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37.xml" ContentType="application/vnd.openxmlformats-officedocument.presentationml.notesSlide+xml"/>
  <Override PartName="/ppt/notesSlides/notesSlide42.xml" ContentType="application/vnd.openxmlformats-officedocument.presentationml.notesSlide+xml"/>
  <Override PartName="/ppt/notesSlides/notesSlide38.xml" ContentType="application/vnd.openxmlformats-officedocument.presentationml.notesSlide+xml"/>
  <Override PartName="/ppt/notesSlides/notesSlide43.xml" ContentType="application/vnd.openxmlformats-officedocument.presentationml.notesSlide+xml"/>
  <Override PartName="/ppt/notesSlides/notesSlide39.xml" ContentType="application/vnd.openxmlformats-officedocument.presentationml.notesSlide+xml"/>
  <Override PartName="/ppt/notesSlides/notesSlide44.xml" ContentType="application/vnd.openxmlformats-officedocument.presentationml.notesSlide+xml"/>
  <Override PartName="/ppt/notesSlides/notesSlide41.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5.xml" ContentType="application/vnd.openxmlformats-officedocument.presentationml.notesSlide+xml"/>
  <Override PartName="/ppt/notesSlides/notesSlide59.xml" ContentType="application/vnd.openxmlformats-officedocument.presentationml.notesSlide+xml"/>
  <Override PartName="/ppt/notesSlides/_rels/notesSlide42.xml.rels" ContentType="application/vnd.openxmlformats-package.relationships+xml"/>
  <Override PartName="/ppt/notesSlides/_rels/notesSlide37.xml.rels" ContentType="application/vnd.openxmlformats-package.relationships+xml"/>
  <Override PartName="/ppt/notesSlides/_rels/notesSlide43.xml.rels" ContentType="application/vnd.openxmlformats-package.relationships+xml"/>
  <Override PartName="/ppt/notesSlides/_rels/notesSlide38.xml.rels" ContentType="application/vnd.openxmlformats-package.relationships+xml"/>
  <Override PartName="/ppt/notesSlides/_rels/notesSlide44.xml.rels" ContentType="application/vnd.openxmlformats-package.relationships+xml"/>
  <Override PartName="/ppt/notesSlides/_rels/notesSlide39.xml.rels" ContentType="application/vnd.openxmlformats-package.relationships+xml"/>
  <Override PartName="/ppt/notesSlides/_rels/notesSlide41.xml.rels" ContentType="application/vnd.openxmlformats-package.relationships+xml"/>
  <Override PartName="/ppt/notesSlides/_rels/notesSlide46.xml.rels" ContentType="application/vnd.openxmlformats-package.relationships+xml"/>
  <Override PartName="/ppt/notesSlides/_rels/notesSlide47.xml.rels" ContentType="application/vnd.openxmlformats-package.relationships+xml"/>
  <Override PartName="/ppt/notesSlides/_rels/notesSlide52.xml.rels" ContentType="application/vnd.openxmlformats-package.relationships+xml"/>
  <Override PartName="/ppt/notesSlides/_rels/notesSlide53.xml.rels" ContentType="application/vnd.openxmlformats-package.relationships+xml"/>
  <Override PartName="/ppt/notesSlides/_rels/notesSlide55.xml.rels" ContentType="application/vnd.openxmlformats-package.relationships+xml"/>
  <Override PartName="/ppt/notesSlides/_rels/notesSlide59.xml.rels" ContentType="application/vnd.openxmlformats-package.relationships+xml"/>
  <Override PartName="/ppt/embeddings/oleObject1.bin" ContentType="application/vnd.openxmlformats-officedocument.oleObject"/>
  <Override PartName="/ppt/slideLayouts/slideLayout1.xml" ContentType="application/vnd.openxmlformats-officedocument.presentationml.slideLayout+xml"/>
  <Override PartName="/ppt/slideLayouts/_rels/slideLayout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21.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3.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4.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5.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26.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slides/_rels/slide57.xml.rels" ContentType="application/vnd.openxmlformats-package.relationships+xml"/>
  <Override PartName="/ppt/slides/_rels/slide58.xml.rels" ContentType="application/vnd.openxmlformats-package.relationships+xml"/>
  <Override PartName="/ppt/slides/_rels/slide59.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64.xml.rels" ContentType="application/vnd.openxmlformats-package.relationships+xml"/>
  <Override PartName="/ppt/slides/_rels/slide65.xml.rels" ContentType="application/vnd.openxmlformats-package.relationships+xml"/>
  <Override PartName="/ppt/slides/_rels/slide66.xml.rels" ContentType="application/vnd.openxmlformats-package.relationships+xml"/>
  <Override PartName="/ppt/slides/_rels/slide67.xml.rels" ContentType="application/vnd.openxmlformats-package.relationships+xml"/>
  <Override PartName="/ppt/slides/_rels/slide68.xml.rels" ContentType="application/vnd.openxmlformats-package.relationships+xml"/>
  <Override PartName="/ppt/slides/_rels/slide69.xml.rels" ContentType="application/vnd.openxmlformats-package.relationships+xml"/>
  <Override PartName="/ppt/slides/_rels/slide70.xml.rels" ContentType="application/vnd.openxmlformats-package.relationships+xml"/>
  <Override PartName="/ppt/slides/_rels/slide71.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16.wmf" ContentType="image/x-wmf"/>
  <Override PartName="/ppt/media/image5.png" ContentType="image/png"/>
  <Override PartName="/ppt/media/image6.png" ContentType="image/png"/>
  <Override PartName="/ppt/media/image7.png" ContentType="image/png"/>
  <Override PartName="/ppt/media/image18.wmf" ContentType="image/x-wmf"/>
  <Override PartName="/ppt/media/image8.png" ContentType="image/png"/>
  <Override PartName="/ppt/media/image19.wmf" ContentType="image/x-wmf"/>
  <Override PartName="/ppt/media/image9.png" ContentType="image/png"/>
  <Override PartName="/ppt/media/image10.png" ContentType="image/png"/>
  <Override PartName="/ppt/media/image11.wmf" ContentType="image/x-wmf"/>
  <Override PartName="/ppt/media/image12.png" ContentType="image/png"/>
  <Override PartName="/ppt/media/image13.png" ContentType="image/png"/>
  <Override PartName="/ppt/media/image14.png" ContentType="image/png"/>
  <Override PartName="/ppt/media/image15.png" ContentType="image/png"/>
  <Override PartName="/ppt/media/image17.png" ContentType="image/png"/>
  <Override PartName="/ppt/media/image20.png" ContentType="image/png"/>
  <Override PartName="/ppt/media/image21.png" ContentType="image/png"/>
  <Override PartName="/ppt/media/image22.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Lst>
  <p:sldSz cx="10058400" cy="77724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IN" sz="2400" strike="noStrike" u="none">
              <a:solidFill>
                <a:srgbClr val="ffffff"/>
              </a:solidFill>
              <a:effectLst/>
              <a:uFillTx/>
              <a:latin typeface="Times New Roman"/>
            </a:endParaRPr>
          </a:p>
        </p:txBody>
      </p:sp>
      <p:sp>
        <p:nvSpPr>
          <p:cNvPr id="8"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&lt;header&gt;</a:t>
            </a:r>
            <a:endParaRPr b="0" lang="en-IN" sz="1200" strike="noStrike" u="none">
              <a:solidFill>
                <a:srgbClr val="000000"/>
              </a:solidFill>
              <a:effectLst/>
              <a:uFillTx/>
              <a:latin typeface="Times New Roman"/>
            </a:endParaRPr>
          </a:p>
        </p:txBody>
      </p:sp>
      <p:sp>
        <p:nvSpPr>
          <p:cNvPr id="9" name="PlaceHolder 2"/>
          <p:cNvSpPr>
            <a:spLocks noGrp="1"/>
          </p:cNvSpPr>
          <p:nvPr>
            <p:ph type="dt" idx="4"/>
          </p:nvPr>
        </p:nvSpPr>
        <p:spPr>
          <a:xfrm>
            <a:off x="3885840" y="0"/>
            <a:ext cx="297180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&lt;date/time&gt;</a:t>
            </a:r>
            <a:endParaRPr b="0" lang="en-IN" sz="1200" strike="noStrike" u="none">
              <a:solidFill>
                <a:srgbClr val="000000"/>
              </a:solidFill>
              <a:effectLst/>
              <a:uFillTx/>
              <a:latin typeface="Times New Roman"/>
            </a:endParaRPr>
          </a:p>
        </p:txBody>
      </p:sp>
      <p:sp>
        <p:nvSpPr>
          <p:cNvPr id="10" name="PlaceHolder 3"/>
          <p:cNvSpPr>
            <a:spLocks noGrp="1"/>
          </p:cNvSpPr>
          <p:nvPr>
            <p:ph type="sldImg"/>
          </p:nvPr>
        </p:nvSpPr>
        <p:spPr>
          <a:xfrm>
            <a:off x="1209600" y="685440"/>
            <a:ext cx="4438800" cy="3429000"/>
          </a:xfrm>
          <a:prstGeom prst="rect">
            <a:avLst/>
          </a:prstGeom>
          <a:solidFill>
            <a:srgbClr val="ffffff"/>
          </a:solid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e118"/>
                </a:solidFill>
                <a:effectLst/>
                <a:uFillTx/>
                <a:latin typeface="Times New Roman"/>
              </a:rPr>
              <a:t>Click to move the slide</a:t>
            </a:r>
            <a:endParaRPr b="0" lang="en-IN" sz="4400" strike="noStrike" u="none">
              <a:solidFill>
                <a:srgbClr val="ffe118"/>
              </a:solidFill>
              <a:effectLst/>
              <a:uFillTx/>
              <a:latin typeface="Times New Roman"/>
            </a:endParaRPr>
          </a:p>
        </p:txBody>
      </p:sp>
      <p:sp>
        <p:nvSpPr>
          <p:cNvPr id="11" name="PlaceHolder 4"/>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Click to edit the notes format</a:t>
            </a:r>
            <a:endParaRPr b="0" lang="en-IN" sz="1200" strike="noStrike" u="none">
              <a:solidFill>
                <a:srgbClr val="000000"/>
              </a:solidFill>
              <a:effectLst/>
              <a:uFillTx/>
              <a:latin typeface="Times New Roman"/>
            </a:endParaRPr>
          </a:p>
        </p:txBody>
      </p:sp>
      <p:sp>
        <p:nvSpPr>
          <p:cNvPr id="12" name="PlaceHolder 5"/>
          <p:cNvSpPr>
            <a:spLocks noGrp="1"/>
          </p:cNvSpPr>
          <p:nvPr>
            <p:ph type="ftr" idx="5"/>
          </p:nvPr>
        </p:nvSpPr>
        <p:spPr>
          <a:xfrm>
            <a:off x="-360" y="8686800"/>
            <a:ext cx="2971800" cy="45720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&lt;footer&gt;</a:t>
            </a:r>
            <a:endParaRPr b="0" lang="en-IN" sz="1200" strike="noStrike" u="none">
              <a:solidFill>
                <a:srgbClr val="000000"/>
              </a:solidFill>
              <a:effectLst/>
              <a:uFillTx/>
              <a:latin typeface="Times New Roman"/>
            </a:endParaRPr>
          </a:p>
        </p:txBody>
      </p:sp>
      <p:sp>
        <p:nvSpPr>
          <p:cNvPr id="13" name="PlaceHolder 6"/>
          <p:cNvSpPr>
            <a:spLocks noGrp="1"/>
          </p:cNvSpPr>
          <p:nvPr>
            <p:ph type="sldNum" idx="6"/>
          </p:nvPr>
        </p:nvSpPr>
        <p:spPr>
          <a:xfrm>
            <a:off x="3885840" y="8686800"/>
            <a:ext cx="2971800" cy="45720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4506A3F-AF80-4C20-B25D-936BA622F5F4}"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6" name="PlaceHolder 1"/>
          <p:cNvSpPr>
            <a:spLocks noGrp="1"/>
          </p:cNvSpPr>
          <p:nvPr>
            <p:ph type="sldImg"/>
          </p:nvPr>
        </p:nvSpPr>
        <p:spPr>
          <a:xfrm>
            <a:off x="1209600" y="685800"/>
            <a:ext cx="4438800" cy="3429000"/>
          </a:xfrm>
          <a:prstGeom prst="rect">
            <a:avLst/>
          </a:prstGeom>
          <a:ln w="0">
            <a:noFill/>
          </a:ln>
        </p:spPr>
      </p:sp>
      <p:sp>
        <p:nvSpPr>
          <p:cNvPr id="4407"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These are the broad categories of USDA actions.</a:t>
            </a:r>
            <a:endParaRPr b="0" lang="en-IN" sz="1200" strike="noStrike" u="non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8" name="PlaceHolder 1"/>
          <p:cNvSpPr>
            <a:spLocks noGrp="1"/>
          </p:cNvSpPr>
          <p:nvPr>
            <p:ph type="sldImg"/>
          </p:nvPr>
        </p:nvSpPr>
        <p:spPr>
          <a:xfrm>
            <a:off x="1209600" y="685800"/>
            <a:ext cx="4438800" cy="3429000"/>
          </a:xfrm>
          <a:prstGeom prst="rect">
            <a:avLst/>
          </a:prstGeom>
          <a:ln w="0">
            <a:noFill/>
          </a:ln>
        </p:spPr>
      </p:sp>
      <p:sp>
        <p:nvSpPr>
          <p:cNvPr id="4409"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Chronology of import regulations because BSE.  Most recent actions (all live ruminants and ruminant products banned from the entirety of Europe) were taken as more European countries reported BSE.  This in part was due to trading practices and movements within Europe.  Countries were given the opportunity to submit information on risks, risk mitigation and surveillance.  A rule outlining our assessment of the countries is moving thru channels.</a:t>
            </a:r>
            <a:endParaRPr b="0" lang="en-IN" sz="1200" strike="noStrike" u="non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0" name="PlaceHolder 1"/>
          <p:cNvSpPr>
            <a:spLocks noGrp="1"/>
          </p:cNvSpPr>
          <p:nvPr>
            <p:ph type="sldImg"/>
          </p:nvPr>
        </p:nvSpPr>
        <p:spPr>
          <a:xfrm>
            <a:off x="1209600" y="685800"/>
            <a:ext cx="4438800" cy="3429000"/>
          </a:xfrm>
          <a:prstGeom prst="rect">
            <a:avLst/>
          </a:prstGeom>
          <a:ln w="0">
            <a:noFill/>
          </a:ln>
        </p:spPr>
      </p:sp>
      <p:sp>
        <p:nvSpPr>
          <p:cNvPr id="4411"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Chronology of import regulations because BSE.  Most recent actions (all live ruminants and ruminant products banned from the entirety of Europe) were taken as more European countries reported BSE.  This in part was due to trading practices and movements within Europe.  Countries were given the opportunity to submit information on risks, risk mitigation and surveillance.  A rule outlining our assessment of the countries is moving thru channels.</a:t>
            </a:r>
            <a:endParaRPr b="0" lang="en-IN" sz="1200" strike="noStrike" u="non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2" name="PlaceHolder 1"/>
          <p:cNvSpPr>
            <a:spLocks noGrp="1"/>
          </p:cNvSpPr>
          <p:nvPr>
            <p:ph type="sldImg"/>
          </p:nvPr>
        </p:nvSpPr>
        <p:spPr>
          <a:xfrm>
            <a:off x="1209600" y="685800"/>
            <a:ext cx="4438800" cy="3429000"/>
          </a:xfrm>
          <a:prstGeom prst="rect">
            <a:avLst/>
          </a:prstGeom>
          <a:ln w="0">
            <a:noFill/>
          </a:ln>
        </p:spPr>
      </p:sp>
      <p:sp>
        <p:nvSpPr>
          <p:cNvPr id="4413"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These are broad categories of US surveillance.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VDL - State veterinary diagnostic labs</a:t>
            </a:r>
            <a:endParaRPr b="0" lang="en-IN" sz="1200" strike="noStrike" u="non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4" name="PlaceHolder 1"/>
          <p:cNvSpPr>
            <a:spLocks noGrp="1"/>
          </p:cNvSpPr>
          <p:nvPr>
            <p:ph type="sldImg"/>
          </p:nvPr>
        </p:nvSpPr>
        <p:spPr>
          <a:xfrm>
            <a:off x="1209600" y="685800"/>
            <a:ext cx="4438800" cy="3429000"/>
          </a:xfrm>
          <a:prstGeom prst="rect">
            <a:avLst/>
          </a:prstGeom>
          <a:ln w="0">
            <a:noFill/>
          </a:ln>
        </p:spPr>
      </p:sp>
      <p:sp>
        <p:nvSpPr>
          <p:cNvPr id="4415"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Self-explanatory</a:t>
            </a:r>
            <a:endParaRPr b="0" lang="en-IN" sz="1200" strike="noStrike" u="non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6" name="PlaceHolder 1"/>
          <p:cNvSpPr>
            <a:spLocks noGrp="1"/>
          </p:cNvSpPr>
          <p:nvPr>
            <p:ph type="sldImg"/>
          </p:nvPr>
        </p:nvSpPr>
        <p:spPr>
          <a:xfrm>
            <a:off x="1209600" y="685800"/>
            <a:ext cx="4438800" cy="3429000"/>
          </a:xfrm>
          <a:prstGeom prst="rect">
            <a:avLst/>
          </a:prstGeom>
          <a:ln w="0">
            <a:noFill/>
          </a:ln>
        </p:spPr>
      </p:sp>
      <p:sp>
        <p:nvSpPr>
          <p:cNvPr id="4417"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Bovine brains tested by NVSL.  Yellow are number examined histologically and red are number by immunohistochemistry.  NVSL attempts to test all submissions using both methods.</a:t>
            </a:r>
            <a:endParaRPr b="0" lang="en-IN" sz="1200" strike="noStrike" u="non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8" name="PlaceHolder 1"/>
          <p:cNvSpPr>
            <a:spLocks noGrp="1"/>
          </p:cNvSpPr>
          <p:nvPr>
            <p:ph type="sldImg"/>
          </p:nvPr>
        </p:nvSpPr>
        <p:spPr>
          <a:xfrm>
            <a:off x="1209600" y="685800"/>
            <a:ext cx="4438800" cy="3429000"/>
          </a:xfrm>
          <a:prstGeom prst="rect">
            <a:avLst/>
          </a:prstGeom>
          <a:ln w="0">
            <a:noFill/>
          </a:ln>
        </p:spPr>
      </p:sp>
      <p:sp>
        <p:nvSpPr>
          <p:cNvPr id="4419"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Same as previous slide. (couldn't fit it on same graph)</a:t>
            </a:r>
            <a:endParaRPr b="0" lang="en-IN" sz="1200" strike="noStrike" u="non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0" name="PlaceHolder 1"/>
          <p:cNvSpPr>
            <a:spLocks noGrp="1"/>
          </p:cNvSpPr>
          <p:nvPr>
            <p:ph type="sldImg"/>
          </p:nvPr>
        </p:nvSpPr>
        <p:spPr>
          <a:xfrm>
            <a:off x="1209600" y="685800"/>
            <a:ext cx="4438800" cy="3429000"/>
          </a:xfrm>
          <a:prstGeom prst="rect">
            <a:avLst/>
          </a:prstGeom>
          <a:ln w="0">
            <a:noFill/>
          </a:ln>
        </p:spPr>
      </p:sp>
      <p:sp>
        <p:nvSpPr>
          <p:cNvPr id="4421"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Surveillance of free ranging cervids.</a:t>
            </a:r>
            <a:endParaRPr b="0" lang="en-IN" sz="1200" strike="noStrike" u="non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2" name="PlaceHolder 1"/>
          <p:cNvSpPr>
            <a:spLocks noGrp="1"/>
          </p:cNvSpPr>
          <p:nvPr>
            <p:ph type="sldImg"/>
          </p:nvPr>
        </p:nvSpPr>
        <p:spPr>
          <a:xfrm>
            <a:off x="1209600" y="685800"/>
            <a:ext cx="4438800" cy="3429000"/>
          </a:xfrm>
          <a:prstGeom prst="rect">
            <a:avLst/>
          </a:prstGeom>
          <a:ln w="0">
            <a:noFill/>
          </a:ln>
        </p:spPr>
      </p:sp>
      <p:sp>
        <p:nvSpPr>
          <p:cNvPr id="4423"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Regional goals based on OIE standards as if each region were a country</a:t>
            </a:r>
            <a:endParaRPr b="0" lang="en-IN" sz="1200" strike="noStrike" u="non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4" name="PlaceHolder 1"/>
          <p:cNvSpPr>
            <a:spLocks noGrp="1"/>
          </p:cNvSpPr>
          <p:nvPr>
            <p:ph type="sldImg"/>
          </p:nvPr>
        </p:nvSpPr>
        <p:spPr>
          <a:xfrm>
            <a:off x="1209600" y="685800"/>
            <a:ext cx="4438800" cy="3429000"/>
          </a:xfrm>
          <a:prstGeom prst="rect">
            <a:avLst/>
          </a:prstGeom>
          <a:ln w="0">
            <a:noFill/>
          </a:ln>
        </p:spPr>
      </p:sp>
      <p:sp>
        <p:nvSpPr>
          <p:cNvPr id="4425"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Cattle remaining in the US from the UK.  Total of 496 were imported between 1980 and 1989.</a:t>
            </a:r>
            <a:endParaRPr b="0" lang="en-IN" sz="1200" strike="noStrike" u="non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6" name="PlaceHolder 1"/>
          <p:cNvSpPr>
            <a:spLocks noGrp="1"/>
          </p:cNvSpPr>
          <p:nvPr>
            <p:ph type="sldImg"/>
          </p:nvPr>
        </p:nvSpPr>
        <p:spPr>
          <a:xfrm>
            <a:off x="1209600" y="685800"/>
            <a:ext cx="4438800" cy="3429000"/>
          </a:xfrm>
          <a:prstGeom prst="rect">
            <a:avLst/>
          </a:prstGeom>
          <a:ln w="0">
            <a:noFill/>
          </a:ln>
        </p:spPr>
      </p:sp>
      <p:sp>
        <p:nvSpPr>
          <p:cNvPr id="4427"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Remaining cattle imported from other European countries not reporting BSE in indigenous cattle.  These are all under state quarantine and we have offered to purchase.</a:t>
            </a:r>
            <a:endParaRPr b="0" lang="en-IN" sz="1200" strike="noStrike" u="non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8" name="PlaceHolder 1"/>
          <p:cNvSpPr>
            <a:spLocks noGrp="1"/>
          </p:cNvSpPr>
          <p:nvPr>
            <p:ph type="sldImg"/>
          </p:nvPr>
        </p:nvSpPr>
        <p:spPr>
          <a:xfrm>
            <a:off x="1209600" y="685800"/>
            <a:ext cx="4438800" cy="3429000"/>
          </a:xfrm>
          <a:prstGeom prst="rect">
            <a:avLst/>
          </a:prstGeom>
          <a:ln w="0">
            <a:noFill/>
          </a:ln>
        </p:spPr>
      </p:sp>
      <p:sp>
        <p:nvSpPr>
          <p:cNvPr id="4429"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USDA has contracted with Harvard School of Public Health to conduct a risk assessment for BSE occurring in the USA.  Plans for completion are summer of 2000.</a:t>
            </a:r>
            <a:endParaRPr b="0" lang="en-IN" sz="1200" strike="noStrike" u="non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0" name="PlaceHolder 1"/>
          <p:cNvSpPr>
            <a:spLocks noGrp="1"/>
          </p:cNvSpPr>
          <p:nvPr>
            <p:ph type="sldImg"/>
          </p:nvPr>
        </p:nvSpPr>
        <p:spPr>
          <a:xfrm>
            <a:off x="1209600" y="685800"/>
            <a:ext cx="4438800" cy="3429000"/>
          </a:xfrm>
          <a:prstGeom prst="rect">
            <a:avLst/>
          </a:prstGeom>
          <a:ln w="0">
            <a:noFill/>
          </a:ln>
        </p:spPr>
      </p:sp>
      <p:sp>
        <p:nvSpPr>
          <p:cNvPr id="4431"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These are the results of research done by Foster and colleagues in Scotland.</a:t>
            </a:r>
            <a:endParaRPr b="0" lang="en-IN"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474480" y="474480"/>
            <a:ext cx="8537400" cy="142236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ffe118"/>
              </a:solidFill>
              <a:effectLst/>
              <a:uFillTx/>
              <a:latin typeface="Times New Roman"/>
            </a:endParaRPr>
          </a:p>
        </p:txBody>
      </p:sp>
      <p:sp>
        <p:nvSpPr>
          <p:cNvPr id="6" name="PlaceHolder 2"/>
          <p:cNvSpPr>
            <a:spLocks noGrp="1"/>
          </p:cNvSpPr>
          <p:nvPr>
            <p:ph/>
          </p:nvPr>
        </p:nvSpPr>
        <p:spPr>
          <a:xfrm>
            <a:off x="474480" y="2108160"/>
            <a:ext cx="8537400" cy="453240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imes New Roman"/>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BD3633C-78DB-4C7E-942D-EF1F6600A00C}" type="slidenum">
              <a:t>&lt;#&gt;</a:t>
            </a:fld>
          </a:p>
        </p:txBody>
      </p:sp>
      <p:sp>
        <p:nvSpPr>
          <p:cNvPr id="6" name="PlaceHolder 5"/>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74480" y="474480"/>
            <a:ext cx="8537400" cy="142236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e118"/>
                </a:solidFill>
                <a:effectLst/>
                <a:uFillTx/>
                <a:latin typeface="Times New Roman"/>
              </a:rPr>
              <a:t>Click to edit the title text format</a:t>
            </a:r>
            <a:endParaRPr b="0" lang="en-IN" sz="4400" strike="noStrike" u="none">
              <a:solidFill>
                <a:srgbClr val="ffe118"/>
              </a:solidFill>
              <a:effectLst/>
              <a:uFillTx/>
              <a:latin typeface="Times New Roman"/>
            </a:endParaRPr>
          </a:p>
        </p:txBody>
      </p:sp>
      <p:sp>
        <p:nvSpPr>
          <p:cNvPr id="1" name="PlaceHolder 2"/>
          <p:cNvSpPr>
            <a:spLocks noGrp="1"/>
          </p:cNvSpPr>
          <p:nvPr>
            <p:ph type="body"/>
          </p:nvPr>
        </p:nvSpPr>
        <p:spPr>
          <a:xfrm>
            <a:off x="474480" y="2108160"/>
            <a:ext cx="8537400" cy="4532400"/>
          </a:xfrm>
          <a:prstGeom prst="rect">
            <a:avLst/>
          </a:prstGeom>
          <a:noFill/>
          <a:ln w="0">
            <a:noFill/>
          </a:ln>
        </p:spPr>
        <p:txBody>
          <a:bodyPr lIns="90000" rIns="90000" tIns="46800" bIns="46800" anchor="t">
            <a:normAutofit/>
          </a:bodyPr>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Click to edit the outline text format</a:t>
            </a:r>
            <a:endParaRPr b="0" lang="en-IN" sz="3200" strike="noStrike" u="none">
              <a:solidFill>
                <a:srgbClr val="ffffff"/>
              </a:solidFill>
              <a:effectLst/>
              <a:uFillTx/>
              <a:latin typeface="Times New Roman"/>
            </a:endParaRPr>
          </a:p>
          <a:p>
            <a:pPr lvl="1" marL="743040" indent="-28584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Second Outline Level</a:t>
            </a:r>
            <a:endParaRPr b="0" lang="en-IN" sz="3200" strike="noStrike" u="none">
              <a:solidFill>
                <a:srgbClr val="ffffff"/>
              </a:solidFill>
              <a:effectLst/>
              <a:uFillTx/>
              <a:latin typeface="Times New Roman"/>
            </a:endParaRPr>
          </a:p>
          <a:p>
            <a:pPr lvl="2" marL="1143000" indent="-22860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Third Outline Level</a:t>
            </a:r>
            <a:endParaRPr b="0" lang="en-IN" sz="3200" strike="noStrike" u="none">
              <a:solidFill>
                <a:srgbClr val="ffffff"/>
              </a:solidFill>
              <a:effectLst/>
              <a:uFillTx/>
              <a:latin typeface="Times New Roman"/>
            </a:endParaRPr>
          </a:p>
          <a:p>
            <a:pPr lvl="3" marL="1600200" indent="-22860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Fourth Outline Level</a:t>
            </a:r>
            <a:endParaRPr b="0" lang="en-IN" sz="3200" strike="noStrike" u="none">
              <a:solidFill>
                <a:srgbClr val="ffffff"/>
              </a:solidFill>
              <a:effectLst/>
              <a:uFillTx/>
              <a:latin typeface="Times New Roman"/>
            </a:endParaRPr>
          </a:p>
          <a:p>
            <a:pPr lvl="4" marL="2057400" indent="-22860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Fifth Outline Level</a:t>
            </a:r>
            <a:endParaRPr b="0" lang="en-IN" sz="3200" strike="noStrike" u="none">
              <a:solidFill>
                <a:srgbClr val="ffffff"/>
              </a:solidFill>
              <a:effectLst/>
              <a:uFillTx/>
              <a:latin typeface="Times New Roman"/>
            </a:endParaRPr>
          </a:p>
          <a:p>
            <a:pPr lvl="5" marL="2057400" indent="-22860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Sixth Outline Level</a:t>
            </a:r>
            <a:endParaRPr b="0" lang="en-IN" sz="3200" strike="noStrike" u="none">
              <a:solidFill>
                <a:srgbClr val="ffffff"/>
              </a:solidFill>
              <a:effectLst/>
              <a:uFillTx/>
              <a:latin typeface="Times New Roman"/>
            </a:endParaRPr>
          </a:p>
          <a:p>
            <a:pPr lvl="6" marL="2057400" indent="-22860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Seventh Outline Level</a:t>
            </a:r>
            <a:endParaRPr b="0" lang="en-IN" sz="3200" strike="noStrike" u="none">
              <a:solidFill>
                <a:srgbClr val="ffffff"/>
              </a:solidFill>
              <a:effectLst/>
              <a:uFillTx/>
              <a:latin typeface="Times New Roman"/>
            </a:endParaRPr>
          </a:p>
        </p:txBody>
      </p:sp>
      <p:sp>
        <p:nvSpPr>
          <p:cNvPr id="2" name="PlaceHolder 3"/>
          <p:cNvSpPr>
            <a:spLocks noGrp="1"/>
          </p:cNvSpPr>
          <p:nvPr>
            <p:ph type="dt" idx="1"/>
          </p:nvPr>
        </p:nvSpPr>
        <p:spPr>
          <a:xfrm>
            <a:off x="761760" y="7086600"/>
            <a:ext cx="2057400" cy="533520"/>
          </a:xfrm>
          <a:prstGeom prst="rect">
            <a:avLst/>
          </a:prstGeom>
          <a:noFill/>
          <a:ln w="0">
            <a:noFill/>
          </a:ln>
        </p:spPr>
        <p:txBody>
          <a:bodyPr lIns="90000" rIns="90000" tIns="46800" bIns="46800" anchor="t">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ffffff"/>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ffffff"/>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3" name="PlaceHolder 4"/>
          <p:cNvSpPr>
            <a:spLocks noGrp="1"/>
          </p:cNvSpPr>
          <p:nvPr>
            <p:ph type="ftr" idx="2"/>
          </p:nvPr>
        </p:nvSpPr>
        <p:spPr>
          <a:xfrm>
            <a:off x="3429000" y="7086600"/>
            <a:ext cx="3200400" cy="533520"/>
          </a:xfrm>
          <a:prstGeom prst="rect">
            <a:avLst/>
          </a:prstGeom>
          <a:noFill/>
          <a:ln w="0">
            <a:noFill/>
          </a:ln>
        </p:spPr>
        <p:txBody>
          <a:bodyPr lIns="90000" rIns="90000" tIns="46800" bIns="46800" anchor="t">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ffffff"/>
                </a:solidFill>
                <a:effectLst/>
                <a:uFillTx/>
                <a:latin typeface="Times New Roman"/>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ffffff"/>
                </a:solidFill>
                <a:effectLst/>
                <a:uFillTx/>
                <a:latin typeface="Times New Roman"/>
              </a:rPr>
              <a:t>&lt;footer&gt;</a:t>
            </a:r>
            <a:endParaRPr b="0" lang="en-IN" sz="1400" strike="noStrike" u="none">
              <a:solidFill>
                <a:srgbClr val="000000"/>
              </a:solidFill>
              <a:effectLst/>
              <a:uFillTx/>
              <a:latin typeface="Times New Roman"/>
            </a:endParaRPr>
          </a:p>
        </p:txBody>
      </p:sp>
      <p:sp>
        <p:nvSpPr>
          <p:cNvPr id="4" name="PlaceHolder 5"/>
          <p:cNvSpPr>
            <a:spLocks noGrp="1"/>
          </p:cNvSpPr>
          <p:nvPr>
            <p:ph type="sldNum" idx="3"/>
          </p:nvPr>
        </p:nvSpPr>
        <p:spPr>
          <a:xfrm>
            <a:off x="7238520" y="7086600"/>
            <a:ext cx="2057400" cy="53352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ffffff"/>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6AB18EB-DE12-4E0D-A6CC-C18B3B2B02B8}" type="slidenum">
              <a:rPr b="0" lang="en-US" sz="1400" strike="noStrike" u="none">
                <a:solidFill>
                  <a:srgbClr val="ffffff"/>
                </a:solidFill>
                <a:effectLst/>
                <a:uFillTx/>
                <a:latin typeface="Times New Roman"/>
              </a:rPr>
              <a:t>&lt;number&gt;</a:t>
            </a:fld>
            <a:endParaRPr b="0" lang="en-IN"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png"/><Relationship Id="rId3"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8.png"/><Relationship Id="rId3"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9.png"/><Relationship Id="rId3"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0.png"/><Relationship Id="rId3"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oleObject" Target="../embeddings/oleObject1.bin"/><Relationship Id="rId3" Type="http://schemas.openxmlformats.org/officeDocument/2006/relationships/image" Target="../media/image11.wmf"/><Relationship Id="rId4"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2.png"/><Relationship Id="rId3"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3.png"/><Relationship Id="rId3"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4.png"/><Relationship Id="rId3"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5.png"/><Relationship Id="rId3"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oleObject" Target="../embeddings/oleObject1.bin"/><Relationship Id="rId3" Type="http://schemas.openxmlformats.org/officeDocument/2006/relationships/image" Target="../media/image16.wmf"/><Relationship Id="rId4"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7.png"/><Relationship Id="rId3" Type="http://schemas.openxmlformats.org/officeDocument/2006/relationships/slideLayout" Target="../slideLayouts/slideLayout1.xml"/><Relationship Id="rId4"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oleObject" Target="../embeddings/oleObject1.bin"/><Relationship Id="rId3" Type="http://schemas.openxmlformats.org/officeDocument/2006/relationships/image" Target="../media/image18.wmf"/><Relationship Id="rId4" Type="http://schemas.openxmlformats.org/officeDocument/2006/relationships/slideLayout" Target="../slideLayouts/slideLayout1.xml"/><Relationship Id="rId5"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oleObject" Target="../embeddings/oleObject1.bin"/><Relationship Id="rId3" Type="http://schemas.openxmlformats.org/officeDocument/2006/relationships/image" Target="../media/image19.wmf"/><Relationship Id="rId4" Type="http://schemas.openxmlformats.org/officeDocument/2006/relationships/slideLayout" Target="../slideLayouts/slideLayout1.xml"/><Relationship Id="rId5"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0.png"/><Relationship Id="rId3" Type="http://schemas.openxmlformats.org/officeDocument/2006/relationships/slideLayout" Target="../slideLayouts/slideLayout1.xml"/>
</Relationships>
</file>

<file path=ppt/slides/_rels/slide6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1.png"/><Relationship Id="rId3" Type="http://schemas.openxmlformats.org/officeDocument/2006/relationships/slideLayout" Target="../slideLayouts/slideLayout1.xml"/>
</Relationships>
</file>

<file path=ppt/slides/_rels/slide6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7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7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2.png"/><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4" name=""/>
          <p:cNvGrpSpPr/>
          <p:nvPr/>
        </p:nvGrpSpPr>
        <p:grpSpPr>
          <a:xfrm>
            <a:off x="814320" y="-316440"/>
            <a:ext cx="9180720" cy="8595000"/>
            <a:chOff x="814320" y="-316440"/>
            <a:chExt cx="9180720" cy="8595000"/>
          </a:xfrm>
        </p:grpSpPr>
        <p:sp>
          <p:nvSpPr>
            <p:cNvPr id="15" name=""/>
            <p:cNvSpPr/>
            <p:nvPr/>
          </p:nvSpPr>
          <p:spPr>
            <a:xfrm flipV="1">
              <a:off x="1760400" y="-316800"/>
              <a:ext cx="8234640" cy="8595000"/>
            </a:xfrm>
            <a:custGeom>
              <a:avLst/>
              <a:gdLst>
                <a:gd name="textAreaLeft" fmla="*/ 0 w 8234640"/>
                <a:gd name="textAreaRight" fmla="*/ 8234640 w 8234640"/>
                <a:gd name="textAreaTop" fmla="*/ -360 h 8595000"/>
                <a:gd name="textAreaBottom" fmla="*/ 8595000 h 8595000"/>
              </a:gdLst>
              <a:ahLst/>
              <a:cxnLst/>
              <a:rect l="textAreaLeft" t="textAreaTop" r="textAreaRight" b="textAreaBottom"/>
              <a:pathLst>
                <a:path w="21600" h="22545">
                  <a:moveTo>
                    <a:pt x="0" y="0"/>
                  </a:moveTo>
                  <a:arcTo wR="0" hR="0" stAng="16200000" swAng="-5400000"/>
                  <a:lnTo>
                    <a:pt x="0" y="22545"/>
                  </a:lnTo>
                  <a:arcTo wR="0" hR="0" stAng="10800000" swAng="-5400000"/>
                  <a:lnTo>
                    <a:pt x="21600" y="22545"/>
                  </a:lnTo>
                  <a:arcTo wR="0" hR="0" stAng="16200000" swAng="-5400000"/>
                  <a:lnTo>
                    <a:pt x="21600" y="0"/>
                  </a:lnTo>
                  <a:arcTo wR="0" hR="0" stAng="10800000" swAng="-5400000"/>
                  <a:close/>
                </a:path>
              </a:pathLst>
            </a:cu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6" name=""/>
            <p:cNvGrpSpPr/>
            <p:nvPr/>
          </p:nvGrpSpPr>
          <p:grpSpPr>
            <a:xfrm>
              <a:off x="814320" y="1447920"/>
              <a:ext cx="2116080" cy="2093760"/>
              <a:chOff x="814320" y="1447920"/>
              <a:chExt cx="2116080" cy="2093760"/>
            </a:xfrm>
          </p:grpSpPr>
          <p:sp>
            <p:nvSpPr>
              <p:cNvPr id="17" name=""/>
              <p:cNvSpPr/>
              <p:nvPr/>
            </p:nvSpPr>
            <p:spPr>
              <a:xfrm flipV="1">
                <a:off x="917640" y="1542960"/>
                <a:ext cx="2012760" cy="1998720"/>
              </a:xfrm>
              <a:prstGeom prst="roundRect">
                <a:avLst>
                  <a:gd name="adj" fmla="val 0"/>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8" name="" descr=""/>
              <p:cNvPicPr/>
              <p:nvPr/>
            </p:nvPicPr>
            <p:blipFill>
              <a:blip r:embed="rId1"/>
              <a:stretch/>
            </p:blipFill>
            <p:spPr>
              <a:xfrm>
                <a:off x="863640" y="1498680"/>
                <a:ext cx="1938240" cy="1925640"/>
              </a:xfrm>
              <a:prstGeom prst="rect">
                <a:avLst/>
              </a:prstGeom>
              <a:noFill/>
              <a:ln w="0">
                <a:noFill/>
              </a:ln>
            </p:spPr>
          </p:pic>
          <p:sp>
            <p:nvSpPr>
              <p:cNvPr id="19" name=""/>
              <p:cNvSpPr/>
              <p:nvPr/>
            </p:nvSpPr>
            <p:spPr>
              <a:xfrm>
                <a:off x="2771640" y="1454040"/>
                <a:ext cx="81000" cy="1989360"/>
              </a:xfrm>
              <a:custGeom>
                <a:avLst/>
                <a:gdLst/>
                <a:ahLst/>
                <a:rect l="l" t="t" r="r" b="b"/>
                <a:pathLst>
                  <a:path w="51" h="1253">
                    <a:moveTo>
                      <a:pt x="0" y="1200"/>
                    </a:moveTo>
                    <a:lnTo>
                      <a:pt x="50" y="1252"/>
                    </a:lnTo>
                    <a:lnTo>
                      <a:pt x="50" y="0"/>
                    </a:lnTo>
                    <a:lnTo>
                      <a:pt x="0" y="12"/>
                    </a:lnTo>
                    <a:lnTo>
                      <a:pt x="0" y="1200"/>
                    </a:lnTo>
                    <a:lnTo>
                      <a:pt x="0" y="1200"/>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 name=""/>
              <p:cNvSpPr/>
              <p:nvPr/>
            </p:nvSpPr>
            <p:spPr>
              <a:xfrm flipV="1">
                <a:off x="824040" y="1460520"/>
                <a:ext cx="79200" cy="1976400"/>
              </a:xfrm>
              <a:custGeom>
                <a:avLst/>
                <a:gdLst>
                  <a:gd name="textAreaLeft" fmla="*/ 0 w 79200"/>
                  <a:gd name="textAreaRight" fmla="*/ 79560 w 79200"/>
                  <a:gd name="textAreaTop" fmla="*/ 360 h 1976400"/>
                  <a:gd name="textAreaBottom" fmla="*/ 1977120 h 1976400"/>
                </a:gdLst>
                <a:ahLst/>
                <a:cxnLst/>
                <a:rect l="textAreaLeft" t="textAreaTop" r="textAreaRight" b="textAreaBottom"/>
                <a:pathLst>
                  <a:path w="21600" h="536677">
                    <a:moveTo>
                      <a:pt x="0" y="0"/>
                    </a:moveTo>
                    <a:arcTo wR="0" hR="0" stAng="16200000" swAng="-5400000"/>
                    <a:lnTo>
                      <a:pt x="0" y="536677"/>
                    </a:lnTo>
                    <a:arcTo wR="0" hR="0" stAng="10800000" swAng="-5400000"/>
                    <a:lnTo>
                      <a:pt x="21600" y="536677"/>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1" name=""/>
              <p:cNvSpPr/>
              <p:nvPr/>
            </p:nvSpPr>
            <p:spPr>
              <a:xfrm>
                <a:off x="824040" y="3367080"/>
                <a:ext cx="2023920" cy="74520"/>
              </a:xfrm>
              <a:custGeom>
                <a:avLst/>
                <a:gdLst/>
                <a:ahLst/>
                <a:rect l="l" t="t" r="r" b="b"/>
                <a:pathLst>
                  <a:path w="1275" h="47">
                    <a:moveTo>
                      <a:pt x="40" y="0"/>
                    </a:moveTo>
                    <a:lnTo>
                      <a:pt x="0" y="46"/>
                    </a:lnTo>
                    <a:lnTo>
                      <a:pt x="1274" y="46"/>
                    </a:lnTo>
                    <a:lnTo>
                      <a:pt x="1241" y="0"/>
                    </a:lnTo>
                    <a:lnTo>
                      <a:pt x="40" y="0"/>
                    </a:lnTo>
                    <a:lnTo>
                      <a:pt x="40" y="0"/>
                    </a:lnTo>
                  </a:path>
                </a:pathLst>
              </a:custGeom>
              <a:solidFill>
                <a:srgbClr val="1f007f"/>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2" name=""/>
              <p:cNvSpPr/>
              <p:nvPr/>
            </p:nvSpPr>
            <p:spPr>
              <a:xfrm>
                <a:off x="839880" y="1460520"/>
                <a:ext cx="2006640" cy="50760"/>
              </a:xfrm>
              <a:custGeom>
                <a:avLst/>
                <a:gdLst/>
                <a:ahLst/>
                <a:rect l="l" t="t" r="r" b="b"/>
                <a:pathLst>
                  <a:path w="1264" h="32">
                    <a:moveTo>
                      <a:pt x="44" y="29"/>
                    </a:moveTo>
                    <a:lnTo>
                      <a:pt x="0" y="0"/>
                    </a:lnTo>
                    <a:lnTo>
                      <a:pt x="1263" y="0"/>
                    </a:lnTo>
                    <a:lnTo>
                      <a:pt x="1207" y="31"/>
                    </a:lnTo>
                    <a:lnTo>
                      <a:pt x="44" y="29"/>
                    </a:lnTo>
                    <a:lnTo>
                      <a:pt x="44" y="29"/>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23" name=""/>
              <p:cNvSpPr/>
              <p:nvPr/>
            </p:nvSpPr>
            <p:spPr>
              <a:xfrm>
                <a:off x="814320" y="1447920"/>
                <a:ext cx="2035080" cy="1982520"/>
              </a:xfrm>
              <a:custGeom>
                <a:avLst/>
                <a:gdLst/>
                <a:ahLst/>
                <a:rect l="l" t="t" r="r" b="b"/>
                <a:pathLst>
                  <a:path w="1282" h="1249">
                    <a:moveTo>
                      <a:pt x="0" y="1248"/>
                    </a:moveTo>
                    <a:lnTo>
                      <a:pt x="0" y="1"/>
                    </a:lnTo>
                    <a:lnTo>
                      <a:pt x="1281"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24" name="PlaceHolder 1"/>
          <p:cNvSpPr>
            <a:spLocks noGrp="1"/>
          </p:cNvSpPr>
          <p:nvPr>
            <p:ph/>
          </p:nvPr>
        </p:nvSpPr>
        <p:spPr>
          <a:xfrm>
            <a:off x="3033360" y="608040"/>
            <a:ext cx="6892920" cy="3719520"/>
          </a:xfrm>
          <a:prstGeom prst="rect">
            <a:avLst/>
          </a:prstGeom>
          <a:noFill/>
          <a:ln w="0">
            <a:noFill/>
          </a:ln>
        </p:spPr>
        <p:txBody>
          <a:bodyPr lIns="0" rIns="0" tIns="0" bIns="0" anchor="ctr">
            <a:normAutofit/>
          </a:bodyPr>
          <a:p>
            <a:pPr indent="0" algn="r">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5300" strike="noStrike" u="none">
                <a:solidFill>
                  <a:srgbClr val="ffe118"/>
                </a:solidFill>
                <a:effectLst/>
                <a:uFillTx/>
                <a:latin typeface="Times New Roman"/>
              </a:rPr>
              <a:t>Bovine Spongiform Encephalopathy: An Update </a:t>
            </a:r>
            <a:endParaRPr b="0" lang="en-IN" sz="5300" strike="noStrike" u="none">
              <a:solidFill>
                <a:srgbClr val="ffffff"/>
              </a:solidFill>
              <a:effectLst/>
              <a:uFillTx/>
              <a:latin typeface="Times New Roman"/>
            </a:endParaRPr>
          </a:p>
        </p:txBody>
      </p:sp>
      <p:sp>
        <p:nvSpPr>
          <p:cNvPr id="25" name=""/>
          <p:cNvSpPr/>
          <p:nvPr/>
        </p:nvSpPr>
        <p:spPr>
          <a:xfrm>
            <a:off x="2135160" y="3492360"/>
            <a:ext cx="7543800" cy="1820880"/>
          </a:xfrm>
          <a:prstGeom prst="rect">
            <a:avLst/>
          </a:prstGeom>
          <a:noFill/>
          <a:ln w="0">
            <a:noFill/>
          </a:ln>
        </p:spPr>
        <p:style>
          <a:lnRef idx="0"/>
          <a:fillRef idx="0"/>
          <a:effectRef idx="0"/>
          <a:fontRef idx="minor"/>
        </p:style>
        <p:txBody>
          <a:bodyPr lIns="0" rIns="0" tIns="0" bIns="0" anchor="b">
            <a:noAutofit/>
          </a:bodyPr>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900" strike="noStrike" u="none">
                <a:solidFill>
                  <a:srgbClr val="ffffff"/>
                </a:solidFill>
                <a:effectLst/>
                <a:uFillTx/>
                <a:latin typeface="Times New Roman"/>
              </a:rPr>
              <a:t>Linda A.Detwiler</a:t>
            </a:r>
            <a:endParaRPr b="0" lang="en-IN" sz="2900" strike="noStrike" u="none">
              <a:solidFill>
                <a:srgbClr val="ffffff"/>
              </a:solidFill>
              <a:effectLst/>
              <a:uFillTx/>
              <a:latin typeface="Times New Roman"/>
            </a:endParaRPr>
          </a:p>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900" strike="noStrike" u="none">
                <a:solidFill>
                  <a:srgbClr val="ffffff"/>
                </a:solidFill>
                <a:effectLst/>
                <a:uFillTx/>
                <a:latin typeface="Times New Roman"/>
              </a:rPr>
              <a:t>Senior Staff Veterinarian</a:t>
            </a:r>
            <a:endParaRPr b="0" lang="en-IN" sz="2900" strike="noStrike" u="none">
              <a:solidFill>
                <a:srgbClr val="ffffff"/>
              </a:solidFill>
              <a:effectLst/>
              <a:uFillTx/>
              <a:latin typeface="Times New Roman"/>
            </a:endParaRPr>
          </a:p>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900" strike="noStrike" u="none">
                <a:solidFill>
                  <a:srgbClr val="ffffff"/>
                </a:solidFill>
                <a:effectLst/>
                <a:uFillTx/>
                <a:latin typeface="Times New Roman"/>
              </a:rPr>
              <a:t>USDA, APHIS, VS</a:t>
            </a:r>
            <a:endParaRPr b="0" lang="en-IN" sz="2900" strike="noStrike" u="none">
              <a:solidFill>
                <a:srgbClr val="ffffff"/>
              </a:solidFill>
              <a:effectLst/>
              <a:uFillTx/>
              <a:latin typeface="Times New Roman"/>
            </a:endParaRPr>
          </a:p>
        </p:txBody>
      </p:sp>
      <p:pic>
        <p:nvPicPr>
          <p:cNvPr id="26" name="" descr=""/>
          <p:cNvPicPr/>
          <p:nvPr/>
        </p:nvPicPr>
        <p:blipFill>
          <a:blip r:embed="rId2"/>
          <a:stretch/>
        </p:blipFill>
        <p:spPr>
          <a:xfrm>
            <a:off x="6334200" y="4870440"/>
            <a:ext cx="3476520" cy="2606760"/>
          </a:xfrm>
          <a:prstGeom prst="rect">
            <a:avLst/>
          </a:prstGeom>
          <a:noFill/>
          <a:ln w="0">
            <a:noFill/>
          </a:ln>
        </p:spPr>
      </p:pic>
    </p:spTree>
  </p:cSld>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27" name=""/>
          <p:cNvGrpSpPr/>
          <p:nvPr/>
        </p:nvGrpSpPr>
        <p:grpSpPr>
          <a:xfrm>
            <a:off x="538200" y="-7920"/>
            <a:ext cx="9456840" cy="8099280"/>
            <a:chOff x="538200" y="-7920"/>
            <a:chExt cx="9456840" cy="8099280"/>
          </a:xfrm>
        </p:grpSpPr>
        <p:sp>
          <p:nvSpPr>
            <p:cNvPr id="28"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29" name=""/>
            <p:cNvGrpSpPr/>
            <p:nvPr/>
          </p:nvGrpSpPr>
          <p:grpSpPr>
            <a:xfrm>
              <a:off x="538200" y="727200"/>
              <a:ext cx="1542960" cy="1599840"/>
              <a:chOff x="538200" y="727200"/>
              <a:chExt cx="1542960" cy="1599840"/>
            </a:xfrm>
          </p:grpSpPr>
          <p:sp>
            <p:nvSpPr>
              <p:cNvPr id="30"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31" name="" descr=""/>
              <p:cNvPicPr/>
              <p:nvPr/>
            </p:nvPicPr>
            <p:blipFill>
              <a:blip r:embed="rId1"/>
              <a:stretch/>
            </p:blipFill>
            <p:spPr>
              <a:xfrm>
                <a:off x="568440" y="779400"/>
                <a:ext cx="1430280" cy="1460520"/>
              </a:xfrm>
              <a:prstGeom prst="rect">
                <a:avLst/>
              </a:prstGeom>
              <a:noFill/>
              <a:ln w="0">
                <a:noFill/>
              </a:ln>
            </p:spPr>
          </p:pic>
          <p:sp>
            <p:nvSpPr>
              <p:cNvPr id="32"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3"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4"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35"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36"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37" name="PlaceHolder 1"/>
          <p:cNvSpPr>
            <a:spLocks noGrp="1"/>
          </p:cNvSpPr>
          <p:nvPr>
            <p:ph/>
          </p:nvPr>
        </p:nvSpPr>
        <p:spPr>
          <a:xfrm>
            <a:off x="2198520" y="552240"/>
            <a:ext cx="7831440" cy="18586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Transmissible Spongiform Encephalopathies</a:t>
            </a: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4200" strike="noStrike" u="none">
              <a:solidFill>
                <a:srgbClr val="ffffff"/>
              </a:solidFill>
              <a:effectLst/>
              <a:uFillTx/>
              <a:latin typeface="Times New Roman"/>
            </a:endParaRPr>
          </a:p>
        </p:txBody>
      </p:sp>
      <p:sp>
        <p:nvSpPr>
          <p:cNvPr id="38" name=""/>
          <p:cNvSpPr/>
          <p:nvPr/>
        </p:nvSpPr>
        <p:spPr>
          <a:xfrm>
            <a:off x="1479600" y="2503440"/>
            <a:ext cx="4268880" cy="624672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prolonged incubation period</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progressive debilitating neurological illness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pathological changes confined to CNS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fatal</a:t>
            </a:r>
            <a:endParaRPr b="0" lang="en-IN" sz="3500" strike="noStrike" u="none">
              <a:solidFill>
                <a:srgbClr val="ffffff"/>
              </a:solidFill>
              <a:effectLst/>
              <a:uFillTx/>
              <a:latin typeface="Times New Roman"/>
            </a:endParaRPr>
          </a:p>
        </p:txBody>
      </p:sp>
      <p:pic>
        <p:nvPicPr>
          <p:cNvPr id="39" name="" descr=""/>
          <p:cNvPicPr/>
          <p:nvPr/>
        </p:nvPicPr>
        <p:blipFill>
          <a:blip r:embed="rId2"/>
          <a:stretch/>
        </p:blipFill>
        <p:spPr>
          <a:xfrm>
            <a:off x="5748480" y="3192480"/>
            <a:ext cx="4065480" cy="3699000"/>
          </a:xfrm>
          <a:prstGeom prst="rect">
            <a:avLst/>
          </a:prstGeom>
          <a:noFill/>
          <a:ln w="0">
            <a:noFill/>
          </a:ln>
        </p:spPr>
      </p:pic>
    </p:spTree>
  </p:cSld>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0" name=""/>
          <p:cNvGrpSpPr/>
          <p:nvPr/>
        </p:nvGrpSpPr>
        <p:grpSpPr>
          <a:xfrm>
            <a:off x="538200" y="-7920"/>
            <a:ext cx="9456840" cy="8099280"/>
            <a:chOff x="538200" y="-7920"/>
            <a:chExt cx="9456840" cy="8099280"/>
          </a:xfrm>
        </p:grpSpPr>
        <p:sp>
          <p:nvSpPr>
            <p:cNvPr id="41"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2" name=""/>
            <p:cNvGrpSpPr/>
            <p:nvPr/>
          </p:nvGrpSpPr>
          <p:grpSpPr>
            <a:xfrm>
              <a:off x="538200" y="727200"/>
              <a:ext cx="1542960" cy="1599840"/>
              <a:chOff x="538200" y="727200"/>
              <a:chExt cx="1542960" cy="1599840"/>
            </a:xfrm>
          </p:grpSpPr>
          <p:sp>
            <p:nvSpPr>
              <p:cNvPr id="43"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4" name="" descr=""/>
              <p:cNvPicPr/>
              <p:nvPr/>
            </p:nvPicPr>
            <p:blipFill>
              <a:blip r:embed="rId1"/>
              <a:stretch/>
            </p:blipFill>
            <p:spPr>
              <a:xfrm>
                <a:off x="568440" y="779400"/>
                <a:ext cx="1430280" cy="1460520"/>
              </a:xfrm>
              <a:prstGeom prst="rect">
                <a:avLst/>
              </a:prstGeom>
              <a:noFill/>
              <a:ln w="0">
                <a:noFill/>
              </a:ln>
            </p:spPr>
          </p:pic>
          <p:sp>
            <p:nvSpPr>
              <p:cNvPr id="45"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6"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7"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8"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9"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50"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Transmissible Spongiform Encephalopathies</a:t>
            </a:r>
            <a:endParaRPr b="0" lang="en-IN" sz="4200" strike="noStrike" u="none">
              <a:solidFill>
                <a:srgbClr val="ffffff"/>
              </a:solidFill>
              <a:effectLst/>
              <a:uFillTx/>
              <a:latin typeface="Times New Roman"/>
            </a:endParaRPr>
          </a:p>
        </p:txBody>
      </p:sp>
      <p:sp>
        <p:nvSpPr>
          <p:cNvPr id="51" name=""/>
          <p:cNvSpPr/>
          <p:nvPr/>
        </p:nvSpPr>
        <p:spPr>
          <a:xfrm>
            <a:off x="1479600" y="2503440"/>
            <a:ext cx="8750160" cy="181620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Scrapie Associated Fibrils (SAF) - negative stain EM</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Transmissibility</a:t>
            </a:r>
            <a:endParaRPr b="0" lang="en-IN" sz="3500" strike="noStrike" u="none">
              <a:solidFill>
                <a:srgbClr val="ffffff"/>
              </a:solidFill>
              <a:effectLst/>
              <a:uFillTx/>
              <a:latin typeface="Times New Roman"/>
            </a:endParaRPr>
          </a:p>
        </p:txBody>
      </p:sp>
      <p:pic>
        <p:nvPicPr>
          <p:cNvPr id="52" name="" descr=""/>
          <p:cNvPicPr/>
          <p:nvPr/>
        </p:nvPicPr>
        <p:blipFill>
          <a:blip r:embed="rId2"/>
          <a:stretch/>
        </p:blipFill>
        <p:spPr>
          <a:xfrm>
            <a:off x="6070680" y="3998880"/>
            <a:ext cx="2770200" cy="3049560"/>
          </a:xfrm>
          <a:prstGeom prst="rect">
            <a:avLst/>
          </a:prstGeom>
          <a:noFill/>
          <a:ln w="0">
            <a:noFill/>
          </a:ln>
        </p:spPr>
      </p:pic>
    </p:spTree>
  </p:cSld>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53" name=""/>
          <p:cNvGrpSpPr/>
          <p:nvPr/>
        </p:nvGrpSpPr>
        <p:grpSpPr>
          <a:xfrm>
            <a:off x="538200" y="-7920"/>
            <a:ext cx="9456840" cy="8099280"/>
            <a:chOff x="538200" y="-7920"/>
            <a:chExt cx="9456840" cy="8099280"/>
          </a:xfrm>
        </p:grpSpPr>
        <p:sp>
          <p:nvSpPr>
            <p:cNvPr id="54"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55" name=""/>
            <p:cNvGrpSpPr/>
            <p:nvPr/>
          </p:nvGrpSpPr>
          <p:grpSpPr>
            <a:xfrm>
              <a:off x="538200" y="727200"/>
              <a:ext cx="1542960" cy="1599840"/>
              <a:chOff x="538200" y="727200"/>
              <a:chExt cx="1542960" cy="1599840"/>
            </a:xfrm>
          </p:grpSpPr>
          <p:sp>
            <p:nvSpPr>
              <p:cNvPr id="56"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57" name="" descr=""/>
              <p:cNvPicPr/>
              <p:nvPr/>
            </p:nvPicPr>
            <p:blipFill>
              <a:blip r:embed="rId1"/>
              <a:stretch/>
            </p:blipFill>
            <p:spPr>
              <a:xfrm>
                <a:off x="568440" y="779400"/>
                <a:ext cx="1430280" cy="1460520"/>
              </a:xfrm>
              <a:prstGeom prst="rect">
                <a:avLst/>
              </a:prstGeom>
              <a:noFill/>
              <a:ln w="0">
                <a:noFill/>
              </a:ln>
            </p:spPr>
          </p:pic>
          <p:sp>
            <p:nvSpPr>
              <p:cNvPr id="58"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9"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60"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61"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62"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63"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Transmissible Spongiform Encephalopathies: Etiology</a:t>
            </a:r>
            <a:endParaRPr b="0" lang="en-IN" sz="4200" strike="noStrike" u="none">
              <a:solidFill>
                <a:srgbClr val="ffffff"/>
              </a:solidFill>
              <a:effectLst/>
              <a:uFillTx/>
              <a:latin typeface="Times New Roman"/>
            </a:endParaRPr>
          </a:p>
        </p:txBody>
      </p:sp>
      <p:sp>
        <p:nvSpPr>
          <p:cNvPr id="64" name=""/>
          <p:cNvSpPr/>
          <p:nvPr/>
        </p:nvSpPr>
        <p:spPr>
          <a:xfrm>
            <a:off x="1479600" y="2503440"/>
            <a:ext cx="8750160" cy="43480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agent not fully characterized</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smaller than smallest known virus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ellicits no detectable immune or inflammatory response in the host</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resistant to most disinfectants and treatments which normally destroy nucleic acids</a:t>
            </a:r>
            <a:endParaRPr b="0" lang="en-IN" sz="3500" strike="noStrike" u="none">
              <a:solidFill>
                <a:srgbClr val="ffffff"/>
              </a:solidFill>
              <a:effectLst/>
              <a:uFillTx/>
              <a:latin typeface="Times New Roman"/>
            </a:endParaRPr>
          </a:p>
        </p:txBody>
      </p:sp>
    </p:spTree>
  </p:cSld>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65" name=""/>
          <p:cNvGrpSpPr/>
          <p:nvPr/>
        </p:nvGrpSpPr>
        <p:grpSpPr>
          <a:xfrm>
            <a:off x="538200" y="-7920"/>
            <a:ext cx="9456840" cy="8099280"/>
            <a:chOff x="538200" y="-7920"/>
            <a:chExt cx="9456840" cy="8099280"/>
          </a:xfrm>
        </p:grpSpPr>
        <p:sp>
          <p:nvSpPr>
            <p:cNvPr id="66"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67" name=""/>
            <p:cNvGrpSpPr/>
            <p:nvPr/>
          </p:nvGrpSpPr>
          <p:grpSpPr>
            <a:xfrm>
              <a:off x="538200" y="727200"/>
              <a:ext cx="1542960" cy="1599840"/>
              <a:chOff x="538200" y="727200"/>
              <a:chExt cx="1542960" cy="1599840"/>
            </a:xfrm>
          </p:grpSpPr>
          <p:sp>
            <p:nvSpPr>
              <p:cNvPr id="68"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69" name="" descr=""/>
              <p:cNvPicPr/>
              <p:nvPr/>
            </p:nvPicPr>
            <p:blipFill>
              <a:blip r:embed="rId1"/>
              <a:stretch/>
            </p:blipFill>
            <p:spPr>
              <a:xfrm>
                <a:off x="568440" y="779400"/>
                <a:ext cx="1430280" cy="1460520"/>
              </a:xfrm>
              <a:prstGeom prst="rect">
                <a:avLst/>
              </a:prstGeom>
              <a:noFill/>
              <a:ln w="0">
                <a:noFill/>
              </a:ln>
            </p:spPr>
          </p:pic>
          <p:sp>
            <p:nvSpPr>
              <p:cNvPr id="70"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1"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72"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73"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74"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75" name="PlaceHolder 1"/>
          <p:cNvSpPr>
            <a:spLocks noGrp="1"/>
          </p:cNvSpPr>
          <p:nvPr>
            <p:ph/>
          </p:nvPr>
        </p:nvSpPr>
        <p:spPr>
          <a:xfrm>
            <a:off x="2198520" y="552240"/>
            <a:ext cx="7831440" cy="18586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Transmissible Spongiform Encephalopathies: Agent Theories</a:t>
            </a:r>
            <a:endParaRPr b="0" lang="en-IN" sz="4200" strike="noStrike" u="none">
              <a:solidFill>
                <a:srgbClr val="ffffff"/>
              </a:solidFill>
              <a:effectLst/>
              <a:uFillTx/>
              <a:latin typeface="Times New Roman"/>
            </a:endParaRPr>
          </a:p>
        </p:txBody>
      </p:sp>
      <p:sp>
        <p:nvSpPr>
          <p:cNvPr id="76" name=""/>
          <p:cNvSpPr/>
          <p:nvPr/>
        </p:nvSpPr>
        <p:spPr>
          <a:xfrm>
            <a:off x="1479600" y="2503440"/>
            <a:ext cx="8750160" cy="56134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3500" strike="noStrike" u="none">
                <a:solidFill>
                  <a:srgbClr val="ff0000"/>
                </a:solidFill>
                <a:effectLst/>
                <a:uFillTx/>
                <a:latin typeface="Times New Roman"/>
              </a:rPr>
              <a:t>VIRUS</a:t>
            </a:r>
            <a:r>
              <a:rPr b="0" lang="en-US" sz="3500" strike="noStrike" u="none">
                <a:solidFill>
                  <a:srgbClr val="ffffff"/>
                </a:solidFill>
                <a:effectLst/>
                <a:uFillTx/>
                <a:latin typeface="Times New Roman"/>
              </a:rPr>
              <a:t> - unconventional, unusual biochemical and biopysical properties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0000"/>
                </a:solidFill>
                <a:effectLst/>
                <a:uFillTx/>
                <a:latin typeface="Times New Roman"/>
              </a:rPr>
              <a:t>VIRINO</a:t>
            </a:r>
            <a:r>
              <a:rPr b="0" lang="en-US" sz="3500" strike="noStrike" u="none">
                <a:solidFill>
                  <a:srgbClr val="ffffff"/>
                </a:solidFill>
                <a:effectLst/>
                <a:uFillTx/>
                <a:latin typeface="Times New Roman"/>
              </a:rPr>
              <a:t> - host-derived protein coat coupled to a small noncoding regulatory nucleic acid</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0000"/>
                </a:solidFill>
                <a:effectLst/>
                <a:uFillTx/>
                <a:latin typeface="Times New Roman"/>
              </a:rPr>
              <a:t>PRION</a:t>
            </a:r>
            <a:r>
              <a:rPr b="0" lang="en-US" sz="3500" strike="noStrike" u="none">
                <a:solidFill>
                  <a:srgbClr val="ffffff"/>
                </a:solidFill>
                <a:effectLst/>
                <a:uFillTx/>
                <a:latin typeface="Times New Roman"/>
              </a:rPr>
              <a:t> - host-coded normal cellular protein becomes partially protease resistant through post tranlational conformation change</a:t>
            </a:r>
            <a:endParaRPr b="0" lang="en-IN" sz="3500" strike="noStrike" u="none">
              <a:solidFill>
                <a:srgbClr val="ffffff"/>
              </a:solidFill>
              <a:effectLst/>
              <a:uFillTx/>
              <a:latin typeface="Times New Roman"/>
            </a:endParaRPr>
          </a:p>
        </p:txBody>
      </p:sp>
    </p:spTree>
  </p:cSld>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77" name=""/>
          <p:cNvGrpSpPr/>
          <p:nvPr/>
        </p:nvGrpSpPr>
        <p:grpSpPr>
          <a:xfrm>
            <a:off x="538200" y="-7920"/>
            <a:ext cx="9456840" cy="8099280"/>
            <a:chOff x="538200" y="-7920"/>
            <a:chExt cx="9456840" cy="8099280"/>
          </a:xfrm>
        </p:grpSpPr>
        <p:sp>
          <p:nvSpPr>
            <p:cNvPr id="78"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79" name=""/>
            <p:cNvGrpSpPr/>
            <p:nvPr/>
          </p:nvGrpSpPr>
          <p:grpSpPr>
            <a:xfrm>
              <a:off x="538200" y="727200"/>
              <a:ext cx="1542960" cy="1599840"/>
              <a:chOff x="538200" y="727200"/>
              <a:chExt cx="1542960" cy="1599840"/>
            </a:xfrm>
          </p:grpSpPr>
          <p:sp>
            <p:nvSpPr>
              <p:cNvPr id="80"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81" name="" descr=""/>
              <p:cNvPicPr/>
              <p:nvPr/>
            </p:nvPicPr>
            <p:blipFill>
              <a:blip r:embed="rId1"/>
              <a:stretch/>
            </p:blipFill>
            <p:spPr>
              <a:xfrm>
                <a:off x="568440" y="779400"/>
                <a:ext cx="1430280" cy="1460520"/>
              </a:xfrm>
              <a:prstGeom prst="rect">
                <a:avLst/>
              </a:prstGeom>
              <a:noFill/>
              <a:ln w="0">
                <a:noFill/>
              </a:ln>
            </p:spPr>
          </p:pic>
          <p:sp>
            <p:nvSpPr>
              <p:cNvPr id="82"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3"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84"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85"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86"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87"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Transmissible Spongiform Encephalopathies: Human</a:t>
            </a:r>
            <a:endParaRPr b="0" lang="en-IN" sz="4200" strike="noStrike" u="none">
              <a:solidFill>
                <a:srgbClr val="ffffff"/>
              </a:solidFill>
              <a:effectLst/>
              <a:uFillTx/>
              <a:latin typeface="Times New Roman"/>
            </a:endParaRPr>
          </a:p>
        </p:txBody>
      </p:sp>
      <p:sp>
        <p:nvSpPr>
          <p:cNvPr id="88" name=""/>
          <p:cNvSpPr/>
          <p:nvPr/>
        </p:nvSpPr>
        <p:spPr>
          <a:xfrm>
            <a:off x="1479600" y="2503440"/>
            <a:ext cx="8750160" cy="371484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Creutzfeldt-Jakob Disease (CJD)</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Gerstmann-Straussler-Scheinker syndrome (GSS)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fatal familial insomnia (FFI)</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Kuru</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variant CJD (vCJD) </a:t>
            </a:r>
            <a:endParaRPr b="0" lang="en-IN" sz="3500" strike="noStrike" u="none">
              <a:solidFill>
                <a:srgbClr val="ffffff"/>
              </a:solidFill>
              <a:effectLst/>
              <a:uFillTx/>
              <a:latin typeface="Times New Roman"/>
            </a:endParaRPr>
          </a:p>
        </p:txBody>
      </p:sp>
      <p:pic>
        <p:nvPicPr>
          <p:cNvPr id="89" name="" descr=""/>
          <p:cNvPicPr/>
          <p:nvPr/>
        </p:nvPicPr>
        <p:blipFill>
          <a:blip r:embed="rId2"/>
          <a:stretch/>
        </p:blipFill>
        <p:spPr>
          <a:xfrm>
            <a:off x="7318440" y="4121280"/>
            <a:ext cx="2363760" cy="3476520"/>
          </a:xfrm>
          <a:prstGeom prst="rect">
            <a:avLst/>
          </a:prstGeom>
          <a:noFill/>
          <a:ln w="0">
            <a:noFill/>
          </a:ln>
        </p:spPr>
      </p:pic>
    </p:spTree>
  </p:cSld>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90" name=""/>
          <p:cNvGrpSpPr/>
          <p:nvPr/>
        </p:nvGrpSpPr>
        <p:grpSpPr>
          <a:xfrm>
            <a:off x="538200" y="-7920"/>
            <a:ext cx="9456840" cy="8099280"/>
            <a:chOff x="538200" y="-7920"/>
            <a:chExt cx="9456840" cy="8099280"/>
          </a:xfrm>
        </p:grpSpPr>
        <p:sp>
          <p:nvSpPr>
            <p:cNvPr id="91"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92" name=""/>
            <p:cNvGrpSpPr/>
            <p:nvPr/>
          </p:nvGrpSpPr>
          <p:grpSpPr>
            <a:xfrm>
              <a:off x="538200" y="727200"/>
              <a:ext cx="1542960" cy="1599840"/>
              <a:chOff x="538200" y="727200"/>
              <a:chExt cx="1542960" cy="1599840"/>
            </a:xfrm>
          </p:grpSpPr>
          <p:sp>
            <p:nvSpPr>
              <p:cNvPr id="93"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94" name="" descr=""/>
              <p:cNvPicPr/>
              <p:nvPr/>
            </p:nvPicPr>
            <p:blipFill>
              <a:blip r:embed="rId1"/>
              <a:stretch/>
            </p:blipFill>
            <p:spPr>
              <a:xfrm>
                <a:off x="568440" y="779400"/>
                <a:ext cx="1430280" cy="1460520"/>
              </a:xfrm>
              <a:prstGeom prst="rect">
                <a:avLst/>
              </a:prstGeom>
              <a:noFill/>
              <a:ln w="0">
                <a:noFill/>
              </a:ln>
            </p:spPr>
          </p:pic>
          <p:sp>
            <p:nvSpPr>
              <p:cNvPr id="95"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96"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97"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98"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99"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00"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Transmissible Spongiform Encephalopathies: Scrapie</a:t>
            </a:r>
            <a:endParaRPr b="0" lang="en-IN" sz="4200" strike="noStrike" u="none">
              <a:solidFill>
                <a:srgbClr val="ffffff"/>
              </a:solidFill>
              <a:effectLst/>
              <a:uFillTx/>
              <a:latin typeface="Times New Roman"/>
            </a:endParaRPr>
          </a:p>
        </p:txBody>
      </p:sp>
      <p:sp>
        <p:nvSpPr>
          <p:cNvPr id="101" name=""/>
          <p:cNvSpPr/>
          <p:nvPr/>
        </p:nvSpPr>
        <p:spPr>
          <a:xfrm>
            <a:off x="1479600" y="2503440"/>
            <a:ext cx="8750160" cy="181620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Reported most sheep producing regions </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Known over 250 years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Sheep, goats, moufflon</a:t>
            </a:r>
            <a:endParaRPr b="0" lang="en-IN" sz="3500" strike="noStrike" u="none">
              <a:solidFill>
                <a:srgbClr val="ffffff"/>
              </a:solidFill>
              <a:effectLst/>
              <a:uFillTx/>
              <a:latin typeface="Times New Roman"/>
            </a:endParaRPr>
          </a:p>
        </p:txBody>
      </p:sp>
      <p:pic>
        <p:nvPicPr>
          <p:cNvPr id="102" name="" descr=""/>
          <p:cNvPicPr/>
          <p:nvPr/>
        </p:nvPicPr>
        <p:blipFill>
          <a:blip r:embed="rId2"/>
          <a:stretch/>
        </p:blipFill>
        <p:spPr>
          <a:xfrm>
            <a:off x="6539040" y="3533760"/>
            <a:ext cx="2903400" cy="3932280"/>
          </a:xfrm>
          <a:prstGeom prst="rect">
            <a:avLst/>
          </a:prstGeom>
          <a:noFill/>
          <a:ln w="0">
            <a:noFill/>
          </a:ln>
        </p:spPr>
      </p:pic>
    </p:spTree>
  </p:cSld>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03" name=""/>
          <p:cNvGrpSpPr/>
          <p:nvPr/>
        </p:nvGrpSpPr>
        <p:grpSpPr>
          <a:xfrm>
            <a:off x="538200" y="-7920"/>
            <a:ext cx="9456840" cy="8099280"/>
            <a:chOff x="538200" y="-7920"/>
            <a:chExt cx="9456840" cy="8099280"/>
          </a:xfrm>
        </p:grpSpPr>
        <p:sp>
          <p:nvSpPr>
            <p:cNvPr id="104"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05" name=""/>
            <p:cNvGrpSpPr/>
            <p:nvPr/>
          </p:nvGrpSpPr>
          <p:grpSpPr>
            <a:xfrm>
              <a:off x="538200" y="727200"/>
              <a:ext cx="1542960" cy="1599840"/>
              <a:chOff x="538200" y="727200"/>
              <a:chExt cx="1542960" cy="1599840"/>
            </a:xfrm>
          </p:grpSpPr>
          <p:sp>
            <p:nvSpPr>
              <p:cNvPr id="106"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07" name="" descr=""/>
              <p:cNvPicPr/>
              <p:nvPr/>
            </p:nvPicPr>
            <p:blipFill>
              <a:blip r:embed="rId1"/>
              <a:stretch/>
            </p:blipFill>
            <p:spPr>
              <a:xfrm>
                <a:off x="568440" y="779400"/>
                <a:ext cx="1430280" cy="1460520"/>
              </a:xfrm>
              <a:prstGeom prst="rect">
                <a:avLst/>
              </a:prstGeom>
              <a:noFill/>
              <a:ln w="0">
                <a:noFill/>
              </a:ln>
            </p:spPr>
          </p:pic>
          <p:sp>
            <p:nvSpPr>
              <p:cNvPr id="108"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9"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10"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11"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12"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13" name="PlaceHolder 1"/>
          <p:cNvSpPr>
            <a:spLocks noGrp="1"/>
          </p:cNvSpPr>
          <p:nvPr>
            <p:ph/>
          </p:nvPr>
        </p:nvSpPr>
        <p:spPr>
          <a:xfrm>
            <a:off x="2198520" y="253800"/>
            <a:ext cx="7831440" cy="245412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Transmissible Spongiform Encephalopathies: Chronic Wasting Disease</a:t>
            </a: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4200" strike="noStrike" u="none">
              <a:solidFill>
                <a:srgbClr val="ffffff"/>
              </a:solidFill>
              <a:effectLst/>
              <a:uFillTx/>
              <a:latin typeface="Times New Roman"/>
            </a:endParaRPr>
          </a:p>
        </p:txBody>
      </p:sp>
      <p:sp>
        <p:nvSpPr>
          <p:cNvPr id="114" name=""/>
          <p:cNvSpPr/>
          <p:nvPr/>
        </p:nvSpPr>
        <p:spPr>
          <a:xfrm>
            <a:off x="1479600" y="2503440"/>
            <a:ext cx="8750160" cy="244944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First recognized as disease syndrome - 1967</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Colorado, Wyoming - endemic areas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Farm raised elk</a:t>
            </a:r>
            <a:endParaRPr b="0" lang="en-IN" sz="3500" strike="noStrike" u="none">
              <a:solidFill>
                <a:srgbClr val="ffffff"/>
              </a:solidFill>
              <a:effectLst/>
              <a:uFillTx/>
              <a:latin typeface="Times New Roman"/>
            </a:endParaRPr>
          </a:p>
        </p:txBody>
      </p:sp>
      <p:pic>
        <p:nvPicPr>
          <p:cNvPr id="115" name="" descr=""/>
          <p:cNvPicPr/>
          <p:nvPr/>
        </p:nvPicPr>
        <p:blipFill>
          <a:blip r:embed="rId2"/>
          <a:stretch/>
        </p:blipFill>
        <p:spPr>
          <a:xfrm>
            <a:off x="5846760" y="4735440"/>
            <a:ext cx="2870280" cy="2401920"/>
          </a:xfrm>
          <a:prstGeom prst="rect">
            <a:avLst/>
          </a:prstGeom>
          <a:noFill/>
          <a:ln w="0">
            <a:noFill/>
          </a:ln>
        </p:spPr>
      </p:pic>
    </p:spTree>
  </p:cSld>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16" name=""/>
          <p:cNvGrpSpPr/>
          <p:nvPr/>
        </p:nvGrpSpPr>
        <p:grpSpPr>
          <a:xfrm>
            <a:off x="538200" y="-7920"/>
            <a:ext cx="9456840" cy="8099280"/>
            <a:chOff x="538200" y="-7920"/>
            <a:chExt cx="9456840" cy="8099280"/>
          </a:xfrm>
        </p:grpSpPr>
        <p:sp>
          <p:nvSpPr>
            <p:cNvPr id="117"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18" name=""/>
            <p:cNvGrpSpPr/>
            <p:nvPr/>
          </p:nvGrpSpPr>
          <p:grpSpPr>
            <a:xfrm>
              <a:off x="538200" y="727200"/>
              <a:ext cx="1542960" cy="1599840"/>
              <a:chOff x="538200" y="727200"/>
              <a:chExt cx="1542960" cy="1599840"/>
            </a:xfrm>
          </p:grpSpPr>
          <p:sp>
            <p:nvSpPr>
              <p:cNvPr id="119"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20" name="" descr=""/>
              <p:cNvPicPr/>
              <p:nvPr/>
            </p:nvPicPr>
            <p:blipFill>
              <a:blip r:embed="rId1"/>
              <a:stretch/>
            </p:blipFill>
            <p:spPr>
              <a:xfrm>
                <a:off x="568440" y="779400"/>
                <a:ext cx="1430280" cy="1460520"/>
              </a:xfrm>
              <a:prstGeom prst="rect">
                <a:avLst/>
              </a:prstGeom>
              <a:noFill/>
              <a:ln w="0">
                <a:noFill/>
              </a:ln>
            </p:spPr>
          </p:pic>
          <p:sp>
            <p:nvSpPr>
              <p:cNvPr id="121"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2"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23"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24"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25"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26" name="PlaceHolder 1"/>
          <p:cNvSpPr>
            <a:spLocks noGrp="1"/>
          </p:cNvSpPr>
          <p:nvPr>
            <p:ph/>
          </p:nvPr>
        </p:nvSpPr>
        <p:spPr>
          <a:xfrm>
            <a:off x="2198520" y="253800"/>
            <a:ext cx="7831440" cy="245412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Transmissible Spongiform Encephalopathies: Transmissible Mink Encephalopathy</a:t>
            </a:r>
            <a:endParaRPr b="0" lang="en-IN" sz="4200" strike="noStrike" u="none">
              <a:solidFill>
                <a:srgbClr val="ffffff"/>
              </a:solidFill>
              <a:effectLst/>
              <a:uFillTx/>
              <a:latin typeface="Times New Roman"/>
            </a:endParaRPr>
          </a:p>
        </p:txBody>
      </p:sp>
      <p:sp>
        <p:nvSpPr>
          <p:cNvPr id="127" name=""/>
          <p:cNvSpPr/>
          <p:nvPr/>
        </p:nvSpPr>
        <p:spPr>
          <a:xfrm>
            <a:off x="1479600" y="2503440"/>
            <a:ext cx="8750160" cy="308304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Affects ranch raised mink</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First recognized in 1947</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Detected and documented in Canada, Finland, (East) Germany, Russia </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Associated with feed</a:t>
            </a:r>
            <a:endParaRPr b="0" lang="en-IN" sz="3500" strike="noStrike" u="none">
              <a:solidFill>
                <a:srgbClr val="ffffff"/>
              </a:solidFill>
              <a:effectLst/>
              <a:uFillTx/>
              <a:latin typeface="Times New Roman"/>
            </a:endParaRPr>
          </a:p>
        </p:txBody>
      </p:sp>
      <p:pic>
        <p:nvPicPr>
          <p:cNvPr id="128" name="" descr=""/>
          <p:cNvPicPr/>
          <p:nvPr/>
        </p:nvPicPr>
        <p:blipFill>
          <a:blip r:embed="rId2"/>
          <a:stretch/>
        </p:blipFill>
        <p:spPr>
          <a:xfrm>
            <a:off x="6613560" y="5562720"/>
            <a:ext cx="2914560" cy="1770120"/>
          </a:xfrm>
          <a:prstGeom prst="rect">
            <a:avLst/>
          </a:prstGeom>
          <a:noFill/>
          <a:ln w="0">
            <a:noFill/>
          </a:ln>
        </p:spPr>
      </p:pic>
    </p:spTree>
  </p:cSld>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29" name=""/>
          <p:cNvGrpSpPr/>
          <p:nvPr/>
        </p:nvGrpSpPr>
        <p:grpSpPr>
          <a:xfrm>
            <a:off x="538200" y="-7920"/>
            <a:ext cx="9456840" cy="8099280"/>
            <a:chOff x="538200" y="-7920"/>
            <a:chExt cx="9456840" cy="8099280"/>
          </a:xfrm>
        </p:grpSpPr>
        <p:sp>
          <p:nvSpPr>
            <p:cNvPr id="130"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31" name=""/>
            <p:cNvGrpSpPr/>
            <p:nvPr/>
          </p:nvGrpSpPr>
          <p:grpSpPr>
            <a:xfrm>
              <a:off x="538200" y="727200"/>
              <a:ext cx="1542960" cy="1599840"/>
              <a:chOff x="538200" y="727200"/>
              <a:chExt cx="1542960" cy="1599840"/>
            </a:xfrm>
          </p:grpSpPr>
          <p:sp>
            <p:nvSpPr>
              <p:cNvPr id="132"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33" name="" descr=""/>
              <p:cNvPicPr/>
              <p:nvPr/>
            </p:nvPicPr>
            <p:blipFill>
              <a:blip r:embed="rId1"/>
              <a:stretch/>
            </p:blipFill>
            <p:spPr>
              <a:xfrm>
                <a:off x="568440" y="779400"/>
                <a:ext cx="1430280" cy="1460520"/>
              </a:xfrm>
              <a:prstGeom prst="rect">
                <a:avLst/>
              </a:prstGeom>
              <a:noFill/>
              <a:ln w="0">
                <a:noFill/>
              </a:ln>
            </p:spPr>
          </p:pic>
          <p:sp>
            <p:nvSpPr>
              <p:cNvPr id="134"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5"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36"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37"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38"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39"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Transmissible Spongiform Encephalopathies: Animal</a:t>
            </a:r>
            <a:endParaRPr b="0" lang="en-IN" sz="4200" strike="noStrike" u="none">
              <a:solidFill>
                <a:srgbClr val="ffffff"/>
              </a:solidFill>
              <a:effectLst/>
              <a:uFillTx/>
              <a:latin typeface="Times New Roman"/>
            </a:endParaRPr>
          </a:p>
        </p:txBody>
      </p:sp>
      <p:sp>
        <p:nvSpPr>
          <p:cNvPr id="140" name=""/>
          <p:cNvSpPr/>
          <p:nvPr/>
        </p:nvSpPr>
        <p:spPr>
          <a:xfrm>
            <a:off x="1479600" y="2503440"/>
            <a:ext cx="8750160" cy="181620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Bovine Spongiform Encephalopathy</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Feline Spongiform Encephalopathy</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TSE of Exotic Ruminants</a:t>
            </a:r>
            <a:endParaRPr b="0" lang="en-IN" sz="3500" strike="noStrike" u="none">
              <a:solidFill>
                <a:srgbClr val="ffffff"/>
              </a:solidFill>
              <a:effectLst/>
              <a:uFillTx/>
              <a:latin typeface="Times New Roman"/>
            </a:endParaRPr>
          </a:p>
        </p:txBody>
      </p:sp>
      <p:pic>
        <p:nvPicPr>
          <p:cNvPr id="141" name="" descr=""/>
          <p:cNvPicPr/>
          <p:nvPr/>
        </p:nvPicPr>
        <p:blipFill>
          <a:blip r:embed="rId2"/>
          <a:stretch/>
        </p:blipFill>
        <p:spPr>
          <a:xfrm>
            <a:off x="6203880" y="4484520"/>
            <a:ext cx="3186360" cy="3051360"/>
          </a:xfrm>
          <a:prstGeom prst="rect">
            <a:avLst/>
          </a:prstGeom>
          <a:noFill/>
          <a:ln w="0">
            <a:noFill/>
          </a:ln>
        </p:spPr>
      </p:pic>
    </p:spTree>
  </p:cSld>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42" name=""/>
          <p:cNvGrpSpPr/>
          <p:nvPr/>
        </p:nvGrpSpPr>
        <p:grpSpPr>
          <a:xfrm>
            <a:off x="538200" y="-7920"/>
            <a:ext cx="9456840" cy="8099280"/>
            <a:chOff x="538200" y="-7920"/>
            <a:chExt cx="9456840" cy="8099280"/>
          </a:xfrm>
        </p:grpSpPr>
        <p:sp>
          <p:nvSpPr>
            <p:cNvPr id="143"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44" name=""/>
            <p:cNvGrpSpPr/>
            <p:nvPr/>
          </p:nvGrpSpPr>
          <p:grpSpPr>
            <a:xfrm>
              <a:off x="538200" y="727200"/>
              <a:ext cx="1542960" cy="1599840"/>
              <a:chOff x="538200" y="727200"/>
              <a:chExt cx="1542960" cy="1599840"/>
            </a:xfrm>
          </p:grpSpPr>
          <p:sp>
            <p:nvSpPr>
              <p:cNvPr id="145"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46" name="" descr=""/>
              <p:cNvPicPr/>
              <p:nvPr/>
            </p:nvPicPr>
            <p:blipFill>
              <a:blip r:embed="rId1"/>
              <a:stretch/>
            </p:blipFill>
            <p:spPr>
              <a:xfrm>
                <a:off x="568440" y="779400"/>
                <a:ext cx="1430280" cy="1460520"/>
              </a:xfrm>
              <a:prstGeom prst="rect">
                <a:avLst/>
              </a:prstGeom>
              <a:noFill/>
              <a:ln w="0">
                <a:noFill/>
              </a:ln>
            </p:spPr>
          </p:pic>
          <p:sp>
            <p:nvSpPr>
              <p:cNvPr id="147"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8"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49"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50"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51"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52"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Distribution of Infectivity</a:t>
            </a:r>
            <a:endParaRPr b="0" lang="en-IN" sz="4200" strike="noStrike" u="none">
              <a:solidFill>
                <a:srgbClr val="ffffff"/>
              </a:solidFill>
              <a:effectLst/>
              <a:uFillTx/>
              <a:latin typeface="Times New Roman"/>
            </a:endParaRPr>
          </a:p>
        </p:txBody>
      </p:sp>
      <p:grpSp>
        <p:nvGrpSpPr>
          <p:cNvPr id="153" name=""/>
          <p:cNvGrpSpPr/>
          <p:nvPr/>
        </p:nvGrpSpPr>
        <p:grpSpPr>
          <a:xfrm>
            <a:off x="4394160" y="2930400"/>
            <a:ext cx="2774880" cy="2051280"/>
            <a:chOff x="4394160" y="2930400"/>
            <a:chExt cx="2774880" cy="2051280"/>
          </a:xfrm>
        </p:grpSpPr>
        <p:sp>
          <p:nvSpPr>
            <p:cNvPr id="154" name=""/>
            <p:cNvSpPr/>
            <p:nvPr/>
          </p:nvSpPr>
          <p:spPr>
            <a:xfrm>
              <a:off x="6861240" y="3186000"/>
              <a:ext cx="307800" cy="1360440"/>
            </a:xfrm>
            <a:custGeom>
              <a:avLst/>
              <a:gdLst/>
              <a:ahLst/>
              <a:rect l="l" t="t" r="r" b="b"/>
              <a:pathLst>
                <a:path w="194" h="857">
                  <a:moveTo>
                    <a:pt x="0" y="0"/>
                  </a:moveTo>
                  <a:lnTo>
                    <a:pt x="39" y="4"/>
                  </a:lnTo>
                  <a:lnTo>
                    <a:pt x="80" y="14"/>
                  </a:lnTo>
                  <a:lnTo>
                    <a:pt x="144" y="42"/>
                  </a:lnTo>
                  <a:lnTo>
                    <a:pt x="166" y="66"/>
                  </a:lnTo>
                  <a:lnTo>
                    <a:pt x="176" y="105"/>
                  </a:lnTo>
                  <a:lnTo>
                    <a:pt x="183" y="154"/>
                  </a:lnTo>
                  <a:lnTo>
                    <a:pt x="182" y="234"/>
                  </a:lnTo>
                  <a:lnTo>
                    <a:pt x="173" y="371"/>
                  </a:lnTo>
                  <a:lnTo>
                    <a:pt x="173" y="497"/>
                  </a:lnTo>
                  <a:lnTo>
                    <a:pt x="174" y="558"/>
                  </a:lnTo>
                  <a:lnTo>
                    <a:pt x="183" y="583"/>
                  </a:lnTo>
                  <a:lnTo>
                    <a:pt x="191" y="654"/>
                  </a:lnTo>
                  <a:lnTo>
                    <a:pt x="193" y="736"/>
                  </a:lnTo>
                  <a:lnTo>
                    <a:pt x="193" y="779"/>
                  </a:lnTo>
                  <a:lnTo>
                    <a:pt x="183" y="832"/>
                  </a:lnTo>
                  <a:lnTo>
                    <a:pt x="174" y="856"/>
                  </a:lnTo>
                  <a:lnTo>
                    <a:pt x="174" y="817"/>
                  </a:lnTo>
                  <a:lnTo>
                    <a:pt x="169" y="787"/>
                  </a:lnTo>
                  <a:lnTo>
                    <a:pt x="156" y="760"/>
                  </a:lnTo>
                  <a:lnTo>
                    <a:pt x="155" y="800"/>
                  </a:lnTo>
                  <a:lnTo>
                    <a:pt x="147" y="840"/>
                  </a:lnTo>
                  <a:lnTo>
                    <a:pt x="148" y="800"/>
                  </a:lnTo>
                  <a:lnTo>
                    <a:pt x="139" y="761"/>
                  </a:lnTo>
                  <a:lnTo>
                    <a:pt x="132" y="713"/>
                  </a:lnTo>
                  <a:lnTo>
                    <a:pt x="127" y="644"/>
                  </a:lnTo>
                  <a:lnTo>
                    <a:pt x="136" y="559"/>
                  </a:lnTo>
                  <a:lnTo>
                    <a:pt x="143" y="538"/>
                  </a:lnTo>
                  <a:lnTo>
                    <a:pt x="140" y="416"/>
                  </a:lnTo>
                  <a:lnTo>
                    <a:pt x="139" y="307"/>
                  </a:lnTo>
                  <a:lnTo>
                    <a:pt x="138" y="234"/>
                  </a:lnTo>
                  <a:lnTo>
                    <a:pt x="0" y="0"/>
                  </a:lnTo>
                  <a:lnTo>
                    <a:pt x="0" y="0"/>
                  </a:lnTo>
                </a:path>
              </a:pathLst>
            </a:custGeom>
            <a:solidFill>
              <a:srgbClr val="e262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5" name=""/>
            <p:cNvSpPr/>
            <p:nvPr/>
          </p:nvSpPr>
          <p:spPr>
            <a:xfrm>
              <a:off x="7083360" y="3657600"/>
              <a:ext cx="55800" cy="498600"/>
            </a:xfrm>
            <a:custGeom>
              <a:avLst/>
              <a:gdLst/>
              <a:ahLst/>
              <a:rect l="l" t="t" r="r" b="b"/>
              <a:pathLst>
                <a:path w="35" h="314">
                  <a:moveTo>
                    <a:pt x="0" y="0"/>
                  </a:moveTo>
                  <a:lnTo>
                    <a:pt x="14" y="21"/>
                  </a:lnTo>
                  <a:lnTo>
                    <a:pt x="21" y="93"/>
                  </a:lnTo>
                  <a:lnTo>
                    <a:pt x="33" y="124"/>
                  </a:lnTo>
                  <a:lnTo>
                    <a:pt x="33" y="215"/>
                  </a:lnTo>
                  <a:lnTo>
                    <a:pt x="34" y="245"/>
                  </a:lnTo>
                  <a:lnTo>
                    <a:pt x="23" y="250"/>
                  </a:lnTo>
                  <a:lnTo>
                    <a:pt x="22" y="313"/>
                  </a:lnTo>
                  <a:lnTo>
                    <a:pt x="14" y="248"/>
                  </a:lnTo>
                  <a:lnTo>
                    <a:pt x="4" y="209"/>
                  </a:lnTo>
                  <a:lnTo>
                    <a:pt x="0" y="0"/>
                  </a:lnTo>
                  <a:lnTo>
                    <a:pt x="0" y="0"/>
                  </a:lnTo>
                </a:path>
              </a:pathLst>
            </a:custGeom>
            <a:solidFill>
              <a:srgbClr val="fffff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6" name=""/>
            <p:cNvSpPr/>
            <p:nvPr/>
          </p:nvSpPr>
          <p:spPr>
            <a:xfrm>
              <a:off x="6861240" y="3189240"/>
              <a:ext cx="271440" cy="260280"/>
            </a:xfrm>
            <a:custGeom>
              <a:avLst/>
              <a:gdLst/>
              <a:ahLst/>
              <a:rect l="l" t="t" r="r" b="b"/>
              <a:pathLst>
                <a:path w="171" h="164">
                  <a:moveTo>
                    <a:pt x="0" y="0"/>
                  </a:moveTo>
                  <a:lnTo>
                    <a:pt x="39" y="4"/>
                  </a:lnTo>
                  <a:lnTo>
                    <a:pt x="80" y="10"/>
                  </a:lnTo>
                  <a:lnTo>
                    <a:pt x="116" y="25"/>
                  </a:lnTo>
                  <a:lnTo>
                    <a:pt x="144" y="40"/>
                  </a:lnTo>
                  <a:lnTo>
                    <a:pt x="160" y="56"/>
                  </a:lnTo>
                  <a:lnTo>
                    <a:pt x="170" y="85"/>
                  </a:lnTo>
                  <a:lnTo>
                    <a:pt x="161" y="102"/>
                  </a:lnTo>
                  <a:lnTo>
                    <a:pt x="159" y="136"/>
                  </a:lnTo>
                  <a:lnTo>
                    <a:pt x="144" y="163"/>
                  </a:lnTo>
                  <a:lnTo>
                    <a:pt x="7" y="10"/>
                  </a:lnTo>
                  <a:lnTo>
                    <a:pt x="0" y="0"/>
                  </a:lnTo>
                  <a:lnTo>
                    <a:pt x="0" y="0"/>
                  </a:lnTo>
                </a:path>
              </a:pathLst>
            </a:custGeom>
            <a:solidFill>
              <a:srgbClr val="fffff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7" name=""/>
            <p:cNvSpPr/>
            <p:nvPr/>
          </p:nvSpPr>
          <p:spPr>
            <a:xfrm>
              <a:off x="4525920" y="2936880"/>
              <a:ext cx="193680" cy="101520"/>
            </a:xfrm>
            <a:custGeom>
              <a:avLst/>
              <a:gdLst/>
              <a:ahLst/>
              <a:rect l="l" t="t" r="r" b="b"/>
              <a:pathLst>
                <a:path w="122" h="64">
                  <a:moveTo>
                    <a:pt x="121" y="33"/>
                  </a:moveTo>
                  <a:lnTo>
                    <a:pt x="107" y="18"/>
                  </a:lnTo>
                  <a:lnTo>
                    <a:pt x="90" y="9"/>
                  </a:lnTo>
                  <a:lnTo>
                    <a:pt x="66" y="2"/>
                  </a:lnTo>
                  <a:lnTo>
                    <a:pt x="46" y="0"/>
                  </a:lnTo>
                  <a:lnTo>
                    <a:pt x="22" y="2"/>
                  </a:lnTo>
                  <a:lnTo>
                    <a:pt x="6" y="6"/>
                  </a:lnTo>
                  <a:lnTo>
                    <a:pt x="0" y="10"/>
                  </a:lnTo>
                  <a:lnTo>
                    <a:pt x="0" y="14"/>
                  </a:lnTo>
                  <a:lnTo>
                    <a:pt x="6" y="16"/>
                  </a:lnTo>
                  <a:lnTo>
                    <a:pt x="19" y="16"/>
                  </a:lnTo>
                  <a:lnTo>
                    <a:pt x="39" y="18"/>
                  </a:lnTo>
                  <a:lnTo>
                    <a:pt x="52" y="24"/>
                  </a:lnTo>
                  <a:lnTo>
                    <a:pt x="65" y="34"/>
                  </a:lnTo>
                  <a:lnTo>
                    <a:pt x="73" y="45"/>
                  </a:lnTo>
                  <a:lnTo>
                    <a:pt x="79" y="63"/>
                  </a:lnTo>
                  <a:lnTo>
                    <a:pt x="120" y="56"/>
                  </a:lnTo>
                  <a:lnTo>
                    <a:pt x="121" y="33"/>
                  </a:lnTo>
                  <a:lnTo>
                    <a:pt x="121" y="33"/>
                  </a:lnTo>
                </a:path>
              </a:pathLst>
            </a:custGeom>
            <a:solidFill>
              <a:srgbClr val="e262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8" name=""/>
            <p:cNvSpPr/>
            <p:nvPr/>
          </p:nvSpPr>
          <p:spPr>
            <a:xfrm>
              <a:off x="5254560" y="4046400"/>
              <a:ext cx="223920" cy="801720"/>
            </a:xfrm>
            <a:custGeom>
              <a:avLst/>
              <a:gdLst/>
              <a:ahLst/>
              <a:rect l="l" t="t" r="r" b="b"/>
              <a:pathLst>
                <a:path w="141" h="505">
                  <a:moveTo>
                    <a:pt x="123" y="165"/>
                  </a:moveTo>
                  <a:lnTo>
                    <a:pt x="120" y="215"/>
                  </a:lnTo>
                  <a:lnTo>
                    <a:pt x="112" y="266"/>
                  </a:lnTo>
                  <a:lnTo>
                    <a:pt x="105" y="300"/>
                  </a:lnTo>
                  <a:lnTo>
                    <a:pt x="105" y="341"/>
                  </a:lnTo>
                  <a:lnTo>
                    <a:pt x="105" y="378"/>
                  </a:lnTo>
                  <a:lnTo>
                    <a:pt x="116" y="426"/>
                  </a:lnTo>
                  <a:lnTo>
                    <a:pt x="108" y="456"/>
                  </a:lnTo>
                  <a:lnTo>
                    <a:pt x="95" y="464"/>
                  </a:lnTo>
                  <a:lnTo>
                    <a:pt x="101" y="488"/>
                  </a:lnTo>
                  <a:lnTo>
                    <a:pt x="86" y="504"/>
                  </a:lnTo>
                  <a:lnTo>
                    <a:pt x="19" y="497"/>
                  </a:lnTo>
                  <a:lnTo>
                    <a:pt x="32" y="469"/>
                  </a:lnTo>
                  <a:lnTo>
                    <a:pt x="43" y="451"/>
                  </a:lnTo>
                  <a:lnTo>
                    <a:pt x="46" y="428"/>
                  </a:lnTo>
                  <a:lnTo>
                    <a:pt x="47" y="392"/>
                  </a:lnTo>
                  <a:lnTo>
                    <a:pt x="52" y="334"/>
                  </a:lnTo>
                  <a:lnTo>
                    <a:pt x="51" y="268"/>
                  </a:lnTo>
                  <a:lnTo>
                    <a:pt x="40" y="198"/>
                  </a:lnTo>
                  <a:lnTo>
                    <a:pt x="26" y="149"/>
                  </a:lnTo>
                  <a:lnTo>
                    <a:pt x="16" y="87"/>
                  </a:lnTo>
                  <a:lnTo>
                    <a:pt x="0" y="0"/>
                  </a:lnTo>
                  <a:lnTo>
                    <a:pt x="140" y="16"/>
                  </a:lnTo>
                  <a:lnTo>
                    <a:pt x="123" y="165"/>
                  </a:lnTo>
                  <a:lnTo>
                    <a:pt x="123" y="165"/>
                  </a:lnTo>
                </a:path>
              </a:pathLst>
            </a:custGeom>
            <a:solidFill>
              <a:srgbClr val="fffff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9" name=""/>
            <p:cNvSpPr/>
            <p:nvPr/>
          </p:nvSpPr>
          <p:spPr>
            <a:xfrm>
              <a:off x="6578640" y="4253040"/>
              <a:ext cx="295200" cy="608040"/>
            </a:xfrm>
            <a:custGeom>
              <a:avLst/>
              <a:gdLst/>
              <a:ahLst/>
              <a:rect l="l" t="t" r="r" b="b"/>
              <a:pathLst>
                <a:path w="186" h="383">
                  <a:moveTo>
                    <a:pt x="81" y="30"/>
                  </a:moveTo>
                  <a:lnTo>
                    <a:pt x="91" y="108"/>
                  </a:lnTo>
                  <a:lnTo>
                    <a:pt x="95" y="127"/>
                  </a:lnTo>
                  <a:lnTo>
                    <a:pt x="91" y="149"/>
                  </a:lnTo>
                  <a:lnTo>
                    <a:pt x="67" y="217"/>
                  </a:lnTo>
                  <a:lnTo>
                    <a:pt x="50" y="257"/>
                  </a:lnTo>
                  <a:lnTo>
                    <a:pt x="41" y="275"/>
                  </a:lnTo>
                  <a:lnTo>
                    <a:pt x="34" y="304"/>
                  </a:lnTo>
                  <a:lnTo>
                    <a:pt x="31" y="317"/>
                  </a:lnTo>
                  <a:lnTo>
                    <a:pt x="19" y="331"/>
                  </a:lnTo>
                  <a:lnTo>
                    <a:pt x="0" y="341"/>
                  </a:lnTo>
                  <a:lnTo>
                    <a:pt x="17" y="382"/>
                  </a:lnTo>
                  <a:lnTo>
                    <a:pt x="70" y="369"/>
                  </a:lnTo>
                  <a:lnTo>
                    <a:pt x="70" y="348"/>
                  </a:lnTo>
                  <a:lnTo>
                    <a:pt x="77" y="331"/>
                  </a:lnTo>
                  <a:lnTo>
                    <a:pt x="81" y="347"/>
                  </a:lnTo>
                  <a:lnTo>
                    <a:pt x="88" y="358"/>
                  </a:lnTo>
                  <a:lnTo>
                    <a:pt x="96" y="329"/>
                  </a:lnTo>
                  <a:lnTo>
                    <a:pt x="104" y="286"/>
                  </a:lnTo>
                  <a:lnTo>
                    <a:pt x="113" y="248"/>
                  </a:lnTo>
                  <a:lnTo>
                    <a:pt x="135" y="181"/>
                  </a:lnTo>
                  <a:lnTo>
                    <a:pt x="166" y="128"/>
                  </a:lnTo>
                  <a:lnTo>
                    <a:pt x="185" y="94"/>
                  </a:lnTo>
                  <a:lnTo>
                    <a:pt x="125" y="0"/>
                  </a:lnTo>
                  <a:lnTo>
                    <a:pt x="81" y="30"/>
                  </a:lnTo>
                  <a:lnTo>
                    <a:pt x="81" y="30"/>
                  </a:lnTo>
                </a:path>
              </a:pathLst>
            </a:custGeom>
            <a:solidFill>
              <a:srgbClr val="fffff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0" name=""/>
            <p:cNvSpPr/>
            <p:nvPr/>
          </p:nvSpPr>
          <p:spPr>
            <a:xfrm>
              <a:off x="6397560" y="3781440"/>
              <a:ext cx="585720" cy="633240"/>
            </a:xfrm>
            <a:custGeom>
              <a:avLst/>
              <a:gdLst/>
              <a:ahLst/>
              <a:rect l="l" t="t" r="r" b="b"/>
              <a:pathLst>
                <a:path w="369" h="399">
                  <a:moveTo>
                    <a:pt x="0" y="186"/>
                  </a:moveTo>
                  <a:lnTo>
                    <a:pt x="3" y="232"/>
                  </a:lnTo>
                  <a:lnTo>
                    <a:pt x="12" y="267"/>
                  </a:lnTo>
                  <a:lnTo>
                    <a:pt x="31" y="293"/>
                  </a:lnTo>
                  <a:lnTo>
                    <a:pt x="55" y="313"/>
                  </a:lnTo>
                  <a:lnTo>
                    <a:pt x="80" y="327"/>
                  </a:lnTo>
                  <a:lnTo>
                    <a:pt x="109" y="338"/>
                  </a:lnTo>
                  <a:lnTo>
                    <a:pt x="108" y="356"/>
                  </a:lnTo>
                  <a:lnTo>
                    <a:pt x="117" y="384"/>
                  </a:lnTo>
                  <a:lnTo>
                    <a:pt x="126" y="385"/>
                  </a:lnTo>
                  <a:lnTo>
                    <a:pt x="133" y="366"/>
                  </a:lnTo>
                  <a:lnTo>
                    <a:pt x="131" y="341"/>
                  </a:lnTo>
                  <a:lnTo>
                    <a:pt x="139" y="341"/>
                  </a:lnTo>
                  <a:lnTo>
                    <a:pt x="141" y="361"/>
                  </a:lnTo>
                  <a:lnTo>
                    <a:pt x="150" y="384"/>
                  </a:lnTo>
                  <a:lnTo>
                    <a:pt x="153" y="398"/>
                  </a:lnTo>
                  <a:lnTo>
                    <a:pt x="164" y="398"/>
                  </a:lnTo>
                  <a:lnTo>
                    <a:pt x="167" y="367"/>
                  </a:lnTo>
                  <a:lnTo>
                    <a:pt x="167" y="344"/>
                  </a:lnTo>
                  <a:lnTo>
                    <a:pt x="189" y="339"/>
                  </a:lnTo>
                  <a:lnTo>
                    <a:pt x="192" y="367"/>
                  </a:lnTo>
                  <a:lnTo>
                    <a:pt x="202" y="389"/>
                  </a:lnTo>
                  <a:lnTo>
                    <a:pt x="212" y="389"/>
                  </a:lnTo>
                  <a:lnTo>
                    <a:pt x="212" y="359"/>
                  </a:lnTo>
                  <a:lnTo>
                    <a:pt x="215" y="339"/>
                  </a:lnTo>
                  <a:lnTo>
                    <a:pt x="215" y="333"/>
                  </a:lnTo>
                  <a:lnTo>
                    <a:pt x="229" y="326"/>
                  </a:lnTo>
                  <a:lnTo>
                    <a:pt x="241" y="318"/>
                  </a:lnTo>
                  <a:lnTo>
                    <a:pt x="306" y="269"/>
                  </a:lnTo>
                  <a:lnTo>
                    <a:pt x="335" y="213"/>
                  </a:lnTo>
                  <a:lnTo>
                    <a:pt x="347" y="176"/>
                  </a:lnTo>
                  <a:lnTo>
                    <a:pt x="361" y="142"/>
                  </a:lnTo>
                  <a:lnTo>
                    <a:pt x="366" y="92"/>
                  </a:lnTo>
                  <a:lnTo>
                    <a:pt x="368" y="41"/>
                  </a:lnTo>
                  <a:lnTo>
                    <a:pt x="357" y="0"/>
                  </a:lnTo>
                  <a:lnTo>
                    <a:pt x="0" y="186"/>
                  </a:lnTo>
                  <a:lnTo>
                    <a:pt x="0" y="186"/>
                  </a:lnTo>
                </a:path>
              </a:pathLst>
            </a:custGeom>
            <a:solidFill>
              <a:srgbClr val="fffff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1" name=""/>
            <p:cNvSpPr/>
            <p:nvPr/>
          </p:nvSpPr>
          <p:spPr>
            <a:xfrm>
              <a:off x="4440240" y="3013200"/>
              <a:ext cx="190440" cy="137880"/>
            </a:xfrm>
            <a:custGeom>
              <a:avLst/>
              <a:gdLst/>
              <a:ahLst/>
              <a:rect l="l" t="t" r="r" b="b"/>
              <a:pathLst>
                <a:path w="120" h="87">
                  <a:moveTo>
                    <a:pt x="119" y="46"/>
                  </a:moveTo>
                  <a:lnTo>
                    <a:pt x="103" y="21"/>
                  </a:lnTo>
                  <a:lnTo>
                    <a:pt x="89" y="4"/>
                  </a:lnTo>
                  <a:lnTo>
                    <a:pt x="60" y="0"/>
                  </a:lnTo>
                  <a:lnTo>
                    <a:pt x="33" y="3"/>
                  </a:lnTo>
                  <a:lnTo>
                    <a:pt x="4" y="5"/>
                  </a:lnTo>
                  <a:lnTo>
                    <a:pt x="0" y="21"/>
                  </a:lnTo>
                  <a:lnTo>
                    <a:pt x="20" y="40"/>
                  </a:lnTo>
                  <a:lnTo>
                    <a:pt x="21" y="55"/>
                  </a:lnTo>
                  <a:lnTo>
                    <a:pt x="34" y="77"/>
                  </a:lnTo>
                  <a:lnTo>
                    <a:pt x="57" y="86"/>
                  </a:lnTo>
                  <a:lnTo>
                    <a:pt x="85" y="86"/>
                  </a:lnTo>
                  <a:lnTo>
                    <a:pt x="119" y="46"/>
                  </a:lnTo>
                  <a:lnTo>
                    <a:pt x="119" y="46"/>
                  </a:lnTo>
                </a:path>
              </a:pathLst>
            </a:custGeom>
            <a:solidFill>
              <a:srgbClr val="e262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2" name=""/>
            <p:cNvSpPr/>
            <p:nvPr/>
          </p:nvSpPr>
          <p:spPr>
            <a:xfrm>
              <a:off x="6527880" y="4792680"/>
              <a:ext cx="163440" cy="95400"/>
            </a:xfrm>
            <a:custGeom>
              <a:avLst/>
              <a:gdLst/>
              <a:ahLst/>
              <a:rect l="l" t="t" r="r" b="b"/>
              <a:pathLst>
                <a:path w="103" h="60">
                  <a:moveTo>
                    <a:pt x="39" y="1"/>
                  </a:moveTo>
                  <a:lnTo>
                    <a:pt x="48" y="15"/>
                  </a:lnTo>
                  <a:lnTo>
                    <a:pt x="66" y="19"/>
                  </a:lnTo>
                  <a:lnTo>
                    <a:pt x="102" y="29"/>
                  </a:lnTo>
                  <a:lnTo>
                    <a:pt x="99" y="47"/>
                  </a:lnTo>
                  <a:lnTo>
                    <a:pt x="90" y="52"/>
                  </a:lnTo>
                  <a:lnTo>
                    <a:pt x="48" y="59"/>
                  </a:lnTo>
                  <a:lnTo>
                    <a:pt x="18" y="52"/>
                  </a:lnTo>
                  <a:lnTo>
                    <a:pt x="0" y="37"/>
                  </a:lnTo>
                  <a:lnTo>
                    <a:pt x="8" y="29"/>
                  </a:lnTo>
                  <a:lnTo>
                    <a:pt x="35" y="0"/>
                  </a:lnTo>
                  <a:lnTo>
                    <a:pt x="39" y="1"/>
                  </a:lnTo>
                  <a:lnTo>
                    <a:pt x="39" y="1"/>
                  </a:lnTo>
                </a:path>
              </a:pathLst>
            </a:custGeom>
            <a:solidFill>
              <a:srgbClr val="00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3" name=""/>
            <p:cNvSpPr/>
            <p:nvPr/>
          </p:nvSpPr>
          <p:spPr>
            <a:xfrm>
              <a:off x="5248440" y="4789440"/>
              <a:ext cx="169560" cy="109440"/>
            </a:xfrm>
            <a:custGeom>
              <a:avLst/>
              <a:gdLst/>
              <a:ahLst/>
              <a:rect l="l" t="t" r="r" b="b"/>
              <a:pathLst>
                <a:path w="107" h="69">
                  <a:moveTo>
                    <a:pt x="39" y="0"/>
                  </a:moveTo>
                  <a:lnTo>
                    <a:pt x="33" y="1"/>
                  </a:lnTo>
                  <a:lnTo>
                    <a:pt x="13" y="30"/>
                  </a:lnTo>
                  <a:lnTo>
                    <a:pt x="2" y="41"/>
                  </a:lnTo>
                  <a:lnTo>
                    <a:pt x="0" y="52"/>
                  </a:lnTo>
                  <a:lnTo>
                    <a:pt x="13" y="61"/>
                  </a:lnTo>
                  <a:lnTo>
                    <a:pt x="34" y="68"/>
                  </a:lnTo>
                  <a:lnTo>
                    <a:pt x="65" y="66"/>
                  </a:lnTo>
                  <a:lnTo>
                    <a:pt x="88" y="59"/>
                  </a:lnTo>
                  <a:lnTo>
                    <a:pt x="98" y="39"/>
                  </a:lnTo>
                  <a:lnTo>
                    <a:pt x="106" y="27"/>
                  </a:lnTo>
                  <a:lnTo>
                    <a:pt x="105" y="19"/>
                  </a:lnTo>
                  <a:lnTo>
                    <a:pt x="98" y="21"/>
                  </a:lnTo>
                  <a:lnTo>
                    <a:pt x="90" y="28"/>
                  </a:lnTo>
                  <a:lnTo>
                    <a:pt x="72" y="24"/>
                  </a:lnTo>
                  <a:lnTo>
                    <a:pt x="50" y="17"/>
                  </a:lnTo>
                  <a:lnTo>
                    <a:pt x="41" y="0"/>
                  </a:lnTo>
                  <a:lnTo>
                    <a:pt x="39" y="0"/>
                  </a:lnTo>
                  <a:lnTo>
                    <a:pt x="39" y="0"/>
                  </a:lnTo>
                </a:path>
              </a:pathLst>
            </a:custGeom>
            <a:solidFill>
              <a:srgbClr val="00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4" name=""/>
            <p:cNvSpPr/>
            <p:nvPr/>
          </p:nvSpPr>
          <p:spPr>
            <a:xfrm>
              <a:off x="5281560" y="4083120"/>
              <a:ext cx="146160" cy="401400"/>
            </a:xfrm>
            <a:custGeom>
              <a:avLst/>
              <a:gdLst/>
              <a:ahLst/>
              <a:rect l="l" t="t" r="r" b="b"/>
              <a:pathLst>
                <a:path w="92" h="253">
                  <a:moveTo>
                    <a:pt x="1" y="6"/>
                  </a:moveTo>
                  <a:lnTo>
                    <a:pt x="13" y="34"/>
                  </a:lnTo>
                  <a:lnTo>
                    <a:pt x="33" y="58"/>
                  </a:lnTo>
                  <a:lnTo>
                    <a:pt x="53" y="85"/>
                  </a:lnTo>
                  <a:lnTo>
                    <a:pt x="75" y="126"/>
                  </a:lnTo>
                  <a:lnTo>
                    <a:pt x="80" y="166"/>
                  </a:lnTo>
                  <a:lnTo>
                    <a:pt x="82" y="194"/>
                  </a:lnTo>
                  <a:lnTo>
                    <a:pt x="76" y="252"/>
                  </a:lnTo>
                  <a:lnTo>
                    <a:pt x="89" y="188"/>
                  </a:lnTo>
                  <a:lnTo>
                    <a:pt x="91" y="156"/>
                  </a:lnTo>
                  <a:lnTo>
                    <a:pt x="88" y="118"/>
                  </a:lnTo>
                  <a:lnTo>
                    <a:pt x="82" y="71"/>
                  </a:lnTo>
                  <a:lnTo>
                    <a:pt x="77" y="35"/>
                  </a:lnTo>
                  <a:lnTo>
                    <a:pt x="45" y="22"/>
                  </a:lnTo>
                  <a:lnTo>
                    <a:pt x="18" y="10"/>
                  </a:lnTo>
                  <a:lnTo>
                    <a:pt x="0" y="0"/>
                  </a:lnTo>
                  <a:lnTo>
                    <a:pt x="1" y="6"/>
                  </a:lnTo>
                  <a:lnTo>
                    <a:pt x="1" y="6"/>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5" name=""/>
            <p:cNvSpPr/>
            <p:nvPr/>
          </p:nvSpPr>
          <p:spPr>
            <a:xfrm>
              <a:off x="6923160" y="3871800"/>
              <a:ext cx="54000" cy="236520"/>
            </a:xfrm>
            <a:custGeom>
              <a:avLst/>
              <a:gdLst/>
              <a:ahLst/>
              <a:rect l="l" t="t" r="r" b="b"/>
              <a:pathLst>
                <a:path w="34" h="149">
                  <a:moveTo>
                    <a:pt x="33" y="0"/>
                  </a:moveTo>
                  <a:lnTo>
                    <a:pt x="4" y="94"/>
                  </a:lnTo>
                  <a:lnTo>
                    <a:pt x="0" y="127"/>
                  </a:lnTo>
                  <a:lnTo>
                    <a:pt x="3" y="148"/>
                  </a:lnTo>
                  <a:lnTo>
                    <a:pt x="10" y="129"/>
                  </a:lnTo>
                  <a:lnTo>
                    <a:pt x="10" y="104"/>
                  </a:lnTo>
                  <a:lnTo>
                    <a:pt x="21" y="54"/>
                  </a:lnTo>
                  <a:lnTo>
                    <a:pt x="33" y="4"/>
                  </a:lnTo>
                  <a:lnTo>
                    <a:pt x="33" y="0"/>
                  </a:lnTo>
                  <a:lnTo>
                    <a:pt x="33" y="0"/>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6" name=""/>
            <p:cNvSpPr/>
            <p:nvPr/>
          </p:nvSpPr>
          <p:spPr>
            <a:xfrm>
              <a:off x="6694560" y="4300560"/>
              <a:ext cx="149040" cy="334800"/>
            </a:xfrm>
            <a:custGeom>
              <a:avLst/>
              <a:gdLst/>
              <a:ahLst/>
              <a:rect l="l" t="t" r="r" b="b"/>
              <a:pathLst>
                <a:path w="94" h="211">
                  <a:moveTo>
                    <a:pt x="34" y="11"/>
                  </a:moveTo>
                  <a:lnTo>
                    <a:pt x="54" y="0"/>
                  </a:lnTo>
                  <a:lnTo>
                    <a:pt x="93" y="55"/>
                  </a:lnTo>
                  <a:lnTo>
                    <a:pt x="63" y="46"/>
                  </a:lnTo>
                  <a:lnTo>
                    <a:pt x="51" y="94"/>
                  </a:lnTo>
                  <a:lnTo>
                    <a:pt x="26" y="169"/>
                  </a:lnTo>
                  <a:lnTo>
                    <a:pt x="0" y="210"/>
                  </a:lnTo>
                  <a:lnTo>
                    <a:pt x="31" y="126"/>
                  </a:lnTo>
                  <a:lnTo>
                    <a:pt x="37" y="94"/>
                  </a:lnTo>
                  <a:lnTo>
                    <a:pt x="27" y="56"/>
                  </a:lnTo>
                  <a:lnTo>
                    <a:pt x="32" y="17"/>
                  </a:lnTo>
                  <a:lnTo>
                    <a:pt x="34" y="11"/>
                  </a:lnTo>
                  <a:lnTo>
                    <a:pt x="34" y="11"/>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7" name=""/>
            <p:cNvSpPr/>
            <p:nvPr/>
          </p:nvSpPr>
          <p:spPr>
            <a:xfrm>
              <a:off x="6946920" y="3209760"/>
              <a:ext cx="169920" cy="174960"/>
            </a:xfrm>
            <a:custGeom>
              <a:avLst/>
              <a:gdLst/>
              <a:ahLst/>
              <a:rect l="l" t="t" r="r" b="b"/>
              <a:pathLst>
                <a:path w="107" h="110">
                  <a:moveTo>
                    <a:pt x="0" y="0"/>
                  </a:moveTo>
                  <a:lnTo>
                    <a:pt x="15" y="26"/>
                  </a:lnTo>
                  <a:lnTo>
                    <a:pt x="45" y="48"/>
                  </a:lnTo>
                  <a:lnTo>
                    <a:pt x="69" y="60"/>
                  </a:lnTo>
                  <a:lnTo>
                    <a:pt x="90" y="83"/>
                  </a:lnTo>
                  <a:lnTo>
                    <a:pt x="106" y="109"/>
                  </a:lnTo>
                  <a:lnTo>
                    <a:pt x="103" y="88"/>
                  </a:lnTo>
                  <a:lnTo>
                    <a:pt x="85" y="61"/>
                  </a:lnTo>
                  <a:lnTo>
                    <a:pt x="64" y="45"/>
                  </a:lnTo>
                  <a:lnTo>
                    <a:pt x="37" y="31"/>
                  </a:lnTo>
                  <a:lnTo>
                    <a:pt x="18" y="15"/>
                  </a:lnTo>
                  <a:lnTo>
                    <a:pt x="1" y="4"/>
                  </a:lnTo>
                  <a:lnTo>
                    <a:pt x="0" y="0"/>
                  </a:lnTo>
                  <a:lnTo>
                    <a:pt x="0" y="0"/>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8" name=""/>
            <p:cNvSpPr/>
            <p:nvPr/>
          </p:nvSpPr>
          <p:spPr>
            <a:xfrm>
              <a:off x="7095960" y="3678120"/>
              <a:ext cx="20880" cy="397080"/>
            </a:xfrm>
            <a:custGeom>
              <a:avLst/>
              <a:gdLst/>
              <a:ahLst/>
              <a:rect l="l" t="t" r="r" b="b"/>
              <a:pathLst>
                <a:path w="13" h="250">
                  <a:moveTo>
                    <a:pt x="0" y="0"/>
                  </a:moveTo>
                  <a:lnTo>
                    <a:pt x="6" y="226"/>
                  </a:lnTo>
                  <a:lnTo>
                    <a:pt x="12" y="249"/>
                  </a:lnTo>
                  <a:lnTo>
                    <a:pt x="8" y="47"/>
                  </a:lnTo>
                  <a:lnTo>
                    <a:pt x="0" y="0"/>
                  </a:lnTo>
                  <a:lnTo>
                    <a:pt x="0" y="0"/>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9" name=""/>
            <p:cNvSpPr/>
            <p:nvPr/>
          </p:nvSpPr>
          <p:spPr>
            <a:xfrm>
              <a:off x="6632640" y="4710240"/>
              <a:ext cx="98280" cy="118800"/>
            </a:xfrm>
            <a:custGeom>
              <a:avLst/>
              <a:gdLst/>
              <a:ahLst/>
              <a:rect l="l" t="t" r="r" b="b"/>
              <a:pathLst>
                <a:path w="62" h="75">
                  <a:moveTo>
                    <a:pt x="5" y="11"/>
                  </a:moveTo>
                  <a:lnTo>
                    <a:pt x="0" y="29"/>
                  </a:lnTo>
                  <a:lnTo>
                    <a:pt x="7" y="37"/>
                  </a:lnTo>
                  <a:lnTo>
                    <a:pt x="24" y="44"/>
                  </a:lnTo>
                  <a:lnTo>
                    <a:pt x="20" y="67"/>
                  </a:lnTo>
                  <a:lnTo>
                    <a:pt x="15" y="72"/>
                  </a:lnTo>
                  <a:lnTo>
                    <a:pt x="31" y="74"/>
                  </a:lnTo>
                  <a:lnTo>
                    <a:pt x="30" y="60"/>
                  </a:lnTo>
                  <a:lnTo>
                    <a:pt x="33" y="46"/>
                  </a:lnTo>
                  <a:lnTo>
                    <a:pt x="47" y="38"/>
                  </a:lnTo>
                  <a:lnTo>
                    <a:pt x="50" y="51"/>
                  </a:lnTo>
                  <a:lnTo>
                    <a:pt x="61" y="0"/>
                  </a:lnTo>
                  <a:lnTo>
                    <a:pt x="44" y="20"/>
                  </a:lnTo>
                  <a:lnTo>
                    <a:pt x="30" y="33"/>
                  </a:lnTo>
                  <a:lnTo>
                    <a:pt x="18" y="28"/>
                  </a:lnTo>
                  <a:lnTo>
                    <a:pt x="11" y="19"/>
                  </a:lnTo>
                  <a:lnTo>
                    <a:pt x="6" y="4"/>
                  </a:lnTo>
                  <a:lnTo>
                    <a:pt x="5" y="11"/>
                  </a:lnTo>
                  <a:lnTo>
                    <a:pt x="5" y="11"/>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0" name=""/>
            <p:cNvSpPr/>
            <p:nvPr/>
          </p:nvSpPr>
          <p:spPr>
            <a:xfrm>
              <a:off x="5337000" y="4621320"/>
              <a:ext cx="87480" cy="206280"/>
            </a:xfrm>
            <a:custGeom>
              <a:avLst/>
              <a:gdLst/>
              <a:ahLst/>
              <a:rect l="l" t="t" r="r" b="b"/>
              <a:pathLst>
                <a:path w="55" h="130">
                  <a:moveTo>
                    <a:pt x="0" y="55"/>
                  </a:moveTo>
                  <a:lnTo>
                    <a:pt x="0" y="79"/>
                  </a:lnTo>
                  <a:lnTo>
                    <a:pt x="1" y="90"/>
                  </a:lnTo>
                  <a:lnTo>
                    <a:pt x="20" y="98"/>
                  </a:lnTo>
                  <a:lnTo>
                    <a:pt x="29" y="100"/>
                  </a:lnTo>
                  <a:lnTo>
                    <a:pt x="24" y="129"/>
                  </a:lnTo>
                  <a:lnTo>
                    <a:pt x="32" y="129"/>
                  </a:lnTo>
                  <a:lnTo>
                    <a:pt x="45" y="126"/>
                  </a:lnTo>
                  <a:lnTo>
                    <a:pt x="41" y="100"/>
                  </a:lnTo>
                  <a:lnTo>
                    <a:pt x="50" y="93"/>
                  </a:lnTo>
                  <a:lnTo>
                    <a:pt x="54" y="76"/>
                  </a:lnTo>
                  <a:lnTo>
                    <a:pt x="50" y="37"/>
                  </a:lnTo>
                  <a:lnTo>
                    <a:pt x="46" y="0"/>
                  </a:lnTo>
                  <a:lnTo>
                    <a:pt x="45" y="60"/>
                  </a:lnTo>
                  <a:lnTo>
                    <a:pt x="41" y="76"/>
                  </a:lnTo>
                  <a:lnTo>
                    <a:pt x="26" y="80"/>
                  </a:lnTo>
                  <a:lnTo>
                    <a:pt x="10" y="73"/>
                  </a:lnTo>
                  <a:lnTo>
                    <a:pt x="0" y="55"/>
                  </a:lnTo>
                  <a:lnTo>
                    <a:pt x="0" y="55"/>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1" name=""/>
            <p:cNvSpPr/>
            <p:nvPr/>
          </p:nvSpPr>
          <p:spPr>
            <a:xfrm>
              <a:off x="4394160" y="2968560"/>
              <a:ext cx="2732040" cy="1954440"/>
            </a:xfrm>
            <a:custGeom>
              <a:avLst/>
              <a:gdLst/>
              <a:ahLst/>
              <a:rect l="l" t="t" r="r" b="b"/>
              <a:pathLst>
                <a:path w="1721" h="1231">
                  <a:moveTo>
                    <a:pt x="239" y="302"/>
                  </a:moveTo>
                  <a:lnTo>
                    <a:pt x="192" y="308"/>
                  </a:lnTo>
                  <a:lnTo>
                    <a:pt x="131" y="324"/>
                  </a:lnTo>
                  <a:lnTo>
                    <a:pt x="101" y="344"/>
                  </a:lnTo>
                  <a:lnTo>
                    <a:pt x="94" y="349"/>
                  </a:lnTo>
                  <a:lnTo>
                    <a:pt x="89" y="349"/>
                  </a:lnTo>
                  <a:lnTo>
                    <a:pt x="79" y="349"/>
                  </a:lnTo>
                  <a:lnTo>
                    <a:pt x="39" y="344"/>
                  </a:lnTo>
                  <a:lnTo>
                    <a:pt x="29" y="332"/>
                  </a:lnTo>
                  <a:lnTo>
                    <a:pt x="24" y="324"/>
                  </a:lnTo>
                  <a:lnTo>
                    <a:pt x="21" y="318"/>
                  </a:lnTo>
                  <a:lnTo>
                    <a:pt x="14" y="316"/>
                  </a:lnTo>
                  <a:lnTo>
                    <a:pt x="7" y="307"/>
                  </a:lnTo>
                  <a:lnTo>
                    <a:pt x="7" y="302"/>
                  </a:lnTo>
                  <a:lnTo>
                    <a:pt x="1" y="289"/>
                  </a:lnTo>
                  <a:lnTo>
                    <a:pt x="0" y="274"/>
                  </a:lnTo>
                  <a:lnTo>
                    <a:pt x="1" y="257"/>
                  </a:lnTo>
                  <a:lnTo>
                    <a:pt x="9" y="241"/>
                  </a:lnTo>
                  <a:lnTo>
                    <a:pt x="27" y="235"/>
                  </a:lnTo>
                  <a:lnTo>
                    <a:pt x="58" y="204"/>
                  </a:lnTo>
                  <a:lnTo>
                    <a:pt x="83" y="183"/>
                  </a:lnTo>
                  <a:lnTo>
                    <a:pt x="98" y="150"/>
                  </a:lnTo>
                  <a:lnTo>
                    <a:pt x="102" y="130"/>
                  </a:lnTo>
                  <a:lnTo>
                    <a:pt x="105" y="100"/>
                  </a:lnTo>
                  <a:lnTo>
                    <a:pt x="114" y="87"/>
                  </a:lnTo>
                  <a:lnTo>
                    <a:pt x="121" y="80"/>
                  </a:lnTo>
                  <a:lnTo>
                    <a:pt x="126" y="74"/>
                  </a:lnTo>
                  <a:lnTo>
                    <a:pt x="137" y="72"/>
                  </a:lnTo>
                  <a:lnTo>
                    <a:pt x="143" y="72"/>
                  </a:lnTo>
                  <a:lnTo>
                    <a:pt x="131" y="65"/>
                  </a:lnTo>
                  <a:lnTo>
                    <a:pt x="135" y="63"/>
                  </a:lnTo>
                  <a:lnTo>
                    <a:pt x="148" y="53"/>
                  </a:lnTo>
                  <a:lnTo>
                    <a:pt x="143" y="48"/>
                  </a:lnTo>
                  <a:lnTo>
                    <a:pt x="135" y="42"/>
                  </a:lnTo>
                  <a:lnTo>
                    <a:pt x="143" y="37"/>
                  </a:lnTo>
                  <a:lnTo>
                    <a:pt x="173" y="30"/>
                  </a:lnTo>
                  <a:lnTo>
                    <a:pt x="186" y="28"/>
                  </a:lnTo>
                  <a:lnTo>
                    <a:pt x="193" y="22"/>
                  </a:lnTo>
                  <a:lnTo>
                    <a:pt x="181" y="17"/>
                  </a:lnTo>
                  <a:lnTo>
                    <a:pt x="177" y="11"/>
                  </a:lnTo>
                  <a:lnTo>
                    <a:pt x="190" y="10"/>
                  </a:lnTo>
                  <a:lnTo>
                    <a:pt x="220" y="0"/>
                  </a:lnTo>
                  <a:lnTo>
                    <a:pt x="259" y="0"/>
                  </a:lnTo>
                  <a:lnTo>
                    <a:pt x="335" y="23"/>
                  </a:lnTo>
                  <a:lnTo>
                    <a:pt x="370" y="44"/>
                  </a:lnTo>
                  <a:lnTo>
                    <a:pt x="397" y="57"/>
                  </a:lnTo>
                  <a:lnTo>
                    <a:pt x="476" y="97"/>
                  </a:lnTo>
                  <a:lnTo>
                    <a:pt x="501" y="102"/>
                  </a:lnTo>
                  <a:lnTo>
                    <a:pt x="580" y="102"/>
                  </a:lnTo>
                  <a:lnTo>
                    <a:pt x="655" y="97"/>
                  </a:lnTo>
                  <a:lnTo>
                    <a:pt x="720" y="97"/>
                  </a:lnTo>
                  <a:lnTo>
                    <a:pt x="847" y="114"/>
                  </a:lnTo>
                  <a:lnTo>
                    <a:pt x="947" y="130"/>
                  </a:lnTo>
                  <a:lnTo>
                    <a:pt x="1088" y="142"/>
                  </a:lnTo>
                  <a:lnTo>
                    <a:pt x="1192" y="123"/>
                  </a:lnTo>
                  <a:lnTo>
                    <a:pt x="1329" y="97"/>
                  </a:lnTo>
                  <a:lnTo>
                    <a:pt x="1409" y="85"/>
                  </a:lnTo>
                  <a:lnTo>
                    <a:pt x="1467" y="87"/>
                  </a:lnTo>
                  <a:lnTo>
                    <a:pt x="1526" y="106"/>
                  </a:lnTo>
                  <a:lnTo>
                    <a:pt x="1568" y="130"/>
                  </a:lnTo>
                  <a:lnTo>
                    <a:pt x="1599" y="148"/>
                  </a:lnTo>
                  <a:lnTo>
                    <a:pt x="1603" y="157"/>
                  </a:lnTo>
                  <a:lnTo>
                    <a:pt x="1613" y="164"/>
                  </a:lnTo>
                  <a:lnTo>
                    <a:pt x="1616" y="182"/>
                  </a:lnTo>
                  <a:lnTo>
                    <a:pt x="1635" y="195"/>
                  </a:lnTo>
                  <a:lnTo>
                    <a:pt x="1647" y="203"/>
                  </a:lnTo>
                  <a:lnTo>
                    <a:pt x="1658" y="207"/>
                  </a:lnTo>
                  <a:lnTo>
                    <a:pt x="1671" y="213"/>
                  </a:lnTo>
                  <a:lnTo>
                    <a:pt x="1679" y="225"/>
                  </a:lnTo>
                  <a:lnTo>
                    <a:pt x="1694" y="241"/>
                  </a:lnTo>
                  <a:lnTo>
                    <a:pt x="1713" y="267"/>
                  </a:lnTo>
                  <a:lnTo>
                    <a:pt x="1720" y="297"/>
                  </a:lnTo>
                  <a:lnTo>
                    <a:pt x="1720" y="316"/>
                  </a:lnTo>
                  <a:lnTo>
                    <a:pt x="1677" y="449"/>
                  </a:lnTo>
                  <a:lnTo>
                    <a:pt x="1623" y="470"/>
                  </a:lnTo>
                  <a:lnTo>
                    <a:pt x="1626" y="554"/>
                  </a:lnTo>
                  <a:lnTo>
                    <a:pt x="1588" y="658"/>
                  </a:lnTo>
                  <a:lnTo>
                    <a:pt x="1588" y="687"/>
                  </a:lnTo>
                  <a:lnTo>
                    <a:pt x="1596" y="724"/>
                  </a:lnTo>
                  <a:lnTo>
                    <a:pt x="1603" y="747"/>
                  </a:lnTo>
                  <a:lnTo>
                    <a:pt x="1623" y="778"/>
                  </a:lnTo>
                  <a:lnTo>
                    <a:pt x="1662" y="825"/>
                  </a:lnTo>
                  <a:lnTo>
                    <a:pt x="1671" y="838"/>
                  </a:lnTo>
                  <a:lnTo>
                    <a:pt x="1673" y="850"/>
                  </a:lnTo>
                  <a:lnTo>
                    <a:pt x="1671" y="896"/>
                  </a:lnTo>
                  <a:lnTo>
                    <a:pt x="1647" y="1063"/>
                  </a:lnTo>
                  <a:lnTo>
                    <a:pt x="1647" y="1130"/>
                  </a:lnTo>
                  <a:lnTo>
                    <a:pt x="1647" y="1181"/>
                  </a:lnTo>
                  <a:lnTo>
                    <a:pt x="1647" y="1193"/>
                  </a:lnTo>
                  <a:lnTo>
                    <a:pt x="1645" y="1197"/>
                  </a:lnTo>
                  <a:lnTo>
                    <a:pt x="1643" y="1197"/>
                  </a:lnTo>
                  <a:lnTo>
                    <a:pt x="1635" y="1193"/>
                  </a:lnTo>
                  <a:lnTo>
                    <a:pt x="1635" y="1190"/>
                  </a:lnTo>
                  <a:lnTo>
                    <a:pt x="1635" y="1186"/>
                  </a:lnTo>
                  <a:lnTo>
                    <a:pt x="1633" y="1181"/>
                  </a:lnTo>
                  <a:lnTo>
                    <a:pt x="1630" y="1178"/>
                  </a:lnTo>
                  <a:lnTo>
                    <a:pt x="1628" y="1175"/>
                  </a:lnTo>
                  <a:lnTo>
                    <a:pt x="1626" y="1175"/>
                  </a:lnTo>
                  <a:lnTo>
                    <a:pt x="1623" y="1178"/>
                  </a:lnTo>
                  <a:lnTo>
                    <a:pt x="1618" y="1184"/>
                  </a:lnTo>
                  <a:lnTo>
                    <a:pt x="1616" y="1190"/>
                  </a:lnTo>
                  <a:lnTo>
                    <a:pt x="1616" y="1197"/>
                  </a:lnTo>
                  <a:lnTo>
                    <a:pt x="1613" y="1201"/>
                  </a:lnTo>
                  <a:lnTo>
                    <a:pt x="1613" y="1206"/>
                  </a:lnTo>
                  <a:lnTo>
                    <a:pt x="1609" y="1210"/>
                  </a:lnTo>
                  <a:lnTo>
                    <a:pt x="1608" y="1213"/>
                  </a:lnTo>
                  <a:lnTo>
                    <a:pt x="1603" y="1213"/>
                  </a:lnTo>
                  <a:lnTo>
                    <a:pt x="1599" y="1213"/>
                  </a:lnTo>
                  <a:lnTo>
                    <a:pt x="1568" y="1206"/>
                  </a:lnTo>
                  <a:lnTo>
                    <a:pt x="1561" y="1201"/>
                  </a:lnTo>
                  <a:lnTo>
                    <a:pt x="1554" y="1199"/>
                  </a:lnTo>
                  <a:lnTo>
                    <a:pt x="1553" y="1193"/>
                  </a:lnTo>
                  <a:lnTo>
                    <a:pt x="1553" y="1190"/>
                  </a:lnTo>
                  <a:lnTo>
                    <a:pt x="1577" y="1168"/>
                  </a:lnTo>
                  <a:lnTo>
                    <a:pt x="1583" y="1164"/>
                  </a:lnTo>
                  <a:lnTo>
                    <a:pt x="1583" y="1154"/>
                  </a:lnTo>
                  <a:lnTo>
                    <a:pt x="1596" y="1031"/>
                  </a:lnTo>
                  <a:lnTo>
                    <a:pt x="1593" y="981"/>
                  </a:lnTo>
                  <a:lnTo>
                    <a:pt x="1568" y="929"/>
                  </a:lnTo>
                  <a:lnTo>
                    <a:pt x="1511" y="844"/>
                  </a:lnTo>
                  <a:lnTo>
                    <a:pt x="1441" y="744"/>
                  </a:lnTo>
                  <a:lnTo>
                    <a:pt x="1269" y="766"/>
                  </a:lnTo>
                  <a:lnTo>
                    <a:pt x="1241" y="766"/>
                  </a:lnTo>
                  <a:lnTo>
                    <a:pt x="1168" y="783"/>
                  </a:lnTo>
                  <a:lnTo>
                    <a:pt x="1136" y="798"/>
                  </a:lnTo>
                  <a:lnTo>
                    <a:pt x="1118" y="799"/>
                  </a:lnTo>
                  <a:lnTo>
                    <a:pt x="1094" y="799"/>
                  </a:lnTo>
                  <a:lnTo>
                    <a:pt x="1078" y="799"/>
                  </a:lnTo>
                  <a:lnTo>
                    <a:pt x="1005" y="791"/>
                  </a:lnTo>
                  <a:lnTo>
                    <a:pt x="889" y="764"/>
                  </a:lnTo>
                  <a:lnTo>
                    <a:pt x="804" y="760"/>
                  </a:lnTo>
                  <a:lnTo>
                    <a:pt x="775" y="760"/>
                  </a:lnTo>
                  <a:lnTo>
                    <a:pt x="756" y="791"/>
                  </a:lnTo>
                  <a:lnTo>
                    <a:pt x="761" y="871"/>
                  </a:lnTo>
                  <a:lnTo>
                    <a:pt x="756" y="966"/>
                  </a:lnTo>
                  <a:lnTo>
                    <a:pt x="754" y="1028"/>
                  </a:lnTo>
                  <a:lnTo>
                    <a:pt x="763" y="1081"/>
                  </a:lnTo>
                  <a:lnTo>
                    <a:pt x="769" y="1107"/>
                  </a:lnTo>
                  <a:lnTo>
                    <a:pt x="777" y="1116"/>
                  </a:lnTo>
                  <a:lnTo>
                    <a:pt x="777" y="1127"/>
                  </a:lnTo>
                  <a:lnTo>
                    <a:pt x="764" y="1168"/>
                  </a:lnTo>
                  <a:lnTo>
                    <a:pt x="763" y="1197"/>
                  </a:lnTo>
                  <a:lnTo>
                    <a:pt x="764" y="1213"/>
                  </a:lnTo>
                  <a:lnTo>
                    <a:pt x="769" y="1225"/>
                  </a:lnTo>
                  <a:lnTo>
                    <a:pt x="763" y="1230"/>
                  </a:lnTo>
                  <a:lnTo>
                    <a:pt x="753" y="1230"/>
                  </a:lnTo>
                  <a:lnTo>
                    <a:pt x="731" y="1225"/>
                  </a:lnTo>
                  <a:lnTo>
                    <a:pt x="720" y="1219"/>
                  </a:lnTo>
                  <a:lnTo>
                    <a:pt x="711" y="1210"/>
                  </a:lnTo>
                  <a:lnTo>
                    <a:pt x="703" y="1201"/>
                  </a:lnTo>
                  <a:lnTo>
                    <a:pt x="700" y="1199"/>
                  </a:lnTo>
                  <a:lnTo>
                    <a:pt x="711" y="1175"/>
                  </a:lnTo>
                  <a:lnTo>
                    <a:pt x="715" y="1167"/>
                  </a:lnTo>
                  <a:lnTo>
                    <a:pt x="715" y="1154"/>
                  </a:lnTo>
                  <a:lnTo>
                    <a:pt x="707" y="1117"/>
                  </a:lnTo>
                  <a:lnTo>
                    <a:pt x="707" y="1099"/>
                  </a:lnTo>
                  <a:lnTo>
                    <a:pt x="708" y="1070"/>
                  </a:lnTo>
                  <a:lnTo>
                    <a:pt x="697" y="1013"/>
                  </a:lnTo>
                  <a:lnTo>
                    <a:pt x="664" y="900"/>
                  </a:lnTo>
                  <a:lnTo>
                    <a:pt x="650" y="813"/>
                  </a:lnTo>
                  <a:lnTo>
                    <a:pt x="641" y="738"/>
                  </a:lnTo>
                  <a:lnTo>
                    <a:pt x="592" y="715"/>
                  </a:lnTo>
                  <a:lnTo>
                    <a:pt x="544" y="687"/>
                  </a:lnTo>
                  <a:lnTo>
                    <a:pt x="504" y="655"/>
                  </a:lnTo>
                  <a:lnTo>
                    <a:pt x="456" y="615"/>
                  </a:lnTo>
                  <a:lnTo>
                    <a:pt x="445" y="597"/>
                  </a:lnTo>
                  <a:lnTo>
                    <a:pt x="428" y="535"/>
                  </a:lnTo>
                  <a:lnTo>
                    <a:pt x="404" y="440"/>
                  </a:lnTo>
                  <a:lnTo>
                    <a:pt x="303" y="356"/>
                  </a:lnTo>
                  <a:lnTo>
                    <a:pt x="288" y="349"/>
                  </a:lnTo>
                  <a:lnTo>
                    <a:pt x="264" y="313"/>
                  </a:lnTo>
                  <a:lnTo>
                    <a:pt x="252" y="305"/>
                  </a:lnTo>
                  <a:lnTo>
                    <a:pt x="250" y="305"/>
                  </a:lnTo>
                  <a:lnTo>
                    <a:pt x="241" y="307"/>
                  </a:lnTo>
                  <a:lnTo>
                    <a:pt x="233" y="307"/>
                  </a:lnTo>
                  <a:lnTo>
                    <a:pt x="239" y="302"/>
                  </a:lnTo>
                  <a:lnTo>
                    <a:pt x="239" y="302"/>
                  </a:lnTo>
                </a:path>
              </a:pathLst>
            </a:custGeom>
            <a:solidFill>
              <a:srgbClr val="fffff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2" name=""/>
            <p:cNvSpPr/>
            <p:nvPr/>
          </p:nvSpPr>
          <p:spPr>
            <a:xfrm>
              <a:off x="6465960" y="3430440"/>
              <a:ext cx="216000" cy="443160"/>
            </a:xfrm>
            <a:custGeom>
              <a:avLst/>
              <a:gdLst/>
              <a:ahLst/>
              <a:rect l="l" t="t" r="r" b="b"/>
              <a:pathLst>
                <a:path w="136" h="279">
                  <a:moveTo>
                    <a:pt x="20" y="4"/>
                  </a:moveTo>
                  <a:lnTo>
                    <a:pt x="15" y="3"/>
                  </a:lnTo>
                  <a:lnTo>
                    <a:pt x="8" y="47"/>
                  </a:lnTo>
                  <a:lnTo>
                    <a:pt x="0" y="92"/>
                  </a:lnTo>
                  <a:lnTo>
                    <a:pt x="11" y="130"/>
                  </a:lnTo>
                  <a:lnTo>
                    <a:pt x="3" y="155"/>
                  </a:lnTo>
                  <a:lnTo>
                    <a:pt x="19" y="192"/>
                  </a:lnTo>
                  <a:lnTo>
                    <a:pt x="53" y="221"/>
                  </a:lnTo>
                  <a:lnTo>
                    <a:pt x="57" y="250"/>
                  </a:lnTo>
                  <a:lnTo>
                    <a:pt x="86" y="263"/>
                  </a:lnTo>
                  <a:lnTo>
                    <a:pt x="124" y="278"/>
                  </a:lnTo>
                  <a:lnTo>
                    <a:pt x="135" y="263"/>
                  </a:lnTo>
                  <a:lnTo>
                    <a:pt x="118" y="231"/>
                  </a:lnTo>
                  <a:lnTo>
                    <a:pt x="114" y="197"/>
                  </a:lnTo>
                  <a:lnTo>
                    <a:pt x="128" y="163"/>
                  </a:lnTo>
                  <a:lnTo>
                    <a:pt x="128" y="107"/>
                  </a:lnTo>
                  <a:lnTo>
                    <a:pt x="108" y="61"/>
                  </a:lnTo>
                  <a:lnTo>
                    <a:pt x="66" y="58"/>
                  </a:lnTo>
                  <a:lnTo>
                    <a:pt x="44" y="26"/>
                  </a:lnTo>
                  <a:lnTo>
                    <a:pt x="31" y="0"/>
                  </a:lnTo>
                  <a:lnTo>
                    <a:pt x="20" y="4"/>
                  </a:lnTo>
                  <a:lnTo>
                    <a:pt x="20" y="4"/>
                  </a:lnTo>
                </a:path>
              </a:pathLst>
            </a:custGeom>
            <a:solidFill>
              <a:srgbClr val="e262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3" name=""/>
            <p:cNvSpPr/>
            <p:nvPr/>
          </p:nvSpPr>
          <p:spPr>
            <a:xfrm>
              <a:off x="6729480" y="3316320"/>
              <a:ext cx="369720" cy="630360"/>
            </a:xfrm>
            <a:custGeom>
              <a:avLst/>
              <a:gdLst/>
              <a:ahLst/>
              <a:rect l="l" t="t" r="r" b="b"/>
              <a:pathLst>
                <a:path w="233" h="397">
                  <a:moveTo>
                    <a:pt x="232" y="147"/>
                  </a:moveTo>
                  <a:lnTo>
                    <a:pt x="227" y="111"/>
                  </a:lnTo>
                  <a:lnTo>
                    <a:pt x="210" y="92"/>
                  </a:lnTo>
                  <a:lnTo>
                    <a:pt x="193" y="77"/>
                  </a:lnTo>
                  <a:lnTo>
                    <a:pt x="159" y="68"/>
                  </a:lnTo>
                  <a:lnTo>
                    <a:pt x="120" y="58"/>
                  </a:lnTo>
                  <a:lnTo>
                    <a:pt x="76" y="38"/>
                  </a:lnTo>
                  <a:lnTo>
                    <a:pt x="67" y="22"/>
                  </a:lnTo>
                  <a:lnTo>
                    <a:pt x="57" y="8"/>
                  </a:lnTo>
                  <a:lnTo>
                    <a:pt x="16" y="0"/>
                  </a:lnTo>
                  <a:lnTo>
                    <a:pt x="0" y="8"/>
                  </a:lnTo>
                  <a:lnTo>
                    <a:pt x="4" y="46"/>
                  </a:lnTo>
                  <a:lnTo>
                    <a:pt x="20" y="78"/>
                  </a:lnTo>
                  <a:lnTo>
                    <a:pt x="15" y="127"/>
                  </a:lnTo>
                  <a:lnTo>
                    <a:pt x="29" y="154"/>
                  </a:lnTo>
                  <a:lnTo>
                    <a:pt x="56" y="175"/>
                  </a:lnTo>
                  <a:lnTo>
                    <a:pt x="51" y="200"/>
                  </a:lnTo>
                  <a:lnTo>
                    <a:pt x="67" y="232"/>
                  </a:lnTo>
                  <a:lnTo>
                    <a:pt x="59" y="270"/>
                  </a:lnTo>
                  <a:lnTo>
                    <a:pt x="40" y="291"/>
                  </a:lnTo>
                  <a:lnTo>
                    <a:pt x="32" y="339"/>
                  </a:lnTo>
                  <a:lnTo>
                    <a:pt x="45" y="380"/>
                  </a:lnTo>
                  <a:lnTo>
                    <a:pt x="84" y="396"/>
                  </a:lnTo>
                  <a:lnTo>
                    <a:pt x="109" y="380"/>
                  </a:lnTo>
                  <a:lnTo>
                    <a:pt x="132" y="342"/>
                  </a:lnTo>
                  <a:lnTo>
                    <a:pt x="157" y="327"/>
                  </a:lnTo>
                  <a:lnTo>
                    <a:pt x="193" y="257"/>
                  </a:lnTo>
                  <a:lnTo>
                    <a:pt x="215" y="198"/>
                  </a:lnTo>
                  <a:lnTo>
                    <a:pt x="232" y="147"/>
                  </a:lnTo>
                  <a:lnTo>
                    <a:pt x="232" y="147"/>
                  </a:lnTo>
                </a:path>
              </a:pathLst>
            </a:custGeom>
            <a:solidFill>
              <a:srgbClr val="e262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4" name=""/>
            <p:cNvSpPr/>
            <p:nvPr/>
          </p:nvSpPr>
          <p:spPr>
            <a:xfrm>
              <a:off x="5634000" y="3149640"/>
              <a:ext cx="770040" cy="785880"/>
            </a:xfrm>
            <a:custGeom>
              <a:avLst/>
              <a:gdLst/>
              <a:ahLst/>
              <a:rect l="l" t="t" r="r" b="b"/>
              <a:pathLst>
                <a:path w="485" h="495">
                  <a:moveTo>
                    <a:pt x="65" y="0"/>
                  </a:moveTo>
                  <a:lnTo>
                    <a:pt x="127" y="8"/>
                  </a:lnTo>
                  <a:lnTo>
                    <a:pt x="193" y="13"/>
                  </a:lnTo>
                  <a:lnTo>
                    <a:pt x="282" y="16"/>
                  </a:lnTo>
                  <a:lnTo>
                    <a:pt x="358" y="11"/>
                  </a:lnTo>
                  <a:lnTo>
                    <a:pt x="404" y="9"/>
                  </a:lnTo>
                  <a:lnTo>
                    <a:pt x="398" y="30"/>
                  </a:lnTo>
                  <a:lnTo>
                    <a:pt x="383" y="48"/>
                  </a:lnTo>
                  <a:lnTo>
                    <a:pt x="386" y="65"/>
                  </a:lnTo>
                  <a:lnTo>
                    <a:pt x="405" y="78"/>
                  </a:lnTo>
                  <a:lnTo>
                    <a:pt x="411" y="106"/>
                  </a:lnTo>
                  <a:lnTo>
                    <a:pt x="444" y="118"/>
                  </a:lnTo>
                  <a:lnTo>
                    <a:pt x="473" y="130"/>
                  </a:lnTo>
                  <a:lnTo>
                    <a:pt x="484" y="152"/>
                  </a:lnTo>
                  <a:lnTo>
                    <a:pt x="471" y="177"/>
                  </a:lnTo>
                  <a:lnTo>
                    <a:pt x="466" y="196"/>
                  </a:lnTo>
                  <a:lnTo>
                    <a:pt x="442" y="221"/>
                  </a:lnTo>
                  <a:lnTo>
                    <a:pt x="444" y="253"/>
                  </a:lnTo>
                  <a:lnTo>
                    <a:pt x="456" y="281"/>
                  </a:lnTo>
                  <a:lnTo>
                    <a:pt x="476" y="314"/>
                  </a:lnTo>
                  <a:lnTo>
                    <a:pt x="473" y="336"/>
                  </a:lnTo>
                  <a:lnTo>
                    <a:pt x="447" y="364"/>
                  </a:lnTo>
                  <a:lnTo>
                    <a:pt x="430" y="391"/>
                  </a:lnTo>
                  <a:lnTo>
                    <a:pt x="410" y="394"/>
                  </a:lnTo>
                  <a:lnTo>
                    <a:pt x="393" y="403"/>
                  </a:lnTo>
                  <a:lnTo>
                    <a:pt x="384" y="420"/>
                  </a:lnTo>
                  <a:lnTo>
                    <a:pt x="361" y="423"/>
                  </a:lnTo>
                  <a:lnTo>
                    <a:pt x="339" y="425"/>
                  </a:lnTo>
                  <a:lnTo>
                    <a:pt x="332" y="440"/>
                  </a:lnTo>
                  <a:lnTo>
                    <a:pt x="357" y="464"/>
                  </a:lnTo>
                  <a:lnTo>
                    <a:pt x="359" y="481"/>
                  </a:lnTo>
                  <a:lnTo>
                    <a:pt x="344" y="494"/>
                  </a:lnTo>
                  <a:lnTo>
                    <a:pt x="325" y="487"/>
                  </a:lnTo>
                  <a:lnTo>
                    <a:pt x="298" y="469"/>
                  </a:lnTo>
                  <a:lnTo>
                    <a:pt x="263" y="464"/>
                  </a:lnTo>
                  <a:lnTo>
                    <a:pt x="195" y="463"/>
                  </a:lnTo>
                  <a:lnTo>
                    <a:pt x="144" y="453"/>
                  </a:lnTo>
                  <a:lnTo>
                    <a:pt x="117" y="440"/>
                  </a:lnTo>
                  <a:lnTo>
                    <a:pt x="84" y="440"/>
                  </a:lnTo>
                  <a:lnTo>
                    <a:pt x="46" y="447"/>
                  </a:lnTo>
                  <a:lnTo>
                    <a:pt x="30" y="452"/>
                  </a:lnTo>
                  <a:lnTo>
                    <a:pt x="9" y="434"/>
                  </a:lnTo>
                  <a:lnTo>
                    <a:pt x="6" y="401"/>
                  </a:lnTo>
                  <a:lnTo>
                    <a:pt x="0" y="350"/>
                  </a:lnTo>
                  <a:lnTo>
                    <a:pt x="26" y="322"/>
                  </a:lnTo>
                  <a:lnTo>
                    <a:pt x="44" y="292"/>
                  </a:lnTo>
                  <a:lnTo>
                    <a:pt x="68" y="281"/>
                  </a:lnTo>
                  <a:lnTo>
                    <a:pt x="94" y="269"/>
                  </a:lnTo>
                  <a:lnTo>
                    <a:pt x="108" y="244"/>
                  </a:lnTo>
                  <a:lnTo>
                    <a:pt x="97" y="228"/>
                  </a:lnTo>
                  <a:lnTo>
                    <a:pt x="81" y="216"/>
                  </a:lnTo>
                  <a:lnTo>
                    <a:pt x="73" y="187"/>
                  </a:lnTo>
                  <a:lnTo>
                    <a:pt x="89" y="158"/>
                  </a:lnTo>
                  <a:lnTo>
                    <a:pt x="117" y="147"/>
                  </a:lnTo>
                  <a:lnTo>
                    <a:pt x="127" y="111"/>
                  </a:lnTo>
                  <a:lnTo>
                    <a:pt x="99" y="89"/>
                  </a:lnTo>
                  <a:lnTo>
                    <a:pt x="63" y="86"/>
                  </a:lnTo>
                  <a:lnTo>
                    <a:pt x="58" y="49"/>
                  </a:lnTo>
                  <a:lnTo>
                    <a:pt x="29" y="12"/>
                  </a:lnTo>
                  <a:lnTo>
                    <a:pt x="65" y="0"/>
                  </a:lnTo>
                  <a:lnTo>
                    <a:pt x="65" y="0"/>
                  </a:lnTo>
                </a:path>
              </a:pathLst>
            </a:custGeom>
            <a:solidFill>
              <a:srgbClr val="e262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5" name=""/>
            <p:cNvSpPr/>
            <p:nvPr/>
          </p:nvSpPr>
          <p:spPr>
            <a:xfrm>
              <a:off x="4471920" y="3408480"/>
              <a:ext cx="55800" cy="46080"/>
            </a:xfrm>
            <a:custGeom>
              <a:avLst/>
              <a:gdLst/>
              <a:ahLst/>
              <a:rect l="l" t="t" r="r" b="b"/>
              <a:pathLst>
                <a:path w="35" h="29">
                  <a:moveTo>
                    <a:pt x="11" y="6"/>
                  </a:moveTo>
                  <a:lnTo>
                    <a:pt x="8" y="2"/>
                  </a:lnTo>
                  <a:lnTo>
                    <a:pt x="1" y="2"/>
                  </a:lnTo>
                  <a:lnTo>
                    <a:pt x="0" y="9"/>
                  </a:lnTo>
                  <a:lnTo>
                    <a:pt x="1" y="19"/>
                  </a:lnTo>
                  <a:lnTo>
                    <a:pt x="13" y="27"/>
                  </a:lnTo>
                  <a:lnTo>
                    <a:pt x="23" y="28"/>
                  </a:lnTo>
                  <a:lnTo>
                    <a:pt x="31" y="20"/>
                  </a:lnTo>
                  <a:lnTo>
                    <a:pt x="34" y="10"/>
                  </a:lnTo>
                  <a:lnTo>
                    <a:pt x="30" y="0"/>
                  </a:lnTo>
                  <a:lnTo>
                    <a:pt x="24" y="0"/>
                  </a:lnTo>
                  <a:lnTo>
                    <a:pt x="17" y="6"/>
                  </a:lnTo>
                  <a:lnTo>
                    <a:pt x="15" y="7"/>
                  </a:lnTo>
                  <a:lnTo>
                    <a:pt x="11" y="6"/>
                  </a:lnTo>
                  <a:lnTo>
                    <a:pt x="11" y="6"/>
                  </a:lnTo>
                </a:path>
              </a:pathLst>
            </a:custGeom>
            <a:solidFill>
              <a:srgbClr val="000000"/>
            </a:solidFill>
            <a:ln w="18360">
              <a:solidFill>
                <a:srgbClr val="000000"/>
              </a:solidFill>
              <a:round/>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176" name=""/>
            <p:cNvSpPr/>
            <p:nvPr/>
          </p:nvSpPr>
          <p:spPr>
            <a:xfrm>
              <a:off x="4429080" y="3376440"/>
              <a:ext cx="58680" cy="14400"/>
            </a:xfrm>
            <a:custGeom>
              <a:avLst/>
              <a:gdLst/>
              <a:ahLst/>
              <a:rect l="l" t="t" r="r" b="b"/>
              <a:pathLst>
                <a:path w="37" h="9">
                  <a:moveTo>
                    <a:pt x="0" y="0"/>
                  </a:moveTo>
                  <a:lnTo>
                    <a:pt x="7" y="4"/>
                  </a:lnTo>
                  <a:lnTo>
                    <a:pt x="22" y="8"/>
                  </a:lnTo>
                  <a:lnTo>
                    <a:pt x="36" y="3"/>
                  </a:lnTo>
                </a:path>
              </a:pathLst>
            </a:custGeom>
            <a:noFill/>
            <a:ln w="18360">
              <a:solidFill>
                <a:srgbClr val="000000"/>
              </a:solidFill>
              <a:round/>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177" name=""/>
            <p:cNvSpPr/>
            <p:nvPr/>
          </p:nvSpPr>
          <p:spPr>
            <a:xfrm>
              <a:off x="4432320" y="3351240"/>
              <a:ext cx="58680" cy="31680"/>
            </a:xfrm>
            <a:custGeom>
              <a:avLst/>
              <a:gdLst/>
              <a:ahLst/>
              <a:rect l="l" t="t" r="r" b="b"/>
              <a:pathLst>
                <a:path w="37" h="20">
                  <a:moveTo>
                    <a:pt x="0" y="11"/>
                  </a:moveTo>
                  <a:lnTo>
                    <a:pt x="9" y="17"/>
                  </a:lnTo>
                  <a:lnTo>
                    <a:pt x="22" y="19"/>
                  </a:lnTo>
                  <a:lnTo>
                    <a:pt x="36" y="16"/>
                  </a:lnTo>
                  <a:lnTo>
                    <a:pt x="27" y="7"/>
                  </a:lnTo>
                  <a:lnTo>
                    <a:pt x="9" y="0"/>
                  </a:lnTo>
                  <a:lnTo>
                    <a:pt x="0" y="4"/>
                  </a:lnTo>
                  <a:lnTo>
                    <a:pt x="0" y="11"/>
                  </a:lnTo>
                  <a:lnTo>
                    <a:pt x="0" y="11"/>
                  </a:lnTo>
                </a:path>
              </a:pathLst>
            </a:custGeom>
            <a:solidFill>
              <a:srgbClr val="ffff80"/>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178" name=""/>
            <p:cNvSpPr/>
            <p:nvPr/>
          </p:nvSpPr>
          <p:spPr>
            <a:xfrm>
              <a:off x="4443480" y="3473280"/>
              <a:ext cx="102960" cy="30240"/>
            </a:xfrm>
            <a:custGeom>
              <a:avLst/>
              <a:gdLst/>
              <a:ahLst/>
              <a:rect l="l" t="t" r="r" b="b"/>
              <a:pathLst>
                <a:path w="65" h="19">
                  <a:moveTo>
                    <a:pt x="0" y="0"/>
                  </a:moveTo>
                  <a:lnTo>
                    <a:pt x="26" y="2"/>
                  </a:lnTo>
                  <a:lnTo>
                    <a:pt x="35" y="7"/>
                  </a:lnTo>
                  <a:lnTo>
                    <a:pt x="44" y="14"/>
                  </a:lnTo>
                  <a:lnTo>
                    <a:pt x="64" y="18"/>
                  </a:lnTo>
                  <a:lnTo>
                    <a:pt x="50" y="18"/>
                  </a:lnTo>
                  <a:lnTo>
                    <a:pt x="27" y="14"/>
                  </a:lnTo>
                  <a:lnTo>
                    <a:pt x="22" y="8"/>
                  </a:lnTo>
                  <a:lnTo>
                    <a:pt x="4" y="6"/>
                  </a:lnTo>
                  <a:lnTo>
                    <a:pt x="0" y="0"/>
                  </a:lnTo>
                  <a:lnTo>
                    <a:pt x="0" y="0"/>
                  </a:lnTo>
                </a:path>
              </a:pathLst>
            </a:custGeom>
            <a:solidFill>
              <a:srgbClr val="ffff80"/>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179" name=""/>
            <p:cNvSpPr/>
            <p:nvPr/>
          </p:nvSpPr>
          <p:spPr>
            <a:xfrm>
              <a:off x="6897600" y="4722840"/>
              <a:ext cx="95400" cy="165240"/>
            </a:xfrm>
            <a:custGeom>
              <a:avLst/>
              <a:gdLst/>
              <a:ahLst/>
              <a:rect l="l" t="t" r="r" b="b"/>
              <a:pathLst>
                <a:path w="60" h="104">
                  <a:moveTo>
                    <a:pt x="10" y="54"/>
                  </a:moveTo>
                  <a:lnTo>
                    <a:pt x="0" y="73"/>
                  </a:lnTo>
                  <a:lnTo>
                    <a:pt x="10" y="78"/>
                  </a:lnTo>
                  <a:lnTo>
                    <a:pt x="25" y="81"/>
                  </a:lnTo>
                  <a:lnTo>
                    <a:pt x="11" y="102"/>
                  </a:lnTo>
                  <a:lnTo>
                    <a:pt x="19" y="103"/>
                  </a:lnTo>
                  <a:lnTo>
                    <a:pt x="28" y="102"/>
                  </a:lnTo>
                  <a:lnTo>
                    <a:pt x="33" y="78"/>
                  </a:lnTo>
                  <a:lnTo>
                    <a:pt x="35" y="73"/>
                  </a:lnTo>
                  <a:lnTo>
                    <a:pt x="53" y="61"/>
                  </a:lnTo>
                  <a:lnTo>
                    <a:pt x="59" y="73"/>
                  </a:lnTo>
                  <a:lnTo>
                    <a:pt x="57" y="0"/>
                  </a:lnTo>
                  <a:lnTo>
                    <a:pt x="46" y="51"/>
                  </a:lnTo>
                  <a:lnTo>
                    <a:pt x="39" y="59"/>
                  </a:lnTo>
                  <a:lnTo>
                    <a:pt x="25" y="62"/>
                  </a:lnTo>
                  <a:lnTo>
                    <a:pt x="16" y="62"/>
                  </a:lnTo>
                  <a:lnTo>
                    <a:pt x="10" y="55"/>
                  </a:lnTo>
                  <a:lnTo>
                    <a:pt x="10" y="54"/>
                  </a:lnTo>
                  <a:lnTo>
                    <a:pt x="10" y="54"/>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0" name=""/>
            <p:cNvSpPr/>
            <p:nvPr/>
          </p:nvSpPr>
          <p:spPr>
            <a:xfrm>
              <a:off x="6937200" y="4235400"/>
              <a:ext cx="57240" cy="189000"/>
            </a:xfrm>
            <a:custGeom>
              <a:avLst/>
              <a:gdLst/>
              <a:ahLst/>
              <a:rect l="l" t="t" r="r" b="b"/>
              <a:pathLst>
                <a:path w="36" h="119">
                  <a:moveTo>
                    <a:pt x="32" y="118"/>
                  </a:moveTo>
                  <a:lnTo>
                    <a:pt x="32" y="92"/>
                  </a:lnTo>
                  <a:lnTo>
                    <a:pt x="35" y="66"/>
                  </a:lnTo>
                  <a:lnTo>
                    <a:pt x="34" y="56"/>
                  </a:lnTo>
                  <a:lnTo>
                    <a:pt x="22" y="28"/>
                  </a:lnTo>
                  <a:lnTo>
                    <a:pt x="0" y="0"/>
                  </a:lnTo>
                </a:path>
              </a:pathLst>
            </a:custGeom>
            <a:no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1" name=""/>
            <p:cNvSpPr/>
            <p:nvPr/>
          </p:nvSpPr>
          <p:spPr>
            <a:xfrm>
              <a:off x="5497560" y="4411800"/>
              <a:ext cx="65160" cy="129960"/>
            </a:xfrm>
            <a:custGeom>
              <a:avLst/>
              <a:gdLst/>
              <a:ahLst/>
              <a:rect l="l" t="t" r="r" b="b"/>
              <a:pathLst>
                <a:path w="41" h="82">
                  <a:moveTo>
                    <a:pt x="0" y="0"/>
                  </a:moveTo>
                  <a:lnTo>
                    <a:pt x="8" y="23"/>
                  </a:lnTo>
                  <a:lnTo>
                    <a:pt x="29" y="48"/>
                  </a:lnTo>
                  <a:lnTo>
                    <a:pt x="40" y="81"/>
                  </a:lnTo>
                </a:path>
              </a:pathLst>
            </a:custGeom>
            <a:no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2" name=""/>
            <p:cNvSpPr/>
            <p:nvPr/>
          </p:nvSpPr>
          <p:spPr>
            <a:xfrm>
              <a:off x="5462640" y="4343400"/>
              <a:ext cx="93600" cy="398520"/>
            </a:xfrm>
            <a:custGeom>
              <a:avLst/>
              <a:gdLst/>
              <a:ahLst/>
              <a:rect l="l" t="t" r="r" b="b"/>
              <a:pathLst>
                <a:path w="59" h="251">
                  <a:moveTo>
                    <a:pt x="0" y="2"/>
                  </a:moveTo>
                  <a:lnTo>
                    <a:pt x="16" y="73"/>
                  </a:lnTo>
                  <a:lnTo>
                    <a:pt x="39" y="142"/>
                  </a:lnTo>
                  <a:lnTo>
                    <a:pt x="47" y="184"/>
                  </a:lnTo>
                  <a:lnTo>
                    <a:pt x="51" y="217"/>
                  </a:lnTo>
                  <a:lnTo>
                    <a:pt x="47" y="250"/>
                  </a:lnTo>
                  <a:lnTo>
                    <a:pt x="58" y="214"/>
                  </a:lnTo>
                  <a:lnTo>
                    <a:pt x="54" y="123"/>
                  </a:lnTo>
                  <a:lnTo>
                    <a:pt x="47" y="95"/>
                  </a:lnTo>
                  <a:lnTo>
                    <a:pt x="24" y="72"/>
                  </a:lnTo>
                  <a:lnTo>
                    <a:pt x="12" y="11"/>
                  </a:lnTo>
                  <a:lnTo>
                    <a:pt x="3" y="0"/>
                  </a:lnTo>
                  <a:lnTo>
                    <a:pt x="0" y="2"/>
                  </a:lnTo>
                  <a:lnTo>
                    <a:pt x="0" y="2"/>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3" name=""/>
            <p:cNvSpPr/>
            <p:nvPr/>
          </p:nvSpPr>
          <p:spPr>
            <a:xfrm>
              <a:off x="6800760" y="4857840"/>
              <a:ext cx="157320" cy="83880"/>
            </a:xfrm>
            <a:custGeom>
              <a:avLst/>
              <a:gdLst/>
              <a:ahLst/>
              <a:rect l="l" t="t" r="r" b="b"/>
              <a:pathLst>
                <a:path w="99" h="53">
                  <a:moveTo>
                    <a:pt x="37" y="0"/>
                  </a:moveTo>
                  <a:lnTo>
                    <a:pt x="31" y="0"/>
                  </a:lnTo>
                  <a:lnTo>
                    <a:pt x="10" y="22"/>
                  </a:lnTo>
                  <a:lnTo>
                    <a:pt x="1" y="29"/>
                  </a:lnTo>
                  <a:lnTo>
                    <a:pt x="0" y="34"/>
                  </a:lnTo>
                  <a:lnTo>
                    <a:pt x="11" y="43"/>
                  </a:lnTo>
                  <a:lnTo>
                    <a:pt x="30" y="51"/>
                  </a:lnTo>
                  <a:lnTo>
                    <a:pt x="68" y="52"/>
                  </a:lnTo>
                  <a:lnTo>
                    <a:pt x="86" y="45"/>
                  </a:lnTo>
                  <a:lnTo>
                    <a:pt x="95" y="28"/>
                  </a:lnTo>
                  <a:lnTo>
                    <a:pt x="98" y="20"/>
                  </a:lnTo>
                  <a:lnTo>
                    <a:pt x="97" y="17"/>
                  </a:lnTo>
                  <a:lnTo>
                    <a:pt x="87" y="20"/>
                  </a:lnTo>
                  <a:lnTo>
                    <a:pt x="72" y="17"/>
                  </a:lnTo>
                  <a:lnTo>
                    <a:pt x="58" y="15"/>
                  </a:lnTo>
                  <a:lnTo>
                    <a:pt x="46" y="7"/>
                  </a:lnTo>
                  <a:lnTo>
                    <a:pt x="38" y="1"/>
                  </a:lnTo>
                  <a:lnTo>
                    <a:pt x="37" y="0"/>
                  </a:lnTo>
                  <a:lnTo>
                    <a:pt x="37" y="0"/>
                  </a:lnTo>
                </a:path>
              </a:pathLst>
            </a:custGeom>
            <a:solidFill>
              <a:srgbClr val="000000"/>
            </a:solidFill>
            <a:ln w="18360">
              <a:solidFill>
                <a:srgbClr val="000000"/>
              </a:solidFill>
              <a:round/>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184" name=""/>
            <p:cNvSpPr/>
            <p:nvPr/>
          </p:nvSpPr>
          <p:spPr>
            <a:xfrm>
              <a:off x="5632560" y="4110120"/>
              <a:ext cx="350640" cy="81000"/>
            </a:xfrm>
            <a:custGeom>
              <a:avLst/>
              <a:gdLst/>
              <a:ahLst/>
              <a:rect l="l" t="t" r="r" b="b"/>
              <a:pathLst>
                <a:path w="221" h="51">
                  <a:moveTo>
                    <a:pt x="5" y="0"/>
                  </a:moveTo>
                  <a:lnTo>
                    <a:pt x="69" y="4"/>
                  </a:lnTo>
                  <a:lnTo>
                    <a:pt x="118" y="9"/>
                  </a:lnTo>
                  <a:lnTo>
                    <a:pt x="173" y="28"/>
                  </a:lnTo>
                  <a:lnTo>
                    <a:pt x="220" y="50"/>
                  </a:lnTo>
                  <a:lnTo>
                    <a:pt x="139" y="34"/>
                  </a:lnTo>
                  <a:lnTo>
                    <a:pt x="93" y="26"/>
                  </a:lnTo>
                  <a:lnTo>
                    <a:pt x="34" y="26"/>
                  </a:lnTo>
                  <a:lnTo>
                    <a:pt x="0" y="25"/>
                  </a:lnTo>
                  <a:lnTo>
                    <a:pt x="4" y="1"/>
                  </a:lnTo>
                  <a:lnTo>
                    <a:pt x="5" y="0"/>
                  </a:lnTo>
                  <a:lnTo>
                    <a:pt x="5" y="0"/>
                  </a:lnTo>
                </a:path>
              </a:pathLst>
            </a:custGeom>
            <a:solidFill>
              <a:srgbClr val="ffff80"/>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185" name=""/>
            <p:cNvSpPr/>
            <p:nvPr/>
          </p:nvSpPr>
          <p:spPr>
            <a:xfrm>
              <a:off x="6207120" y="4125960"/>
              <a:ext cx="192240" cy="84240"/>
            </a:xfrm>
            <a:custGeom>
              <a:avLst/>
              <a:gdLst/>
              <a:ahLst/>
              <a:rect l="l" t="t" r="r" b="b"/>
              <a:pathLst>
                <a:path w="121" h="53">
                  <a:moveTo>
                    <a:pt x="118" y="8"/>
                  </a:moveTo>
                  <a:lnTo>
                    <a:pt x="120" y="28"/>
                  </a:lnTo>
                  <a:lnTo>
                    <a:pt x="70" y="31"/>
                  </a:lnTo>
                  <a:lnTo>
                    <a:pt x="0" y="52"/>
                  </a:lnTo>
                  <a:lnTo>
                    <a:pt x="49" y="29"/>
                  </a:lnTo>
                  <a:lnTo>
                    <a:pt x="92" y="18"/>
                  </a:lnTo>
                  <a:lnTo>
                    <a:pt x="120" y="0"/>
                  </a:lnTo>
                  <a:lnTo>
                    <a:pt x="118" y="8"/>
                  </a:lnTo>
                  <a:lnTo>
                    <a:pt x="118" y="8"/>
                  </a:lnTo>
                </a:path>
              </a:pathLst>
            </a:custGeom>
            <a:solidFill>
              <a:srgbClr val="ffff80"/>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186" name=""/>
            <p:cNvSpPr/>
            <p:nvPr/>
          </p:nvSpPr>
          <p:spPr>
            <a:xfrm>
              <a:off x="5200560" y="3990960"/>
              <a:ext cx="204840" cy="115920"/>
            </a:xfrm>
            <a:custGeom>
              <a:avLst/>
              <a:gdLst/>
              <a:ahLst/>
              <a:rect l="l" t="t" r="r" b="b"/>
              <a:pathLst>
                <a:path w="129" h="73">
                  <a:moveTo>
                    <a:pt x="0" y="0"/>
                  </a:moveTo>
                  <a:lnTo>
                    <a:pt x="25" y="23"/>
                  </a:lnTo>
                  <a:lnTo>
                    <a:pt x="63" y="50"/>
                  </a:lnTo>
                  <a:lnTo>
                    <a:pt x="108" y="70"/>
                  </a:lnTo>
                  <a:lnTo>
                    <a:pt x="128" y="72"/>
                  </a:lnTo>
                  <a:lnTo>
                    <a:pt x="122" y="52"/>
                  </a:lnTo>
                  <a:lnTo>
                    <a:pt x="89" y="39"/>
                  </a:lnTo>
                  <a:lnTo>
                    <a:pt x="46" y="13"/>
                  </a:lnTo>
                  <a:lnTo>
                    <a:pt x="30" y="0"/>
                  </a:lnTo>
                  <a:lnTo>
                    <a:pt x="2" y="0"/>
                  </a:lnTo>
                  <a:lnTo>
                    <a:pt x="0" y="0"/>
                  </a:lnTo>
                  <a:lnTo>
                    <a:pt x="0" y="0"/>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7" name=""/>
            <p:cNvSpPr/>
            <p:nvPr/>
          </p:nvSpPr>
          <p:spPr>
            <a:xfrm>
              <a:off x="6413400" y="4149720"/>
              <a:ext cx="270000" cy="41400"/>
            </a:xfrm>
            <a:custGeom>
              <a:avLst/>
              <a:gdLst/>
              <a:ahLst/>
              <a:rect l="l" t="t" r="r" b="b"/>
              <a:pathLst>
                <a:path w="170" h="26">
                  <a:moveTo>
                    <a:pt x="169" y="4"/>
                  </a:moveTo>
                  <a:lnTo>
                    <a:pt x="168" y="0"/>
                  </a:lnTo>
                  <a:lnTo>
                    <a:pt x="26" y="9"/>
                  </a:lnTo>
                  <a:lnTo>
                    <a:pt x="0" y="22"/>
                  </a:lnTo>
                  <a:lnTo>
                    <a:pt x="4" y="25"/>
                  </a:lnTo>
                  <a:lnTo>
                    <a:pt x="138" y="19"/>
                  </a:lnTo>
                  <a:lnTo>
                    <a:pt x="162" y="7"/>
                  </a:lnTo>
                  <a:lnTo>
                    <a:pt x="169" y="4"/>
                  </a:lnTo>
                  <a:lnTo>
                    <a:pt x="169" y="4"/>
                  </a:lnTo>
                </a:path>
              </a:pathLst>
            </a:custGeom>
            <a:solidFill>
              <a:srgbClr val="ffffff"/>
            </a:solidFill>
            <a:ln w="0">
              <a:noFill/>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188" name=""/>
            <p:cNvSpPr/>
            <p:nvPr/>
          </p:nvSpPr>
          <p:spPr>
            <a:xfrm>
              <a:off x="6481800" y="4021200"/>
              <a:ext cx="287280" cy="288720"/>
            </a:xfrm>
            <a:custGeom>
              <a:avLst/>
              <a:gdLst/>
              <a:ahLst/>
              <a:rect l="l" t="t" r="r" b="b"/>
              <a:pathLst>
                <a:path w="181" h="182">
                  <a:moveTo>
                    <a:pt x="0" y="0"/>
                  </a:moveTo>
                  <a:lnTo>
                    <a:pt x="25" y="1"/>
                  </a:lnTo>
                  <a:lnTo>
                    <a:pt x="56" y="14"/>
                  </a:lnTo>
                  <a:lnTo>
                    <a:pt x="91" y="39"/>
                  </a:lnTo>
                  <a:lnTo>
                    <a:pt x="125" y="91"/>
                  </a:lnTo>
                  <a:lnTo>
                    <a:pt x="180" y="169"/>
                  </a:lnTo>
                  <a:lnTo>
                    <a:pt x="149" y="181"/>
                  </a:lnTo>
                  <a:lnTo>
                    <a:pt x="161" y="167"/>
                  </a:lnTo>
                  <a:lnTo>
                    <a:pt x="157" y="154"/>
                  </a:lnTo>
                  <a:lnTo>
                    <a:pt x="125" y="101"/>
                  </a:lnTo>
                  <a:lnTo>
                    <a:pt x="95" y="53"/>
                  </a:lnTo>
                  <a:lnTo>
                    <a:pt x="78" y="35"/>
                  </a:lnTo>
                  <a:lnTo>
                    <a:pt x="50" y="17"/>
                  </a:lnTo>
                  <a:lnTo>
                    <a:pt x="23" y="6"/>
                  </a:lnTo>
                  <a:lnTo>
                    <a:pt x="1" y="0"/>
                  </a:lnTo>
                  <a:lnTo>
                    <a:pt x="0" y="0"/>
                  </a:lnTo>
                  <a:lnTo>
                    <a:pt x="0" y="0"/>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9" name=""/>
            <p:cNvSpPr/>
            <p:nvPr/>
          </p:nvSpPr>
          <p:spPr>
            <a:xfrm>
              <a:off x="6438960" y="4165560"/>
              <a:ext cx="112680" cy="119160"/>
            </a:xfrm>
            <a:custGeom>
              <a:avLst/>
              <a:gdLst/>
              <a:ahLst/>
              <a:rect l="l" t="t" r="r" b="b"/>
              <a:pathLst>
                <a:path w="71" h="75">
                  <a:moveTo>
                    <a:pt x="4" y="10"/>
                  </a:moveTo>
                  <a:lnTo>
                    <a:pt x="20" y="39"/>
                  </a:lnTo>
                  <a:lnTo>
                    <a:pt x="44" y="62"/>
                  </a:lnTo>
                  <a:lnTo>
                    <a:pt x="70" y="74"/>
                  </a:lnTo>
                  <a:lnTo>
                    <a:pt x="46" y="51"/>
                  </a:lnTo>
                  <a:lnTo>
                    <a:pt x="36" y="33"/>
                  </a:lnTo>
                  <a:lnTo>
                    <a:pt x="29" y="16"/>
                  </a:lnTo>
                  <a:lnTo>
                    <a:pt x="0" y="0"/>
                  </a:lnTo>
                  <a:lnTo>
                    <a:pt x="4" y="10"/>
                  </a:lnTo>
                  <a:lnTo>
                    <a:pt x="4" y="10"/>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0" name=""/>
            <p:cNvSpPr/>
            <p:nvPr/>
          </p:nvSpPr>
          <p:spPr>
            <a:xfrm>
              <a:off x="5376960" y="3987720"/>
              <a:ext cx="36360" cy="154080"/>
            </a:xfrm>
            <a:custGeom>
              <a:avLst/>
              <a:gdLst/>
              <a:ahLst/>
              <a:rect l="l" t="t" r="r" b="b"/>
              <a:pathLst>
                <a:path w="23" h="97">
                  <a:moveTo>
                    <a:pt x="22" y="96"/>
                  </a:moveTo>
                  <a:lnTo>
                    <a:pt x="9" y="26"/>
                  </a:lnTo>
                  <a:lnTo>
                    <a:pt x="0" y="0"/>
                  </a:lnTo>
                </a:path>
              </a:pathLst>
            </a:custGeom>
            <a:no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1" name=""/>
            <p:cNvSpPr/>
            <p:nvPr/>
          </p:nvSpPr>
          <p:spPr>
            <a:xfrm>
              <a:off x="5537160" y="4660920"/>
              <a:ext cx="74520" cy="250920"/>
            </a:xfrm>
            <a:custGeom>
              <a:avLst/>
              <a:gdLst/>
              <a:ahLst/>
              <a:rect l="l" t="t" r="r" b="b"/>
              <a:pathLst>
                <a:path w="47" h="158">
                  <a:moveTo>
                    <a:pt x="0" y="81"/>
                  </a:moveTo>
                  <a:lnTo>
                    <a:pt x="7" y="94"/>
                  </a:lnTo>
                  <a:lnTo>
                    <a:pt x="0" y="115"/>
                  </a:lnTo>
                  <a:lnTo>
                    <a:pt x="7" y="122"/>
                  </a:lnTo>
                  <a:lnTo>
                    <a:pt x="24" y="130"/>
                  </a:lnTo>
                  <a:lnTo>
                    <a:pt x="21" y="157"/>
                  </a:lnTo>
                  <a:lnTo>
                    <a:pt x="31" y="156"/>
                  </a:lnTo>
                  <a:lnTo>
                    <a:pt x="39" y="153"/>
                  </a:lnTo>
                  <a:lnTo>
                    <a:pt x="34" y="130"/>
                  </a:lnTo>
                  <a:lnTo>
                    <a:pt x="36" y="109"/>
                  </a:lnTo>
                  <a:lnTo>
                    <a:pt x="46" y="73"/>
                  </a:lnTo>
                  <a:lnTo>
                    <a:pt x="44" y="44"/>
                  </a:lnTo>
                  <a:lnTo>
                    <a:pt x="34" y="0"/>
                  </a:lnTo>
                  <a:lnTo>
                    <a:pt x="36" y="54"/>
                  </a:lnTo>
                  <a:lnTo>
                    <a:pt x="34" y="88"/>
                  </a:lnTo>
                  <a:lnTo>
                    <a:pt x="22" y="102"/>
                  </a:lnTo>
                  <a:lnTo>
                    <a:pt x="15" y="101"/>
                  </a:lnTo>
                  <a:lnTo>
                    <a:pt x="0" y="81"/>
                  </a:lnTo>
                  <a:lnTo>
                    <a:pt x="0" y="81"/>
                  </a:lnTo>
                  <a:lnTo>
                    <a:pt x="0" y="81"/>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2" name=""/>
            <p:cNvSpPr/>
            <p:nvPr/>
          </p:nvSpPr>
          <p:spPr>
            <a:xfrm>
              <a:off x="5522760" y="4714920"/>
              <a:ext cx="92160" cy="200160"/>
            </a:xfrm>
            <a:custGeom>
              <a:avLst/>
              <a:gdLst/>
              <a:ahLst/>
              <a:rect l="l" t="t" r="r" b="b"/>
              <a:pathLst>
                <a:path w="58" h="126">
                  <a:moveTo>
                    <a:pt x="9" y="66"/>
                  </a:moveTo>
                  <a:lnTo>
                    <a:pt x="0" y="86"/>
                  </a:lnTo>
                  <a:lnTo>
                    <a:pt x="9" y="94"/>
                  </a:lnTo>
                  <a:lnTo>
                    <a:pt x="28" y="100"/>
                  </a:lnTo>
                  <a:lnTo>
                    <a:pt x="28" y="123"/>
                  </a:lnTo>
                  <a:lnTo>
                    <a:pt x="37" y="125"/>
                  </a:lnTo>
                  <a:lnTo>
                    <a:pt x="50" y="120"/>
                  </a:lnTo>
                  <a:lnTo>
                    <a:pt x="44" y="92"/>
                  </a:lnTo>
                  <a:lnTo>
                    <a:pt x="48" y="65"/>
                  </a:lnTo>
                  <a:lnTo>
                    <a:pt x="57" y="39"/>
                  </a:lnTo>
                  <a:lnTo>
                    <a:pt x="52" y="0"/>
                  </a:lnTo>
                  <a:lnTo>
                    <a:pt x="51" y="40"/>
                  </a:lnTo>
                  <a:lnTo>
                    <a:pt x="40" y="67"/>
                  </a:lnTo>
                  <a:lnTo>
                    <a:pt x="33" y="77"/>
                  </a:lnTo>
                  <a:lnTo>
                    <a:pt x="26" y="80"/>
                  </a:lnTo>
                  <a:lnTo>
                    <a:pt x="17" y="78"/>
                  </a:lnTo>
                  <a:lnTo>
                    <a:pt x="9" y="68"/>
                  </a:lnTo>
                  <a:lnTo>
                    <a:pt x="9" y="66"/>
                  </a:lnTo>
                  <a:lnTo>
                    <a:pt x="9" y="66"/>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3" name=""/>
            <p:cNvSpPr/>
            <p:nvPr/>
          </p:nvSpPr>
          <p:spPr>
            <a:xfrm>
              <a:off x="5438880" y="4873680"/>
              <a:ext cx="172800" cy="108000"/>
            </a:xfrm>
            <a:custGeom>
              <a:avLst/>
              <a:gdLst/>
              <a:ahLst/>
              <a:rect l="l" t="t" r="r" b="b"/>
              <a:pathLst>
                <a:path w="109" h="68">
                  <a:moveTo>
                    <a:pt x="42" y="0"/>
                  </a:moveTo>
                  <a:lnTo>
                    <a:pt x="39" y="0"/>
                  </a:lnTo>
                  <a:lnTo>
                    <a:pt x="29" y="10"/>
                  </a:lnTo>
                  <a:lnTo>
                    <a:pt x="15" y="32"/>
                  </a:lnTo>
                  <a:lnTo>
                    <a:pt x="1" y="46"/>
                  </a:lnTo>
                  <a:lnTo>
                    <a:pt x="0" y="56"/>
                  </a:lnTo>
                  <a:lnTo>
                    <a:pt x="9" y="62"/>
                  </a:lnTo>
                  <a:lnTo>
                    <a:pt x="32" y="67"/>
                  </a:lnTo>
                  <a:lnTo>
                    <a:pt x="53" y="67"/>
                  </a:lnTo>
                  <a:lnTo>
                    <a:pt x="89" y="60"/>
                  </a:lnTo>
                  <a:lnTo>
                    <a:pt x="96" y="56"/>
                  </a:lnTo>
                  <a:lnTo>
                    <a:pt x="108" y="27"/>
                  </a:lnTo>
                  <a:lnTo>
                    <a:pt x="106" y="20"/>
                  </a:lnTo>
                  <a:lnTo>
                    <a:pt x="101" y="25"/>
                  </a:lnTo>
                  <a:lnTo>
                    <a:pt x="89" y="27"/>
                  </a:lnTo>
                  <a:lnTo>
                    <a:pt x="69" y="23"/>
                  </a:lnTo>
                  <a:lnTo>
                    <a:pt x="50" y="10"/>
                  </a:lnTo>
                  <a:lnTo>
                    <a:pt x="45" y="1"/>
                  </a:lnTo>
                  <a:lnTo>
                    <a:pt x="42" y="0"/>
                  </a:lnTo>
                  <a:lnTo>
                    <a:pt x="42" y="0"/>
                  </a:lnTo>
                </a:path>
              </a:pathLst>
            </a:custGeom>
            <a:solidFill>
              <a:srgbClr val="00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4" name=""/>
            <p:cNvSpPr/>
            <p:nvPr/>
          </p:nvSpPr>
          <p:spPr>
            <a:xfrm>
              <a:off x="4510080" y="2930400"/>
              <a:ext cx="1147680" cy="1452600"/>
            </a:xfrm>
            <a:custGeom>
              <a:avLst/>
              <a:gdLst/>
              <a:ahLst/>
              <a:rect l="l" t="t" r="r" b="b"/>
              <a:pathLst>
                <a:path w="723" h="915">
                  <a:moveTo>
                    <a:pt x="292" y="91"/>
                  </a:moveTo>
                  <a:lnTo>
                    <a:pt x="348" y="96"/>
                  </a:lnTo>
                  <a:lnTo>
                    <a:pt x="394" y="118"/>
                  </a:lnTo>
                  <a:lnTo>
                    <a:pt x="443" y="126"/>
                  </a:lnTo>
                  <a:lnTo>
                    <a:pt x="443" y="138"/>
                  </a:lnTo>
                  <a:lnTo>
                    <a:pt x="452" y="172"/>
                  </a:lnTo>
                  <a:lnTo>
                    <a:pt x="460" y="181"/>
                  </a:lnTo>
                  <a:lnTo>
                    <a:pt x="471" y="181"/>
                  </a:lnTo>
                  <a:lnTo>
                    <a:pt x="482" y="183"/>
                  </a:lnTo>
                  <a:lnTo>
                    <a:pt x="491" y="181"/>
                  </a:lnTo>
                  <a:lnTo>
                    <a:pt x="504" y="176"/>
                  </a:lnTo>
                  <a:lnTo>
                    <a:pt x="509" y="172"/>
                  </a:lnTo>
                  <a:lnTo>
                    <a:pt x="524" y="169"/>
                  </a:lnTo>
                  <a:lnTo>
                    <a:pt x="536" y="169"/>
                  </a:lnTo>
                  <a:lnTo>
                    <a:pt x="544" y="172"/>
                  </a:lnTo>
                  <a:lnTo>
                    <a:pt x="556" y="174"/>
                  </a:lnTo>
                  <a:lnTo>
                    <a:pt x="561" y="181"/>
                  </a:lnTo>
                  <a:lnTo>
                    <a:pt x="553" y="192"/>
                  </a:lnTo>
                  <a:lnTo>
                    <a:pt x="553" y="236"/>
                  </a:lnTo>
                  <a:lnTo>
                    <a:pt x="540" y="266"/>
                  </a:lnTo>
                  <a:lnTo>
                    <a:pt x="531" y="280"/>
                  </a:lnTo>
                  <a:lnTo>
                    <a:pt x="529" y="289"/>
                  </a:lnTo>
                  <a:lnTo>
                    <a:pt x="531" y="310"/>
                  </a:lnTo>
                  <a:lnTo>
                    <a:pt x="574" y="331"/>
                  </a:lnTo>
                  <a:lnTo>
                    <a:pt x="591" y="340"/>
                  </a:lnTo>
                  <a:lnTo>
                    <a:pt x="605" y="356"/>
                  </a:lnTo>
                  <a:lnTo>
                    <a:pt x="605" y="373"/>
                  </a:lnTo>
                  <a:lnTo>
                    <a:pt x="599" y="413"/>
                  </a:lnTo>
                  <a:lnTo>
                    <a:pt x="645" y="481"/>
                  </a:lnTo>
                  <a:lnTo>
                    <a:pt x="664" y="515"/>
                  </a:lnTo>
                  <a:lnTo>
                    <a:pt x="669" y="536"/>
                  </a:lnTo>
                  <a:lnTo>
                    <a:pt x="668" y="563"/>
                  </a:lnTo>
                  <a:lnTo>
                    <a:pt x="663" y="586"/>
                  </a:lnTo>
                  <a:lnTo>
                    <a:pt x="663" y="602"/>
                  </a:lnTo>
                  <a:lnTo>
                    <a:pt x="669" y="618"/>
                  </a:lnTo>
                  <a:lnTo>
                    <a:pt x="674" y="623"/>
                  </a:lnTo>
                  <a:lnTo>
                    <a:pt x="681" y="632"/>
                  </a:lnTo>
                  <a:lnTo>
                    <a:pt x="688" y="641"/>
                  </a:lnTo>
                  <a:lnTo>
                    <a:pt x="690" y="650"/>
                  </a:lnTo>
                  <a:lnTo>
                    <a:pt x="696" y="656"/>
                  </a:lnTo>
                  <a:lnTo>
                    <a:pt x="702" y="658"/>
                  </a:lnTo>
                  <a:lnTo>
                    <a:pt x="713" y="658"/>
                  </a:lnTo>
                  <a:lnTo>
                    <a:pt x="715" y="666"/>
                  </a:lnTo>
                  <a:lnTo>
                    <a:pt x="722" y="692"/>
                  </a:lnTo>
                  <a:lnTo>
                    <a:pt x="715" y="706"/>
                  </a:lnTo>
                  <a:lnTo>
                    <a:pt x="702" y="787"/>
                  </a:lnTo>
                  <a:lnTo>
                    <a:pt x="688" y="914"/>
                  </a:lnTo>
                  <a:lnTo>
                    <a:pt x="681" y="897"/>
                  </a:lnTo>
                  <a:lnTo>
                    <a:pt x="674" y="886"/>
                  </a:lnTo>
                  <a:lnTo>
                    <a:pt x="669" y="882"/>
                  </a:lnTo>
                  <a:lnTo>
                    <a:pt x="663" y="877"/>
                  </a:lnTo>
                  <a:lnTo>
                    <a:pt x="656" y="871"/>
                  </a:lnTo>
                  <a:lnTo>
                    <a:pt x="647" y="862"/>
                  </a:lnTo>
                  <a:lnTo>
                    <a:pt x="634" y="835"/>
                  </a:lnTo>
                  <a:lnTo>
                    <a:pt x="627" y="814"/>
                  </a:lnTo>
                  <a:lnTo>
                    <a:pt x="615" y="768"/>
                  </a:lnTo>
                  <a:lnTo>
                    <a:pt x="615" y="753"/>
                  </a:lnTo>
                  <a:lnTo>
                    <a:pt x="617" y="739"/>
                  </a:lnTo>
                  <a:lnTo>
                    <a:pt x="624" y="733"/>
                  </a:lnTo>
                  <a:lnTo>
                    <a:pt x="624" y="720"/>
                  </a:lnTo>
                  <a:lnTo>
                    <a:pt x="622" y="706"/>
                  </a:lnTo>
                  <a:lnTo>
                    <a:pt x="612" y="697"/>
                  </a:lnTo>
                  <a:lnTo>
                    <a:pt x="581" y="673"/>
                  </a:lnTo>
                  <a:lnTo>
                    <a:pt x="568" y="667"/>
                  </a:lnTo>
                  <a:lnTo>
                    <a:pt x="561" y="658"/>
                  </a:lnTo>
                  <a:lnTo>
                    <a:pt x="547" y="629"/>
                  </a:lnTo>
                  <a:lnTo>
                    <a:pt x="542" y="615"/>
                  </a:lnTo>
                  <a:lnTo>
                    <a:pt x="524" y="590"/>
                  </a:lnTo>
                  <a:lnTo>
                    <a:pt x="519" y="578"/>
                  </a:lnTo>
                  <a:lnTo>
                    <a:pt x="509" y="577"/>
                  </a:lnTo>
                  <a:lnTo>
                    <a:pt x="501" y="578"/>
                  </a:lnTo>
                  <a:lnTo>
                    <a:pt x="491" y="582"/>
                  </a:lnTo>
                  <a:lnTo>
                    <a:pt x="480" y="578"/>
                  </a:lnTo>
                  <a:lnTo>
                    <a:pt x="471" y="566"/>
                  </a:lnTo>
                  <a:lnTo>
                    <a:pt x="465" y="553"/>
                  </a:lnTo>
                  <a:lnTo>
                    <a:pt x="463" y="519"/>
                  </a:lnTo>
                  <a:lnTo>
                    <a:pt x="458" y="505"/>
                  </a:lnTo>
                  <a:lnTo>
                    <a:pt x="445" y="494"/>
                  </a:lnTo>
                  <a:lnTo>
                    <a:pt x="412" y="479"/>
                  </a:lnTo>
                  <a:lnTo>
                    <a:pt x="401" y="473"/>
                  </a:lnTo>
                  <a:lnTo>
                    <a:pt x="394" y="473"/>
                  </a:lnTo>
                  <a:lnTo>
                    <a:pt x="398" y="502"/>
                  </a:lnTo>
                  <a:lnTo>
                    <a:pt x="390" y="536"/>
                  </a:lnTo>
                  <a:lnTo>
                    <a:pt x="381" y="547"/>
                  </a:lnTo>
                  <a:lnTo>
                    <a:pt x="361" y="559"/>
                  </a:lnTo>
                  <a:lnTo>
                    <a:pt x="352" y="558"/>
                  </a:lnTo>
                  <a:lnTo>
                    <a:pt x="340" y="532"/>
                  </a:lnTo>
                  <a:lnTo>
                    <a:pt x="326" y="515"/>
                  </a:lnTo>
                  <a:lnTo>
                    <a:pt x="279" y="473"/>
                  </a:lnTo>
                  <a:lnTo>
                    <a:pt x="247" y="426"/>
                  </a:lnTo>
                  <a:lnTo>
                    <a:pt x="218" y="378"/>
                  </a:lnTo>
                  <a:lnTo>
                    <a:pt x="218" y="373"/>
                  </a:lnTo>
                  <a:lnTo>
                    <a:pt x="222" y="366"/>
                  </a:lnTo>
                  <a:lnTo>
                    <a:pt x="230" y="360"/>
                  </a:lnTo>
                  <a:lnTo>
                    <a:pt x="238" y="360"/>
                  </a:lnTo>
                  <a:lnTo>
                    <a:pt x="244" y="356"/>
                  </a:lnTo>
                  <a:lnTo>
                    <a:pt x="250" y="352"/>
                  </a:lnTo>
                  <a:lnTo>
                    <a:pt x="254" y="346"/>
                  </a:lnTo>
                  <a:lnTo>
                    <a:pt x="250" y="340"/>
                  </a:lnTo>
                  <a:lnTo>
                    <a:pt x="244" y="331"/>
                  </a:lnTo>
                  <a:lnTo>
                    <a:pt x="238" y="321"/>
                  </a:lnTo>
                  <a:lnTo>
                    <a:pt x="234" y="316"/>
                  </a:lnTo>
                  <a:lnTo>
                    <a:pt x="234" y="309"/>
                  </a:lnTo>
                  <a:lnTo>
                    <a:pt x="234" y="302"/>
                  </a:lnTo>
                  <a:lnTo>
                    <a:pt x="236" y="296"/>
                  </a:lnTo>
                  <a:lnTo>
                    <a:pt x="238" y="289"/>
                  </a:lnTo>
                  <a:lnTo>
                    <a:pt x="238" y="284"/>
                  </a:lnTo>
                  <a:lnTo>
                    <a:pt x="236" y="280"/>
                  </a:lnTo>
                  <a:lnTo>
                    <a:pt x="228" y="280"/>
                  </a:lnTo>
                  <a:lnTo>
                    <a:pt x="222" y="281"/>
                  </a:lnTo>
                  <a:lnTo>
                    <a:pt x="215" y="287"/>
                  </a:lnTo>
                  <a:lnTo>
                    <a:pt x="210" y="291"/>
                  </a:lnTo>
                  <a:lnTo>
                    <a:pt x="202" y="298"/>
                  </a:lnTo>
                  <a:lnTo>
                    <a:pt x="197" y="298"/>
                  </a:lnTo>
                  <a:lnTo>
                    <a:pt x="191" y="298"/>
                  </a:lnTo>
                  <a:lnTo>
                    <a:pt x="188" y="296"/>
                  </a:lnTo>
                  <a:lnTo>
                    <a:pt x="186" y="291"/>
                  </a:lnTo>
                  <a:lnTo>
                    <a:pt x="177" y="291"/>
                  </a:lnTo>
                  <a:lnTo>
                    <a:pt x="175" y="298"/>
                  </a:lnTo>
                  <a:lnTo>
                    <a:pt x="171" y="307"/>
                  </a:lnTo>
                  <a:lnTo>
                    <a:pt x="166" y="313"/>
                  </a:lnTo>
                  <a:lnTo>
                    <a:pt x="160" y="326"/>
                  </a:lnTo>
                  <a:lnTo>
                    <a:pt x="154" y="331"/>
                  </a:lnTo>
                  <a:lnTo>
                    <a:pt x="145" y="340"/>
                  </a:lnTo>
                  <a:lnTo>
                    <a:pt x="137" y="340"/>
                  </a:lnTo>
                  <a:lnTo>
                    <a:pt x="113" y="346"/>
                  </a:lnTo>
                  <a:lnTo>
                    <a:pt x="97" y="342"/>
                  </a:lnTo>
                  <a:lnTo>
                    <a:pt x="73" y="342"/>
                  </a:lnTo>
                  <a:lnTo>
                    <a:pt x="62" y="346"/>
                  </a:lnTo>
                  <a:lnTo>
                    <a:pt x="58" y="342"/>
                  </a:lnTo>
                  <a:lnTo>
                    <a:pt x="55" y="332"/>
                  </a:lnTo>
                  <a:lnTo>
                    <a:pt x="58" y="329"/>
                  </a:lnTo>
                  <a:lnTo>
                    <a:pt x="64" y="321"/>
                  </a:lnTo>
                  <a:lnTo>
                    <a:pt x="68" y="316"/>
                  </a:lnTo>
                  <a:lnTo>
                    <a:pt x="68" y="310"/>
                  </a:lnTo>
                  <a:lnTo>
                    <a:pt x="58" y="298"/>
                  </a:lnTo>
                  <a:lnTo>
                    <a:pt x="55" y="291"/>
                  </a:lnTo>
                  <a:lnTo>
                    <a:pt x="50" y="296"/>
                  </a:lnTo>
                  <a:lnTo>
                    <a:pt x="48" y="307"/>
                  </a:lnTo>
                  <a:lnTo>
                    <a:pt x="41" y="313"/>
                  </a:lnTo>
                  <a:lnTo>
                    <a:pt x="39" y="316"/>
                  </a:lnTo>
                  <a:lnTo>
                    <a:pt x="32" y="313"/>
                  </a:lnTo>
                  <a:lnTo>
                    <a:pt x="32" y="309"/>
                  </a:lnTo>
                  <a:lnTo>
                    <a:pt x="32" y="298"/>
                  </a:lnTo>
                  <a:lnTo>
                    <a:pt x="32" y="289"/>
                  </a:lnTo>
                  <a:lnTo>
                    <a:pt x="28" y="287"/>
                  </a:lnTo>
                  <a:lnTo>
                    <a:pt x="21" y="284"/>
                  </a:lnTo>
                  <a:lnTo>
                    <a:pt x="17" y="281"/>
                  </a:lnTo>
                  <a:lnTo>
                    <a:pt x="12" y="281"/>
                  </a:lnTo>
                  <a:lnTo>
                    <a:pt x="2" y="280"/>
                  </a:lnTo>
                  <a:lnTo>
                    <a:pt x="0" y="275"/>
                  </a:lnTo>
                  <a:lnTo>
                    <a:pt x="0" y="272"/>
                  </a:lnTo>
                  <a:lnTo>
                    <a:pt x="17" y="259"/>
                  </a:lnTo>
                  <a:lnTo>
                    <a:pt x="39" y="227"/>
                  </a:lnTo>
                  <a:lnTo>
                    <a:pt x="45" y="209"/>
                  </a:lnTo>
                  <a:lnTo>
                    <a:pt x="48" y="207"/>
                  </a:lnTo>
                  <a:lnTo>
                    <a:pt x="53" y="206"/>
                  </a:lnTo>
                  <a:lnTo>
                    <a:pt x="73" y="199"/>
                  </a:lnTo>
                  <a:lnTo>
                    <a:pt x="84" y="199"/>
                  </a:lnTo>
                  <a:lnTo>
                    <a:pt x="85" y="200"/>
                  </a:lnTo>
                  <a:lnTo>
                    <a:pt x="81" y="188"/>
                  </a:lnTo>
                  <a:lnTo>
                    <a:pt x="81" y="183"/>
                  </a:lnTo>
                  <a:lnTo>
                    <a:pt x="89" y="176"/>
                  </a:lnTo>
                  <a:lnTo>
                    <a:pt x="97" y="163"/>
                  </a:lnTo>
                  <a:lnTo>
                    <a:pt x="104" y="157"/>
                  </a:lnTo>
                  <a:lnTo>
                    <a:pt x="108" y="150"/>
                  </a:lnTo>
                  <a:lnTo>
                    <a:pt x="117" y="150"/>
                  </a:lnTo>
                  <a:lnTo>
                    <a:pt x="120" y="150"/>
                  </a:lnTo>
                  <a:lnTo>
                    <a:pt x="125" y="145"/>
                  </a:lnTo>
                  <a:lnTo>
                    <a:pt x="120" y="138"/>
                  </a:lnTo>
                  <a:lnTo>
                    <a:pt x="119" y="136"/>
                  </a:lnTo>
                  <a:lnTo>
                    <a:pt x="131" y="136"/>
                  </a:lnTo>
                  <a:lnTo>
                    <a:pt x="154" y="124"/>
                  </a:lnTo>
                  <a:lnTo>
                    <a:pt x="160" y="121"/>
                  </a:lnTo>
                  <a:lnTo>
                    <a:pt x="166" y="118"/>
                  </a:lnTo>
                  <a:lnTo>
                    <a:pt x="171" y="121"/>
                  </a:lnTo>
                  <a:lnTo>
                    <a:pt x="177" y="126"/>
                  </a:lnTo>
                  <a:lnTo>
                    <a:pt x="179" y="126"/>
                  </a:lnTo>
                  <a:lnTo>
                    <a:pt x="179" y="121"/>
                  </a:lnTo>
                  <a:lnTo>
                    <a:pt x="184" y="109"/>
                  </a:lnTo>
                  <a:lnTo>
                    <a:pt x="201" y="96"/>
                  </a:lnTo>
                  <a:lnTo>
                    <a:pt x="207" y="91"/>
                  </a:lnTo>
                  <a:lnTo>
                    <a:pt x="213" y="91"/>
                  </a:lnTo>
                  <a:lnTo>
                    <a:pt x="218" y="96"/>
                  </a:lnTo>
                  <a:lnTo>
                    <a:pt x="218" y="91"/>
                  </a:lnTo>
                  <a:lnTo>
                    <a:pt x="222" y="89"/>
                  </a:lnTo>
                  <a:lnTo>
                    <a:pt x="228" y="87"/>
                  </a:lnTo>
                  <a:lnTo>
                    <a:pt x="236" y="79"/>
                  </a:lnTo>
                  <a:lnTo>
                    <a:pt x="236" y="68"/>
                  </a:lnTo>
                  <a:lnTo>
                    <a:pt x="228" y="52"/>
                  </a:lnTo>
                  <a:lnTo>
                    <a:pt x="213" y="38"/>
                  </a:lnTo>
                  <a:lnTo>
                    <a:pt x="186" y="24"/>
                  </a:lnTo>
                  <a:lnTo>
                    <a:pt x="177" y="18"/>
                  </a:lnTo>
                  <a:lnTo>
                    <a:pt x="171" y="12"/>
                  </a:lnTo>
                  <a:lnTo>
                    <a:pt x="171" y="6"/>
                  </a:lnTo>
                  <a:lnTo>
                    <a:pt x="175" y="0"/>
                  </a:lnTo>
                  <a:lnTo>
                    <a:pt x="184" y="0"/>
                  </a:lnTo>
                  <a:lnTo>
                    <a:pt x="215" y="7"/>
                  </a:lnTo>
                  <a:lnTo>
                    <a:pt x="247" y="30"/>
                  </a:lnTo>
                  <a:lnTo>
                    <a:pt x="268" y="54"/>
                  </a:lnTo>
                  <a:lnTo>
                    <a:pt x="273" y="74"/>
                  </a:lnTo>
                  <a:lnTo>
                    <a:pt x="279" y="81"/>
                  </a:lnTo>
                  <a:lnTo>
                    <a:pt x="292" y="89"/>
                  </a:lnTo>
                  <a:lnTo>
                    <a:pt x="292" y="91"/>
                  </a:lnTo>
                  <a:lnTo>
                    <a:pt x="292" y="91"/>
                  </a:lnTo>
                </a:path>
              </a:pathLst>
            </a:custGeom>
            <a:solidFill>
              <a:srgbClr val="e262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5" name=""/>
            <p:cNvSpPr/>
            <p:nvPr/>
          </p:nvSpPr>
          <p:spPr>
            <a:xfrm>
              <a:off x="4722840" y="3166920"/>
              <a:ext cx="117360" cy="55800"/>
            </a:xfrm>
            <a:custGeom>
              <a:avLst/>
              <a:gdLst/>
              <a:ahLst/>
              <a:rect l="l" t="t" r="r" b="b"/>
              <a:pathLst>
                <a:path w="74" h="35">
                  <a:moveTo>
                    <a:pt x="0" y="31"/>
                  </a:moveTo>
                  <a:lnTo>
                    <a:pt x="3" y="33"/>
                  </a:lnTo>
                  <a:lnTo>
                    <a:pt x="7" y="27"/>
                  </a:lnTo>
                  <a:lnTo>
                    <a:pt x="13" y="27"/>
                  </a:lnTo>
                  <a:lnTo>
                    <a:pt x="25" y="32"/>
                  </a:lnTo>
                  <a:lnTo>
                    <a:pt x="37" y="34"/>
                  </a:lnTo>
                  <a:lnTo>
                    <a:pt x="56" y="31"/>
                  </a:lnTo>
                  <a:lnTo>
                    <a:pt x="61" y="27"/>
                  </a:lnTo>
                  <a:lnTo>
                    <a:pt x="66" y="16"/>
                  </a:lnTo>
                  <a:lnTo>
                    <a:pt x="60" y="10"/>
                  </a:lnTo>
                  <a:lnTo>
                    <a:pt x="67" y="11"/>
                  </a:lnTo>
                  <a:lnTo>
                    <a:pt x="73" y="7"/>
                  </a:lnTo>
                  <a:lnTo>
                    <a:pt x="62" y="2"/>
                  </a:lnTo>
                  <a:lnTo>
                    <a:pt x="50" y="0"/>
                  </a:lnTo>
                  <a:lnTo>
                    <a:pt x="35" y="1"/>
                  </a:lnTo>
                  <a:lnTo>
                    <a:pt x="20" y="10"/>
                  </a:lnTo>
                  <a:lnTo>
                    <a:pt x="13" y="18"/>
                  </a:lnTo>
                  <a:lnTo>
                    <a:pt x="5" y="25"/>
                  </a:lnTo>
                  <a:lnTo>
                    <a:pt x="3" y="26"/>
                  </a:lnTo>
                  <a:lnTo>
                    <a:pt x="3" y="32"/>
                  </a:lnTo>
                  <a:lnTo>
                    <a:pt x="0" y="31"/>
                  </a:lnTo>
                  <a:lnTo>
                    <a:pt x="0" y="31"/>
                  </a:lnTo>
                </a:path>
              </a:pathLst>
            </a:custGeom>
            <a:solidFill>
              <a:srgbClr val="000000"/>
            </a:solidFill>
            <a:ln w="18360">
              <a:solidFill>
                <a:srgbClr val="000000"/>
              </a:solidFill>
              <a:round/>
            </a:ln>
          </p:spPr>
          <p:style>
            <a:lnRef idx="0"/>
            <a:fillRef idx="0"/>
            <a:effectRef idx="0"/>
            <a:fontRef idx="minor"/>
          </p:style>
          <p:txBody>
            <a:bodyPr lIns="90000" rIns="90000" tIns="9000" bIns="9000" anchor="t">
              <a:noAutofit/>
            </a:bodyPr>
            <a:p>
              <a:endParaRPr b="0" lang="en-IN" sz="2400" strike="noStrike" u="none">
                <a:solidFill>
                  <a:srgbClr val="ffffff"/>
                </a:solidFill>
                <a:effectLst/>
                <a:uFillTx/>
                <a:latin typeface="Times New Roman"/>
              </a:endParaRPr>
            </a:p>
          </p:txBody>
        </p:sp>
        <p:sp>
          <p:nvSpPr>
            <p:cNvPr id="196" name=""/>
            <p:cNvSpPr/>
            <p:nvPr/>
          </p:nvSpPr>
          <p:spPr>
            <a:xfrm>
              <a:off x="4768920" y="3179880"/>
              <a:ext cx="38160" cy="20520"/>
            </a:xfrm>
            <a:custGeom>
              <a:avLst/>
              <a:gdLst/>
              <a:ahLst/>
              <a:rect l="l" t="t" r="r" b="b"/>
              <a:pathLst>
                <a:path w="24" h="13">
                  <a:moveTo>
                    <a:pt x="0" y="5"/>
                  </a:moveTo>
                  <a:lnTo>
                    <a:pt x="12" y="0"/>
                  </a:lnTo>
                  <a:lnTo>
                    <a:pt x="23" y="1"/>
                  </a:lnTo>
                  <a:lnTo>
                    <a:pt x="21" y="9"/>
                  </a:lnTo>
                  <a:lnTo>
                    <a:pt x="14" y="12"/>
                  </a:lnTo>
                  <a:lnTo>
                    <a:pt x="3" y="11"/>
                  </a:lnTo>
                  <a:lnTo>
                    <a:pt x="0" y="5"/>
                  </a:lnTo>
                  <a:lnTo>
                    <a:pt x="0" y="5"/>
                  </a:lnTo>
                </a:path>
              </a:pathLst>
            </a:custGeom>
            <a:solidFill>
              <a:srgbClr val="ffffff"/>
            </a:solidFill>
            <a:ln w="18360">
              <a:solidFill>
                <a:srgbClr val="000000"/>
              </a:solidFill>
              <a:round/>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97" name=""/>
            <p:cNvSpPr/>
            <p:nvPr/>
          </p:nvSpPr>
          <p:spPr>
            <a:xfrm>
              <a:off x="4873680" y="3056040"/>
              <a:ext cx="277920" cy="123840"/>
            </a:xfrm>
            <a:custGeom>
              <a:avLst/>
              <a:gdLst/>
              <a:ahLst/>
              <a:rect l="l" t="t" r="r" b="b"/>
              <a:pathLst>
                <a:path w="175" h="78">
                  <a:moveTo>
                    <a:pt x="0" y="43"/>
                  </a:moveTo>
                  <a:lnTo>
                    <a:pt x="22" y="23"/>
                  </a:lnTo>
                  <a:lnTo>
                    <a:pt x="47" y="9"/>
                  </a:lnTo>
                  <a:lnTo>
                    <a:pt x="64" y="0"/>
                  </a:lnTo>
                  <a:lnTo>
                    <a:pt x="81" y="0"/>
                  </a:lnTo>
                  <a:lnTo>
                    <a:pt x="100" y="0"/>
                  </a:lnTo>
                  <a:lnTo>
                    <a:pt x="120" y="3"/>
                  </a:lnTo>
                  <a:lnTo>
                    <a:pt x="137" y="10"/>
                  </a:lnTo>
                  <a:lnTo>
                    <a:pt x="154" y="10"/>
                  </a:lnTo>
                  <a:lnTo>
                    <a:pt x="170" y="12"/>
                  </a:lnTo>
                  <a:lnTo>
                    <a:pt x="174" y="22"/>
                  </a:lnTo>
                  <a:lnTo>
                    <a:pt x="171" y="32"/>
                  </a:lnTo>
                  <a:lnTo>
                    <a:pt x="147" y="52"/>
                  </a:lnTo>
                  <a:lnTo>
                    <a:pt x="121" y="67"/>
                  </a:lnTo>
                  <a:lnTo>
                    <a:pt x="70" y="77"/>
                  </a:lnTo>
                  <a:lnTo>
                    <a:pt x="35" y="72"/>
                  </a:lnTo>
                  <a:lnTo>
                    <a:pt x="0" y="43"/>
                  </a:lnTo>
                  <a:lnTo>
                    <a:pt x="0" y="43"/>
                  </a:lnTo>
                </a:path>
              </a:pathLst>
            </a:custGeom>
            <a:solidFill>
              <a:srgbClr val="e262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8" name=""/>
            <p:cNvSpPr/>
            <p:nvPr/>
          </p:nvSpPr>
          <p:spPr>
            <a:xfrm>
              <a:off x="4935600" y="3095640"/>
              <a:ext cx="155520" cy="73080"/>
            </a:xfrm>
            <a:custGeom>
              <a:avLst/>
              <a:gdLst/>
              <a:ahLst/>
              <a:rect l="l" t="t" r="r" b="b"/>
              <a:pathLst>
                <a:path w="98" h="46">
                  <a:moveTo>
                    <a:pt x="5" y="41"/>
                  </a:moveTo>
                  <a:lnTo>
                    <a:pt x="33" y="25"/>
                  </a:lnTo>
                  <a:lnTo>
                    <a:pt x="45" y="12"/>
                  </a:lnTo>
                  <a:lnTo>
                    <a:pt x="58" y="5"/>
                  </a:lnTo>
                  <a:lnTo>
                    <a:pt x="72" y="0"/>
                  </a:lnTo>
                  <a:lnTo>
                    <a:pt x="97" y="2"/>
                  </a:lnTo>
                  <a:lnTo>
                    <a:pt x="76" y="7"/>
                  </a:lnTo>
                  <a:lnTo>
                    <a:pt x="85" y="12"/>
                  </a:lnTo>
                  <a:lnTo>
                    <a:pt x="56" y="22"/>
                  </a:lnTo>
                  <a:lnTo>
                    <a:pt x="70" y="23"/>
                  </a:lnTo>
                  <a:lnTo>
                    <a:pt x="58" y="31"/>
                  </a:lnTo>
                  <a:lnTo>
                    <a:pt x="65" y="34"/>
                  </a:lnTo>
                  <a:lnTo>
                    <a:pt x="37" y="38"/>
                  </a:lnTo>
                  <a:lnTo>
                    <a:pt x="37" y="42"/>
                  </a:lnTo>
                  <a:lnTo>
                    <a:pt x="0" y="45"/>
                  </a:lnTo>
                  <a:lnTo>
                    <a:pt x="5" y="41"/>
                  </a:lnTo>
                  <a:lnTo>
                    <a:pt x="5" y="41"/>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99" name=""/>
            <p:cNvSpPr/>
            <p:nvPr/>
          </p:nvSpPr>
          <p:spPr>
            <a:xfrm>
              <a:off x="4871880" y="3087720"/>
              <a:ext cx="238320" cy="82440"/>
            </a:xfrm>
            <a:custGeom>
              <a:avLst/>
              <a:gdLst/>
              <a:ahLst/>
              <a:rect l="l" t="t" r="r" b="b"/>
              <a:pathLst>
                <a:path w="150" h="52">
                  <a:moveTo>
                    <a:pt x="0" y="51"/>
                  </a:moveTo>
                  <a:lnTo>
                    <a:pt x="21" y="50"/>
                  </a:lnTo>
                  <a:lnTo>
                    <a:pt x="46" y="39"/>
                  </a:lnTo>
                  <a:lnTo>
                    <a:pt x="69" y="22"/>
                  </a:lnTo>
                  <a:lnTo>
                    <a:pt x="87" y="5"/>
                  </a:lnTo>
                  <a:lnTo>
                    <a:pt x="109" y="0"/>
                  </a:lnTo>
                  <a:lnTo>
                    <a:pt x="134" y="1"/>
                  </a:lnTo>
                  <a:lnTo>
                    <a:pt x="149" y="3"/>
                  </a:lnTo>
                </a:path>
              </a:pathLst>
            </a:custGeom>
            <a:noFill/>
            <a:ln w="18360">
              <a:solidFill>
                <a:srgbClr val="000000"/>
              </a:solidFill>
              <a:round/>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00" name=""/>
            <p:cNvSpPr/>
            <p:nvPr/>
          </p:nvSpPr>
          <p:spPr>
            <a:xfrm>
              <a:off x="4856040" y="3122640"/>
              <a:ext cx="103320" cy="63360"/>
            </a:xfrm>
            <a:custGeom>
              <a:avLst/>
              <a:gdLst/>
              <a:ahLst/>
              <a:rect l="l" t="t" r="r" b="b"/>
              <a:pathLst>
                <a:path w="65" h="40">
                  <a:moveTo>
                    <a:pt x="19" y="0"/>
                  </a:moveTo>
                  <a:lnTo>
                    <a:pt x="0" y="4"/>
                  </a:lnTo>
                  <a:lnTo>
                    <a:pt x="41" y="39"/>
                  </a:lnTo>
                  <a:lnTo>
                    <a:pt x="64" y="20"/>
                  </a:lnTo>
                  <a:lnTo>
                    <a:pt x="19" y="0"/>
                  </a:lnTo>
                  <a:lnTo>
                    <a:pt x="19" y="0"/>
                  </a:lnTo>
                </a:path>
              </a:pathLst>
            </a:custGeom>
            <a:solidFill>
              <a:srgbClr val="e26200"/>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201" name=""/>
            <p:cNvSpPr/>
            <p:nvPr/>
          </p:nvSpPr>
          <p:spPr>
            <a:xfrm>
              <a:off x="4608360" y="3440160"/>
              <a:ext cx="28800" cy="30240"/>
            </a:xfrm>
            <a:custGeom>
              <a:avLst/>
              <a:gdLst/>
              <a:ahLst/>
              <a:rect l="l" t="t" r="r" b="b"/>
              <a:pathLst>
                <a:path w="18" h="19">
                  <a:moveTo>
                    <a:pt x="0" y="18"/>
                  </a:moveTo>
                  <a:lnTo>
                    <a:pt x="10" y="8"/>
                  </a:lnTo>
                  <a:lnTo>
                    <a:pt x="17" y="0"/>
                  </a:lnTo>
                </a:path>
              </a:pathLst>
            </a:custGeom>
            <a:noFill/>
            <a:ln w="18360">
              <a:solidFill>
                <a:srgbClr val="000000"/>
              </a:solidFill>
              <a:round/>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202" name=""/>
            <p:cNvSpPr/>
            <p:nvPr/>
          </p:nvSpPr>
          <p:spPr>
            <a:xfrm>
              <a:off x="4424400" y="3463920"/>
              <a:ext cx="185760" cy="36360"/>
            </a:xfrm>
            <a:custGeom>
              <a:avLst/>
              <a:gdLst/>
              <a:ahLst/>
              <a:rect l="l" t="t" r="r" b="b"/>
              <a:pathLst>
                <a:path w="117" h="23">
                  <a:moveTo>
                    <a:pt x="0" y="4"/>
                  </a:moveTo>
                  <a:lnTo>
                    <a:pt x="20" y="4"/>
                  </a:lnTo>
                  <a:lnTo>
                    <a:pt x="39" y="6"/>
                  </a:lnTo>
                  <a:lnTo>
                    <a:pt x="53" y="17"/>
                  </a:lnTo>
                  <a:lnTo>
                    <a:pt x="72" y="22"/>
                  </a:lnTo>
                  <a:lnTo>
                    <a:pt x="88" y="17"/>
                  </a:lnTo>
                  <a:lnTo>
                    <a:pt x="116" y="0"/>
                  </a:lnTo>
                </a:path>
              </a:pathLst>
            </a:custGeom>
            <a:noFill/>
            <a:ln w="18360">
              <a:solidFill>
                <a:srgbClr val="000000"/>
              </a:solidFill>
              <a:round/>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203" name=""/>
            <p:cNvSpPr/>
            <p:nvPr/>
          </p:nvSpPr>
          <p:spPr>
            <a:xfrm>
              <a:off x="4645080" y="3268800"/>
              <a:ext cx="38160" cy="46080"/>
            </a:xfrm>
            <a:custGeom>
              <a:avLst/>
              <a:gdLst/>
              <a:ahLst/>
              <a:rect l="l" t="t" r="r" b="b"/>
              <a:pathLst>
                <a:path w="24" h="29">
                  <a:moveTo>
                    <a:pt x="0" y="28"/>
                  </a:moveTo>
                  <a:lnTo>
                    <a:pt x="12" y="15"/>
                  </a:lnTo>
                  <a:lnTo>
                    <a:pt x="23" y="0"/>
                  </a:lnTo>
                </a:path>
              </a:pathLst>
            </a:custGeom>
            <a:noFill/>
            <a:ln w="18360">
              <a:solidFill>
                <a:srgbClr val="000000"/>
              </a:solidFill>
              <a:round/>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204" name=""/>
            <p:cNvSpPr/>
            <p:nvPr/>
          </p:nvSpPr>
          <p:spPr>
            <a:xfrm>
              <a:off x="4856040" y="3154320"/>
              <a:ext cx="52560" cy="22320"/>
            </a:xfrm>
            <a:custGeom>
              <a:avLst/>
              <a:gdLst/>
              <a:ahLst/>
              <a:rect l="l" t="t" r="r" b="b"/>
              <a:pathLst>
                <a:path w="33" h="14">
                  <a:moveTo>
                    <a:pt x="0" y="13"/>
                  </a:moveTo>
                  <a:lnTo>
                    <a:pt x="32" y="13"/>
                  </a:lnTo>
                  <a:lnTo>
                    <a:pt x="32" y="0"/>
                  </a:lnTo>
                  <a:lnTo>
                    <a:pt x="0" y="0"/>
                  </a:lnTo>
                  <a:lnTo>
                    <a:pt x="0" y="13"/>
                  </a:lnTo>
                  <a:lnTo>
                    <a:pt x="0" y="13"/>
                  </a:lnTo>
                </a:path>
              </a:pathLst>
            </a:custGeom>
            <a:solidFill>
              <a:srgbClr val="e26200"/>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05" name=""/>
            <p:cNvSpPr/>
            <p:nvPr/>
          </p:nvSpPr>
          <p:spPr>
            <a:xfrm>
              <a:off x="5634000" y="3846600"/>
              <a:ext cx="12600" cy="142920"/>
            </a:xfrm>
            <a:custGeom>
              <a:avLst/>
              <a:gdLst/>
              <a:ahLst/>
              <a:rect l="l" t="t" r="r" b="b"/>
              <a:pathLst>
                <a:path w="8" h="90">
                  <a:moveTo>
                    <a:pt x="7" y="89"/>
                  </a:moveTo>
                  <a:lnTo>
                    <a:pt x="0" y="17"/>
                  </a:lnTo>
                  <a:lnTo>
                    <a:pt x="3" y="0"/>
                  </a:lnTo>
                </a:path>
              </a:pathLst>
            </a:custGeom>
            <a:no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6" name=""/>
            <p:cNvSpPr/>
            <p:nvPr/>
          </p:nvSpPr>
          <p:spPr>
            <a:xfrm>
              <a:off x="6483240" y="4008600"/>
              <a:ext cx="203400" cy="147600"/>
            </a:xfrm>
            <a:custGeom>
              <a:avLst/>
              <a:gdLst/>
              <a:ahLst/>
              <a:rect l="l" t="t" r="r" b="b"/>
              <a:pathLst>
                <a:path w="128" h="93">
                  <a:moveTo>
                    <a:pt x="127" y="92"/>
                  </a:moveTo>
                  <a:lnTo>
                    <a:pt x="97" y="45"/>
                  </a:lnTo>
                  <a:lnTo>
                    <a:pt x="76" y="27"/>
                  </a:lnTo>
                  <a:lnTo>
                    <a:pt x="41" y="8"/>
                  </a:lnTo>
                  <a:lnTo>
                    <a:pt x="17" y="0"/>
                  </a:lnTo>
                  <a:lnTo>
                    <a:pt x="0" y="0"/>
                  </a:lnTo>
                </a:path>
              </a:pathLst>
            </a:custGeom>
            <a:no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7" name=""/>
            <p:cNvSpPr/>
            <p:nvPr/>
          </p:nvSpPr>
          <p:spPr>
            <a:xfrm>
              <a:off x="6816600" y="4308480"/>
              <a:ext cx="139680" cy="298440"/>
            </a:xfrm>
            <a:custGeom>
              <a:avLst/>
              <a:gdLst/>
              <a:ahLst/>
              <a:rect l="l" t="t" r="r" b="b"/>
              <a:pathLst>
                <a:path w="88" h="188">
                  <a:moveTo>
                    <a:pt x="0" y="6"/>
                  </a:moveTo>
                  <a:lnTo>
                    <a:pt x="47" y="65"/>
                  </a:lnTo>
                  <a:lnTo>
                    <a:pt x="70" y="111"/>
                  </a:lnTo>
                  <a:lnTo>
                    <a:pt x="79" y="137"/>
                  </a:lnTo>
                  <a:lnTo>
                    <a:pt x="79" y="187"/>
                  </a:lnTo>
                  <a:lnTo>
                    <a:pt x="84" y="139"/>
                  </a:lnTo>
                  <a:lnTo>
                    <a:pt x="87" y="115"/>
                  </a:lnTo>
                  <a:lnTo>
                    <a:pt x="73" y="82"/>
                  </a:lnTo>
                  <a:lnTo>
                    <a:pt x="5" y="6"/>
                  </a:lnTo>
                  <a:lnTo>
                    <a:pt x="0" y="0"/>
                  </a:lnTo>
                  <a:lnTo>
                    <a:pt x="0" y="6"/>
                  </a:lnTo>
                  <a:lnTo>
                    <a:pt x="0" y="6"/>
                  </a:lnTo>
                </a:path>
              </a:pathLst>
            </a:custGeom>
            <a:solidFill>
              <a:srgbClr val="ffff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8" name=""/>
            <p:cNvSpPr/>
            <p:nvPr/>
          </p:nvSpPr>
          <p:spPr>
            <a:xfrm>
              <a:off x="4748040" y="3367080"/>
              <a:ext cx="168480" cy="157320"/>
            </a:xfrm>
            <a:custGeom>
              <a:avLst/>
              <a:gdLst/>
              <a:ahLst/>
              <a:rect l="l" t="t" r="r" b="b"/>
              <a:pathLst>
                <a:path w="106" h="99">
                  <a:moveTo>
                    <a:pt x="0" y="60"/>
                  </a:moveTo>
                  <a:lnTo>
                    <a:pt x="9" y="57"/>
                  </a:lnTo>
                  <a:lnTo>
                    <a:pt x="11" y="57"/>
                  </a:lnTo>
                  <a:lnTo>
                    <a:pt x="16" y="57"/>
                  </a:lnTo>
                  <a:lnTo>
                    <a:pt x="19" y="57"/>
                  </a:lnTo>
                  <a:lnTo>
                    <a:pt x="27" y="54"/>
                  </a:lnTo>
                  <a:lnTo>
                    <a:pt x="28" y="54"/>
                  </a:lnTo>
                  <a:lnTo>
                    <a:pt x="32" y="54"/>
                  </a:lnTo>
                  <a:lnTo>
                    <a:pt x="38" y="57"/>
                  </a:lnTo>
                  <a:lnTo>
                    <a:pt x="41" y="65"/>
                  </a:lnTo>
                  <a:lnTo>
                    <a:pt x="62" y="91"/>
                  </a:lnTo>
                  <a:lnTo>
                    <a:pt x="63" y="98"/>
                  </a:lnTo>
                  <a:lnTo>
                    <a:pt x="67" y="98"/>
                  </a:lnTo>
                  <a:lnTo>
                    <a:pt x="68" y="98"/>
                  </a:lnTo>
                  <a:lnTo>
                    <a:pt x="78" y="86"/>
                  </a:lnTo>
                  <a:lnTo>
                    <a:pt x="81" y="85"/>
                  </a:lnTo>
                  <a:lnTo>
                    <a:pt x="87" y="85"/>
                  </a:lnTo>
                  <a:lnTo>
                    <a:pt x="93" y="85"/>
                  </a:lnTo>
                  <a:lnTo>
                    <a:pt x="97" y="81"/>
                  </a:lnTo>
                  <a:lnTo>
                    <a:pt x="99" y="79"/>
                  </a:lnTo>
                  <a:lnTo>
                    <a:pt x="103" y="77"/>
                  </a:lnTo>
                  <a:lnTo>
                    <a:pt x="105" y="73"/>
                  </a:lnTo>
                  <a:lnTo>
                    <a:pt x="105" y="68"/>
                  </a:lnTo>
                  <a:lnTo>
                    <a:pt x="103" y="65"/>
                  </a:lnTo>
                  <a:lnTo>
                    <a:pt x="88" y="50"/>
                  </a:lnTo>
                  <a:lnTo>
                    <a:pt x="84" y="43"/>
                  </a:lnTo>
                  <a:lnTo>
                    <a:pt x="84" y="38"/>
                  </a:lnTo>
                  <a:lnTo>
                    <a:pt x="84" y="32"/>
                  </a:lnTo>
                  <a:lnTo>
                    <a:pt x="87" y="23"/>
                  </a:lnTo>
                  <a:lnTo>
                    <a:pt x="88" y="15"/>
                  </a:lnTo>
                  <a:lnTo>
                    <a:pt x="88" y="12"/>
                  </a:lnTo>
                  <a:lnTo>
                    <a:pt x="88" y="9"/>
                  </a:lnTo>
                  <a:lnTo>
                    <a:pt x="88" y="5"/>
                  </a:lnTo>
                  <a:lnTo>
                    <a:pt x="84" y="0"/>
                  </a:lnTo>
                  <a:lnTo>
                    <a:pt x="81" y="0"/>
                  </a:lnTo>
                  <a:lnTo>
                    <a:pt x="78" y="0"/>
                  </a:lnTo>
                  <a:lnTo>
                    <a:pt x="72" y="5"/>
                  </a:lnTo>
                  <a:lnTo>
                    <a:pt x="67" y="7"/>
                  </a:lnTo>
                  <a:lnTo>
                    <a:pt x="63" y="10"/>
                  </a:lnTo>
                  <a:lnTo>
                    <a:pt x="61" y="14"/>
                  </a:lnTo>
                  <a:lnTo>
                    <a:pt x="57" y="19"/>
                  </a:lnTo>
                  <a:lnTo>
                    <a:pt x="51" y="22"/>
                  </a:lnTo>
                  <a:lnTo>
                    <a:pt x="45" y="22"/>
                  </a:lnTo>
                  <a:lnTo>
                    <a:pt x="40" y="22"/>
                  </a:lnTo>
                  <a:lnTo>
                    <a:pt x="36" y="19"/>
                  </a:lnTo>
                  <a:lnTo>
                    <a:pt x="34" y="16"/>
                  </a:lnTo>
                  <a:lnTo>
                    <a:pt x="32" y="15"/>
                  </a:lnTo>
                  <a:lnTo>
                    <a:pt x="27" y="15"/>
                  </a:lnTo>
                  <a:lnTo>
                    <a:pt x="25" y="22"/>
                  </a:lnTo>
                  <a:lnTo>
                    <a:pt x="21" y="24"/>
                  </a:lnTo>
                  <a:lnTo>
                    <a:pt x="16" y="35"/>
                  </a:lnTo>
                  <a:lnTo>
                    <a:pt x="10" y="50"/>
                  </a:lnTo>
                  <a:lnTo>
                    <a:pt x="1" y="57"/>
                  </a:lnTo>
                  <a:lnTo>
                    <a:pt x="1" y="57"/>
                  </a:lnTo>
                  <a:lnTo>
                    <a:pt x="0" y="60"/>
                  </a:lnTo>
                  <a:lnTo>
                    <a:pt x="0" y="60"/>
                  </a:lnTo>
                </a:path>
              </a:pathLst>
            </a:custGeom>
            <a:solidFill>
              <a:srgbClr val="fffff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9" name=""/>
            <p:cNvSpPr/>
            <p:nvPr/>
          </p:nvSpPr>
          <p:spPr>
            <a:xfrm>
              <a:off x="4792680" y="3409920"/>
              <a:ext cx="69840" cy="46080"/>
            </a:xfrm>
            <a:custGeom>
              <a:avLst/>
              <a:gdLst/>
              <a:ahLst/>
              <a:rect l="l" t="t" r="r" b="b"/>
              <a:pathLst>
                <a:path w="44" h="29">
                  <a:moveTo>
                    <a:pt x="0" y="28"/>
                  </a:moveTo>
                  <a:lnTo>
                    <a:pt x="24" y="17"/>
                  </a:lnTo>
                  <a:lnTo>
                    <a:pt x="43" y="0"/>
                  </a:lnTo>
                </a:path>
              </a:pathLst>
            </a:custGeom>
            <a:noFill/>
            <a:ln w="18360">
              <a:solidFill>
                <a:srgbClr val="000000"/>
              </a:solidFill>
              <a:round/>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210" name=""/>
            <p:cNvSpPr/>
            <p:nvPr/>
          </p:nvSpPr>
          <p:spPr>
            <a:xfrm>
              <a:off x="4830840" y="3427560"/>
              <a:ext cx="33120" cy="56880"/>
            </a:xfrm>
            <a:custGeom>
              <a:avLst/>
              <a:gdLst/>
              <a:ahLst/>
              <a:rect l="l" t="t" r="r" b="b"/>
              <a:pathLst>
                <a:path w="21" h="36">
                  <a:moveTo>
                    <a:pt x="13" y="35"/>
                  </a:moveTo>
                  <a:lnTo>
                    <a:pt x="0" y="18"/>
                  </a:lnTo>
                  <a:lnTo>
                    <a:pt x="0" y="16"/>
                  </a:lnTo>
                  <a:lnTo>
                    <a:pt x="5" y="8"/>
                  </a:lnTo>
                  <a:lnTo>
                    <a:pt x="13" y="3"/>
                  </a:lnTo>
                  <a:lnTo>
                    <a:pt x="20" y="0"/>
                  </a:lnTo>
                  <a:lnTo>
                    <a:pt x="20" y="8"/>
                  </a:lnTo>
                  <a:lnTo>
                    <a:pt x="13" y="16"/>
                  </a:lnTo>
                  <a:lnTo>
                    <a:pt x="13" y="27"/>
                  </a:lnTo>
                  <a:lnTo>
                    <a:pt x="13" y="29"/>
                  </a:lnTo>
                  <a:lnTo>
                    <a:pt x="13" y="35"/>
                  </a:lnTo>
                  <a:lnTo>
                    <a:pt x="13" y="35"/>
                  </a:lnTo>
                </a:path>
              </a:pathLst>
            </a:custGeom>
            <a:solidFill>
              <a:srgbClr val="ffff80"/>
            </a:solidFill>
            <a:ln w="0">
              <a:noFill/>
            </a:ln>
          </p:spPr>
          <p:style>
            <a:lnRef idx="0"/>
            <a:fillRef idx="0"/>
            <a:effectRef idx="0"/>
            <a:fontRef idx="minor"/>
          </p:style>
          <p:txBody>
            <a:bodyPr lIns="90000" rIns="90000" tIns="10080" bIns="10080" anchor="t">
              <a:noAutofit/>
            </a:bodyPr>
            <a:p>
              <a:endParaRPr b="0" lang="en-IN" sz="2400" strike="noStrike" u="none">
                <a:solidFill>
                  <a:srgbClr val="ffffff"/>
                </a:solidFill>
                <a:effectLst/>
                <a:uFillTx/>
                <a:latin typeface="Times New Roman"/>
              </a:endParaRPr>
            </a:p>
          </p:txBody>
        </p:sp>
        <p:sp>
          <p:nvSpPr>
            <p:cNvPr id="211" name=""/>
            <p:cNvSpPr/>
            <p:nvPr/>
          </p:nvSpPr>
          <p:spPr>
            <a:xfrm>
              <a:off x="4395960" y="3390840"/>
              <a:ext cx="20520" cy="47520"/>
            </a:xfrm>
            <a:custGeom>
              <a:avLst/>
              <a:gdLst/>
              <a:ahLst/>
              <a:rect l="l" t="t" r="r" b="b"/>
              <a:pathLst>
                <a:path w="13" h="30">
                  <a:moveTo>
                    <a:pt x="0" y="0"/>
                  </a:moveTo>
                  <a:lnTo>
                    <a:pt x="8" y="7"/>
                  </a:lnTo>
                  <a:lnTo>
                    <a:pt x="12" y="21"/>
                  </a:lnTo>
                  <a:lnTo>
                    <a:pt x="12" y="29"/>
                  </a:lnTo>
                  <a:lnTo>
                    <a:pt x="7" y="28"/>
                  </a:lnTo>
                  <a:lnTo>
                    <a:pt x="1" y="23"/>
                  </a:lnTo>
                  <a:lnTo>
                    <a:pt x="0" y="8"/>
                  </a:lnTo>
                  <a:lnTo>
                    <a:pt x="0" y="0"/>
                  </a:lnTo>
                  <a:lnTo>
                    <a:pt x="0" y="0"/>
                  </a:lnTo>
                </a:path>
              </a:pathLst>
            </a:custGeom>
            <a:solidFill>
              <a:srgbClr val="000000"/>
            </a:solidFill>
            <a:ln w="18360">
              <a:solidFill>
                <a:srgbClr val="000000"/>
              </a:solidFill>
              <a:round/>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grpSp>
      <p:sp>
        <p:nvSpPr>
          <p:cNvPr id="212" name=""/>
          <p:cNvSpPr/>
          <p:nvPr/>
        </p:nvSpPr>
        <p:spPr>
          <a:xfrm>
            <a:off x="7108920" y="4422600"/>
            <a:ext cx="2530440" cy="836640"/>
          </a:xfrm>
          <a:prstGeom prst="rect">
            <a:avLst/>
          </a:prstGeom>
          <a:noFill/>
          <a:ln w="0">
            <a:noFill/>
          </a:ln>
        </p:spPr>
        <p:style>
          <a:lnRef idx="0"/>
          <a:fillRef idx="0"/>
          <a:effectRef idx="0"/>
          <a:fontRef idx="minor"/>
        </p:style>
        <p:txBody>
          <a:bodyPr lIns="0" rIns="0" tIns="0" bIns="0" anchor="t">
            <a:noAutofit/>
          </a:bodyPr>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100" strike="noStrike" u="none">
                <a:solidFill>
                  <a:srgbClr val="ffffff"/>
                </a:solidFill>
                <a:effectLst/>
                <a:uFillTx/>
                <a:latin typeface="Times New Roman"/>
              </a:rPr>
              <a:t>bone marrow</a:t>
            </a:r>
            <a:endParaRPr b="0" lang="en-IN" sz="2100" strike="noStrike" u="none">
              <a:solidFill>
                <a:srgbClr val="ffffff"/>
              </a:solidFill>
              <a:effectLst/>
              <a:uFillTx/>
              <a:latin typeface="Times New Roman"/>
            </a:endParaRPr>
          </a:p>
        </p:txBody>
      </p:sp>
      <p:sp>
        <p:nvSpPr>
          <p:cNvPr id="213" name=""/>
          <p:cNvSpPr/>
          <p:nvPr/>
        </p:nvSpPr>
        <p:spPr>
          <a:xfrm flipH="1">
            <a:off x="3917880" y="3130560"/>
            <a:ext cx="719280" cy="611280"/>
          </a:xfrm>
          <a:prstGeom prst="line">
            <a:avLst/>
          </a:prstGeom>
          <a:ln w="47520">
            <a:solidFill>
              <a:srgbClr val="ff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14" name=""/>
          <p:cNvSpPr/>
          <p:nvPr/>
        </p:nvSpPr>
        <p:spPr>
          <a:xfrm>
            <a:off x="4954680" y="5241960"/>
            <a:ext cx="1919160" cy="784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500" strike="noStrike" u="none">
                <a:solidFill>
                  <a:srgbClr val="ffffff"/>
                </a:solidFill>
                <a:effectLst/>
                <a:uFillTx/>
                <a:latin typeface="Arial"/>
              </a:rPr>
              <a:t>distal ileum</a:t>
            </a:r>
            <a:endParaRPr b="0" lang="en-IN" sz="2500" strike="noStrike" u="none">
              <a:solidFill>
                <a:srgbClr val="ffffff"/>
              </a:solidFill>
              <a:effectLst/>
              <a:uFillTx/>
              <a:latin typeface="Times New Roman"/>
            </a:endParaRPr>
          </a:p>
        </p:txBody>
      </p:sp>
      <p:sp>
        <p:nvSpPr>
          <p:cNvPr id="215" name=""/>
          <p:cNvSpPr/>
          <p:nvPr/>
        </p:nvSpPr>
        <p:spPr>
          <a:xfrm>
            <a:off x="2530440" y="3679920"/>
            <a:ext cx="2548080" cy="1039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100" strike="noStrike" u="none">
                <a:solidFill>
                  <a:srgbClr val="ffffff"/>
                </a:solidFill>
                <a:effectLst/>
                <a:uFillTx/>
                <a:latin typeface="Arial"/>
              </a:rPr>
              <a:t>         brain</a:t>
            </a:r>
            <a:endParaRPr b="0" lang="en-IN" sz="21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100" strike="noStrike" u="none">
                <a:solidFill>
                  <a:srgbClr val="ffffff"/>
                </a:solidFill>
                <a:effectLst/>
                <a:uFillTx/>
                <a:latin typeface="Arial"/>
              </a:rPr>
              <a:t>trigeminal ganglia</a:t>
            </a:r>
            <a:endParaRPr b="0" lang="en-IN" sz="2100" strike="noStrike" u="none">
              <a:solidFill>
                <a:srgbClr val="ffffff"/>
              </a:solidFill>
              <a:effectLst/>
              <a:uFillTx/>
              <a:latin typeface="Times New Roman"/>
            </a:endParaRPr>
          </a:p>
        </p:txBody>
      </p:sp>
      <p:sp>
        <p:nvSpPr>
          <p:cNvPr id="216" name=""/>
          <p:cNvSpPr/>
          <p:nvPr/>
        </p:nvSpPr>
        <p:spPr>
          <a:xfrm>
            <a:off x="5100480" y="2517840"/>
            <a:ext cx="2287800" cy="8715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1800" strike="noStrike" u="none">
                <a:solidFill>
                  <a:srgbClr val="ffffff"/>
                </a:solidFill>
                <a:effectLst/>
                <a:uFillTx/>
                <a:latin typeface="Arial"/>
              </a:rPr>
              <a:t>spinal cord</a:t>
            </a:r>
            <a:endParaRPr b="0" lang="en-IN" sz="18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1800" strike="noStrike" u="none">
                <a:solidFill>
                  <a:srgbClr val="ffffff"/>
                </a:solidFill>
                <a:effectLst/>
                <a:uFillTx/>
                <a:latin typeface="Arial"/>
              </a:rPr>
              <a:t>dorsal root ganglia</a:t>
            </a:r>
            <a:endParaRPr b="0" lang="en-IN" sz="1800" strike="noStrike" u="none">
              <a:solidFill>
                <a:srgbClr val="ffffff"/>
              </a:solidFill>
              <a:effectLst/>
              <a:uFillTx/>
              <a:latin typeface="Times New Roman"/>
            </a:endParaRPr>
          </a:p>
        </p:txBody>
      </p:sp>
      <p:sp>
        <p:nvSpPr>
          <p:cNvPr id="217" name=""/>
          <p:cNvSpPr/>
          <p:nvPr/>
        </p:nvSpPr>
        <p:spPr>
          <a:xfrm flipV="1">
            <a:off x="6107040" y="3905280"/>
            <a:ext cx="0" cy="1333440"/>
          </a:xfrm>
          <a:prstGeom prst="line">
            <a:avLst/>
          </a:prstGeom>
          <a:ln w="63360">
            <a:solidFill>
              <a:srgbClr val="7f604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Tree>
  </p:cSld>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218" name=""/>
          <p:cNvGrpSpPr/>
          <p:nvPr/>
        </p:nvGrpSpPr>
        <p:grpSpPr>
          <a:xfrm>
            <a:off x="538200" y="-7920"/>
            <a:ext cx="9456840" cy="8099280"/>
            <a:chOff x="538200" y="-7920"/>
            <a:chExt cx="9456840" cy="8099280"/>
          </a:xfrm>
        </p:grpSpPr>
        <p:sp>
          <p:nvSpPr>
            <p:cNvPr id="219"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220" name=""/>
            <p:cNvGrpSpPr/>
            <p:nvPr/>
          </p:nvGrpSpPr>
          <p:grpSpPr>
            <a:xfrm>
              <a:off x="538200" y="727200"/>
              <a:ext cx="1542960" cy="1599840"/>
              <a:chOff x="538200" y="727200"/>
              <a:chExt cx="1542960" cy="1599840"/>
            </a:xfrm>
          </p:grpSpPr>
          <p:sp>
            <p:nvSpPr>
              <p:cNvPr id="221"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222" name="" descr=""/>
              <p:cNvPicPr/>
              <p:nvPr/>
            </p:nvPicPr>
            <p:blipFill>
              <a:blip r:embed="rId1"/>
              <a:stretch/>
            </p:blipFill>
            <p:spPr>
              <a:xfrm>
                <a:off x="568440" y="779400"/>
                <a:ext cx="1430280" cy="1460520"/>
              </a:xfrm>
              <a:prstGeom prst="rect">
                <a:avLst/>
              </a:prstGeom>
              <a:noFill/>
              <a:ln w="0">
                <a:noFill/>
              </a:ln>
            </p:spPr>
          </p:pic>
          <p:sp>
            <p:nvSpPr>
              <p:cNvPr id="223"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24"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25"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226"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227"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228"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Transmission </a:t>
            </a:r>
            <a:endParaRPr b="0" lang="en-IN" sz="4200" strike="noStrike" u="none">
              <a:solidFill>
                <a:srgbClr val="ffffff"/>
              </a:solidFill>
              <a:effectLst/>
              <a:uFillTx/>
              <a:latin typeface="Times New Roman"/>
            </a:endParaRPr>
          </a:p>
        </p:txBody>
      </p:sp>
      <p:pic>
        <p:nvPicPr>
          <p:cNvPr id="229" name="" descr=""/>
          <p:cNvPicPr/>
          <p:nvPr/>
        </p:nvPicPr>
        <p:blipFill>
          <a:blip r:embed="rId2"/>
          <a:stretch/>
        </p:blipFill>
        <p:spPr>
          <a:xfrm>
            <a:off x="3473280" y="2843280"/>
            <a:ext cx="3851280" cy="3274920"/>
          </a:xfrm>
          <a:prstGeom prst="rect">
            <a:avLst/>
          </a:prstGeom>
          <a:noFill/>
          <a:ln w="0">
            <a:noFill/>
          </a:ln>
        </p:spPr>
      </p:pic>
    </p:spTree>
  </p:cSld>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230" name=""/>
          <p:cNvGrpSpPr/>
          <p:nvPr/>
        </p:nvGrpSpPr>
        <p:grpSpPr>
          <a:xfrm>
            <a:off x="538200" y="-7920"/>
            <a:ext cx="9456840" cy="8099280"/>
            <a:chOff x="538200" y="-7920"/>
            <a:chExt cx="9456840" cy="8099280"/>
          </a:xfrm>
        </p:grpSpPr>
        <p:sp>
          <p:nvSpPr>
            <p:cNvPr id="231"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232" name=""/>
            <p:cNvGrpSpPr/>
            <p:nvPr/>
          </p:nvGrpSpPr>
          <p:grpSpPr>
            <a:xfrm>
              <a:off x="538200" y="727200"/>
              <a:ext cx="1542960" cy="1599840"/>
              <a:chOff x="538200" y="727200"/>
              <a:chExt cx="1542960" cy="1599840"/>
            </a:xfrm>
          </p:grpSpPr>
          <p:sp>
            <p:nvSpPr>
              <p:cNvPr id="233"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234" name="" descr=""/>
              <p:cNvPicPr/>
              <p:nvPr/>
            </p:nvPicPr>
            <p:blipFill>
              <a:blip r:embed="rId1"/>
              <a:stretch/>
            </p:blipFill>
            <p:spPr>
              <a:xfrm>
                <a:off x="568440" y="779400"/>
                <a:ext cx="1430280" cy="1460520"/>
              </a:xfrm>
              <a:prstGeom prst="rect">
                <a:avLst/>
              </a:prstGeom>
              <a:noFill/>
              <a:ln w="0">
                <a:noFill/>
              </a:ln>
            </p:spPr>
          </p:pic>
          <p:sp>
            <p:nvSpPr>
              <p:cNvPr id="235"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36"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37"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238"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239"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240"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BSE Diagnostics</a:t>
            </a:r>
            <a:endParaRPr b="0" lang="en-IN" sz="4200" strike="noStrike" u="none">
              <a:solidFill>
                <a:srgbClr val="ffffff"/>
              </a:solidFill>
              <a:effectLst/>
              <a:uFillTx/>
              <a:latin typeface="Times New Roman"/>
            </a:endParaRPr>
          </a:p>
        </p:txBody>
      </p:sp>
      <p:sp>
        <p:nvSpPr>
          <p:cNvPr id="241" name=""/>
          <p:cNvSpPr/>
          <p:nvPr/>
        </p:nvSpPr>
        <p:spPr>
          <a:xfrm>
            <a:off x="1479600" y="2503440"/>
            <a:ext cx="8750160" cy="43480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No live animal test</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No preclinical test</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Need brain tissue</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Histology, IHC, WB, ELISA</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"Negatives" do not guarantee absence of infectivity </a:t>
            </a:r>
            <a:endParaRPr b="0" lang="en-IN" sz="3500" strike="noStrike" u="none">
              <a:solidFill>
                <a:srgbClr val="ffffff"/>
              </a:solidFill>
              <a:effectLst/>
              <a:uFillTx/>
              <a:latin typeface="Times New Roman"/>
            </a:endParaRPr>
          </a:p>
        </p:txBody>
      </p:sp>
    </p:spTree>
  </p:cSld>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242" name=""/>
          <p:cNvGrpSpPr/>
          <p:nvPr/>
        </p:nvGrpSpPr>
        <p:grpSpPr>
          <a:xfrm>
            <a:off x="538200" y="-7920"/>
            <a:ext cx="9456840" cy="8099280"/>
            <a:chOff x="538200" y="-7920"/>
            <a:chExt cx="9456840" cy="8099280"/>
          </a:xfrm>
        </p:grpSpPr>
        <p:sp>
          <p:nvSpPr>
            <p:cNvPr id="243"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244" name=""/>
            <p:cNvGrpSpPr/>
            <p:nvPr/>
          </p:nvGrpSpPr>
          <p:grpSpPr>
            <a:xfrm>
              <a:off x="538200" y="727200"/>
              <a:ext cx="1542960" cy="1599840"/>
              <a:chOff x="538200" y="727200"/>
              <a:chExt cx="1542960" cy="1599840"/>
            </a:xfrm>
          </p:grpSpPr>
          <p:sp>
            <p:nvSpPr>
              <p:cNvPr id="245"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246" name="" descr=""/>
              <p:cNvPicPr/>
              <p:nvPr/>
            </p:nvPicPr>
            <p:blipFill>
              <a:blip r:embed="rId1"/>
              <a:stretch/>
            </p:blipFill>
            <p:spPr>
              <a:xfrm>
                <a:off x="568440" y="779400"/>
                <a:ext cx="1430280" cy="1460520"/>
              </a:xfrm>
              <a:prstGeom prst="rect">
                <a:avLst/>
              </a:prstGeom>
              <a:noFill/>
              <a:ln w="0">
                <a:noFill/>
              </a:ln>
            </p:spPr>
          </p:pic>
          <p:sp>
            <p:nvSpPr>
              <p:cNvPr id="247"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48"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49"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250"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251"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252" name="PlaceHolder 1"/>
          <p:cNvSpPr>
            <a:spLocks noGrp="1"/>
          </p:cNvSpPr>
          <p:nvPr>
            <p:ph/>
          </p:nvPr>
        </p:nvSpPr>
        <p:spPr>
          <a:xfrm>
            <a:off x="2198520" y="850680"/>
            <a:ext cx="7831440" cy="126036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TSE Diagnostics: EU Approved</a:t>
            </a:r>
            <a:endParaRPr b="0" lang="en-IN" sz="4200" strike="noStrike" u="none">
              <a:solidFill>
                <a:srgbClr val="ffffff"/>
              </a:solidFill>
              <a:effectLst/>
              <a:uFillTx/>
              <a:latin typeface="Times New Roman"/>
            </a:endParaRPr>
          </a:p>
        </p:txBody>
      </p:sp>
      <p:sp>
        <p:nvSpPr>
          <p:cNvPr id="253" name=""/>
          <p:cNvSpPr/>
          <p:nvPr/>
        </p:nvSpPr>
        <p:spPr>
          <a:xfrm>
            <a:off x="1479600" y="2503440"/>
            <a:ext cx="8750160" cy="49816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Histology</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Standard IHC and Western Blot</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Prionics AG - modified Western Blot (8 hrs)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Enfer Ltd. - High throughput chemiluminescent ELISA (3-4 hrs)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CEA - Sandwich Immunoassay (3-4 hrs)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all require brain/clinical cases</a:t>
            </a:r>
            <a:endParaRPr b="0" lang="en-IN" sz="3500" strike="noStrike" u="none">
              <a:solidFill>
                <a:srgbClr val="ffffff"/>
              </a:solidFill>
              <a:effectLst/>
              <a:uFillTx/>
              <a:latin typeface="Times New Roman"/>
            </a:endParaRPr>
          </a:p>
        </p:txBody>
      </p:sp>
    </p:spTree>
  </p:cSld>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254" name=""/>
          <p:cNvGrpSpPr/>
          <p:nvPr/>
        </p:nvGrpSpPr>
        <p:grpSpPr>
          <a:xfrm>
            <a:off x="538200" y="-7920"/>
            <a:ext cx="9456840" cy="8099280"/>
            <a:chOff x="538200" y="-7920"/>
            <a:chExt cx="9456840" cy="8099280"/>
          </a:xfrm>
        </p:grpSpPr>
        <p:sp>
          <p:nvSpPr>
            <p:cNvPr id="255"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256" name=""/>
            <p:cNvGrpSpPr/>
            <p:nvPr/>
          </p:nvGrpSpPr>
          <p:grpSpPr>
            <a:xfrm>
              <a:off x="538200" y="727200"/>
              <a:ext cx="1542960" cy="1599840"/>
              <a:chOff x="538200" y="727200"/>
              <a:chExt cx="1542960" cy="1599840"/>
            </a:xfrm>
          </p:grpSpPr>
          <p:sp>
            <p:nvSpPr>
              <p:cNvPr id="257"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258" name="" descr=""/>
              <p:cNvPicPr/>
              <p:nvPr/>
            </p:nvPicPr>
            <p:blipFill>
              <a:blip r:embed="rId1"/>
              <a:stretch/>
            </p:blipFill>
            <p:spPr>
              <a:xfrm>
                <a:off x="568440" y="779400"/>
                <a:ext cx="1430280" cy="1460520"/>
              </a:xfrm>
              <a:prstGeom prst="rect">
                <a:avLst/>
              </a:prstGeom>
              <a:noFill/>
              <a:ln w="0">
                <a:noFill/>
              </a:ln>
            </p:spPr>
          </p:pic>
          <p:sp>
            <p:nvSpPr>
              <p:cNvPr id="259"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60"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61"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262"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263"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264" name="PlaceHolder 1"/>
          <p:cNvSpPr>
            <a:spLocks noGrp="1"/>
          </p:cNvSpPr>
          <p:nvPr>
            <p:ph/>
          </p:nvPr>
        </p:nvSpPr>
        <p:spPr>
          <a:xfrm>
            <a:off x="2215800" y="650880"/>
            <a:ext cx="7831080" cy="305280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BSE STATISTICS </a:t>
            </a: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for  GREAT BRITAIN*</a:t>
            </a: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(as of February 9, 2001)</a:t>
            </a: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4200" strike="noStrike" u="none">
              <a:solidFill>
                <a:srgbClr val="ffffff"/>
              </a:solidFill>
              <a:effectLst/>
              <a:uFillTx/>
              <a:latin typeface="Times New Roman"/>
            </a:endParaRPr>
          </a:p>
        </p:txBody>
      </p:sp>
      <p:sp>
        <p:nvSpPr>
          <p:cNvPr id="265" name=""/>
          <p:cNvSpPr/>
          <p:nvPr/>
        </p:nvSpPr>
        <p:spPr>
          <a:xfrm>
            <a:off x="2254320" y="2990880"/>
            <a:ext cx="6365880" cy="4856040"/>
          </a:xfrm>
          <a:prstGeom prst="rect">
            <a:avLst/>
          </a:prstGeom>
          <a:noFill/>
          <a:ln w="0">
            <a:noFill/>
          </a:ln>
        </p:spPr>
        <p:style>
          <a:lnRef idx="0"/>
          <a:fillRef idx="0"/>
          <a:effectRef idx="0"/>
          <a:fontRef idx="minor"/>
        </p:style>
        <p:txBody>
          <a:bodyPr lIns="0" rIns="0" tIns="0" bIns="0" anchor="t">
            <a:noAutofit/>
          </a:bodyPr>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300" strike="noStrike" u="none">
                <a:solidFill>
                  <a:srgbClr val="ffffff"/>
                </a:solidFill>
                <a:effectLst/>
                <a:uFillTx/>
                <a:latin typeface="Times New Roman"/>
              </a:rPr>
              <a:t>Total number of confirmed cases:           177,717</a:t>
            </a:r>
            <a:endParaRPr b="0" lang="en-IN" sz="2300" strike="noStrike" u="none">
              <a:solidFill>
                <a:srgbClr val="ffffff"/>
              </a:solidFill>
              <a:effectLst/>
              <a:uFillTx/>
              <a:latin typeface="Times New Roman"/>
            </a:endParaRPr>
          </a:p>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300" strike="noStrike" u="none">
                <a:solidFill>
                  <a:srgbClr val="ffffff"/>
                </a:solidFill>
                <a:effectLst/>
                <a:uFillTx/>
                <a:latin typeface="Times New Roman"/>
              </a:rPr>
              <a:t>Total number of affected herds:                35,150</a:t>
            </a:r>
            <a:endParaRPr b="0" lang="en-IN" sz="2300" strike="noStrike" u="none">
              <a:solidFill>
                <a:srgbClr val="ffffff"/>
              </a:solidFill>
              <a:effectLst/>
              <a:uFillTx/>
              <a:latin typeface="Times New Roman"/>
            </a:endParaRPr>
          </a:p>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300" strike="noStrike" u="none">
                <a:solidFill>
                  <a:srgbClr val="ffffff"/>
                </a:solidFill>
                <a:effectLst/>
                <a:uFillTx/>
                <a:latin typeface="Times New Roman"/>
              </a:rPr>
              <a:t>Proportion of dairy herds affected:            61.3%</a:t>
            </a:r>
            <a:endParaRPr b="0" lang="en-IN" sz="2300" strike="noStrike" u="none">
              <a:solidFill>
                <a:srgbClr val="ffffff"/>
              </a:solidFill>
              <a:effectLst/>
              <a:uFillTx/>
              <a:latin typeface="Times New Roman"/>
            </a:endParaRPr>
          </a:p>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300" strike="noStrike" u="none">
                <a:solidFill>
                  <a:srgbClr val="ffffff"/>
                </a:solidFill>
                <a:effectLst/>
                <a:uFillTx/>
                <a:latin typeface="Times New Roman"/>
              </a:rPr>
              <a:t>Proportion of beef suckler herds affected: 16.6%</a:t>
            </a:r>
            <a:endParaRPr b="0" lang="en-IN" sz="2300" strike="noStrike" u="none">
              <a:solidFill>
                <a:srgbClr val="ffffff"/>
              </a:solidFill>
              <a:effectLst/>
              <a:uFillTx/>
              <a:latin typeface="Times New Roman"/>
            </a:endParaRPr>
          </a:p>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300" strike="noStrike" u="none">
                <a:solidFill>
                  <a:srgbClr val="ffffff"/>
                </a:solidFill>
                <a:effectLst/>
                <a:uFillTx/>
                <a:latin typeface="Times New Roman"/>
              </a:rPr>
              <a:t>Confirmed total herd incidence:                 37.5%</a:t>
            </a:r>
            <a:endParaRPr b="0" lang="en-IN" sz="2300" strike="noStrike" u="none">
              <a:solidFill>
                <a:srgbClr val="ffffff"/>
              </a:solidFill>
              <a:effectLst/>
              <a:uFillTx/>
              <a:latin typeface="Times New Roman"/>
            </a:endParaRPr>
          </a:p>
        </p:txBody>
      </p:sp>
      <p:sp>
        <p:nvSpPr>
          <p:cNvPr id="266" name=""/>
          <p:cNvSpPr/>
          <p:nvPr/>
        </p:nvSpPr>
        <p:spPr>
          <a:xfrm>
            <a:off x="3405240" y="6253200"/>
            <a:ext cx="3019320" cy="573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1800" strike="noStrike" u="none">
                <a:solidFill>
                  <a:srgbClr val="ffe118"/>
                </a:solidFill>
                <a:effectLst/>
                <a:uFillTx/>
                <a:latin typeface="Arial"/>
              </a:rPr>
              <a:t>* England, Scotland, Wales                          </a:t>
            </a:r>
            <a:endParaRPr b="0" lang="en-IN" sz="1800" strike="noStrike" u="none">
              <a:solidFill>
                <a:srgbClr val="ffffff"/>
              </a:solidFill>
              <a:effectLst/>
              <a:uFillTx/>
              <a:latin typeface="Times New Roman"/>
            </a:endParaRPr>
          </a:p>
        </p:txBody>
      </p:sp>
    </p:spTree>
  </p:cSld>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267" name=""/>
          <p:cNvGrpSpPr/>
          <p:nvPr/>
        </p:nvGrpSpPr>
        <p:grpSpPr>
          <a:xfrm>
            <a:off x="538200" y="-7920"/>
            <a:ext cx="9456840" cy="8099280"/>
            <a:chOff x="538200" y="-7920"/>
            <a:chExt cx="9456840" cy="8099280"/>
          </a:xfrm>
        </p:grpSpPr>
        <p:sp>
          <p:nvSpPr>
            <p:cNvPr id="268"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269" name=""/>
            <p:cNvGrpSpPr/>
            <p:nvPr/>
          </p:nvGrpSpPr>
          <p:grpSpPr>
            <a:xfrm>
              <a:off x="538200" y="727200"/>
              <a:ext cx="1542960" cy="1599840"/>
              <a:chOff x="538200" y="727200"/>
              <a:chExt cx="1542960" cy="1599840"/>
            </a:xfrm>
          </p:grpSpPr>
          <p:sp>
            <p:nvSpPr>
              <p:cNvPr id="270"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271" name="" descr=""/>
              <p:cNvPicPr/>
              <p:nvPr/>
            </p:nvPicPr>
            <p:blipFill>
              <a:blip r:embed="rId1"/>
              <a:stretch/>
            </p:blipFill>
            <p:spPr>
              <a:xfrm>
                <a:off x="568440" y="779400"/>
                <a:ext cx="1430280" cy="1460520"/>
              </a:xfrm>
              <a:prstGeom prst="rect">
                <a:avLst/>
              </a:prstGeom>
              <a:noFill/>
              <a:ln w="0">
                <a:noFill/>
              </a:ln>
            </p:spPr>
          </p:pic>
          <p:sp>
            <p:nvSpPr>
              <p:cNvPr id="272"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3"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74"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275"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276"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277" name="PlaceHolder 1"/>
          <p:cNvSpPr>
            <a:spLocks noGrp="1"/>
          </p:cNvSpPr>
          <p:nvPr>
            <p:ph/>
          </p:nvPr>
        </p:nvSpPr>
        <p:spPr>
          <a:xfrm>
            <a:off x="2198520" y="253800"/>
            <a:ext cx="7831440" cy="245412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Confirmed cases of BSE in Great Britain by year of restriction (1986 - 1 December 2000)*</a:t>
            </a:r>
            <a:endParaRPr b="0" lang="en-IN" sz="4200" strike="noStrike" u="none">
              <a:solidFill>
                <a:srgbClr val="ffffff"/>
              </a:solidFill>
              <a:effectLst/>
              <a:uFillTx/>
              <a:latin typeface="Times New Roman"/>
            </a:endParaRPr>
          </a:p>
        </p:txBody>
      </p:sp>
      <p:graphicFrame>
        <p:nvGraphicFramePr>
          <p:cNvPr id="278" name=""/>
          <p:cNvGraphicFramePr/>
          <p:nvPr/>
        </p:nvGraphicFramePr>
        <p:xfrm>
          <a:off x="1509840" y="2417760"/>
          <a:ext cx="8499240" cy="5156280"/>
        </p:xfrm>
        <a:graphic>
          <a:graphicData uri="http://schemas.openxmlformats.org/presentationml/2006/ole">
            <p:oleObj r:id="rId2" spid="">
              <p:embed/>
              <p:pic>
                <p:nvPicPr>
                  <p:cNvPr id="279" name="" descr=""/>
                  <p:cNvPicPr/>
                  <p:nvPr/>
                </p:nvPicPr>
                <p:blipFill>
                  <a:blip r:embed="rId3"/>
                  <a:stretch/>
                </p:blipFill>
                <p:spPr>
                  <a:xfrm>
                    <a:off x="1509840" y="2417760"/>
                    <a:ext cx="8499240" cy="5156280"/>
                  </a:xfrm>
                  <a:prstGeom prst="rect">
                    <a:avLst/>
                  </a:prstGeom>
                  <a:noFill/>
                  <a:ln w="0">
                    <a:noFill/>
                  </a:ln>
                </p:spPr>
              </p:pic>
            </p:oleObj>
          </a:graphicData>
        </a:graphic>
      </p:graphicFrame>
      <p:sp>
        <p:nvSpPr>
          <p:cNvPr id="280" name=""/>
          <p:cNvSpPr/>
          <p:nvPr/>
        </p:nvSpPr>
        <p:spPr>
          <a:xfrm>
            <a:off x="2295360" y="7415280"/>
            <a:ext cx="6302520" cy="592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1700" strike="noStrike" u="none">
                <a:solidFill>
                  <a:srgbClr val="ffffff"/>
                </a:solidFill>
                <a:effectLst/>
                <a:uFillTx/>
                <a:latin typeface="Arial"/>
              </a:rPr>
              <a:t>*Includes 46 cases not subject to official restriction and</a:t>
            </a:r>
            <a:endParaRPr b="0" lang="en-IN" sz="17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1700" strike="noStrike" u="none">
                <a:solidFill>
                  <a:srgbClr val="ffffff"/>
                </a:solidFill>
                <a:effectLst/>
                <a:uFillTx/>
                <a:latin typeface="Arial"/>
              </a:rPr>
              <a:t>identified by proactive surveillance or at autopsy.</a:t>
            </a:r>
            <a:endParaRPr b="0" lang="en-IN" sz="1700" strike="noStrike" u="none">
              <a:solidFill>
                <a:srgbClr val="ffffff"/>
              </a:solidFill>
              <a:effectLst/>
              <a:uFillTx/>
              <a:latin typeface="Times New Roman"/>
            </a:endParaRPr>
          </a:p>
        </p:txBody>
      </p:sp>
    </p:spTree>
  </p:cSld>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281" name=""/>
          <p:cNvGrpSpPr/>
          <p:nvPr/>
        </p:nvGrpSpPr>
        <p:grpSpPr>
          <a:xfrm>
            <a:off x="538200" y="-7920"/>
            <a:ext cx="9456840" cy="8099280"/>
            <a:chOff x="538200" y="-7920"/>
            <a:chExt cx="9456840" cy="8099280"/>
          </a:xfrm>
        </p:grpSpPr>
        <p:sp>
          <p:nvSpPr>
            <p:cNvPr id="282"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283" name=""/>
            <p:cNvGrpSpPr/>
            <p:nvPr/>
          </p:nvGrpSpPr>
          <p:grpSpPr>
            <a:xfrm>
              <a:off x="538200" y="727200"/>
              <a:ext cx="1542960" cy="1599840"/>
              <a:chOff x="538200" y="727200"/>
              <a:chExt cx="1542960" cy="1599840"/>
            </a:xfrm>
          </p:grpSpPr>
          <p:sp>
            <p:nvSpPr>
              <p:cNvPr id="284"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285" name="" descr=""/>
              <p:cNvPicPr/>
              <p:nvPr/>
            </p:nvPicPr>
            <p:blipFill>
              <a:blip r:embed="rId1"/>
              <a:stretch/>
            </p:blipFill>
            <p:spPr>
              <a:xfrm>
                <a:off x="568440" y="779400"/>
                <a:ext cx="1430280" cy="1460520"/>
              </a:xfrm>
              <a:prstGeom prst="rect">
                <a:avLst/>
              </a:prstGeom>
              <a:noFill/>
              <a:ln w="0">
                <a:noFill/>
              </a:ln>
            </p:spPr>
          </p:pic>
          <p:sp>
            <p:nvSpPr>
              <p:cNvPr id="286"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87"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88"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289"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290"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291"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UK MAFF Actions</a:t>
            </a:r>
            <a:endParaRPr b="0" lang="en-IN" sz="4200" strike="noStrike" u="none">
              <a:solidFill>
                <a:srgbClr val="ffffff"/>
              </a:solidFill>
              <a:effectLst/>
              <a:uFillTx/>
              <a:latin typeface="Times New Roman"/>
            </a:endParaRPr>
          </a:p>
        </p:txBody>
      </p:sp>
      <p:sp>
        <p:nvSpPr>
          <p:cNvPr id="292" name=""/>
          <p:cNvSpPr/>
          <p:nvPr/>
        </p:nvSpPr>
        <p:spPr>
          <a:xfrm>
            <a:off x="1479600" y="2503440"/>
            <a:ext cx="8750160" cy="43480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Mammalian to food animal feed ban</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Over thirty month scheme</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Selective Cull</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Offspring Cull</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SRM/SBO bans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Beef on the bone prohibition - No longer in place</a:t>
            </a:r>
            <a:endParaRPr b="0" lang="en-IN" sz="3500" strike="noStrike" u="none">
              <a:solidFill>
                <a:srgbClr val="ffffff"/>
              </a:solidFill>
              <a:effectLst/>
              <a:uFillTx/>
              <a:latin typeface="Times New Roman"/>
            </a:endParaRPr>
          </a:p>
        </p:txBody>
      </p:sp>
    </p:spTree>
  </p:cSld>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293" name=""/>
          <p:cNvGrpSpPr/>
          <p:nvPr/>
        </p:nvGrpSpPr>
        <p:grpSpPr>
          <a:xfrm>
            <a:off x="538200" y="-7920"/>
            <a:ext cx="9456840" cy="8099280"/>
            <a:chOff x="538200" y="-7920"/>
            <a:chExt cx="9456840" cy="8099280"/>
          </a:xfrm>
        </p:grpSpPr>
        <p:sp>
          <p:nvSpPr>
            <p:cNvPr id="294"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295" name=""/>
            <p:cNvGrpSpPr/>
            <p:nvPr/>
          </p:nvGrpSpPr>
          <p:grpSpPr>
            <a:xfrm>
              <a:off x="538200" y="727200"/>
              <a:ext cx="1542960" cy="1599840"/>
              <a:chOff x="538200" y="727200"/>
              <a:chExt cx="1542960" cy="1599840"/>
            </a:xfrm>
          </p:grpSpPr>
          <p:sp>
            <p:nvSpPr>
              <p:cNvPr id="296"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297" name="" descr=""/>
              <p:cNvPicPr/>
              <p:nvPr/>
            </p:nvPicPr>
            <p:blipFill>
              <a:blip r:embed="rId1"/>
              <a:stretch/>
            </p:blipFill>
            <p:spPr>
              <a:xfrm>
                <a:off x="568440" y="779400"/>
                <a:ext cx="1430280" cy="1460520"/>
              </a:xfrm>
              <a:prstGeom prst="rect">
                <a:avLst/>
              </a:prstGeom>
              <a:noFill/>
              <a:ln w="0">
                <a:noFill/>
              </a:ln>
            </p:spPr>
          </p:pic>
          <p:sp>
            <p:nvSpPr>
              <p:cNvPr id="298"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99"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00"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301"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302"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303" name=""/>
          <p:cNvSpPr/>
          <p:nvPr/>
        </p:nvSpPr>
        <p:spPr>
          <a:xfrm>
            <a:off x="5884920" y="6399360"/>
            <a:ext cx="4184640" cy="679320"/>
          </a:xfrm>
          <a:custGeom>
            <a:avLst/>
            <a:gdLst/>
            <a:ahLst/>
            <a:rect l="l" t="t" r="r" b="b"/>
            <a:pathLst>
              <a:path w="2636" h="428">
                <a:moveTo>
                  <a:pt x="0" y="427"/>
                </a:moveTo>
                <a:lnTo>
                  <a:pt x="2635" y="427"/>
                </a:lnTo>
                <a:lnTo>
                  <a:pt x="2635" y="0"/>
                </a:lnTo>
                <a:lnTo>
                  <a:pt x="0" y="0"/>
                </a:lnTo>
                <a:lnTo>
                  <a:pt x="0" y="427"/>
                </a:lnTo>
                <a:lnTo>
                  <a:pt x="0" y="427"/>
                </a:lnTo>
              </a:path>
            </a:pathLst>
          </a:custGeom>
          <a:no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04" name="PlaceHolder 1"/>
          <p:cNvSpPr>
            <a:spLocks noGrp="1"/>
          </p:cNvSpPr>
          <p:nvPr>
            <p:ph/>
          </p:nvPr>
        </p:nvSpPr>
        <p:spPr>
          <a:xfrm>
            <a:off x="6275520" y="6498720"/>
            <a:ext cx="3573360" cy="500040"/>
          </a:xfrm>
          <a:prstGeom prst="rect">
            <a:avLst/>
          </a:prstGeom>
          <a:noFill/>
          <a:ln w="0">
            <a:noFill/>
          </a:ln>
        </p:spPr>
        <p:txBody>
          <a:bodyPr lIns="0" rIns="0" tIns="0" bIns="0" anchor="t">
            <a:normAutofit/>
          </a:bodyPr>
          <a:p>
            <a:pPr indent="0" algn="r">
              <a:lnSpc>
                <a:spcPct val="100000"/>
              </a:lnSpc>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i="1" lang="en-IN" sz="2700" strike="noStrike" u="none">
                <a:solidFill>
                  <a:srgbClr val="ffffff"/>
                </a:solidFill>
                <a:effectLst/>
                <a:uFillTx/>
                <a:latin typeface="Lydian"/>
              </a:rPr>
              <a:t>00</a:t>
            </a:r>
            <a:endParaRPr b="0" lang="en-IN" sz="2700" strike="noStrike" u="none">
              <a:solidFill>
                <a:srgbClr val="ffffff"/>
              </a:solidFill>
              <a:effectLst/>
              <a:uFillTx/>
              <a:latin typeface="Times New Roman"/>
            </a:endParaRPr>
          </a:p>
        </p:txBody>
      </p:sp>
      <p:grpSp>
        <p:nvGrpSpPr>
          <p:cNvPr id="305" name=""/>
          <p:cNvGrpSpPr/>
          <p:nvPr/>
        </p:nvGrpSpPr>
        <p:grpSpPr>
          <a:xfrm>
            <a:off x="1766880" y="5570640"/>
            <a:ext cx="8140680" cy="1528560"/>
            <a:chOff x="1766880" y="5570640"/>
            <a:chExt cx="8140680" cy="1528560"/>
          </a:xfrm>
        </p:grpSpPr>
        <p:grpSp>
          <p:nvGrpSpPr>
            <p:cNvPr id="306" name=""/>
            <p:cNvGrpSpPr/>
            <p:nvPr/>
          </p:nvGrpSpPr>
          <p:grpSpPr>
            <a:xfrm>
              <a:off x="2109960" y="5931000"/>
              <a:ext cx="7797600" cy="542880"/>
              <a:chOff x="2109960" y="5931000"/>
              <a:chExt cx="7797600" cy="542880"/>
            </a:xfrm>
          </p:grpSpPr>
          <p:sp>
            <p:nvSpPr>
              <p:cNvPr id="307" name=""/>
              <p:cNvSpPr/>
              <p:nvPr/>
            </p:nvSpPr>
            <p:spPr>
              <a:xfrm>
                <a:off x="9390240" y="5931000"/>
                <a:ext cx="517320" cy="519120"/>
              </a:xfrm>
              <a:prstGeom prst="ellipse">
                <a:avLst/>
              </a:prstGeom>
              <a:gradFill rotWithShape="0">
                <a:gsLst>
                  <a:gs pos="0">
                    <a:srgbClr val="104160"/>
                  </a:gs>
                  <a:gs pos="100000">
                    <a:srgbClr val="e0ffff"/>
                  </a:gs>
                </a:gsLst>
                <a:lin ang="13500000"/>
              </a:gra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08" name=""/>
              <p:cNvSpPr/>
              <p:nvPr/>
            </p:nvSpPr>
            <p:spPr>
              <a:xfrm flipV="1">
                <a:off x="5299200" y="5978520"/>
                <a:ext cx="44280" cy="495360"/>
              </a:xfrm>
              <a:custGeom>
                <a:avLst/>
                <a:gdLst>
                  <a:gd name="textAreaLeft" fmla="*/ 0 w 44280"/>
                  <a:gd name="textAreaRight" fmla="*/ 44640 w 44280"/>
                  <a:gd name="textAreaTop" fmla="*/ 360 h 495360"/>
                  <a:gd name="textAreaBottom" fmla="*/ 496080 h 495360"/>
                </a:gdLst>
                <a:ahLst/>
                <a:cxnLst/>
                <a:rect l="textAreaLeft" t="textAreaTop" r="textAreaRight" b="textAreaBottom"/>
                <a:pathLst>
                  <a:path w="21600" h="239865">
                    <a:moveTo>
                      <a:pt x="0" y="0"/>
                    </a:moveTo>
                    <a:arcTo wR="0" hR="0" stAng="16200000" swAng="-5400000"/>
                    <a:lnTo>
                      <a:pt x="0" y="239865"/>
                    </a:lnTo>
                    <a:arcTo wR="0" hR="0" stAng="10800000" swAng="-5400000"/>
                    <a:lnTo>
                      <a:pt x="21600" y="239865"/>
                    </a:lnTo>
                    <a:arcTo wR="0" hR="0" stAng="16200000" swAng="-5400000"/>
                    <a:lnTo>
                      <a:pt x="21600" y="0"/>
                    </a:lnTo>
                    <a:arcTo wR="0" hR="0" stAng="10800000" swAng="-5400000"/>
                    <a:close/>
                  </a:path>
                </a:pathLst>
              </a:custGeom>
              <a:solidFill>
                <a:srgbClr val="1f007f"/>
              </a:solidFill>
              <a:ln w="18360">
                <a:solidFill>
                  <a:srgbClr val="1f007f"/>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09" name=""/>
              <p:cNvSpPr/>
              <p:nvPr/>
            </p:nvSpPr>
            <p:spPr>
              <a:xfrm flipV="1">
                <a:off x="3208320" y="5978520"/>
                <a:ext cx="46080" cy="495360"/>
              </a:xfrm>
              <a:custGeom>
                <a:avLst/>
                <a:gdLst>
                  <a:gd name="textAreaLeft" fmla="*/ 0 w 46080"/>
                  <a:gd name="textAreaRight" fmla="*/ 46440 w 46080"/>
                  <a:gd name="textAreaTop" fmla="*/ 360 h 495360"/>
                  <a:gd name="textAreaBottom" fmla="*/ 496080 h 495360"/>
                </a:gdLst>
                <a:ahLst/>
                <a:cxnLst/>
                <a:rect l="textAreaLeft" t="textAreaTop" r="textAreaRight" b="textAreaBottom"/>
                <a:pathLst>
                  <a:path w="21600" h="230567">
                    <a:moveTo>
                      <a:pt x="0" y="0"/>
                    </a:moveTo>
                    <a:arcTo wR="0" hR="0" stAng="16200000" swAng="-5400000"/>
                    <a:lnTo>
                      <a:pt x="0" y="230567"/>
                    </a:lnTo>
                    <a:arcTo wR="0" hR="0" stAng="10800000" swAng="-5400000"/>
                    <a:lnTo>
                      <a:pt x="21600" y="230567"/>
                    </a:lnTo>
                    <a:arcTo wR="0" hR="0" stAng="16200000" swAng="-5400000"/>
                    <a:lnTo>
                      <a:pt x="21600" y="0"/>
                    </a:lnTo>
                    <a:arcTo wR="0" hR="0" stAng="10800000" swAng="-5400000"/>
                    <a:close/>
                  </a:path>
                </a:pathLst>
              </a:custGeom>
              <a:solidFill>
                <a:srgbClr val="1f007f"/>
              </a:solidFill>
              <a:ln w="18360">
                <a:solidFill>
                  <a:srgbClr val="1f007f"/>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10" name=""/>
              <p:cNvSpPr/>
              <p:nvPr/>
            </p:nvSpPr>
            <p:spPr>
              <a:xfrm flipV="1">
                <a:off x="3903840" y="5978520"/>
                <a:ext cx="45720" cy="495360"/>
              </a:xfrm>
              <a:custGeom>
                <a:avLst/>
                <a:gdLst>
                  <a:gd name="textAreaLeft" fmla="*/ 0 w 45720"/>
                  <a:gd name="textAreaRight" fmla="*/ 46080 w 45720"/>
                  <a:gd name="textAreaTop" fmla="*/ 360 h 495360"/>
                  <a:gd name="textAreaBottom" fmla="*/ 496080 h 495360"/>
                </a:gdLst>
                <a:ahLst/>
                <a:cxnLst/>
                <a:rect l="textAreaLeft" t="textAreaTop" r="textAreaRight" b="textAreaBottom"/>
                <a:pathLst>
                  <a:path w="21600" h="232369">
                    <a:moveTo>
                      <a:pt x="0" y="0"/>
                    </a:moveTo>
                    <a:arcTo wR="0" hR="0" stAng="16200000" swAng="-5400000"/>
                    <a:lnTo>
                      <a:pt x="0" y="232369"/>
                    </a:lnTo>
                    <a:arcTo wR="0" hR="0" stAng="10800000" swAng="-5400000"/>
                    <a:lnTo>
                      <a:pt x="21600" y="232369"/>
                    </a:lnTo>
                    <a:arcTo wR="0" hR="0" stAng="16200000" swAng="-5400000"/>
                    <a:lnTo>
                      <a:pt x="21600" y="0"/>
                    </a:lnTo>
                    <a:arcTo wR="0" hR="0" stAng="10800000" swAng="-5400000"/>
                    <a:close/>
                  </a:path>
                </a:pathLst>
              </a:custGeom>
              <a:solidFill>
                <a:srgbClr val="1f007f"/>
              </a:solidFill>
              <a:ln w="18360">
                <a:solidFill>
                  <a:srgbClr val="1f007f"/>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11" name=""/>
              <p:cNvSpPr/>
              <p:nvPr/>
            </p:nvSpPr>
            <p:spPr>
              <a:xfrm flipV="1">
                <a:off x="4600440" y="5978520"/>
                <a:ext cx="46080" cy="495360"/>
              </a:xfrm>
              <a:custGeom>
                <a:avLst/>
                <a:gdLst>
                  <a:gd name="textAreaLeft" fmla="*/ 0 w 46080"/>
                  <a:gd name="textAreaRight" fmla="*/ 46440 w 46080"/>
                  <a:gd name="textAreaTop" fmla="*/ 360 h 495360"/>
                  <a:gd name="textAreaBottom" fmla="*/ 496080 h 495360"/>
                </a:gdLst>
                <a:ahLst/>
                <a:cxnLst/>
                <a:rect l="textAreaLeft" t="textAreaTop" r="textAreaRight" b="textAreaBottom"/>
                <a:pathLst>
                  <a:path w="21600" h="230567">
                    <a:moveTo>
                      <a:pt x="0" y="0"/>
                    </a:moveTo>
                    <a:arcTo wR="0" hR="0" stAng="16200000" swAng="-5400000"/>
                    <a:lnTo>
                      <a:pt x="0" y="230567"/>
                    </a:lnTo>
                    <a:arcTo wR="0" hR="0" stAng="10800000" swAng="-5400000"/>
                    <a:lnTo>
                      <a:pt x="21600" y="230567"/>
                    </a:lnTo>
                    <a:arcTo wR="0" hR="0" stAng="16200000" swAng="-5400000"/>
                    <a:lnTo>
                      <a:pt x="21600" y="0"/>
                    </a:lnTo>
                    <a:arcTo wR="0" hR="0" stAng="10800000" swAng="-5400000"/>
                    <a:close/>
                  </a:path>
                </a:pathLst>
              </a:custGeom>
              <a:solidFill>
                <a:srgbClr val="1f007f"/>
              </a:solidFill>
              <a:ln w="18360">
                <a:solidFill>
                  <a:srgbClr val="1f007f"/>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12" name=""/>
              <p:cNvSpPr/>
              <p:nvPr/>
            </p:nvSpPr>
            <p:spPr>
              <a:xfrm flipV="1">
                <a:off x="5996160" y="5978520"/>
                <a:ext cx="44280" cy="495360"/>
              </a:xfrm>
              <a:custGeom>
                <a:avLst/>
                <a:gdLst>
                  <a:gd name="textAreaLeft" fmla="*/ 0 w 44280"/>
                  <a:gd name="textAreaRight" fmla="*/ 44640 w 44280"/>
                  <a:gd name="textAreaTop" fmla="*/ 360 h 495360"/>
                  <a:gd name="textAreaBottom" fmla="*/ 496080 h 495360"/>
                </a:gdLst>
                <a:ahLst/>
                <a:cxnLst/>
                <a:rect l="textAreaLeft" t="textAreaTop" r="textAreaRight" b="textAreaBottom"/>
                <a:pathLst>
                  <a:path w="21600" h="239865">
                    <a:moveTo>
                      <a:pt x="0" y="0"/>
                    </a:moveTo>
                    <a:arcTo wR="0" hR="0" stAng="16200000" swAng="-5400000"/>
                    <a:lnTo>
                      <a:pt x="0" y="239865"/>
                    </a:lnTo>
                    <a:arcTo wR="0" hR="0" stAng="10800000" swAng="-5400000"/>
                    <a:lnTo>
                      <a:pt x="21600" y="239865"/>
                    </a:lnTo>
                    <a:arcTo wR="0" hR="0" stAng="16200000" swAng="-5400000"/>
                    <a:lnTo>
                      <a:pt x="21600" y="0"/>
                    </a:lnTo>
                    <a:arcTo wR="0" hR="0" stAng="10800000" swAng="-5400000"/>
                    <a:close/>
                  </a:path>
                </a:pathLst>
              </a:custGeom>
              <a:solidFill>
                <a:srgbClr val="1f007f"/>
              </a:solidFill>
              <a:ln w="18360">
                <a:solidFill>
                  <a:srgbClr val="1f007f"/>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13" name=""/>
              <p:cNvSpPr/>
              <p:nvPr/>
            </p:nvSpPr>
            <p:spPr>
              <a:xfrm flipV="1">
                <a:off x="6694560" y="5978520"/>
                <a:ext cx="42840" cy="495360"/>
              </a:xfrm>
              <a:custGeom>
                <a:avLst/>
                <a:gdLst>
                  <a:gd name="textAreaLeft" fmla="*/ 0 w 42840"/>
                  <a:gd name="textAreaRight" fmla="*/ 43200 w 42840"/>
                  <a:gd name="textAreaTop" fmla="*/ 360 h 495360"/>
                  <a:gd name="textAreaBottom" fmla="*/ 496080 h 495360"/>
                </a:gdLst>
                <a:ahLst/>
                <a:cxnLst/>
                <a:rect l="textAreaLeft" t="textAreaTop" r="textAreaRight" b="textAreaBottom"/>
                <a:pathLst>
                  <a:path w="21600" h="247860">
                    <a:moveTo>
                      <a:pt x="0" y="0"/>
                    </a:moveTo>
                    <a:arcTo wR="0" hR="0" stAng="16200000" swAng="-5400000"/>
                    <a:lnTo>
                      <a:pt x="0" y="247860"/>
                    </a:lnTo>
                    <a:arcTo wR="0" hR="0" stAng="10800000" swAng="-5400000"/>
                    <a:lnTo>
                      <a:pt x="21600" y="247860"/>
                    </a:lnTo>
                    <a:arcTo wR="0" hR="0" stAng="16200000" swAng="-5400000"/>
                    <a:lnTo>
                      <a:pt x="21600" y="0"/>
                    </a:lnTo>
                    <a:arcTo wR="0" hR="0" stAng="10800000" swAng="-5400000"/>
                    <a:close/>
                  </a:path>
                </a:pathLst>
              </a:custGeom>
              <a:solidFill>
                <a:srgbClr val="1f007f"/>
              </a:solidFill>
              <a:ln w="18360">
                <a:solidFill>
                  <a:srgbClr val="1f007f"/>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14" name=""/>
              <p:cNvSpPr/>
              <p:nvPr/>
            </p:nvSpPr>
            <p:spPr>
              <a:xfrm flipV="1">
                <a:off x="7389720" y="5978520"/>
                <a:ext cx="44640" cy="495360"/>
              </a:xfrm>
              <a:custGeom>
                <a:avLst/>
                <a:gdLst>
                  <a:gd name="textAreaLeft" fmla="*/ 0 w 44640"/>
                  <a:gd name="textAreaRight" fmla="*/ 45000 w 44640"/>
                  <a:gd name="textAreaTop" fmla="*/ 360 h 495360"/>
                  <a:gd name="textAreaBottom" fmla="*/ 496080 h 495360"/>
                </a:gdLst>
                <a:ahLst/>
                <a:cxnLst/>
                <a:rect l="textAreaLeft" t="textAreaTop" r="textAreaRight" b="textAreaBottom"/>
                <a:pathLst>
                  <a:path w="21600" h="237946">
                    <a:moveTo>
                      <a:pt x="0" y="0"/>
                    </a:moveTo>
                    <a:arcTo wR="0" hR="0" stAng="16200000" swAng="-5400000"/>
                    <a:lnTo>
                      <a:pt x="0" y="237946"/>
                    </a:lnTo>
                    <a:arcTo wR="0" hR="0" stAng="10800000" swAng="-5400000"/>
                    <a:lnTo>
                      <a:pt x="21600" y="237946"/>
                    </a:lnTo>
                    <a:arcTo wR="0" hR="0" stAng="16200000" swAng="-5400000"/>
                    <a:lnTo>
                      <a:pt x="21600" y="0"/>
                    </a:lnTo>
                    <a:arcTo wR="0" hR="0" stAng="10800000" swAng="-5400000"/>
                    <a:close/>
                  </a:path>
                </a:pathLst>
              </a:custGeom>
              <a:solidFill>
                <a:srgbClr val="1f007f"/>
              </a:solidFill>
              <a:ln w="18360">
                <a:solidFill>
                  <a:srgbClr val="1f007f"/>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15" name=""/>
              <p:cNvSpPr/>
              <p:nvPr/>
            </p:nvSpPr>
            <p:spPr>
              <a:xfrm flipV="1">
                <a:off x="8783640" y="5978520"/>
                <a:ext cx="46080" cy="495360"/>
              </a:xfrm>
              <a:custGeom>
                <a:avLst/>
                <a:gdLst>
                  <a:gd name="textAreaLeft" fmla="*/ 0 w 46080"/>
                  <a:gd name="textAreaRight" fmla="*/ 46440 w 46080"/>
                  <a:gd name="textAreaTop" fmla="*/ 360 h 495360"/>
                  <a:gd name="textAreaBottom" fmla="*/ 496080 h 495360"/>
                </a:gdLst>
                <a:ahLst/>
                <a:cxnLst/>
                <a:rect l="textAreaLeft" t="textAreaTop" r="textAreaRight" b="textAreaBottom"/>
                <a:pathLst>
                  <a:path w="21600" h="230567">
                    <a:moveTo>
                      <a:pt x="0" y="0"/>
                    </a:moveTo>
                    <a:arcTo wR="0" hR="0" stAng="16200000" swAng="-5400000"/>
                    <a:lnTo>
                      <a:pt x="0" y="230567"/>
                    </a:lnTo>
                    <a:arcTo wR="0" hR="0" stAng="10800000" swAng="-5400000"/>
                    <a:lnTo>
                      <a:pt x="21600" y="230567"/>
                    </a:lnTo>
                    <a:arcTo wR="0" hR="0" stAng="16200000" swAng="-5400000"/>
                    <a:lnTo>
                      <a:pt x="21600" y="0"/>
                    </a:lnTo>
                    <a:arcTo wR="0" hR="0" stAng="10800000" swAng="-5400000"/>
                    <a:close/>
                  </a:path>
                </a:pathLst>
              </a:custGeom>
              <a:solidFill>
                <a:srgbClr val="1f007f"/>
              </a:solidFill>
              <a:ln w="18360">
                <a:solidFill>
                  <a:srgbClr val="1f007f"/>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16" name=""/>
              <p:cNvSpPr/>
              <p:nvPr/>
            </p:nvSpPr>
            <p:spPr>
              <a:xfrm flipV="1">
                <a:off x="8086680" y="5978520"/>
                <a:ext cx="46080" cy="495360"/>
              </a:xfrm>
              <a:custGeom>
                <a:avLst/>
                <a:gdLst>
                  <a:gd name="textAreaLeft" fmla="*/ 0 w 46080"/>
                  <a:gd name="textAreaRight" fmla="*/ 46440 w 46080"/>
                  <a:gd name="textAreaTop" fmla="*/ 360 h 495360"/>
                  <a:gd name="textAreaBottom" fmla="*/ 496080 h 495360"/>
                </a:gdLst>
                <a:ahLst/>
                <a:cxnLst/>
                <a:rect l="textAreaLeft" t="textAreaTop" r="textAreaRight" b="textAreaBottom"/>
                <a:pathLst>
                  <a:path w="21600" h="230567">
                    <a:moveTo>
                      <a:pt x="0" y="0"/>
                    </a:moveTo>
                    <a:arcTo wR="0" hR="0" stAng="16200000" swAng="-5400000"/>
                    <a:lnTo>
                      <a:pt x="0" y="230567"/>
                    </a:lnTo>
                    <a:arcTo wR="0" hR="0" stAng="10800000" swAng="-5400000"/>
                    <a:lnTo>
                      <a:pt x="21600" y="230567"/>
                    </a:lnTo>
                    <a:arcTo wR="0" hR="0" stAng="16200000" swAng="-5400000"/>
                    <a:lnTo>
                      <a:pt x="21600" y="0"/>
                    </a:lnTo>
                    <a:arcTo wR="0" hR="0" stAng="10800000" swAng="-5400000"/>
                    <a:close/>
                  </a:path>
                </a:pathLst>
              </a:custGeom>
              <a:solidFill>
                <a:srgbClr val="1f007f"/>
              </a:solidFill>
              <a:ln w="18360">
                <a:solidFill>
                  <a:srgbClr val="1f007f"/>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17" name=""/>
              <p:cNvSpPr/>
              <p:nvPr/>
            </p:nvSpPr>
            <p:spPr>
              <a:xfrm>
                <a:off x="2109960" y="5931000"/>
                <a:ext cx="520560" cy="519120"/>
              </a:xfrm>
              <a:prstGeom prst="ellipse">
                <a:avLst/>
              </a:prstGeom>
              <a:gradFill rotWithShape="0">
                <a:gsLst>
                  <a:gs pos="0">
                    <a:srgbClr val="104160"/>
                  </a:gs>
                  <a:gs pos="100000">
                    <a:srgbClr val="e0ffff"/>
                  </a:gs>
                </a:gsLst>
                <a:lin ang="13500000"/>
              </a:gra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18" name=""/>
              <p:cNvSpPr/>
              <p:nvPr/>
            </p:nvSpPr>
            <p:spPr>
              <a:xfrm flipV="1">
                <a:off x="2494080" y="6203880"/>
                <a:ext cx="7024680" cy="138240"/>
              </a:xfrm>
              <a:prstGeom prst="roundRect">
                <a:avLst>
                  <a:gd name="adj" fmla="val 0"/>
                </a:avLst>
              </a:prstGeom>
              <a:solidFill>
                <a:srgbClr val="004041"/>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19" name=""/>
              <p:cNvSpPr/>
              <p:nvPr/>
            </p:nvSpPr>
            <p:spPr>
              <a:xfrm flipV="1">
                <a:off x="2494080" y="6090480"/>
                <a:ext cx="7024680" cy="141480"/>
              </a:xfrm>
              <a:prstGeom prst="roundRect">
                <a:avLst>
                  <a:gd name="adj" fmla="val 0"/>
                </a:avLst>
              </a:prstGeom>
              <a:solidFill>
                <a:srgbClr val="c0e1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20" name=""/>
              <p:cNvSpPr/>
              <p:nvPr/>
            </p:nvSpPr>
            <p:spPr>
              <a:xfrm flipV="1">
                <a:off x="5276880" y="5952960"/>
                <a:ext cx="42840" cy="500400"/>
              </a:xfrm>
              <a:custGeom>
                <a:avLst/>
                <a:gdLst>
                  <a:gd name="textAreaLeft" fmla="*/ 0 w 42840"/>
                  <a:gd name="textAreaRight" fmla="*/ 43200 w 42840"/>
                  <a:gd name="textAreaTop" fmla="*/ 360 h 500400"/>
                  <a:gd name="textAreaBottom" fmla="*/ 501120 h 500400"/>
                </a:gdLst>
                <a:ahLst/>
                <a:cxnLst/>
                <a:rect l="textAreaLeft" t="textAreaTop" r="textAreaRight" b="textAreaBottom"/>
                <a:pathLst>
                  <a:path w="21600" h="250380">
                    <a:moveTo>
                      <a:pt x="0" y="0"/>
                    </a:moveTo>
                    <a:arcTo wR="0" hR="0" stAng="16200000" swAng="-5400000"/>
                    <a:lnTo>
                      <a:pt x="0" y="250380"/>
                    </a:lnTo>
                    <a:arcTo wR="0" hR="0" stAng="10800000" swAng="-5400000"/>
                    <a:lnTo>
                      <a:pt x="21600" y="250380"/>
                    </a:lnTo>
                    <a:arcTo wR="0" hR="0" stAng="16200000" swAng="-5400000"/>
                    <a:lnTo>
                      <a:pt x="21600" y="0"/>
                    </a:lnTo>
                    <a:arcTo wR="0" hR="0" stAng="10800000" swAng="-5400000"/>
                    <a:close/>
                  </a:path>
                </a:pathLst>
              </a:custGeom>
              <a:solidFill>
                <a:srgbClr val="ffbf18"/>
              </a:solidFill>
              <a:ln w="18360">
                <a:solidFill>
                  <a:srgbClr val="ffbf18"/>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21" name=""/>
              <p:cNvSpPr/>
              <p:nvPr/>
            </p:nvSpPr>
            <p:spPr>
              <a:xfrm flipV="1">
                <a:off x="3184560" y="5952960"/>
                <a:ext cx="46080" cy="500400"/>
              </a:xfrm>
              <a:custGeom>
                <a:avLst/>
                <a:gdLst>
                  <a:gd name="textAreaLeft" fmla="*/ 0 w 46080"/>
                  <a:gd name="textAreaRight" fmla="*/ 46440 w 46080"/>
                  <a:gd name="textAreaTop" fmla="*/ 360 h 500400"/>
                  <a:gd name="textAreaBottom" fmla="*/ 501120 h 500400"/>
                </a:gdLst>
                <a:ahLst/>
                <a:cxnLst/>
                <a:rect l="textAreaLeft" t="textAreaTop" r="textAreaRight" b="textAreaBottom"/>
                <a:pathLst>
                  <a:path w="21600" h="232912">
                    <a:moveTo>
                      <a:pt x="0" y="0"/>
                    </a:moveTo>
                    <a:arcTo wR="0" hR="0" stAng="16200000" swAng="-5400000"/>
                    <a:lnTo>
                      <a:pt x="0" y="232912"/>
                    </a:lnTo>
                    <a:arcTo wR="0" hR="0" stAng="10800000" swAng="-5400000"/>
                    <a:lnTo>
                      <a:pt x="21600" y="232912"/>
                    </a:lnTo>
                    <a:arcTo wR="0" hR="0" stAng="16200000" swAng="-5400000"/>
                    <a:lnTo>
                      <a:pt x="21600" y="0"/>
                    </a:lnTo>
                    <a:arcTo wR="0" hR="0" stAng="10800000" swAng="-5400000"/>
                    <a:close/>
                  </a:path>
                </a:pathLst>
              </a:custGeom>
              <a:solidFill>
                <a:srgbClr val="ffbf18"/>
              </a:solidFill>
              <a:ln w="18360">
                <a:solidFill>
                  <a:srgbClr val="ffbf18"/>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22" name=""/>
              <p:cNvSpPr/>
              <p:nvPr/>
            </p:nvSpPr>
            <p:spPr>
              <a:xfrm flipV="1">
                <a:off x="3881520" y="5952960"/>
                <a:ext cx="46080" cy="500400"/>
              </a:xfrm>
              <a:custGeom>
                <a:avLst/>
                <a:gdLst>
                  <a:gd name="textAreaLeft" fmla="*/ 0 w 46080"/>
                  <a:gd name="textAreaRight" fmla="*/ 46440 w 46080"/>
                  <a:gd name="textAreaTop" fmla="*/ 360 h 500400"/>
                  <a:gd name="textAreaBottom" fmla="*/ 501120 h 500400"/>
                </a:gdLst>
                <a:ahLst/>
                <a:cxnLst/>
                <a:rect l="textAreaLeft" t="textAreaTop" r="textAreaRight" b="textAreaBottom"/>
                <a:pathLst>
                  <a:path w="21600" h="232912">
                    <a:moveTo>
                      <a:pt x="0" y="0"/>
                    </a:moveTo>
                    <a:arcTo wR="0" hR="0" stAng="16200000" swAng="-5400000"/>
                    <a:lnTo>
                      <a:pt x="0" y="232912"/>
                    </a:lnTo>
                    <a:arcTo wR="0" hR="0" stAng="10800000" swAng="-5400000"/>
                    <a:lnTo>
                      <a:pt x="21600" y="232912"/>
                    </a:lnTo>
                    <a:arcTo wR="0" hR="0" stAng="16200000" swAng="-5400000"/>
                    <a:lnTo>
                      <a:pt x="21600" y="0"/>
                    </a:lnTo>
                    <a:arcTo wR="0" hR="0" stAng="10800000" swAng="-5400000"/>
                    <a:close/>
                  </a:path>
                </a:pathLst>
              </a:custGeom>
              <a:solidFill>
                <a:srgbClr val="ffbf18"/>
              </a:solidFill>
              <a:ln w="18360">
                <a:solidFill>
                  <a:srgbClr val="ffbf18"/>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23" name=""/>
              <p:cNvSpPr/>
              <p:nvPr/>
            </p:nvSpPr>
            <p:spPr>
              <a:xfrm flipV="1">
                <a:off x="4578480" y="5952960"/>
                <a:ext cx="46080" cy="500400"/>
              </a:xfrm>
              <a:custGeom>
                <a:avLst/>
                <a:gdLst>
                  <a:gd name="textAreaLeft" fmla="*/ 0 w 46080"/>
                  <a:gd name="textAreaRight" fmla="*/ 46440 w 46080"/>
                  <a:gd name="textAreaTop" fmla="*/ 360 h 500400"/>
                  <a:gd name="textAreaBottom" fmla="*/ 501120 h 500400"/>
                </a:gdLst>
                <a:ahLst/>
                <a:cxnLst/>
                <a:rect l="textAreaLeft" t="textAreaTop" r="textAreaRight" b="textAreaBottom"/>
                <a:pathLst>
                  <a:path w="21600" h="232912">
                    <a:moveTo>
                      <a:pt x="0" y="0"/>
                    </a:moveTo>
                    <a:arcTo wR="0" hR="0" stAng="16200000" swAng="-5400000"/>
                    <a:lnTo>
                      <a:pt x="0" y="232912"/>
                    </a:lnTo>
                    <a:arcTo wR="0" hR="0" stAng="10800000" swAng="-5400000"/>
                    <a:lnTo>
                      <a:pt x="21600" y="232912"/>
                    </a:lnTo>
                    <a:arcTo wR="0" hR="0" stAng="16200000" swAng="-5400000"/>
                    <a:lnTo>
                      <a:pt x="21600" y="0"/>
                    </a:lnTo>
                    <a:arcTo wR="0" hR="0" stAng="10800000" swAng="-5400000"/>
                    <a:close/>
                  </a:path>
                </a:pathLst>
              </a:custGeom>
              <a:solidFill>
                <a:srgbClr val="ffbf18"/>
              </a:solidFill>
              <a:ln w="18360">
                <a:solidFill>
                  <a:srgbClr val="ffbf18"/>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24" name=""/>
              <p:cNvSpPr/>
              <p:nvPr/>
            </p:nvSpPr>
            <p:spPr>
              <a:xfrm flipV="1">
                <a:off x="5972040" y="5952960"/>
                <a:ext cx="46080" cy="500400"/>
              </a:xfrm>
              <a:custGeom>
                <a:avLst/>
                <a:gdLst>
                  <a:gd name="textAreaLeft" fmla="*/ 0 w 46080"/>
                  <a:gd name="textAreaRight" fmla="*/ 46440 w 46080"/>
                  <a:gd name="textAreaTop" fmla="*/ 360 h 500400"/>
                  <a:gd name="textAreaBottom" fmla="*/ 501120 h 500400"/>
                </a:gdLst>
                <a:ahLst/>
                <a:cxnLst/>
                <a:rect l="textAreaLeft" t="textAreaTop" r="textAreaRight" b="textAreaBottom"/>
                <a:pathLst>
                  <a:path w="21600" h="232912">
                    <a:moveTo>
                      <a:pt x="0" y="0"/>
                    </a:moveTo>
                    <a:arcTo wR="0" hR="0" stAng="16200000" swAng="-5400000"/>
                    <a:lnTo>
                      <a:pt x="0" y="232912"/>
                    </a:lnTo>
                    <a:arcTo wR="0" hR="0" stAng="10800000" swAng="-5400000"/>
                    <a:lnTo>
                      <a:pt x="21600" y="232912"/>
                    </a:lnTo>
                    <a:arcTo wR="0" hR="0" stAng="16200000" swAng="-5400000"/>
                    <a:lnTo>
                      <a:pt x="21600" y="0"/>
                    </a:lnTo>
                    <a:arcTo wR="0" hR="0" stAng="10800000" swAng="-5400000"/>
                    <a:close/>
                  </a:path>
                </a:pathLst>
              </a:custGeom>
              <a:solidFill>
                <a:srgbClr val="ffbf18"/>
              </a:solidFill>
              <a:ln w="18360">
                <a:solidFill>
                  <a:srgbClr val="ffbf18"/>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25" name=""/>
              <p:cNvSpPr/>
              <p:nvPr/>
            </p:nvSpPr>
            <p:spPr>
              <a:xfrm flipV="1">
                <a:off x="6670800" y="5952960"/>
                <a:ext cx="44280" cy="500400"/>
              </a:xfrm>
              <a:custGeom>
                <a:avLst/>
                <a:gdLst>
                  <a:gd name="textAreaLeft" fmla="*/ 0 w 44280"/>
                  <a:gd name="textAreaRight" fmla="*/ 44640 w 44280"/>
                  <a:gd name="textAreaTop" fmla="*/ 360 h 500400"/>
                  <a:gd name="textAreaBottom" fmla="*/ 501120 h 500400"/>
                </a:gdLst>
                <a:ahLst/>
                <a:cxnLst/>
                <a:rect l="textAreaLeft" t="textAreaTop" r="textAreaRight" b="textAreaBottom"/>
                <a:pathLst>
                  <a:path w="21600" h="242303">
                    <a:moveTo>
                      <a:pt x="0" y="0"/>
                    </a:moveTo>
                    <a:arcTo wR="0" hR="0" stAng="16200000" swAng="-5400000"/>
                    <a:lnTo>
                      <a:pt x="0" y="242303"/>
                    </a:lnTo>
                    <a:arcTo wR="0" hR="0" stAng="10800000" swAng="-5400000"/>
                    <a:lnTo>
                      <a:pt x="21600" y="242303"/>
                    </a:lnTo>
                    <a:arcTo wR="0" hR="0" stAng="16200000" swAng="-5400000"/>
                    <a:lnTo>
                      <a:pt x="21600" y="0"/>
                    </a:lnTo>
                    <a:arcTo wR="0" hR="0" stAng="10800000" swAng="-5400000"/>
                    <a:close/>
                  </a:path>
                </a:pathLst>
              </a:custGeom>
              <a:solidFill>
                <a:srgbClr val="ffbf18"/>
              </a:solidFill>
              <a:ln w="18360">
                <a:solidFill>
                  <a:srgbClr val="ffbf18"/>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26" name=""/>
              <p:cNvSpPr/>
              <p:nvPr/>
            </p:nvSpPr>
            <p:spPr>
              <a:xfrm flipV="1">
                <a:off x="7365960" y="5952960"/>
                <a:ext cx="47520" cy="500400"/>
              </a:xfrm>
              <a:custGeom>
                <a:avLst/>
                <a:gdLst>
                  <a:gd name="textAreaLeft" fmla="*/ 0 w 47520"/>
                  <a:gd name="textAreaRight" fmla="*/ 47880 w 47520"/>
                  <a:gd name="textAreaTop" fmla="*/ 360 h 500400"/>
                  <a:gd name="textAreaBottom" fmla="*/ 501120 h 500400"/>
                </a:gdLst>
                <a:ahLst/>
                <a:cxnLst/>
                <a:rect l="textAreaLeft" t="textAreaTop" r="textAreaRight" b="textAreaBottom"/>
                <a:pathLst>
                  <a:path w="21600" h="225907">
                    <a:moveTo>
                      <a:pt x="0" y="0"/>
                    </a:moveTo>
                    <a:arcTo wR="0" hR="0" stAng="16200000" swAng="-5400000"/>
                    <a:lnTo>
                      <a:pt x="0" y="225907"/>
                    </a:lnTo>
                    <a:arcTo wR="0" hR="0" stAng="10800000" swAng="-5400000"/>
                    <a:lnTo>
                      <a:pt x="21600" y="225907"/>
                    </a:lnTo>
                    <a:arcTo wR="0" hR="0" stAng="16200000" swAng="-5400000"/>
                    <a:lnTo>
                      <a:pt x="21600" y="0"/>
                    </a:lnTo>
                    <a:arcTo wR="0" hR="0" stAng="10800000" swAng="-5400000"/>
                    <a:close/>
                  </a:path>
                </a:pathLst>
              </a:custGeom>
              <a:solidFill>
                <a:srgbClr val="ffbf18"/>
              </a:solidFill>
              <a:ln w="18360">
                <a:solidFill>
                  <a:srgbClr val="ffbf18"/>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27" name=""/>
              <p:cNvSpPr/>
              <p:nvPr/>
            </p:nvSpPr>
            <p:spPr>
              <a:xfrm flipV="1">
                <a:off x="8759880" y="5952960"/>
                <a:ext cx="46080" cy="500400"/>
              </a:xfrm>
              <a:custGeom>
                <a:avLst/>
                <a:gdLst>
                  <a:gd name="textAreaLeft" fmla="*/ 0 w 46080"/>
                  <a:gd name="textAreaRight" fmla="*/ 46440 w 46080"/>
                  <a:gd name="textAreaTop" fmla="*/ 360 h 500400"/>
                  <a:gd name="textAreaBottom" fmla="*/ 501120 h 500400"/>
                </a:gdLst>
                <a:ahLst/>
                <a:cxnLst/>
                <a:rect l="textAreaLeft" t="textAreaTop" r="textAreaRight" b="textAreaBottom"/>
                <a:pathLst>
                  <a:path w="21600" h="232912">
                    <a:moveTo>
                      <a:pt x="0" y="0"/>
                    </a:moveTo>
                    <a:arcTo wR="0" hR="0" stAng="16200000" swAng="-5400000"/>
                    <a:lnTo>
                      <a:pt x="0" y="232912"/>
                    </a:lnTo>
                    <a:arcTo wR="0" hR="0" stAng="10800000" swAng="-5400000"/>
                    <a:lnTo>
                      <a:pt x="21600" y="232912"/>
                    </a:lnTo>
                    <a:arcTo wR="0" hR="0" stAng="16200000" swAng="-5400000"/>
                    <a:lnTo>
                      <a:pt x="21600" y="0"/>
                    </a:lnTo>
                    <a:arcTo wR="0" hR="0" stAng="10800000" swAng="-5400000"/>
                    <a:close/>
                  </a:path>
                </a:pathLst>
              </a:custGeom>
              <a:solidFill>
                <a:srgbClr val="ffbf18"/>
              </a:solidFill>
              <a:ln w="18360">
                <a:solidFill>
                  <a:srgbClr val="ffbf18"/>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28" name=""/>
              <p:cNvSpPr/>
              <p:nvPr/>
            </p:nvSpPr>
            <p:spPr>
              <a:xfrm flipV="1">
                <a:off x="8064360" y="5952960"/>
                <a:ext cx="44640" cy="500400"/>
              </a:xfrm>
              <a:custGeom>
                <a:avLst/>
                <a:gdLst>
                  <a:gd name="textAreaLeft" fmla="*/ 0 w 44640"/>
                  <a:gd name="textAreaRight" fmla="*/ 45000 w 44640"/>
                  <a:gd name="textAreaTop" fmla="*/ 0 h 500400"/>
                  <a:gd name="textAreaBottom" fmla="*/ 500400 h 500400"/>
                </a:gdLst>
                <a:ahLst/>
                <a:cxnLst/>
                <a:rect l="textAreaLeft" t="textAreaTop" r="textAreaRight" b="textAreaBottom"/>
                <a:pathLst>
                  <a:path w="21600" h="240365">
                    <a:moveTo>
                      <a:pt x="0" y="0"/>
                    </a:moveTo>
                    <a:arcTo wR="0" hR="0" stAng="16200000" swAng="-5400000"/>
                    <a:lnTo>
                      <a:pt x="0" y="240365"/>
                    </a:lnTo>
                    <a:arcTo wR="0" hR="0" stAng="10800000" swAng="-5400000"/>
                    <a:lnTo>
                      <a:pt x="21600" y="240365"/>
                    </a:lnTo>
                    <a:arcTo wR="0" hR="0" stAng="16200000" swAng="-5400000"/>
                    <a:lnTo>
                      <a:pt x="21600" y="0"/>
                    </a:lnTo>
                    <a:arcTo wR="0" hR="0" stAng="10800000" swAng="-5400000"/>
                    <a:close/>
                  </a:path>
                </a:pathLst>
              </a:custGeom>
              <a:solidFill>
                <a:srgbClr val="ffbf18"/>
              </a:solidFill>
              <a:ln w="18360">
                <a:solidFill>
                  <a:srgbClr val="ffbf18"/>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29" name=""/>
              <p:cNvSpPr/>
              <p:nvPr/>
            </p:nvSpPr>
            <p:spPr>
              <a:xfrm flipV="1">
                <a:off x="2494080" y="6134040"/>
                <a:ext cx="7024680" cy="130320"/>
              </a:xfrm>
              <a:prstGeom prst="roundRect">
                <a:avLst>
                  <a:gd name="adj" fmla="val 0"/>
                </a:avLst>
              </a:prstGeom>
              <a:gradFill rotWithShape="0">
                <a:gsLst>
                  <a:gs pos="0">
                    <a:srgbClr val="0082bf"/>
                  </a:gs>
                  <a:gs pos="50000">
                    <a:srgbClr val="ffffff"/>
                  </a:gs>
                  <a:gs pos="100000">
                    <a:srgbClr val="0082bf"/>
                  </a:gs>
                </a:gsLst>
                <a:lin ang="10800000"/>
              </a:gra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grpSp>
          <p:nvGrpSpPr>
            <p:cNvPr id="330" name=""/>
            <p:cNvGrpSpPr/>
            <p:nvPr/>
          </p:nvGrpSpPr>
          <p:grpSpPr>
            <a:xfrm>
              <a:off x="1766880" y="6416640"/>
              <a:ext cx="4390920" cy="682560"/>
              <a:chOff x="1766880" y="6416640"/>
              <a:chExt cx="4390920" cy="682560"/>
            </a:xfrm>
          </p:grpSpPr>
          <p:sp>
            <p:nvSpPr>
              <p:cNvPr id="331" name=""/>
              <p:cNvSpPr/>
              <p:nvPr/>
            </p:nvSpPr>
            <p:spPr>
              <a:xfrm>
                <a:off x="1766880" y="6416640"/>
                <a:ext cx="4390920" cy="682560"/>
              </a:xfrm>
              <a:custGeom>
                <a:avLst/>
                <a:gdLst/>
                <a:ahLst/>
                <a:rect l="l" t="t" r="r" b="b"/>
                <a:pathLst>
                  <a:path w="2766" h="430">
                    <a:moveTo>
                      <a:pt x="0" y="429"/>
                    </a:moveTo>
                    <a:lnTo>
                      <a:pt x="2765" y="429"/>
                    </a:lnTo>
                    <a:lnTo>
                      <a:pt x="2765" y="0"/>
                    </a:lnTo>
                    <a:lnTo>
                      <a:pt x="0" y="0"/>
                    </a:lnTo>
                    <a:lnTo>
                      <a:pt x="0" y="429"/>
                    </a:lnTo>
                    <a:lnTo>
                      <a:pt x="0" y="429"/>
                    </a:lnTo>
                  </a:path>
                </a:pathLst>
              </a:custGeom>
              <a:no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32" name=""/>
              <p:cNvSpPr/>
              <p:nvPr/>
            </p:nvSpPr>
            <p:spPr>
              <a:xfrm>
                <a:off x="2176560" y="6518160"/>
                <a:ext cx="3749400" cy="501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i="1" lang="en-IN" sz="2700" strike="noStrike" u="none">
                    <a:solidFill>
                      <a:srgbClr val="ffffff"/>
                    </a:solidFill>
                    <a:effectLst/>
                    <a:uFillTx/>
                    <a:latin typeface="Lydian"/>
                  </a:rPr>
                  <a:t>86</a:t>
                </a:r>
                <a:endParaRPr b="0" lang="en-IN" sz="2700" strike="noStrike" u="none">
                  <a:solidFill>
                    <a:srgbClr val="ffffff"/>
                  </a:solidFill>
                  <a:effectLst/>
                  <a:uFillTx/>
                  <a:latin typeface="Times New Roman"/>
                </a:endParaRPr>
              </a:p>
            </p:txBody>
          </p:sp>
        </p:grpSp>
        <p:sp>
          <p:nvSpPr>
            <p:cNvPr id="333" name=""/>
            <p:cNvSpPr/>
            <p:nvPr/>
          </p:nvSpPr>
          <p:spPr>
            <a:xfrm>
              <a:off x="3641760" y="5570640"/>
              <a:ext cx="544320" cy="272880"/>
            </a:xfrm>
            <a:custGeom>
              <a:avLst/>
              <a:gdLst/>
              <a:ahLst/>
              <a:rect l="l" t="t" r="r" b="b"/>
              <a:pathLst>
                <a:path w="343" h="172">
                  <a:moveTo>
                    <a:pt x="171" y="171"/>
                  </a:moveTo>
                  <a:lnTo>
                    <a:pt x="0" y="0"/>
                  </a:lnTo>
                  <a:lnTo>
                    <a:pt x="342" y="0"/>
                  </a:lnTo>
                  <a:lnTo>
                    <a:pt x="171" y="171"/>
                  </a:lnTo>
                  <a:lnTo>
                    <a:pt x="171" y="171"/>
                  </a:lnTo>
                </a:path>
              </a:pathLst>
            </a:custGeom>
            <a:solidFill>
              <a:srgbClr val="ffe118"/>
            </a:solidFill>
            <a:ln w="18360">
              <a:solidFill>
                <a:srgbClr val="e26200"/>
              </a:solidFill>
              <a:round/>
            </a:ln>
            <a:effectLst>
              <a:outerShdw dist="112005" dir="2700000" blurRad="0" rotWithShape="0">
                <a:srgbClr val="404040"/>
              </a:outerShdw>
            </a:effectLst>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334" name=""/>
          <p:cNvSpPr/>
          <p:nvPr/>
        </p:nvSpPr>
        <p:spPr>
          <a:xfrm>
            <a:off x="3068640" y="6508800"/>
            <a:ext cx="412920" cy="420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600" strike="noStrike" u="none">
                <a:solidFill>
                  <a:srgbClr val="ffffff"/>
                </a:solidFill>
                <a:effectLst/>
                <a:uFillTx/>
                <a:latin typeface="Arial"/>
              </a:rPr>
              <a:t>90</a:t>
            </a:r>
            <a:endParaRPr b="0" lang="en-IN" sz="2600" strike="noStrike" u="none">
              <a:solidFill>
                <a:srgbClr val="ffffff"/>
              </a:solidFill>
              <a:effectLst/>
              <a:uFillTx/>
              <a:latin typeface="Times New Roman"/>
            </a:endParaRPr>
          </a:p>
        </p:txBody>
      </p:sp>
      <p:sp>
        <p:nvSpPr>
          <p:cNvPr id="335" name=""/>
          <p:cNvSpPr/>
          <p:nvPr/>
        </p:nvSpPr>
        <p:spPr>
          <a:xfrm flipV="1">
            <a:off x="2998800" y="5671800"/>
            <a:ext cx="0" cy="447480"/>
          </a:xfrm>
          <a:prstGeom prst="line">
            <a:avLst/>
          </a:prstGeom>
          <a:ln w="3168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36" name=""/>
          <p:cNvSpPr/>
          <p:nvPr/>
        </p:nvSpPr>
        <p:spPr>
          <a:xfrm>
            <a:off x="2021040" y="5207040"/>
            <a:ext cx="1006200" cy="3808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400" strike="noStrike" u="none">
                <a:solidFill>
                  <a:srgbClr val="ffffff"/>
                </a:solidFill>
                <a:effectLst/>
                <a:uFillTx/>
                <a:latin typeface="Arial"/>
              </a:rPr>
              <a:t>Ireland</a:t>
            </a:r>
            <a:endParaRPr b="0" lang="en-IN" sz="2400" strike="noStrike" u="none">
              <a:solidFill>
                <a:srgbClr val="ffffff"/>
              </a:solidFill>
              <a:effectLst/>
              <a:uFillTx/>
              <a:latin typeface="Times New Roman"/>
            </a:endParaRPr>
          </a:p>
        </p:txBody>
      </p:sp>
      <p:sp>
        <p:nvSpPr>
          <p:cNvPr id="337" name=""/>
          <p:cNvSpPr/>
          <p:nvPr/>
        </p:nvSpPr>
        <p:spPr>
          <a:xfrm flipV="1">
            <a:off x="3191040" y="5019840"/>
            <a:ext cx="0" cy="933120"/>
          </a:xfrm>
          <a:prstGeom prst="line">
            <a:avLst/>
          </a:prstGeom>
          <a:ln w="3168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38" name=""/>
          <p:cNvSpPr/>
          <p:nvPr/>
        </p:nvSpPr>
        <p:spPr>
          <a:xfrm>
            <a:off x="1955880" y="4208400"/>
            <a:ext cx="1598400" cy="7524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200" strike="noStrike" u="none">
                <a:solidFill>
                  <a:srgbClr val="ffffff"/>
                </a:solidFill>
                <a:effectLst/>
                <a:uFillTx/>
                <a:latin typeface="Arial"/>
              </a:rPr>
              <a:t>Portugal</a:t>
            </a:r>
            <a:endParaRPr b="0" lang="en-IN" sz="22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200" strike="noStrike" u="none">
                <a:solidFill>
                  <a:srgbClr val="ffffff"/>
                </a:solidFill>
                <a:effectLst/>
                <a:uFillTx/>
                <a:latin typeface="Arial"/>
              </a:rPr>
              <a:t>Switzerland</a:t>
            </a:r>
            <a:endParaRPr b="0" lang="en-IN" sz="2200" strike="noStrike" u="none">
              <a:solidFill>
                <a:srgbClr val="ffffff"/>
              </a:solidFill>
              <a:effectLst/>
              <a:uFillTx/>
              <a:latin typeface="Times New Roman"/>
            </a:endParaRPr>
          </a:p>
        </p:txBody>
      </p:sp>
      <p:sp>
        <p:nvSpPr>
          <p:cNvPr id="339" name=""/>
          <p:cNvSpPr/>
          <p:nvPr/>
        </p:nvSpPr>
        <p:spPr>
          <a:xfrm flipV="1">
            <a:off x="3765600" y="5416200"/>
            <a:ext cx="0" cy="676440"/>
          </a:xfrm>
          <a:prstGeom prst="line">
            <a:avLst/>
          </a:prstGeom>
          <a:ln w="3168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0" name=""/>
          <p:cNvSpPr/>
          <p:nvPr/>
        </p:nvSpPr>
        <p:spPr>
          <a:xfrm>
            <a:off x="3605040" y="4911840"/>
            <a:ext cx="966960" cy="357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200" strike="noStrike" u="none">
                <a:solidFill>
                  <a:srgbClr val="ffffff"/>
                </a:solidFill>
                <a:effectLst/>
                <a:uFillTx/>
                <a:latin typeface="Arial"/>
              </a:rPr>
              <a:t>France</a:t>
            </a:r>
            <a:endParaRPr b="0" lang="en-IN" sz="2200" strike="noStrike" u="none">
              <a:solidFill>
                <a:srgbClr val="ffffff"/>
              </a:solidFill>
              <a:effectLst/>
              <a:uFillTx/>
              <a:latin typeface="Times New Roman"/>
            </a:endParaRPr>
          </a:p>
        </p:txBody>
      </p:sp>
      <p:sp>
        <p:nvSpPr>
          <p:cNvPr id="341" name=""/>
          <p:cNvSpPr/>
          <p:nvPr/>
        </p:nvSpPr>
        <p:spPr>
          <a:xfrm>
            <a:off x="5100480" y="6523200"/>
            <a:ext cx="412920" cy="4190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600" strike="noStrike" u="none">
                <a:solidFill>
                  <a:srgbClr val="ffffff"/>
                </a:solidFill>
                <a:effectLst/>
                <a:uFillTx/>
                <a:latin typeface="Arial"/>
              </a:rPr>
              <a:t>94</a:t>
            </a:r>
            <a:endParaRPr b="0" lang="en-IN" sz="2600" strike="noStrike" u="none">
              <a:solidFill>
                <a:srgbClr val="ffffff"/>
              </a:solidFill>
              <a:effectLst/>
              <a:uFillTx/>
              <a:latin typeface="Times New Roman"/>
            </a:endParaRPr>
          </a:p>
        </p:txBody>
      </p:sp>
      <p:sp>
        <p:nvSpPr>
          <p:cNvPr id="342" name=""/>
          <p:cNvSpPr/>
          <p:nvPr/>
        </p:nvSpPr>
        <p:spPr>
          <a:xfrm>
            <a:off x="7147080" y="6548400"/>
            <a:ext cx="412560" cy="4190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600" strike="noStrike" u="none">
                <a:solidFill>
                  <a:srgbClr val="ffffff"/>
                </a:solidFill>
                <a:effectLst/>
                <a:uFillTx/>
                <a:latin typeface="Arial"/>
              </a:rPr>
              <a:t>97</a:t>
            </a:r>
            <a:endParaRPr b="0" lang="en-IN" sz="2600" strike="noStrike" u="none">
              <a:solidFill>
                <a:srgbClr val="ffffff"/>
              </a:solidFill>
              <a:effectLst/>
              <a:uFillTx/>
              <a:latin typeface="Times New Roman"/>
            </a:endParaRPr>
          </a:p>
        </p:txBody>
      </p:sp>
      <p:sp>
        <p:nvSpPr>
          <p:cNvPr id="343" name=""/>
          <p:cNvSpPr/>
          <p:nvPr/>
        </p:nvSpPr>
        <p:spPr>
          <a:xfrm flipV="1">
            <a:off x="7381800" y="5630400"/>
            <a:ext cx="0" cy="306360"/>
          </a:xfrm>
          <a:prstGeom prst="line">
            <a:avLst/>
          </a:prstGeom>
          <a:ln w="3168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4" name=""/>
          <p:cNvSpPr/>
          <p:nvPr/>
        </p:nvSpPr>
        <p:spPr>
          <a:xfrm>
            <a:off x="6380280" y="4381560"/>
            <a:ext cx="1719000" cy="11509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200" strike="noStrike" u="none">
                <a:solidFill>
                  <a:srgbClr val="ffffff"/>
                </a:solidFill>
                <a:effectLst/>
                <a:uFillTx/>
                <a:latin typeface="Arial"/>
              </a:rPr>
              <a:t>Netherlands</a:t>
            </a:r>
            <a:endParaRPr b="0" lang="en-IN" sz="22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200" strike="noStrike" u="none">
                <a:solidFill>
                  <a:srgbClr val="ffffff"/>
                </a:solidFill>
                <a:effectLst/>
                <a:uFillTx/>
                <a:latin typeface="Arial"/>
              </a:rPr>
              <a:t>Belgium</a:t>
            </a:r>
            <a:endParaRPr b="0" lang="en-IN" sz="22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200" strike="noStrike" u="none">
                <a:solidFill>
                  <a:srgbClr val="ffffff"/>
                </a:solidFill>
                <a:effectLst/>
                <a:uFillTx/>
                <a:latin typeface="Arial"/>
              </a:rPr>
              <a:t>Luxembourg</a:t>
            </a:r>
            <a:endParaRPr b="0" lang="en-IN" sz="2200" strike="noStrike" u="none">
              <a:solidFill>
                <a:srgbClr val="ffffff"/>
              </a:solidFill>
              <a:effectLst/>
              <a:uFillTx/>
              <a:latin typeface="Times New Roman"/>
            </a:endParaRPr>
          </a:p>
        </p:txBody>
      </p:sp>
      <p:sp>
        <p:nvSpPr>
          <p:cNvPr id="345" name=""/>
          <p:cNvSpPr/>
          <p:nvPr/>
        </p:nvSpPr>
        <p:spPr>
          <a:xfrm flipV="1">
            <a:off x="9286920" y="5416560"/>
            <a:ext cx="0" cy="690480"/>
          </a:xfrm>
          <a:prstGeom prst="line">
            <a:avLst/>
          </a:prstGeom>
          <a:ln w="3168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6" name=""/>
          <p:cNvSpPr/>
          <p:nvPr/>
        </p:nvSpPr>
        <p:spPr>
          <a:xfrm>
            <a:off x="8450280" y="4199040"/>
            <a:ext cx="1274760" cy="1158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200" strike="noStrike" u="none">
                <a:solidFill>
                  <a:srgbClr val="ffffff"/>
                </a:solidFill>
                <a:effectLst/>
                <a:uFillTx/>
                <a:latin typeface="Arial"/>
              </a:rPr>
              <a:t>Denmark</a:t>
            </a:r>
            <a:endParaRPr b="0" lang="en-IN" sz="22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200" strike="noStrike" u="none">
                <a:solidFill>
                  <a:srgbClr val="ffffff"/>
                </a:solidFill>
                <a:effectLst/>
                <a:uFillTx/>
                <a:latin typeface="Arial"/>
              </a:rPr>
              <a:t>Germany</a:t>
            </a:r>
            <a:endParaRPr b="0" lang="en-IN" sz="22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200" strike="noStrike" u="none">
                <a:solidFill>
                  <a:srgbClr val="ffffff"/>
                </a:solidFill>
                <a:effectLst/>
                <a:uFillTx/>
                <a:latin typeface="Arial"/>
              </a:rPr>
              <a:t>Spain</a:t>
            </a:r>
            <a:endParaRPr b="0" lang="en-IN" sz="2200" strike="noStrike" u="none">
              <a:solidFill>
                <a:srgbClr val="ffffff"/>
              </a:solidFill>
              <a:effectLst/>
              <a:uFillTx/>
              <a:latin typeface="Times New Roman"/>
            </a:endParaRPr>
          </a:p>
        </p:txBody>
      </p:sp>
      <p:sp>
        <p:nvSpPr>
          <p:cNvPr id="347" name=""/>
          <p:cNvSpPr/>
          <p:nvPr/>
        </p:nvSpPr>
        <p:spPr>
          <a:xfrm flipV="1">
            <a:off x="9566280" y="5632560"/>
            <a:ext cx="0" cy="372960"/>
          </a:xfrm>
          <a:prstGeom prst="line">
            <a:avLst/>
          </a:prstGeom>
          <a:ln w="3168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8" name=""/>
          <p:cNvSpPr/>
          <p:nvPr/>
        </p:nvSpPr>
        <p:spPr>
          <a:xfrm>
            <a:off x="9421920" y="5256360"/>
            <a:ext cx="571320" cy="357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200" strike="noStrike" u="none">
                <a:solidFill>
                  <a:srgbClr val="ffffff"/>
                </a:solidFill>
                <a:effectLst/>
                <a:uFillTx/>
                <a:latin typeface="Arial"/>
              </a:rPr>
              <a:t>Italy</a:t>
            </a:r>
            <a:endParaRPr b="0" lang="en-IN" sz="2200" strike="noStrike" u="none">
              <a:solidFill>
                <a:srgbClr val="ffffff"/>
              </a:solidFill>
              <a:effectLst/>
              <a:uFillTx/>
              <a:latin typeface="Times New Roman"/>
            </a:endParaRPr>
          </a:p>
        </p:txBody>
      </p:sp>
      <p:sp>
        <p:nvSpPr>
          <p:cNvPr id="349" name=""/>
          <p:cNvSpPr/>
          <p:nvPr/>
        </p:nvSpPr>
        <p:spPr>
          <a:xfrm>
            <a:off x="2793960" y="1627200"/>
            <a:ext cx="4905360" cy="2692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1900" strike="noStrike" u="none">
                <a:solidFill>
                  <a:srgbClr val="ffff00"/>
                </a:solidFill>
                <a:effectLst/>
                <a:uFillTx/>
                <a:latin typeface="Arial"/>
              </a:rPr>
              <a:t>Total number of cases (3-12-01)</a:t>
            </a:r>
            <a:endParaRPr b="0" lang="en-IN" sz="19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1900" strike="noStrike" u="none">
                <a:solidFill>
                  <a:srgbClr val="ffff00"/>
                </a:solidFill>
                <a:effectLst/>
                <a:uFillTx/>
                <a:latin typeface="Arial"/>
              </a:rPr>
              <a:t>UK &gt;180,000        Belgium - 23</a:t>
            </a:r>
            <a:endParaRPr b="0" lang="en-IN" sz="19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1900" strike="noStrike" u="none">
                <a:solidFill>
                  <a:srgbClr val="ffff00"/>
                </a:solidFill>
                <a:effectLst/>
                <a:uFillTx/>
                <a:latin typeface="Arial"/>
              </a:rPr>
              <a:t>Ireland -653          Spain - 32       Italy - 4</a:t>
            </a:r>
            <a:endParaRPr b="0" lang="en-IN" sz="19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1900" strike="noStrike" u="none">
                <a:solidFill>
                  <a:srgbClr val="ffff00"/>
                </a:solidFill>
                <a:effectLst/>
                <a:uFillTx/>
                <a:latin typeface="Arial"/>
              </a:rPr>
              <a:t>Portugal - 528       Netherlands - 13</a:t>
            </a:r>
            <a:endParaRPr b="0" lang="en-IN" sz="19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1900" strike="noStrike" u="none">
                <a:solidFill>
                  <a:srgbClr val="ffff00"/>
                </a:solidFill>
                <a:effectLst/>
                <a:uFillTx/>
                <a:latin typeface="Arial"/>
              </a:rPr>
              <a:t>Switzerland - 370  Liechtenstein - 2</a:t>
            </a:r>
            <a:endParaRPr b="0" lang="en-IN" sz="19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1900" strike="noStrike" u="none">
                <a:solidFill>
                  <a:srgbClr val="ffff00"/>
                </a:solidFill>
                <a:effectLst/>
                <a:uFillTx/>
                <a:latin typeface="Arial"/>
              </a:rPr>
              <a:t>France - 279         Denmark - 2</a:t>
            </a:r>
            <a:endParaRPr b="0" lang="en-IN" sz="19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1900" strike="noStrike" u="none">
                <a:solidFill>
                  <a:srgbClr val="ffff00"/>
                </a:solidFill>
                <a:effectLst/>
                <a:uFillTx/>
                <a:latin typeface="Arial"/>
              </a:rPr>
              <a:t>Germany - 44        Luxembourg - 1</a:t>
            </a:r>
            <a:endParaRPr b="0" lang="en-IN" sz="1900" strike="noStrike" u="none">
              <a:solidFill>
                <a:srgbClr val="ffffff"/>
              </a:solidFill>
              <a:effectLst/>
              <a:uFillTx/>
              <a:latin typeface="Times New Roman"/>
            </a:endParaRPr>
          </a:p>
        </p:txBody>
      </p:sp>
      <p:sp>
        <p:nvSpPr>
          <p:cNvPr id="350" name=""/>
          <p:cNvSpPr/>
          <p:nvPr/>
        </p:nvSpPr>
        <p:spPr>
          <a:xfrm>
            <a:off x="2081160" y="615960"/>
            <a:ext cx="7829640" cy="946080"/>
          </a:xfrm>
          <a:prstGeom prst="rect">
            <a:avLst/>
          </a:prstGeom>
          <a:noFill/>
          <a:ln w="0">
            <a:noFill/>
          </a:ln>
        </p:spPr>
        <p:style>
          <a:lnRef idx="0"/>
          <a:fillRef idx="0"/>
          <a:effectRef idx="0"/>
          <a:fontRef idx="minor"/>
        </p:style>
        <p:txBody>
          <a:bodyPr lIns="0" rIns="0" tIns="0" bIns="0" anchor="ctr">
            <a:noAutofit/>
          </a:bodyPr>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First cases of BSE</a:t>
            </a:r>
            <a:endParaRPr b="0" lang="en-IN" sz="4200" strike="noStrike" u="none">
              <a:solidFill>
                <a:srgbClr val="ffffff"/>
              </a:solidFill>
              <a:effectLst/>
              <a:uFillTx/>
              <a:latin typeface="Times New Roman"/>
            </a:endParaRPr>
          </a:p>
        </p:txBody>
      </p:sp>
    </p:spTree>
  </p:cSld>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351" name=""/>
          <p:cNvGrpSpPr/>
          <p:nvPr/>
        </p:nvGrpSpPr>
        <p:grpSpPr>
          <a:xfrm>
            <a:off x="538200" y="-7920"/>
            <a:ext cx="9456840" cy="8099280"/>
            <a:chOff x="538200" y="-7920"/>
            <a:chExt cx="9456840" cy="8099280"/>
          </a:xfrm>
        </p:grpSpPr>
        <p:sp>
          <p:nvSpPr>
            <p:cNvPr id="352"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353" name=""/>
            <p:cNvGrpSpPr/>
            <p:nvPr/>
          </p:nvGrpSpPr>
          <p:grpSpPr>
            <a:xfrm>
              <a:off x="538200" y="727200"/>
              <a:ext cx="1542960" cy="1599840"/>
              <a:chOff x="538200" y="727200"/>
              <a:chExt cx="1542960" cy="1599840"/>
            </a:xfrm>
          </p:grpSpPr>
          <p:sp>
            <p:nvSpPr>
              <p:cNvPr id="354"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355" name="" descr=""/>
              <p:cNvPicPr/>
              <p:nvPr/>
            </p:nvPicPr>
            <p:blipFill>
              <a:blip r:embed="rId1"/>
              <a:stretch/>
            </p:blipFill>
            <p:spPr>
              <a:xfrm>
                <a:off x="568440" y="779400"/>
                <a:ext cx="1430280" cy="1460520"/>
              </a:xfrm>
              <a:prstGeom prst="rect">
                <a:avLst/>
              </a:prstGeom>
              <a:noFill/>
              <a:ln w="0">
                <a:noFill/>
              </a:ln>
            </p:spPr>
          </p:pic>
          <p:sp>
            <p:nvSpPr>
              <p:cNvPr id="356"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7"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58"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359"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360"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361"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BSE Incidence Rate (per million cattle &gt; 2 yrs)</a:t>
            </a:r>
            <a:endParaRPr b="0" lang="en-IN" sz="4200" strike="noStrike" u="none">
              <a:solidFill>
                <a:srgbClr val="ffffff"/>
              </a:solidFill>
              <a:effectLst/>
              <a:uFillTx/>
              <a:latin typeface="Times New Roman"/>
            </a:endParaRPr>
          </a:p>
        </p:txBody>
      </p:sp>
      <p:sp>
        <p:nvSpPr>
          <p:cNvPr id="362" name=""/>
          <p:cNvSpPr/>
          <p:nvPr/>
        </p:nvSpPr>
        <p:spPr>
          <a:xfrm>
            <a:off x="2603520" y="2909880"/>
            <a:ext cx="5857920" cy="59612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600" strike="noStrike" u="none">
                <a:solidFill>
                  <a:srgbClr val="ffffff"/>
                </a:solidFill>
                <a:effectLst/>
                <a:uFillTx/>
                <a:latin typeface="Arial"/>
              </a:rPr>
              <a:t>                                     </a:t>
            </a:r>
            <a:r>
              <a:rPr b="0" lang="en-IN" sz="2600" strike="noStrike" u="sng">
                <a:solidFill>
                  <a:srgbClr val="ffffff"/>
                </a:solidFill>
                <a:effectLst/>
                <a:uFillTx/>
                <a:latin typeface="Arial"/>
              </a:rPr>
              <a:t>98</a:t>
            </a:r>
            <a:r>
              <a:rPr b="0" lang="en-IN" sz="2600" strike="noStrike" u="none">
                <a:solidFill>
                  <a:srgbClr val="ffffff"/>
                </a:solidFill>
                <a:effectLst/>
                <a:uFillTx/>
                <a:latin typeface="Arial"/>
              </a:rPr>
              <a:t>           </a:t>
            </a:r>
            <a:r>
              <a:rPr b="0" lang="en-IN" sz="2600" strike="noStrike" u="sng">
                <a:solidFill>
                  <a:srgbClr val="ffffff"/>
                </a:solidFill>
                <a:effectLst/>
                <a:uFillTx/>
                <a:latin typeface="Arial"/>
              </a:rPr>
              <a:t>99</a:t>
            </a:r>
            <a:endParaRPr b="0" lang="en-IN" sz="26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600" strike="noStrike" u="none">
                <a:solidFill>
                  <a:srgbClr val="ffffff"/>
                </a:solidFill>
                <a:effectLst/>
                <a:uFillTx/>
                <a:latin typeface="Arial"/>
              </a:rPr>
              <a:t>United Kingdom            596         422</a:t>
            </a:r>
            <a:endParaRPr b="0" lang="en-IN" sz="26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600" strike="noStrike" u="none">
                <a:solidFill>
                  <a:srgbClr val="ffffff"/>
                </a:solidFill>
                <a:effectLst/>
                <a:uFillTx/>
                <a:latin typeface="Arial"/>
              </a:rPr>
              <a:t>Portugal                        147         236</a:t>
            </a:r>
            <a:endParaRPr b="0" lang="en-IN" sz="26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600" strike="noStrike" u="none">
                <a:solidFill>
                  <a:srgbClr val="ffffff"/>
                </a:solidFill>
                <a:effectLst/>
                <a:uFillTx/>
                <a:latin typeface="Arial"/>
              </a:rPr>
              <a:t>Switzerland                     16           53</a:t>
            </a:r>
            <a:endParaRPr b="0" lang="en-IN" sz="26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600" strike="noStrike" u="none">
                <a:solidFill>
                  <a:srgbClr val="ffffff"/>
                </a:solidFill>
                <a:effectLst/>
                <a:uFillTx/>
                <a:latin typeface="Arial"/>
              </a:rPr>
              <a:t>Ireland                             22           27</a:t>
            </a:r>
            <a:endParaRPr b="0" lang="en-IN" sz="26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600" strike="noStrike" u="none">
                <a:solidFill>
                  <a:srgbClr val="ffffff"/>
                </a:solidFill>
                <a:effectLst/>
                <a:uFillTx/>
                <a:latin typeface="Arial"/>
              </a:rPr>
              <a:t>France                              2             3</a:t>
            </a:r>
            <a:endParaRPr b="0" lang="en-IN" sz="26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600" strike="noStrike" u="none">
                <a:solidFill>
                  <a:srgbClr val="ffffff"/>
                </a:solidFill>
                <a:effectLst/>
                <a:uFillTx/>
                <a:latin typeface="Arial"/>
              </a:rPr>
              <a:t>Belgium                            4             2</a:t>
            </a:r>
            <a:endParaRPr b="0" lang="en-IN" sz="26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600" strike="noStrike" u="none">
                <a:solidFill>
                  <a:srgbClr val="ffffff"/>
                </a:solidFill>
                <a:effectLst/>
                <a:uFillTx/>
                <a:latin typeface="Arial"/>
              </a:rPr>
              <a:t>Netherlands                      1             1</a:t>
            </a:r>
            <a:endParaRPr b="0" lang="en-IN" sz="2600" strike="noStrike" u="none">
              <a:solidFill>
                <a:srgbClr val="ffffff"/>
              </a:solidFill>
              <a:effectLst/>
              <a:uFillTx/>
              <a:latin typeface="Times New Roman"/>
            </a:endParaRPr>
          </a:p>
        </p:txBody>
      </p:sp>
    </p:spTree>
  </p:cSld>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363" name=""/>
          <p:cNvGrpSpPr/>
          <p:nvPr/>
        </p:nvGrpSpPr>
        <p:grpSpPr>
          <a:xfrm>
            <a:off x="538200" y="-7920"/>
            <a:ext cx="9456840" cy="8099280"/>
            <a:chOff x="538200" y="-7920"/>
            <a:chExt cx="9456840" cy="8099280"/>
          </a:xfrm>
        </p:grpSpPr>
        <p:sp>
          <p:nvSpPr>
            <p:cNvPr id="364"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365" name=""/>
            <p:cNvGrpSpPr/>
            <p:nvPr/>
          </p:nvGrpSpPr>
          <p:grpSpPr>
            <a:xfrm>
              <a:off x="538200" y="727200"/>
              <a:ext cx="1542960" cy="1599840"/>
              <a:chOff x="538200" y="727200"/>
              <a:chExt cx="1542960" cy="1599840"/>
            </a:xfrm>
          </p:grpSpPr>
          <p:sp>
            <p:nvSpPr>
              <p:cNvPr id="366"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367" name="" descr=""/>
              <p:cNvPicPr/>
              <p:nvPr/>
            </p:nvPicPr>
            <p:blipFill>
              <a:blip r:embed="rId1"/>
              <a:stretch/>
            </p:blipFill>
            <p:spPr>
              <a:xfrm>
                <a:off x="568440" y="779400"/>
                <a:ext cx="1430280" cy="1460520"/>
              </a:xfrm>
              <a:prstGeom prst="rect">
                <a:avLst/>
              </a:prstGeom>
              <a:noFill/>
              <a:ln w="0">
                <a:noFill/>
              </a:ln>
            </p:spPr>
          </p:pic>
          <p:sp>
            <p:nvSpPr>
              <p:cNvPr id="368"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69"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70"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371"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372"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373"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BSE: Control Measures in EU</a:t>
            </a:r>
            <a:endParaRPr b="0" lang="en-IN" sz="4200" strike="noStrike" u="none">
              <a:solidFill>
                <a:srgbClr val="ffffff"/>
              </a:solidFill>
              <a:effectLst/>
              <a:uFillTx/>
              <a:latin typeface="Times New Roman"/>
            </a:endParaRPr>
          </a:p>
        </p:txBody>
      </p:sp>
      <p:sp>
        <p:nvSpPr>
          <p:cNvPr id="374" name=""/>
          <p:cNvSpPr/>
          <p:nvPr/>
        </p:nvSpPr>
        <p:spPr>
          <a:xfrm>
            <a:off x="1479600" y="2503440"/>
            <a:ext cx="8750160" cy="43480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SRM bans on sheep, goats, cattle (Oct 2000)</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Prohibit feeding of most processed animal proteins (excluded fish meal) to farmed animals (Jan 2001)</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test of all cattle &gt;30months at slaughter (if cannot test destroy) (Jan 2001)</a:t>
            </a:r>
            <a:endParaRPr b="0" lang="en-IN" sz="3500" strike="noStrike" u="none">
              <a:solidFill>
                <a:srgbClr val="ffffff"/>
              </a:solidFill>
              <a:effectLst/>
              <a:uFillTx/>
              <a:latin typeface="Times New Roman"/>
            </a:endParaRPr>
          </a:p>
        </p:txBody>
      </p:sp>
    </p:spTree>
  </p:cSld>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375" name=""/>
          <p:cNvGrpSpPr/>
          <p:nvPr/>
        </p:nvGrpSpPr>
        <p:grpSpPr>
          <a:xfrm>
            <a:off x="538200" y="-7920"/>
            <a:ext cx="9456840" cy="8099280"/>
            <a:chOff x="538200" y="-7920"/>
            <a:chExt cx="9456840" cy="8099280"/>
          </a:xfrm>
        </p:grpSpPr>
        <p:sp>
          <p:nvSpPr>
            <p:cNvPr id="376"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377" name=""/>
            <p:cNvGrpSpPr/>
            <p:nvPr/>
          </p:nvGrpSpPr>
          <p:grpSpPr>
            <a:xfrm>
              <a:off x="538200" y="727200"/>
              <a:ext cx="1542960" cy="1599840"/>
              <a:chOff x="538200" y="727200"/>
              <a:chExt cx="1542960" cy="1599840"/>
            </a:xfrm>
          </p:grpSpPr>
          <p:sp>
            <p:nvSpPr>
              <p:cNvPr id="378"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379" name="" descr=""/>
              <p:cNvPicPr/>
              <p:nvPr/>
            </p:nvPicPr>
            <p:blipFill>
              <a:blip r:embed="rId1"/>
              <a:stretch/>
            </p:blipFill>
            <p:spPr>
              <a:xfrm>
                <a:off x="568440" y="779400"/>
                <a:ext cx="1430280" cy="1460520"/>
              </a:xfrm>
              <a:prstGeom prst="rect">
                <a:avLst/>
              </a:prstGeom>
              <a:noFill/>
              <a:ln w="0">
                <a:noFill/>
              </a:ln>
            </p:spPr>
          </p:pic>
          <p:sp>
            <p:nvSpPr>
              <p:cNvPr id="380"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81"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82"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383"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384"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385"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EU BSE Surveillance</a:t>
            </a:r>
            <a:endParaRPr b="0" lang="en-IN" sz="4200" strike="noStrike" u="none">
              <a:solidFill>
                <a:srgbClr val="ffffff"/>
              </a:solidFill>
              <a:effectLst/>
              <a:uFillTx/>
              <a:latin typeface="Times New Roman"/>
            </a:endParaRPr>
          </a:p>
        </p:txBody>
      </p:sp>
      <p:sp>
        <p:nvSpPr>
          <p:cNvPr id="386" name=""/>
          <p:cNvSpPr/>
          <p:nvPr/>
        </p:nvSpPr>
        <p:spPr>
          <a:xfrm>
            <a:off x="1479600" y="2503440"/>
            <a:ext cx="8750160" cy="49816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CNS cases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Fallen stock and emergency slaughter</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herdmates of positive cases in some countries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all bovines to slaughter &gt; 30 months of age or older </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Negative doesn't guarantee lack of  infectivity</a:t>
            </a:r>
            <a:endParaRPr b="0" lang="en-IN" sz="3500" strike="noStrike" u="none">
              <a:solidFill>
                <a:srgbClr val="ffffff"/>
              </a:solidFill>
              <a:effectLst/>
              <a:uFillTx/>
              <a:latin typeface="Times New Roman"/>
            </a:endParaRPr>
          </a:p>
        </p:txBody>
      </p:sp>
    </p:spTree>
  </p:cSld>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387" name=""/>
          <p:cNvGrpSpPr/>
          <p:nvPr/>
        </p:nvGrpSpPr>
        <p:grpSpPr>
          <a:xfrm>
            <a:off x="538200" y="-7920"/>
            <a:ext cx="9456840" cy="8099280"/>
            <a:chOff x="538200" y="-7920"/>
            <a:chExt cx="9456840" cy="8099280"/>
          </a:xfrm>
        </p:grpSpPr>
        <p:sp>
          <p:nvSpPr>
            <p:cNvPr id="388"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389" name=""/>
            <p:cNvGrpSpPr/>
            <p:nvPr/>
          </p:nvGrpSpPr>
          <p:grpSpPr>
            <a:xfrm>
              <a:off x="538200" y="727200"/>
              <a:ext cx="1542960" cy="1599840"/>
              <a:chOff x="538200" y="727200"/>
              <a:chExt cx="1542960" cy="1599840"/>
            </a:xfrm>
          </p:grpSpPr>
          <p:sp>
            <p:nvSpPr>
              <p:cNvPr id="390"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391" name="" descr=""/>
              <p:cNvPicPr/>
              <p:nvPr/>
            </p:nvPicPr>
            <p:blipFill>
              <a:blip r:embed="rId1"/>
              <a:stretch/>
            </p:blipFill>
            <p:spPr>
              <a:xfrm>
                <a:off x="568440" y="779400"/>
                <a:ext cx="1430280" cy="1460520"/>
              </a:xfrm>
              <a:prstGeom prst="rect">
                <a:avLst/>
              </a:prstGeom>
              <a:noFill/>
              <a:ln w="0">
                <a:noFill/>
              </a:ln>
            </p:spPr>
          </p:pic>
          <p:sp>
            <p:nvSpPr>
              <p:cNvPr id="392"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93"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94"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395"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396"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397" name="PlaceHolder 1"/>
          <p:cNvSpPr>
            <a:spLocks noGrp="1"/>
          </p:cNvSpPr>
          <p:nvPr>
            <p:ph/>
          </p:nvPr>
        </p:nvSpPr>
        <p:spPr>
          <a:xfrm>
            <a:off x="2198520" y="850680"/>
            <a:ext cx="7831440" cy="126036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BSE: Comparison of surveillance</a:t>
            </a:r>
            <a:endParaRPr b="0" lang="en-IN" sz="4200" strike="noStrike" u="none">
              <a:solidFill>
                <a:srgbClr val="ffffff"/>
              </a:solidFill>
              <a:effectLst/>
              <a:uFillTx/>
              <a:latin typeface="Times New Roman"/>
            </a:endParaRPr>
          </a:p>
        </p:txBody>
      </p:sp>
      <p:sp>
        <p:nvSpPr>
          <p:cNvPr id="398" name=""/>
          <p:cNvSpPr/>
          <p:nvPr/>
        </p:nvSpPr>
        <p:spPr>
          <a:xfrm>
            <a:off x="1479600" y="2503440"/>
            <a:ext cx="4268880" cy="459252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France</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450,000 &gt; 30 mos  tested - 10 pos (1-01 to 3-01)</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54,000 fallen stock tested - 68 pos (summer 2000 to 3-01)</a:t>
            </a:r>
            <a:endParaRPr b="0" lang="en-IN" sz="3200" strike="noStrike" u="none">
              <a:solidFill>
                <a:srgbClr val="ffffff"/>
              </a:solidFill>
              <a:effectLst/>
              <a:uFillTx/>
              <a:latin typeface="Times New Roman"/>
            </a:endParaRPr>
          </a:p>
        </p:txBody>
      </p:sp>
      <p:sp>
        <p:nvSpPr>
          <p:cNvPr id="399" name=""/>
          <p:cNvSpPr/>
          <p:nvPr/>
        </p:nvSpPr>
        <p:spPr>
          <a:xfrm>
            <a:off x="5748480" y="2503440"/>
            <a:ext cx="4268520" cy="401472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Switzerland</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14,900 normal slaughter - (3 pos 99; 0 pos 00)</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22,900 fallen and ES - (22 pos 99; 16 pos 00)</a:t>
            </a:r>
            <a:endParaRPr b="0" lang="en-IN" sz="3200" strike="noStrike" u="none">
              <a:solidFill>
                <a:srgbClr val="ffffff"/>
              </a:solidFill>
              <a:effectLst/>
              <a:uFillTx/>
              <a:latin typeface="Times New Roman"/>
            </a:endParaRPr>
          </a:p>
        </p:txBody>
      </p:sp>
    </p:spTree>
  </p:cSld>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00" name=""/>
          <p:cNvGrpSpPr/>
          <p:nvPr/>
        </p:nvGrpSpPr>
        <p:grpSpPr>
          <a:xfrm>
            <a:off x="538200" y="-7920"/>
            <a:ext cx="9456840" cy="8099280"/>
            <a:chOff x="538200" y="-7920"/>
            <a:chExt cx="9456840" cy="8099280"/>
          </a:xfrm>
        </p:grpSpPr>
        <p:sp>
          <p:nvSpPr>
            <p:cNvPr id="401"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02" name=""/>
            <p:cNvGrpSpPr/>
            <p:nvPr/>
          </p:nvGrpSpPr>
          <p:grpSpPr>
            <a:xfrm>
              <a:off x="538200" y="727200"/>
              <a:ext cx="1542960" cy="1599840"/>
              <a:chOff x="538200" y="727200"/>
              <a:chExt cx="1542960" cy="1599840"/>
            </a:xfrm>
          </p:grpSpPr>
          <p:sp>
            <p:nvSpPr>
              <p:cNvPr id="403"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04" name="" descr=""/>
              <p:cNvPicPr/>
              <p:nvPr/>
            </p:nvPicPr>
            <p:blipFill>
              <a:blip r:embed="rId1"/>
              <a:stretch/>
            </p:blipFill>
            <p:spPr>
              <a:xfrm>
                <a:off x="568440" y="779400"/>
                <a:ext cx="1430280" cy="1460520"/>
              </a:xfrm>
              <a:prstGeom prst="rect">
                <a:avLst/>
              </a:prstGeom>
              <a:noFill/>
              <a:ln w="0">
                <a:noFill/>
              </a:ln>
            </p:spPr>
          </p:pic>
          <p:sp>
            <p:nvSpPr>
              <p:cNvPr id="405"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06"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07"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08"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09"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10"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Fallout from BSE (Nov-Feb)</a:t>
            </a:r>
            <a:endParaRPr b="0" lang="en-IN" sz="4200" strike="noStrike" u="none">
              <a:solidFill>
                <a:srgbClr val="ffffff"/>
              </a:solidFill>
              <a:effectLst/>
              <a:uFillTx/>
              <a:latin typeface="Times New Roman"/>
            </a:endParaRPr>
          </a:p>
        </p:txBody>
      </p:sp>
      <p:sp>
        <p:nvSpPr>
          <p:cNvPr id="411" name=""/>
          <p:cNvSpPr/>
          <p:nvPr/>
        </p:nvSpPr>
        <p:spPr>
          <a:xfrm>
            <a:off x="1479600" y="2503440"/>
            <a:ext cx="8750160" cy="308304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Meat sales drop dramatically</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Loss of consumer confidence</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Politicians resign or lose jobs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Disposal Problems (carcasses/MBM)</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Logistical test problems</a:t>
            </a:r>
            <a:endParaRPr b="0" lang="en-IN" sz="3500" strike="noStrike" u="none">
              <a:solidFill>
                <a:srgbClr val="ffffff"/>
              </a:solidFill>
              <a:effectLst/>
              <a:uFillTx/>
              <a:latin typeface="Times New Roman"/>
            </a:endParaRPr>
          </a:p>
        </p:txBody>
      </p:sp>
    </p:spTree>
  </p:cSld>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12" name=""/>
          <p:cNvGrpSpPr/>
          <p:nvPr/>
        </p:nvGrpSpPr>
        <p:grpSpPr>
          <a:xfrm>
            <a:off x="538200" y="-7920"/>
            <a:ext cx="9456840" cy="8099280"/>
            <a:chOff x="538200" y="-7920"/>
            <a:chExt cx="9456840" cy="8099280"/>
          </a:xfrm>
        </p:grpSpPr>
        <p:sp>
          <p:nvSpPr>
            <p:cNvPr id="413"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14" name=""/>
            <p:cNvGrpSpPr/>
            <p:nvPr/>
          </p:nvGrpSpPr>
          <p:grpSpPr>
            <a:xfrm>
              <a:off x="538200" y="727200"/>
              <a:ext cx="1542960" cy="1599840"/>
              <a:chOff x="538200" y="727200"/>
              <a:chExt cx="1542960" cy="1599840"/>
            </a:xfrm>
          </p:grpSpPr>
          <p:sp>
            <p:nvSpPr>
              <p:cNvPr id="415"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16" name="" descr=""/>
              <p:cNvPicPr/>
              <p:nvPr/>
            </p:nvPicPr>
            <p:blipFill>
              <a:blip r:embed="rId1"/>
              <a:stretch/>
            </p:blipFill>
            <p:spPr>
              <a:xfrm>
                <a:off x="568440" y="779400"/>
                <a:ext cx="1430280" cy="1460520"/>
              </a:xfrm>
              <a:prstGeom prst="rect">
                <a:avLst/>
              </a:prstGeom>
              <a:noFill/>
              <a:ln w="0">
                <a:noFill/>
              </a:ln>
            </p:spPr>
          </p:pic>
          <p:sp>
            <p:nvSpPr>
              <p:cNvPr id="417"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18"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19"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20"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21"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22"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EU Geographical BSE Risk</a:t>
            </a:r>
            <a:endParaRPr b="0" lang="en-IN" sz="4200" strike="noStrike" u="none">
              <a:solidFill>
                <a:srgbClr val="ffffff"/>
              </a:solidFill>
              <a:effectLst/>
              <a:uFillTx/>
              <a:latin typeface="Times New Roman"/>
            </a:endParaRPr>
          </a:p>
        </p:txBody>
      </p:sp>
      <p:sp>
        <p:nvSpPr>
          <p:cNvPr id="423" name=""/>
          <p:cNvSpPr/>
          <p:nvPr/>
        </p:nvSpPr>
        <p:spPr>
          <a:xfrm>
            <a:off x="1479600" y="2503440"/>
            <a:ext cx="4268880" cy="544824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25+ countries evaluated</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Member states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Non member states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Examined:</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Challenges</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Stability of system</a:t>
            </a:r>
            <a:endParaRPr b="0" lang="en-IN" sz="3200" strike="noStrike" u="none">
              <a:solidFill>
                <a:srgbClr val="ffffff"/>
              </a:solidFill>
              <a:effectLst/>
              <a:uFillTx/>
              <a:latin typeface="Times New Roman"/>
            </a:endParaRPr>
          </a:p>
        </p:txBody>
      </p:sp>
      <p:grpSp>
        <p:nvGrpSpPr>
          <p:cNvPr id="424" name=""/>
          <p:cNvGrpSpPr/>
          <p:nvPr/>
        </p:nvGrpSpPr>
        <p:grpSpPr>
          <a:xfrm>
            <a:off x="5756400" y="3430440"/>
            <a:ext cx="4038480" cy="3218040"/>
            <a:chOff x="5756400" y="3430440"/>
            <a:chExt cx="4038480" cy="3218040"/>
          </a:xfrm>
        </p:grpSpPr>
        <p:sp>
          <p:nvSpPr>
            <p:cNvPr id="425" name=""/>
            <p:cNvSpPr/>
            <p:nvPr/>
          </p:nvSpPr>
          <p:spPr>
            <a:xfrm flipH="1">
              <a:off x="5892840" y="4464000"/>
              <a:ext cx="2433600" cy="1617840"/>
            </a:xfrm>
            <a:prstGeom prst="line">
              <a:avLst/>
            </a:prstGeom>
            <a:ln w="1836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26" name=""/>
            <p:cNvSpPr/>
            <p:nvPr/>
          </p:nvSpPr>
          <p:spPr>
            <a:xfrm flipH="1">
              <a:off x="8202600" y="4834080"/>
              <a:ext cx="487440" cy="1458720"/>
            </a:xfrm>
            <a:prstGeom prst="line">
              <a:avLst/>
            </a:prstGeom>
            <a:ln w="1836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27" name=""/>
            <p:cNvSpPr/>
            <p:nvPr/>
          </p:nvSpPr>
          <p:spPr>
            <a:xfrm>
              <a:off x="5756400" y="5872320"/>
              <a:ext cx="2450880" cy="776160"/>
            </a:xfrm>
            <a:prstGeom prst="ellipse">
              <a:avLst/>
            </a:prstGeom>
            <a:solidFill>
              <a:srgbClr val="f1f1b4"/>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28" name=""/>
            <p:cNvGrpSpPr/>
            <p:nvPr/>
          </p:nvGrpSpPr>
          <p:grpSpPr>
            <a:xfrm>
              <a:off x="8278920" y="3430440"/>
              <a:ext cx="1515960" cy="1418400"/>
              <a:chOff x="8278920" y="3430440"/>
              <a:chExt cx="1515960" cy="1418400"/>
            </a:xfrm>
          </p:grpSpPr>
          <p:sp>
            <p:nvSpPr>
              <p:cNvPr id="429" name=""/>
              <p:cNvSpPr/>
              <p:nvPr/>
            </p:nvSpPr>
            <p:spPr>
              <a:xfrm>
                <a:off x="8326440" y="4451400"/>
                <a:ext cx="379440" cy="388800"/>
              </a:xfrm>
              <a:custGeom>
                <a:avLst/>
                <a:gdLst/>
                <a:ahLst/>
                <a:rect l="l" t="t" r="r" b="b"/>
                <a:pathLst>
                  <a:path w="239" h="245">
                    <a:moveTo>
                      <a:pt x="2" y="6"/>
                    </a:moveTo>
                    <a:lnTo>
                      <a:pt x="0" y="16"/>
                    </a:lnTo>
                    <a:lnTo>
                      <a:pt x="0" y="32"/>
                    </a:lnTo>
                    <a:lnTo>
                      <a:pt x="19" y="74"/>
                    </a:lnTo>
                    <a:lnTo>
                      <a:pt x="51" y="125"/>
                    </a:lnTo>
                    <a:lnTo>
                      <a:pt x="90" y="172"/>
                    </a:lnTo>
                    <a:lnTo>
                      <a:pt x="135" y="207"/>
                    </a:lnTo>
                    <a:lnTo>
                      <a:pt x="178" y="235"/>
                    </a:lnTo>
                    <a:lnTo>
                      <a:pt x="215" y="244"/>
                    </a:lnTo>
                    <a:lnTo>
                      <a:pt x="227" y="244"/>
                    </a:lnTo>
                    <a:lnTo>
                      <a:pt x="235" y="239"/>
                    </a:lnTo>
                    <a:lnTo>
                      <a:pt x="238" y="228"/>
                    </a:lnTo>
                    <a:lnTo>
                      <a:pt x="237" y="213"/>
                    </a:lnTo>
                    <a:lnTo>
                      <a:pt x="219" y="172"/>
                    </a:lnTo>
                    <a:lnTo>
                      <a:pt x="149" y="76"/>
                    </a:lnTo>
                    <a:lnTo>
                      <a:pt x="59" y="9"/>
                    </a:lnTo>
                    <a:lnTo>
                      <a:pt x="24" y="0"/>
                    </a:lnTo>
                    <a:lnTo>
                      <a:pt x="12" y="0"/>
                    </a:lnTo>
                    <a:lnTo>
                      <a:pt x="2" y="6"/>
                    </a:lnTo>
                    <a:lnTo>
                      <a:pt x="2" y="6"/>
                    </a:lnTo>
                  </a:path>
                </a:pathLst>
              </a:custGeom>
              <a:solidFill>
                <a:srgbClr val="ffffd0"/>
              </a:solidFill>
              <a:ln w="18360">
                <a:solidFill>
                  <a:srgbClr val="ff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0" name=""/>
              <p:cNvSpPr/>
              <p:nvPr/>
            </p:nvSpPr>
            <p:spPr>
              <a:xfrm rot="7320000">
                <a:off x="8403120" y="4407480"/>
                <a:ext cx="255600" cy="434880"/>
              </a:xfrm>
              <a:prstGeom prst="ellipse">
                <a:avLst/>
              </a:prstGeom>
              <a:solidFill>
                <a:srgbClr val="e1e1e1"/>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1" name=""/>
              <p:cNvSpPr/>
              <p:nvPr/>
            </p:nvSpPr>
            <p:spPr>
              <a:xfrm rot="8280000">
                <a:off x="8445600" y="4439880"/>
                <a:ext cx="93600" cy="263520"/>
              </a:xfrm>
              <a:prstGeom prst="ellipse">
                <a:avLst/>
              </a:prstGeom>
              <a:solidFill>
                <a:srgbClr val="e1e1e1"/>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2" name=""/>
              <p:cNvSpPr/>
              <p:nvPr/>
            </p:nvSpPr>
            <p:spPr>
              <a:xfrm>
                <a:off x="8567640" y="4678200"/>
                <a:ext cx="104760" cy="98640"/>
              </a:xfrm>
              <a:custGeom>
                <a:avLst/>
                <a:gdLst/>
                <a:ahLst/>
                <a:rect l="l" t="t" r="r" b="b"/>
                <a:pathLst>
                  <a:path w="66" h="62">
                    <a:moveTo>
                      <a:pt x="0" y="32"/>
                    </a:moveTo>
                    <a:lnTo>
                      <a:pt x="0" y="33"/>
                    </a:lnTo>
                    <a:lnTo>
                      <a:pt x="1" y="33"/>
                    </a:lnTo>
                    <a:lnTo>
                      <a:pt x="2" y="36"/>
                    </a:lnTo>
                    <a:lnTo>
                      <a:pt x="4" y="36"/>
                    </a:lnTo>
                    <a:lnTo>
                      <a:pt x="5" y="38"/>
                    </a:lnTo>
                    <a:lnTo>
                      <a:pt x="7" y="39"/>
                    </a:lnTo>
                    <a:lnTo>
                      <a:pt x="9" y="41"/>
                    </a:lnTo>
                    <a:lnTo>
                      <a:pt x="12" y="43"/>
                    </a:lnTo>
                    <a:lnTo>
                      <a:pt x="13" y="45"/>
                    </a:lnTo>
                    <a:lnTo>
                      <a:pt x="15" y="46"/>
                    </a:lnTo>
                    <a:lnTo>
                      <a:pt x="17" y="48"/>
                    </a:lnTo>
                    <a:lnTo>
                      <a:pt x="20" y="50"/>
                    </a:lnTo>
                    <a:lnTo>
                      <a:pt x="22" y="53"/>
                    </a:lnTo>
                    <a:lnTo>
                      <a:pt x="24" y="53"/>
                    </a:lnTo>
                    <a:lnTo>
                      <a:pt x="26" y="54"/>
                    </a:lnTo>
                    <a:lnTo>
                      <a:pt x="29" y="54"/>
                    </a:lnTo>
                    <a:lnTo>
                      <a:pt x="29" y="56"/>
                    </a:lnTo>
                    <a:lnTo>
                      <a:pt x="31" y="56"/>
                    </a:lnTo>
                    <a:lnTo>
                      <a:pt x="33" y="57"/>
                    </a:lnTo>
                    <a:lnTo>
                      <a:pt x="35" y="57"/>
                    </a:lnTo>
                    <a:lnTo>
                      <a:pt x="36" y="59"/>
                    </a:lnTo>
                    <a:lnTo>
                      <a:pt x="38" y="59"/>
                    </a:lnTo>
                    <a:lnTo>
                      <a:pt x="40" y="59"/>
                    </a:lnTo>
                    <a:lnTo>
                      <a:pt x="42" y="59"/>
                    </a:lnTo>
                    <a:lnTo>
                      <a:pt x="44" y="61"/>
                    </a:lnTo>
                    <a:lnTo>
                      <a:pt x="46" y="61"/>
                    </a:lnTo>
                    <a:lnTo>
                      <a:pt x="48" y="61"/>
                    </a:lnTo>
                    <a:lnTo>
                      <a:pt x="50" y="61"/>
                    </a:lnTo>
                    <a:lnTo>
                      <a:pt x="51" y="61"/>
                    </a:lnTo>
                    <a:lnTo>
                      <a:pt x="53" y="61"/>
                    </a:lnTo>
                    <a:lnTo>
                      <a:pt x="55" y="61"/>
                    </a:lnTo>
                    <a:lnTo>
                      <a:pt x="59" y="60"/>
                    </a:lnTo>
                    <a:lnTo>
                      <a:pt x="59" y="60"/>
                    </a:lnTo>
                    <a:lnTo>
                      <a:pt x="60" y="60"/>
                    </a:lnTo>
                    <a:lnTo>
                      <a:pt x="60" y="60"/>
                    </a:lnTo>
                    <a:lnTo>
                      <a:pt x="62" y="60"/>
                    </a:lnTo>
                    <a:lnTo>
                      <a:pt x="62" y="60"/>
                    </a:lnTo>
                    <a:lnTo>
                      <a:pt x="62" y="60"/>
                    </a:lnTo>
                    <a:lnTo>
                      <a:pt x="62" y="60"/>
                    </a:lnTo>
                    <a:lnTo>
                      <a:pt x="64" y="57"/>
                    </a:lnTo>
                    <a:lnTo>
                      <a:pt x="64" y="57"/>
                    </a:lnTo>
                    <a:lnTo>
                      <a:pt x="64" y="57"/>
                    </a:lnTo>
                    <a:lnTo>
                      <a:pt x="64" y="57"/>
                    </a:lnTo>
                    <a:lnTo>
                      <a:pt x="64" y="55"/>
                    </a:lnTo>
                    <a:lnTo>
                      <a:pt x="64" y="55"/>
                    </a:lnTo>
                    <a:lnTo>
                      <a:pt x="64" y="55"/>
                    </a:lnTo>
                    <a:lnTo>
                      <a:pt x="64" y="55"/>
                    </a:lnTo>
                    <a:lnTo>
                      <a:pt x="65" y="53"/>
                    </a:lnTo>
                    <a:lnTo>
                      <a:pt x="63" y="53"/>
                    </a:lnTo>
                    <a:lnTo>
                      <a:pt x="63" y="51"/>
                    </a:lnTo>
                    <a:lnTo>
                      <a:pt x="62" y="50"/>
                    </a:lnTo>
                    <a:lnTo>
                      <a:pt x="62" y="48"/>
                    </a:lnTo>
                    <a:lnTo>
                      <a:pt x="60" y="46"/>
                    </a:lnTo>
                    <a:lnTo>
                      <a:pt x="60" y="44"/>
                    </a:lnTo>
                    <a:lnTo>
                      <a:pt x="58" y="42"/>
                    </a:lnTo>
                    <a:lnTo>
                      <a:pt x="58" y="40"/>
                    </a:lnTo>
                    <a:lnTo>
                      <a:pt x="57" y="40"/>
                    </a:lnTo>
                    <a:lnTo>
                      <a:pt x="57" y="38"/>
                    </a:lnTo>
                    <a:lnTo>
                      <a:pt x="55" y="36"/>
                    </a:lnTo>
                    <a:lnTo>
                      <a:pt x="55" y="34"/>
                    </a:lnTo>
                    <a:lnTo>
                      <a:pt x="53" y="34"/>
                    </a:lnTo>
                    <a:lnTo>
                      <a:pt x="53" y="32"/>
                    </a:lnTo>
                    <a:lnTo>
                      <a:pt x="52" y="32"/>
                    </a:lnTo>
                    <a:lnTo>
                      <a:pt x="52" y="30"/>
                    </a:lnTo>
                    <a:lnTo>
                      <a:pt x="50" y="30"/>
                    </a:lnTo>
                    <a:lnTo>
                      <a:pt x="50" y="28"/>
                    </a:lnTo>
                    <a:lnTo>
                      <a:pt x="48" y="28"/>
                    </a:lnTo>
                    <a:lnTo>
                      <a:pt x="48" y="26"/>
                    </a:lnTo>
                    <a:lnTo>
                      <a:pt x="46" y="24"/>
                    </a:lnTo>
                    <a:lnTo>
                      <a:pt x="45" y="23"/>
                    </a:lnTo>
                    <a:lnTo>
                      <a:pt x="43" y="21"/>
                    </a:lnTo>
                    <a:lnTo>
                      <a:pt x="43" y="18"/>
                    </a:lnTo>
                    <a:lnTo>
                      <a:pt x="41" y="18"/>
                    </a:lnTo>
                    <a:lnTo>
                      <a:pt x="41" y="17"/>
                    </a:lnTo>
                    <a:lnTo>
                      <a:pt x="38" y="15"/>
                    </a:lnTo>
                    <a:lnTo>
                      <a:pt x="38" y="13"/>
                    </a:lnTo>
                    <a:lnTo>
                      <a:pt x="37" y="13"/>
                    </a:lnTo>
                    <a:lnTo>
                      <a:pt x="37" y="11"/>
                    </a:lnTo>
                    <a:lnTo>
                      <a:pt x="37" y="11"/>
                    </a:lnTo>
                    <a:lnTo>
                      <a:pt x="37" y="9"/>
                    </a:lnTo>
                    <a:lnTo>
                      <a:pt x="35" y="9"/>
                    </a:lnTo>
                    <a:lnTo>
                      <a:pt x="34" y="7"/>
                    </a:lnTo>
                    <a:lnTo>
                      <a:pt x="31" y="7"/>
                    </a:lnTo>
                    <a:lnTo>
                      <a:pt x="31" y="5"/>
                    </a:lnTo>
                    <a:lnTo>
                      <a:pt x="29" y="5"/>
                    </a:lnTo>
                    <a:lnTo>
                      <a:pt x="29" y="4"/>
                    </a:lnTo>
                    <a:lnTo>
                      <a:pt x="27" y="4"/>
                    </a:lnTo>
                    <a:lnTo>
                      <a:pt x="27" y="2"/>
                    </a:lnTo>
                    <a:lnTo>
                      <a:pt x="25" y="2"/>
                    </a:lnTo>
                    <a:lnTo>
                      <a:pt x="25" y="2"/>
                    </a:lnTo>
                    <a:lnTo>
                      <a:pt x="24" y="2"/>
                    </a:lnTo>
                    <a:lnTo>
                      <a:pt x="24" y="1"/>
                    </a:lnTo>
                    <a:lnTo>
                      <a:pt x="24" y="1"/>
                    </a:lnTo>
                    <a:lnTo>
                      <a:pt x="24" y="1"/>
                    </a:lnTo>
                    <a:lnTo>
                      <a:pt x="24" y="1"/>
                    </a:lnTo>
                    <a:lnTo>
                      <a:pt x="24" y="0"/>
                    </a:lnTo>
                    <a:lnTo>
                      <a:pt x="22" y="2"/>
                    </a:lnTo>
                    <a:lnTo>
                      <a:pt x="22" y="2"/>
                    </a:lnTo>
                    <a:lnTo>
                      <a:pt x="21" y="4"/>
                    </a:lnTo>
                    <a:lnTo>
                      <a:pt x="21" y="5"/>
                    </a:lnTo>
                    <a:lnTo>
                      <a:pt x="20" y="7"/>
                    </a:lnTo>
                    <a:lnTo>
                      <a:pt x="20" y="9"/>
                    </a:lnTo>
                    <a:lnTo>
                      <a:pt x="20" y="11"/>
                    </a:lnTo>
                    <a:lnTo>
                      <a:pt x="20" y="13"/>
                    </a:lnTo>
                    <a:lnTo>
                      <a:pt x="19" y="16"/>
                    </a:lnTo>
                    <a:lnTo>
                      <a:pt x="19" y="18"/>
                    </a:lnTo>
                    <a:lnTo>
                      <a:pt x="19" y="20"/>
                    </a:lnTo>
                    <a:lnTo>
                      <a:pt x="19" y="22"/>
                    </a:lnTo>
                    <a:lnTo>
                      <a:pt x="19" y="24"/>
                    </a:lnTo>
                    <a:lnTo>
                      <a:pt x="19" y="26"/>
                    </a:lnTo>
                    <a:lnTo>
                      <a:pt x="19" y="28"/>
                    </a:lnTo>
                    <a:lnTo>
                      <a:pt x="20" y="29"/>
                    </a:lnTo>
                    <a:lnTo>
                      <a:pt x="20" y="31"/>
                    </a:lnTo>
                    <a:lnTo>
                      <a:pt x="20" y="31"/>
                    </a:lnTo>
                    <a:lnTo>
                      <a:pt x="20" y="32"/>
                    </a:lnTo>
                    <a:lnTo>
                      <a:pt x="20" y="32"/>
                    </a:lnTo>
                    <a:lnTo>
                      <a:pt x="20" y="33"/>
                    </a:lnTo>
                    <a:lnTo>
                      <a:pt x="20" y="33"/>
                    </a:lnTo>
                    <a:lnTo>
                      <a:pt x="20" y="35"/>
                    </a:lnTo>
                    <a:lnTo>
                      <a:pt x="22" y="35"/>
                    </a:lnTo>
                    <a:lnTo>
                      <a:pt x="22" y="37"/>
                    </a:lnTo>
                    <a:lnTo>
                      <a:pt x="22" y="38"/>
                    </a:lnTo>
                    <a:lnTo>
                      <a:pt x="22" y="39"/>
                    </a:lnTo>
                    <a:lnTo>
                      <a:pt x="24" y="39"/>
                    </a:lnTo>
                    <a:lnTo>
                      <a:pt x="24" y="41"/>
                    </a:lnTo>
                    <a:lnTo>
                      <a:pt x="25" y="41"/>
                    </a:lnTo>
                    <a:lnTo>
                      <a:pt x="25" y="43"/>
                    </a:lnTo>
                    <a:lnTo>
                      <a:pt x="27" y="43"/>
                    </a:lnTo>
                    <a:lnTo>
                      <a:pt x="27" y="43"/>
                    </a:lnTo>
                    <a:lnTo>
                      <a:pt x="27" y="43"/>
                    </a:lnTo>
                    <a:lnTo>
                      <a:pt x="27" y="43"/>
                    </a:lnTo>
                    <a:lnTo>
                      <a:pt x="28" y="43"/>
                    </a:lnTo>
                    <a:lnTo>
                      <a:pt x="28" y="43"/>
                    </a:lnTo>
                    <a:lnTo>
                      <a:pt x="28" y="43"/>
                    </a:lnTo>
                    <a:lnTo>
                      <a:pt x="28" y="43"/>
                    </a:lnTo>
                    <a:lnTo>
                      <a:pt x="30" y="41"/>
                    </a:lnTo>
                    <a:lnTo>
                      <a:pt x="30" y="41"/>
                    </a:lnTo>
                    <a:lnTo>
                      <a:pt x="31" y="41"/>
                    </a:lnTo>
                    <a:lnTo>
                      <a:pt x="31" y="41"/>
                    </a:lnTo>
                    <a:lnTo>
                      <a:pt x="34" y="40"/>
                    </a:lnTo>
                    <a:lnTo>
                      <a:pt x="34" y="40"/>
                    </a:lnTo>
                    <a:lnTo>
                      <a:pt x="35" y="40"/>
                    </a:lnTo>
                    <a:lnTo>
                      <a:pt x="35" y="40"/>
                    </a:lnTo>
                    <a:lnTo>
                      <a:pt x="37" y="39"/>
                    </a:lnTo>
                    <a:lnTo>
                      <a:pt x="37" y="39"/>
                    </a:lnTo>
                    <a:lnTo>
                      <a:pt x="37" y="39"/>
                    </a:lnTo>
                    <a:lnTo>
                      <a:pt x="37" y="39"/>
                    </a:lnTo>
                    <a:lnTo>
                      <a:pt x="39" y="39"/>
                    </a:lnTo>
                    <a:lnTo>
                      <a:pt x="39" y="39"/>
                    </a:lnTo>
                    <a:lnTo>
                      <a:pt x="40" y="39"/>
                    </a:lnTo>
                    <a:lnTo>
                      <a:pt x="40" y="39"/>
                    </a:lnTo>
                    <a:lnTo>
                      <a:pt x="42" y="39"/>
                    </a:lnTo>
                    <a:lnTo>
                      <a:pt x="42" y="39"/>
                    </a:lnTo>
                    <a:lnTo>
                      <a:pt x="42" y="39"/>
                    </a:lnTo>
                    <a:lnTo>
                      <a:pt x="42" y="39"/>
                    </a:lnTo>
                    <a:lnTo>
                      <a:pt x="43" y="39"/>
                    </a:lnTo>
                    <a:lnTo>
                      <a:pt x="43" y="39"/>
                    </a:lnTo>
                    <a:lnTo>
                      <a:pt x="43" y="39"/>
                    </a:lnTo>
                    <a:lnTo>
                      <a:pt x="43" y="39"/>
                    </a:lnTo>
                    <a:lnTo>
                      <a:pt x="44" y="39"/>
                    </a:lnTo>
                    <a:lnTo>
                      <a:pt x="46" y="40"/>
                    </a:lnTo>
                    <a:lnTo>
                      <a:pt x="48" y="40"/>
                    </a:lnTo>
                    <a:lnTo>
                      <a:pt x="50" y="42"/>
                    </a:lnTo>
                    <a:lnTo>
                      <a:pt x="52" y="42"/>
                    </a:lnTo>
                    <a:lnTo>
                      <a:pt x="53" y="44"/>
                    </a:lnTo>
                    <a:lnTo>
                      <a:pt x="55" y="44"/>
                    </a:lnTo>
                    <a:lnTo>
                      <a:pt x="56" y="46"/>
                    </a:lnTo>
                    <a:lnTo>
                      <a:pt x="58" y="46"/>
                    </a:lnTo>
                    <a:lnTo>
                      <a:pt x="58" y="48"/>
                    </a:lnTo>
                    <a:lnTo>
                      <a:pt x="58" y="48"/>
                    </a:lnTo>
                    <a:lnTo>
                      <a:pt x="58" y="50"/>
                    </a:lnTo>
                    <a:lnTo>
                      <a:pt x="60" y="50"/>
                    </a:lnTo>
                    <a:lnTo>
                      <a:pt x="60" y="53"/>
                    </a:lnTo>
                    <a:lnTo>
                      <a:pt x="60" y="53"/>
                    </a:lnTo>
                    <a:lnTo>
                      <a:pt x="60" y="53"/>
                    </a:lnTo>
                    <a:lnTo>
                      <a:pt x="62" y="53"/>
                    </a:lnTo>
                    <a:lnTo>
                      <a:pt x="60" y="54"/>
                    </a:lnTo>
                    <a:lnTo>
                      <a:pt x="60" y="54"/>
                    </a:lnTo>
                    <a:lnTo>
                      <a:pt x="60" y="54"/>
                    </a:lnTo>
                    <a:lnTo>
                      <a:pt x="60" y="54"/>
                    </a:lnTo>
                    <a:lnTo>
                      <a:pt x="59" y="54"/>
                    </a:lnTo>
                    <a:lnTo>
                      <a:pt x="59" y="54"/>
                    </a:lnTo>
                    <a:lnTo>
                      <a:pt x="59" y="54"/>
                    </a:lnTo>
                    <a:lnTo>
                      <a:pt x="59" y="54"/>
                    </a:lnTo>
                    <a:lnTo>
                      <a:pt x="57" y="55"/>
                    </a:lnTo>
                    <a:lnTo>
                      <a:pt x="57" y="55"/>
                    </a:lnTo>
                    <a:lnTo>
                      <a:pt x="57" y="55"/>
                    </a:lnTo>
                    <a:lnTo>
                      <a:pt x="57" y="55"/>
                    </a:lnTo>
                    <a:lnTo>
                      <a:pt x="57" y="55"/>
                    </a:lnTo>
                    <a:lnTo>
                      <a:pt x="57" y="55"/>
                    </a:lnTo>
                    <a:lnTo>
                      <a:pt x="57" y="55"/>
                    </a:lnTo>
                    <a:lnTo>
                      <a:pt x="57" y="55"/>
                    </a:lnTo>
                    <a:lnTo>
                      <a:pt x="55" y="57"/>
                    </a:lnTo>
                    <a:lnTo>
                      <a:pt x="55" y="57"/>
                    </a:lnTo>
                    <a:lnTo>
                      <a:pt x="54" y="57"/>
                    </a:lnTo>
                    <a:lnTo>
                      <a:pt x="54" y="57"/>
                    </a:lnTo>
                    <a:lnTo>
                      <a:pt x="52" y="57"/>
                    </a:lnTo>
                    <a:lnTo>
                      <a:pt x="52" y="57"/>
                    </a:lnTo>
                    <a:lnTo>
                      <a:pt x="52" y="57"/>
                    </a:lnTo>
                    <a:lnTo>
                      <a:pt x="52" y="57"/>
                    </a:lnTo>
                    <a:lnTo>
                      <a:pt x="50" y="57"/>
                    </a:lnTo>
                    <a:lnTo>
                      <a:pt x="50" y="57"/>
                    </a:lnTo>
                    <a:lnTo>
                      <a:pt x="48" y="57"/>
                    </a:lnTo>
                    <a:lnTo>
                      <a:pt x="48" y="57"/>
                    </a:lnTo>
                    <a:lnTo>
                      <a:pt x="46" y="57"/>
                    </a:lnTo>
                    <a:lnTo>
                      <a:pt x="46" y="57"/>
                    </a:lnTo>
                    <a:lnTo>
                      <a:pt x="46" y="57"/>
                    </a:lnTo>
                    <a:lnTo>
                      <a:pt x="46" y="57"/>
                    </a:lnTo>
                    <a:lnTo>
                      <a:pt x="44" y="57"/>
                    </a:lnTo>
                    <a:lnTo>
                      <a:pt x="44" y="57"/>
                    </a:lnTo>
                    <a:lnTo>
                      <a:pt x="42" y="57"/>
                    </a:lnTo>
                    <a:lnTo>
                      <a:pt x="42" y="57"/>
                    </a:lnTo>
                    <a:lnTo>
                      <a:pt x="40" y="57"/>
                    </a:lnTo>
                    <a:lnTo>
                      <a:pt x="40" y="57"/>
                    </a:lnTo>
                    <a:lnTo>
                      <a:pt x="39" y="57"/>
                    </a:lnTo>
                    <a:lnTo>
                      <a:pt x="39" y="56"/>
                    </a:lnTo>
                    <a:lnTo>
                      <a:pt x="37" y="56"/>
                    </a:lnTo>
                    <a:lnTo>
                      <a:pt x="37" y="56"/>
                    </a:lnTo>
                    <a:lnTo>
                      <a:pt x="35" y="56"/>
                    </a:lnTo>
                    <a:lnTo>
                      <a:pt x="35" y="55"/>
                    </a:lnTo>
                    <a:lnTo>
                      <a:pt x="34" y="55"/>
                    </a:lnTo>
                    <a:lnTo>
                      <a:pt x="32" y="55"/>
                    </a:lnTo>
                    <a:lnTo>
                      <a:pt x="30" y="55"/>
                    </a:lnTo>
                    <a:lnTo>
                      <a:pt x="29" y="53"/>
                    </a:lnTo>
                    <a:lnTo>
                      <a:pt x="28" y="53"/>
                    </a:lnTo>
                    <a:lnTo>
                      <a:pt x="26" y="53"/>
                    </a:lnTo>
                    <a:lnTo>
                      <a:pt x="24" y="52"/>
                    </a:lnTo>
                    <a:lnTo>
                      <a:pt x="22" y="50"/>
                    </a:lnTo>
                    <a:lnTo>
                      <a:pt x="19" y="48"/>
                    </a:lnTo>
                    <a:lnTo>
                      <a:pt x="16" y="46"/>
                    </a:lnTo>
                    <a:lnTo>
                      <a:pt x="14" y="45"/>
                    </a:lnTo>
                    <a:lnTo>
                      <a:pt x="13" y="43"/>
                    </a:lnTo>
                    <a:lnTo>
                      <a:pt x="9" y="41"/>
                    </a:lnTo>
                    <a:lnTo>
                      <a:pt x="7" y="39"/>
                    </a:lnTo>
                    <a:lnTo>
                      <a:pt x="6" y="38"/>
                    </a:lnTo>
                    <a:lnTo>
                      <a:pt x="4" y="36"/>
                    </a:lnTo>
                    <a:lnTo>
                      <a:pt x="2" y="36"/>
                    </a:lnTo>
                    <a:lnTo>
                      <a:pt x="1" y="33"/>
                    </a:lnTo>
                    <a:lnTo>
                      <a:pt x="0" y="33"/>
                    </a:lnTo>
                    <a:lnTo>
                      <a:pt x="0" y="32"/>
                    </a:lnTo>
                    <a:lnTo>
                      <a:pt x="0" y="32"/>
                    </a:lnTo>
                  </a:path>
                </a:pathLst>
              </a:custGeom>
              <a:solidFill>
                <a:srgbClr val="ffffff"/>
              </a:solidFill>
              <a:ln w="18360">
                <a:solidFill>
                  <a:srgbClr val="fffff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3" name=""/>
              <p:cNvSpPr/>
              <p:nvPr/>
            </p:nvSpPr>
            <p:spPr>
              <a:xfrm rot="8580000">
                <a:off x="8520120" y="4566960"/>
                <a:ext cx="39600" cy="77760"/>
              </a:xfrm>
              <a:prstGeom prst="ellipse">
                <a:avLst/>
              </a:prstGeom>
              <a:solidFill>
                <a:srgbClr val="ffff00"/>
              </a:solidFill>
              <a:ln w="0">
                <a:noFill/>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sp>
            <p:nvSpPr>
              <p:cNvPr id="434" name=""/>
              <p:cNvSpPr/>
              <p:nvPr/>
            </p:nvSpPr>
            <p:spPr>
              <a:xfrm>
                <a:off x="8396280" y="4475160"/>
                <a:ext cx="142920" cy="230040"/>
              </a:xfrm>
              <a:custGeom>
                <a:avLst/>
                <a:gdLst/>
                <a:ahLst/>
                <a:rect l="l" t="t" r="r" b="b"/>
                <a:pathLst>
                  <a:path w="90" h="145">
                    <a:moveTo>
                      <a:pt x="3" y="0"/>
                    </a:moveTo>
                    <a:lnTo>
                      <a:pt x="0" y="7"/>
                    </a:lnTo>
                    <a:lnTo>
                      <a:pt x="0" y="14"/>
                    </a:lnTo>
                    <a:lnTo>
                      <a:pt x="0" y="22"/>
                    </a:lnTo>
                    <a:lnTo>
                      <a:pt x="2" y="30"/>
                    </a:lnTo>
                    <a:lnTo>
                      <a:pt x="5" y="40"/>
                    </a:lnTo>
                    <a:lnTo>
                      <a:pt x="9" y="49"/>
                    </a:lnTo>
                    <a:lnTo>
                      <a:pt x="15" y="59"/>
                    </a:lnTo>
                    <a:lnTo>
                      <a:pt x="22" y="68"/>
                    </a:lnTo>
                    <a:lnTo>
                      <a:pt x="28" y="79"/>
                    </a:lnTo>
                    <a:lnTo>
                      <a:pt x="36" y="89"/>
                    </a:lnTo>
                    <a:lnTo>
                      <a:pt x="44" y="99"/>
                    </a:lnTo>
                    <a:lnTo>
                      <a:pt x="53" y="108"/>
                    </a:lnTo>
                    <a:lnTo>
                      <a:pt x="61" y="118"/>
                    </a:lnTo>
                    <a:lnTo>
                      <a:pt x="71" y="127"/>
                    </a:lnTo>
                    <a:lnTo>
                      <a:pt x="79" y="136"/>
                    </a:lnTo>
                    <a:lnTo>
                      <a:pt x="89" y="144"/>
                    </a:lnTo>
                  </a:path>
                </a:pathLst>
              </a:custGeom>
              <a:noFill/>
              <a:ln w="18360">
                <a:solidFill>
                  <a:srgbClr val="fffff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5" name=""/>
              <p:cNvSpPr/>
              <p:nvPr/>
            </p:nvSpPr>
            <p:spPr>
              <a:xfrm>
                <a:off x="8326440" y="4367160"/>
                <a:ext cx="463680" cy="471600"/>
              </a:xfrm>
              <a:custGeom>
                <a:avLst/>
                <a:gdLst/>
                <a:ahLst/>
                <a:rect l="l" t="t" r="r" b="b"/>
                <a:pathLst>
                  <a:path w="292" h="297">
                    <a:moveTo>
                      <a:pt x="231" y="296"/>
                    </a:moveTo>
                    <a:lnTo>
                      <a:pt x="233" y="291"/>
                    </a:lnTo>
                    <a:lnTo>
                      <a:pt x="231" y="281"/>
                    </a:lnTo>
                    <a:lnTo>
                      <a:pt x="226" y="267"/>
                    </a:lnTo>
                    <a:lnTo>
                      <a:pt x="218" y="249"/>
                    </a:lnTo>
                    <a:lnTo>
                      <a:pt x="207" y="229"/>
                    </a:lnTo>
                    <a:lnTo>
                      <a:pt x="193" y="207"/>
                    </a:lnTo>
                    <a:lnTo>
                      <a:pt x="177" y="185"/>
                    </a:lnTo>
                    <a:lnTo>
                      <a:pt x="160" y="161"/>
                    </a:lnTo>
                    <a:lnTo>
                      <a:pt x="140" y="140"/>
                    </a:lnTo>
                    <a:lnTo>
                      <a:pt x="121" y="119"/>
                    </a:lnTo>
                    <a:lnTo>
                      <a:pt x="99" y="101"/>
                    </a:lnTo>
                    <a:lnTo>
                      <a:pt x="78" y="84"/>
                    </a:lnTo>
                    <a:lnTo>
                      <a:pt x="57" y="72"/>
                    </a:lnTo>
                    <a:lnTo>
                      <a:pt x="37" y="63"/>
                    </a:lnTo>
                    <a:lnTo>
                      <a:pt x="18" y="60"/>
                    </a:lnTo>
                    <a:lnTo>
                      <a:pt x="0" y="61"/>
                    </a:lnTo>
                    <a:lnTo>
                      <a:pt x="2" y="59"/>
                    </a:lnTo>
                    <a:lnTo>
                      <a:pt x="5" y="56"/>
                    </a:lnTo>
                    <a:lnTo>
                      <a:pt x="9" y="51"/>
                    </a:lnTo>
                    <a:lnTo>
                      <a:pt x="13" y="48"/>
                    </a:lnTo>
                    <a:lnTo>
                      <a:pt x="17" y="44"/>
                    </a:lnTo>
                    <a:lnTo>
                      <a:pt x="21" y="40"/>
                    </a:lnTo>
                    <a:lnTo>
                      <a:pt x="25" y="36"/>
                    </a:lnTo>
                    <a:lnTo>
                      <a:pt x="29" y="32"/>
                    </a:lnTo>
                    <a:lnTo>
                      <a:pt x="32" y="28"/>
                    </a:lnTo>
                    <a:lnTo>
                      <a:pt x="37" y="26"/>
                    </a:lnTo>
                    <a:lnTo>
                      <a:pt x="40" y="22"/>
                    </a:lnTo>
                    <a:lnTo>
                      <a:pt x="44" y="19"/>
                    </a:lnTo>
                    <a:lnTo>
                      <a:pt x="49" y="14"/>
                    </a:lnTo>
                    <a:lnTo>
                      <a:pt x="53" y="12"/>
                    </a:lnTo>
                    <a:lnTo>
                      <a:pt x="57" y="7"/>
                    </a:lnTo>
                    <a:lnTo>
                      <a:pt x="61" y="4"/>
                    </a:lnTo>
                    <a:lnTo>
                      <a:pt x="67" y="0"/>
                    </a:lnTo>
                    <a:lnTo>
                      <a:pt x="85" y="9"/>
                    </a:lnTo>
                    <a:lnTo>
                      <a:pt x="105" y="19"/>
                    </a:lnTo>
                    <a:lnTo>
                      <a:pt x="122" y="29"/>
                    </a:lnTo>
                    <a:lnTo>
                      <a:pt x="142" y="40"/>
                    </a:lnTo>
                    <a:lnTo>
                      <a:pt x="158" y="53"/>
                    </a:lnTo>
                    <a:lnTo>
                      <a:pt x="174" y="65"/>
                    </a:lnTo>
                    <a:lnTo>
                      <a:pt x="190" y="80"/>
                    </a:lnTo>
                    <a:lnTo>
                      <a:pt x="205" y="94"/>
                    </a:lnTo>
                    <a:lnTo>
                      <a:pt x="219" y="110"/>
                    </a:lnTo>
                    <a:lnTo>
                      <a:pt x="233" y="126"/>
                    </a:lnTo>
                    <a:lnTo>
                      <a:pt x="244" y="144"/>
                    </a:lnTo>
                    <a:lnTo>
                      <a:pt x="256" y="160"/>
                    </a:lnTo>
                    <a:lnTo>
                      <a:pt x="266" y="180"/>
                    </a:lnTo>
                    <a:lnTo>
                      <a:pt x="275" y="198"/>
                    </a:lnTo>
                    <a:lnTo>
                      <a:pt x="283" y="217"/>
                    </a:lnTo>
                    <a:lnTo>
                      <a:pt x="291" y="236"/>
                    </a:lnTo>
                    <a:lnTo>
                      <a:pt x="287" y="242"/>
                    </a:lnTo>
                    <a:lnTo>
                      <a:pt x="283" y="246"/>
                    </a:lnTo>
                    <a:lnTo>
                      <a:pt x="279" y="250"/>
                    </a:lnTo>
                    <a:lnTo>
                      <a:pt x="277" y="253"/>
                    </a:lnTo>
                    <a:lnTo>
                      <a:pt x="273" y="257"/>
                    </a:lnTo>
                    <a:lnTo>
                      <a:pt x="269" y="261"/>
                    </a:lnTo>
                    <a:lnTo>
                      <a:pt x="265" y="265"/>
                    </a:lnTo>
                    <a:lnTo>
                      <a:pt x="262" y="268"/>
                    </a:lnTo>
                    <a:lnTo>
                      <a:pt x="259" y="272"/>
                    </a:lnTo>
                    <a:lnTo>
                      <a:pt x="255" y="276"/>
                    </a:lnTo>
                    <a:lnTo>
                      <a:pt x="251" y="280"/>
                    </a:lnTo>
                    <a:lnTo>
                      <a:pt x="247" y="283"/>
                    </a:lnTo>
                    <a:lnTo>
                      <a:pt x="242" y="287"/>
                    </a:lnTo>
                    <a:lnTo>
                      <a:pt x="239" y="290"/>
                    </a:lnTo>
                    <a:lnTo>
                      <a:pt x="234" y="294"/>
                    </a:lnTo>
                    <a:lnTo>
                      <a:pt x="231" y="296"/>
                    </a:lnTo>
                    <a:lnTo>
                      <a:pt x="231" y="296"/>
                    </a:lnTo>
                    <a:lnTo>
                      <a:pt x="231" y="296"/>
                    </a:lnTo>
                    <a:lnTo>
                      <a:pt x="231" y="296"/>
                    </a:lnTo>
                    <a:lnTo>
                      <a:pt x="231" y="296"/>
                    </a:lnTo>
                    <a:lnTo>
                      <a:pt x="231" y="296"/>
                    </a:lnTo>
                    <a:lnTo>
                      <a:pt x="231" y="296"/>
                    </a:lnTo>
                    <a:lnTo>
                      <a:pt x="231" y="296"/>
                    </a:lnTo>
                    <a:lnTo>
                      <a:pt x="231" y="296"/>
                    </a:lnTo>
                    <a:lnTo>
                      <a:pt x="231" y="296"/>
                    </a:lnTo>
                    <a:lnTo>
                      <a:pt x="231" y="296"/>
                    </a:lnTo>
                    <a:lnTo>
                      <a:pt x="231" y="296"/>
                    </a:lnTo>
                    <a:lnTo>
                      <a:pt x="231" y="296"/>
                    </a:lnTo>
                    <a:lnTo>
                      <a:pt x="231" y="296"/>
                    </a:lnTo>
                    <a:lnTo>
                      <a:pt x="231" y="296"/>
                    </a:lnTo>
                    <a:lnTo>
                      <a:pt x="231" y="296"/>
                    </a:lnTo>
                    <a:lnTo>
                      <a:pt x="231" y="296"/>
                    </a:lnTo>
                    <a:lnTo>
                      <a:pt x="231" y="296"/>
                    </a:lnTo>
                  </a:path>
                </a:pathLst>
              </a:custGeom>
              <a:solidFill>
                <a:srgbClr val="e10000"/>
              </a:solidFill>
              <a:ln w="18360">
                <a:solidFill>
                  <a:srgbClr val="e1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6" name=""/>
              <p:cNvSpPr/>
              <p:nvPr/>
            </p:nvSpPr>
            <p:spPr>
              <a:xfrm>
                <a:off x="8432640" y="3430440"/>
                <a:ext cx="1362240" cy="1327320"/>
              </a:xfrm>
              <a:custGeom>
                <a:avLst/>
                <a:gdLst/>
                <a:ahLst/>
                <a:rect l="l" t="t" r="r" b="b"/>
                <a:pathLst>
                  <a:path w="858" h="836">
                    <a:moveTo>
                      <a:pt x="220" y="835"/>
                    </a:moveTo>
                    <a:lnTo>
                      <a:pt x="231" y="821"/>
                    </a:lnTo>
                    <a:lnTo>
                      <a:pt x="241" y="806"/>
                    </a:lnTo>
                    <a:lnTo>
                      <a:pt x="249" y="794"/>
                    </a:lnTo>
                    <a:lnTo>
                      <a:pt x="258" y="780"/>
                    </a:lnTo>
                    <a:lnTo>
                      <a:pt x="265" y="769"/>
                    </a:lnTo>
                    <a:lnTo>
                      <a:pt x="270" y="758"/>
                    </a:lnTo>
                    <a:lnTo>
                      <a:pt x="275" y="748"/>
                    </a:lnTo>
                    <a:lnTo>
                      <a:pt x="280" y="736"/>
                    </a:lnTo>
                    <a:lnTo>
                      <a:pt x="282" y="727"/>
                    </a:lnTo>
                    <a:lnTo>
                      <a:pt x="285" y="717"/>
                    </a:lnTo>
                    <a:lnTo>
                      <a:pt x="286" y="707"/>
                    </a:lnTo>
                    <a:lnTo>
                      <a:pt x="288" y="698"/>
                    </a:lnTo>
                    <a:lnTo>
                      <a:pt x="287" y="689"/>
                    </a:lnTo>
                    <a:lnTo>
                      <a:pt x="287" y="679"/>
                    </a:lnTo>
                    <a:lnTo>
                      <a:pt x="286" y="669"/>
                    </a:lnTo>
                    <a:lnTo>
                      <a:pt x="286" y="660"/>
                    </a:lnTo>
                    <a:lnTo>
                      <a:pt x="757" y="219"/>
                    </a:lnTo>
                    <a:lnTo>
                      <a:pt x="783" y="210"/>
                    </a:lnTo>
                    <a:lnTo>
                      <a:pt x="814" y="181"/>
                    </a:lnTo>
                    <a:lnTo>
                      <a:pt x="822" y="157"/>
                    </a:lnTo>
                    <a:lnTo>
                      <a:pt x="856" y="120"/>
                    </a:lnTo>
                    <a:lnTo>
                      <a:pt x="857" y="115"/>
                    </a:lnTo>
                    <a:lnTo>
                      <a:pt x="856" y="107"/>
                    </a:lnTo>
                    <a:lnTo>
                      <a:pt x="852" y="98"/>
                    </a:lnTo>
                    <a:lnTo>
                      <a:pt x="847" y="87"/>
                    </a:lnTo>
                    <a:lnTo>
                      <a:pt x="838" y="78"/>
                    </a:lnTo>
                    <a:lnTo>
                      <a:pt x="830" y="67"/>
                    </a:lnTo>
                    <a:lnTo>
                      <a:pt x="819" y="55"/>
                    </a:lnTo>
                    <a:lnTo>
                      <a:pt x="810" y="44"/>
                    </a:lnTo>
                    <a:lnTo>
                      <a:pt x="798" y="34"/>
                    </a:lnTo>
                    <a:lnTo>
                      <a:pt x="787" y="25"/>
                    </a:lnTo>
                    <a:lnTo>
                      <a:pt x="775" y="17"/>
                    </a:lnTo>
                    <a:lnTo>
                      <a:pt x="766" y="10"/>
                    </a:lnTo>
                    <a:lnTo>
                      <a:pt x="756" y="5"/>
                    </a:lnTo>
                    <a:lnTo>
                      <a:pt x="747" y="1"/>
                    </a:lnTo>
                    <a:lnTo>
                      <a:pt x="740" y="0"/>
                    </a:lnTo>
                    <a:lnTo>
                      <a:pt x="735" y="1"/>
                    </a:lnTo>
                    <a:lnTo>
                      <a:pt x="694" y="43"/>
                    </a:lnTo>
                    <a:lnTo>
                      <a:pt x="677" y="46"/>
                    </a:lnTo>
                    <a:lnTo>
                      <a:pt x="639" y="83"/>
                    </a:lnTo>
                    <a:lnTo>
                      <a:pt x="635" y="104"/>
                    </a:lnTo>
                    <a:lnTo>
                      <a:pt x="172" y="537"/>
                    </a:lnTo>
                    <a:lnTo>
                      <a:pt x="158" y="536"/>
                    </a:lnTo>
                    <a:lnTo>
                      <a:pt x="145" y="535"/>
                    </a:lnTo>
                    <a:lnTo>
                      <a:pt x="133" y="536"/>
                    </a:lnTo>
                    <a:lnTo>
                      <a:pt x="121" y="536"/>
                    </a:lnTo>
                    <a:lnTo>
                      <a:pt x="110" y="538"/>
                    </a:lnTo>
                    <a:lnTo>
                      <a:pt x="98" y="540"/>
                    </a:lnTo>
                    <a:lnTo>
                      <a:pt x="87" y="543"/>
                    </a:lnTo>
                    <a:lnTo>
                      <a:pt x="77" y="546"/>
                    </a:lnTo>
                    <a:lnTo>
                      <a:pt x="65" y="551"/>
                    </a:lnTo>
                    <a:lnTo>
                      <a:pt x="55" y="555"/>
                    </a:lnTo>
                    <a:lnTo>
                      <a:pt x="46" y="560"/>
                    </a:lnTo>
                    <a:lnTo>
                      <a:pt x="36" y="565"/>
                    </a:lnTo>
                    <a:lnTo>
                      <a:pt x="26" y="572"/>
                    </a:lnTo>
                    <a:lnTo>
                      <a:pt x="17" y="577"/>
                    </a:lnTo>
                    <a:lnTo>
                      <a:pt x="8" y="584"/>
                    </a:lnTo>
                    <a:lnTo>
                      <a:pt x="0" y="590"/>
                    </a:lnTo>
                    <a:lnTo>
                      <a:pt x="18" y="599"/>
                    </a:lnTo>
                    <a:lnTo>
                      <a:pt x="38" y="609"/>
                    </a:lnTo>
                    <a:lnTo>
                      <a:pt x="55" y="620"/>
                    </a:lnTo>
                    <a:lnTo>
                      <a:pt x="74" y="631"/>
                    </a:lnTo>
                    <a:lnTo>
                      <a:pt x="90" y="644"/>
                    </a:lnTo>
                    <a:lnTo>
                      <a:pt x="107" y="657"/>
                    </a:lnTo>
                    <a:lnTo>
                      <a:pt x="121" y="672"/>
                    </a:lnTo>
                    <a:lnTo>
                      <a:pt x="137" y="686"/>
                    </a:lnTo>
                    <a:lnTo>
                      <a:pt x="150" y="703"/>
                    </a:lnTo>
                    <a:lnTo>
                      <a:pt x="163" y="719"/>
                    </a:lnTo>
                    <a:lnTo>
                      <a:pt x="175" y="737"/>
                    </a:lnTo>
                    <a:lnTo>
                      <a:pt x="186" y="755"/>
                    </a:lnTo>
                    <a:lnTo>
                      <a:pt x="196" y="774"/>
                    </a:lnTo>
                    <a:lnTo>
                      <a:pt x="205" y="792"/>
                    </a:lnTo>
                    <a:lnTo>
                      <a:pt x="213" y="812"/>
                    </a:lnTo>
                    <a:lnTo>
                      <a:pt x="220" y="832"/>
                    </a:lnTo>
                    <a:lnTo>
                      <a:pt x="220" y="833"/>
                    </a:lnTo>
                    <a:lnTo>
                      <a:pt x="220" y="833"/>
                    </a:lnTo>
                    <a:lnTo>
                      <a:pt x="220" y="833"/>
                    </a:lnTo>
                    <a:lnTo>
                      <a:pt x="220" y="833"/>
                    </a:lnTo>
                    <a:lnTo>
                      <a:pt x="220" y="834"/>
                    </a:lnTo>
                    <a:lnTo>
                      <a:pt x="220" y="834"/>
                    </a:lnTo>
                    <a:lnTo>
                      <a:pt x="220" y="834"/>
                    </a:lnTo>
                    <a:lnTo>
                      <a:pt x="220" y="834"/>
                    </a:lnTo>
                    <a:lnTo>
                      <a:pt x="220" y="835"/>
                    </a:lnTo>
                    <a:lnTo>
                      <a:pt x="220" y="835"/>
                    </a:lnTo>
                    <a:lnTo>
                      <a:pt x="220" y="835"/>
                    </a:lnTo>
                    <a:lnTo>
                      <a:pt x="220" y="835"/>
                    </a:lnTo>
                    <a:lnTo>
                      <a:pt x="220" y="835"/>
                    </a:lnTo>
                    <a:lnTo>
                      <a:pt x="220" y="835"/>
                    </a:lnTo>
                    <a:lnTo>
                      <a:pt x="220" y="835"/>
                    </a:lnTo>
                    <a:lnTo>
                      <a:pt x="220" y="835"/>
                    </a:lnTo>
                    <a:lnTo>
                      <a:pt x="220" y="835"/>
                    </a:lnTo>
                  </a:path>
                </a:pathLst>
              </a:custGeom>
              <a:solidFill>
                <a:srgbClr val="c21212"/>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7" name=""/>
              <p:cNvSpPr/>
              <p:nvPr/>
            </p:nvSpPr>
            <p:spPr>
              <a:xfrm>
                <a:off x="8734320" y="3600360"/>
                <a:ext cx="868320" cy="803520"/>
              </a:xfrm>
              <a:custGeom>
                <a:avLst/>
                <a:gdLst/>
                <a:ahLst/>
                <a:rect l="l" t="t" r="r" b="b"/>
                <a:pathLst>
                  <a:path w="547" h="506">
                    <a:moveTo>
                      <a:pt x="501" y="54"/>
                    </a:moveTo>
                    <a:lnTo>
                      <a:pt x="500" y="53"/>
                    </a:lnTo>
                    <a:lnTo>
                      <a:pt x="500" y="51"/>
                    </a:lnTo>
                    <a:lnTo>
                      <a:pt x="497" y="49"/>
                    </a:lnTo>
                    <a:lnTo>
                      <a:pt x="497" y="47"/>
                    </a:lnTo>
                    <a:lnTo>
                      <a:pt x="495" y="46"/>
                    </a:lnTo>
                    <a:lnTo>
                      <a:pt x="494" y="44"/>
                    </a:lnTo>
                    <a:lnTo>
                      <a:pt x="492" y="43"/>
                    </a:lnTo>
                    <a:lnTo>
                      <a:pt x="492" y="41"/>
                    </a:lnTo>
                    <a:lnTo>
                      <a:pt x="490" y="41"/>
                    </a:lnTo>
                    <a:lnTo>
                      <a:pt x="488" y="38"/>
                    </a:lnTo>
                    <a:lnTo>
                      <a:pt x="486" y="38"/>
                    </a:lnTo>
                    <a:lnTo>
                      <a:pt x="485" y="37"/>
                    </a:lnTo>
                    <a:lnTo>
                      <a:pt x="482" y="37"/>
                    </a:lnTo>
                    <a:lnTo>
                      <a:pt x="480" y="37"/>
                    </a:lnTo>
                    <a:lnTo>
                      <a:pt x="478" y="37"/>
                    </a:lnTo>
                    <a:lnTo>
                      <a:pt x="476" y="37"/>
                    </a:lnTo>
                    <a:lnTo>
                      <a:pt x="28" y="452"/>
                    </a:lnTo>
                    <a:lnTo>
                      <a:pt x="26" y="452"/>
                    </a:lnTo>
                    <a:lnTo>
                      <a:pt x="24" y="451"/>
                    </a:lnTo>
                    <a:lnTo>
                      <a:pt x="22" y="451"/>
                    </a:lnTo>
                    <a:lnTo>
                      <a:pt x="21" y="449"/>
                    </a:lnTo>
                    <a:lnTo>
                      <a:pt x="19" y="449"/>
                    </a:lnTo>
                    <a:lnTo>
                      <a:pt x="17" y="447"/>
                    </a:lnTo>
                    <a:lnTo>
                      <a:pt x="15" y="447"/>
                    </a:lnTo>
                    <a:lnTo>
                      <a:pt x="13" y="445"/>
                    </a:lnTo>
                    <a:lnTo>
                      <a:pt x="11" y="445"/>
                    </a:lnTo>
                    <a:lnTo>
                      <a:pt x="9" y="444"/>
                    </a:lnTo>
                    <a:lnTo>
                      <a:pt x="7" y="444"/>
                    </a:lnTo>
                    <a:lnTo>
                      <a:pt x="5" y="443"/>
                    </a:lnTo>
                    <a:lnTo>
                      <a:pt x="4" y="443"/>
                    </a:lnTo>
                    <a:lnTo>
                      <a:pt x="2" y="441"/>
                    </a:lnTo>
                    <a:lnTo>
                      <a:pt x="0" y="441"/>
                    </a:lnTo>
                    <a:lnTo>
                      <a:pt x="0" y="439"/>
                    </a:lnTo>
                    <a:lnTo>
                      <a:pt x="472" y="0"/>
                    </a:lnTo>
                    <a:lnTo>
                      <a:pt x="475" y="0"/>
                    </a:lnTo>
                    <a:lnTo>
                      <a:pt x="479" y="1"/>
                    </a:lnTo>
                    <a:lnTo>
                      <a:pt x="485" y="3"/>
                    </a:lnTo>
                    <a:lnTo>
                      <a:pt x="490" y="5"/>
                    </a:lnTo>
                    <a:lnTo>
                      <a:pt x="496" y="9"/>
                    </a:lnTo>
                    <a:lnTo>
                      <a:pt x="503" y="13"/>
                    </a:lnTo>
                    <a:lnTo>
                      <a:pt x="509" y="19"/>
                    </a:lnTo>
                    <a:lnTo>
                      <a:pt x="517" y="23"/>
                    </a:lnTo>
                    <a:lnTo>
                      <a:pt x="523" y="29"/>
                    </a:lnTo>
                    <a:lnTo>
                      <a:pt x="529" y="35"/>
                    </a:lnTo>
                    <a:lnTo>
                      <a:pt x="533" y="41"/>
                    </a:lnTo>
                    <a:lnTo>
                      <a:pt x="539" y="46"/>
                    </a:lnTo>
                    <a:lnTo>
                      <a:pt x="541" y="52"/>
                    </a:lnTo>
                    <a:lnTo>
                      <a:pt x="545" y="56"/>
                    </a:lnTo>
                    <a:lnTo>
                      <a:pt x="546" y="60"/>
                    </a:lnTo>
                    <a:lnTo>
                      <a:pt x="546" y="64"/>
                    </a:lnTo>
                    <a:lnTo>
                      <a:pt x="77" y="505"/>
                    </a:lnTo>
                    <a:lnTo>
                      <a:pt x="75" y="505"/>
                    </a:lnTo>
                    <a:lnTo>
                      <a:pt x="73" y="503"/>
                    </a:lnTo>
                    <a:lnTo>
                      <a:pt x="71" y="502"/>
                    </a:lnTo>
                    <a:lnTo>
                      <a:pt x="71" y="500"/>
                    </a:lnTo>
                    <a:lnTo>
                      <a:pt x="70" y="500"/>
                    </a:lnTo>
                    <a:lnTo>
                      <a:pt x="70" y="498"/>
                    </a:lnTo>
                    <a:lnTo>
                      <a:pt x="68" y="497"/>
                    </a:lnTo>
                    <a:lnTo>
                      <a:pt x="68" y="496"/>
                    </a:lnTo>
                    <a:lnTo>
                      <a:pt x="65" y="496"/>
                    </a:lnTo>
                    <a:lnTo>
                      <a:pt x="65" y="495"/>
                    </a:lnTo>
                    <a:lnTo>
                      <a:pt x="65" y="495"/>
                    </a:lnTo>
                    <a:lnTo>
                      <a:pt x="65" y="493"/>
                    </a:lnTo>
                    <a:lnTo>
                      <a:pt x="64" y="493"/>
                    </a:lnTo>
                    <a:lnTo>
                      <a:pt x="64" y="493"/>
                    </a:lnTo>
                    <a:lnTo>
                      <a:pt x="64" y="493"/>
                    </a:lnTo>
                    <a:lnTo>
                      <a:pt x="64" y="492"/>
                    </a:lnTo>
                    <a:lnTo>
                      <a:pt x="161" y="402"/>
                    </a:lnTo>
                    <a:lnTo>
                      <a:pt x="161" y="400"/>
                    </a:lnTo>
                    <a:lnTo>
                      <a:pt x="163" y="398"/>
                    </a:lnTo>
                    <a:lnTo>
                      <a:pt x="165" y="396"/>
                    </a:lnTo>
                    <a:lnTo>
                      <a:pt x="167" y="394"/>
                    </a:lnTo>
                    <a:lnTo>
                      <a:pt x="167" y="392"/>
                    </a:lnTo>
                    <a:lnTo>
                      <a:pt x="168" y="390"/>
                    </a:lnTo>
                    <a:lnTo>
                      <a:pt x="170" y="388"/>
                    </a:lnTo>
                    <a:lnTo>
                      <a:pt x="172" y="385"/>
                    </a:lnTo>
                    <a:lnTo>
                      <a:pt x="172" y="384"/>
                    </a:lnTo>
                    <a:lnTo>
                      <a:pt x="173" y="382"/>
                    </a:lnTo>
                    <a:lnTo>
                      <a:pt x="173" y="380"/>
                    </a:lnTo>
                    <a:lnTo>
                      <a:pt x="173" y="377"/>
                    </a:lnTo>
                    <a:lnTo>
                      <a:pt x="172" y="375"/>
                    </a:lnTo>
                    <a:lnTo>
                      <a:pt x="172" y="371"/>
                    </a:lnTo>
                    <a:lnTo>
                      <a:pt x="170" y="369"/>
                    </a:lnTo>
                    <a:lnTo>
                      <a:pt x="170" y="365"/>
                    </a:lnTo>
                    <a:lnTo>
                      <a:pt x="501" y="54"/>
                    </a:lnTo>
                    <a:lnTo>
                      <a:pt x="501" y="54"/>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8" name=""/>
              <p:cNvSpPr/>
              <p:nvPr/>
            </p:nvSpPr>
            <p:spPr>
              <a:xfrm>
                <a:off x="9469440" y="3506760"/>
                <a:ext cx="254160" cy="247680"/>
              </a:xfrm>
              <a:custGeom>
                <a:avLst/>
                <a:gdLst/>
                <a:ahLst/>
                <a:rect l="l" t="t" r="r" b="b"/>
                <a:pathLst>
                  <a:path w="160" h="156">
                    <a:moveTo>
                      <a:pt x="29" y="0"/>
                    </a:moveTo>
                    <a:lnTo>
                      <a:pt x="38" y="4"/>
                    </a:lnTo>
                    <a:lnTo>
                      <a:pt x="49" y="7"/>
                    </a:lnTo>
                    <a:lnTo>
                      <a:pt x="59" y="13"/>
                    </a:lnTo>
                    <a:lnTo>
                      <a:pt x="69" y="19"/>
                    </a:lnTo>
                    <a:lnTo>
                      <a:pt x="79" y="27"/>
                    </a:lnTo>
                    <a:lnTo>
                      <a:pt x="89" y="34"/>
                    </a:lnTo>
                    <a:lnTo>
                      <a:pt x="98" y="43"/>
                    </a:lnTo>
                    <a:lnTo>
                      <a:pt x="107" y="50"/>
                    </a:lnTo>
                    <a:lnTo>
                      <a:pt x="115" y="61"/>
                    </a:lnTo>
                    <a:lnTo>
                      <a:pt x="124" y="71"/>
                    </a:lnTo>
                    <a:lnTo>
                      <a:pt x="130" y="80"/>
                    </a:lnTo>
                    <a:lnTo>
                      <a:pt x="138" y="90"/>
                    </a:lnTo>
                    <a:lnTo>
                      <a:pt x="144" y="100"/>
                    </a:lnTo>
                    <a:lnTo>
                      <a:pt x="150" y="109"/>
                    </a:lnTo>
                    <a:lnTo>
                      <a:pt x="154" y="119"/>
                    </a:lnTo>
                    <a:lnTo>
                      <a:pt x="159" y="128"/>
                    </a:lnTo>
                    <a:lnTo>
                      <a:pt x="158" y="129"/>
                    </a:lnTo>
                    <a:lnTo>
                      <a:pt x="157" y="130"/>
                    </a:lnTo>
                    <a:lnTo>
                      <a:pt x="156" y="132"/>
                    </a:lnTo>
                    <a:lnTo>
                      <a:pt x="155" y="133"/>
                    </a:lnTo>
                    <a:lnTo>
                      <a:pt x="152" y="136"/>
                    </a:lnTo>
                    <a:lnTo>
                      <a:pt x="150" y="139"/>
                    </a:lnTo>
                    <a:lnTo>
                      <a:pt x="148" y="140"/>
                    </a:lnTo>
                    <a:lnTo>
                      <a:pt x="146" y="142"/>
                    </a:lnTo>
                    <a:lnTo>
                      <a:pt x="143" y="146"/>
                    </a:lnTo>
                    <a:lnTo>
                      <a:pt x="141" y="147"/>
                    </a:lnTo>
                    <a:lnTo>
                      <a:pt x="139" y="149"/>
                    </a:lnTo>
                    <a:lnTo>
                      <a:pt x="137" y="151"/>
                    </a:lnTo>
                    <a:lnTo>
                      <a:pt x="135" y="153"/>
                    </a:lnTo>
                    <a:lnTo>
                      <a:pt x="134" y="155"/>
                    </a:lnTo>
                    <a:lnTo>
                      <a:pt x="134" y="155"/>
                    </a:lnTo>
                    <a:lnTo>
                      <a:pt x="134" y="155"/>
                    </a:lnTo>
                    <a:lnTo>
                      <a:pt x="130" y="149"/>
                    </a:lnTo>
                    <a:lnTo>
                      <a:pt x="127" y="141"/>
                    </a:lnTo>
                    <a:lnTo>
                      <a:pt x="122" y="133"/>
                    </a:lnTo>
                    <a:lnTo>
                      <a:pt x="117" y="123"/>
                    </a:lnTo>
                    <a:lnTo>
                      <a:pt x="110" y="113"/>
                    </a:lnTo>
                    <a:lnTo>
                      <a:pt x="103" y="103"/>
                    </a:lnTo>
                    <a:lnTo>
                      <a:pt x="93" y="94"/>
                    </a:lnTo>
                    <a:lnTo>
                      <a:pt x="85" y="83"/>
                    </a:lnTo>
                    <a:lnTo>
                      <a:pt x="74" y="74"/>
                    </a:lnTo>
                    <a:lnTo>
                      <a:pt x="63" y="65"/>
                    </a:lnTo>
                    <a:lnTo>
                      <a:pt x="52" y="57"/>
                    </a:lnTo>
                    <a:lnTo>
                      <a:pt x="42" y="48"/>
                    </a:lnTo>
                    <a:lnTo>
                      <a:pt x="31" y="42"/>
                    </a:lnTo>
                    <a:lnTo>
                      <a:pt x="20" y="36"/>
                    </a:lnTo>
                    <a:lnTo>
                      <a:pt x="9" y="31"/>
                    </a:lnTo>
                    <a:lnTo>
                      <a:pt x="0" y="27"/>
                    </a:lnTo>
                    <a:lnTo>
                      <a:pt x="29" y="0"/>
                    </a:lnTo>
                    <a:lnTo>
                      <a:pt x="29" y="0"/>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9" name=""/>
              <p:cNvSpPr/>
              <p:nvPr/>
            </p:nvSpPr>
            <p:spPr>
              <a:xfrm>
                <a:off x="9558360" y="3448080"/>
                <a:ext cx="119160" cy="92160"/>
              </a:xfrm>
              <a:custGeom>
                <a:avLst/>
                <a:gdLst/>
                <a:ahLst/>
                <a:rect l="l" t="t" r="r" b="b"/>
                <a:pathLst>
                  <a:path w="75" h="58">
                    <a:moveTo>
                      <a:pt x="41" y="57"/>
                    </a:moveTo>
                    <a:lnTo>
                      <a:pt x="74" y="25"/>
                    </a:lnTo>
                    <a:lnTo>
                      <a:pt x="70" y="22"/>
                    </a:lnTo>
                    <a:lnTo>
                      <a:pt x="68" y="21"/>
                    </a:lnTo>
                    <a:lnTo>
                      <a:pt x="66" y="19"/>
                    </a:lnTo>
                    <a:lnTo>
                      <a:pt x="64" y="16"/>
                    </a:lnTo>
                    <a:lnTo>
                      <a:pt x="61" y="15"/>
                    </a:lnTo>
                    <a:lnTo>
                      <a:pt x="59" y="13"/>
                    </a:lnTo>
                    <a:lnTo>
                      <a:pt x="57" y="11"/>
                    </a:lnTo>
                    <a:lnTo>
                      <a:pt x="55" y="9"/>
                    </a:lnTo>
                    <a:lnTo>
                      <a:pt x="51" y="9"/>
                    </a:lnTo>
                    <a:lnTo>
                      <a:pt x="49" y="7"/>
                    </a:lnTo>
                    <a:lnTo>
                      <a:pt x="48" y="6"/>
                    </a:lnTo>
                    <a:lnTo>
                      <a:pt x="46" y="5"/>
                    </a:lnTo>
                    <a:lnTo>
                      <a:pt x="44" y="5"/>
                    </a:lnTo>
                    <a:lnTo>
                      <a:pt x="42" y="3"/>
                    </a:lnTo>
                    <a:lnTo>
                      <a:pt x="40" y="3"/>
                    </a:lnTo>
                    <a:lnTo>
                      <a:pt x="38" y="0"/>
                    </a:lnTo>
                    <a:lnTo>
                      <a:pt x="0" y="35"/>
                    </a:lnTo>
                    <a:lnTo>
                      <a:pt x="11" y="37"/>
                    </a:lnTo>
                    <a:lnTo>
                      <a:pt x="21" y="44"/>
                    </a:lnTo>
                    <a:lnTo>
                      <a:pt x="27" y="49"/>
                    </a:lnTo>
                    <a:lnTo>
                      <a:pt x="41" y="57"/>
                    </a:lnTo>
                    <a:lnTo>
                      <a:pt x="41" y="57"/>
                    </a:lnTo>
                  </a:path>
                </a:pathLst>
              </a:custGeom>
              <a:solidFill>
                <a:srgbClr val="ff0000"/>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40" name=""/>
              <p:cNvSpPr/>
              <p:nvPr/>
            </p:nvSpPr>
            <p:spPr>
              <a:xfrm>
                <a:off x="9634680" y="3498840"/>
                <a:ext cx="99720" cy="100080"/>
              </a:xfrm>
              <a:custGeom>
                <a:avLst/>
                <a:gdLst/>
                <a:ahLst/>
                <a:rect l="l" t="t" r="r" b="b"/>
                <a:pathLst>
                  <a:path w="63" h="63">
                    <a:moveTo>
                      <a:pt x="28" y="62"/>
                    </a:moveTo>
                    <a:lnTo>
                      <a:pt x="62" y="27"/>
                    </a:lnTo>
                    <a:lnTo>
                      <a:pt x="60" y="26"/>
                    </a:lnTo>
                    <a:lnTo>
                      <a:pt x="59" y="24"/>
                    </a:lnTo>
                    <a:lnTo>
                      <a:pt x="57" y="22"/>
                    </a:lnTo>
                    <a:lnTo>
                      <a:pt x="56" y="20"/>
                    </a:lnTo>
                    <a:lnTo>
                      <a:pt x="54" y="18"/>
                    </a:lnTo>
                    <a:lnTo>
                      <a:pt x="52" y="16"/>
                    </a:lnTo>
                    <a:lnTo>
                      <a:pt x="50" y="14"/>
                    </a:lnTo>
                    <a:lnTo>
                      <a:pt x="50" y="12"/>
                    </a:lnTo>
                    <a:lnTo>
                      <a:pt x="48" y="11"/>
                    </a:lnTo>
                    <a:lnTo>
                      <a:pt x="46" y="10"/>
                    </a:lnTo>
                    <a:lnTo>
                      <a:pt x="44" y="7"/>
                    </a:lnTo>
                    <a:lnTo>
                      <a:pt x="43" y="5"/>
                    </a:lnTo>
                    <a:lnTo>
                      <a:pt x="40" y="5"/>
                    </a:lnTo>
                    <a:lnTo>
                      <a:pt x="38" y="3"/>
                    </a:lnTo>
                    <a:lnTo>
                      <a:pt x="37" y="2"/>
                    </a:lnTo>
                    <a:lnTo>
                      <a:pt x="35" y="0"/>
                    </a:lnTo>
                    <a:lnTo>
                      <a:pt x="0" y="32"/>
                    </a:lnTo>
                    <a:lnTo>
                      <a:pt x="8" y="37"/>
                    </a:lnTo>
                    <a:lnTo>
                      <a:pt x="13" y="44"/>
                    </a:lnTo>
                    <a:lnTo>
                      <a:pt x="20" y="48"/>
                    </a:lnTo>
                    <a:lnTo>
                      <a:pt x="24" y="57"/>
                    </a:lnTo>
                    <a:lnTo>
                      <a:pt x="28" y="62"/>
                    </a:lnTo>
                    <a:lnTo>
                      <a:pt x="28" y="62"/>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41" name=""/>
              <p:cNvSpPr/>
              <p:nvPr/>
            </p:nvSpPr>
            <p:spPr>
              <a:xfrm>
                <a:off x="8756640" y="4451400"/>
                <a:ext cx="93600" cy="214200"/>
              </a:xfrm>
              <a:custGeom>
                <a:avLst/>
                <a:gdLst/>
                <a:ahLst/>
                <a:rect l="l" t="t" r="r" b="b"/>
                <a:pathLst>
                  <a:path w="59" h="135">
                    <a:moveTo>
                      <a:pt x="0" y="100"/>
                    </a:moveTo>
                    <a:lnTo>
                      <a:pt x="10" y="94"/>
                    </a:lnTo>
                    <a:lnTo>
                      <a:pt x="20" y="87"/>
                    </a:lnTo>
                    <a:lnTo>
                      <a:pt x="28" y="79"/>
                    </a:lnTo>
                    <a:lnTo>
                      <a:pt x="35" y="72"/>
                    </a:lnTo>
                    <a:lnTo>
                      <a:pt x="40" y="64"/>
                    </a:lnTo>
                    <a:lnTo>
                      <a:pt x="45" y="56"/>
                    </a:lnTo>
                    <a:lnTo>
                      <a:pt x="49" y="48"/>
                    </a:lnTo>
                    <a:lnTo>
                      <a:pt x="51" y="39"/>
                    </a:lnTo>
                    <a:lnTo>
                      <a:pt x="52" y="32"/>
                    </a:lnTo>
                    <a:lnTo>
                      <a:pt x="54" y="25"/>
                    </a:lnTo>
                    <a:lnTo>
                      <a:pt x="54" y="19"/>
                    </a:lnTo>
                    <a:lnTo>
                      <a:pt x="55" y="12"/>
                    </a:lnTo>
                    <a:lnTo>
                      <a:pt x="54" y="8"/>
                    </a:lnTo>
                    <a:lnTo>
                      <a:pt x="54" y="4"/>
                    </a:lnTo>
                    <a:lnTo>
                      <a:pt x="54" y="2"/>
                    </a:lnTo>
                    <a:lnTo>
                      <a:pt x="54" y="0"/>
                    </a:lnTo>
                    <a:lnTo>
                      <a:pt x="54" y="10"/>
                    </a:lnTo>
                    <a:lnTo>
                      <a:pt x="56" y="17"/>
                    </a:lnTo>
                    <a:lnTo>
                      <a:pt x="56" y="25"/>
                    </a:lnTo>
                    <a:lnTo>
                      <a:pt x="57" y="33"/>
                    </a:lnTo>
                    <a:lnTo>
                      <a:pt x="57" y="41"/>
                    </a:lnTo>
                    <a:lnTo>
                      <a:pt x="58" y="48"/>
                    </a:lnTo>
                    <a:lnTo>
                      <a:pt x="57" y="56"/>
                    </a:lnTo>
                    <a:lnTo>
                      <a:pt x="57" y="64"/>
                    </a:lnTo>
                    <a:lnTo>
                      <a:pt x="55" y="74"/>
                    </a:lnTo>
                    <a:lnTo>
                      <a:pt x="52" y="81"/>
                    </a:lnTo>
                    <a:lnTo>
                      <a:pt x="49" y="90"/>
                    </a:lnTo>
                    <a:lnTo>
                      <a:pt x="44" y="98"/>
                    </a:lnTo>
                    <a:lnTo>
                      <a:pt x="38" y="107"/>
                    </a:lnTo>
                    <a:lnTo>
                      <a:pt x="32" y="116"/>
                    </a:lnTo>
                    <a:lnTo>
                      <a:pt x="23" y="125"/>
                    </a:lnTo>
                    <a:lnTo>
                      <a:pt x="14" y="134"/>
                    </a:lnTo>
                    <a:lnTo>
                      <a:pt x="13" y="134"/>
                    </a:lnTo>
                    <a:lnTo>
                      <a:pt x="13" y="134"/>
                    </a:lnTo>
                    <a:lnTo>
                      <a:pt x="13" y="134"/>
                    </a:lnTo>
                    <a:lnTo>
                      <a:pt x="13" y="133"/>
                    </a:lnTo>
                    <a:lnTo>
                      <a:pt x="13" y="133"/>
                    </a:lnTo>
                    <a:lnTo>
                      <a:pt x="13" y="131"/>
                    </a:lnTo>
                    <a:lnTo>
                      <a:pt x="13" y="131"/>
                    </a:lnTo>
                    <a:lnTo>
                      <a:pt x="13" y="129"/>
                    </a:lnTo>
                    <a:lnTo>
                      <a:pt x="11" y="129"/>
                    </a:lnTo>
                    <a:lnTo>
                      <a:pt x="11" y="127"/>
                    </a:lnTo>
                    <a:lnTo>
                      <a:pt x="11" y="127"/>
                    </a:lnTo>
                    <a:lnTo>
                      <a:pt x="11" y="125"/>
                    </a:lnTo>
                    <a:lnTo>
                      <a:pt x="10" y="125"/>
                    </a:lnTo>
                    <a:lnTo>
                      <a:pt x="10" y="123"/>
                    </a:lnTo>
                    <a:lnTo>
                      <a:pt x="10" y="121"/>
                    </a:lnTo>
                    <a:lnTo>
                      <a:pt x="10" y="119"/>
                    </a:lnTo>
                    <a:lnTo>
                      <a:pt x="8" y="118"/>
                    </a:lnTo>
                    <a:lnTo>
                      <a:pt x="8" y="116"/>
                    </a:lnTo>
                    <a:lnTo>
                      <a:pt x="6" y="115"/>
                    </a:lnTo>
                    <a:lnTo>
                      <a:pt x="6" y="113"/>
                    </a:lnTo>
                    <a:lnTo>
                      <a:pt x="4" y="112"/>
                    </a:lnTo>
                    <a:lnTo>
                      <a:pt x="4" y="110"/>
                    </a:lnTo>
                    <a:lnTo>
                      <a:pt x="3" y="108"/>
                    </a:lnTo>
                    <a:lnTo>
                      <a:pt x="3" y="106"/>
                    </a:lnTo>
                    <a:lnTo>
                      <a:pt x="1" y="106"/>
                    </a:lnTo>
                    <a:lnTo>
                      <a:pt x="1" y="104"/>
                    </a:lnTo>
                    <a:lnTo>
                      <a:pt x="0" y="103"/>
                    </a:lnTo>
                    <a:lnTo>
                      <a:pt x="0" y="101"/>
                    </a:lnTo>
                    <a:lnTo>
                      <a:pt x="0" y="101"/>
                    </a:lnTo>
                    <a:lnTo>
                      <a:pt x="0" y="101"/>
                    </a:lnTo>
                    <a:lnTo>
                      <a:pt x="0" y="101"/>
                    </a:lnTo>
                    <a:lnTo>
                      <a:pt x="0" y="100"/>
                    </a:lnTo>
                    <a:lnTo>
                      <a:pt x="0" y="100"/>
                    </a:lnTo>
                  </a:path>
                </a:pathLst>
              </a:custGeom>
              <a:solidFill>
                <a:srgbClr val="ff60a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42" name=""/>
              <p:cNvSpPr/>
              <p:nvPr/>
            </p:nvSpPr>
            <p:spPr>
              <a:xfrm>
                <a:off x="8901000" y="4064040"/>
                <a:ext cx="79560" cy="103320"/>
              </a:xfrm>
              <a:custGeom>
                <a:avLst/>
                <a:gdLst/>
                <a:ahLst/>
                <a:rect l="l" t="t" r="r" b="b"/>
                <a:pathLst>
                  <a:path w="50" h="65">
                    <a:moveTo>
                      <a:pt x="44" y="64"/>
                    </a:moveTo>
                    <a:lnTo>
                      <a:pt x="0" y="22"/>
                    </a:lnTo>
                    <a:lnTo>
                      <a:pt x="1" y="0"/>
                    </a:lnTo>
                    <a:lnTo>
                      <a:pt x="49" y="42"/>
                    </a:lnTo>
                    <a:lnTo>
                      <a:pt x="44" y="64"/>
                    </a:lnTo>
                    <a:lnTo>
                      <a:pt x="44" y="64"/>
                    </a:lnTo>
                  </a:path>
                </a:pathLst>
              </a:custGeom>
              <a:solidFill>
                <a:srgbClr val="c20041"/>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43" name=""/>
              <p:cNvSpPr/>
              <p:nvPr/>
            </p:nvSpPr>
            <p:spPr>
              <a:xfrm>
                <a:off x="8902800" y="3924360"/>
                <a:ext cx="220680" cy="208080"/>
              </a:xfrm>
              <a:custGeom>
                <a:avLst/>
                <a:gdLst/>
                <a:ahLst/>
                <a:rect l="l" t="t" r="r" b="b"/>
                <a:pathLst>
                  <a:path w="139" h="131">
                    <a:moveTo>
                      <a:pt x="0" y="88"/>
                    </a:moveTo>
                    <a:lnTo>
                      <a:pt x="93" y="0"/>
                    </a:lnTo>
                    <a:lnTo>
                      <a:pt x="138" y="43"/>
                    </a:lnTo>
                    <a:lnTo>
                      <a:pt x="48" y="130"/>
                    </a:lnTo>
                    <a:lnTo>
                      <a:pt x="0" y="88"/>
                    </a:lnTo>
                    <a:lnTo>
                      <a:pt x="0" y="88"/>
                    </a:lnTo>
                  </a:path>
                </a:pathLst>
              </a:custGeom>
              <a:solidFill>
                <a:srgbClr val="ff9f9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44" name=""/>
              <p:cNvSpPr/>
              <p:nvPr/>
            </p:nvSpPr>
            <p:spPr>
              <a:xfrm>
                <a:off x="8970840" y="3992400"/>
                <a:ext cx="182520" cy="174960"/>
              </a:xfrm>
              <a:custGeom>
                <a:avLst/>
                <a:gdLst/>
                <a:ahLst/>
                <a:rect l="l" t="t" r="r" b="b"/>
                <a:pathLst>
                  <a:path w="115" h="110">
                    <a:moveTo>
                      <a:pt x="0" y="109"/>
                    </a:moveTo>
                    <a:lnTo>
                      <a:pt x="5" y="87"/>
                    </a:lnTo>
                    <a:lnTo>
                      <a:pt x="95" y="0"/>
                    </a:lnTo>
                    <a:lnTo>
                      <a:pt x="114" y="6"/>
                    </a:lnTo>
                    <a:lnTo>
                      <a:pt x="0" y="109"/>
                    </a:lnTo>
                    <a:lnTo>
                      <a:pt x="0" y="109"/>
                    </a:lnTo>
                  </a:path>
                </a:pathLst>
              </a:custGeom>
              <a:solidFill>
                <a:srgbClr val="82004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45" name=""/>
              <p:cNvSpPr/>
              <p:nvPr/>
            </p:nvSpPr>
            <p:spPr>
              <a:xfrm>
                <a:off x="9050400" y="3924360"/>
                <a:ext cx="102960" cy="79200"/>
              </a:xfrm>
              <a:custGeom>
                <a:avLst/>
                <a:gdLst/>
                <a:ahLst/>
                <a:rect l="l" t="t" r="r" b="b"/>
                <a:pathLst>
                  <a:path w="65" h="50">
                    <a:moveTo>
                      <a:pt x="0" y="0"/>
                    </a:moveTo>
                    <a:lnTo>
                      <a:pt x="15" y="3"/>
                    </a:lnTo>
                    <a:lnTo>
                      <a:pt x="64" y="49"/>
                    </a:lnTo>
                    <a:lnTo>
                      <a:pt x="45" y="43"/>
                    </a:lnTo>
                    <a:lnTo>
                      <a:pt x="0" y="0"/>
                    </a:lnTo>
                    <a:lnTo>
                      <a:pt x="0" y="0"/>
                    </a:lnTo>
                  </a:path>
                </a:pathLst>
              </a:custGeom>
              <a:solidFill>
                <a:srgbClr val="820040"/>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446" name=""/>
              <p:cNvSpPr/>
              <p:nvPr/>
            </p:nvSpPr>
            <p:spPr>
              <a:xfrm>
                <a:off x="8907480" y="3745080"/>
                <a:ext cx="741240" cy="693720"/>
              </a:xfrm>
              <a:custGeom>
                <a:avLst/>
                <a:gdLst/>
                <a:ahLst/>
                <a:rect l="l" t="t" r="r" b="b"/>
                <a:pathLst>
                  <a:path w="467" h="437">
                    <a:moveTo>
                      <a:pt x="0" y="431"/>
                    </a:moveTo>
                    <a:lnTo>
                      <a:pt x="5" y="436"/>
                    </a:lnTo>
                    <a:lnTo>
                      <a:pt x="466" y="6"/>
                    </a:lnTo>
                    <a:lnTo>
                      <a:pt x="459" y="0"/>
                    </a:lnTo>
                    <a:lnTo>
                      <a:pt x="0" y="431"/>
                    </a:lnTo>
                    <a:lnTo>
                      <a:pt x="0" y="431"/>
                    </a:lnTo>
                  </a:path>
                </a:pathLst>
              </a:custGeom>
              <a:solidFill>
                <a:srgbClr val="ff60a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47" name=""/>
              <p:cNvSpPr/>
              <p:nvPr/>
            </p:nvSpPr>
            <p:spPr>
              <a:xfrm>
                <a:off x="9713880" y="3595680"/>
                <a:ext cx="76320" cy="82440"/>
              </a:xfrm>
              <a:custGeom>
                <a:avLst/>
                <a:gdLst/>
                <a:ahLst/>
                <a:rect l="l" t="t" r="r" b="b"/>
                <a:pathLst>
                  <a:path w="48" h="52">
                    <a:moveTo>
                      <a:pt x="0" y="41"/>
                    </a:moveTo>
                    <a:lnTo>
                      <a:pt x="44" y="0"/>
                    </a:lnTo>
                    <a:lnTo>
                      <a:pt x="47" y="9"/>
                    </a:lnTo>
                    <a:lnTo>
                      <a:pt x="5" y="51"/>
                    </a:lnTo>
                    <a:lnTo>
                      <a:pt x="0" y="41"/>
                    </a:lnTo>
                    <a:lnTo>
                      <a:pt x="0" y="41"/>
                    </a:lnTo>
                  </a:path>
                </a:pathLst>
              </a:custGeom>
              <a:solidFill>
                <a:srgbClr val="ff60af"/>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448" name=""/>
              <p:cNvSpPr/>
              <p:nvPr/>
            </p:nvSpPr>
            <p:spPr>
              <a:xfrm>
                <a:off x="8413920" y="4373640"/>
                <a:ext cx="365040" cy="450720"/>
              </a:xfrm>
              <a:custGeom>
                <a:avLst/>
                <a:gdLst/>
                <a:ahLst/>
                <a:rect l="l" t="t" r="r" b="b"/>
                <a:pathLst>
                  <a:path w="230" h="284">
                    <a:moveTo>
                      <a:pt x="184" y="274"/>
                    </a:moveTo>
                    <a:lnTo>
                      <a:pt x="221" y="241"/>
                    </a:lnTo>
                    <a:lnTo>
                      <a:pt x="220" y="237"/>
                    </a:lnTo>
                    <a:lnTo>
                      <a:pt x="218" y="230"/>
                    </a:lnTo>
                    <a:lnTo>
                      <a:pt x="214" y="223"/>
                    </a:lnTo>
                    <a:lnTo>
                      <a:pt x="212" y="213"/>
                    </a:lnTo>
                    <a:lnTo>
                      <a:pt x="206" y="203"/>
                    </a:lnTo>
                    <a:lnTo>
                      <a:pt x="201" y="193"/>
                    </a:lnTo>
                    <a:lnTo>
                      <a:pt x="194" y="181"/>
                    </a:lnTo>
                    <a:lnTo>
                      <a:pt x="188" y="170"/>
                    </a:lnTo>
                    <a:lnTo>
                      <a:pt x="179" y="159"/>
                    </a:lnTo>
                    <a:lnTo>
                      <a:pt x="172" y="147"/>
                    </a:lnTo>
                    <a:lnTo>
                      <a:pt x="163" y="136"/>
                    </a:lnTo>
                    <a:lnTo>
                      <a:pt x="155" y="125"/>
                    </a:lnTo>
                    <a:lnTo>
                      <a:pt x="147" y="115"/>
                    </a:lnTo>
                    <a:lnTo>
                      <a:pt x="139" y="104"/>
                    </a:lnTo>
                    <a:lnTo>
                      <a:pt x="131" y="96"/>
                    </a:lnTo>
                    <a:lnTo>
                      <a:pt x="124" y="86"/>
                    </a:lnTo>
                    <a:lnTo>
                      <a:pt x="119" y="83"/>
                    </a:lnTo>
                    <a:lnTo>
                      <a:pt x="114" y="79"/>
                    </a:lnTo>
                    <a:lnTo>
                      <a:pt x="107" y="74"/>
                    </a:lnTo>
                    <a:lnTo>
                      <a:pt x="101" y="68"/>
                    </a:lnTo>
                    <a:lnTo>
                      <a:pt x="94" y="62"/>
                    </a:lnTo>
                    <a:lnTo>
                      <a:pt x="87" y="56"/>
                    </a:lnTo>
                    <a:lnTo>
                      <a:pt x="78" y="50"/>
                    </a:lnTo>
                    <a:lnTo>
                      <a:pt x="70" y="42"/>
                    </a:lnTo>
                    <a:lnTo>
                      <a:pt x="60" y="37"/>
                    </a:lnTo>
                    <a:lnTo>
                      <a:pt x="51" y="31"/>
                    </a:lnTo>
                    <a:lnTo>
                      <a:pt x="42" y="25"/>
                    </a:lnTo>
                    <a:lnTo>
                      <a:pt x="34" y="20"/>
                    </a:lnTo>
                    <a:lnTo>
                      <a:pt x="24" y="16"/>
                    </a:lnTo>
                    <a:lnTo>
                      <a:pt x="16" y="12"/>
                    </a:lnTo>
                    <a:lnTo>
                      <a:pt x="7" y="10"/>
                    </a:lnTo>
                    <a:lnTo>
                      <a:pt x="0" y="8"/>
                    </a:lnTo>
                    <a:lnTo>
                      <a:pt x="0" y="8"/>
                    </a:lnTo>
                    <a:lnTo>
                      <a:pt x="0" y="8"/>
                    </a:lnTo>
                    <a:lnTo>
                      <a:pt x="0" y="8"/>
                    </a:lnTo>
                    <a:lnTo>
                      <a:pt x="1" y="7"/>
                    </a:lnTo>
                    <a:lnTo>
                      <a:pt x="1" y="7"/>
                    </a:lnTo>
                    <a:lnTo>
                      <a:pt x="3" y="6"/>
                    </a:lnTo>
                    <a:lnTo>
                      <a:pt x="3" y="6"/>
                    </a:lnTo>
                    <a:lnTo>
                      <a:pt x="5" y="4"/>
                    </a:lnTo>
                    <a:lnTo>
                      <a:pt x="5" y="4"/>
                    </a:lnTo>
                    <a:lnTo>
                      <a:pt x="7" y="4"/>
                    </a:lnTo>
                    <a:lnTo>
                      <a:pt x="7" y="4"/>
                    </a:lnTo>
                    <a:lnTo>
                      <a:pt x="8" y="2"/>
                    </a:lnTo>
                    <a:lnTo>
                      <a:pt x="8" y="2"/>
                    </a:lnTo>
                    <a:lnTo>
                      <a:pt x="10" y="2"/>
                    </a:lnTo>
                    <a:lnTo>
                      <a:pt x="10" y="2"/>
                    </a:lnTo>
                    <a:lnTo>
                      <a:pt x="11" y="0"/>
                    </a:lnTo>
                    <a:lnTo>
                      <a:pt x="17" y="3"/>
                    </a:lnTo>
                    <a:lnTo>
                      <a:pt x="24" y="6"/>
                    </a:lnTo>
                    <a:lnTo>
                      <a:pt x="32" y="10"/>
                    </a:lnTo>
                    <a:lnTo>
                      <a:pt x="40" y="15"/>
                    </a:lnTo>
                    <a:lnTo>
                      <a:pt x="48" y="20"/>
                    </a:lnTo>
                    <a:lnTo>
                      <a:pt x="57" y="25"/>
                    </a:lnTo>
                    <a:lnTo>
                      <a:pt x="66" y="31"/>
                    </a:lnTo>
                    <a:lnTo>
                      <a:pt x="75" y="36"/>
                    </a:lnTo>
                    <a:lnTo>
                      <a:pt x="83" y="43"/>
                    </a:lnTo>
                    <a:lnTo>
                      <a:pt x="92" y="49"/>
                    </a:lnTo>
                    <a:lnTo>
                      <a:pt x="100" y="54"/>
                    </a:lnTo>
                    <a:lnTo>
                      <a:pt x="109" y="60"/>
                    </a:lnTo>
                    <a:lnTo>
                      <a:pt x="116" y="67"/>
                    </a:lnTo>
                    <a:lnTo>
                      <a:pt x="123" y="73"/>
                    </a:lnTo>
                    <a:lnTo>
                      <a:pt x="129" y="79"/>
                    </a:lnTo>
                    <a:lnTo>
                      <a:pt x="135" y="83"/>
                    </a:lnTo>
                    <a:lnTo>
                      <a:pt x="141" y="93"/>
                    </a:lnTo>
                    <a:lnTo>
                      <a:pt x="148" y="101"/>
                    </a:lnTo>
                    <a:lnTo>
                      <a:pt x="155" y="111"/>
                    </a:lnTo>
                    <a:lnTo>
                      <a:pt x="163" y="119"/>
                    </a:lnTo>
                    <a:lnTo>
                      <a:pt x="170" y="130"/>
                    </a:lnTo>
                    <a:lnTo>
                      <a:pt x="178" y="140"/>
                    </a:lnTo>
                    <a:lnTo>
                      <a:pt x="185" y="150"/>
                    </a:lnTo>
                    <a:lnTo>
                      <a:pt x="192" y="159"/>
                    </a:lnTo>
                    <a:lnTo>
                      <a:pt x="198" y="171"/>
                    </a:lnTo>
                    <a:lnTo>
                      <a:pt x="205" y="181"/>
                    </a:lnTo>
                    <a:lnTo>
                      <a:pt x="210" y="191"/>
                    </a:lnTo>
                    <a:lnTo>
                      <a:pt x="216" y="200"/>
                    </a:lnTo>
                    <a:lnTo>
                      <a:pt x="220" y="210"/>
                    </a:lnTo>
                    <a:lnTo>
                      <a:pt x="223" y="220"/>
                    </a:lnTo>
                    <a:lnTo>
                      <a:pt x="226" y="230"/>
                    </a:lnTo>
                    <a:lnTo>
                      <a:pt x="229" y="238"/>
                    </a:lnTo>
                    <a:lnTo>
                      <a:pt x="185" y="283"/>
                    </a:lnTo>
                    <a:lnTo>
                      <a:pt x="184" y="274"/>
                    </a:lnTo>
                    <a:lnTo>
                      <a:pt x="184" y="274"/>
                    </a:lnTo>
                  </a:path>
                </a:pathLst>
              </a:custGeom>
              <a:solidFill>
                <a:srgbClr val="ff60a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Tree>
  </p:cSld>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49" name=""/>
          <p:cNvGrpSpPr/>
          <p:nvPr/>
        </p:nvGrpSpPr>
        <p:grpSpPr>
          <a:xfrm>
            <a:off x="538200" y="-7920"/>
            <a:ext cx="9456840" cy="8099280"/>
            <a:chOff x="538200" y="-7920"/>
            <a:chExt cx="9456840" cy="8099280"/>
          </a:xfrm>
        </p:grpSpPr>
        <p:sp>
          <p:nvSpPr>
            <p:cNvPr id="450"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51" name=""/>
            <p:cNvGrpSpPr/>
            <p:nvPr/>
          </p:nvGrpSpPr>
          <p:grpSpPr>
            <a:xfrm>
              <a:off x="538200" y="727200"/>
              <a:ext cx="1542960" cy="1599840"/>
              <a:chOff x="538200" y="727200"/>
              <a:chExt cx="1542960" cy="1599840"/>
            </a:xfrm>
          </p:grpSpPr>
          <p:sp>
            <p:nvSpPr>
              <p:cNvPr id="452"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53" name="" descr=""/>
              <p:cNvPicPr/>
              <p:nvPr/>
            </p:nvPicPr>
            <p:blipFill>
              <a:blip r:embed="rId1"/>
              <a:stretch/>
            </p:blipFill>
            <p:spPr>
              <a:xfrm>
                <a:off x="568440" y="779400"/>
                <a:ext cx="1430280" cy="1460520"/>
              </a:xfrm>
              <a:prstGeom prst="rect">
                <a:avLst/>
              </a:prstGeom>
              <a:noFill/>
              <a:ln w="0">
                <a:noFill/>
              </a:ln>
            </p:spPr>
          </p:pic>
          <p:sp>
            <p:nvSpPr>
              <p:cNvPr id="454"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55"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56"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57"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58"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59"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EU Geographical BSE Risk</a:t>
            </a:r>
            <a:endParaRPr b="0" lang="en-IN" sz="4200" strike="noStrike" u="none">
              <a:solidFill>
                <a:srgbClr val="ffffff"/>
              </a:solidFill>
              <a:effectLst/>
              <a:uFillTx/>
              <a:latin typeface="Times New Roman"/>
            </a:endParaRPr>
          </a:p>
        </p:txBody>
      </p:sp>
      <p:sp>
        <p:nvSpPr>
          <p:cNvPr id="460" name=""/>
          <p:cNvSpPr/>
          <p:nvPr/>
        </p:nvSpPr>
        <p:spPr>
          <a:xfrm>
            <a:off x="1479600" y="2503440"/>
            <a:ext cx="8750160" cy="401472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Challenges</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External</a:t>
            </a:r>
            <a:endParaRPr b="0" lang="en-IN" sz="3200" strike="noStrike" u="none">
              <a:solidFill>
                <a:srgbClr val="ffffff"/>
              </a:solidFill>
              <a:effectLst/>
              <a:uFillTx/>
              <a:latin typeface="Times New Roman"/>
            </a:endParaRPr>
          </a:p>
          <a:p>
            <a:pPr lvl="2" marL="1208160" indent="-293760">
              <a:lnSpc>
                <a:spcPct val="100000"/>
              </a:lnSpc>
              <a:buClr>
                <a:srgbClr val="ffe118"/>
              </a:buClr>
              <a:buSzPct val="46000"/>
              <a:buFont typeface="Monotype Sorts" charset="2"/>
              <a:buChar char=""/>
              <a:tabLst>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 algn="l" pos="10442520"/>
              </a:tabLst>
            </a:pPr>
            <a:r>
              <a:rPr b="0" lang="en-IN" sz="3200" strike="noStrike" u="none">
                <a:solidFill>
                  <a:srgbClr val="ffffff"/>
                </a:solidFill>
                <a:effectLst/>
                <a:uFillTx/>
                <a:latin typeface="Times New Roman"/>
              </a:rPr>
              <a:t>cattle</a:t>
            </a:r>
            <a:endParaRPr b="0" lang="en-IN" sz="3200" strike="noStrike" u="none">
              <a:solidFill>
                <a:srgbClr val="ffffff"/>
              </a:solidFill>
              <a:effectLst/>
              <a:uFillTx/>
              <a:latin typeface="Times New Roman"/>
            </a:endParaRPr>
          </a:p>
          <a:p>
            <a:pPr lvl="2" marL="1208160" indent="-293760">
              <a:lnSpc>
                <a:spcPct val="100000"/>
              </a:lnSpc>
              <a:buClr>
                <a:srgbClr val="ffe118"/>
              </a:buClr>
              <a:buSzPct val="46000"/>
              <a:buFont typeface="Monotype Sorts" charset="2"/>
              <a:buChar char=""/>
              <a:tabLst>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 algn="l" pos="10442520"/>
              </a:tabLst>
            </a:pPr>
            <a:r>
              <a:rPr b="0" lang="en-IN" sz="3200" strike="noStrike" u="none">
                <a:solidFill>
                  <a:srgbClr val="ffffff"/>
                </a:solidFill>
                <a:effectLst/>
                <a:uFillTx/>
                <a:latin typeface="Times New Roman"/>
              </a:rPr>
              <a:t>MBM</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Internal</a:t>
            </a:r>
            <a:endParaRPr b="0" lang="en-IN" sz="3200" strike="noStrike" u="none">
              <a:solidFill>
                <a:srgbClr val="ffffff"/>
              </a:solidFill>
              <a:effectLst/>
              <a:uFillTx/>
              <a:latin typeface="Times New Roman"/>
            </a:endParaRPr>
          </a:p>
          <a:p>
            <a:pPr lvl="2" marL="1208160" indent="-293760">
              <a:lnSpc>
                <a:spcPct val="100000"/>
              </a:lnSpc>
              <a:buClr>
                <a:srgbClr val="ffe118"/>
              </a:buClr>
              <a:buSzPct val="46000"/>
              <a:buFont typeface="Monotype Sorts" charset="2"/>
              <a:buChar char=""/>
              <a:tabLst>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 algn="l" pos="10442520"/>
              </a:tabLst>
            </a:pPr>
            <a:r>
              <a:rPr b="0" lang="en-IN" sz="3200" strike="noStrike" u="none">
                <a:solidFill>
                  <a:srgbClr val="ffffff"/>
                </a:solidFill>
                <a:effectLst/>
                <a:uFillTx/>
                <a:latin typeface="Times New Roman"/>
              </a:rPr>
              <a:t>cattle</a:t>
            </a:r>
            <a:endParaRPr b="0" lang="en-IN" sz="3200" strike="noStrike" u="none">
              <a:solidFill>
                <a:srgbClr val="ffffff"/>
              </a:solidFill>
              <a:effectLst/>
              <a:uFillTx/>
              <a:latin typeface="Times New Roman"/>
            </a:endParaRPr>
          </a:p>
          <a:p>
            <a:pPr lvl="2" marL="1208160" indent="-293760">
              <a:lnSpc>
                <a:spcPct val="100000"/>
              </a:lnSpc>
              <a:buClr>
                <a:srgbClr val="ffe118"/>
              </a:buClr>
              <a:buSzPct val="46000"/>
              <a:buFont typeface="Monotype Sorts" charset="2"/>
              <a:buChar char=""/>
              <a:tabLst>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 algn="l" pos="10442520"/>
              </a:tabLst>
            </a:pPr>
            <a:r>
              <a:rPr b="0" lang="en-IN" sz="3200" strike="noStrike" u="none">
                <a:solidFill>
                  <a:srgbClr val="ffffff"/>
                </a:solidFill>
                <a:effectLst/>
                <a:uFillTx/>
                <a:latin typeface="Times New Roman"/>
              </a:rPr>
              <a:t>MBM</a:t>
            </a:r>
            <a:endParaRPr b="0" lang="en-IN" sz="3200" strike="noStrike" u="none">
              <a:solidFill>
                <a:srgbClr val="ffffff"/>
              </a:solidFill>
              <a:effectLst/>
              <a:uFillTx/>
              <a:latin typeface="Times New Roman"/>
            </a:endParaRPr>
          </a:p>
        </p:txBody>
      </p:sp>
    </p:spTree>
  </p:cSld>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61" name=""/>
          <p:cNvGrpSpPr/>
          <p:nvPr/>
        </p:nvGrpSpPr>
        <p:grpSpPr>
          <a:xfrm>
            <a:off x="538200" y="-7920"/>
            <a:ext cx="9456840" cy="8099280"/>
            <a:chOff x="538200" y="-7920"/>
            <a:chExt cx="9456840" cy="8099280"/>
          </a:xfrm>
        </p:grpSpPr>
        <p:sp>
          <p:nvSpPr>
            <p:cNvPr id="462"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63" name=""/>
            <p:cNvGrpSpPr/>
            <p:nvPr/>
          </p:nvGrpSpPr>
          <p:grpSpPr>
            <a:xfrm>
              <a:off x="538200" y="727200"/>
              <a:ext cx="1542960" cy="1599840"/>
              <a:chOff x="538200" y="727200"/>
              <a:chExt cx="1542960" cy="1599840"/>
            </a:xfrm>
          </p:grpSpPr>
          <p:sp>
            <p:nvSpPr>
              <p:cNvPr id="464"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65" name="" descr=""/>
              <p:cNvPicPr/>
              <p:nvPr/>
            </p:nvPicPr>
            <p:blipFill>
              <a:blip r:embed="rId1"/>
              <a:stretch/>
            </p:blipFill>
            <p:spPr>
              <a:xfrm>
                <a:off x="568440" y="779400"/>
                <a:ext cx="1430280" cy="1460520"/>
              </a:xfrm>
              <a:prstGeom prst="rect">
                <a:avLst/>
              </a:prstGeom>
              <a:noFill/>
              <a:ln w="0">
                <a:noFill/>
              </a:ln>
            </p:spPr>
          </p:pic>
          <p:sp>
            <p:nvSpPr>
              <p:cNvPr id="466"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67"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68"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69"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70"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71"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EU Geographical BSE Risk</a:t>
            </a:r>
            <a:r>
              <a:rPr b="1" i="1" lang="en-IN" sz="4200" strike="noStrike" u="none">
                <a:solidFill>
                  <a:srgbClr val="ffe118"/>
                </a:solidFill>
                <a:effectLst/>
                <a:uFillTx/>
                <a:latin typeface="Times New Roman"/>
              </a:rPr>
              <a:t> (continued)</a:t>
            </a:r>
            <a:endParaRPr b="0" lang="en-IN" sz="4200" strike="noStrike" u="none">
              <a:solidFill>
                <a:srgbClr val="ffffff"/>
              </a:solidFill>
              <a:effectLst/>
              <a:uFillTx/>
              <a:latin typeface="Times New Roman"/>
            </a:endParaRPr>
          </a:p>
        </p:txBody>
      </p:sp>
      <p:sp>
        <p:nvSpPr>
          <p:cNvPr id="472" name=""/>
          <p:cNvSpPr/>
          <p:nvPr/>
        </p:nvSpPr>
        <p:spPr>
          <a:xfrm>
            <a:off x="1479600" y="2503440"/>
            <a:ext cx="8750160" cy="401472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Stability</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Feed bans</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Rendering</a:t>
            </a:r>
            <a:endParaRPr b="0" lang="en-IN" sz="3200" strike="noStrike" u="none">
              <a:solidFill>
                <a:srgbClr val="ffffff"/>
              </a:solidFill>
              <a:effectLst/>
              <a:uFillTx/>
              <a:latin typeface="Times New Roman"/>
            </a:endParaRPr>
          </a:p>
          <a:p>
            <a:pPr lvl="2" marL="1208160" indent="-293760">
              <a:lnSpc>
                <a:spcPct val="100000"/>
              </a:lnSpc>
              <a:buClr>
                <a:srgbClr val="ffe118"/>
              </a:buClr>
              <a:buSzPct val="46000"/>
              <a:buFont typeface="Monotype Sorts" charset="2"/>
              <a:buChar char=""/>
              <a:tabLst>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 algn="l" pos="10442520"/>
              </a:tabLst>
            </a:pPr>
            <a:r>
              <a:rPr b="0" lang="en-IN" sz="3200" strike="noStrike" u="none">
                <a:solidFill>
                  <a:srgbClr val="ffffff"/>
                </a:solidFill>
                <a:effectLst/>
                <a:uFillTx/>
                <a:latin typeface="Times New Roman"/>
              </a:rPr>
              <a:t>Time</a:t>
            </a:r>
            <a:endParaRPr b="0" lang="en-IN" sz="3200" strike="noStrike" u="none">
              <a:solidFill>
                <a:srgbClr val="ffffff"/>
              </a:solidFill>
              <a:effectLst/>
              <a:uFillTx/>
              <a:latin typeface="Times New Roman"/>
            </a:endParaRPr>
          </a:p>
          <a:p>
            <a:pPr lvl="2" marL="1208160" indent="-293760">
              <a:lnSpc>
                <a:spcPct val="100000"/>
              </a:lnSpc>
              <a:buClr>
                <a:srgbClr val="ffe118"/>
              </a:buClr>
              <a:buSzPct val="46000"/>
              <a:buFont typeface="Monotype Sorts" charset="2"/>
              <a:buChar char=""/>
              <a:tabLst>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 algn="l" pos="10442520"/>
              </a:tabLst>
            </a:pPr>
            <a:r>
              <a:rPr b="0" lang="en-IN" sz="3200" strike="noStrike" u="none">
                <a:solidFill>
                  <a:srgbClr val="ffffff"/>
                </a:solidFill>
                <a:effectLst/>
                <a:uFillTx/>
                <a:latin typeface="Times New Roman"/>
              </a:rPr>
              <a:t>Temperature</a:t>
            </a:r>
            <a:endParaRPr b="0" lang="en-IN" sz="3200" strike="noStrike" u="none">
              <a:solidFill>
                <a:srgbClr val="ffffff"/>
              </a:solidFill>
              <a:effectLst/>
              <a:uFillTx/>
              <a:latin typeface="Times New Roman"/>
            </a:endParaRPr>
          </a:p>
          <a:p>
            <a:pPr lvl="2" marL="1208160" indent="-293760">
              <a:lnSpc>
                <a:spcPct val="100000"/>
              </a:lnSpc>
              <a:buClr>
                <a:srgbClr val="ffe118"/>
              </a:buClr>
              <a:buSzPct val="46000"/>
              <a:buFont typeface="Monotype Sorts" charset="2"/>
              <a:buChar char=""/>
              <a:tabLst>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 algn="l" pos="10442520"/>
              </a:tabLst>
            </a:pPr>
            <a:r>
              <a:rPr b="0" lang="en-IN" sz="3200" strike="noStrike" u="none">
                <a:solidFill>
                  <a:srgbClr val="ffffff"/>
                </a:solidFill>
                <a:effectLst/>
                <a:uFillTx/>
                <a:latin typeface="Times New Roman"/>
              </a:rPr>
              <a:t>Pressure</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SRM bans</a:t>
            </a:r>
            <a:endParaRPr b="0" lang="en-IN" sz="3200" strike="noStrike" u="none">
              <a:solidFill>
                <a:srgbClr val="ffffff"/>
              </a:solidFill>
              <a:effectLst/>
              <a:uFillTx/>
              <a:latin typeface="Times New Roman"/>
            </a:endParaRPr>
          </a:p>
        </p:txBody>
      </p:sp>
    </p:spTree>
  </p:cSld>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73" name=""/>
          <p:cNvGrpSpPr/>
          <p:nvPr/>
        </p:nvGrpSpPr>
        <p:grpSpPr>
          <a:xfrm>
            <a:off x="538200" y="-7920"/>
            <a:ext cx="9456840" cy="8099280"/>
            <a:chOff x="538200" y="-7920"/>
            <a:chExt cx="9456840" cy="8099280"/>
          </a:xfrm>
        </p:grpSpPr>
        <p:sp>
          <p:nvSpPr>
            <p:cNvPr id="474"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75" name=""/>
            <p:cNvGrpSpPr/>
            <p:nvPr/>
          </p:nvGrpSpPr>
          <p:grpSpPr>
            <a:xfrm>
              <a:off x="538200" y="727200"/>
              <a:ext cx="1542960" cy="1599840"/>
              <a:chOff x="538200" y="727200"/>
              <a:chExt cx="1542960" cy="1599840"/>
            </a:xfrm>
          </p:grpSpPr>
          <p:sp>
            <p:nvSpPr>
              <p:cNvPr id="476"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77" name="" descr=""/>
              <p:cNvPicPr/>
              <p:nvPr/>
            </p:nvPicPr>
            <p:blipFill>
              <a:blip r:embed="rId1"/>
              <a:stretch/>
            </p:blipFill>
            <p:spPr>
              <a:xfrm>
                <a:off x="568440" y="779400"/>
                <a:ext cx="1430280" cy="1460520"/>
              </a:xfrm>
              <a:prstGeom prst="rect">
                <a:avLst/>
              </a:prstGeom>
              <a:noFill/>
              <a:ln w="0">
                <a:noFill/>
              </a:ln>
            </p:spPr>
          </p:pic>
          <p:sp>
            <p:nvSpPr>
              <p:cNvPr id="478"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79"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80"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81"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82"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83"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EU Categories of Risk</a:t>
            </a:r>
            <a:endParaRPr b="0" lang="en-IN" sz="4200" strike="noStrike" u="none">
              <a:solidFill>
                <a:srgbClr val="ffffff"/>
              </a:solidFill>
              <a:effectLst/>
              <a:uFillTx/>
              <a:latin typeface="Times New Roman"/>
            </a:endParaRPr>
          </a:p>
        </p:txBody>
      </p:sp>
      <p:sp>
        <p:nvSpPr>
          <p:cNvPr id="484" name=""/>
          <p:cNvSpPr/>
          <p:nvPr/>
        </p:nvSpPr>
        <p:spPr>
          <a:xfrm>
            <a:off x="1479600" y="2503440"/>
            <a:ext cx="8750160" cy="360360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I - Highly Unlikely</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II - Unlikely but Cannot be excluded</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III -</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Likely but not confirmed</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BSE confirmed at a lower level</a:t>
            </a:r>
            <a:endParaRPr b="0" lang="en-IN" sz="32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IV - BSE confirmed at a higher level</a:t>
            </a:r>
            <a:endParaRPr b="0" lang="en-IN" sz="3500" strike="noStrike" u="none">
              <a:solidFill>
                <a:srgbClr val="ffffff"/>
              </a:solidFill>
              <a:effectLst/>
              <a:uFillTx/>
              <a:latin typeface="Times New Roman"/>
            </a:endParaRPr>
          </a:p>
        </p:txBody>
      </p:sp>
    </p:spTree>
  </p:cSld>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85" name=""/>
          <p:cNvGrpSpPr/>
          <p:nvPr/>
        </p:nvGrpSpPr>
        <p:grpSpPr>
          <a:xfrm>
            <a:off x="538200" y="-7920"/>
            <a:ext cx="9456840" cy="8099280"/>
            <a:chOff x="538200" y="-7920"/>
            <a:chExt cx="9456840" cy="8099280"/>
          </a:xfrm>
        </p:grpSpPr>
        <p:sp>
          <p:nvSpPr>
            <p:cNvPr id="486"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87" name=""/>
            <p:cNvGrpSpPr/>
            <p:nvPr/>
          </p:nvGrpSpPr>
          <p:grpSpPr>
            <a:xfrm>
              <a:off x="538200" y="727200"/>
              <a:ext cx="1542960" cy="1599840"/>
              <a:chOff x="538200" y="727200"/>
              <a:chExt cx="1542960" cy="1599840"/>
            </a:xfrm>
          </p:grpSpPr>
          <p:sp>
            <p:nvSpPr>
              <p:cNvPr id="488"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89" name="" descr=""/>
              <p:cNvPicPr/>
              <p:nvPr/>
            </p:nvPicPr>
            <p:blipFill>
              <a:blip r:embed="rId1"/>
              <a:stretch/>
            </p:blipFill>
            <p:spPr>
              <a:xfrm>
                <a:off x="568440" y="779400"/>
                <a:ext cx="1430280" cy="1460520"/>
              </a:xfrm>
              <a:prstGeom prst="rect">
                <a:avLst/>
              </a:prstGeom>
              <a:noFill/>
              <a:ln w="0">
                <a:noFill/>
              </a:ln>
            </p:spPr>
          </p:pic>
          <p:sp>
            <p:nvSpPr>
              <p:cNvPr id="490"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91"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92"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93"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94"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95"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Category I </a:t>
            </a:r>
            <a:endParaRPr b="0" lang="en-IN" sz="4200" strike="noStrike" u="none">
              <a:solidFill>
                <a:srgbClr val="ffffff"/>
              </a:solidFill>
              <a:effectLst/>
              <a:uFillTx/>
              <a:latin typeface="Times New Roman"/>
            </a:endParaRPr>
          </a:p>
        </p:txBody>
      </p:sp>
      <p:sp>
        <p:nvSpPr>
          <p:cNvPr id="496" name=""/>
          <p:cNvSpPr/>
          <p:nvPr/>
        </p:nvSpPr>
        <p:spPr>
          <a:xfrm>
            <a:off x="2068560" y="2673360"/>
            <a:ext cx="4268880" cy="688176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500" strike="noStrike" u="none">
                <a:solidFill>
                  <a:srgbClr val="ffffff"/>
                </a:solidFill>
                <a:effectLst/>
                <a:uFillTx/>
                <a:latin typeface="Times New Roman"/>
              </a:rPr>
              <a:t>Argentina</a:t>
            </a:r>
            <a:endParaRPr b="0" lang="en-IN" sz="2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500" strike="noStrike" u="none">
                <a:solidFill>
                  <a:srgbClr val="ffffff"/>
                </a:solidFill>
                <a:effectLst/>
                <a:uFillTx/>
                <a:latin typeface="Times New Roman"/>
              </a:rPr>
              <a:t>Australia</a:t>
            </a:r>
            <a:endParaRPr b="0" lang="en-IN" sz="2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500" strike="noStrike" u="none">
                <a:solidFill>
                  <a:srgbClr val="ffffff"/>
                </a:solidFill>
                <a:effectLst/>
                <a:uFillTx/>
                <a:latin typeface="Times New Roman"/>
              </a:rPr>
              <a:t>Chile</a:t>
            </a:r>
            <a:endParaRPr b="0" lang="en-IN" sz="2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500" strike="noStrike" u="none">
                <a:solidFill>
                  <a:srgbClr val="ffffff"/>
                </a:solidFill>
                <a:effectLst/>
                <a:uFillTx/>
                <a:latin typeface="Times New Roman"/>
              </a:rPr>
              <a:t>New Zealand</a:t>
            </a:r>
            <a:endParaRPr b="0" lang="en-IN" sz="2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500" strike="noStrike" u="none">
                <a:solidFill>
                  <a:srgbClr val="ffffff"/>
                </a:solidFill>
                <a:effectLst/>
                <a:uFillTx/>
                <a:latin typeface="Times New Roman"/>
              </a:rPr>
              <a:t>Norway</a:t>
            </a:r>
            <a:endParaRPr b="0" lang="en-IN" sz="2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500" strike="noStrike" u="none">
                <a:solidFill>
                  <a:srgbClr val="ffffff"/>
                </a:solidFill>
                <a:effectLst/>
                <a:uFillTx/>
                <a:latin typeface="Times New Roman"/>
              </a:rPr>
              <a:t>Paraguay</a:t>
            </a:r>
            <a:endParaRPr b="0" lang="en-IN" sz="2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500" strike="noStrike" u="none">
                <a:solidFill>
                  <a:srgbClr val="ffffff"/>
                </a:solidFill>
                <a:effectLst/>
                <a:uFillTx/>
                <a:latin typeface="Times New Roman"/>
              </a:rPr>
              <a:t>Uruguay</a:t>
            </a:r>
            <a:endParaRPr b="0" lang="en-IN" sz="2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500" strike="noStrike" u="none">
                <a:solidFill>
                  <a:srgbClr val="ffffff"/>
                </a:solidFill>
                <a:effectLst/>
                <a:uFillTx/>
                <a:latin typeface="Times New Roman"/>
              </a:rPr>
              <a:t>Botswana</a:t>
            </a:r>
            <a:endParaRPr b="0" lang="en-IN" sz="2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500" strike="noStrike" u="none">
                <a:solidFill>
                  <a:srgbClr val="ffffff"/>
                </a:solidFill>
                <a:effectLst/>
                <a:uFillTx/>
                <a:latin typeface="Times New Roman"/>
              </a:rPr>
              <a:t>Namibia</a:t>
            </a:r>
            <a:endParaRPr b="0" lang="en-IN" sz="2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500" strike="noStrike" u="none">
                <a:solidFill>
                  <a:srgbClr val="ffffff"/>
                </a:solidFill>
                <a:effectLst/>
                <a:uFillTx/>
                <a:latin typeface="Times New Roman"/>
              </a:rPr>
              <a:t>Nicaragua,</a:t>
            </a:r>
            <a:endParaRPr b="0" lang="en-IN" sz="2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2500" strike="noStrike" u="none">
                <a:solidFill>
                  <a:srgbClr val="ffffff"/>
                </a:solidFill>
                <a:effectLst/>
                <a:uFillTx/>
                <a:latin typeface="Times New Roman"/>
              </a:rPr>
              <a:t>Swaziland</a:t>
            </a:r>
            <a:endParaRPr b="0" lang="en-IN" sz="2500" strike="noStrike" u="none">
              <a:solidFill>
                <a:srgbClr val="ffffff"/>
              </a:solidFill>
              <a:effectLst/>
              <a:uFillTx/>
              <a:latin typeface="Times New Roman"/>
            </a:endParaRPr>
          </a:p>
        </p:txBody>
      </p:sp>
      <p:pic>
        <p:nvPicPr>
          <p:cNvPr id="497" name="" descr=""/>
          <p:cNvPicPr/>
          <p:nvPr/>
        </p:nvPicPr>
        <p:blipFill>
          <a:blip r:embed="rId2"/>
          <a:stretch/>
        </p:blipFill>
        <p:spPr>
          <a:xfrm>
            <a:off x="5748480" y="3525840"/>
            <a:ext cx="4065480" cy="3032280"/>
          </a:xfrm>
          <a:prstGeom prst="rect">
            <a:avLst/>
          </a:prstGeom>
          <a:noFill/>
          <a:ln w="0">
            <a:noFill/>
          </a:ln>
        </p:spPr>
      </p:pic>
    </p:spTree>
  </p:cSld>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98" name=""/>
          <p:cNvGrpSpPr/>
          <p:nvPr/>
        </p:nvGrpSpPr>
        <p:grpSpPr>
          <a:xfrm>
            <a:off x="538200" y="-7920"/>
            <a:ext cx="9456840" cy="8099280"/>
            <a:chOff x="538200" y="-7920"/>
            <a:chExt cx="9456840" cy="8099280"/>
          </a:xfrm>
        </p:grpSpPr>
        <p:sp>
          <p:nvSpPr>
            <p:cNvPr id="499"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500" name=""/>
            <p:cNvGrpSpPr/>
            <p:nvPr/>
          </p:nvGrpSpPr>
          <p:grpSpPr>
            <a:xfrm>
              <a:off x="538200" y="727200"/>
              <a:ext cx="1542960" cy="1599840"/>
              <a:chOff x="538200" y="727200"/>
              <a:chExt cx="1542960" cy="1599840"/>
            </a:xfrm>
          </p:grpSpPr>
          <p:sp>
            <p:nvSpPr>
              <p:cNvPr id="501"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502" name="" descr=""/>
              <p:cNvPicPr/>
              <p:nvPr/>
            </p:nvPicPr>
            <p:blipFill>
              <a:blip r:embed="rId1"/>
              <a:stretch/>
            </p:blipFill>
            <p:spPr>
              <a:xfrm>
                <a:off x="568440" y="779400"/>
                <a:ext cx="1430280" cy="1460520"/>
              </a:xfrm>
              <a:prstGeom prst="rect">
                <a:avLst/>
              </a:prstGeom>
              <a:noFill/>
              <a:ln w="0">
                <a:noFill/>
              </a:ln>
            </p:spPr>
          </p:pic>
          <p:sp>
            <p:nvSpPr>
              <p:cNvPr id="503"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04"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505"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506"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507"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508"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Category II </a:t>
            </a:r>
            <a:endParaRPr b="0" lang="en-IN" sz="4200" strike="noStrike" u="none">
              <a:solidFill>
                <a:srgbClr val="ffffff"/>
              </a:solidFill>
              <a:effectLst/>
              <a:uFillTx/>
              <a:latin typeface="Times New Roman"/>
            </a:endParaRPr>
          </a:p>
        </p:txBody>
      </p:sp>
      <p:sp>
        <p:nvSpPr>
          <p:cNvPr id="509" name=""/>
          <p:cNvSpPr/>
          <p:nvPr/>
        </p:nvSpPr>
        <p:spPr>
          <a:xfrm>
            <a:off x="1479600" y="2503440"/>
            <a:ext cx="4268880" cy="308304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Austria</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Finland</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Sweden</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Canada</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United States</a:t>
            </a:r>
            <a:endParaRPr b="0" lang="en-IN" sz="3500" strike="noStrike" u="none">
              <a:solidFill>
                <a:srgbClr val="ffffff"/>
              </a:solidFill>
              <a:effectLst/>
              <a:uFillTx/>
              <a:latin typeface="Times New Roman"/>
            </a:endParaRPr>
          </a:p>
        </p:txBody>
      </p:sp>
      <p:pic>
        <p:nvPicPr>
          <p:cNvPr id="510" name="" descr=""/>
          <p:cNvPicPr/>
          <p:nvPr/>
        </p:nvPicPr>
        <p:blipFill>
          <a:blip r:embed="rId2"/>
          <a:stretch/>
        </p:blipFill>
        <p:spPr>
          <a:xfrm>
            <a:off x="5748480" y="3524400"/>
            <a:ext cx="4065480" cy="3035160"/>
          </a:xfrm>
          <a:prstGeom prst="rect">
            <a:avLst/>
          </a:prstGeom>
          <a:noFill/>
          <a:ln w="0">
            <a:noFill/>
          </a:ln>
        </p:spPr>
      </p:pic>
    </p:spTree>
  </p:cSld>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511" name=""/>
          <p:cNvGrpSpPr/>
          <p:nvPr/>
        </p:nvGrpSpPr>
        <p:grpSpPr>
          <a:xfrm>
            <a:off x="538200" y="-7920"/>
            <a:ext cx="9456840" cy="8099280"/>
            <a:chOff x="538200" y="-7920"/>
            <a:chExt cx="9456840" cy="8099280"/>
          </a:xfrm>
        </p:grpSpPr>
        <p:sp>
          <p:nvSpPr>
            <p:cNvPr id="512"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513" name=""/>
            <p:cNvGrpSpPr/>
            <p:nvPr/>
          </p:nvGrpSpPr>
          <p:grpSpPr>
            <a:xfrm>
              <a:off x="538200" y="727200"/>
              <a:ext cx="1542960" cy="1599840"/>
              <a:chOff x="538200" y="727200"/>
              <a:chExt cx="1542960" cy="1599840"/>
            </a:xfrm>
          </p:grpSpPr>
          <p:sp>
            <p:nvSpPr>
              <p:cNvPr id="514"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515" name="" descr=""/>
              <p:cNvPicPr/>
              <p:nvPr/>
            </p:nvPicPr>
            <p:blipFill>
              <a:blip r:embed="rId1"/>
              <a:stretch/>
            </p:blipFill>
            <p:spPr>
              <a:xfrm>
                <a:off x="568440" y="779400"/>
                <a:ext cx="1430280" cy="1460520"/>
              </a:xfrm>
              <a:prstGeom prst="rect">
                <a:avLst/>
              </a:prstGeom>
              <a:noFill/>
              <a:ln w="0">
                <a:noFill/>
              </a:ln>
            </p:spPr>
          </p:pic>
          <p:sp>
            <p:nvSpPr>
              <p:cNvPr id="516"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17"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518"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519"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520"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521"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Category III</a:t>
            </a:r>
            <a:endParaRPr b="0" lang="en-IN" sz="4200" strike="noStrike" u="none">
              <a:solidFill>
                <a:srgbClr val="ffffff"/>
              </a:solidFill>
              <a:effectLst/>
              <a:uFillTx/>
              <a:latin typeface="Times New Roman"/>
            </a:endParaRPr>
          </a:p>
        </p:txBody>
      </p:sp>
      <p:sp>
        <p:nvSpPr>
          <p:cNvPr id="522" name=""/>
          <p:cNvSpPr/>
          <p:nvPr/>
        </p:nvSpPr>
        <p:spPr>
          <a:xfrm>
            <a:off x="1479600" y="2503440"/>
            <a:ext cx="4268880" cy="649296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500" strike="noStrike" u="none">
                <a:solidFill>
                  <a:srgbClr val="ffffff"/>
                </a:solidFill>
                <a:effectLst/>
                <a:uFillTx/>
                <a:latin typeface="Times New Roman"/>
              </a:rPr>
              <a:t>Germany</a:t>
            </a:r>
            <a:endParaRPr b="0" lang="en-IN" sz="2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500" strike="noStrike" u="none">
                <a:solidFill>
                  <a:srgbClr val="ffffff"/>
                </a:solidFill>
                <a:effectLst/>
                <a:uFillTx/>
                <a:latin typeface="Times New Roman"/>
              </a:rPr>
              <a:t>Italy</a:t>
            </a:r>
            <a:endParaRPr b="0" lang="en-IN" sz="2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500" strike="noStrike" u="none">
                <a:solidFill>
                  <a:srgbClr val="ffffff"/>
                </a:solidFill>
                <a:effectLst/>
                <a:uFillTx/>
                <a:latin typeface="Times New Roman"/>
              </a:rPr>
              <a:t>Spain</a:t>
            </a:r>
            <a:endParaRPr b="0" lang="en-IN" sz="2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500" strike="noStrike" u="none">
                <a:solidFill>
                  <a:srgbClr val="ffffff"/>
                </a:solidFill>
                <a:effectLst/>
                <a:uFillTx/>
                <a:latin typeface="Times New Roman"/>
              </a:rPr>
              <a:t>Lithuania</a:t>
            </a:r>
            <a:endParaRPr b="0" lang="en-IN" sz="2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1" lang="en-IN" sz="2300" strike="noStrike" u="none">
                <a:solidFill>
                  <a:srgbClr val="ffffff"/>
                </a:solidFill>
                <a:effectLst/>
                <a:uFillTx/>
                <a:latin typeface="Times New Roman"/>
              </a:rPr>
              <a:t>Belgium</a:t>
            </a:r>
            <a:endParaRPr b="0" lang="en-IN" sz="23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1" lang="en-IN" sz="2300" strike="noStrike" u="none">
                <a:solidFill>
                  <a:srgbClr val="ffffff"/>
                </a:solidFill>
                <a:effectLst/>
                <a:uFillTx/>
                <a:latin typeface="Times New Roman"/>
              </a:rPr>
              <a:t>Denmark</a:t>
            </a:r>
            <a:endParaRPr b="0" lang="en-IN" sz="23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1" lang="en-IN" sz="2300" strike="noStrike" u="none">
                <a:solidFill>
                  <a:srgbClr val="ffffff"/>
                </a:solidFill>
                <a:effectLst/>
                <a:uFillTx/>
                <a:latin typeface="Times New Roman"/>
              </a:rPr>
              <a:t>France</a:t>
            </a:r>
            <a:endParaRPr b="0" lang="en-IN" sz="23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1" lang="en-IN" sz="2300" strike="noStrike" u="none">
                <a:solidFill>
                  <a:srgbClr val="ffffff"/>
                </a:solidFill>
                <a:effectLst/>
                <a:uFillTx/>
                <a:latin typeface="Times New Roman"/>
              </a:rPr>
              <a:t>Ireland</a:t>
            </a:r>
            <a:endParaRPr b="0" lang="en-IN" sz="23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1" lang="en-IN" sz="2300" strike="noStrike" u="none">
                <a:solidFill>
                  <a:srgbClr val="ffffff"/>
                </a:solidFill>
                <a:effectLst/>
                <a:uFillTx/>
                <a:latin typeface="Times New Roman"/>
              </a:rPr>
              <a:t>Luxembourg</a:t>
            </a:r>
            <a:endParaRPr b="0" lang="en-IN" sz="23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1" lang="en-IN" sz="2300" strike="noStrike" u="none">
                <a:solidFill>
                  <a:srgbClr val="ffffff"/>
                </a:solidFill>
                <a:effectLst/>
                <a:uFillTx/>
                <a:latin typeface="Times New Roman"/>
              </a:rPr>
              <a:t>Netherlands</a:t>
            </a:r>
            <a:endParaRPr b="0" lang="en-IN" sz="23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1" lang="en-IN" sz="2300" strike="noStrike" u="none">
                <a:solidFill>
                  <a:srgbClr val="ffffff"/>
                </a:solidFill>
                <a:effectLst/>
                <a:uFillTx/>
                <a:latin typeface="Times New Roman"/>
              </a:rPr>
              <a:t>Switzerland</a:t>
            </a:r>
            <a:endParaRPr b="0" lang="en-IN" sz="2300" strike="noStrike" u="none">
              <a:solidFill>
                <a:srgbClr val="ffffff"/>
              </a:solidFill>
              <a:effectLst/>
              <a:uFillTx/>
              <a:latin typeface="Times New Roman"/>
            </a:endParaRPr>
          </a:p>
        </p:txBody>
      </p:sp>
      <p:pic>
        <p:nvPicPr>
          <p:cNvPr id="523" name="" descr=""/>
          <p:cNvPicPr/>
          <p:nvPr/>
        </p:nvPicPr>
        <p:blipFill>
          <a:blip r:embed="rId2"/>
          <a:stretch/>
        </p:blipFill>
        <p:spPr>
          <a:xfrm>
            <a:off x="5748480" y="3522600"/>
            <a:ext cx="4065480" cy="3036960"/>
          </a:xfrm>
          <a:prstGeom prst="rect">
            <a:avLst/>
          </a:prstGeom>
          <a:noFill/>
          <a:ln w="0">
            <a:noFill/>
          </a:ln>
        </p:spPr>
      </p:pic>
    </p:spTree>
  </p:cSld>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524" name=""/>
          <p:cNvGrpSpPr/>
          <p:nvPr/>
        </p:nvGrpSpPr>
        <p:grpSpPr>
          <a:xfrm>
            <a:off x="538200" y="-7920"/>
            <a:ext cx="9456840" cy="8099280"/>
            <a:chOff x="538200" y="-7920"/>
            <a:chExt cx="9456840" cy="8099280"/>
          </a:xfrm>
        </p:grpSpPr>
        <p:sp>
          <p:nvSpPr>
            <p:cNvPr id="525"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526" name=""/>
            <p:cNvGrpSpPr/>
            <p:nvPr/>
          </p:nvGrpSpPr>
          <p:grpSpPr>
            <a:xfrm>
              <a:off x="538200" y="727200"/>
              <a:ext cx="1542960" cy="1599840"/>
              <a:chOff x="538200" y="727200"/>
              <a:chExt cx="1542960" cy="1599840"/>
            </a:xfrm>
          </p:grpSpPr>
          <p:sp>
            <p:nvSpPr>
              <p:cNvPr id="527"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528" name="" descr=""/>
              <p:cNvPicPr/>
              <p:nvPr/>
            </p:nvPicPr>
            <p:blipFill>
              <a:blip r:embed="rId1"/>
              <a:stretch/>
            </p:blipFill>
            <p:spPr>
              <a:xfrm>
                <a:off x="568440" y="779400"/>
                <a:ext cx="1430280" cy="1460520"/>
              </a:xfrm>
              <a:prstGeom prst="rect">
                <a:avLst/>
              </a:prstGeom>
              <a:noFill/>
              <a:ln w="0">
                <a:noFill/>
              </a:ln>
            </p:spPr>
          </p:pic>
          <p:sp>
            <p:nvSpPr>
              <p:cNvPr id="529"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30"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531"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532"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533"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534"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Category IV </a:t>
            </a:r>
            <a:endParaRPr b="0" lang="en-IN" sz="4200" strike="noStrike" u="none">
              <a:solidFill>
                <a:srgbClr val="ffffff"/>
              </a:solidFill>
              <a:effectLst/>
              <a:uFillTx/>
              <a:latin typeface="Times New Roman"/>
            </a:endParaRPr>
          </a:p>
        </p:txBody>
      </p:sp>
      <p:sp>
        <p:nvSpPr>
          <p:cNvPr id="535" name=""/>
          <p:cNvSpPr/>
          <p:nvPr/>
        </p:nvSpPr>
        <p:spPr>
          <a:xfrm>
            <a:off x="1479600" y="2503440"/>
            <a:ext cx="4268880" cy="118260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United Kingdom</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Portugal</a:t>
            </a:r>
            <a:endParaRPr b="0" lang="en-IN" sz="3500" strike="noStrike" u="none">
              <a:solidFill>
                <a:srgbClr val="ffffff"/>
              </a:solidFill>
              <a:effectLst/>
              <a:uFillTx/>
              <a:latin typeface="Times New Roman"/>
            </a:endParaRPr>
          </a:p>
        </p:txBody>
      </p:sp>
      <p:pic>
        <p:nvPicPr>
          <p:cNvPr id="536" name="" descr=""/>
          <p:cNvPicPr/>
          <p:nvPr/>
        </p:nvPicPr>
        <p:blipFill>
          <a:blip r:embed="rId2"/>
          <a:stretch/>
        </p:blipFill>
        <p:spPr>
          <a:xfrm>
            <a:off x="5748480" y="3517920"/>
            <a:ext cx="4065480" cy="3046320"/>
          </a:xfrm>
          <a:prstGeom prst="rect">
            <a:avLst/>
          </a:prstGeom>
          <a:noFill/>
          <a:ln w="0">
            <a:noFill/>
          </a:ln>
        </p:spPr>
      </p:pic>
    </p:spTree>
  </p:cSld>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537" name=""/>
          <p:cNvGrpSpPr/>
          <p:nvPr/>
        </p:nvGrpSpPr>
        <p:grpSpPr>
          <a:xfrm>
            <a:off x="538200" y="-7920"/>
            <a:ext cx="9456840" cy="8099280"/>
            <a:chOff x="538200" y="-7920"/>
            <a:chExt cx="9456840" cy="8099280"/>
          </a:xfrm>
        </p:grpSpPr>
        <p:sp>
          <p:nvSpPr>
            <p:cNvPr id="538"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539" name=""/>
            <p:cNvGrpSpPr/>
            <p:nvPr/>
          </p:nvGrpSpPr>
          <p:grpSpPr>
            <a:xfrm>
              <a:off x="538200" y="727200"/>
              <a:ext cx="1542960" cy="1599840"/>
              <a:chOff x="538200" y="727200"/>
              <a:chExt cx="1542960" cy="1599840"/>
            </a:xfrm>
          </p:grpSpPr>
          <p:sp>
            <p:nvSpPr>
              <p:cNvPr id="540"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541" name="" descr=""/>
              <p:cNvPicPr/>
              <p:nvPr/>
            </p:nvPicPr>
            <p:blipFill>
              <a:blip r:embed="rId1"/>
              <a:stretch/>
            </p:blipFill>
            <p:spPr>
              <a:xfrm>
                <a:off x="568440" y="779400"/>
                <a:ext cx="1430280" cy="1460520"/>
              </a:xfrm>
              <a:prstGeom prst="rect">
                <a:avLst/>
              </a:prstGeom>
              <a:noFill/>
              <a:ln w="0">
                <a:noFill/>
              </a:ln>
            </p:spPr>
          </p:pic>
          <p:sp>
            <p:nvSpPr>
              <p:cNvPr id="542"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43"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544"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545"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546"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547"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CJD vs. vCJD</a:t>
            </a:r>
            <a:endParaRPr b="0" lang="en-IN" sz="4200" strike="noStrike" u="none">
              <a:solidFill>
                <a:srgbClr val="ffffff"/>
              </a:solidFill>
              <a:effectLst/>
              <a:uFillTx/>
              <a:latin typeface="Times New Roman"/>
            </a:endParaRPr>
          </a:p>
        </p:txBody>
      </p:sp>
      <p:sp>
        <p:nvSpPr>
          <p:cNvPr id="548" name=""/>
          <p:cNvSpPr/>
          <p:nvPr/>
        </p:nvSpPr>
        <p:spPr>
          <a:xfrm>
            <a:off x="1479600" y="2503440"/>
            <a:ext cx="4268880" cy="56134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sporadic, genetic, iatrogenic</a:t>
            </a:r>
            <a:endParaRPr b="0" lang="en-IN" sz="30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55-75 yrs of age</a:t>
            </a:r>
            <a:endParaRPr b="0" lang="en-IN" sz="30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3000" strike="noStrike" u="sng">
                <a:solidFill>
                  <a:srgbClr val="ffffff"/>
                </a:solidFill>
                <a:effectLst/>
                <a:uFillTx/>
                <a:latin typeface="Times New Roman"/>
              </a:rPr>
              <a:t>&lt;</a:t>
            </a:r>
            <a:r>
              <a:rPr b="0" lang="en-US" sz="3000" strike="noStrike" u="none">
                <a:solidFill>
                  <a:srgbClr val="ffffff"/>
                </a:solidFill>
                <a:effectLst/>
                <a:uFillTx/>
                <a:latin typeface="Times New Roman"/>
              </a:rPr>
              <a:t> 6 mos  clinical course</a:t>
            </a:r>
            <a:endParaRPr b="0" lang="en-IN" sz="30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memory loss, myoclonus, dementa</a:t>
            </a:r>
            <a:endParaRPr b="0" lang="en-IN" sz="30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no plaques in brain </a:t>
            </a:r>
            <a:endParaRPr b="0" lang="en-IN" sz="3000" strike="noStrike" u="none">
              <a:solidFill>
                <a:srgbClr val="ffffff"/>
              </a:solidFill>
              <a:effectLst/>
              <a:uFillTx/>
              <a:latin typeface="Times New Roman"/>
            </a:endParaRPr>
          </a:p>
        </p:txBody>
      </p:sp>
      <p:sp>
        <p:nvSpPr>
          <p:cNvPr id="549" name=""/>
          <p:cNvSpPr/>
          <p:nvPr/>
        </p:nvSpPr>
        <p:spPr>
          <a:xfrm>
            <a:off x="5748480" y="2503440"/>
            <a:ext cx="4268520" cy="47656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food contaminated with BSE infected CNS</a:t>
            </a:r>
            <a:endParaRPr b="0" lang="en-IN" sz="30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28 yrs. median</a:t>
            </a:r>
            <a:endParaRPr b="0" lang="en-IN" sz="30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avg 14 mos clinical course</a:t>
            </a:r>
            <a:endParaRPr b="0" lang="en-IN" sz="30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psychiatric followed by neuro</a:t>
            </a:r>
            <a:endParaRPr b="0" lang="en-IN" sz="30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florid plaques</a:t>
            </a:r>
            <a:endParaRPr b="0" lang="en-IN" sz="3000" strike="noStrike" u="none">
              <a:solidFill>
                <a:srgbClr val="ffffff"/>
              </a:solidFill>
              <a:effectLst/>
              <a:uFillTx/>
              <a:latin typeface="Times New Roman"/>
            </a:endParaRPr>
          </a:p>
        </p:txBody>
      </p:sp>
    </p:spTree>
  </p:cSld>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550" name=""/>
          <p:cNvGrpSpPr/>
          <p:nvPr/>
        </p:nvGrpSpPr>
        <p:grpSpPr>
          <a:xfrm>
            <a:off x="538200" y="-7920"/>
            <a:ext cx="9456840" cy="8099280"/>
            <a:chOff x="538200" y="-7920"/>
            <a:chExt cx="9456840" cy="8099280"/>
          </a:xfrm>
        </p:grpSpPr>
        <p:sp>
          <p:nvSpPr>
            <p:cNvPr id="551"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552" name=""/>
            <p:cNvGrpSpPr/>
            <p:nvPr/>
          </p:nvGrpSpPr>
          <p:grpSpPr>
            <a:xfrm>
              <a:off x="538200" y="727200"/>
              <a:ext cx="1542960" cy="1599840"/>
              <a:chOff x="538200" y="727200"/>
              <a:chExt cx="1542960" cy="1599840"/>
            </a:xfrm>
          </p:grpSpPr>
          <p:sp>
            <p:nvSpPr>
              <p:cNvPr id="553"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554" name="" descr=""/>
              <p:cNvPicPr/>
              <p:nvPr/>
            </p:nvPicPr>
            <p:blipFill>
              <a:blip r:embed="rId1"/>
              <a:stretch/>
            </p:blipFill>
            <p:spPr>
              <a:xfrm>
                <a:off x="568440" y="779400"/>
                <a:ext cx="1430280" cy="1460520"/>
              </a:xfrm>
              <a:prstGeom prst="rect">
                <a:avLst/>
              </a:prstGeom>
              <a:noFill/>
              <a:ln w="0">
                <a:noFill/>
              </a:ln>
            </p:spPr>
          </p:pic>
          <p:sp>
            <p:nvSpPr>
              <p:cNvPr id="555"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56"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557"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558"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559"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560" name="PlaceHolder 1"/>
          <p:cNvSpPr>
            <a:spLocks noGrp="1"/>
          </p:cNvSpPr>
          <p:nvPr>
            <p:ph/>
          </p:nvPr>
        </p:nvSpPr>
        <p:spPr>
          <a:xfrm>
            <a:off x="2198520" y="552240"/>
            <a:ext cx="7831440" cy="18586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vCJD Cases</a:t>
            </a: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(as of April 2001)</a:t>
            </a: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4200" strike="noStrike" u="none">
              <a:solidFill>
                <a:srgbClr val="ffffff"/>
              </a:solidFill>
              <a:effectLst/>
              <a:uFillTx/>
              <a:latin typeface="Times New Roman"/>
            </a:endParaRPr>
          </a:p>
        </p:txBody>
      </p:sp>
      <p:grpSp>
        <p:nvGrpSpPr>
          <p:cNvPr id="561" name=""/>
          <p:cNvGrpSpPr/>
          <p:nvPr/>
        </p:nvGrpSpPr>
        <p:grpSpPr>
          <a:xfrm>
            <a:off x="3192480" y="2835360"/>
            <a:ext cx="851040" cy="1247760"/>
            <a:chOff x="3192480" y="2835360"/>
            <a:chExt cx="851040" cy="1247760"/>
          </a:xfrm>
        </p:grpSpPr>
        <p:grpSp>
          <p:nvGrpSpPr>
            <p:cNvPr id="562" name=""/>
            <p:cNvGrpSpPr/>
            <p:nvPr/>
          </p:nvGrpSpPr>
          <p:grpSpPr>
            <a:xfrm>
              <a:off x="3192480" y="3068640"/>
              <a:ext cx="851040" cy="1014480"/>
              <a:chOff x="3192480" y="3068640"/>
              <a:chExt cx="851040" cy="1014480"/>
            </a:xfrm>
          </p:grpSpPr>
          <p:sp>
            <p:nvSpPr>
              <p:cNvPr id="563" name=""/>
              <p:cNvSpPr/>
              <p:nvPr/>
            </p:nvSpPr>
            <p:spPr>
              <a:xfrm>
                <a:off x="3192480" y="3467160"/>
                <a:ext cx="299880" cy="441360"/>
              </a:xfrm>
              <a:custGeom>
                <a:avLst/>
                <a:gdLst/>
                <a:ahLst/>
                <a:rect l="l" t="t" r="r" b="b"/>
                <a:pathLst>
                  <a:path w="189" h="278">
                    <a:moveTo>
                      <a:pt x="0" y="232"/>
                    </a:moveTo>
                    <a:lnTo>
                      <a:pt x="0" y="232"/>
                    </a:lnTo>
                    <a:lnTo>
                      <a:pt x="2" y="225"/>
                    </a:lnTo>
                    <a:lnTo>
                      <a:pt x="21" y="221"/>
                    </a:lnTo>
                    <a:lnTo>
                      <a:pt x="33" y="200"/>
                    </a:lnTo>
                    <a:lnTo>
                      <a:pt x="73" y="193"/>
                    </a:lnTo>
                    <a:lnTo>
                      <a:pt x="65" y="190"/>
                    </a:lnTo>
                    <a:lnTo>
                      <a:pt x="65" y="180"/>
                    </a:lnTo>
                    <a:lnTo>
                      <a:pt x="53" y="195"/>
                    </a:lnTo>
                    <a:lnTo>
                      <a:pt x="27" y="198"/>
                    </a:lnTo>
                    <a:lnTo>
                      <a:pt x="39" y="186"/>
                    </a:lnTo>
                    <a:lnTo>
                      <a:pt x="44" y="166"/>
                    </a:lnTo>
                    <a:lnTo>
                      <a:pt x="63" y="152"/>
                    </a:lnTo>
                    <a:lnTo>
                      <a:pt x="60" y="148"/>
                    </a:lnTo>
                    <a:lnTo>
                      <a:pt x="22" y="142"/>
                    </a:lnTo>
                    <a:lnTo>
                      <a:pt x="22" y="137"/>
                    </a:lnTo>
                    <a:lnTo>
                      <a:pt x="15" y="131"/>
                    </a:lnTo>
                    <a:lnTo>
                      <a:pt x="15" y="125"/>
                    </a:lnTo>
                    <a:lnTo>
                      <a:pt x="35" y="107"/>
                    </a:lnTo>
                    <a:lnTo>
                      <a:pt x="34" y="103"/>
                    </a:lnTo>
                    <a:lnTo>
                      <a:pt x="18" y="100"/>
                    </a:lnTo>
                    <a:lnTo>
                      <a:pt x="12" y="95"/>
                    </a:lnTo>
                    <a:lnTo>
                      <a:pt x="23" y="95"/>
                    </a:lnTo>
                    <a:lnTo>
                      <a:pt x="21" y="83"/>
                    </a:lnTo>
                    <a:lnTo>
                      <a:pt x="29" y="69"/>
                    </a:lnTo>
                    <a:lnTo>
                      <a:pt x="49" y="69"/>
                    </a:lnTo>
                    <a:lnTo>
                      <a:pt x="53" y="77"/>
                    </a:lnTo>
                    <a:lnTo>
                      <a:pt x="80" y="74"/>
                    </a:lnTo>
                    <a:lnTo>
                      <a:pt x="80" y="66"/>
                    </a:lnTo>
                    <a:lnTo>
                      <a:pt x="94" y="56"/>
                    </a:lnTo>
                    <a:lnTo>
                      <a:pt x="96" y="46"/>
                    </a:lnTo>
                    <a:lnTo>
                      <a:pt x="73" y="46"/>
                    </a:lnTo>
                    <a:lnTo>
                      <a:pt x="71" y="41"/>
                    </a:lnTo>
                    <a:lnTo>
                      <a:pt x="86" y="29"/>
                    </a:lnTo>
                    <a:lnTo>
                      <a:pt x="88" y="16"/>
                    </a:lnTo>
                    <a:lnTo>
                      <a:pt x="97" y="8"/>
                    </a:lnTo>
                    <a:lnTo>
                      <a:pt x="123" y="0"/>
                    </a:lnTo>
                    <a:lnTo>
                      <a:pt x="125" y="21"/>
                    </a:lnTo>
                    <a:lnTo>
                      <a:pt x="118" y="38"/>
                    </a:lnTo>
                    <a:lnTo>
                      <a:pt x="110" y="39"/>
                    </a:lnTo>
                    <a:lnTo>
                      <a:pt x="110" y="49"/>
                    </a:lnTo>
                    <a:lnTo>
                      <a:pt x="100" y="56"/>
                    </a:lnTo>
                    <a:lnTo>
                      <a:pt x="114" y="64"/>
                    </a:lnTo>
                    <a:lnTo>
                      <a:pt x="120" y="78"/>
                    </a:lnTo>
                    <a:lnTo>
                      <a:pt x="129" y="84"/>
                    </a:lnTo>
                    <a:lnTo>
                      <a:pt x="145" y="66"/>
                    </a:lnTo>
                    <a:lnTo>
                      <a:pt x="169" y="59"/>
                    </a:lnTo>
                    <a:lnTo>
                      <a:pt x="181" y="69"/>
                    </a:lnTo>
                    <a:lnTo>
                      <a:pt x="182" y="88"/>
                    </a:lnTo>
                    <a:lnTo>
                      <a:pt x="186" y="91"/>
                    </a:lnTo>
                    <a:lnTo>
                      <a:pt x="178" y="95"/>
                    </a:lnTo>
                    <a:lnTo>
                      <a:pt x="178" y="100"/>
                    </a:lnTo>
                    <a:lnTo>
                      <a:pt x="188" y="126"/>
                    </a:lnTo>
                    <a:lnTo>
                      <a:pt x="184" y="141"/>
                    </a:lnTo>
                    <a:lnTo>
                      <a:pt x="188" y="172"/>
                    </a:lnTo>
                    <a:lnTo>
                      <a:pt x="174" y="215"/>
                    </a:lnTo>
                    <a:lnTo>
                      <a:pt x="175" y="227"/>
                    </a:lnTo>
                    <a:lnTo>
                      <a:pt x="153" y="224"/>
                    </a:lnTo>
                    <a:lnTo>
                      <a:pt x="124" y="232"/>
                    </a:lnTo>
                    <a:lnTo>
                      <a:pt x="118" y="244"/>
                    </a:lnTo>
                    <a:lnTo>
                      <a:pt x="110" y="242"/>
                    </a:lnTo>
                    <a:lnTo>
                      <a:pt x="107" y="250"/>
                    </a:lnTo>
                    <a:lnTo>
                      <a:pt x="96" y="254"/>
                    </a:lnTo>
                    <a:lnTo>
                      <a:pt x="88" y="247"/>
                    </a:lnTo>
                    <a:lnTo>
                      <a:pt x="88" y="258"/>
                    </a:lnTo>
                    <a:lnTo>
                      <a:pt x="83" y="264"/>
                    </a:lnTo>
                    <a:lnTo>
                      <a:pt x="49" y="275"/>
                    </a:lnTo>
                    <a:lnTo>
                      <a:pt x="28" y="277"/>
                    </a:lnTo>
                    <a:lnTo>
                      <a:pt x="27" y="271"/>
                    </a:lnTo>
                    <a:lnTo>
                      <a:pt x="36" y="268"/>
                    </a:lnTo>
                    <a:lnTo>
                      <a:pt x="36" y="261"/>
                    </a:lnTo>
                    <a:lnTo>
                      <a:pt x="14" y="268"/>
                    </a:lnTo>
                    <a:lnTo>
                      <a:pt x="31" y="255"/>
                    </a:lnTo>
                    <a:lnTo>
                      <a:pt x="30" y="251"/>
                    </a:lnTo>
                    <a:lnTo>
                      <a:pt x="13" y="255"/>
                    </a:lnTo>
                    <a:lnTo>
                      <a:pt x="8" y="253"/>
                    </a:lnTo>
                    <a:lnTo>
                      <a:pt x="3" y="253"/>
                    </a:lnTo>
                    <a:lnTo>
                      <a:pt x="12" y="240"/>
                    </a:lnTo>
                    <a:lnTo>
                      <a:pt x="21" y="235"/>
                    </a:lnTo>
                    <a:lnTo>
                      <a:pt x="19" y="230"/>
                    </a:lnTo>
                    <a:lnTo>
                      <a:pt x="0" y="232"/>
                    </a:lnTo>
                    <a:lnTo>
                      <a:pt x="0" y="232"/>
                    </a:lnTo>
                  </a:path>
                </a:pathLst>
              </a:custGeom>
              <a:solidFill>
                <a:srgbClr val="ffe118"/>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64" name=""/>
              <p:cNvSpPr/>
              <p:nvPr/>
            </p:nvSpPr>
            <p:spPr>
              <a:xfrm>
                <a:off x="3489480" y="3068640"/>
                <a:ext cx="554040" cy="1014480"/>
              </a:xfrm>
              <a:custGeom>
                <a:avLst/>
                <a:gdLst/>
                <a:ahLst/>
                <a:rect l="l" t="t" r="r" b="b"/>
                <a:pathLst>
                  <a:path w="349" h="639">
                    <a:moveTo>
                      <a:pt x="0" y="144"/>
                    </a:moveTo>
                    <a:lnTo>
                      <a:pt x="0" y="144"/>
                    </a:lnTo>
                    <a:lnTo>
                      <a:pt x="1" y="146"/>
                    </a:lnTo>
                    <a:lnTo>
                      <a:pt x="8" y="148"/>
                    </a:lnTo>
                    <a:lnTo>
                      <a:pt x="10" y="155"/>
                    </a:lnTo>
                    <a:lnTo>
                      <a:pt x="20" y="161"/>
                    </a:lnTo>
                    <a:lnTo>
                      <a:pt x="37" y="149"/>
                    </a:lnTo>
                    <a:lnTo>
                      <a:pt x="38" y="155"/>
                    </a:lnTo>
                    <a:lnTo>
                      <a:pt x="23" y="193"/>
                    </a:lnTo>
                    <a:lnTo>
                      <a:pt x="23" y="207"/>
                    </a:lnTo>
                    <a:lnTo>
                      <a:pt x="26" y="207"/>
                    </a:lnTo>
                    <a:lnTo>
                      <a:pt x="28" y="213"/>
                    </a:lnTo>
                    <a:lnTo>
                      <a:pt x="17" y="246"/>
                    </a:lnTo>
                    <a:lnTo>
                      <a:pt x="24" y="242"/>
                    </a:lnTo>
                    <a:lnTo>
                      <a:pt x="35" y="213"/>
                    </a:lnTo>
                    <a:lnTo>
                      <a:pt x="31" y="194"/>
                    </a:lnTo>
                    <a:lnTo>
                      <a:pt x="45" y="181"/>
                    </a:lnTo>
                    <a:lnTo>
                      <a:pt x="38" y="207"/>
                    </a:lnTo>
                    <a:lnTo>
                      <a:pt x="45" y="199"/>
                    </a:lnTo>
                    <a:lnTo>
                      <a:pt x="52" y="201"/>
                    </a:lnTo>
                    <a:lnTo>
                      <a:pt x="52" y="191"/>
                    </a:lnTo>
                    <a:lnTo>
                      <a:pt x="65" y="200"/>
                    </a:lnTo>
                    <a:lnTo>
                      <a:pt x="60" y="203"/>
                    </a:lnTo>
                    <a:lnTo>
                      <a:pt x="57" y="219"/>
                    </a:lnTo>
                    <a:lnTo>
                      <a:pt x="65" y="235"/>
                    </a:lnTo>
                    <a:lnTo>
                      <a:pt x="51" y="262"/>
                    </a:lnTo>
                    <a:lnTo>
                      <a:pt x="50" y="276"/>
                    </a:lnTo>
                    <a:lnTo>
                      <a:pt x="44" y="270"/>
                    </a:lnTo>
                    <a:lnTo>
                      <a:pt x="43" y="276"/>
                    </a:lnTo>
                    <a:lnTo>
                      <a:pt x="50" y="293"/>
                    </a:lnTo>
                    <a:lnTo>
                      <a:pt x="54" y="295"/>
                    </a:lnTo>
                    <a:lnTo>
                      <a:pt x="53" y="284"/>
                    </a:lnTo>
                    <a:lnTo>
                      <a:pt x="59" y="281"/>
                    </a:lnTo>
                    <a:lnTo>
                      <a:pt x="75" y="292"/>
                    </a:lnTo>
                    <a:lnTo>
                      <a:pt x="78" y="282"/>
                    </a:lnTo>
                    <a:lnTo>
                      <a:pt x="97" y="283"/>
                    </a:lnTo>
                    <a:lnTo>
                      <a:pt x="118" y="271"/>
                    </a:lnTo>
                    <a:lnTo>
                      <a:pt x="135" y="273"/>
                    </a:lnTo>
                    <a:lnTo>
                      <a:pt x="122" y="282"/>
                    </a:lnTo>
                    <a:lnTo>
                      <a:pt x="110" y="308"/>
                    </a:lnTo>
                    <a:lnTo>
                      <a:pt x="129" y="337"/>
                    </a:lnTo>
                    <a:lnTo>
                      <a:pt x="150" y="328"/>
                    </a:lnTo>
                    <a:lnTo>
                      <a:pt x="138" y="359"/>
                    </a:lnTo>
                    <a:lnTo>
                      <a:pt x="147" y="361"/>
                    </a:lnTo>
                    <a:lnTo>
                      <a:pt x="138" y="381"/>
                    </a:lnTo>
                    <a:lnTo>
                      <a:pt x="143" y="387"/>
                    </a:lnTo>
                    <a:lnTo>
                      <a:pt x="137" y="394"/>
                    </a:lnTo>
                    <a:lnTo>
                      <a:pt x="104" y="393"/>
                    </a:lnTo>
                    <a:lnTo>
                      <a:pt x="65" y="430"/>
                    </a:lnTo>
                    <a:lnTo>
                      <a:pt x="69" y="431"/>
                    </a:lnTo>
                    <a:lnTo>
                      <a:pt x="89" y="422"/>
                    </a:lnTo>
                    <a:lnTo>
                      <a:pt x="91" y="446"/>
                    </a:lnTo>
                    <a:lnTo>
                      <a:pt x="97" y="453"/>
                    </a:lnTo>
                    <a:lnTo>
                      <a:pt x="88" y="471"/>
                    </a:lnTo>
                    <a:lnTo>
                      <a:pt x="39" y="500"/>
                    </a:lnTo>
                    <a:lnTo>
                      <a:pt x="50" y="517"/>
                    </a:lnTo>
                    <a:lnTo>
                      <a:pt x="60" y="516"/>
                    </a:lnTo>
                    <a:lnTo>
                      <a:pt x="74" y="506"/>
                    </a:lnTo>
                    <a:lnTo>
                      <a:pt x="82" y="521"/>
                    </a:lnTo>
                    <a:lnTo>
                      <a:pt x="92" y="521"/>
                    </a:lnTo>
                    <a:lnTo>
                      <a:pt x="101" y="515"/>
                    </a:lnTo>
                    <a:lnTo>
                      <a:pt x="120" y="537"/>
                    </a:lnTo>
                    <a:lnTo>
                      <a:pt x="128" y="535"/>
                    </a:lnTo>
                    <a:lnTo>
                      <a:pt x="159" y="509"/>
                    </a:lnTo>
                    <a:lnTo>
                      <a:pt x="159" y="515"/>
                    </a:lnTo>
                    <a:lnTo>
                      <a:pt x="138" y="548"/>
                    </a:lnTo>
                    <a:lnTo>
                      <a:pt x="89" y="552"/>
                    </a:lnTo>
                    <a:lnTo>
                      <a:pt x="72" y="578"/>
                    </a:lnTo>
                    <a:lnTo>
                      <a:pt x="26" y="627"/>
                    </a:lnTo>
                    <a:lnTo>
                      <a:pt x="23" y="638"/>
                    </a:lnTo>
                    <a:lnTo>
                      <a:pt x="29" y="627"/>
                    </a:lnTo>
                    <a:lnTo>
                      <a:pt x="44" y="638"/>
                    </a:lnTo>
                    <a:lnTo>
                      <a:pt x="64" y="612"/>
                    </a:lnTo>
                    <a:lnTo>
                      <a:pt x="88" y="611"/>
                    </a:lnTo>
                    <a:lnTo>
                      <a:pt x="109" y="619"/>
                    </a:lnTo>
                    <a:lnTo>
                      <a:pt x="115" y="610"/>
                    </a:lnTo>
                    <a:lnTo>
                      <a:pt x="118" y="591"/>
                    </a:lnTo>
                    <a:lnTo>
                      <a:pt x="147" y="581"/>
                    </a:lnTo>
                    <a:lnTo>
                      <a:pt x="162" y="598"/>
                    </a:lnTo>
                    <a:lnTo>
                      <a:pt x="171" y="592"/>
                    </a:lnTo>
                    <a:lnTo>
                      <a:pt x="184" y="593"/>
                    </a:lnTo>
                    <a:lnTo>
                      <a:pt x="183" y="586"/>
                    </a:lnTo>
                    <a:lnTo>
                      <a:pt x="203" y="585"/>
                    </a:lnTo>
                    <a:lnTo>
                      <a:pt x="211" y="579"/>
                    </a:lnTo>
                    <a:lnTo>
                      <a:pt x="212" y="572"/>
                    </a:lnTo>
                    <a:lnTo>
                      <a:pt x="230" y="575"/>
                    </a:lnTo>
                    <a:lnTo>
                      <a:pt x="235" y="581"/>
                    </a:lnTo>
                    <a:lnTo>
                      <a:pt x="267" y="577"/>
                    </a:lnTo>
                    <a:lnTo>
                      <a:pt x="277" y="579"/>
                    </a:lnTo>
                    <a:lnTo>
                      <a:pt x="315" y="569"/>
                    </a:lnTo>
                    <a:lnTo>
                      <a:pt x="333" y="552"/>
                    </a:lnTo>
                    <a:lnTo>
                      <a:pt x="335" y="542"/>
                    </a:lnTo>
                    <a:lnTo>
                      <a:pt x="302" y="539"/>
                    </a:lnTo>
                    <a:lnTo>
                      <a:pt x="302" y="530"/>
                    </a:lnTo>
                    <a:lnTo>
                      <a:pt x="299" y="526"/>
                    </a:lnTo>
                    <a:lnTo>
                      <a:pt x="308" y="522"/>
                    </a:lnTo>
                    <a:lnTo>
                      <a:pt x="312" y="513"/>
                    </a:lnTo>
                    <a:lnTo>
                      <a:pt x="306" y="508"/>
                    </a:lnTo>
                    <a:lnTo>
                      <a:pt x="326" y="504"/>
                    </a:lnTo>
                    <a:lnTo>
                      <a:pt x="326" y="492"/>
                    </a:lnTo>
                    <a:lnTo>
                      <a:pt x="337" y="490"/>
                    </a:lnTo>
                    <a:lnTo>
                      <a:pt x="343" y="481"/>
                    </a:lnTo>
                    <a:lnTo>
                      <a:pt x="348" y="452"/>
                    </a:lnTo>
                    <a:lnTo>
                      <a:pt x="345" y="438"/>
                    </a:lnTo>
                    <a:lnTo>
                      <a:pt x="339" y="429"/>
                    </a:lnTo>
                    <a:lnTo>
                      <a:pt x="324" y="420"/>
                    </a:lnTo>
                    <a:lnTo>
                      <a:pt x="297" y="423"/>
                    </a:lnTo>
                    <a:lnTo>
                      <a:pt x="288" y="434"/>
                    </a:lnTo>
                    <a:lnTo>
                      <a:pt x="274" y="430"/>
                    </a:lnTo>
                    <a:lnTo>
                      <a:pt x="287" y="409"/>
                    </a:lnTo>
                    <a:lnTo>
                      <a:pt x="288" y="397"/>
                    </a:lnTo>
                    <a:lnTo>
                      <a:pt x="256" y="364"/>
                    </a:lnTo>
                    <a:lnTo>
                      <a:pt x="260" y="363"/>
                    </a:lnTo>
                    <a:lnTo>
                      <a:pt x="270" y="370"/>
                    </a:lnTo>
                    <a:lnTo>
                      <a:pt x="279" y="372"/>
                    </a:lnTo>
                    <a:lnTo>
                      <a:pt x="278" y="359"/>
                    </a:lnTo>
                    <a:lnTo>
                      <a:pt x="265" y="344"/>
                    </a:lnTo>
                    <a:lnTo>
                      <a:pt x="245" y="304"/>
                    </a:lnTo>
                    <a:lnTo>
                      <a:pt x="221" y="297"/>
                    </a:lnTo>
                    <a:lnTo>
                      <a:pt x="205" y="259"/>
                    </a:lnTo>
                    <a:lnTo>
                      <a:pt x="201" y="230"/>
                    </a:lnTo>
                    <a:lnTo>
                      <a:pt x="181" y="207"/>
                    </a:lnTo>
                    <a:lnTo>
                      <a:pt x="157" y="194"/>
                    </a:lnTo>
                    <a:lnTo>
                      <a:pt x="138" y="199"/>
                    </a:lnTo>
                    <a:lnTo>
                      <a:pt x="128" y="196"/>
                    </a:lnTo>
                    <a:lnTo>
                      <a:pt x="128" y="189"/>
                    </a:lnTo>
                    <a:lnTo>
                      <a:pt x="133" y="183"/>
                    </a:lnTo>
                    <a:lnTo>
                      <a:pt x="155" y="179"/>
                    </a:lnTo>
                    <a:lnTo>
                      <a:pt x="140" y="161"/>
                    </a:lnTo>
                    <a:lnTo>
                      <a:pt x="148" y="162"/>
                    </a:lnTo>
                    <a:lnTo>
                      <a:pt x="159" y="154"/>
                    </a:lnTo>
                    <a:lnTo>
                      <a:pt x="171" y="133"/>
                    </a:lnTo>
                    <a:lnTo>
                      <a:pt x="179" y="105"/>
                    </a:lnTo>
                    <a:lnTo>
                      <a:pt x="190" y="93"/>
                    </a:lnTo>
                    <a:lnTo>
                      <a:pt x="187" y="73"/>
                    </a:lnTo>
                    <a:lnTo>
                      <a:pt x="125" y="70"/>
                    </a:lnTo>
                    <a:lnTo>
                      <a:pt x="90" y="83"/>
                    </a:lnTo>
                    <a:lnTo>
                      <a:pt x="85" y="82"/>
                    </a:lnTo>
                    <a:lnTo>
                      <a:pt x="88" y="73"/>
                    </a:lnTo>
                    <a:lnTo>
                      <a:pt x="82" y="72"/>
                    </a:lnTo>
                    <a:lnTo>
                      <a:pt x="101" y="62"/>
                    </a:lnTo>
                    <a:lnTo>
                      <a:pt x="87" y="61"/>
                    </a:lnTo>
                    <a:lnTo>
                      <a:pt x="88" y="56"/>
                    </a:lnTo>
                    <a:lnTo>
                      <a:pt x="130" y="22"/>
                    </a:lnTo>
                    <a:lnTo>
                      <a:pt x="133" y="4"/>
                    </a:lnTo>
                    <a:lnTo>
                      <a:pt x="123" y="0"/>
                    </a:lnTo>
                    <a:lnTo>
                      <a:pt x="79" y="9"/>
                    </a:lnTo>
                    <a:lnTo>
                      <a:pt x="52" y="8"/>
                    </a:lnTo>
                    <a:lnTo>
                      <a:pt x="45" y="20"/>
                    </a:lnTo>
                    <a:lnTo>
                      <a:pt x="44" y="31"/>
                    </a:lnTo>
                    <a:lnTo>
                      <a:pt x="35" y="32"/>
                    </a:lnTo>
                    <a:lnTo>
                      <a:pt x="35" y="42"/>
                    </a:lnTo>
                    <a:lnTo>
                      <a:pt x="31" y="44"/>
                    </a:lnTo>
                    <a:lnTo>
                      <a:pt x="39" y="53"/>
                    </a:lnTo>
                    <a:lnTo>
                      <a:pt x="18" y="63"/>
                    </a:lnTo>
                    <a:lnTo>
                      <a:pt x="18" y="79"/>
                    </a:lnTo>
                    <a:lnTo>
                      <a:pt x="23" y="82"/>
                    </a:lnTo>
                    <a:lnTo>
                      <a:pt x="13" y="83"/>
                    </a:lnTo>
                    <a:lnTo>
                      <a:pt x="13" y="95"/>
                    </a:lnTo>
                    <a:lnTo>
                      <a:pt x="28" y="93"/>
                    </a:lnTo>
                    <a:lnTo>
                      <a:pt x="23" y="100"/>
                    </a:lnTo>
                    <a:lnTo>
                      <a:pt x="28" y="100"/>
                    </a:lnTo>
                    <a:lnTo>
                      <a:pt x="13" y="128"/>
                    </a:lnTo>
                    <a:lnTo>
                      <a:pt x="13" y="140"/>
                    </a:lnTo>
                    <a:lnTo>
                      <a:pt x="0" y="144"/>
                    </a:lnTo>
                    <a:lnTo>
                      <a:pt x="0" y="144"/>
                    </a:lnTo>
                  </a:path>
                </a:pathLst>
              </a:custGeom>
              <a:solidFill>
                <a:srgbClr val="ffe118"/>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65" name=""/>
              <p:cNvSpPr/>
              <p:nvPr/>
            </p:nvSpPr>
            <p:spPr>
              <a:xfrm>
                <a:off x="3351240" y="3457440"/>
                <a:ext cx="183960" cy="155880"/>
              </a:xfrm>
              <a:custGeom>
                <a:avLst/>
                <a:gdLst/>
                <a:ahLst/>
                <a:rect l="l" t="t" r="r" b="b"/>
                <a:pathLst>
                  <a:path w="116" h="98">
                    <a:moveTo>
                      <a:pt x="0" y="62"/>
                    </a:moveTo>
                    <a:lnTo>
                      <a:pt x="0" y="62"/>
                    </a:lnTo>
                    <a:lnTo>
                      <a:pt x="10" y="55"/>
                    </a:lnTo>
                    <a:lnTo>
                      <a:pt x="10" y="45"/>
                    </a:lnTo>
                    <a:lnTo>
                      <a:pt x="18" y="44"/>
                    </a:lnTo>
                    <a:lnTo>
                      <a:pt x="25" y="27"/>
                    </a:lnTo>
                    <a:lnTo>
                      <a:pt x="27" y="24"/>
                    </a:lnTo>
                    <a:lnTo>
                      <a:pt x="28" y="10"/>
                    </a:lnTo>
                    <a:lnTo>
                      <a:pt x="35" y="0"/>
                    </a:lnTo>
                    <a:lnTo>
                      <a:pt x="49" y="8"/>
                    </a:lnTo>
                    <a:lnTo>
                      <a:pt x="42" y="22"/>
                    </a:lnTo>
                    <a:lnTo>
                      <a:pt x="73" y="8"/>
                    </a:lnTo>
                    <a:lnTo>
                      <a:pt x="86" y="12"/>
                    </a:lnTo>
                    <a:lnTo>
                      <a:pt x="100" y="30"/>
                    </a:lnTo>
                    <a:lnTo>
                      <a:pt x="100" y="43"/>
                    </a:lnTo>
                    <a:lnTo>
                      <a:pt x="95" y="52"/>
                    </a:lnTo>
                    <a:lnTo>
                      <a:pt x="107" y="50"/>
                    </a:lnTo>
                    <a:lnTo>
                      <a:pt x="115" y="61"/>
                    </a:lnTo>
                    <a:lnTo>
                      <a:pt x="113" y="70"/>
                    </a:lnTo>
                    <a:lnTo>
                      <a:pt x="107" y="59"/>
                    </a:lnTo>
                    <a:lnTo>
                      <a:pt x="112" y="75"/>
                    </a:lnTo>
                    <a:lnTo>
                      <a:pt x="108" y="80"/>
                    </a:lnTo>
                    <a:lnTo>
                      <a:pt x="98" y="84"/>
                    </a:lnTo>
                    <a:lnTo>
                      <a:pt x="95" y="92"/>
                    </a:lnTo>
                    <a:lnTo>
                      <a:pt x="86" y="97"/>
                    </a:lnTo>
                    <a:lnTo>
                      <a:pt x="82" y="94"/>
                    </a:lnTo>
                    <a:lnTo>
                      <a:pt x="81" y="75"/>
                    </a:lnTo>
                    <a:lnTo>
                      <a:pt x="69" y="65"/>
                    </a:lnTo>
                    <a:lnTo>
                      <a:pt x="45" y="72"/>
                    </a:lnTo>
                    <a:lnTo>
                      <a:pt x="29" y="90"/>
                    </a:lnTo>
                    <a:lnTo>
                      <a:pt x="20" y="84"/>
                    </a:lnTo>
                    <a:lnTo>
                      <a:pt x="14" y="70"/>
                    </a:lnTo>
                    <a:lnTo>
                      <a:pt x="0" y="62"/>
                    </a:lnTo>
                    <a:lnTo>
                      <a:pt x="0" y="62"/>
                    </a:lnTo>
                  </a:path>
                </a:pathLst>
              </a:custGeom>
              <a:solidFill>
                <a:srgbClr val="ffe118"/>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66" name=""/>
              <p:cNvSpPr/>
              <p:nvPr/>
            </p:nvSpPr>
            <p:spPr>
              <a:xfrm>
                <a:off x="3424320" y="3092400"/>
                <a:ext cx="61920" cy="84240"/>
              </a:xfrm>
              <a:custGeom>
                <a:avLst/>
                <a:gdLst/>
                <a:ahLst/>
                <a:rect l="l" t="t" r="r" b="b"/>
                <a:pathLst>
                  <a:path w="39" h="53">
                    <a:moveTo>
                      <a:pt x="0" y="34"/>
                    </a:moveTo>
                    <a:lnTo>
                      <a:pt x="0" y="34"/>
                    </a:lnTo>
                    <a:lnTo>
                      <a:pt x="0" y="24"/>
                    </a:lnTo>
                    <a:lnTo>
                      <a:pt x="1" y="17"/>
                    </a:lnTo>
                    <a:lnTo>
                      <a:pt x="13" y="19"/>
                    </a:lnTo>
                    <a:lnTo>
                      <a:pt x="13" y="13"/>
                    </a:lnTo>
                    <a:lnTo>
                      <a:pt x="36" y="0"/>
                    </a:lnTo>
                    <a:lnTo>
                      <a:pt x="35" y="14"/>
                    </a:lnTo>
                    <a:lnTo>
                      <a:pt x="38" y="17"/>
                    </a:lnTo>
                    <a:lnTo>
                      <a:pt x="27" y="24"/>
                    </a:lnTo>
                    <a:lnTo>
                      <a:pt x="29" y="30"/>
                    </a:lnTo>
                    <a:lnTo>
                      <a:pt x="25" y="36"/>
                    </a:lnTo>
                    <a:lnTo>
                      <a:pt x="17" y="36"/>
                    </a:lnTo>
                    <a:lnTo>
                      <a:pt x="1" y="52"/>
                    </a:lnTo>
                    <a:lnTo>
                      <a:pt x="0" y="46"/>
                    </a:lnTo>
                    <a:lnTo>
                      <a:pt x="4" y="40"/>
                    </a:lnTo>
                    <a:lnTo>
                      <a:pt x="0" y="34"/>
                    </a:lnTo>
                    <a:lnTo>
                      <a:pt x="0" y="34"/>
                    </a:lnTo>
                  </a:path>
                </a:pathLst>
              </a:custGeom>
              <a:solidFill>
                <a:srgbClr val="ffe118"/>
              </a:solidFill>
              <a:ln w="18360">
                <a:solidFill>
                  <a:srgbClr val="000000"/>
                </a:solidFill>
                <a:round/>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567" name=""/>
              <p:cNvSpPr/>
              <p:nvPr/>
            </p:nvSpPr>
            <p:spPr>
              <a:xfrm>
                <a:off x="3449520" y="3181320"/>
                <a:ext cx="69840" cy="77760"/>
              </a:xfrm>
              <a:custGeom>
                <a:avLst/>
                <a:gdLst/>
                <a:ahLst/>
                <a:rect l="l" t="t" r="r" b="b"/>
                <a:pathLst>
                  <a:path w="44" h="49">
                    <a:moveTo>
                      <a:pt x="0" y="22"/>
                    </a:moveTo>
                    <a:lnTo>
                      <a:pt x="0" y="22"/>
                    </a:lnTo>
                    <a:lnTo>
                      <a:pt x="6" y="10"/>
                    </a:lnTo>
                    <a:lnTo>
                      <a:pt x="12" y="16"/>
                    </a:lnTo>
                    <a:lnTo>
                      <a:pt x="14" y="0"/>
                    </a:lnTo>
                    <a:lnTo>
                      <a:pt x="21" y="6"/>
                    </a:lnTo>
                    <a:lnTo>
                      <a:pt x="29" y="30"/>
                    </a:lnTo>
                    <a:lnTo>
                      <a:pt x="43" y="34"/>
                    </a:lnTo>
                    <a:lnTo>
                      <a:pt x="38" y="46"/>
                    </a:lnTo>
                    <a:lnTo>
                      <a:pt x="32" y="48"/>
                    </a:lnTo>
                    <a:lnTo>
                      <a:pt x="31" y="39"/>
                    </a:lnTo>
                    <a:lnTo>
                      <a:pt x="16" y="41"/>
                    </a:lnTo>
                    <a:lnTo>
                      <a:pt x="8" y="24"/>
                    </a:lnTo>
                    <a:lnTo>
                      <a:pt x="0" y="22"/>
                    </a:lnTo>
                    <a:lnTo>
                      <a:pt x="0" y="22"/>
                    </a:lnTo>
                  </a:path>
                </a:pathLst>
              </a:custGeom>
              <a:solidFill>
                <a:srgbClr val="ffe118"/>
              </a:solidFill>
              <a:ln w="18360">
                <a:solidFill>
                  <a:srgbClr val="000000"/>
                </a:solidFill>
                <a:round/>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568" name=""/>
              <p:cNvSpPr/>
              <p:nvPr/>
            </p:nvSpPr>
            <p:spPr>
              <a:xfrm>
                <a:off x="3463920" y="3390840"/>
                <a:ext cx="28440" cy="34920"/>
              </a:xfrm>
              <a:custGeom>
                <a:avLst/>
                <a:gdLst/>
                <a:ahLst/>
                <a:rect l="l" t="t" r="r" b="b"/>
                <a:pathLst>
                  <a:path w="18" h="22">
                    <a:moveTo>
                      <a:pt x="0" y="14"/>
                    </a:moveTo>
                    <a:lnTo>
                      <a:pt x="0" y="14"/>
                    </a:lnTo>
                    <a:lnTo>
                      <a:pt x="3" y="6"/>
                    </a:lnTo>
                    <a:lnTo>
                      <a:pt x="13" y="0"/>
                    </a:lnTo>
                    <a:lnTo>
                      <a:pt x="17" y="10"/>
                    </a:lnTo>
                    <a:lnTo>
                      <a:pt x="17" y="18"/>
                    </a:lnTo>
                    <a:lnTo>
                      <a:pt x="11" y="21"/>
                    </a:lnTo>
                    <a:lnTo>
                      <a:pt x="6" y="10"/>
                    </a:lnTo>
                    <a:lnTo>
                      <a:pt x="0" y="14"/>
                    </a:lnTo>
                    <a:lnTo>
                      <a:pt x="0" y="14"/>
                    </a:lnTo>
                  </a:path>
                </a:pathLst>
              </a:custGeom>
              <a:solidFill>
                <a:srgbClr val="ffe118"/>
              </a:solidFill>
              <a:ln w="18360">
                <a:solidFill>
                  <a:srgbClr val="000000"/>
                </a:solidFill>
                <a:round/>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569" name=""/>
              <p:cNvSpPr/>
              <p:nvPr/>
            </p:nvSpPr>
            <p:spPr>
              <a:xfrm>
                <a:off x="3471840" y="3308400"/>
                <a:ext cx="47520" cy="44280"/>
              </a:xfrm>
              <a:custGeom>
                <a:avLst/>
                <a:gdLst/>
                <a:ahLst/>
                <a:rect l="l" t="t" r="r" b="b"/>
                <a:pathLst>
                  <a:path w="30" h="28">
                    <a:moveTo>
                      <a:pt x="0" y="20"/>
                    </a:moveTo>
                    <a:lnTo>
                      <a:pt x="0" y="20"/>
                    </a:lnTo>
                    <a:lnTo>
                      <a:pt x="6" y="27"/>
                    </a:lnTo>
                    <a:lnTo>
                      <a:pt x="14" y="27"/>
                    </a:lnTo>
                    <a:lnTo>
                      <a:pt x="29" y="19"/>
                    </a:lnTo>
                    <a:lnTo>
                      <a:pt x="12" y="0"/>
                    </a:lnTo>
                    <a:lnTo>
                      <a:pt x="6" y="4"/>
                    </a:lnTo>
                    <a:lnTo>
                      <a:pt x="12" y="11"/>
                    </a:lnTo>
                    <a:lnTo>
                      <a:pt x="10" y="20"/>
                    </a:lnTo>
                    <a:lnTo>
                      <a:pt x="0" y="20"/>
                    </a:lnTo>
                    <a:lnTo>
                      <a:pt x="0" y="20"/>
                    </a:lnTo>
                  </a:path>
                </a:pathLst>
              </a:custGeom>
              <a:solidFill>
                <a:srgbClr val="ffe118"/>
              </a:solidFill>
              <a:ln w="18360">
                <a:solidFill>
                  <a:srgbClr val="000000"/>
                </a:solidFill>
                <a:round/>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grpSp>
        <p:sp>
          <p:nvSpPr>
            <p:cNvPr id="570" name=""/>
            <p:cNvSpPr/>
            <p:nvPr/>
          </p:nvSpPr>
          <p:spPr>
            <a:xfrm>
              <a:off x="3805200" y="2835360"/>
              <a:ext cx="36720" cy="90360"/>
            </a:xfrm>
            <a:custGeom>
              <a:avLst/>
              <a:gdLst/>
              <a:ahLst/>
              <a:rect l="l" t="t" r="r" b="b"/>
              <a:pathLst>
                <a:path w="23" h="57">
                  <a:moveTo>
                    <a:pt x="0" y="29"/>
                  </a:moveTo>
                  <a:lnTo>
                    <a:pt x="0" y="29"/>
                  </a:lnTo>
                  <a:lnTo>
                    <a:pt x="7" y="36"/>
                  </a:lnTo>
                  <a:lnTo>
                    <a:pt x="12" y="32"/>
                  </a:lnTo>
                  <a:lnTo>
                    <a:pt x="14" y="36"/>
                  </a:lnTo>
                  <a:lnTo>
                    <a:pt x="12" y="56"/>
                  </a:lnTo>
                  <a:lnTo>
                    <a:pt x="20" y="45"/>
                  </a:lnTo>
                  <a:lnTo>
                    <a:pt x="22" y="16"/>
                  </a:lnTo>
                  <a:lnTo>
                    <a:pt x="14" y="13"/>
                  </a:lnTo>
                  <a:lnTo>
                    <a:pt x="13" y="0"/>
                  </a:lnTo>
                  <a:lnTo>
                    <a:pt x="4" y="9"/>
                  </a:lnTo>
                  <a:lnTo>
                    <a:pt x="9" y="23"/>
                  </a:lnTo>
                  <a:lnTo>
                    <a:pt x="0" y="29"/>
                  </a:lnTo>
                  <a:lnTo>
                    <a:pt x="0" y="29"/>
                  </a:lnTo>
                </a:path>
              </a:pathLst>
            </a:custGeom>
            <a:solidFill>
              <a:srgbClr val="ffe118"/>
            </a:solidFill>
            <a:ln w="18360">
              <a:solidFill>
                <a:srgbClr val="000000"/>
              </a:solidFill>
              <a:round/>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grpSp>
      <p:grpSp>
        <p:nvGrpSpPr>
          <p:cNvPr id="571" name=""/>
          <p:cNvGrpSpPr/>
          <p:nvPr/>
        </p:nvGrpSpPr>
        <p:grpSpPr>
          <a:xfrm>
            <a:off x="3228840" y="4991040"/>
            <a:ext cx="1000440" cy="1136880"/>
            <a:chOff x="3228840" y="4991040"/>
            <a:chExt cx="1000440" cy="1136880"/>
          </a:xfrm>
        </p:grpSpPr>
        <p:sp>
          <p:nvSpPr>
            <p:cNvPr id="572" name=""/>
            <p:cNvSpPr/>
            <p:nvPr/>
          </p:nvSpPr>
          <p:spPr>
            <a:xfrm>
              <a:off x="3228840" y="4991040"/>
              <a:ext cx="890640" cy="1023840"/>
            </a:xfrm>
            <a:custGeom>
              <a:avLst/>
              <a:gdLst/>
              <a:ahLst/>
              <a:rect l="l" t="t" r="r" b="b"/>
              <a:pathLst>
                <a:path w="561" h="645">
                  <a:moveTo>
                    <a:pt x="0" y="205"/>
                  </a:moveTo>
                  <a:lnTo>
                    <a:pt x="0" y="205"/>
                  </a:lnTo>
                  <a:lnTo>
                    <a:pt x="4" y="192"/>
                  </a:lnTo>
                  <a:lnTo>
                    <a:pt x="53" y="176"/>
                  </a:lnTo>
                  <a:lnTo>
                    <a:pt x="58" y="169"/>
                  </a:lnTo>
                  <a:lnTo>
                    <a:pt x="77" y="169"/>
                  </a:lnTo>
                  <a:lnTo>
                    <a:pt x="97" y="188"/>
                  </a:lnTo>
                  <a:lnTo>
                    <a:pt x="130" y="180"/>
                  </a:lnTo>
                  <a:lnTo>
                    <a:pt x="136" y="184"/>
                  </a:lnTo>
                  <a:lnTo>
                    <a:pt x="146" y="183"/>
                  </a:lnTo>
                  <a:lnTo>
                    <a:pt x="148" y="180"/>
                  </a:lnTo>
                  <a:lnTo>
                    <a:pt x="143" y="176"/>
                  </a:lnTo>
                  <a:lnTo>
                    <a:pt x="137" y="134"/>
                  </a:lnTo>
                  <a:lnTo>
                    <a:pt x="129" y="123"/>
                  </a:lnTo>
                  <a:lnTo>
                    <a:pt x="127" y="103"/>
                  </a:lnTo>
                  <a:lnTo>
                    <a:pt x="155" y="107"/>
                  </a:lnTo>
                  <a:lnTo>
                    <a:pt x="154" y="116"/>
                  </a:lnTo>
                  <a:lnTo>
                    <a:pt x="163" y="130"/>
                  </a:lnTo>
                  <a:lnTo>
                    <a:pt x="201" y="134"/>
                  </a:lnTo>
                  <a:lnTo>
                    <a:pt x="233" y="123"/>
                  </a:lnTo>
                  <a:lnTo>
                    <a:pt x="217" y="120"/>
                  </a:lnTo>
                  <a:lnTo>
                    <a:pt x="217" y="114"/>
                  </a:lnTo>
                  <a:lnTo>
                    <a:pt x="224" y="102"/>
                  </a:lnTo>
                  <a:lnTo>
                    <a:pt x="260" y="86"/>
                  </a:lnTo>
                  <a:lnTo>
                    <a:pt x="282" y="66"/>
                  </a:lnTo>
                  <a:lnTo>
                    <a:pt x="282" y="32"/>
                  </a:lnTo>
                  <a:lnTo>
                    <a:pt x="288" y="17"/>
                  </a:lnTo>
                  <a:lnTo>
                    <a:pt x="331" y="0"/>
                  </a:lnTo>
                  <a:lnTo>
                    <a:pt x="332" y="23"/>
                  </a:lnTo>
                  <a:lnTo>
                    <a:pt x="348" y="27"/>
                  </a:lnTo>
                  <a:lnTo>
                    <a:pt x="357" y="43"/>
                  </a:lnTo>
                  <a:lnTo>
                    <a:pt x="387" y="56"/>
                  </a:lnTo>
                  <a:lnTo>
                    <a:pt x="397" y="80"/>
                  </a:lnTo>
                  <a:lnTo>
                    <a:pt x="413" y="84"/>
                  </a:lnTo>
                  <a:lnTo>
                    <a:pt x="420" y="72"/>
                  </a:lnTo>
                  <a:lnTo>
                    <a:pt x="425" y="72"/>
                  </a:lnTo>
                  <a:lnTo>
                    <a:pt x="425" y="92"/>
                  </a:lnTo>
                  <a:lnTo>
                    <a:pt x="429" y="94"/>
                  </a:lnTo>
                  <a:lnTo>
                    <a:pt x="427" y="100"/>
                  </a:lnTo>
                  <a:lnTo>
                    <a:pt x="443" y="112"/>
                  </a:lnTo>
                  <a:lnTo>
                    <a:pt x="459" y="112"/>
                  </a:lnTo>
                  <a:lnTo>
                    <a:pt x="482" y="114"/>
                  </a:lnTo>
                  <a:lnTo>
                    <a:pt x="503" y="139"/>
                  </a:lnTo>
                  <a:lnTo>
                    <a:pt x="560" y="156"/>
                  </a:lnTo>
                  <a:lnTo>
                    <a:pt x="559" y="166"/>
                  </a:lnTo>
                  <a:lnTo>
                    <a:pt x="545" y="188"/>
                  </a:lnTo>
                  <a:lnTo>
                    <a:pt x="539" y="221"/>
                  </a:lnTo>
                  <a:lnTo>
                    <a:pt x="540" y="258"/>
                  </a:lnTo>
                  <a:lnTo>
                    <a:pt x="527" y="266"/>
                  </a:lnTo>
                  <a:lnTo>
                    <a:pt x="514" y="264"/>
                  </a:lnTo>
                  <a:lnTo>
                    <a:pt x="510" y="270"/>
                  </a:lnTo>
                  <a:lnTo>
                    <a:pt x="514" y="275"/>
                  </a:lnTo>
                  <a:lnTo>
                    <a:pt x="495" y="298"/>
                  </a:lnTo>
                  <a:lnTo>
                    <a:pt x="472" y="343"/>
                  </a:lnTo>
                  <a:lnTo>
                    <a:pt x="471" y="363"/>
                  </a:lnTo>
                  <a:lnTo>
                    <a:pt x="473" y="366"/>
                  </a:lnTo>
                  <a:lnTo>
                    <a:pt x="488" y="345"/>
                  </a:lnTo>
                  <a:lnTo>
                    <a:pt x="506" y="347"/>
                  </a:lnTo>
                  <a:lnTo>
                    <a:pt x="507" y="373"/>
                  </a:lnTo>
                  <a:lnTo>
                    <a:pt x="512" y="375"/>
                  </a:lnTo>
                  <a:lnTo>
                    <a:pt x="515" y="384"/>
                  </a:lnTo>
                  <a:lnTo>
                    <a:pt x="507" y="390"/>
                  </a:lnTo>
                  <a:lnTo>
                    <a:pt x="518" y="428"/>
                  </a:lnTo>
                  <a:lnTo>
                    <a:pt x="506" y="441"/>
                  </a:lnTo>
                  <a:lnTo>
                    <a:pt x="505" y="454"/>
                  </a:lnTo>
                  <a:lnTo>
                    <a:pt x="512" y="461"/>
                  </a:lnTo>
                  <a:lnTo>
                    <a:pt x="511" y="487"/>
                  </a:lnTo>
                  <a:lnTo>
                    <a:pt x="519" y="506"/>
                  </a:lnTo>
                  <a:lnTo>
                    <a:pt x="540" y="509"/>
                  </a:lnTo>
                  <a:lnTo>
                    <a:pt x="542" y="517"/>
                  </a:lnTo>
                  <a:lnTo>
                    <a:pt x="541" y="536"/>
                  </a:lnTo>
                  <a:lnTo>
                    <a:pt x="524" y="547"/>
                  </a:lnTo>
                  <a:lnTo>
                    <a:pt x="502" y="572"/>
                  </a:lnTo>
                  <a:lnTo>
                    <a:pt x="499" y="580"/>
                  </a:lnTo>
                  <a:lnTo>
                    <a:pt x="481" y="591"/>
                  </a:lnTo>
                  <a:lnTo>
                    <a:pt x="468" y="589"/>
                  </a:lnTo>
                  <a:lnTo>
                    <a:pt x="441" y="572"/>
                  </a:lnTo>
                  <a:lnTo>
                    <a:pt x="426" y="569"/>
                  </a:lnTo>
                  <a:lnTo>
                    <a:pt x="425" y="572"/>
                  </a:lnTo>
                  <a:lnTo>
                    <a:pt x="417" y="573"/>
                  </a:lnTo>
                  <a:lnTo>
                    <a:pt x="386" y="558"/>
                  </a:lnTo>
                  <a:lnTo>
                    <a:pt x="350" y="583"/>
                  </a:lnTo>
                  <a:lnTo>
                    <a:pt x="345" y="607"/>
                  </a:lnTo>
                  <a:lnTo>
                    <a:pt x="348" y="642"/>
                  </a:lnTo>
                  <a:lnTo>
                    <a:pt x="299" y="644"/>
                  </a:lnTo>
                  <a:lnTo>
                    <a:pt x="284" y="635"/>
                  </a:lnTo>
                  <a:lnTo>
                    <a:pt x="268" y="626"/>
                  </a:lnTo>
                  <a:lnTo>
                    <a:pt x="249" y="615"/>
                  </a:lnTo>
                  <a:lnTo>
                    <a:pt x="230" y="625"/>
                  </a:lnTo>
                  <a:lnTo>
                    <a:pt x="181" y="610"/>
                  </a:lnTo>
                  <a:lnTo>
                    <a:pt x="149" y="591"/>
                  </a:lnTo>
                  <a:lnTo>
                    <a:pt x="130" y="571"/>
                  </a:lnTo>
                  <a:lnTo>
                    <a:pt x="138" y="571"/>
                  </a:lnTo>
                  <a:lnTo>
                    <a:pt x="147" y="566"/>
                  </a:lnTo>
                  <a:lnTo>
                    <a:pt x="151" y="553"/>
                  </a:lnTo>
                  <a:lnTo>
                    <a:pt x="159" y="495"/>
                  </a:lnTo>
                  <a:lnTo>
                    <a:pt x="167" y="475"/>
                  </a:lnTo>
                  <a:lnTo>
                    <a:pt x="160" y="466"/>
                  </a:lnTo>
                  <a:lnTo>
                    <a:pt x="167" y="412"/>
                  </a:lnTo>
                  <a:lnTo>
                    <a:pt x="182" y="432"/>
                  </a:lnTo>
                  <a:lnTo>
                    <a:pt x="179" y="419"/>
                  </a:lnTo>
                  <a:lnTo>
                    <a:pt x="161" y="393"/>
                  </a:lnTo>
                  <a:lnTo>
                    <a:pt x="166" y="383"/>
                  </a:lnTo>
                  <a:lnTo>
                    <a:pt x="162" y="355"/>
                  </a:lnTo>
                  <a:lnTo>
                    <a:pt x="134" y="339"/>
                  </a:lnTo>
                  <a:lnTo>
                    <a:pt x="119" y="316"/>
                  </a:lnTo>
                  <a:lnTo>
                    <a:pt x="121" y="307"/>
                  </a:lnTo>
                  <a:lnTo>
                    <a:pt x="117" y="288"/>
                  </a:lnTo>
                  <a:lnTo>
                    <a:pt x="136" y="285"/>
                  </a:lnTo>
                  <a:lnTo>
                    <a:pt x="102" y="282"/>
                  </a:lnTo>
                  <a:lnTo>
                    <a:pt x="101" y="266"/>
                  </a:lnTo>
                  <a:lnTo>
                    <a:pt x="70" y="263"/>
                  </a:lnTo>
                  <a:lnTo>
                    <a:pt x="60" y="250"/>
                  </a:lnTo>
                  <a:lnTo>
                    <a:pt x="35" y="241"/>
                  </a:lnTo>
                  <a:lnTo>
                    <a:pt x="19" y="245"/>
                  </a:lnTo>
                  <a:lnTo>
                    <a:pt x="4" y="228"/>
                  </a:lnTo>
                  <a:lnTo>
                    <a:pt x="16" y="223"/>
                  </a:lnTo>
                  <a:lnTo>
                    <a:pt x="14" y="217"/>
                  </a:lnTo>
                  <a:lnTo>
                    <a:pt x="8" y="218"/>
                  </a:lnTo>
                  <a:lnTo>
                    <a:pt x="6" y="212"/>
                  </a:lnTo>
                  <a:lnTo>
                    <a:pt x="16" y="203"/>
                  </a:lnTo>
                  <a:lnTo>
                    <a:pt x="0" y="205"/>
                  </a:lnTo>
                  <a:lnTo>
                    <a:pt x="0" y="205"/>
                  </a:lnTo>
                </a:path>
              </a:pathLst>
            </a:custGeom>
            <a:solidFill>
              <a:srgbClr val="ffe118"/>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73" name=""/>
            <p:cNvSpPr/>
            <p:nvPr/>
          </p:nvSpPr>
          <p:spPr>
            <a:xfrm>
              <a:off x="4160880" y="5934240"/>
              <a:ext cx="68400" cy="193680"/>
            </a:xfrm>
            <a:custGeom>
              <a:avLst/>
              <a:gdLst/>
              <a:ahLst/>
              <a:rect l="l" t="t" r="r" b="b"/>
              <a:pathLst>
                <a:path w="43" h="122">
                  <a:moveTo>
                    <a:pt x="0" y="60"/>
                  </a:moveTo>
                  <a:lnTo>
                    <a:pt x="0" y="60"/>
                  </a:lnTo>
                  <a:lnTo>
                    <a:pt x="5" y="31"/>
                  </a:lnTo>
                  <a:lnTo>
                    <a:pt x="12" y="30"/>
                  </a:lnTo>
                  <a:lnTo>
                    <a:pt x="29" y="20"/>
                  </a:lnTo>
                  <a:lnTo>
                    <a:pt x="32" y="0"/>
                  </a:lnTo>
                  <a:lnTo>
                    <a:pt x="37" y="2"/>
                  </a:lnTo>
                  <a:lnTo>
                    <a:pt x="42" y="60"/>
                  </a:lnTo>
                  <a:lnTo>
                    <a:pt x="27" y="121"/>
                  </a:lnTo>
                  <a:lnTo>
                    <a:pt x="12" y="109"/>
                  </a:lnTo>
                  <a:lnTo>
                    <a:pt x="10" y="94"/>
                  </a:lnTo>
                  <a:lnTo>
                    <a:pt x="5" y="92"/>
                  </a:lnTo>
                  <a:lnTo>
                    <a:pt x="0" y="60"/>
                  </a:lnTo>
                  <a:lnTo>
                    <a:pt x="0" y="60"/>
                  </a:lnTo>
                </a:path>
              </a:pathLst>
            </a:custGeom>
            <a:solidFill>
              <a:srgbClr val="ffe118"/>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574" name=""/>
          <p:cNvSpPr/>
          <p:nvPr/>
        </p:nvSpPr>
        <p:spPr>
          <a:xfrm>
            <a:off x="4132440" y="3162240"/>
            <a:ext cx="4884480" cy="801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300" strike="noStrike" u="none">
                <a:solidFill>
                  <a:srgbClr val="ffffff"/>
                </a:solidFill>
                <a:effectLst/>
                <a:uFillTx/>
                <a:latin typeface="Arial"/>
              </a:rPr>
              <a:t>* vCJD cases - 98 definite and </a:t>
            </a:r>
            <a:endParaRPr b="0" lang="en-IN" sz="23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300" strike="noStrike" u="none">
                <a:solidFill>
                  <a:srgbClr val="ffffff"/>
                </a:solidFill>
                <a:effectLst/>
                <a:uFillTx/>
                <a:latin typeface="Arial"/>
              </a:rPr>
              <a:t>        probable                                   </a:t>
            </a:r>
            <a:endParaRPr b="0" lang="en-IN" sz="2300" strike="noStrike" u="none">
              <a:solidFill>
                <a:srgbClr val="ffffff"/>
              </a:solidFill>
              <a:effectLst/>
              <a:uFillTx/>
              <a:latin typeface="Times New Roman"/>
            </a:endParaRPr>
          </a:p>
        </p:txBody>
      </p:sp>
      <p:sp>
        <p:nvSpPr>
          <p:cNvPr id="575" name=""/>
          <p:cNvSpPr/>
          <p:nvPr/>
        </p:nvSpPr>
        <p:spPr>
          <a:xfrm>
            <a:off x="4251240" y="5089680"/>
            <a:ext cx="4043520" cy="1166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300" strike="noStrike" u="none">
                <a:solidFill>
                  <a:srgbClr val="ffffff"/>
                </a:solidFill>
                <a:effectLst/>
                <a:uFillTx/>
                <a:latin typeface="Arial"/>
              </a:rPr>
              <a:t>* vCJD cases - 2 definite,                                1 probable</a:t>
            </a:r>
            <a:endParaRPr b="0" lang="en-IN" sz="23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2300" strike="noStrike" u="none">
              <a:solidFill>
                <a:srgbClr val="ffffff"/>
              </a:solidFill>
              <a:effectLst/>
              <a:uFillTx/>
              <a:latin typeface="Times New Roman"/>
            </a:endParaRPr>
          </a:p>
        </p:txBody>
      </p:sp>
    </p:spTree>
  </p:cSld>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576" name=""/>
          <p:cNvGrpSpPr/>
          <p:nvPr/>
        </p:nvGrpSpPr>
        <p:grpSpPr>
          <a:xfrm>
            <a:off x="538200" y="-7920"/>
            <a:ext cx="9456840" cy="8099280"/>
            <a:chOff x="538200" y="-7920"/>
            <a:chExt cx="9456840" cy="8099280"/>
          </a:xfrm>
        </p:grpSpPr>
        <p:sp>
          <p:nvSpPr>
            <p:cNvPr id="577"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578" name=""/>
            <p:cNvGrpSpPr/>
            <p:nvPr/>
          </p:nvGrpSpPr>
          <p:grpSpPr>
            <a:xfrm>
              <a:off x="538200" y="727200"/>
              <a:ext cx="1542960" cy="1599840"/>
              <a:chOff x="538200" y="727200"/>
              <a:chExt cx="1542960" cy="1599840"/>
            </a:xfrm>
          </p:grpSpPr>
          <p:sp>
            <p:nvSpPr>
              <p:cNvPr id="579"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580" name="" descr=""/>
              <p:cNvPicPr/>
              <p:nvPr/>
            </p:nvPicPr>
            <p:blipFill>
              <a:blip r:embed="rId1"/>
              <a:stretch/>
            </p:blipFill>
            <p:spPr>
              <a:xfrm>
                <a:off x="568440" y="779400"/>
                <a:ext cx="1430280" cy="1460520"/>
              </a:xfrm>
              <a:prstGeom prst="rect">
                <a:avLst/>
              </a:prstGeom>
              <a:noFill/>
              <a:ln w="0">
                <a:noFill/>
              </a:ln>
            </p:spPr>
          </p:pic>
          <p:sp>
            <p:nvSpPr>
              <p:cNvPr id="581"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82"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583"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584"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585"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586"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vCJD cases by Year</a:t>
            </a:r>
            <a:endParaRPr b="0" lang="en-IN" sz="4200" strike="noStrike" u="none">
              <a:solidFill>
                <a:srgbClr val="ffffff"/>
              </a:solidFill>
              <a:effectLst/>
              <a:uFillTx/>
              <a:latin typeface="Times New Roman"/>
            </a:endParaRPr>
          </a:p>
        </p:txBody>
      </p:sp>
      <p:graphicFrame>
        <p:nvGraphicFramePr>
          <p:cNvPr id="587" name=""/>
          <p:cNvGraphicFramePr/>
          <p:nvPr/>
        </p:nvGraphicFramePr>
        <p:xfrm>
          <a:off x="1509840" y="2417760"/>
          <a:ext cx="8499240" cy="5156280"/>
        </p:xfrm>
        <a:graphic>
          <a:graphicData uri="http://schemas.openxmlformats.org/presentationml/2006/ole">
            <p:oleObj r:id="rId2" spid="">
              <p:embed/>
              <p:pic>
                <p:nvPicPr>
                  <p:cNvPr id="588" name="" descr=""/>
                  <p:cNvPicPr/>
                  <p:nvPr/>
                </p:nvPicPr>
                <p:blipFill>
                  <a:blip r:embed="rId3"/>
                  <a:stretch/>
                </p:blipFill>
                <p:spPr>
                  <a:xfrm>
                    <a:off x="1509840" y="2417760"/>
                    <a:ext cx="8499240" cy="5156280"/>
                  </a:xfrm>
                  <a:prstGeom prst="rect">
                    <a:avLst/>
                  </a:prstGeom>
                  <a:noFill/>
                  <a:ln w="0">
                    <a:noFill/>
                  </a:ln>
                </p:spPr>
              </p:pic>
            </p:oleObj>
          </a:graphicData>
        </a:graphic>
      </p:graphicFrame>
    </p:spTree>
  </p:cSld>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589" name=""/>
          <p:cNvGrpSpPr/>
          <p:nvPr/>
        </p:nvGrpSpPr>
        <p:grpSpPr>
          <a:xfrm>
            <a:off x="538200" y="-7920"/>
            <a:ext cx="9456840" cy="8099280"/>
            <a:chOff x="538200" y="-7920"/>
            <a:chExt cx="9456840" cy="8099280"/>
          </a:xfrm>
        </p:grpSpPr>
        <p:sp>
          <p:nvSpPr>
            <p:cNvPr id="590"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591" name=""/>
            <p:cNvGrpSpPr/>
            <p:nvPr/>
          </p:nvGrpSpPr>
          <p:grpSpPr>
            <a:xfrm>
              <a:off x="538200" y="727200"/>
              <a:ext cx="1542960" cy="1599840"/>
              <a:chOff x="538200" y="727200"/>
              <a:chExt cx="1542960" cy="1599840"/>
            </a:xfrm>
          </p:grpSpPr>
          <p:sp>
            <p:nvSpPr>
              <p:cNvPr id="592"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593" name="" descr=""/>
              <p:cNvPicPr/>
              <p:nvPr/>
            </p:nvPicPr>
            <p:blipFill>
              <a:blip r:embed="rId1"/>
              <a:stretch/>
            </p:blipFill>
            <p:spPr>
              <a:xfrm>
                <a:off x="568440" y="779400"/>
                <a:ext cx="1430280" cy="1460520"/>
              </a:xfrm>
              <a:prstGeom prst="rect">
                <a:avLst/>
              </a:prstGeom>
              <a:noFill/>
              <a:ln w="0">
                <a:noFill/>
              </a:ln>
            </p:spPr>
          </p:pic>
          <p:sp>
            <p:nvSpPr>
              <p:cNvPr id="594"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95"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596"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597"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598"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599"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vCJD = BSE</a:t>
            </a:r>
            <a:endParaRPr b="0" lang="en-IN" sz="4200" strike="noStrike" u="none">
              <a:solidFill>
                <a:srgbClr val="ffffff"/>
              </a:solidFill>
              <a:effectLst/>
              <a:uFillTx/>
              <a:latin typeface="Times New Roman"/>
            </a:endParaRPr>
          </a:p>
        </p:txBody>
      </p:sp>
      <p:grpSp>
        <p:nvGrpSpPr>
          <p:cNvPr id="600" name=""/>
          <p:cNvGrpSpPr/>
          <p:nvPr/>
        </p:nvGrpSpPr>
        <p:grpSpPr>
          <a:xfrm>
            <a:off x="3157560" y="2506680"/>
            <a:ext cx="4971960" cy="5054760"/>
            <a:chOff x="3157560" y="2506680"/>
            <a:chExt cx="4971960" cy="5054760"/>
          </a:xfrm>
        </p:grpSpPr>
        <p:sp>
          <p:nvSpPr>
            <p:cNvPr id="601" name=""/>
            <p:cNvSpPr/>
            <p:nvPr/>
          </p:nvSpPr>
          <p:spPr>
            <a:xfrm>
              <a:off x="7010280" y="3390840"/>
              <a:ext cx="88920" cy="290520"/>
            </a:xfrm>
            <a:custGeom>
              <a:avLst/>
              <a:gdLst/>
              <a:ahLst/>
              <a:rect l="l" t="t" r="r" b="b"/>
              <a:pathLst>
                <a:path w="56" h="183">
                  <a:moveTo>
                    <a:pt x="45" y="0"/>
                  </a:moveTo>
                  <a:lnTo>
                    <a:pt x="43" y="0"/>
                  </a:lnTo>
                  <a:lnTo>
                    <a:pt x="43" y="0"/>
                  </a:lnTo>
                  <a:lnTo>
                    <a:pt x="41" y="0"/>
                  </a:lnTo>
                  <a:lnTo>
                    <a:pt x="41" y="0"/>
                  </a:lnTo>
                  <a:lnTo>
                    <a:pt x="39" y="0"/>
                  </a:lnTo>
                  <a:lnTo>
                    <a:pt x="39" y="0"/>
                  </a:lnTo>
                  <a:lnTo>
                    <a:pt x="38" y="0"/>
                  </a:lnTo>
                  <a:lnTo>
                    <a:pt x="38" y="0"/>
                  </a:lnTo>
                  <a:lnTo>
                    <a:pt x="36" y="0"/>
                  </a:lnTo>
                  <a:lnTo>
                    <a:pt x="36" y="0"/>
                  </a:lnTo>
                  <a:lnTo>
                    <a:pt x="33" y="0"/>
                  </a:lnTo>
                  <a:lnTo>
                    <a:pt x="33" y="0"/>
                  </a:lnTo>
                  <a:lnTo>
                    <a:pt x="32" y="0"/>
                  </a:lnTo>
                  <a:lnTo>
                    <a:pt x="32" y="0"/>
                  </a:lnTo>
                  <a:lnTo>
                    <a:pt x="32" y="0"/>
                  </a:lnTo>
                  <a:lnTo>
                    <a:pt x="32" y="0"/>
                  </a:lnTo>
                  <a:lnTo>
                    <a:pt x="24" y="9"/>
                  </a:lnTo>
                  <a:lnTo>
                    <a:pt x="18" y="19"/>
                  </a:lnTo>
                  <a:lnTo>
                    <a:pt x="12" y="31"/>
                  </a:lnTo>
                  <a:lnTo>
                    <a:pt x="8" y="42"/>
                  </a:lnTo>
                  <a:lnTo>
                    <a:pt x="4" y="55"/>
                  </a:lnTo>
                  <a:lnTo>
                    <a:pt x="2" y="66"/>
                  </a:lnTo>
                  <a:lnTo>
                    <a:pt x="1" y="79"/>
                  </a:lnTo>
                  <a:lnTo>
                    <a:pt x="1" y="91"/>
                  </a:lnTo>
                  <a:lnTo>
                    <a:pt x="0" y="105"/>
                  </a:lnTo>
                  <a:lnTo>
                    <a:pt x="2" y="117"/>
                  </a:lnTo>
                  <a:lnTo>
                    <a:pt x="4" y="129"/>
                  </a:lnTo>
                  <a:lnTo>
                    <a:pt x="8" y="141"/>
                  </a:lnTo>
                  <a:lnTo>
                    <a:pt x="11" y="153"/>
                  </a:lnTo>
                  <a:lnTo>
                    <a:pt x="17" y="163"/>
                  </a:lnTo>
                  <a:lnTo>
                    <a:pt x="24" y="173"/>
                  </a:lnTo>
                  <a:lnTo>
                    <a:pt x="32" y="182"/>
                  </a:lnTo>
                  <a:lnTo>
                    <a:pt x="32" y="182"/>
                  </a:lnTo>
                  <a:lnTo>
                    <a:pt x="33" y="182"/>
                  </a:lnTo>
                  <a:lnTo>
                    <a:pt x="33" y="182"/>
                  </a:lnTo>
                  <a:lnTo>
                    <a:pt x="36" y="182"/>
                  </a:lnTo>
                  <a:lnTo>
                    <a:pt x="37" y="182"/>
                  </a:lnTo>
                  <a:lnTo>
                    <a:pt x="39" y="182"/>
                  </a:lnTo>
                  <a:lnTo>
                    <a:pt x="41" y="182"/>
                  </a:lnTo>
                  <a:lnTo>
                    <a:pt x="43" y="182"/>
                  </a:lnTo>
                  <a:lnTo>
                    <a:pt x="45" y="182"/>
                  </a:lnTo>
                  <a:lnTo>
                    <a:pt x="46" y="182"/>
                  </a:lnTo>
                  <a:lnTo>
                    <a:pt x="48" y="182"/>
                  </a:lnTo>
                  <a:lnTo>
                    <a:pt x="50" y="182"/>
                  </a:lnTo>
                  <a:lnTo>
                    <a:pt x="51" y="182"/>
                  </a:lnTo>
                  <a:lnTo>
                    <a:pt x="53" y="182"/>
                  </a:lnTo>
                  <a:lnTo>
                    <a:pt x="54" y="182"/>
                  </a:lnTo>
                  <a:lnTo>
                    <a:pt x="55" y="182"/>
                  </a:lnTo>
                  <a:lnTo>
                    <a:pt x="47" y="175"/>
                  </a:lnTo>
                  <a:lnTo>
                    <a:pt x="40" y="166"/>
                  </a:lnTo>
                  <a:lnTo>
                    <a:pt x="34" y="156"/>
                  </a:lnTo>
                  <a:lnTo>
                    <a:pt x="30" y="145"/>
                  </a:lnTo>
                  <a:lnTo>
                    <a:pt x="26" y="134"/>
                  </a:lnTo>
                  <a:lnTo>
                    <a:pt x="23" y="122"/>
                  </a:lnTo>
                  <a:lnTo>
                    <a:pt x="21" y="110"/>
                  </a:lnTo>
                  <a:lnTo>
                    <a:pt x="21" y="96"/>
                  </a:lnTo>
                  <a:lnTo>
                    <a:pt x="21" y="85"/>
                  </a:lnTo>
                  <a:lnTo>
                    <a:pt x="22" y="71"/>
                  </a:lnTo>
                  <a:lnTo>
                    <a:pt x="24" y="58"/>
                  </a:lnTo>
                  <a:lnTo>
                    <a:pt x="28" y="45"/>
                  </a:lnTo>
                  <a:lnTo>
                    <a:pt x="32" y="34"/>
                  </a:lnTo>
                  <a:lnTo>
                    <a:pt x="39" y="21"/>
                  </a:lnTo>
                  <a:lnTo>
                    <a:pt x="46" y="11"/>
                  </a:lnTo>
                  <a:lnTo>
                    <a:pt x="55" y="0"/>
                  </a:lnTo>
                  <a:lnTo>
                    <a:pt x="54" y="0"/>
                  </a:lnTo>
                  <a:lnTo>
                    <a:pt x="54" y="0"/>
                  </a:lnTo>
                  <a:lnTo>
                    <a:pt x="53" y="0"/>
                  </a:lnTo>
                  <a:lnTo>
                    <a:pt x="53" y="0"/>
                  </a:lnTo>
                  <a:lnTo>
                    <a:pt x="51" y="0"/>
                  </a:lnTo>
                  <a:lnTo>
                    <a:pt x="51" y="0"/>
                  </a:lnTo>
                  <a:lnTo>
                    <a:pt x="50" y="0"/>
                  </a:lnTo>
                  <a:lnTo>
                    <a:pt x="50" y="0"/>
                  </a:lnTo>
                  <a:lnTo>
                    <a:pt x="48" y="0"/>
                  </a:lnTo>
                  <a:lnTo>
                    <a:pt x="48" y="0"/>
                  </a:lnTo>
                  <a:lnTo>
                    <a:pt x="46" y="0"/>
                  </a:lnTo>
                  <a:lnTo>
                    <a:pt x="46" y="0"/>
                  </a:lnTo>
                  <a:lnTo>
                    <a:pt x="45" y="0"/>
                  </a:lnTo>
                  <a:lnTo>
                    <a:pt x="45" y="0"/>
                  </a:lnTo>
                  <a:lnTo>
                    <a:pt x="45" y="0"/>
                  </a:lnTo>
                  <a:lnTo>
                    <a:pt x="45" y="0"/>
                  </a:lnTo>
                  <a:lnTo>
                    <a:pt x="45" y="0"/>
                  </a:lnTo>
                </a:path>
              </a:pathLst>
            </a:custGeom>
            <a:solidFill>
              <a:srgbClr val="818100"/>
            </a:solidFill>
            <a:ln w="18360">
              <a:solidFill>
                <a:srgbClr val="40404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02" name=""/>
            <p:cNvSpPr/>
            <p:nvPr/>
          </p:nvSpPr>
          <p:spPr>
            <a:xfrm>
              <a:off x="4159080" y="3390840"/>
              <a:ext cx="90720" cy="290520"/>
            </a:xfrm>
            <a:custGeom>
              <a:avLst/>
              <a:gdLst/>
              <a:ahLst/>
              <a:rect l="l" t="t" r="r" b="b"/>
              <a:pathLst>
                <a:path w="57" h="183">
                  <a:moveTo>
                    <a:pt x="45" y="0"/>
                  </a:moveTo>
                  <a:lnTo>
                    <a:pt x="43" y="0"/>
                  </a:lnTo>
                  <a:lnTo>
                    <a:pt x="42" y="0"/>
                  </a:lnTo>
                  <a:lnTo>
                    <a:pt x="40" y="0"/>
                  </a:lnTo>
                  <a:lnTo>
                    <a:pt x="40" y="0"/>
                  </a:lnTo>
                  <a:lnTo>
                    <a:pt x="38" y="0"/>
                  </a:lnTo>
                  <a:lnTo>
                    <a:pt x="38" y="0"/>
                  </a:lnTo>
                  <a:lnTo>
                    <a:pt x="36" y="0"/>
                  </a:lnTo>
                  <a:lnTo>
                    <a:pt x="36" y="0"/>
                  </a:lnTo>
                  <a:lnTo>
                    <a:pt x="34" y="0"/>
                  </a:lnTo>
                  <a:lnTo>
                    <a:pt x="34" y="0"/>
                  </a:lnTo>
                  <a:lnTo>
                    <a:pt x="33" y="0"/>
                  </a:lnTo>
                  <a:lnTo>
                    <a:pt x="33" y="0"/>
                  </a:lnTo>
                  <a:lnTo>
                    <a:pt x="32" y="0"/>
                  </a:lnTo>
                  <a:lnTo>
                    <a:pt x="32" y="0"/>
                  </a:lnTo>
                  <a:lnTo>
                    <a:pt x="32" y="0"/>
                  </a:lnTo>
                  <a:lnTo>
                    <a:pt x="32" y="0"/>
                  </a:lnTo>
                  <a:lnTo>
                    <a:pt x="24" y="9"/>
                  </a:lnTo>
                  <a:lnTo>
                    <a:pt x="18" y="19"/>
                  </a:lnTo>
                  <a:lnTo>
                    <a:pt x="12" y="31"/>
                  </a:lnTo>
                  <a:lnTo>
                    <a:pt x="8" y="42"/>
                  </a:lnTo>
                  <a:lnTo>
                    <a:pt x="4" y="55"/>
                  </a:lnTo>
                  <a:lnTo>
                    <a:pt x="2" y="66"/>
                  </a:lnTo>
                  <a:lnTo>
                    <a:pt x="0" y="79"/>
                  </a:lnTo>
                  <a:lnTo>
                    <a:pt x="0" y="91"/>
                  </a:lnTo>
                  <a:lnTo>
                    <a:pt x="0" y="105"/>
                  </a:lnTo>
                  <a:lnTo>
                    <a:pt x="2" y="117"/>
                  </a:lnTo>
                  <a:lnTo>
                    <a:pt x="4" y="129"/>
                  </a:lnTo>
                  <a:lnTo>
                    <a:pt x="8" y="141"/>
                  </a:lnTo>
                  <a:lnTo>
                    <a:pt x="12" y="153"/>
                  </a:lnTo>
                  <a:lnTo>
                    <a:pt x="19" y="163"/>
                  </a:lnTo>
                  <a:lnTo>
                    <a:pt x="26" y="173"/>
                  </a:lnTo>
                  <a:lnTo>
                    <a:pt x="34" y="182"/>
                  </a:lnTo>
                  <a:lnTo>
                    <a:pt x="34" y="182"/>
                  </a:lnTo>
                  <a:lnTo>
                    <a:pt x="35" y="182"/>
                  </a:lnTo>
                  <a:lnTo>
                    <a:pt x="35" y="182"/>
                  </a:lnTo>
                  <a:lnTo>
                    <a:pt x="38" y="182"/>
                  </a:lnTo>
                  <a:lnTo>
                    <a:pt x="39" y="182"/>
                  </a:lnTo>
                  <a:lnTo>
                    <a:pt x="41" y="182"/>
                  </a:lnTo>
                  <a:lnTo>
                    <a:pt x="43" y="182"/>
                  </a:lnTo>
                  <a:lnTo>
                    <a:pt x="45" y="182"/>
                  </a:lnTo>
                  <a:lnTo>
                    <a:pt x="46" y="182"/>
                  </a:lnTo>
                  <a:lnTo>
                    <a:pt x="48" y="182"/>
                  </a:lnTo>
                  <a:lnTo>
                    <a:pt x="50" y="182"/>
                  </a:lnTo>
                  <a:lnTo>
                    <a:pt x="52" y="182"/>
                  </a:lnTo>
                  <a:lnTo>
                    <a:pt x="53" y="182"/>
                  </a:lnTo>
                  <a:lnTo>
                    <a:pt x="55" y="182"/>
                  </a:lnTo>
                  <a:lnTo>
                    <a:pt x="55" y="182"/>
                  </a:lnTo>
                  <a:lnTo>
                    <a:pt x="56" y="182"/>
                  </a:lnTo>
                  <a:lnTo>
                    <a:pt x="48" y="175"/>
                  </a:lnTo>
                  <a:lnTo>
                    <a:pt x="41" y="166"/>
                  </a:lnTo>
                  <a:lnTo>
                    <a:pt x="35" y="156"/>
                  </a:lnTo>
                  <a:lnTo>
                    <a:pt x="30" y="145"/>
                  </a:lnTo>
                  <a:lnTo>
                    <a:pt x="26" y="134"/>
                  </a:lnTo>
                  <a:lnTo>
                    <a:pt x="23" y="122"/>
                  </a:lnTo>
                  <a:lnTo>
                    <a:pt x="21" y="110"/>
                  </a:lnTo>
                  <a:lnTo>
                    <a:pt x="21" y="96"/>
                  </a:lnTo>
                  <a:lnTo>
                    <a:pt x="20" y="85"/>
                  </a:lnTo>
                  <a:lnTo>
                    <a:pt x="22" y="71"/>
                  </a:lnTo>
                  <a:lnTo>
                    <a:pt x="24" y="58"/>
                  </a:lnTo>
                  <a:lnTo>
                    <a:pt x="28" y="45"/>
                  </a:lnTo>
                  <a:lnTo>
                    <a:pt x="33" y="34"/>
                  </a:lnTo>
                  <a:lnTo>
                    <a:pt x="40" y="21"/>
                  </a:lnTo>
                  <a:lnTo>
                    <a:pt x="47" y="11"/>
                  </a:lnTo>
                  <a:lnTo>
                    <a:pt x="56" y="0"/>
                  </a:lnTo>
                  <a:lnTo>
                    <a:pt x="55" y="0"/>
                  </a:lnTo>
                  <a:lnTo>
                    <a:pt x="55" y="0"/>
                  </a:lnTo>
                  <a:lnTo>
                    <a:pt x="55" y="0"/>
                  </a:lnTo>
                  <a:lnTo>
                    <a:pt x="55" y="0"/>
                  </a:lnTo>
                  <a:lnTo>
                    <a:pt x="53" y="0"/>
                  </a:lnTo>
                  <a:lnTo>
                    <a:pt x="53" y="0"/>
                  </a:lnTo>
                  <a:lnTo>
                    <a:pt x="51" y="0"/>
                  </a:lnTo>
                  <a:lnTo>
                    <a:pt x="51" y="0"/>
                  </a:lnTo>
                  <a:lnTo>
                    <a:pt x="49" y="0"/>
                  </a:lnTo>
                  <a:lnTo>
                    <a:pt x="49" y="0"/>
                  </a:lnTo>
                  <a:lnTo>
                    <a:pt x="48" y="0"/>
                  </a:lnTo>
                  <a:lnTo>
                    <a:pt x="48" y="0"/>
                  </a:lnTo>
                  <a:lnTo>
                    <a:pt x="45" y="0"/>
                  </a:lnTo>
                  <a:lnTo>
                    <a:pt x="45" y="0"/>
                  </a:lnTo>
                  <a:lnTo>
                    <a:pt x="45" y="0"/>
                  </a:lnTo>
                  <a:lnTo>
                    <a:pt x="45" y="0"/>
                  </a:lnTo>
                  <a:lnTo>
                    <a:pt x="45" y="0"/>
                  </a:lnTo>
                </a:path>
              </a:pathLst>
            </a:custGeom>
            <a:solidFill>
              <a:srgbClr val="818100"/>
            </a:solidFill>
            <a:ln w="18360">
              <a:solidFill>
                <a:srgbClr val="40404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03" name=""/>
            <p:cNvSpPr/>
            <p:nvPr/>
          </p:nvSpPr>
          <p:spPr>
            <a:xfrm>
              <a:off x="4079880" y="3176640"/>
              <a:ext cx="268200" cy="306360"/>
            </a:xfrm>
            <a:custGeom>
              <a:avLst/>
              <a:gdLst/>
              <a:ahLst/>
              <a:rect l="l" t="t" r="r" b="b"/>
              <a:pathLst>
                <a:path w="169" h="193">
                  <a:moveTo>
                    <a:pt x="136" y="13"/>
                  </a:moveTo>
                  <a:lnTo>
                    <a:pt x="137" y="18"/>
                  </a:lnTo>
                  <a:lnTo>
                    <a:pt x="142" y="23"/>
                  </a:lnTo>
                  <a:lnTo>
                    <a:pt x="144" y="29"/>
                  </a:lnTo>
                  <a:lnTo>
                    <a:pt x="149" y="35"/>
                  </a:lnTo>
                  <a:lnTo>
                    <a:pt x="150" y="42"/>
                  </a:lnTo>
                  <a:lnTo>
                    <a:pt x="154" y="49"/>
                  </a:lnTo>
                  <a:lnTo>
                    <a:pt x="157" y="56"/>
                  </a:lnTo>
                  <a:lnTo>
                    <a:pt x="161" y="64"/>
                  </a:lnTo>
                  <a:lnTo>
                    <a:pt x="163" y="73"/>
                  </a:lnTo>
                  <a:lnTo>
                    <a:pt x="165" y="80"/>
                  </a:lnTo>
                  <a:lnTo>
                    <a:pt x="166" y="88"/>
                  </a:lnTo>
                  <a:lnTo>
                    <a:pt x="168" y="95"/>
                  </a:lnTo>
                  <a:lnTo>
                    <a:pt x="168" y="103"/>
                  </a:lnTo>
                  <a:lnTo>
                    <a:pt x="168" y="110"/>
                  </a:lnTo>
                  <a:lnTo>
                    <a:pt x="168" y="115"/>
                  </a:lnTo>
                  <a:lnTo>
                    <a:pt x="168" y="120"/>
                  </a:lnTo>
                  <a:lnTo>
                    <a:pt x="166" y="125"/>
                  </a:lnTo>
                  <a:lnTo>
                    <a:pt x="165" y="130"/>
                  </a:lnTo>
                  <a:lnTo>
                    <a:pt x="163" y="135"/>
                  </a:lnTo>
                  <a:lnTo>
                    <a:pt x="161" y="140"/>
                  </a:lnTo>
                  <a:lnTo>
                    <a:pt x="158" y="146"/>
                  </a:lnTo>
                  <a:lnTo>
                    <a:pt x="155" y="152"/>
                  </a:lnTo>
                  <a:lnTo>
                    <a:pt x="151" y="157"/>
                  </a:lnTo>
                  <a:lnTo>
                    <a:pt x="149" y="163"/>
                  </a:lnTo>
                  <a:lnTo>
                    <a:pt x="143" y="169"/>
                  </a:lnTo>
                  <a:lnTo>
                    <a:pt x="138" y="175"/>
                  </a:lnTo>
                  <a:lnTo>
                    <a:pt x="132" y="179"/>
                  </a:lnTo>
                  <a:lnTo>
                    <a:pt x="127" y="183"/>
                  </a:lnTo>
                  <a:lnTo>
                    <a:pt x="120" y="187"/>
                  </a:lnTo>
                  <a:lnTo>
                    <a:pt x="114" y="190"/>
                  </a:lnTo>
                  <a:lnTo>
                    <a:pt x="106" y="192"/>
                  </a:lnTo>
                  <a:lnTo>
                    <a:pt x="100" y="192"/>
                  </a:lnTo>
                  <a:lnTo>
                    <a:pt x="86" y="192"/>
                  </a:lnTo>
                  <a:lnTo>
                    <a:pt x="73" y="192"/>
                  </a:lnTo>
                  <a:lnTo>
                    <a:pt x="62" y="190"/>
                  </a:lnTo>
                  <a:lnTo>
                    <a:pt x="51" y="186"/>
                  </a:lnTo>
                  <a:lnTo>
                    <a:pt x="41" y="182"/>
                  </a:lnTo>
                  <a:lnTo>
                    <a:pt x="32" y="177"/>
                  </a:lnTo>
                  <a:lnTo>
                    <a:pt x="24" y="171"/>
                  </a:lnTo>
                  <a:lnTo>
                    <a:pt x="17" y="165"/>
                  </a:lnTo>
                  <a:lnTo>
                    <a:pt x="11" y="159"/>
                  </a:lnTo>
                  <a:lnTo>
                    <a:pt x="6" y="153"/>
                  </a:lnTo>
                  <a:lnTo>
                    <a:pt x="2" y="147"/>
                  </a:lnTo>
                  <a:lnTo>
                    <a:pt x="1" y="139"/>
                  </a:lnTo>
                  <a:lnTo>
                    <a:pt x="0" y="133"/>
                  </a:lnTo>
                  <a:lnTo>
                    <a:pt x="2" y="127"/>
                  </a:lnTo>
                  <a:lnTo>
                    <a:pt x="4" y="123"/>
                  </a:lnTo>
                  <a:lnTo>
                    <a:pt x="9" y="117"/>
                  </a:lnTo>
                  <a:lnTo>
                    <a:pt x="15" y="114"/>
                  </a:lnTo>
                  <a:lnTo>
                    <a:pt x="21" y="111"/>
                  </a:lnTo>
                  <a:lnTo>
                    <a:pt x="27" y="110"/>
                  </a:lnTo>
                  <a:lnTo>
                    <a:pt x="33" y="110"/>
                  </a:lnTo>
                  <a:lnTo>
                    <a:pt x="38" y="111"/>
                  </a:lnTo>
                  <a:lnTo>
                    <a:pt x="44" y="113"/>
                  </a:lnTo>
                  <a:lnTo>
                    <a:pt x="49" y="117"/>
                  </a:lnTo>
                  <a:lnTo>
                    <a:pt x="55" y="120"/>
                  </a:lnTo>
                  <a:lnTo>
                    <a:pt x="59" y="125"/>
                  </a:lnTo>
                  <a:lnTo>
                    <a:pt x="63" y="129"/>
                  </a:lnTo>
                  <a:lnTo>
                    <a:pt x="66" y="133"/>
                  </a:lnTo>
                  <a:lnTo>
                    <a:pt x="70" y="136"/>
                  </a:lnTo>
                  <a:lnTo>
                    <a:pt x="72" y="140"/>
                  </a:lnTo>
                  <a:lnTo>
                    <a:pt x="76" y="142"/>
                  </a:lnTo>
                  <a:lnTo>
                    <a:pt x="76" y="144"/>
                  </a:lnTo>
                  <a:lnTo>
                    <a:pt x="78" y="144"/>
                  </a:lnTo>
                  <a:lnTo>
                    <a:pt x="84" y="146"/>
                  </a:lnTo>
                  <a:lnTo>
                    <a:pt x="91" y="145"/>
                  </a:lnTo>
                  <a:lnTo>
                    <a:pt x="95" y="144"/>
                  </a:lnTo>
                  <a:lnTo>
                    <a:pt x="101" y="141"/>
                  </a:lnTo>
                  <a:lnTo>
                    <a:pt x="105" y="139"/>
                  </a:lnTo>
                  <a:lnTo>
                    <a:pt x="109" y="135"/>
                  </a:lnTo>
                  <a:lnTo>
                    <a:pt x="112" y="130"/>
                  </a:lnTo>
                  <a:lnTo>
                    <a:pt x="116" y="125"/>
                  </a:lnTo>
                  <a:lnTo>
                    <a:pt x="117" y="120"/>
                  </a:lnTo>
                  <a:lnTo>
                    <a:pt x="120" y="115"/>
                  </a:lnTo>
                  <a:lnTo>
                    <a:pt x="121" y="110"/>
                  </a:lnTo>
                  <a:lnTo>
                    <a:pt x="122" y="104"/>
                  </a:lnTo>
                  <a:lnTo>
                    <a:pt x="122" y="100"/>
                  </a:lnTo>
                  <a:lnTo>
                    <a:pt x="123" y="95"/>
                  </a:lnTo>
                  <a:lnTo>
                    <a:pt x="123" y="92"/>
                  </a:lnTo>
                  <a:lnTo>
                    <a:pt x="124" y="88"/>
                  </a:lnTo>
                  <a:lnTo>
                    <a:pt x="121" y="85"/>
                  </a:lnTo>
                  <a:lnTo>
                    <a:pt x="119" y="80"/>
                  </a:lnTo>
                  <a:lnTo>
                    <a:pt x="115" y="75"/>
                  </a:lnTo>
                  <a:lnTo>
                    <a:pt x="112" y="69"/>
                  </a:lnTo>
                  <a:lnTo>
                    <a:pt x="108" y="64"/>
                  </a:lnTo>
                  <a:lnTo>
                    <a:pt x="105" y="58"/>
                  </a:lnTo>
                  <a:lnTo>
                    <a:pt x="100" y="52"/>
                  </a:lnTo>
                  <a:lnTo>
                    <a:pt x="98" y="44"/>
                  </a:lnTo>
                  <a:lnTo>
                    <a:pt x="94" y="38"/>
                  </a:lnTo>
                  <a:lnTo>
                    <a:pt x="90" y="32"/>
                  </a:lnTo>
                  <a:lnTo>
                    <a:pt x="88" y="27"/>
                  </a:lnTo>
                  <a:lnTo>
                    <a:pt x="85" y="20"/>
                  </a:lnTo>
                  <a:lnTo>
                    <a:pt x="84" y="15"/>
                  </a:lnTo>
                  <a:lnTo>
                    <a:pt x="84" y="10"/>
                  </a:lnTo>
                  <a:lnTo>
                    <a:pt x="84" y="7"/>
                  </a:lnTo>
                  <a:lnTo>
                    <a:pt x="85" y="3"/>
                  </a:lnTo>
                  <a:lnTo>
                    <a:pt x="85" y="3"/>
                  </a:lnTo>
                  <a:lnTo>
                    <a:pt x="88" y="1"/>
                  </a:lnTo>
                  <a:lnTo>
                    <a:pt x="90" y="1"/>
                  </a:lnTo>
                  <a:lnTo>
                    <a:pt x="93" y="0"/>
                  </a:lnTo>
                  <a:lnTo>
                    <a:pt x="96" y="1"/>
                  </a:lnTo>
                  <a:lnTo>
                    <a:pt x="100" y="1"/>
                  </a:lnTo>
                  <a:lnTo>
                    <a:pt x="104" y="3"/>
                  </a:lnTo>
                  <a:lnTo>
                    <a:pt x="108" y="3"/>
                  </a:lnTo>
                  <a:lnTo>
                    <a:pt x="112" y="5"/>
                  </a:lnTo>
                  <a:lnTo>
                    <a:pt x="116" y="7"/>
                  </a:lnTo>
                  <a:lnTo>
                    <a:pt x="120" y="8"/>
                  </a:lnTo>
                  <a:lnTo>
                    <a:pt x="124" y="8"/>
                  </a:lnTo>
                  <a:lnTo>
                    <a:pt x="127" y="10"/>
                  </a:lnTo>
                  <a:lnTo>
                    <a:pt x="130" y="11"/>
                  </a:lnTo>
                  <a:lnTo>
                    <a:pt x="132" y="13"/>
                  </a:lnTo>
                  <a:lnTo>
                    <a:pt x="136" y="13"/>
                  </a:lnTo>
                  <a:lnTo>
                    <a:pt x="136" y="13"/>
                  </a:lnTo>
                </a:path>
              </a:pathLst>
            </a:custGeom>
            <a:solidFill>
              <a:srgbClr val="727272"/>
            </a:solidFill>
            <a:ln w="18360">
              <a:solidFill>
                <a:srgbClr val="40404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04" name=""/>
            <p:cNvSpPr/>
            <p:nvPr/>
          </p:nvSpPr>
          <p:spPr>
            <a:xfrm>
              <a:off x="6946920" y="3176640"/>
              <a:ext cx="264960" cy="306360"/>
            </a:xfrm>
            <a:custGeom>
              <a:avLst/>
              <a:gdLst/>
              <a:ahLst/>
              <a:rect l="l" t="t" r="r" b="b"/>
              <a:pathLst>
                <a:path w="167" h="193">
                  <a:moveTo>
                    <a:pt x="36" y="13"/>
                  </a:moveTo>
                  <a:lnTo>
                    <a:pt x="32" y="18"/>
                  </a:lnTo>
                  <a:lnTo>
                    <a:pt x="28" y="23"/>
                  </a:lnTo>
                  <a:lnTo>
                    <a:pt x="25" y="29"/>
                  </a:lnTo>
                  <a:lnTo>
                    <a:pt x="20" y="35"/>
                  </a:lnTo>
                  <a:lnTo>
                    <a:pt x="17" y="42"/>
                  </a:lnTo>
                  <a:lnTo>
                    <a:pt x="13" y="49"/>
                  </a:lnTo>
                  <a:lnTo>
                    <a:pt x="10" y="56"/>
                  </a:lnTo>
                  <a:lnTo>
                    <a:pt x="8" y="64"/>
                  </a:lnTo>
                  <a:lnTo>
                    <a:pt x="5" y="73"/>
                  </a:lnTo>
                  <a:lnTo>
                    <a:pt x="4" y="80"/>
                  </a:lnTo>
                  <a:lnTo>
                    <a:pt x="2" y="88"/>
                  </a:lnTo>
                  <a:lnTo>
                    <a:pt x="1" y="95"/>
                  </a:lnTo>
                  <a:lnTo>
                    <a:pt x="0" y="103"/>
                  </a:lnTo>
                  <a:lnTo>
                    <a:pt x="0" y="110"/>
                  </a:lnTo>
                  <a:lnTo>
                    <a:pt x="0" y="115"/>
                  </a:lnTo>
                  <a:lnTo>
                    <a:pt x="1" y="120"/>
                  </a:lnTo>
                  <a:lnTo>
                    <a:pt x="1" y="125"/>
                  </a:lnTo>
                  <a:lnTo>
                    <a:pt x="3" y="130"/>
                  </a:lnTo>
                  <a:lnTo>
                    <a:pt x="4" y="135"/>
                  </a:lnTo>
                  <a:lnTo>
                    <a:pt x="7" y="140"/>
                  </a:lnTo>
                  <a:lnTo>
                    <a:pt x="9" y="146"/>
                  </a:lnTo>
                  <a:lnTo>
                    <a:pt x="12" y="152"/>
                  </a:lnTo>
                  <a:lnTo>
                    <a:pt x="16" y="157"/>
                  </a:lnTo>
                  <a:lnTo>
                    <a:pt x="20" y="163"/>
                  </a:lnTo>
                  <a:lnTo>
                    <a:pt x="25" y="169"/>
                  </a:lnTo>
                  <a:lnTo>
                    <a:pt x="29" y="175"/>
                  </a:lnTo>
                  <a:lnTo>
                    <a:pt x="35" y="179"/>
                  </a:lnTo>
                  <a:lnTo>
                    <a:pt x="41" y="183"/>
                  </a:lnTo>
                  <a:lnTo>
                    <a:pt x="47" y="187"/>
                  </a:lnTo>
                  <a:lnTo>
                    <a:pt x="54" y="190"/>
                  </a:lnTo>
                  <a:lnTo>
                    <a:pt x="61" y="192"/>
                  </a:lnTo>
                  <a:lnTo>
                    <a:pt x="70" y="192"/>
                  </a:lnTo>
                  <a:lnTo>
                    <a:pt x="81" y="192"/>
                  </a:lnTo>
                  <a:lnTo>
                    <a:pt x="94" y="192"/>
                  </a:lnTo>
                  <a:lnTo>
                    <a:pt x="105" y="190"/>
                  </a:lnTo>
                  <a:lnTo>
                    <a:pt x="117" y="186"/>
                  </a:lnTo>
                  <a:lnTo>
                    <a:pt x="127" y="182"/>
                  </a:lnTo>
                  <a:lnTo>
                    <a:pt x="136" y="177"/>
                  </a:lnTo>
                  <a:lnTo>
                    <a:pt x="144" y="171"/>
                  </a:lnTo>
                  <a:lnTo>
                    <a:pt x="151" y="165"/>
                  </a:lnTo>
                  <a:lnTo>
                    <a:pt x="156" y="159"/>
                  </a:lnTo>
                  <a:lnTo>
                    <a:pt x="161" y="153"/>
                  </a:lnTo>
                  <a:lnTo>
                    <a:pt x="164" y="147"/>
                  </a:lnTo>
                  <a:lnTo>
                    <a:pt x="166" y="139"/>
                  </a:lnTo>
                  <a:lnTo>
                    <a:pt x="166" y="133"/>
                  </a:lnTo>
                  <a:lnTo>
                    <a:pt x="166" y="127"/>
                  </a:lnTo>
                  <a:lnTo>
                    <a:pt x="163" y="123"/>
                  </a:lnTo>
                  <a:lnTo>
                    <a:pt x="160" y="117"/>
                  </a:lnTo>
                  <a:lnTo>
                    <a:pt x="153" y="114"/>
                  </a:lnTo>
                  <a:lnTo>
                    <a:pt x="147" y="111"/>
                  </a:lnTo>
                  <a:lnTo>
                    <a:pt x="141" y="110"/>
                  </a:lnTo>
                  <a:lnTo>
                    <a:pt x="135" y="110"/>
                  </a:lnTo>
                  <a:lnTo>
                    <a:pt x="129" y="111"/>
                  </a:lnTo>
                  <a:lnTo>
                    <a:pt x="124" y="113"/>
                  </a:lnTo>
                  <a:lnTo>
                    <a:pt x="118" y="117"/>
                  </a:lnTo>
                  <a:lnTo>
                    <a:pt x="115" y="120"/>
                  </a:lnTo>
                  <a:lnTo>
                    <a:pt x="109" y="125"/>
                  </a:lnTo>
                  <a:lnTo>
                    <a:pt x="105" y="129"/>
                  </a:lnTo>
                  <a:lnTo>
                    <a:pt x="101" y="133"/>
                  </a:lnTo>
                  <a:lnTo>
                    <a:pt x="99" y="136"/>
                  </a:lnTo>
                  <a:lnTo>
                    <a:pt x="95" y="140"/>
                  </a:lnTo>
                  <a:lnTo>
                    <a:pt x="94" y="142"/>
                  </a:lnTo>
                  <a:lnTo>
                    <a:pt x="92" y="144"/>
                  </a:lnTo>
                  <a:lnTo>
                    <a:pt x="92" y="144"/>
                  </a:lnTo>
                  <a:lnTo>
                    <a:pt x="84" y="146"/>
                  </a:lnTo>
                  <a:lnTo>
                    <a:pt x="78" y="145"/>
                  </a:lnTo>
                  <a:lnTo>
                    <a:pt x="72" y="144"/>
                  </a:lnTo>
                  <a:lnTo>
                    <a:pt x="67" y="141"/>
                  </a:lnTo>
                  <a:lnTo>
                    <a:pt x="62" y="139"/>
                  </a:lnTo>
                  <a:lnTo>
                    <a:pt x="58" y="135"/>
                  </a:lnTo>
                  <a:lnTo>
                    <a:pt x="54" y="130"/>
                  </a:lnTo>
                  <a:lnTo>
                    <a:pt x="52" y="125"/>
                  </a:lnTo>
                  <a:lnTo>
                    <a:pt x="50" y="120"/>
                  </a:lnTo>
                  <a:lnTo>
                    <a:pt x="48" y="115"/>
                  </a:lnTo>
                  <a:lnTo>
                    <a:pt x="47" y="110"/>
                  </a:lnTo>
                  <a:lnTo>
                    <a:pt x="47" y="104"/>
                  </a:lnTo>
                  <a:lnTo>
                    <a:pt x="46" y="100"/>
                  </a:lnTo>
                  <a:lnTo>
                    <a:pt x="46" y="95"/>
                  </a:lnTo>
                  <a:lnTo>
                    <a:pt x="47" y="92"/>
                  </a:lnTo>
                  <a:lnTo>
                    <a:pt x="48" y="88"/>
                  </a:lnTo>
                  <a:lnTo>
                    <a:pt x="50" y="85"/>
                  </a:lnTo>
                  <a:lnTo>
                    <a:pt x="51" y="80"/>
                  </a:lnTo>
                  <a:lnTo>
                    <a:pt x="54" y="75"/>
                  </a:lnTo>
                  <a:lnTo>
                    <a:pt x="58" y="69"/>
                  </a:lnTo>
                  <a:lnTo>
                    <a:pt x="61" y="64"/>
                  </a:lnTo>
                  <a:lnTo>
                    <a:pt x="64" y="58"/>
                  </a:lnTo>
                  <a:lnTo>
                    <a:pt x="68" y="52"/>
                  </a:lnTo>
                  <a:lnTo>
                    <a:pt x="72" y="44"/>
                  </a:lnTo>
                  <a:lnTo>
                    <a:pt x="74" y="38"/>
                  </a:lnTo>
                  <a:lnTo>
                    <a:pt x="78" y="32"/>
                  </a:lnTo>
                  <a:lnTo>
                    <a:pt x="81" y="27"/>
                  </a:lnTo>
                  <a:lnTo>
                    <a:pt x="84" y="20"/>
                  </a:lnTo>
                  <a:lnTo>
                    <a:pt x="85" y="15"/>
                  </a:lnTo>
                  <a:lnTo>
                    <a:pt x="86" y="10"/>
                  </a:lnTo>
                  <a:lnTo>
                    <a:pt x="85" y="7"/>
                  </a:lnTo>
                  <a:lnTo>
                    <a:pt x="85" y="3"/>
                  </a:lnTo>
                  <a:lnTo>
                    <a:pt x="83" y="3"/>
                  </a:lnTo>
                  <a:lnTo>
                    <a:pt x="81" y="1"/>
                  </a:lnTo>
                  <a:lnTo>
                    <a:pt x="78" y="1"/>
                  </a:lnTo>
                  <a:lnTo>
                    <a:pt x="76" y="0"/>
                  </a:lnTo>
                  <a:lnTo>
                    <a:pt x="72" y="1"/>
                  </a:lnTo>
                  <a:lnTo>
                    <a:pt x="68" y="1"/>
                  </a:lnTo>
                  <a:lnTo>
                    <a:pt x="64" y="3"/>
                  </a:lnTo>
                  <a:lnTo>
                    <a:pt x="61" y="3"/>
                  </a:lnTo>
                  <a:lnTo>
                    <a:pt x="56" y="5"/>
                  </a:lnTo>
                  <a:lnTo>
                    <a:pt x="51" y="7"/>
                  </a:lnTo>
                  <a:lnTo>
                    <a:pt x="48" y="8"/>
                  </a:lnTo>
                  <a:lnTo>
                    <a:pt x="44" y="8"/>
                  </a:lnTo>
                  <a:lnTo>
                    <a:pt x="41" y="10"/>
                  </a:lnTo>
                  <a:lnTo>
                    <a:pt x="39" y="11"/>
                  </a:lnTo>
                  <a:lnTo>
                    <a:pt x="37" y="13"/>
                  </a:lnTo>
                  <a:lnTo>
                    <a:pt x="36" y="13"/>
                  </a:lnTo>
                  <a:lnTo>
                    <a:pt x="36" y="13"/>
                  </a:lnTo>
                </a:path>
              </a:pathLst>
            </a:custGeom>
            <a:solidFill>
              <a:srgbClr val="727272"/>
            </a:solidFill>
            <a:ln w="18360">
              <a:solidFill>
                <a:srgbClr val="40404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05" name=""/>
            <p:cNvSpPr/>
            <p:nvPr/>
          </p:nvSpPr>
          <p:spPr>
            <a:xfrm>
              <a:off x="4130640" y="2916360"/>
              <a:ext cx="1521000" cy="401400"/>
            </a:xfrm>
            <a:custGeom>
              <a:avLst/>
              <a:gdLst/>
              <a:ahLst/>
              <a:rect l="l" t="t" r="r" b="b"/>
              <a:pathLst>
                <a:path w="958" h="253">
                  <a:moveTo>
                    <a:pt x="879" y="71"/>
                  </a:moveTo>
                  <a:lnTo>
                    <a:pt x="870" y="65"/>
                  </a:lnTo>
                  <a:lnTo>
                    <a:pt x="861" y="58"/>
                  </a:lnTo>
                  <a:lnTo>
                    <a:pt x="852" y="52"/>
                  </a:lnTo>
                  <a:lnTo>
                    <a:pt x="842" y="44"/>
                  </a:lnTo>
                  <a:lnTo>
                    <a:pt x="829" y="38"/>
                  </a:lnTo>
                  <a:lnTo>
                    <a:pt x="816" y="33"/>
                  </a:lnTo>
                  <a:lnTo>
                    <a:pt x="802" y="28"/>
                  </a:lnTo>
                  <a:lnTo>
                    <a:pt x="788" y="22"/>
                  </a:lnTo>
                  <a:lnTo>
                    <a:pt x="771" y="18"/>
                  </a:lnTo>
                  <a:lnTo>
                    <a:pt x="755" y="13"/>
                  </a:lnTo>
                  <a:lnTo>
                    <a:pt x="737" y="9"/>
                  </a:lnTo>
                  <a:lnTo>
                    <a:pt x="719" y="6"/>
                  </a:lnTo>
                  <a:lnTo>
                    <a:pt x="700" y="3"/>
                  </a:lnTo>
                  <a:lnTo>
                    <a:pt x="681" y="1"/>
                  </a:lnTo>
                  <a:lnTo>
                    <a:pt x="659" y="1"/>
                  </a:lnTo>
                  <a:lnTo>
                    <a:pt x="639" y="0"/>
                  </a:lnTo>
                  <a:lnTo>
                    <a:pt x="625" y="1"/>
                  </a:lnTo>
                  <a:lnTo>
                    <a:pt x="611" y="3"/>
                  </a:lnTo>
                  <a:lnTo>
                    <a:pt x="595" y="6"/>
                  </a:lnTo>
                  <a:lnTo>
                    <a:pt x="581" y="9"/>
                  </a:lnTo>
                  <a:lnTo>
                    <a:pt x="563" y="14"/>
                  </a:lnTo>
                  <a:lnTo>
                    <a:pt x="547" y="18"/>
                  </a:lnTo>
                  <a:lnTo>
                    <a:pt x="529" y="24"/>
                  </a:lnTo>
                  <a:lnTo>
                    <a:pt x="512" y="30"/>
                  </a:lnTo>
                  <a:lnTo>
                    <a:pt x="493" y="38"/>
                  </a:lnTo>
                  <a:lnTo>
                    <a:pt x="475" y="45"/>
                  </a:lnTo>
                  <a:lnTo>
                    <a:pt x="457" y="53"/>
                  </a:lnTo>
                  <a:lnTo>
                    <a:pt x="439" y="60"/>
                  </a:lnTo>
                  <a:lnTo>
                    <a:pt x="421" y="69"/>
                  </a:lnTo>
                  <a:lnTo>
                    <a:pt x="403" y="77"/>
                  </a:lnTo>
                  <a:lnTo>
                    <a:pt x="386" y="86"/>
                  </a:lnTo>
                  <a:lnTo>
                    <a:pt x="370" y="94"/>
                  </a:lnTo>
                  <a:lnTo>
                    <a:pt x="355" y="102"/>
                  </a:lnTo>
                  <a:lnTo>
                    <a:pt x="341" y="108"/>
                  </a:lnTo>
                  <a:lnTo>
                    <a:pt x="327" y="116"/>
                  </a:lnTo>
                  <a:lnTo>
                    <a:pt x="316" y="121"/>
                  </a:lnTo>
                  <a:lnTo>
                    <a:pt x="304" y="127"/>
                  </a:lnTo>
                  <a:lnTo>
                    <a:pt x="292" y="133"/>
                  </a:lnTo>
                  <a:lnTo>
                    <a:pt x="281" y="137"/>
                  </a:lnTo>
                  <a:lnTo>
                    <a:pt x="271" y="141"/>
                  </a:lnTo>
                  <a:lnTo>
                    <a:pt x="261" y="145"/>
                  </a:lnTo>
                  <a:lnTo>
                    <a:pt x="252" y="148"/>
                  </a:lnTo>
                  <a:lnTo>
                    <a:pt x="243" y="150"/>
                  </a:lnTo>
                  <a:lnTo>
                    <a:pt x="235" y="150"/>
                  </a:lnTo>
                  <a:lnTo>
                    <a:pt x="227" y="150"/>
                  </a:lnTo>
                  <a:lnTo>
                    <a:pt x="220" y="149"/>
                  </a:lnTo>
                  <a:lnTo>
                    <a:pt x="213" y="147"/>
                  </a:lnTo>
                  <a:lnTo>
                    <a:pt x="207" y="143"/>
                  </a:lnTo>
                  <a:lnTo>
                    <a:pt x="197" y="138"/>
                  </a:lnTo>
                  <a:lnTo>
                    <a:pt x="189" y="133"/>
                  </a:lnTo>
                  <a:lnTo>
                    <a:pt x="179" y="127"/>
                  </a:lnTo>
                  <a:lnTo>
                    <a:pt x="170" y="119"/>
                  </a:lnTo>
                  <a:lnTo>
                    <a:pt x="158" y="113"/>
                  </a:lnTo>
                  <a:lnTo>
                    <a:pt x="149" y="107"/>
                  </a:lnTo>
                  <a:lnTo>
                    <a:pt x="137" y="101"/>
                  </a:lnTo>
                  <a:lnTo>
                    <a:pt x="127" y="95"/>
                  </a:lnTo>
                  <a:lnTo>
                    <a:pt x="116" y="91"/>
                  </a:lnTo>
                  <a:lnTo>
                    <a:pt x="104" y="86"/>
                  </a:lnTo>
                  <a:lnTo>
                    <a:pt x="93" y="83"/>
                  </a:lnTo>
                  <a:lnTo>
                    <a:pt x="83" y="80"/>
                  </a:lnTo>
                  <a:lnTo>
                    <a:pt x="71" y="79"/>
                  </a:lnTo>
                  <a:lnTo>
                    <a:pt x="61" y="79"/>
                  </a:lnTo>
                  <a:lnTo>
                    <a:pt x="50" y="81"/>
                  </a:lnTo>
                  <a:lnTo>
                    <a:pt x="40" y="84"/>
                  </a:lnTo>
                  <a:lnTo>
                    <a:pt x="27" y="91"/>
                  </a:lnTo>
                  <a:lnTo>
                    <a:pt x="18" y="97"/>
                  </a:lnTo>
                  <a:lnTo>
                    <a:pt x="11" y="104"/>
                  </a:lnTo>
                  <a:lnTo>
                    <a:pt x="7" y="110"/>
                  </a:lnTo>
                  <a:lnTo>
                    <a:pt x="2" y="118"/>
                  </a:lnTo>
                  <a:lnTo>
                    <a:pt x="1" y="123"/>
                  </a:lnTo>
                  <a:lnTo>
                    <a:pt x="0" y="130"/>
                  </a:lnTo>
                  <a:lnTo>
                    <a:pt x="1" y="136"/>
                  </a:lnTo>
                  <a:lnTo>
                    <a:pt x="2" y="143"/>
                  </a:lnTo>
                  <a:lnTo>
                    <a:pt x="5" y="149"/>
                  </a:lnTo>
                  <a:lnTo>
                    <a:pt x="9" y="155"/>
                  </a:lnTo>
                  <a:lnTo>
                    <a:pt x="13" y="159"/>
                  </a:lnTo>
                  <a:lnTo>
                    <a:pt x="17" y="163"/>
                  </a:lnTo>
                  <a:lnTo>
                    <a:pt x="21" y="167"/>
                  </a:lnTo>
                  <a:lnTo>
                    <a:pt x="24" y="169"/>
                  </a:lnTo>
                  <a:lnTo>
                    <a:pt x="29" y="171"/>
                  </a:lnTo>
                  <a:lnTo>
                    <a:pt x="34" y="174"/>
                  </a:lnTo>
                  <a:lnTo>
                    <a:pt x="44" y="177"/>
                  </a:lnTo>
                  <a:lnTo>
                    <a:pt x="54" y="181"/>
                  </a:lnTo>
                  <a:lnTo>
                    <a:pt x="68" y="185"/>
                  </a:lnTo>
                  <a:lnTo>
                    <a:pt x="83" y="191"/>
                  </a:lnTo>
                  <a:lnTo>
                    <a:pt x="102" y="195"/>
                  </a:lnTo>
                  <a:lnTo>
                    <a:pt x="120" y="200"/>
                  </a:lnTo>
                  <a:lnTo>
                    <a:pt x="141" y="204"/>
                  </a:lnTo>
                  <a:lnTo>
                    <a:pt x="162" y="209"/>
                  </a:lnTo>
                  <a:lnTo>
                    <a:pt x="183" y="213"/>
                  </a:lnTo>
                  <a:lnTo>
                    <a:pt x="205" y="216"/>
                  </a:lnTo>
                  <a:lnTo>
                    <a:pt x="227" y="218"/>
                  </a:lnTo>
                  <a:lnTo>
                    <a:pt x="249" y="220"/>
                  </a:lnTo>
                  <a:lnTo>
                    <a:pt x="271" y="220"/>
                  </a:lnTo>
                  <a:lnTo>
                    <a:pt x="290" y="218"/>
                  </a:lnTo>
                  <a:lnTo>
                    <a:pt x="311" y="215"/>
                  </a:lnTo>
                  <a:lnTo>
                    <a:pt x="334" y="211"/>
                  </a:lnTo>
                  <a:lnTo>
                    <a:pt x="356" y="206"/>
                  </a:lnTo>
                  <a:lnTo>
                    <a:pt x="376" y="200"/>
                  </a:lnTo>
                  <a:lnTo>
                    <a:pt x="394" y="194"/>
                  </a:lnTo>
                  <a:lnTo>
                    <a:pt x="410" y="188"/>
                  </a:lnTo>
                  <a:lnTo>
                    <a:pt x="427" y="180"/>
                  </a:lnTo>
                  <a:lnTo>
                    <a:pt x="443" y="173"/>
                  </a:lnTo>
                  <a:lnTo>
                    <a:pt x="460" y="165"/>
                  </a:lnTo>
                  <a:lnTo>
                    <a:pt x="475" y="159"/>
                  </a:lnTo>
                  <a:lnTo>
                    <a:pt x="493" y="153"/>
                  </a:lnTo>
                  <a:lnTo>
                    <a:pt x="511" y="149"/>
                  </a:lnTo>
                  <a:lnTo>
                    <a:pt x="532" y="143"/>
                  </a:lnTo>
                  <a:lnTo>
                    <a:pt x="552" y="141"/>
                  </a:lnTo>
                  <a:lnTo>
                    <a:pt x="577" y="138"/>
                  </a:lnTo>
                  <a:lnTo>
                    <a:pt x="603" y="138"/>
                  </a:lnTo>
                  <a:lnTo>
                    <a:pt x="634" y="138"/>
                  </a:lnTo>
                  <a:lnTo>
                    <a:pt x="647" y="140"/>
                  </a:lnTo>
                  <a:lnTo>
                    <a:pt x="661" y="141"/>
                  </a:lnTo>
                  <a:lnTo>
                    <a:pt x="676" y="143"/>
                  </a:lnTo>
                  <a:lnTo>
                    <a:pt x="692" y="144"/>
                  </a:lnTo>
                  <a:lnTo>
                    <a:pt x="708" y="148"/>
                  </a:lnTo>
                  <a:lnTo>
                    <a:pt x="726" y="150"/>
                  </a:lnTo>
                  <a:lnTo>
                    <a:pt x="743" y="154"/>
                  </a:lnTo>
                  <a:lnTo>
                    <a:pt x="761" y="156"/>
                  </a:lnTo>
                  <a:lnTo>
                    <a:pt x="776" y="162"/>
                  </a:lnTo>
                  <a:lnTo>
                    <a:pt x="794" y="165"/>
                  </a:lnTo>
                  <a:lnTo>
                    <a:pt x="809" y="171"/>
                  </a:lnTo>
                  <a:lnTo>
                    <a:pt x="826" y="176"/>
                  </a:lnTo>
                  <a:lnTo>
                    <a:pt x="839" y="183"/>
                  </a:lnTo>
                  <a:lnTo>
                    <a:pt x="854" y="189"/>
                  </a:lnTo>
                  <a:lnTo>
                    <a:pt x="866" y="196"/>
                  </a:lnTo>
                  <a:lnTo>
                    <a:pt x="878" y="201"/>
                  </a:lnTo>
                  <a:lnTo>
                    <a:pt x="878" y="203"/>
                  </a:lnTo>
                  <a:lnTo>
                    <a:pt x="880" y="203"/>
                  </a:lnTo>
                  <a:lnTo>
                    <a:pt x="883" y="206"/>
                  </a:lnTo>
                  <a:lnTo>
                    <a:pt x="888" y="208"/>
                  </a:lnTo>
                  <a:lnTo>
                    <a:pt x="891" y="212"/>
                  </a:lnTo>
                  <a:lnTo>
                    <a:pt x="897" y="215"/>
                  </a:lnTo>
                  <a:lnTo>
                    <a:pt x="903" y="219"/>
                  </a:lnTo>
                  <a:lnTo>
                    <a:pt x="911" y="223"/>
                  </a:lnTo>
                  <a:lnTo>
                    <a:pt x="917" y="228"/>
                  </a:lnTo>
                  <a:lnTo>
                    <a:pt x="923" y="232"/>
                  </a:lnTo>
                  <a:lnTo>
                    <a:pt x="929" y="236"/>
                  </a:lnTo>
                  <a:lnTo>
                    <a:pt x="937" y="240"/>
                  </a:lnTo>
                  <a:lnTo>
                    <a:pt x="942" y="244"/>
                  </a:lnTo>
                  <a:lnTo>
                    <a:pt x="948" y="247"/>
                  </a:lnTo>
                  <a:lnTo>
                    <a:pt x="952" y="250"/>
                  </a:lnTo>
                  <a:lnTo>
                    <a:pt x="957" y="252"/>
                  </a:lnTo>
                  <a:lnTo>
                    <a:pt x="956" y="252"/>
                  </a:lnTo>
                  <a:lnTo>
                    <a:pt x="956" y="247"/>
                  </a:lnTo>
                  <a:lnTo>
                    <a:pt x="956" y="242"/>
                  </a:lnTo>
                  <a:lnTo>
                    <a:pt x="956" y="235"/>
                  </a:lnTo>
                  <a:lnTo>
                    <a:pt x="956" y="226"/>
                  </a:lnTo>
                  <a:lnTo>
                    <a:pt x="956" y="216"/>
                  </a:lnTo>
                  <a:lnTo>
                    <a:pt x="956" y="207"/>
                  </a:lnTo>
                  <a:lnTo>
                    <a:pt x="956" y="195"/>
                  </a:lnTo>
                  <a:lnTo>
                    <a:pt x="956" y="185"/>
                  </a:lnTo>
                  <a:lnTo>
                    <a:pt x="956" y="174"/>
                  </a:lnTo>
                  <a:lnTo>
                    <a:pt x="956" y="165"/>
                  </a:lnTo>
                  <a:lnTo>
                    <a:pt x="956" y="156"/>
                  </a:lnTo>
                  <a:lnTo>
                    <a:pt x="956" y="149"/>
                  </a:lnTo>
                  <a:lnTo>
                    <a:pt x="956" y="143"/>
                  </a:lnTo>
                  <a:lnTo>
                    <a:pt x="956" y="139"/>
                  </a:lnTo>
                  <a:lnTo>
                    <a:pt x="957" y="137"/>
                  </a:lnTo>
                  <a:lnTo>
                    <a:pt x="956" y="135"/>
                  </a:lnTo>
                  <a:lnTo>
                    <a:pt x="953" y="131"/>
                  </a:lnTo>
                  <a:lnTo>
                    <a:pt x="948" y="127"/>
                  </a:lnTo>
                  <a:lnTo>
                    <a:pt x="944" y="121"/>
                  </a:lnTo>
                  <a:lnTo>
                    <a:pt x="937" y="116"/>
                  </a:lnTo>
                  <a:lnTo>
                    <a:pt x="932" y="111"/>
                  </a:lnTo>
                  <a:lnTo>
                    <a:pt x="924" y="104"/>
                  </a:lnTo>
                  <a:lnTo>
                    <a:pt x="918" y="98"/>
                  </a:lnTo>
                  <a:lnTo>
                    <a:pt x="910" y="95"/>
                  </a:lnTo>
                  <a:lnTo>
                    <a:pt x="903" y="89"/>
                  </a:lnTo>
                  <a:lnTo>
                    <a:pt x="897" y="84"/>
                  </a:lnTo>
                  <a:lnTo>
                    <a:pt x="891" y="79"/>
                  </a:lnTo>
                  <a:lnTo>
                    <a:pt x="885" y="76"/>
                  </a:lnTo>
                  <a:lnTo>
                    <a:pt x="882" y="74"/>
                  </a:lnTo>
                  <a:lnTo>
                    <a:pt x="879" y="72"/>
                  </a:lnTo>
                  <a:lnTo>
                    <a:pt x="879" y="71"/>
                  </a:lnTo>
                  <a:lnTo>
                    <a:pt x="879" y="71"/>
                  </a:lnTo>
                </a:path>
              </a:pathLst>
            </a:custGeom>
            <a:solidFill>
              <a:srgbClr val="a1a100"/>
            </a:solidFill>
            <a:ln w="18360">
              <a:solidFill>
                <a:srgbClr val="6262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06" name=""/>
            <p:cNvSpPr/>
            <p:nvPr/>
          </p:nvSpPr>
          <p:spPr>
            <a:xfrm>
              <a:off x="5654520" y="2916360"/>
              <a:ext cx="1516320" cy="401400"/>
            </a:xfrm>
            <a:custGeom>
              <a:avLst/>
              <a:gdLst/>
              <a:ahLst/>
              <a:rect l="l" t="t" r="r" b="b"/>
              <a:pathLst>
                <a:path w="955" h="253">
                  <a:moveTo>
                    <a:pt x="77" y="71"/>
                  </a:moveTo>
                  <a:lnTo>
                    <a:pt x="84" y="65"/>
                  </a:lnTo>
                  <a:lnTo>
                    <a:pt x="93" y="58"/>
                  </a:lnTo>
                  <a:lnTo>
                    <a:pt x="101" y="52"/>
                  </a:lnTo>
                  <a:lnTo>
                    <a:pt x="113" y="44"/>
                  </a:lnTo>
                  <a:lnTo>
                    <a:pt x="124" y="38"/>
                  </a:lnTo>
                  <a:lnTo>
                    <a:pt x="138" y="33"/>
                  </a:lnTo>
                  <a:lnTo>
                    <a:pt x="152" y="28"/>
                  </a:lnTo>
                  <a:lnTo>
                    <a:pt x="167" y="22"/>
                  </a:lnTo>
                  <a:lnTo>
                    <a:pt x="182" y="18"/>
                  </a:lnTo>
                  <a:lnTo>
                    <a:pt x="198" y="13"/>
                  </a:lnTo>
                  <a:lnTo>
                    <a:pt x="216" y="9"/>
                  </a:lnTo>
                  <a:lnTo>
                    <a:pt x="235" y="6"/>
                  </a:lnTo>
                  <a:lnTo>
                    <a:pt x="254" y="3"/>
                  </a:lnTo>
                  <a:lnTo>
                    <a:pt x="274" y="1"/>
                  </a:lnTo>
                  <a:lnTo>
                    <a:pt x="294" y="1"/>
                  </a:lnTo>
                  <a:lnTo>
                    <a:pt x="316" y="0"/>
                  </a:lnTo>
                  <a:lnTo>
                    <a:pt x="330" y="1"/>
                  </a:lnTo>
                  <a:lnTo>
                    <a:pt x="344" y="3"/>
                  </a:lnTo>
                  <a:lnTo>
                    <a:pt x="359" y="6"/>
                  </a:lnTo>
                  <a:lnTo>
                    <a:pt x="375" y="9"/>
                  </a:lnTo>
                  <a:lnTo>
                    <a:pt x="390" y="14"/>
                  </a:lnTo>
                  <a:lnTo>
                    <a:pt x="408" y="18"/>
                  </a:lnTo>
                  <a:lnTo>
                    <a:pt x="425" y="24"/>
                  </a:lnTo>
                  <a:lnTo>
                    <a:pt x="443" y="30"/>
                  </a:lnTo>
                  <a:lnTo>
                    <a:pt x="461" y="38"/>
                  </a:lnTo>
                  <a:lnTo>
                    <a:pt x="479" y="45"/>
                  </a:lnTo>
                  <a:lnTo>
                    <a:pt x="497" y="53"/>
                  </a:lnTo>
                  <a:lnTo>
                    <a:pt x="516" y="60"/>
                  </a:lnTo>
                  <a:lnTo>
                    <a:pt x="533" y="69"/>
                  </a:lnTo>
                  <a:lnTo>
                    <a:pt x="551" y="77"/>
                  </a:lnTo>
                  <a:lnTo>
                    <a:pt x="568" y="86"/>
                  </a:lnTo>
                  <a:lnTo>
                    <a:pt x="586" y="94"/>
                  </a:lnTo>
                  <a:lnTo>
                    <a:pt x="599" y="102"/>
                  </a:lnTo>
                  <a:lnTo>
                    <a:pt x="613" y="108"/>
                  </a:lnTo>
                  <a:lnTo>
                    <a:pt x="625" y="116"/>
                  </a:lnTo>
                  <a:lnTo>
                    <a:pt x="639" y="121"/>
                  </a:lnTo>
                  <a:lnTo>
                    <a:pt x="651" y="127"/>
                  </a:lnTo>
                  <a:lnTo>
                    <a:pt x="662" y="133"/>
                  </a:lnTo>
                  <a:lnTo>
                    <a:pt x="673" y="137"/>
                  </a:lnTo>
                  <a:lnTo>
                    <a:pt x="684" y="141"/>
                  </a:lnTo>
                  <a:lnTo>
                    <a:pt x="693" y="145"/>
                  </a:lnTo>
                  <a:lnTo>
                    <a:pt x="703" y="148"/>
                  </a:lnTo>
                  <a:lnTo>
                    <a:pt x="712" y="150"/>
                  </a:lnTo>
                  <a:lnTo>
                    <a:pt x="721" y="150"/>
                  </a:lnTo>
                  <a:lnTo>
                    <a:pt x="729" y="150"/>
                  </a:lnTo>
                  <a:lnTo>
                    <a:pt x="737" y="149"/>
                  </a:lnTo>
                  <a:lnTo>
                    <a:pt x="744" y="147"/>
                  </a:lnTo>
                  <a:lnTo>
                    <a:pt x="752" y="143"/>
                  </a:lnTo>
                  <a:lnTo>
                    <a:pt x="759" y="138"/>
                  </a:lnTo>
                  <a:lnTo>
                    <a:pt x="767" y="133"/>
                  </a:lnTo>
                  <a:lnTo>
                    <a:pt x="776" y="127"/>
                  </a:lnTo>
                  <a:lnTo>
                    <a:pt x="786" y="119"/>
                  </a:lnTo>
                  <a:lnTo>
                    <a:pt x="796" y="113"/>
                  </a:lnTo>
                  <a:lnTo>
                    <a:pt x="807" y="107"/>
                  </a:lnTo>
                  <a:lnTo>
                    <a:pt x="817" y="101"/>
                  </a:lnTo>
                  <a:lnTo>
                    <a:pt x="829" y="95"/>
                  </a:lnTo>
                  <a:lnTo>
                    <a:pt x="839" y="91"/>
                  </a:lnTo>
                  <a:lnTo>
                    <a:pt x="850" y="86"/>
                  </a:lnTo>
                  <a:lnTo>
                    <a:pt x="861" y="83"/>
                  </a:lnTo>
                  <a:lnTo>
                    <a:pt x="873" y="80"/>
                  </a:lnTo>
                  <a:lnTo>
                    <a:pt x="882" y="79"/>
                  </a:lnTo>
                  <a:lnTo>
                    <a:pt x="894" y="79"/>
                  </a:lnTo>
                  <a:lnTo>
                    <a:pt x="904" y="81"/>
                  </a:lnTo>
                  <a:lnTo>
                    <a:pt x="916" y="84"/>
                  </a:lnTo>
                  <a:lnTo>
                    <a:pt x="927" y="91"/>
                  </a:lnTo>
                  <a:lnTo>
                    <a:pt x="936" y="97"/>
                  </a:lnTo>
                  <a:lnTo>
                    <a:pt x="943" y="104"/>
                  </a:lnTo>
                  <a:lnTo>
                    <a:pt x="948" y="110"/>
                  </a:lnTo>
                  <a:lnTo>
                    <a:pt x="951" y="118"/>
                  </a:lnTo>
                  <a:lnTo>
                    <a:pt x="953" y="123"/>
                  </a:lnTo>
                  <a:lnTo>
                    <a:pt x="954" y="130"/>
                  </a:lnTo>
                  <a:lnTo>
                    <a:pt x="954" y="136"/>
                  </a:lnTo>
                  <a:lnTo>
                    <a:pt x="952" y="143"/>
                  </a:lnTo>
                  <a:lnTo>
                    <a:pt x="950" y="149"/>
                  </a:lnTo>
                  <a:lnTo>
                    <a:pt x="946" y="155"/>
                  </a:lnTo>
                  <a:lnTo>
                    <a:pt x="943" y="159"/>
                  </a:lnTo>
                  <a:lnTo>
                    <a:pt x="939" y="163"/>
                  </a:lnTo>
                  <a:lnTo>
                    <a:pt x="935" y="167"/>
                  </a:lnTo>
                  <a:lnTo>
                    <a:pt x="931" y="169"/>
                  </a:lnTo>
                  <a:lnTo>
                    <a:pt x="927" y="171"/>
                  </a:lnTo>
                  <a:lnTo>
                    <a:pt x="920" y="174"/>
                  </a:lnTo>
                  <a:lnTo>
                    <a:pt x="911" y="177"/>
                  </a:lnTo>
                  <a:lnTo>
                    <a:pt x="899" y="181"/>
                  </a:lnTo>
                  <a:lnTo>
                    <a:pt x="886" y="185"/>
                  </a:lnTo>
                  <a:lnTo>
                    <a:pt x="869" y="191"/>
                  </a:lnTo>
                  <a:lnTo>
                    <a:pt x="851" y="195"/>
                  </a:lnTo>
                  <a:lnTo>
                    <a:pt x="833" y="200"/>
                  </a:lnTo>
                  <a:lnTo>
                    <a:pt x="813" y="204"/>
                  </a:lnTo>
                  <a:lnTo>
                    <a:pt x="792" y="209"/>
                  </a:lnTo>
                  <a:lnTo>
                    <a:pt x="770" y="213"/>
                  </a:lnTo>
                  <a:lnTo>
                    <a:pt x="748" y="216"/>
                  </a:lnTo>
                  <a:lnTo>
                    <a:pt x="727" y="218"/>
                  </a:lnTo>
                  <a:lnTo>
                    <a:pt x="705" y="220"/>
                  </a:lnTo>
                  <a:lnTo>
                    <a:pt x="684" y="220"/>
                  </a:lnTo>
                  <a:lnTo>
                    <a:pt x="663" y="218"/>
                  </a:lnTo>
                  <a:lnTo>
                    <a:pt x="645" y="215"/>
                  </a:lnTo>
                  <a:lnTo>
                    <a:pt x="620" y="211"/>
                  </a:lnTo>
                  <a:lnTo>
                    <a:pt x="598" y="206"/>
                  </a:lnTo>
                  <a:lnTo>
                    <a:pt x="578" y="200"/>
                  </a:lnTo>
                  <a:lnTo>
                    <a:pt x="560" y="194"/>
                  </a:lnTo>
                  <a:lnTo>
                    <a:pt x="543" y="188"/>
                  </a:lnTo>
                  <a:lnTo>
                    <a:pt x="527" y="180"/>
                  </a:lnTo>
                  <a:lnTo>
                    <a:pt x="511" y="173"/>
                  </a:lnTo>
                  <a:lnTo>
                    <a:pt x="495" y="165"/>
                  </a:lnTo>
                  <a:lnTo>
                    <a:pt x="478" y="159"/>
                  </a:lnTo>
                  <a:lnTo>
                    <a:pt x="460" y="153"/>
                  </a:lnTo>
                  <a:lnTo>
                    <a:pt x="441" y="149"/>
                  </a:lnTo>
                  <a:lnTo>
                    <a:pt x="423" y="143"/>
                  </a:lnTo>
                  <a:lnTo>
                    <a:pt x="400" y="141"/>
                  </a:lnTo>
                  <a:lnTo>
                    <a:pt x="376" y="138"/>
                  </a:lnTo>
                  <a:lnTo>
                    <a:pt x="349" y="138"/>
                  </a:lnTo>
                  <a:lnTo>
                    <a:pt x="320" y="138"/>
                  </a:lnTo>
                  <a:lnTo>
                    <a:pt x="307" y="140"/>
                  </a:lnTo>
                  <a:lnTo>
                    <a:pt x="293" y="141"/>
                  </a:lnTo>
                  <a:lnTo>
                    <a:pt x="278" y="143"/>
                  </a:lnTo>
                  <a:lnTo>
                    <a:pt x="263" y="144"/>
                  </a:lnTo>
                  <a:lnTo>
                    <a:pt x="245" y="148"/>
                  </a:lnTo>
                  <a:lnTo>
                    <a:pt x="229" y="150"/>
                  </a:lnTo>
                  <a:lnTo>
                    <a:pt x="212" y="154"/>
                  </a:lnTo>
                  <a:lnTo>
                    <a:pt x="196" y="156"/>
                  </a:lnTo>
                  <a:lnTo>
                    <a:pt x="178" y="162"/>
                  </a:lnTo>
                  <a:lnTo>
                    <a:pt x="160" y="165"/>
                  </a:lnTo>
                  <a:lnTo>
                    <a:pt x="144" y="171"/>
                  </a:lnTo>
                  <a:lnTo>
                    <a:pt x="129" y="176"/>
                  </a:lnTo>
                  <a:lnTo>
                    <a:pt x="113" y="183"/>
                  </a:lnTo>
                  <a:lnTo>
                    <a:pt x="100" y="189"/>
                  </a:lnTo>
                  <a:lnTo>
                    <a:pt x="87" y="196"/>
                  </a:lnTo>
                  <a:lnTo>
                    <a:pt x="77" y="201"/>
                  </a:lnTo>
                  <a:lnTo>
                    <a:pt x="76" y="203"/>
                  </a:lnTo>
                  <a:lnTo>
                    <a:pt x="74" y="203"/>
                  </a:lnTo>
                  <a:lnTo>
                    <a:pt x="71" y="206"/>
                  </a:lnTo>
                  <a:lnTo>
                    <a:pt x="67" y="208"/>
                  </a:lnTo>
                  <a:lnTo>
                    <a:pt x="61" y="212"/>
                  </a:lnTo>
                  <a:lnTo>
                    <a:pt x="56" y="215"/>
                  </a:lnTo>
                  <a:lnTo>
                    <a:pt x="50" y="219"/>
                  </a:lnTo>
                  <a:lnTo>
                    <a:pt x="45" y="223"/>
                  </a:lnTo>
                  <a:lnTo>
                    <a:pt x="37" y="228"/>
                  </a:lnTo>
                  <a:lnTo>
                    <a:pt x="31" y="232"/>
                  </a:lnTo>
                  <a:lnTo>
                    <a:pt x="25" y="236"/>
                  </a:lnTo>
                  <a:lnTo>
                    <a:pt x="19" y="240"/>
                  </a:lnTo>
                  <a:lnTo>
                    <a:pt x="13" y="244"/>
                  </a:lnTo>
                  <a:lnTo>
                    <a:pt x="8" y="247"/>
                  </a:lnTo>
                  <a:lnTo>
                    <a:pt x="3" y="250"/>
                  </a:lnTo>
                  <a:lnTo>
                    <a:pt x="0" y="252"/>
                  </a:lnTo>
                  <a:lnTo>
                    <a:pt x="0" y="252"/>
                  </a:lnTo>
                  <a:lnTo>
                    <a:pt x="0" y="247"/>
                  </a:lnTo>
                  <a:lnTo>
                    <a:pt x="0" y="242"/>
                  </a:lnTo>
                  <a:lnTo>
                    <a:pt x="0" y="235"/>
                  </a:lnTo>
                  <a:lnTo>
                    <a:pt x="0" y="226"/>
                  </a:lnTo>
                  <a:lnTo>
                    <a:pt x="0" y="216"/>
                  </a:lnTo>
                  <a:lnTo>
                    <a:pt x="0" y="207"/>
                  </a:lnTo>
                  <a:lnTo>
                    <a:pt x="0" y="195"/>
                  </a:lnTo>
                  <a:lnTo>
                    <a:pt x="0" y="185"/>
                  </a:lnTo>
                  <a:lnTo>
                    <a:pt x="0" y="174"/>
                  </a:lnTo>
                  <a:lnTo>
                    <a:pt x="0" y="165"/>
                  </a:lnTo>
                  <a:lnTo>
                    <a:pt x="0" y="156"/>
                  </a:lnTo>
                  <a:lnTo>
                    <a:pt x="0" y="149"/>
                  </a:lnTo>
                  <a:lnTo>
                    <a:pt x="0" y="143"/>
                  </a:lnTo>
                  <a:lnTo>
                    <a:pt x="0" y="139"/>
                  </a:lnTo>
                  <a:lnTo>
                    <a:pt x="0" y="137"/>
                  </a:lnTo>
                  <a:lnTo>
                    <a:pt x="0" y="135"/>
                  </a:lnTo>
                  <a:lnTo>
                    <a:pt x="3" y="131"/>
                  </a:lnTo>
                  <a:lnTo>
                    <a:pt x="6" y="127"/>
                  </a:lnTo>
                  <a:lnTo>
                    <a:pt x="12" y="121"/>
                  </a:lnTo>
                  <a:lnTo>
                    <a:pt x="17" y="116"/>
                  </a:lnTo>
                  <a:lnTo>
                    <a:pt x="23" y="111"/>
                  </a:lnTo>
                  <a:lnTo>
                    <a:pt x="31" y="104"/>
                  </a:lnTo>
                  <a:lnTo>
                    <a:pt x="38" y="98"/>
                  </a:lnTo>
                  <a:lnTo>
                    <a:pt x="44" y="95"/>
                  </a:lnTo>
                  <a:lnTo>
                    <a:pt x="52" y="89"/>
                  </a:lnTo>
                  <a:lnTo>
                    <a:pt x="58" y="84"/>
                  </a:lnTo>
                  <a:lnTo>
                    <a:pt x="65" y="79"/>
                  </a:lnTo>
                  <a:lnTo>
                    <a:pt x="69" y="76"/>
                  </a:lnTo>
                  <a:lnTo>
                    <a:pt x="73" y="74"/>
                  </a:lnTo>
                  <a:lnTo>
                    <a:pt x="76" y="72"/>
                  </a:lnTo>
                  <a:lnTo>
                    <a:pt x="77" y="71"/>
                  </a:lnTo>
                  <a:lnTo>
                    <a:pt x="77" y="71"/>
                  </a:lnTo>
                </a:path>
              </a:pathLst>
            </a:custGeom>
            <a:solidFill>
              <a:srgbClr val="a1a100"/>
            </a:solidFill>
            <a:ln w="18360">
              <a:solidFill>
                <a:srgbClr val="6262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07" name=""/>
            <p:cNvSpPr/>
            <p:nvPr/>
          </p:nvSpPr>
          <p:spPr>
            <a:xfrm>
              <a:off x="6854760" y="3619440"/>
              <a:ext cx="442800" cy="444600"/>
            </a:xfrm>
            <a:custGeom>
              <a:avLst/>
              <a:gdLst/>
              <a:ahLst/>
              <a:rect l="l" t="t" r="r" b="b"/>
              <a:pathLst>
                <a:path w="279" h="280">
                  <a:moveTo>
                    <a:pt x="0" y="139"/>
                  </a:moveTo>
                  <a:lnTo>
                    <a:pt x="2" y="107"/>
                  </a:lnTo>
                  <a:lnTo>
                    <a:pt x="11" y="78"/>
                  </a:lnTo>
                  <a:lnTo>
                    <a:pt x="24" y="55"/>
                  </a:lnTo>
                  <a:lnTo>
                    <a:pt x="42" y="34"/>
                  </a:lnTo>
                  <a:lnTo>
                    <a:pt x="62" y="20"/>
                  </a:lnTo>
                  <a:lnTo>
                    <a:pt x="86" y="9"/>
                  </a:lnTo>
                  <a:lnTo>
                    <a:pt x="112" y="3"/>
                  </a:lnTo>
                  <a:lnTo>
                    <a:pt x="138" y="0"/>
                  </a:lnTo>
                  <a:lnTo>
                    <a:pt x="163" y="3"/>
                  </a:lnTo>
                  <a:lnTo>
                    <a:pt x="189" y="9"/>
                  </a:lnTo>
                  <a:lnTo>
                    <a:pt x="212" y="20"/>
                  </a:lnTo>
                  <a:lnTo>
                    <a:pt x="234" y="34"/>
                  </a:lnTo>
                  <a:lnTo>
                    <a:pt x="251" y="55"/>
                  </a:lnTo>
                  <a:lnTo>
                    <a:pt x="266" y="78"/>
                  </a:lnTo>
                  <a:lnTo>
                    <a:pt x="274" y="107"/>
                  </a:lnTo>
                  <a:lnTo>
                    <a:pt x="278" y="139"/>
                  </a:lnTo>
                  <a:lnTo>
                    <a:pt x="274" y="172"/>
                  </a:lnTo>
                  <a:lnTo>
                    <a:pt x="266" y="201"/>
                  </a:lnTo>
                  <a:lnTo>
                    <a:pt x="251" y="225"/>
                  </a:lnTo>
                  <a:lnTo>
                    <a:pt x="234" y="244"/>
                  </a:lnTo>
                  <a:lnTo>
                    <a:pt x="212" y="260"/>
                  </a:lnTo>
                  <a:lnTo>
                    <a:pt x="189" y="271"/>
                  </a:lnTo>
                  <a:lnTo>
                    <a:pt x="163" y="277"/>
                  </a:lnTo>
                  <a:lnTo>
                    <a:pt x="138" y="279"/>
                  </a:lnTo>
                  <a:lnTo>
                    <a:pt x="112" y="277"/>
                  </a:lnTo>
                  <a:lnTo>
                    <a:pt x="86" y="271"/>
                  </a:lnTo>
                  <a:lnTo>
                    <a:pt x="62" y="260"/>
                  </a:lnTo>
                  <a:lnTo>
                    <a:pt x="42" y="244"/>
                  </a:lnTo>
                  <a:lnTo>
                    <a:pt x="24" y="225"/>
                  </a:lnTo>
                  <a:lnTo>
                    <a:pt x="11" y="201"/>
                  </a:lnTo>
                  <a:lnTo>
                    <a:pt x="2" y="172"/>
                  </a:lnTo>
                  <a:lnTo>
                    <a:pt x="0" y="139"/>
                  </a:lnTo>
                  <a:lnTo>
                    <a:pt x="0" y="139"/>
                  </a:lnTo>
                </a:path>
              </a:pathLst>
            </a:custGeom>
            <a:solidFill>
              <a:srgbClr val="bfbf00"/>
            </a:solidFill>
            <a:ln w="18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08" name=""/>
            <p:cNvSpPr/>
            <p:nvPr/>
          </p:nvSpPr>
          <p:spPr>
            <a:xfrm>
              <a:off x="6889680" y="3657600"/>
              <a:ext cx="370080" cy="371520"/>
            </a:xfrm>
            <a:custGeom>
              <a:avLst/>
              <a:gdLst/>
              <a:ahLst/>
              <a:rect l="l" t="t" r="r" b="b"/>
              <a:pathLst>
                <a:path w="233" h="234">
                  <a:moveTo>
                    <a:pt x="0" y="115"/>
                  </a:moveTo>
                  <a:lnTo>
                    <a:pt x="2" y="89"/>
                  </a:lnTo>
                  <a:lnTo>
                    <a:pt x="9" y="66"/>
                  </a:lnTo>
                  <a:lnTo>
                    <a:pt x="19" y="46"/>
                  </a:lnTo>
                  <a:lnTo>
                    <a:pt x="35" y="29"/>
                  </a:lnTo>
                  <a:lnTo>
                    <a:pt x="52" y="17"/>
                  </a:lnTo>
                  <a:lnTo>
                    <a:pt x="72" y="7"/>
                  </a:lnTo>
                  <a:lnTo>
                    <a:pt x="93" y="1"/>
                  </a:lnTo>
                  <a:lnTo>
                    <a:pt x="115" y="0"/>
                  </a:lnTo>
                  <a:lnTo>
                    <a:pt x="136" y="1"/>
                  </a:lnTo>
                  <a:lnTo>
                    <a:pt x="158" y="7"/>
                  </a:lnTo>
                  <a:lnTo>
                    <a:pt x="177" y="17"/>
                  </a:lnTo>
                  <a:lnTo>
                    <a:pt x="195" y="29"/>
                  </a:lnTo>
                  <a:lnTo>
                    <a:pt x="210" y="46"/>
                  </a:lnTo>
                  <a:lnTo>
                    <a:pt x="222" y="66"/>
                  </a:lnTo>
                  <a:lnTo>
                    <a:pt x="229" y="89"/>
                  </a:lnTo>
                  <a:lnTo>
                    <a:pt x="232" y="115"/>
                  </a:lnTo>
                  <a:lnTo>
                    <a:pt x="229" y="144"/>
                  </a:lnTo>
                  <a:lnTo>
                    <a:pt x="222" y="168"/>
                  </a:lnTo>
                  <a:lnTo>
                    <a:pt x="210" y="188"/>
                  </a:lnTo>
                  <a:lnTo>
                    <a:pt x="195" y="204"/>
                  </a:lnTo>
                  <a:lnTo>
                    <a:pt x="177" y="217"/>
                  </a:lnTo>
                  <a:lnTo>
                    <a:pt x="158" y="227"/>
                  </a:lnTo>
                  <a:lnTo>
                    <a:pt x="136" y="232"/>
                  </a:lnTo>
                  <a:lnTo>
                    <a:pt x="115" y="233"/>
                  </a:lnTo>
                  <a:lnTo>
                    <a:pt x="93" y="232"/>
                  </a:lnTo>
                  <a:lnTo>
                    <a:pt x="72" y="227"/>
                  </a:lnTo>
                  <a:lnTo>
                    <a:pt x="52" y="217"/>
                  </a:lnTo>
                  <a:lnTo>
                    <a:pt x="35" y="204"/>
                  </a:lnTo>
                  <a:lnTo>
                    <a:pt x="19" y="188"/>
                  </a:lnTo>
                  <a:lnTo>
                    <a:pt x="9" y="168"/>
                  </a:lnTo>
                  <a:lnTo>
                    <a:pt x="2" y="144"/>
                  </a:lnTo>
                  <a:lnTo>
                    <a:pt x="0" y="115"/>
                  </a:lnTo>
                  <a:lnTo>
                    <a:pt x="0" y="115"/>
                  </a:lnTo>
                </a:path>
              </a:pathLst>
            </a:custGeom>
            <a:solidFill>
              <a:srgbClr val="ffffff"/>
            </a:solidFill>
            <a:ln w="18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09" name=""/>
            <p:cNvSpPr/>
            <p:nvPr/>
          </p:nvSpPr>
          <p:spPr>
            <a:xfrm flipV="1">
              <a:off x="6126120" y="3954600"/>
              <a:ext cx="790560" cy="1985760"/>
            </a:xfrm>
            <a:prstGeom prst="line">
              <a:avLst/>
            </a:prstGeom>
            <a:ln w="18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10" name=""/>
            <p:cNvSpPr/>
            <p:nvPr/>
          </p:nvSpPr>
          <p:spPr>
            <a:xfrm flipH="1" flipV="1">
              <a:off x="7191360" y="3951000"/>
              <a:ext cx="860400" cy="2009880"/>
            </a:xfrm>
            <a:prstGeom prst="line">
              <a:avLst/>
            </a:prstGeom>
            <a:ln w="18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11" name=""/>
            <p:cNvSpPr/>
            <p:nvPr/>
          </p:nvSpPr>
          <p:spPr>
            <a:xfrm>
              <a:off x="6000840" y="6029280"/>
              <a:ext cx="2120760" cy="469800"/>
            </a:xfrm>
            <a:custGeom>
              <a:avLst/>
              <a:gdLst/>
              <a:ahLst/>
              <a:rect l="l" t="t" r="r" b="b"/>
              <a:pathLst>
                <a:path w="1336" h="296">
                  <a:moveTo>
                    <a:pt x="0" y="0"/>
                  </a:moveTo>
                  <a:lnTo>
                    <a:pt x="57" y="196"/>
                  </a:lnTo>
                  <a:lnTo>
                    <a:pt x="57" y="197"/>
                  </a:lnTo>
                  <a:lnTo>
                    <a:pt x="57" y="198"/>
                  </a:lnTo>
                  <a:lnTo>
                    <a:pt x="59" y="200"/>
                  </a:lnTo>
                  <a:lnTo>
                    <a:pt x="62" y="202"/>
                  </a:lnTo>
                  <a:lnTo>
                    <a:pt x="64" y="205"/>
                  </a:lnTo>
                  <a:lnTo>
                    <a:pt x="68" y="207"/>
                  </a:lnTo>
                  <a:lnTo>
                    <a:pt x="72" y="209"/>
                  </a:lnTo>
                  <a:lnTo>
                    <a:pt x="76" y="211"/>
                  </a:lnTo>
                  <a:lnTo>
                    <a:pt x="81" y="215"/>
                  </a:lnTo>
                  <a:lnTo>
                    <a:pt x="84" y="217"/>
                  </a:lnTo>
                  <a:lnTo>
                    <a:pt x="88" y="220"/>
                  </a:lnTo>
                  <a:lnTo>
                    <a:pt x="93" y="222"/>
                  </a:lnTo>
                  <a:lnTo>
                    <a:pt x="96" y="224"/>
                  </a:lnTo>
                  <a:lnTo>
                    <a:pt x="99" y="226"/>
                  </a:lnTo>
                  <a:lnTo>
                    <a:pt x="102" y="228"/>
                  </a:lnTo>
                  <a:lnTo>
                    <a:pt x="106" y="228"/>
                  </a:lnTo>
                  <a:lnTo>
                    <a:pt x="131" y="237"/>
                  </a:lnTo>
                  <a:lnTo>
                    <a:pt x="162" y="245"/>
                  </a:lnTo>
                  <a:lnTo>
                    <a:pt x="194" y="253"/>
                  </a:lnTo>
                  <a:lnTo>
                    <a:pt x="231" y="258"/>
                  </a:lnTo>
                  <a:lnTo>
                    <a:pt x="267" y="265"/>
                  </a:lnTo>
                  <a:lnTo>
                    <a:pt x="306" y="271"/>
                  </a:lnTo>
                  <a:lnTo>
                    <a:pt x="347" y="276"/>
                  </a:lnTo>
                  <a:lnTo>
                    <a:pt x="387" y="280"/>
                  </a:lnTo>
                  <a:lnTo>
                    <a:pt x="428" y="284"/>
                  </a:lnTo>
                  <a:lnTo>
                    <a:pt x="468" y="288"/>
                  </a:lnTo>
                  <a:lnTo>
                    <a:pt x="507" y="290"/>
                  </a:lnTo>
                  <a:lnTo>
                    <a:pt x="545" y="292"/>
                  </a:lnTo>
                  <a:lnTo>
                    <a:pt x="581" y="294"/>
                  </a:lnTo>
                  <a:lnTo>
                    <a:pt x="616" y="295"/>
                  </a:lnTo>
                  <a:lnTo>
                    <a:pt x="647" y="295"/>
                  </a:lnTo>
                  <a:lnTo>
                    <a:pt x="676" y="295"/>
                  </a:lnTo>
                  <a:lnTo>
                    <a:pt x="704" y="295"/>
                  </a:lnTo>
                  <a:lnTo>
                    <a:pt x="739" y="293"/>
                  </a:lnTo>
                  <a:lnTo>
                    <a:pt x="777" y="291"/>
                  </a:lnTo>
                  <a:lnTo>
                    <a:pt x="818" y="288"/>
                  </a:lnTo>
                  <a:lnTo>
                    <a:pt x="861" y="284"/>
                  </a:lnTo>
                  <a:lnTo>
                    <a:pt x="906" y="280"/>
                  </a:lnTo>
                  <a:lnTo>
                    <a:pt x="951" y="276"/>
                  </a:lnTo>
                  <a:lnTo>
                    <a:pt x="998" y="270"/>
                  </a:lnTo>
                  <a:lnTo>
                    <a:pt x="1041" y="265"/>
                  </a:lnTo>
                  <a:lnTo>
                    <a:pt x="1084" y="259"/>
                  </a:lnTo>
                  <a:lnTo>
                    <a:pt x="1124" y="254"/>
                  </a:lnTo>
                  <a:lnTo>
                    <a:pt x="1161" y="246"/>
                  </a:lnTo>
                  <a:lnTo>
                    <a:pt x="1193" y="240"/>
                  </a:lnTo>
                  <a:lnTo>
                    <a:pt x="1221" y="233"/>
                  </a:lnTo>
                  <a:lnTo>
                    <a:pt x="1243" y="225"/>
                  </a:lnTo>
                  <a:lnTo>
                    <a:pt x="1258" y="218"/>
                  </a:lnTo>
                  <a:lnTo>
                    <a:pt x="1282" y="189"/>
                  </a:lnTo>
                  <a:lnTo>
                    <a:pt x="1335" y="3"/>
                  </a:lnTo>
                  <a:lnTo>
                    <a:pt x="1309" y="19"/>
                  </a:lnTo>
                  <a:lnTo>
                    <a:pt x="1277" y="32"/>
                  </a:lnTo>
                  <a:lnTo>
                    <a:pt x="1241" y="44"/>
                  </a:lnTo>
                  <a:lnTo>
                    <a:pt x="1202" y="53"/>
                  </a:lnTo>
                  <a:lnTo>
                    <a:pt x="1159" y="62"/>
                  </a:lnTo>
                  <a:lnTo>
                    <a:pt x="1114" y="69"/>
                  </a:lnTo>
                  <a:lnTo>
                    <a:pt x="1067" y="76"/>
                  </a:lnTo>
                  <a:lnTo>
                    <a:pt x="1018" y="80"/>
                  </a:lnTo>
                  <a:lnTo>
                    <a:pt x="968" y="84"/>
                  </a:lnTo>
                  <a:lnTo>
                    <a:pt x="919" y="88"/>
                  </a:lnTo>
                  <a:lnTo>
                    <a:pt x="871" y="90"/>
                  </a:lnTo>
                  <a:lnTo>
                    <a:pt x="825" y="92"/>
                  </a:lnTo>
                  <a:lnTo>
                    <a:pt x="779" y="93"/>
                  </a:lnTo>
                  <a:lnTo>
                    <a:pt x="739" y="94"/>
                  </a:lnTo>
                  <a:lnTo>
                    <a:pt x="701" y="94"/>
                  </a:lnTo>
                  <a:lnTo>
                    <a:pt x="668" y="94"/>
                  </a:lnTo>
                  <a:lnTo>
                    <a:pt x="635" y="95"/>
                  </a:lnTo>
                  <a:lnTo>
                    <a:pt x="597" y="94"/>
                  </a:lnTo>
                  <a:lnTo>
                    <a:pt x="555" y="92"/>
                  </a:lnTo>
                  <a:lnTo>
                    <a:pt x="510" y="90"/>
                  </a:lnTo>
                  <a:lnTo>
                    <a:pt x="460" y="88"/>
                  </a:lnTo>
                  <a:lnTo>
                    <a:pt x="411" y="84"/>
                  </a:lnTo>
                  <a:lnTo>
                    <a:pt x="361" y="80"/>
                  </a:lnTo>
                  <a:lnTo>
                    <a:pt x="312" y="75"/>
                  </a:lnTo>
                  <a:lnTo>
                    <a:pt x="262" y="71"/>
                  </a:lnTo>
                  <a:lnTo>
                    <a:pt x="216" y="65"/>
                  </a:lnTo>
                  <a:lnTo>
                    <a:pt x="171" y="59"/>
                  </a:lnTo>
                  <a:lnTo>
                    <a:pt x="132" y="53"/>
                  </a:lnTo>
                  <a:lnTo>
                    <a:pt x="97" y="47"/>
                  </a:lnTo>
                  <a:lnTo>
                    <a:pt x="67" y="40"/>
                  </a:lnTo>
                  <a:lnTo>
                    <a:pt x="45" y="33"/>
                  </a:lnTo>
                  <a:lnTo>
                    <a:pt x="31" y="25"/>
                  </a:lnTo>
                  <a:lnTo>
                    <a:pt x="0" y="0"/>
                  </a:lnTo>
                  <a:lnTo>
                    <a:pt x="0" y="0"/>
                  </a:lnTo>
                </a:path>
              </a:pathLst>
            </a:custGeom>
            <a:gradFill rotWithShape="0">
              <a:gsLst>
                <a:gs pos="0">
                  <a:srgbClr val="626200"/>
                </a:gs>
                <a:gs pos="100000">
                  <a:srgbClr val="ffff80"/>
                </a:gs>
              </a:gsLst>
              <a:lin ang="10800000"/>
            </a:gradFill>
            <a:ln w="18360">
              <a:solidFill>
                <a:srgbClr val="6262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12" name=""/>
            <p:cNvSpPr/>
            <p:nvPr/>
          </p:nvSpPr>
          <p:spPr>
            <a:xfrm>
              <a:off x="6005520" y="5859360"/>
              <a:ext cx="2124000" cy="327240"/>
            </a:xfrm>
            <a:prstGeom prst="ellipse">
              <a:avLst/>
            </a:prstGeom>
            <a:solidFill>
              <a:srgbClr val="626200"/>
            </a:solidFill>
            <a:ln w="18360">
              <a:solidFill>
                <a:srgbClr val="6262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613" name=""/>
            <p:cNvSpPr/>
            <p:nvPr/>
          </p:nvSpPr>
          <p:spPr>
            <a:xfrm flipV="1">
              <a:off x="7061040" y="4017960"/>
              <a:ext cx="0" cy="2162160"/>
            </a:xfrm>
            <a:prstGeom prst="line">
              <a:avLst/>
            </a:prstGeom>
            <a:ln w="18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14" name=""/>
            <p:cNvSpPr/>
            <p:nvPr/>
          </p:nvSpPr>
          <p:spPr>
            <a:xfrm>
              <a:off x="7093080" y="5881680"/>
              <a:ext cx="866520" cy="257040"/>
            </a:xfrm>
            <a:custGeom>
              <a:avLst/>
              <a:gdLst/>
              <a:ahLst/>
              <a:rect l="l" t="t" r="r" b="b"/>
              <a:pathLst>
                <a:path w="546" h="162">
                  <a:moveTo>
                    <a:pt x="3" y="0"/>
                  </a:moveTo>
                  <a:lnTo>
                    <a:pt x="16" y="2"/>
                  </a:lnTo>
                  <a:lnTo>
                    <a:pt x="33" y="2"/>
                  </a:lnTo>
                  <a:lnTo>
                    <a:pt x="52" y="2"/>
                  </a:lnTo>
                  <a:lnTo>
                    <a:pt x="74" y="2"/>
                  </a:lnTo>
                  <a:lnTo>
                    <a:pt x="97" y="4"/>
                  </a:lnTo>
                  <a:lnTo>
                    <a:pt x="122" y="4"/>
                  </a:lnTo>
                  <a:lnTo>
                    <a:pt x="149" y="5"/>
                  </a:lnTo>
                  <a:lnTo>
                    <a:pt x="176" y="5"/>
                  </a:lnTo>
                  <a:lnTo>
                    <a:pt x="202" y="7"/>
                  </a:lnTo>
                  <a:lnTo>
                    <a:pt x="230" y="8"/>
                  </a:lnTo>
                  <a:lnTo>
                    <a:pt x="256" y="10"/>
                  </a:lnTo>
                  <a:lnTo>
                    <a:pt x="283" y="10"/>
                  </a:lnTo>
                  <a:lnTo>
                    <a:pt x="306" y="12"/>
                  </a:lnTo>
                  <a:lnTo>
                    <a:pt x="329" y="14"/>
                  </a:lnTo>
                  <a:lnTo>
                    <a:pt x="350" y="16"/>
                  </a:lnTo>
                  <a:lnTo>
                    <a:pt x="369" y="17"/>
                  </a:lnTo>
                  <a:lnTo>
                    <a:pt x="380" y="19"/>
                  </a:lnTo>
                  <a:lnTo>
                    <a:pt x="393" y="21"/>
                  </a:lnTo>
                  <a:lnTo>
                    <a:pt x="407" y="24"/>
                  </a:lnTo>
                  <a:lnTo>
                    <a:pt x="421" y="27"/>
                  </a:lnTo>
                  <a:lnTo>
                    <a:pt x="435" y="30"/>
                  </a:lnTo>
                  <a:lnTo>
                    <a:pt x="450" y="34"/>
                  </a:lnTo>
                  <a:lnTo>
                    <a:pt x="464" y="38"/>
                  </a:lnTo>
                  <a:lnTo>
                    <a:pt x="479" y="42"/>
                  </a:lnTo>
                  <a:lnTo>
                    <a:pt x="491" y="48"/>
                  </a:lnTo>
                  <a:lnTo>
                    <a:pt x="504" y="53"/>
                  </a:lnTo>
                  <a:lnTo>
                    <a:pt x="514" y="59"/>
                  </a:lnTo>
                  <a:lnTo>
                    <a:pt x="525" y="63"/>
                  </a:lnTo>
                  <a:lnTo>
                    <a:pt x="533" y="69"/>
                  </a:lnTo>
                  <a:lnTo>
                    <a:pt x="539" y="75"/>
                  </a:lnTo>
                  <a:lnTo>
                    <a:pt x="543" y="81"/>
                  </a:lnTo>
                  <a:lnTo>
                    <a:pt x="545" y="87"/>
                  </a:lnTo>
                  <a:lnTo>
                    <a:pt x="543" y="94"/>
                  </a:lnTo>
                  <a:lnTo>
                    <a:pt x="541" y="100"/>
                  </a:lnTo>
                  <a:lnTo>
                    <a:pt x="537" y="105"/>
                  </a:lnTo>
                  <a:lnTo>
                    <a:pt x="533" y="110"/>
                  </a:lnTo>
                  <a:lnTo>
                    <a:pt x="527" y="115"/>
                  </a:lnTo>
                  <a:lnTo>
                    <a:pt x="521" y="119"/>
                  </a:lnTo>
                  <a:lnTo>
                    <a:pt x="513" y="123"/>
                  </a:lnTo>
                  <a:lnTo>
                    <a:pt x="506" y="126"/>
                  </a:lnTo>
                  <a:lnTo>
                    <a:pt x="498" y="130"/>
                  </a:lnTo>
                  <a:lnTo>
                    <a:pt x="490" y="133"/>
                  </a:lnTo>
                  <a:lnTo>
                    <a:pt x="482" y="135"/>
                  </a:lnTo>
                  <a:lnTo>
                    <a:pt x="474" y="137"/>
                  </a:lnTo>
                  <a:lnTo>
                    <a:pt x="466" y="139"/>
                  </a:lnTo>
                  <a:lnTo>
                    <a:pt x="458" y="141"/>
                  </a:lnTo>
                  <a:lnTo>
                    <a:pt x="450" y="143"/>
                  </a:lnTo>
                  <a:lnTo>
                    <a:pt x="445" y="143"/>
                  </a:lnTo>
                  <a:lnTo>
                    <a:pt x="431" y="145"/>
                  </a:lnTo>
                  <a:lnTo>
                    <a:pt x="416" y="147"/>
                  </a:lnTo>
                  <a:lnTo>
                    <a:pt x="397" y="149"/>
                  </a:lnTo>
                  <a:lnTo>
                    <a:pt x="377" y="150"/>
                  </a:lnTo>
                  <a:lnTo>
                    <a:pt x="353" y="152"/>
                  </a:lnTo>
                  <a:lnTo>
                    <a:pt x="329" y="154"/>
                  </a:lnTo>
                  <a:lnTo>
                    <a:pt x="303" y="155"/>
                  </a:lnTo>
                  <a:lnTo>
                    <a:pt x="277" y="155"/>
                  </a:lnTo>
                  <a:lnTo>
                    <a:pt x="247" y="157"/>
                  </a:lnTo>
                  <a:lnTo>
                    <a:pt x="220" y="158"/>
                  </a:lnTo>
                  <a:lnTo>
                    <a:pt x="191" y="160"/>
                  </a:lnTo>
                  <a:lnTo>
                    <a:pt x="164" y="160"/>
                  </a:lnTo>
                  <a:lnTo>
                    <a:pt x="136" y="161"/>
                  </a:lnTo>
                  <a:lnTo>
                    <a:pt x="110" y="161"/>
                  </a:lnTo>
                  <a:lnTo>
                    <a:pt x="84" y="161"/>
                  </a:lnTo>
                  <a:lnTo>
                    <a:pt x="62" y="161"/>
                  </a:lnTo>
                  <a:lnTo>
                    <a:pt x="56" y="157"/>
                  </a:lnTo>
                  <a:lnTo>
                    <a:pt x="50" y="151"/>
                  </a:lnTo>
                  <a:lnTo>
                    <a:pt x="45" y="143"/>
                  </a:lnTo>
                  <a:lnTo>
                    <a:pt x="39" y="133"/>
                  </a:lnTo>
                  <a:lnTo>
                    <a:pt x="33" y="122"/>
                  </a:lnTo>
                  <a:lnTo>
                    <a:pt x="27" y="110"/>
                  </a:lnTo>
                  <a:lnTo>
                    <a:pt x="21" y="97"/>
                  </a:lnTo>
                  <a:lnTo>
                    <a:pt x="16" y="83"/>
                  </a:lnTo>
                  <a:lnTo>
                    <a:pt x="11" y="72"/>
                  </a:lnTo>
                  <a:lnTo>
                    <a:pt x="8" y="58"/>
                  </a:lnTo>
                  <a:lnTo>
                    <a:pt x="3" y="46"/>
                  </a:lnTo>
                  <a:lnTo>
                    <a:pt x="2" y="34"/>
                  </a:lnTo>
                  <a:lnTo>
                    <a:pt x="0" y="24"/>
                  </a:lnTo>
                  <a:lnTo>
                    <a:pt x="0" y="15"/>
                  </a:lnTo>
                  <a:lnTo>
                    <a:pt x="0" y="7"/>
                  </a:lnTo>
                  <a:lnTo>
                    <a:pt x="3" y="0"/>
                  </a:lnTo>
                  <a:lnTo>
                    <a:pt x="3" y="0"/>
                  </a:lnTo>
                </a:path>
              </a:pathLst>
            </a:custGeom>
            <a:solidFill>
              <a:srgbClr val="8181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15" name=""/>
            <p:cNvSpPr/>
            <p:nvPr/>
          </p:nvSpPr>
          <p:spPr>
            <a:xfrm>
              <a:off x="6016680" y="6081840"/>
              <a:ext cx="2101680" cy="152280"/>
            </a:xfrm>
            <a:custGeom>
              <a:avLst/>
              <a:gdLst/>
              <a:ahLst/>
              <a:rect l="l" t="t" r="r" b="b"/>
              <a:pathLst>
                <a:path w="1324" h="96">
                  <a:moveTo>
                    <a:pt x="1323" y="4"/>
                  </a:moveTo>
                  <a:lnTo>
                    <a:pt x="1292" y="28"/>
                  </a:lnTo>
                  <a:lnTo>
                    <a:pt x="1239" y="46"/>
                  </a:lnTo>
                  <a:lnTo>
                    <a:pt x="1166" y="63"/>
                  </a:lnTo>
                  <a:lnTo>
                    <a:pt x="1079" y="75"/>
                  </a:lnTo>
                  <a:lnTo>
                    <a:pt x="977" y="86"/>
                  </a:lnTo>
                  <a:lnTo>
                    <a:pt x="867" y="91"/>
                  </a:lnTo>
                  <a:lnTo>
                    <a:pt x="752" y="95"/>
                  </a:lnTo>
                  <a:lnTo>
                    <a:pt x="635" y="95"/>
                  </a:lnTo>
                  <a:lnTo>
                    <a:pt x="517" y="95"/>
                  </a:lnTo>
                  <a:lnTo>
                    <a:pt x="404" y="89"/>
                  </a:lnTo>
                  <a:lnTo>
                    <a:pt x="298" y="82"/>
                  </a:lnTo>
                  <a:lnTo>
                    <a:pt x="204" y="70"/>
                  </a:lnTo>
                  <a:lnTo>
                    <a:pt x="123" y="58"/>
                  </a:lnTo>
                  <a:lnTo>
                    <a:pt x="60" y="41"/>
                  </a:lnTo>
                  <a:lnTo>
                    <a:pt x="18" y="22"/>
                  </a:lnTo>
                  <a:lnTo>
                    <a:pt x="0" y="0"/>
                  </a:lnTo>
                </a:path>
              </a:pathLst>
            </a:custGeom>
            <a:noFill/>
            <a:ln w="31680">
              <a:solidFill>
                <a:srgbClr val="6262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16" name=""/>
            <p:cNvSpPr/>
            <p:nvPr/>
          </p:nvSpPr>
          <p:spPr>
            <a:xfrm>
              <a:off x="4006800" y="3619440"/>
              <a:ext cx="439920" cy="444600"/>
            </a:xfrm>
            <a:custGeom>
              <a:avLst/>
              <a:gdLst/>
              <a:ahLst/>
              <a:rect l="l" t="t" r="r" b="b"/>
              <a:pathLst>
                <a:path w="277" h="280">
                  <a:moveTo>
                    <a:pt x="0" y="139"/>
                  </a:moveTo>
                  <a:lnTo>
                    <a:pt x="2" y="107"/>
                  </a:lnTo>
                  <a:lnTo>
                    <a:pt x="11" y="78"/>
                  </a:lnTo>
                  <a:lnTo>
                    <a:pt x="24" y="55"/>
                  </a:lnTo>
                  <a:lnTo>
                    <a:pt x="42" y="34"/>
                  </a:lnTo>
                  <a:lnTo>
                    <a:pt x="63" y="20"/>
                  </a:lnTo>
                  <a:lnTo>
                    <a:pt x="86" y="9"/>
                  </a:lnTo>
                  <a:lnTo>
                    <a:pt x="111" y="3"/>
                  </a:lnTo>
                  <a:lnTo>
                    <a:pt x="138" y="0"/>
                  </a:lnTo>
                  <a:lnTo>
                    <a:pt x="162" y="3"/>
                  </a:lnTo>
                  <a:lnTo>
                    <a:pt x="188" y="9"/>
                  </a:lnTo>
                  <a:lnTo>
                    <a:pt x="211" y="20"/>
                  </a:lnTo>
                  <a:lnTo>
                    <a:pt x="232" y="34"/>
                  </a:lnTo>
                  <a:lnTo>
                    <a:pt x="249" y="55"/>
                  </a:lnTo>
                  <a:lnTo>
                    <a:pt x="264" y="78"/>
                  </a:lnTo>
                  <a:lnTo>
                    <a:pt x="272" y="107"/>
                  </a:lnTo>
                  <a:lnTo>
                    <a:pt x="276" y="139"/>
                  </a:lnTo>
                  <a:lnTo>
                    <a:pt x="272" y="172"/>
                  </a:lnTo>
                  <a:lnTo>
                    <a:pt x="264" y="201"/>
                  </a:lnTo>
                  <a:lnTo>
                    <a:pt x="249" y="225"/>
                  </a:lnTo>
                  <a:lnTo>
                    <a:pt x="232" y="244"/>
                  </a:lnTo>
                  <a:lnTo>
                    <a:pt x="211" y="260"/>
                  </a:lnTo>
                  <a:lnTo>
                    <a:pt x="188" y="271"/>
                  </a:lnTo>
                  <a:lnTo>
                    <a:pt x="162" y="277"/>
                  </a:lnTo>
                  <a:lnTo>
                    <a:pt x="138" y="279"/>
                  </a:lnTo>
                  <a:lnTo>
                    <a:pt x="111" y="277"/>
                  </a:lnTo>
                  <a:lnTo>
                    <a:pt x="86" y="271"/>
                  </a:lnTo>
                  <a:lnTo>
                    <a:pt x="63" y="260"/>
                  </a:lnTo>
                  <a:lnTo>
                    <a:pt x="42" y="244"/>
                  </a:lnTo>
                  <a:lnTo>
                    <a:pt x="24" y="225"/>
                  </a:lnTo>
                  <a:lnTo>
                    <a:pt x="11" y="201"/>
                  </a:lnTo>
                  <a:lnTo>
                    <a:pt x="2" y="172"/>
                  </a:lnTo>
                  <a:lnTo>
                    <a:pt x="0" y="139"/>
                  </a:lnTo>
                  <a:lnTo>
                    <a:pt x="0" y="139"/>
                  </a:lnTo>
                </a:path>
              </a:pathLst>
            </a:custGeom>
            <a:solidFill>
              <a:srgbClr val="bfbf00"/>
            </a:solidFill>
            <a:ln w="18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17" name=""/>
            <p:cNvSpPr/>
            <p:nvPr/>
          </p:nvSpPr>
          <p:spPr>
            <a:xfrm>
              <a:off x="4040280" y="3657600"/>
              <a:ext cx="368280" cy="371520"/>
            </a:xfrm>
            <a:custGeom>
              <a:avLst/>
              <a:gdLst/>
              <a:ahLst/>
              <a:rect l="l" t="t" r="r" b="b"/>
              <a:pathLst>
                <a:path w="232" h="234">
                  <a:moveTo>
                    <a:pt x="0" y="115"/>
                  </a:moveTo>
                  <a:lnTo>
                    <a:pt x="2" y="89"/>
                  </a:lnTo>
                  <a:lnTo>
                    <a:pt x="9" y="66"/>
                  </a:lnTo>
                  <a:lnTo>
                    <a:pt x="20" y="46"/>
                  </a:lnTo>
                  <a:lnTo>
                    <a:pt x="36" y="29"/>
                  </a:lnTo>
                  <a:lnTo>
                    <a:pt x="52" y="17"/>
                  </a:lnTo>
                  <a:lnTo>
                    <a:pt x="72" y="7"/>
                  </a:lnTo>
                  <a:lnTo>
                    <a:pt x="93" y="1"/>
                  </a:lnTo>
                  <a:lnTo>
                    <a:pt x="115" y="0"/>
                  </a:lnTo>
                  <a:lnTo>
                    <a:pt x="136" y="1"/>
                  </a:lnTo>
                  <a:lnTo>
                    <a:pt x="157" y="7"/>
                  </a:lnTo>
                  <a:lnTo>
                    <a:pt x="176" y="17"/>
                  </a:lnTo>
                  <a:lnTo>
                    <a:pt x="194" y="29"/>
                  </a:lnTo>
                  <a:lnTo>
                    <a:pt x="209" y="46"/>
                  </a:lnTo>
                  <a:lnTo>
                    <a:pt x="221" y="66"/>
                  </a:lnTo>
                  <a:lnTo>
                    <a:pt x="228" y="89"/>
                  </a:lnTo>
                  <a:lnTo>
                    <a:pt x="231" y="115"/>
                  </a:lnTo>
                  <a:lnTo>
                    <a:pt x="228" y="144"/>
                  </a:lnTo>
                  <a:lnTo>
                    <a:pt x="221" y="168"/>
                  </a:lnTo>
                  <a:lnTo>
                    <a:pt x="209" y="188"/>
                  </a:lnTo>
                  <a:lnTo>
                    <a:pt x="194" y="204"/>
                  </a:lnTo>
                  <a:lnTo>
                    <a:pt x="176" y="217"/>
                  </a:lnTo>
                  <a:lnTo>
                    <a:pt x="157" y="227"/>
                  </a:lnTo>
                  <a:lnTo>
                    <a:pt x="136" y="232"/>
                  </a:lnTo>
                  <a:lnTo>
                    <a:pt x="115" y="233"/>
                  </a:lnTo>
                  <a:lnTo>
                    <a:pt x="93" y="232"/>
                  </a:lnTo>
                  <a:lnTo>
                    <a:pt x="72" y="227"/>
                  </a:lnTo>
                  <a:lnTo>
                    <a:pt x="52" y="217"/>
                  </a:lnTo>
                  <a:lnTo>
                    <a:pt x="36" y="204"/>
                  </a:lnTo>
                  <a:lnTo>
                    <a:pt x="20" y="188"/>
                  </a:lnTo>
                  <a:lnTo>
                    <a:pt x="9" y="168"/>
                  </a:lnTo>
                  <a:lnTo>
                    <a:pt x="2" y="144"/>
                  </a:lnTo>
                  <a:lnTo>
                    <a:pt x="0" y="115"/>
                  </a:lnTo>
                  <a:lnTo>
                    <a:pt x="0" y="115"/>
                  </a:lnTo>
                </a:path>
              </a:pathLst>
            </a:custGeom>
            <a:solidFill>
              <a:srgbClr val="ffffff"/>
            </a:solidFill>
            <a:ln w="18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18" name=""/>
            <p:cNvSpPr/>
            <p:nvPr/>
          </p:nvSpPr>
          <p:spPr>
            <a:xfrm flipV="1">
              <a:off x="3295800" y="3933720"/>
              <a:ext cx="784080" cy="2246400"/>
            </a:xfrm>
            <a:prstGeom prst="line">
              <a:avLst/>
            </a:prstGeom>
            <a:ln w="18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19" name=""/>
            <p:cNvSpPr/>
            <p:nvPr/>
          </p:nvSpPr>
          <p:spPr>
            <a:xfrm flipH="1" flipV="1">
              <a:off x="4348080" y="3951000"/>
              <a:ext cx="858960" cy="2009880"/>
            </a:xfrm>
            <a:prstGeom prst="line">
              <a:avLst/>
            </a:prstGeom>
            <a:ln w="18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20" name=""/>
            <p:cNvSpPr/>
            <p:nvPr/>
          </p:nvSpPr>
          <p:spPr>
            <a:xfrm>
              <a:off x="3157560" y="6029280"/>
              <a:ext cx="2122560" cy="469800"/>
            </a:xfrm>
            <a:custGeom>
              <a:avLst/>
              <a:gdLst/>
              <a:ahLst/>
              <a:rect l="l" t="t" r="r" b="b"/>
              <a:pathLst>
                <a:path w="1337" h="296">
                  <a:moveTo>
                    <a:pt x="0" y="0"/>
                  </a:moveTo>
                  <a:lnTo>
                    <a:pt x="56" y="196"/>
                  </a:lnTo>
                  <a:lnTo>
                    <a:pt x="56" y="197"/>
                  </a:lnTo>
                  <a:lnTo>
                    <a:pt x="57" y="198"/>
                  </a:lnTo>
                  <a:lnTo>
                    <a:pt x="59" y="200"/>
                  </a:lnTo>
                  <a:lnTo>
                    <a:pt x="61" y="202"/>
                  </a:lnTo>
                  <a:lnTo>
                    <a:pt x="64" y="205"/>
                  </a:lnTo>
                  <a:lnTo>
                    <a:pt x="68" y="207"/>
                  </a:lnTo>
                  <a:lnTo>
                    <a:pt x="72" y="209"/>
                  </a:lnTo>
                  <a:lnTo>
                    <a:pt x="76" y="211"/>
                  </a:lnTo>
                  <a:lnTo>
                    <a:pt x="80" y="215"/>
                  </a:lnTo>
                  <a:lnTo>
                    <a:pt x="84" y="217"/>
                  </a:lnTo>
                  <a:lnTo>
                    <a:pt x="88" y="220"/>
                  </a:lnTo>
                  <a:lnTo>
                    <a:pt x="93" y="222"/>
                  </a:lnTo>
                  <a:lnTo>
                    <a:pt x="96" y="224"/>
                  </a:lnTo>
                  <a:lnTo>
                    <a:pt x="100" y="226"/>
                  </a:lnTo>
                  <a:lnTo>
                    <a:pt x="103" y="228"/>
                  </a:lnTo>
                  <a:lnTo>
                    <a:pt x="107" y="228"/>
                  </a:lnTo>
                  <a:lnTo>
                    <a:pt x="132" y="237"/>
                  </a:lnTo>
                  <a:lnTo>
                    <a:pt x="162" y="245"/>
                  </a:lnTo>
                  <a:lnTo>
                    <a:pt x="195" y="253"/>
                  </a:lnTo>
                  <a:lnTo>
                    <a:pt x="230" y="258"/>
                  </a:lnTo>
                  <a:lnTo>
                    <a:pt x="266" y="265"/>
                  </a:lnTo>
                  <a:lnTo>
                    <a:pt x="305" y="271"/>
                  </a:lnTo>
                  <a:lnTo>
                    <a:pt x="346" y="276"/>
                  </a:lnTo>
                  <a:lnTo>
                    <a:pt x="386" y="280"/>
                  </a:lnTo>
                  <a:lnTo>
                    <a:pt x="425" y="284"/>
                  </a:lnTo>
                  <a:lnTo>
                    <a:pt x="466" y="288"/>
                  </a:lnTo>
                  <a:lnTo>
                    <a:pt x="505" y="290"/>
                  </a:lnTo>
                  <a:lnTo>
                    <a:pt x="543" y="292"/>
                  </a:lnTo>
                  <a:lnTo>
                    <a:pt x="579" y="294"/>
                  </a:lnTo>
                  <a:lnTo>
                    <a:pt x="612" y="295"/>
                  </a:lnTo>
                  <a:lnTo>
                    <a:pt x="643" y="295"/>
                  </a:lnTo>
                  <a:lnTo>
                    <a:pt x="672" y="295"/>
                  </a:lnTo>
                  <a:lnTo>
                    <a:pt x="702" y="295"/>
                  </a:lnTo>
                  <a:lnTo>
                    <a:pt x="737" y="293"/>
                  </a:lnTo>
                  <a:lnTo>
                    <a:pt x="776" y="291"/>
                  </a:lnTo>
                  <a:lnTo>
                    <a:pt x="818" y="288"/>
                  </a:lnTo>
                  <a:lnTo>
                    <a:pt x="861" y="284"/>
                  </a:lnTo>
                  <a:lnTo>
                    <a:pt x="906" y="280"/>
                  </a:lnTo>
                  <a:lnTo>
                    <a:pt x="952" y="276"/>
                  </a:lnTo>
                  <a:lnTo>
                    <a:pt x="998" y="270"/>
                  </a:lnTo>
                  <a:lnTo>
                    <a:pt x="1042" y="265"/>
                  </a:lnTo>
                  <a:lnTo>
                    <a:pt x="1084" y="259"/>
                  </a:lnTo>
                  <a:lnTo>
                    <a:pt x="1124" y="254"/>
                  </a:lnTo>
                  <a:lnTo>
                    <a:pt x="1161" y="246"/>
                  </a:lnTo>
                  <a:lnTo>
                    <a:pt x="1192" y="240"/>
                  </a:lnTo>
                  <a:lnTo>
                    <a:pt x="1220" y="233"/>
                  </a:lnTo>
                  <a:lnTo>
                    <a:pt x="1242" y="225"/>
                  </a:lnTo>
                  <a:lnTo>
                    <a:pt x="1257" y="218"/>
                  </a:lnTo>
                  <a:lnTo>
                    <a:pt x="1281" y="189"/>
                  </a:lnTo>
                  <a:lnTo>
                    <a:pt x="1336" y="3"/>
                  </a:lnTo>
                  <a:lnTo>
                    <a:pt x="1310" y="19"/>
                  </a:lnTo>
                  <a:lnTo>
                    <a:pt x="1279" y="32"/>
                  </a:lnTo>
                  <a:lnTo>
                    <a:pt x="1242" y="44"/>
                  </a:lnTo>
                  <a:lnTo>
                    <a:pt x="1203" y="53"/>
                  </a:lnTo>
                  <a:lnTo>
                    <a:pt x="1160" y="62"/>
                  </a:lnTo>
                  <a:lnTo>
                    <a:pt x="1115" y="69"/>
                  </a:lnTo>
                  <a:lnTo>
                    <a:pt x="1067" y="76"/>
                  </a:lnTo>
                  <a:lnTo>
                    <a:pt x="1020" y="80"/>
                  </a:lnTo>
                  <a:lnTo>
                    <a:pt x="969" y="84"/>
                  </a:lnTo>
                  <a:lnTo>
                    <a:pt x="920" y="88"/>
                  </a:lnTo>
                  <a:lnTo>
                    <a:pt x="872" y="90"/>
                  </a:lnTo>
                  <a:lnTo>
                    <a:pt x="826" y="92"/>
                  </a:lnTo>
                  <a:lnTo>
                    <a:pt x="781" y="93"/>
                  </a:lnTo>
                  <a:lnTo>
                    <a:pt x="739" y="94"/>
                  </a:lnTo>
                  <a:lnTo>
                    <a:pt x="701" y="94"/>
                  </a:lnTo>
                  <a:lnTo>
                    <a:pt x="668" y="94"/>
                  </a:lnTo>
                  <a:lnTo>
                    <a:pt x="634" y="95"/>
                  </a:lnTo>
                  <a:lnTo>
                    <a:pt x="596" y="94"/>
                  </a:lnTo>
                  <a:lnTo>
                    <a:pt x="553" y="92"/>
                  </a:lnTo>
                  <a:lnTo>
                    <a:pt x="509" y="90"/>
                  </a:lnTo>
                  <a:lnTo>
                    <a:pt x="459" y="88"/>
                  </a:lnTo>
                  <a:lnTo>
                    <a:pt x="410" y="84"/>
                  </a:lnTo>
                  <a:lnTo>
                    <a:pt x="360" y="80"/>
                  </a:lnTo>
                  <a:lnTo>
                    <a:pt x="310" y="75"/>
                  </a:lnTo>
                  <a:lnTo>
                    <a:pt x="261" y="71"/>
                  </a:lnTo>
                  <a:lnTo>
                    <a:pt x="215" y="65"/>
                  </a:lnTo>
                  <a:lnTo>
                    <a:pt x="171" y="59"/>
                  </a:lnTo>
                  <a:lnTo>
                    <a:pt x="132" y="53"/>
                  </a:lnTo>
                  <a:lnTo>
                    <a:pt x="96" y="47"/>
                  </a:lnTo>
                  <a:lnTo>
                    <a:pt x="67" y="40"/>
                  </a:lnTo>
                  <a:lnTo>
                    <a:pt x="45" y="33"/>
                  </a:lnTo>
                  <a:lnTo>
                    <a:pt x="32" y="25"/>
                  </a:lnTo>
                  <a:lnTo>
                    <a:pt x="0" y="0"/>
                  </a:lnTo>
                  <a:lnTo>
                    <a:pt x="0" y="0"/>
                  </a:lnTo>
                </a:path>
              </a:pathLst>
            </a:custGeom>
            <a:gradFill rotWithShape="0">
              <a:gsLst>
                <a:gs pos="0">
                  <a:srgbClr val="626200"/>
                </a:gs>
                <a:gs pos="100000">
                  <a:srgbClr val="ffff80"/>
                </a:gs>
              </a:gsLst>
              <a:lin ang="10800000"/>
            </a:gradFill>
            <a:ln w="18360">
              <a:solidFill>
                <a:srgbClr val="6262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21" name=""/>
            <p:cNvSpPr/>
            <p:nvPr/>
          </p:nvSpPr>
          <p:spPr>
            <a:xfrm>
              <a:off x="3162240" y="5859360"/>
              <a:ext cx="2121120" cy="327240"/>
            </a:xfrm>
            <a:prstGeom prst="ellipse">
              <a:avLst/>
            </a:prstGeom>
            <a:solidFill>
              <a:srgbClr val="626200"/>
            </a:solidFill>
            <a:ln w="18360">
              <a:solidFill>
                <a:srgbClr val="6262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622" name=""/>
            <p:cNvSpPr/>
            <p:nvPr/>
          </p:nvSpPr>
          <p:spPr>
            <a:xfrm>
              <a:off x="4246560" y="5892840"/>
              <a:ext cx="898560" cy="245880"/>
            </a:xfrm>
            <a:custGeom>
              <a:avLst/>
              <a:gdLst/>
              <a:ahLst/>
              <a:rect l="l" t="t" r="r" b="b"/>
              <a:pathLst>
                <a:path w="566" h="155">
                  <a:moveTo>
                    <a:pt x="3" y="0"/>
                  </a:moveTo>
                  <a:lnTo>
                    <a:pt x="16" y="1"/>
                  </a:lnTo>
                  <a:lnTo>
                    <a:pt x="32" y="1"/>
                  </a:lnTo>
                  <a:lnTo>
                    <a:pt x="52" y="1"/>
                  </a:lnTo>
                  <a:lnTo>
                    <a:pt x="75" y="1"/>
                  </a:lnTo>
                  <a:lnTo>
                    <a:pt x="97" y="1"/>
                  </a:lnTo>
                  <a:lnTo>
                    <a:pt x="123" y="1"/>
                  </a:lnTo>
                  <a:lnTo>
                    <a:pt x="150" y="1"/>
                  </a:lnTo>
                  <a:lnTo>
                    <a:pt x="177" y="1"/>
                  </a:lnTo>
                  <a:lnTo>
                    <a:pt x="203" y="3"/>
                  </a:lnTo>
                  <a:lnTo>
                    <a:pt x="231" y="3"/>
                  </a:lnTo>
                  <a:lnTo>
                    <a:pt x="257" y="4"/>
                  </a:lnTo>
                  <a:lnTo>
                    <a:pt x="284" y="4"/>
                  </a:lnTo>
                  <a:lnTo>
                    <a:pt x="308" y="6"/>
                  </a:lnTo>
                  <a:lnTo>
                    <a:pt x="331" y="7"/>
                  </a:lnTo>
                  <a:lnTo>
                    <a:pt x="351" y="9"/>
                  </a:lnTo>
                  <a:lnTo>
                    <a:pt x="371" y="10"/>
                  </a:lnTo>
                  <a:lnTo>
                    <a:pt x="382" y="12"/>
                  </a:lnTo>
                  <a:lnTo>
                    <a:pt x="395" y="14"/>
                  </a:lnTo>
                  <a:lnTo>
                    <a:pt x="410" y="17"/>
                  </a:lnTo>
                  <a:lnTo>
                    <a:pt x="425" y="20"/>
                  </a:lnTo>
                  <a:lnTo>
                    <a:pt x="441" y="23"/>
                  </a:lnTo>
                  <a:lnTo>
                    <a:pt x="456" y="27"/>
                  </a:lnTo>
                  <a:lnTo>
                    <a:pt x="472" y="31"/>
                  </a:lnTo>
                  <a:lnTo>
                    <a:pt x="488" y="35"/>
                  </a:lnTo>
                  <a:lnTo>
                    <a:pt x="502" y="41"/>
                  </a:lnTo>
                  <a:lnTo>
                    <a:pt x="516" y="46"/>
                  </a:lnTo>
                  <a:lnTo>
                    <a:pt x="528" y="52"/>
                  </a:lnTo>
                  <a:lnTo>
                    <a:pt x="541" y="56"/>
                  </a:lnTo>
                  <a:lnTo>
                    <a:pt x="549" y="62"/>
                  </a:lnTo>
                  <a:lnTo>
                    <a:pt x="557" y="68"/>
                  </a:lnTo>
                  <a:lnTo>
                    <a:pt x="562" y="74"/>
                  </a:lnTo>
                  <a:lnTo>
                    <a:pt x="565" y="80"/>
                  </a:lnTo>
                  <a:lnTo>
                    <a:pt x="562" y="87"/>
                  </a:lnTo>
                  <a:lnTo>
                    <a:pt x="559" y="93"/>
                  </a:lnTo>
                  <a:lnTo>
                    <a:pt x="554" y="98"/>
                  </a:lnTo>
                  <a:lnTo>
                    <a:pt x="549" y="104"/>
                  </a:lnTo>
                  <a:lnTo>
                    <a:pt x="541" y="109"/>
                  </a:lnTo>
                  <a:lnTo>
                    <a:pt x="534" y="113"/>
                  </a:lnTo>
                  <a:lnTo>
                    <a:pt x="525" y="117"/>
                  </a:lnTo>
                  <a:lnTo>
                    <a:pt x="517" y="120"/>
                  </a:lnTo>
                  <a:lnTo>
                    <a:pt x="507" y="124"/>
                  </a:lnTo>
                  <a:lnTo>
                    <a:pt x="497" y="126"/>
                  </a:lnTo>
                  <a:lnTo>
                    <a:pt x="488" y="129"/>
                  </a:lnTo>
                  <a:lnTo>
                    <a:pt x="478" y="131"/>
                  </a:lnTo>
                  <a:lnTo>
                    <a:pt x="468" y="133"/>
                  </a:lnTo>
                  <a:lnTo>
                    <a:pt x="459" y="135"/>
                  </a:lnTo>
                  <a:lnTo>
                    <a:pt x="452" y="137"/>
                  </a:lnTo>
                  <a:lnTo>
                    <a:pt x="444" y="137"/>
                  </a:lnTo>
                  <a:lnTo>
                    <a:pt x="431" y="139"/>
                  </a:lnTo>
                  <a:lnTo>
                    <a:pt x="416" y="141"/>
                  </a:lnTo>
                  <a:lnTo>
                    <a:pt x="398" y="142"/>
                  </a:lnTo>
                  <a:lnTo>
                    <a:pt x="378" y="144"/>
                  </a:lnTo>
                  <a:lnTo>
                    <a:pt x="354" y="146"/>
                  </a:lnTo>
                  <a:lnTo>
                    <a:pt x="329" y="147"/>
                  </a:lnTo>
                  <a:lnTo>
                    <a:pt x="304" y="149"/>
                  </a:lnTo>
                  <a:lnTo>
                    <a:pt x="278" y="149"/>
                  </a:lnTo>
                  <a:lnTo>
                    <a:pt x="249" y="151"/>
                  </a:lnTo>
                  <a:lnTo>
                    <a:pt x="221" y="151"/>
                  </a:lnTo>
                  <a:lnTo>
                    <a:pt x="193" y="153"/>
                  </a:lnTo>
                  <a:lnTo>
                    <a:pt x="165" y="153"/>
                  </a:lnTo>
                  <a:lnTo>
                    <a:pt x="137" y="154"/>
                  </a:lnTo>
                  <a:lnTo>
                    <a:pt x="111" y="154"/>
                  </a:lnTo>
                  <a:lnTo>
                    <a:pt x="85" y="154"/>
                  </a:lnTo>
                  <a:lnTo>
                    <a:pt x="63" y="154"/>
                  </a:lnTo>
                  <a:lnTo>
                    <a:pt x="56" y="150"/>
                  </a:lnTo>
                  <a:lnTo>
                    <a:pt x="51" y="144"/>
                  </a:lnTo>
                  <a:lnTo>
                    <a:pt x="45" y="136"/>
                  </a:lnTo>
                  <a:lnTo>
                    <a:pt x="39" y="126"/>
                  </a:lnTo>
                  <a:lnTo>
                    <a:pt x="32" y="116"/>
                  </a:lnTo>
                  <a:lnTo>
                    <a:pt x="27" y="104"/>
                  </a:lnTo>
                  <a:lnTo>
                    <a:pt x="21" y="93"/>
                  </a:lnTo>
                  <a:lnTo>
                    <a:pt x="16" y="79"/>
                  </a:lnTo>
                  <a:lnTo>
                    <a:pt x="11" y="67"/>
                  </a:lnTo>
                  <a:lnTo>
                    <a:pt x="7" y="54"/>
                  </a:lnTo>
                  <a:lnTo>
                    <a:pt x="3" y="44"/>
                  </a:lnTo>
                  <a:lnTo>
                    <a:pt x="1" y="32"/>
                  </a:lnTo>
                  <a:lnTo>
                    <a:pt x="0" y="22"/>
                  </a:lnTo>
                  <a:lnTo>
                    <a:pt x="0" y="13"/>
                  </a:lnTo>
                  <a:lnTo>
                    <a:pt x="0" y="7"/>
                  </a:lnTo>
                  <a:lnTo>
                    <a:pt x="3" y="0"/>
                  </a:lnTo>
                  <a:lnTo>
                    <a:pt x="3" y="0"/>
                  </a:lnTo>
                </a:path>
              </a:pathLst>
            </a:custGeom>
            <a:solidFill>
              <a:srgbClr val="8181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23" name=""/>
            <p:cNvSpPr/>
            <p:nvPr/>
          </p:nvSpPr>
          <p:spPr>
            <a:xfrm>
              <a:off x="3171960" y="6081840"/>
              <a:ext cx="2101680" cy="152280"/>
            </a:xfrm>
            <a:custGeom>
              <a:avLst/>
              <a:gdLst/>
              <a:ahLst/>
              <a:rect l="l" t="t" r="r" b="b"/>
              <a:pathLst>
                <a:path w="1324" h="96">
                  <a:moveTo>
                    <a:pt x="1323" y="4"/>
                  </a:moveTo>
                  <a:lnTo>
                    <a:pt x="1292" y="28"/>
                  </a:lnTo>
                  <a:lnTo>
                    <a:pt x="1239" y="46"/>
                  </a:lnTo>
                  <a:lnTo>
                    <a:pt x="1166" y="63"/>
                  </a:lnTo>
                  <a:lnTo>
                    <a:pt x="1078" y="75"/>
                  </a:lnTo>
                  <a:lnTo>
                    <a:pt x="977" y="86"/>
                  </a:lnTo>
                  <a:lnTo>
                    <a:pt x="867" y="91"/>
                  </a:lnTo>
                  <a:lnTo>
                    <a:pt x="752" y="95"/>
                  </a:lnTo>
                  <a:lnTo>
                    <a:pt x="634" y="95"/>
                  </a:lnTo>
                  <a:lnTo>
                    <a:pt x="516" y="95"/>
                  </a:lnTo>
                  <a:lnTo>
                    <a:pt x="403" y="89"/>
                  </a:lnTo>
                  <a:lnTo>
                    <a:pt x="297" y="82"/>
                  </a:lnTo>
                  <a:lnTo>
                    <a:pt x="203" y="70"/>
                  </a:lnTo>
                  <a:lnTo>
                    <a:pt x="122" y="58"/>
                  </a:lnTo>
                  <a:lnTo>
                    <a:pt x="59" y="41"/>
                  </a:lnTo>
                  <a:lnTo>
                    <a:pt x="17" y="22"/>
                  </a:lnTo>
                  <a:lnTo>
                    <a:pt x="0" y="0"/>
                  </a:lnTo>
                </a:path>
              </a:pathLst>
            </a:custGeom>
            <a:noFill/>
            <a:ln w="31680">
              <a:solidFill>
                <a:srgbClr val="6262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24" name=""/>
            <p:cNvSpPr/>
            <p:nvPr/>
          </p:nvSpPr>
          <p:spPr>
            <a:xfrm flipV="1">
              <a:off x="4222800" y="4017960"/>
              <a:ext cx="0" cy="2162160"/>
            </a:xfrm>
            <a:prstGeom prst="line">
              <a:avLst/>
            </a:prstGeom>
            <a:ln w="18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25" name=""/>
            <p:cNvSpPr/>
            <p:nvPr/>
          </p:nvSpPr>
          <p:spPr>
            <a:xfrm>
              <a:off x="4211640" y="3387600"/>
              <a:ext cx="92160" cy="282600"/>
            </a:xfrm>
            <a:custGeom>
              <a:avLst/>
              <a:gdLst/>
              <a:ahLst/>
              <a:rect l="l" t="t" r="r" b="b"/>
              <a:pathLst>
                <a:path w="58" h="178">
                  <a:moveTo>
                    <a:pt x="15" y="0"/>
                  </a:moveTo>
                  <a:lnTo>
                    <a:pt x="15" y="0"/>
                  </a:lnTo>
                  <a:lnTo>
                    <a:pt x="15" y="0"/>
                  </a:lnTo>
                  <a:lnTo>
                    <a:pt x="15" y="0"/>
                  </a:lnTo>
                  <a:lnTo>
                    <a:pt x="17" y="0"/>
                  </a:lnTo>
                  <a:lnTo>
                    <a:pt x="17" y="0"/>
                  </a:lnTo>
                  <a:lnTo>
                    <a:pt x="19" y="0"/>
                  </a:lnTo>
                  <a:lnTo>
                    <a:pt x="20" y="0"/>
                  </a:lnTo>
                  <a:lnTo>
                    <a:pt x="22" y="0"/>
                  </a:lnTo>
                  <a:lnTo>
                    <a:pt x="22" y="0"/>
                  </a:lnTo>
                  <a:lnTo>
                    <a:pt x="23" y="0"/>
                  </a:lnTo>
                  <a:lnTo>
                    <a:pt x="23" y="0"/>
                  </a:lnTo>
                  <a:lnTo>
                    <a:pt x="25" y="0"/>
                  </a:lnTo>
                  <a:lnTo>
                    <a:pt x="25" y="0"/>
                  </a:lnTo>
                  <a:lnTo>
                    <a:pt x="26" y="0"/>
                  </a:lnTo>
                  <a:lnTo>
                    <a:pt x="26" y="0"/>
                  </a:lnTo>
                  <a:lnTo>
                    <a:pt x="27" y="0"/>
                  </a:lnTo>
                  <a:lnTo>
                    <a:pt x="33" y="10"/>
                  </a:lnTo>
                  <a:lnTo>
                    <a:pt x="39" y="20"/>
                  </a:lnTo>
                  <a:lnTo>
                    <a:pt x="44" y="31"/>
                  </a:lnTo>
                  <a:lnTo>
                    <a:pt x="49" y="41"/>
                  </a:lnTo>
                  <a:lnTo>
                    <a:pt x="52" y="53"/>
                  </a:lnTo>
                  <a:lnTo>
                    <a:pt x="55" y="65"/>
                  </a:lnTo>
                  <a:lnTo>
                    <a:pt x="56" y="77"/>
                  </a:lnTo>
                  <a:lnTo>
                    <a:pt x="57" y="89"/>
                  </a:lnTo>
                  <a:lnTo>
                    <a:pt x="56" y="103"/>
                  </a:lnTo>
                  <a:lnTo>
                    <a:pt x="54" y="114"/>
                  </a:lnTo>
                  <a:lnTo>
                    <a:pt x="51" y="127"/>
                  </a:lnTo>
                  <a:lnTo>
                    <a:pt x="49" y="138"/>
                  </a:lnTo>
                  <a:lnTo>
                    <a:pt x="44" y="149"/>
                  </a:lnTo>
                  <a:lnTo>
                    <a:pt x="38" y="160"/>
                  </a:lnTo>
                  <a:lnTo>
                    <a:pt x="31" y="170"/>
                  </a:lnTo>
                  <a:lnTo>
                    <a:pt x="25" y="177"/>
                  </a:lnTo>
                  <a:lnTo>
                    <a:pt x="23" y="177"/>
                  </a:lnTo>
                  <a:lnTo>
                    <a:pt x="23" y="177"/>
                  </a:lnTo>
                  <a:lnTo>
                    <a:pt x="21" y="177"/>
                  </a:lnTo>
                  <a:lnTo>
                    <a:pt x="20" y="177"/>
                  </a:lnTo>
                  <a:lnTo>
                    <a:pt x="17" y="177"/>
                  </a:lnTo>
                  <a:lnTo>
                    <a:pt x="16" y="177"/>
                  </a:lnTo>
                  <a:lnTo>
                    <a:pt x="14" y="177"/>
                  </a:lnTo>
                  <a:lnTo>
                    <a:pt x="12" y="177"/>
                  </a:lnTo>
                  <a:lnTo>
                    <a:pt x="9" y="177"/>
                  </a:lnTo>
                  <a:lnTo>
                    <a:pt x="7" y="177"/>
                  </a:lnTo>
                  <a:lnTo>
                    <a:pt x="5" y="177"/>
                  </a:lnTo>
                  <a:lnTo>
                    <a:pt x="2" y="177"/>
                  </a:lnTo>
                  <a:lnTo>
                    <a:pt x="1" y="177"/>
                  </a:lnTo>
                  <a:lnTo>
                    <a:pt x="0" y="177"/>
                  </a:lnTo>
                  <a:lnTo>
                    <a:pt x="0" y="177"/>
                  </a:lnTo>
                  <a:lnTo>
                    <a:pt x="0" y="177"/>
                  </a:lnTo>
                  <a:lnTo>
                    <a:pt x="6" y="170"/>
                  </a:lnTo>
                  <a:lnTo>
                    <a:pt x="13" y="162"/>
                  </a:lnTo>
                  <a:lnTo>
                    <a:pt x="19" y="153"/>
                  </a:lnTo>
                  <a:lnTo>
                    <a:pt x="25" y="141"/>
                  </a:lnTo>
                  <a:lnTo>
                    <a:pt x="29" y="131"/>
                  </a:lnTo>
                  <a:lnTo>
                    <a:pt x="32" y="119"/>
                  </a:lnTo>
                  <a:lnTo>
                    <a:pt x="34" y="107"/>
                  </a:lnTo>
                  <a:lnTo>
                    <a:pt x="37" y="94"/>
                  </a:lnTo>
                  <a:lnTo>
                    <a:pt x="35" y="82"/>
                  </a:lnTo>
                  <a:lnTo>
                    <a:pt x="34" y="70"/>
                  </a:lnTo>
                  <a:lnTo>
                    <a:pt x="32" y="58"/>
                  </a:lnTo>
                  <a:lnTo>
                    <a:pt x="30" y="44"/>
                  </a:lnTo>
                  <a:lnTo>
                    <a:pt x="25" y="33"/>
                  </a:lnTo>
                  <a:lnTo>
                    <a:pt x="19" y="22"/>
                  </a:lnTo>
                  <a:lnTo>
                    <a:pt x="12" y="11"/>
                  </a:lnTo>
                  <a:lnTo>
                    <a:pt x="4" y="0"/>
                  </a:lnTo>
                  <a:lnTo>
                    <a:pt x="4" y="0"/>
                  </a:lnTo>
                  <a:lnTo>
                    <a:pt x="4" y="0"/>
                  </a:lnTo>
                  <a:lnTo>
                    <a:pt x="4" y="0"/>
                  </a:lnTo>
                  <a:lnTo>
                    <a:pt x="5" y="0"/>
                  </a:lnTo>
                  <a:lnTo>
                    <a:pt x="5" y="0"/>
                  </a:lnTo>
                  <a:lnTo>
                    <a:pt x="6" y="0"/>
                  </a:lnTo>
                  <a:lnTo>
                    <a:pt x="6" y="0"/>
                  </a:lnTo>
                  <a:lnTo>
                    <a:pt x="8" y="0"/>
                  </a:lnTo>
                  <a:lnTo>
                    <a:pt x="8" y="0"/>
                  </a:lnTo>
                  <a:lnTo>
                    <a:pt x="10" y="0"/>
                  </a:lnTo>
                  <a:lnTo>
                    <a:pt x="10" y="0"/>
                  </a:lnTo>
                  <a:lnTo>
                    <a:pt x="12" y="0"/>
                  </a:lnTo>
                  <a:lnTo>
                    <a:pt x="12" y="0"/>
                  </a:lnTo>
                  <a:lnTo>
                    <a:pt x="13" y="0"/>
                  </a:lnTo>
                  <a:lnTo>
                    <a:pt x="13" y="0"/>
                  </a:lnTo>
                  <a:lnTo>
                    <a:pt x="15" y="0"/>
                  </a:lnTo>
                  <a:lnTo>
                    <a:pt x="15" y="0"/>
                  </a:lnTo>
                </a:path>
              </a:pathLst>
            </a:custGeom>
            <a:solidFill>
              <a:srgbClr val="bfbf00"/>
            </a:solidFill>
            <a:ln w="18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26" name=""/>
            <p:cNvSpPr/>
            <p:nvPr/>
          </p:nvSpPr>
          <p:spPr>
            <a:xfrm>
              <a:off x="7061040" y="3387600"/>
              <a:ext cx="95400" cy="282600"/>
            </a:xfrm>
            <a:custGeom>
              <a:avLst/>
              <a:gdLst/>
              <a:ahLst/>
              <a:rect l="l" t="t" r="r" b="b"/>
              <a:pathLst>
                <a:path w="60" h="178">
                  <a:moveTo>
                    <a:pt x="14" y="0"/>
                  </a:moveTo>
                  <a:lnTo>
                    <a:pt x="14" y="0"/>
                  </a:lnTo>
                  <a:lnTo>
                    <a:pt x="14" y="0"/>
                  </a:lnTo>
                  <a:lnTo>
                    <a:pt x="14" y="0"/>
                  </a:lnTo>
                  <a:lnTo>
                    <a:pt x="16" y="0"/>
                  </a:lnTo>
                  <a:lnTo>
                    <a:pt x="16" y="0"/>
                  </a:lnTo>
                  <a:lnTo>
                    <a:pt x="18" y="0"/>
                  </a:lnTo>
                  <a:lnTo>
                    <a:pt x="19" y="0"/>
                  </a:lnTo>
                  <a:lnTo>
                    <a:pt x="21" y="0"/>
                  </a:lnTo>
                  <a:lnTo>
                    <a:pt x="21" y="0"/>
                  </a:lnTo>
                  <a:lnTo>
                    <a:pt x="23" y="0"/>
                  </a:lnTo>
                  <a:lnTo>
                    <a:pt x="23" y="0"/>
                  </a:lnTo>
                  <a:lnTo>
                    <a:pt x="25" y="0"/>
                  </a:lnTo>
                  <a:lnTo>
                    <a:pt x="25" y="0"/>
                  </a:lnTo>
                  <a:lnTo>
                    <a:pt x="26" y="0"/>
                  </a:lnTo>
                  <a:lnTo>
                    <a:pt x="26" y="0"/>
                  </a:lnTo>
                  <a:lnTo>
                    <a:pt x="27" y="0"/>
                  </a:lnTo>
                  <a:lnTo>
                    <a:pt x="33" y="10"/>
                  </a:lnTo>
                  <a:lnTo>
                    <a:pt x="40" y="20"/>
                  </a:lnTo>
                  <a:lnTo>
                    <a:pt x="45" y="31"/>
                  </a:lnTo>
                  <a:lnTo>
                    <a:pt x="50" y="41"/>
                  </a:lnTo>
                  <a:lnTo>
                    <a:pt x="53" y="53"/>
                  </a:lnTo>
                  <a:lnTo>
                    <a:pt x="56" y="65"/>
                  </a:lnTo>
                  <a:lnTo>
                    <a:pt x="58" y="77"/>
                  </a:lnTo>
                  <a:lnTo>
                    <a:pt x="59" y="89"/>
                  </a:lnTo>
                  <a:lnTo>
                    <a:pt x="58" y="103"/>
                  </a:lnTo>
                  <a:lnTo>
                    <a:pt x="57" y="114"/>
                  </a:lnTo>
                  <a:lnTo>
                    <a:pt x="53" y="127"/>
                  </a:lnTo>
                  <a:lnTo>
                    <a:pt x="51" y="138"/>
                  </a:lnTo>
                  <a:lnTo>
                    <a:pt x="45" y="149"/>
                  </a:lnTo>
                  <a:lnTo>
                    <a:pt x="40" y="160"/>
                  </a:lnTo>
                  <a:lnTo>
                    <a:pt x="33" y="170"/>
                  </a:lnTo>
                  <a:lnTo>
                    <a:pt x="26" y="177"/>
                  </a:lnTo>
                  <a:lnTo>
                    <a:pt x="24" y="177"/>
                  </a:lnTo>
                  <a:lnTo>
                    <a:pt x="23" y="177"/>
                  </a:lnTo>
                  <a:lnTo>
                    <a:pt x="22" y="177"/>
                  </a:lnTo>
                  <a:lnTo>
                    <a:pt x="21" y="177"/>
                  </a:lnTo>
                  <a:lnTo>
                    <a:pt x="18" y="177"/>
                  </a:lnTo>
                  <a:lnTo>
                    <a:pt x="16" y="177"/>
                  </a:lnTo>
                  <a:lnTo>
                    <a:pt x="14" y="177"/>
                  </a:lnTo>
                  <a:lnTo>
                    <a:pt x="13" y="177"/>
                  </a:lnTo>
                  <a:lnTo>
                    <a:pt x="9" y="177"/>
                  </a:lnTo>
                  <a:lnTo>
                    <a:pt x="7" y="177"/>
                  </a:lnTo>
                  <a:lnTo>
                    <a:pt x="6" y="177"/>
                  </a:lnTo>
                  <a:lnTo>
                    <a:pt x="4" y="177"/>
                  </a:lnTo>
                  <a:lnTo>
                    <a:pt x="1" y="177"/>
                  </a:lnTo>
                  <a:lnTo>
                    <a:pt x="1" y="177"/>
                  </a:lnTo>
                  <a:lnTo>
                    <a:pt x="0" y="177"/>
                  </a:lnTo>
                  <a:lnTo>
                    <a:pt x="0" y="177"/>
                  </a:lnTo>
                  <a:lnTo>
                    <a:pt x="7" y="170"/>
                  </a:lnTo>
                  <a:lnTo>
                    <a:pt x="14" y="162"/>
                  </a:lnTo>
                  <a:lnTo>
                    <a:pt x="19" y="153"/>
                  </a:lnTo>
                  <a:lnTo>
                    <a:pt x="25" y="141"/>
                  </a:lnTo>
                  <a:lnTo>
                    <a:pt x="29" y="131"/>
                  </a:lnTo>
                  <a:lnTo>
                    <a:pt x="33" y="119"/>
                  </a:lnTo>
                  <a:lnTo>
                    <a:pt x="35" y="107"/>
                  </a:lnTo>
                  <a:lnTo>
                    <a:pt x="36" y="94"/>
                  </a:lnTo>
                  <a:lnTo>
                    <a:pt x="36" y="82"/>
                  </a:lnTo>
                  <a:lnTo>
                    <a:pt x="35" y="70"/>
                  </a:lnTo>
                  <a:lnTo>
                    <a:pt x="33" y="58"/>
                  </a:lnTo>
                  <a:lnTo>
                    <a:pt x="30" y="44"/>
                  </a:lnTo>
                  <a:lnTo>
                    <a:pt x="25" y="33"/>
                  </a:lnTo>
                  <a:lnTo>
                    <a:pt x="19" y="22"/>
                  </a:lnTo>
                  <a:lnTo>
                    <a:pt x="11" y="11"/>
                  </a:lnTo>
                  <a:lnTo>
                    <a:pt x="3" y="0"/>
                  </a:lnTo>
                  <a:lnTo>
                    <a:pt x="3" y="0"/>
                  </a:lnTo>
                  <a:lnTo>
                    <a:pt x="3" y="0"/>
                  </a:lnTo>
                  <a:lnTo>
                    <a:pt x="3" y="0"/>
                  </a:lnTo>
                  <a:lnTo>
                    <a:pt x="4" y="0"/>
                  </a:lnTo>
                  <a:lnTo>
                    <a:pt x="4" y="0"/>
                  </a:lnTo>
                  <a:lnTo>
                    <a:pt x="6" y="0"/>
                  </a:lnTo>
                  <a:lnTo>
                    <a:pt x="6" y="0"/>
                  </a:lnTo>
                  <a:lnTo>
                    <a:pt x="7" y="0"/>
                  </a:lnTo>
                  <a:lnTo>
                    <a:pt x="7" y="0"/>
                  </a:lnTo>
                  <a:lnTo>
                    <a:pt x="9" y="0"/>
                  </a:lnTo>
                  <a:lnTo>
                    <a:pt x="9" y="0"/>
                  </a:lnTo>
                  <a:lnTo>
                    <a:pt x="11" y="0"/>
                  </a:lnTo>
                  <a:lnTo>
                    <a:pt x="11" y="0"/>
                  </a:lnTo>
                  <a:lnTo>
                    <a:pt x="13" y="0"/>
                  </a:lnTo>
                  <a:lnTo>
                    <a:pt x="13" y="0"/>
                  </a:lnTo>
                  <a:lnTo>
                    <a:pt x="14" y="0"/>
                  </a:lnTo>
                  <a:lnTo>
                    <a:pt x="14" y="0"/>
                  </a:lnTo>
                </a:path>
              </a:pathLst>
            </a:custGeom>
            <a:solidFill>
              <a:srgbClr val="bfbf00"/>
            </a:solidFill>
            <a:ln w="18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27" name=""/>
            <p:cNvSpPr/>
            <p:nvPr/>
          </p:nvSpPr>
          <p:spPr>
            <a:xfrm>
              <a:off x="4135320" y="2930400"/>
              <a:ext cx="1516320" cy="403200"/>
            </a:xfrm>
            <a:custGeom>
              <a:avLst/>
              <a:gdLst/>
              <a:ahLst/>
              <a:rect l="l" t="t" r="r" b="b"/>
              <a:pathLst>
                <a:path w="955" h="254">
                  <a:moveTo>
                    <a:pt x="876" y="73"/>
                  </a:moveTo>
                  <a:lnTo>
                    <a:pt x="867" y="67"/>
                  </a:lnTo>
                  <a:lnTo>
                    <a:pt x="858" y="60"/>
                  </a:lnTo>
                  <a:lnTo>
                    <a:pt x="849" y="54"/>
                  </a:lnTo>
                  <a:lnTo>
                    <a:pt x="839" y="46"/>
                  </a:lnTo>
                  <a:lnTo>
                    <a:pt x="826" y="41"/>
                  </a:lnTo>
                  <a:lnTo>
                    <a:pt x="813" y="35"/>
                  </a:lnTo>
                  <a:lnTo>
                    <a:pt x="799" y="29"/>
                  </a:lnTo>
                  <a:lnTo>
                    <a:pt x="785" y="22"/>
                  </a:lnTo>
                  <a:lnTo>
                    <a:pt x="768" y="19"/>
                  </a:lnTo>
                  <a:lnTo>
                    <a:pt x="752" y="13"/>
                  </a:lnTo>
                  <a:lnTo>
                    <a:pt x="734" y="9"/>
                  </a:lnTo>
                  <a:lnTo>
                    <a:pt x="716" y="6"/>
                  </a:lnTo>
                  <a:lnTo>
                    <a:pt x="697" y="4"/>
                  </a:lnTo>
                  <a:lnTo>
                    <a:pt x="678" y="2"/>
                  </a:lnTo>
                  <a:lnTo>
                    <a:pt x="656" y="1"/>
                  </a:lnTo>
                  <a:lnTo>
                    <a:pt x="636" y="0"/>
                  </a:lnTo>
                  <a:lnTo>
                    <a:pt x="622" y="2"/>
                  </a:lnTo>
                  <a:lnTo>
                    <a:pt x="608" y="4"/>
                  </a:lnTo>
                  <a:lnTo>
                    <a:pt x="592" y="7"/>
                  </a:lnTo>
                  <a:lnTo>
                    <a:pt x="578" y="9"/>
                  </a:lnTo>
                  <a:lnTo>
                    <a:pt x="560" y="14"/>
                  </a:lnTo>
                  <a:lnTo>
                    <a:pt x="544" y="19"/>
                  </a:lnTo>
                  <a:lnTo>
                    <a:pt x="526" y="25"/>
                  </a:lnTo>
                  <a:lnTo>
                    <a:pt x="509" y="31"/>
                  </a:lnTo>
                  <a:lnTo>
                    <a:pt x="490" y="38"/>
                  </a:lnTo>
                  <a:lnTo>
                    <a:pt x="472" y="46"/>
                  </a:lnTo>
                  <a:lnTo>
                    <a:pt x="454" y="53"/>
                  </a:lnTo>
                  <a:lnTo>
                    <a:pt x="436" y="61"/>
                  </a:lnTo>
                  <a:lnTo>
                    <a:pt x="418" y="71"/>
                  </a:lnTo>
                  <a:lnTo>
                    <a:pt x="400" y="79"/>
                  </a:lnTo>
                  <a:lnTo>
                    <a:pt x="383" y="87"/>
                  </a:lnTo>
                  <a:lnTo>
                    <a:pt x="367" y="94"/>
                  </a:lnTo>
                  <a:lnTo>
                    <a:pt x="352" y="102"/>
                  </a:lnTo>
                  <a:lnTo>
                    <a:pt x="338" y="110"/>
                  </a:lnTo>
                  <a:lnTo>
                    <a:pt x="324" y="117"/>
                  </a:lnTo>
                  <a:lnTo>
                    <a:pt x="313" y="123"/>
                  </a:lnTo>
                  <a:lnTo>
                    <a:pt x="301" y="129"/>
                  </a:lnTo>
                  <a:lnTo>
                    <a:pt x="289" y="134"/>
                  </a:lnTo>
                  <a:lnTo>
                    <a:pt x="278" y="139"/>
                  </a:lnTo>
                  <a:lnTo>
                    <a:pt x="268" y="143"/>
                  </a:lnTo>
                  <a:lnTo>
                    <a:pt x="258" y="147"/>
                  </a:lnTo>
                  <a:lnTo>
                    <a:pt x="249" y="150"/>
                  </a:lnTo>
                  <a:lnTo>
                    <a:pt x="240" y="152"/>
                  </a:lnTo>
                  <a:lnTo>
                    <a:pt x="232" y="152"/>
                  </a:lnTo>
                  <a:lnTo>
                    <a:pt x="224" y="152"/>
                  </a:lnTo>
                  <a:lnTo>
                    <a:pt x="217" y="150"/>
                  </a:lnTo>
                  <a:lnTo>
                    <a:pt x="210" y="148"/>
                  </a:lnTo>
                  <a:lnTo>
                    <a:pt x="204" y="145"/>
                  </a:lnTo>
                  <a:lnTo>
                    <a:pt x="194" y="140"/>
                  </a:lnTo>
                  <a:lnTo>
                    <a:pt x="186" y="134"/>
                  </a:lnTo>
                  <a:lnTo>
                    <a:pt x="176" y="129"/>
                  </a:lnTo>
                  <a:lnTo>
                    <a:pt x="167" y="121"/>
                  </a:lnTo>
                  <a:lnTo>
                    <a:pt x="155" y="116"/>
                  </a:lnTo>
                  <a:lnTo>
                    <a:pt x="146" y="109"/>
                  </a:lnTo>
                  <a:lnTo>
                    <a:pt x="134" y="103"/>
                  </a:lnTo>
                  <a:lnTo>
                    <a:pt x="124" y="96"/>
                  </a:lnTo>
                  <a:lnTo>
                    <a:pt x="113" y="92"/>
                  </a:lnTo>
                  <a:lnTo>
                    <a:pt x="101" y="87"/>
                  </a:lnTo>
                  <a:lnTo>
                    <a:pt x="90" y="85"/>
                  </a:lnTo>
                  <a:lnTo>
                    <a:pt x="80" y="81"/>
                  </a:lnTo>
                  <a:lnTo>
                    <a:pt x="68" y="81"/>
                  </a:lnTo>
                  <a:lnTo>
                    <a:pt x="58" y="81"/>
                  </a:lnTo>
                  <a:lnTo>
                    <a:pt x="47" y="82"/>
                  </a:lnTo>
                  <a:lnTo>
                    <a:pt x="37" y="85"/>
                  </a:lnTo>
                  <a:lnTo>
                    <a:pt x="29" y="94"/>
                  </a:lnTo>
                  <a:lnTo>
                    <a:pt x="24" y="101"/>
                  </a:lnTo>
                  <a:lnTo>
                    <a:pt x="18" y="107"/>
                  </a:lnTo>
                  <a:lnTo>
                    <a:pt x="14" y="111"/>
                  </a:lnTo>
                  <a:lnTo>
                    <a:pt x="9" y="116"/>
                  </a:lnTo>
                  <a:lnTo>
                    <a:pt x="6" y="119"/>
                  </a:lnTo>
                  <a:lnTo>
                    <a:pt x="4" y="123"/>
                  </a:lnTo>
                  <a:lnTo>
                    <a:pt x="3" y="125"/>
                  </a:lnTo>
                  <a:lnTo>
                    <a:pt x="1" y="127"/>
                  </a:lnTo>
                  <a:lnTo>
                    <a:pt x="0" y="129"/>
                  </a:lnTo>
                  <a:lnTo>
                    <a:pt x="0" y="131"/>
                  </a:lnTo>
                  <a:lnTo>
                    <a:pt x="2" y="132"/>
                  </a:lnTo>
                  <a:lnTo>
                    <a:pt x="3" y="134"/>
                  </a:lnTo>
                  <a:lnTo>
                    <a:pt x="5" y="134"/>
                  </a:lnTo>
                  <a:lnTo>
                    <a:pt x="7" y="136"/>
                  </a:lnTo>
                  <a:lnTo>
                    <a:pt x="11" y="136"/>
                  </a:lnTo>
                  <a:lnTo>
                    <a:pt x="20" y="121"/>
                  </a:lnTo>
                  <a:lnTo>
                    <a:pt x="31" y="110"/>
                  </a:lnTo>
                  <a:lnTo>
                    <a:pt x="42" y="104"/>
                  </a:lnTo>
                  <a:lnTo>
                    <a:pt x="53" y="101"/>
                  </a:lnTo>
                  <a:lnTo>
                    <a:pt x="65" y="103"/>
                  </a:lnTo>
                  <a:lnTo>
                    <a:pt x="79" y="107"/>
                  </a:lnTo>
                  <a:lnTo>
                    <a:pt x="92" y="113"/>
                  </a:lnTo>
                  <a:lnTo>
                    <a:pt x="107" y="120"/>
                  </a:lnTo>
                  <a:lnTo>
                    <a:pt x="121" y="130"/>
                  </a:lnTo>
                  <a:lnTo>
                    <a:pt x="137" y="139"/>
                  </a:lnTo>
                  <a:lnTo>
                    <a:pt x="152" y="148"/>
                  </a:lnTo>
                  <a:lnTo>
                    <a:pt x="170" y="157"/>
                  </a:lnTo>
                  <a:lnTo>
                    <a:pt x="187" y="165"/>
                  </a:lnTo>
                  <a:lnTo>
                    <a:pt x="205" y="170"/>
                  </a:lnTo>
                  <a:lnTo>
                    <a:pt x="224" y="175"/>
                  </a:lnTo>
                  <a:lnTo>
                    <a:pt x="243" y="175"/>
                  </a:lnTo>
                  <a:lnTo>
                    <a:pt x="267" y="174"/>
                  </a:lnTo>
                  <a:lnTo>
                    <a:pt x="292" y="170"/>
                  </a:lnTo>
                  <a:lnTo>
                    <a:pt x="314" y="166"/>
                  </a:lnTo>
                  <a:lnTo>
                    <a:pt x="338" y="160"/>
                  </a:lnTo>
                  <a:lnTo>
                    <a:pt x="359" y="153"/>
                  </a:lnTo>
                  <a:lnTo>
                    <a:pt x="381" y="146"/>
                  </a:lnTo>
                  <a:lnTo>
                    <a:pt x="402" y="138"/>
                  </a:lnTo>
                  <a:lnTo>
                    <a:pt x="426" y="129"/>
                  </a:lnTo>
                  <a:lnTo>
                    <a:pt x="447" y="121"/>
                  </a:lnTo>
                  <a:lnTo>
                    <a:pt x="470" y="114"/>
                  </a:lnTo>
                  <a:lnTo>
                    <a:pt x="494" y="107"/>
                  </a:lnTo>
                  <a:lnTo>
                    <a:pt x="519" y="100"/>
                  </a:lnTo>
                  <a:lnTo>
                    <a:pt x="544" y="95"/>
                  </a:lnTo>
                  <a:lnTo>
                    <a:pt x="571" y="92"/>
                  </a:lnTo>
                  <a:lnTo>
                    <a:pt x="600" y="91"/>
                  </a:lnTo>
                  <a:lnTo>
                    <a:pt x="631" y="91"/>
                  </a:lnTo>
                  <a:lnTo>
                    <a:pt x="644" y="93"/>
                  </a:lnTo>
                  <a:lnTo>
                    <a:pt x="658" y="94"/>
                  </a:lnTo>
                  <a:lnTo>
                    <a:pt x="673" y="97"/>
                  </a:lnTo>
                  <a:lnTo>
                    <a:pt x="689" y="99"/>
                  </a:lnTo>
                  <a:lnTo>
                    <a:pt x="705" y="103"/>
                  </a:lnTo>
                  <a:lnTo>
                    <a:pt x="723" y="106"/>
                  </a:lnTo>
                  <a:lnTo>
                    <a:pt x="740" y="110"/>
                  </a:lnTo>
                  <a:lnTo>
                    <a:pt x="758" y="114"/>
                  </a:lnTo>
                  <a:lnTo>
                    <a:pt x="773" y="119"/>
                  </a:lnTo>
                  <a:lnTo>
                    <a:pt x="791" y="125"/>
                  </a:lnTo>
                  <a:lnTo>
                    <a:pt x="806" y="131"/>
                  </a:lnTo>
                  <a:lnTo>
                    <a:pt x="823" y="136"/>
                  </a:lnTo>
                  <a:lnTo>
                    <a:pt x="836" y="143"/>
                  </a:lnTo>
                  <a:lnTo>
                    <a:pt x="851" y="148"/>
                  </a:lnTo>
                  <a:lnTo>
                    <a:pt x="863" y="156"/>
                  </a:lnTo>
                  <a:lnTo>
                    <a:pt x="875" y="162"/>
                  </a:lnTo>
                  <a:lnTo>
                    <a:pt x="875" y="163"/>
                  </a:lnTo>
                  <a:lnTo>
                    <a:pt x="877" y="165"/>
                  </a:lnTo>
                  <a:lnTo>
                    <a:pt x="880" y="170"/>
                  </a:lnTo>
                  <a:lnTo>
                    <a:pt x="885" y="175"/>
                  </a:lnTo>
                  <a:lnTo>
                    <a:pt x="888" y="182"/>
                  </a:lnTo>
                  <a:lnTo>
                    <a:pt x="894" y="189"/>
                  </a:lnTo>
                  <a:lnTo>
                    <a:pt x="900" y="197"/>
                  </a:lnTo>
                  <a:lnTo>
                    <a:pt x="908" y="204"/>
                  </a:lnTo>
                  <a:lnTo>
                    <a:pt x="914" y="213"/>
                  </a:lnTo>
                  <a:lnTo>
                    <a:pt x="920" y="221"/>
                  </a:lnTo>
                  <a:lnTo>
                    <a:pt x="926" y="229"/>
                  </a:lnTo>
                  <a:lnTo>
                    <a:pt x="934" y="235"/>
                  </a:lnTo>
                  <a:lnTo>
                    <a:pt x="939" y="242"/>
                  </a:lnTo>
                  <a:lnTo>
                    <a:pt x="945" y="247"/>
                  </a:lnTo>
                  <a:lnTo>
                    <a:pt x="949" y="251"/>
                  </a:lnTo>
                  <a:lnTo>
                    <a:pt x="954" y="253"/>
                  </a:lnTo>
                  <a:lnTo>
                    <a:pt x="953" y="253"/>
                  </a:lnTo>
                  <a:lnTo>
                    <a:pt x="953" y="249"/>
                  </a:lnTo>
                  <a:lnTo>
                    <a:pt x="953" y="244"/>
                  </a:lnTo>
                  <a:lnTo>
                    <a:pt x="953" y="236"/>
                  </a:lnTo>
                  <a:lnTo>
                    <a:pt x="953" y="228"/>
                  </a:lnTo>
                  <a:lnTo>
                    <a:pt x="953" y="218"/>
                  </a:lnTo>
                  <a:lnTo>
                    <a:pt x="953" y="207"/>
                  </a:lnTo>
                  <a:lnTo>
                    <a:pt x="953" y="195"/>
                  </a:lnTo>
                  <a:lnTo>
                    <a:pt x="953" y="185"/>
                  </a:lnTo>
                  <a:lnTo>
                    <a:pt x="953" y="175"/>
                  </a:lnTo>
                  <a:lnTo>
                    <a:pt x="953" y="165"/>
                  </a:lnTo>
                  <a:lnTo>
                    <a:pt x="953" y="156"/>
                  </a:lnTo>
                  <a:lnTo>
                    <a:pt x="953" y="149"/>
                  </a:lnTo>
                  <a:lnTo>
                    <a:pt x="953" y="143"/>
                  </a:lnTo>
                  <a:lnTo>
                    <a:pt x="953" y="139"/>
                  </a:lnTo>
                  <a:lnTo>
                    <a:pt x="954" y="137"/>
                  </a:lnTo>
                  <a:lnTo>
                    <a:pt x="953" y="135"/>
                  </a:lnTo>
                  <a:lnTo>
                    <a:pt x="950" y="131"/>
                  </a:lnTo>
                  <a:lnTo>
                    <a:pt x="945" y="127"/>
                  </a:lnTo>
                  <a:lnTo>
                    <a:pt x="941" y="122"/>
                  </a:lnTo>
                  <a:lnTo>
                    <a:pt x="934" y="118"/>
                  </a:lnTo>
                  <a:lnTo>
                    <a:pt x="929" y="112"/>
                  </a:lnTo>
                  <a:lnTo>
                    <a:pt x="921" y="107"/>
                  </a:lnTo>
                  <a:lnTo>
                    <a:pt x="915" y="101"/>
                  </a:lnTo>
                  <a:lnTo>
                    <a:pt x="907" y="97"/>
                  </a:lnTo>
                  <a:lnTo>
                    <a:pt x="900" y="91"/>
                  </a:lnTo>
                  <a:lnTo>
                    <a:pt x="894" y="87"/>
                  </a:lnTo>
                  <a:lnTo>
                    <a:pt x="888" y="81"/>
                  </a:lnTo>
                  <a:lnTo>
                    <a:pt x="882" y="79"/>
                  </a:lnTo>
                  <a:lnTo>
                    <a:pt x="879" y="75"/>
                  </a:lnTo>
                  <a:lnTo>
                    <a:pt x="876" y="74"/>
                  </a:lnTo>
                  <a:lnTo>
                    <a:pt x="876" y="73"/>
                  </a:lnTo>
                  <a:lnTo>
                    <a:pt x="876" y="73"/>
                  </a:lnTo>
                </a:path>
              </a:pathLst>
            </a:custGeom>
            <a:solidFill>
              <a:srgbClr val="bfbf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28" name=""/>
            <p:cNvSpPr/>
            <p:nvPr/>
          </p:nvSpPr>
          <p:spPr>
            <a:xfrm>
              <a:off x="4433760" y="2930400"/>
              <a:ext cx="1217880" cy="285840"/>
            </a:xfrm>
            <a:custGeom>
              <a:avLst/>
              <a:gdLst/>
              <a:ahLst/>
              <a:rect l="l" t="t" r="r" b="b"/>
              <a:pathLst>
                <a:path w="767" h="180">
                  <a:moveTo>
                    <a:pt x="688" y="77"/>
                  </a:moveTo>
                  <a:lnTo>
                    <a:pt x="679" y="72"/>
                  </a:lnTo>
                  <a:lnTo>
                    <a:pt x="670" y="65"/>
                  </a:lnTo>
                  <a:lnTo>
                    <a:pt x="661" y="59"/>
                  </a:lnTo>
                  <a:lnTo>
                    <a:pt x="651" y="51"/>
                  </a:lnTo>
                  <a:lnTo>
                    <a:pt x="638" y="45"/>
                  </a:lnTo>
                  <a:lnTo>
                    <a:pt x="625" y="38"/>
                  </a:lnTo>
                  <a:lnTo>
                    <a:pt x="611" y="32"/>
                  </a:lnTo>
                  <a:lnTo>
                    <a:pt x="597" y="25"/>
                  </a:lnTo>
                  <a:lnTo>
                    <a:pt x="580" y="21"/>
                  </a:lnTo>
                  <a:lnTo>
                    <a:pt x="564" y="14"/>
                  </a:lnTo>
                  <a:lnTo>
                    <a:pt x="546" y="11"/>
                  </a:lnTo>
                  <a:lnTo>
                    <a:pt x="528" y="7"/>
                  </a:lnTo>
                  <a:lnTo>
                    <a:pt x="509" y="5"/>
                  </a:lnTo>
                  <a:lnTo>
                    <a:pt x="490" y="2"/>
                  </a:lnTo>
                  <a:lnTo>
                    <a:pt x="468" y="2"/>
                  </a:lnTo>
                  <a:lnTo>
                    <a:pt x="448" y="0"/>
                  </a:lnTo>
                  <a:lnTo>
                    <a:pt x="434" y="2"/>
                  </a:lnTo>
                  <a:lnTo>
                    <a:pt x="420" y="4"/>
                  </a:lnTo>
                  <a:lnTo>
                    <a:pt x="404" y="7"/>
                  </a:lnTo>
                  <a:lnTo>
                    <a:pt x="390" y="10"/>
                  </a:lnTo>
                  <a:lnTo>
                    <a:pt x="372" y="15"/>
                  </a:lnTo>
                  <a:lnTo>
                    <a:pt x="356" y="20"/>
                  </a:lnTo>
                  <a:lnTo>
                    <a:pt x="338" y="26"/>
                  </a:lnTo>
                  <a:lnTo>
                    <a:pt x="321" y="32"/>
                  </a:lnTo>
                  <a:lnTo>
                    <a:pt x="302" y="40"/>
                  </a:lnTo>
                  <a:lnTo>
                    <a:pt x="284" y="47"/>
                  </a:lnTo>
                  <a:lnTo>
                    <a:pt x="266" y="55"/>
                  </a:lnTo>
                  <a:lnTo>
                    <a:pt x="248" y="63"/>
                  </a:lnTo>
                  <a:lnTo>
                    <a:pt x="230" y="72"/>
                  </a:lnTo>
                  <a:lnTo>
                    <a:pt x="212" y="79"/>
                  </a:lnTo>
                  <a:lnTo>
                    <a:pt x="195" y="87"/>
                  </a:lnTo>
                  <a:lnTo>
                    <a:pt x="179" y="95"/>
                  </a:lnTo>
                  <a:lnTo>
                    <a:pt x="164" y="103"/>
                  </a:lnTo>
                  <a:lnTo>
                    <a:pt x="150" y="110"/>
                  </a:lnTo>
                  <a:lnTo>
                    <a:pt x="136" y="118"/>
                  </a:lnTo>
                  <a:lnTo>
                    <a:pt x="125" y="124"/>
                  </a:lnTo>
                  <a:lnTo>
                    <a:pt x="113" y="131"/>
                  </a:lnTo>
                  <a:lnTo>
                    <a:pt x="101" y="136"/>
                  </a:lnTo>
                  <a:lnTo>
                    <a:pt x="90" y="142"/>
                  </a:lnTo>
                  <a:lnTo>
                    <a:pt x="80" y="146"/>
                  </a:lnTo>
                  <a:lnTo>
                    <a:pt x="70" y="150"/>
                  </a:lnTo>
                  <a:lnTo>
                    <a:pt x="61" y="154"/>
                  </a:lnTo>
                  <a:lnTo>
                    <a:pt x="52" y="156"/>
                  </a:lnTo>
                  <a:lnTo>
                    <a:pt x="44" y="156"/>
                  </a:lnTo>
                  <a:lnTo>
                    <a:pt x="36" y="157"/>
                  </a:lnTo>
                  <a:lnTo>
                    <a:pt x="29" y="155"/>
                  </a:lnTo>
                  <a:lnTo>
                    <a:pt x="22" y="153"/>
                  </a:lnTo>
                  <a:lnTo>
                    <a:pt x="16" y="148"/>
                  </a:lnTo>
                  <a:lnTo>
                    <a:pt x="8" y="146"/>
                  </a:lnTo>
                  <a:lnTo>
                    <a:pt x="4" y="143"/>
                  </a:lnTo>
                  <a:lnTo>
                    <a:pt x="1" y="143"/>
                  </a:lnTo>
                  <a:lnTo>
                    <a:pt x="0" y="143"/>
                  </a:lnTo>
                  <a:lnTo>
                    <a:pt x="1" y="146"/>
                  </a:lnTo>
                  <a:lnTo>
                    <a:pt x="3" y="148"/>
                  </a:lnTo>
                  <a:lnTo>
                    <a:pt x="8" y="151"/>
                  </a:lnTo>
                  <a:lnTo>
                    <a:pt x="15" y="153"/>
                  </a:lnTo>
                  <a:lnTo>
                    <a:pt x="22" y="157"/>
                  </a:lnTo>
                  <a:lnTo>
                    <a:pt x="31" y="159"/>
                  </a:lnTo>
                  <a:lnTo>
                    <a:pt x="42" y="161"/>
                  </a:lnTo>
                  <a:lnTo>
                    <a:pt x="54" y="162"/>
                  </a:lnTo>
                  <a:lnTo>
                    <a:pt x="67" y="162"/>
                  </a:lnTo>
                  <a:lnTo>
                    <a:pt x="82" y="159"/>
                  </a:lnTo>
                  <a:lnTo>
                    <a:pt x="97" y="156"/>
                  </a:lnTo>
                  <a:lnTo>
                    <a:pt x="114" y="148"/>
                  </a:lnTo>
                  <a:lnTo>
                    <a:pt x="137" y="140"/>
                  </a:lnTo>
                  <a:lnTo>
                    <a:pt x="159" y="131"/>
                  </a:lnTo>
                  <a:lnTo>
                    <a:pt x="179" y="121"/>
                  </a:lnTo>
                  <a:lnTo>
                    <a:pt x="198" y="111"/>
                  </a:lnTo>
                  <a:lnTo>
                    <a:pt x="216" y="103"/>
                  </a:lnTo>
                  <a:lnTo>
                    <a:pt x="233" y="94"/>
                  </a:lnTo>
                  <a:lnTo>
                    <a:pt x="250" y="86"/>
                  </a:lnTo>
                  <a:lnTo>
                    <a:pt x="267" y="76"/>
                  </a:lnTo>
                  <a:lnTo>
                    <a:pt x="284" y="70"/>
                  </a:lnTo>
                  <a:lnTo>
                    <a:pt x="302" y="62"/>
                  </a:lnTo>
                  <a:lnTo>
                    <a:pt x="321" y="55"/>
                  </a:lnTo>
                  <a:lnTo>
                    <a:pt x="342" y="48"/>
                  </a:lnTo>
                  <a:lnTo>
                    <a:pt x="364" y="43"/>
                  </a:lnTo>
                  <a:lnTo>
                    <a:pt x="390" y="37"/>
                  </a:lnTo>
                  <a:lnTo>
                    <a:pt x="417" y="33"/>
                  </a:lnTo>
                  <a:lnTo>
                    <a:pt x="449" y="28"/>
                  </a:lnTo>
                  <a:lnTo>
                    <a:pt x="460" y="29"/>
                  </a:lnTo>
                  <a:lnTo>
                    <a:pt x="474" y="29"/>
                  </a:lnTo>
                  <a:lnTo>
                    <a:pt x="488" y="33"/>
                  </a:lnTo>
                  <a:lnTo>
                    <a:pt x="504" y="35"/>
                  </a:lnTo>
                  <a:lnTo>
                    <a:pt x="519" y="41"/>
                  </a:lnTo>
                  <a:lnTo>
                    <a:pt x="536" y="45"/>
                  </a:lnTo>
                  <a:lnTo>
                    <a:pt x="553" y="51"/>
                  </a:lnTo>
                  <a:lnTo>
                    <a:pt x="571" y="56"/>
                  </a:lnTo>
                  <a:lnTo>
                    <a:pt x="587" y="64"/>
                  </a:lnTo>
                  <a:lnTo>
                    <a:pt x="604" y="70"/>
                  </a:lnTo>
                  <a:lnTo>
                    <a:pt x="619" y="78"/>
                  </a:lnTo>
                  <a:lnTo>
                    <a:pt x="636" y="85"/>
                  </a:lnTo>
                  <a:lnTo>
                    <a:pt x="649" y="93"/>
                  </a:lnTo>
                  <a:lnTo>
                    <a:pt x="663" y="101"/>
                  </a:lnTo>
                  <a:lnTo>
                    <a:pt x="675" y="109"/>
                  </a:lnTo>
                  <a:lnTo>
                    <a:pt x="687" y="115"/>
                  </a:lnTo>
                  <a:lnTo>
                    <a:pt x="687" y="116"/>
                  </a:lnTo>
                  <a:lnTo>
                    <a:pt x="689" y="118"/>
                  </a:lnTo>
                  <a:lnTo>
                    <a:pt x="692" y="121"/>
                  </a:lnTo>
                  <a:lnTo>
                    <a:pt x="697" y="124"/>
                  </a:lnTo>
                  <a:lnTo>
                    <a:pt x="700" y="129"/>
                  </a:lnTo>
                  <a:lnTo>
                    <a:pt x="706" y="134"/>
                  </a:lnTo>
                  <a:lnTo>
                    <a:pt x="712" y="140"/>
                  </a:lnTo>
                  <a:lnTo>
                    <a:pt x="720" y="143"/>
                  </a:lnTo>
                  <a:lnTo>
                    <a:pt x="726" y="149"/>
                  </a:lnTo>
                  <a:lnTo>
                    <a:pt x="732" y="155"/>
                  </a:lnTo>
                  <a:lnTo>
                    <a:pt x="738" y="161"/>
                  </a:lnTo>
                  <a:lnTo>
                    <a:pt x="746" y="165"/>
                  </a:lnTo>
                  <a:lnTo>
                    <a:pt x="751" y="170"/>
                  </a:lnTo>
                  <a:lnTo>
                    <a:pt x="757" y="174"/>
                  </a:lnTo>
                  <a:lnTo>
                    <a:pt x="761" y="177"/>
                  </a:lnTo>
                  <a:lnTo>
                    <a:pt x="766" y="179"/>
                  </a:lnTo>
                  <a:lnTo>
                    <a:pt x="765" y="179"/>
                  </a:lnTo>
                  <a:lnTo>
                    <a:pt x="765" y="178"/>
                  </a:lnTo>
                  <a:lnTo>
                    <a:pt x="765" y="176"/>
                  </a:lnTo>
                  <a:lnTo>
                    <a:pt x="765" y="175"/>
                  </a:lnTo>
                  <a:lnTo>
                    <a:pt x="765" y="172"/>
                  </a:lnTo>
                  <a:lnTo>
                    <a:pt x="765" y="169"/>
                  </a:lnTo>
                  <a:lnTo>
                    <a:pt x="765" y="166"/>
                  </a:lnTo>
                  <a:lnTo>
                    <a:pt x="765" y="162"/>
                  </a:lnTo>
                  <a:lnTo>
                    <a:pt x="765" y="160"/>
                  </a:lnTo>
                  <a:lnTo>
                    <a:pt x="765" y="156"/>
                  </a:lnTo>
                  <a:lnTo>
                    <a:pt x="765" y="154"/>
                  </a:lnTo>
                  <a:lnTo>
                    <a:pt x="765" y="150"/>
                  </a:lnTo>
                  <a:lnTo>
                    <a:pt x="765" y="148"/>
                  </a:lnTo>
                  <a:lnTo>
                    <a:pt x="765" y="147"/>
                  </a:lnTo>
                  <a:lnTo>
                    <a:pt x="765" y="146"/>
                  </a:lnTo>
                  <a:lnTo>
                    <a:pt x="766" y="145"/>
                  </a:lnTo>
                  <a:lnTo>
                    <a:pt x="765" y="143"/>
                  </a:lnTo>
                  <a:lnTo>
                    <a:pt x="762" y="139"/>
                  </a:lnTo>
                  <a:lnTo>
                    <a:pt x="757" y="135"/>
                  </a:lnTo>
                  <a:lnTo>
                    <a:pt x="753" y="129"/>
                  </a:lnTo>
                  <a:lnTo>
                    <a:pt x="746" y="124"/>
                  </a:lnTo>
                  <a:lnTo>
                    <a:pt x="741" y="118"/>
                  </a:lnTo>
                  <a:lnTo>
                    <a:pt x="733" y="112"/>
                  </a:lnTo>
                  <a:lnTo>
                    <a:pt x="727" y="107"/>
                  </a:lnTo>
                  <a:lnTo>
                    <a:pt x="719" y="102"/>
                  </a:lnTo>
                  <a:lnTo>
                    <a:pt x="712" y="96"/>
                  </a:lnTo>
                  <a:lnTo>
                    <a:pt x="706" y="92"/>
                  </a:lnTo>
                  <a:lnTo>
                    <a:pt x="700" y="87"/>
                  </a:lnTo>
                  <a:lnTo>
                    <a:pt x="694" y="84"/>
                  </a:lnTo>
                  <a:lnTo>
                    <a:pt x="691" y="81"/>
                  </a:lnTo>
                  <a:lnTo>
                    <a:pt x="688" y="79"/>
                  </a:lnTo>
                  <a:lnTo>
                    <a:pt x="688" y="77"/>
                  </a:lnTo>
                  <a:lnTo>
                    <a:pt x="688" y="77"/>
                  </a:lnTo>
                </a:path>
              </a:pathLst>
            </a:custGeom>
            <a:solidFill>
              <a:srgbClr val="bfbf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29" name=""/>
            <p:cNvSpPr/>
            <p:nvPr/>
          </p:nvSpPr>
          <p:spPr>
            <a:xfrm>
              <a:off x="5649840" y="2930400"/>
              <a:ext cx="1514520" cy="403200"/>
            </a:xfrm>
            <a:custGeom>
              <a:avLst/>
              <a:gdLst/>
              <a:ahLst/>
              <a:rect l="l" t="t" r="r" b="b"/>
              <a:pathLst>
                <a:path w="954" h="254">
                  <a:moveTo>
                    <a:pt x="80" y="73"/>
                  </a:moveTo>
                  <a:lnTo>
                    <a:pt x="87" y="67"/>
                  </a:lnTo>
                  <a:lnTo>
                    <a:pt x="95" y="60"/>
                  </a:lnTo>
                  <a:lnTo>
                    <a:pt x="104" y="54"/>
                  </a:lnTo>
                  <a:lnTo>
                    <a:pt x="116" y="46"/>
                  </a:lnTo>
                  <a:lnTo>
                    <a:pt x="126" y="41"/>
                  </a:lnTo>
                  <a:lnTo>
                    <a:pt x="140" y="35"/>
                  </a:lnTo>
                  <a:lnTo>
                    <a:pt x="153" y="29"/>
                  </a:lnTo>
                  <a:lnTo>
                    <a:pt x="169" y="22"/>
                  </a:lnTo>
                  <a:lnTo>
                    <a:pt x="184" y="19"/>
                  </a:lnTo>
                  <a:lnTo>
                    <a:pt x="200" y="13"/>
                  </a:lnTo>
                  <a:lnTo>
                    <a:pt x="217" y="9"/>
                  </a:lnTo>
                  <a:lnTo>
                    <a:pt x="236" y="6"/>
                  </a:lnTo>
                  <a:lnTo>
                    <a:pt x="255" y="4"/>
                  </a:lnTo>
                  <a:lnTo>
                    <a:pt x="274" y="2"/>
                  </a:lnTo>
                  <a:lnTo>
                    <a:pt x="295" y="1"/>
                  </a:lnTo>
                  <a:lnTo>
                    <a:pt x="317" y="0"/>
                  </a:lnTo>
                  <a:lnTo>
                    <a:pt x="329" y="2"/>
                  </a:lnTo>
                  <a:lnTo>
                    <a:pt x="344" y="4"/>
                  </a:lnTo>
                  <a:lnTo>
                    <a:pt x="359" y="7"/>
                  </a:lnTo>
                  <a:lnTo>
                    <a:pt x="375" y="9"/>
                  </a:lnTo>
                  <a:lnTo>
                    <a:pt x="391" y="14"/>
                  </a:lnTo>
                  <a:lnTo>
                    <a:pt x="409" y="19"/>
                  </a:lnTo>
                  <a:lnTo>
                    <a:pt x="427" y="25"/>
                  </a:lnTo>
                  <a:lnTo>
                    <a:pt x="445" y="31"/>
                  </a:lnTo>
                  <a:lnTo>
                    <a:pt x="463" y="38"/>
                  </a:lnTo>
                  <a:lnTo>
                    <a:pt x="481" y="46"/>
                  </a:lnTo>
                  <a:lnTo>
                    <a:pt x="498" y="53"/>
                  </a:lnTo>
                  <a:lnTo>
                    <a:pt x="518" y="61"/>
                  </a:lnTo>
                  <a:lnTo>
                    <a:pt x="535" y="71"/>
                  </a:lnTo>
                  <a:lnTo>
                    <a:pt x="553" y="79"/>
                  </a:lnTo>
                  <a:lnTo>
                    <a:pt x="570" y="87"/>
                  </a:lnTo>
                  <a:lnTo>
                    <a:pt x="588" y="94"/>
                  </a:lnTo>
                  <a:lnTo>
                    <a:pt x="600" y="102"/>
                  </a:lnTo>
                  <a:lnTo>
                    <a:pt x="614" y="110"/>
                  </a:lnTo>
                  <a:lnTo>
                    <a:pt x="627" y="117"/>
                  </a:lnTo>
                  <a:lnTo>
                    <a:pt x="640" y="123"/>
                  </a:lnTo>
                  <a:lnTo>
                    <a:pt x="651" y="129"/>
                  </a:lnTo>
                  <a:lnTo>
                    <a:pt x="663" y="134"/>
                  </a:lnTo>
                  <a:lnTo>
                    <a:pt x="673" y="139"/>
                  </a:lnTo>
                  <a:lnTo>
                    <a:pt x="685" y="143"/>
                  </a:lnTo>
                  <a:lnTo>
                    <a:pt x="694" y="147"/>
                  </a:lnTo>
                  <a:lnTo>
                    <a:pt x="703" y="150"/>
                  </a:lnTo>
                  <a:lnTo>
                    <a:pt x="712" y="152"/>
                  </a:lnTo>
                  <a:lnTo>
                    <a:pt x="722" y="152"/>
                  </a:lnTo>
                  <a:lnTo>
                    <a:pt x="729" y="152"/>
                  </a:lnTo>
                  <a:lnTo>
                    <a:pt x="737" y="150"/>
                  </a:lnTo>
                  <a:lnTo>
                    <a:pt x="744" y="148"/>
                  </a:lnTo>
                  <a:lnTo>
                    <a:pt x="751" y="145"/>
                  </a:lnTo>
                  <a:lnTo>
                    <a:pt x="759" y="140"/>
                  </a:lnTo>
                  <a:lnTo>
                    <a:pt x="768" y="134"/>
                  </a:lnTo>
                  <a:lnTo>
                    <a:pt x="777" y="129"/>
                  </a:lnTo>
                  <a:lnTo>
                    <a:pt x="786" y="121"/>
                  </a:lnTo>
                  <a:lnTo>
                    <a:pt x="796" y="116"/>
                  </a:lnTo>
                  <a:lnTo>
                    <a:pt x="807" y="109"/>
                  </a:lnTo>
                  <a:lnTo>
                    <a:pt x="817" y="103"/>
                  </a:lnTo>
                  <a:lnTo>
                    <a:pt x="829" y="96"/>
                  </a:lnTo>
                  <a:lnTo>
                    <a:pt x="839" y="92"/>
                  </a:lnTo>
                  <a:lnTo>
                    <a:pt x="851" y="87"/>
                  </a:lnTo>
                  <a:lnTo>
                    <a:pt x="862" y="85"/>
                  </a:lnTo>
                  <a:lnTo>
                    <a:pt x="874" y="81"/>
                  </a:lnTo>
                  <a:lnTo>
                    <a:pt x="883" y="81"/>
                  </a:lnTo>
                  <a:lnTo>
                    <a:pt x="895" y="81"/>
                  </a:lnTo>
                  <a:lnTo>
                    <a:pt x="905" y="82"/>
                  </a:lnTo>
                  <a:lnTo>
                    <a:pt x="917" y="85"/>
                  </a:lnTo>
                  <a:lnTo>
                    <a:pt x="923" y="94"/>
                  </a:lnTo>
                  <a:lnTo>
                    <a:pt x="929" y="101"/>
                  </a:lnTo>
                  <a:lnTo>
                    <a:pt x="934" y="107"/>
                  </a:lnTo>
                  <a:lnTo>
                    <a:pt x="940" y="111"/>
                  </a:lnTo>
                  <a:lnTo>
                    <a:pt x="943" y="116"/>
                  </a:lnTo>
                  <a:lnTo>
                    <a:pt x="947" y="119"/>
                  </a:lnTo>
                  <a:lnTo>
                    <a:pt x="949" y="123"/>
                  </a:lnTo>
                  <a:lnTo>
                    <a:pt x="951" y="125"/>
                  </a:lnTo>
                  <a:lnTo>
                    <a:pt x="951" y="127"/>
                  </a:lnTo>
                  <a:lnTo>
                    <a:pt x="953" y="129"/>
                  </a:lnTo>
                  <a:lnTo>
                    <a:pt x="952" y="131"/>
                  </a:lnTo>
                  <a:lnTo>
                    <a:pt x="952" y="132"/>
                  </a:lnTo>
                  <a:lnTo>
                    <a:pt x="950" y="134"/>
                  </a:lnTo>
                  <a:lnTo>
                    <a:pt x="949" y="134"/>
                  </a:lnTo>
                  <a:lnTo>
                    <a:pt x="946" y="136"/>
                  </a:lnTo>
                  <a:lnTo>
                    <a:pt x="944" y="136"/>
                  </a:lnTo>
                  <a:lnTo>
                    <a:pt x="933" y="121"/>
                  </a:lnTo>
                  <a:lnTo>
                    <a:pt x="922" y="110"/>
                  </a:lnTo>
                  <a:lnTo>
                    <a:pt x="911" y="104"/>
                  </a:lnTo>
                  <a:lnTo>
                    <a:pt x="900" y="101"/>
                  </a:lnTo>
                  <a:lnTo>
                    <a:pt x="886" y="103"/>
                  </a:lnTo>
                  <a:lnTo>
                    <a:pt x="874" y="107"/>
                  </a:lnTo>
                  <a:lnTo>
                    <a:pt x="860" y="113"/>
                  </a:lnTo>
                  <a:lnTo>
                    <a:pt x="846" y="120"/>
                  </a:lnTo>
                  <a:lnTo>
                    <a:pt x="831" y="130"/>
                  </a:lnTo>
                  <a:lnTo>
                    <a:pt x="816" y="139"/>
                  </a:lnTo>
                  <a:lnTo>
                    <a:pt x="799" y="148"/>
                  </a:lnTo>
                  <a:lnTo>
                    <a:pt x="784" y="157"/>
                  </a:lnTo>
                  <a:lnTo>
                    <a:pt x="766" y="165"/>
                  </a:lnTo>
                  <a:lnTo>
                    <a:pt x="749" y="170"/>
                  </a:lnTo>
                  <a:lnTo>
                    <a:pt x="731" y="175"/>
                  </a:lnTo>
                  <a:lnTo>
                    <a:pt x="713" y="175"/>
                  </a:lnTo>
                  <a:lnTo>
                    <a:pt x="687" y="174"/>
                  </a:lnTo>
                  <a:lnTo>
                    <a:pt x="663" y="170"/>
                  </a:lnTo>
                  <a:lnTo>
                    <a:pt x="639" y="166"/>
                  </a:lnTo>
                  <a:lnTo>
                    <a:pt x="617" y="160"/>
                  </a:lnTo>
                  <a:lnTo>
                    <a:pt x="593" y="153"/>
                  </a:lnTo>
                  <a:lnTo>
                    <a:pt x="572" y="146"/>
                  </a:lnTo>
                  <a:lnTo>
                    <a:pt x="550" y="138"/>
                  </a:lnTo>
                  <a:lnTo>
                    <a:pt x="529" y="129"/>
                  </a:lnTo>
                  <a:lnTo>
                    <a:pt x="505" y="121"/>
                  </a:lnTo>
                  <a:lnTo>
                    <a:pt x="483" y="114"/>
                  </a:lnTo>
                  <a:lnTo>
                    <a:pt x="459" y="107"/>
                  </a:lnTo>
                  <a:lnTo>
                    <a:pt x="435" y="100"/>
                  </a:lnTo>
                  <a:lnTo>
                    <a:pt x="408" y="95"/>
                  </a:lnTo>
                  <a:lnTo>
                    <a:pt x="381" y="92"/>
                  </a:lnTo>
                  <a:lnTo>
                    <a:pt x="352" y="91"/>
                  </a:lnTo>
                  <a:lnTo>
                    <a:pt x="322" y="91"/>
                  </a:lnTo>
                  <a:lnTo>
                    <a:pt x="309" y="93"/>
                  </a:lnTo>
                  <a:lnTo>
                    <a:pt x="295" y="94"/>
                  </a:lnTo>
                  <a:lnTo>
                    <a:pt x="280" y="97"/>
                  </a:lnTo>
                  <a:lnTo>
                    <a:pt x="265" y="99"/>
                  </a:lnTo>
                  <a:lnTo>
                    <a:pt x="247" y="103"/>
                  </a:lnTo>
                  <a:lnTo>
                    <a:pt x="231" y="106"/>
                  </a:lnTo>
                  <a:lnTo>
                    <a:pt x="213" y="110"/>
                  </a:lnTo>
                  <a:lnTo>
                    <a:pt x="197" y="114"/>
                  </a:lnTo>
                  <a:lnTo>
                    <a:pt x="179" y="119"/>
                  </a:lnTo>
                  <a:lnTo>
                    <a:pt x="162" y="125"/>
                  </a:lnTo>
                  <a:lnTo>
                    <a:pt x="146" y="131"/>
                  </a:lnTo>
                  <a:lnTo>
                    <a:pt x="130" y="136"/>
                  </a:lnTo>
                  <a:lnTo>
                    <a:pt x="114" y="143"/>
                  </a:lnTo>
                  <a:lnTo>
                    <a:pt x="102" y="148"/>
                  </a:lnTo>
                  <a:lnTo>
                    <a:pt x="89" y="156"/>
                  </a:lnTo>
                  <a:lnTo>
                    <a:pt x="80" y="162"/>
                  </a:lnTo>
                  <a:lnTo>
                    <a:pt x="78" y="163"/>
                  </a:lnTo>
                  <a:lnTo>
                    <a:pt x="76" y="165"/>
                  </a:lnTo>
                  <a:lnTo>
                    <a:pt x="73" y="170"/>
                  </a:lnTo>
                  <a:lnTo>
                    <a:pt x="69" y="175"/>
                  </a:lnTo>
                  <a:lnTo>
                    <a:pt x="63" y="182"/>
                  </a:lnTo>
                  <a:lnTo>
                    <a:pt x="58" y="189"/>
                  </a:lnTo>
                  <a:lnTo>
                    <a:pt x="51" y="197"/>
                  </a:lnTo>
                  <a:lnTo>
                    <a:pt x="46" y="204"/>
                  </a:lnTo>
                  <a:lnTo>
                    <a:pt x="38" y="213"/>
                  </a:lnTo>
                  <a:lnTo>
                    <a:pt x="32" y="221"/>
                  </a:lnTo>
                  <a:lnTo>
                    <a:pt x="25" y="229"/>
                  </a:lnTo>
                  <a:lnTo>
                    <a:pt x="19" y="235"/>
                  </a:lnTo>
                  <a:lnTo>
                    <a:pt x="13" y="242"/>
                  </a:lnTo>
                  <a:lnTo>
                    <a:pt x="7" y="247"/>
                  </a:lnTo>
                  <a:lnTo>
                    <a:pt x="3" y="251"/>
                  </a:lnTo>
                  <a:lnTo>
                    <a:pt x="0" y="253"/>
                  </a:lnTo>
                  <a:lnTo>
                    <a:pt x="0" y="253"/>
                  </a:lnTo>
                  <a:lnTo>
                    <a:pt x="0" y="249"/>
                  </a:lnTo>
                  <a:lnTo>
                    <a:pt x="0" y="244"/>
                  </a:lnTo>
                  <a:lnTo>
                    <a:pt x="0" y="236"/>
                  </a:lnTo>
                  <a:lnTo>
                    <a:pt x="0" y="228"/>
                  </a:lnTo>
                  <a:lnTo>
                    <a:pt x="0" y="218"/>
                  </a:lnTo>
                  <a:lnTo>
                    <a:pt x="0" y="207"/>
                  </a:lnTo>
                  <a:lnTo>
                    <a:pt x="0" y="195"/>
                  </a:lnTo>
                  <a:lnTo>
                    <a:pt x="0" y="185"/>
                  </a:lnTo>
                  <a:lnTo>
                    <a:pt x="0" y="175"/>
                  </a:lnTo>
                  <a:lnTo>
                    <a:pt x="0" y="165"/>
                  </a:lnTo>
                  <a:lnTo>
                    <a:pt x="0" y="156"/>
                  </a:lnTo>
                  <a:lnTo>
                    <a:pt x="0" y="149"/>
                  </a:lnTo>
                  <a:lnTo>
                    <a:pt x="0" y="143"/>
                  </a:lnTo>
                  <a:lnTo>
                    <a:pt x="0" y="139"/>
                  </a:lnTo>
                  <a:lnTo>
                    <a:pt x="0" y="137"/>
                  </a:lnTo>
                  <a:lnTo>
                    <a:pt x="0" y="135"/>
                  </a:lnTo>
                  <a:lnTo>
                    <a:pt x="2" y="131"/>
                  </a:lnTo>
                  <a:lnTo>
                    <a:pt x="6" y="127"/>
                  </a:lnTo>
                  <a:lnTo>
                    <a:pt x="12" y="122"/>
                  </a:lnTo>
                  <a:lnTo>
                    <a:pt x="17" y="118"/>
                  </a:lnTo>
                  <a:lnTo>
                    <a:pt x="24" y="112"/>
                  </a:lnTo>
                  <a:lnTo>
                    <a:pt x="31" y="107"/>
                  </a:lnTo>
                  <a:lnTo>
                    <a:pt x="39" y="101"/>
                  </a:lnTo>
                  <a:lnTo>
                    <a:pt x="45" y="97"/>
                  </a:lnTo>
                  <a:lnTo>
                    <a:pt x="53" y="91"/>
                  </a:lnTo>
                  <a:lnTo>
                    <a:pt x="59" y="87"/>
                  </a:lnTo>
                  <a:lnTo>
                    <a:pt x="66" y="81"/>
                  </a:lnTo>
                  <a:lnTo>
                    <a:pt x="71" y="79"/>
                  </a:lnTo>
                  <a:lnTo>
                    <a:pt x="75" y="75"/>
                  </a:lnTo>
                  <a:lnTo>
                    <a:pt x="78" y="74"/>
                  </a:lnTo>
                  <a:lnTo>
                    <a:pt x="80" y="73"/>
                  </a:lnTo>
                  <a:lnTo>
                    <a:pt x="80" y="73"/>
                  </a:lnTo>
                </a:path>
              </a:pathLst>
            </a:custGeom>
            <a:solidFill>
              <a:srgbClr val="bfbf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30" name=""/>
            <p:cNvSpPr/>
            <p:nvPr/>
          </p:nvSpPr>
          <p:spPr>
            <a:xfrm>
              <a:off x="5649840" y="2930400"/>
              <a:ext cx="1217520" cy="285840"/>
            </a:xfrm>
            <a:custGeom>
              <a:avLst/>
              <a:gdLst/>
              <a:ahLst/>
              <a:rect l="l" t="t" r="r" b="b"/>
              <a:pathLst>
                <a:path w="767" h="180">
                  <a:moveTo>
                    <a:pt x="80" y="77"/>
                  </a:moveTo>
                  <a:lnTo>
                    <a:pt x="87" y="72"/>
                  </a:lnTo>
                  <a:lnTo>
                    <a:pt x="95" y="65"/>
                  </a:lnTo>
                  <a:lnTo>
                    <a:pt x="104" y="59"/>
                  </a:lnTo>
                  <a:lnTo>
                    <a:pt x="116" y="51"/>
                  </a:lnTo>
                  <a:lnTo>
                    <a:pt x="126" y="45"/>
                  </a:lnTo>
                  <a:lnTo>
                    <a:pt x="140" y="38"/>
                  </a:lnTo>
                  <a:lnTo>
                    <a:pt x="153" y="32"/>
                  </a:lnTo>
                  <a:lnTo>
                    <a:pt x="169" y="25"/>
                  </a:lnTo>
                  <a:lnTo>
                    <a:pt x="184" y="21"/>
                  </a:lnTo>
                  <a:lnTo>
                    <a:pt x="200" y="14"/>
                  </a:lnTo>
                  <a:lnTo>
                    <a:pt x="217" y="11"/>
                  </a:lnTo>
                  <a:lnTo>
                    <a:pt x="236" y="7"/>
                  </a:lnTo>
                  <a:lnTo>
                    <a:pt x="255" y="5"/>
                  </a:lnTo>
                  <a:lnTo>
                    <a:pt x="274" y="2"/>
                  </a:lnTo>
                  <a:lnTo>
                    <a:pt x="295" y="2"/>
                  </a:lnTo>
                  <a:lnTo>
                    <a:pt x="317" y="0"/>
                  </a:lnTo>
                  <a:lnTo>
                    <a:pt x="329" y="2"/>
                  </a:lnTo>
                  <a:lnTo>
                    <a:pt x="344" y="4"/>
                  </a:lnTo>
                  <a:lnTo>
                    <a:pt x="359" y="7"/>
                  </a:lnTo>
                  <a:lnTo>
                    <a:pt x="375" y="10"/>
                  </a:lnTo>
                  <a:lnTo>
                    <a:pt x="391" y="15"/>
                  </a:lnTo>
                  <a:lnTo>
                    <a:pt x="409" y="20"/>
                  </a:lnTo>
                  <a:lnTo>
                    <a:pt x="427" y="26"/>
                  </a:lnTo>
                  <a:lnTo>
                    <a:pt x="445" y="32"/>
                  </a:lnTo>
                  <a:lnTo>
                    <a:pt x="463" y="40"/>
                  </a:lnTo>
                  <a:lnTo>
                    <a:pt x="481" y="47"/>
                  </a:lnTo>
                  <a:lnTo>
                    <a:pt x="498" y="55"/>
                  </a:lnTo>
                  <a:lnTo>
                    <a:pt x="518" y="63"/>
                  </a:lnTo>
                  <a:lnTo>
                    <a:pt x="535" y="72"/>
                  </a:lnTo>
                  <a:lnTo>
                    <a:pt x="553" y="79"/>
                  </a:lnTo>
                  <a:lnTo>
                    <a:pt x="570" y="87"/>
                  </a:lnTo>
                  <a:lnTo>
                    <a:pt x="588" y="95"/>
                  </a:lnTo>
                  <a:lnTo>
                    <a:pt x="600" y="103"/>
                  </a:lnTo>
                  <a:lnTo>
                    <a:pt x="614" y="110"/>
                  </a:lnTo>
                  <a:lnTo>
                    <a:pt x="627" y="118"/>
                  </a:lnTo>
                  <a:lnTo>
                    <a:pt x="640" y="124"/>
                  </a:lnTo>
                  <a:lnTo>
                    <a:pt x="651" y="131"/>
                  </a:lnTo>
                  <a:lnTo>
                    <a:pt x="663" y="136"/>
                  </a:lnTo>
                  <a:lnTo>
                    <a:pt x="673" y="142"/>
                  </a:lnTo>
                  <a:lnTo>
                    <a:pt x="685" y="146"/>
                  </a:lnTo>
                  <a:lnTo>
                    <a:pt x="694" y="150"/>
                  </a:lnTo>
                  <a:lnTo>
                    <a:pt x="703" y="154"/>
                  </a:lnTo>
                  <a:lnTo>
                    <a:pt x="712" y="156"/>
                  </a:lnTo>
                  <a:lnTo>
                    <a:pt x="722" y="156"/>
                  </a:lnTo>
                  <a:lnTo>
                    <a:pt x="729" y="157"/>
                  </a:lnTo>
                  <a:lnTo>
                    <a:pt x="737" y="155"/>
                  </a:lnTo>
                  <a:lnTo>
                    <a:pt x="744" y="153"/>
                  </a:lnTo>
                  <a:lnTo>
                    <a:pt x="751" y="148"/>
                  </a:lnTo>
                  <a:lnTo>
                    <a:pt x="757" y="146"/>
                  </a:lnTo>
                  <a:lnTo>
                    <a:pt x="762" y="143"/>
                  </a:lnTo>
                  <a:lnTo>
                    <a:pt x="764" y="143"/>
                  </a:lnTo>
                  <a:lnTo>
                    <a:pt x="766" y="143"/>
                  </a:lnTo>
                  <a:lnTo>
                    <a:pt x="764" y="146"/>
                  </a:lnTo>
                  <a:lnTo>
                    <a:pt x="762" y="148"/>
                  </a:lnTo>
                  <a:lnTo>
                    <a:pt x="756" y="151"/>
                  </a:lnTo>
                  <a:lnTo>
                    <a:pt x="751" y="153"/>
                  </a:lnTo>
                  <a:lnTo>
                    <a:pt x="742" y="157"/>
                  </a:lnTo>
                  <a:lnTo>
                    <a:pt x="733" y="159"/>
                  </a:lnTo>
                  <a:lnTo>
                    <a:pt x="722" y="161"/>
                  </a:lnTo>
                  <a:lnTo>
                    <a:pt x="711" y="162"/>
                  </a:lnTo>
                  <a:lnTo>
                    <a:pt x="696" y="162"/>
                  </a:lnTo>
                  <a:lnTo>
                    <a:pt x="682" y="159"/>
                  </a:lnTo>
                  <a:lnTo>
                    <a:pt x="666" y="156"/>
                  </a:lnTo>
                  <a:lnTo>
                    <a:pt x="651" y="148"/>
                  </a:lnTo>
                  <a:lnTo>
                    <a:pt x="627" y="140"/>
                  </a:lnTo>
                  <a:lnTo>
                    <a:pt x="605" y="131"/>
                  </a:lnTo>
                  <a:lnTo>
                    <a:pt x="585" y="121"/>
                  </a:lnTo>
                  <a:lnTo>
                    <a:pt x="566" y="111"/>
                  </a:lnTo>
                  <a:lnTo>
                    <a:pt x="548" y="103"/>
                  </a:lnTo>
                  <a:lnTo>
                    <a:pt x="531" y="94"/>
                  </a:lnTo>
                  <a:lnTo>
                    <a:pt x="514" y="86"/>
                  </a:lnTo>
                  <a:lnTo>
                    <a:pt x="498" y="76"/>
                  </a:lnTo>
                  <a:lnTo>
                    <a:pt x="480" y="70"/>
                  </a:lnTo>
                  <a:lnTo>
                    <a:pt x="461" y="62"/>
                  </a:lnTo>
                  <a:lnTo>
                    <a:pt x="442" y="55"/>
                  </a:lnTo>
                  <a:lnTo>
                    <a:pt x="422" y="48"/>
                  </a:lnTo>
                  <a:lnTo>
                    <a:pt x="399" y="43"/>
                  </a:lnTo>
                  <a:lnTo>
                    <a:pt x="374" y="37"/>
                  </a:lnTo>
                  <a:lnTo>
                    <a:pt x="346" y="33"/>
                  </a:lnTo>
                  <a:lnTo>
                    <a:pt x="317" y="28"/>
                  </a:lnTo>
                  <a:lnTo>
                    <a:pt x="303" y="29"/>
                  </a:lnTo>
                  <a:lnTo>
                    <a:pt x="290" y="29"/>
                  </a:lnTo>
                  <a:lnTo>
                    <a:pt x="275" y="33"/>
                  </a:lnTo>
                  <a:lnTo>
                    <a:pt x="261" y="35"/>
                  </a:lnTo>
                  <a:lnTo>
                    <a:pt x="244" y="41"/>
                  </a:lnTo>
                  <a:lnTo>
                    <a:pt x="228" y="45"/>
                  </a:lnTo>
                  <a:lnTo>
                    <a:pt x="211" y="51"/>
                  </a:lnTo>
                  <a:lnTo>
                    <a:pt x="195" y="56"/>
                  </a:lnTo>
                  <a:lnTo>
                    <a:pt x="178" y="64"/>
                  </a:lnTo>
                  <a:lnTo>
                    <a:pt x="161" y="70"/>
                  </a:lnTo>
                  <a:lnTo>
                    <a:pt x="145" y="78"/>
                  </a:lnTo>
                  <a:lnTo>
                    <a:pt x="130" y="85"/>
                  </a:lnTo>
                  <a:lnTo>
                    <a:pt x="114" y="93"/>
                  </a:lnTo>
                  <a:lnTo>
                    <a:pt x="102" y="101"/>
                  </a:lnTo>
                  <a:lnTo>
                    <a:pt x="89" y="109"/>
                  </a:lnTo>
                  <a:lnTo>
                    <a:pt x="80" y="115"/>
                  </a:lnTo>
                  <a:lnTo>
                    <a:pt x="78" y="116"/>
                  </a:lnTo>
                  <a:lnTo>
                    <a:pt x="76" y="118"/>
                  </a:lnTo>
                  <a:lnTo>
                    <a:pt x="73" y="121"/>
                  </a:lnTo>
                  <a:lnTo>
                    <a:pt x="69" y="124"/>
                  </a:lnTo>
                  <a:lnTo>
                    <a:pt x="63" y="129"/>
                  </a:lnTo>
                  <a:lnTo>
                    <a:pt x="58" y="134"/>
                  </a:lnTo>
                  <a:lnTo>
                    <a:pt x="51" y="140"/>
                  </a:lnTo>
                  <a:lnTo>
                    <a:pt x="46" y="143"/>
                  </a:lnTo>
                  <a:lnTo>
                    <a:pt x="38" y="149"/>
                  </a:lnTo>
                  <a:lnTo>
                    <a:pt x="32" y="155"/>
                  </a:lnTo>
                  <a:lnTo>
                    <a:pt x="25" y="161"/>
                  </a:lnTo>
                  <a:lnTo>
                    <a:pt x="19" y="165"/>
                  </a:lnTo>
                  <a:lnTo>
                    <a:pt x="13" y="170"/>
                  </a:lnTo>
                  <a:lnTo>
                    <a:pt x="7" y="174"/>
                  </a:lnTo>
                  <a:lnTo>
                    <a:pt x="3" y="177"/>
                  </a:lnTo>
                  <a:lnTo>
                    <a:pt x="0" y="179"/>
                  </a:lnTo>
                  <a:lnTo>
                    <a:pt x="0" y="179"/>
                  </a:lnTo>
                  <a:lnTo>
                    <a:pt x="0" y="178"/>
                  </a:lnTo>
                  <a:lnTo>
                    <a:pt x="0" y="176"/>
                  </a:lnTo>
                  <a:lnTo>
                    <a:pt x="0" y="175"/>
                  </a:lnTo>
                  <a:lnTo>
                    <a:pt x="0" y="172"/>
                  </a:lnTo>
                  <a:lnTo>
                    <a:pt x="0" y="169"/>
                  </a:lnTo>
                  <a:lnTo>
                    <a:pt x="0" y="166"/>
                  </a:lnTo>
                  <a:lnTo>
                    <a:pt x="0" y="162"/>
                  </a:lnTo>
                  <a:lnTo>
                    <a:pt x="0" y="160"/>
                  </a:lnTo>
                  <a:lnTo>
                    <a:pt x="0" y="156"/>
                  </a:lnTo>
                  <a:lnTo>
                    <a:pt x="0" y="154"/>
                  </a:lnTo>
                  <a:lnTo>
                    <a:pt x="0" y="150"/>
                  </a:lnTo>
                  <a:lnTo>
                    <a:pt x="0" y="148"/>
                  </a:lnTo>
                  <a:lnTo>
                    <a:pt x="0" y="147"/>
                  </a:lnTo>
                  <a:lnTo>
                    <a:pt x="0" y="146"/>
                  </a:lnTo>
                  <a:lnTo>
                    <a:pt x="0" y="145"/>
                  </a:lnTo>
                  <a:lnTo>
                    <a:pt x="0" y="143"/>
                  </a:lnTo>
                  <a:lnTo>
                    <a:pt x="2" y="139"/>
                  </a:lnTo>
                  <a:lnTo>
                    <a:pt x="6" y="135"/>
                  </a:lnTo>
                  <a:lnTo>
                    <a:pt x="12" y="129"/>
                  </a:lnTo>
                  <a:lnTo>
                    <a:pt x="17" y="124"/>
                  </a:lnTo>
                  <a:lnTo>
                    <a:pt x="24" y="118"/>
                  </a:lnTo>
                  <a:lnTo>
                    <a:pt x="31" y="112"/>
                  </a:lnTo>
                  <a:lnTo>
                    <a:pt x="39" y="107"/>
                  </a:lnTo>
                  <a:lnTo>
                    <a:pt x="45" y="102"/>
                  </a:lnTo>
                  <a:lnTo>
                    <a:pt x="53" y="96"/>
                  </a:lnTo>
                  <a:lnTo>
                    <a:pt x="59" y="92"/>
                  </a:lnTo>
                  <a:lnTo>
                    <a:pt x="66" y="87"/>
                  </a:lnTo>
                  <a:lnTo>
                    <a:pt x="71" y="84"/>
                  </a:lnTo>
                  <a:lnTo>
                    <a:pt x="75" y="81"/>
                  </a:lnTo>
                  <a:lnTo>
                    <a:pt x="78" y="79"/>
                  </a:lnTo>
                  <a:lnTo>
                    <a:pt x="80" y="77"/>
                  </a:lnTo>
                  <a:lnTo>
                    <a:pt x="80" y="77"/>
                  </a:lnTo>
                </a:path>
              </a:pathLst>
            </a:custGeom>
            <a:solidFill>
              <a:srgbClr val="bfbf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31" name=""/>
            <p:cNvSpPr/>
            <p:nvPr/>
          </p:nvSpPr>
          <p:spPr>
            <a:xfrm>
              <a:off x="5541840" y="2752560"/>
              <a:ext cx="217440" cy="4048200"/>
            </a:xfrm>
            <a:custGeom>
              <a:avLst/>
              <a:gdLst/>
              <a:ahLst/>
              <a:rect l="l" t="t" r="r" b="b"/>
              <a:pathLst>
                <a:path w="137" h="2550">
                  <a:moveTo>
                    <a:pt x="6" y="2549"/>
                  </a:moveTo>
                  <a:lnTo>
                    <a:pt x="134" y="2549"/>
                  </a:lnTo>
                  <a:lnTo>
                    <a:pt x="135" y="90"/>
                  </a:lnTo>
                  <a:lnTo>
                    <a:pt x="135" y="89"/>
                  </a:lnTo>
                  <a:lnTo>
                    <a:pt x="135" y="86"/>
                  </a:lnTo>
                  <a:lnTo>
                    <a:pt x="135" y="81"/>
                  </a:lnTo>
                  <a:lnTo>
                    <a:pt x="136" y="75"/>
                  </a:lnTo>
                  <a:lnTo>
                    <a:pt x="136" y="68"/>
                  </a:lnTo>
                  <a:lnTo>
                    <a:pt x="136" y="59"/>
                  </a:lnTo>
                  <a:lnTo>
                    <a:pt x="134" y="50"/>
                  </a:lnTo>
                  <a:lnTo>
                    <a:pt x="134" y="40"/>
                  </a:lnTo>
                  <a:lnTo>
                    <a:pt x="132" y="33"/>
                  </a:lnTo>
                  <a:lnTo>
                    <a:pt x="130" y="23"/>
                  </a:lnTo>
                  <a:lnTo>
                    <a:pt x="126" y="16"/>
                  </a:lnTo>
                  <a:lnTo>
                    <a:pt x="122" y="9"/>
                  </a:lnTo>
                  <a:lnTo>
                    <a:pt x="116" y="4"/>
                  </a:lnTo>
                  <a:lnTo>
                    <a:pt x="109" y="1"/>
                  </a:lnTo>
                  <a:lnTo>
                    <a:pt x="101" y="0"/>
                  </a:lnTo>
                  <a:lnTo>
                    <a:pt x="92" y="0"/>
                  </a:lnTo>
                  <a:lnTo>
                    <a:pt x="91" y="1"/>
                  </a:lnTo>
                  <a:lnTo>
                    <a:pt x="90" y="1"/>
                  </a:lnTo>
                  <a:lnTo>
                    <a:pt x="87" y="1"/>
                  </a:lnTo>
                  <a:lnTo>
                    <a:pt x="85" y="1"/>
                  </a:lnTo>
                  <a:lnTo>
                    <a:pt x="81" y="4"/>
                  </a:lnTo>
                  <a:lnTo>
                    <a:pt x="77" y="4"/>
                  </a:lnTo>
                  <a:lnTo>
                    <a:pt x="74" y="4"/>
                  </a:lnTo>
                  <a:lnTo>
                    <a:pt x="70" y="4"/>
                  </a:lnTo>
                  <a:lnTo>
                    <a:pt x="65" y="6"/>
                  </a:lnTo>
                  <a:lnTo>
                    <a:pt x="61" y="6"/>
                  </a:lnTo>
                  <a:lnTo>
                    <a:pt x="57" y="6"/>
                  </a:lnTo>
                  <a:lnTo>
                    <a:pt x="53" y="6"/>
                  </a:lnTo>
                  <a:lnTo>
                    <a:pt x="49" y="6"/>
                  </a:lnTo>
                  <a:lnTo>
                    <a:pt x="46" y="6"/>
                  </a:lnTo>
                  <a:lnTo>
                    <a:pt x="45" y="6"/>
                  </a:lnTo>
                  <a:lnTo>
                    <a:pt x="45" y="5"/>
                  </a:lnTo>
                  <a:lnTo>
                    <a:pt x="33" y="9"/>
                  </a:lnTo>
                  <a:lnTo>
                    <a:pt x="25" y="13"/>
                  </a:lnTo>
                  <a:lnTo>
                    <a:pt x="18" y="18"/>
                  </a:lnTo>
                  <a:lnTo>
                    <a:pt x="13" y="23"/>
                  </a:lnTo>
                  <a:lnTo>
                    <a:pt x="8" y="31"/>
                  </a:lnTo>
                  <a:lnTo>
                    <a:pt x="5" y="38"/>
                  </a:lnTo>
                  <a:lnTo>
                    <a:pt x="2" y="45"/>
                  </a:lnTo>
                  <a:lnTo>
                    <a:pt x="2" y="52"/>
                  </a:lnTo>
                  <a:lnTo>
                    <a:pt x="0" y="60"/>
                  </a:lnTo>
                  <a:lnTo>
                    <a:pt x="0" y="67"/>
                  </a:lnTo>
                  <a:lnTo>
                    <a:pt x="0" y="74"/>
                  </a:lnTo>
                  <a:lnTo>
                    <a:pt x="2" y="79"/>
                  </a:lnTo>
                  <a:lnTo>
                    <a:pt x="2" y="84"/>
                  </a:lnTo>
                  <a:lnTo>
                    <a:pt x="4" y="87"/>
                  </a:lnTo>
                  <a:lnTo>
                    <a:pt x="4" y="90"/>
                  </a:lnTo>
                  <a:lnTo>
                    <a:pt x="5" y="90"/>
                  </a:lnTo>
                  <a:lnTo>
                    <a:pt x="6" y="2549"/>
                  </a:lnTo>
                  <a:lnTo>
                    <a:pt x="6" y="2549"/>
                  </a:lnTo>
                </a:path>
              </a:pathLst>
            </a:custGeom>
            <a:gradFill rotWithShape="0">
              <a:gsLst>
                <a:gs pos="0">
                  <a:srgbClr val="404040"/>
                </a:gs>
                <a:gs pos="100000">
                  <a:srgbClr val="efefef"/>
                </a:gs>
              </a:gsLst>
              <a:lin ang="10800000"/>
            </a:gradFill>
            <a:ln w="18360">
              <a:solidFill>
                <a:srgbClr val="40404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32" name=""/>
            <p:cNvSpPr/>
            <p:nvPr/>
          </p:nvSpPr>
          <p:spPr>
            <a:xfrm>
              <a:off x="4708440" y="6885000"/>
              <a:ext cx="1905120" cy="561960"/>
            </a:xfrm>
            <a:custGeom>
              <a:avLst/>
              <a:gdLst/>
              <a:ahLst/>
              <a:rect l="l" t="t" r="r" b="b"/>
              <a:pathLst>
                <a:path w="1200" h="354">
                  <a:moveTo>
                    <a:pt x="0" y="230"/>
                  </a:moveTo>
                  <a:lnTo>
                    <a:pt x="5" y="224"/>
                  </a:lnTo>
                  <a:lnTo>
                    <a:pt x="19" y="214"/>
                  </a:lnTo>
                  <a:lnTo>
                    <a:pt x="39" y="202"/>
                  </a:lnTo>
                  <a:lnTo>
                    <a:pt x="68" y="185"/>
                  </a:lnTo>
                  <a:lnTo>
                    <a:pt x="102" y="168"/>
                  </a:lnTo>
                  <a:lnTo>
                    <a:pt x="140" y="149"/>
                  </a:lnTo>
                  <a:lnTo>
                    <a:pt x="183" y="129"/>
                  </a:lnTo>
                  <a:lnTo>
                    <a:pt x="230" y="107"/>
                  </a:lnTo>
                  <a:lnTo>
                    <a:pt x="278" y="88"/>
                  </a:lnTo>
                  <a:lnTo>
                    <a:pt x="328" y="68"/>
                  </a:lnTo>
                  <a:lnTo>
                    <a:pt x="377" y="50"/>
                  </a:lnTo>
                  <a:lnTo>
                    <a:pt x="427" y="34"/>
                  </a:lnTo>
                  <a:lnTo>
                    <a:pt x="474" y="20"/>
                  </a:lnTo>
                  <a:lnTo>
                    <a:pt x="519" y="10"/>
                  </a:lnTo>
                  <a:lnTo>
                    <a:pt x="560" y="4"/>
                  </a:lnTo>
                  <a:lnTo>
                    <a:pt x="598" y="0"/>
                  </a:lnTo>
                  <a:lnTo>
                    <a:pt x="635" y="3"/>
                  </a:lnTo>
                  <a:lnTo>
                    <a:pt x="677" y="9"/>
                  </a:lnTo>
                  <a:lnTo>
                    <a:pt x="722" y="20"/>
                  </a:lnTo>
                  <a:lnTo>
                    <a:pt x="770" y="33"/>
                  </a:lnTo>
                  <a:lnTo>
                    <a:pt x="819" y="50"/>
                  </a:lnTo>
                  <a:lnTo>
                    <a:pt x="869" y="68"/>
                  </a:lnTo>
                  <a:lnTo>
                    <a:pt x="919" y="87"/>
                  </a:lnTo>
                  <a:lnTo>
                    <a:pt x="968" y="107"/>
                  </a:lnTo>
                  <a:lnTo>
                    <a:pt x="1014" y="128"/>
                  </a:lnTo>
                  <a:lnTo>
                    <a:pt x="1057" y="148"/>
                  </a:lnTo>
                  <a:lnTo>
                    <a:pt x="1096" y="168"/>
                  </a:lnTo>
                  <a:lnTo>
                    <a:pt x="1131" y="185"/>
                  </a:lnTo>
                  <a:lnTo>
                    <a:pt x="1159" y="202"/>
                  </a:lnTo>
                  <a:lnTo>
                    <a:pt x="1180" y="214"/>
                  </a:lnTo>
                  <a:lnTo>
                    <a:pt x="1193" y="224"/>
                  </a:lnTo>
                  <a:lnTo>
                    <a:pt x="1199" y="230"/>
                  </a:lnTo>
                  <a:lnTo>
                    <a:pt x="1178" y="252"/>
                  </a:lnTo>
                  <a:lnTo>
                    <a:pt x="1137" y="273"/>
                  </a:lnTo>
                  <a:lnTo>
                    <a:pt x="1076" y="293"/>
                  </a:lnTo>
                  <a:lnTo>
                    <a:pt x="1001" y="309"/>
                  </a:lnTo>
                  <a:lnTo>
                    <a:pt x="912" y="324"/>
                  </a:lnTo>
                  <a:lnTo>
                    <a:pt x="815" y="336"/>
                  </a:lnTo>
                  <a:lnTo>
                    <a:pt x="711" y="346"/>
                  </a:lnTo>
                  <a:lnTo>
                    <a:pt x="605" y="351"/>
                  </a:lnTo>
                  <a:lnTo>
                    <a:pt x="497" y="353"/>
                  </a:lnTo>
                  <a:lnTo>
                    <a:pt x="393" y="352"/>
                  </a:lnTo>
                  <a:lnTo>
                    <a:pt x="294" y="345"/>
                  </a:lnTo>
                  <a:lnTo>
                    <a:pt x="205" y="332"/>
                  </a:lnTo>
                  <a:lnTo>
                    <a:pt x="126" y="316"/>
                  </a:lnTo>
                  <a:lnTo>
                    <a:pt x="65" y="294"/>
                  </a:lnTo>
                  <a:lnTo>
                    <a:pt x="22" y="266"/>
                  </a:lnTo>
                  <a:lnTo>
                    <a:pt x="0" y="230"/>
                  </a:lnTo>
                  <a:lnTo>
                    <a:pt x="0" y="230"/>
                  </a:lnTo>
                </a:path>
              </a:pathLst>
            </a:custGeom>
            <a:solidFill>
              <a:srgbClr val="a2a2a2"/>
            </a:solidFill>
            <a:ln w="18360">
              <a:solidFill>
                <a:srgbClr val="40404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33" name=""/>
            <p:cNvSpPr/>
            <p:nvPr/>
          </p:nvSpPr>
          <p:spPr>
            <a:xfrm>
              <a:off x="4708440" y="7243920"/>
              <a:ext cx="1905120" cy="317520"/>
            </a:xfrm>
            <a:custGeom>
              <a:avLst/>
              <a:gdLst/>
              <a:ahLst/>
              <a:rect l="l" t="t" r="r" b="b"/>
              <a:pathLst>
                <a:path w="1200" h="200">
                  <a:moveTo>
                    <a:pt x="0" y="99"/>
                  </a:moveTo>
                  <a:lnTo>
                    <a:pt x="0" y="97"/>
                  </a:lnTo>
                  <a:lnTo>
                    <a:pt x="0" y="93"/>
                  </a:lnTo>
                  <a:lnTo>
                    <a:pt x="0" y="88"/>
                  </a:lnTo>
                  <a:lnTo>
                    <a:pt x="0" y="80"/>
                  </a:lnTo>
                  <a:lnTo>
                    <a:pt x="0" y="73"/>
                  </a:lnTo>
                  <a:lnTo>
                    <a:pt x="0" y="65"/>
                  </a:lnTo>
                  <a:lnTo>
                    <a:pt x="0" y="57"/>
                  </a:lnTo>
                  <a:lnTo>
                    <a:pt x="0" y="47"/>
                  </a:lnTo>
                  <a:lnTo>
                    <a:pt x="0" y="39"/>
                  </a:lnTo>
                  <a:lnTo>
                    <a:pt x="0" y="31"/>
                  </a:lnTo>
                  <a:lnTo>
                    <a:pt x="0" y="24"/>
                  </a:lnTo>
                  <a:lnTo>
                    <a:pt x="0" y="16"/>
                  </a:lnTo>
                  <a:lnTo>
                    <a:pt x="0" y="11"/>
                  </a:lnTo>
                  <a:lnTo>
                    <a:pt x="0" y="6"/>
                  </a:lnTo>
                  <a:lnTo>
                    <a:pt x="0" y="3"/>
                  </a:lnTo>
                  <a:lnTo>
                    <a:pt x="0" y="0"/>
                  </a:lnTo>
                  <a:lnTo>
                    <a:pt x="16" y="13"/>
                  </a:lnTo>
                  <a:lnTo>
                    <a:pt x="36" y="24"/>
                  </a:lnTo>
                  <a:lnTo>
                    <a:pt x="59" y="34"/>
                  </a:lnTo>
                  <a:lnTo>
                    <a:pt x="88" y="43"/>
                  </a:lnTo>
                  <a:lnTo>
                    <a:pt x="118" y="52"/>
                  </a:lnTo>
                  <a:lnTo>
                    <a:pt x="153" y="59"/>
                  </a:lnTo>
                  <a:lnTo>
                    <a:pt x="190" y="65"/>
                  </a:lnTo>
                  <a:lnTo>
                    <a:pt x="230" y="69"/>
                  </a:lnTo>
                  <a:lnTo>
                    <a:pt x="270" y="74"/>
                  </a:lnTo>
                  <a:lnTo>
                    <a:pt x="313" y="78"/>
                  </a:lnTo>
                  <a:lnTo>
                    <a:pt x="357" y="81"/>
                  </a:lnTo>
                  <a:lnTo>
                    <a:pt x="404" y="83"/>
                  </a:lnTo>
                  <a:lnTo>
                    <a:pt x="450" y="86"/>
                  </a:lnTo>
                  <a:lnTo>
                    <a:pt x="497" y="87"/>
                  </a:lnTo>
                  <a:lnTo>
                    <a:pt x="544" y="88"/>
                  </a:lnTo>
                  <a:lnTo>
                    <a:pt x="593" y="88"/>
                  </a:lnTo>
                  <a:lnTo>
                    <a:pt x="639" y="89"/>
                  </a:lnTo>
                  <a:lnTo>
                    <a:pt x="685" y="89"/>
                  </a:lnTo>
                  <a:lnTo>
                    <a:pt x="732" y="87"/>
                  </a:lnTo>
                  <a:lnTo>
                    <a:pt x="780" y="85"/>
                  </a:lnTo>
                  <a:lnTo>
                    <a:pt x="825" y="83"/>
                  </a:lnTo>
                  <a:lnTo>
                    <a:pt x="871" y="81"/>
                  </a:lnTo>
                  <a:lnTo>
                    <a:pt x="914" y="77"/>
                  </a:lnTo>
                  <a:lnTo>
                    <a:pt x="957" y="72"/>
                  </a:lnTo>
                  <a:lnTo>
                    <a:pt x="997" y="68"/>
                  </a:lnTo>
                  <a:lnTo>
                    <a:pt x="1035" y="62"/>
                  </a:lnTo>
                  <a:lnTo>
                    <a:pt x="1071" y="56"/>
                  </a:lnTo>
                  <a:lnTo>
                    <a:pt x="1104" y="48"/>
                  </a:lnTo>
                  <a:lnTo>
                    <a:pt x="1133" y="40"/>
                  </a:lnTo>
                  <a:lnTo>
                    <a:pt x="1159" y="32"/>
                  </a:lnTo>
                  <a:lnTo>
                    <a:pt x="1180" y="23"/>
                  </a:lnTo>
                  <a:lnTo>
                    <a:pt x="1199" y="11"/>
                  </a:lnTo>
                  <a:lnTo>
                    <a:pt x="1198" y="13"/>
                  </a:lnTo>
                  <a:lnTo>
                    <a:pt x="1198" y="15"/>
                  </a:lnTo>
                  <a:lnTo>
                    <a:pt x="1198" y="18"/>
                  </a:lnTo>
                  <a:lnTo>
                    <a:pt x="1198" y="23"/>
                  </a:lnTo>
                  <a:lnTo>
                    <a:pt x="1197" y="28"/>
                  </a:lnTo>
                  <a:lnTo>
                    <a:pt x="1197" y="33"/>
                  </a:lnTo>
                  <a:lnTo>
                    <a:pt x="1197" y="39"/>
                  </a:lnTo>
                  <a:lnTo>
                    <a:pt x="1197" y="45"/>
                  </a:lnTo>
                  <a:lnTo>
                    <a:pt x="1195" y="52"/>
                  </a:lnTo>
                  <a:lnTo>
                    <a:pt x="1195" y="58"/>
                  </a:lnTo>
                  <a:lnTo>
                    <a:pt x="1195" y="64"/>
                  </a:lnTo>
                  <a:lnTo>
                    <a:pt x="1195" y="68"/>
                  </a:lnTo>
                  <a:lnTo>
                    <a:pt x="1195" y="73"/>
                  </a:lnTo>
                  <a:lnTo>
                    <a:pt x="1195" y="75"/>
                  </a:lnTo>
                  <a:lnTo>
                    <a:pt x="1195" y="77"/>
                  </a:lnTo>
                  <a:lnTo>
                    <a:pt x="1195" y="77"/>
                  </a:lnTo>
                  <a:lnTo>
                    <a:pt x="1192" y="89"/>
                  </a:lnTo>
                  <a:lnTo>
                    <a:pt x="1181" y="100"/>
                  </a:lnTo>
                  <a:lnTo>
                    <a:pt x="1162" y="112"/>
                  </a:lnTo>
                  <a:lnTo>
                    <a:pt x="1140" y="122"/>
                  </a:lnTo>
                  <a:lnTo>
                    <a:pt x="1110" y="134"/>
                  </a:lnTo>
                  <a:lnTo>
                    <a:pt x="1077" y="143"/>
                  </a:lnTo>
                  <a:lnTo>
                    <a:pt x="1038" y="153"/>
                  </a:lnTo>
                  <a:lnTo>
                    <a:pt x="998" y="162"/>
                  </a:lnTo>
                  <a:lnTo>
                    <a:pt x="951" y="171"/>
                  </a:lnTo>
                  <a:lnTo>
                    <a:pt x="903" y="178"/>
                  </a:lnTo>
                  <a:lnTo>
                    <a:pt x="854" y="185"/>
                  </a:lnTo>
                  <a:lnTo>
                    <a:pt x="802" y="190"/>
                  </a:lnTo>
                  <a:lnTo>
                    <a:pt x="749" y="194"/>
                  </a:lnTo>
                  <a:lnTo>
                    <a:pt x="696" y="198"/>
                  </a:lnTo>
                  <a:lnTo>
                    <a:pt x="643" y="199"/>
                  </a:lnTo>
                  <a:lnTo>
                    <a:pt x="591" y="199"/>
                  </a:lnTo>
                  <a:lnTo>
                    <a:pt x="531" y="199"/>
                  </a:lnTo>
                  <a:lnTo>
                    <a:pt x="474" y="197"/>
                  </a:lnTo>
                  <a:lnTo>
                    <a:pt x="417" y="195"/>
                  </a:lnTo>
                  <a:lnTo>
                    <a:pt x="364" y="191"/>
                  </a:lnTo>
                  <a:lnTo>
                    <a:pt x="312" y="188"/>
                  </a:lnTo>
                  <a:lnTo>
                    <a:pt x="264" y="184"/>
                  </a:lnTo>
                  <a:lnTo>
                    <a:pt x="217" y="178"/>
                  </a:lnTo>
                  <a:lnTo>
                    <a:pt x="177" y="171"/>
                  </a:lnTo>
                  <a:lnTo>
                    <a:pt x="138" y="164"/>
                  </a:lnTo>
                  <a:lnTo>
                    <a:pt x="103" y="156"/>
                  </a:lnTo>
                  <a:lnTo>
                    <a:pt x="72" y="149"/>
                  </a:lnTo>
                  <a:lnTo>
                    <a:pt x="48" y="140"/>
                  </a:lnTo>
                  <a:lnTo>
                    <a:pt x="27" y="130"/>
                  </a:lnTo>
                  <a:lnTo>
                    <a:pt x="12" y="121"/>
                  </a:lnTo>
                  <a:lnTo>
                    <a:pt x="3" y="111"/>
                  </a:lnTo>
                  <a:lnTo>
                    <a:pt x="0" y="99"/>
                  </a:lnTo>
                  <a:lnTo>
                    <a:pt x="0" y="99"/>
                  </a:lnTo>
                </a:path>
              </a:pathLst>
            </a:custGeom>
            <a:solidFill>
              <a:srgbClr val="404040"/>
            </a:solidFill>
            <a:ln w="18360">
              <a:solidFill>
                <a:srgbClr val="40404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34" name=""/>
            <p:cNvSpPr/>
            <p:nvPr/>
          </p:nvSpPr>
          <p:spPr>
            <a:xfrm>
              <a:off x="5292720" y="6684840"/>
              <a:ext cx="736560" cy="406440"/>
            </a:xfrm>
            <a:custGeom>
              <a:avLst/>
              <a:gdLst/>
              <a:ahLst/>
              <a:rect l="l" t="t" r="r" b="b"/>
              <a:pathLst>
                <a:path w="464" h="256">
                  <a:moveTo>
                    <a:pt x="155" y="0"/>
                  </a:moveTo>
                  <a:lnTo>
                    <a:pt x="144" y="9"/>
                  </a:lnTo>
                  <a:lnTo>
                    <a:pt x="134" y="19"/>
                  </a:lnTo>
                  <a:lnTo>
                    <a:pt x="122" y="30"/>
                  </a:lnTo>
                  <a:lnTo>
                    <a:pt x="111" y="42"/>
                  </a:lnTo>
                  <a:lnTo>
                    <a:pt x="98" y="55"/>
                  </a:lnTo>
                  <a:lnTo>
                    <a:pt x="87" y="68"/>
                  </a:lnTo>
                  <a:lnTo>
                    <a:pt x="75" y="82"/>
                  </a:lnTo>
                  <a:lnTo>
                    <a:pt x="64" y="95"/>
                  </a:lnTo>
                  <a:lnTo>
                    <a:pt x="53" y="111"/>
                  </a:lnTo>
                  <a:lnTo>
                    <a:pt x="42" y="124"/>
                  </a:lnTo>
                  <a:lnTo>
                    <a:pt x="32" y="139"/>
                  </a:lnTo>
                  <a:lnTo>
                    <a:pt x="24" y="152"/>
                  </a:lnTo>
                  <a:lnTo>
                    <a:pt x="15" y="166"/>
                  </a:lnTo>
                  <a:lnTo>
                    <a:pt x="9" y="178"/>
                  </a:lnTo>
                  <a:lnTo>
                    <a:pt x="3" y="190"/>
                  </a:lnTo>
                  <a:lnTo>
                    <a:pt x="0" y="199"/>
                  </a:lnTo>
                  <a:lnTo>
                    <a:pt x="3" y="209"/>
                  </a:lnTo>
                  <a:lnTo>
                    <a:pt x="10" y="217"/>
                  </a:lnTo>
                  <a:lnTo>
                    <a:pt x="19" y="225"/>
                  </a:lnTo>
                  <a:lnTo>
                    <a:pt x="32" y="231"/>
                  </a:lnTo>
                  <a:lnTo>
                    <a:pt x="46" y="236"/>
                  </a:lnTo>
                  <a:lnTo>
                    <a:pt x="62" y="241"/>
                  </a:lnTo>
                  <a:lnTo>
                    <a:pt x="79" y="245"/>
                  </a:lnTo>
                  <a:lnTo>
                    <a:pt x="97" y="247"/>
                  </a:lnTo>
                  <a:lnTo>
                    <a:pt x="115" y="250"/>
                  </a:lnTo>
                  <a:lnTo>
                    <a:pt x="134" y="252"/>
                  </a:lnTo>
                  <a:lnTo>
                    <a:pt x="151" y="254"/>
                  </a:lnTo>
                  <a:lnTo>
                    <a:pt x="170" y="254"/>
                  </a:lnTo>
                  <a:lnTo>
                    <a:pt x="186" y="255"/>
                  </a:lnTo>
                  <a:lnTo>
                    <a:pt x="202" y="255"/>
                  </a:lnTo>
                  <a:lnTo>
                    <a:pt x="216" y="255"/>
                  </a:lnTo>
                  <a:lnTo>
                    <a:pt x="228" y="255"/>
                  </a:lnTo>
                  <a:lnTo>
                    <a:pt x="240" y="255"/>
                  </a:lnTo>
                  <a:lnTo>
                    <a:pt x="254" y="255"/>
                  </a:lnTo>
                  <a:lnTo>
                    <a:pt x="270" y="255"/>
                  </a:lnTo>
                  <a:lnTo>
                    <a:pt x="288" y="254"/>
                  </a:lnTo>
                  <a:lnTo>
                    <a:pt x="306" y="253"/>
                  </a:lnTo>
                  <a:lnTo>
                    <a:pt x="326" y="251"/>
                  </a:lnTo>
                  <a:lnTo>
                    <a:pt x="345" y="249"/>
                  </a:lnTo>
                  <a:lnTo>
                    <a:pt x="365" y="246"/>
                  </a:lnTo>
                  <a:lnTo>
                    <a:pt x="382" y="243"/>
                  </a:lnTo>
                  <a:lnTo>
                    <a:pt x="400" y="240"/>
                  </a:lnTo>
                  <a:lnTo>
                    <a:pt x="415" y="235"/>
                  </a:lnTo>
                  <a:lnTo>
                    <a:pt x="430" y="228"/>
                  </a:lnTo>
                  <a:lnTo>
                    <a:pt x="442" y="221"/>
                  </a:lnTo>
                  <a:lnTo>
                    <a:pt x="452" y="213"/>
                  </a:lnTo>
                  <a:lnTo>
                    <a:pt x="459" y="204"/>
                  </a:lnTo>
                  <a:lnTo>
                    <a:pt x="463" y="193"/>
                  </a:lnTo>
                  <a:lnTo>
                    <a:pt x="455" y="184"/>
                  </a:lnTo>
                  <a:lnTo>
                    <a:pt x="447" y="172"/>
                  </a:lnTo>
                  <a:lnTo>
                    <a:pt x="438" y="160"/>
                  </a:lnTo>
                  <a:lnTo>
                    <a:pt x="430" y="145"/>
                  </a:lnTo>
                  <a:lnTo>
                    <a:pt x="418" y="132"/>
                  </a:lnTo>
                  <a:lnTo>
                    <a:pt x="408" y="117"/>
                  </a:lnTo>
                  <a:lnTo>
                    <a:pt x="396" y="101"/>
                  </a:lnTo>
                  <a:lnTo>
                    <a:pt x="386" y="86"/>
                  </a:lnTo>
                  <a:lnTo>
                    <a:pt x="374" y="72"/>
                  </a:lnTo>
                  <a:lnTo>
                    <a:pt x="363" y="58"/>
                  </a:lnTo>
                  <a:lnTo>
                    <a:pt x="351" y="46"/>
                  </a:lnTo>
                  <a:lnTo>
                    <a:pt x="340" y="33"/>
                  </a:lnTo>
                  <a:lnTo>
                    <a:pt x="328" y="22"/>
                  </a:lnTo>
                  <a:lnTo>
                    <a:pt x="318" y="13"/>
                  </a:lnTo>
                  <a:lnTo>
                    <a:pt x="307" y="6"/>
                  </a:lnTo>
                  <a:lnTo>
                    <a:pt x="299" y="0"/>
                  </a:lnTo>
                  <a:lnTo>
                    <a:pt x="290" y="2"/>
                  </a:lnTo>
                  <a:lnTo>
                    <a:pt x="282" y="4"/>
                  </a:lnTo>
                  <a:lnTo>
                    <a:pt x="274" y="5"/>
                  </a:lnTo>
                  <a:lnTo>
                    <a:pt x="266" y="5"/>
                  </a:lnTo>
                  <a:lnTo>
                    <a:pt x="257" y="6"/>
                  </a:lnTo>
                  <a:lnTo>
                    <a:pt x="249" y="6"/>
                  </a:lnTo>
                  <a:lnTo>
                    <a:pt x="241" y="6"/>
                  </a:lnTo>
                  <a:lnTo>
                    <a:pt x="233" y="6"/>
                  </a:lnTo>
                  <a:lnTo>
                    <a:pt x="224" y="6"/>
                  </a:lnTo>
                  <a:lnTo>
                    <a:pt x="215" y="6"/>
                  </a:lnTo>
                  <a:lnTo>
                    <a:pt x="205" y="6"/>
                  </a:lnTo>
                  <a:lnTo>
                    <a:pt x="196" y="6"/>
                  </a:lnTo>
                  <a:lnTo>
                    <a:pt x="185" y="6"/>
                  </a:lnTo>
                  <a:lnTo>
                    <a:pt x="176" y="4"/>
                  </a:lnTo>
                  <a:lnTo>
                    <a:pt x="165" y="2"/>
                  </a:lnTo>
                  <a:lnTo>
                    <a:pt x="155" y="0"/>
                  </a:lnTo>
                  <a:lnTo>
                    <a:pt x="155" y="0"/>
                  </a:lnTo>
                </a:path>
              </a:pathLst>
            </a:custGeom>
            <a:solidFill>
              <a:srgbClr val="b2b2b2"/>
            </a:solidFill>
            <a:ln w="18360">
              <a:solidFill>
                <a:srgbClr val="40404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35" name=""/>
            <p:cNvSpPr/>
            <p:nvPr/>
          </p:nvSpPr>
          <p:spPr>
            <a:xfrm>
              <a:off x="5516640" y="2506680"/>
              <a:ext cx="277560" cy="271440"/>
            </a:xfrm>
            <a:custGeom>
              <a:avLst/>
              <a:gdLst/>
              <a:ahLst/>
              <a:rect l="l" t="t" r="r" b="b"/>
              <a:pathLst>
                <a:path w="175" h="171">
                  <a:moveTo>
                    <a:pt x="0" y="82"/>
                  </a:moveTo>
                  <a:lnTo>
                    <a:pt x="1" y="64"/>
                  </a:lnTo>
                  <a:lnTo>
                    <a:pt x="7" y="46"/>
                  </a:lnTo>
                  <a:lnTo>
                    <a:pt x="15" y="33"/>
                  </a:lnTo>
                  <a:lnTo>
                    <a:pt x="26" y="21"/>
                  </a:lnTo>
                  <a:lnTo>
                    <a:pt x="38" y="12"/>
                  </a:lnTo>
                  <a:lnTo>
                    <a:pt x="54" y="6"/>
                  </a:lnTo>
                  <a:lnTo>
                    <a:pt x="69" y="2"/>
                  </a:lnTo>
                  <a:lnTo>
                    <a:pt x="86" y="0"/>
                  </a:lnTo>
                  <a:lnTo>
                    <a:pt x="102" y="2"/>
                  </a:lnTo>
                  <a:lnTo>
                    <a:pt x="118" y="6"/>
                  </a:lnTo>
                  <a:lnTo>
                    <a:pt x="132" y="12"/>
                  </a:lnTo>
                  <a:lnTo>
                    <a:pt x="147" y="21"/>
                  </a:lnTo>
                  <a:lnTo>
                    <a:pt x="158" y="33"/>
                  </a:lnTo>
                  <a:lnTo>
                    <a:pt x="166" y="46"/>
                  </a:lnTo>
                  <a:lnTo>
                    <a:pt x="172" y="64"/>
                  </a:lnTo>
                  <a:lnTo>
                    <a:pt x="174" y="82"/>
                  </a:lnTo>
                  <a:lnTo>
                    <a:pt x="172" y="103"/>
                  </a:lnTo>
                  <a:lnTo>
                    <a:pt x="166" y="121"/>
                  </a:lnTo>
                  <a:lnTo>
                    <a:pt x="158" y="137"/>
                  </a:lnTo>
                  <a:lnTo>
                    <a:pt x="147" y="148"/>
                  </a:lnTo>
                  <a:lnTo>
                    <a:pt x="132" y="159"/>
                  </a:lnTo>
                  <a:lnTo>
                    <a:pt x="118" y="165"/>
                  </a:lnTo>
                  <a:lnTo>
                    <a:pt x="102" y="169"/>
                  </a:lnTo>
                  <a:lnTo>
                    <a:pt x="86" y="170"/>
                  </a:lnTo>
                  <a:lnTo>
                    <a:pt x="69" y="169"/>
                  </a:lnTo>
                  <a:lnTo>
                    <a:pt x="54" y="165"/>
                  </a:lnTo>
                  <a:lnTo>
                    <a:pt x="38" y="159"/>
                  </a:lnTo>
                  <a:lnTo>
                    <a:pt x="26" y="148"/>
                  </a:lnTo>
                  <a:lnTo>
                    <a:pt x="15" y="137"/>
                  </a:lnTo>
                  <a:lnTo>
                    <a:pt x="7" y="121"/>
                  </a:lnTo>
                  <a:lnTo>
                    <a:pt x="1" y="103"/>
                  </a:lnTo>
                  <a:lnTo>
                    <a:pt x="0" y="82"/>
                  </a:lnTo>
                  <a:lnTo>
                    <a:pt x="0" y="82"/>
                  </a:lnTo>
                </a:path>
              </a:pathLst>
            </a:custGeom>
            <a:gradFill rotWithShape="0">
              <a:gsLst>
                <a:gs pos="0">
                  <a:srgbClr val="efefef"/>
                </a:gs>
                <a:gs pos="100000">
                  <a:srgbClr val="404040"/>
                </a:gs>
              </a:gsLst>
              <a:path path="rect">
                <a:fillToRect l="50000" t="50000" r="50000" b="50000"/>
              </a:path>
            </a:gradFill>
            <a:ln w="18360">
              <a:solidFill>
                <a:srgbClr val="40404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36" name=""/>
            <p:cNvSpPr/>
            <p:nvPr/>
          </p:nvSpPr>
          <p:spPr>
            <a:xfrm>
              <a:off x="5446800" y="6702480"/>
              <a:ext cx="193680" cy="379440"/>
            </a:xfrm>
            <a:custGeom>
              <a:avLst/>
              <a:gdLst/>
              <a:ahLst/>
              <a:rect l="l" t="t" r="r" b="b"/>
              <a:pathLst>
                <a:path w="122" h="239">
                  <a:moveTo>
                    <a:pt x="100" y="4"/>
                  </a:moveTo>
                  <a:lnTo>
                    <a:pt x="98" y="7"/>
                  </a:lnTo>
                  <a:lnTo>
                    <a:pt x="93" y="13"/>
                  </a:lnTo>
                  <a:lnTo>
                    <a:pt x="87" y="22"/>
                  </a:lnTo>
                  <a:lnTo>
                    <a:pt x="80" y="33"/>
                  </a:lnTo>
                  <a:lnTo>
                    <a:pt x="70" y="48"/>
                  </a:lnTo>
                  <a:lnTo>
                    <a:pt x="61" y="64"/>
                  </a:lnTo>
                  <a:lnTo>
                    <a:pt x="51" y="82"/>
                  </a:lnTo>
                  <a:lnTo>
                    <a:pt x="41" y="100"/>
                  </a:lnTo>
                  <a:lnTo>
                    <a:pt x="31" y="119"/>
                  </a:lnTo>
                  <a:lnTo>
                    <a:pt x="22" y="139"/>
                  </a:lnTo>
                  <a:lnTo>
                    <a:pt x="13" y="158"/>
                  </a:lnTo>
                  <a:lnTo>
                    <a:pt x="8" y="177"/>
                  </a:lnTo>
                  <a:lnTo>
                    <a:pt x="2" y="195"/>
                  </a:lnTo>
                  <a:lnTo>
                    <a:pt x="0" y="210"/>
                  </a:lnTo>
                  <a:lnTo>
                    <a:pt x="1" y="224"/>
                  </a:lnTo>
                  <a:lnTo>
                    <a:pt x="7" y="235"/>
                  </a:lnTo>
                  <a:lnTo>
                    <a:pt x="7" y="235"/>
                  </a:lnTo>
                  <a:lnTo>
                    <a:pt x="8" y="234"/>
                  </a:lnTo>
                  <a:lnTo>
                    <a:pt x="10" y="234"/>
                  </a:lnTo>
                  <a:lnTo>
                    <a:pt x="13" y="234"/>
                  </a:lnTo>
                  <a:lnTo>
                    <a:pt x="15" y="235"/>
                  </a:lnTo>
                  <a:lnTo>
                    <a:pt x="18" y="235"/>
                  </a:lnTo>
                  <a:lnTo>
                    <a:pt x="21" y="236"/>
                  </a:lnTo>
                  <a:lnTo>
                    <a:pt x="25" y="236"/>
                  </a:lnTo>
                  <a:lnTo>
                    <a:pt x="27" y="238"/>
                  </a:lnTo>
                  <a:lnTo>
                    <a:pt x="31" y="238"/>
                  </a:lnTo>
                  <a:lnTo>
                    <a:pt x="34" y="238"/>
                  </a:lnTo>
                  <a:lnTo>
                    <a:pt x="38" y="238"/>
                  </a:lnTo>
                  <a:lnTo>
                    <a:pt x="40" y="238"/>
                  </a:lnTo>
                  <a:lnTo>
                    <a:pt x="44" y="238"/>
                  </a:lnTo>
                  <a:lnTo>
                    <a:pt x="46" y="237"/>
                  </a:lnTo>
                  <a:lnTo>
                    <a:pt x="49" y="235"/>
                  </a:lnTo>
                  <a:lnTo>
                    <a:pt x="51" y="215"/>
                  </a:lnTo>
                  <a:lnTo>
                    <a:pt x="54" y="195"/>
                  </a:lnTo>
                  <a:lnTo>
                    <a:pt x="59" y="176"/>
                  </a:lnTo>
                  <a:lnTo>
                    <a:pt x="64" y="154"/>
                  </a:lnTo>
                  <a:lnTo>
                    <a:pt x="69" y="135"/>
                  </a:lnTo>
                  <a:lnTo>
                    <a:pt x="75" y="116"/>
                  </a:lnTo>
                  <a:lnTo>
                    <a:pt x="81" y="98"/>
                  </a:lnTo>
                  <a:lnTo>
                    <a:pt x="89" y="80"/>
                  </a:lnTo>
                  <a:lnTo>
                    <a:pt x="95" y="65"/>
                  </a:lnTo>
                  <a:lnTo>
                    <a:pt x="101" y="50"/>
                  </a:lnTo>
                  <a:lnTo>
                    <a:pt x="105" y="38"/>
                  </a:lnTo>
                  <a:lnTo>
                    <a:pt x="111" y="25"/>
                  </a:lnTo>
                  <a:lnTo>
                    <a:pt x="115" y="17"/>
                  </a:lnTo>
                  <a:lnTo>
                    <a:pt x="118" y="10"/>
                  </a:lnTo>
                  <a:lnTo>
                    <a:pt x="120" y="6"/>
                  </a:lnTo>
                  <a:lnTo>
                    <a:pt x="121" y="4"/>
                  </a:lnTo>
                  <a:lnTo>
                    <a:pt x="119" y="4"/>
                  </a:lnTo>
                  <a:lnTo>
                    <a:pt x="119" y="3"/>
                  </a:lnTo>
                  <a:lnTo>
                    <a:pt x="117" y="3"/>
                  </a:lnTo>
                  <a:lnTo>
                    <a:pt x="117" y="1"/>
                  </a:lnTo>
                  <a:lnTo>
                    <a:pt x="115" y="1"/>
                  </a:lnTo>
                  <a:lnTo>
                    <a:pt x="113" y="1"/>
                  </a:lnTo>
                  <a:lnTo>
                    <a:pt x="111" y="1"/>
                  </a:lnTo>
                  <a:lnTo>
                    <a:pt x="111" y="0"/>
                  </a:lnTo>
                  <a:lnTo>
                    <a:pt x="109" y="1"/>
                  </a:lnTo>
                  <a:lnTo>
                    <a:pt x="107" y="1"/>
                  </a:lnTo>
                  <a:lnTo>
                    <a:pt x="105" y="1"/>
                  </a:lnTo>
                  <a:lnTo>
                    <a:pt x="105" y="1"/>
                  </a:lnTo>
                  <a:lnTo>
                    <a:pt x="103" y="3"/>
                  </a:lnTo>
                  <a:lnTo>
                    <a:pt x="102" y="3"/>
                  </a:lnTo>
                  <a:lnTo>
                    <a:pt x="100" y="4"/>
                  </a:lnTo>
                  <a:lnTo>
                    <a:pt x="100" y="4"/>
                  </a:lnTo>
                  <a:lnTo>
                    <a:pt x="100" y="4"/>
                  </a:lnTo>
                </a:path>
              </a:pathLst>
            </a:custGeom>
            <a:solidFill>
              <a:srgbClr val="d2d2d2"/>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37" name=""/>
            <p:cNvSpPr/>
            <p:nvPr/>
          </p:nvSpPr>
          <p:spPr>
            <a:xfrm>
              <a:off x="5075280" y="7059600"/>
              <a:ext cx="447480" cy="301680"/>
            </a:xfrm>
            <a:custGeom>
              <a:avLst/>
              <a:gdLst/>
              <a:ahLst/>
              <a:rect l="l" t="t" r="r" b="b"/>
              <a:pathLst>
                <a:path w="282" h="190">
                  <a:moveTo>
                    <a:pt x="230" y="0"/>
                  </a:moveTo>
                  <a:lnTo>
                    <a:pt x="227" y="2"/>
                  </a:lnTo>
                  <a:lnTo>
                    <a:pt x="221" y="6"/>
                  </a:lnTo>
                  <a:lnTo>
                    <a:pt x="210" y="12"/>
                  </a:lnTo>
                  <a:lnTo>
                    <a:pt x="196" y="19"/>
                  </a:lnTo>
                  <a:lnTo>
                    <a:pt x="179" y="29"/>
                  </a:lnTo>
                  <a:lnTo>
                    <a:pt x="161" y="39"/>
                  </a:lnTo>
                  <a:lnTo>
                    <a:pt x="140" y="51"/>
                  </a:lnTo>
                  <a:lnTo>
                    <a:pt x="121" y="63"/>
                  </a:lnTo>
                  <a:lnTo>
                    <a:pt x="100" y="78"/>
                  </a:lnTo>
                  <a:lnTo>
                    <a:pt x="79" y="91"/>
                  </a:lnTo>
                  <a:lnTo>
                    <a:pt x="59" y="106"/>
                  </a:lnTo>
                  <a:lnTo>
                    <a:pt x="42" y="120"/>
                  </a:lnTo>
                  <a:lnTo>
                    <a:pt x="26" y="134"/>
                  </a:lnTo>
                  <a:lnTo>
                    <a:pt x="13" y="147"/>
                  </a:lnTo>
                  <a:lnTo>
                    <a:pt x="4" y="161"/>
                  </a:lnTo>
                  <a:lnTo>
                    <a:pt x="0" y="171"/>
                  </a:lnTo>
                  <a:lnTo>
                    <a:pt x="1" y="173"/>
                  </a:lnTo>
                  <a:lnTo>
                    <a:pt x="6" y="175"/>
                  </a:lnTo>
                  <a:lnTo>
                    <a:pt x="11" y="177"/>
                  </a:lnTo>
                  <a:lnTo>
                    <a:pt x="19" y="177"/>
                  </a:lnTo>
                  <a:lnTo>
                    <a:pt x="27" y="179"/>
                  </a:lnTo>
                  <a:lnTo>
                    <a:pt x="36" y="181"/>
                  </a:lnTo>
                  <a:lnTo>
                    <a:pt x="46" y="183"/>
                  </a:lnTo>
                  <a:lnTo>
                    <a:pt x="57" y="183"/>
                  </a:lnTo>
                  <a:lnTo>
                    <a:pt x="67" y="185"/>
                  </a:lnTo>
                  <a:lnTo>
                    <a:pt x="78" y="185"/>
                  </a:lnTo>
                  <a:lnTo>
                    <a:pt x="88" y="188"/>
                  </a:lnTo>
                  <a:lnTo>
                    <a:pt x="98" y="188"/>
                  </a:lnTo>
                  <a:lnTo>
                    <a:pt x="105" y="189"/>
                  </a:lnTo>
                  <a:lnTo>
                    <a:pt x="113" y="189"/>
                  </a:lnTo>
                  <a:lnTo>
                    <a:pt x="117" y="189"/>
                  </a:lnTo>
                  <a:lnTo>
                    <a:pt x="122" y="188"/>
                  </a:lnTo>
                  <a:lnTo>
                    <a:pt x="130" y="171"/>
                  </a:lnTo>
                  <a:lnTo>
                    <a:pt x="140" y="153"/>
                  </a:lnTo>
                  <a:lnTo>
                    <a:pt x="152" y="137"/>
                  </a:lnTo>
                  <a:lnTo>
                    <a:pt x="165" y="119"/>
                  </a:lnTo>
                  <a:lnTo>
                    <a:pt x="178" y="103"/>
                  </a:lnTo>
                  <a:lnTo>
                    <a:pt x="191" y="88"/>
                  </a:lnTo>
                  <a:lnTo>
                    <a:pt x="205" y="74"/>
                  </a:lnTo>
                  <a:lnTo>
                    <a:pt x="219" y="61"/>
                  </a:lnTo>
                  <a:lnTo>
                    <a:pt x="230" y="50"/>
                  </a:lnTo>
                  <a:lnTo>
                    <a:pt x="242" y="39"/>
                  </a:lnTo>
                  <a:lnTo>
                    <a:pt x="252" y="29"/>
                  </a:lnTo>
                  <a:lnTo>
                    <a:pt x="263" y="21"/>
                  </a:lnTo>
                  <a:lnTo>
                    <a:pt x="270" y="15"/>
                  </a:lnTo>
                  <a:lnTo>
                    <a:pt x="276" y="10"/>
                  </a:lnTo>
                  <a:lnTo>
                    <a:pt x="280" y="7"/>
                  </a:lnTo>
                  <a:lnTo>
                    <a:pt x="281" y="6"/>
                  </a:lnTo>
                  <a:lnTo>
                    <a:pt x="280" y="6"/>
                  </a:lnTo>
                  <a:lnTo>
                    <a:pt x="279" y="6"/>
                  </a:lnTo>
                  <a:lnTo>
                    <a:pt x="276" y="6"/>
                  </a:lnTo>
                  <a:lnTo>
                    <a:pt x="274" y="5"/>
                  </a:lnTo>
                  <a:lnTo>
                    <a:pt x="269" y="5"/>
                  </a:lnTo>
                  <a:lnTo>
                    <a:pt x="265" y="3"/>
                  </a:lnTo>
                  <a:lnTo>
                    <a:pt x="261" y="3"/>
                  </a:lnTo>
                  <a:lnTo>
                    <a:pt x="258" y="1"/>
                  </a:lnTo>
                  <a:lnTo>
                    <a:pt x="252" y="1"/>
                  </a:lnTo>
                  <a:lnTo>
                    <a:pt x="248" y="1"/>
                  </a:lnTo>
                  <a:lnTo>
                    <a:pt x="243" y="1"/>
                  </a:lnTo>
                  <a:lnTo>
                    <a:pt x="239" y="0"/>
                  </a:lnTo>
                  <a:lnTo>
                    <a:pt x="235" y="0"/>
                  </a:lnTo>
                  <a:lnTo>
                    <a:pt x="233" y="0"/>
                  </a:lnTo>
                  <a:lnTo>
                    <a:pt x="231" y="0"/>
                  </a:lnTo>
                  <a:lnTo>
                    <a:pt x="230" y="0"/>
                  </a:lnTo>
                  <a:lnTo>
                    <a:pt x="230" y="0"/>
                  </a:lnTo>
                </a:path>
              </a:pathLst>
            </a:custGeom>
            <a:solidFill>
              <a:srgbClr val="b2b2b2"/>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38" name=""/>
            <p:cNvSpPr/>
            <p:nvPr/>
          </p:nvSpPr>
          <p:spPr>
            <a:xfrm>
              <a:off x="4746600" y="7280280"/>
              <a:ext cx="1774800" cy="250920"/>
            </a:xfrm>
            <a:custGeom>
              <a:avLst/>
              <a:gdLst/>
              <a:ahLst/>
              <a:rect l="l" t="t" r="r" b="b"/>
              <a:pathLst>
                <a:path w="1118" h="158">
                  <a:moveTo>
                    <a:pt x="0" y="0"/>
                  </a:moveTo>
                  <a:lnTo>
                    <a:pt x="21" y="8"/>
                  </a:lnTo>
                  <a:lnTo>
                    <a:pt x="46" y="16"/>
                  </a:lnTo>
                  <a:lnTo>
                    <a:pt x="73" y="23"/>
                  </a:lnTo>
                  <a:lnTo>
                    <a:pt x="104" y="29"/>
                  </a:lnTo>
                  <a:lnTo>
                    <a:pt x="136" y="36"/>
                  </a:lnTo>
                  <a:lnTo>
                    <a:pt x="170" y="42"/>
                  </a:lnTo>
                  <a:lnTo>
                    <a:pt x="206" y="46"/>
                  </a:lnTo>
                  <a:lnTo>
                    <a:pt x="244" y="51"/>
                  </a:lnTo>
                  <a:lnTo>
                    <a:pt x="282" y="55"/>
                  </a:lnTo>
                  <a:lnTo>
                    <a:pt x="322" y="58"/>
                  </a:lnTo>
                  <a:lnTo>
                    <a:pt x="362" y="61"/>
                  </a:lnTo>
                  <a:lnTo>
                    <a:pt x="404" y="63"/>
                  </a:lnTo>
                  <a:lnTo>
                    <a:pt x="444" y="65"/>
                  </a:lnTo>
                  <a:lnTo>
                    <a:pt x="486" y="66"/>
                  </a:lnTo>
                  <a:lnTo>
                    <a:pt x="527" y="67"/>
                  </a:lnTo>
                  <a:lnTo>
                    <a:pt x="569" y="67"/>
                  </a:lnTo>
                  <a:lnTo>
                    <a:pt x="608" y="68"/>
                  </a:lnTo>
                  <a:lnTo>
                    <a:pt x="647" y="68"/>
                  </a:lnTo>
                  <a:lnTo>
                    <a:pt x="685" y="68"/>
                  </a:lnTo>
                  <a:lnTo>
                    <a:pt x="725" y="67"/>
                  </a:lnTo>
                  <a:lnTo>
                    <a:pt x="763" y="66"/>
                  </a:lnTo>
                  <a:lnTo>
                    <a:pt x="802" y="64"/>
                  </a:lnTo>
                  <a:lnTo>
                    <a:pt x="839" y="62"/>
                  </a:lnTo>
                  <a:lnTo>
                    <a:pt x="877" y="59"/>
                  </a:lnTo>
                  <a:lnTo>
                    <a:pt x="912" y="56"/>
                  </a:lnTo>
                  <a:lnTo>
                    <a:pt x="946" y="52"/>
                  </a:lnTo>
                  <a:lnTo>
                    <a:pt x="979" y="49"/>
                  </a:lnTo>
                  <a:lnTo>
                    <a:pt x="1010" y="43"/>
                  </a:lnTo>
                  <a:lnTo>
                    <a:pt x="1040" y="38"/>
                  </a:lnTo>
                  <a:lnTo>
                    <a:pt x="1067" y="32"/>
                  </a:lnTo>
                  <a:lnTo>
                    <a:pt x="1093" y="24"/>
                  </a:lnTo>
                  <a:lnTo>
                    <a:pt x="1117" y="17"/>
                  </a:lnTo>
                  <a:lnTo>
                    <a:pt x="1115" y="18"/>
                  </a:lnTo>
                  <a:lnTo>
                    <a:pt x="1115" y="21"/>
                  </a:lnTo>
                  <a:lnTo>
                    <a:pt x="1115" y="24"/>
                  </a:lnTo>
                  <a:lnTo>
                    <a:pt x="1115" y="29"/>
                  </a:lnTo>
                  <a:lnTo>
                    <a:pt x="1115" y="36"/>
                  </a:lnTo>
                  <a:lnTo>
                    <a:pt x="1115" y="42"/>
                  </a:lnTo>
                  <a:lnTo>
                    <a:pt x="1115" y="49"/>
                  </a:lnTo>
                  <a:lnTo>
                    <a:pt x="1115" y="55"/>
                  </a:lnTo>
                  <a:lnTo>
                    <a:pt x="1115" y="63"/>
                  </a:lnTo>
                  <a:lnTo>
                    <a:pt x="1115" y="70"/>
                  </a:lnTo>
                  <a:lnTo>
                    <a:pt x="1115" y="76"/>
                  </a:lnTo>
                  <a:lnTo>
                    <a:pt x="1115" y="82"/>
                  </a:lnTo>
                  <a:lnTo>
                    <a:pt x="1115" y="86"/>
                  </a:lnTo>
                  <a:lnTo>
                    <a:pt x="1115" y="89"/>
                  </a:lnTo>
                  <a:lnTo>
                    <a:pt x="1115" y="91"/>
                  </a:lnTo>
                  <a:lnTo>
                    <a:pt x="1117" y="90"/>
                  </a:lnTo>
                  <a:lnTo>
                    <a:pt x="1098" y="100"/>
                  </a:lnTo>
                  <a:lnTo>
                    <a:pt x="1075" y="107"/>
                  </a:lnTo>
                  <a:lnTo>
                    <a:pt x="1050" y="115"/>
                  </a:lnTo>
                  <a:lnTo>
                    <a:pt x="1022" y="121"/>
                  </a:lnTo>
                  <a:lnTo>
                    <a:pt x="991" y="127"/>
                  </a:lnTo>
                  <a:lnTo>
                    <a:pt x="959" y="133"/>
                  </a:lnTo>
                  <a:lnTo>
                    <a:pt x="925" y="138"/>
                  </a:lnTo>
                  <a:lnTo>
                    <a:pt x="889" y="142"/>
                  </a:lnTo>
                  <a:lnTo>
                    <a:pt x="851" y="146"/>
                  </a:lnTo>
                  <a:lnTo>
                    <a:pt x="812" y="149"/>
                  </a:lnTo>
                  <a:lnTo>
                    <a:pt x="771" y="151"/>
                  </a:lnTo>
                  <a:lnTo>
                    <a:pt x="731" y="154"/>
                  </a:lnTo>
                  <a:lnTo>
                    <a:pt x="689" y="155"/>
                  </a:lnTo>
                  <a:lnTo>
                    <a:pt x="649" y="157"/>
                  </a:lnTo>
                  <a:lnTo>
                    <a:pt x="608" y="157"/>
                  </a:lnTo>
                  <a:lnTo>
                    <a:pt x="567" y="156"/>
                  </a:lnTo>
                  <a:lnTo>
                    <a:pt x="520" y="156"/>
                  </a:lnTo>
                  <a:lnTo>
                    <a:pt x="475" y="155"/>
                  </a:lnTo>
                  <a:lnTo>
                    <a:pt x="430" y="153"/>
                  </a:lnTo>
                  <a:lnTo>
                    <a:pt x="386" y="149"/>
                  </a:lnTo>
                  <a:lnTo>
                    <a:pt x="343" y="146"/>
                  </a:lnTo>
                  <a:lnTo>
                    <a:pt x="301" y="142"/>
                  </a:lnTo>
                  <a:lnTo>
                    <a:pt x="261" y="138"/>
                  </a:lnTo>
                  <a:lnTo>
                    <a:pt x="222" y="132"/>
                  </a:lnTo>
                  <a:lnTo>
                    <a:pt x="185" y="127"/>
                  </a:lnTo>
                  <a:lnTo>
                    <a:pt x="151" y="121"/>
                  </a:lnTo>
                  <a:lnTo>
                    <a:pt x="117" y="115"/>
                  </a:lnTo>
                  <a:lnTo>
                    <a:pt x="88" y="107"/>
                  </a:lnTo>
                  <a:lnTo>
                    <a:pt x="61" y="100"/>
                  </a:lnTo>
                  <a:lnTo>
                    <a:pt x="37" y="93"/>
                  </a:lnTo>
                  <a:lnTo>
                    <a:pt x="16" y="85"/>
                  </a:lnTo>
                  <a:lnTo>
                    <a:pt x="0" y="76"/>
                  </a:lnTo>
                  <a:lnTo>
                    <a:pt x="0" y="76"/>
                  </a:lnTo>
                  <a:lnTo>
                    <a:pt x="0" y="73"/>
                  </a:lnTo>
                  <a:lnTo>
                    <a:pt x="0" y="70"/>
                  </a:lnTo>
                  <a:lnTo>
                    <a:pt x="0" y="64"/>
                  </a:lnTo>
                  <a:lnTo>
                    <a:pt x="0" y="59"/>
                  </a:lnTo>
                  <a:lnTo>
                    <a:pt x="0" y="52"/>
                  </a:lnTo>
                  <a:lnTo>
                    <a:pt x="0" y="45"/>
                  </a:lnTo>
                  <a:lnTo>
                    <a:pt x="0" y="38"/>
                  </a:lnTo>
                  <a:lnTo>
                    <a:pt x="0" y="32"/>
                  </a:lnTo>
                  <a:lnTo>
                    <a:pt x="0" y="24"/>
                  </a:lnTo>
                  <a:lnTo>
                    <a:pt x="0" y="18"/>
                  </a:lnTo>
                  <a:lnTo>
                    <a:pt x="0" y="12"/>
                  </a:lnTo>
                  <a:lnTo>
                    <a:pt x="0" y="8"/>
                  </a:lnTo>
                  <a:lnTo>
                    <a:pt x="0" y="3"/>
                  </a:lnTo>
                  <a:lnTo>
                    <a:pt x="0" y="1"/>
                  </a:lnTo>
                  <a:lnTo>
                    <a:pt x="0" y="0"/>
                  </a:lnTo>
                  <a:lnTo>
                    <a:pt x="0" y="0"/>
                  </a:lnTo>
                </a:path>
              </a:pathLst>
            </a:custGeom>
            <a:solidFill>
              <a:srgbClr val="5f5f5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39" name=""/>
            <p:cNvSpPr/>
            <p:nvPr/>
          </p:nvSpPr>
          <p:spPr>
            <a:xfrm>
              <a:off x="4835520" y="7310520"/>
              <a:ext cx="1562040" cy="220680"/>
            </a:xfrm>
            <a:custGeom>
              <a:avLst/>
              <a:gdLst/>
              <a:ahLst/>
              <a:rect l="l" t="t" r="r" b="b"/>
              <a:pathLst>
                <a:path w="984" h="139">
                  <a:moveTo>
                    <a:pt x="0" y="0"/>
                  </a:moveTo>
                  <a:lnTo>
                    <a:pt x="22" y="5"/>
                  </a:lnTo>
                  <a:lnTo>
                    <a:pt x="46" y="11"/>
                  </a:lnTo>
                  <a:lnTo>
                    <a:pt x="73" y="17"/>
                  </a:lnTo>
                  <a:lnTo>
                    <a:pt x="103" y="21"/>
                  </a:lnTo>
                  <a:lnTo>
                    <a:pt x="134" y="26"/>
                  </a:lnTo>
                  <a:lnTo>
                    <a:pt x="166" y="30"/>
                  </a:lnTo>
                  <a:lnTo>
                    <a:pt x="200" y="33"/>
                  </a:lnTo>
                  <a:lnTo>
                    <a:pt x="234" y="36"/>
                  </a:lnTo>
                  <a:lnTo>
                    <a:pt x="269" y="40"/>
                  </a:lnTo>
                  <a:lnTo>
                    <a:pt x="304" y="42"/>
                  </a:lnTo>
                  <a:lnTo>
                    <a:pt x="339" y="44"/>
                  </a:lnTo>
                  <a:lnTo>
                    <a:pt x="376" y="45"/>
                  </a:lnTo>
                  <a:lnTo>
                    <a:pt x="410" y="47"/>
                  </a:lnTo>
                  <a:lnTo>
                    <a:pt x="445" y="48"/>
                  </a:lnTo>
                  <a:lnTo>
                    <a:pt x="479" y="48"/>
                  </a:lnTo>
                  <a:lnTo>
                    <a:pt x="513" y="48"/>
                  </a:lnTo>
                  <a:lnTo>
                    <a:pt x="544" y="49"/>
                  </a:lnTo>
                  <a:lnTo>
                    <a:pt x="576" y="49"/>
                  </a:lnTo>
                  <a:lnTo>
                    <a:pt x="607" y="49"/>
                  </a:lnTo>
                  <a:lnTo>
                    <a:pt x="640" y="48"/>
                  </a:lnTo>
                  <a:lnTo>
                    <a:pt x="671" y="48"/>
                  </a:lnTo>
                  <a:lnTo>
                    <a:pt x="703" y="47"/>
                  </a:lnTo>
                  <a:lnTo>
                    <a:pt x="734" y="46"/>
                  </a:lnTo>
                  <a:lnTo>
                    <a:pt x="766" y="44"/>
                  </a:lnTo>
                  <a:lnTo>
                    <a:pt x="795" y="42"/>
                  </a:lnTo>
                  <a:lnTo>
                    <a:pt x="825" y="40"/>
                  </a:lnTo>
                  <a:lnTo>
                    <a:pt x="853" y="37"/>
                  </a:lnTo>
                  <a:lnTo>
                    <a:pt x="882" y="33"/>
                  </a:lnTo>
                  <a:lnTo>
                    <a:pt x="908" y="30"/>
                  </a:lnTo>
                  <a:lnTo>
                    <a:pt x="934" y="26"/>
                  </a:lnTo>
                  <a:lnTo>
                    <a:pt x="958" y="23"/>
                  </a:lnTo>
                  <a:lnTo>
                    <a:pt x="983" y="17"/>
                  </a:lnTo>
                  <a:lnTo>
                    <a:pt x="981" y="18"/>
                  </a:lnTo>
                  <a:lnTo>
                    <a:pt x="981" y="20"/>
                  </a:lnTo>
                  <a:lnTo>
                    <a:pt x="981" y="25"/>
                  </a:lnTo>
                  <a:lnTo>
                    <a:pt x="981" y="28"/>
                  </a:lnTo>
                  <a:lnTo>
                    <a:pt x="981" y="35"/>
                  </a:lnTo>
                  <a:lnTo>
                    <a:pt x="981" y="41"/>
                  </a:lnTo>
                  <a:lnTo>
                    <a:pt x="981" y="49"/>
                  </a:lnTo>
                  <a:lnTo>
                    <a:pt x="981" y="55"/>
                  </a:lnTo>
                  <a:lnTo>
                    <a:pt x="981" y="63"/>
                  </a:lnTo>
                  <a:lnTo>
                    <a:pt x="981" y="70"/>
                  </a:lnTo>
                  <a:lnTo>
                    <a:pt x="981" y="76"/>
                  </a:lnTo>
                  <a:lnTo>
                    <a:pt x="981" y="81"/>
                  </a:lnTo>
                  <a:lnTo>
                    <a:pt x="981" y="86"/>
                  </a:lnTo>
                  <a:lnTo>
                    <a:pt x="981" y="90"/>
                  </a:lnTo>
                  <a:lnTo>
                    <a:pt x="981" y="92"/>
                  </a:lnTo>
                  <a:lnTo>
                    <a:pt x="983" y="92"/>
                  </a:lnTo>
                  <a:lnTo>
                    <a:pt x="961" y="98"/>
                  </a:lnTo>
                  <a:lnTo>
                    <a:pt x="939" y="103"/>
                  </a:lnTo>
                  <a:lnTo>
                    <a:pt x="914" y="108"/>
                  </a:lnTo>
                  <a:lnTo>
                    <a:pt x="889" y="113"/>
                  </a:lnTo>
                  <a:lnTo>
                    <a:pt x="860" y="117"/>
                  </a:lnTo>
                  <a:lnTo>
                    <a:pt x="832" y="121"/>
                  </a:lnTo>
                  <a:lnTo>
                    <a:pt x="802" y="125"/>
                  </a:lnTo>
                  <a:lnTo>
                    <a:pt x="772" y="127"/>
                  </a:lnTo>
                  <a:lnTo>
                    <a:pt x="740" y="130"/>
                  </a:lnTo>
                  <a:lnTo>
                    <a:pt x="708" y="132"/>
                  </a:lnTo>
                  <a:lnTo>
                    <a:pt x="675" y="135"/>
                  </a:lnTo>
                  <a:lnTo>
                    <a:pt x="643" y="136"/>
                  </a:lnTo>
                  <a:lnTo>
                    <a:pt x="609" y="138"/>
                  </a:lnTo>
                  <a:lnTo>
                    <a:pt x="576" y="138"/>
                  </a:lnTo>
                  <a:lnTo>
                    <a:pt x="543" y="138"/>
                  </a:lnTo>
                  <a:lnTo>
                    <a:pt x="511" y="137"/>
                  </a:lnTo>
                  <a:lnTo>
                    <a:pt x="473" y="137"/>
                  </a:lnTo>
                  <a:lnTo>
                    <a:pt x="437" y="136"/>
                  </a:lnTo>
                  <a:lnTo>
                    <a:pt x="400" y="135"/>
                  </a:lnTo>
                  <a:lnTo>
                    <a:pt x="363" y="132"/>
                  </a:lnTo>
                  <a:lnTo>
                    <a:pt x="326" y="130"/>
                  </a:lnTo>
                  <a:lnTo>
                    <a:pt x="289" y="127"/>
                  </a:lnTo>
                  <a:lnTo>
                    <a:pt x="254" y="123"/>
                  </a:lnTo>
                  <a:lnTo>
                    <a:pt x="220" y="118"/>
                  </a:lnTo>
                  <a:lnTo>
                    <a:pt x="185" y="114"/>
                  </a:lnTo>
                  <a:lnTo>
                    <a:pt x="153" y="109"/>
                  </a:lnTo>
                  <a:lnTo>
                    <a:pt x="122" y="106"/>
                  </a:lnTo>
                  <a:lnTo>
                    <a:pt x="93" y="100"/>
                  </a:lnTo>
                  <a:lnTo>
                    <a:pt x="66" y="95"/>
                  </a:lnTo>
                  <a:lnTo>
                    <a:pt x="41" y="89"/>
                  </a:lnTo>
                  <a:lnTo>
                    <a:pt x="18" y="84"/>
                  </a:lnTo>
                  <a:lnTo>
                    <a:pt x="0" y="78"/>
                  </a:lnTo>
                  <a:lnTo>
                    <a:pt x="0" y="77"/>
                  </a:lnTo>
                  <a:lnTo>
                    <a:pt x="0" y="74"/>
                  </a:lnTo>
                  <a:lnTo>
                    <a:pt x="0" y="71"/>
                  </a:lnTo>
                  <a:lnTo>
                    <a:pt x="0" y="65"/>
                  </a:lnTo>
                  <a:lnTo>
                    <a:pt x="0" y="60"/>
                  </a:lnTo>
                  <a:lnTo>
                    <a:pt x="0" y="54"/>
                  </a:lnTo>
                  <a:lnTo>
                    <a:pt x="0" y="47"/>
                  </a:lnTo>
                  <a:lnTo>
                    <a:pt x="0" y="39"/>
                  </a:lnTo>
                  <a:lnTo>
                    <a:pt x="0" y="33"/>
                  </a:lnTo>
                  <a:lnTo>
                    <a:pt x="0" y="25"/>
                  </a:lnTo>
                  <a:lnTo>
                    <a:pt x="0" y="19"/>
                  </a:lnTo>
                  <a:lnTo>
                    <a:pt x="0" y="12"/>
                  </a:lnTo>
                  <a:lnTo>
                    <a:pt x="0" y="8"/>
                  </a:lnTo>
                  <a:lnTo>
                    <a:pt x="0" y="4"/>
                  </a:lnTo>
                  <a:lnTo>
                    <a:pt x="0" y="1"/>
                  </a:lnTo>
                  <a:lnTo>
                    <a:pt x="0" y="0"/>
                  </a:lnTo>
                  <a:lnTo>
                    <a:pt x="0" y="0"/>
                  </a:lnTo>
                </a:path>
              </a:pathLst>
            </a:custGeom>
            <a:solidFill>
              <a:srgbClr val="727272"/>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40" name=""/>
            <p:cNvSpPr/>
            <p:nvPr/>
          </p:nvSpPr>
          <p:spPr>
            <a:xfrm>
              <a:off x="4924440" y="7338960"/>
              <a:ext cx="1330200" cy="192240"/>
            </a:xfrm>
            <a:custGeom>
              <a:avLst/>
              <a:gdLst/>
              <a:ahLst/>
              <a:rect l="l" t="t" r="r" b="b"/>
              <a:pathLst>
                <a:path w="838" h="121">
                  <a:moveTo>
                    <a:pt x="0" y="0"/>
                  </a:moveTo>
                  <a:lnTo>
                    <a:pt x="23" y="4"/>
                  </a:lnTo>
                  <a:lnTo>
                    <a:pt x="48" y="8"/>
                  </a:lnTo>
                  <a:lnTo>
                    <a:pt x="75" y="12"/>
                  </a:lnTo>
                  <a:lnTo>
                    <a:pt x="103" y="14"/>
                  </a:lnTo>
                  <a:lnTo>
                    <a:pt x="131" y="17"/>
                  </a:lnTo>
                  <a:lnTo>
                    <a:pt x="160" y="19"/>
                  </a:lnTo>
                  <a:lnTo>
                    <a:pt x="190" y="21"/>
                  </a:lnTo>
                  <a:lnTo>
                    <a:pt x="221" y="23"/>
                  </a:lnTo>
                  <a:lnTo>
                    <a:pt x="250" y="24"/>
                  </a:lnTo>
                  <a:lnTo>
                    <a:pt x="281" y="26"/>
                  </a:lnTo>
                  <a:lnTo>
                    <a:pt x="311" y="29"/>
                  </a:lnTo>
                  <a:lnTo>
                    <a:pt x="342" y="29"/>
                  </a:lnTo>
                  <a:lnTo>
                    <a:pt x="371" y="30"/>
                  </a:lnTo>
                  <a:lnTo>
                    <a:pt x="400" y="30"/>
                  </a:lnTo>
                  <a:lnTo>
                    <a:pt x="428" y="30"/>
                  </a:lnTo>
                  <a:lnTo>
                    <a:pt x="457" y="30"/>
                  </a:lnTo>
                  <a:lnTo>
                    <a:pt x="480" y="31"/>
                  </a:lnTo>
                  <a:lnTo>
                    <a:pt x="505" y="31"/>
                  </a:lnTo>
                  <a:lnTo>
                    <a:pt x="530" y="31"/>
                  </a:lnTo>
                  <a:lnTo>
                    <a:pt x="555" y="31"/>
                  </a:lnTo>
                  <a:lnTo>
                    <a:pt x="579" y="31"/>
                  </a:lnTo>
                  <a:lnTo>
                    <a:pt x="604" y="30"/>
                  </a:lnTo>
                  <a:lnTo>
                    <a:pt x="628" y="29"/>
                  </a:lnTo>
                  <a:lnTo>
                    <a:pt x="654" y="27"/>
                  </a:lnTo>
                  <a:lnTo>
                    <a:pt x="677" y="27"/>
                  </a:lnTo>
                  <a:lnTo>
                    <a:pt x="701" y="25"/>
                  </a:lnTo>
                  <a:lnTo>
                    <a:pt x="724" y="23"/>
                  </a:lnTo>
                  <a:lnTo>
                    <a:pt x="748" y="21"/>
                  </a:lnTo>
                  <a:lnTo>
                    <a:pt x="770" y="19"/>
                  </a:lnTo>
                  <a:lnTo>
                    <a:pt x="793" y="17"/>
                  </a:lnTo>
                  <a:lnTo>
                    <a:pt x="815" y="15"/>
                  </a:lnTo>
                  <a:lnTo>
                    <a:pt x="837" y="12"/>
                  </a:lnTo>
                  <a:lnTo>
                    <a:pt x="837" y="14"/>
                  </a:lnTo>
                  <a:lnTo>
                    <a:pt x="837" y="17"/>
                  </a:lnTo>
                  <a:lnTo>
                    <a:pt x="837" y="21"/>
                  </a:lnTo>
                  <a:lnTo>
                    <a:pt x="837" y="25"/>
                  </a:lnTo>
                  <a:lnTo>
                    <a:pt x="837" y="31"/>
                  </a:lnTo>
                  <a:lnTo>
                    <a:pt x="837" y="37"/>
                  </a:lnTo>
                  <a:lnTo>
                    <a:pt x="837" y="45"/>
                  </a:lnTo>
                  <a:lnTo>
                    <a:pt x="837" y="51"/>
                  </a:lnTo>
                  <a:lnTo>
                    <a:pt x="837" y="58"/>
                  </a:lnTo>
                  <a:lnTo>
                    <a:pt x="837" y="66"/>
                  </a:lnTo>
                  <a:lnTo>
                    <a:pt x="837" y="72"/>
                  </a:lnTo>
                  <a:lnTo>
                    <a:pt x="837" y="77"/>
                  </a:lnTo>
                  <a:lnTo>
                    <a:pt x="837" y="83"/>
                  </a:lnTo>
                  <a:lnTo>
                    <a:pt x="837" y="86"/>
                  </a:lnTo>
                  <a:lnTo>
                    <a:pt x="837" y="89"/>
                  </a:lnTo>
                  <a:lnTo>
                    <a:pt x="837" y="89"/>
                  </a:lnTo>
                  <a:lnTo>
                    <a:pt x="818" y="93"/>
                  </a:lnTo>
                  <a:lnTo>
                    <a:pt x="798" y="97"/>
                  </a:lnTo>
                  <a:lnTo>
                    <a:pt x="776" y="101"/>
                  </a:lnTo>
                  <a:lnTo>
                    <a:pt x="755" y="104"/>
                  </a:lnTo>
                  <a:lnTo>
                    <a:pt x="732" y="107"/>
                  </a:lnTo>
                  <a:lnTo>
                    <a:pt x="709" y="109"/>
                  </a:lnTo>
                  <a:lnTo>
                    <a:pt x="684" y="111"/>
                  </a:lnTo>
                  <a:lnTo>
                    <a:pt x="661" y="113"/>
                  </a:lnTo>
                  <a:lnTo>
                    <a:pt x="635" y="115"/>
                  </a:lnTo>
                  <a:lnTo>
                    <a:pt x="610" y="117"/>
                  </a:lnTo>
                  <a:lnTo>
                    <a:pt x="583" y="119"/>
                  </a:lnTo>
                  <a:lnTo>
                    <a:pt x="559" y="119"/>
                  </a:lnTo>
                  <a:lnTo>
                    <a:pt x="531" y="120"/>
                  </a:lnTo>
                  <a:lnTo>
                    <a:pt x="506" y="120"/>
                  </a:lnTo>
                  <a:lnTo>
                    <a:pt x="480" y="120"/>
                  </a:lnTo>
                  <a:lnTo>
                    <a:pt x="455" y="119"/>
                  </a:lnTo>
                  <a:lnTo>
                    <a:pt x="422" y="119"/>
                  </a:lnTo>
                  <a:lnTo>
                    <a:pt x="391" y="118"/>
                  </a:lnTo>
                  <a:lnTo>
                    <a:pt x="360" y="118"/>
                  </a:lnTo>
                  <a:lnTo>
                    <a:pt x="329" y="116"/>
                  </a:lnTo>
                  <a:lnTo>
                    <a:pt x="297" y="114"/>
                  </a:lnTo>
                  <a:lnTo>
                    <a:pt x="266" y="112"/>
                  </a:lnTo>
                  <a:lnTo>
                    <a:pt x="235" y="109"/>
                  </a:lnTo>
                  <a:lnTo>
                    <a:pt x="205" y="105"/>
                  </a:lnTo>
                  <a:lnTo>
                    <a:pt x="175" y="102"/>
                  </a:lnTo>
                  <a:lnTo>
                    <a:pt x="147" y="98"/>
                  </a:lnTo>
                  <a:lnTo>
                    <a:pt x="119" y="95"/>
                  </a:lnTo>
                  <a:lnTo>
                    <a:pt x="92" y="90"/>
                  </a:lnTo>
                  <a:lnTo>
                    <a:pt x="66" y="87"/>
                  </a:lnTo>
                  <a:lnTo>
                    <a:pt x="43" y="82"/>
                  </a:lnTo>
                  <a:lnTo>
                    <a:pt x="20" y="78"/>
                  </a:lnTo>
                  <a:lnTo>
                    <a:pt x="0" y="72"/>
                  </a:lnTo>
                  <a:lnTo>
                    <a:pt x="0" y="70"/>
                  </a:lnTo>
                  <a:lnTo>
                    <a:pt x="0" y="68"/>
                  </a:lnTo>
                  <a:lnTo>
                    <a:pt x="0" y="64"/>
                  </a:lnTo>
                  <a:lnTo>
                    <a:pt x="0" y="59"/>
                  </a:lnTo>
                  <a:lnTo>
                    <a:pt x="0" y="53"/>
                  </a:lnTo>
                  <a:lnTo>
                    <a:pt x="0" y="48"/>
                  </a:lnTo>
                  <a:lnTo>
                    <a:pt x="0" y="42"/>
                  </a:lnTo>
                  <a:lnTo>
                    <a:pt x="0" y="34"/>
                  </a:lnTo>
                  <a:lnTo>
                    <a:pt x="0" y="29"/>
                  </a:lnTo>
                  <a:lnTo>
                    <a:pt x="0" y="23"/>
                  </a:lnTo>
                  <a:lnTo>
                    <a:pt x="0" y="17"/>
                  </a:lnTo>
                  <a:lnTo>
                    <a:pt x="0" y="11"/>
                  </a:lnTo>
                  <a:lnTo>
                    <a:pt x="0" y="7"/>
                  </a:lnTo>
                  <a:lnTo>
                    <a:pt x="0" y="3"/>
                  </a:lnTo>
                  <a:lnTo>
                    <a:pt x="0" y="1"/>
                  </a:lnTo>
                  <a:lnTo>
                    <a:pt x="0" y="0"/>
                  </a:lnTo>
                  <a:lnTo>
                    <a:pt x="0" y="0"/>
                  </a:lnTo>
                </a:path>
              </a:pathLst>
            </a:custGeom>
            <a:solidFill>
              <a:srgbClr val="808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41" name=""/>
            <p:cNvSpPr/>
            <p:nvPr/>
          </p:nvSpPr>
          <p:spPr>
            <a:xfrm>
              <a:off x="5002200" y="7342200"/>
              <a:ext cx="1131840" cy="189000"/>
            </a:xfrm>
            <a:custGeom>
              <a:avLst/>
              <a:gdLst/>
              <a:ahLst/>
              <a:rect l="l" t="t" r="r" b="b"/>
              <a:pathLst>
                <a:path w="713" h="119">
                  <a:moveTo>
                    <a:pt x="0" y="0"/>
                  </a:moveTo>
                  <a:lnTo>
                    <a:pt x="19" y="4"/>
                  </a:lnTo>
                  <a:lnTo>
                    <a:pt x="41" y="7"/>
                  </a:lnTo>
                  <a:lnTo>
                    <a:pt x="64" y="11"/>
                  </a:lnTo>
                  <a:lnTo>
                    <a:pt x="88" y="13"/>
                  </a:lnTo>
                  <a:lnTo>
                    <a:pt x="112" y="15"/>
                  </a:lnTo>
                  <a:lnTo>
                    <a:pt x="139" y="17"/>
                  </a:lnTo>
                  <a:lnTo>
                    <a:pt x="165" y="19"/>
                  </a:lnTo>
                  <a:lnTo>
                    <a:pt x="192" y="21"/>
                  </a:lnTo>
                  <a:lnTo>
                    <a:pt x="220" y="22"/>
                  </a:lnTo>
                  <a:lnTo>
                    <a:pt x="246" y="24"/>
                  </a:lnTo>
                  <a:lnTo>
                    <a:pt x="274" y="27"/>
                  </a:lnTo>
                  <a:lnTo>
                    <a:pt x="302" y="27"/>
                  </a:lnTo>
                  <a:lnTo>
                    <a:pt x="329" y="28"/>
                  </a:lnTo>
                  <a:lnTo>
                    <a:pt x="356" y="28"/>
                  </a:lnTo>
                  <a:lnTo>
                    <a:pt x="381" y="28"/>
                  </a:lnTo>
                  <a:lnTo>
                    <a:pt x="408" y="28"/>
                  </a:lnTo>
                  <a:lnTo>
                    <a:pt x="425" y="28"/>
                  </a:lnTo>
                  <a:lnTo>
                    <a:pt x="443" y="28"/>
                  </a:lnTo>
                  <a:lnTo>
                    <a:pt x="460" y="28"/>
                  </a:lnTo>
                  <a:lnTo>
                    <a:pt x="478" y="28"/>
                  </a:lnTo>
                  <a:lnTo>
                    <a:pt x="496" y="28"/>
                  </a:lnTo>
                  <a:lnTo>
                    <a:pt x="514" y="28"/>
                  </a:lnTo>
                  <a:lnTo>
                    <a:pt x="532" y="28"/>
                  </a:lnTo>
                  <a:lnTo>
                    <a:pt x="551" y="27"/>
                  </a:lnTo>
                  <a:lnTo>
                    <a:pt x="569" y="27"/>
                  </a:lnTo>
                  <a:lnTo>
                    <a:pt x="588" y="27"/>
                  </a:lnTo>
                  <a:lnTo>
                    <a:pt x="607" y="27"/>
                  </a:lnTo>
                  <a:lnTo>
                    <a:pt x="626" y="25"/>
                  </a:lnTo>
                  <a:lnTo>
                    <a:pt x="645" y="25"/>
                  </a:lnTo>
                  <a:lnTo>
                    <a:pt x="666" y="23"/>
                  </a:lnTo>
                  <a:lnTo>
                    <a:pt x="687" y="23"/>
                  </a:lnTo>
                  <a:lnTo>
                    <a:pt x="708" y="21"/>
                  </a:lnTo>
                  <a:lnTo>
                    <a:pt x="708" y="24"/>
                  </a:lnTo>
                  <a:lnTo>
                    <a:pt x="708" y="27"/>
                  </a:lnTo>
                  <a:lnTo>
                    <a:pt x="708" y="32"/>
                  </a:lnTo>
                  <a:lnTo>
                    <a:pt x="708" y="35"/>
                  </a:lnTo>
                  <a:lnTo>
                    <a:pt x="708" y="42"/>
                  </a:lnTo>
                  <a:lnTo>
                    <a:pt x="708" y="48"/>
                  </a:lnTo>
                  <a:lnTo>
                    <a:pt x="708" y="54"/>
                  </a:lnTo>
                  <a:lnTo>
                    <a:pt x="710" y="60"/>
                  </a:lnTo>
                  <a:lnTo>
                    <a:pt x="710" y="68"/>
                  </a:lnTo>
                  <a:lnTo>
                    <a:pt x="710" y="74"/>
                  </a:lnTo>
                  <a:lnTo>
                    <a:pt x="710" y="80"/>
                  </a:lnTo>
                  <a:lnTo>
                    <a:pt x="711" y="84"/>
                  </a:lnTo>
                  <a:lnTo>
                    <a:pt x="711" y="88"/>
                  </a:lnTo>
                  <a:lnTo>
                    <a:pt x="711" y="91"/>
                  </a:lnTo>
                  <a:lnTo>
                    <a:pt x="711" y="93"/>
                  </a:lnTo>
                  <a:lnTo>
                    <a:pt x="712" y="93"/>
                  </a:lnTo>
                  <a:lnTo>
                    <a:pt x="695" y="96"/>
                  </a:lnTo>
                  <a:lnTo>
                    <a:pt x="680" y="99"/>
                  </a:lnTo>
                  <a:lnTo>
                    <a:pt x="662" y="102"/>
                  </a:lnTo>
                  <a:lnTo>
                    <a:pt x="646" y="104"/>
                  </a:lnTo>
                  <a:lnTo>
                    <a:pt x="627" y="107"/>
                  </a:lnTo>
                  <a:lnTo>
                    <a:pt x="610" y="109"/>
                  </a:lnTo>
                  <a:lnTo>
                    <a:pt x="591" y="110"/>
                  </a:lnTo>
                  <a:lnTo>
                    <a:pt x="572" y="112"/>
                  </a:lnTo>
                  <a:lnTo>
                    <a:pt x="552" y="114"/>
                  </a:lnTo>
                  <a:lnTo>
                    <a:pt x="532" y="115"/>
                  </a:lnTo>
                  <a:lnTo>
                    <a:pt x="511" y="117"/>
                  </a:lnTo>
                  <a:lnTo>
                    <a:pt x="491" y="117"/>
                  </a:lnTo>
                  <a:lnTo>
                    <a:pt x="470" y="118"/>
                  </a:lnTo>
                  <a:lnTo>
                    <a:pt x="449" y="118"/>
                  </a:lnTo>
                  <a:lnTo>
                    <a:pt x="427" y="118"/>
                  </a:lnTo>
                  <a:lnTo>
                    <a:pt x="406" y="117"/>
                  </a:lnTo>
                  <a:lnTo>
                    <a:pt x="378" y="117"/>
                  </a:lnTo>
                  <a:lnTo>
                    <a:pt x="351" y="117"/>
                  </a:lnTo>
                  <a:lnTo>
                    <a:pt x="323" y="117"/>
                  </a:lnTo>
                  <a:lnTo>
                    <a:pt x="296" y="115"/>
                  </a:lnTo>
                  <a:lnTo>
                    <a:pt x="267" y="114"/>
                  </a:lnTo>
                  <a:lnTo>
                    <a:pt x="239" y="112"/>
                  </a:lnTo>
                  <a:lnTo>
                    <a:pt x="212" y="110"/>
                  </a:lnTo>
                  <a:lnTo>
                    <a:pt x="186" y="107"/>
                  </a:lnTo>
                  <a:lnTo>
                    <a:pt x="159" y="105"/>
                  </a:lnTo>
                  <a:lnTo>
                    <a:pt x="132" y="102"/>
                  </a:lnTo>
                  <a:lnTo>
                    <a:pt x="107" y="98"/>
                  </a:lnTo>
                  <a:lnTo>
                    <a:pt x="83" y="94"/>
                  </a:lnTo>
                  <a:lnTo>
                    <a:pt x="60" y="90"/>
                  </a:lnTo>
                  <a:lnTo>
                    <a:pt x="39" y="86"/>
                  </a:lnTo>
                  <a:lnTo>
                    <a:pt x="19" y="81"/>
                  </a:lnTo>
                  <a:lnTo>
                    <a:pt x="0" y="75"/>
                  </a:lnTo>
                  <a:lnTo>
                    <a:pt x="0" y="75"/>
                  </a:lnTo>
                  <a:lnTo>
                    <a:pt x="0" y="72"/>
                  </a:lnTo>
                  <a:lnTo>
                    <a:pt x="0" y="69"/>
                  </a:lnTo>
                  <a:lnTo>
                    <a:pt x="0" y="64"/>
                  </a:lnTo>
                  <a:lnTo>
                    <a:pt x="0" y="59"/>
                  </a:lnTo>
                  <a:lnTo>
                    <a:pt x="0" y="52"/>
                  </a:lnTo>
                  <a:lnTo>
                    <a:pt x="0" y="45"/>
                  </a:lnTo>
                  <a:lnTo>
                    <a:pt x="0" y="37"/>
                  </a:lnTo>
                  <a:lnTo>
                    <a:pt x="0" y="32"/>
                  </a:lnTo>
                  <a:lnTo>
                    <a:pt x="0" y="24"/>
                  </a:lnTo>
                  <a:lnTo>
                    <a:pt x="0" y="19"/>
                  </a:lnTo>
                  <a:lnTo>
                    <a:pt x="0" y="12"/>
                  </a:lnTo>
                  <a:lnTo>
                    <a:pt x="0" y="8"/>
                  </a:lnTo>
                  <a:lnTo>
                    <a:pt x="0" y="4"/>
                  </a:lnTo>
                  <a:lnTo>
                    <a:pt x="0" y="1"/>
                  </a:lnTo>
                  <a:lnTo>
                    <a:pt x="0" y="0"/>
                  </a:lnTo>
                  <a:lnTo>
                    <a:pt x="0" y="0"/>
                  </a:lnTo>
                </a:path>
              </a:pathLst>
            </a:custGeom>
            <a:solidFill>
              <a:srgbClr val="8f8f8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42" name=""/>
            <p:cNvSpPr/>
            <p:nvPr/>
          </p:nvSpPr>
          <p:spPr>
            <a:xfrm>
              <a:off x="5065560" y="7361280"/>
              <a:ext cx="930600" cy="169920"/>
            </a:xfrm>
            <a:custGeom>
              <a:avLst/>
              <a:gdLst/>
              <a:ahLst/>
              <a:rect l="l" t="t" r="r" b="b"/>
              <a:pathLst>
                <a:path w="586" h="107">
                  <a:moveTo>
                    <a:pt x="0" y="0"/>
                  </a:moveTo>
                  <a:lnTo>
                    <a:pt x="19" y="3"/>
                  </a:lnTo>
                  <a:lnTo>
                    <a:pt x="40" y="5"/>
                  </a:lnTo>
                  <a:lnTo>
                    <a:pt x="61" y="7"/>
                  </a:lnTo>
                  <a:lnTo>
                    <a:pt x="83" y="9"/>
                  </a:lnTo>
                  <a:lnTo>
                    <a:pt x="104" y="11"/>
                  </a:lnTo>
                  <a:lnTo>
                    <a:pt x="127" y="12"/>
                  </a:lnTo>
                  <a:lnTo>
                    <a:pt x="150" y="14"/>
                  </a:lnTo>
                  <a:lnTo>
                    <a:pt x="174" y="14"/>
                  </a:lnTo>
                  <a:lnTo>
                    <a:pt x="197" y="16"/>
                  </a:lnTo>
                  <a:lnTo>
                    <a:pt x="220" y="16"/>
                  </a:lnTo>
                  <a:lnTo>
                    <a:pt x="243" y="16"/>
                  </a:lnTo>
                  <a:lnTo>
                    <a:pt x="269" y="16"/>
                  </a:lnTo>
                  <a:lnTo>
                    <a:pt x="292" y="16"/>
                  </a:lnTo>
                  <a:lnTo>
                    <a:pt x="317" y="16"/>
                  </a:lnTo>
                  <a:lnTo>
                    <a:pt x="343" y="16"/>
                  </a:lnTo>
                  <a:lnTo>
                    <a:pt x="368" y="16"/>
                  </a:lnTo>
                  <a:lnTo>
                    <a:pt x="384" y="16"/>
                  </a:lnTo>
                  <a:lnTo>
                    <a:pt x="399" y="16"/>
                  </a:lnTo>
                  <a:lnTo>
                    <a:pt x="411" y="16"/>
                  </a:lnTo>
                  <a:lnTo>
                    <a:pt x="424" y="16"/>
                  </a:lnTo>
                  <a:lnTo>
                    <a:pt x="434" y="16"/>
                  </a:lnTo>
                  <a:lnTo>
                    <a:pt x="446" y="16"/>
                  </a:lnTo>
                  <a:lnTo>
                    <a:pt x="455" y="16"/>
                  </a:lnTo>
                  <a:lnTo>
                    <a:pt x="466" y="16"/>
                  </a:lnTo>
                  <a:lnTo>
                    <a:pt x="476" y="16"/>
                  </a:lnTo>
                  <a:lnTo>
                    <a:pt x="486" y="16"/>
                  </a:lnTo>
                  <a:lnTo>
                    <a:pt x="497" y="16"/>
                  </a:lnTo>
                  <a:lnTo>
                    <a:pt x="510" y="15"/>
                  </a:lnTo>
                  <a:lnTo>
                    <a:pt x="523" y="15"/>
                  </a:lnTo>
                  <a:lnTo>
                    <a:pt x="539" y="13"/>
                  </a:lnTo>
                  <a:lnTo>
                    <a:pt x="556" y="12"/>
                  </a:lnTo>
                  <a:lnTo>
                    <a:pt x="577" y="10"/>
                  </a:lnTo>
                  <a:lnTo>
                    <a:pt x="577" y="16"/>
                  </a:lnTo>
                  <a:lnTo>
                    <a:pt x="579" y="21"/>
                  </a:lnTo>
                  <a:lnTo>
                    <a:pt x="580" y="27"/>
                  </a:lnTo>
                  <a:lnTo>
                    <a:pt x="581" y="33"/>
                  </a:lnTo>
                  <a:lnTo>
                    <a:pt x="581" y="41"/>
                  </a:lnTo>
                  <a:lnTo>
                    <a:pt x="582" y="47"/>
                  </a:lnTo>
                  <a:lnTo>
                    <a:pt x="582" y="53"/>
                  </a:lnTo>
                  <a:lnTo>
                    <a:pt x="584" y="59"/>
                  </a:lnTo>
                  <a:lnTo>
                    <a:pt x="584" y="66"/>
                  </a:lnTo>
                  <a:lnTo>
                    <a:pt x="584" y="71"/>
                  </a:lnTo>
                  <a:lnTo>
                    <a:pt x="584" y="77"/>
                  </a:lnTo>
                  <a:lnTo>
                    <a:pt x="584" y="81"/>
                  </a:lnTo>
                  <a:lnTo>
                    <a:pt x="584" y="86"/>
                  </a:lnTo>
                  <a:lnTo>
                    <a:pt x="584" y="88"/>
                  </a:lnTo>
                  <a:lnTo>
                    <a:pt x="584" y="90"/>
                  </a:lnTo>
                  <a:lnTo>
                    <a:pt x="585" y="90"/>
                  </a:lnTo>
                  <a:lnTo>
                    <a:pt x="570" y="94"/>
                  </a:lnTo>
                  <a:lnTo>
                    <a:pt x="556" y="97"/>
                  </a:lnTo>
                  <a:lnTo>
                    <a:pt x="544" y="99"/>
                  </a:lnTo>
                  <a:lnTo>
                    <a:pt x="532" y="101"/>
                  </a:lnTo>
                  <a:lnTo>
                    <a:pt x="521" y="103"/>
                  </a:lnTo>
                  <a:lnTo>
                    <a:pt x="509" y="104"/>
                  </a:lnTo>
                  <a:lnTo>
                    <a:pt x="497" y="106"/>
                  </a:lnTo>
                  <a:lnTo>
                    <a:pt x="487" y="106"/>
                  </a:lnTo>
                  <a:lnTo>
                    <a:pt x="475" y="106"/>
                  </a:lnTo>
                  <a:lnTo>
                    <a:pt x="464" y="106"/>
                  </a:lnTo>
                  <a:lnTo>
                    <a:pt x="450" y="106"/>
                  </a:lnTo>
                  <a:lnTo>
                    <a:pt x="437" y="106"/>
                  </a:lnTo>
                  <a:lnTo>
                    <a:pt x="421" y="106"/>
                  </a:lnTo>
                  <a:lnTo>
                    <a:pt x="405" y="106"/>
                  </a:lnTo>
                  <a:lnTo>
                    <a:pt x="386" y="106"/>
                  </a:lnTo>
                  <a:lnTo>
                    <a:pt x="366" y="105"/>
                  </a:lnTo>
                  <a:lnTo>
                    <a:pt x="338" y="105"/>
                  </a:lnTo>
                  <a:lnTo>
                    <a:pt x="313" y="105"/>
                  </a:lnTo>
                  <a:lnTo>
                    <a:pt x="287" y="105"/>
                  </a:lnTo>
                  <a:lnTo>
                    <a:pt x="262" y="104"/>
                  </a:lnTo>
                  <a:lnTo>
                    <a:pt x="237" y="104"/>
                  </a:lnTo>
                  <a:lnTo>
                    <a:pt x="213" y="103"/>
                  </a:lnTo>
                  <a:lnTo>
                    <a:pt x="189" y="101"/>
                  </a:lnTo>
                  <a:lnTo>
                    <a:pt x="167" y="99"/>
                  </a:lnTo>
                  <a:lnTo>
                    <a:pt x="143" y="98"/>
                  </a:lnTo>
                  <a:lnTo>
                    <a:pt x="121" y="96"/>
                  </a:lnTo>
                  <a:lnTo>
                    <a:pt x="99" y="94"/>
                  </a:lnTo>
                  <a:lnTo>
                    <a:pt x="78" y="90"/>
                  </a:lnTo>
                  <a:lnTo>
                    <a:pt x="56" y="87"/>
                  </a:lnTo>
                  <a:lnTo>
                    <a:pt x="37" y="83"/>
                  </a:lnTo>
                  <a:lnTo>
                    <a:pt x="18" y="79"/>
                  </a:lnTo>
                  <a:lnTo>
                    <a:pt x="0" y="74"/>
                  </a:lnTo>
                  <a:lnTo>
                    <a:pt x="0" y="74"/>
                  </a:lnTo>
                  <a:lnTo>
                    <a:pt x="0" y="71"/>
                  </a:lnTo>
                  <a:lnTo>
                    <a:pt x="0" y="68"/>
                  </a:lnTo>
                  <a:lnTo>
                    <a:pt x="0" y="62"/>
                  </a:lnTo>
                  <a:lnTo>
                    <a:pt x="0" y="57"/>
                  </a:lnTo>
                  <a:lnTo>
                    <a:pt x="0" y="51"/>
                  </a:lnTo>
                  <a:lnTo>
                    <a:pt x="0" y="45"/>
                  </a:lnTo>
                  <a:lnTo>
                    <a:pt x="0" y="37"/>
                  </a:lnTo>
                  <a:lnTo>
                    <a:pt x="0" y="31"/>
                  </a:lnTo>
                  <a:lnTo>
                    <a:pt x="0" y="24"/>
                  </a:lnTo>
                  <a:lnTo>
                    <a:pt x="0" y="18"/>
                  </a:lnTo>
                  <a:lnTo>
                    <a:pt x="0" y="12"/>
                  </a:lnTo>
                  <a:lnTo>
                    <a:pt x="0" y="8"/>
                  </a:lnTo>
                  <a:lnTo>
                    <a:pt x="0" y="3"/>
                  </a:lnTo>
                  <a:lnTo>
                    <a:pt x="0" y="1"/>
                  </a:lnTo>
                  <a:lnTo>
                    <a:pt x="0" y="0"/>
                  </a:lnTo>
                  <a:lnTo>
                    <a:pt x="0" y="0"/>
                  </a:lnTo>
                </a:path>
              </a:pathLst>
            </a:custGeom>
            <a:solidFill>
              <a:srgbClr val="a2a2a2"/>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43" name=""/>
            <p:cNvSpPr/>
            <p:nvPr/>
          </p:nvSpPr>
          <p:spPr>
            <a:xfrm>
              <a:off x="5121360" y="7369200"/>
              <a:ext cx="766800" cy="165240"/>
            </a:xfrm>
            <a:custGeom>
              <a:avLst/>
              <a:gdLst/>
              <a:ahLst/>
              <a:rect l="l" t="t" r="r" b="b"/>
              <a:pathLst>
                <a:path w="483" h="104">
                  <a:moveTo>
                    <a:pt x="0" y="0"/>
                  </a:moveTo>
                  <a:lnTo>
                    <a:pt x="20" y="4"/>
                  </a:lnTo>
                  <a:lnTo>
                    <a:pt x="39" y="5"/>
                  </a:lnTo>
                  <a:lnTo>
                    <a:pt x="58" y="7"/>
                  </a:lnTo>
                  <a:lnTo>
                    <a:pt x="78" y="9"/>
                  </a:lnTo>
                  <a:lnTo>
                    <a:pt x="97" y="11"/>
                  </a:lnTo>
                  <a:lnTo>
                    <a:pt x="117" y="11"/>
                  </a:lnTo>
                  <a:lnTo>
                    <a:pt x="136" y="11"/>
                  </a:lnTo>
                  <a:lnTo>
                    <a:pt x="156" y="11"/>
                  </a:lnTo>
                  <a:lnTo>
                    <a:pt x="176" y="12"/>
                  </a:lnTo>
                  <a:lnTo>
                    <a:pt x="196" y="12"/>
                  </a:lnTo>
                  <a:lnTo>
                    <a:pt x="218" y="12"/>
                  </a:lnTo>
                  <a:lnTo>
                    <a:pt x="240" y="12"/>
                  </a:lnTo>
                  <a:lnTo>
                    <a:pt x="261" y="12"/>
                  </a:lnTo>
                  <a:lnTo>
                    <a:pt x="284" y="12"/>
                  </a:lnTo>
                  <a:lnTo>
                    <a:pt x="308" y="12"/>
                  </a:lnTo>
                  <a:lnTo>
                    <a:pt x="333" y="11"/>
                  </a:lnTo>
                  <a:lnTo>
                    <a:pt x="348" y="12"/>
                  </a:lnTo>
                  <a:lnTo>
                    <a:pt x="361" y="12"/>
                  </a:lnTo>
                  <a:lnTo>
                    <a:pt x="370" y="12"/>
                  </a:lnTo>
                  <a:lnTo>
                    <a:pt x="378" y="12"/>
                  </a:lnTo>
                  <a:lnTo>
                    <a:pt x="383" y="15"/>
                  </a:lnTo>
                  <a:lnTo>
                    <a:pt x="388" y="15"/>
                  </a:lnTo>
                  <a:lnTo>
                    <a:pt x="391" y="15"/>
                  </a:lnTo>
                  <a:lnTo>
                    <a:pt x="395" y="15"/>
                  </a:lnTo>
                  <a:lnTo>
                    <a:pt x="398" y="16"/>
                  </a:lnTo>
                  <a:lnTo>
                    <a:pt x="402" y="16"/>
                  </a:lnTo>
                  <a:lnTo>
                    <a:pt x="407" y="16"/>
                  </a:lnTo>
                  <a:lnTo>
                    <a:pt x="415" y="16"/>
                  </a:lnTo>
                  <a:lnTo>
                    <a:pt x="423" y="16"/>
                  </a:lnTo>
                  <a:lnTo>
                    <a:pt x="436" y="16"/>
                  </a:lnTo>
                  <a:lnTo>
                    <a:pt x="452" y="15"/>
                  </a:lnTo>
                  <a:lnTo>
                    <a:pt x="472" y="13"/>
                  </a:lnTo>
                  <a:lnTo>
                    <a:pt x="473" y="16"/>
                  </a:lnTo>
                  <a:lnTo>
                    <a:pt x="475" y="18"/>
                  </a:lnTo>
                  <a:lnTo>
                    <a:pt x="477" y="24"/>
                  </a:lnTo>
                  <a:lnTo>
                    <a:pt x="479" y="28"/>
                  </a:lnTo>
                  <a:lnTo>
                    <a:pt x="479" y="35"/>
                  </a:lnTo>
                  <a:lnTo>
                    <a:pt x="480" y="41"/>
                  </a:lnTo>
                  <a:lnTo>
                    <a:pt x="480" y="48"/>
                  </a:lnTo>
                  <a:lnTo>
                    <a:pt x="482" y="54"/>
                  </a:lnTo>
                  <a:lnTo>
                    <a:pt x="481" y="62"/>
                  </a:lnTo>
                  <a:lnTo>
                    <a:pt x="481" y="69"/>
                  </a:lnTo>
                  <a:lnTo>
                    <a:pt x="480" y="75"/>
                  </a:lnTo>
                  <a:lnTo>
                    <a:pt x="480" y="80"/>
                  </a:lnTo>
                  <a:lnTo>
                    <a:pt x="479" y="85"/>
                  </a:lnTo>
                  <a:lnTo>
                    <a:pt x="478" y="88"/>
                  </a:lnTo>
                  <a:lnTo>
                    <a:pt x="476" y="91"/>
                  </a:lnTo>
                  <a:lnTo>
                    <a:pt x="475" y="91"/>
                  </a:lnTo>
                  <a:lnTo>
                    <a:pt x="460" y="95"/>
                  </a:lnTo>
                  <a:lnTo>
                    <a:pt x="449" y="97"/>
                  </a:lnTo>
                  <a:lnTo>
                    <a:pt x="440" y="99"/>
                  </a:lnTo>
                  <a:lnTo>
                    <a:pt x="434" y="100"/>
                  </a:lnTo>
                  <a:lnTo>
                    <a:pt x="428" y="102"/>
                  </a:lnTo>
                  <a:lnTo>
                    <a:pt x="423" y="103"/>
                  </a:lnTo>
                  <a:lnTo>
                    <a:pt x="420" y="103"/>
                  </a:lnTo>
                  <a:lnTo>
                    <a:pt x="415" y="103"/>
                  </a:lnTo>
                  <a:lnTo>
                    <a:pt x="410" y="103"/>
                  </a:lnTo>
                  <a:lnTo>
                    <a:pt x="405" y="103"/>
                  </a:lnTo>
                  <a:lnTo>
                    <a:pt x="398" y="103"/>
                  </a:lnTo>
                  <a:lnTo>
                    <a:pt x="391" y="102"/>
                  </a:lnTo>
                  <a:lnTo>
                    <a:pt x="379" y="102"/>
                  </a:lnTo>
                  <a:lnTo>
                    <a:pt x="367" y="102"/>
                  </a:lnTo>
                  <a:lnTo>
                    <a:pt x="350" y="102"/>
                  </a:lnTo>
                  <a:lnTo>
                    <a:pt x="331" y="100"/>
                  </a:lnTo>
                  <a:lnTo>
                    <a:pt x="304" y="100"/>
                  </a:lnTo>
                  <a:lnTo>
                    <a:pt x="280" y="100"/>
                  </a:lnTo>
                  <a:lnTo>
                    <a:pt x="256" y="100"/>
                  </a:lnTo>
                  <a:lnTo>
                    <a:pt x="233" y="100"/>
                  </a:lnTo>
                  <a:lnTo>
                    <a:pt x="210" y="100"/>
                  </a:lnTo>
                  <a:lnTo>
                    <a:pt x="189" y="99"/>
                  </a:lnTo>
                  <a:lnTo>
                    <a:pt x="168" y="99"/>
                  </a:lnTo>
                  <a:lnTo>
                    <a:pt x="149" y="98"/>
                  </a:lnTo>
                  <a:lnTo>
                    <a:pt x="129" y="97"/>
                  </a:lnTo>
                  <a:lnTo>
                    <a:pt x="109" y="95"/>
                  </a:lnTo>
                  <a:lnTo>
                    <a:pt x="90" y="93"/>
                  </a:lnTo>
                  <a:lnTo>
                    <a:pt x="73" y="90"/>
                  </a:lnTo>
                  <a:lnTo>
                    <a:pt x="53" y="88"/>
                  </a:lnTo>
                  <a:lnTo>
                    <a:pt x="36" y="85"/>
                  </a:lnTo>
                  <a:lnTo>
                    <a:pt x="18" y="81"/>
                  </a:lnTo>
                  <a:lnTo>
                    <a:pt x="0" y="76"/>
                  </a:lnTo>
                  <a:lnTo>
                    <a:pt x="0" y="76"/>
                  </a:lnTo>
                  <a:lnTo>
                    <a:pt x="0" y="73"/>
                  </a:lnTo>
                  <a:lnTo>
                    <a:pt x="0" y="70"/>
                  </a:lnTo>
                  <a:lnTo>
                    <a:pt x="0" y="64"/>
                  </a:lnTo>
                  <a:lnTo>
                    <a:pt x="0" y="59"/>
                  </a:lnTo>
                  <a:lnTo>
                    <a:pt x="0" y="53"/>
                  </a:lnTo>
                  <a:lnTo>
                    <a:pt x="0" y="46"/>
                  </a:lnTo>
                  <a:lnTo>
                    <a:pt x="0" y="38"/>
                  </a:lnTo>
                  <a:lnTo>
                    <a:pt x="0" y="32"/>
                  </a:lnTo>
                  <a:lnTo>
                    <a:pt x="0" y="25"/>
                  </a:lnTo>
                  <a:lnTo>
                    <a:pt x="0" y="19"/>
                  </a:lnTo>
                  <a:lnTo>
                    <a:pt x="0" y="12"/>
                  </a:lnTo>
                  <a:lnTo>
                    <a:pt x="0" y="8"/>
                  </a:lnTo>
                  <a:lnTo>
                    <a:pt x="0" y="4"/>
                  </a:lnTo>
                  <a:lnTo>
                    <a:pt x="0" y="1"/>
                  </a:lnTo>
                  <a:lnTo>
                    <a:pt x="0" y="0"/>
                  </a:lnTo>
                  <a:lnTo>
                    <a:pt x="0" y="0"/>
                  </a:lnTo>
                </a:path>
              </a:pathLst>
            </a:custGeom>
            <a:solidFill>
              <a:srgbClr val="b2b2b2"/>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44" name=""/>
            <p:cNvSpPr/>
            <p:nvPr/>
          </p:nvSpPr>
          <p:spPr>
            <a:xfrm>
              <a:off x="5207040" y="7375680"/>
              <a:ext cx="444600" cy="155520"/>
            </a:xfrm>
            <a:custGeom>
              <a:avLst/>
              <a:gdLst/>
              <a:ahLst/>
              <a:rect l="l" t="t" r="r" b="b"/>
              <a:pathLst>
                <a:path w="280" h="98">
                  <a:moveTo>
                    <a:pt x="0" y="0"/>
                  </a:moveTo>
                  <a:lnTo>
                    <a:pt x="19" y="4"/>
                  </a:lnTo>
                  <a:lnTo>
                    <a:pt x="36" y="6"/>
                  </a:lnTo>
                  <a:lnTo>
                    <a:pt x="52" y="8"/>
                  </a:lnTo>
                  <a:lnTo>
                    <a:pt x="69" y="9"/>
                  </a:lnTo>
                  <a:lnTo>
                    <a:pt x="83" y="11"/>
                  </a:lnTo>
                  <a:lnTo>
                    <a:pt x="98" y="11"/>
                  </a:lnTo>
                  <a:lnTo>
                    <a:pt x="113" y="11"/>
                  </a:lnTo>
                  <a:lnTo>
                    <a:pt x="129" y="10"/>
                  </a:lnTo>
                  <a:lnTo>
                    <a:pt x="144" y="10"/>
                  </a:lnTo>
                  <a:lnTo>
                    <a:pt x="159" y="10"/>
                  </a:lnTo>
                  <a:lnTo>
                    <a:pt x="175" y="10"/>
                  </a:lnTo>
                  <a:lnTo>
                    <a:pt x="193" y="8"/>
                  </a:lnTo>
                  <a:lnTo>
                    <a:pt x="212" y="8"/>
                  </a:lnTo>
                  <a:lnTo>
                    <a:pt x="232" y="8"/>
                  </a:lnTo>
                  <a:lnTo>
                    <a:pt x="254" y="8"/>
                  </a:lnTo>
                  <a:lnTo>
                    <a:pt x="279" y="7"/>
                  </a:lnTo>
                  <a:lnTo>
                    <a:pt x="279" y="8"/>
                  </a:lnTo>
                  <a:lnTo>
                    <a:pt x="279" y="11"/>
                  </a:lnTo>
                  <a:lnTo>
                    <a:pt x="279" y="16"/>
                  </a:lnTo>
                  <a:lnTo>
                    <a:pt x="279" y="22"/>
                  </a:lnTo>
                  <a:lnTo>
                    <a:pt x="279" y="29"/>
                  </a:lnTo>
                  <a:lnTo>
                    <a:pt x="279" y="37"/>
                  </a:lnTo>
                  <a:lnTo>
                    <a:pt x="279" y="44"/>
                  </a:lnTo>
                  <a:lnTo>
                    <a:pt x="279" y="52"/>
                  </a:lnTo>
                  <a:lnTo>
                    <a:pt x="278" y="61"/>
                  </a:lnTo>
                  <a:lnTo>
                    <a:pt x="278" y="69"/>
                  </a:lnTo>
                  <a:lnTo>
                    <a:pt x="278" y="77"/>
                  </a:lnTo>
                  <a:lnTo>
                    <a:pt x="278" y="82"/>
                  </a:lnTo>
                  <a:lnTo>
                    <a:pt x="277" y="89"/>
                  </a:lnTo>
                  <a:lnTo>
                    <a:pt x="277" y="93"/>
                  </a:lnTo>
                  <a:lnTo>
                    <a:pt x="277" y="95"/>
                  </a:lnTo>
                  <a:lnTo>
                    <a:pt x="277" y="96"/>
                  </a:lnTo>
                  <a:lnTo>
                    <a:pt x="250" y="97"/>
                  </a:lnTo>
                  <a:lnTo>
                    <a:pt x="227" y="97"/>
                  </a:lnTo>
                  <a:lnTo>
                    <a:pt x="205" y="97"/>
                  </a:lnTo>
                  <a:lnTo>
                    <a:pt x="187" y="97"/>
                  </a:lnTo>
                  <a:lnTo>
                    <a:pt x="169" y="97"/>
                  </a:lnTo>
                  <a:lnTo>
                    <a:pt x="152" y="97"/>
                  </a:lnTo>
                  <a:lnTo>
                    <a:pt x="136" y="97"/>
                  </a:lnTo>
                  <a:lnTo>
                    <a:pt x="122" y="96"/>
                  </a:lnTo>
                  <a:lnTo>
                    <a:pt x="106" y="96"/>
                  </a:lnTo>
                  <a:lnTo>
                    <a:pt x="92" y="95"/>
                  </a:lnTo>
                  <a:lnTo>
                    <a:pt x="78" y="94"/>
                  </a:lnTo>
                  <a:lnTo>
                    <a:pt x="64" y="91"/>
                  </a:lnTo>
                  <a:lnTo>
                    <a:pt x="48" y="89"/>
                  </a:lnTo>
                  <a:lnTo>
                    <a:pt x="33" y="86"/>
                  </a:lnTo>
                  <a:lnTo>
                    <a:pt x="17" y="82"/>
                  </a:lnTo>
                  <a:lnTo>
                    <a:pt x="0" y="77"/>
                  </a:lnTo>
                  <a:lnTo>
                    <a:pt x="0" y="77"/>
                  </a:lnTo>
                  <a:lnTo>
                    <a:pt x="0" y="75"/>
                  </a:lnTo>
                  <a:lnTo>
                    <a:pt x="0" y="72"/>
                  </a:lnTo>
                  <a:lnTo>
                    <a:pt x="0" y="66"/>
                  </a:lnTo>
                  <a:lnTo>
                    <a:pt x="0" y="60"/>
                  </a:lnTo>
                  <a:lnTo>
                    <a:pt x="0" y="54"/>
                  </a:lnTo>
                  <a:lnTo>
                    <a:pt x="0" y="47"/>
                  </a:lnTo>
                  <a:lnTo>
                    <a:pt x="0" y="39"/>
                  </a:lnTo>
                  <a:lnTo>
                    <a:pt x="0" y="33"/>
                  </a:lnTo>
                  <a:lnTo>
                    <a:pt x="0" y="25"/>
                  </a:lnTo>
                  <a:lnTo>
                    <a:pt x="0" y="20"/>
                  </a:lnTo>
                  <a:lnTo>
                    <a:pt x="0" y="13"/>
                  </a:lnTo>
                  <a:lnTo>
                    <a:pt x="0" y="8"/>
                  </a:lnTo>
                  <a:lnTo>
                    <a:pt x="0" y="4"/>
                  </a:lnTo>
                  <a:lnTo>
                    <a:pt x="0" y="1"/>
                  </a:lnTo>
                  <a:lnTo>
                    <a:pt x="0" y="0"/>
                  </a:lnTo>
                  <a:lnTo>
                    <a:pt x="0" y="0"/>
                  </a:lnTo>
                </a:path>
              </a:pathLst>
            </a:custGeom>
            <a:solidFill>
              <a:srgbClr val="c0c0c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45" name=""/>
            <p:cNvSpPr/>
            <p:nvPr/>
          </p:nvSpPr>
          <p:spPr>
            <a:xfrm>
              <a:off x="5259240" y="6985080"/>
              <a:ext cx="790560" cy="135000"/>
            </a:xfrm>
            <a:custGeom>
              <a:avLst/>
              <a:gdLst/>
              <a:ahLst/>
              <a:rect l="l" t="t" r="r" b="b"/>
              <a:pathLst>
                <a:path w="498" h="85">
                  <a:moveTo>
                    <a:pt x="18" y="0"/>
                  </a:moveTo>
                  <a:lnTo>
                    <a:pt x="19" y="1"/>
                  </a:lnTo>
                  <a:lnTo>
                    <a:pt x="22" y="3"/>
                  </a:lnTo>
                  <a:lnTo>
                    <a:pt x="27" y="8"/>
                  </a:lnTo>
                  <a:lnTo>
                    <a:pt x="36" y="11"/>
                  </a:lnTo>
                  <a:lnTo>
                    <a:pt x="45" y="17"/>
                  </a:lnTo>
                  <a:lnTo>
                    <a:pt x="56" y="22"/>
                  </a:lnTo>
                  <a:lnTo>
                    <a:pt x="69" y="27"/>
                  </a:lnTo>
                  <a:lnTo>
                    <a:pt x="83" y="32"/>
                  </a:lnTo>
                  <a:lnTo>
                    <a:pt x="98" y="38"/>
                  </a:lnTo>
                  <a:lnTo>
                    <a:pt x="114" y="44"/>
                  </a:lnTo>
                  <a:lnTo>
                    <a:pt x="131" y="50"/>
                  </a:lnTo>
                  <a:lnTo>
                    <a:pt x="150" y="54"/>
                  </a:lnTo>
                  <a:lnTo>
                    <a:pt x="168" y="59"/>
                  </a:lnTo>
                  <a:lnTo>
                    <a:pt x="187" y="62"/>
                  </a:lnTo>
                  <a:lnTo>
                    <a:pt x="207" y="64"/>
                  </a:lnTo>
                  <a:lnTo>
                    <a:pt x="227" y="64"/>
                  </a:lnTo>
                  <a:lnTo>
                    <a:pt x="246" y="64"/>
                  </a:lnTo>
                  <a:lnTo>
                    <a:pt x="267" y="64"/>
                  </a:lnTo>
                  <a:lnTo>
                    <a:pt x="287" y="62"/>
                  </a:lnTo>
                  <a:lnTo>
                    <a:pt x="308" y="60"/>
                  </a:lnTo>
                  <a:lnTo>
                    <a:pt x="327" y="59"/>
                  </a:lnTo>
                  <a:lnTo>
                    <a:pt x="348" y="56"/>
                  </a:lnTo>
                  <a:lnTo>
                    <a:pt x="365" y="53"/>
                  </a:lnTo>
                  <a:lnTo>
                    <a:pt x="385" y="49"/>
                  </a:lnTo>
                  <a:lnTo>
                    <a:pt x="401" y="45"/>
                  </a:lnTo>
                  <a:lnTo>
                    <a:pt x="417" y="40"/>
                  </a:lnTo>
                  <a:lnTo>
                    <a:pt x="431" y="35"/>
                  </a:lnTo>
                  <a:lnTo>
                    <a:pt x="446" y="30"/>
                  </a:lnTo>
                  <a:lnTo>
                    <a:pt x="459" y="24"/>
                  </a:lnTo>
                  <a:lnTo>
                    <a:pt x="470" y="16"/>
                  </a:lnTo>
                  <a:lnTo>
                    <a:pt x="480" y="9"/>
                  </a:lnTo>
                  <a:lnTo>
                    <a:pt x="488" y="1"/>
                  </a:lnTo>
                  <a:lnTo>
                    <a:pt x="488" y="2"/>
                  </a:lnTo>
                  <a:lnTo>
                    <a:pt x="488" y="2"/>
                  </a:lnTo>
                  <a:lnTo>
                    <a:pt x="488" y="2"/>
                  </a:lnTo>
                  <a:lnTo>
                    <a:pt x="490" y="2"/>
                  </a:lnTo>
                  <a:lnTo>
                    <a:pt x="490" y="4"/>
                  </a:lnTo>
                  <a:lnTo>
                    <a:pt x="490" y="4"/>
                  </a:lnTo>
                  <a:lnTo>
                    <a:pt x="490" y="5"/>
                  </a:lnTo>
                  <a:lnTo>
                    <a:pt x="492" y="5"/>
                  </a:lnTo>
                  <a:lnTo>
                    <a:pt x="492" y="7"/>
                  </a:lnTo>
                  <a:lnTo>
                    <a:pt x="492" y="8"/>
                  </a:lnTo>
                  <a:lnTo>
                    <a:pt x="492" y="9"/>
                  </a:lnTo>
                  <a:lnTo>
                    <a:pt x="492" y="9"/>
                  </a:lnTo>
                  <a:lnTo>
                    <a:pt x="492" y="11"/>
                  </a:lnTo>
                  <a:lnTo>
                    <a:pt x="492" y="12"/>
                  </a:lnTo>
                  <a:lnTo>
                    <a:pt x="492" y="14"/>
                  </a:lnTo>
                  <a:lnTo>
                    <a:pt x="492" y="14"/>
                  </a:lnTo>
                  <a:lnTo>
                    <a:pt x="496" y="20"/>
                  </a:lnTo>
                  <a:lnTo>
                    <a:pt x="497" y="24"/>
                  </a:lnTo>
                  <a:lnTo>
                    <a:pt x="493" y="30"/>
                  </a:lnTo>
                  <a:lnTo>
                    <a:pt x="485" y="35"/>
                  </a:lnTo>
                  <a:lnTo>
                    <a:pt x="474" y="42"/>
                  </a:lnTo>
                  <a:lnTo>
                    <a:pt x="460" y="47"/>
                  </a:lnTo>
                  <a:lnTo>
                    <a:pt x="443" y="53"/>
                  </a:lnTo>
                  <a:lnTo>
                    <a:pt x="424" y="59"/>
                  </a:lnTo>
                  <a:lnTo>
                    <a:pt x="402" y="65"/>
                  </a:lnTo>
                  <a:lnTo>
                    <a:pt x="380" y="71"/>
                  </a:lnTo>
                  <a:lnTo>
                    <a:pt x="355" y="75"/>
                  </a:lnTo>
                  <a:lnTo>
                    <a:pt x="331" y="79"/>
                  </a:lnTo>
                  <a:lnTo>
                    <a:pt x="305" y="82"/>
                  </a:lnTo>
                  <a:lnTo>
                    <a:pt x="280" y="84"/>
                  </a:lnTo>
                  <a:lnTo>
                    <a:pt x="254" y="84"/>
                  </a:lnTo>
                  <a:lnTo>
                    <a:pt x="230" y="84"/>
                  </a:lnTo>
                  <a:lnTo>
                    <a:pt x="204" y="83"/>
                  </a:lnTo>
                  <a:lnTo>
                    <a:pt x="179" y="81"/>
                  </a:lnTo>
                  <a:lnTo>
                    <a:pt x="156" y="78"/>
                  </a:lnTo>
                  <a:lnTo>
                    <a:pt x="134" y="74"/>
                  </a:lnTo>
                  <a:lnTo>
                    <a:pt x="113" y="69"/>
                  </a:lnTo>
                  <a:lnTo>
                    <a:pt x="94" y="64"/>
                  </a:lnTo>
                  <a:lnTo>
                    <a:pt x="75" y="59"/>
                  </a:lnTo>
                  <a:lnTo>
                    <a:pt x="61" y="53"/>
                  </a:lnTo>
                  <a:lnTo>
                    <a:pt x="45" y="47"/>
                  </a:lnTo>
                  <a:lnTo>
                    <a:pt x="33" y="42"/>
                  </a:lnTo>
                  <a:lnTo>
                    <a:pt x="22" y="36"/>
                  </a:lnTo>
                  <a:lnTo>
                    <a:pt x="14" y="30"/>
                  </a:lnTo>
                  <a:lnTo>
                    <a:pt x="6" y="26"/>
                  </a:lnTo>
                  <a:lnTo>
                    <a:pt x="2" y="21"/>
                  </a:lnTo>
                  <a:lnTo>
                    <a:pt x="0" y="18"/>
                  </a:lnTo>
                  <a:lnTo>
                    <a:pt x="2" y="14"/>
                  </a:lnTo>
                  <a:lnTo>
                    <a:pt x="2" y="14"/>
                  </a:lnTo>
                  <a:lnTo>
                    <a:pt x="2" y="14"/>
                  </a:lnTo>
                  <a:lnTo>
                    <a:pt x="2" y="14"/>
                  </a:lnTo>
                  <a:lnTo>
                    <a:pt x="4" y="13"/>
                  </a:lnTo>
                  <a:lnTo>
                    <a:pt x="4" y="13"/>
                  </a:lnTo>
                  <a:lnTo>
                    <a:pt x="6" y="10"/>
                  </a:lnTo>
                  <a:lnTo>
                    <a:pt x="8" y="10"/>
                  </a:lnTo>
                  <a:lnTo>
                    <a:pt x="9" y="8"/>
                  </a:lnTo>
                  <a:lnTo>
                    <a:pt x="9" y="8"/>
                  </a:lnTo>
                  <a:lnTo>
                    <a:pt x="11" y="6"/>
                  </a:lnTo>
                  <a:lnTo>
                    <a:pt x="13" y="5"/>
                  </a:lnTo>
                  <a:lnTo>
                    <a:pt x="15" y="3"/>
                  </a:lnTo>
                  <a:lnTo>
                    <a:pt x="15" y="3"/>
                  </a:lnTo>
                  <a:lnTo>
                    <a:pt x="16" y="2"/>
                  </a:lnTo>
                  <a:lnTo>
                    <a:pt x="16" y="2"/>
                  </a:lnTo>
                  <a:lnTo>
                    <a:pt x="18" y="0"/>
                  </a:lnTo>
                  <a:lnTo>
                    <a:pt x="18" y="0"/>
                  </a:lnTo>
                </a:path>
              </a:pathLst>
            </a:custGeom>
            <a:solidFill>
              <a:srgbClr val="8f8f8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46" name=""/>
            <p:cNvSpPr/>
            <p:nvPr/>
          </p:nvSpPr>
          <p:spPr>
            <a:xfrm>
              <a:off x="5533920" y="2541600"/>
              <a:ext cx="90720" cy="133200"/>
            </a:xfrm>
            <a:custGeom>
              <a:avLst/>
              <a:gdLst/>
              <a:ahLst/>
              <a:rect l="l" t="t" r="r" b="b"/>
              <a:pathLst>
                <a:path w="57" h="84">
                  <a:moveTo>
                    <a:pt x="32" y="0"/>
                  </a:moveTo>
                  <a:lnTo>
                    <a:pt x="25" y="7"/>
                  </a:lnTo>
                  <a:lnTo>
                    <a:pt x="19" y="10"/>
                  </a:lnTo>
                  <a:lnTo>
                    <a:pt x="14" y="15"/>
                  </a:lnTo>
                  <a:lnTo>
                    <a:pt x="11" y="20"/>
                  </a:lnTo>
                  <a:lnTo>
                    <a:pt x="7" y="25"/>
                  </a:lnTo>
                  <a:lnTo>
                    <a:pt x="5" y="29"/>
                  </a:lnTo>
                  <a:lnTo>
                    <a:pt x="3" y="34"/>
                  </a:lnTo>
                  <a:lnTo>
                    <a:pt x="2" y="37"/>
                  </a:lnTo>
                  <a:lnTo>
                    <a:pt x="0" y="43"/>
                  </a:lnTo>
                  <a:lnTo>
                    <a:pt x="0" y="47"/>
                  </a:lnTo>
                  <a:lnTo>
                    <a:pt x="0" y="52"/>
                  </a:lnTo>
                  <a:lnTo>
                    <a:pt x="1" y="56"/>
                  </a:lnTo>
                  <a:lnTo>
                    <a:pt x="1" y="59"/>
                  </a:lnTo>
                  <a:lnTo>
                    <a:pt x="2" y="64"/>
                  </a:lnTo>
                  <a:lnTo>
                    <a:pt x="2" y="67"/>
                  </a:lnTo>
                  <a:lnTo>
                    <a:pt x="4" y="68"/>
                  </a:lnTo>
                  <a:lnTo>
                    <a:pt x="4" y="71"/>
                  </a:lnTo>
                  <a:lnTo>
                    <a:pt x="5" y="73"/>
                  </a:lnTo>
                  <a:lnTo>
                    <a:pt x="5" y="74"/>
                  </a:lnTo>
                  <a:lnTo>
                    <a:pt x="7" y="75"/>
                  </a:lnTo>
                  <a:lnTo>
                    <a:pt x="9" y="77"/>
                  </a:lnTo>
                  <a:lnTo>
                    <a:pt x="11" y="78"/>
                  </a:lnTo>
                  <a:lnTo>
                    <a:pt x="13" y="80"/>
                  </a:lnTo>
                  <a:lnTo>
                    <a:pt x="14" y="80"/>
                  </a:lnTo>
                  <a:lnTo>
                    <a:pt x="16" y="81"/>
                  </a:lnTo>
                  <a:lnTo>
                    <a:pt x="19" y="81"/>
                  </a:lnTo>
                  <a:lnTo>
                    <a:pt x="20" y="83"/>
                  </a:lnTo>
                  <a:lnTo>
                    <a:pt x="22" y="83"/>
                  </a:lnTo>
                  <a:lnTo>
                    <a:pt x="24" y="83"/>
                  </a:lnTo>
                  <a:lnTo>
                    <a:pt x="26" y="83"/>
                  </a:lnTo>
                  <a:lnTo>
                    <a:pt x="27" y="83"/>
                  </a:lnTo>
                  <a:lnTo>
                    <a:pt x="29" y="81"/>
                  </a:lnTo>
                  <a:lnTo>
                    <a:pt x="29" y="76"/>
                  </a:lnTo>
                  <a:lnTo>
                    <a:pt x="31" y="71"/>
                  </a:lnTo>
                  <a:lnTo>
                    <a:pt x="31" y="65"/>
                  </a:lnTo>
                  <a:lnTo>
                    <a:pt x="31" y="59"/>
                  </a:lnTo>
                  <a:lnTo>
                    <a:pt x="31" y="56"/>
                  </a:lnTo>
                  <a:lnTo>
                    <a:pt x="31" y="51"/>
                  </a:lnTo>
                  <a:lnTo>
                    <a:pt x="31" y="47"/>
                  </a:lnTo>
                  <a:lnTo>
                    <a:pt x="31" y="42"/>
                  </a:lnTo>
                  <a:lnTo>
                    <a:pt x="31" y="39"/>
                  </a:lnTo>
                  <a:lnTo>
                    <a:pt x="33" y="35"/>
                  </a:lnTo>
                  <a:lnTo>
                    <a:pt x="34" y="31"/>
                  </a:lnTo>
                  <a:lnTo>
                    <a:pt x="36" y="27"/>
                  </a:lnTo>
                  <a:lnTo>
                    <a:pt x="39" y="23"/>
                  </a:lnTo>
                  <a:lnTo>
                    <a:pt x="43" y="20"/>
                  </a:lnTo>
                  <a:lnTo>
                    <a:pt x="49" y="15"/>
                  </a:lnTo>
                  <a:lnTo>
                    <a:pt x="56" y="10"/>
                  </a:lnTo>
                  <a:lnTo>
                    <a:pt x="54" y="10"/>
                  </a:lnTo>
                  <a:lnTo>
                    <a:pt x="53" y="10"/>
                  </a:lnTo>
                  <a:lnTo>
                    <a:pt x="51" y="10"/>
                  </a:lnTo>
                  <a:lnTo>
                    <a:pt x="51" y="8"/>
                  </a:lnTo>
                  <a:lnTo>
                    <a:pt x="50" y="8"/>
                  </a:lnTo>
                  <a:lnTo>
                    <a:pt x="48" y="8"/>
                  </a:lnTo>
                  <a:lnTo>
                    <a:pt x="46" y="8"/>
                  </a:lnTo>
                  <a:lnTo>
                    <a:pt x="44" y="7"/>
                  </a:lnTo>
                  <a:lnTo>
                    <a:pt x="42" y="7"/>
                  </a:lnTo>
                  <a:lnTo>
                    <a:pt x="41" y="7"/>
                  </a:lnTo>
                  <a:lnTo>
                    <a:pt x="38" y="7"/>
                  </a:lnTo>
                  <a:lnTo>
                    <a:pt x="36" y="6"/>
                  </a:lnTo>
                  <a:lnTo>
                    <a:pt x="35" y="6"/>
                  </a:lnTo>
                  <a:lnTo>
                    <a:pt x="33" y="4"/>
                  </a:lnTo>
                  <a:lnTo>
                    <a:pt x="32" y="3"/>
                  </a:lnTo>
                  <a:lnTo>
                    <a:pt x="32" y="0"/>
                  </a:lnTo>
                  <a:lnTo>
                    <a:pt x="32" y="0"/>
                  </a:lnTo>
                </a:path>
              </a:pathLst>
            </a:custGeom>
            <a:solidFill>
              <a:srgbClr val="e1e1e1"/>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47" name=""/>
            <p:cNvSpPr/>
            <p:nvPr/>
          </p:nvSpPr>
          <p:spPr>
            <a:xfrm>
              <a:off x="4156200" y="3070080"/>
              <a:ext cx="185760" cy="88920"/>
            </a:xfrm>
            <a:custGeom>
              <a:avLst/>
              <a:gdLst/>
              <a:ahLst/>
              <a:rect l="l" t="t" r="r" b="b"/>
              <a:pathLst>
                <a:path w="117" h="56">
                  <a:moveTo>
                    <a:pt x="116" y="16"/>
                  </a:moveTo>
                  <a:lnTo>
                    <a:pt x="108" y="14"/>
                  </a:lnTo>
                  <a:lnTo>
                    <a:pt x="101" y="9"/>
                  </a:lnTo>
                  <a:lnTo>
                    <a:pt x="91" y="7"/>
                  </a:lnTo>
                  <a:lnTo>
                    <a:pt x="83" y="3"/>
                  </a:lnTo>
                  <a:lnTo>
                    <a:pt x="73" y="1"/>
                  </a:lnTo>
                  <a:lnTo>
                    <a:pt x="64" y="0"/>
                  </a:lnTo>
                  <a:lnTo>
                    <a:pt x="54" y="0"/>
                  </a:lnTo>
                  <a:lnTo>
                    <a:pt x="44" y="0"/>
                  </a:lnTo>
                  <a:lnTo>
                    <a:pt x="35" y="1"/>
                  </a:lnTo>
                  <a:lnTo>
                    <a:pt x="25" y="4"/>
                  </a:lnTo>
                  <a:lnTo>
                    <a:pt x="18" y="8"/>
                  </a:lnTo>
                  <a:lnTo>
                    <a:pt x="12" y="12"/>
                  </a:lnTo>
                  <a:lnTo>
                    <a:pt x="6" y="19"/>
                  </a:lnTo>
                  <a:lnTo>
                    <a:pt x="3" y="25"/>
                  </a:lnTo>
                  <a:lnTo>
                    <a:pt x="0" y="33"/>
                  </a:lnTo>
                  <a:lnTo>
                    <a:pt x="1" y="43"/>
                  </a:lnTo>
                  <a:lnTo>
                    <a:pt x="5" y="37"/>
                  </a:lnTo>
                  <a:lnTo>
                    <a:pt x="11" y="32"/>
                  </a:lnTo>
                  <a:lnTo>
                    <a:pt x="17" y="30"/>
                  </a:lnTo>
                  <a:lnTo>
                    <a:pt x="24" y="26"/>
                  </a:lnTo>
                  <a:lnTo>
                    <a:pt x="30" y="26"/>
                  </a:lnTo>
                  <a:lnTo>
                    <a:pt x="37" y="25"/>
                  </a:lnTo>
                  <a:lnTo>
                    <a:pt x="45" y="26"/>
                  </a:lnTo>
                  <a:lnTo>
                    <a:pt x="53" y="27"/>
                  </a:lnTo>
                  <a:lnTo>
                    <a:pt x="61" y="30"/>
                  </a:lnTo>
                  <a:lnTo>
                    <a:pt x="69" y="33"/>
                  </a:lnTo>
                  <a:lnTo>
                    <a:pt x="77" y="37"/>
                  </a:lnTo>
                  <a:lnTo>
                    <a:pt x="84" y="39"/>
                  </a:lnTo>
                  <a:lnTo>
                    <a:pt x="91" y="44"/>
                  </a:lnTo>
                  <a:lnTo>
                    <a:pt x="99" y="48"/>
                  </a:lnTo>
                  <a:lnTo>
                    <a:pt x="106" y="52"/>
                  </a:lnTo>
                  <a:lnTo>
                    <a:pt x="114" y="55"/>
                  </a:lnTo>
                  <a:lnTo>
                    <a:pt x="114" y="55"/>
                  </a:lnTo>
                  <a:lnTo>
                    <a:pt x="114" y="53"/>
                  </a:lnTo>
                  <a:lnTo>
                    <a:pt x="112" y="52"/>
                  </a:lnTo>
                  <a:lnTo>
                    <a:pt x="112" y="50"/>
                  </a:lnTo>
                  <a:lnTo>
                    <a:pt x="110" y="48"/>
                  </a:lnTo>
                  <a:lnTo>
                    <a:pt x="110" y="46"/>
                  </a:lnTo>
                  <a:lnTo>
                    <a:pt x="108" y="44"/>
                  </a:lnTo>
                  <a:lnTo>
                    <a:pt x="108" y="40"/>
                  </a:lnTo>
                  <a:lnTo>
                    <a:pt x="106" y="38"/>
                  </a:lnTo>
                  <a:lnTo>
                    <a:pt x="105" y="34"/>
                  </a:lnTo>
                  <a:lnTo>
                    <a:pt x="104" y="32"/>
                  </a:lnTo>
                  <a:lnTo>
                    <a:pt x="105" y="28"/>
                  </a:lnTo>
                  <a:lnTo>
                    <a:pt x="106" y="26"/>
                  </a:lnTo>
                  <a:lnTo>
                    <a:pt x="108" y="22"/>
                  </a:lnTo>
                  <a:lnTo>
                    <a:pt x="111" y="21"/>
                  </a:lnTo>
                  <a:lnTo>
                    <a:pt x="116" y="16"/>
                  </a:lnTo>
                  <a:lnTo>
                    <a:pt x="116" y="16"/>
                  </a:lnTo>
                </a:path>
              </a:pathLst>
            </a:custGeom>
            <a:solidFill>
              <a:srgbClr val="ffff80"/>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648" name=""/>
            <p:cNvSpPr/>
            <p:nvPr/>
          </p:nvSpPr>
          <p:spPr>
            <a:xfrm>
              <a:off x="3359160" y="6141960"/>
              <a:ext cx="252360" cy="36720"/>
            </a:xfrm>
            <a:custGeom>
              <a:avLst/>
              <a:gdLst/>
              <a:ahLst/>
              <a:rect l="l" t="t" r="r" b="b"/>
              <a:pathLst>
                <a:path w="159" h="23">
                  <a:moveTo>
                    <a:pt x="0" y="0"/>
                  </a:moveTo>
                  <a:lnTo>
                    <a:pt x="11" y="4"/>
                  </a:lnTo>
                  <a:lnTo>
                    <a:pt x="22" y="6"/>
                  </a:lnTo>
                  <a:lnTo>
                    <a:pt x="32" y="8"/>
                  </a:lnTo>
                  <a:lnTo>
                    <a:pt x="42" y="10"/>
                  </a:lnTo>
                  <a:lnTo>
                    <a:pt x="50" y="12"/>
                  </a:lnTo>
                  <a:lnTo>
                    <a:pt x="60" y="13"/>
                  </a:lnTo>
                  <a:lnTo>
                    <a:pt x="69" y="15"/>
                  </a:lnTo>
                  <a:lnTo>
                    <a:pt x="79" y="15"/>
                  </a:lnTo>
                  <a:lnTo>
                    <a:pt x="86" y="17"/>
                  </a:lnTo>
                  <a:lnTo>
                    <a:pt x="96" y="17"/>
                  </a:lnTo>
                  <a:lnTo>
                    <a:pt x="105" y="19"/>
                  </a:lnTo>
                  <a:lnTo>
                    <a:pt x="115" y="19"/>
                  </a:lnTo>
                  <a:lnTo>
                    <a:pt x="125" y="21"/>
                  </a:lnTo>
                  <a:lnTo>
                    <a:pt x="135" y="21"/>
                  </a:lnTo>
                  <a:lnTo>
                    <a:pt x="146" y="22"/>
                  </a:lnTo>
                  <a:lnTo>
                    <a:pt x="158" y="22"/>
                  </a:lnTo>
                </a:path>
              </a:pathLst>
            </a:custGeom>
            <a:noFill/>
            <a:ln w="31680">
              <a:solidFill>
                <a:srgbClr val="ffff80"/>
              </a:solidFill>
              <a:round/>
            </a:ln>
          </p:spPr>
          <p:style>
            <a:lnRef idx="0"/>
            <a:fillRef idx="0"/>
            <a:effectRef idx="0"/>
            <a:fontRef idx="minor"/>
          </p:style>
          <p:txBody>
            <a:bodyPr lIns="90000" rIns="90000" tIns="-10080" bIns="-10080" anchor="t">
              <a:noAutofit/>
            </a:bodyPr>
            <a:p>
              <a:endParaRPr b="0" lang="en-IN" sz="2400" strike="noStrike" u="none">
                <a:solidFill>
                  <a:srgbClr val="ffffff"/>
                </a:solidFill>
                <a:effectLst/>
                <a:uFillTx/>
                <a:latin typeface="Times New Roman"/>
              </a:endParaRPr>
            </a:p>
          </p:txBody>
        </p:sp>
        <p:sp>
          <p:nvSpPr>
            <p:cNvPr id="649" name=""/>
            <p:cNvSpPr/>
            <p:nvPr/>
          </p:nvSpPr>
          <p:spPr>
            <a:xfrm>
              <a:off x="6207120" y="6141960"/>
              <a:ext cx="254160" cy="36720"/>
            </a:xfrm>
            <a:custGeom>
              <a:avLst/>
              <a:gdLst/>
              <a:ahLst/>
              <a:rect l="l" t="t" r="r" b="b"/>
              <a:pathLst>
                <a:path w="160" h="23">
                  <a:moveTo>
                    <a:pt x="0" y="0"/>
                  </a:moveTo>
                  <a:lnTo>
                    <a:pt x="11" y="4"/>
                  </a:lnTo>
                  <a:lnTo>
                    <a:pt x="22" y="6"/>
                  </a:lnTo>
                  <a:lnTo>
                    <a:pt x="32" y="8"/>
                  </a:lnTo>
                  <a:lnTo>
                    <a:pt x="42" y="10"/>
                  </a:lnTo>
                  <a:lnTo>
                    <a:pt x="50" y="12"/>
                  </a:lnTo>
                  <a:lnTo>
                    <a:pt x="60" y="13"/>
                  </a:lnTo>
                  <a:lnTo>
                    <a:pt x="68" y="15"/>
                  </a:lnTo>
                  <a:lnTo>
                    <a:pt x="78" y="15"/>
                  </a:lnTo>
                  <a:lnTo>
                    <a:pt x="86" y="17"/>
                  </a:lnTo>
                  <a:lnTo>
                    <a:pt x="95" y="17"/>
                  </a:lnTo>
                  <a:lnTo>
                    <a:pt x="105" y="19"/>
                  </a:lnTo>
                  <a:lnTo>
                    <a:pt x="115" y="19"/>
                  </a:lnTo>
                  <a:lnTo>
                    <a:pt x="124" y="21"/>
                  </a:lnTo>
                  <a:lnTo>
                    <a:pt x="136" y="21"/>
                  </a:lnTo>
                  <a:lnTo>
                    <a:pt x="146" y="22"/>
                  </a:lnTo>
                  <a:lnTo>
                    <a:pt x="159" y="22"/>
                  </a:lnTo>
                </a:path>
              </a:pathLst>
            </a:custGeom>
            <a:noFill/>
            <a:ln w="31680">
              <a:solidFill>
                <a:srgbClr val="ffff80"/>
              </a:solidFill>
              <a:round/>
            </a:ln>
          </p:spPr>
          <p:style>
            <a:lnRef idx="0"/>
            <a:fillRef idx="0"/>
            <a:effectRef idx="0"/>
            <a:fontRef idx="minor"/>
          </p:style>
          <p:txBody>
            <a:bodyPr lIns="90000" rIns="90000" tIns="-10080" bIns="-10080" anchor="t">
              <a:noAutofit/>
            </a:bodyPr>
            <a:p>
              <a:endParaRPr b="0" lang="en-IN" sz="2400" strike="noStrike" u="none">
                <a:solidFill>
                  <a:srgbClr val="ffffff"/>
                </a:solidFill>
                <a:effectLst/>
                <a:uFillTx/>
                <a:latin typeface="Times New Roman"/>
              </a:endParaRPr>
            </a:p>
          </p:txBody>
        </p:sp>
        <p:sp>
          <p:nvSpPr>
            <p:cNvPr id="650" name=""/>
            <p:cNvSpPr/>
            <p:nvPr/>
          </p:nvSpPr>
          <p:spPr>
            <a:xfrm>
              <a:off x="6978600" y="3052800"/>
              <a:ext cx="182520" cy="87120"/>
            </a:xfrm>
            <a:custGeom>
              <a:avLst/>
              <a:gdLst/>
              <a:ahLst/>
              <a:rect l="l" t="t" r="r" b="b"/>
              <a:pathLst>
                <a:path w="115" h="55">
                  <a:moveTo>
                    <a:pt x="1" y="14"/>
                  </a:moveTo>
                  <a:lnTo>
                    <a:pt x="6" y="11"/>
                  </a:lnTo>
                  <a:lnTo>
                    <a:pt x="13" y="8"/>
                  </a:lnTo>
                  <a:lnTo>
                    <a:pt x="21" y="5"/>
                  </a:lnTo>
                  <a:lnTo>
                    <a:pt x="29" y="2"/>
                  </a:lnTo>
                  <a:lnTo>
                    <a:pt x="37" y="2"/>
                  </a:lnTo>
                  <a:lnTo>
                    <a:pt x="46" y="0"/>
                  </a:lnTo>
                  <a:lnTo>
                    <a:pt x="56" y="1"/>
                  </a:lnTo>
                  <a:lnTo>
                    <a:pt x="66" y="1"/>
                  </a:lnTo>
                  <a:lnTo>
                    <a:pt x="74" y="4"/>
                  </a:lnTo>
                  <a:lnTo>
                    <a:pt x="82" y="5"/>
                  </a:lnTo>
                  <a:lnTo>
                    <a:pt x="89" y="10"/>
                  </a:lnTo>
                  <a:lnTo>
                    <a:pt x="97" y="13"/>
                  </a:lnTo>
                  <a:lnTo>
                    <a:pt x="103" y="19"/>
                  </a:lnTo>
                  <a:lnTo>
                    <a:pt x="108" y="26"/>
                  </a:lnTo>
                  <a:lnTo>
                    <a:pt x="111" y="33"/>
                  </a:lnTo>
                  <a:lnTo>
                    <a:pt x="114" y="41"/>
                  </a:lnTo>
                  <a:lnTo>
                    <a:pt x="108" y="36"/>
                  </a:lnTo>
                  <a:lnTo>
                    <a:pt x="102" y="31"/>
                  </a:lnTo>
                  <a:lnTo>
                    <a:pt x="96" y="28"/>
                  </a:lnTo>
                  <a:lnTo>
                    <a:pt x="90" y="25"/>
                  </a:lnTo>
                  <a:lnTo>
                    <a:pt x="82" y="25"/>
                  </a:lnTo>
                  <a:lnTo>
                    <a:pt x="75" y="24"/>
                  </a:lnTo>
                  <a:lnTo>
                    <a:pt x="67" y="25"/>
                  </a:lnTo>
                  <a:lnTo>
                    <a:pt x="61" y="26"/>
                  </a:lnTo>
                  <a:lnTo>
                    <a:pt x="53" y="29"/>
                  </a:lnTo>
                  <a:lnTo>
                    <a:pt x="45" y="32"/>
                  </a:lnTo>
                  <a:lnTo>
                    <a:pt x="37" y="35"/>
                  </a:lnTo>
                  <a:lnTo>
                    <a:pt x="30" y="38"/>
                  </a:lnTo>
                  <a:lnTo>
                    <a:pt x="22" y="42"/>
                  </a:lnTo>
                  <a:lnTo>
                    <a:pt x="15" y="47"/>
                  </a:lnTo>
                  <a:lnTo>
                    <a:pt x="7" y="50"/>
                  </a:lnTo>
                  <a:lnTo>
                    <a:pt x="1" y="54"/>
                  </a:lnTo>
                  <a:lnTo>
                    <a:pt x="0" y="54"/>
                  </a:lnTo>
                  <a:lnTo>
                    <a:pt x="0" y="54"/>
                  </a:lnTo>
                  <a:lnTo>
                    <a:pt x="0" y="52"/>
                  </a:lnTo>
                  <a:lnTo>
                    <a:pt x="2" y="50"/>
                  </a:lnTo>
                  <a:lnTo>
                    <a:pt x="2" y="48"/>
                  </a:lnTo>
                  <a:lnTo>
                    <a:pt x="4" y="46"/>
                  </a:lnTo>
                  <a:lnTo>
                    <a:pt x="6" y="44"/>
                  </a:lnTo>
                  <a:lnTo>
                    <a:pt x="7" y="40"/>
                  </a:lnTo>
                  <a:lnTo>
                    <a:pt x="7" y="38"/>
                  </a:lnTo>
                  <a:lnTo>
                    <a:pt x="9" y="34"/>
                  </a:lnTo>
                  <a:lnTo>
                    <a:pt x="9" y="31"/>
                  </a:lnTo>
                  <a:lnTo>
                    <a:pt x="10" y="27"/>
                  </a:lnTo>
                  <a:lnTo>
                    <a:pt x="8" y="25"/>
                  </a:lnTo>
                  <a:lnTo>
                    <a:pt x="7" y="21"/>
                  </a:lnTo>
                  <a:lnTo>
                    <a:pt x="4" y="18"/>
                  </a:lnTo>
                  <a:lnTo>
                    <a:pt x="1" y="14"/>
                  </a:lnTo>
                  <a:lnTo>
                    <a:pt x="1" y="14"/>
                  </a:lnTo>
                </a:path>
              </a:pathLst>
            </a:custGeom>
            <a:solidFill>
              <a:srgbClr val="ffff80"/>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651" name=""/>
            <p:cNvSpPr/>
            <p:nvPr/>
          </p:nvSpPr>
          <p:spPr>
            <a:xfrm>
              <a:off x="5475240" y="6821640"/>
              <a:ext cx="109440" cy="158760"/>
            </a:xfrm>
            <a:custGeom>
              <a:avLst/>
              <a:gdLst/>
              <a:ahLst/>
              <a:rect l="l" t="t" r="r" b="b"/>
              <a:pathLst>
                <a:path w="69" h="100">
                  <a:moveTo>
                    <a:pt x="34" y="0"/>
                  </a:moveTo>
                  <a:lnTo>
                    <a:pt x="30" y="6"/>
                  </a:lnTo>
                  <a:lnTo>
                    <a:pt x="28" y="11"/>
                  </a:lnTo>
                  <a:lnTo>
                    <a:pt x="26" y="16"/>
                  </a:lnTo>
                  <a:lnTo>
                    <a:pt x="24" y="21"/>
                  </a:lnTo>
                  <a:lnTo>
                    <a:pt x="21" y="26"/>
                  </a:lnTo>
                  <a:lnTo>
                    <a:pt x="19" y="30"/>
                  </a:lnTo>
                  <a:lnTo>
                    <a:pt x="17" y="36"/>
                  </a:lnTo>
                  <a:lnTo>
                    <a:pt x="15" y="40"/>
                  </a:lnTo>
                  <a:lnTo>
                    <a:pt x="13" y="46"/>
                  </a:lnTo>
                  <a:lnTo>
                    <a:pt x="11" y="50"/>
                  </a:lnTo>
                  <a:lnTo>
                    <a:pt x="9" y="56"/>
                  </a:lnTo>
                  <a:lnTo>
                    <a:pt x="7" y="60"/>
                  </a:lnTo>
                  <a:lnTo>
                    <a:pt x="5" y="66"/>
                  </a:lnTo>
                  <a:lnTo>
                    <a:pt x="3" y="69"/>
                  </a:lnTo>
                  <a:lnTo>
                    <a:pt x="1" y="75"/>
                  </a:lnTo>
                  <a:lnTo>
                    <a:pt x="1" y="79"/>
                  </a:lnTo>
                  <a:lnTo>
                    <a:pt x="0" y="84"/>
                  </a:lnTo>
                  <a:lnTo>
                    <a:pt x="1" y="88"/>
                  </a:lnTo>
                  <a:lnTo>
                    <a:pt x="2" y="91"/>
                  </a:lnTo>
                  <a:lnTo>
                    <a:pt x="5" y="94"/>
                  </a:lnTo>
                  <a:lnTo>
                    <a:pt x="7" y="96"/>
                  </a:lnTo>
                  <a:lnTo>
                    <a:pt x="12" y="97"/>
                  </a:lnTo>
                  <a:lnTo>
                    <a:pt x="15" y="99"/>
                  </a:lnTo>
                  <a:lnTo>
                    <a:pt x="19" y="99"/>
                  </a:lnTo>
                  <a:lnTo>
                    <a:pt x="22" y="99"/>
                  </a:lnTo>
                  <a:lnTo>
                    <a:pt x="26" y="99"/>
                  </a:lnTo>
                  <a:lnTo>
                    <a:pt x="30" y="99"/>
                  </a:lnTo>
                  <a:lnTo>
                    <a:pt x="34" y="97"/>
                  </a:lnTo>
                  <a:lnTo>
                    <a:pt x="36" y="97"/>
                  </a:lnTo>
                  <a:lnTo>
                    <a:pt x="39" y="95"/>
                  </a:lnTo>
                  <a:lnTo>
                    <a:pt x="41" y="93"/>
                  </a:lnTo>
                  <a:lnTo>
                    <a:pt x="42" y="91"/>
                  </a:lnTo>
                  <a:lnTo>
                    <a:pt x="42" y="87"/>
                  </a:lnTo>
                  <a:lnTo>
                    <a:pt x="44" y="82"/>
                  </a:lnTo>
                  <a:lnTo>
                    <a:pt x="46" y="78"/>
                  </a:lnTo>
                  <a:lnTo>
                    <a:pt x="48" y="72"/>
                  </a:lnTo>
                  <a:lnTo>
                    <a:pt x="48" y="68"/>
                  </a:lnTo>
                  <a:lnTo>
                    <a:pt x="50" y="62"/>
                  </a:lnTo>
                  <a:lnTo>
                    <a:pt x="52" y="57"/>
                  </a:lnTo>
                  <a:lnTo>
                    <a:pt x="54" y="52"/>
                  </a:lnTo>
                  <a:lnTo>
                    <a:pt x="55" y="47"/>
                  </a:lnTo>
                  <a:lnTo>
                    <a:pt x="57" y="42"/>
                  </a:lnTo>
                  <a:lnTo>
                    <a:pt x="58" y="37"/>
                  </a:lnTo>
                  <a:lnTo>
                    <a:pt x="61" y="31"/>
                  </a:lnTo>
                  <a:lnTo>
                    <a:pt x="63" y="27"/>
                  </a:lnTo>
                  <a:lnTo>
                    <a:pt x="64" y="21"/>
                  </a:lnTo>
                  <a:lnTo>
                    <a:pt x="66" y="15"/>
                  </a:lnTo>
                  <a:lnTo>
                    <a:pt x="68" y="9"/>
                  </a:lnTo>
                  <a:lnTo>
                    <a:pt x="67" y="11"/>
                  </a:lnTo>
                  <a:lnTo>
                    <a:pt x="67" y="13"/>
                  </a:lnTo>
                  <a:lnTo>
                    <a:pt x="65" y="15"/>
                  </a:lnTo>
                  <a:lnTo>
                    <a:pt x="64" y="15"/>
                  </a:lnTo>
                  <a:lnTo>
                    <a:pt x="61" y="16"/>
                  </a:lnTo>
                  <a:lnTo>
                    <a:pt x="59" y="16"/>
                  </a:lnTo>
                  <a:lnTo>
                    <a:pt x="56" y="16"/>
                  </a:lnTo>
                  <a:lnTo>
                    <a:pt x="54" y="15"/>
                  </a:lnTo>
                  <a:lnTo>
                    <a:pt x="50" y="15"/>
                  </a:lnTo>
                  <a:lnTo>
                    <a:pt x="47" y="15"/>
                  </a:lnTo>
                  <a:lnTo>
                    <a:pt x="43" y="14"/>
                  </a:lnTo>
                  <a:lnTo>
                    <a:pt x="41" y="12"/>
                  </a:lnTo>
                  <a:lnTo>
                    <a:pt x="38" y="10"/>
                  </a:lnTo>
                  <a:lnTo>
                    <a:pt x="36" y="7"/>
                  </a:lnTo>
                  <a:lnTo>
                    <a:pt x="34" y="4"/>
                  </a:lnTo>
                  <a:lnTo>
                    <a:pt x="34" y="0"/>
                  </a:lnTo>
                  <a:lnTo>
                    <a:pt x="34" y="0"/>
                  </a:lnTo>
                </a:path>
              </a:pathLst>
            </a:custGeom>
            <a:solidFill>
              <a:srgbClr val="efefe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52" name=""/>
            <p:cNvSpPr/>
            <p:nvPr/>
          </p:nvSpPr>
          <p:spPr>
            <a:xfrm>
              <a:off x="4840200" y="7242120"/>
              <a:ext cx="198360" cy="87480"/>
            </a:xfrm>
            <a:custGeom>
              <a:avLst/>
              <a:gdLst/>
              <a:ahLst/>
              <a:rect l="l" t="t" r="r" b="b"/>
              <a:pathLst>
                <a:path w="125" h="55">
                  <a:moveTo>
                    <a:pt x="27" y="0"/>
                  </a:moveTo>
                  <a:lnTo>
                    <a:pt x="31" y="3"/>
                  </a:lnTo>
                  <a:lnTo>
                    <a:pt x="35" y="5"/>
                  </a:lnTo>
                  <a:lnTo>
                    <a:pt x="39" y="9"/>
                  </a:lnTo>
                  <a:lnTo>
                    <a:pt x="45" y="10"/>
                  </a:lnTo>
                  <a:lnTo>
                    <a:pt x="50" y="14"/>
                  </a:lnTo>
                  <a:lnTo>
                    <a:pt x="56" y="16"/>
                  </a:lnTo>
                  <a:lnTo>
                    <a:pt x="61" y="17"/>
                  </a:lnTo>
                  <a:lnTo>
                    <a:pt x="67" y="19"/>
                  </a:lnTo>
                  <a:lnTo>
                    <a:pt x="73" y="22"/>
                  </a:lnTo>
                  <a:lnTo>
                    <a:pt x="79" y="24"/>
                  </a:lnTo>
                  <a:lnTo>
                    <a:pt x="85" y="25"/>
                  </a:lnTo>
                  <a:lnTo>
                    <a:pt x="92" y="25"/>
                  </a:lnTo>
                  <a:lnTo>
                    <a:pt x="99" y="25"/>
                  </a:lnTo>
                  <a:lnTo>
                    <a:pt x="107" y="25"/>
                  </a:lnTo>
                  <a:lnTo>
                    <a:pt x="115" y="24"/>
                  </a:lnTo>
                  <a:lnTo>
                    <a:pt x="123" y="21"/>
                  </a:lnTo>
                  <a:lnTo>
                    <a:pt x="123" y="24"/>
                  </a:lnTo>
                  <a:lnTo>
                    <a:pt x="124" y="25"/>
                  </a:lnTo>
                  <a:lnTo>
                    <a:pt x="123" y="27"/>
                  </a:lnTo>
                  <a:lnTo>
                    <a:pt x="123" y="29"/>
                  </a:lnTo>
                  <a:lnTo>
                    <a:pt x="121" y="32"/>
                  </a:lnTo>
                  <a:lnTo>
                    <a:pt x="121" y="34"/>
                  </a:lnTo>
                  <a:lnTo>
                    <a:pt x="119" y="36"/>
                  </a:lnTo>
                  <a:lnTo>
                    <a:pt x="118" y="38"/>
                  </a:lnTo>
                  <a:lnTo>
                    <a:pt x="115" y="41"/>
                  </a:lnTo>
                  <a:lnTo>
                    <a:pt x="113" y="44"/>
                  </a:lnTo>
                  <a:lnTo>
                    <a:pt x="111" y="46"/>
                  </a:lnTo>
                  <a:lnTo>
                    <a:pt x="109" y="47"/>
                  </a:lnTo>
                  <a:lnTo>
                    <a:pt x="107" y="49"/>
                  </a:lnTo>
                  <a:lnTo>
                    <a:pt x="104" y="50"/>
                  </a:lnTo>
                  <a:lnTo>
                    <a:pt x="102" y="51"/>
                  </a:lnTo>
                  <a:lnTo>
                    <a:pt x="101" y="51"/>
                  </a:lnTo>
                  <a:lnTo>
                    <a:pt x="95" y="53"/>
                  </a:lnTo>
                  <a:lnTo>
                    <a:pt x="90" y="54"/>
                  </a:lnTo>
                  <a:lnTo>
                    <a:pt x="82" y="54"/>
                  </a:lnTo>
                  <a:lnTo>
                    <a:pt x="76" y="54"/>
                  </a:lnTo>
                  <a:lnTo>
                    <a:pt x="68" y="54"/>
                  </a:lnTo>
                  <a:lnTo>
                    <a:pt x="60" y="52"/>
                  </a:lnTo>
                  <a:lnTo>
                    <a:pt x="53" y="50"/>
                  </a:lnTo>
                  <a:lnTo>
                    <a:pt x="45" y="47"/>
                  </a:lnTo>
                  <a:lnTo>
                    <a:pt x="37" y="46"/>
                  </a:lnTo>
                  <a:lnTo>
                    <a:pt x="29" y="43"/>
                  </a:lnTo>
                  <a:lnTo>
                    <a:pt x="22" y="41"/>
                  </a:lnTo>
                  <a:lnTo>
                    <a:pt x="16" y="37"/>
                  </a:lnTo>
                  <a:lnTo>
                    <a:pt x="11" y="35"/>
                  </a:lnTo>
                  <a:lnTo>
                    <a:pt x="6" y="32"/>
                  </a:lnTo>
                  <a:lnTo>
                    <a:pt x="2" y="30"/>
                  </a:lnTo>
                  <a:lnTo>
                    <a:pt x="1" y="26"/>
                  </a:lnTo>
                  <a:lnTo>
                    <a:pt x="0" y="26"/>
                  </a:lnTo>
                  <a:lnTo>
                    <a:pt x="0" y="24"/>
                  </a:lnTo>
                  <a:lnTo>
                    <a:pt x="1" y="22"/>
                  </a:lnTo>
                  <a:lnTo>
                    <a:pt x="3" y="20"/>
                  </a:lnTo>
                  <a:lnTo>
                    <a:pt x="4" y="18"/>
                  </a:lnTo>
                  <a:lnTo>
                    <a:pt x="6" y="16"/>
                  </a:lnTo>
                  <a:lnTo>
                    <a:pt x="8" y="14"/>
                  </a:lnTo>
                  <a:lnTo>
                    <a:pt x="10" y="12"/>
                  </a:lnTo>
                  <a:lnTo>
                    <a:pt x="12" y="11"/>
                  </a:lnTo>
                  <a:lnTo>
                    <a:pt x="14" y="9"/>
                  </a:lnTo>
                  <a:lnTo>
                    <a:pt x="16" y="7"/>
                  </a:lnTo>
                  <a:lnTo>
                    <a:pt x="19" y="5"/>
                  </a:lnTo>
                  <a:lnTo>
                    <a:pt x="20" y="5"/>
                  </a:lnTo>
                  <a:lnTo>
                    <a:pt x="22" y="3"/>
                  </a:lnTo>
                  <a:lnTo>
                    <a:pt x="24" y="1"/>
                  </a:lnTo>
                  <a:lnTo>
                    <a:pt x="27" y="0"/>
                  </a:lnTo>
                  <a:lnTo>
                    <a:pt x="27" y="0"/>
                  </a:lnTo>
                </a:path>
              </a:pathLst>
            </a:custGeom>
            <a:solidFill>
              <a:srgbClr val="e1e1e1"/>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grpSp>
      <p:sp>
        <p:nvSpPr>
          <p:cNvPr id="653" name=""/>
          <p:cNvSpPr/>
          <p:nvPr/>
        </p:nvSpPr>
        <p:spPr>
          <a:xfrm>
            <a:off x="3835440" y="836640"/>
            <a:ext cx="247680" cy="500040"/>
          </a:xfrm>
          <a:prstGeom prst="rect">
            <a:avLst/>
          </a:prstGeom>
          <a:noFill/>
          <a:ln w="0">
            <a:noFill/>
          </a:ln>
        </p:spPr>
        <p:style>
          <a:lnRef idx="0"/>
          <a:fillRef idx="0"/>
          <a:effectRef idx="0"/>
          <a:fontRef idx="minor"/>
        </p:style>
        <p:txBody>
          <a:bodyPr lIns="0" rIns="0" tIns="0" bIns="0" anchor="t">
            <a:noAutofit/>
          </a:bodyPr>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100" strike="noStrike" u="none">
                <a:solidFill>
                  <a:srgbClr val="ffffff"/>
                </a:solidFill>
                <a:effectLst/>
                <a:uFillTx/>
                <a:latin typeface="Times New Roman"/>
              </a:rPr>
              <a:t>?</a:t>
            </a:r>
            <a:endParaRPr b="0" lang="en-IN" sz="3100" strike="noStrike" u="none">
              <a:solidFill>
                <a:srgbClr val="ffffff"/>
              </a:solidFill>
              <a:effectLst/>
              <a:uFillTx/>
              <a:latin typeface="Times New Roman"/>
            </a:endParaRPr>
          </a:p>
        </p:txBody>
      </p:sp>
      <p:sp>
        <p:nvSpPr>
          <p:cNvPr id="654" name=""/>
          <p:cNvSpPr/>
          <p:nvPr/>
        </p:nvSpPr>
        <p:spPr>
          <a:xfrm>
            <a:off x="5951520" y="5362560"/>
            <a:ext cx="3554280" cy="843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600" strike="noStrike" u="none">
                <a:solidFill>
                  <a:srgbClr val="ff0000"/>
                </a:solidFill>
                <a:effectLst/>
                <a:uFillTx/>
                <a:latin typeface="Arial"/>
              </a:rPr>
              <a:t>transgenetic studies</a:t>
            </a:r>
            <a:endParaRPr b="0" lang="en-IN" sz="2600" strike="noStrike" u="none">
              <a:solidFill>
                <a:srgbClr val="ffffff"/>
              </a:solidFill>
              <a:effectLst/>
              <a:uFillTx/>
              <a:latin typeface="Times New Roman"/>
            </a:endParaRPr>
          </a:p>
        </p:txBody>
      </p:sp>
      <p:sp>
        <p:nvSpPr>
          <p:cNvPr id="655" name=""/>
          <p:cNvSpPr/>
          <p:nvPr/>
        </p:nvSpPr>
        <p:spPr>
          <a:xfrm>
            <a:off x="5959440" y="5000760"/>
            <a:ext cx="2246400" cy="4190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600" strike="noStrike" u="none">
                <a:solidFill>
                  <a:srgbClr val="ffffff"/>
                </a:solidFill>
                <a:effectLst/>
                <a:uFillTx/>
                <a:latin typeface="Arial"/>
              </a:rPr>
              <a:t>strain-typing</a:t>
            </a:r>
            <a:endParaRPr b="0" lang="en-IN" sz="2600" strike="noStrike" u="none">
              <a:solidFill>
                <a:srgbClr val="ffffff"/>
              </a:solidFill>
              <a:effectLst/>
              <a:uFillTx/>
              <a:latin typeface="Times New Roman"/>
            </a:endParaRPr>
          </a:p>
        </p:txBody>
      </p:sp>
      <p:sp>
        <p:nvSpPr>
          <p:cNvPr id="656" name=""/>
          <p:cNvSpPr/>
          <p:nvPr/>
        </p:nvSpPr>
        <p:spPr>
          <a:xfrm>
            <a:off x="5937120" y="4646520"/>
            <a:ext cx="3313080" cy="8398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600" strike="noStrike" u="none">
                <a:solidFill>
                  <a:srgbClr val="ffffff"/>
                </a:solidFill>
                <a:effectLst/>
                <a:uFillTx/>
                <a:latin typeface="Arial"/>
              </a:rPr>
              <a:t>glycoform patterns</a:t>
            </a:r>
            <a:endParaRPr b="0" lang="en-IN" sz="2600" strike="noStrike" u="none">
              <a:solidFill>
                <a:srgbClr val="ffffff"/>
              </a:solidFill>
              <a:effectLst/>
              <a:uFillTx/>
              <a:latin typeface="Times New Roman"/>
            </a:endParaRPr>
          </a:p>
        </p:txBody>
      </p:sp>
      <p:sp>
        <p:nvSpPr>
          <p:cNvPr id="657" name=""/>
          <p:cNvSpPr/>
          <p:nvPr/>
        </p:nvSpPr>
        <p:spPr>
          <a:xfrm>
            <a:off x="5854680" y="3998880"/>
            <a:ext cx="2421000" cy="417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600" strike="noStrike" u="none">
                <a:solidFill>
                  <a:srgbClr val="ffffff"/>
                </a:solidFill>
                <a:effectLst/>
                <a:uFillTx/>
                <a:latin typeface="Arial"/>
              </a:rPr>
              <a:t>epidemiology</a:t>
            </a:r>
            <a:endParaRPr b="0" lang="en-IN" sz="2600" strike="noStrike" u="none">
              <a:solidFill>
                <a:srgbClr val="ffffff"/>
              </a:solidFill>
              <a:effectLst/>
              <a:uFillTx/>
              <a:latin typeface="Times New Roman"/>
            </a:endParaRPr>
          </a:p>
        </p:txBody>
      </p:sp>
      <p:sp>
        <p:nvSpPr>
          <p:cNvPr id="658" name=""/>
          <p:cNvSpPr/>
          <p:nvPr/>
        </p:nvSpPr>
        <p:spPr>
          <a:xfrm>
            <a:off x="5951520" y="4359240"/>
            <a:ext cx="1820880" cy="417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600" strike="noStrike" u="none">
                <a:solidFill>
                  <a:srgbClr val="ffffff"/>
                </a:solidFill>
                <a:effectLst/>
                <a:uFillTx/>
                <a:latin typeface="Arial"/>
              </a:rPr>
              <a:t>macaques</a:t>
            </a:r>
            <a:endParaRPr b="0" lang="en-IN" sz="2600" strike="noStrike" u="none">
              <a:solidFill>
                <a:srgbClr val="ffffff"/>
              </a:solidFill>
              <a:effectLst/>
              <a:uFillTx/>
              <a:latin typeface="Times New Roman"/>
            </a:endParaRPr>
          </a:p>
        </p:txBody>
      </p:sp>
    </p:spTree>
  </p:cSld>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659" name=""/>
          <p:cNvGrpSpPr/>
          <p:nvPr/>
        </p:nvGrpSpPr>
        <p:grpSpPr>
          <a:xfrm>
            <a:off x="538200" y="-7920"/>
            <a:ext cx="9456840" cy="8099280"/>
            <a:chOff x="538200" y="-7920"/>
            <a:chExt cx="9456840" cy="8099280"/>
          </a:xfrm>
        </p:grpSpPr>
        <p:sp>
          <p:nvSpPr>
            <p:cNvPr id="660"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661" name=""/>
            <p:cNvGrpSpPr/>
            <p:nvPr/>
          </p:nvGrpSpPr>
          <p:grpSpPr>
            <a:xfrm>
              <a:off x="538200" y="727200"/>
              <a:ext cx="1542960" cy="1599840"/>
              <a:chOff x="538200" y="727200"/>
              <a:chExt cx="1542960" cy="1599840"/>
            </a:xfrm>
          </p:grpSpPr>
          <p:sp>
            <p:nvSpPr>
              <p:cNvPr id="662"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663" name="" descr=""/>
              <p:cNvPicPr/>
              <p:nvPr/>
            </p:nvPicPr>
            <p:blipFill>
              <a:blip r:embed="rId1"/>
              <a:stretch/>
            </p:blipFill>
            <p:spPr>
              <a:xfrm>
                <a:off x="568440" y="779400"/>
                <a:ext cx="1430280" cy="1460520"/>
              </a:xfrm>
              <a:prstGeom prst="rect">
                <a:avLst/>
              </a:prstGeom>
              <a:noFill/>
              <a:ln w="0">
                <a:noFill/>
              </a:ln>
            </p:spPr>
          </p:pic>
          <p:sp>
            <p:nvSpPr>
              <p:cNvPr id="664"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65"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666"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667"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668"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669" name="PlaceHolder 1"/>
          <p:cNvSpPr>
            <a:spLocks noGrp="1"/>
          </p:cNvSpPr>
          <p:nvPr>
            <p:ph/>
          </p:nvPr>
        </p:nvSpPr>
        <p:spPr>
          <a:xfrm>
            <a:off x="2198520" y="850680"/>
            <a:ext cx="7831440" cy="126036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vCJD: Distribution of Infectivity</a:t>
            </a:r>
            <a:endParaRPr b="0" lang="en-IN" sz="4200" strike="noStrike" u="none">
              <a:solidFill>
                <a:srgbClr val="ffffff"/>
              </a:solidFill>
              <a:effectLst/>
              <a:uFillTx/>
              <a:latin typeface="Times New Roman"/>
            </a:endParaRPr>
          </a:p>
        </p:txBody>
      </p:sp>
      <p:sp>
        <p:nvSpPr>
          <p:cNvPr id="670" name=""/>
          <p:cNvSpPr/>
          <p:nvPr/>
        </p:nvSpPr>
        <p:spPr>
          <a:xfrm>
            <a:off x="1479600" y="2503440"/>
            <a:ext cx="8750160" cy="43480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Different than classical CJD</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Spleen, tonsil, appendix</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Retrospective study - 3000 samples - negative results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leucodepletion of blood supply</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UK imports plasma and plasma products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US and Canadian deferrals</a:t>
            </a:r>
            <a:endParaRPr b="0" lang="en-IN" sz="3500" strike="noStrike" u="none">
              <a:solidFill>
                <a:srgbClr val="ffffff"/>
              </a:solidFill>
              <a:effectLst/>
              <a:uFillTx/>
              <a:latin typeface="Times New Roman"/>
            </a:endParaRPr>
          </a:p>
        </p:txBody>
      </p:sp>
    </p:spTree>
  </p:cSld>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671" name=""/>
          <p:cNvGrpSpPr/>
          <p:nvPr/>
        </p:nvGrpSpPr>
        <p:grpSpPr>
          <a:xfrm>
            <a:off x="538200" y="-7920"/>
            <a:ext cx="9456840" cy="8099280"/>
            <a:chOff x="538200" y="-7920"/>
            <a:chExt cx="9456840" cy="8099280"/>
          </a:xfrm>
        </p:grpSpPr>
        <p:sp>
          <p:nvSpPr>
            <p:cNvPr id="672"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673" name=""/>
            <p:cNvGrpSpPr/>
            <p:nvPr/>
          </p:nvGrpSpPr>
          <p:grpSpPr>
            <a:xfrm>
              <a:off x="538200" y="727200"/>
              <a:ext cx="1542960" cy="1599840"/>
              <a:chOff x="538200" y="727200"/>
              <a:chExt cx="1542960" cy="1599840"/>
            </a:xfrm>
          </p:grpSpPr>
          <p:sp>
            <p:nvSpPr>
              <p:cNvPr id="674"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675" name="" descr=""/>
              <p:cNvPicPr/>
              <p:nvPr/>
            </p:nvPicPr>
            <p:blipFill>
              <a:blip r:embed="rId1"/>
              <a:stretch/>
            </p:blipFill>
            <p:spPr>
              <a:xfrm>
                <a:off x="568440" y="779400"/>
                <a:ext cx="1430280" cy="1460520"/>
              </a:xfrm>
              <a:prstGeom prst="rect">
                <a:avLst/>
              </a:prstGeom>
              <a:noFill/>
              <a:ln w="0">
                <a:noFill/>
              </a:ln>
            </p:spPr>
          </p:pic>
          <p:sp>
            <p:nvSpPr>
              <p:cNvPr id="676"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77"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678"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679"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680"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681"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USDA  ACTIONS: Prevention and Surveillance</a:t>
            </a:r>
            <a:endParaRPr b="0" lang="en-IN" sz="4200" strike="noStrike" u="none">
              <a:solidFill>
                <a:srgbClr val="ffffff"/>
              </a:solidFill>
              <a:effectLst/>
              <a:uFillTx/>
              <a:latin typeface="Times New Roman"/>
            </a:endParaRPr>
          </a:p>
        </p:txBody>
      </p:sp>
      <p:sp>
        <p:nvSpPr>
          <p:cNvPr id="682" name=""/>
          <p:cNvSpPr/>
          <p:nvPr/>
        </p:nvSpPr>
        <p:spPr>
          <a:xfrm>
            <a:off x="1479600" y="2503440"/>
            <a:ext cx="8750160" cy="244944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Import Regulations </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Surveillance</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Formal Risk Assessments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TSE Working Group</a:t>
            </a:r>
            <a:endParaRPr b="0" lang="en-IN" sz="3500" strike="noStrike" u="none">
              <a:solidFill>
                <a:srgbClr val="ffffff"/>
              </a:solidFill>
              <a:effectLst/>
              <a:uFillTx/>
              <a:latin typeface="Times New Roman"/>
            </a:endParaRPr>
          </a:p>
        </p:txBody>
      </p:sp>
      <p:pic>
        <p:nvPicPr>
          <p:cNvPr id="683" name="" descr=""/>
          <p:cNvPicPr/>
          <p:nvPr/>
        </p:nvPicPr>
        <p:blipFill>
          <a:blip r:embed="rId2"/>
          <a:stretch/>
        </p:blipFill>
        <p:spPr>
          <a:xfrm>
            <a:off x="6232680" y="4538520"/>
            <a:ext cx="3666960" cy="2748240"/>
          </a:xfrm>
          <a:prstGeom prst="rect">
            <a:avLst/>
          </a:prstGeom>
          <a:noFill/>
          <a:ln w="0">
            <a:noFill/>
          </a:ln>
        </p:spPr>
      </p:pic>
    </p:spTree>
  </p:cSld>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684" name=""/>
          <p:cNvGrpSpPr/>
          <p:nvPr/>
        </p:nvGrpSpPr>
        <p:grpSpPr>
          <a:xfrm>
            <a:off x="538200" y="-7920"/>
            <a:ext cx="9456840" cy="8099280"/>
            <a:chOff x="538200" y="-7920"/>
            <a:chExt cx="9456840" cy="8099280"/>
          </a:xfrm>
        </p:grpSpPr>
        <p:sp>
          <p:nvSpPr>
            <p:cNvPr id="685"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686" name=""/>
            <p:cNvGrpSpPr/>
            <p:nvPr/>
          </p:nvGrpSpPr>
          <p:grpSpPr>
            <a:xfrm>
              <a:off x="538200" y="727200"/>
              <a:ext cx="1542960" cy="1599840"/>
              <a:chOff x="538200" y="727200"/>
              <a:chExt cx="1542960" cy="1599840"/>
            </a:xfrm>
          </p:grpSpPr>
          <p:sp>
            <p:nvSpPr>
              <p:cNvPr id="687"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688" name="" descr=""/>
              <p:cNvPicPr/>
              <p:nvPr/>
            </p:nvPicPr>
            <p:blipFill>
              <a:blip r:embed="rId1"/>
              <a:stretch/>
            </p:blipFill>
            <p:spPr>
              <a:xfrm>
                <a:off x="568440" y="779400"/>
                <a:ext cx="1430280" cy="1460520"/>
              </a:xfrm>
              <a:prstGeom prst="rect">
                <a:avLst/>
              </a:prstGeom>
              <a:noFill/>
              <a:ln w="0">
                <a:noFill/>
              </a:ln>
            </p:spPr>
          </p:pic>
          <p:sp>
            <p:nvSpPr>
              <p:cNvPr id="689"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90"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691"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692"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693"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694"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BSE - Prevention</a:t>
            </a:r>
            <a:endParaRPr b="0" lang="en-IN" sz="4200" strike="noStrike" u="none">
              <a:solidFill>
                <a:srgbClr val="ffffff"/>
              </a:solidFill>
              <a:effectLst/>
              <a:uFillTx/>
              <a:latin typeface="Times New Roman"/>
            </a:endParaRPr>
          </a:p>
        </p:txBody>
      </p:sp>
      <p:sp>
        <p:nvSpPr>
          <p:cNvPr id="695" name=""/>
          <p:cNvSpPr/>
          <p:nvPr/>
        </p:nvSpPr>
        <p:spPr>
          <a:xfrm>
            <a:off x="1479600" y="2503440"/>
            <a:ext cx="8750160" cy="522612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Import Restrictions - countries with BSE</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July 1989 - live ruminants</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November 1989 - ruminant products</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1991 - formal regulations</a:t>
            </a:r>
            <a:endParaRPr b="0" lang="en-IN" sz="32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Import Restrictions - Europe</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December 1997 </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January 1998 - interim rule</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all live ruminants and                              most ruminant products</a:t>
            </a:r>
            <a:endParaRPr b="0" lang="en-IN" sz="3200" strike="noStrike" u="none">
              <a:solidFill>
                <a:srgbClr val="ffffff"/>
              </a:solidFill>
              <a:effectLst/>
              <a:uFillTx/>
              <a:latin typeface="Times New Roman"/>
            </a:endParaRPr>
          </a:p>
        </p:txBody>
      </p:sp>
      <p:grpSp>
        <p:nvGrpSpPr>
          <p:cNvPr id="696" name=""/>
          <p:cNvGrpSpPr/>
          <p:nvPr/>
        </p:nvGrpSpPr>
        <p:grpSpPr>
          <a:xfrm>
            <a:off x="6786720" y="4995720"/>
            <a:ext cx="3068640" cy="2595600"/>
            <a:chOff x="6786720" y="4995720"/>
            <a:chExt cx="3068640" cy="2595600"/>
          </a:xfrm>
        </p:grpSpPr>
        <p:sp>
          <p:nvSpPr>
            <p:cNvPr id="697" name=""/>
            <p:cNvSpPr/>
            <p:nvPr/>
          </p:nvSpPr>
          <p:spPr>
            <a:xfrm>
              <a:off x="8153280" y="5072040"/>
              <a:ext cx="419400" cy="757440"/>
            </a:xfrm>
            <a:custGeom>
              <a:avLst/>
              <a:gdLst/>
              <a:ahLst/>
              <a:rect l="l" t="t" r="r" b="b"/>
              <a:pathLst>
                <a:path w="264" h="477">
                  <a:moveTo>
                    <a:pt x="6" y="74"/>
                  </a:moveTo>
                  <a:lnTo>
                    <a:pt x="6" y="76"/>
                  </a:lnTo>
                  <a:lnTo>
                    <a:pt x="6" y="76"/>
                  </a:lnTo>
                  <a:lnTo>
                    <a:pt x="6" y="76"/>
                  </a:lnTo>
                  <a:lnTo>
                    <a:pt x="6" y="76"/>
                  </a:lnTo>
                  <a:lnTo>
                    <a:pt x="6" y="76"/>
                  </a:lnTo>
                  <a:lnTo>
                    <a:pt x="6" y="76"/>
                  </a:lnTo>
                  <a:lnTo>
                    <a:pt x="6" y="76"/>
                  </a:lnTo>
                  <a:lnTo>
                    <a:pt x="6" y="76"/>
                  </a:lnTo>
                  <a:lnTo>
                    <a:pt x="6" y="77"/>
                  </a:lnTo>
                  <a:lnTo>
                    <a:pt x="6" y="77"/>
                  </a:lnTo>
                  <a:lnTo>
                    <a:pt x="6" y="77"/>
                  </a:lnTo>
                  <a:lnTo>
                    <a:pt x="6" y="77"/>
                  </a:lnTo>
                  <a:lnTo>
                    <a:pt x="6" y="77"/>
                  </a:lnTo>
                  <a:lnTo>
                    <a:pt x="6" y="77"/>
                  </a:lnTo>
                  <a:lnTo>
                    <a:pt x="6" y="77"/>
                  </a:lnTo>
                  <a:lnTo>
                    <a:pt x="6" y="77"/>
                  </a:lnTo>
                  <a:lnTo>
                    <a:pt x="6" y="79"/>
                  </a:lnTo>
                  <a:lnTo>
                    <a:pt x="6" y="79"/>
                  </a:lnTo>
                  <a:lnTo>
                    <a:pt x="6" y="81"/>
                  </a:lnTo>
                  <a:lnTo>
                    <a:pt x="8" y="81"/>
                  </a:lnTo>
                  <a:lnTo>
                    <a:pt x="8" y="83"/>
                  </a:lnTo>
                  <a:lnTo>
                    <a:pt x="9" y="83"/>
                  </a:lnTo>
                  <a:lnTo>
                    <a:pt x="9" y="83"/>
                  </a:lnTo>
                  <a:lnTo>
                    <a:pt x="11" y="83"/>
                  </a:lnTo>
                  <a:lnTo>
                    <a:pt x="11" y="85"/>
                  </a:lnTo>
                  <a:lnTo>
                    <a:pt x="14" y="85"/>
                  </a:lnTo>
                  <a:lnTo>
                    <a:pt x="14" y="86"/>
                  </a:lnTo>
                  <a:lnTo>
                    <a:pt x="15" y="86"/>
                  </a:lnTo>
                  <a:lnTo>
                    <a:pt x="15" y="87"/>
                  </a:lnTo>
                  <a:lnTo>
                    <a:pt x="17" y="87"/>
                  </a:lnTo>
                  <a:lnTo>
                    <a:pt x="17" y="87"/>
                  </a:lnTo>
                  <a:lnTo>
                    <a:pt x="19" y="87"/>
                  </a:lnTo>
                  <a:lnTo>
                    <a:pt x="19" y="88"/>
                  </a:lnTo>
                  <a:lnTo>
                    <a:pt x="19" y="88"/>
                  </a:lnTo>
                  <a:lnTo>
                    <a:pt x="19" y="88"/>
                  </a:lnTo>
                  <a:lnTo>
                    <a:pt x="21" y="88"/>
                  </a:lnTo>
                  <a:lnTo>
                    <a:pt x="21" y="90"/>
                  </a:lnTo>
                  <a:lnTo>
                    <a:pt x="22" y="90"/>
                  </a:lnTo>
                  <a:lnTo>
                    <a:pt x="22" y="90"/>
                  </a:lnTo>
                  <a:lnTo>
                    <a:pt x="24" y="90"/>
                  </a:lnTo>
                  <a:lnTo>
                    <a:pt x="24" y="93"/>
                  </a:lnTo>
                  <a:lnTo>
                    <a:pt x="24" y="93"/>
                  </a:lnTo>
                  <a:lnTo>
                    <a:pt x="24" y="93"/>
                  </a:lnTo>
                  <a:lnTo>
                    <a:pt x="26" y="93"/>
                  </a:lnTo>
                  <a:lnTo>
                    <a:pt x="26" y="94"/>
                  </a:lnTo>
                  <a:lnTo>
                    <a:pt x="27" y="94"/>
                  </a:lnTo>
                  <a:lnTo>
                    <a:pt x="27" y="94"/>
                  </a:lnTo>
                  <a:lnTo>
                    <a:pt x="29" y="94"/>
                  </a:lnTo>
                  <a:lnTo>
                    <a:pt x="29" y="94"/>
                  </a:lnTo>
                  <a:lnTo>
                    <a:pt x="29" y="94"/>
                  </a:lnTo>
                  <a:lnTo>
                    <a:pt x="29" y="94"/>
                  </a:lnTo>
                  <a:lnTo>
                    <a:pt x="30" y="94"/>
                  </a:lnTo>
                  <a:lnTo>
                    <a:pt x="30" y="94"/>
                  </a:lnTo>
                  <a:lnTo>
                    <a:pt x="30" y="94"/>
                  </a:lnTo>
                  <a:lnTo>
                    <a:pt x="30" y="94"/>
                  </a:lnTo>
                  <a:lnTo>
                    <a:pt x="31" y="94"/>
                  </a:lnTo>
                  <a:lnTo>
                    <a:pt x="31" y="94"/>
                  </a:lnTo>
                  <a:lnTo>
                    <a:pt x="31" y="94"/>
                  </a:lnTo>
                  <a:lnTo>
                    <a:pt x="31" y="94"/>
                  </a:lnTo>
                  <a:lnTo>
                    <a:pt x="33" y="94"/>
                  </a:lnTo>
                  <a:lnTo>
                    <a:pt x="33" y="94"/>
                  </a:lnTo>
                  <a:lnTo>
                    <a:pt x="33" y="94"/>
                  </a:lnTo>
                  <a:lnTo>
                    <a:pt x="33" y="94"/>
                  </a:lnTo>
                  <a:lnTo>
                    <a:pt x="36" y="94"/>
                  </a:lnTo>
                  <a:lnTo>
                    <a:pt x="36" y="95"/>
                  </a:lnTo>
                  <a:lnTo>
                    <a:pt x="36" y="95"/>
                  </a:lnTo>
                  <a:lnTo>
                    <a:pt x="36" y="95"/>
                  </a:lnTo>
                  <a:lnTo>
                    <a:pt x="37" y="95"/>
                  </a:lnTo>
                  <a:lnTo>
                    <a:pt x="37" y="96"/>
                  </a:lnTo>
                  <a:lnTo>
                    <a:pt x="39" y="96"/>
                  </a:lnTo>
                  <a:lnTo>
                    <a:pt x="39" y="96"/>
                  </a:lnTo>
                  <a:lnTo>
                    <a:pt x="41" y="96"/>
                  </a:lnTo>
                  <a:lnTo>
                    <a:pt x="41" y="98"/>
                  </a:lnTo>
                  <a:lnTo>
                    <a:pt x="43" y="98"/>
                  </a:lnTo>
                  <a:lnTo>
                    <a:pt x="43" y="98"/>
                  </a:lnTo>
                  <a:lnTo>
                    <a:pt x="44" y="98"/>
                  </a:lnTo>
                  <a:lnTo>
                    <a:pt x="44" y="98"/>
                  </a:lnTo>
                  <a:lnTo>
                    <a:pt x="45" y="98"/>
                  </a:lnTo>
                  <a:lnTo>
                    <a:pt x="45" y="98"/>
                  </a:lnTo>
                  <a:lnTo>
                    <a:pt x="47" y="98"/>
                  </a:lnTo>
                  <a:lnTo>
                    <a:pt x="47" y="100"/>
                  </a:lnTo>
                  <a:lnTo>
                    <a:pt x="47" y="100"/>
                  </a:lnTo>
                  <a:lnTo>
                    <a:pt x="47" y="100"/>
                  </a:lnTo>
                  <a:lnTo>
                    <a:pt x="47" y="100"/>
                  </a:lnTo>
                  <a:lnTo>
                    <a:pt x="47" y="101"/>
                  </a:lnTo>
                  <a:lnTo>
                    <a:pt x="47" y="101"/>
                  </a:lnTo>
                  <a:lnTo>
                    <a:pt x="47" y="101"/>
                  </a:lnTo>
                  <a:lnTo>
                    <a:pt x="48" y="101"/>
                  </a:lnTo>
                  <a:lnTo>
                    <a:pt x="48" y="103"/>
                  </a:lnTo>
                  <a:lnTo>
                    <a:pt x="48" y="103"/>
                  </a:lnTo>
                  <a:lnTo>
                    <a:pt x="48" y="103"/>
                  </a:lnTo>
                  <a:lnTo>
                    <a:pt x="48" y="103"/>
                  </a:lnTo>
                  <a:lnTo>
                    <a:pt x="48" y="103"/>
                  </a:lnTo>
                  <a:lnTo>
                    <a:pt x="48" y="103"/>
                  </a:lnTo>
                  <a:lnTo>
                    <a:pt x="48" y="103"/>
                  </a:lnTo>
                  <a:lnTo>
                    <a:pt x="49" y="103"/>
                  </a:lnTo>
                  <a:lnTo>
                    <a:pt x="49" y="105"/>
                  </a:lnTo>
                  <a:lnTo>
                    <a:pt x="49" y="105"/>
                  </a:lnTo>
                  <a:lnTo>
                    <a:pt x="49" y="105"/>
                  </a:lnTo>
                  <a:lnTo>
                    <a:pt x="50" y="105"/>
                  </a:lnTo>
                  <a:lnTo>
                    <a:pt x="50" y="107"/>
                  </a:lnTo>
                  <a:lnTo>
                    <a:pt x="51" y="107"/>
                  </a:lnTo>
                  <a:lnTo>
                    <a:pt x="51" y="107"/>
                  </a:lnTo>
                  <a:lnTo>
                    <a:pt x="53" y="107"/>
                  </a:lnTo>
                  <a:lnTo>
                    <a:pt x="53" y="109"/>
                  </a:lnTo>
                  <a:lnTo>
                    <a:pt x="54" y="109"/>
                  </a:lnTo>
                  <a:lnTo>
                    <a:pt x="54" y="109"/>
                  </a:lnTo>
                  <a:lnTo>
                    <a:pt x="56" y="109"/>
                  </a:lnTo>
                  <a:lnTo>
                    <a:pt x="56" y="110"/>
                  </a:lnTo>
                  <a:lnTo>
                    <a:pt x="57" y="110"/>
                  </a:lnTo>
                  <a:lnTo>
                    <a:pt x="57" y="110"/>
                  </a:lnTo>
                  <a:lnTo>
                    <a:pt x="58" y="110"/>
                  </a:lnTo>
                  <a:lnTo>
                    <a:pt x="57" y="112"/>
                  </a:lnTo>
                  <a:lnTo>
                    <a:pt x="57" y="112"/>
                  </a:lnTo>
                  <a:lnTo>
                    <a:pt x="57" y="112"/>
                  </a:lnTo>
                  <a:lnTo>
                    <a:pt x="57" y="112"/>
                  </a:lnTo>
                  <a:lnTo>
                    <a:pt x="57" y="113"/>
                  </a:lnTo>
                  <a:lnTo>
                    <a:pt x="57" y="113"/>
                  </a:lnTo>
                  <a:lnTo>
                    <a:pt x="57" y="113"/>
                  </a:lnTo>
                  <a:lnTo>
                    <a:pt x="57" y="113"/>
                  </a:lnTo>
                  <a:lnTo>
                    <a:pt x="55" y="113"/>
                  </a:lnTo>
                  <a:lnTo>
                    <a:pt x="55" y="113"/>
                  </a:lnTo>
                  <a:lnTo>
                    <a:pt x="55" y="113"/>
                  </a:lnTo>
                  <a:lnTo>
                    <a:pt x="55" y="113"/>
                  </a:lnTo>
                  <a:lnTo>
                    <a:pt x="55" y="113"/>
                  </a:lnTo>
                  <a:lnTo>
                    <a:pt x="55" y="113"/>
                  </a:lnTo>
                  <a:lnTo>
                    <a:pt x="55" y="113"/>
                  </a:lnTo>
                  <a:lnTo>
                    <a:pt x="55" y="113"/>
                  </a:lnTo>
                  <a:lnTo>
                    <a:pt x="55" y="115"/>
                  </a:lnTo>
                  <a:lnTo>
                    <a:pt x="55" y="115"/>
                  </a:lnTo>
                  <a:lnTo>
                    <a:pt x="55" y="116"/>
                  </a:lnTo>
                  <a:lnTo>
                    <a:pt x="55" y="116"/>
                  </a:lnTo>
                  <a:lnTo>
                    <a:pt x="55" y="118"/>
                  </a:lnTo>
                  <a:lnTo>
                    <a:pt x="55" y="118"/>
                  </a:lnTo>
                  <a:lnTo>
                    <a:pt x="55" y="118"/>
                  </a:lnTo>
                  <a:lnTo>
                    <a:pt x="55" y="118"/>
                  </a:lnTo>
                  <a:lnTo>
                    <a:pt x="55" y="120"/>
                  </a:lnTo>
                  <a:lnTo>
                    <a:pt x="55" y="120"/>
                  </a:lnTo>
                  <a:lnTo>
                    <a:pt x="55" y="122"/>
                  </a:lnTo>
                  <a:lnTo>
                    <a:pt x="55" y="122"/>
                  </a:lnTo>
                  <a:lnTo>
                    <a:pt x="55" y="124"/>
                  </a:lnTo>
                  <a:lnTo>
                    <a:pt x="55" y="124"/>
                  </a:lnTo>
                  <a:lnTo>
                    <a:pt x="55" y="124"/>
                  </a:lnTo>
                  <a:lnTo>
                    <a:pt x="58" y="124"/>
                  </a:lnTo>
                  <a:lnTo>
                    <a:pt x="58" y="124"/>
                  </a:lnTo>
                  <a:lnTo>
                    <a:pt x="58" y="124"/>
                  </a:lnTo>
                  <a:lnTo>
                    <a:pt x="58" y="124"/>
                  </a:lnTo>
                  <a:lnTo>
                    <a:pt x="58" y="124"/>
                  </a:lnTo>
                  <a:lnTo>
                    <a:pt x="58" y="124"/>
                  </a:lnTo>
                  <a:lnTo>
                    <a:pt x="58" y="124"/>
                  </a:lnTo>
                  <a:lnTo>
                    <a:pt x="58" y="124"/>
                  </a:lnTo>
                  <a:lnTo>
                    <a:pt x="59" y="124"/>
                  </a:lnTo>
                  <a:lnTo>
                    <a:pt x="59" y="125"/>
                  </a:lnTo>
                  <a:lnTo>
                    <a:pt x="59" y="125"/>
                  </a:lnTo>
                  <a:lnTo>
                    <a:pt x="59" y="125"/>
                  </a:lnTo>
                  <a:lnTo>
                    <a:pt x="59" y="125"/>
                  </a:lnTo>
                  <a:lnTo>
                    <a:pt x="59" y="125"/>
                  </a:lnTo>
                  <a:lnTo>
                    <a:pt x="59" y="125"/>
                  </a:lnTo>
                  <a:lnTo>
                    <a:pt x="59" y="125"/>
                  </a:lnTo>
                  <a:lnTo>
                    <a:pt x="60" y="125"/>
                  </a:lnTo>
                  <a:lnTo>
                    <a:pt x="59" y="126"/>
                  </a:lnTo>
                  <a:lnTo>
                    <a:pt x="59" y="126"/>
                  </a:lnTo>
                  <a:lnTo>
                    <a:pt x="59" y="126"/>
                  </a:lnTo>
                  <a:lnTo>
                    <a:pt x="59" y="126"/>
                  </a:lnTo>
                  <a:lnTo>
                    <a:pt x="59" y="127"/>
                  </a:lnTo>
                  <a:lnTo>
                    <a:pt x="59" y="127"/>
                  </a:lnTo>
                  <a:lnTo>
                    <a:pt x="59" y="127"/>
                  </a:lnTo>
                  <a:lnTo>
                    <a:pt x="59" y="127"/>
                  </a:lnTo>
                  <a:lnTo>
                    <a:pt x="58" y="129"/>
                  </a:lnTo>
                  <a:lnTo>
                    <a:pt x="58" y="129"/>
                  </a:lnTo>
                  <a:lnTo>
                    <a:pt x="58" y="129"/>
                  </a:lnTo>
                  <a:lnTo>
                    <a:pt x="58" y="129"/>
                  </a:lnTo>
                  <a:lnTo>
                    <a:pt x="58" y="129"/>
                  </a:lnTo>
                  <a:lnTo>
                    <a:pt x="58" y="129"/>
                  </a:lnTo>
                  <a:lnTo>
                    <a:pt x="58" y="129"/>
                  </a:lnTo>
                  <a:lnTo>
                    <a:pt x="58" y="129"/>
                  </a:lnTo>
                  <a:lnTo>
                    <a:pt x="58" y="131"/>
                  </a:lnTo>
                  <a:lnTo>
                    <a:pt x="58" y="131"/>
                  </a:lnTo>
                  <a:lnTo>
                    <a:pt x="58" y="131"/>
                  </a:lnTo>
                  <a:lnTo>
                    <a:pt x="58" y="131"/>
                  </a:lnTo>
                  <a:lnTo>
                    <a:pt x="58" y="132"/>
                  </a:lnTo>
                  <a:lnTo>
                    <a:pt x="58" y="132"/>
                  </a:lnTo>
                  <a:lnTo>
                    <a:pt x="58" y="132"/>
                  </a:lnTo>
                  <a:lnTo>
                    <a:pt x="58" y="132"/>
                  </a:lnTo>
                  <a:lnTo>
                    <a:pt x="58" y="134"/>
                  </a:lnTo>
                  <a:lnTo>
                    <a:pt x="58" y="134"/>
                  </a:lnTo>
                  <a:lnTo>
                    <a:pt x="58" y="134"/>
                  </a:lnTo>
                  <a:lnTo>
                    <a:pt x="58" y="134"/>
                  </a:lnTo>
                  <a:lnTo>
                    <a:pt x="58" y="136"/>
                  </a:lnTo>
                  <a:lnTo>
                    <a:pt x="58" y="136"/>
                  </a:lnTo>
                  <a:lnTo>
                    <a:pt x="58" y="136"/>
                  </a:lnTo>
                  <a:lnTo>
                    <a:pt x="58" y="136"/>
                  </a:lnTo>
                  <a:lnTo>
                    <a:pt x="58" y="136"/>
                  </a:lnTo>
                  <a:lnTo>
                    <a:pt x="58" y="136"/>
                  </a:lnTo>
                  <a:lnTo>
                    <a:pt x="58" y="136"/>
                  </a:lnTo>
                  <a:lnTo>
                    <a:pt x="60" y="136"/>
                  </a:lnTo>
                  <a:lnTo>
                    <a:pt x="60" y="136"/>
                  </a:lnTo>
                  <a:lnTo>
                    <a:pt x="60" y="136"/>
                  </a:lnTo>
                  <a:lnTo>
                    <a:pt x="60" y="136"/>
                  </a:lnTo>
                  <a:lnTo>
                    <a:pt x="62" y="136"/>
                  </a:lnTo>
                  <a:lnTo>
                    <a:pt x="62" y="136"/>
                  </a:lnTo>
                  <a:lnTo>
                    <a:pt x="62" y="136"/>
                  </a:lnTo>
                  <a:lnTo>
                    <a:pt x="62" y="136"/>
                  </a:lnTo>
                  <a:lnTo>
                    <a:pt x="63" y="136"/>
                  </a:lnTo>
                  <a:lnTo>
                    <a:pt x="63" y="136"/>
                  </a:lnTo>
                  <a:lnTo>
                    <a:pt x="63" y="136"/>
                  </a:lnTo>
                  <a:lnTo>
                    <a:pt x="63" y="136"/>
                  </a:lnTo>
                  <a:lnTo>
                    <a:pt x="65" y="136"/>
                  </a:lnTo>
                  <a:lnTo>
                    <a:pt x="65" y="138"/>
                  </a:lnTo>
                  <a:lnTo>
                    <a:pt x="65" y="138"/>
                  </a:lnTo>
                  <a:lnTo>
                    <a:pt x="65" y="138"/>
                  </a:lnTo>
                  <a:lnTo>
                    <a:pt x="65" y="138"/>
                  </a:lnTo>
                  <a:lnTo>
                    <a:pt x="65" y="140"/>
                  </a:lnTo>
                  <a:lnTo>
                    <a:pt x="65" y="140"/>
                  </a:lnTo>
                  <a:lnTo>
                    <a:pt x="65" y="140"/>
                  </a:lnTo>
                  <a:lnTo>
                    <a:pt x="67" y="140"/>
                  </a:lnTo>
                  <a:lnTo>
                    <a:pt x="67" y="141"/>
                  </a:lnTo>
                  <a:lnTo>
                    <a:pt x="67" y="141"/>
                  </a:lnTo>
                  <a:lnTo>
                    <a:pt x="67" y="141"/>
                  </a:lnTo>
                  <a:lnTo>
                    <a:pt x="67" y="141"/>
                  </a:lnTo>
                  <a:lnTo>
                    <a:pt x="67" y="142"/>
                  </a:lnTo>
                  <a:lnTo>
                    <a:pt x="67" y="142"/>
                  </a:lnTo>
                  <a:lnTo>
                    <a:pt x="67" y="142"/>
                  </a:lnTo>
                  <a:lnTo>
                    <a:pt x="68" y="142"/>
                  </a:lnTo>
                  <a:lnTo>
                    <a:pt x="67" y="144"/>
                  </a:lnTo>
                  <a:lnTo>
                    <a:pt x="67" y="144"/>
                  </a:lnTo>
                  <a:lnTo>
                    <a:pt x="67" y="144"/>
                  </a:lnTo>
                  <a:lnTo>
                    <a:pt x="67" y="144"/>
                  </a:lnTo>
                  <a:lnTo>
                    <a:pt x="65" y="144"/>
                  </a:lnTo>
                  <a:lnTo>
                    <a:pt x="65" y="144"/>
                  </a:lnTo>
                  <a:lnTo>
                    <a:pt x="65" y="144"/>
                  </a:lnTo>
                  <a:lnTo>
                    <a:pt x="65" y="144"/>
                  </a:lnTo>
                  <a:lnTo>
                    <a:pt x="64" y="146"/>
                  </a:lnTo>
                  <a:lnTo>
                    <a:pt x="64" y="146"/>
                  </a:lnTo>
                  <a:lnTo>
                    <a:pt x="64" y="146"/>
                  </a:lnTo>
                  <a:lnTo>
                    <a:pt x="64" y="146"/>
                  </a:lnTo>
                  <a:lnTo>
                    <a:pt x="64" y="146"/>
                  </a:lnTo>
                  <a:lnTo>
                    <a:pt x="64" y="146"/>
                  </a:lnTo>
                  <a:lnTo>
                    <a:pt x="64" y="146"/>
                  </a:lnTo>
                  <a:lnTo>
                    <a:pt x="64" y="146"/>
                  </a:lnTo>
                  <a:lnTo>
                    <a:pt x="64" y="147"/>
                  </a:lnTo>
                  <a:lnTo>
                    <a:pt x="64" y="147"/>
                  </a:lnTo>
                  <a:lnTo>
                    <a:pt x="64" y="147"/>
                  </a:lnTo>
                  <a:lnTo>
                    <a:pt x="64" y="147"/>
                  </a:lnTo>
                  <a:lnTo>
                    <a:pt x="64" y="148"/>
                  </a:lnTo>
                  <a:lnTo>
                    <a:pt x="64" y="148"/>
                  </a:lnTo>
                  <a:lnTo>
                    <a:pt x="64" y="148"/>
                  </a:lnTo>
                  <a:lnTo>
                    <a:pt x="64" y="148"/>
                  </a:lnTo>
                  <a:lnTo>
                    <a:pt x="64" y="150"/>
                  </a:lnTo>
                  <a:lnTo>
                    <a:pt x="64" y="150"/>
                  </a:lnTo>
                  <a:lnTo>
                    <a:pt x="64" y="150"/>
                  </a:lnTo>
                  <a:lnTo>
                    <a:pt x="64" y="150"/>
                  </a:lnTo>
                  <a:lnTo>
                    <a:pt x="64" y="151"/>
                  </a:lnTo>
                  <a:lnTo>
                    <a:pt x="64" y="151"/>
                  </a:lnTo>
                  <a:lnTo>
                    <a:pt x="64" y="151"/>
                  </a:lnTo>
                  <a:lnTo>
                    <a:pt x="65" y="151"/>
                  </a:lnTo>
                  <a:lnTo>
                    <a:pt x="65" y="153"/>
                  </a:lnTo>
                  <a:lnTo>
                    <a:pt x="65" y="153"/>
                  </a:lnTo>
                  <a:lnTo>
                    <a:pt x="65" y="154"/>
                  </a:lnTo>
                  <a:lnTo>
                    <a:pt x="67" y="154"/>
                  </a:lnTo>
                  <a:lnTo>
                    <a:pt x="67" y="156"/>
                  </a:lnTo>
                  <a:lnTo>
                    <a:pt x="68" y="156"/>
                  </a:lnTo>
                  <a:lnTo>
                    <a:pt x="68" y="156"/>
                  </a:lnTo>
                  <a:lnTo>
                    <a:pt x="70" y="156"/>
                  </a:lnTo>
                  <a:lnTo>
                    <a:pt x="70" y="158"/>
                  </a:lnTo>
                  <a:lnTo>
                    <a:pt x="72" y="158"/>
                  </a:lnTo>
                  <a:lnTo>
                    <a:pt x="72" y="158"/>
                  </a:lnTo>
                  <a:lnTo>
                    <a:pt x="74" y="158"/>
                  </a:lnTo>
                  <a:lnTo>
                    <a:pt x="74" y="160"/>
                  </a:lnTo>
                  <a:lnTo>
                    <a:pt x="74" y="160"/>
                  </a:lnTo>
                  <a:lnTo>
                    <a:pt x="74" y="160"/>
                  </a:lnTo>
                  <a:lnTo>
                    <a:pt x="75" y="160"/>
                  </a:lnTo>
                  <a:lnTo>
                    <a:pt x="74" y="162"/>
                  </a:lnTo>
                  <a:lnTo>
                    <a:pt x="74" y="162"/>
                  </a:lnTo>
                  <a:lnTo>
                    <a:pt x="74" y="163"/>
                  </a:lnTo>
                  <a:lnTo>
                    <a:pt x="74" y="163"/>
                  </a:lnTo>
                  <a:lnTo>
                    <a:pt x="74" y="165"/>
                  </a:lnTo>
                  <a:lnTo>
                    <a:pt x="74" y="165"/>
                  </a:lnTo>
                  <a:lnTo>
                    <a:pt x="74" y="167"/>
                  </a:lnTo>
                  <a:lnTo>
                    <a:pt x="74" y="167"/>
                  </a:lnTo>
                  <a:lnTo>
                    <a:pt x="74" y="169"/>
                  </a:lnTo>
                  <a:lnTo>
                    <a:pt x="74" y="170"/>
                  </a:lnTo>
                  <a:lnTo>
                    <a:pt x="74" y="172"/>
                  </a:lnTo>
                  <a:lnTo>
                    <a:pt x="74" y="172"/>
                  </a:lnTo>
                  <a:lnTo>
                    <a:pt x="74" y="174"/>
                  </a:lnTo>
                  <a:lnTo>
                    <a:pt x="74" y="174"/>
                  </a:lnTo>
                  <a:lnTo>
                    <a:pt x="74" y="175"/>
                  </a:lnTo>
                  <a:lnTo>
                    <a:pt x="75" y="175"/>
                  </a:lnTo>
                  <a:lnTo>
                    <a:pt x="74" y="177"/>
                  </a:lnTo>
                  <a:lnTo>
                    <a:pt x="74" y="177"/>
                  </a:lnTo>
                  <a:lnTo>
                    <a:pt x="74" y="177"/>
                  </a:lnTo>
                  <a:lnTo>
                    <a:pt x="74" y="177"/>
                  </a:lnTo>
                  <a:lnTo>
                    <a:pt x="73" y="177"/>
                  </a:lnTo>
                  <a:lnTo>
                    <a:pt x="73" y="177"/>
                  </a:lnTo>
                  <a:lnTo>
                    <a:pt x="73" y="177"/>
                  </a:lnTo>
                  <a:lnTo>
                    <a:pt x="73" y="177"/>
                  </a:lnTo>
                  <a:lnTo>
                    <a:pt x="72" y="179"/>
                  </a:lnTo>
                  <a:lnTo>
                    <a:pt x="72" y="179"/>
                  </a:lnTo>
                  <a:lnTo>
                    <a:pt x="72" y="179"/>
                  </a:lnTo>
                  <a:lnTo>
                    <a:pt x="72" y="179"/>
                  </a:lnTo>
                  <a:lnTo>
                    <a:pt x="72" y="179"/>
                  </a:lnTo>
                  <a:lnTo>
                    <a:pt x="72" y="179"/>
                  </a:lnTo>
                  <a:lnTo>
                    <a:pt x="72" y="179"/>
                  </a:lnTo>
                  <a:lnTo>
                    <a:pt x="72" y="179"/>
                  </a:lnTo>
                  <a:lnTo>
                    <a:pt x="72" y="181"/>
                  </a:lnTo>
                  <a:lnTo>
                    <a:pt x="72" y="181"/>
                  </a:lnTo>
                  <a:lnTo>
                    <a:pt x="72" y="183"/>
                  </a:lnTo>
                  <a:lnTo>
                    <a:pt x="72" y="183"/>
                  </a:lnTo>
                  <a:lnTo>
                    <a:pt x="72" y="184"/>
                  </a:lnTo>
                  <a:lnTo>
                    <a:pt x="72" y="184"/>
                  </a:lnTo>
                  <a:lnTo>
                    <a:pt x="72" y="186"/>
                  </a:lnTo>
                  <a:lnTo>
                    <a:pt x="72" y="186"/>
                  </a:lnTo>
                  <a:lnTo>
                    <a:pt x="72" y="188"/>
                  </a:lnTo>
                  <a:lnTo>
                    <a:pt x="72" y="188"/>
                  </a:lnTo>
                  <a:lnTo>
                    <a:pt x="72" y="190"/>
                  </a:lnTo>
                  <a:lnTo>
                    <a:pt x="74" y="190"/>
                  </a:lnTo>
                  <a:lnTo>
                    <a:pt x="74" y="192"/>
                  </a:lnTo>
                  <a:lnTo>
                    <a:pt x="74" y="192"/>
                  </a:lnTo>
                  <a:lnTo>
                    <a:pt x="74" y="193"/>
                  </a:lnTo>
                  <a:lnTo>
                    <a:pt x="75" y="193"/>
                  </a:lnTo>
                  <a:lnTo>
                    <a:pt x="75" y="194"/>
                  </a:lnTo>
                  <a:lnTo>
                    <a:pt x="75" y="194"/>
                  </a:lnTo>
                  <a:lnTo>
                    <a:pt x="75" y="194"/>
                  </a:lnTo>
                  <a:lnTo>
                    <a:pt x="75" y="194"/>
                  </a:lnTo>
                  <a:lnTo>
                    <a:pt x="75" y="194"/>
                  </a:lnTo>
                  <a:lnTo>
                    <a:pt x="75" y="194"/>
                  </a:lnTo>
                  <a:lnTo>
                    <a:pt x="75" y="194"/>
                  </a:lnTo>
                  <a:lnTo>
                    <a:pt x="77" y="194"/>
                  </a:lnTo>
                  <a:lnTo>
                    <a:pt x="77" y="194"/>
                  </a:lnTo>
                  <a:lnTo>
                    <a:pt x="77" y="194"/>
                  </a:lnTo>
                  <a:lnTo>
                    <a:pt x="77" y="194"/>
                  </a:lnTo>
                  <a:lnTo>
                    <a:pt x="78" y="194"/>
                  </a:lnTo>
                  <a:lnTo>
                    <a:pt x="78" y="194"/>
                  </a:lnTo>
                  <a:lnTo>
                    <a:pt x="78" y="194"/>
                  </a:lnTo>
                  <a:lnTo>
                    <a:pt x="78" y="194"/>
                  </a:lnTo>
                  <a:lnTo>
                    <a:pt x="80" y="194"/>
                  </a:lnTo>
                  <a:lnTo>
                    <a:pt x="80" y="196"/>
                  </a:lnTo>
                  <a:lnTo>
                    <a:pt x="80" y="196"/>
                  </a:lnTo>
                  <a:lnTo>
                    <a:pt x="80" y="198"/>
                  </a:lnTo>
                  <a:lnTo>
                    <a:pt x="81" y="198"/>
                  </a:lnTo>
                  <a:lnTo>
                    <a:pt x="81" y="200"/>
                  </a:lnTo>
                  <a:lnTo>
                    <a:pt x="81" y="200"/>
                  </a:lnTo>
                  <a:lnTo>
                    <a:pt x="81" y="202"/>
                  </a:lnTo>
                  <a:lnTo>
                    <a:pt x="83" y="202"/>
                  </a:lnTo>
                  <a:lnTo>
                    <a:pt x="83" y="204"/>
                  </a:lnTo>
                  <a:lnTo>
                    <a:pt x="83" y="205"/>
                  </a:lnTo>
                  <a:lnTo>
                    <a:pt x="83" y="207"/>
                  </a:lnTo>
                  <a:lnTo>
                    <a:pt x="85" y="207"/>
                  </a:lnTo>
                  <a:lnTo>
                    <a:pt x="85" y="208"/>
                  </a:lnTo>
                  <a:lnTo>
                    <a:pt x="87" y="208"/>
                  </a:lnTo>
                  <a:lnTo>
                    <a:pt x="87" y="208"/>
                  </a:lnTo>
                  <a:lnTo>
                    <a:pt x="89" y="208"/>
                  </a:lnTo>
                  <a:lnTo>
                    <a:pt x="89" y="208"/>
                  </a:lnTo>
                  <a:lnTo>
                    <a:pt x="89" y="208"/>
                  </a:lnTo>
                  <a:lnTo>
                    <a:pt x="89" y="208"/>
                  </a:lnTo>
                  <a:lnTo>
                    <a:pt x="89" y="208"/>
                  </a:lnTo>
                  <a:lnTo>
                    <a:pt x="89" y="208"/>
                  </a:lnTo>
                  <a:lnTo>
                    <a:pt x="89" y="208"/>
                  </a:lnTo>
                  <a:lnTo>
                    <a:pt x="89" y="208"/>
                  </a:lnTo>
                  <a:lnTo>
                    <a:pt x="89" y="208"/>
                  </a:lnTo>
                  <a:lnTo>
                    <a:pt x="91" y="207"/>
                  </a:lnTo>
                  <a:lnTo>
                    <a:pt x="91" y="207"/>
                  </a:lnTo>
                  <a:lnTo>
                    <a:pt x="91" y="207"/>
                  </a:lnTo>
                  <a:lnTo>
                    <a:pt x="91" y="207"/>
                  </a:lnTo>
                  <a:lnTo>
                    <a:pt x="92" y="207"/>
                  </a:lnTo>
                  <a:lnTo>
                    <a:pt x="92" y="207"/>
                  </a:lnTo>
                  <a:lnTo>
                    <a:pt x="92" y="207"/>
                  </a:lnTo>
                  <a:lnTo>
                    <a:pt x="92" y="207"/>
                  </a:lnTo>
                  <a:lnTo>
                    <a:pt x="93" y="206"/>
                  </a:lnTo>
                  <a:lnTo>
                    <a:pt x="93" y="207"/>
                  </a:lnTo>
                  <a:lnTo>
                    <a:pt x="93" y="207"/>
                  </a:lnTo>
                  <a:lnTo>
                    <a:pt x="93" y="207"/>
                  </a:lnTo>
                  <a:lnTo>
                    <a:pt x="94" y="207"/>
                  </a:lnTo>
                  <a:lnTo>
                    <a:pt x="94" y="210"/>
                  </a:lnTo>
                  <a:lnTo>
                    <a:pt x="94" y="210"/>
                  </a:lnTo>
                  <a:lnTo>
                    <a:pt x="94" y="210"/>
                  </a:lnTo>
                  <a:lnTo>
                    <a:pt x="96" y="210"/>
                  </a:lnTo>
                  <a:lnTo>
                    <a:pt x="96" y="212"/>
                  </a:lnTo>
                  <a:lnTo>
                    <a:pt x="96" y="212"/>
                  </a:lnTo>
                  <a:lnTo>
                    <a:pt x="96" y="212"/>
                  </a:lnTo>
                  <a:lnTo>
                    <a:pt x="97" y="212"/>
                  </a:lnTo>
                  <a:lnTo>
                    <a:pt x="97" y="213"/>
                  </a:lnTo>
                  <a:lnTo>
                    <a:pt x="97" y="213"/>
                  </a:lnTo>
                  <a:lnTo>
                    <a:pt x="97" y="213"/>
                  </a:lnTo>
                  <a:lnTo>
                    <a:pt x="97" y="213"/>
                  </a:lnTo>
                  <a:lnTo>
                    <a:pt x="97" y="213"/>
                  </a:lnTo>
                  <a:lnTo>
                    <a:pt x="97" y="213"/>
                  </a:lnTo>
                  <a:lnTo>
                    <a:pt x="97" y="213"/>
                  </a:lnTo>
                  <a:lnTo>
                    <a:pt x="98" y="213"/>
                  </a:lnTo>
                  <a:lnTo>
                    <a:pt x="98" y="213"/>
                  </a:lnTo>
                  <a:lnTo>
                    <a:pt x="99" y="213"/>
                  </a:lnTo>
                  <a:lnTo>
                    <a:pt x="99" y="213"/>
                  </a:lnTo>
                  <a:lnTo>
                    <a:pt x="102" y="213"/>
                  </a:lnTo>
                  <a:lnTo>
                    <a:pt x="102" y="213"/>
                  </a:lnTo>
                  <a:lnTo>
                    <a:pt x="102" y="213"/>
                  </a:lnTo>
                  <a:lnTo>
                    <a:pt x="102" y="213"/>
                  </a:lnTo>
                  <a:lnTo>
                    <a:pt x="104" y="213"/>
                  </a:lnTo>
                  <a:lnTo>
                    <a:pt x="104" y="213"/>
                  </a:lnTo>
                  <a:lnTo>
                    <a:pt x="105" y="213"/>
                  </a:lnTo>
                  <a:lnTo>
                    <a:pt x="105" y="213"/>
                  </a:lnTo>
                  <a:lnTo>
                    <a:pt x="106" y="213"/>
                  </a:lnTo>
                  <a:lnTo>
                    <a:pt x="106" y="215"/>
                  </a:lnTo>
                  <a:lnTo>
                    <a:pt x="106" y="215"/>
                  </a:lnTo>
                  <a:lnTo>
                    <a:pt x="106" y="215"/>
                  </a:lnTo>
                  <a:lnTo>
                    <a:pt x="107" y="215"/>
                  </a:lnTo>
                  <a:lnTo>
                    <a:pt x="107" y="216"/>
                  </a:lnTo>
                  <a:lnTo>
                    <a:pt x="107" y="216"/>
                  </a:lnTo>
                  <a:lnTo>
                    <a:pt x="107" y="216"/>
                  </a:lnTo>
                  <a:lnTo>
                    <a:pt x="109" y="216"/>
                  </a:lnTo>
                  <a:lnTo>
                    <a:pt x="109" y="217"/>
                  </a:lnTo>
                  <a:lnTo>
                    <a:pt x="109" y="217"/>
                  </a:lnTo>
                  <a:lnTo>
                    <a:pt x="109" y="217"/>
                  </a:lnTo>
                  <a:lnTo>
                    <a:pt x="111" y="217"/>
                  </a:lnTo>
                  <a:lnTo>
                    <a:pt x="111" y="217"/>
                  </a:lnTo>
                  <a:lnTo>
                    <a:pt x="111" y="217"/>
                  </a:lnTo>
                  <a:lnTo>
                    <a:pt x="111" y="217"/>
                  </a:lnTo>
                  <a:lnTo>
                    <a:pt x="112" y="217"/>
                  </a:lnTo>
                  <a:lnTo>
                    <a:pt x="112" y="219"/>
                  </a:lnTo>
                  <a:lnTo>
                    <a:pt x="112" y="219"/>
                  </a:lnTo>
                  <a:lnTo>
                    <a:pt x="112" y="219"/>
                  </a:lnTo>
                  <a:lnTo>
                    <a:pt x="112" y="219"/>
                  </a:lnTo>
                  <a:lnTo>
                    <a:pt x="112" y="221"/>
                  </a:lnTo>
                  <a:lnTo>
                    <a:pt x="112" y="221"/>
                  </a:lnTo>
                  <a:lnTo>
                    <a:pt x="112" y="221"/>
                  </a:lnTo>
                  <a:lnTo>
                    <a:pt x="112" y="221"/>
                  </a:lnTo>
                  <a:lnTo>
                    <a:pt x="112" y="222"/>
                  </a:lnTo>
                  <a:lnTo>
                    <a:pt x="112" y="222"/>
                  </a:lnTo>
                  <a:lnTo>
                    <a:pt x="112" y="222"/>
                  </a:lnTo>
                  <a:lnTo>
                    <a:pt x="112" y="222"/>
                  </a:lnTo>
                  <a:lnTo>
                    <a:pt x="112" y="223"/>
                  </a:lnTo>
                  <a:lnTo>
                    <a:pt x="112" y="223"/>
                  </a:lnTo>
                  <a:lnTo>
                    <a:pt x="112" y="223"/>
                  </a:lnTo>
                  <a:lnTo>
                    <a:pt x="112" y="223"/>
                  </a:lnTo>
                  <a:lnTo>
                    <a:pt x="112" y="225"/>
                  </a:lnTo>
                  <a:lnTo>
                    <a:pt x="112" y="225"/>
                  </a:lnTo>
                  <a:lnTo>
                    <a:pt x="112" y="226"/>
                  </a:lnTo>
                  <a:lnTo>
                    <a:pt x="112" y="226"/>
                  </a:lnTo>
                  <a:lnTo>
                    <a:pt x="112" y="228"/>
                  </a:lnTo>
                  <a:lnTo>
                    <a:pt x="112" y="228"/>
                  </a:lnTo>
                  <a:lnTo>
                    <a:pt x="112" y="228"/>
                  </a:lnTo>
                  <a:lnTo>
                    <a:pt x="112" y="228"/>
                  </a:lnTo>
                  <a:lnTo>
                    <a:pt x="112" y="229"/>
                  </a:lnTo>
                  <a:lnTo>
                    <a:pt x="112" y="229"/>
                  </a:lnTo>
                  <a:lnTo>
                    <a:pt x="112" y="231"/>
                  </a:lnTo>
                  <a:lnTo>
                    <a:pt x="112" y="231"/>
                  </a:lnTo>
                  <a:lnTo>
                    <a:pt x="112" y="232"/>
                  </a:lnTo>
                  <a:lnTo>
                    <a:pt x="112" y="232"/>
                  </a:lnTo>
                  <a:lnTo>
                    <a:pt x="112" y="232"/>
                  </a:lnTo>
                  <a:lnTo>
                    <a:pt x="114" y="232"/>
                  </a:lnTo>
                  <a:lnTo>
                    <a:pt x="114" y="234"/>
                  </a:lnTo>
                  <a:lnTo>
                    <a:pt x="114" y="234"/>
                  </a:lnTo>
                  <a:lnTo>
                    <a:pt x="114" y="234"/>
                  </a:lnTo>
                  <a:lnTo>
                    <a:pt x="115" y="234"/>
                  </a:lnTo>
                  <a:lnTo>
                    <a:pt x="115" y="235"/>
                  </a:lnTo>
                  <a:lnTo>
                    <a:pt x="115" y="235"/>
                  </a:lnTo>
                  <a:lnTo>
                    <a:pt x="115" y="235"/>
                  </a:lnTo>
                  <a:lnTo>
                    <a:pt x="117" y="235"/>
                  </a:lnTo>
                  <a:lnTo>
                    <a:pt x="117" y="237"/>
                  </a:lnTo>
                  <a:lnTo>
                    <a:pt x="117" y="237"/>
                  </a:lnTo>
                  <a:lnTo>
                    <a:pt x="117" y="237"/>
                  </a:lnTo>
                  <a:lnTo>
                    <a:pt x="118" y="237"/>
                  </a:lnTo>
                  <a:lnTo>
                    <a:pt x="118" y="237"/>
                  </a:lnTo>
                  <a:lnTo>
                    <a:pt x="118" y="237"/>
                  </a:lnTo>
                  <a:lnTo>
                    <a:pt x="118" y="237"/>
                  </a:lnTo>
                  <a:lnTo>
                    <a:pt x="120" y="237"/>
                  </a:lnTo>
                  <a:lnTo>
                    <a:pt x="119" y="239"/>
                  </a:lnTo>
                  <a:lnTo>
                    <a:pt x="119" y="239"/>
                  </a:lnTo>
                  <a:lnTo>
                    <a:pt x="119" y="239"/>
                  </a:lnTo>
                  <a:lnTo>
                    <a:pt x="119" y="239"/>
                  </a:lnTo>
                  <a:lnTo>
                    <a:pt x="119" y="239"/>
                  </a:lnTo>
                  <a:lnTo>
                    <a:pt x="119" y="239"/>
                  </a:lnTo>
                  <a:lnTo>
                    <a:pt x="119" y="239"/>
                  </a:lnTo>
                  <a:lnTo>
                    <a:pt x="119" y="239"/>
                  </a:lnTo>
                  <a:lnTo>
                    <a:pt x="118" y="241"/>
                  </a:lnTo>
                  <a:lnTo>
                    <a:pt x="118" y="241"/>
                  </a:lnTo>
                  <a:lnTo>
                    <a:pt x="118" y="241"/>
                  </a:lnTo>
                  <a:lnTo>
                    <a:pt x="118" y="241"/>
                  </a:lnTo>
                  <a:lnTo>
                    <a:pt x="118" y="243"/>
                  </a:lnTo>
                  <a:lnTo>
                    <a:pt x="118" y="243"/>
                  </a:lnTo>
                  <a:lnTo>
                    <a:pt x="118" y="243"/>
                  </a:lnTo>
                  <a:lnTo>
                    <a:pt x="118" y="243"/>
                  </a:lnTo>
                  <a:lnTo>
                    <a:pt x="118" y="245"/>
                  </a:lnTo>
                  <a:lnTo>
                    <a:pt x="118" y="245"/>
                  </a:lnTo>
                  <a:lnTo>
                    <a:pt x="118" y="245"/>
                  </a:lnTo>
                  <a:lnTo>
                    <a:pt x="118" y="245"/>
                  </a:lnTo>
                  <a:lnTo>
                    <a:pt x="118" y="246"/>
                  </a:lnTo>
                  <a:lnTo>
                    <a:pt x="118" y="246"/>
                  </a:lnTo>
                  <a:lnTo>
                    <a:pt x="118" y="246"/>
                  </a:lnTo>
                  <a:lnTo>
                    <a:pt x="119" y="246"/>
                  </a:lnTo>
                  <a:lnTo>
                    <a:pt x="119" y="247"/>
                  </a:lnTo>
                  <a:lnTo>
                    <a:pt x="119" y="247"/>
                  </a:lnTo>
                  <a:lnTo>
                    <a:pt x="119" y="247"/>
                  </a:lnTo>
                  <a:lnTo>
                    <a:pt x="121" y="247"/>
                  </a:lnTo>
                  <a:lnTo>
                    <a:pt x="121" y="247"/>
                  </a:lnTo>
                  <a:lnTo>
                    <a:pt x="121" y="247"/>
                  </a:lnTo>
                  <a:lnTo>
                    <a:pt x="121" y="247"/>
                  </a:lnTo>
                  <a:lnTo>
                    <a:pt x="122" y="247"/>
                  </a:lnTo>
                  <a:lnTo>
                    <a:pt x="121" y="249"/>
                  </a:lnTo>
                  <a:lnTo>
                    <a:pt x="121" y="249"/>
                  </a:lnTo>
                  <a:lnTo>
                    <a:pt x="121" y="249"/>
                  </a:lnTo>
                  <a:lnTo>
                    <a:pt x="121" y="249"/>
                  </a:lnTo>
                  <a:lnTo>
                    <a:pt x="121" y="249"/>
                  </a:lnTo>
                  <a:lnTo>
                    <a:pt x="121" y="249"/>
                  </a:lnTo>
                  <a:lnTo>
                    <a:pt x="121" y="249"/>
                  </a:lnTo>
                  <a:lnTo>
                    <a:pt x="121" y="249"/>
                  </a:lnTo>
                  <a:lnTo>
                    <a:pt x="120" y="249"/>
                  </a:lnTo>
                  <a:lnTo>
                    <a:pt x="120" y="249"/>
                  </a:lnTo>
                  <a:lnTo>
                    <a:pt x="120" y="249"/>
                  </a:lnTo>
                  <a:lnTo>
                    <a:pt x="120" y="249"/>
                  </a:lnTo>
                  <a:lnTo>
                    <a:pt x="120" y="249"/>
                  </a:lnTo>
                  <a:lnTo>
                    <a:pt x="120" y="249"/>
                  </a:lnTo>
                  <a:lnTo>
                    <a:pt x="120" y="249"/>
                  </a:lnTo>
                  <a:lnTo>
                    <a:pt x="120" y="249"/>
                  </a:lnTo>
                  <a:lnTo>
                    <a:pt x="118" y="249"/>
                  </a:lnTo>
                  <a:lnTo>
                    <a:pt x="118" y="249"/>
                  </a:lnTo>
                  <a:lnTo>
                    <a:pt x="117" y="249"/>
                  </a:lnTo>
                  <a:lnTo>
                    <a:pt x="117" y="249"/>
                  </a:lnTo>
                  <a:lnTo>
                    <a:pt x="115" y="249"/>
                  </a:lnTo>
                  <a:lnTo>
                    <a:pt x="115" y="249"/>
                  </a:lnTo>
                  <a:lnTo>
                    <a:pt x="115" y="249"/>
                  </a:lnTo>
                  <a:lnTo>
                    <a:pt x="115" y="248"/>
                  </a:lnTo>
                  <a:lnTo>
                    <a:pt x="113" y="248"/>
                  </a:lnTo>
                  <a:lnTo>
                    <a:pt x="113" y="248"/>
                  </a:lnTo>
                  <a:lnTo>
                    <a:pt x="113" y="248"/>
                  </a:lnTo>
                  <a:lnTo>
                    <a:pt x="113" y="247"/>
                  </a:lnTo>
                  <a:lnTo>
                    <a:pt x="112" y="247"/>
                  </a:lnTo>
                  <a:lnTo>
                    <a:pt x="112" y="247"/>
                  </a:lnTo>
                  <a:lnTo>
                    <a:pt x="112" y="247"/>
                  </a:lnTo>
                  <a:lnTo>
                    <a:pt x="112" y="246"/>
                  </a:lnTo>
                  <a:lnTo>
                    <a:pt x="110" y="248"/>
                  </a:lnTo>
                  <a:lnTo>
                    <a:pt x="110" y="248"/>
                  </a:lnTo>
                  <a:lnTo>
                    <a:pt x="109" y="249"/>
                  </a:lnTo>
                  <a:lnTo>
                    <a:pt x="109" y="249"/>
                  </a:lnTo>
                  <a:lnTo>
                    <a:pt x="107" y="250"/>
                  </a:lnTo>
                  <a:lnTo>
                    <a:pt x="107" y="250"/>
                  </a:lnTo>
                  <a:lnTo>
                    <a:pt x="107" y="251"/>
                  </a:lnTo>
                  <a:lnTo>
                    <a:pt x="107" y="251"/>
                  </a:lnTo>
                  <a:lnTo>
                    <a:pt x="105" y="254"/>
                  </a:lnTo>
                  <a:lnTo>
                    <a:pt x="105" y="254"/>
                  </a:lnTo>
                  <a:lnTo>
                    <a:pt x="105" y="256"/>
                  </a:lnTo>
                  <a:lnTo>
                    <a:pt x="105" y="256"/>
                  </a:lnTo>
                  <a:lnTo>
                    <a:pt x="103" y="258"/>
                  </a:lnTo>
                  <a:lnTo>
                    <a:pt x="103" y="258"/>
                  </a:lnTo>
                  <a:lnTo>
                    <a:pt x="103" y="258"/>
                  </a:lnTo>
                  <a:lnTo>
                    <a:pt x="103" y="258"/>
                  </a:lnTo>
                  <a:lnTo>
                    <a:pt x="103" y="259"/>
                  </a:lnTo>
                  <a:lnTo>
                    <a:pt x="103" y="259"/>
                  </a:lnTo>
                  <a:lnTo>
                    <a:pt x="103" y="259"/>
                  </a:lnTo>
                  <a:lnTo>
                    <a:pt x="103" y="259"/>
                  </a:lnTo>
                  <a:lnTo>
                    <a:pt x="103" y="261"/>
                  </a:lnTo>
                  <a:lnTo>
                    <a:pt x="103" y="261"/>
                  </a:lnTo>
                  <a:lnTo>
                    <a:pt x="103" y="261"/>
                  </a:lnTo>
                  <a:lnTo>
                    <a:pt x="103" y="261"/>
                  </a:lnTo>
                  <a:lnTo>
                    <a:pt x="103" y="263"/>
                  </a:lnTo>
                  <a:lnTo>
                    <a:pt x="103" y="263"/>
                  </a:lnTo>
                  <a:lnTo>
                    <a:pt x="103" y="263"/>
                  </a:lnTo>
                  <a:lnTo>
                    <a:pt x="103" y="263"/>
                  </a:lnTo>
                  <a:lnTo>
                    <a:pt x="103" y="264"/>
                  </a:lnTo>
                  <a:lnTo>
                    <a:pt x="103" y="264"/>
                  </a:lnTo>
                  <a:lnTo>
                    <a:pt x="103" y="264"/>
                  </a:lnTo>
                  <a:lnTo>
                    <a:pt x="103" y="264"/>
                  </a:lnTo>
                  <a:lnTo>
                    <a:pt x="102" y="265"/>
                  </a:lnTo>
                  <a:lnTo>
                    <a:pt x="102" y="265"/>
                  </a:lnTo>
                  <a:lnTo>
                    <a:pt x="102" y="265"/>
                  </a:lnTo>
                  <a:lnTo>
                    <a:pt x="102" y="265"/>
                  </a:lnTo>
                  <a:lnTo>
                    <a:pt x="100" y="266"/>
                  </a:lnTo>
                  <a:lnTo>
                    <a:pt x="100" y="266"/>
                  </a:lnTo>
                  <a:lnTo>
                    <a:pt x="100" y="266"/>
                  </a:lnTo>
                  <a:lnTo>
                    <a:pt x="100" y="266"/>
                  </a:lnTo>
                  <a:lnTo>
                    <a:pt x="98" y="268"/>
                  </a:lnTo>
                  <a:lnTo>
                    <a:pt x="98" y="268"/>
                  </a:lnTo>
                  <a:lnTo>
                    <a:pt x="98" y="268"/>
                  </a:lnTo>
                  <a:lnTo>
                    <a:pt x="98" y="268"/>
                  </a:lnTo>
                  <a:lnTo>
                    <a:pt x="97" y="270"/>
                  </a:lnTo>
                  <a:lnTo>
                    <a:pt x="97" y="270"/>
                  </a:lnTo>
                  <a:lnTo>
                    <a:pt x="97" y="270"/>
                  </a:lnTo>
                  <a:lnTo>
                    <a:pt x="97" y="270"/>
                  </a:lnTo>
                  <a:lnTo>
                    <a:pt x="97" y="272"/>
                  </a:lnTo>
                  <a:lnTo>
                    <a:pt x="97" y="272"/>
                  </a:lnTo>
                  <a:lnTo>
                    <a:pt x="97" y="273"/>
                  </a:lnTo>
                  <a:lnTo>
                    <a:pt x="97" y="273"/>
                  </a:lnTo>
                  <a:lnTo>
                    <a:pt x="97" y="275"/>
                  </a:lnTo>
                  <a:lnTo>
                    <a:pt x="97" y="275"/>
                  </a:lnTo>
                  <a:lnTo>
                    <a:pt x="97" y="276"/>
                  </a:lnTo>
                  <a:lnTo>
                    <a:pt x="97" y="276"/>
                  </a:lnTo>
                  <a:lnTo>
                    <a:pt x="96" y="278"/>
                  </a:lnTo>
                  <a:lnTo>
                    <a:pt x="96" y="278"/>
                  </a:lnTo>
                  <a:lnTo>
                    <a:pt x="96" y="279"/>
                  </a:lnTo>
                  <a:lnTo>
                    <a:pt x="96" y="279"/>
                  </a:lnTo>
                  <a:lnTo>
                    <a:pt x="96" y="280"/>
                  </a:lnTo>
                  <a:lnTo>
                    <a:pt x="96" y="280"/>
                  </a:lnTo>
                  <a:lnTo>
                    <a:pt x="96" y="280"/>
                  </a:lnTo>
                  <a:lnTo>
                    <a:pt x="97" y="280"/>
                  </a:lnTo>
                  <a:lnTo>
                    <a:pt x="95" y="282"/>
                  </a:lnTo>
                  <a:lnTo>
                    <a:pt x="95" y="282"/>
                  </a:lnTo>
                  <a:lnTo>
                    <a:pt x="95" y="282"/>
                  </a:lnTo>
                  <a:lnTo>
                    <a:pt x="95" y="282"/>
                  </a:lnTo>
                  <a:lnTo>
                    <a:pt x="94" y="283"/>
                  </a:lnTo>
                  <a:lnTo>
                    <a:pt x="94" y="283"/>
                  </a:lnTo>
                  <a:lnTo>
                    <a:pt x="94" y="283"/>
                  </a:lnTo>
                  <a:lnTo>
                    <a:pt x="94" y="283"/>
                  </a:lnTo>
                  <a:lnTo>
                    <a:pt x="92" y="285"/>
                  </a:lnTo>
                  <a:lnTo>
                    <a:pt x="92" y="285"/>
                  </a:lnTo>
                  <a:lnTo>
                    <a:pt x="92" y="285"/>
                  </a:lnTo>
                  <a:lnTo>
                    <a:pt x="92" y="285"/>
                  </a:lnTo>
                  <a:lnTo>
                    <a:pt x="91" y="287"/>
                  </a:lnTo>
                  <a:lnTo>
                    <a:pt x="91" y="287"/>
                  </a:lnTo>
                  <a:lnTo>
                    <a:pt x="91" y="287"/>
                  </a:lnTo>
                  <a:lnTo>
                    <a:pt x="91" y="287"/>
                  </a:lnTo>
                  <a:lnTo>
                    <a:pt x="91" y="288"/>
                  </a:lnTo>
                  <a:lnTo>
                    <a:pt x="91" y="288"/>
                  </a:lnTo>
                  <a:lnTo>
                    <a:pt x="91" y="288"/>
                  </a:lnTo>
                  <a:lnTo>
                    <a:pt x="91" y="288"/>
                  </a:lnTo>
                  <a:lnTo>
                    <a:pt x="91" y="288"/>
                  </a:lnTo>
                  <a:lnTo>
                    <a:pt x="91" y="288"/>
                  </a:lnTo>
                  <a:lnTo>
                    <a:pt x="91" y="288"/>
                  </a:lnTo>
                  <a:lnTo>
                    <a:pt x="92" y="288"/>
                  </a:lnTo>
                  <a:lnTo>
                    <a:pt x="92" y="289"/>
                  </a:lnTo>
                  <a:lnTo>
                    <a:pt x="92" y="289"/>
                  </a:lnTo>
                  <a:lnTo>
                    <a:pt x="92" y="289"/>
                  </a:lnTo>
                  <a:lnTo>
                    <a:pt x="92" y="289"/>
                  </a:lnTo>
                  <a:lnTo>
                    <a:pt x="92" y="289"/>
                  </a:lnTo>
                  <a:lnTo>
                    <a:pt x="92" y="289"/>
                  </a:lnTo>
                  <a:lnTo>
                    <a:pt x="92" y="289"/>
                  </a:lnTo>
                  <a:lnTo>
                    <a:pt x="93" y="289"/>
                  </a:lnTo>
                  <a:lnTo>
                    <a:pt x="92" y="291"/>
                  </a:lnTo>
                  <a:lnTo>
                    <a:pt x="92" y="291"/>
                  </a:lnTo>
                  <a:lnTo>
                    <a:pt x="92" y="291"/>
                  </a:lnTo>
                  <a:lnTo>
                    <a:pt x="92" y="291"/>
                  </a:lnTo>
                  <a:lnTo>
                    <a:pt x="90" y="291"/>
                  </a:lnTo>
                  <a:lnTo>
                    <a:pt x="90" y="291"/>
                  </a:lnTo>
                  <a:lnTo>
                    <a:pt x="90" y="291"/>
                  </a:lnTo>
                  <a:lnTo>
                    <a:pt x="90" y="291"/>
                  </a:lnTo>
                  <a:lnTo>
                    <a:pt x="88" y="293"/>
                  </a:lnTo>
                  <a:lnTo>
                    <a:pt x="88" y="293"/>
                  </a:lnTo>
                  <a:lnTo>
                    <a:pt x="88" y="293"/>
                  </a:lnTo>
                  <a:lnTo>
                    <a:pt x="88" y="293"/>
                  </a:lnTo>
                  <a:lnTo>
                    <a:pt x="87" y="293"/>
                  </a:lnTo>
                  <a:lnTo>
                    <a:pt x="87" y="293"/>
                  </a:lnTo>
                  <a:lnTo>
                    <a:pt x="87" y="293"/>
                  </a:lnTo>
                  <a:lnTo>
                    <a:pt x="87" y="293"/>
                  </a:lnTo>
                  <a:lnTo>
                    <a:pt x="87" y="294"/>
                  </a:lnTo>
                  <a:lnTo>
                    <a:pt x="87" y="294"/>
                  </a:lnTo>
                  <a:lnTo>
                    <a:pt x="87" y="294"/>
                  </a:lnTo>
                  <a:lnTo>
                    <a:pt x="87" y="294"/>
                  </a:lnTo>
                  <a:lnTo>
                    <a:pt x="87" y="294"/>
                  </a:lnTo>
                  <a:lnTo>
                    <a:pt x="87" y="294"/>
                  </a:lnTo>
                  <a:lnTo>
                    <a:pt x="87" y="294"/>
                  </a:lnTo>
                  <a:lnTo>
                    <a:pt x="88" y="294"/>
                  </a:lnTo>
                  <a:lnTo>
                    <a:pt x="88" y="295"/>
                  </a:lnTo>
                  <a:lnTo>
                    <a:pt x="88" y="295"/>
                  </a:lnTo>
                  <a:lnTo>
                    <a:pt x="88" y="295"/>
                  </a:lnTo>
                  <a:lnTo>
                    <a:pt x="89" y="295"/>
                  </a:lnTo>
                  <a:lnTo>
                    <a:pt x="89" y="295"/>
                  </a:lnTo>
                  <a:lnTo>
                    <a:pt x="89" y="295"/>
                  </a:lnTo>
                  <a:lnTo>
                    <a:pt x="89" y="295"/>
                  </a:lnTo>
                  <a:lnTo>
                    <a:pt x="90" y="295"/>
                  </a:lnTo>
                  <a:lnTo>
                    <a:pt x="89" y="297"/>
                  </a:lnTo>
                  <a:lnTo>
                    <a:pt x="89" y="297"/>
                  </a:lnTo>
                  <a:lnTo>
                    <a:pt x="89" y="297"/>
                  </a:lnTo>
                  <a:lnTo>
                    <a:pt x="89" y="297"/>
                  </a:lnTo>
                  <a:lnTo>
                    <a:pt x="88" y="297"/>
                  </a:lnTo>
                  <a:lnTo>
                    <a:pt x="88" y="297"/>
                  </a:lnTo>
                  <a:lnTo>
                    <a:pt x="88" y="297"/>
                  </a:lnTo>
                  <a:lnTo>
                    <a:pt x="88" y="297"/>
                  </a:lnTo>
                  <a:lnTo>
                    <a:pt x="87" y="299"/>
                  </a:lnTo>
                  <a:lnTo>
                    <a:pt x="87" y="299"/>
                  </a:lnTo>
                  <a:lnTo>
                    <a:pt x="87" y="299"/>
                  </a:lnTo>
                  <a:lnTo>
                    <a:pt x="87" y="299"/>
                  </a:lnTo>
                  <a:lnTo>
                    <a:pt x="87" y="299"/>
                  </a:lnTo>
                  <a:lnTo>
                    <a:pt x="87" y="299"/>
                  </a:lnTo>
                  <a:lnTo>
                    <a:pt x="87" y="299"/>
                  </a:lnTo>
                  <a:lnTo>
                    <a:pt x="87" y="299"/>
                  </a:lnTo>
                  <a:lnTo>
                    <a:pt x="85" y="300"/>
                  </a:lnTo>
                  <a:lnTo>
                    <a:pt x="85" y="300"/>
                  </a:lnTo>
                  <a:lnTo>
                    <a:pt x="85" y="300"/>
                  </a:lnTo>
                  <a:lnTo>
                    <a:pt x="85" y="300"/>
                  </a:lnTo>
                  <a:lnTo>
                    <a:pt x="83" y="300"/>
                  </a:lnTo>
                  <a:lnTo>
                    <a:pt x="83" y="300"/>
                  </a:lnTo>
                  <a:lnTo>
                    <a:pt x="83" y="300"/>
                  </a:lnTo>
                  <a:lnTo>
                    <a:pt x="83" y="300"/>
                  </a:lnTo>
                  <a:lnTo>
                    <a:pt x="82" y="300"/>
                  </a:lnTo>
                  <a:lnTo>
                    <a:pt x="82" y="300"/>
                  </a:lnTo>
                  <a:lnTo>
                    <a:pt x="82" y="300"/>
                  </a:lnTo>
                  <a:lnTo>
                    <a:pt x="82" y="300"/>
                  </a:lnTo>
                  <a:lnTo>
                    <a:pt x="82" y="300"/>
                  </a:lnTo>
                  <a:lnTo>
                    <a:pt x="82" y="300"/>
                  </a:lnTo>
                  <a:lnTo>
                    <a:pt x="82" y="300"/>
                  </a:lnTo>
                  <a:lnTo>
                    <a:pt x="82" y="300"/>
                  </a:lnTo>
                  <a:lnTo>
                    <a:pt x="82" y="302"/>
                  </a:lnTo>
                  <a:lnTo>
                    <a:pt x="82" y="302"/>
                  </a:lnTo>
                  <a:lnTo>
                    <a:pt x="82" y="302"/>
                  </a:lnTo>
                  <a:lnTo>
                    <a:pt x="82" y="302"/>
                  </a:lnTo>
                  <a:lnTo>
                    <a:pt x="82" y="304"/>
                  </a:lnTo>
                  <a:lnTo>
                    <a:pt x="82" y="304"/>
                  </a:lnTo>
                  <a:lnTo>
                    <a:pt x="82" y="305"/>
                  </a:lnTo>
                  <a:lnTo>
                    <a:pt x="82" y="305"/>
                  </a:lnTo>
                  <a:lnTo>
                    <a:pt x="82" y="307"/>
                  </a:lnTo>
                  <a:lnTo>
                    <a:pt x="82" y="307"/>
                  </a:lnTo>
                  <a:lnTo>
                    <a:pt x="82" y="309"/>
                  </a:lnTo>
                  <a:lnTo>
                    <a:pt x="82" y="309"/>
                  </a:lnTo>
                  <a:lnTo>
                    <a:pt x="82" y="310"/>
                  </a:lnTo>
                  <a:lnTo>
                    <a:pt x="82" y="310"/>
                  </a:lnTo>
                  <a:lnTo>
                    <a:pt x="82" y="310"/>
                  </a:lnTo>
                  <a:lnTo>
                    <a:pt x="82" y="310"/>
                  </a:lnTo>
                  <a:lnTo>
                    <a:pt x="80" y="310"/>
                  </a:lnTo>
                  <a:lnTo>
                    <a:pt x="80" y="310"/>
                  </a:lnTo>
                  <a:lnTo>
                    <a:pt x="80" y="310"/>
                  </a:lnTo>
                  <a:lnTo>
                    <a:pt x="80" y="310"/>
                  </a:lnTo>
                  <a:lnTo>
                    <a:pt x="80" y="310"/>
                  </a:lnTo>
                  <a:lnTo>
                    <a:pt x="80" y="310"/>
                  </a:lnTo>
                  <a:lnTo>
                    <a:pt x="80" y="310"/>
                  </a:lnTo>
                  <a:lnTo>
                    <a:pt x="80" y="308"/>
                  </a:lnTo>
                  <a:lnTo>
                    <a:pt x="78" y="308"/>
                  </a:lnTo>
                  <a:lnTo>
                    <a:pt x="78" y="308"/>
                  </a:lnTo>
                  <a:lnTo>
                    <a:pt x="78" y="308"/>
                  </a:lnTo>
                  <a:lnTo>
                    <a:pt x="78" y="307"/>
                  </a:lnTo>
                  <a:lnTo>
                    <a:pt x="78" y="307"/>
                  </a:lnTo>
                  <a:lnTo>
                    <a:pt x="78" y="307"/>
                  </a:lnTo>
                  <a:lnTo>
                    <a:pt x="78" y="307"/>
                  </a:lnTo>
                  <a:lnTo>
                    <a:pt x="78" y="305"/>
                  </a:lnTo>
                  <a:lnTo>
                    <a:pt x="76" y="307"/>
                  </a:lnTo>
                  <a:lnTo>
                    <a:pt x="76" y="307"/>
                  </a:lnTo>
                  <a:lnTo>
                    <a:pt x="76" y="307"/>
                  </a:lnTo>
                  <a:lnTo>
                    <a:pt x="76" y="307"/>
                  </a:lnTo>
                  <a:lnTo>
                    <a:pt x="75" y="307"/>
                  </a:lnTo>
                  <a:lnTo>
                    <a:pt x="75" y="307"/>
                  </a:lnTo>
                  <a:lnTo>
                    <a:pt x="75" y="307"/>
                  </a:lnTo>
                  <a:lnTo>
                    <a:pt x="75" y="307"/>
                  </a:lnTo>
                  <a:lnTo>
                    <a:pt x="74" y="309"/>
                  </a:lnTo>
                  <a:lnTo>
                    <a:pt x="74" y="309"/>
                  </a:lnTo>
                  <a:lnTo>
                    <a:pt x="74" y="309"/>
                  </a:lnTo>
                  <a:lnTo>
                    <a:pt x="74" y="309"/>
                  </a:lnTo>
                  <a:lnTo>
                    <a:pt x="74" y="310"/>
                  </a:lnTo>
                  <a:lnTo>
                    <a:pt x="74" y="310"/>
                  </a:lnTo>
                  <a:lnTo>
                    <a:pt x="74" y="310"/>
                  </a:lnTo>
                  <a:lnTo>
                    <a:pt x="74" y="310"/>
                  </a:lnTo>
                  <a:lnTo>
                    <a:pt x="74" y="312"/>
                  </a:lnTo>
                  <a:lnTo>
                    <a:pt x="74" y="312"/>
                  </a:lnTo>
                  <a:lnTo>
                    <a:pt x="74" y="312"/>
                  </a:lnTo>
                  <a:lnTo>
                    <a:pt x="74" y="312"/>
                  </a:lnTo>
                  <a:lnTo>
                    <a:pt x="74" y="313"/>
                  </a:lnTo>
                  <a:lnTo>
                    <a:pt x="74" y="313"/>
                  </a:lnTo>
                  <a:lnTo>
                    <a:pt x="74" y="313"/>
                  </a:lnTo>
                  <a:lnTo>
                    <a:pt x="74" y="313"/>
                  </a:lnTo>
                  <a:lnTo>
                    <a:pt x="74" y="315"/>
                  </a:lnTo>
                  <a:lnTo>
                    <a:pt x="74" y="315"/>
                  </a:lnTo>
                  <a:lnTo>
                    <a:pt x="74" y="315"/>
                  </a:lnTo>
                  <a:lnTo>
                    <a:pt x="74" y="315"/>
                  </a:lnTo>
                  <a:lnTo>
                    <a:pt x="74" y="317"/>
                  </a:lnTo>
                  <a:lnTo>
                    <a:pt x="74" y="317"/>
                  </a:lnTo>
                  <a:lnTo>
                    <a:pt x="74" y="317"/>
                  </a:lnTo>
                  <a:lnTo>
                    <a:pt x="74" y="317"/>
                  </a:lnTo>
                  <a:lnTo>
                    <a:pt x="72" y="319"/>
                  </a:lnTo>
                  <a:lnTo>
                    <a:pt x="72" y="319"/>
                  </a:lnTo>
                  <a:lnTo>
                    <a:pt x="72" y="319"/>
                  </a:lnTo>
                  <a:lnTo>
                    <a:pt x="72" y="319"/>
                  </a:lnTo>
                  <a:lnTo>
                    <a:pt x="70" y="320"/>
                  </a:lnTo>
                  <a:lnTo>
                    <a:pt x="70" y="320"/>
                  </a:lnTo>
                  <a:lnTo>
                    <a:pt x="70" y="320"/>
                  </a:lnTo>
                  <a:lnTo>
                    <a:pt x="70" y="320"/>
                  </a:lnTo>
                  <a:lnTo>
                    <a:pt x="70" y="322"/>
                  </a:lnTo>
                  <a:lnTo>
                    <a:pt x="70" y="322"/>
                  </a:lnTo>
                  <a:lnTo>
                    <a:pt x="70" y="322"/>
                  </a:lnTo>
                  <a:lnTo>
                    <a:pt x="70" y="322"/>
                  </a:lnTo>
                  <a:lnTo>
                    <a:pt x="70" y="322"/>
                  </a:lnTo>
                  <a:lnTo>
                    <a:pt x="70" y="322"/>
                  </a:lnTo>
                  <a:lnTo>
                    <a:pt x="70" y="322"/>
                  </a:lnTo>
                  <a:lnTo>
                    <a:pt x="70" y="322"/>
                  </a:lnTo>
                  <a:lnTo>
                    <a:pt x="70" y="324"/>
                  </a:lnTo>
                  <a:lnTo>
                    <a:pt x="70" y="324"/>
                  </a:lnTo>
                  <a:lnTo>
                    <a:pt x="70" y="324"/>
                  </a:lnTo>
                  <a:lnTo>
                    <a:pt x="70" y="324"/>
                  </a:lnTo>
                  <a:lnTo>
                    <a:pt x="70" y="325"/>
                  </a:lnTo>
                  <a:lnTo>
                    <a:pt x="70" y="325"/>
                  </a:lnTo>
                  <a:lnTo>
                    <a:pt x="70" y="325"/>
                  </a:lnTo>
                  <a:lnTo>
                    <a:pt x="71" y="325"/>
                  </a:lnTo>
                  <a:lnTo>
                    <a:pt x="71" y="327"/>
                  </a:lnTo>
                  <a:lnTo>
                    <a:pt x="71" y="327"/>
                  </a:lnTo>
                  <a:lnTo>
                    <a:pt x="71" y="327"/>
                  </a:lnTo>
                  <a:lnTo>
                    <a:pt x="72" y="327"/>
                  </a:lnTo>
                  <a:lnTo>
                    <a:pt x="72" y="327"/>
                  </a:lnTo>
                  <a:lnTo>
                    <a:pt x="72" y="327"/>
                  </a:lnTo>
                  <a:lnTo>
                    <a:pt x="72" y="327"/>
                  </a:lnTo>
                  <a:lnTo>
                    <a:pt x="74" y="327"/>
                  </a:lnTo>
                  <a:lnTo>
                    <a:pt x="74" y="328"/>
                  </a:lnTo>
                  <a:lnTo>
                    <a:pt x="74" y="328"/>
                  </a:lnTo>
                  <a:lnTo>
                    <a:pt x="74" y="328"/>
                  </a:lnTo>
                  <a:lnTo>
                    <a:pt x="74" y="328"/>
                  </a:lnTo>
                  <a:lnTo>
                    <a:pt x="74" y="328"/>
                  </a:lnTo>
                  <a:lnTo>
                    <a:pt x="74" y="328"/>
                  </a:lnTo>
                  <a:lnTo>
                    <a:pt x="74" y="328"/>
                  </a:lnTo>
                  <a:lnTo>
                    <a:pt x="74" y="328"/>
                  </a:lnTo>
                  <a:lnTo>
                    <a:pt x="74" y="328"/>
                  </a:lnTo>
                  <a:lnTo>
                    <a:pt x="74" y="328"/>
                  </a:lnTo>
                  <a:lnTo>
                    <a:pt x="74" y="328"/>
                  </a:lnTo>
                  <a:lnTo>
                    <a:pt x="74" y="328"/>
                  </a:lnTo>
                  <a:lnTo>
                    <a:pt x="74" y="328"/>
                  </a:lnTo>
                  <a:lnTo>
                    <a:pt x="74" y="328"/>
                  </a:lnTo>
                  <a:lnTo>
                    <a:pt x="74" y="328"/>
                  </a:lnTo>
                  <a:lnTo>
                    <a:pt x="74" y="328"/>
                  </a:lnTo>
                  <a:lnTo>
                    <a:pt x="72" y="329"/>
                  </a:lnTo>
                  <a:lnTo>
                    <a:pt x="72" y="329"/>
                  </a:lnTo>
                  <a:lnTo>
                    <a:pt x="72" y="329"/>
                  </a:lnTo>
                  <a:lnTo>
                    <a:pt x="72" y="329"/>
                  </a:lnTo>
                  <a:lnTo>
                    <a:pt x="70" y="331"/>
                  </a:lnTo>
                  <a:lnTo>
                    <a:pt x="70" y="331"/>
                  </a:lnTo>
                  <a:lnTo>
                    <a:pt x="70" y="331"/>
                  </a:lnTo>
                  <a:lnTo>
                    <a:pt x="70" y="331"/>
                  </a:lnTo>
                  <a:lnTo>
                    <a:pt x="70" y="332"/>
                  </a:lnTo>
                  <a:lnTo>
                    <a:pt x="70" y="332"/>
                  </a:lnTo>
                  <a:lnTo>
                    <a:pt x="70" y="332"/>
                  </a:lnTo>
                  <a:lnTo>
                    <a:pt x="70" y="332"/>
                  </a:lnTo>
                  <a:lnTo>
                    <a:pt x="70" y="332"/>
                  </a:lnTo>
                  <a:lnTo>
                    <a:pt x="70" y="332"/>
                  </a:lnTo>
                  <a:lnTo>
                    <a:pt x="70" y="332"/>
                  </a:lnTo>
                  <a:lnTo>
                    <a:pt x="70" y="332"/>
                  </a:lnTo>
                  <a:lnTo>
                    <a:pt x="68" y="332"/>
                  </a:lnTo>
                  <a:lnTo>
                    <a:pt x="68" y="332"/>
                  </a:lnTo>
                  <a:lnTo>
                    <a:pt x="68" y="332"/>
                  </a:lnTo>
                  <a:lnTo>
                    <a:pt x="68" y="332"/>
                  </a:lnTo>
                  <a:lnTo>
                    <a:pt x="68" y="332"/>
                  </a:lnTo>
                  <a:lnTo>
                    <a:pt x="68" y="332"/>
                  </a:lnTo>
                  <a:lnTo>
                    <a:pt x="68" y="332"/>
                  </a:lnTo>
                  <a:lnTo>
                    <a:pt x="68" y="332"/>
                  </a:lnTo>
                  <a:lnTo>
                    <a:pt x="68" y="332"/>
                  </a:lnTo>
                  <a:lnTo>
                    <a:pt x="68" y="332"/>
                  </a:lnTo>
                  <a:lnTo>
                    <a:pt x="68" y="332"/>
                  </a:lnTo>
                  <a:lnTo>
                    <a:pt x="68" y="332"/>
                  </a:lnTo>
                  <a:lnTo>
                    <a:pt x="68" y="332"/>
                  </a:lnTo>
                  <a:lnTo>
                    <a:pt x="68" y="332"/>
                  </a:lnTo>
                  <a:lnTo>
                    <a:pt x="68" y="332"/>
                  </a:lnTo>
                  <a:lnTo>
                    <a:pt x="68" y="331"/>
                  </a:lnTo>
                  <a:lnTo>
                    <a:pt x="66" y="332"/>
                  </a:lnTo>
                  <a:lnTo>
                    <a:pt x="66" y="332"/>
                  </a:lnTo>
                  <a:lnTo>
                    <a:pt x="66" y="332"/>
                  </a:lnTo>
                  <a:lnTo>
                    <a:pt x="66" y="332"/>
                  </a:lnTo>
                  <a:lnTo>
                    <a:pt x="66" y="333"/>
                  </a:lnTo>
                  <a:lnTo>
                    <a:pt x="66" y="333"/>
                  </a:lnTo>
                  <a:lnTo>
                    <a:pt x="66" y="333"/>
                  </a:lnTo>
                  <a:lnTo>
                    <a:pt x="66" y="333"/>
                  </a:lnTo>
                  <a:lnTo>
                    <a:pt x="64" y="334"/>
                  </a:lnTo>
                  <a:lnTo>
                    <a:pt x="64" y="334"/>
                  </a:lnTo>
                  <a:lnTo>
                    <a:pt x="64" y="334"/>
                  </a:lnTo>
                  <a:lnTo>
                    <a:pt x="64" y="334"/>
                  </a:lnTo>
                  <a:lnTo>
                    <a:pt x="64" y="334"/>
                  </a:lnTo>
                  <a:lnTo>
                    <a:pt x="64" y="334"/>
                  </a:lnTo>
                  <a:lnTo>
                    <a:pt x="64" y="334"/>
                  </a:lnTo>
                  <a:lnTo>
                    <a:pt x="64" y="334"/>
                  </a:lnTo>
                  <a:lnTo>
                    <a:pt x="62" y="334"/>
                  </a:lnTo>
                  <a:lnTo>
                    <a:pt x="62" y="334"/>
                  </a:lnTo>
                  <a:lnTo>
                    <a:pt x="62" y="334"/>
                  </a:lnTo>
                  <a:lnTo>
                    <a:pt x="62" y="334"/>
                  </a:lnTo>
                  <a:lnTo>
                    <a:pt x="60" y="334"/>
                  </a:lnTo>
                  <a:lnTo>
                    <a:pt x="60" y="334"/>
                  </a:lnTo>
                  <a:lnTo>
                    <a:pt x="60" y="334"/>
                  </a:lnTo>
                  <a:lnTo>
                    <a:pt x="60" y="333"/>
                  </a:lnTo>
                  <a:lnTo>
                    <a:pt x="59" y="333"/>
                  </a:lnTo>
                  <a:lnTo>
                    <a:pt x="59" y="333"/>
                  </a:lnTo>
                  <a:lnTo>
                    <a:pt x="59" y="333"/>
                  </a:lnTo>
                  <a:lnTo>
                    <a:pt x="59" y="332"/>
                  </a:lnTo>
                  <a:lnTo>
                    <a:pt x="58" y="332"/>
                  </a:lnTo>
                  <a:lnTo>
                    <a:pt x="58" y="332"/>
                  </a:lnTo>
                  <a:lnTo>
                    <a:pt x="58" y="332"/>
                  </a:lnTo>
                  <a:lnTo>
                    <a:pt x="58" y="332"/>
                  </a:lnTo>
                  <a:lnTo>
                    <a:pt x="58" y="333"/>
                  </a:lnTo>
                  <a:lnTo>
                    <a:pt x="58" y="333"/>
                  </a:lnTo>
                  <a:lnTo>
                    <a:pt x="58" y="334"/>
                  </a:lnTo>
                  <a:lnTo>
                    <a:pt x="58" y="334"/>
                  </a:lnTo>
                  <a:lnTo>
                    <a:pt x="58" y="336"/>
                  </a:lnTo>
                  <a:lnTo>
                    <a:pt x="58" y="336"/>
                  </a:lnTo>
                  <a:lnTo>
                    <a:pt x="58" y="336"/>
                  </a:lnTo>
                  <a:lnTo>
                    <a:pt x="59" y="336"/>
                  </a:lnTo>
                  <a:lnTo>
                    <a:pt x="59" y="338"/>
                  </a:lnTo>
                  <a:lnTo>
                    <a:pt x="59" y="338"/>
                  </a:lnTo>
                  <a:lnTo>
                    <a:pt x="59" y="339"/>
                  </a:lnTo>
                  <a:lnTo>
                    <a:pt x="60" y="339"/>
                  </a:lnTo>
                  <a:lnTo>
                    <a:pt x="60" y="340"/>
                  </a:lnTo>
                  <a:lnTo>
                    <a:pt x="60" y="340"/>
                  </a:lnTo>
                  <a:lnTo>
                    <a:pt x="60" y="340"/>
                  </a:lnTo>
                  <a:lnTo>
                    <a:pt x="61" y="340"/>
                  </a:lnTo>
                  <a:lnTo>
                    <a:pt x="60" y="342"/>
                  </a:lnTo>
                  <a:lnTo>
                    <a:pt x="60" y="342"/>
                  </a:lnTo>
                  <a:lnTo>
                    <a:pt x="60" y="342"/>
                  </a:lnTo>
                  <a:lnTo>
                    <a:pt x="60" y="342"/>
                  </a:lnTo>
                  <a:lnTo>
                    <a:pt x="59" y="342"/>
                  </a:lnTo>
                  <a:lnTo>
                    <a:pt x="59" y="342"/>
                  </a:lnTo>
                  <a:lnTo>
                    <a:pt x="59" y="342"/>
                  </a:lnTo>
                  <a:lnTo>
                    <a:pt x="59" y="342"/>
                  </a:lnTo>
                  <a:lnTo>
                    <a:pt x="58" y="343"/>
                  </a:lnTo>
                  <a:lnTo>
                    <a:pt x="58" y="343"/>
                  </a:lnTo>
                  <a:lnTo>
                    <a:pt x="58" y="343"/>
                  </a:lnTo>
                  <a:lnTo>
                    <a:pt x="58" y="343"/>
                  </a:lnTo>
                  <a:lnTo>
                    <a:pt x="58" y="343"/>
                  </a:lnTo>
                  <a:lnTo>
                    <a:pt x="58" y="343"/>
                  </a:lnTo>
                  <a:lnTo>
                    <a:pt x="58" y="343"/>
                  </a:lnTo>
                  <a:lnTo>
                    <a:pt x="58" y="343"/>
                  </a:lnTo>
                  <a:lnTo>
                    <a:pt x="58" y="344"/>
                  </a:lnTo>
                  <a:lnTo>
                    <a:pt x="58" y="344"/>
                  </a:lnTo>
                  <a:lnTo>
                    <a:pt x="58" y="344"/>
                  </a:lnTo>
                  <a:lnTo>
                    <a:pt x="58" y="344"/>
                  </a:lnTo>
                  <a:lnTo>
                    <a:pt x="58" y="346"/>
                  </a:lnTo>
                  <a:lnTo>
                    <a:pt x="58" y="346"/>
                  </a:lnTo>
                  <a:lnTo>
                    <a:pt x="58" y="346"/>
                  </a:lnTo>
                  <a:lnTo>
                    <a:pt x="58" y="346"/>
                  </a:lnTo>
                  <a:lnTo>
                    <a:pt x="58" y="347"/>
                  </a:lnTo>
                  <a:lnTo>
                    <a:pt x="58" y="347"/>
                  </a:lnTo>
                  <a:lnTo>
                    <a:pt x="58" y="347"/>
                  </a:lnTo>
                  <a:lnTo>
                    <a:pt x="58" y="347"/>
                  </a:lnTo>
                  <a:lnTo>
                    <a:pt x="58" y="347"/>
                  </a:lnTo>
                  <a:lnTo>
                    <a:pt x="58" y="347"/>
                  </a:lnTo>
                  <a:lnTo>
                    <a:pt x="58" y="347"/>
                  </a:lnTo>
                  <a:lnTo>
                    <a:pt x="58" y="347"/>
                  </a:lnTo>
                  <a:lnTo>
                    <a:pt x="56" y="349"/>
                  </a:lnTo>
                  <a:lnTo>
                    <a:pt x="56" y="349"/>
                  </a:lnTo>
                  <a:lnTo>
                    <a:pt x="56" y="349"/>
                  </a:lnTo>
                  <a:lnTo>
                    <a:pt x="56" y="349"/>
                  </a:lnTo>
                  <a:lnTo>
                    <a:pt x="56" y="349"/>
                  </a:lnTo>
                  <a:lnTo>
                    <a:pt x="56" y="349"/>
                  </a:lnTo>
                  <a:lnTo>
                    <a:pt x="56" y="349"/>
                  </a:lnTo>
                  <a:lnTo>
                    <a:pt x="56" y="349"/>
                  </a:lnTo>
                  <a:lnTo>
                    <a:pt x="55" y="349"/>
                  </a:lnTo>
                  <a:lnTo>
                    <a:pt x="55" y="349"/>
                  </a:lnTo>
                  <a:lnTo>
                    <a:pt x="55" y="349"/>
                  </a:lnTo>
                  <a:lnTo>
                    <a:pt x="55" y="349"/>
                  </a:lnTo>
                  <a:lnTo>
                    <a:pt x="55" y="349"/>
                  </a:lnTo>
                  <a:lnTo>
                    <a:pt x="55" y="349"/>
                  </a:lnTo>
                  <a:lnTo>
                    <a:pt x="55" y="349"/>
                  </a:lnTo>
                  <a:lnTo>
                    <a:pt x="55" y="349"/>
                  </a:lnTo>
                  <a:lnTo>
                    <a:pt x="53" y="351"/>
                  </a:lnTo>
                  <a:lnTo>
                    <a:pt x="53" y="351"/>
                  </a:lnTo>
                  <a:lnTo>
                    <a:pt x="53" y="353"/>
                  </a:lnTo>
                  <a:lnTo>
                    <a:pt x="53" y="353"/>
                  </a:lnTo>
                  <a:lnTo>
                    <a:pt x="53" y="355"/>
                  </a:lnTo>
                  <a:lnTo>
                    <a:pt x="53" y="355"/>
                  </a:lnTo>
                  <a:lnTo>
                    <a:pt x="53" y="355"/>
                  </a:lnTo>
                  <a:lnTo>
                    <a:pt x="53" y="355"/>
                  </a:lnTo>
                  <a:lnTo>
                    <a:pt x="53" y="356"/>
                  </a:lnTo>
                  <a:lnTo>
                    <a:pt x="53" y="356"/>
                  </a:lnTo>
                  <a:lnTo>
                    <a:pt x="53" y="357"/>
                  </a:lnTo>
                  <a:lnTo>
                    <a:pt x="53" y="357"/>
                  </a:lnTo>
                  <a:lnTo>
                    <a:pt x="53" y="359"/>
                  </a:lnTo>
                  <a:lnTo>
                    <a:pt x="53" y="359"/>
                  </a:lnTo>
                  <a:lnTo>
                    <a:pt x="53" y="359"/>
                  </a:lnTo>
                  <a:lnTo>
                    <a:pt x="55" y="359"/>
                  </a:lnTo>
                  <a:lnTo>
                    <a:pt x="55" y="361"/>
                  </a:lnTo>
                  <a:lnTo>
                    <a:pt x="55" y="361"/>
                  </a:lnTo>
                  <a:lnTo>
                    <a:pt x="55" y="361"/>
                  </a:lnTo>
                  <a:lnTo>
                    <a:pt x="55" y="361"/>
                  </a:lnTo>
                  <a:lnTo>
                    <a:pt x="55" y="361"/>
                  </a:lnTo>
                  <a:lnTo>
                    <a:pt x="55" y="361"/>
                  </a:lnTo>
                  <a:lnTo>
                    <a:pt x="55" y="361"/>
                  </a:lnTo>
                  <a:lnTo>
                    <a:pt x="55" y="361"/>
                  </a:lnTo>
                  <a:lnTo>
                    <a:pt x="55" y="362"/>
                  </a:lnTo>
                  <a:lnTo>
                    <a:pt x="55" y="362"/>
                  </a:lnTo>
                  <a:lnTo>
                    <a:pt x="55" y="362"/>
                  </a:lnTo>
                  <a:lnTo>
                    <a:pt x="55" y="362"/>
                  </a:lnTo>
                  <a:lnTo>
                    <a:pt x="55" y="362"/>
                  </a:lnTo>
                  <a:lnTo>
                    <a:pt x="55" y="362"/>
                  </a:lnTo>
                  <a:lnTo>
                    <a:pt x="55" y="362"/>
                  </a:lnTo>
                  <a:lnTo>
                    <a:pt x="55" y="362"/>
                  </a:lnTo>
                  <a:lnTo>
                    <a:pt x="55" y="364"/>
                  </a:lnTo>
                  <a:lnTo>
                    <a:pt x="55" y="364"/>
                  </a:lnTo>
                  <a:lnTo>
                    <a:pt x="55" y="364"/>
                  </a:lnTo>
                  <a:lnTo>
                    <a:pt x="55" y="364"/>
                  </a:lnTo>
                  <a:lnTo>
                    <a:pt x="55" y="366"/>
                  </a:lnTo>
                  <a:lnTo>
                    <a:pt x="55" y="366"/>
                  </a:lnTo>
                  <a:lnTo>
                    <a:pt x="55" y="366"/>
                  </a:lnTo>
                  <a:lnTo>
                    <a:pt x="55" y="366"/>
                  </a:lnTo>
                  <a:lnTo>
                    <a:pt x="55" y="368"/>
                  </a:lnTo>
                  <a:lnTo>
                    <a:pt x="55" y="368"/>
                  </a:lnTo>
                  <a:lnTo>
                    <a:pt x="55" y="368"/>
                  </a:lnTo>
                  <a:lnTo>
                    <a:pt x="55" y="368"/>
                  </a:lnTo>
                  <a:lnTo>
                    <a:pt x="55" y="368"/>
                  </a:lnTo>
                  <a:lnTo>
                    <a:pt x="55" y="368"/>
                  </a:lnTo>
                  <a:lnTo>
                    <a:pt x="55" y="368"/>
                  </a:lnTo>
                  <a:lnTo>
                    <a:pt x="55" y="368"/>
                  </a:lnTo>
                  <a:lnTo>
                    <a:pt x="55" y="369"/>
                  </a:lnTo>
                  <a:lnTo>
                    <a:pt x="55" y="369"/>
                  </a:lnTo>
                  <a:lnTo>
                    <a:pt x="55" y="369"/>
                  </a:lnTo>
                  <a:lnTo>
                    <a:pt x="55" y="369"/>
                  </a:lnTo>
                  <a:lnTo>
                    <a:pt x="55" y="369"/>
                  </a:lnTo>
                  <a:lnTo>
                    <a:pt x="55" y="369"/>
                  </a:lnTo>
                  <a:lnTo>
                    <a:pt x="55" y="369"/>
                  </a:lnTo>
                  <a:lnTo>
                    <a:pt x="56" y="369"/>
                  </a:lnTo>
                  <a:lnTo>
                    <a:pt x="56" y="369"/>
                  </a:lnTo>
                  <a:lnTo>
                    <a:pt x="56" y="369"/>
                  </a:lnTo>
                  <a:lnTo>
                    <a:pt x="56" y="369"/>
                  </a:lnTo>
                  <a:lnTo>
                    <a:pt x="56" y="369"/>
                  </a:lnTo>
                  <a:lnTo>
                    <a:pt x="56" y="369"/>
                  </a:lnTo>
                  <a:lnTo>
                    <a:pt x="56" y="369"/>
                  </a:lnTo>
                  <a:lnTo>
                    <a:pt x="56" y="369"/>
                  </a:lnTo>
                  <a:lnTo>
                    <a:pt x="58" y="369"/>
                  </a:lnTo>
                  <a:lnTo>
                    <a:pt x="58" y="371"/>
                  </a:lnTo>
                  <a:lnTo>
                    <a:pt x="58" y="371"/>
                  </a:lnTo>
                  <a:lnTo>
                    <a:pt x="58" y="373"/>
                  </a:lnTo>
                  <a:lnTo>
                    <a:pt x="58" y="373"/>
                  </a:lnTo>
                  <a:lnTo>
                    <a:pt x="58" y="375"/>
                  </a:lnTo>
                  <a:lnTo>
                    <a:pt x="58" y="375"/>
                  </a:lnTo>
                  <a:lnTo>
                    <a:pt x="58" y="375"/>
                  </a:lnTo>
                  <a:lnTo>
                    <a:pt x="59" y="375"/>
                  </a:lnTo>
                  <a:lnTo>
                    <a:pt x="59" y="377"/>
                  </a:lnTo>
                  <a:lnTo>
                    <a:pt x="59" y="377"/>
                  </a:lnTo>
                  <a:lnTo>
                    <a:pt x="59" y="377"/>
                  </a:lnTo>
                  <a:lnTo>
                    <a:pt x="60" y="377"/>
                  </a:lnTo>
                  <a:lnTo>
                    <a:pt x="60" y="379"/>
                  </a:lnTo>
                  <a:lnTo>
                    <a:pt x="60" y="379"/>
                  </a:lnTo>
                  <a:lnTo>
                    <a:pt x="60" y="379"/>
                  </a:lnTo>
                  <a:lnTo>
                    <a:pt x="61" y="379"/>
                  </a:lnTo>
                  <a:lnTo>
                    <a:pt x="61" y="381"/>
                  </a:lnTo>
                  <a:lnTo>
                    <a:pt x="61" y="381"/>
                  </a:lnTo>
                  <a:lnTo>
                    <a:pt x="61" y="383"/>
                  </a:lnTo>
                  <a:lnTo>
                    <a:pt x="61" y="383"/>
                  </a:lnTo>
                  <a:lnTo>
                    <a:pt x="61" y="384"/>
                  </a:lnTo>
                  <a:lnTo>
                    <a:pt x="61" y="384"/>
                  </a:lnTo>
                  <a:lnTo>
                    <a:pt x="61" y="384"/>
                  </a:lnTo>
                  <a:lnTo>
                    <a:pt x="61" y="384"/>
                  </a:lnTo>
                  <a:lnTo>
                    <a:pt x="60" y="386"/>
                  </a:lnTo>
                  <a:lnTo>
                    <a:pt x="60" y="386"/>
                  </a:lnTo>
                  <a:lnTo>
                    <a:pt x="60" y="388"/>
                  </a:lnTo>
                  <a:lnTo>
                    <a:pt x="60" y="388"/>
                  </a:lnTo>
                  <a:lnTo>
                    <a:pt x="60" y="390"/>
                  </a:lnTo>
                  <a:lnTo>
                    <a:pt x="60" y="390"/>
                  </a:lnTo>
                  <a:lnTo>
                    <a:pt x="60" y="390"/>
                  </a:lnTo>
                  <a:lnTo>
                    <a:pt x="60" y="390"/>
                  </a:lnTo>
                  <a:lnTo>
                    <a:pt x="60" y="391"/>
                  </a:lnTo>
                  <a:lnTo>
                    <a:pt x="60" y="391"/>
                  </a:lnTo>
                  <a:lnTo>
                    <a:pt x="60" y="391"/>
                  </a:lnTo>
                  <a:lnTo>
                    <a:pt x="60" y="391"/>
                  </a:lnTo>
                  <a:lnTo>
                    <a:pt x="60" y="391"/>
                  </a:lnTo>
                  <a:lnTo>
                    <a:pt x="60" y="391"/>
                  </a:lnTo>
                  <a:lnTo>
                    <a:pt x="60" y="391"/>
                  </a:lnTo>
                  <a:lnTo>
                    <a:pt x="62" y="391"/>
                  </a:lnTo>
                  <a:lnTo>
                    <a:pt x="62" y="392"/>
                  </a:lnTo>
                  <a:lnTo>
                    <a:pt x="62" y="392"/>
                  </a:lnTo>
                  <a:lnTo>
                    <a:pt x="62" y="392"/>
                  </a:lnTo>
                  <a:lnTo>
                    <a:pt x="62" y="392"/>
                  </a:lnTo>
                  <a:lnTo>
                    <a:pt x="62" y="392"/>
                  </a:lnTo>
                  <a:lnTo>
                    <a:pt x="62" y="392"/>
                  </a:lnTo>
                  <a:lnTo>
                    <a:pt x="62" y="392"/>
                  </a:lnTo>
                  <a:lnTo>
                    <a:pt x="64" y="392"/>
                  </a:lnTo>
                  <a:lnTo>
                    <a:pt x="64" y="394"/>
                  </a:lnTo>
                  <a:lnTo>
                    <a:pt x="64" y="394"/>
                  </a:lnTo>
                  <a:lnTo>
                    <a:pt x="64" y="395"/>
                  </a:lnTo>
                  <a:lnTo>
                    <a:pt x="66" y="395"/>
                  </a:lnTo>
                  <a:lnTo>
                    <a:pt x="66" y="397"/>
                  </a:lnTo>
                  <a:lnTo>
                    <a:pt x="67" y="397"/>
                  </a:lnTo>
                  <a:lnTo>
                    <a:pt x="67" y="399"/>
                  </a:lnTo>
                  <a:lnTo>
                    <a:pt x="68" y="399"/>
                  </a:lnTo>
                  <a:lnTo>
                    <a:pt x="68" y="401"/>
                  </a:lnTo>
                  <a:lnTo>
                    <a:pt x="68" y="401"/>
                  </a:lnTo>
                  <a:lnTo>
                    <a:pt x="68" y="403"/>
                  </a:lnTo>
                  <a:lnTo>
                    <a:pt x="70" y="403"/>
                  </a:lnTo>
                  <a:lnTo>
                    <a:pt x="70" y="405"/>
                  </a:lnTo>
                  <a:lnTo>
                    <a:pt x="72" y="405"/>
                  </a:lnTo>
                  <a:lnTo>
                    <a:pt x="72" y="406"/>
                  </a:lnTo>
                  <a:lnTo>
                    <a:pt x="74" y="406"/>
                  </a:lnTo>
                  <a:lnTo>
                    <a:pt x="72" y="408"/>
                  </a:lnTo>
                  <a:lnTo>
                    <a:pt x="72" y="408"/>
                  </a:lnTo>
                  <a:lnTo>
                    <a:pt x="72" y="408"/>
                  </a:lnTo>
                  <a:lnTo>
                    <a:pt x="72" y="408"/>
                  </a:lnTo>
                  <a:lnTo>
                    <a:pt x="71" y="410"/>
                  </a:lnTo>
                  <a:lnTo>
                    <a:pt x="71" y="410"/>
                  </a:lnTo>
                  <a:lnTo>
                    <a:pt x="71" y="410"/>
                  </a:lnTo>
                  <a:lnTo>
                    <a:pt x="71" y="410"/>
                  </a:lnTo>
                  <a:lnTo>
                    <a:pt x="70" y="412"/>
                  </a:lnTo>
                  <a:lnTo>
                    <a:pt x="70" y="412"/>
                  </a:lnTo>
                  <a:lnTo>
                    <a:pt x="70" y="412"/>
                  </a:lnTo>
                  <a:lnTo>
                    <a:pt x="70" y="412"/>
                  </a:lnTo>
                  <a:lnTo>
                    <a:pt x="70" y="413"/>
                  </a:lnTo>
                  <a:lnTo>
                    <a:pt x="70" y="413"/>
                  </a:lnTo>
                  <a:lnTo>
                    <a:pt x="70" y="413"/>
                  </a:lnTo>
                  <a:lnTo>
                    <a:pt x="70" y="413"/>
                  </a:lnTo>
                  <a:lnTo>
                    <a:pt x="70" y="415"/>
                  </a:lnTo>
                  <a:lnTo>
                    <a:pt x="70" y="415"/>
                  </a:lnTo>
                  <a:lnTo>
                    <a:pt x="70" y="415"/>
                  </a:lnTo>
                  <a:lnTo>
                    <a:pt x="70" y="415"/>
                  </a:lnTo>
                  <a:lnTo>
                    <a:pt x="70" y="415"/>
                  </a:lnTo>
                  <a:lnTo>
                    <a:pt x="70" y="415"/>
                  </a:lnTo>
                  <a:lnTo>
                    <a:pt x="70" y="415"/>
                  </a:lnTo>
                  <a:lnTo>
                    <a:pt x="71" y="415"/>
                  </a:lnTo>
                  <a:lnTo>
                    <a:pt x="71" y="417"/>
                  </a:lnTo>
                  <a:lnTo>
                    <a:pt x="71" y="417"/>
                  </a:lnTo>
                  <a:lnTo>
                    <a:pt x="71" y="417"/>
                  </a:lnTo>
                  <a:lnTo>
                    <a:pt x="72" y="417"/>
                  </a:lnTo>
                  <a:lnTo>
                    <a:pt x="72" y="418"/>
                  </a:lnTo>
                  <a:lnTo>
                    <a:pt x="72" y="418"/>
                  </a:lnTo>
                  <a:lnTo>
                    <a:pt x="72" y="418"/>
                  </a:lnTo>
                  <a:lnTo>
                    <a:pt x="74" y="418"/>
                  </a:lnTo>
                  <a:lnTo>
                    <a:pt x="74" y="420"/>
                  </a:lnTo>
                  <a:lnTo>
                    <a:pt x="74" y="420"/>
                  </a:lnTo>
                  <a:lnTo>
                    <a:pt x="74" y="420"/>
                  </a:lnTo>
                  <a:lnTo>
                    <a:pt x="74" y="420"/>
                  </a:lnTo>
                  <a:lnTo>
                    <a:pt x="74" y="421"/>
                  </a:lnTo>
                  <a:lnTo>
                    <a:pt x="74" y="421"/>
                  </a:lnTo>
                  <a:lnTo>
                    <a:pt x="74" y="421"/>
                  </a:lnTo>
                  <a:lnTo>
                    <a:pt x="74" y="421"/>
                  </a:lnTo>
                  <a:lnTo>
                    <a:pt x="74" y="422"/>
                  </a:lnTo>
                  <a:lnTo>
                    <a:pt x="74" y="422"/>
                  </a:lnTo>
                  <a:lnTo>
                    <a:pt x="74" y="422"/>
                  </a:lnTo>
                  <a:lnTo>
                    <a:pt x="74" y="422"/>
                  </a:lnTo>
                  <a:lnTo>
                    <a:pt x="74" y="422"/>
                  </a:lnTo>
                  <a:lnTo>
                    <a:pt x="74" y="422"/>
                  </a:lnTo>
                  <a:lnTo>
                    <a:pt x="74" y="422"/>
                  </a:lnTo>
                  <a:lnTo>
                    <a:pt x="74" y="422"/>
                  </a:lnTo>
                  <a:lnTo>
                    <a:pt x="72" y="423"/>
                  </a:lnTo>
                  <a:lnTo>
                    <a:pt x="72" y="423"/>
                  </a:lnTo>
                  <a:lnTo>
                    <a:pt x="72" y="423"/>
                  </a:lnTo>
                  <a:lnTo>
                    <a:pt x="72" y="423"/>
                  </a:lnTo>
                  <a:lnTo>
                    <a:pt x="71" y="423"/>
                  </a:lnTo>
                  <a:lnTo>
                    <a:pt x="71" y="423"/>
                  </a:lnTo>
                  <a:lnTo>
                    <a:pt x="71" y="423"/>
                  </a:lnTo>
                  <a:lnTo>
                    <a:pt x="71" y="423"/>
                  </a:lnTo>
                  <a:lnTo>
                    <a:pt x="70" y="424"/>
                  </a:lnTo>
                  <a:lnTo>
                    <a:pt x="70" y="424"/>
                  </a:lnTo>
                  <a:lnTo>
                    <a:pt x="70" y="424"/>
                  </a:lnTo>
                  <a:lnTo>
                    <a:pt x="70" y="424"/>
                  </a:lnTo>
                  <a:lnTo>
                    <a:pt x="70" y="424"/>
                  </a:lnTo>
                  <a:lnTo>
                    <a:pt x="70" y="424"/>
                  </a:lnTo>
                  <a:lnTo>
                    <a:pt x="70" y="424"/>
                  </a:lnTo>
                  <a:lnTo>
                    <a:pt x="70" y="424"/>
                  </a:lnTo>
                  <a:lnTo>
                    <a:pt x="70" y="425"/>
                  </a:lnTo>
                  <a:lnTo>
                    <a:pt x="70" y="425"/>
                  </a:lnTo>
                  <a:lnTo>
                    <a:pt x="70" y="425"/>
                  </a:lnTo>
                  <a:lnTo>
                    <a:pt x="70" y="425"/>
                  </a:lnTo>
                  <a:lnTo>
                    <a:pt x="70" y="425"/>
                  </a:lnTo>
                  <a:lnTo>
                    <a:pt x="70" y="425"/>
                  </a:lnTo>
                  <a:lnTo>
                    <a:pt x="70" y="425"/>
                  </a:lnTo>
                  <a:lnTo>
                    <a:pt x="70" y="425"/>
                  </a:lnTo>
                  <a:lnTo>
                    <a:pt x="70" y="427"/>
                  </a:lnTo>
                  <a:lnTo>
                    <a:pt x="70" y="427"/>
                  </a:lnTo>
                  <a:lnTo>
                    <a:pt x="70" y="427"/>
                  </a:lnTo>
                  <a:lnTo>
                    <a:pt x="70" y="427"/>
                  </a:lnTo>
                  <a:lnTo>
                    <a:pt x="70" y="427"/>
                  </a:lnTo>
                  <a:lnTo>
                    <a:pt x="70" y="427"/>
                  </a:lnTo>
                  <a:lnTo>
                    <a:pt x="70" y="427"/>
                  </a:lnTo>
                  <a:lnTo>
                    <a:pt x="70" y="427"/>
                  </a:lnTo>
                  <a:lnTo>
                    <a:pt x="70" y="428"/>
                  </a:lnTo>
                  <a:lnTo>
                    <a:pt x="70" y="428"/>
                  </a:lnTo>
                  <a:lnTo>
                    <a:pt x="70" y="428"/>
                  </a:lnTo>
                  <a:lnTo>
                    <a:pt x="70" y="428"/>
                  </a:lnTo>
                  <a:lnTo>
                    <a:pt x="70" y="429"/>
                  </a:lnTo>
                  <a:lnTo>
                    <a:pt x="70" y="429"/>
                  </a:lnTo>
                  <a:lnTo>
                    <a:pt x="70" y="429"/>
                  </a:lnTo>
                  <a:lnTo>
                    <a:pt x="70" y="429"/>
                  </a:lnTo>
                  <a:lnTo>
                    <a:pt x="70" y="430"/>
                  </a:lnTo>
                  <a:lnTo>
                    <a:pt x="70" y="430"/>
                  </a:lnTo>
                  <a:lnTo>
                    <a:pt x="70" y="430"/>
                  </a:lnTo>
                  <a:lnTo>
                    <a:pt x="70" y="430"/>
                  </a:lnTo>
                  <a:lnTo>
                    <a:pt x="70" y="430"/>
                  </a:lnTo>
                  <a:lnTo>
                    <a:pt x="70" y="430"/>
                  </a:lnTo>
                  <a:lnTo>
                    <a:pt x="70" y="430"/>
                  </a:lnTo>
                  <a:lnTo>
                    <a:pt x="72" y="430"/>
                  </a:lnTo>
                  <a:lnTo>
                    <a:pt x="70" y="430"/>
                  </a:lnTo>
                  <a:lnTo>
                    <a:pt x="70" y="430"/>
                  </a:lnTo>
                  <a:lnTo>
                    <a:pt x="70" y="430"/>
                  </a:lnTo>
                  <a:lnTo>
                    <a:pt x="70" y="430"/>
                  </a:lnTo>
                  <a:lnTo>
                    <a:pt x="70" y="430"/>
                  </a:lnTo>
                  <a:lnTo>
                    <a:pt x="70" y="430"/>
                  </a:lnTo>
                  <a:lnTo>
                    <a:pt x="70" y="430"/>
                  </a:lnTo>
                  <a:lnTo>
                    <a:pt x="70" y="430"/>
                  </a:lnTo>
                  <a:lnTo>
                    <a:pt x="70" y="430"/>
                  </a:lnTo>
                  <a:lnTo>
                    <a:pt x="70" y="430"/>
                  </a:lnTo>
                  <a:lnTo>
                    <a:pt x="70" y="430"/>
                  </a:lnTo>
                  <a:lnTo>
                    <a:pt x="70" y="430"/>
                  </a:lnTo>
                  <a:lnTo>
                    <a:pt x="70" y="430"/>
                  </a:lnTo>
                  <a:lnTo>
                    <a:pt x="70" y="430"/>
                  </a:lnTo>
                  <a:lnTo>
                    <a:pt x="70" y="430"/>
                  </a:lnTo>
                  <a:lnTo>
                    <a:pt x="70" y="430"/>
                  </a:lnTo>
                  <a:lnTo>
                    <a:pt x="68" y="432"/>
                  </a:lnTo>
                  <a:lnTo>
                    <a:pt x="68" y="432"/>
                  </a:lnTo>
                  <a:lnTo>
                    <a:pt x="68" y="432"/>
                  </a:lnTo>
                  <a:lnTo>
                    <a:pt x="68" y="432"/>
                  </a:lnTo>
                  <a:lnTo>
                    <a:pt x="68" y="433"/>
                  </a:lnTo>
                  <a:lnTo>
                    <a:pt x="68" y="433"/>
                  </a:lnTo>
                  <a:lnTo>
                    <a:pt x="68" y="433"/>
                  </a:lnTo>
                  <a:lnTo>
                    <a:pt x="70" y="433"/>
                  </a:lnTo>
                  <a:lnTo>
                    <a:pt x="70" y="435"/>
                  </a:lnTo>
                  <a:lnTo>
                    <a:pt x="70" y="435"/>
                  </a:lnTo>
                  <a:lnTo>
                    <a:pt x="70" y="435"/>
                  </a:lnTo>
                  <a:lnTo>
                    <a:pt x="72" y="435"/>
                  </a:lnTo>
                  <a:lnTo>
                    <a:pt x="72" y="436"/>
                  </a:lnTo>
                  <a:lnTo>
                    <a:pt x="72" y="436"/>
                  </a:lnTo>
                  <a:lnTo>
                    <a:pt x="72" y="436"/>
                  </a:lnTo>
                  <a:lnTo>
                    <a:pt x="74" y="436"/>
                  </a:lnTo>
                  <a:lnTo>
                    <a:pt x="74" y="437"/>
                  </a:lnTo>
                  <a:lnTo>
                    <a:pt x="74" y="437"/>
                  </a:lnTo>
                  <a:lnTo>
                    <a:pt x="74" y="437"/>
                  </a:lnTo>
                  <a:lnTo>
                    <a:pt x="74" y="437"/>
                  </a:lnTo>
                  <a:lnTo>
                    <a:pt x="74" y="437"/>
                  </a:lnTo>
                  <a:lnTo>
                    <a:pt x="74" y="437"/>
                  </a:lnTo>
                  <a:lnTo>
                    <a:pt x="74" y="437"/>
                  </a:lnTo>
                  <a:lnTo>
                    <a:pt x="74" y="437"/>
                  </a:lnTo>
                  <a:lnTo>
                    <a:pt x="74" y="438"/>
                  </a:lnTo>
                  <a:lnTo>
                    <a:pt x="74" y="438"/>
                  </a:lnTo>
                  <a:lnTo>
                    <a:pt x="74" y="438"/>
                  </a:lnTo>
                  <a:lnTo>
                    <a:pt x="74" y="438"/>
                  </a:lnTo>
                  <a:lnTo>
                    <a:pt x="74" y="438"/>
                  </a:lnTo>
                  <a:lnTo>
                    <a:pt x="74" y="438"/>
                  </a:lnTo>
                  <a:lnTo>
                    <a:pt x="74" y="438"/>
                  </a:lnTo>
                  <a:lnTo>
                    <a:pt x="74" y="438"/>
                  </a:lnTo>
                  <a:lnTo>
                    <a:pt x="72" y="439"/>
                  </a:lnTo>
                  <a:lnTo>
                    <a:pt x="72" y="439"/>
                  </a:lnTo>
                  <a:lnTo>
                    <a:pt x="72" y="439"/>
                  </a:lnTo>
                  <a:lnTo>
                    <a:pt x="72" y="439"/>
                  </a:lnTo>
                  <a:lnTo>
                    <a:pt x="70" y="439"/>
                  </a:lnTo>
                  <a:lnTo>
                    <a:pt x="70" y="439"/>
                  </a:lnTo>
                  <a:lnTo>
                    <a:pt x="70" y="439"/>
                  </a:lnTo>
                  <a:lnTo>
                    <a:pt x="70" y="439"/>
                  </a:lnTo>
                  <a:lnTo>
                    <a:pt x="68" y="439"/>
                  </a:lnTo>
                  <a:lnTo>
                    <a:pt x="68" y="439"/>
                  </a:lnTo>
                  <a:lnTo>
                    <a:pt x="68" y="439"/>
                  </a:lnTo>
                  <a:lnTo>
                    <a:pt x="68" y="439"/>
                  </a:lnTo>
                  <a:lnTo>
                    <a:pt x="68" y="439"/>
                  </a:lnTo>
                  <a:lnTo>
                    <a:pt x="68" y="439"/>
                  </a:lnTo>
                  <a:lnTo>
                    <a:pt x="68" y="439"/>
                  </a:lnTo>
                  <a:lnTo>
                    <a:pt x="68" y="438"/>
                  </a:lnTo>
                  <a:lnTo>
                    <a:pt x="68" y="440"/>
                  </a:lnTo>
                  <a:lnTo>
                    <a:pt x="68" y="440"/>
                  </a:lnTo>
                  <a:lnTo>
                    <a:pt x="68" y="440"/>
                  </a:lnTo>
                  <a:lnTo>
                    <a:pt x="68" y="440"/>
                  </a:lnTo>
                  <a:lnTo>
                    <a:pt x="68" y="440"/>
                  </a:lnTo>
                  <a:lnTo>
                    <a:pt x="68" y="440"/>
                  </a:lnTo>
                  <a:lnTo>
                    <a:pt x="68" y="440"/>
                  </a:lnTo>
                  <a:lnTo>
                    <a:pt x="70" y="440"/>
                  </a:lnTo>
                  <a:lnTo>
                    <a:pt x="70" y="442"/>
                  </a:lnTo>
                  <a:lnTo>
                    <a:pt x="70" y="442"/>
                  </a:lnTo>
                  <a:lnTo>
                    <a:pt x="70" y="442"/>
                  </a:lnTo>
                  <a:lnTo>
                    <a:pt x="72" y="442"/>
                  </a:lnTo>
                  <a:lnTo>
                    <a:pt x="72" y="442"/>
                  </a:lnTo>
                  <a:lnTo>
                    <a:pt x="72" y="442"/>
                  </a:lnTo>
                  <a:lnTo>
                    <a:pt x="72" y="442"/>
                  </a:lnTo>
                  <a:lnTo>
                    <a:pt x="74" y="442"/>
                  </a:lnTo>
                  <a:lnTo>
                    <a:pt x="72" y="443"/>
                  </a:lnTo>
                  <a:lnTo>
                    <a:pt x="72" y="443"/>
                  </a:lnTo>
                  <a:lnTo>
                    <a:pt x="72" y="443"/>
                  </a:lnTo>
                  <a:lnTo>
                    <a:pt x="72" y="443"/>
                  </a:lnTo>
                  <a:lnTo>
                    <a:pt x="71" y="443"/>
                  </a:lnTo>
                  <a:lnTo>
                    <a:pt x="71" y="443"/>
                  </a:lnTo>
                  <a:lnTo>
                    <a:pt x="71" y="443"/>
                  </a:lnTo>
                  <a:lnTo>
                    <a:pt x="71" y="443"/>
                  </a:lnTo>
                  <a:lnTo>
                    <a:pt x="70" y="444"/>
                  </a:lnTo>
                  <a:lnTo>
                    <a:pt x="70" y="444"/>
                  </a:lnTo>
                  <a:lnTo>
                    <a:pt x="70" y="444"/>
                  </a:lnTo>
                  <a:lnTo>
                    <a:pt x="70" y="444"/>
                  </a:lnTo>
                  <a:lnTo>
                    <a:pt x="70" y="444"/>
                  </a:lnTo>
                  <a:lnTo>
                    <a:pt x="70" y="444"/>
                  </a:lnTo>
                  <a:lnTo>
                    <a:pt x="70" y="444"/>
                  </a:lnTo>
                  <a:lnTo>
                    <a:pt x="70" y="444"/>
                  </a:lnTo>
                  <a:lnTo>
                    <a:pt x="70" y="446"/>
                  </a:lnTo>
                  <a:lnTo>
                    <a:pt x="70" y="446"/>
                  </a:lnTo>
                  <a:lnTo>
                    <a:pt x="70" y="448"/>
                  </a:lnTo>
                  <a:lnTo>
                    <a:pt x="70" y="448"/>
                  </a:lnTo>
                  <a:lnTo>
                    <a:pt x="70" y="450"/>
                  </a:lnTo>
                  <a:lnTo>
                    <a:pt x="70" y="450"/>
                  </a:lnTo>
                  <a:lnTo>
                    <a:pt x="70" y="450"/>
                  </a:lnTo>
                  <a:lnTo>
                    <a:pt x="72" y="450"/>
                  </a:lnTo>
                  <a:lnTo>
                    <a:pt x="72" y="452"/>
                  </a:lnTo>
                  <a:lnTo>
                    <a:pt x="72" y="452"/>
                  </a:lnTo>
                  <a:lnTo>
                    <a:pt x="72" y="452"/>
                  </a:lnTo>
                  <a:lnTo>
                    <a:pt x="74" y="452"/>
                  </a:lnTo>
                  <a:lnTo>
                    <a:pt x="74" y="453"/>
                  </a:lnTo>
                  <a:lnTo>
                    <a:pt x="74" y="453"/>
                  </a:lnTo>
                  <a:lnTo>
                    <a:pt x="74" y="453"/>
                  </a:lnTo>
                  <a:lnTo>
                    <a:pt x="75" y="453"/>
                  </a:lnTo>
                  <a:lnTo>
                    <a:pt x="75" y="454"/>
                  </a:lnTo>
                  <a:lnTo>
                    <a:pt x="75" y="454"/>
                  </a:lnTo>
                  <a:lnTo>
                    <a:pt x="75" y="454"/>
                  </a:lnTo>
                  <a:lnTo>
                    <a:pt x="75" y="454"/>
                  </a:lnTo>
                  <a:lnTo>
                    <a:pt x="75" y="454"/>
                  </a:lnTo>
                  <a:lnTo>
                    <a:pt x="75" y="454"/>
                  </a:lnTo>
                  <a:lnTo>
                    <a:pt x="75" y="454"/>
                  </a:lnTo>
                  <a:lnTo>
                    <a:pt x="77" y="454"/>
                  </a:lnTo>
                  <a:lnTo>
                    <a:pt x="77" y="454"/>
                  </a:lnTo>
                  <a:lnTo>
                    <a:pt x="77" y="454"/>
                  </a:lnTo>
                  <a:lnTo>
                    <a:pt x="77" y="454"/>
                  </a:lnTo>
                  <a:lnTo>
                    <a:pt x="77" y="454"/>
                  </a:lnTo>
                  <a:lnTo>
                    <a:pt x="77" y="454"/>
                  </a:lnTo>
                  <a:lnTo>
                    <a:pt x="77" y="454"/>
                  </a:lnTo>
                  <a:lnTo>
                    <a:pt x="77" y="454"/>
                  </a:lnTo>
                  <a:lnTo>
                    <a:pt x="79" y="454"/>
                  </a:lnTo>
                  <a:lnTo>
                    <a:pt x="79" y="454"/>
                  </a:lnTo>
                  <a:lnTo>
                    <a:pt x="79" y="454"/>
                  </a:lnTo>
                  <a:lnTo>
                    <a:pt x="79" y="454"/>
                  </a:lnTo>
                  <a:lnTo>
                    <a:pt x="79" y="454"/>
                  </a:lnTo>
                  <a:lnTo>
                    <a:pt x="79" y="454"/>
                  </a:lnTo>
                  <a:lnTo>
                    <a:pt x="79" y="454"/>
                  </a:lnTo>
                  <a:lnTo>
                    <a:pt x="79" y="454"/>
                  </a:lnTo>
                  <a:lnTo>
                    <a:pt x="79" y="454"/>
                  </a:lnTo>
                  <a:lnTo>
                    <a:pt x="79" y="454"/>
                  </a:lnTo>
                  <a:lnTo>
                    <a:pt x="79" y="454"/>
                  </a:lnTo>
                  <a:lnTo>
                    <a:pt x="79" y="454"/>
                  </a:lnTo>
                  <a:lnTo>
                    <a:pt x="79" y="454"/>
                  </a:lnTo>
                  <a:lnTo>
                    <a:pt x="79" y="454"/>
                  </a:lnTo>
                  <a:lnTo>
                    <a:pt x="79" y="454"/>
                  </a:lnTo>
                  <a:lnTo>
                    <a:pt x="79" y="454"/>
                  </a:lnTo>
                  <a:lnTo>
                    <a:pt x="80" y="454"/>
                  </a:lnTo>
                  <a:lnTo>
                    <a:pt x="79" y="454"/>
                  </a:lnTo>
                  <a:lnTo>
                    <a:pt x="79" y="454"/>
                  </a:lnTo>
                  <a:lnTo>
                    <a:pt x="79" y="454"/>
                  </a:lnTo>
                  <a:lnTo>
                    <a:pt x="79" y="454"/>
                  </a:lnTo>
                  <a:lnTo>
                    <a:pt x="79" y="454"/>
                  </a:lnTo>
                  <a:lnTo>
                    <a:pt x="79" y="454"/>
                  </a:lnTo>
                  <a:lnTo>
                    <a:pt x="79" y="454"/>
                  </a:lnTo>
                  <a:lnTo>
                    <a:pt x="79" y="452"/>
                  </a:lnTo>
                  <a:lnTo>
                    <a:pt x="79" y="452"/>
                  </a:lnTo>
                  <a:lnTo>
                    <a:pt x="79" y="452"/>
                  </a:lnTo>
                  <a:lnTo>
                    <a:pt x="79" y="452"/>
                  </a:lnTo>
                  <a:lnTo>
                    <a:pt x="79" y="452"/>
                  </a:lnTo>
                  <a:lnTo>
                    <a:pt x="79" y="452"/>
                  </a:lnTo>
                  <a:lnTo>
                    <a:pt x="79" y="452"/>
                  </a:lnTo>
                  <a:lnTo>
                    <a:pt x="79" y="452"/>
                  </a:lnTo>
                  <a:lnTo>
                    <a:pt x="79" y="450"/>
                  </a:lnTo>
                  <a:lnTo>
                    <a:pt x="79" y="450"/>
                  </a:lnTo>
                  <a:lnTo>
                    <a:pt x="79" y="450"/>
                  </a:lnTo>
                  <a:lnTo>
                    <a:pt x="79" y="450"/>
                  </a:lnTo>
                  <a:lnTo>
                    <a:pt x="79" y="450"/>
                  </a:lnTo>
                  <a:lnTo>
                    <a:pt x="79" y="450"/>
                  </a:lnTo>
                  <a:lnTo>
                    <a:pt x="79" y="450"/>
                  </a:lnTo>
                  <a:lnTo>
                    <a:pt x="79" y="450"/>
                  </a:lnTo>
                  <a:lnTo>
                    <a:pt x="80" y="450"/>
                  </a:lnTo>
                  <a:lnTo>
                    <a:pt x="80" y="450"/>
                  </a:lnTo>
                  <a:lnTo>
                    <a:pt x="80" y="450"/>
                  </a:lnTo>
                  <a:lnTo>
                    <a:pt x="80" y="450"/>
                  </a:lnTo>
                  <a:lnTo>
                    <a:pt x="81" y="450"/>
                  </a:lnTo>
                  <a:lnTo>
                    <a:pt x="81" y="450"/>
                  </a:lnTo>
                  <a:lnTo>
                    <a:pt x="81" y="450"/>
                  </a:lnTo>
                  <a:lnTo>
                    <a:pt x="81" y="450"/>
                  </a:lnTo>
                  <a:lnTo>
                    <a:pt x="83" y="449"/>
                  </a:lnTo>
                  <a:lnTo>
                    <a:pt x="83" y="451"/>
                  </a:lnTo>
                  <a:lnTo>
                    <a:pt x="83" y="451"/>
                  </a:lnTo>
                  <a:lnTo>
                    <a:pt x="83" y="451"/>
                  </a:lnTo>
                  <a:lnTo>
                    <a:pt x="83" y="451"/>
                  </a:lnTo>
                  <a:lnTo>
                    <a:pt x="83" y="452"/>
                  </a:lnTo>
                  <a:lnTo>
                    <a:pt x="83" y="452"/>
                  </a:lnTo>
                  <a:lnTo>
                    <a:pt x="83" y="452"/>
                  </a:lnTo>
                  <a:lnTo>
                    <a:pt x="84" y="452"/>
                  </a:lnTo>
                  <a:lnTo>
                    <a:pt x="84" y="453"/>
                  </a:lnTo>
                  <a:lnTo>
                    <a:pt x="84" y="453"/>
                  </a:lnTo>
                  <a:lnTo>
                    <a:pt x="84" y="453"/>
                  </a:lnTo>
                  <a:lnTo>
                    <a:pt x="84" y="453"/>
                  </a:lnTo>
                  <a:lnTo>
                    <a:pt x="84" y="453"/>
                  </a:lnTo>
                  <a:lnTo>
                    <a:pt x="84" y="453"/>
                  </a:lnTo>
                  <a:lnTo>
                    <a:pt x="84" y="453"/>
                  </a:lnTo>
                  <a:lnTo>
                    <a:pt x="85" y="453"/>
                  </a:lnTo>
                  <a:lnTo>
                    <a:pt x="85" y="454"/>
                  </a:lnTo>
                  <a:lnTo>
                    <a:pt x="85" y="454"/>
                  </a:lnTo>
                  <a:lnTo>
                    <a:pt x="85" y="454"/>
                  </a:lnTo>
                  <a:lnTo>
                    <a:pt x="85" y="454"/>
                  </a:lnTo>
                  <a:lnTo>
                    <a:pt x="85" y="454"/>
                  </a:lnTo>
                  <a:lnTo>
                    <a:pt x="85" y="454"/>
                  </a:lnTo>
                  <a:lnTo>
                    <a:pt x="85" y="454"/>
                  </a:lnTo>
                  <a:lnTo>
                    <a:pt x="85" y="454"/>
                  </a:lnTo>
                  <a:lnTo>
                    <a:pt x="85" y="454"/>
                  </a:lnTo>
                  <a:lnTo>
                    <a:pt x="85" y="454"/>
                  </a:lnTo>
                  <a:lnTo>
                    <a:pt x="85" y="454"/>
                  </a:lnTo>
                  <a:lnTo>
                    <a:pt x="85" y="454"/>
                  </a:lnTo>
                  <a:lnTo>
                    <a:pt x="85" y="454"/>
                  </a:lnTo>
                  <a:lnTo>
                    <a:pt x="85" y="454"/>
                  </a:lnTo>
                  <a:lnTo>
                    <a:pt x="85" y="454"/>
                  </a:lnTo>
                  <a:lnTo>
                    <a:pt x="87" y="453"/>
                  </a:lnTo>
                  <a:lnTo>
                    <a:pt x="87" y="454"/>
                  </a:lnTo>
                  <a:lnTo>
                    <a:pt x="87" y="454"/>
                  </a:lnTo>
                  <a:lnTo>
                    <a:pt x="87" y="454"/>
                  </a:lnTo>
                  <a:lnTo>
                    <a:pt x="87" y="454"/>
                  </a:lnTo>
                  <a:lnTo>
                    <a:pt x="87" y="454"/>
                  </a:lnTo>
                  <a:lnTo>
                    <a:pt x="87" y="454"/>
                  </a:lnTo>
                  <a:lnTo>
                    <a:pt x="87" y="454"/>
                  </a:lnTo>
                  <a:lnTo>
                    <a:pt x="88" y="454"/>
                  </a:lnTo>
                  <a:lnTo>
                    <a:pt x="88" y="456"/>
                  </a:lnTo>
                  <a:lnTo>
                    <a:pt x="88" y="456"/>
                  </a:lnTo>
                  <a:lnTo>
                    <a:pt x="88" y="456"/>
                  </a:lnTo>
                  <a:lnTo>
                    <a:pt x="89" y="456"/>
                  </a:lnTo>
                  <a:lnTo>
                    <a:pt x="89" y="456"/>
                  </a:lnTo>
                  <a:lnTo>
                    <a:pt x="89" y="456"/>
                  </a:lnTo>
                  <a:lnTo>
                    <a:pt x="89" y="456"/>
                  </a:lnTo>
                  <a:lnTo>
                    <a:pt x="91" y="456"/>
                  </a:lnTo>
                  <a:lnTo>
                    <a:pt x="91" y="456"/>
                  </a:lnTo>
                  <a:lnTo>
                    <a:pt x="91" y="456"/>
                  </a:lnTo>
                  <a:lnTo>
                    <a:pt x="91" y="456"/>
                  </a:lnTo>
                  <a:lnTo>
                    <a:pt x="92" y="456"/>
                  </a:lnTo>
                  <a:lnTo>
                    <a:pt x="92" y="456"/>
                  </a:lnTo>
                  <a:lnTo>
                    <a:pt x="92" y="456"/>
                  </a:lnTo>
                  <a:lnTo>
                    <a:pt x="92" y="456"/>
                  </a:lnTo>
                  <a:lnTo>
                    <a:pt x="94" y="455"/>
                  </a:lnTo>
                  <a:lnTo>
                    <a:pt x="94" y="455"/>
                  </a:lnTo>
                  <a:lnTo>
                    <a:pt x="94" y="455"/>
                  </a:lnTo>
                  <a:lnTo>
                    <a:pt x="94" y="455"/>
                  </a:lnTo>
                  <a:lnTo>
                    <a:pt x="95" y="455"/>
                  </a:lnTo>
                  <a:lnTo>
                    <a:pt x="95" y="455"/>
                  </a:lnTo>
                  <a:lnTo>
                    <a:pt x="95" y="455"/>
                  </a:lnTo>
                  <a:lnTo>
                    <a:pt x="95" y="455"/>
                  </a:lnTo>
                  <a:lnTo>
                    <a:pt x="97" y="454"/>
                  </a:lnTo>
                  <a:lnTo>
                    <a:pt x="97" y="455"/>
                  </a:lnTo>
                  <a:lnTo>
                    <a:pt x="97" y="455"/>
                  </a:lnTo>
                  <a:lnTo>
                    <a:pt x="97" y="455"/>
                  </a:lnTo>
                  <a:lnTo>
                    <a:pt x="97" y="455"/>
                  </a:lnTo>
                  <a:lnTo>
                    <a:pt x="97" y="456"/>
                  </a:lnTo>
                  <a:lnTo>
                    <a:pt x="97" y="456"/>
                  </a:lnTo>
                  <a:lnTo>
                    <a:pt x="97" y="456"/>
                  </a:lnTo>
                  <a:lnTo>
                    <a:pt x="98" y="456"/>
                  </a:lnTo>
                  <a:lnTo>
                    <a:pt x="98" y="457"/>
                  </a:lnTo>
                  <a:lnTo>
                    <a:pt x="98" y="457"/>
                  </a:lnTo>
                  <a:lnTo>
                    <a:pt x="98" y="457"/>
                  </a:lnTo>
                  <a:lnTo>
                    <a:pt x="98" y="457"/>
                  </a:lnTo>
                  <a:lnTo>
                    <a:pt x="98" y="457"/>
                  </a:lnTo>
                  <a:lnTo>
                    <a:pt x="98" y="457"/>
                  </a:lnTo>
                  <a:lnTo>
                    <a:pt x="98" y="457"/>
                  </a:lnTo>
                  <a:lnTo>
                    <a:pt x="99" y="457"/>
                  </a:lnTo>
                  <a:lnTo>
                    <a:pt x="99" y="458"/>
                  </a:lnTo>
                  <a:lnTo>
                    <a:pt x="99" y="458"/>
                  </a:lnTo>
                  <a:lnTo>
                    <a:pt x="99" y="458"/>
                  </a:lnTo>
                  <a:lnTo>
                    <a:pt x="100" y="458"/>
                  </a:lnTo>
                  <a:lnTo>
                    <a:pt x="100" y="458"/>
                  </a:lnTo>
                  <a:lnTo>
                    <a:pt x="100" y="458"/>
                  </a:lnTo>
                  <a:lnTo>
                    <a:pt x="100" y="458"/>
                  </a:lnTo>
                  <a:lnTo>
                    <a:pt x="102" y="458"/>
                  </a:lnTo>
                  <a:lnTo>
                    <a:pt x="102" y="458"/>
                  </a:lnTo>
                  <a:lnTo>
                    <a:pt x="102" y="458"/>
                  </a:lnTo>
                  <a:lnTo>
                    <a:pt x="102" y="458"/>
                  </a:lnTo>
                  <a:lnTo>
                    <a:pt x="102" y="458"/>
                  </a:lnTo>
                  <a:lnTo>
                    <a:pt x="102" y="458"/>
                  </a:lnTo>
                  <a:lnTo>
                    <a:pt x="102" y="458"/>
                  </a:lnTo>
                  <a:lnTo>
                    <a:pt x="102" y="458"/>
                  </a:lnTo>
                  <a:lnTo>
                    <a:pt x="103" y="458"/>
                  </a:lnTo>
                  <a:lnTo>
                    <a:pt x="102" y="459"/>
                  </a:lnTo>
                  <a:lnTo>
                    <a:pt x="102" y="459"/>
                  </a:lnTo>
                  <a:lnTo>
                    <a:pt x="102" y="459"/>
                  </a:lnTo>
                  <a:lnTo>
                    <a:pt x="102" y="459"/>
                  </a:lnTo>
                  <a:lnTo>
                    <a:pt x="101" y="460"/>
                  </a:lnTo>
                  <a:lnTo>
                    <a:pt x="101" y="460"/>
                  </a:lnTo>
                  <a:lnTo>
                    <a:pt x="101" y="460"/>
                  </a:lnTo>
                  <a:lnTo>
                    <a:pt x="101" y="460"/>
                  </a:lnTo>
                  <a:lnTo>
                    <a:pt x="100" y="462"/>
                  </a:lnTo>
                  <a:lnTo>
                    <a:pt x="100" y="462"/>
                  </a:lnTo>
                  <a:lnTo>
                    <a:pt x="100" y="462"/>
                  </a:lnTo>
                  <a:lnTo>
                    <a:pt x="100" y="462"/>
                  </a:lnTo>
                  <a:lnTo>
                    <a:pt x="100" y="463"/>
                  </a:lnTo>
                  <a:lnTo>
                    <a:pt x="101" y="463"/>
                  </a:lnTo>
                  <a:lnTo>
                    <a:pt x="102" y="463"/>
                  </a:lnTo>
                  <a:lnTo>
                    <a:pt x="103" y="463"/>
                  </a:lnTo>
                  <a:lnTo>
                    <a:pt x="103" y="463"/>
                  </a:lnTo>
                  <a:lnTo>
                    <a:pt x="103" y="463"/>
                  </a:lnTo>
                  <a:lnTo>
                    <a:pt x="103" y="463"/>
                  </a:lnTo>
                  <a:lnTo>
                    <a:pt x="103" y="463"/>
                  </a:lnTo>
                  <a:lnTo>
                    <a:pt x="103" y="463"/>
                  </a:lnTo>
                  <a:lnTo>
                    <a:pt x="103" y="463"/>
                  </a:lnTo>
                  <a:lnTo>
                    <a:pt x="103" y="463"/>
                  </a:lnTo>
                  <a:lnTo>
                    <a:pt x="105" y="463"/>
                  </a:lnTo>
                  <a:lnTo>
                    <a:pt x="105" y="463"/>
                  </a:lnTo>
                  <a:lnTo>
                    <a:pt x="105" y="463"/>
                  </a:lnTo>
                  <a:lnTo>
                    <a:pt x="105" y="463"/>
                  </a:lnTo>
                  <a:lnTo>
                    <a:pt x="107" y="463"/>
                  </a:lnTo>
                  <a:lnTo>
                    <a:pt x="107" y="463"/>
                  </a:lnTo>
                  <a:lnTo>
                    <a:pt x="107" y="463"/>
                  </a:lnTo>
                  <a:lnTo>
                    <a:pt x="107" y="463"/>
                  </a:lnTo>
                  <a:lnTo>
                    <a:pt x="108" y="461"/>
                  </a:lnTo>
                  <a:lnTo>
                    <a:pt x="108" y="461"/>
                  </a:lnTo>
                  <a:lnTo>
                    <a:pt x="108" y="461"/>
                  </a:lnTo>
                  <a:lnTo>
                    <a:pt x="108" y="461"/>
                  </a:lnTo>
                  <a:lnTo>
                    <a:pt x="108" y="461"/>
                  </a:lnTo>
                  <a:lnTo>
                    <a:pt x="108" y="461"/>
                  </a:lnTo>
                  <a:lnTo>
                    <a:pt x="108" y="461"/>
                  </a:lnTo>
                  <a:lnTo>
                    <a:pt x="108" y="461"/>
                  </a:lnTo>
                  <a:lnTo>
                    <a:pt x="109" y="459"/>
                  </a:lnTo>
                  <a:lnTo>
                    <a:pt x="109" y="459"/>
                  </a:lnTo>
                  <a:lnTo>
                    <a:pt x="109" y="459"/>
                  </a:lnTo>
                  <a:lnTo>
                    <a:pt x="109" y="459"/>
                  </a:lnTo>
                  <a:lnTo>
                    <a:pt x="111" y="458"/>
                  </a:lnTo>
                  <a:lnTo>
                    <a:pt x="111" y="458"/>
                  </a:lnTo>
                  <a:lnTo>
                    <a:pt x="111" y="458"/>
                  </a:lnTo>
                  <a:lnTo>
                    <a:pt x="111" y="458"/>
                  </a:lnTo>
                  <a:lnTo>
                    <a:pt x="112" y="457"/>
                  </a:lnTo>
                  <a:lnTo>
                    <a:pt x="111" y="458"/>
                  </a:lnTo>
                  <a:lnTo>
                    <a:pt x="111" y="458"/>
                  </a:lnTo>
                  <a:lnTo>
                    <a:pt x="111" y="459"/>
                  </a:lnTo>
                  <a:lnTo>
                    <a:pt x="111" y="459"/>
                  </a:lnTo>
                  <a:lnTo>
                    <a:pt x="111" y="461"/>
                  </a:lnTo>
                  <a:lnTo>
                    <a:pt x="111" y="461"/>
                  </a:lnTo>
                  <a:lnTo>
                    <a:pt x="111" y="461"/>
                  </a:lnTo>
                  <a:lnTo>
                    <a:pt x="111" y="461"/>
                  </a:lnTo>
                  <a:lnTo>
                    <a:pt x="110" y="463"/>
                  </a:lnTo>
                  <a:lnTo>
                    <a:pt x="110" y="463"/>
                  </a:lnTo>
                  <a:lnTo>
                    <a:pt x="110" y="463"/>
                  </a:lnTo>
                  <a:lnTo>
                    <a:pt x="110" y="463"/>
                  </a:lnTo>
                  <a:lnTo>
                    <a:pt x="110" y="464"/>
                  </a:lnTo>
                  <a:lnTo>
                    <a:pt x="110" y="464"/>
                  </a:lnTo>
                  <a:lnTo>
                    <a:pt x="110" y="464"/>
                  </a:lnTo>
                  <a:lnTo>
                    <a:pt x="110" y="464"/>
                  </a:lnTo>
                  <a:lnTo>
                    <a:pt x="110" y="466"/>
                  </a:lnTo>
                  <a:lnTo>
                    <a:pt x="110" y="466"/>
                  </a:lnTo>
                  <a:lnTo>
                    <a:pt x="110" y="466"/>
                  </a:lnTo>
                  <a:lnTo>
                    <a:pt x="110" y="466"/>
                  </a:lnTo>
                  <a:lnTo>
                    <a:pt x="110" y="466"/>
                  </a:lnTo>
                  <a:lnTo>
                    <a:pt x="110" y="466"/>
                  </a:lnTo>
                  <a:lnTo>
                    <a:pt x="110" y="466"/>
                  </a:lnTo>
                  <a:lnTo>
                    <a:pt x="111" y="466"/>
                  </a:lnTo>
                  <a:lnTo>
                    <a:pt x="111" y="468"/>
                  </a:lnTo>
                  <a:lnTo>
                    <a:pt x="111" y="468"/>
                  </a:lnTo>
                  <a:lnTo>
                    <a:pt x="111" y="468"/>
                  </a:lnTo>
                  <a:lnTo>
                    <a:pt x="111" y="468"/>
                  </a:lnTo>
                  <a:lnTo>
                    <a:pt x="111" y="468"/>
                  </a:lnTo>
                  <a:lnTo>
                    <a:pt x="111" y="468"/>
                  </a:lnTo>
                  <a:lnTo>
                    <a:pt x="111" y="468"/>
                  </a:lnTo>
                  <a:lnTo>
                    <a:pt x="112" y="468"/>
                  </a:lnTo>
                  <a:lnTo>
                    <a:pt x="112" y="470"/>
                  </a:lnTo>
                  <a:lnTo>
                    <a:pt x="112" y="470"/>
                  </a:lnTo>
                  <a:lnTo>
                    <a:pt x="112" y="470"/>
                  </a:lnTo>
                  <a:lnTo>
                    <a:pt x="112" y="470"/>
                  </a:lnTo>
                  <a:lnTo>
                    <a:pt x="112" y="471"/>
                  </a:lnTo>
                  <a:lnTo>
                    <a:pt x="112" y="471"/>
                  </a:lnTo>
                  <a:lnTo>
                    <a:pt x="112" y="471"/>
                  </a:lnTo>
                  <a:lnTo>
                    <a:pt x="112" y="471"/>
                  </a:lnTo>
                  <a:lnTo>
                    <a:pt x="112" y="473"/>
                  </a:lnTo>
                  <a:lnTo>
                    <a:pt x="112" y="473"/>
                  </a:lnTo>
                  <a:lnTo>
                    <a:pt x="112" y="473"/>
                  </a:lnTo>
                  <a:lnTo>
                    <a:pt x="112" y="473"/>
                  </a:lnTo>
                  <a:lnTo>
                    <a:pt x="112" y="473"/>
                  </a:lnTo>
                  <a:lnTo>
                    <a:pt x="112" y="473"/>
                  </a:lnTo>
                  <a:lnTo>
                    <a:pt x="112" y="473"/>
                  </a:lnTo>
                  <a:lnTo>
                    <a:pt x="114" y="473"/>
                  </a:lnTo>
                  <a:lnTo>
                    <a:pt x="114" y="474"/>
                  </a:lnTo>
                  <a:lnTo>
                    <a:pt x="114" y="474"/>
                  </a:lnTo>
                  <a:lnTo>
                    <a:pt x="114" y="474"/>
                  </a:lnTo>
                  <a:lnTo>
                    <a:pt x="114" y="474"/>
                  </a:lnTo>
                  <a:lnTo>
                    <a:pt x="114" y="475"/>
                  </a:lnTo>
                  <a:lnTo>
                    <a:pt x="114" y="475"/>
                  </a:lnTo>
                  <a:lnTo>
                    <a:pt x="114" y="475"/>
                  </a:lnTo>
                  <a:lnTo>
                    <a:pt x="114" y="475"/>
                  </a:lnTo>
                  <a:lnTo>
                    <a:pt x="114" y="476"/>
                  </a:lnTo>
                  <a:lnTo>
                    <a:pt x="114" y="476"/>
                  </a:lnTo>
                  <a:lnTo>
                    <a:pt x="114" y="476"/>
                  </a:lnTo>
                  <a:lnTo>
                    <a:pt x="115" y="476"/>
                  </a:lnTo>
                  <a:lnTo>
                    <a:pt x="115" y="476"/>
                  </a:lnTo>
                  <a:lnTo>
                    <a:pt x="115" y="476"/>
                  </a:lnTo>
                  <a:lnTo>
                    <a:pt x="115" y="476"/>
                  </a:lnTo>
                  <a:lnTo>
                    <a:pt x="117" y="476"/>
                  </a:lnTo>
                  <a:lnTo>
                    <a:pt x="117" y="476"/>
                  </a:lnTo>
                  <a:lnTo>
                    <a:pt x="117" y="476"/>
                  </a:lnTo>
                  <a:lnTo>
                    <a:pt x="117" y="476"/>
                  </a:lnTo>
                  <a:lnTo>
                    <a:pt x="117" y="476"/>
                  </a:lnTo>
                  <a:lnTo>
                    <a:pt x="117" y="476"/>
                  </a:lnTo>
                  <a:lnTo>
                    <a:pt x="117" y="476"/>
                  </a:lnTo>
                  <a:lnTo>
                    <a:pt x="117" y="476"/>
                  </a:lnTo>
                  <a:lnTo>
                    <a:pt x="118" y="474"/>
                  </a:lnTo>
                  <a:lnTo>
                    <a:pt x="118" y="474"/>
                  </a:lnTo>
                  <a:lnTo>
                    <a:pt x="118" y="474"/>
                  </a:lnTo>
                  <a:lnTo>
                    <a:pt x="118" y="474"/>
                  </a:lnTo>
                  <a:lnTo>
                    <a:pt x="118" y="472"/>
                  </a:lnTo>
                  <a:lnTo>
                    <a:pt x="118" y="472"/>
                  </a:lnTo>
                  <a:lnTo>
                    <a:pt x="118" y="472"/>
                  </a:lnTo>
                  <a:lnTo>
                    <a:pt x="118" y="472"/>
                  </a:lnTo>
                  <a:lnTo>
                    <a:pt x="120" y="470"/>
                  </a:lnTo>
                  <a:lnTo>
                    <a:pt x="120" y="470"/>
                  </a:lnTo>
                  <a:lnTo>
                    <a:pt x="120" y="470"/>
                  </a:lnTo>
                  <a:lnTo>
                    <a:pt x="120" y="470"/>
                  </a:lnTo>
                  <a:lnTo>
                    <a:pt x="120" y="470"/>
                  </a:lnTo>
                  <a:lnTo>
                    <a:pt x="120" y="470"/>
                  </a:lnTo>
                  <a:lnTo>
                    <a:pt x="120" y="470"/>
                  </a:lnTo>
                  <a:lnTo>
                    <a:pt x="120" y="470"/>
                  </a:lnTo>
                  <a:lnTo>
                    <a:pt x="121" y="470"/>
                  </a:lnTo>
                  <a:lnTo>
                    <a:pt x="121" y="470"/>
                  </a:lnTo>
                  <a:lnTo>
                    <a:pt x="121" y="470"/>
                  </a:lnTo>
                  <a:lnTo>
                    <a:pt x="121" y="470"/>
                  </a:lnTo>
                  <a:lnTo>
                    <a:pt x="121" y="470"/>
                  </a:lnTo>
                  <a:lnTo>
                    <a:pt x="121" y="470"/>
                  </a:lnTo>
                  <a:lnTo>
                    <a:pt x="121" y="470"/>
                  </a:lnTo>
                  <a:lnTo>
                    <a:pt x="121" y="470"/>
                  </a:lnTo>
                  <a:lnTo>
                    <a:pt x="122" y="470"/>
                  </a:lnTo>
                  <a:lnTo>
                    <a:pt x="122" y="471"/>
                  </a:lnTo>
                  <a:lnTo>
                    <a:pt x="122" y="471"/>
                  </a:lnTo>
                  <a:lnTo>
                    <a:pt x="122" y="471"/>
                  </a:lnTo>
                  <a:lnTo>
                    <a:pt x="122" y="471"/>
                  </a:lnTo>
                  <a:lnTo>
                    <a:pt x="122" y="472"/>
                  </a:lnTo>
                  <a:lnTo>
                    <a:pt x="122" y="472"/>
                  </a:lnTo>
                  <a:lnTo>
                    <a:pt x="122" y="472"/>
                  </a:lnTo>
                  <a:lnTo>
                    <a:pt x="122" y="472"/>
                  </a:lnTo>
                  <a:lnTo>
                    <a:pt x="122" y="474"/>
                  </a:lnTo>
                  <a:lnTo>
                    <a:pt x="122" y="474"/>
                  </a:lnTo>
                  <a:lnTo>
                    <a:pt x="122" y="474"/>
                  </a:lnTo>
                  <a:lnTo>
                    <a:pt x="122" y="474"/>
                  </a:lnTo>
                  <a:lnTo>
                    <a:pt x="122" y="474"/>
                  </a:lnTo>
                  <a:lnTo>
                    <a:pt x="122" y="474"/>
                  </a:lnTo>
                  <a:lnTo>
                    <a:pt x="122" y="474"/>
                  </a:lnTo>
                  <a:lnTo>
                    <a:pt x="124" y="474"/>
                  </a:lnTo>
                  <a:lnTo>
                    <a:pt x="124" y="474"/>
                  </a:lnTo>
                  <a:lnTo>
                    <a:pt x="124" y="474"/>
                  </a:lnTo>
                  <a:lnTo>
                    <a:pt x="124" y="474"/>
                  </a:lnTo>
                  <a:lnTo>
                    <a:pt x="124" y="474"/>
                  </a:lnTo>
                  <a:lnTo>
                    <a:pt x="124" y="474"/>
                  </a:lnTo>
                  <a:lnTo>
                    <a:pt x="124" y="474"/>
                  </a:lnTo>
                  <a:lnTo>
                    <a:pt x="124" y="474"/>
                  </a:lnTo>
                  <a:lnTo>
                    <a:pt x="124" y="474"/>
                  </a:lnTo>
                  <a:lnTo>
                    <a:pt x="124" y="474"/>
                  </a:lnTo>
                  <a:lnTo>
                    <a:pt x="124" y="474"/>
                  </a:lnTo>
                  <a:lnTo>
                    <a:pt x="124" y="474"/>
                  </a:lnTo>
                  <a:lnTo>
                    <a:pt x="124" y="474"/>
                  </a:lnTo>
                  <a:lnTo>
                    <a:pt x="124" y="474"/>
                  </a:lnTo>
                  <a:lnTo>
                    <a:pt x="124" y="474"/>
                  </a:lnTo>
                  <a:lnTo>
                    <a:pt x="124" y="474"/>
                  </a:lnTo>
                  <a:lnTo>
                    <a:pt x="124" y="473"/>
                  </a:lnTo>
                  <a:lnTo>
                    <a:pt x="124" y="473"/>
                  </a:lnTo>
                  <a:lnTo>
                    <a:pt x="124" y="473"/>
                  </a:lnTo>
                  <a:lnTo>
                    <a:pt x="124" y="473"/>
                  </a:lnTo>
                  <a:lnTo>
                    <a:pt x="124" y="472"/>
                  </a:lnTo>
                  <a:lnTo>
                    <a:pt x="124" y="472"/>
                  </a:lnTo>
                  <a:lnTo>
                    <a:pt x="124" y="472"/>
                  </a:lnTo>
                  <a:lnTo>
                    <a:pt x="124" y="472"/>
                  </a:lnTo>
                  <a:lnTo>
                    <a:pt x="125" y="471"/>
                  </a:lnTo>
                  <a:lnTo>
                    <a:pt x="125" y="471"/>
                  </a:lnTo>
                  <a:lnTo>
                    <a:pt x="125" y="471"/>
                  </a:lnTo>
                  <a:lnTo>
                    <a:pt x="125" y="471"/>
                  </a:lnTo>
                  <a:lnTo>
                    <a:pt x="125" y="469"/>
                  </a:lnTo>
                  <a:lnTo>
                    <a:pt x="125" y="469"/>
                  </a:lnTo>
                  <a:lnTo>
                    <a:pt x="125" y="469"/>
                  </a:lnTo>
                  <a:lnTo>
                    <a:pt x="125" y="469"/>
                  </a:lnTo>
                  <a:lnTo>
                    <a:pt x="127" y="468"/>
                  </a:lnTo>
                  <a:lnTo>
                    <a:pt x="127" y="468"/>
                  </a:lnTo>
                  <a:lnTo>
                    <a:pt x="127" y="468"/>
                  </a:lnTo>
                  <a:lnTo>
                    <a:pt x="127" y="468"/>
                  </a:lnTo>
                  <a:lnTo>
                    <a:pt x="128" y="468"/>
                  </a:lnTo>
                  <a:lnTo>
                    <a:pt x="128" y="468"/>
                  </a:lnTo>
                  <a:lnTo>
                    <a:pt x="128" y="468"/>
                  </a:lnTo>
                  <a:lnTo>
                    <a:pt x="128" y="468"/>
                  </a:lnTo>
                  <a:lnTo>
                    <a:pt x="130" y="468"/>
                  </a:lnTo>
                  <a:lnTo>
                    <a:pt x="130" y="468"/>
                  </a:lnTo>
                  <a:lnTo>
                    <a:pt x="130" y="468"/>
                  </a:lnTo>
                  <a:lnTo>
                    <a:pt x="130" y="468"/>
                  </a:lnTo>
                  <a:lnTo>
                    <a:pt x="131" y="468"/>
                  </a:lnTo>
                  <a:lnTo>
                    <a:pt x="131" y="468"/>
                  </a:lnTo>
                  <a:lnTo>
                    <a:pt x="131" y="468"/>
                  </a:lnTo>
                  <a:lnTo>
                    <a:pt x="131" y="468"/>
                  </a:lnTo>
                  <a:lnTo>
                    <a:pt x="133" y="468"/>
                  </a:lnTo>
                  <a:lnTo>
                    <a:pt x="133" y="468"/>
                  </a:lnTo>
                  <a:lnTo>
                    <a:pt x="133" y="468"/>
                  </a:lnTo>
                  <a:lnTo>
                    <a:pt x="133" y="468"/>
                  </a:lnTo>
                  <a:lnTo>
                    <a:pt x="133" y="468"/>
                  </a:lnTo>
                  <a:lnTo>
                    <a:pt x="133" y="468"/>
                  </a:lnTo>
                  <a:lnTo>
                    <a:pt x="133" y="468"/>
                  </a:lnTo>
                  <a:lnTo>
                    <a:pt x="133" y="468"/>
                  </a:lnTo>
                  <a:lnTo>
                    <a:pt x="134" y="466"/>
                  </a:lnTo>
                  <a:lnTo>
                    <a:pt x="134" y="466"/>
                  </a:lnTo>
                  <a:lnTo>
                    <a:pt x="134" y="466"/>
                  </a:lnTo>
                  <a:lnTo>
                    <a:pt x="134" y="466"/>
                  </a:lnTo>
                  <a:lnTo>
                    <a:pt x="134" y="466"/>
                  </a:lnTo>
                  <a:lnTo>
                    <a:pt x="134" y="466"/>
                  </a:lnTo>
                  <a:lnTo>
                    <a:pt x="134" y="466"/>
                  </a:lnTo>
                  <a:lnTo>
                    <a:pt x="134" y="466"/>
                  </a:lnTo>
                  <a:lnTo>
                    <a:pt x="135" y="465"/>
                  </a:lnTo>
                  <a:lnTo>
                    <a:pt x="135" y="466"/>
                  </a:lnTo>
                  <a:lnTo>
                    <a:pt x="135" y="466"/>
                  </a:lnTo>
                  <a:lnTo>
                    <a:pt x="135" y="466"/>
                  </a:lnTo>
                  <a:lnTo>
                    <a:pt x="136" y="466"/>
                  </a:lnTo>
                  <a:lnTo>
                    <a:pt x="136" y="466"/>
                  </a:lnTo>
                  <a:lnTo>
                    <a:pt x="138" y="466"/>
                  </a:lnTo>
                  <a:lnTo>
                    <a:pt x="138" y="466"/>
                  </a:lnTo>
                  <a:lnTo>
                    <a:pt x="140" y="466"/>
                  </a:lnTo>
                  <a:lnTo>
                    <a:pt x="140" y="467"/>
                  </a:lnTo>
                  <a:lnTo>
                    <a:pt x="141" y="467"/>
                  </a:lnTo>
                  <a:lnTo>
                    <a:pt x="141" y="467"/>
                  </a:lnTo>
                  <a:lnTo>
                    <a:pt x="143" y="467"/>
                  </a:lnTo>
                  <a:lnTo>
                    <a:pt x="143" y="467"/>
                  </a:lnTo>
                  <a:lnTo>
                    <a:pt x="145" y="467"/>
                  </a:lnTo>
                  <a:lnTo>
                    <a:pt x="145" y="467"/>
                  </a:lnTo>
                  <a:lnTo>
                    <a:pt x="147" y="466"/>
                  </a:lnTo>
                  <a:lnTo>
                    <a:pt x="147" y="466"/>
                  </a:lnTo>
                  <a:lnTo>
                    <a:pt x="147" y="466"/>
                  </a:lnTo>
                  <a:lnTo>
                    <a:pt x="147" y="466"/>
                  </a:lnTo>
                  <a:lnTo>
                    <a:pt x="147" y="466"/>
                  </a:lnTo>
                  <a:lnTo>
                    <a:pt x="147" y="466"/>
                  </a:lnTo>
                  <a:lnTo>
                    <a:pt x="147" y="466"/>
                  </a:lnTo>
                  <a:lnTo>
                    <a:pt x="147" y="466"/>
                  </a:lnTo>
                  <a:lnTo>
                    <a:pt x="147" y="465"/>
                  </a:lnTo>
                  <a:lnTo>
                    <a:pt x="147" y="465"/>
                  </a:lnTo>
                  <a:lnTo>
                    <a:pt x="147" y="465"/>
                  </a:lnTo>
                  <a:lnTo>
                    <a:pt x="147" y="465"/>
                  </a:lnTo>
                  <a:lnTo>
                    <a:pt x="147" y="464"/>
                  </a:lnTo>
                  <a:lnTo>
                    <a:pt x="147" y="464"/>
                  </a:lnTo>
                  <a:lnTo>
                    <a:pt x="147" y="464"/>
                  </a:lnTo>
                  <a:lnTo>
                    <a:pt x="147" y="464"/>
                  </a:lnTo>
                  <a:lnTo>
                    <a:pt x="148" y="463"/>
                  </a:lnTo>
                  <a:lnTo>
                    <a:pt x="148" y="463"/>
                  </a:lnTo>
                  <a:lnTo>
                    <a:pt x="148" y="463"/>
                  </a:lnTo>
                  <a:lnTo>
                    <a:pt x="148" y="463"/>
                  </a:lnTo>
                  <a:lnTo>
                    <a:pt x="148" y="463"/>
                  </a:lnTo>
                  <a:lnTo>
                    <a:pt x="148" y="463"/>
                  </a:lnTo>
                  <a:lnTo>
                    <a:pt x="148" y="463"/>
                  </a:lnTo>
                  <a:lnTo>
                    <a:pt x="148" y="463"/>
                  </a:lnTo>
                  <a:lnTo>
                    <a:pt x="150" y="462"/>
                  </a:lnTo>
                  <a:lnTo>
                    <a:pt x="150" y="462"/>
                  </a:lnTo>
                  <a:lnTo>
                    <a:pt x="150" y="462"/>
                  </a:lnTo>
                  <a:lnTo>
                    <a:pt x="150" y="462"/>
                  </a:lnTo>
                  <a:lnTo>
                    <a:pt x="151" y="461"/>
                  </a:lnTo>
                  <a:lnTo>
                    <a:pt x="151" y="461"/>
                  </a:lnTo>
                  <a:lnTo>
                    <a:pt x="151" y="461"/>
                  </a:lnTo>
                  <a:lnTo>
                    <a:pt x="151" y="461"/>
                  </a:lnTo>
                  <a:lnTo>
                    <a:pt x="153" y="459"/>
                  </a:lnTo>
                  <a:lnTo>
                    <a:pt x="153" y="459"/>
                  </a:lnTo>
                  <a:lnTo>
                    <a:pt x="153" y="459"/>
                  </a:lnTo>
                  <a:lnTo>
                    <a:pt x="153" y="459"/>
                  </a:lnTo>
                  <a:lnTo>
                    <a:pt x="153" y="459"/>
                  </a:lnTo>
                  <a:lnTo>
                    <a:pt x="153" y="459"/>
                  </a:lnTo>
                  <a:lnTo>
                    <a:pt x="153" y="459"/>
                  </a:lnTo>
                  <a:lnTo>
                    <a:pt x="153" y="459"/>
                  </a:lnTo>
                  <a:lnTo>
                    <a:pt x="153" y="457"/>
                  </a:lnTo>
                  <a:lnTo>
                    <a:pt x="153" y="457"/>
                  </a:lnTo>
                  <a:lnTo>
                    <a:pt x="153" y="457"/>
                  </a:lnTo>
                  <a:lnTo>
                    <a:pt x="153" y="457"/>
                  </a:lnTo>
                  <a:lnTo>
                    <a:pt x="153" y="456"/>
                  </a:lnTo>
                  <a:lnTo>
                    <a:pt x="153" y="456"/>
                  </a:lnTo>
                  <a:lnTo>
                    <a:pt x="153" y="456"/>
                  </a:lnTo>
                  <a:lnTo>
                    <a:pt x="153" y="456"/>
                  </a:lnTo>
                  <a:lnTo>
                    <a:pt x="153" y="454"/>
                  </a:lnTo>
                  <a:lnTo>
                    <a:pt x="153" y="455"/>
                  </a:lnTo>
                  <a:lnTo>
                    <a:pt x="153" y="455"/>
                  </a:lnTo>
                  <a:lnTo>
                    <a:pt x="153" y="455"/>
                  </a:lnTo>
                  <a:lnTo>
                    <a:pt x="154" y="455"/>
                  </a:lnTo>
                  <a:lnTo>
                    <a:pt x="154" y="455"/>
                  </a:lnTo>
                  <a:lnTo>
                    <a:pt x="155" y="455"/>
                  </a:lnTo>
                  <a:lnTo>
                    <a:pt x="155" y="455"/>
                  </a:lnTo>
                  <a:lnTo>
                    <a:pt x="157" y="455"/>
                  </a:lnTo>
                  <a:lnTo>
                    <a:pt x="157" y="455"/>
                  </a:lnTo>
                  <a:lnTo>
                    <a:pt x="157" y="455"/>
                  </a:lnTo>
                  <a:lnTo>
                    <a:pt x="157" y="455"/>
                  </a:lnTo>
                  <a:lnTo>
                    <a:pt x="159" y="455"/>
                  </a:lnTo>
                  <a:lnTo>
                    <a:pt x="159" y="455"/>
                  </a:lnTo>
                  <a:lnTo>
                    <a:pt x="160" y="455"/>
                  </a:lnTo>
                  <a:lnTo>
                    <a:pt x="160" y="455"/>
                  </a:lnTo>
                  <a:lnTo>
                    <a:pt x="162" y="454"/>
                  </a:lnTo>
                  <a:lnTo>
                    <a:pt x="162" y="454"/>
                  </a:lnTo>
                  <a:lnTo>
                    <a:pt x="162" y="454"/>
                  </a:lnTo>
                  <a:lnTo>
                    <a:pt x="162" y="454"/>
                  </a:lnTo>
                  <a:lnTo>
                    <a:pt x="162" y="454"/>
                  </a:lnTo>
                  <a:lnTo>
                    <a:pt x="162" y="454"/>
                  </a:lnTo>
                  <a:lnTo>
                    <a:pt x="162" y="454"/>
                  </a:lnTo>
                  <a:lnTo>
                    <a:pt x="162" y="454"/>
                  </a:lnTo>
                  <a:lnTo>
                    <a:pt x="162" y="452"/>
                  </a:lnTo>
                  <a:lnTo>
                    <a:pt x="162" y="452"/>
                  </a:lnTo>
                  <a:lnTo>
                    <a:pt x="162" y="452"/>
                  </a:lnTo>
                  <a:lnTo>
                    <a:pt x="162" y="452"/>
                  </a:lnTo>
                  <a:lnTo>
                    <a:pt x="162" y="452"/>
                  </a:lnTo>
                  <a:lnTo>
                    <a:pt x="162" y="452"/>
                  </a:lnTo>
                  <a:lnTo>
                    <a:pt x="162" y="452"/>
                  </a:lnTo>
                  <a:lnTo>
                    <a:pt x="162" y="452"/>
                  </a:lnTo>
                  <a:lnTo>
                    <a:pt x="162" y="450"/>
                  </a:lnTo>
                  <a:lnTo>
                    <a:pt x="162" y="450"/>
                  </a:lnTo>
                  <a:lnTo>
                    <a:pt x="162" y="450"/>
                  </a:lnTo>
                  <a:lnTo>
                    <a:pt x="162" y="450"/>
                  </a:lnTo>
                  <a:lnTo>
                    <a:pt x="162" y="450"/>
                  </a:lnTo>
                  <a:lnTo>
                    <a:pt x="162" y="450"/>
                  </a:lnTo>
                  <a:lnTo>
                    <a:pt x="162" y="450"/>
                  </a:lnTo>
                  <a:lnTo>
                    <a:pt x="162" y="450"/>
                  </a:lnTo>
                  <a:lnTo>
                    <a:pt x="164" y="450"/>
                  </a:lnTo>
                  <a:lnTo>
                    <a:pt x="164" y="450"/>
                  </a:lnTo>
                  <a:lnTo>
                    <a:pt x="164" y="450"/>
                  </a:lnTo>
                  <a:lnTo>
                    <a:pt x="164" y="450"/>
                  </a:lnTo>
                  <a:lnTo>
                    <a:pt x="165" y="450"/>
                  </a:lnTo>
                  <a:lnTo>
                    <a:pt x="165" y="450"/>
                  </a:lnTo>
                  <a:lnTo>
                    <a:pt x="165" y="450"/>
                  </a:lnTo>
                  <a:lnTo>
                    <a:pt x="165" y="450"/>
                  </a:lnTo>
                  <a:lnTo>
                    <a:pt x="167" y="449"/>
                  </a:lnTo>
                  <a:lnTo>
                    <a:pt x="167" y="449"/>
                  </a:lnTo>
                  <a:lnTo>
                    <a:pt x="167" y="449"/>
                  </a:lnTo>
                  <a:lnTo>
                    <a:pt x="167" y="449"/>
                  </a:lnTo>
                  <a:lnTo>
                    <a:pt x="167" y="449"/>
                  </a:lnTo>
                  <a:lnTo>
                    <a:pt x="167" y="449"/>
                  </a:lnTo>
                  <a:lnTo>
                    <a:pt x="167" y="449"/>
                  </a:lnTo>
                  <a:lnTo>
                    <a:pt x="167" y="449"/>
                  </a:lnTo>
                  <a:lnTo>
                    <a:pt x="167" y="449"/>
                  </a:lnTo>
                  <a:lnTo>
                    <a:pt x="167" y="449"/>
                  </a:lnTo>
                  <a:lnTo>
                    <a:pt x="167" y="449"/>
                  </a:lnTo>
                  <a:lnTo>
                    <a:pt x="167" y="449"/>
                  </a:lnTo>
                  <a:lnTo>
                    <a:pt x="167" y="449"/>
                  </a:lnTo>
                  <a:lnTo>
                    <a:pt x="167" y="449"/>
                  </a:lnTo>
                  <a:lnTo>
                    <a:pt x="167" y="449"/>
                  </a:lnTo>
                  <a:lnTo>
                    <a:pt x="167" y="449"/>
                  </a:lnTo>
                  <a:lnTo>
                    <a:pt x="167" y="447"/>
                  </a:lnTo>
                  <a:lnTo>
                    <a:pt x="167" y="447"/>
                  </a:lnTo>
                  <a:lnTo>
                    <a:pt x="167" y="447"/>
                  </a:lnTo>
                  <a:lnTo>
                    <a:pt x="167" y="447"/>
                  </a:lnTo>
                  <a:lnTo>
                    <a:pt x="167" y="447"/>
                  </a:lnTo>
                  <a:lnTo>
                    <a:pt x="167" y="447"/>
                  </a:lnTo>
                  <a:lnTo>
                    <a:pt x="167" y="447"/>
                  </a:lnTo>
                  <a:lnTo>
                    <a:pt x="167" y="447"/>
                  </a:lnTo>
                  <a:lnTo>
                    <a:pt x="167" y="447"/>
                  </a:lnTo>
                  <a:lnTo>
                    <a:pt x="167" y="447"/>
                  </a:lnTo>
                  <a:lnTo>
                    <a:pt x="167" y="447"/>
                  </a:lnTo>
                  <a:lnTo>
                    <a:pt x="167" y="447"/>
                  </a:lnTo>
                  <a:lnTo>
                    <a:pt x="167" y="447"/>
                  </a:lnTo>
                  <a:lnTo>
                    <a:pt x="167" y="447"/>
                  </a:lnTo>
                  <a:lnTo>
                    <a:pt x="167" y="447"/>
                  </a:lnTo>
                  <a:lnTo>
                    <a:pt x="167" y="447"/>
                  </a:lnTo>
                  <a:lnTo>
                    <a:pt x="167" y="446"/>
                  </a:lnTo>
                  <a:lnTo>
                    <a:pt x="167" y="446"/>
                  </a:lnTo>
                  <a:lnTo>
                    <a:pt x="167" y="446"/>
                  </a:lnTo>
                  <a:lnTo>
                    <a:pt x="167" y="446"/>
                  </a:lnTo>
                  <a:lnTo>
                    <a:pt x="167" y="446"/>
                  </a:lnTo>
                  <a:lnTo>
                    <a:pt x="167" y="446"/>
                  </a:lnTo>
                  <a:lnTo>
                    <a:pt x="167" y="446"/>
                  </a:lnTo>
                  <a:lnTo>
                    <a:pt x="167" y="446"/>
                  </a:lnTo>
                  <a:lnTo>
                    <a:pt x="167" y="444"/>
                  </a:lnTo>
                  <a:lnTo>
                    <a:pt x="167" y="444"/>
                  </a:lnTo>
                  <a:lnTo>
                    <a:pt x="167" y="444"/>
                  </a:lnTo>
                  <a:lnTo>
                    <a:pt x="167" y="444"/>
                  </a:lnTo>
                  <a:lnTo>
                    <a:pt x="167" y="444"/>
                  </a:lnTo>
                  <a:lnTo>
                    <a:pt x="167" y="444"/>
                  </a:lnTo>
                  <a:lnTo>
                    <a:pt x="167" y="444"/>
                  </a:lnTo>
                  <a:lnTo>
                    <a:pt x="167" y="444"/>
                  </a:lnTo>
                  <a:lnTo>
                    <a:pt x="168" y="443"/>
                  </a:lnTo>
                  <a:lnTo>
                    <a:pt x="168" y="444"/>
                  </a:lnTo>
                  <a:lnTo>
                    <a:pt x="168" y="444"/>
                  </a:lnTo>
                  <a:lnTo>
                    <a:pt x="168" y="444"/>
                  </a:lnTo>
                  <a:lnTo>
                    <a:pt x="168" y="444"/>
                  </a:lnTo>
                  <a:lnTo>
                    <a:pt x="168" y="445"/>
                  </a:lnTo>
                  <a:lnTo>
                    <a:pt x="168" y="445"/>
                  </a:lnTo>
                  <a:lnTo>
                    <a:pt x="168" y="445"/>
                  </a:lnTo>
                  <a:lnTo>
                    <a:pt x="169" y="445"/>
                  </a:lnTo>
                  <a:lnTo>
                    <a:pt x="169" y="446"/>
                  </a:lnTo>
                  <a:lnTo>
                    <a:pt x="169" y="446"/>
                  </a:lnTo>
                  <a:lnTo>
                    <a:pt x="169" y="446"/>
                  </a:lnTo>
                  <a:lnTo>
                    <a:pt x="169" y="446"/>
                  </a:lnTo>
                  <a:lnTo>
                    <a:pt x="169" y="446"/>
                  </a:lnTo>
                  <a:lnTo>
                    <a:pt x="169" y="446"/>
                  </a:lnTo>
                  <a:lnTo>
                    <a:pt x="169" y="446"/>
                  </a:lnTo>
                  <a:lnTo>
                    <a:pt x="170" y="446"/>
                  </a:lnTo>
                  <a:lnTo>
                    <a:pt x="170" y="446"/>
                  </a:lnTo>
                  <a:lnTo>
                    <a:pt x="170" y="446"/>
                  </a:lnTo>
                  <a:lnTo>
                    <a:pt x="170" y="446"/>
                  </a:lnTo>
                  <a:lnTo>
                    <a:pt x="171" y="446"/>
                  </a:lnTo>
                  <a:lnTo>
                    <a:pt x="171" y="446"/>
                  </a:lnTo>
                  <a:lnTo>
                    <a:pt x="171" y="446"/>
                  </a:lnTo>
                  <a:lnTo>
                    <a:pt x="171" y="446"/>
                  </a:lnTo>
                  <a:lnTo>
                    <a:pt x="173" y="446"/>
                  </a:lnTo>
                  <a:lnTo>
                    <a:pt x="173" y="446"/>
                  </a:lnTo>
                  <a:lnTo>
                    <a:pt x="173" y="446"/>
                  </a:lnTo>
                  <a:lnTo>
                    <a:pt x="173" y="446"/>
                  </a:lnTo>
                  <a:lnTo>
                    <a:pt x="175" y="446"/>
                  </a:lnTo>
                  <a:lnTo>
                    <a:pt x="175" y="446"/>
                  </a:lnTo>
                  <a:lnTo>
                    <a:pt x="175" y="446"/>
                  </a:lnTo>
                  <a:lnTo>
                    <a:pt x="175" y="446"/>
                  </a:lnTo>
                  <a:lnTo>
                    <a:pt x="176" y="444"/>
                  </a:lnTo>
                  <a:lnTo>
                    <a:pt x="175" y="444"/>
                  </a:lnTo>
                  <a:lnTo>
                    <a:pt x="175" y="444"/>
                  </a:lnTo>
                  <a:lnTo>
                    <a:pt x="175" y="444"/>
                  </a:lnTo>
                  <a:lnTo>
                    <a:pt x="175" y="444"/>
                  </a:lnTo>
                  <a:lnTo>
                    <a:pt x="175" y="444"/>
                  </a:lnTo>
                  <a:lnTo>
                    <a:pt x="175" y="444"/>
                  </a:lnTo>
                  <a:lnTo>
                    <a:pt x="175" y="444"/>
                  </a:lnTo>
                  <a:lnTo>
                    <a:pt x="175" y="444"/>
                  </a:lnTo>
                  <a:lnTo>
                    <a:pt x="174" y="444"/>
                  </a:lnTo>
                  <a:lnTo>
                    <a:pt x="174" y="444"/>
                  </a:lnTo>
                  <a:lnTo>
                    <a:pt x="174" y="444"/>
                  </a:lnTo>
                  <a:lnTo>
                    <a:pt x="174" y="444"/>
                  </a:lnTo>
                  <a:lnTo>
                    <a:pt x="174" y="444"/>
                  </a:lnTo>
                  <a:lnTo>
                    <a:pt x="174" y="444"/>
                  </a:lnTo>
                  <a:lnTo>
                    <a:pt x="174" y="444"/>
                  </a:lnTo>
                  <a:lnTo>
                    <a:pt x="174" y="443"/>
                  </a:lnTo>
                  <a:lnTo>
                    <a:pt x="174" y="443"/>
                  </a:lnTo>
                  <a:lnTo>
                    <a:pt x="174" y="443"/>
                  </a:lnTo>
                  <a:lnTo>
                    <a:pt x="174" y="443"/>
                  </a:lnTo>
                  <a:lnTo>
                    <a:pt x="174" y="443"/>
                  </a:lnTo>
                  <a:lnTo>
                    <a:pt x="174" y="443"/>
                  </a:lnTo>
                  <a:lnTo>
                    <a:pt x="174" y="443"/>
                  </a:lnTo>
                  <a:lnTo>
                    <a:pt x="174" y="443"/>
                  </a:lnTo>
                  <a:lnTo>
                    <a:pt x="175" y="441"/>
                  </a:lnTo>
                  <a:lnTo>
                    <a:pt x="175" y="441"/>
                  </a:lnTo>
                  <a:lnTo>
                    <a:pt x="175" y="441"/>
                  </a:lnTo>
                  <a:lnTo>
                    <a:pt x="175" y="441"/>
                  </a:lnTo>
                  <a:lnTo>
                    <a:pt x="175" y="439"/>
                  </a:lnTo>
                  <a:lnTo>
                    <a:pt x="175" y="439"/>
                  </a:lnTo>
                  <a:lnTo>
                    <a:pt x="175" y="439"/>
                  </a:lnTo>
                  <a:lnTo>
                    <a:pt x="175" y="439"/>
                  </a:lnTo>
                  <a:lnTo>
                    <a:pt x="176" y="438"/>
                  </a:lnTo>
                  <a:lnTo>
                    <a:pt x="176" y="439"/>
                  </a:lnTo>
                  <a:lnTo>
                    <a:pt x="176" y="439"/>
                  </a:lnTo>
                  <a:lnTo>
                    <a:pt x="176" y="439"/>
                  </a:lnTo>
                  <a:lnTo>
                    <a:pt x="176" y="439"/>
                  </a:lnTo>
                  <a:lnTo>
                    <a:pt x="176" y="439"/>
                  </a:lnTo>
                  <a:lnTo>
                    <a:pt x="176" y="439"/>
                  </a:lnTo>
                  <a:lnTo>
                    <a:pt x="176" y="439"/>
                  </a:lnTo>
                  <a:lnTo>
                    <a:pt x="176" y="439"/>
                  </a:lnTo>
                  <a:lnTo>
                    <a:pt x="176" y="439"/>
                  </a:lnTo>
                  <a:lnTo>
                    <a:pt x="176" y="439"/>
                  </a:lnTo>
                  <a:lnTo>
                    <a:pt x="176" y="439"/>
                  </a:lnTo>
                  <a:lnTo>
                    <a:pt x="176" y="439"/>
                  </a:lnTo>
                  <a:lnTo>
                    <a:pt x="176" y="439"/>
                  </a:lnTo>
                  <a:lnTo>
                    <a:pt x="176" y="439"/>
                  </a:lnTo>
                  <a:lnTo>
                    <a:pt x="176" y="439"/>
                  </a:lnTo>
                  <a:lnTo>
                    <a:pt x="177" y="439"/>
                  </a:lnTo>
                  <a:lnTo>
                    <a:pt x="177" y="439"/>
                  </a:lnTo>
                  <a:lnTo>
                    <a:pt x="177" y="439"/>
                  </a:lnTo>
                  <a:lnTo>
                    <a:pt x="177" y="439"/>
                  </a:lnTo>
                  <a:lnTo>
                    <a:pt x="177" y="439"/>
                  </a:lnTo>
                  <a:lnTo>
                    <a:pt x="177" y="439"/>
                  </a:lnTo>
                  <a:lnTo>
                    <a:pt x="177" y="439"/>
                  </a:lnTo>
                  <a:lnTo>
                    <a:pt x="177" y="439"/>
                  </a:lnTo>
                  <a:lnTo>
                    <a:pt x="178" y="439"/>
                  </a:lnTo>
                  <a:lnTo>
                    <a:pt x="178" y="439"/>
                  </a:lnTo>
                  <a:lnTo>
                    <a:pt x="178" y="439"/>
                  </a:lnTo>
                  <a:lnTo>
                    <a:pt x="178" y="439"/>
                  </a:lnTo>
                  <a:lnTo>
                    <a:pt x="178" y="439"/>
                  </a:lnTo>
                  <a:lnTo>
                    <a:pt x="178" y="439"/>
                  </a:lnTo>
                  <a:lnTo>
                    <a:pt x="178" y="439"/>
                  </a:lnTo>
                  <a:lnTo>
                    <a:pt x="178" y="439"/>
                  </a:lnTo>
                  <a:lnTo>
                    <a:pt x="180" y="438"/>
                  </a:lnTo>
                  <a:lnTo>
                    <a:pt x="180" y="439"/>
                  </a:lnTo>
                  <a:lnTo>
                    <a:pt x="180" y="439"/>
                  </a:lnTo>
                  <a:lnTo>
                    <a:pt x="180" y="439"/>
                  </a:lnTo>
                  <a:lnTo>
                    <a:pt x="180" y="439"/>
                  </a:lnTo>
                  <a:lnTo>
                    <a:pt x="180" y="439"/>
                  </a:lnTo>
                  <a:lnTo>
                    <a:pt x="180" y="439"/>
                  </a:lnTo>
                  <a:lnTo>
                    <a:pt x="180" y="439"/>
                  </a:lnTo>
                  <a:lnTo>
                    <a:pt x="182" y="439"/>
                  </a:lnTo>
                  <a:lnTo>
                    <a:pt x="182" y="439"/>
                  </a:lnTo>
                  <a:lnTo>
                    <a:pt x="182" y="439"/>
                  </a:lnTo>
                  <a:lnTo>
                    <a:pt x="182" y="439"/>
                  </a:lnTo>
                  <a:lnTo>
                    <a:pt x="182" y="439"/>
                  </a:lnTo>
                  <a:lnTo>
                    <a:pt x="182" y="439"/>
                  </a:lnTo>
                  <a:lnTo>
                    <a:pt x="182" y="439"/>
                  </a:lnTo>
                  <a:lnTo>
                    <a:pt x="182" y="439"/>
                  </a:lnTo>
                  <a:lnTo>
                    <a:pt x="184" y="439"/>
                  </a:lnTo>
                  <a:lnTo>
                    <a:pt x="184" y="439"/>
                  </a:lnTo>
                  <a:lnTo>
                    <a:pt x="184" y="439"/>
                  </a:lnTo>
                  <a:lnTo>
                    <a:pt x="184" y="439"/>
                  </a:lnTo>
                  <a:lnTo>
                    <a:pt x="184" y="439"/>
                  </a:lnTo>
                  <a:lnTo>
                    <a:pt x="184" y="439"/>
                  </a:lnTo>
                  <a:lnTo>
                    <a:pt x="184" y="439"/>
                  </a:lnTo>
                  <a:lnTo>
                    <a:pt x="184" y="439"/>
                  </a:lnTo>
                  <a:lnTo>
                    <a:pt x="184" y="437"/>
                  </a:lnTo>
                  <a:lnTo>
                    <a:pt x="184" y="437"/>
                  </a:lnTo>
                  <a:lnTo>
                    <a:pt x="184" y="437"/>
                  </a:lnTo>
                  <a:lnTo>
                    <a:pt x="184" y="437"/>
                  </a:lnTo>
                  <a:lnTo>
                    <a:pt x="184" y="436"/>
                  </a:lnTo>
                  <a:lnTo>
                    <a:pt x="184" y="436"/>
                  </a:lnTo>
                  <a:lnTo>
                    <a:pt x="184" y="436"/>
                  </a:lnTo>
                  <a:lnTo>
                    <a:pt x="184" y="436"/>
                  </a:lnTo>
                  <a:lnTo>
                    <a:pt x="185" y="434"/>
                  </a:lnTo>
                  <a:lnTo>
                    <a:pt x="185" y="435"/>
                  </a:lnTo>
                  <a:lnTo>
                    <a:pt x="185" y="435"/>
                  </a:lnTo>
                  <a:lnTo>
                    <a:pt x="185" y="435"/>
                  </a:lnTo>
                  <a:lnTo>
                    <a:pt x="187" y="435"/>
                  </a:lnTo>
                  <a:lnTo>
                    <a:pt x="187" y="435"/>
                  </a:lnTo>
                  <a:lnTo>
                    <a:pt x="187" y="435"/>
                  </a:lnTo>
                  <a:lnTo>
                    <a:pt x="187" y="435"/>
                  </a:lnTo>
                  <a:lnTo>
                    <a:pt x="189" y="435"/>
                  </a:lnTo>
                  <a:lnTo>
                    <a:pt x="189" y="435"/>
                  </a:lnTo>
                  <a:lnTo>
                    <a:pt x="189" y="435"/>
                  </a:lnTo>
                  <a:lnTo>
                    <a:pt x="189" y="435"/>
                  </a:lnTo>
                  <a:lnTo>
                    <a:pt x="190" y="435"/>
                  </a:lnTo>
                  <a:lnTo>
                    <a:pt x="190" y="435"/>
                  </a:lnTo>
                  <a:lnTo>
                    <a:pt x="190" y="435"/>
                  </a:lnTo>
                  <a:lnTo>
                    <a:pt x="190" y="435"/>
                  </a:lnTo>
                  <a:lnTo>
                    <a:pt x="192" y="434"/>
                  </a:lnTo>
                  <a:lnTo>
                    <a:pt x="192" y="434"/>
                  </a:lnTo>
                  <a:lnTo>
                    <a:pt x="192" y="434"/>
                  </a:lnTo>
                  <a:lnTo>
                    <a:pt x="192" y="434"/>
                  </a:lnTo>
                  <a:lnTo>
                    <a:pt x="194" y="434"/>
                  </a:lnTo>
                  <a:lnTo>
                    <a:pt x="194" y="434"/>
                  </a:lnTo>
                  <a:lnTo>
                    <a:pt x="194" y="432"/>
                  </a:lnTo>
                  <a:lnTo>
                    <a:pt x="194" y="432"/>
                  </a:lnTo>
                  <a:lnTo>
                    <a:pt x="196" y="430"/>
                  </a:lnTo>
                  <a:lnTo>
                    <a:pt x="196" y="430"/>
                  </a:lnTo>
                  <a:lnTo>
                    <a:pt x="196" y="430"/>
                  </a:lnTo>
                  <a:lnTo>
                    <a:pt x="196" y="430"/>
                  </a:lnTo>
                  <a:lnTo>
                    <a:pt x="198" y="428"/>
                  </a:lnTo>
                  <a:lnTo>
                    <a:pt x="198" y="428"/>
                  </a:lnTo>
                  <a:lnTo>
                    <a:pt x="199" y="428"/>
                  </a:lnTo>
                  <a:lnTo>
                    <a:pt x="199" y="428"/>
                  </a:lnTo>
                  <a:lnTo>
                    <a:pt x="200" y="427"/>
                  </a:lnTo>
                  <a:lnTo>
                    <a:pt x="200" y="428"/>
                  </a:lnTo>
                  <a:lnTo>
                    <a:pt x="200" y="428"/>
                  </a:lnTo>
                  <a:lnTo>
                    <a:pt x="200" y="428"/>
                  </a:lnTo>
                  <a:lnTo>
                    <a:pt x="201" y="428"/>
                  </a:lnTo>
                  <a:lnTo>
                    <a:pt x="201" y="428"/>
                  </a:lnTo>
                  <a:lnTo>
                    <a:pt x="201" y="428"/>
                  </a:lnTo>
                  <a:lnTo>
                    <a:pt x="201" y="428"/>
                  </a:lnTo>
                  <a:lnTo>
                    <a:pt x="203" y="428"/>
                  </a:lnTo>
                  <a:lnTo>
                    <a:pt x="203" y="429"/>
                  </a:lnTo>
                  <a:lnTo>
                    <a:pt x="203" y="429"/>
                  </a:lnTo>
                  <a:lnTo>
                    <a:pt x="203" y="429"/>
                  </a:lnTo>
                  <a:lnTo>
                    <a:pt x="204" y="429"/>
                  </a:lnTo>
                  <a:lnTo>
                    <a:pt x="204" y="429"/>
                  </a:lnTo>
                  <a:lnTo>
                    <a:pt x="204" y="429"/>
                  </a:lnTo>
                  <a:lnTo>
                    <a:pt x="204" y="429"/>
                  </a:lnTo>
                  <a:lnTo>
                    <a:pt x="206" y="429"/>
                  </a:lnTo>
                  <a:lnTo>
                    <a:pt x="206" y="429"/>
                  </a:lnTo>
                  <a:lnTo>
                    <a:pt x="206" y="429"/>
                  </a:lnTo>
                  <a:lnTo>
                    <a:pt x="206" y="429"/>
                  </a:lnTo>
                  <a:lnTo>
                    <a:pt x="206" y="429"/>
                  </a:lnTo>
                  <a:lnTo>
                    <a:pt x="206" y="429"/>
                  </a:lnTo>
                  <a:lnTo>
                    <a:pt x="206" y="429"/>
                  </a:lnTo>
                  <a:lnTo>
                    <a:pt x="206" y="429"/>
                  </a:lnTo>
                  <a:lnTo>
                    <a:pt x="208" y="429"/>
                  </a:lnTo>
                  <a:lnTo>
                    <a:pt x="208" y="429"/>
                  </a:lnTo>
                  <a:lnTo>
                    <a:pt x="208" y="429"/>
                  </a:lnTo>
                  <a:lnTo>
                    <a:pt x="208" y="429"/>
                  </a:lnTo>
                  <a:lnTo>
                    <a:pt x="208" y="429"/>
                  </a:lnTo>
                  <a:lnTo>
                    <a:pt x="208" y="429"/>
                  </a:lnTo>
                  <a:lnTo>
                    <a:pt x="208" y="429"/>
                  </a:lnTo>
                  <a:lnTo>
                    <a:pt x="208" y="429"/>
                  </a:lnTo>
                  <a:lnTo>
                    <a:pt x="209" y="428"/>
                  </a:lnTo>
                  <a:lnTo>
                    <a:pt x="209" y="428"/>
                  </a:lnTo>
                  <a:lnTo>
                    <a:pt x="212" y="427"/>
                  </a:lnTo>
                  <a:lnTo>
                    <a:pt x="212" y="427"/>
                  </a:lnTo>
                  <a:lnTo>
                    <a:pt x="214" y="425"/>
                  </a:lnTo>
                  <a:lnTo>
                    <a:pt x="214" y="422"/>
                  </a:lnTo>
                  <a:lnTo>
                    <a:pt x="215" y="421"/>
                  </a:lnTo>
                  <a:lnTo>
                    <a:pt x="216" y="419"/>
                  </a:lnTo>
                  <a:lnTo>
                    <a:pt x="218" y="417"/>
                  </a:lnTo>
                  <a:lnTo>
                    <a:pt x="218" y="415"/>
                  </a:lnTo>
                  <a:lnTo>
                    <a:pt x="219" y="413"/>
                  </a:lnTo>
                  <a:lnTo>
                    <a:pt x="219" y="412"/>
                  </a:lnTo>
                  <a:lnTo>
                    <a:pt x="221" y="410"/>
                  </a:lnTo>
                  <a:lnTo>
                    <a:pt x="221" y="408"/>
                  </a:lnTo>
                  <a:lnTo>
                    <a:pt x="222" y="406"/>
                  </a:lnTo>
                  <a:lnTo>
                    <a:pt x="222" y="405"/>
                  </a:lnTo>
                  <a:lnTo>
                    <a:pt x="224" y="403"/>
                  </a:lnTo>
                  <a:lnTo>
                    <a:pt x="224" y="402"/>
                  </a:lnTo>
                  <a:lnTo>
                    <a:pt x="225" y="400"/>
                  </a:lnTo>
                  <a:lnTo>
                    <a:pt x="225" y="398"/>
                  </a:lnTo>
                  <a:lnTo>
                    <a:pt x="227" y="396"/>
                  </a:lnTo>
                  <a:lnTo>
                    <a:pt x="227" y="394"/>
                  </a:lnTo>
                  <a:lnTo>
                    <a:pt x="229" y="392"/>
                  </a:lnTo>
                  <a:lnTo>
                    <a:pt x="231" y="390"/>
                  </a:lnTo>
                  <a:lnTo>
                    <a:pt x="233" y="386"/>
                  </a:lnTo>
                  <a:lnTo>
                    <a:pt x="233" y="384"/>
                  </a:lnTo>
                  <a:lnTo>
                    <a:pt x="235" y="383"/>
                  </a:lnTo>
                  <a:lnTo>
                    <a:pt x="237" y="381"/>
                  </a:lnTo>
                  <a:lnTo>
                    <a:pt x="238" y="377"/>
                  </a:lnTo>
                  <a:lnTo>
                    <a:pt x="239" y="375"/>
                  </a:lnTo>
                  <a:lnTo>
                    <a:pt x="241" y="373"/>
                  </a:lnTo>
                  <a:lnTo>
                    <a:pt x="243" y="371"/>
                  </a:lnTo>
                  <a:lnTo>
                    <a:pt x="245" y="369"/>
                  </a:lnTo>
                  <a:lnTo>
                    <a:pt x="245" y="368"/>
                  </a:lnTo>
                  <a:lnTo>
                    <a:pt x="245" y="366"/>
                  </a:lnTo>
                  <a:lnTo>
                    <a:pt x="245" y="364"/>
                  </a:lnTo>
                  <a:lnTo>
                    <a:pt x="246" y="362"/>
                  </a:lnTo>
                  <a:lnTo>
                    <a:pt x="246" y="360"/>
                  </a:lnTo>
                  <a:lnTo>
                    <a:pt x="246" y="357"/>
                  </a:lnTo>
                  <a:lnTo>
                    <a:pt x="246" y="355"/>
                  </a:lnTo>
                  <a:lnTo>
                    <a:pt x="248" y="351"/>
                  </a:lnTo>
                  <a:lnTo>
                    <a:pt x="248" y="349"/>
                  </a:lnTo>
                  <a:lnTo>
                    <a:pt x="248" y="347"/>
                  </a:lnTo>
                  <a:lnTo>
                    <a:pt x="248" y="346"/>
                  </a:lnTo>
                  <a:lnTo>
                    <a:pt x="251" y="342"/>
                  </a:lnTo>
                  <a:lnTo>
                    <a:pt x="251" y="340"/>
                  </a:lnTo>
                  <a:lnTo>
                    <a:pt x="252" y="339"/>
                  </a:lnTo>
                  <a:lnTo>
                    <a:pt x="252" y="337"/>
                  </a:lnTo>
                  <a:lnTo>
                    <a:pt x="254" y="334"/>
                  </a:lnTo>
                  <a:lnTo>
                    <a:pt x="254" y="334"/>
                  </a:lnTo>
                  <a:lnTo>
                    <a:pt x="254" y="333"/>
                  </a:lnTo>
                  <a:lnTo>
                    <a:pt x="254" y="333"/>
                  </a:lnTo>
                  <a:lnTo>
                    <a:pt x="255" y="331"/>
                  </a:lnTo>
                  <a:lnTo>
                    <a:pt x="255" y="331"/>
                  </a:lnTo>
                  <a:lnTo>
                    <a:pt x="256" y="329"/>
                  </a:lnTo>
                  <a:lnTo>
                    <a:pt x="256" y="329"/>
                  </a:lnTo>
                  <a:lnTo>
                    <a:pt x="258" y="327"/>
                  </a:lnTo>
                  <a:lnTo>
                    <a:pt x="258" y="327"/>
                  </a:lnTo>
                  <a:lnTo>
                    <a:pt x="258" y="325"/>
                  </a:lnTo>
                  <a:lnTo>
                    <a:pt x="258" y="325"/>
                  </a:lnTo>
                  <a:lnTo>
                    <a:pt x="260" y="324"/>
                  </a:lnTo>
                  <a:lnTo>
                    <a:pt x="260" y="324"/>
                  </a:lnTo>
                  <a:lnTo>
                    <a:pt x="261" y="322"/>
                  </a:lnTo>
                  <a:lnTo>
                    <a:pt x="261" y="322"/>
                  </a:lnTo>
                  <a:lnTo>
                    <a:pt x="262" y="320"/>
                  </a:lnTo>
                  <a:lnTo>
                    <a:pt x="261" y="320"/>
                  </a:lnTo>
                  <a:lnTo>
                    <a:pt x="261" y="320"/>
                  </a:lnTo>
                  <a:lnTo>
                    <a:pt x="261" y="320"/>
                  </a:lnTo>
                  <a:lnTo>
                    <a:pt x="261" y="320"/>
                  </a:lnTo>
                  <a:lnTo>
                    <a:pt x="261" y="320"/>
                  </a:lnTo>
                  <a:lnTo>
                    <a:pt x="261" y="320"/>
                  </a:lnTo>
                  <a:lnTo>
                    <a:pt x="261" y="320"/>
                  </a:lnTo>
                  <a:lnTo>
                    <a:pt x="261" y="318"/>
                  </a:lnTo>
                  <a:lnTo>
                    <a:pt x="261" y="318"/>
                  </a:lnTo>
                  <a:lnTo>
                    <a:pt x="261" y="318"/>
                  </a:lnTo>
                  <a:lnTo>
                    <a:pt x="261" y="318"/>
                  </a:lnTo>
                  <a:lnTo>
                    <a:pt x="261" y="316"/>
                  </a:lnTo>
                  <a:lnTo>
                    <a:pt x="261" y="316"/>
                  </a:lnTo>
                  <a:lnTo>
                    <a:pt x="261" y="315"/>
                  </a:lnTo>
                  <a:lnTo>
                    <a:pt x="261" y="315"/>
                  </a:lnTo>
                  <a:lnTo>
                    <a:pt x="261" y="313"/>
                  </a:lnTo>
                  <a:lnTo>
                    <a:pt x="261" y="313"/>
                  </a:lnTo>
                  <a:lnTo>
                    <a:pt x="261" y="312"/>
                  </a:lnTo>
                  <a:lnTo>
                    <a:pt x="261" y="312"/>
                  </a:lnTo>
                  <a:lnTo>
                    <a:pt x="261" y="310"/>
                  </a:lnTo>
                  <a:lnTo>
                    <a:pt x="261" y="310"/>
                  </a:lnTo>
                  <a:lnTo>
                    <a:pt x="261" y="309"/>
                  </a:lnTo>
                  <a:lnTo>
                    <a:pt x="261" y="309"/>
                  </a:lnTo>
                  <a:lnTo>
                    <a:pt x="262" y="307"/>
                  </a:lnTo>
                  <a:lnTo>
                    <a:pt x="262" y="307"/>
                  </a:lnTo>
                  <a:lnTo>
                    <a:pt x="262" y="305"/>
                  </a:lnTo>
                  <a:lnTo>
                    <a:pt x="262" y="305"/>
                  </a:lnTo>
                  <a:lnTo>
                    <a:pt x="262" y="303"/>
                  </a:lnTo>
                  <a:lnTo>
                    <a:pt x="262" y="303"/>
                  </a:lnTo>
                  <a:lnTo>
                    <a:pt x="262" y="302"/>
                  </a:lnTo>
                  <a:lnTo>
                    <a:pt x="262" y="302"/>
                  </a:lnTo>
                  <a:lnTo>
                    <a:pt x="263" y="300"/>
                  </a:lnTo>
                  <a:lnTo>
                    <a:pt x="261" y="300"/>
                  </a:lnTo>
                  <a:lnTo>
                    <a:pt x="261" y="300"/>
                  </a:lnTo>
                  <a:lnTo>
                    <a:pt x="260" y="300"/>
                  </a:lnTo>
                  <a:lnTo>
                    <a:pt x="260" y="298"/>
                  </a:lnTo>
                  <a:lnTo>
                    <a:pt x="258" y="298"/>
                  </a:lnTo>
                  <a:lnTo>
                    <a:pt x="258" y="296"/>
                  </a:lnTo>
                  <a:lnTo>
                    <a:pt x="256" y="296"/>
                  </a:lnTo>
                  <a:lnTo>
                    <a:pt x="256" y="294"/>
                  </a:lnTo>
                  <a:lnTo>
                    <a:pt x="254" y="294"/>
                  </a:lnTo>
                  <a:lnTo>
                    <a:pt x="253" y="294"/>
                  </a:lnTo>
                  <a:lnTo>
                    <a:pt x="251" y="294"/>
                  </a:lnTo>
                  <a:lnTo>
                    <a:pt x="251" y="292"/>
                  </a:lnTo>
                  <a:lnTo>
                    <a:pt x="249" y="292"/>
                  </a:lnTo>
                  <a:lnTo>
                    <a:pt x="249" y="291"/>
                  </a:lnTo>
                  <a:lnTo>
                    <a:pt x="248" y="291"/>
                  </a:lnTo>
                  <a:lnTo>
                    <a:pt x="248" y="289"/>
                  </a:lnTo>
                  <a:lnTo>
                    <a:pt x="246" y="289"/>
                  </a:lnTo>
                  <a:lnTo>
                    <a:pt x="246" y="288"/>
                  </a:lnTo>
                  <a:lnTo>
                    <a:pt x="244" y="288"/>
                  </a:lnTo>
                  <a:lnTo>
                    <a:pt x="244" y="287"/>
                  </a:lnTo>
                  <a:lnTo>
                    <a:pt x="242" y="287"/>
                  </a:lnTo>
                  <a:lnTo>
                    <a:pt x="241" y="286"/>
                  </a:lnTo>
                  <a:lnTo>
                    <a:pt x="239" y="286"/>
                  </a:lnTo>
                  <a:lnTo>
                    <a:pt x="239" y="284"/>
                  </a:lnTo>
                  <a:lnTo>
                    <a:pt x="237" y="284"/>
                  </a:lnTo>
                  <a:lnTo>
                    <a:pt x="236" y="284"/>
                  </a:lnTo>
                  <a:lnTo>
                    <a:pt x="233" y="284"/>
                  </a:lnTo>
                  <a:lnTo>
                    <a:pt x="233" y="282"/>
                  </a:lnTo>
                  <a:lnTo>
                    <a:pt x="231" y="282"/>
                  </a:lnTo>
                  <a:lnTo>
                    <a:pt x="229" y="280"/>
                  </a:lnTo>
                  <a:lnTo>
                    <a:pt x="227" y="280"/>
                  </a:lnTo>
                  <a:lnTo>
                    <a:pt x="227" y="278"/>
                  </a:lnTo>
                  <a:lnTo>
                    <a:pt x="225" y="278"/>
                  </a:lnTo>
                  <a:lnTo>
                    <a:pt x="225" y="278"/>
                  </a:lnTo>
                  <a:lnTo>
                    <a:pt x="225" y="278"/>
                  </a:lnTo>
                  <a:lnTo>
                    <a:pt x="225" y="278"/>
                  </a:lnTo>
                  <a:lnTo>
                    <a:pt x="224" y="278"/>
                  </a:lnTo>
                  <a:lnTo>
                    <a:pt x="224" y="278"/>
                  </a:lnTo>
                  <a:lnTo>
                    <a:pt x="224" y="278"/>
                  </a:lnTo>
                  <a:lnTo>
                    <a:pt x="224" y="276"/>
                  </a:lnTo>
                  <a:lnTo>
                    <a:pt x="222" y="276"/>
                  </a:lnTo>
                  <a:lnTo>
                    <a:pt x="222" y="276"/>
                  </a:lnTo>
                  <a:lnTo>
                    <a:pt x="222" y="276"/>
                  </a:lnTo>
                  <a:lnTo>
                    <a:pt x="222" y="274"/>
                  </a:lnTo>
                  <a:lnTo>
                    <a:pt x="222" y="274"/>
                  </a:lnTo>
                  <a:lnTo>
                    <a:pt x="222" y="274"/>
                  </a:lnTo>
                  <a:lnTo>
                    <a:pt x="222" y="274"/>
                  </a:lnTo>
                  <a:lnTo>
                    <a:pt x="222" y="272"/>
                  </a:lnTo>
                  <a:lnTo>
                    <a:pt x="222" y="272"/>
                  </a:lnTo>
                  <a:lnTo>
                    <a:pt x="222" y="272"/>
                  </a:lnTo>
                  <a:lnTo>
                    <a:pt x="222" y="272"/>
                  </a:lnTo>
                  <a:lnTo>
                    <a:pt x="222" y="272"/>
                  </a:lnTo>
                  <a:lnTo>
                    <a:pt x="222" y="272"/>
                  </a:lnTo>
                  <a:lnTo>
                    <a:pt x="222" y="272"/>
                  </a:lnTo>
                  <a:lnTo>
                    <a:pt x="222" y="272"/>
                  </a:lnTo>
                  <a:lnTo>
                    <a:pt x="223" y="271"/>
                  </a:lnTo>
                  <a:lnTo>
                    <a:pt x="223" y="271"/>
                  </a:lnTo>
                  <a:lnTo>
                    <a:pt x="223" y="271"/>
                  </a:lnTo>
                  <a:lnTo>
                    <a:pt x="223" y="271"/>
                  </a:lnTo>
                  <a:lnTo>
                    <a:pt x="224" y="270"/>
                  </a:lnTo>
                  <a:lnTo>
                    <a:pt x="224" y="270"/>
                  </a:lnTo>
                  <a:lnTo>
                    <a:pt x="224" y="270"/>
                  </a:lnTo>
                  <a:lnTo>
                    <a:pt x="224" y="270"/>
                  </a:lnTo>
                  <a:lnTo>
                    <a:pt x="226" y="268"/>
                  </a:lnTo>
                  <a:lnTo>
                    <a:pt x="226" y="268"/>
                  </a:lnTo>
                  <a:lnTo>
                    <a:pt x="226" y="266"/>
                  </a:lnTo>
                  <a:lnTo>
                    <a:pt x="226" y="266"/>
                  </a:lnTo>
                  <a:lnTo>
                    <a:pt x="226" y="265"/>
                  </a:lnTo>
                  <a:lnTo>
                    <a:pt x="226" y="265"/>
                  </a:lnTo>
                  <a:lnTo>
                    <a:pt x="226" y="263"/>
                  </a:lnTo>
                  <a:lnTo>
                    <a:pt x="226" y="263"/>
                  </a:lnTo>
                  <a:lnTo>
                    <a:pt x="226" y="261"/>
                  </a:lnTo>
                  <a:lnTo>
                    <a:pt x="226" y="261"/>
                  </a:lnTo>
                  <a:lnTo>
                    <a:pt x="226" y="259"/>
                  </a:lnTo>
                  <a:lnTo>
                    <a:pt x="226" y="259"/>
                  </a:lnTo>
                  <a:lnTo>
                    <a:pt x="226" y="257"/>
                  </a:lnTo>
                  <a:lnTo>
                    <a:pt x="226" y="257"/>
                  </a:lnTo>
                  <a:lnTo>
                    <a:pt x="226" y="255"/>
                  </a:lnTo>
                  <a:lnTo>
                    <a:pt x="226" y="255"/>
                  </a:lnTo>
                  <a:lnTo>
                    <a:pt x="227" y="253"/>
                  </a:lnTo>
                  <a:lnTo>
                    <a:pt x="225" y="253"/>
                  </a:lnTo>
                  <a:lnTo>
                    <a:pt x="225" y="253"/>
                  </a:lnTo>
                  <a:lnTo>
                    <a:pt x="225" y="253"/>
                  </a:lnTo>
                  <a:lnTo>
                    <a:pt x="225" y="251"/>
                  </a:lnTo>
                  <a:lnTo>
                    <a:pt x="223" y="251"/>
                  </a:lnTo>
                  <a:lnTo>
                    <a:pt x="223" y="251"/>
                  </a:lnTo>
                  <a:lnTo>
                    <a:pt x="222" y="251"/>
                  </a:lnTo>
                  <a:lnTo>
                    <a:pt x="222" y="249"/>
                  </a:lnTo>
                  <a:lnTo>
                    <a:pt x="221" y="249"/>
                  </a:lnTo>
                  <a:lnTo>
                    <a:pt x="220" y="249"/>
                  </a:lnTo>
                  <a:lnTo>
                    <a:pt x="218" y="249"/>
                  </a:lnTo>
                  <a:lnTo>
                    <a:pt x="218" y="248"/>
                  </a:lnTo>
                  <a:lnTo>
                    <a:pt x="216" y="248"/>
                  </a:lnTo>
                  <a:lnTo>
                    <a:pt x="215" y="248"/>
                  </a:lnTo>
                  <a:lnTo>
                    <a:pt x="214" y="248"/>
                  </a:lnTo>
                  <a:lnTo>
                    <a:pt x="214" y="246"/>
                  </a:lnTo>
                  <a:lnTo>
                    <a:pt x="212" y="246"/>
                  </a:lnTo>
                  <a:lnTo>
                    <a:pt x="212" y="246"/>
                  </a:lnTo>
                  <a:lnTo>
                    <a:pt x="212" y="246"/>
                  </a:lnTo>
                  <a:lnTo>
                    <a:pt x="212" y="244"/>
                  </a:lnTo>
                  <a:lnTo>
                    <a:pt x="211" y="244"/>
                  </a:lnTo>
                  <a:lnTo>
                    <a:pt x="211" y="243"/>
                  </a:lnTo>
                  <a:lnTo>
                    <a:pt x="211" y="243"/>
                  </a:lnTo>
                  <a:lnTo>
                    <a:pt x="211" y="241"/>
                  </a:lnTo>
                  <a:lnTo>
                    <a:pt x="209" y="241"/>
                  </a:lnTo>
                  <a:lnTo>
                    <a:pt x="209" y="241"/>
                  </a:lnTo>
                  <a:lnTo>
                    <a:pt x="209" y="241"/>
                  </a:lnTo>
                  <a:lnTo>
                    <a:pt x="209" y="239"/>
                  </a:lnTo>
                  <a:lnTo>
                    <a:pt x="209" y="239"/>
                  </a:lnTo>
                  <a:lnTo>
                    <a:pt x="209" y="239"/>
                  </a:lnTo>
                  <a:lnTo>
                    <a:pt x="209" y="239"/>
                  </a:lnTo>
                  <a:lnTo>
                    <a:pt x="209" y="237"/>
                  </a:lnTo>
                  <a:lnTo>
                    <a:pt x="209" y="237"/>
                  </a:lnTo>
                  <a:lnTo>
                    <a:pt x="209" y="237"/>
                  </a:lnTo>
                  <a:lnTo>
                    <a:pt x="209" y="237"/>
                  </a:lnTo>
                  <a:lnTo>
                    <a:pt x="209" y="236"/>
                  </a:lnTo>
                  <a:lnTo>
                    <a:pt x="209" y="236"/>
                  </a:lnTo>
                  <a:lnTo>
                    <a:pt x="209" y="236"/>
                  </a:lnTo>
                  <a:lnTo>
                    <a:pt x="209" y="236"/>
                  </a:lnTo>
                  <a:lnTo>
                    <a:pt x="211" y="234"/>
                  </a:lnTo>
                  <a:lnTo>
                    <a:pt x="211" y="234"/>
                  </a:lnTo>
                  <a:lnTo>
                    <a:pt x="211" y="234"/>
                  </a:lnTo>
                  <a:lnTo>
                    <a:pt x="211" y="234"/>
                  </a:lnTo>
                  <a:lnTo>
                    <a:pt x="211" y="233"/>
                  </a:lnTo>
                  <a:lnTo>
                    <a:pt x="211" y="233"/>
                  </a:lnTo>
                  <a:lnTo>
                    <a:pt x="211" y="233"/>
                  </a:lnTo>
                  <a:lnTo>
                    <a:pt x="211" y="233"/>
                  </a:lnTo>
                  <a:lnTo>
                    <a:pt x="212" y="232"/>
                  </a:lnTo>
                  <a:lnTo>
                    <a:pt x="211" y="232"/>
                  </a:lnTo>
                  <a:lnTo>
                    <a:pt x="211" y="232"/>
                  </a:lnTo>
                  <a:lnTo>
                    <a:pt x="211" y="232"/>
                  </a:lnTo>
                  <a:lnTo>
                    <a:pt x="211" y="232"/>
                  </a:lnTo>
                  <a:lnTo>
                    <a:pt x="210" y="232"/>
                  </a:lnTo>
                  <a:lnTo>
                    <a:pt x="210" y="232"/>
                  </a:lnTo>
                  <a:lnTo>
                    <a:pt x="210" y="232"/>
                  </a:lnTo>
                  <a:lnTo>
                    <a:pt x="210" y="229"/>
                  </a:lnTo>
                  <a:lnTo>
                    <a:pt x="209" y="229"/>
                  </a:lnTo>
                  <a:lnTo>
                    <a:pt x="209" y="229"/>
                  </a:lnTo>
                  <a:lnTo>
                    <a:pt x="209" y="229"/>
                  </a:lnTo>
                  <a:lnTo>
                    <a:pt x="209" y="228"/>
                  </a:lnTo>
                  <a:lnTo>
                    <a:pt x="209" y="228"/>
                  </a:lnTo>
                  <a:lnTo>
                    <a:pt x="209" y="228"/>
                  </a:lnTo>
                  <a:lnTo>
                    <a:pt x="209" y="228"/>
                  </a:lnTo>
                  <a:lnTo>
                    <a:pt x="209" y="227"/>
                  </a:lnTo>
                  <a:lnTo>
                    <a:pt x="207" y="228"/>
                  </a:lnTo>
                  <a:lnTo>
                    <a:pt x="207" y="228"/>
                  </a:lnTo>
                  <a:lnTo>
                    <a:pt x="207" y="228"/>
                  </a:lnTo>
                  <a:lnTo>
                    <a:pt x="207" y="228"/>
                  </a:lnTo>
                  <a:lnTo>
                    <a:pt x="205" y="228"/>
                  </a:lnTo>
                  <a:lnTo>
                    <a:pt x="205" y="228"/>
                  </a:lnTo>
                  <a:lnTo>
                    <a:pt x="205" y="228"/>
                  </a:lnTo>
                  <a:lnTo>
                    <a:pt x="205" y="228"/>
                  </a:lnTo>
                  <a:lnTo>
                    <a:pt x="203" y="228"/>
                  </a:lnTo>
                  <a:lnTo>
                    <a:pt x="203" y="228"/>
                  </a:lnTo>
                  <a:lnTo>
                    <a:pt x="203" y="228"/>
                  </a:lnTo>
                  <a:lnTo>
                    <a:pt x="203" y="228"/>
                  </a:lnTo>
                  <a:lnTo>
                    <a:pt x="203" y="228"/>
                  </a:lnTo>
                  <a:lnTo>
                    <a:pt x="203" y="228"/>
                  </a:lnTo>
                  <a:lnTo>
                    <a:pt x="203" y="228"/>
                  </a:lnTo>
                  <a:lnTo>
                    <a:pt x="203" y="227"/>
                  </a:lnTo>
                  <a:lnTo>
                    <a:pt x="201" y="227"/>
                  </a:lnTo>
                  <a:lnTo>
                    <a:pt x="201" y="227"/>
                  </a:lnTo>
                  <a:lnTo>
                    <a:pt x="200" y="227"/>
                  </a:lnTo>
                  <a:lnTo>
                    <a:pt x="200" y="226"/>
                  </a:lnTo>
                  <a:lnTo>
                    <a:pt x="198" y="226"/>
                  </a:lnTo>
                  <a:lnTo>
                    <a:pt x="198" y="224"/>
                  </a:lnTo>
                  <a:lnTo>
                    <a:pt x="198" y="224"/>
                  </a:lnTo>
                  <a:lnTo>
                    <a:pt x="198" y="222"/>
                  </a:lnTo>
                  <a:lnTo>
                    <a:pt x="197" y="222"/>
                  </a:lnTo>
                  <a:lnTo>
                    <a:pt x="197" y="222"/>
                  </a:lnTo>
                  <a:lnTo>
                    <a:pt x="197" y="222"/>
                  </a:lnTo>
                  <a:lnTo>
                    <a:pt x="197" y="220"/>
                  </a:lnTo>
                  <a:lnTo>
                    <a:pt x="197" y="220"/>
                  </a:lnTo>
                  <a:lnTo>
                    <a:pt x="197" y="219"/>
                  </a:lnTo>
                  <a:lnTo>
                    <a:pt x="197" y="219"/>
                  </a:lnTo>
                  <a:lnTo>
                    <a:pt x="197" y="217"/>
                  </a:lnTo>
                  <a:lnTo>
                    <a:pt x="197" y="217"/>
                  </a:lnTo>
                  <a:lnTo>
                    <a:pt x="197" y="217"/>
                  </a:lnTo>
                  <a:lnTo>
                    <a:pt x="197" y="217"/>
                  </a:lnTo>
                  <a:lnTo>
                    <a:pt x="197" y="217"/>
                  </a:lnTo>
                  <a:lnTo>
                    <a:pt x="197" y="217"/>
                  </a:lnTo>
                  <a:lnTo>
                    <a:pt x="197" y="217"/>
                  </a:lnTo>
                  <a:lnTo>
                    <a:pt x="197" y="217"/>
                  </a:lnTo>
                  <a:lnTo>
                    <a:pt x="199" y="215"/>
                  </a:lnTo>
                  <a:lnTo>
                    <a:pt x="199" y="215"/>
                  </a:lnTo>
                  <a:lnTo>
                    <a:pt x="199" y="215"/>
                  </a:lnTo>
                  <a:lnTo>
                    <a:pt x="199" y="215"/>
                  </a:lnTo>
                  <a:lnTo>
                    <a:pt x="199" y="213"/>
                  </a:lnTo>
                  <a:lnTo>
                    <a:pt x="199" y="213"/>
                  </a:lnTo>
                  <a:lnTo>
                    <a:pt x="199" y="213"/>
                  </a:lnTo>
                  <a:lnTo>
                    <a:pt x="199" y="213"/>
                  </a:lnTo>
                  <a:lnTo>
                    <a:pt x="200" y="211"/>
                  </a:lnTo>
                  <a:lnTo>
                    <a:pt x="200" y="211"/>
                  </a:lnTo>
                  <a:lnTo>
                    <a:pt x="200" y="211"/>
                  </a:lnTo>
                  <a:lnTo>
                    <a:pt x="200" y="211"/>
                  </a:lnTo>
                  <a:lnTo>
                    <a:pt x="200" y="211"/>
                  </a:lnTo>
                  <a:lnTo>
                    <a:pt x="200" y="211"/>
                  </a:lnTo>
                  <a:lnTo>
                    <a:pt x="200" y="211"/>
                  </a:lnTo>
                  <a:lnTo>
                    <a:pt x="200" y="211"/>
                  </a:lnTo>
                  <a:lnTo>
                    <a:pt x="200" y="211"/>
                  </a:lnTo>
                  <a:lnTo>
                    <a:pt x="200" y="211"/>
                  </a:lnTo>
                  <a:lnTo>
                    <a:pt x="200" y="211"/>
                  </a:lnTo>
                  <a:lnTo>
                    <a:pt x="200" y="211"/>
                  </a:lnTo>
                  <a:lnTo>
                    <a:pt x="200" y="211"/>
                  </a:lnTo>
                  <a:lnTo>
                    <a:pt x="200" y="211"/>
                  </a:lnTo>
                  <a:lnTo>
                    <a:pt x="200" y="211"/>
                  </a:lnTo>
                  <a:lnTo>
                    <a:pt x="200" y="211"/>
                  </a:lnTo>
                  <a:lnTo>
                    <a:pt x="200" y="210"/>
                  </a:lnTo>
                  <a:lnTo>
                    <a:pt x="199" y="210"/>
                  </a:lnTo>
                  <a:lnTo>
                    <a:pt x="199" y="210"/>
                  </a:lnTo>
                  <a:lnTo>
                    <a:pt x="199" y="210"/>
                  </a:lnTo>
                  <a:lnTo>
                    <a:pt x="199" y="210"/>
                  </a:lnTo>
                  <a:lnTo>
                    <a:pt x="197" y="210"/>
                  </a:lnTo>
                  <a:lnTo>
                    <a:pt x="197" y="210"/>
                  </a:lnTo>
                  <a:lnTo>
                    <a:pt x="197" y="210"/>
                  </a:lnTo>
                  <a:lnTo>
                    <a:pt x="197" y="210"/>
                  </a:lnTo>
                  <a:lnTo>
                    <a:pt x="194" y="210"/>
                  </a:lnTo>
                  <a:lnTo>
                    <a:pt x="194" y="210"/>
                  </a:lnTo>
                  <a:lnTo>
                    <a:pt x="194" y="210"/>
                  </a:lnTo>
                  <a:lnTo>
                    <a:pt x="194" y="210"/>
                  </a:lnTo>
                  <a:lnTo>
                    <a:pt x="194" y="210"/>
                  </a:lnTo>
                  <a:lnTo>
                    <a:pt x="194" y="210"/>
                  </a:lnTo>
                  <a:lnTo>
                    <a:pt x="194" y="210"/>
                  </a:lnTo>
                  <a:lnTo>
                    <a:pt x="194" y="208"/>
                  </a:lnTo>
                  <a:lnTo>
                    <a:pt x="193" y="208"/>
                  </a:lnTo>
                  <a:lnTo>
                    <a:pt x="193" y="208"/>
                  </a:lnTo>
                  <a:lnTo>
                    <a:pt x="193" y="208"/>
                  </a:lnTo>
                  <a:lnTo>
                    <a:pt x="193" y="207"/>
                  </a:lnTo>
                  <a:lnTo>
                    <a:pt x="193" y="207"/>
                  </a:lnTo>
                  <a:lnTo>
                    <a:pt x="193" y="205"/>
                  </a:lnTo>
                  <a:lnTo>
                    <a:pt x="193" y="205"/>
                  </a:lnTo>
                  <a:lnTo>
                    <a:pt x="194" y="203"/>
                  </a:lnTo>
                  <a:lnTo>
                    <a:pt x="194" y="203"/>
                  </a:lnTo>
                  <a:lnTo>
                    <a:pt x="194" y="202"/>
                  </a:lnTo>
                  <a:lnTo>
                    <a:pt x="194" y="202"/>
                  </a:lnTo>
                  <a:lnTo>
                    <a:pt x="194" y="200"/>
                  </a:lnTo>
                  <a:lnTo>
                    <a:pt x="194" y="200"/>
                  </a:lnTo>
                  <a:lnTo>
                    <a:pt x="194" y="198"/>
                  </a:lnTo>
                  <a:lnTo>
                    <a:pt x="194" y="198"/>
                  </a:lnTo>
                  <a:lnTo>
                    <a:pt x="194" y="196"/>
                  </a:lnTo>
                  <a:lnTo>
                    <a:pt x="193" y="196"/>
                  </a:lnTo>
                  <a:lnTo>
                    <a:pt x="193" y="196"/>
                  </a:lnTo>
                  <a:lnTo>
                    <a:pt x="193" y="196"/>
                  </a:lnTo>
                  <a:lnTo>
                    <a:pt x="193" y="196"/>
                  </a:lnTo>
                  <a:lnTo>
                    <a:pt x="193" y="196"/>
                  </a:lnTo>
                  <a:lnTo>
                    <a:pt x="193" y="196"/>
                  </a:lnTo>
                  <a:lnTo>
                    <a:pt x="193" y="196"/>
                  </a:lnTo>
                  <a:lnTo>
                    <a:pt x="193" y="194"/>
                  </a:lnTo>
                  <a:lnTo>
                    <a:pt x="192" y="194"/>
                  </a:lnTo>
                  <a:lnTo>
                    <a:pt x="192" y="194"/>
                  </a:lnTo>
                  <a:lnTo>
                    <a:pt x="192" y="194"/>
                  </a:lnTo>
                  <a:lnTo>
                    <a:pt x="192" y="193"/>
                  </a:lnTo>
                  <a:lnTo>
                    <a:pt x="192" y="193"/>
                  </a:lnTo>
                  <a:lnTo>
                    <a:pt x="192" y="192"/>
                  </a:lnTo>
                  <a:lnTo>
                    <a:pt x="192" y="192"/>
                  </a:lnTo>
                  <a:lnTo>
                    <a:pt x="192" y="190"/>
                  </a:lnTo>
                  <a:lnTo>
                    <a:pt x="192" y="190"/>
                  </a:lnTo>
                  <a:lnTo>
                    <a:pt x="192" y="190"/>
                  </a:lnTo>
                  <a:lnTo>
                    <a:pt x="192" y="190"/>
                  </a:lnTo>
                  <a:lnTo>
                    <a:pt x="192" y="190"/>
                  </a:lnTo>
                  <a:lnTo>
                    <a:pt x="192" y="190"/>
                  </a:lnTo>
                  <a:lnTo>
                    <a:pt x="192" y="190"/>
                  </a:lnTo>
                  <a:lnTo>
                    <a:pt x="192" y="190"/>
                  </a:lnTo>
                  <a:lnTo>
                    <a:pt x="194" y="189"/>
                  </a:lnTo>
                  <a:lnTo>
                    <a:pt x="194" y="189"/>
                  </a:lnTo>
                  <a:lnTo>
                    <a:pt x="194" y="189"/>
                  </a:lnTo>
                  <a:lnTo>
                    <a:pt x="194" y="189"/>
                  </a:lnTo>
                  <a:lnTo>
                    <a:pt x="195" y="189"/>
                  </a:lnTo>
                  <a:lnTo>
                    <a:pt x="195" y="189"/>
                  </a:lnTo>
                  <a:lnTo>
                    <a:pt x="195" y="189"/>
                  </a:lnTo>
                  <a:lnTo>
                    <a:pt x="195" y="189"/>
                  </a:lnTo>
                  <a:lnTo>
                    <a:pt x="197" y="187"/>
                  </a:lnTo>
                  <a:lnTo>
                    <a:pt x="195" y="187"/>
                  </a:lnTo>
                  <a:lnTo>
                    <a:pt x="195" y="185"/>
                  </a:lnTo>
                  <a:lnTo>
                    <a:pt x="195" y="185"/>
                  </a:lnTo>
                  <a:lnTo>
                    <a:pt x="195" y="184"/>
                  </a:lnTo>
                  <a:lnTo>
                    <a:pt x="194" y="184"/>
                  </a:lnTo>
                  <a:lnTo>
                    <a:pt x="194" y="182"/>
                  </a:lnTo>
                  <a:lnTo>
                    <a:pt x="194" y="181"/>
                  </a:lnTo>
                  <a:lnTo>
                    <a:pt x="194" y="179"/>
                  </a:lnTo>
                  <a:lnTo>
                    <a:pt x="193" y="179"/>
                  </a:lnTo>
                  <a:lnTo>
                    <a:pt x="193" y="177"/>
                  </a:lnTo>
                  <a:lnTo>
                    <a:pt x="193" y="177"/>
                  </a:lnTo>
                  <a:lnTo>
                    <a:pt x="193" y="175"/>
                  </a:lnTo>
                  <a:lnTo>
                    <a:pt x="192" y="175"/>
                  </a:lnTo>
                  <a:lnTo>
                    <a:pt x="192" y="173"/>
                  </a:lnTo>
                  <a:lnTo>
                    <a:pt x="192" y="173"/>
                  </a:lnTo>
                  <a:lnTo>
                    <a:pt x="192" y="171"/>
                  </a:lnTo>
                  <a:lnTo>
                    <a:pt x="190" y="171"/>
                  </a:lnTo>
                  <a:lnTo>
                    <a:pt x="190" y="169"/>
                  </a:lnTo>
                  <a:lnTo>
                    <a:pt x="189" y="169"/>
                  </a:lnTo>
                  <a:lnTo>
                    <a:pt x="189" y="168"/>
                  </a:lnTo>
                  <a:lnTo>
                    <a:pt x="187" y="168"/>
                  </a:lnTo>
                  <a:lnTo>
                    <a:pt x="187" y="166"/>
                  </a:lnTo>
                  <a:lnTo>
                    <a:pt x="186" y="166"/>
                  </a:lnTo>
                  <a:lnTo>
                    <a:pt x="186" y="163"/>
                  </a:lnTo>
                  <a:lnTo>
                    <a:pt x="184" y="163"/>
                  </a:lnTo>
                  <a:lnTo>
                    <a:pt x="184" y="162"/>
                  </a:lnTo>
                  <a:lnTo>
                    <a:pt x="182" y="162"/>
                  </a:lnTo>
                  <a:lnTo>
                    <a:pt x="182" y="161"/>
                  </a:lnTo>
                  <a:lnTo>
                    <a:pt x="180" y="161"/>
                  </a:lnTo>
                  <a:lnTo>
                    <a:pt x="180" y="159"/>
                  </a:lnTo>
                  <a:lnTo>
                    <a:pt x="180" y="159"/>
                  </a:lnTo>
                  <a:lnTo>
                    <a:pt x="180" y="157"/>
                  </a:lnTo>
                  <a:lnTo>
                    <a:pt x="178" y="157"/>
                  </a:lnTo>
                  <a:lnTo>
                    <a:pt x="178" y="156"/>
                  </a:lnTo>
                  <a:lnTo>
                    <a:pt x="176" y="156"/>
                  </a:lnTo>
                  <a:lnTo>
                    <a:pt x="176" y="154"/>
                  </a:lnTo>
                  <a:lnTo>
                    <a:pt x="174" y="154"/>
                  </a:lnTo>
                  <a:lnTo>
                    <a:pt x="172" y="152"/>
                  </a:lnTo>
                  <a:lnTo>
                    <a:pt x="171" y="150"/>
                  </a:lnTo>
                  <a:lnTo>
                    <a:pt x="171" y="148"/>
                  </a:lnTo>
                  <a:lnTo>
                    <a:pt x="169" y="148"/>
                  </a:lnTo>
                  <a:lnTo>
                    <a:pt x="168" y="146"/>
                  </a:lnTo>
                  <a:lnTo>
                    <a:pt x="165" y="144"/>
                  </a:lnTo>
                  <a:lnTo>
                    <a:pt x="165" y="142"/>
                  </a:lnTo>
                  <a:lnTo>
                    <a:pt x="164" y="142"/>
                  </a:lnTo>
                  <a:lnTo>
                    <a:pt x="164" y="140"/>
                  </a:lnTo>
                  <a:lnTo>
                    <a:pt x="164" y="139"/>
                  </a:lnTo>
                  <a:lnTo>
                    <a:pt x="164" y="137"/>
                  </a:lnTo>
                  <a:lnTo>
                    <a:pt x="164" y="137"/>
                  </a:lnTo>
                  <a:lnTo>
                    <a:pt x="164" y="135"/>
                  </a:lnTo>
                  <a:lnTo>
                    <a:pt x="164" y="133"/>
                  </a:lnTo>
                  <a:lnTo>
                    <a:pt x="164" y="131"/>
                  </a:lnTo>
                  <a:lnTo>
                    <a:pt x="164" y="129"/>
                  </a:lnTo>
                  <a:lnTo>
                    <a:pt x="164" y="127"/>
                  </a:lnTo>
                  <a:lnTo>
                    <a:pt x="164" y="125"/>
                  </a:lnTo>
                  <a:lnTo>
                    <a:pt x="166" y="124"/>
                  </a:lnTo>
                  <a:lnTo>
                    <a:pt x="166" y="122"/>
                  </a:lnTo>
                  <a:lnTo>
                    <a:pt x="166" y="119"/>
                  </a:lnTo>
                  <a:lnTo>
                    <a:pt x="166" y="118"/>
                  </a:lnTo>
                  <a:lnTo>
                    <a:pt x="168" y="116"/>
                  </a:lnTo>
                  <a:lnTo>
                    <a:pt x="168" y="115"/>
                  </a:lnTo>
                  <a:lnTo>
                    <a:pt x="169" y="113"/>
                  </a:lnTo>
                  <a:lnTo>
                    <a:pt x="169" y="111"/>
                  </a:lnTo>
                  <a:lnTo>
                    <a:pt x="170" y="109"/>
                  </a:lnTo>
                  <a:lnTo>
                    <a:pt x="170" y="109"/>
                  </a:lnTo>
                  <a:lnTo>
                    <a:pt x="170" y="109"/>
                  </a:lnTo>
                  <a:lnTo>
                    <a:pt x="170" y="109"/>
                  </a:lnTo>
                  <a:lnTo>
                    <a:pt x="170" y="107"/>
                  </a:lnTo>
                  <a:lnTo>
                    <a:pt x="170" y="107"/>
                  </a:lnTo>
                  <a:lnTo>
                    <a:pt x="170" y="106"/>
                  </a:lnTo>
                  <a:lnTo>
                    <a:pt x="170" y="106"/>
                  </a:lnTo>
                  <a:lnTo>
                    <a:pt x="172" y="104"/>
                  </a:lnTo>
                  <a:lnTo>
                    <a:pt x="172" y="104"/>
                  </a:lnTo>
                  <a:lnTo>
                    <a:pt x="172" y="103"/>
                  </a:lnTo>
                  <a:lnTo>
                    <a:pt x="172" y="103"/>
                  </a:lnTo>
                  <a:lnTo>
                    <a:pt x="172" y="102"/>
                  </a:lnTo>
                  <a:lnTo>
                    <a:pt x="171" y="102"/>
                  </a:lnTo>
                  <a:lnTo>
                    <a:pt x="171" y="100"/>
                  </a:lnTo>
                  <a:lnTo>
                    <a:pt x="171" y="100"/>
                  </a:lnTo>
                  <a:lnTo>
                    <a:pt x="171" y="98"/>
                  </a:lnTo>
                  <a:lnTo>
                    <a:pt x="170" y="98"/>
                  </a:lnTo>
                  <a:lnTo>
                    <a:pt x="170" y="98"/>
                  </a:lnTo>
                  <a:lnTo>
                    <a:pt x="170" y="98"/>
                  </a:lnTo>
                  <a:lnTo>
                    <a:pt x="170" y="98"/>
                  </a:lnTo>
                  <a:lnTo>
                    <a:pt x="168" y="98"/>
                  </a:lnTo>
                  <a:lnTo>
                    <a:pt x="168" y="98"/>
                  </a:lnTo>
                  <a:lnTo>
                    <a:pt x="168" y="98"/>
                  </a:lnTo>
                  <a:lnTo>
                    <a:pt x="168" y="97"/>
                  </a:lnTo>
                  <a:lnTo>
                    <a:pt x="166" y="97"/>
                  </a:lnTo>
                  <a:lnTo>
                    <a:pt x="166" y="97"/>
                  </a:lnTo>
                  <a:lnTo>
                    <a:pt x="166" y="97"/>
                  </a:lnTo>
                  <a:lnTo>
                    <a:pt x="166" y="96"/>
                  </a:lnTo>
                  <a:lnTo>
                    <a:pt x="165" y="96"/>
                  </a:lnTo>
                  <a:lnTo>
                    <a:pt x="165" y="96"/>
                  </a:lnTo>
                  <a:lnTo>
                    <a:pt x="165" y="96"/>
                  </a:lnTo>
                  <a:lnTo>
                    <a:pt x="165" y="95"/>
                  </a:lnTo>
                  <a:lnTo>
                    <a:pt x="163" y="95"/>
                  </a:lnTo>
                  <a:lnTo>
                    <a:pt x="163" y="95"/>
                  </a:lnTo>
                  <a:lnTo>
                    <a:pt x="162" y="95"/>
                  </a:lnTo>
                  <a:lnTo>
                    <a:pt x="162" y="93"/>
                  </a:lnTo>
                  <a:lnTo>
                    <a:pt x="160" y="93"/>
                  </a:lnTo>
                  <a:lnTo>
                    <a:pt x="160" y="92"/>
                  </a:lnTo>
                  <a:lnTo>
                    <a:pt x="158" y="92"/>
                  </a:lnTo>
                  <a:lnTo>
                    <a:pt x="158" y="90"/>
                  </a:lnTo>
                  <a:lnTo>
                    <a:pt x="156" y="90"/>
                  </a:lnTo>
                  <a:lnTo>
                    <a:pt x="156" y="89"/>
                  </a:lnTo>
                  <a:lnTo>
                    <a:pt x="155" y="89"/>
                  </a:lnTo>
                  <a:lnTo>
                    <a:pt x="155" y="87"/>
                  </a:lnTo>
                  <a:lnTo>
                    <a:pt x="153" y="87"/>
                  </a:lnTo>
                  <a:lnTo>
                    <a:pt x="153" y="86"/>
                  </a:lnTo>
                  <a:lnTo>
                    <a:pt x="153" y="86"/>
                  </a:lnTo>
                  <a:lnTo>
                    <a:pt x="153" y="84"/>
                  </a:lnTo>
                  <a:lnTo>
                    <a:pt x="151" y="84"/>
                  </a:lnTo>
                  <a:lnTo>
                    <a:pt x="151" y="84"/>
                  </a:lnTo>
                  <a:lnTo>
                    <a:pt x="150" y="84"/>
                  </a:lnTo>
                  <a:lnTo>
                    <a:pt x="150" y="84"/>
                  </a:lnTo>
                  <a:lnTo>
                    <a:pt x="148" y="84"/>
                  </a:lnTo>
                  <a:lnTo>
                    <a:pt x="148" y="84"/>
                  </a:lnTo>
                  <a:lnTo>
                    <a:pt x="147" y="84"/>
                  </a:lnTo>
                  <a:lnTo>
                    <a:pt x="147" y="84"/>
                  </a:lnTo>
                  <a:lnTo>
                    <a:pt x="145" y="84"/>
                  </a:lnTo>
                  <a:lnTo>
                    <a:pt x="145" y="84"/>
                  </a:lnTo>
                  <a:lnTo>
                    <a:pt x="143" y="84"/>
                  </a:lnTo>
                  <a:lnTo>
                    <a:pt x="143" y="84"/>
                  </a:lnTo>
                  <a:lnTo>
                    <a:pt x="141" y="84"/>
                  </a:lnTo>
                  <a:lnTo>
                    <a:pt x="141" y="84"/>
                  </a:lnTo>
                  <a:lnTo>
                    <a:pt x="141" y="84"/>
                  </a:lnTo>
                  <a:lnTo>
                    <a:pt x="141" y="83"/>
                  </a:lnTo>
                  <a:lnTo>
                    <a:pt x="139" y="83"/>
                  </a:lnTo>
                  <a:lnTo>
                    <a:pt x="139" y="83"/>
                  </a:lnTo>
                  <a:lnTo>
                    <a:pt x="139" y="83"/>
                  </a:lnTo>
                  <a:lnTo>
                    <a:pt x="139" y="82"/>
                  </a:lnTo>
                  <a:lnTo>
                    <a:pt x="138" y="82"/>
                  </a:lnTo>
                  <a:lnTo>
                    <a:pt x="138" y="80"/>
                  </a:lnTo>
                  <a:lnTo>
                    <a:pt x="138" y="80"/>
                  </a:lnTo>
                  <a:lnTo>
                    <a:pt x="138" y="78"/>
                  </a:lnTo>
                  <a:lnTo>
                    <a:pt x="138" y="78"/>
                  </a:lnTo>
                  <a:lnTo>
                    <a:pt x="138" y="77"/>
                  </a:lnTo>
                  <a:lnTo>
                    <a:pt x="138" y="77"/>
                  </a:lnTo>
                  <a:lnTo>
                    <a:pt x="138" y="75"/>
                  </a:lnTo>
                  <a:lnTo>
                    <a:pt x="138" y="75"/>
                  </a:lnTo>
                  <a:lnTo>
                    <a:pt x="138" y="73"/>
                  </a:lnTo>
                  <a:lnTo>
                    <a:pt x="138" y="73"/>
                  </a:lnTo>
                  <a:lnTo>
                    <a:pt x="138" y="71"/>
                  </a:lnTo>
                  <a:lnTo>
                    <a:pt x="136" y="71"/>
                  </a:lnTo>
                  <a:lnTo>
                    <a:pt x="136" y="71"/>
                  </a:lnTo>
                  <a:lnTo>
                    <a:pt x="136" y="71"/>
                  </a:lnTo>
                  <a:lnTo>
                    <a:pt x="136" y="71"/>
                  </a:lnTo>
                  <a:lnTo>
                    <a:pt x="136" y="71"/>
                  </a:lnTo>
                  <a:lnTo>
                    <a:pt x="136" y="71"/>
                  </a:lnTo>
                  <a:lnTo>
                    <a:pt x="136" y="71"/>
                  </a:lnTo>
                  <a:lnTo>
                    <a:pt x="136" y="70"/>
                  </a:lnTo>
                  <a:lnTo>
                    <a:pt x="135" y="70"/>
                  </a:lnTo>
                  <a:lnTo>
                    <a:pt x="135" y="70"/>
                  </a:lnTo>
                  <a:lnTo>
                    <a:pt x="135" y="70"/>
                  </a:lnTo>
                  <a:lnTo>
                    <a:pt x="135" y="70"/>
                  </a:lnTo>
                  <a:lnTo>
                    <a:pt x="135" y="70"/>
                  </a:lnTo>
                  <a:lnTo>
                    <a:pt x="135" y="70"/>
                  </a:lnTo>
                  <a:lnTo>
                    <a:pt x="135" y="70"/>
                  </a:lnTo>
                  <a:lnTo>
                    <a:pt x="135" y="68"/>
                  </a:lnTo>
                  <a:lnTo>
                    <a:pt x="134" y="68"/>
                  </a:lnTo>
                  <a:lnTo>
                    <a:pt x="134" y="68"/>
                  </a:lnTo>
                  <a:lnTo>
                    <a:pt x="134" y="68"/>
                  </a:lnTo>
                  <a:lnTo>
                    <a:pt x="134" y="67"/>
                  </a:lnTo>
                  <a:lnTo>
                    <a:pt x="134" y="67"/>
                  </a:lnTo>
                  <a:lnTo>
                    <a:pt x="134" y="65"/>
                  </a:lnTo>
                  <a:lnTo>
                    <a:pt x="134" y="65"/>
                  </a:lnTo>
                  <a:lnTo>
                    <a:pt x="135" y="63"/>
                  </a:lnTo>
                  <a:lnTo>
                    <a:pt x="135" y="63"/>
                  </a:lnTo>
                  <a:lnTo>
                    <a:pt x="135" y="62"/>
                  </a:lnTo>
                  <a:lnTo>
                    <a:pt x="135" y="62"/>
                  </a:lnTo>
                  <a:lnTo>
                    <a:pt x="135" y="60"/>
                  </a:lnTo>
                  <a:lnTo>
                    <a:pt x="135" y="60"/>
                  </a:lnTo>
                  <a:lnTo>
                    <a:pt x="135" y="59"/>
                  </a:lnTo>
                  <a:lnTo>
                    <a:pt x="135" y="59"/>
                  </a:lnTo>
                  <a:lnTo>
                    <a:pt x="136" y="57"/>
                  </a:lnTo>
                  <a:lnTo>
                    <a:pt x="136" y="57"/>
                  </a:lnTo>
                  <a:lnTo>
                    <a:pt x="136" y="57"/>
                  </a:lnTo>
                  <a:lnTo>
                    <a:pt x="136" y="57"/>
                  </a:lnTo>
                  <a:lnTo>
                    <a:pt x="136" y="57"/>
                  </a:lnTo>
                  <a:lnTo>
                    <a:pt x="136" y="57"/>
                  </a:lnTo>
                  <a:lnTo>
                    <a:pt x="136" y="57"/>
                  </a:lnTo>
                  <a:lnTo>
                    <a:pt x="136" y="57"/>
                  </a:lnTo>
                  <a:lnTo>
                    <a:pt x="136" y="55"/>
                  </a:lnTo>
                  <a:lnTo>
                    <a:pt x="135" y="55"/>
                  </a:lnTo>
                  <a:lnTo>
                    <a:pt x="135" y="55"/>
                  </a:lnTo>
                  <a:lnTo>
                    <a:pt x="135" y="55"/>
                  </a:lnTo>
                  <a:lnTo>
                    <a:pt x="135" y="54"/>
                  </a:lnTo>
                  <a:lnTo>
                    <a:pt x="135" y="54"/>
                  </a:lnTo>
                  <a:lnTo>
                    <a:pt x="135" y="54"/>
                  </a:lnTo>
                  <a:lnTo>
                    <a:pt x="135" y="54"/>
                  </a:lnTo>
                  <a:lnTo>
                    <a:pt x="135" y="52"/>
                  </a:lnTo>
                  <a:lnTo>
                    <a:pt x="133" y="53"/>
                  </a:lnTo>
                  <a:lnTo>
                    <a:pt x="133" y="53"/>
                  </a:lnTo>
                  <a:lnTo>
                    <a:pt x="133" y="53"/>
                  </a:lnTo>
                  <a:lnTo>
                    <a:pt x="133" y="53"/>
                  </a:lnTo>
                  <a:lnTo>
                    <a:pt x="131" y="53"/>
                  </a:lnTo>
                  <a:lnTo>
                    <a:pt x="131" y="53"/>
                  </a:lnTo>
                  <a:lnTo>
                    <a:pt x="131" y="53"/>
                  </a:lnTo>
                  <a:lnTo>
                    <a:pt x="131" y="53"/>
                  </a:lnTo>
                  <a:lnTo>
                    <a:pt x="129" y="53"/>
                  </a:lnTo>
                  <a:lnTo>
                    <a:pt x="129" y="53"/>
                  </a:lnTo>
                  <a:lnTo>
                    <a:pt x="129" y="53"/>
                  </a:lnTo>
                  <a:lnTo>
                    <a:pt x="129" y="53"/>
                  </a:lnTo>
                  <a:lnTo>
                    <a:pt x="129" y="53"/>
                  </a:lnTo>
                  <a:lnTo>
                    <a:pt x="129" y="53"/>
                  </a:lnTo>
                  <a:lnTo>
                    <a:pt x="129" y="53"/>
                  </a:lnTo>
                  <a:lnTo>
                    <a:pt x="129" y="52"/>
                  </a:lnTo>
                  <a:lnTo>
                    <a:pt x="129" y="52"/>
                  </a:lnTo>
                  <a:lnTo>
                    <a:pt x="129" y="52"/>
                  </a:lnTo>
                  <a:lnTo>
                    <a:pt x="129" y="52"/>
                  </a:lnTo>
                  <a:lnTo>
                    <a:pt x="129" y="51"/>
                  </a:lnTo>
                  <a:lnTo>
                    <a:pt x="129" y="51"/>
                  </a:lnTo>
                  <a:lnTo>
                    <a:pt x="129" y="51"/>
                  </a:lnTo>
                  <a:lnTo>
                    <a:pt x="129" y="51"/>
                  </a:lnTo>
                  <a:lnTo>
                    <a:pt x="131" y="50"/>
                  </a:lnTo>
                  <a:lnTo>
                    <a:pt x="131" y="50"/>
                  </a:lnTo>
                  <a:lnTo>
                    <a:pt x="131" y="50"/>
                  </a:lnTo>
                  <a:lnTo>
                    <a:pt x="131" y="50"/>
                  </a:lnTo>
                  <a:lnTo>
                    <a:pt x="133" y="49"/>
                  </a:lnTo>
                  <a:lnTo>
                    <a:pt x="133" y="49"/>
                  </a:lnTo>
                  <a:lnTo>
                    <a:pt x="133" y="49"/>
                  </a:lnTo>
                  <a:lnTo>
                    <a:pt x="133" y="49"/>
                  </a:lnTo>
                  <a:lnTo>
                    <a:pt x="133" y="46"/>
                  </a:lnTo>
                  <a:lnTo>
                    <a:pt x="133" y="46"/>
                  </a:lnTo>
                  <a:lnTo>
                    <a:pt x="133" y="46"/>
                  </a:lnTo>
                  <a:lnTo>
                    <a:pt x="133" y="46"/>
                  </a:lnTo>
                  <a:lnTo>
                    <a:pt x="133" y="46"/>
                  </a:lnTo>
                  <a:lnTo>
                    <a:pt x="133" y="46"/>
                  </a:lnTo>
                  <a:lnTo>
                    <a:pt x="133" y="46"/>
                  </a:lnTo>
                  <a:lnTo>
                    <a:pt x="133" y="46"/>
                  </a:lnTo>
                  <a:lnTo>
                    <a:pt x="134" y="45"/>
                  </a:lnTo>
                  <a:lnTo>
                    <a:pt x="134" y="45"/>
                  </a:lnTo>
                  <a:lnTo>
                    <a:pt x="134" y="45"/>
                  </a:lnTo>
                  <a:lnTo>
                    <a:pt x="134" y="45"/>
                  </a:lnTo>
                  <a:lnTo>
                    <a:pt x="135" y="45"/>
                  </a:lnTo>
                  <a:lnTo>
                    <a:pt x="135" y="45"/>
                  </a:lnTo>
                  <a:lnTo>
                    <a:pt x="135" y="45"/>
                  </a:lnTo>
                  <a:lnTo>
                    <a:pt x="135" y="45"/>
                  </a:lnTo>
                  <a:lnTo>
                    <a:pt x="136" y="44"/>
                  </a:lnTo>
                  <a:lnTo>
                    <a:pt x="134" y="44"/>
                  </a:lnTo>
                  <a:lnTo>
                    <a:pt x="134" y="44"/>
                  </a:lnTo>
                  <a:lnTo>
                    <a:pt x="134" y="44"/>
                  </a:lnTo>
                  <a:lnTo>
                    <a:pt x="134" y="44"/>
                  </a:lnTo>
                  <a:lnTo>
                    <a:pt x="134" y="44"/>
                  </a:lnTo>
                  <a:lnTo>
                    <a:pt x="134" y="44"/>
                  </a:lnTo>
                  <a:lnTo>
                    <a:pt x="134" y="44"/>
                  </a:lnTo>
                  <a:lnTo>
                    <a:pt x="134" y="43"/>
                  </a:lnTo>
                  <a:lnTo>
                    <a:pt x="133" y="43"/>
                  </a:lnTo>
                  <a:lnTo>
                    <a:pt x="133" y="43"/>
                  </a:lnTo>
                  <a:lnTo>
                    <a:pt x="133" y="43"/>
                  </a:lnTo>
                  <a:lnTo>
                    <a:pt x="133" y="43"/>
                  </a:lnTo>
                  <a:lnTo>
                    <a:pt x="133" y="43"/>
                  </a:lnTo>
                  <a:lnTo>
                    <a:pt x="133" y="43"/>
                  </a:lnTo>
                  <a:lnTo>
                    <a:pt x="133" y="43"/>
                  </a:lnTo>
                  <a:lnTo>
                    <a:pt x="133" y="41"/>
                  </a:lnTo>
                  <a:lnTo>
                    <a:pt x="133" y="41"/>
                  </a:lnTo>
                  <a:lnTo>
                    <a:pt x="133" y="41"/>
                  </a:lnTo>
                  <a:lnTo>
                    <a:pt x="133" y="41"/>
                  </a:lnTo>
                  <a:lnTo>
                    <a:pt x="133" y="40"/>
                  </a:lnTo>
                  <a:lnTo>
                    <a:pt x="133" y="40"/>
                  </a:lnTo>
                  <a:lnTo>
                    <a:pt x="133" y="39"/>
                  </a:lnTo>
                  <a:lnTo>
                    <a:pt x="133" y="39"/>
                  </a:lnTo>
                  <a:lnTo>
                    <a:pt x="133" y="37"/>
                  </a:lnTo>
                  <a:lnTo>
                    <a:pt x="133" y="37"/>
                  </a:lnTo>
                  <a:lnTo>
                    <a:pt x="133" y="37"/>
                  </a:lnTo>
                  <a:lnTo>
                    <a:pt x="133" y="37"/>
                  </a:lnTo>
                  <a:lnTo>
                    <a:pt x="133" y="35"/>
                  </a:lnTo>
                  <a:lnTo>
                    <a:pt x="133" y="35"/>
                  </a:lnTo>
                  <a:lnTo>
                    <a:pt x="133" y="34"/>
                  </a:lnTo>
                  <a:lnTo>
                    <a:pt x="133" y="34"/>
                  </a:lnTo>
                  <a:lnTo>
                    <a:pt x="133" y="32"/>
                  </a:lnTo>
                  <a:lnTo>
                    <a:pt x="133" y="32"/>
                  </a:lnTo>
                  <a:lnTo>
                    <a:pt x="133" y="32"/>
                  </a:lnTo>
                  <a:lnTo>
                    <a:pt x="133" y="32"/>
                  </a:lnTo>
                  <a:lnTo>
                    <a:pt x="134" y="30"/>
                  </a:lnTo>
                  <a:lnTo>
                    <a:pt x="134" y="30"/>
                  </a:lnTo>
                  <a:lnTo>
                    <a:pt x="134" y="29"/>
                  </a:lnTo>
                  <a:lnTo>
                    <a:pt x="134" y="29"/>
                  </a:lnTo>
                  <a:lnTo>
                    <a:pt x="136" y="28"/>
                  </a:lnTo>
                  <a:lnTo>
                    <a:pt x="136" y="28"/>
                  </a:lnTo>
                  <a:lnTo>
                    <a:pt x="136" y="28"/>
                  </a:lnTo>
                  <a:lnTo>
                    <a:pt x="136" y="28"/>
                  </a:lnTo>
                  <a:lnTo>
                    <a:pt x="136" y="26"/>
                  </a:lnTo>
                  <a:lnTo>
                    <a:pt x="136" y="26"/>
                  </a:lnTo>
                  <a:lnTo>
                    <a:pt x="136" y="25"/>
                  </a:lnTo>
                  <a:lnTo>
                    <a:pt x="136" y="25"/>
                  </a:lnTo>
                  <a:lnTo>
                    <a:pt x="137" y="23"/>
                  </a:lnTo>
                  <a:lnTo>
                    <a:pt x="136" y="23"/>
                  </a:lnTo>
                  <a:lnTo>
                    <a:pt x="136" y="22"/>
                  </a:lnTo>
                  <a:lnTo>
                    <a:pt x="136" y="22"/>
                  </a:lnTo>
                  <a:lnTo>
                    <a:pt x="136" y="20"/>
                  </a:lnTo>
                  <a:lnTo>
                    <a:pt x="134" y="20"/>
                  </a:lnTo>
                  <a:lnTo>
                    <a:pt x="134" y="18"/>
                  </a:lnTo>
                  <a:lnTo>
                    <a:pt x="134" y="18"/>
                  </a:lnTo>
                  <a:lnTo>
                    <a:pt x="134" y="16"/>
                  </a:lnTo>
                  <a:lnTo>
                    <a:pt x="132" y="16"/>
                  </a:lnTo>
                  <a:lnTo>
                    <a:pt x="132" y="15"/>
                  </a:lnTo>
                  <a:lnTo>
                    <a:pt x="130" y="15"/>
                  </a:lnTo>
                  <a:lnTo>
                    <a:pt x="130" y="13"/>
                  </a:lnTo>
                  <a:lnTo>
                    <a:pt x="128" y="13"/>
                  </a:lnTo>
                  <a:lnTo>
                    <a:pt x="128" y="12"/>
                  </a:lnTo>
                  <a:lnTo>
                    <a:pt x="127" y="12"/>
                  </a:lnTo>
                  <a:lnTo>
                    <a:pt x="127" y="10"/>
                  </a:lnTo>
                  <a:lnTo>
                    <a:pt x="125" y="10"/>
                  </a:lnTo>
                  <a:lnTo>
                    <a:pt x="125" y="10"/>
                  </a:lnTo>
                  <a:lnTo>
                    <a:pt x="124" y="10"/>
                  </a:lnTo>
                  <a:lnTo>
                    <a:pt x="124" y="10"/>
                  </a:lnTo>
                  <a:lnTo>
                    <a:pt x="122" y="10"/>
                  </a:lnTo>
                  <a:lnTo>
                    <a:pt x="122" y="10"/>
                  </a:lnTo>
                  <a:lnTo>
                    <a:pt x="122" y="10"/>
                  </a:lnTo>
                  <a:lnTo>
                    <a:pt x="122" y="10"/>
                  </a:lnTo>
                  <a:lnTo>
                    <a:pt x="120" y="10"/>
                  </a:lnTo>
                  <a:lnTo>
                    <a:pt x="120" y="10"/>
                  </a:lnTo>
                  <a:lnTo>
                    <a:pt x="119" y="10"/>
                  </a:lnTo>
                  <a:lnTo>
                    <a:pt x="119" y="10"/>
                  </a:lnTo>
                  <a:lnTo>
                    <a:pt x="118" y="10"/>
                  </a:lnTo>
                  <a:lnTo>
                    <a:pt x="118" y="10"/>
                  </a:lnTo>
                  <a:lnTo>
                    <a:pt x="118" y="10"/>
                  </a:lnTo>
                  <a:lnTo>
                    <a:pt x="118" y="9"/>
                  </a:lnTo>
                  <a:lnTo>
                    <a:pt x="116" y="9"/>
                  </a:lnTo>
                  <a:lnTo>
                    <a:pt x="116" y="9"/>
                  </a:lnTo>
                  <a:lnTo>
                    <a:pt x="116" y="9"/>
                  </a:lnTo>
                  <a:lnTo>
                    <a:pt x="116" y="8"/>
                  </a:lnTo>
                  <a:lnTo>
                    <a:pt x="114" y="8"/>
                  </a:lnTo>
                  <a:lnTo>
                    <a:pt x="114" y="8"/>
                  </a:lnTo>
                  <a:lnTo>
                    <a:pt x="114" y="8"/>
                  </a:lnTo>
                  <a:lnTo>
                    <a:pt x="114" y="6"/>
                  </a:lnTo>
                  <a:lnTo>
                    <a:pt x="112" y="6"/>
                  </a:lnTo>
                  <a:lnTo>
                    <a:pt x="112" y="6"/>
                  </a:lnTo>
                  <a:lnTo>
                    <a:pt x="112" y="6"/>
                  </a:lnTo>
                  <a:lnTo>
                    <a:pt x="112" y="5"/>
                  </a:lnTo>
                  <a:lnTo>
                    <a:pt x="112" y="5"/>
                  </a:lnTo>
                  <a:lnTo>
                    <a:pt x="112" y="5"/>
                  </a:lnTo>
                  <a:lnTo>
                    <a:pt x="112" y="5"/>
                  </a:lnTo>
                  <a:lnTo>
                    <a:pt x="112" y="4"/>
                  </a:lnTo>
                  <a:lnTo>
                    <a:pt x="110" y="4"/>
                  </a:lnTo>
                  <a:lnTo>
                    <a:pt x="110" y="4"/>
                  </a:lnTo>
                  <a:lnTo>
                    <a:pt x="110" y="4"/>
                  </a:lnTo>
                  <a:lnTo>
                    <a:pt x="110" y="4"/>
                  </a:lnTo>
                  <a:lnTo>
                    <a:pt x="108" y="4"/>
                  </a:lnTo>
                  <a:lnTo>
                    <a:pt x="108" y="4"/>
                  </a:lnTo>
                  <a:lnTo>
                    <a:pt x="108" y="4"/>
                  </a:lnTo>
                  <a:lnTo>
                    <a:pt x="108" y="2"/>
                  </a:lnTo>
                  <a:lnTo>
                    <a:pt x="106" y="2"/>
                  </a:lnTo>
                  <a:lnTo>
                    <a:pt x="106" y="2"/>
                  </a:lnTo>
                  <a:lnTo>
                    <a:pt x="106" y="2"/>
                  </a:lnTo>
                  <a:lnTo>
                    <a:pt x="106" y="1"/>
                  </a:lnTo>
                  <a:lnTo>
                    <a:pt x="106" y="1"/>
                  </a:lnTo>
                  <a:lnTo>
                    <a:pt x="106" y="1"/>
                  </a:lnTo>
                  <a:lnTo>
                    <a:pt x="106" y="1"/>
                  </a:lnTo>
                  <a:lnTo>
                    <a:pt x="106" y="0"/>
                  </a:lnTo>
                  <a:lnTo>
                    <a:pt x="104" y="1"/>
                  </a:lnTo>
                  <a:lnTo>
                    <a:pt x="104" y="1"/>
                  </a:lnTo>
                  <a:lnTo>
                    <a:pt x="103" y="1"/>
                  </a:lnTo>
                  <a:lnTo>
                    <a:pt x="103" y="1"/>
                  </a:lnTo>
                  <a:lnTo>
                    <a:pt x="102" y="2"/>
                  </a:lnTo>
                  <a:lnTo>
                    <a:pt x="102" y="2"/>
                  </a:lnTo>
                  <a:lnTo>
                    <a:pt x="102" y="2"/>
                  </a:lnTo>
                  <a:lnTo>
                    <a:pt x="102" y="2"/>
                  </a:lnTo>
                  <a:lnTo>
                    <a:pt x="99" y="4"/>
                  </a:lnTo>
                  <a:lnTo>
                    <a:pt x="99" y="4"/>
                  </a:lnTo>
                  <a:lnTo>
                    <a:pt x="99" y="4"/>
                  </a:lnTo>
                  <a:lnTo>
                    <a:pt x="99" y="4"/>
                  </a:lnTo>
                  <a:lnTo>
                    <a:pt x="99" y="4"/>
                  </a:lnTo>
                  <a:lnTo>
                    <a:pt x="99" y="4"/>
                  </a:lnTo>
                  <a:lnTo>
                    <a:pt x="99" y="4"/>
                  </a:lnTo>
                  <a:lnTo>
                    <a:pt x="99" y="4"/>
                  </a:lnTo>
                  <a:lnTo>
                    <a:pt x="97" y="6"/>
                  </a:lnTo>
                  <a:lnTo>
                    <a:pt x="97" y="6"/>
                  </a:lnTo>
                  <a:lnTo>
                    <a:pt x="97" y="6"/>
                  </a:lnTo>
                  <a:lnTo>
                    <a:pt x="97" y="6"/>
                  </a:lnTo>
                  <a:lnTo>
                    <a:pt x="97" y="7"/>
                  </a:lnTo>
                  <a:lnTo>
                    <a:pt x="97" y="7"/>
                  </a:lnTo>
                  <a:lnTo>
                    <a:pt x="97" y="7"/>
                  </a:lnTo>
                  <a:lnTo>
                    <a:pt x="97" y="7"/>
                  </a:lnTo>
                  <a:lnTo>
                    <a:pt x="97" y="9"/>
                  </a:lnTo>
                  <a:lnTo>
                    <a:pt x="97" y="9"/>
                  </a:lnTo>
                  <a:lnTo>
                    <a:pt x="97" y="9"/>
                  </a:lnTo>
                  <a:lnTo>
                    <a:pt x="97" y="9"/>
                  </a:lnTo>
                  <a:lnTo>
                    <a:pt x="97" y="9"/>
                  </a:lnTo>
                  <a:lnTo>
                    <a:pt x="97" y="9"/>
                  </a:lnTo>
                  <a:lnTo>
                    <a:pt x="97" y="9"/>
                  </a:lnTo>
                  <a:lnTo>
                    <a:pt x="97" y="9"/>
                  </a:lnTo>
                  <a:lnTo>
                    <a:pt x="95" y="10"/>
                  </a:lnTo>
                  <a:lnTo>
                    <a:pt x="95" y="10"/>
                  </a:lnTo>
                  <a:lnTo>
                    <a:pt x="94" y="10"/>
                  </a:lnTo>
                  <a:lnTo>
                    <a:pt x="94" y="10"/>
                  </a:lnTo>
                  <a:lnTo>
                    <a:pt x="92" y="10"/>
                  </a:lnTo>
                  <a:lnTo>
                    <a:pt x="92" y="10"/>
                  </a:lnTo>
                  <a:lnTo>
                    <a:pt x="90" y="10"/>
                  </a:lnTo>
                  <a:lnTo>
                    <a:pt x="90" y="10"/>
                  </a:lnTo>
                  <a:lnTo>
                    <a:pt x="89" y="10"/>
                  </a:lnTo>
                  <a:lnTo>
                    <a:pt x="89" y="10"/>
                  </a:lnTo>
                  <a:lnTo>
                    <a:pt x="87" y="10"/>
                  </a:lnTo>
                  <a:lnTo>
                    <a:pt x="87" y="10"/>
                  </a:lnTo>
                  <a:lnTo>
                    <a:pt x="85" y="10"/>
                  </a:lnTo>
                  <a:lnTo>
                    <a:pt x="85" y="10"/>
                  </a:lnTo>
                  <a:lnTo>
                    <a:pt x="85" y="10"/>
                  </a:lnTo>
                  <a:lnTo>
                    <a:pt x="85" y="10"/>
                  </a:lnTo>
                  <a:lnTo>
                    <a:pt x="85" y="12"/>
                  </a:lnTo>
                  <a:lnTo>
                    <a:pt x="85" y="12"/>
                  </a:lnTo>
                  <a:lnTo>
                    <a:pt x="85" y="12"/>
                  </a:lnTo>
                  <a:lnTo>
                    <a:pt x="85" y="12"/>
                  </a:lnTo>
                  <a:lnTo>
                    <a:pt x="85" y="13"/>
                  </a:lnTo>
                  <a:lnTo>
                    <a:pt x="85" y="13"/>
                  </a:lnTo>
                  <a:lnTo>
                    <a:pt x="85" y="13"/>
                  </a:lnTo>
                  <a:lnTo>
                    <a:pt x="85" y="13"/>
                  </a:lnTo>
                  <a:lnTo>
                    <a:pt x="85" y="15"/>
                  </a:lnTo>
                  <a:lnTo>
                    <a:pt x="85" y="15"/>
                  </a:lnTo>
                  <a:lnTo>
                    <a:pt x="85" y="15"/>
                  </a:lnTo>
                  <a:lnTo>
                    <a:pt x="85" y="15"/>
                  </a:lnTo>
                  <a:lnTo>
                    <a:pt x="85" y="17"/>
                  </a:lnTo>
                  <a:lnTo>
                    <a:pt x="85" y="17"/>
                  </a:lnTo>
                  <a:lnTo>
                    <a:pt x="85" y="17"/>
                  </a:lnTo>
                  <a:lnTo>
                    <a:pt x="85" y="17"/>
                  </a:lnTo>
                  <a:lnTo>
                    <a:pt x="83" y="19"/>
                  </a:lnTo>
                  <a:lnTo>
                    <a:pt x="83" y="19"/>
                  </a:lnTo>
                  <a:lnTo>
                    <a:pt x="83" y="19"/>
                  </a:lnTo>
                  <a:lnTo>
                    <a:pt x="83" y="19"/>
                  </a:lnTo>
                  <a:lnTo>
                    <a:pt x="82" y="21"/>
                  </a:lnTo>
                  <a:lnTo>
                    <a:pt x="82" y="21"/>
                  </a:lnTo>
                  <a:lnTo>
                    <a:pt x="82" y="21"/>
                  </a:lnTo>
                  <a:lnTo>
                    <a:pt x="82" y="21"/>
                  </a:lnTo>
                  <a:lnTo>
                    <a:pt x="80" y="23"/>
                  </a:lnTo>
                  <a:lnTo>
                    <a:pt x="80" y="23"/>
                  </a:lnTo>
                  <a:lnTo>
                    <a:pt x="80" y="23"/>
                  </a:lnTo>
                  <a:lnTo>
                    <a:pt x="80" y="23"/>
                  </a:lnTo>
                  <a:lnTo>
                    <a:pt x="80" y="24"/>
                  </a:lnTo>
                  <a:lnTo>
                    <a:pt x="80" y="24"/>
                  </a:lnTo>
                  <a:lnTo>
                    <a:pt x="80" y="24"/>
                  </a:lnTo>
                  <a:lnTo>
                    <a:pt x="80" y="24"/>
                  </a:lnTo>
                  <a:lnTo>
                    <a:pt x="80" y="26"/>
                  </a:lnTo>
                  <a:lnTo>
                    <a:pt x="80" y="26"/>
                  </a:lnTo>
                  <a:lnTo>
                    <a:pt x="80" y="26"/>
                  </a:lnTo>
                  <a:lnTo>
                    <a:pt x="80" y="26"/>
                  </a:lnTo>
                  <a:lnTo>
                    <a:pt x="80" y="26"/>
                  </a:lnTo>
                  <a:lnTo>
                    <a:pt x="80" y="26"/>
                  </a:lnTo>
                  <a:lnTo>
                    <a:pt x="80" y="26"/>
                  </a:lnTo>
                  <a:lnTo>
                    <a:pt x="81" y="26"/>
                  </a:lnTo>
                  <a:lnTo>
                    <a:pt x="81" y="27"/>
                  </a:lnTo>
                  <a:lnTo>
                    <a:pt x="81" y="27"/>
                  </a:lnTo>
                  <a:lnTo>
                    <a:pt x="81" y="27"/>
                  </a:lnTo>
                  <a:lnTo>
                    <a:pt x="81" y="27"/>
                  </a:lnTo>
                  <a:lnTo>
                    <a:pt x="81" y="27"/>
                  </a:lnTo>
                  <a:lnTo>
                    <a:pt x="81" y="27"/>
                  </a:lnTo>
                  <a:lnTo>
                    <a:pt x="81" y="27"/>
                  </a:lnTo>
                  <a:lnTo>
                    <a:pt x="82" y="27"/>
                  </a:lnTo>
                  <a:lnTo>
                    <a:pt x="81" y="29"/>
                  </a:lnTo>
                  <a:lnTo>
                    <a:pt x="81" y="29"/>
                  </a:lnTo>
                  <a:lnTo>
                    <a:pt x="81" y="31"/>
                  </a:lnTo>
                  <a:lnTo>
                    <a:pt x="81" y="31"/>
                  </a:lnTo>
                  <a:lnTo>
                    <a:pt x="81" y="33"/>
                  </a:lnTo>
                  <a:lnTo>
                    <a:pt x="81" y="34"/>
                  </a:lnTo>
                  <a:lnTo>
                    <a:pt x="81" y="35"/>
                  </a:lnTo>
                  <a:lnTo>
                    <a:pt x="81" y="35"/>
                  </a:lnTo>
                  <a:lnTo>
                    <a:pt x="80" y="37"/>
                  </a:lnTo>
                  <a:lnTo>
                    <a:pt x="80" y="39"/>
                  </a:lnTo>
                  <a:lnTo>
                    <a:pt x="80" y="41"/>
                  </a:lnTo>
                  <a:lnTo>
                    <a:pt x="80" y="41"/>
                  </a:lnTo>
                  <a:lnTo>
                    <a:pt x="80" y="43"/>
                  </a:lnTo>
                  <a:lnTo>
                    <a:pt x="80" y="43"/>
                  </a:lnTo>
                  <a:lnTo>
                    <a:pt x="80" y="44"/>
                  </a:lnTo>
                  <a:lnTo>
                    <a:pt x="80" y="44"/>
                  </a:lnTo>
                  <a:lnTo>
                    <a:pt x="80" y="46"/>
                  </a:lnTo>
                  <a:lnTo>
                    <a:pt x="80" y="46"/>
                  </a:lnTo>
                  <a:lnTo>
                    <a:pt x="80" y="46"/>
                  </a:lnTo>
                  <a:lnTo>
                    <a:pt x="80" y="46"/>
                  </a:lnTo>
                  <a:lnTo>
                    <a:pt x="80" y="46"/>
                  </a:lnTo>
                  <a:lnTo>
                    <a:pt x="80" y="46"/>
                  </a:lnTo>
                  <a:lnTo>
                    <a:pt x="80" y="46"/>
                  </a:lnTo>
                  <a:lnTo>
                    <a:pt x="81" y="46"/>
                  </a:lnTo>
                  <a:lnTo>
                    <a:pt x="81" y="47"/>
                  </a:lnTo>
                  <a:lnTo>
                    <a:pt x="81" y="47"/>
                  </a:lnTo>
                  <a:lnTo>
                    <a:pt x="81" y="47"/>
                  </a:lnTo>
                  <a:lnTo>
                    <a:pt x="81" y="47"/>
                  </a:lnTo>
                  <a:lnTo>
                    <a:pt x="81" y="47"/>
                  </a:lnTo>
                  <a:lnTo>
                    <a:pt x="81" y="47"/>
                  </a:lnTo>
                  <a:lnTo>
                    <a:pt x="81" y="47"/>
                  </a:lnTo>
                  <a:lnTo>
                    <a:pt x="82" y="47"/>
                  </a:lnTo>
                  <a:lnTo>
                    <a:pt x="82" y="49"/>
                  </a:lnTo>
                  <a:lnTo>
                    <a:pt x="82" y="49"/>
                  </a:lnTo>
                  <a:lnTo>
                    <a:pt x="82" y="51"/>
                  </a:lnTo>
                  <a:lnTo>
                    <a:pt x="82" y="51"/>
                  </a:lnTo>
                  <a:lnTo>
                    <a:pt x="82" y="53"/>
                  </a:lnTo>
                  <a:lnTo>
                    <a:pt x="82" y="53"/>
                  </a:lnTo>
                  <a:lnTo>
                    <a:pt x="82" y="53"/>
                  </a:lnTo>
                  <a:lnTo>
                    <a:pt x="83" y="53"/>
                  </a:lnTo>
                  <a:lnTo>
                    <a:pt x="83" y="55"/>
                  </a:lnTo>
                  <a:lnTo>
                    <a:pt x="83" y="55"/>
                  </a:lnTo>
                  <a:lnTo>
                    <a:pt x="83" y="55"/>
                  </a:lnTo>
                  <a:lnTo>
                    <a:pt x="83" y="55"/>
                  </a:lnTo>
                  <a:lnTo>
                    <a:pt x="83" y="57"/>
                  </a:lnTo>
                  <a:lnTo>
                    <a:pt x="83" y="57"/>
                  </a:lnTo>
                  <a:lnTo>
                    <a:pt x="83" y="57"/>
                  </a:lnTo>
                  <a:lnTo>
                    <a:pt x="85" y="57"/>
                  </a:lnTo>
                  <a:lnTo>
                    <a:pt x="83" y="58"/>
                  </a:lnTo>
                  <a:lnTo>
                    <a:pt x="83" y="58"/>
                  </a:lnTo>
                  <a:lnTo>
                    <a:pt x="83" y="58"/>
                  </a:lnTo>
                  <a:lnTo>
                    <a:pt x="83" y="58"/>
                  </a:lnTo>
                  <a:lnTo>
                    <a:pt x="83" y="59"/>
                  </a:lnTo>
                  <a:lnTo>
                    <a:pt x="83" y="59"/>
                  </a:lnTo>
                  <a:lnTo>
                    <a:pt x="83" y="59"/>
                  </a:lnTo>
                  <a:lnTo>
                    <a:pt x="83" y="59"/>
                  </a:lnTo>
                  <a:lnTo>
                    <a:pt x="82" y="61"/>
                  </a:lnTo>
                  <a:lnTo>
                    <a:pt x="82" y="61"/>
                  </a:lnTo>
                  <a:lnTo>
                    <a:pt x="82" y="61"/>
                  </a:lnTo>
                  <a:lnTo>
                    <a:pt x="82" y="61"/>
                  </a:lnTo>
                  <a:lnTo>
                    <a:pt x="82" y="61"/>
                  </a:lnTo>
                  <a:lnTo>
                    <a:pt x="82" y="61"/>
                  </a:lnTo>
                  <a:lnTo>
                    <a:pt x="82" y="61"/>
                  </a:lnTo>
                  <a:lnTo>
                    <a:pt x="82" y="61"/>
                  </a:lnTo>
                  <a:lnTo>
                    <a:pt x="81" y="63"/>
                  </a:lnTo>
                  <a:lnTo>
                    <a:pt x="81" y="63"/>
                  </a:lnTo>
                  <a:lnTo>
                    <a:pt x="81" y="63"/>
                  </a:lnTo>
                  <a:lnTo>
                    <a:pt x="81" y="63"/>
                  </a:lnTo>
                  <a:lnTo>
                    <a:pt x="80" y="63"/>
                  </a:lnTo>
                  <a:lnTo>
                    <a:pt x="80" y="63"/>
                  </a:lnTo>
                  <a:lnTo>
                    <a:pt x="80" y="63"/>
                  </a:lnTo>
                  <a:lnTo>
                    <a:pt x="80" y="63"/>
                  </a:lnTo>
                  <a:lnTo>
                    <a:pt x="77" y="65"/>
                  </a:lnTo>
                  <a:lnTo>
                    <a:pt x="77" y="65"/>
                  </a:lnTo>
                  <a:lnTo>
                    <a:pt x="77" y="65"/>
                  </a:lnTo>
                  <a:lnTo>
                    <a:pt x="77" y="65"/>
                  </a:lnTo>
                  <a:lnTo>
                    <a:pt x="76" y="65"/>
                  </a:lnTo>
                  <a:lnTo>
                    <a:pt x="76" y="65"/>
                  </a:lnTo>
                  <a:lnTo>
                    <a:pt x="76" y="65"/>
                  </a:lnTo>
                  <a:lnTo>
                    <a:pt x="76" y="65"/>
                  </a:lnTo>
                  <a:lnTo>
                    <a:pt x="75" y="66"/>
                  </a:lnTo>
                  <a:lnTo>
                    <a:pt x="75" y="66"/>
                  </a:lnTo>
                  <a:lnTo>
                    <a:pt x="75" y="66"/>
                  </a:lnTo>
                  <a:lnTo>
                    <a:pt x="75" y="66"/>
                  </a:lnTo>
                  <a:lnTo>
                    <a:pt x="75" y="66"/>
                  </a:lnTo>
                  <a:lnTo>
                    <a:pt x="75" y="66"/>
                  </a:lnTo>
                  <a:lnTo>
                    <a:pt x="75" y="66"/>
                  </a:lnTo>
                  <a:lnTo>
                    <a:pt x="75" y="66"/>
                  </a:lnTo>
                  <a:lnTo>
                    <a:pt x="75" y="67"/>
                  </a:lnTo>
                  <a:lnTo>
                    <a:pt x="75" y="67"/>
                  </a:lnTo>
                  <a:lnTo>
                    <a:pt x="75" y="67"/>
                  </a:lnTo>
                  <a:lnTo>
                    <a:pt x="75" y="67"/>
                  </a:lnTo>
                  <a:lnTo>
                    <a:pt x="75" y="67"/>
                  </a:lnTo>
                  <a:lnTo>
                    <a:pt x="75" y="67"/>
                  </a:lnTo>
                  <a:lnTo>
                    <a:pt x="75" y="67"/>
                  </a:lnTo>
                  <a:lnTo>
                    <a:pt x="75" y="67"/>
                  </a:lnTo>
                  <a:lnTo>
                    <a:pt x="75" y="69"/>
                  </a:lnTo>
                  <a:lnTo>
                    <a:pt x="75" y="69"/>
                  </a:lnTo>
                  <a:lnTo>
                    <a:pt x="75" y="70"/>
                  </a:lnTo>
                  <a:lnTo>
                    <a:pt x="75" y="70"/>
                  </a:lnTo>
                  <a:lnTo>
                    <a:pt x="75" y="72"/>
                  </a:lnTo>
                  <a:lnTo>
                    <a:pt x="75" y="72"/>
                  </a:lnTo>
                  <a:lnTo>
                    <a:pt x="75" y="72"/>
                  </a:lnTo>
                  <a:lnTo>
                    <a:pt x="76" y="72"/>
                  </a:lnTo>
                  <a:lnTo>
                    <a:pt x="76" y="73"/>
                  </a:lnTo>
                  <a:lnTo>
                    <a:pt x="76" y="73"/>
                  </a:lnTo>
                  <a:lnTo>
                    <a:pt x="76" y="75"/>
                  </a:lnTo>
                  <a:lnTo>
                    <a:pt x="76" y="75"/>
                  </a:lnTo>
                  <a:lnTo>
                    <a:pt x="76" y="77"/>
                  </a:lnTo>
                  <a:lnTo>
                    <a:pt x="76" y="77"/>
                  </a:lnTo>
                  <a:lnTo>
                    <a:pt x="76" y="77"/>
                  </a:lnTo>
                  <a:lnTo>
                    <a:pt x="76" y="77"/>
                  </a:lnTo>
                  <a:lnTo>
                    <a:pt x="75" y="79"/>
                  </a:lnTo>
                  <a:lnTo>
                    <a:pt x="75" y="79"/>
                  </a:lnTo>
                  <a:lnTo>
                    <a:pt x="75" y="79"/>
                  </a:lnTo>
                  <a:lnTo>
                    <a:pt x="75" y="79"/>
                  </a:lnTo>
                  <a:lnTo>
                    <a:pt x="75" y="80"/>
                  </a:lnTo>
                  <a:lnTo>
                    <a:pt x="75" y="80"/>
                  </a:lnTo>
                  <a:lnTo>
                    <a:pt x="75" y="80"/>
                  </a:lnTo>
                  <a:lnTo>
                    <a:pt x="75" y="80"/>
                  </a:lnTo>
                  <a:lnTo>
                    <a:pt x="75" y="81"/>
                  </a:lnTo>
                  <a:lnTo>
                    <a:pt x="75" y="81"/>
                  </a:lnTo>
                  <a:lnTo>
                    <a:pt x="75" y="81"/>
                  </a:lnTo>
                  <a:lnTo>
                    <a:pt x="75" y="81"/>
                  </a:lnTo>
                  <a:lnTo>
                    <a:pt x="75" y="81"/>
                  </a:lnTo>
                  <a:lnTo>
                    <a:pt x="75" y="81"/>
                  </a:lnTo>
                  <a:lnTo>
                    <a:pt x="75" y="81"/>
                  </a:lnTo>
                  <a:lnTo>
                    <a:pt x="75" y="81"/>
                  </a:lnTo>
                  <a:lnTo>
                    <a:pt x="74" y="81"/>
                  </a:lnTo>
                  <a:lnTo>
                    <a:pt x="74" y="81"/>
                  </a:lnTo>
                  <a:lnTo>
                    <a:pt x="74" y="81"/>
                  </a:lnTo>
                  <a:lnTo>
                    <a:pt x="74" y="81"/>
                  </a:lnTo>
                  <a:lnTo>
                    <a:pt x="72" y="81"/>
                  </a:lnTo>
                  <a:lnTo>
                    <a:pt x="72" y="81"/>
                  </a:lnTo>
                  <a:lnTo>
                    <a:pt x="72" y="81"/>
                  </a:lnTo>
                  <a:lnTo>
                    <a:pt x="72" y="80"/>
                  </a:lnTo>
                  <a:lnTo>
                    <a:pt x="70" y="80"/>
                  </a:lnTo>
                  <a:lnTo>
                    <a:pt x="70" y="80"/>
                  </a:lnTo>
                  <a:lnTo>
                    <a:pt x="70" y="80"/>
                  </a:lnTo>
                  <a:lnTo>
                    <a:pt x="70" y="78"/>
                  </a:lnTo>
                  <a:lnTo>
                    <a:pt x="70" y="78"/>
                  </a:lnTo>
                  <a:lnTo>
                    <a:pt x="70" y="78"/>
                  </a:lnTo>
                  <a:lnTo>
                    <a:pt x="70" y="78"/>
                  </a:lnTo>
                  <a:lnTo>
                    <a:pt x="70" y="77"/>
                  </a:lnTo>
                  <a:lnTo>
                    <a:pt x="68" y="77"/>
                  </a:lnTo>
                  <a:lnTo>
                    <a:pt x="68" y="77"/>
                  </a:lnTo>
                  <a:lnTo>
                    <a:pt x="68" y="77"/>
                  </a:lnTo>
                  <a:lnTo>
                    <a:pt x="68" y="77"/>
                  </a:lnTo>
                  <a:lnTo>
                    <a:pt x="68" y="77"/>
                  </a:lnTo>
                  <a:lnTo>
                    <a:pt x="68" y="77"/>
                  </a:lnTo>
                  <a:lnTo>
                    <a:pt x="68" y="77"/>
                  </a:lnTo>
                  <a:lnTo>
                    <a:pt x="68" y="76"/>
                  </a:lnTo>
                  <a:lnTo>
                    <a:pt x="68" y="76"/>
                  </a:lnTo>
                  <a:lnTo>
                    <a:pt x="68" y="76"/>
                  </a:lnTo>
                  <a:lnTo>
                    <a:pt x="68" y="76"/>
                  </a:lnTo>
                  <a:lnTo>
                    <a:pt x="68" y="76"/>
                  </a:lnTo>
                  <a:lnTo>
                    <a:pt x="68" y="76"/>
                  </a:lnTo>
                  <a:lnTo>
                    <a:pt x="68" y="76"/>
                  </a:lnTo>
                  <a:lnTo>
                    <a:pt x="68" y="76"/>
                  </a:lnTo>
                  <a:lnTo>
                    <a:pt x="68" y="76"/>
                  </a:lnTo>
                  <a:lnTo>
                    <a:pt x="66" y="76"/>
                  </a:lnTo>
                  <a:lnTo>
                    <a:pt x="66" y="76"/>
                  </a:lnTo>
                  <a:lnTo>
                    <a:pt x="66" y="76"/>
                  </a:lnTo>
                  <a:lnTo>
                    <a:pt x="66" y="76"/>
                  </a:lnTo>
                  <a:lnTo>
                    <a:pt x="65" y="76"/>
                  </a:lnTo>
                  <a:lnTo>
                    <a:pt x="65" y="76"/>
                  </a:lnTo>
                  <a:lnTo>
                    <a:pt x="65" y="76"/>
                  </a:lnTo>
                  <a:lnTo>
                    <a:pt x="65" y="76"/>
                  </a:lnTo>
                  <a:lnTo>
                    <a:pt x="63" y="76"/>
                  </a:lnTo>
                  <a:lnTo>
                    <a:pt x="63" y="76"/>
                  </a:lnTo>
                  <a:lnTo>
                    <a:pt x="63" y="76"/>
                  </a:lnTo>
                  <a:lnTo>
                    <a:pt x="63" y="76"/>
                  </a:lnTo>
                  <a:lnTo>
                    <a:pt x="61" y="76"/>
                  </a:lnTo>
                  <a:lnTo>
                    <a:pt x="61" y="76"/>
                  </a:lnTo>
                  <a:lnTo>
                    <a:pt x="61" y="76"/>
                  </a:lnTo>
                  <a:lnTo>
                    <a:pt x="61" y="76"/>
                  </a:lnTo>
                  <a:lnTo>
                    <a:pt x="59" y="76"/>
                  </a:lnTo>
                  <a:lnTo>
                    <a:pt x="59" y="76"/>
                  </a:lnTo>
                  <a:lnTo>
                    <a:pt x="59" y="76"/>
                  </a:lnTo>
                  <a:lnTo>
                    <a:pt x="59" y="76"/>
                  </a:lnTo>
                  <a:lnTo>
                    <a:pt x="58" y="76"/>
                  </a:lnTo>
                  <a:lnTo>
                    <a:pt x="58" y="76"/>
                  </a:lnTo>
                  <a:lnTo>
                    <a:pt x="58" y="76"/>
                  </a:lnTo>
                  <a:lnTo>
                    <a:pt x="58" y="73"/>
                  </a:lnTo>
                  <a:lnTo>
                    <a:pt x="56" y="73"/>
                  </a:lnTo>
                  <a:lnTo>
                    <a:pt x="56" y="73"/>
                  </a:lnTo>
                  <a:lnTo>
                    <a:pt x="56" y="73"/>
                  </a:lnTo>
                  <a:lnTo>
                    <a:pt x="56" y="72"/>
                  </a:lnTo>
                  <a:lnTo>
                    <a:pt x="55" y="72"/>
                  </a:lnTo>
                  <a:lnTo>
                    <a:pt x="55" y="72"/>
                  </a:lnTo>
                  <a:lnTo>
                    <a:pt x="55" y="72"/>
                  </a:lnTo>
                  <a:lnTo>
                    <a:pt x="55" y="71"/>
                  </a:lnTo>
                  <a:lnTo>
                    <a:pt x="53" y="72"/>
                  </a:lnTo>
                  <a:lnTo>
                    <a:pt x="53" y="72"/>
                  </a:lnTo>
                  <a:lnTo>
                    <a:pt x="53" y="72"/>
                  </a:lnTo>
                  <a:lnTo>
                    <a:pt x="53" y="72"/>
                  </a:lnTo>
                  <a:lnTo>
                    <a:pt x="53" y="73"/>
                  </a:lnTo>
                  <a:lnTo>
                    <a:pt x="53" y="73"/>
                  </a:lnTo>
                  <a:lnTo>
                    <a:pt x="53" y="73"/>
                  </a:lnTo>
                  <a:lnTo>
                    <a:pt x="53" y="73"/>
                  </a:lnTo>
                  <a:lnTo>
                    <a:pt x="53" y="74"/>
                  </a:lnTo>
                  <a:lnTo>
                    <a:pt x="53" y="74"/>
                  </a:lnTo>
                  <a:lnTo>
                    <a:pt x="53" y="74"/>
                  </a:lnTo>
                  <a:lnTo>
                    <a:pt x="53" y="74"/>
                  </a:lnTo>
                  <a:lnTo>
                    <a:pt x="53" y="74"/>
                  </a:lnTo>
                  <a:lnTo>
                    <a:pt x="53" y="74"/>
                  </a:lnTo>
                  <a:lnTo>
                    <a:pt x="53" y="74"/>
                  </a:lnTo>
                  <a:lnTo>
                    <a:pt x="53" y="74"/>
                  </a:lnTo>
                  <a:lnTo>
                    <a:pt x="53" y="76"/>
                  </a:lnTo>
                  <a:lnTo>
                    <a:pt x="53" y="76"/>
                  </a:lnTo>
                  <a:lnTo>
                    <a:pt x="53" y="76"/>
                  </a:lnTo>
                  <a:lnTo>
                    <a:pt x="53" y="76"/>
                  </a:lnTo>
                  <a:lnTo>
                    <a:pt x="53" y="77"/>
                  </a:lnTo>
                  <a:lnTo>
                    <a:pt x="53" y="77"/>
                  </a:lnTo>
                  <a:lnTo>
                    <a:pt x="53" y="77"/>
                  </a:lnTo>
                  <a:lnTo>
                    <a:pt x="53" y="77"/>
                  </a:lnTo>
                  <a:lnTo>
                    <a:pt x="53" y="79"/>
                  </a:lnTo>
                  <a:lnTo>
                    <a:pt x="53" y="79"/>
                  </a:lnTo>
                  <a:lnTo>
                    <a:pt x="53" y="79"/>
                  </a:lnTo>
                  <a:lnTo>
                    <a:pt x="53" y="79"/>
                  </a:lnTo>
                  <a:lnTo>
                    <a:pt x="53" y="80"/>
                  </a:lnTo>
                  <a:lnTo>
                    <a:pt x="53" y="80"/>
                  </a:lnTo>
                  <a:lnTo>
                    <a:pt x="53" y="80"/>
                  </a:lnTo>
                  <a:lnTo>
                    <a:pt x="53" y="80"/>
                  </a:lnTo>
                  <a:lnTo>
                    <a:pt x="51" y="80"/>
                  </a:lnTo>
                  <a:lnTo>
                    <a:pt x="51" y="80"/>
                  </a:lnTo>
                  <a:lnTo>
                    <a:pt x="51" y="80"/>
                  </a:lnTo>
                  <a:lnTo>
                    <a:pt x="51" y="80"/>
                  </a:lnTo>
                  <a:lnTo>
                    <a:pt x="50" y="80"/>
                  </a:lnTo>
                  <a:lnTo>
                    <a:pt x="50" y="80"/>
                  </a:lnTo>
                  <a:lnTo>
                    <a:pt x="50" y="80"/>
                  </a:lnTo>
                  <a:lnTo>
                    <a:pt x="50" y="80"/>
                  </a:lnTo>
                  <a:lnTo>
                    <a:pt x="49" y="80"/>
                  </a:lnTo>
                  <a:lnTo>
                    <a:pt x="49" y="80"/>
                  </a:lnTo>
                  <a:lnTo>
                    <a:pt x="49" y="80"/>
                  </a:lnTo>
                  <a:lnTo>
                    <a:pt x="49" y="80"/>
                  </a:lnTo>
                  <a:lnTo>
                    <a:pt x="49" y="80"/>
                  </a:lnTo>
                  <a:lnTo>
                    <a:pt x="49" y="80"/>
                  </a:lnTo>
                  <a:lnTo>
                    <a:pt x="49" y="80"/>
                  </a:lnTo>
                  <a:lnTo>
                    <a:pt x="49" y="80"/>
                  </a:lnTo>
                  <a:lnTo>
                    <a:pt x="48" y="81"/>
                  </a:lnTo>
                  <a:lnTo>
                    <a:pt x="48" y="81"/>
                  </a:lnTo>
                  <a:lnTo>
                    <a:pt x="48" y="81"/>
                  </a:lnTo>
                  <a:lnTo>
                    <a:pt x="48" y="81"/>
                  </a:lnTo>
                  <a:lnTo>
                    <a:pt x="48" y="82"/>
                  </a:lnTo>
                  <a:lnTo>
                    <a:pt x="48" y="82"/>
                  </a:lnTo>
                  <a:lnTo>
                    <a:pt x="48" y="82"/>
                  </a:lnTo>
                  <a:lnTo>
                    <a:pt x="48" y="82"/>
                  </a:lnTo>
                  <a:lnTo>
                    <a:pt x="47" y="83"/>
                  </a:lnTo>
                  <a:lnTo>
                    <a:pt x="47" y="83"/>
                  </a:lnTo>
                  <a:lnTo>
                    <a:pt x="47" y="83"/>
                  </a:lnTo>
                  <a:lnTo>
                    <a:pt x="47" y="83"/>
                  </a:lnTo>
                  <a:lnTo>
                    <a:pt x="47" y="83"/>
                  </a:lnTo>
                  <a:lnTo>
                    <a:pt x="47" y="83"/>
                  </a:lnTo>
                  <a:lnTo>
                    <a:pt x="47" y="83"/>
                  </a:lnTo>
                  <a:lnTo>
                    <a:pt x="47" y="83"/>
                  </a:lnTo>
                  <a:lnTo>
                    <a:pt x="45" y="84"/>
                  </a:lnTo>
                  <a:lnTo>
                    <a:pt x="45" y="84"/>
                  </a:lnTo>
                  <a:lnTo>
                    <a:pt x="45" y="84"/>
                  </a:lnTo>
                  <a:lnTo>
                    <a:pt x="45" y="84"/>
                  </a:lnTo>
                  <a:lnTo>
                    <a:pt x="44" y="84"/>
                  </a:lnTo>
                  <a:lnTo>
                    <a:pt x="44" y="84"/>
                  </a:lnTo>
                  <a:lnTo>
                    <a:pt x="44" y="84"/>
                  </a:lnTo>
                  <a:lnTo>
                    <a:pt x="44" y="84"/>
                  </a:lnTo>
                  <a:lnTo>
                    <a:pt x="43" y="84"/>
                  </a:lnTo>
                  <a:lnTo>
                    <a:pt x="43" y="84"/>
                  </a:lnTo>
                  <a:lnTo>
                    <a:pt x="43" y="84"/>
                  </a:lnTo>
                  <a:lnTo>
                    <a:pt x="43" y="84"/>
                  </a:lnTo>
                  <a:lnTo>
                    <a:pt x="43" y="84"/>
                  </a:lnTo>
                  <a:lnTo>
                    <a:pt x="43" y="84"/>
                  </a:lnTo>
                  <a:lnTo>
                    <a:pt x="43" y="84"/>
                  </a:lnTo>
                  <a:lnTo>
                    <a:pt x="43" y="84"/>
                  </a:lnTo>
                  <a:lnTo>
                    <a:pt x="43" y="84"/>
                  </a:lnTo>
                  <a:lnTo>
                    <a:pt x="43" y="84"/>
                  </a:lnTo>
                  <a:lnTo>
                    <a:pt x="43" y="84"/>
                  </a:lnTo>
                  <a:lnTo>
                    <a:pt x="43" y="84"/>
                  </a:lnTo>
                  <a:lnTo>
                    <a:pt x="43" y="84"/>
                  </a:lnTo>
                  <a:lnTo>
                    <a:pt x="43" y="84"/>
                  </a:lnTo>
                  <a:lnTo>
                    <a:pt x="43" y="84"/>
                  </a:lnTo>
                  <a:lnTo>
                    <a:pt x="43" y="83"/>
                  </a:lnTo>
                  <a:lnTo>
                    <a:pt x="43" y="83"/>
                  </a:lnTo>
                  <a:lnTo>
                    <a:pt x="43" y="83"/>
                  </a:lnTo>
                  <a:lnTo>
                    <a:pt x="43" y="83"/>
                  </a:lnTo>
                  <a:lnTo>
                    <a:pt x="43" y="83"/>
                  </a:lnTo>
                  <a:lnTo>
                    <a:pt x="43" y="83"/>
                  </a:lnTo>
                  <a:lnTo>
                    <a:pt x="43" y="83"/>
                  </a:lnTo>
                  <a:lnTo>
                    <a:pt x="43" y="83"/>
                  </a:lnTo>
                  <a:lnTo>
                    <a:pt x="43" y="82"/>
                  </a:lnTo>
                  <a:lnTo>
                    <a:pt x="41" y="82"/>
                  </a:lnTo>
                  <a:lnTo>
                    <a:pt x="41" y="82"/>
                  </a:lnTo>
                  <a:lnTo>
                    <a:pt x="39" y="82"/>
                  </a:lnTo>
                  <a:lnTo>
                    <a:pt x="39" y="82"/>
                  </a:lnTo>
                  <a:lnTo>
                    <a:pt x="37" y="82"/>
                  </a:lnTo>
                  <a:lnTo>
                    <a:pt x="37" y="82"/>
                  </a:lnTo>
                  <a:lnTo>
                    <a:pt x="37" y="82"/>
                  </a:lnTo>
                  <a:lnTo>
                    <a:pt x="37" y="82"/>
                  </a:lnTo>
                  <a:lnTo>
                    <a:pt x="36" y="82"/>
                  </a:lnTo>
                  <a:lnTo>
                    <a:pt x="36" y="82"/>
                  </a:lnTo>
                  <a:lnTo>
                    <a:pt x="36" y="82"/>
                  </a:lnTo>
                  <a:lnTo>
                    <a:pt x="36" y="82"/>
                  </a:lnTo>
                  <a:lnTo>
                    <a:pt x="35" y="82"/>
                  </a:lnTo>
                  <a:lnTo>
                    <a:pt x="35" y="82"/>
                  </a:lnTo>
                  <a:lnTo>
                    <a:pt x="35" y="82"/>
                  </a:lnTo>
                  <a:lnTo>
                    <a:pt x="35" y="82"/>
                  </a:lnTo>
                  <a:lnTo>
                    <a:pt x="33" y="82"/>
                  </a:lnTo>
                  <a:lnTo>
                    <a:pt x="33" y="82"/>
                  </a:lnTo>
                  <a:lnTo>
                    <a:pt x="33" y="82"/>
                  </a:lnTo>
                  <a:lnTo>
                    <a:pt x="33" y="82"/>
                  </a:lnTo>
                  <a:lnTo>
                    <a:pt x="31" y="82"/>
                  </a:lnTo>
                  <a:lnTo>
                    <a:pt x="31" y="82"/>
                  </a:lnTo>
                  <a:lnTo>
                    <a:pt x="31" y="82"/>
                  </a:lnTo>
                  <a:lnTo>
                    <a:pt x="31" y="82"/>
                  </a:lnTo>
                  <a:lnTo>
                    <a:pt x="29" y="82"/>
                  </a:lnTo>
                  <a:lnTo>
                    <a:pt x="29" y="82"/>
                  </a:lnTo>
                  <a:lnTo>
                    <a:pt x="29" y="82"/>
                  </a:lnTo>
                  <a:lnTo>
                    <a:pt x="29" y="82"/>
                  </a:lnTo>
                  <a:lnTo>
                    <a:pt x="28" y="82"/>
                  </a:lnTo>
                  <a:lnTo>
                    <a:pt x="28" y="82"/>
                  </a:lnTo>
                  <a:lnTo>
                    <a:pt x="28" y="82"/>
                  </a:lnTo>
                  <a:lnTo>
                    <a:pt x="28" y="82"/>
                  </a:lnTo>
                  <a:lnTo>
                    <a:pt x="28" y="82"/>
                  </a:lnTo>
                  <a:lnTo>
                    <a:pt x="28" y="82"/>
                  </a:lnTo>
                  <a:lnTo>
                    <a:pt x="28" y="82"/>
                  </a:lnTo>
                  <a:lnTo>
                    <a:pt x="28" y="82"/>
                  </a:lnTo>
                  <a:lnTo>
                    <a:pt x="28" y="82"/>
                  </a:lnTo>
                  <a:lnTo>
                    <a:pt x="28" y="82"/>
                  </a:lnTo>
                  <a:lnTo>
                    <a:pt x="28" y="82"/>
                  </a:lnTo>
                  <a:lnTo>
                    <a:pt x="28" y="80"/>
                  </a:lnTo>
                  <a:lnTo>
                    <a:pt x="28" y="80"/>
                  </a:lnTo>
                  <a:lnTo>
                    <a:pt x="28" y="80"/>
                  </a:lnTo>
                  <a:lnTo>
                    <a:pt x="28" y="80"/>
                  </a:lnTo>
                  <a:lnTo>
                    <a:pt x="28" y="79"/>
                  </a:lnTo>
                  <a:lnTo>
                    <a:pt x="28" y="79"/>
                  </a:lnTo>
                  <a:lnTo>
                    <a:pt x="28" y="79"/>
                  </a:lnTo>
                  <a:lnTo>
                    <a:pt x="28" y="79"/>
                  </a:lnTo>
                  <a:lnTo>
                    <a:pt x="29" y="77"/>
                  </a:lnTo>
                  <a:lnTo>
                    <a:pt x="27" y="77"/>
                  </a:lnTo>
                  <a:lnTo>
                    <a:pt x="27" y="76"/>
                  </a:lnTo>
                  <a:lnTo>
                    <a:pt x="27" y="76"/>
                  </a:lnTo>
                  <a:lnTo>
                    <a:pt x="27" y="73"/>
                  </a:lnTo>
                  <a:lnTo>
                    <a:pt x="25" y="73"/>
                  </a:lnTo>
                  <a:lnTo>
                    <a:pt x="25" y="72"/>
                  </a:lnTo>
                  <a:lnTo>
                    <a:pt x="24" y="72"/>
                  </a:lnTo>
                  <a:lnTo>
                    <a:pt x="24" y="70"/>
                  </a:lnTo>
                  <a:lnTo>
                    <a:pt x="22" y="70"/>
                  </a:lnTo>
                  <a:lnTo>
                    <a:pt x="21" y="68"/>
                  </a:lnTo>
                  <a:lnTo>
                    <a:pt x="19" y="66"/>
                  </a:lnTo>
                  <a:lnTo>
                    <a:pt x="19" y="65"/>
                  </a:lnTo>
                  <a:lnTo>
                    <a:pt x="17" y="63"/>
                  </a:lnTo>
                  <a:lnTo>
                    <a:pt x="16" y="61"/>
                  </a:lnTo>
                  <a:lnTo>
                    <a:pt x="14" y="59"/>
                  </a:lnTo>
                  <a:lnTo>
                    <a:pt x="14" y="57"/>
                  </a:lnTo>
                  <a:lnTo>
                    <a:pt x="12" y="57"/>
                  </a:lnTo>
                  <a:lnTo>
                    <a:pt x="12" y="57"/>
                  </a:lnTo>
                  <a:lnTo>
                    <a:pt x="11" y="57"/>
                  </a:lnTo>
                  <a:lnTo>
                    <a:pt x="11" y="57"/>
                  </a:lnTo>
                  <a:lnTo>
                    <a:pt x="9" y="57"/>
                  </a:lnTo>
                  <a:lnTo>
                    <a:pt x="9" y="57"/>
                  </a:lnTo>
                  <a:lnTo>
                    <a:pt x="9" y="57"/>
                  </a:lnTo>
                  <a:lnTo>
                    <a:pt x="9" y="57"/>
                  </a:lnTo>
                  <a:lnTo>
                    <a:pt x="8" y="57"/>
                  </a:lnTo>
                  <a:lnTo>
                    <a:pt x="8" y="57"/>
                  </a:lnTo>
                  <a:lnTo>
                    <a:pt x="8" y="57"/>
                  </a:lnTo>
                  <a:lnTo>
                    <a:pt x="8" y="57"/>
                  </a:lnTo>
                  <a:lnTo>
                    <a:pt x="6" y="57"/>
                  </a:lnTo>
                  <a:lnTo>
                    <a:pt x="6" y="57"/>
                  </a:lnTo>
                  <a:lnTo>
                    <a:pt x="6" y="57"/>
                  </a:lnTo>
                  <a:lnTo>
                    <a:pt x="6" y="57"/>
                  </a:lnTo>
                  <a:lnTo>
                    <a:pt x="6" y="58"/>
                  </a:lnTo>
                  <a:lnTo>
                    <a:pt x="6" y="58"/>
                  </a:lnTo>
                  <a:lnTo>
                    <a:pt x="6" y="58"/>
                  </a:lnTo>
                  <a:lnTo>
                    <a:pt x="6" y="58"/>
                  </a:lnTo>
                  <a:lnTo>
                    <a:pt x="6" y="59"/>
                  </a:lnTo>
                  <a:lnTo>
                    <a:pt x="6" y="59"/>
                  </a:lnTo>
                  <a:lnTo>
                    <a:pt x="6" y="59"/>
                  </a:lnTo>
                  <a:lnTo>
                    <a:pt x="6" y="59"/>
                  </a:lnTo>
                  <a:lnTo>
                    <a:pt x="6" y="61"/>
                  </a:lnTo>
                  <a:lnTo>
                    <a:pt x="6" y="61"/>
                  </a:lnTo>
                  <a:lnTo>
                    <a:pt x="6" y="61"/>
                  </a:lnTo>
                  <a:lnTo>
                    <a:pt x="6" y="61"/>
                  </a:lnTo>
                  <a:lnTo>
                    <a:pt x="6" y="63"/>
                  </a:lnTo>
                  <a:lnTo>
                    <a:pt x="6" y="63"/>
                  </a:lnTo>
                  <a:lnTo>
                    <a:pt x="6" y="63"/>
                  </a:lnTo>
                  <a:lnTo>
                    <a:pt x="6" y="63"/>
                  </a:lnTo>
                  <a:lnTo>
                    <a:pt x="6" y="64"/>
                  </a:lnTo>
                  <a:lnTo>
                    <a:pt x="6" y="64"/>
                  </a:lnTo>
                  <a:lnTo>
                    <a:pt x="6" y="64"/>
                  </a:lnTo>
                  <a:lnTo>
                    <a:pt x="6" y="64"/>
                  </a:lnTo>
                  <a:lnTo>
                    <a:pt x="6" y="64"/>
                  </a:lnTo>
                  <a:lnTo>
                    <a:pt x="6" y="64"/>
                  </a:lnTo>
                  <a:lnTo>
                    <a:pt x="6" y="64"/>
                  </a:lnTo>
                  <a:lnTo>
                    <a:pt x="6" y="64"/>
                  </a:lnTo>
                  <a:lnTo>
                    <a:pt x="6" y="65"/>
                  </a:lnTo>
                  <a:lnTo>
                    <a:pt x="6" y="65"/>
                  </a:lnTo>
                  <a:lnTo>
                    <a:pt x="6" y="65"/>
                  </a:lnTo>
                  <a:lnTo>
                    <a:pt x="6" y="65"/>
                  </a:lnTo>
                  <a:lnTo>
                    <a:pt x="6" y="65"/>
                  </a:lnTo>
                  <a:lnTo>
                    <a:pt x="6" y="65"/>
                  </a:lnTo>
                  <a:lnTo>
                    <a:pt x="6" y="65"/>
                  </a:lnTo>
                  <a:lnTo>
                    <a:pt x="8" y="65"/>
                  </a:lnTo>
                  <a:lnTo>
                    <a:pt x="7" y="66"/>
                  </a:lnTo>
                  <a:lnTo>
                    <a:pt x="7" y="66"/>
                  </a:lnTo>
                  <a:lnTo>
                    <a:pt x="7" y="66"/>
                  </a:lnTo>
                  <a:lnTo>
                    <a:pt x="7" y="66"/>
                  </a:lnTo>
                  <a:lnTo>
                    <a:pt x="7" y="67"/>
                  </a:lnTo>
                  <a:lnTo>
                    <a:pt x="7" y="67"/>
                  </a:lnTo>
                  <a:lnTo>
                    <a:pt x="7" y="67"/>
                  </a:lnTo>
                  <a:lnTo>
                    <a:pt x="7" y="67"/>
                  </a:lnTo>
                  <a:lnTo>
                    <a:pt x="6" y="68"/>
                  </a:lnTo>
                  <a:lnTo>
                    <a:pt x="6" y="68"/>
                  </a:lnTo>
                  <a:lnTo>
                    <a:pt x="6" y="68"/>
                  </a:lnTo>
                  <a:lnTo>
                    <a:pt x="6" y="68"/>
                  </a:lnTo>
                  <a:lnTo>
                    <a:pt x="6" y="68"/>
                  </a:lnTo>
                  <a:lnTo>
                    <a:pt x="6" y="68"/>
                  </a:lnTo>
                  <a:lnTo>
                    <a:pt x="6" y="68"/>
                  </a:lnTo>
                  <a:lnTo>
                    <a:pt x="6" y="68"/>
                  </a:lnTo>
                  <a:lnTo>
                    <a:pt x="5" y="68"/>
                  </a:lnTo>
                  <a:lnTo>
                    <a:pt x="5" y="68"/>
                  </a:lnTo>
                  <a:lnTo>
                    <a:pt x="5" y="68"/>
                  </a:lnTo>
                  <a:lnTo>
                    <a:pt x="5" y="68"/>
                  </a:lnTo>
                  <a:lnTo>
                    <a:pt x="5" y="68"/>
                  </a:lnTo>
                  <a:lnTo>
                    <a:pt x="5" y="68"/>
                  </a:lnTo>
                  <a:lnTo>
                    <a:pt x="5" y="68"/>
                  </a:lnTo>
                  <a:lnTo>
                    <a:pt x="5" y="68"/>
                  </a:lnTo>
                  <a:lnTo>
                    <a:pt x="4" y="68"/>
                  </a:lnTo>
                  <a:lnTo>
                    <a:pt x="4" y="68"/>
                  </a:lnTo>
                  <a:lnTo>
                    <a:pt x="4" y="68"/>
                  </a:lnTo>
                  <a:lnTo>
                    <a:pt x="4" y="68"/>
                  </a:lnTo>
                  <a:lnTo>
                    <a:pt x="4" y="68"/>
                  </a:lnTo>
                  <a:lnTo>
                    <a:pt x="4" y="68"/>
                  </a:lnTo>
                  <a:lnTo>
                    <a:pt x="4" y="68"/>
                  </a:lnTo>
                  <a:lnTo>
                    <a:pt x="4" y="68"/>
                  </a:lnTo>
                  <a:lnTo>
                    <a:pt x="4" y="68"/>
                  </a:lnTo>
                  <a:lnTo>
                    <a:pt x="4" y="68"/>
                  </a:lnTo>
                  <a:lnTo>
                    <a:pt x="4" y="68"/>
                  </a:lnTo>
                  <a:lnTo>
                    <a:pt x="4" y="68"/>
                  </a:lnTo>
                  <a:lnTo>
                    <a:pt x="4" y="68"/>
                  </a:lnTo>
                  <a:lnTo>
                    <a:pt x="4" y="68"/>
                  </a:lnTo>
                  <a:lnTo>
                    <a:pt x="4" y="68"/>
                  </a:lnTo>
                  <a:lnTo>
                    <a:pt x="4" y="68"/>
                  </a:lnTo>
                  <a:lnTo>
                    <a:pt x="2" y="68"/>
                  </a:lnTo>
                  <a:lnTo>
                    <a:pt x="2" y="68"/>
                  </a:lnTo>
                  <a:lnTo>
                    <a:pt x="2" y="68"/>
                  </a:lnTo>
                  <a:lnTo>
                    <a:pt x="2" y="68"/>
                  </a:lnTo>
                  <a:lnTo>
                    <a:pt x="2" y="68"/>
                  </a:lnTo>
                  <a:lnTo>
                    <a:pt x="2" y="68"/>
                  </a:lnTo>
                  <a:lnTo>
                    <a:pt x="2" y="68"/>
                  </a:lnTo>
                  <a:lnTo>
                    <a:pt x="2" y="67"/>
                  </a:lnTo>
                  <a:lnTo>
                    <a:pt x="1" y="67"/>
                  </a:lnTo>
                  <a:lnTo>
                    <a:pt x="1" y="67"/>
                  </a:lnTo>
                  <a:lnTo>
                    <a:pt x="1" y="67"/>
                  </a:lnTo>
                  <a:lnTo>
                    <a:pt x="1" y="67"/>
                  </a:lnTo>
                  <a:lnTo>
                    <a:pt x="1" y="67"/>
                  </a:lnTo>
                  <a:lnTo>
                    <a:pt x="1" y="67"/>
                  </a:lnTo>
                  <a:lnTo>
                    <a:pt x="1" y="67"/>
                  </a:lnTo>
                  <a:lnTo>
                    <a:pt x="1" y="67"/>
                  </a:lnTo>
                  <a:lnTo>
                    <a:pt x="0" y="67"/>
                  </a:lnTo>
                  <a:lnTo>
                    <a:pt x="0" y="67"/>
                  </a:lnTo>
                  <a:lnTo>
                    <a:pt x="0" y="67"/>
                  </a:lnTo>
                  <a:lnTo>
                    <a:pt x="0" y="67"/>
                  </a:lnTo>
                  <a:lnTo>
                    <a:pt x="0" y="67"/>
                  </a:lnTo>
                  <a:lnTo>
                    <a:pt x="0" y="67"/>
                  </a:lnTo>
                  <a:lnTo>
                    <a:pt x="0" y="67"/>
                  </a:lnTo>
                  <a:lnTo>
                    <a:pt x="0" y="67"/>
                  </a:lnTo>
                  <a:lnTo>
                    <a:pt x="0" y="68"/>
                  </a:lnTo>
                  <a:lnTo>
                    <a:pt x="0" y="68"/>
                  </a:lnTo>
                  <a:lnTo>
                    <a:pt x="0" y="68"/>
                  </a:lnTo>
                  <a:lnTo>
                    <a:pt x="0" y="68"/>
                  </a:lnTo>
                  <a:lnTo>
                    <a:pt x="0" y="69"/>
                  </a:lnTo>
                  <a:lnTo>
                    <a:pt x="0" y="69"/>
                  </a:lnTo>
                  <a:lnTo>
                    <a:pt x="0" y="69"/>
                  </a:lnTo>
                  <a:lnTo>
                    <a:pt x="0" y="69"/>
                  </a:lnTo>
                  <a:lnTo>
                    <a:pt x="0" y="71"/>
                  </a:lnTo>
                  <a:lnTo>
                    <a:pt x="0" y="71"/>
                  </a:lnTo>
                  <a:lnTo>
                    <a:pt x="0" y="71"/>
                  </a:lnTo>
                  <a:lnTo>
                    <a:pt x="0" y="71"/>
                  </a:lnTo>
                  <a:lnTo>
                    <a:pt x="0" y="71"/>
                  </a:lnTo>
                  <a:lnTo>
                    <a:pt x="0" y="71"/>
                  </a:lnTo>
                  <a:lnTo>
                    <a:pt x="0" y="71"/>
                  </a:lnTo>
                  <a:lnTo>
                    <a:pt x="0" y="71"/>
                  </a:lnTo>
                  <a:lnTo>
                    <a:pt x="0" y="71"/>
                  </a:lnTo>
                  <a:lnTo>
                    <a:pt x="0" y="71"/>
                  </a:lnTo>
                  <a:lnTo>
                    <a:pt x="0" y="71"/>
                  </a:lnTo>
                  <a:lnTo>
                    <a:pt x="0" y="71"/>
                  </a:lnTo>
                  <a:lnTo>
                    <a:pt x="0" y="71"/>
                  </a:lnTo>
                  <a:lnTo>
                    <a:pt x="0" y="71"/>
                  </a:lnTo>
                  <a:lnTo>
                    <a:pt x="0" y="71"/>
                  </a:lnTo>
                  <a:lnTo>
                    <a:pt x="0" y="71"/>
                  </a:lnTo>
                  <a:lnTo>
                    <a:pt x="0" y="71"/>
                  </a:lnTo>
                  <a:lnTo>
                    <a:pt x="0" y="71"/>
                  </a:lnTo>
                  <a:lnTo>
                    <a:pt x="0" y="71"/>
                  </a:lnTo>
                  <a:lnTo>
                    <a:pt x="0" y="71"/>
                  </a:lnTo>
                  <a:lnTo>
                    <a:pt x="0" y="71"/>
                  </a:lnTo>
                  <a:lnTo>
                    <a:pt x="0" y="71"/>
                  </a:lnTo>
                  <a:lnTo>
                    <a:pt x="0" y="71"/>
                  </a:lnTo>
                  <a:lnTo>
                    <a:pt x="0" y="71"/>
                  </a:lnTo>
                  <a:lnTo>
                    <a:pt x="0" y="72"/>
                  </a:lnTo>
                  <a:lnTo>
                    <a:pt x="0" y="72"/>
                  </a:lnTo>
                  <a:lnTo>
                    <a:pt x="0" y="72"/>
                  </a:lnTo>
                  <a:lnTo>
                    <a:pt x="0" y="72"/>
                  </a:lnTo>
                  <a:lnTo>
                    <a:pt x="0" y="72"/>
                  </a:lnTo>
                  <a:lnTo>
                    <a:pt x="0" y="72"/>
                  </a:lnTo>
                  <a:lnTo>
                    <a:pt x="0" y="72"/>
                  </a:lnTo>
                  <a:lnTo>
                    <a:pt x="2" y="72"/>
                  </a:lnTo>
                  <a:lnTo>
                    <a:pt x="2" y="74"/>
                  </a:lnTo>
                  <a:lnTo>
                    <a:pt x="2" y="74"/>
                  </a:lnTo>
                  <a:lnTo>
                    <a:pt x="2" y="74"/>
                  </a:lnTo>
                  <a:lnTo>
                    <a:pt x="4" y="74"/>
                  </a:lnTo>
                  <a:lnTo>
                    <a:pt x="4" y="74"/>
                  </a:lnTo>
                  <a:lnTo>
                    <a:pt x="4" y="74"/>
                  </a:lnTo>
                  <a:lnTo>
                    <a:pt x="4" y="74"/>
                  </a:lnTo>
                  <a:lnTo>
                    <a:pt x="6" y="74"/>
                  </a:lnTo>
                  <a:lnTo>
                    <a:pt x="6" y="74"/>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98" name=""/>
            <p:cNvSpPr/>
            <p:nvPr/>
          </p:nvSpPr>
          <p:spPr>
            <a:xfrm>
              <a:off x="8310600" y="5808600"/>
              <a:ext cx="19080" cy="20880"/>
            </a:xfrm>
            <a:custGeom>
              <a:avLst/>
              <a:gdLst/>
              <a:ahLst/>
              <a:rect l="l" t="t" r="r" b="b"/>
              <a:pathLst>
                <a:path w="12" h="13">
                  <a:moveTo>
                    <a:pt x="6" y="1"/>
                  </a:moveTo>
                  <a:lnTo>
                    <a:pt x="5" y="2"/>
                  </a:lnTo>
                  <a:lnTo>
                    <a:pt x="5" y="2"/>
                  </a:lnTo>
                  <a:lnTo>
                    <a:pt x="5" y="2"/>
                  </a:lnTo>
                  <a:lnTo>
                    <a:pt x="5" y="2"/>
                  </a:lnTo>
                  <a:lnTo>
                    <a:pt x="4" y="2"/>
                  </a:lnTo>
                  <a:lnTo>
                    <a:pt x="4" y="2"/>
                  </a:lnTo>
                  <a:lnTo>
                    <a:pt x="4" y="2"/>
                  </a:lnTo>
                  <a:lnTo>
                    <a:pt x="4" y="2"/>
                  </a:lnTo>
                  <a:lnTo>
                    <a:pt x="3" y="2"/>
                  </a:lnTo>
                  <a:lnTo>
                    <a:pt x="3" y="2"/>
                  </a:lnTo>
                  <a:lnTo>
                    <a:pt x="3" y="2"/>
                  </a:lnTo>
                  <a:lnTo>
                    <a:pt x="3" y="2"/>
                  </a:lnTo>
                  <a:lnTo>
                    <a:pt x="0" y="2"/>
                  </a:lnTo>
                  <a:lnTo>
                    <a:pt x="0" y="2"/>
                  </a:lnTo>
                  <a:lnTo>
                    <a:pt x="0" y="2"/>
                  </a:lnTo>
                  <a:lnTo>
                    <a:pt x="0" y="2"/>
                  </a:lnTo>
                  <a:lnTo>
                    <a:pt x="0" y="4"/>
                  </a:lnTo>
                  <a:lnTo>
                    <a:pt x="0" y="4"/>
                  </a:lnTo>
                  <a:lnTo>
                    <a:pt x="0" y="5"/>
                  </a:lnTo>
                  <a:lnTo>
                    <a:pt x="0" y="5"/>
                  </a:lnTo>
                  <a:lnTo>
                    <a:pt x="0" y="7"/>
                  </a:lnTo>
                  <a:lnTo>
                    <a:pt x="0" y="7"/>
                  </a:lnTo>
                  <a:lnTo>
                    <a:pt x="0" y="7"/>
                  </a:lnTo>
                  <a:lnTo>
                    <a:pt x="0" y="7"/>
                  </a:lnTo>
                  <a:lnTo>
                    <a:pt x="0" y="9"/>
                  </a:lnTo>
                  <a:lnTo>
                    <a:pt x="0" y="9"/>
                  </a:lnTo>
                  <a:lnTo>
                    <a:pt x="0" y="9"/>
                  </a:lnTo>
                  <a:lnTo>
                    <a:pt x="0" y="9"/>
                  </a:lnTo>
                  <a:lnTo>
                    <a:pt x="0" y="10"/>
                  </a:lnTo>
                  <a:lnTo>
                    <a:pt x="0" y="10"/>
                  </a:lnTo>
                  <a:lnTo>
                    <a:pt x="0" y="10"/>
                  </a:lnTo>
                  <a:lnTo>
                    <a:pt x="0" y="10"/>
                  </a:lnTo>
                  <a:lnTo>
                    <a:pt x="0" y="12"/>
                  </a:lnTo>
                  <a:lnTo>
                    <a:pt x="0" y="12"/>
                  </a:lnTo>
                  <a:lnTo>
                    <a:pt x="0" y="12"/>
                  </a:lnTo>
                  <a:lnTo>
                    <a:pt x="1" y="12"/>
                  </a:lnTo>
                  <a:lnTo>
                    <a:pt x="1" y="12"/>
                  </a:lnTo>
                  <a:lnTo>
                    <a:pt x="1" y="12"/>
                  </a:lnTo>
                  <a:lnTo>
                    <a:pt x="1" y="12"/>
                  </a:lnTo>
                  <a:lnTo>
                    <a:pt x="3" y="11"/>
                  </a:lnTo>
                  <a:lnTo>
                    <a:pt x="3" y="11"/>
                  </a:lnTo>
                  <a:lnTo>
                    <a:pt x="3" y="11"/>
                  </a:lnTo>
                  <a:lnTo>
                    <a:pt x="3" y="11"/>
                  </a:lnTo>
                  <a:lnTo>
                    <a:pt x="5" y="10"/>
                  </a:lnTo>
                  <a:lnTo>
                    <a:pt x="5" y="10"/>
                  </a:lnTo>
                  <a:lnTo>
                    <a:pt x="5" y="10"/>
                  </a:lnTo>
                  <a:lnTo>
                    <a:pt x="5" y="10"/>
                  </a:lnTo>
                  <a:lnTo>
                    <a:pt x="6" y="9"/>
                  </a:lnTo>
                  <a:lnTo>
                    <a:pt x="6" y="9"/>
                  </a:lnTo>
                  <a:lnTo>
                    <a:pt x="6" y="9"/>
                  </a:lnTo>
                  <a:lnTo>
                    <a:pt x="6" y="9"/>
                  </a:lnTo>
                  <a:lnTo>
                    <a:pt x="6" y="9"/>
                  </a:lnTo>
                  <a:lnTo>
                    <a:pt x="6" y="9"/>
                  </a:lnTo>
                  <a:lnTo>
                    <a:pt x="6" y="9"/>
                  </a:lnTo>
                  <a:lnTo>
                    <a:pt x="6" y="9"/>
                  </a:lnTo>
                  <a:lnTo>
                    <a:pt x="8" y="8"/>
                  </a:lnTo>
                  <a:lnTo>
                    <a:pt x="8" y="8"/>
                  </a:lnTo>
                  <a:lnTo>
                    <a:pt x="8" y="8"/>
                  </a:lnTo>
                  <a:lnTo>
                    <a:pt x="8" y="8"/>
                  </a:lnTo>
                  <a:lnTo>
                    <a:pt x="9" y="8"/>
                  </a:lnTo>
                  <a:lnTo>
                    <a:pt x="9" y="8"/>
                  </a:lnTo>
                  <a:lnTo>
                    <a:pt x="9" y="8"/>
                  </a:lnTo>
                  <a:lnTo>
                    <a:pt x="9" y="8"/>
                  </a:lnTo>
                  <a:lnTo>
                    <a:pt x="10" y="7"/>
                  </a:lnTo>
                  <a:lnTo>
                    <a:pt x="10" y="7"/>
                  </a:lnTo>
                  <a:lnTo>
                    <a:pt x="10" y="7"/>
                  </a:lnTo>
                  <a:lnTo>
                    <a:pt x="10" y="7"/>
                  </a:lnTo>
                  <a:lnTo>
                    <a:pt x="10" y="7"/>
                  </a:lnTo>
                  <a:lnTo>
                    <a:pt x="10" y="7"/>
                  </a:lnTo>
                  <a:lnTo>
                    <a:pt x="10" y="7"/>
                  </a:lnTo>
                  <a:lnTo>
                    <a:pt x="10" y="7"/>
                  </a:lnTo>
                  <a:lnTo>
                    <a:pt x="10" y="5"/>
                  </a:lnTo>
                  <a:lnTo>
                    <a:pt x="10" y="5"/>
                  </a:lnTo>
                  <a:lnTo>
                    <a:pt x="10" y="5"/>
                  </a:lnTo>
                  <a:lnTo>
                    <a:pt x="10" y="5"/>
                  </a:lnTo>
                  <a:lnTo>
                    <a:pt x="10" y="5"/>
                  </a:lnTo>
                  <a:lnTo>
                    <a:pt x="10" y="5"/>
                  </a:lnTo>
                  <a:lnTo>
                    <a:pt x="10" y="5"/>
                  </a:lnTo>
                  <a:lnTo>
                    <a:pt x="10" y="5"/>
                  </a:lnTo>
                  <a:lnTo>
                    <a:pt x="11" y="4"/>
                  </a:lnTo>
                  <a:lnTo>
                    <a:pt x="10" y="4"/>
                  </a:lnTo>
                  <a:lnTo>
                    <a:pt x="10" y="4"/>
                  </a:lnTo>
                  <a:lnTo>
                    <a:pt x="10" y="4"/>
                  </a:lnTo>
                  <a:lnTo>
                    <a:pt x="10" y="4"/>
                  </a:lnTo>
                  <a:lnTo>
                    <a:pt x="10" y="4"/>
                  </a:lnTo>
                  <a:lnTo>
                    <a:pt x="10" y="4"/>
                  </a:lnTo>
                  <a:lnTo>
                    <a:pt x="10" y="4"/>
                  </a:lnTo>
                  <a:lnTo>
                    <a:pt x="10" y="2"/>
                  </a:lnTo>
                  <a:lnTo>
                    <a:pt x="9" y="2"/>
                  </a:lnTo>
                  <a:lnTo>
                    <a:pt x="9" y="2"/>
                  </a:lnTo>
                  <a:lnTo>
                    <a:pt x="9" y="2"/>
                  </a:lnTo>
                  <a:lnTo>
                    <a:pt x="9" y="1"/>
                  </a:lnTo>
                  <a:lnTo>
                    <a:pt x="9" y="1"/>
                  </a:lnTo>
                  <a:lnTo>
                    <a:pt x="9" y="1"/>
                  </a:lnTo>
                  <a:lnTo>
                    <a:pt x="9" y="1"/>
                  </a:lnTo>
                  <a:lnTo>
                    <a:pt x="9" y="0"/>
                  </a:lnTo>
                  <a:lnTo>
                    <a:pt x="8" y="1"/>
                  </a:lnTo>
                  <a:lnTo>
                    <a:pt x="8" y="1"/>
                  </a:lnTo>
                  <a:lnTo>
                    <a:pt x="8" y="1"/>
                  </a:lnTo>
                  <a:lnTo>
                    <a:pt x="8" y="1"/>
                  </a:lnTo>
                  <a:lnTo>
                    <a:pt x="8" y="1"/>
                  </a:lnTo>
                  <a:lnTo>
                    <a:pt x="8" y="1"/>
                  </a:lnTo>
                  <a:lnTo>
                    <a:pt x="8" y="1"/>
                  </a:lnTo>
                  <a:lnTo>
                    <a:pt x="8" y="1"/>
                  </a:lnTo>
                  <a:lnTo>
                    <a:pt x="6" y="1"/>
                  </a:lnTo>
                  <a:lnTo>
                    <a:pt x="6" y="1"/>
                  </a:lnTo>
                  <a:lnTo>
                    <a:pt x="6" y="1"/>
                  </a:lnTo>
                  <a:lnTo>
                    <a:pt x="6" y="1"/>
                  </a:lnTo>
                  <a:lnTo>
                    <a:pt x="6" y="1"/>
                  </a:lnTo>
                  <a:lnTo>
                    <a:pt x="6" y="1"/>
                  </a:lnTo>
                  <a:lnTo>
                    <a:pt x="6" y="1"/>
                  </a:lnTo>
                  <a:lnTo>
                    <a:pt x="6" y="1"/>
                  </a:lnTo>
                  <a:lnTo>
                    <a:pt x="6" y="1"/>
                  </a:lnTo>
                </a:path>
              </a:pathLst>
            </a:custGeom>
            <a:solidFill>
              <a:srgbClr val="a1009f"/>
            </a:solidFill>
            <a:ln w="18360">
              <a:solidFill>
                <a:srgbClr val="000000"/>
              </a:solidFill>
              <a:round/>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699" name=""/>
            <p:cNvSpPr/>
            <p:nvPr/>
          </p:nvSpPr>
          <p:spPr>
            <a:xfrm>
              <a:off x="8185320" y="5986440"/>
              <a:ext cx="34920" cy="69840"/>
            </a:xfrm>
            <a:custGeom>
              <a:avLst/>
              <a:gdLst/>
              <a:ahLst/>
              <a:rect l="l" t="t" r="r" b="b"/>
              <a:pathLst>
                <a:path w="22" h="44">
                  <a:moveTo>
                    <a:pt x="17" y="2"/>
                  </a:moveTo>
                  <a:lnTo>
                    <a:pt x="16" y="3"/>
                  </a:lnTo>
                  <a:lnTo>
                    <a:pt x="16" y="3"/>
                  </a:lnTo>
                  <a:lnTo>
                    <a:pt x="16" y="3"/>
                  </a:lnTo>
                  <a:lnTo>
                    <a:pt x="16" y="3"/>
                  </a:lnTo>
                  <a:lnTo>
                    <a:pt x="16" y="4"/>
                  </a:lnTo>
                  <a:lnTo>
                    <a:pt x="16" y="4"/>
                  </a:lnTo>
                  <a:lnTo>
                    <a:pt x="16" y="4"/>
                  </a:lnTo>
                  <a:lnTo>
                    <a:pt x="16" y="4"/>
                  </a:lnTo>
                  <a:lnTo>
                    <a:pt x="14" y="5"/>
                  </a:lnTo>
                  <a:lnTo>
                    <a:pt x="14" y="5"/>
                  </a:lnTo>
                  <a:lnTo>
                    <a:pt x="14" y="5"/>
                  </a:lnTo>
                  <a:lnTo>
                    <a:pt x="14" y="5"/>
                  </a:lnTo>
                  <a:lnTo>
                    <a:pt x="14" y="5"/>
                  </a:lnTo>
                  <a:lnTo>
                    <a:pt x="14" y="5"/>
                  </a:lnTo>
                  <a:lnTo>
                    <a:pt x="14" y="5"/>
                  </a:lnTo>
                  <a:lnTo>
                    <a:pt x="14" y="5"/>
                  </a:lnTo>
                  <a:lnTo>
                    <a:pt x="12" y="7"/>
                  </a:lnTo>
                  <a:lnTo>
                    <a:pt x="12" y="7"/>
                  </a:lnTo>
                  <a:lnTo>
                    <a:pt x="11" y="7"/>
                  </a:lnTo>
                  <a:lnTo>
                    <a:pt x="11" y="7"/>
                  </a:lnTo>
                  <a:lnTo>
                    <a:pt x="10" y="7"/>
                  </a:lnTo>
                  <a:lnTo>
                    <a:pt x="10" y="7"/>
                  </a:lnTo>
                  <a:lnTo>
                    <a:pt x="10" y="7"/>
                  </a:lnTo>
                  <a:lnTo>
                    <a:pt x="10" y="7"/>
                  </a:lnTo>
                  <a:lnTo>
                    <a:pt x="8" y="8"/>
                  </a:lnTo>
                  <a:lnTo>
                    <a:pt x="8" y="8"/>
                  </a:lnTo>
                  <a:lnTo>
                    <a:pt x="8" y="8"/>
                  </a:lnTo>
                  <a:lnTo>
                    <a:pt x="8" y="8"/>
                  </a:lnTo>
                  <a:lnTo>
                    <a:pt x="6" y="8"/>
                  </a:lnTo>
                  <a:lnTo>
                    <a:pt x="6" y="8"/>
                  </a:lnTo>
                  <a:lnTo>
                    <a:pt x="6" y="8"/>
                  </a:lnTo>
                  <a:lnTo>
                    <a:pt x="6" y="8"/>
                  </a:lnTo>
                  <a:lnTo>
                    <a:pt x="4" y="10"/>
                  </a:lnTo>
                  <a:lnTo>
                    <a:pt x="4" y="10"/>
                  </a:lnTo>
                  <a:lnTo>
                    <a:pt x="4" y="12"/>
                  </a:lnTo>
                  <a:lnTo>
                    <a:pt x="4" y="12"/>
                  </a:lnTo>
                  <a:lnTo>
                    <a:pt x="2" y="14"/>
                  </a:lnTo>
                  <a:lnTo>
                    <a:pt x="2" y="14"/>
                  </a:lnTo>
                  <a:lnTo>
                    <a:pt x="2" y="14"/>
                  </a:lnTo>
                  <a:lnTo>
                    <a:pt x="2" y="14"/>
                  </a:lnTo>
                  <a:lnTo>
                    <a:pt x="1" y="16"/>
                  </a:lnTo>
                  <a:lnTo>
                    <a:pt x="1" y="16"/>
                  </a:lnTo>
                  <a:lnTo>
                    <a:pt x="1" y="18"/>
                  </a:lnTo>
                  <a:lnTo>
                    <a:pt x="1" y="18"/>
                  </a:lnTo>
                  <a:lnTo>
                    <a:pt x="1" y="20"/>
                  </a:lnTo>
                  <a:lnTo>
                    <a:pt x="1" y="20"/>
                  </a:lnTo>
                  <a:lnTo>
                    <a:pt x="1" y="20"/>
                  </a:lnTo>
                  <a:lnTo>
                    <a:pt x="1" y="20"/>
                  </a:lnTo>
                  <a:lnTo>
                    <a:pt x="0" y="22"/>
                  </a:lnTo>
                  <a:lnTo>
                    <a:pt x="0" y="22"/>
                  </a:lnTo>
                  <a:lnTo>
                    <a:pt x="0" y="23"/>
                  </a:lnTo>
                  <a:lnTo>
                    <a:pt x="0" y="23"/>
                  </a:lnTo>
                  <a:lnTo>
                    <a:pt x="0" y="25"/>
                  </a:lnTo>
                  <a:lnTo>
                    <a:pt x="0" y="25"/>
                  </a:lnTo>
                  <a:lnTo>
                    <a:pt x="0" y="25"/>
                  </a:lnTo>
                  <a:lnTo>
                    <a:pt x="0" y="25"/>
                  </a:lnTo>
                  <a:lnTo>
                    <a:pt x="0" y="27"/>
                  </a:lnTo>
                  <a:lnTo>
                    <a:pt x="0" y="27"/>
                  </a:lnTo>
                  <a:lnTo>
                    <a:pt x="0" y="27"/>
                  </a:lnTo>
                  <a:lnTo>
                    <a:pt x="0" y="27"/>
                  </a:lnTo>
                  <a:lnTo>
                    <a:pt x="0" y="29"/>
                  </a:lnTo>
                  <a:lnTo>
                    <a:pt x="0" y="29"/>
                  </a:lnTo>
                  <a:lnTo>
                    <a:pt x="0" y="29"/>
                  </a:lnTo>
                  <a:lnTo>
                    <a:pt x="1" y="29"/>
                  </a:lnTo>
                  <a:lnTo>
                    <a:pt x="1" y="30"/>
                  </a:lnTo>
                  <a:lnTo>
                    <a:pt x="1" y="30"/>
                  </a:lnTo>
                  <a:lnTo>
                    <a:pt x="1" y="31"/>
                  </a:lnTo>
                  <a:lnTo>
                    <a:pt x="1" y="31"/>
                  </a:lnTo>
                  <a:lnTo>
                    <a:pt x="1" y="33"/>
                  </a:lnTo>
                  <a:lnTo>
                    <a:pt x="1" y="33"/>
                  </a:lnTo>
                  <a:lnTo>
                    <a:pt x="1" y="33"/>
                  </a:lnTo>
                  <a:lnTo>
                    <a:pt x="1" y="33"/>
                  </a:lnTo>
                  <a:lnTo>
                    <a:pt x="1" y="35"/>
                  </a:lnTo>
                  <a:lnTo>
                    <a:pt x="1" y="35"/>
                  </a:lnTo>
                  <a:lnTo>
                    <a:pt x="1" y="36"/>
                  </a:lnTo>
                  <a:lnTo>
                    <a:pt x="1" y="36"/>
                  </a:lnTo>
                  <a:lnTo>
                    <a:pt x="1" y="38"/>
                  </a:lnTo>
                  <a:lnTo>
                    <a:pt x="1" y="38"/>
                  </a:lnTo>
                  <a:lnTo>
                    <a:pt x="1" y="38"/>
                  </a:lnTo>
                  <a:lnTo>
                    <a:pt x="1" y="38"/>
                  </a:lnTo>
                  <a:lnTo>
                    <a:pt x="1" y="39"/>
                  </a:lnTo>
                  <a:lnTo>
                    <a:pt x="1" y="39"/>
                  </a:lnTo>
                  <a:lnTo>
                    <a:pt x="1" y="39"/>
                  </a:lnTo>
                  <a:lnTo>
                    <a:pt x="1" y="39"/>
                  </a:lnTo>
                  <a:lnTo>
                    <a:pt x="1" y="40"/>
                  </a:lnTo>
                  <a:lnTo>
                    <a:pt x="1" y="40"/>
                  </a:lnTo>
                  <a:lnTo>
                    <a:pt x="1" y="40"/>
                  </a:lnTo>
                  <a:lnTo>
                    <a:pt x="2" y="40"/>
                  </a:lnTo>
                  <a:lnTo>
                    <a:pt x="2" y="42"/>
                  </a:lnTo>
                  <a:lnTo>
                    <a:pt x="2" y="42"/>
                  </a:lnTo>
                  <a:lnTo>
                    <a:pt x="2" y="42"/>
                  </a:lnTo>
                  <a:lnTo>
                    <a:pt x="3" y="42"/>
                  </a:lnTo>
                  <a:lnTo>
                    <a:pt x="3" y="43"/>
                  </a:lnTo>
                  <a:lnTo>
                    <a:pt x="3" y="43"/>
                  </a:lnTo>
                  <a:lnTo>
                    <a:pt x="3" y="43"/>
                  </a:lnTo>
                  <a:lnTo>
                    <a:pt x="5" y="43"/>
                  </a:lnTo>
                  <a:lnTo>
                    <a:pt x="5" y="43"/>
                  </a:lnTo>
                  <a:lnTo>
                    <a:pt x="5" y="43"/>
                  </a:lnTo>
                  <a:lnTo>
                    <a:pt x="5" y="43"/>
                  </a:lnTo>
                  <a:lnTo>
                    <a:pt x="5" y="42"/>
                  </a:lnTo>
                  <a:lnTo>
                    <a:pt x="5" y="42"/>
                  </a:lnTo>
                  <a:lnTo>
                    <a:pt x="5" y="42"/>
                  </a:lnTo>
                  <a:lnTo>
                    <a:pt x="5" y="42"/>
                  </a:lnTo>
                  <a:lnTo>
                    <a:pt x="7" y="40"/>
                  </a:lnTo>
                  <a:lnTo>
                    <a:pt x="7" y="40"/>
                  </a:lnTo>
                  <a:lnTo>
                    <a:pt x="7" y="40"/>
                  </a:lnTo>
                  <a:lnTo>
                    <a:pt x="7" y="40"/>
                  </a:lnTo>
                  <a:lnTo>
                    <a:pt x="8" y="39"/>
                  </a:lnTo>
                  <a:lnTo>
                    <a:pt x="8" y="39"/>
                  </a:lnTo>
                  <a:lnTo>
                    <a:pt x="8" y="39"/>
                  </a:lnTo>
                  <a:lnTo>
                    <a:pt x="8" y="39"/>
                  </a:lnTo>
                  <a:lnTo>
                    <a:pt x="10" y="37"/>
                  </a:lnTo>
                  <a:lnTo>
                    <a:pt x="10" y="37"/>
                  </a:lnTo>
                  <a:lnTo>
                    <a:pt x="10" y="37"/>
                  </a:lnTo>
                  <a:lnTo>
                    <a:pt x="10" y="37"/>
                  </a:lnTo>
                  <a:lnTo>
                    <a:pt x="10" y="36"/>
                  </a:lnTo>
                  <a:lnTo>
                    <a:pt x="10" y="36"/>
                  </a:lnTo>
                  <a:lnTo>
                    <a:pt x="10" y="36"/>
                  </a:lnTo>
                  <a:lnTo>
                    <a:pt x="10" y="36"/>
                  </a:lnTo>
                  <a:lnTo>
                    <a:pt x="12" y="34"/>
                  </a:lnTo>
                  <a:lnTo>
                    <a:pt x="12" y="34"/>
                  </a:lnTo>
                  <a:lnTo>
                    <a:pt x="12" y="34"/>
                  </a:lnTo>
                  <a:lnTo>
                    <a:pt x="12" y="34"/>
                  </a:lnTo>
                  <a:lnTo>
                    <a:pt x="12" y="32"/>
                  </a:lnTo>
                  <a:lnTo>
                    <a:pt x="12" y="32"/>
                  </a:lnTo>
                  <a:lnTo>
                    <a:pt x="12" y="32"/>
                  </a:lnTo>
                  <a:lnTo>
                    <a:pt x="12" y="32"/>
                  </a:lnTo>
                  <a:lnTo>
                    <a:pt x="14" y="31"/>
                  </a:lnTo>
                  <a:lnTo>
                    <a:pt x="14" y="31"/>
                  </a:lnTo>
                  <a:lnTo>
                    <a:pt x="14" y="31"/>
                  </a:lnTo>
                  <a:lnTo>
                    <a:pt x="14" y="31"/>
                  </a:lnTo>
                  <a:lnTo>
                    <a:pt x="14" y="30"/>
                  </a:lnTo>
                  <a:lnTo>
                    <a:pt x="14" y="30"/>
                  </a:lnTo>
                  <a:lnTo>
                    <a:pt x="14" y="30"/>
                  </a:lnTo>
                  <a:lnTo>
                    <a:pt x="14" y="30"/>
                  </a:lnTo>
                  <a:lnTo>
                    <a:pt x="16" y="29"/>
                  </a:lnTo>
                  <a:lnTo>
                    <a:pt x="16" y="29"/>
                  </a:lnTo>
                  <a:lnTo>
                    <a:pt x="16" y="29"/>
                  </a:lnTo>
                  <a:lnTo>
                    <a:pt x="16" y="29"/>
                  </a:lnTo>
                  <a:lnTo>
                    <a:pt x="16" y="27"/>
                  </a:lnTo>
                  <a:lnTo>
                    <a:pt x="16" y="27"/>
                  </a:lnTo>
                  <a:lnTo>
                    <a:pt x="16" y="27"/>
                  </a:lnTo>
                  <a:lnTo>
                    <a:pt x="16" y="27"/>
                  </a:lnTo>
                  <a:lnTo>
                    <a:pt x="17" y="24"/>
                  </a:lnTo>
                  <a:lnTo>
                    <a:pt x="16" y="24"/>
                  </a:lnTo>
                  <a:lnTo>
                    <a:pt x="16" y="24"/>
                  </a:lnTo>
                  <a:lnTo>
                    <a:pt x="16" y="24"/>
                  </a:lnTo>
                  <a:lnTo>
                    <a:pt x="16" y="23"/>
                  </a:lnTo>
                  <a:lnTo>
                    <a:pt x="16" y="23"/>
                  </a:lnTo>
                  <a:lnTo>
                    <a:pt x="16" y="23"/>
                  </a:lnTo>
                  <a:lnTo>
                    <a:pt x="16" y="23"/>
                  </a:lnTo>
                  <a:lnTo>
                    <a:pt x="16" y="22"/>
                  </a:lnTo>
                  <a:lnTo>
                    <a:pt x="14" y="22"/>
                  </a:lnTo>
                  <a:lnTo>
                    <a:pt x="14" y="22"/>
                  </a:lnTo>
                  <a:lnTo>
                    <a:pt x="14" y="22"/>
                  </a:lnTo>
                  <a:lnTo>
                    <a:pt x="14" y="19"/>
                  </a:lnTo>
                  <a:lnTo>
                    <a:pt x="14" y="19"/>
                  </a:lnTo>
                  <a:lnTo>
                    <a:pt x="14" y="19"/>
                  </a:lnTo>
                  <a:lnTo>
                    <a:pt x="14" y="19"/>
                  </a:lnTo>
                  <a:lnTo>
                    <a:pt x="14" y="17"/>
                  </a:lnTo>
                  <a:lnTo>
                    <a:pt x="14" y="17"/>
                  </a:lnTo>
                  <a:lnTo>
                    <a:pt x="14" y="17"/>
                  </a:lnTo>
                  <a:lnTo>
                    <a:pt x="14" y="17"/>
                  </a:lnTo>
                  <a:lnTo>
                    <a:pt x="14" y="17"/>
                  </a:lnTo>
                  <a:lnTo>
                    <a:pt x="14" y="17"/>
                  </a:lnTo>
                  <a:lnTo>
                    <a:pt x="14" y="17"/>
                  </a:lnTo>
                  <a:lnTo>
                    <a:pt x="14" y="17"/>
                  </a:lnTo>
                  <a:lnTo>
                    <a:pt x="14" y="15"/>
                  </a:lnTo>
                  <a:lnTo>
                    <a:pt x="14" y="15"/>
                  </a:lnTo>
                  <a:lnTo>
                    <a:pt x="14" y="15"/>
                  </a:lnTo>
                  <a:lnTo>
                    <a:pt x="14" y="15"/>
                  </a:lnTo>
                  <a:lnTo>
                    <a:pt x="14" y="14"/>
                  </a:lnTo>
                  <a:lnTo>
                    <a:pt x="14" y="14"/>
                  </a:lnTo>
                  <a:lnTo>
                    <a:pt x="14" y="14"/>
                  </a:lnTo>
                  <a:lnTo>
                    <a:pt x="14" y="14"/>
                  </a:lnTo>
                  <a:lnTo>
                    <a:pt x="16" y="12"/>
                  </a:lnTo>
                  <a:lnTo>
                    <a:pt x="16" y="12"/>
                  </a:lnTo>
                  <a:lnTo>
                    <a:pt x="16" y="12"/>
                  </a:lnTo>
                  <a:lnTo>
                    <a:pt x="16" y="12"/>
                  </a:lnTo>
                  <a:lnTo>
                    <a:pt x="16" y="12"/>
                  </a:lnTo>
                  <a:lnTo>
                    <a:pt x="16" y="12"/>
                  </a:lnTo>
                  <a:lnTo>
                    <a:pt x="16" y="12"/>
                  </a:lnTo>
                  <a:lnTo>
                    <a:pt x="16" y="12"/>
                  </a:lnTo>
                  <a:lnTo>
                    <a:pt x="16" y="10"/>
                  </a:lnTo>
                  <a:lnTo>
                    <a:pt x="16" y="10"/>
                  </a:lnTo>
                  <a:lnTo>
                    <a:pt x="16" y="10"/>
                  </a:lnTo>
                  <a:lnTo>
                    <a:pt x="16" y="10"/>
                  </a:lnTo>
                  <a:lnTo>
                    <a:pt x="16" y="8"/>
                  </a:lnTo>
                  <a:lnTo>
                    <a:pt x="16" y="8"/>
                  </a:lnTo>
                  <a:lnTo>
                    <a:pt x="16" y="8"/>
                  </a:lnTo>
                  <a:lnTo>
                    <a:pt x="16" y="8"/>
                  </a:lnTo>
                  <a:lnTo>
                    <a:pt x="17" y="7"/>
                  </a:lnTo>
                  <a:lnTo>
                    <a:pt x="17" y="7"/>
                  </a:lnTo>
                  <a:lnTo>
                    <a:pt x="17" y="7"/>
                  </a:lnTo>
                  <a:lnTo>
                    <a:pt x="17" y="7"/>
                  </a:lnTo>
                  <a:lnTo>
                    <a:pt x="17" y="7"/>
                  </a:lnTo>
                  <a:lnTo>
                    <a:pt x="17" y="7"/>
                  </a:lnTo>
                  <a:lnTo>
                    <a:pt x="17" y="7"/>
                  </a:lnTo>
                  <a:lnTo>
                    <a:pt x="17" y="7"/>
                  </a:lnTo>
                  <a:lnTo>
                    <a:pt x="18" y="6"/>
                  </a:lnTo>
                  <a:lnTo>
                    <a:pt x="18" y="6"/>
                  </a:lnTo>
                  <a:lnTo>
                    <a:pt x="18" y="6"/>
                  </a:lnTo>
                  <a:lnTo>
                    <a:pt x="18" y="6"/>
                  </a:lnTo>
                  <a:lnTo>
                    <a:pt x="19" y="6"/>
                  </a:lnTo>
                  <a:lnTo>
                    <a:pt x="19" y="6"/>
                  </a:lnTo>
                  <a:lnTo>
                    <a:pt x="19" y="6"/>
                  </a:lnTo>
                  <a:lnTo>
                    <a:pt x="19" y="6"/>
                  </a:lnTo>
                  <a:lnTo>
                    <a:pt x="21" y="5"/>
                  </a:lnTo>
                  <a:lnTo>
                    <a:pt x="19" y="5"/>
                  </a:lnTo>
                  <a:lnTo>
                    <a:pt x="19" y="5"/>
                  </a:lnTo>
                  <a:lnTo>
                    <a:pt x="19" y="5"/>
                  </a:lnTo>
                  <a:lnTo>
                    <a:pt x="19" y="5"/>
                  </a:lnTo>
                  <a:lnTo>
                    <a:pt x="19" y="5"/>
                  </a:lnTo>
                  <a:lnTo>
                    <a:pt x="19" y="5"/>
                  </a:lnTo>
                  <a:lnTo>
                    <a:pt x="19" y="5"/>
                  </a:lnTo>
                  <a:lnTo>
                    <a:pt x="19" y="2"/>
                  </a:lnTo>
                  <a:lnTo>
                    <a:pt x="19" y="2"/>
                  </a:lnTo>
                  <a:lnTo>
                    <a:pt x="19" y="2"/>
                  </a:lnTo>
                  <a:lnTo>
                    <a:pt x="19" y="2"/>
                  </a:lnTo>
                  <a:lnTo>
                    <a:pt x="19" y="1"/>
                  </a:lnTo>
                  <a:lnTo>
                    <a:pt x="19" y="1"/>
                  </a:lnTo>
                  <a:lnTo>
                    <a:pt x="19" y="1"/>
                  </a:lnTo>
                  <a:lnTo>
                    <a:pt x="19" y="1"/>
                  </a:lnTo>
                  <a:lnTo>
                    <a:pt x="19" y="0"/>
                  </a:lnTo>
                  <a:lnTo>
                    <a:pt x="18" y="1"/>
                  </a:lnTo>
                  <a:lnTo>
                    <a:pt x="18" y="1"/>
                  </a:lnTo>
                  <a:lnTo>
                    <a:pt x="18" y="1"/>
                  </a:lnTo>
                  <a:lnTo>
                    <a:pt x="18" y="1"/>
                  </a:lnTo>
                  <a:lnTo>
                    <a:pt x="18" y="1"/>
                  </a:lnTo>
                  <a:lnTo>
                    <a:pt x="18" y="1"/>
                  </a:lnTo>
                  <a:lnTo>
                    <a:pt x="18" y="1"/>
                  </a:lnTo>
                  <a:lnTo>
                    <a:pt x="18" y="1"/>
                  </a:lnTo>
                  <a:lnTo>
                    <a:pt x="17" y="2"/>
                  </a:lnTo>
                  <a:lnTo>
                    <a:pt x="17" y="2"/>
                  </a:lnTo>
                  <a:lnTo>
                    <a:pt x="17" y="2"/>
                  </a:lnTo>
                  <a:lnTo>
                    <a:pt x="17" y="2"/>
                  </a:lnTo>
                  <a:lnTo>
                    <a:pt x="17" y="2"/>
                  </a:lnTo>
                  <a:lnTo>
                    <a:pt x="17" y="2"/>
                  </a:lnTo>
                  <a:lnTo>
                    <a:pt x="17" y="2"/>
                  </a:lnTo>
                  <a:lnTo>
                    <a:pt x="17" y="2"/>
                  </a:lnTo>
                  <a:lnTo>
                    <a:pt x="17" y="2"/>
                  </a:lnTo>
                </a:path>
              </a:pathLst>
            </a:custGeom>
            <a:solidFill>
              <a:srgbClr val="a1009f"/>
            </a:solidFill>
            <a:ln w="18360">
              <a:solidFill>
                <a:srgbClr val="000000"/>
              </a:solidFill>
              <a:round/>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700" name=""/>
            <p:cNvSpPr/>
            <p:nvPr/>
          </p:nvSpPr>
          <p:spPr>
            <a:xfrm>
              <a:off x="8121600" y="6041880"/>
              <a:ext cx="27000" cy="81000"/>
            </a:xfrm>
            <a:custGeom>
              <a:avLst/>
              <a:gdLst/>
              <a:ahLst/>
              <a:rect l="l" t="t" r="r" b="b"/>
              <a:pathLst>
                <a:path w="17" h="51">
                  <a:moveTo>
                    <a:pt x="16" y="0"/>
                  </a:moveTo>
                  <a:lnTo>
                    <a:pt x="14" y="1"/>
                  </a:lnTo>
                  <a:lnTo>
                    <a:pt x="14" y="1"/>
                  </a:lnTo>
                  <a:lnTo>
                    <a:pt x="14" y="3"/>
                  </a:lnTo>
                  <a:lnTo>
                    <a:pt x="14" y="4"/>
                  </a:lnTo>
                  <a:lnTo>
                    <a:pt x="13" y="6"/>
                  </a:lnTo>
                  <a:lnTo>
                    <a:pt x="13" y="8"/>
                  </a:lnTo>
                  <a:lnTo>
                    <a:pt x="13" y="10"/>
                  </a:lnTo>
                  <a:lnTo>
                    <a:pt x="13" y="11"/>
                  </a:lnTo>
                  <a:lnTo>
                    <a:pt x="11" y="14"/>
                  </a:lnTo>
                  <a:lnTo>
                    <a:pt x="11" y="16"/>
                  </a:lnTo>
                  <a:lnTo>
                    <a:pt x="11" y="18"/>
                  </a:lnTo>
                  <a:lnTo>
                    <a:pt x="11" y="20"/>
                  </a:lnTo>
                  <a:lnTo>
                    <a:pt x="9" y="22"/>
                  </a:lnTo>
                  <a:lnTo>
                    <a:pt x="9" y="23"/>
                  </a:lnTo>
                  <a:lnTo>
                    <a:pt x="9" y="25"/>
                  </a:lnTo>
                  <a:lnTo>
                    <a:pt x="9" y="25"/>
                  </a:lnTo>
                  <a:lnTo>
                    <a:pt x="7" y="27"/>
                  </a:lnTo>
                  <a:lnTo>
                    <a:pt x="7" y="28"/>
                  </a:lnTo>
                  <a:lnTo>
                    <a:pt x="7" y="31"/>
                  </a:lnTo>
                  <a:lnTo>
                    <a:pt x="7" y="32"/>
                  </a:lnTo>
                  <a:lnTo>
                    <a:pt x="6" y="34"/>
                  </a:lnTo>
                  <a:lnTo>
                    <a:pt x="6" y="36"/>
                  </a:lnTo>
                  <a:lnTo>
                    <a:pt x="6" y="38"/>
                  </a:lnTo>
                  <a:lnTo>
                    <a:pt x="6" y="40"/>
                  </a:lnTo>
                  <a:lnTo>
                    <a:pt x="4" y="42"/>
                  </a:lnTo>
                  <a:lnTo>
                    <a:pt x="4" y="44"/>
                  </a:lnTo>
                  <a:lnTo>
                    <a:pt x="4" y="46"/>
                  </a:lnTo>
                  <a:lnTo>
                    <a:pt x="4" y="47"/>
                  </a:lnTo>
                  <a:lnTo>
                    <a:pt x="3" y="49"/>
                  </a:lnTo>
                  <a:lnTo>
                    <a:pt x="3" y="50"/>
                  </a:lnTo>
                  <a:lnTo>
                    <a:pt x="3" y="50"/>
                  </a:lnTo>
                  <a:lnTo>
                    <a:pt x="3" y="50"/>
                  </a:lnTo>
                  <a:lnTo>
                    <a:pt x="1" y="50"/>
                  </a:lnTo>
                  <a:lnTo>
                    <a:pt x="1" y="50"/>
                  </a:lnTo>
                  <a:lnTo>
                    <a:pt x="1" y="50"/>
                  </a:lnTo>
                  <a:lnTo>
                    <a:pt x="1" y="49"/>
                  </a:lnTo>
                  <a:lnTo>
                    <a:pt x="0" y="49"/>
                  </a:lnTo>
                  <a:lnTo>
                    <a:pt x="0" y="47"/>
                  </a:lnTo>
                  <a:lnTo>
                    <a:pt x="0" y="47"/>
                  </a:lnTo>
                  <a:lnTo>
                    <a:pt x="0" y="45"/>
                  </a:lnTo>
                  <a:lnTo>
                    <a:pt x="0" y="45"/>
                  </a:lnTo>
                  <a:lnTo>
                    <a:pt x="0" y="43"/>
                  </a:lnTo>
                  <a:lnTo>
                    <a:pt x="0" y="43"/>
                  </a:lnTo>
                  <a:lnTo>
                    <a:pt x="0" y="41"/>
                  </a:lnTo>
                  <a:lnTo>
                    <a:pt x="0" y="41"/>
                  </a:lnTo>
                  <a:lnTo>
                    <a:pt x="0" y="39"/>
                  </a:lnTo>
                  <a:lnTo>
                    <a:pt x="0" y="39"/>
                  </a:lnTo>
                  <a:lnTo>
                    <a:pt x="0" y="37"/>
                  </a:lnTo>
                  <a:lnTo>
                    <a:pt x="0" y="37"/>
                  </a:lnTo>
                  <a:lnTo>
                    <a:pt x="0" y="36"/>
                  </a:lnTo>
                  <a:lnTo>
                    <a:pt x="0" y="36"/>
                  </a:lnTo>
                  <a:lnTo>
                    <a:pt x="0" y="34"/>
                  </a:lnTo>
                  <a:lnTo>
                    <a:pt x="0" y="34"/>
                  </a:lnTo>
                  <a:lnTo>
                    <a:pt x="0" y="32"/>
                  </a:lnTo>
                  <a:lnTo>
                    <a:pt x="0" y="31"/>
                  </a:lnTo>
                  <a:lnTo>
                    <a:pt x="2" y="28"/>
                  </a:lnTo>
                  <a:lnTo>
                    <a:pt x="2" y="28"/>
                  </a:lnTo>
                  <a:lnTo>
                    <a:pt x="2" y="26"/>
                  </a:lnTo>
                  <a:lnTo>
                    <a:pt x="2" y="25"/>
                  </a:lnTo>
                  <a:lnTo>
                    <a:pt x="3" y="23"/>
                  </a:lnTo>
                  <a:lnTo>
                    <a:pt x="3" y="23"/>
                  </a:lnTo>
                  <a:lnTo>
                    <a:pt x="3" y="21"/>
                  </a:lnTo>
                  <a:lnTo>
                    <a:pt x="3" y="19"/>
                  </a:lnTo>
                  <a:lnTo>
                    <a:pt x="5" y="17"/>
                  </a:lnTo>
                  <a:lnTo>
                    <a:pt x="5" y="17"/>
                  </a:lnTo>
                  <a:lnTo>
                    <a:pt x="5" y="17"/>
                  </a:lnTo>
                  <a:lnTo>
                    <a:pt x="5" y="17"/>
                  </a:lnTo>
                  <a:lnTo>
                    <a:pt x="6" y="16"/>
                  </a:lnTo>
                  <a:lnTo>
                    <a:pt x="6" y="16"/>
                  </a:lnTo>
                  <a:lnTo>
                    <a:pt x="6" y="16"/>
                  </a:lnTo>
                  <a:lnTo>
                    <a:pt x="6" y="16"/>
                  </a:lnTo>
                  <a:lnTo>
                    <a:pt x="7" y="14"/>
                  </a:lnTo>
                  <a:lnTo>
                    <a:pt x="7" y="14"/>
                  </a:lnTo>
                  <a:lnTo>
                    <a:pt x="7" y="14"/>
                  </a:lnTo>
                  <a:lnTo>
                    <a:pt x="7" y="14"/>
                  </a:lnTo>
                  <a:lnTo>
                    <a:pt x="9" y="11"/>
                  </a:lnTo>
                  <a:lnTo>
                    <a:pt x="9" y="11"/>
                  </a:lnTo>
                  <a:lnTo>
                    <a:pt x="9" y="10"/>
                  </a:lnTo>
                  <a:lnTo>
                    <a:pt x="9" y="10"/>
                  </a:lnTo>
                  <a:lnTo>
                    <a:pt x="11" y="9"/>
                  </a:lnTo>
                  <a:lnTo>
                    <a:pt x="11" y="9"/>
                  </a:lnTo>
                  <a:lnTo>
                    <a:pt x="11" y="9"/>
                  </a:lnTo>
                  <a:lnTo>
                    <a:pt x="11" y="9"/>
                  </a:lnTo>
                  <a:lnTo>
                    <a:pt x="11" y="8"/>
                  </a:lnTo>
                  <a:lnTo>
                    <a:pt x="11" y="8"/>
                  </a:lnTo>
                  <a:lnTo>
                    <a:pt x="11" y="6"/>
                  </a:lnTo>
                  <a:lnTo>
                    <a:pt x="11" y="6"/>
                  </a:lnTo>
                  <a:lnTo>
                    <a:pt x="11" y="4"/>
                  </a:lnTo>
                  <a:lnTo>
                    <a:pt x="11" y="4"/>
                  </a:lnTo>
                  <a:lnTo>
                    <a:pt x="11" y="4"/>
                  </a:lnTo>
                  <a:lnTo>
                    <a:pt x="11" y="4"/>
                  </a:lnTo>
                  <a:lnTo>
                    <a:pt x="11" y="2"/>
                  </a:lnTo>
                  <a:lnTo>
                    <a:pt x="11" y="2"/>
                  </a:lnTo>
                  <a:lnTo>
                    <a:pt x="11" y="1"/>
                  </a:lnTo>
                  <a:lnTo>
                    <a:pt x="11" y="1"/>
                  </a:lnTo>
                  <a:lnTo>
                    <a:pt x="12" y="0"/>
                  </a:lnTo>
                  <a:lnTo>
                    <a:pt x="12" y="0"/>
                  </a:lnTo>
                  <a:lnTo>
                    <a:pt x="12" y="0"/>
                  </a:lnTo>
                  <a:lnTo>
                    <a:pt x="12" y="0"/>
                  </a:lnTo>
                  <a:lnTo>
                    <a:pt x="12" y="0"/>
                  </a:lnTo>
                  <a:lnTo>
                    <a:pt x="12" y="0"/>
                  </a:lnTo>
                  <a:lnTo>
                    <a:pt x="12" y="0"/>
                  </a:lnTo>
                  <a:lnTo>
                    <a:pt x="12" y="0"/>
                  </a:lnTo>
                  <a:lnTo>
                    <a:pt x="13" y="0"/>
                  </a:lnTo>
                  <a:lnTo>
                    <a:pt x="13" y="0"/>
                  </a:lnTo>
                  <a:lnTo>
                    <a:pt x="13" y="0"/>
                  </a:lnTo>
                  <a:lnTo>
                    <a:pt x="13" y="0"/>
                  </a:lnTo>
                  <a:lnTo>
                    <a:pt x="14" y="0"/>
                  </a:lnTo>
                  <a:lnTo>
                    <a:pt x="14" y="0"/>
                  </a:lnTo>
                  <a:lnTo>
                    <a:pt x="14" y="0"/>
                  </a:lnTo>
                  <a:lnTo>
                    <a:pt x="14" y="0"/>
                  </a:lnTo>
                  <a:lnTo>
                    <a:pt x="16" y="0"/>
                  </a:lnTo>
                  <a:lnTo>
                    <a:pt x="16" y="0"/>
                  </a:lnTo>
                </a:path>
              </a:pathLst>
            </a:custGeom>
            <a:solidFill>
              <a:srgbClr val="a1009f"/>
            </a:solidFill>
            <a:ln w="18360">
              <a:solidFill>
                <a:srgbClr val="000000"/>
              </a:solidFill>
              <a:round/>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701" name=""/>
            <p:cNvSpPr/>
            <p:nvPr/>
          </p:nvSpPr>
          <p:spPr>
            <a:xfrm>
              <a:off x="7912080" y="5180040"/>
              <a:ext cx="384120" cy="1012680"/>
            </a:xfrm>
            <a:custGeom>
              <a:avLst/>
              <a:gdLst/>
              <a:ahLst/>
              <a:rect l="l" t="t" r="r" b="b"/>
              <a:pathLst>
                <a:path w="242" h="638">
                  <a:moveTo>
                    <a:pt x="149" y="3"/>
                  </a:moveTo>
                  <a:lnTo>
                    <a:pt x="149" y="3"/>
                  </a:lnTo>
                  <a:lnTo>
                    <a:pt x="149" y="3"/>
                  </a:lnTo>
                  <a:lnTo>
                    <a:pt x="149" y="3"/>
                  </a:lnTo>
                  <a:lnTo>
                    <a:pt x="149" y="3"/>
                  </a:lnTo>
                  <a:lnTo>
                    <a:pt x="149" y="3"/>
                  </a:lnTo>
                  <a:lnTo>
                    <a:pt x="149" y="3"/>
                  </a:lnTo>
                  <a:lnTo>
                    <a:pt x="149" y="3"/>
                  </a:lnTo>
                  <a:lnTo>
                    <a:pt x="149" y="2"/>
                  </a:lnTo>
                  <a:lnTo>
                    <a:pt x="149" y="2"/>
                  </a:lnTo>
                  <a:lnTo>
                    <a:pt x="149" y="2"/>
                  </a:lnTo>
                  <a:lnTo>
                    <a:pt x="149" y="2"/>
                  </a:lnTo>
                  <a:lnTo>
                    <a:pt x="149" y="2"/>
                  </a:lnTo>
                  <a:lnTo>
                    <a:pt x="149" y="2"/>
                  </a:lnTo>
                  <a:lnTo>
                    <a:pt x="149" y="2"/>
                  </a:lnTo>
                  <a:lnTo>
                    <a:pt x="149" y="2"/>
                  </a:lnTo>
                  <a:lnTo>
                    <a:pt x="149" y="0"/>
                  </a:lnTo>
                  <a:lnTo>
                    <a:pt x="149" y="2"/>
                  </a:lnTo>
                  <a:lnTo>
                    <a:pt x="149" y="2"/>
                  </a:lnTo>
                  <a:lnTo>
                    <a:pt x="149" y="2"/>
                  </a:lnTo>
                  <a:lnTo>
                    <a:pt x="149" y="2"/>
                  </a:lnTo>
                  <a:lnTo>
                    <a:pt x="149" y="2"/>
                  </a:lnTo>
                  <a:lnTo>
                    <a:pt x="149" y="2"/>
                  </a:lnTo>
                  <a:lnTo>
                    <a:pt x="149" y="2"/>
                  </a:lnTo>
                  <a:lnTo>
                    <a:pt x="149" y="2"/>
                  </a:lnTo>
                  <a:lnTo>
                    <a:pt x="148" y="3"/>
                  </a:lnTo>
                  <a:lnTo>
                    <a:pt x="148" y="3"/>
                  </a:lnTo>
                  <a:lnTo>
                    <a:pt x="148" y="3"/>
                  </a:lnTo>
                  <a:lnTo>
                    <a:pt x="148" y="3"/>
                  </a:lnTo>
                  <a:lnTo>
                    <a:pt x="148" y="3"/>
                  </a:lnTo>
                  <a:lnTo>
                    <a:pt x="148" y="3"/>
                  </a:lnTo>
                  <a:lnTo>
                    <a:pt x="148" y="3"/>
                  </a:lnTo>
                  <a:lnTo>
                    <a:pt x="148" y="3"/>
                  </a:lnTo>
                  <a:lnTo>
                    <a:pt x="146" y="3"/>
                  </a:lnTo>
                  <a:lnTo>
                    <a:pt x="146" y="3"/>
                  </a:lnTo>
                  <a:lnTo>
                    <a:pt x="146" y="3"/>
                  </a:lnTo>
                  <a:lnTo>
                    <a:pt x="146" y="3"/>
                  </a:lnTo>
                  <a:lnTo>
                    <a:pt x="145" y="3"/>
                  </a:lnTo>
                  <a:lnTo>
                    <a:pt x="145" y="3"/>
                  </a:lnTo>
                  <a:lnTo>
                    <a:pt x="145" y="3"/>
                  </a:lnTo>
                  <a:lnTo>
                    <a:pt x="145" y="3"/>
                  </a:lnTo>
                  <a:lnTo>
                    <a:pt x="144" y="3"/>
                  </a:lnTo>
                  <a:lnTo>
                    <a:pt x="144" y="3"/>
                  </a:lnTo>
                  <a:lnTo>
                    <a:pt x="144" y="3"/>
                  </a:lnTo>
                  <a:lnTo>
                    <a:pt x="144" y="3"/>
                  </a:lnTo>
                  <a:lnTo>
                    <a:pt x="144" y="3"/>
                  </a:lnTo>
                  <a:lnTo>
                    <a:pt x="144" y="3"/>
                  </a:lnTo>
                  <a:lnTo>
                    <a:pt x="144" y="3"/>
                  </a:lnTo>
                  <a:lnTo>
                    <a:pt x="144" y="3"/>
                  </a:lnTo>
                  <a:lnTo>
                    <a:pt x="144" y="5"/>
                  </a:lnTo>
                  <a:lnTo>
                    <a:pt x="144" y="5"/>
                  </a:lnTo>
                  <a:lnTo>
                    <a:pt x="144" y="7"/>
                  </a:lnTo>
                  <a:lnTo>
                    <a:pt x="144" y="7"/>
                  </a:lnTo>
                  <a:lnTo>
                    <a:pt x="144" y="9"/>
                  </a:lnTo>
                  <a:lnTo>
                    <a:pt x="144" y="9"/>
                  </a:lnTo>
                  <a:lnTo>
                    <a:pt x="144" y="9"/>
                  </a:lnTo>
                  <a:lnTo>
                    <a:pt x="145" y="9"/>
                  </a:lnTo>
                  <a:lnTo>
                    <a:pt x="145" y="11"/>
                  </a:lnTo>
                  <a:lnTo>
                    <a:pt x="145" y="11"/>
                  </a:lnTo>
                  <a:lnTo>
                    <a:pt x="145" y="12"/>
                  </a:lnTo>
                  <a:lnTo>
                    <a:pt x="145" y="12"/>
                  </a:lnTo>
                  <a:lnTo>
                    <a:pt x="145" y="13"/>
                  </a:lnTo>
                  <a:lnTo>
                    <a:pt x="145" y="13"/>
                  </a:lnTo>
                  <a:lnTo>
                    <a:pt x="145" y="13"/>
                  </a:lnTo>
                  <a:lnTo>
                    <a:pt x="146" y="13"/>
                  </a:lnTo>
                  <a:lnTo>
                    <a:pt x="146" y="15"/>
                  </a:lnTo>
                  <a:lnTo>
                    <a:pt x="146" y="15"/>
                  </a:lnTo>
                  <a:lnTo>
                    <a:pt x="146" y="16"/>
                  </a:lnTo>
                  <a:lnTo>
                    <a:pt x="146" y="16"/>
                  </a:lnTo>
                  <a:lnTo>
                    <a:pt x="146" y="18"/>
                  </a:lnTo>
                  <a:lnTo>
                    <a:pt x="146" y="18"/>
                  </a:lnTo>
                  <a:lnTo>
                    <a:pt x="146" y="18"/>
                  </a:lnTo>
                  <a:lnTo>
                    <a:pt x="146" y="18"/>
                  </a:lnTo>
                  <a:lnTo>
                    <a:pt x="145" y="20"/>
                  </a:lnTo>
                  <a:lnTo>
                    <a:pt x="145" y="20"/>
                  </a:lnTo>
                  <a:lnTo>
                    <a:pt x="145" y="20"/>
                  </a:lnTo>
                  <a:lnTo>
                    <a:pt x="145" y="20"/>
                  </a:lnTo>
                  <a:lnTo>
                    <a:pt x="145" y="22"/>
                  </a:lnTo>
                  <a:lnTo>
                    <a:pt x="145" y="22"/>
                  </a:lnTo>
                  <a:lnTo>
                    <a:pt x="145" y="22"/>
                  </a:lnTo>
                  <a:lnTo>
                    <a:pt x="145" y="22"/>
                  </a:lnTo>
                  <a:lnTo>
                    <a:pt x="144" y="24"/>
                  </a:lnTo>
                  <a:lnTo>
                    <a:pt x="144" y="24"/>
                  </a:lnTo>
                  <a:lnTo>
                    <a:pt x="144" y="24"/>
                  </a:lnTo>
                  <a:lnTo>
                    <a:pt x="144" y="24"/>
                  </a:lnTo>
                  <a:lnTo>
                    <a:pt x="143" y="26"/>
                  </a:lnTo>
                  <a:lnTo>
                    <a:pt x="143" y="26"/>
                  </a:lnTo>
                  <a:lnTo>
                    <a:pt x="143" y="26"/>
                  </a:lnTo>
                  <a:lnTo>
                    <a:pt x="143" y="26"/>
                  </a:lnTo>
                  <a:lnTo>
                    <a:pt x="141" y="28"/>
                  </a:lnTo>
                  <a:lnTo>
                    <a:pt x="141" y="28"/>
                  </a:lnTo>
                  <a:lnTo>
                    <a:pt x="141" y="28"/>
                  </a:lnTo>
                  <a:lnTo>
                    <a:pt x="141" y="28"/>
                  </a:lnTo>
                  <a:lnTo>
                    <a:pt x="141" y="29"/>
                  </a:lnTo>
                  <a:lnTo>
                    <a:pt x="141" y="29"/>
                  </a:lnTo>
                  <a:lnTo>
                    <a:pt x="141" y="29"/>
                  </a:lnTo>
                  <a:lnTo>
                    <a:pt x="141" y="29"/>
                  </a:lnTo>
                  <a:lnTo>
                    <a:pt x="141" y="29"/>
                  </a:lnTo>
                  <a:lnTo>
                    <a:pt x="141" y="29"/>
                  </a:lnTo>
                  <a:lnTo>
                    <a:pt x="141" y="29"/>
                  </a:lnTo>
                  <a:lnTo>
                    <a:pt x="142" y="29"/>
                  </a:lnTo>
                  <a:lnTo>
                    <a:pt x="142" y="29"/>
                  </a:lnTo>
                  <a:lnTo>
                    <a:pt x="143" y="29"/>
                  </a:lnTo>
                  <a:lnTo>
                    <a:pt x="143" y="29"/>
                  </a:lnTo>
                  <a:lnTo>
                    <a:pt x="145" y="29"/>
                  </a:lnTo>
                  <a:lnTo>
                    <a:pt x="145" y="29"/>
                  </a:lnTo>
                  <a:lnTo>
                    <a:pt x="145" y="29"/>
                  </a:lnTo>
                  <a:lnTo>
                    <a:pt x="145" y="29"/>
                  </a:lnTo>
                  <a:lnTo>
                    <a:pt x="146" y="29"/>
                  </a:lnTo>
                  <a:lnTo>
                    <a:pt x="146" y="29"/>
                  </a:lnTo>
                  <a:lnTo>
                    <a:pt x="147" y="29"/>
                  </a:lnTo>
                  <a:lnTo>
                    <a:pt x="147" y="29"/>
                  </a:lnTo>
                  <a:lnTo>
                    <a:pt x="149" y="29"/>
                  </a:lnTo>
                  <a:lnTo>
                    <a:pt x="147" y="32"/>
                  </a:lnTo>
                  <a:lnTo>
                    <a:pt x="147" y="32"/>
                  </a:lnTo>
                  <a:lnTo>
                    <a:pt x="147" y="32"/>
                  </a:lnTo>
                  <a:lnTo>
                    <a:pt x="147" y="32"/>
                  </a:lnTo>
                  <a:lnTo>
                    <a:pt x="146" y="33"/>
                  </a:lnTo>
                  <a:lnTo>
                    <a:pt x="146" y="33"/>
                  </a:lnTo>
                  <a:lnTo>
                    <a:pt x="146" y="33"/>
                  </a:lnTo>
                  <a:lnTo>
                    <a:pt x="146" y="33"/>
                  </a:lnTo>
                  <a:lnTo>
                    <a:pt x="144" y="35"/>
                  </a:lnTo>
                  <a:lnTo>
                    <a:pt x="144" y="35"/>
                  </a:lnTo>
                  <a:lnTo>
                    <a:pt x="144" y="35"/>
                  </a:lnTo>
                  <a:lnTo>
                    <a:pt x="144" y="35"/>
                  </a:lnTo>
                  <a:lnTo>
                    <a:pt x="144" y="35"/>
                  </a:lnTo>
                  <a:lnTo>
                    <a:pt x="144" y="35"/>
                  </a:lnTo>
                  <a:lnTo>
                    <a:pt x="144" y="35"/>
                  </a:lnTo>
                  <a:lnTo>
                    <a:pt x="144" y="35"/>
                  </a:lnTo>
                  <a:lnTo>
                    <a:pt x="142" y="35"/>
                  </a:lnTo>
                  <a:lnTo>
                    <a:pt x="142" y="35"/>
                  </a:lnTo>
                  <a:lnTo>
                    <a:pt x="141" y="35"/>
                  </a:lnTo>
                  <a:lnTo>
                    <a:pt x="141" y="35"/>
                  </a:lnTo>
                  <a:lnTo>
                    <a:pt x="139" y="35"/>
                  </a:lnTo>
                  <a:lnTo>
                    <a:pt x="139" y="35"/>
                  </a:lnTo>
                  <a:lnTo>
                    <a:pt x="137" y="35"/>
                  </a:lnTo>
                  <a:lnTo>
                    <a:pt x="137" y="35"/>
                  </a:lnTo>
                  <a:lnTo>
                    <a:pt x="135" y="35"/>
                  </a:lnTo>
                  <a:lnTo>
                    <a:pt x="135" y="35"/>
                  </a:lnTo>
                  <a:lnTo>
                    <a:pt x="133" y="35"/>
                  </a:lnTo>
                  <a:lnTo>
                    <a:pt x="133" y="35"/>
                  </a:lnTo>
                  <a:lnTo>
                    <a:pt x="132" y="35"/>
                  </a:lnTo>
                  <a:lnTo>
                    <a:pt x="132" y="35"/>
                  </a:lnTo>
                  <a:lnTo>
                    <a:pt x="132" y="35"/>
                  </a:lnTo>
                  <a:lnTo>
                    <a:pt x="132" y="35"/>
                  </a:lnTo>
                  <a:lnTo>
                    <a:pt x="130" y="35"/>
                  </a:lnTo>
                  <a:lnTo>
                    <a:pt x="130" y="35"/>
                  </a:lnTo>
                  <a:lnTo>
                    <a:pt x="130" y="35"/>
                  </a:lnTo>
                  <a:lnTo>
                    <a:pt x="130" y="35"/>
                  </a:lnTo>
                  <a:lnTo>
                    <a:pt x="129" y="35"/>
                  </a:lnTo>
                  <a:lnTo>
                    <a:pt x="129" y="35"/>
                  </a:lnTo>
                  <a:lnTo>
                    <a:pt x="129" y="35"/>
                  </a:lnTo>
                  <a:lnTo>
                    <a:pt x="129" y="33"/>
                  </a:lnTo>
                  <a:lnTo>
                    <a:pt x="127" y="33"/>
                  </a:lnTo>
                  <a:lnTo>
                    <a:pt x="127" y="33"/>
                  </a:lnTo>
                  <a:lnTo>
                    <a:pt x="127" y="33"/>
                  </a:lnTo>
                  <a:lnTo>
                    <a:pt x="127" y="32"/>
                  </a:lnTo>
                  <a:lnTo>
                    <a:pt x="125" y="32"/>
                  </a:lnTo>
                  <a:lnTo>
                    <a:pt x="125" y="32"/>
                  </a:lnTo>
                  <a:lnTo>
                    <a:pt x="125" y="32"/>
                  </a:lnTo>
                  <a:lnTo>
                    <a:pt x="125" y="30"/>
                  </a:lnTo>
                  <a:lnTo>
                    <a:pt x="123" y="32"/>
                  </a:lnTo>
                  <a:lnTo>
                    <a:pt x="123" y="32"/>
                  </a:lnTo>
                  <a:lnTo>
                    <a:pt x="123" y="32"/>
                  </a:lnTo>
                  <a:lnTo>
                    <a:pt x="123" y="32"/>
                  </a:lnTo>
                  <a:lnTo>
                    <a:pt x="122" y="32"/>
                  </a:lnTo>
                  <a:lnTo>
                    <a:pt x="122" y="32"/>
                  </a:lnTo>
                  <a:lnTo>
                    <a:pt x="122" y="32"/>
                  </a:lnTo>
                  <a:lnTo>
                    <a:pt x="122" y="32"/>
                  </a:lnTo>
                  <a:lnTo>
                    <a:pt x="121" y="32"/>
                  </a:lnTo>
                  <a:lnTo>
                    <a:pt x="121" y="32"/>
                  </a:lnTo>
                  <a:lnTo>
                    <a:pt x="121" y="32"/>
                  </a:lnTo>
                  <a:lnTo>
                    <a:pt x="121" y="32"/>
                  </a:lnTo>
                  <a:lnTo>
                    <a:pt x="121" y="32"/>
                  </a:lnTo>
                  <a:lnTo>
                    <a:pt x="121" y="32"/>
                  </a:lnTo>
                  <a:lnTo>
                    <a:pt x="121" y="32"/>
                  </a:lnTo>
                  <a:lnTo>
                    <a:pt x="121" y="32"/>
                  </a:lnTo>
                  <a:lnTo>
                    <a:pt x="119" y="32"/>
                  </a:lnTo>
                  <a:lnTo>
                    <a:pt x="119" y="32"/>
                  </a:lnTo>
                  <a:lnTo>
                    <a:pt x="119" y="32"/>
                  </a:lnTo>
                  <a:lnTo>
                    <a:pt x="119" y="32"/>
                  </a:lnTo>
                  <a:lnTo>
                    <a:pt x="117" y="32"/>
                  </a:lnTo>
                  <a:lnTo>
                    <a:pt x="117" y="32"/>
                  </a:lnTo>
                  <a:lnTo>
                    <a:pt x="117" y="32"/>
                  </a:lnTo>
                  <a:lnTo>
                    <a:pt x="117" y="31"/>
                  </a:lnTo>
                  <a:lnTo>
                    <a:pt x="115" y="31"/>
                  </a:lnTo>
                  <a:lnTo>
                    <a:pt x="115" y="31"/>
                  </a:lnTo>
                  <a:lnTo>
                    <a:pt x="115" y="31"/>
                  </a:lnTo>
                  <a:lnTo>
                    <a:pt x="115" y="31"/>
                  </a:lnTo>
                  <a:lnTo>
                    <a:pt x="114" y="31"/>
                  </a:lnTo>
                  <a:lnTo>
                    <a:pt x="114" y="31"/>
                  </a:lnTo>
                  <a:lnTo>
                    <a:pt x="114" y="31"/>
                  </a:lnTo>
                  <a:lnTo>
                    <a:pt x="114" y="29"/>
                  </a:lnTo>
                  <a:lnTo>
                    <a:pt x="112" y="31"/>
                  </a:lnTo>
                  <a:lnTo>
                    <a:pt x="112" y="31"/>
                  </a:lnTo>
                  <a:lnTo>
                    <a:pt x="112" y="31"/>
                  </a:lnTo>
                  <a:lnTo>
                    <a:pt x="112" y="31"/>
                  </a:lnTo>
                  <a:lnTo>
                    <a:pt x="112" y="32"/>
                  </a:lnTo>
                  <a:lnTo>
                    <a:pt x="112" y="32"/>
                  </a:lnTo>
                  <a:lnTo>
                    <a:pt x="112" y="32"/>
                  </a:lnTo>
                  <a:lnTo>
                    <a:pt x="112" y="32"/>
                  </a:lnTo>
                  <a:lnTo>
                    <a:pt x="112" y="34"/>
                  </a:lnTo>
                  <a:lnTo>
                    <a:pt x="112" y="34"/>
                  </a:lnTo>
                  <a:lnTo>
                    <a:pt x="112" y="34"/>
                  </a:lnTo>
                  <a:lnTo>
                    <a:pt x="112" y="34"/>
                  </a:lnTo>
                  <a:lnTo>
                    <a:pt x="112" y="35"/>
                  </a:lnTo>
                  <a:lnTo>
                    <a:pt x="112" y="35"/>
                  </a:lnTo>
                  <a:lnTo>
                    <a:pt x="112" y="35"/>
                  </a:lnTo>
                  <a:lnTo>
                    <a:pt x="112" y="35"/>
                  </a:lnTo>
                  <a:lnTo>
                    <a:pt x="112" y="37"/>
                  </a:lnTo>
                  <a:lnTo>
                    <a:pt x="112" y="37"/>
                  </a:lnTo>
                  <a:lnTo>
                    <a:pt x="112" y="39"/>
                  </a:lnTo>
                  <a:lnTo>
                    <a:pt x="112" y="39"/>
                  </a:lnTo>
                  <a:lnTo>
                    <a:pt x="112" y="41"/>
                  </a:lnTo>
                  <a:lnTo>
                    <a:pt x="112" y="41"/>
                  </a:lnTo>
                  <a:lnTo>
                    <a:pt x="112" y="42"/>
                  </a:lnTo>
                  <a:lnTo>
                    <a:pt x="114" y="42"/>
                  </a:lnTo>
                  <a:lnTo>
                    <a:pt x="114" y="44"/>
                  </a:lnTo>
                  <a:lnTo>
                    <a:pt x="114" y="44"/>
                  </a:lnTo>
                  <a:lnTo>
                    <a:pt x="114" y="46"/>
                  </a:lnTo>
                  <a:lnTo>
                    <a:pt x="114" y="46"/>
                  </a:lnTo>
                  <a:lnTo>
                    <a:pt x="114" y="47"/>
                  </a:lnTo>
                  <a:lnTo>
                    <a:pt x="114" y="47"/>
                  </a:lnTo>
                  <a:lnTo>
                    <a:pt x="114" y="47"/>
                  </a:lnTo>
                  <a:lnTo>
                    <a:pt x="115" y="47"/>
                  </a:lnTo>
                  <a:lnTo>
                    <a:pt x="114" y="49"/>
                  </a:lnTo>
                  <a:lnTo>
                    <a:pt x="114" y="49"/>
                  </a:lnTo>
                  <a:lnTo>
                    <a:pt x="114" y="49"/>
                  </a:lnTo>
                  <a:lnTo>
                    <a:pt x="114" y="49"/>
                  </a:lnTo>
                  <a:lnTo>
                    <a:pt x="114" y="50"/>
                  </a:lnTo>
                  <a:lnTo>
                    <a:pt x="114" y="50"/>
                  </a:lnTo>
                  <a:lnTo>
                    <a:pt x="114" y="50"/>
                  </a:lnTo>
                  <a:lnTo>
                    <a:pt x="114" y="50"/>
                  </a:lnTo>
                  <a:lnTo>
                    <a:pt x="112" y="52"/>
                  </a:lnTo>
                  <a:lnTo>
                    <a:pt x="112" y="52"/>
                  </a:lnTo>
                  <a:lnTo>
                    <a:pt x="112" y="52"/>
                  </a:lnTo>
                  <a:lnTo>
                    <a:pt x="112" y="52"/>
                  </a:lnTo>
                  <a:lnTo>
                    <a:pt x="112" y="53"/>
                  </a:lnTo>
                  <a:lnTo>
                    <a:pt x="112" y="53"/>
                  </a:lnTo>
                  <a:lnTo>
                    <a:pt x="112" y="53"/>
                  </a:lnTo>
                  <a:lnTo>
                    <a:pt x="112" y="53"/>
                  </a:lnTo>
                  <a:lnTo>
                    <a:pt x="111" y="55"/>
                  </a:lnTo>
                  <a:lnTo>
                    <a:pt x="111" y="55"/>
                  </a:lnTo>
                  <a:lnTo>
                    <a:pt x="111" y="55"/>
                  </a:lnTo>
                  <a:lnTo>
                    <a:pt x="111" y="55"/>
                  </a:lnTo>
                  <a:lnTo>
                    <a:pt x="111" y="57"/>
                  </a:lnTo>
                  <a:lnTo>
                    <a:pt x="111" y="57"/>
                  </a:lnTo>
                  <a:lnTo>
                    <a:pt x="111" y="57"/>
                  </a:lnTo>
                  <a:lnTo>
                    <a:pt x="111" y="57"/>
                  </a:lnTo>
                  <a:lnTo>
                    <a:pt x="110" y="59"/>
                  </a:lnTo>
                  <a:lnTo>
                    <a:pt x="110" y="59"/>
                  </a:lnTo>
                  <a:lnTo>
                    <a:pt x="110" y="59"/>
                  </a:lnTo>
                  <a:lnTo>
                    <a:pt x="110" y="59"/>
                  </a:lnTo>
                  <a:lnTo>
                    <a:pt x="110" y="59"/>
                  </a:lnTo>
                  <a:lnTo>
                    <a:pt x="110" y="59"/>
                  </a:lnTo>
                  <a:lnTo>
                    <a:pt x="110" y="59"/>
                  </a:lnTo>
                  <a:lnTo>
                    <a:pt x="110" y="59"/>
                  </a:lnTo>
                  <a:lnTo>
                    <a:pt x="108" y="59"/>
                  </a:lnTo>
                  <a:lnTo>
                    <a:pt x="108" y="59"/>
                  </a:lnTo>
                  <a:lnTo>
                    <a:pt x="108" y="59"/>
                  </a:lnTo>
                  <a:lnTo>
                    <a:pt x="108" y="59"/>
                  </a:lnTo>
                  <a:lnTo>
                    <a:pt x="107" y="59"/>
                  </a:lnTo>
                  <a:lnTo>
                    <a:pt x="107" y="59"/>
                  </a:lnTo>
                  <a:lnTo>
                    <a:pt x="107" y="59"/>
                  </a:lnTo>
                  <a:lnTo>
                    <a:pt x="107" y="57"/>
                  </a:lnTo>
                  <a:lnTo>
                    <a:pt x="105" y="57"/>
                  </a:lnTo>
                  <a:lnTo>
                    <a:pt x="105" y="57"/>
                  </a:lnTo>
                  <a:lnTo>
                    <a:pt x="105" y="57"/>
                  </a:lnTo>
                  <a:lnTo>
                    <a:pt x="105" y="56"/>
                  </a:lnTo>
                  <a:lnTo>
                    <a:pt x="105" y="56"/>
                  </a:lnTo>
                  <a:lnTo>
                    <a:pt x="105" y="56"/>
                  </a:lnTo>
                  <a:lnTo>
                    <a:pt x="105" y="56"/>
                  </a:lnTo>
                  <a:lnTo>
                    <a:pt x="105" y="54"/>
                  </a:lnTo>
                  <a:lnTo>
                    <a:pt x="102" y="55"/>
                  </a:lnTo>
                  <a:lnTo>
                    <a:pt x="102" y="55"/>
                  </a:lnTo>
                  <a:lnTo>
                    <a:pt x="102" y="55"/>
                  </a:lnTo>
                  <a:lnTo>
                    <a:pt x="102" y="55"/>
                  </a:lnTo>
                  <a:lnTo>
                    <a:pt x="101" y="55"/>
                  </a:lnTo>
                  <a:lnTo>
                    <a:pt x="101" y="55"/>
                  </a:lnTo>
                  <a:lnTo>
                    <a:pt x="101" y="55"/>
                  </a:lnTo>
                  <a:lnTo>
                    <a:pt x="101" y="55"/>
                  </a:lnTo>
                  <a:lnTo>
                    <a:pt x="100" y="57"/>
                  </a:lnTo>
                  <a:lnTo>
                    <a:pt x="100" y="57"/>
                  </a:lnTo>
                  <a:lnTo>
                    <a:pt x="100" y="57"/>
                  </a:lnTo>
                  <a:lnTo>
                    <a:pt x="100" y="57"/>
                  </a:lnTo>
                  <a:lnTo>
                    <a:pt x="100" y="57"/>
                  </a:lnTo>
                  <a:lnTo>
                    <a:pt x="100" y="57"/>
                  </a:lnTo>
                  <a:lnTo>
                    <a:pt x="100" y="57"/>
                  </a:lnTo>
                  <a:lnTo>
                    <a:pt x="100" y="57"/>
                  </a:lnTo>
                  <a:lnTo>
                    <a:pt x="98" y="59"/>
                  </a:lnTo>
                  <a:lnTo>
                    <a:pt x="98" y="59"/>
                  </a:lnTo>
                  <a:lnTo>
                    <a:pt x="96" y="59"/>
                  </a:lnTo>
                  <a:lnTo>
                    <a:pt x="96" y="59"/>
                  </a:lnTo>
                  <a:lnTo>
                    <a:pt x="94" y="61"/>
                  </a:lnTo>
                  <a:lnTo>
                    <a:pt x="94" y="61"/>
                  </a:lnTo>
                  <a:lnTo>
                    <a:pt x="93" y="61"/>
                  </a:lnTo>
                  <a:lnTo>
                    <a:pt x="93" y="61"/>
                  </a:lnTo>
                  <a:lnTo>
                    <a:pt x="92" y="63"/>
                  </a:lnTo>
                  <a:lnTo>
                    <a:pt x="92" y="63"/>
                  </a:lnTo>
                  <a:lnTo>
                    <a:pt x="92" y="63"/>
                  </a:lnTo>
                  <a:lnTo>
                    <a:pt x="92" y="63"/>
                  </a:lnTo>
                  <a:lnTo>
                    <a:pt x="91" y="63"/>
                  </a:lnTo>
                  <a:lnTo>
                    <a:pt x="91" y="63"/>
                  </a:lnTo>
                  <a:lnTo>
                    <a:pt x="91" y="63"/>
                  </a:lnTo>
                  <a:lnTo>
                    <a:pt x="91" y="63"/>
                  </a:lnTo>
                  <a:lnTo>
                    <a:pt x="90" y="65"/>
                  </a:lnTo>
                  <a:lnTo>
                    <a:pt x="90" y="66"/>
                  </a:lnTo>
                  <a:lnTo>
                    <a:pt x="90" y="69"/>
                  </a:lnTo>
                  <a:lnTo>
                    <a:pt x="90" y="69"/>
                  </a:lnTo>
                  <a:lnTo>
                    <a:pt x="90" y="70"/>
                  </a:lnTo>
                  <a:lnTo>
                    <a:pt x="90" y="70"/>
                  </a:lnTo>
                  <a:lnTo>
                    <a:pt x="90" y="72"/>
                  </a:lnTo>
                  <a:lnTo>
                    <a:pt x="90" y="72"/>
                  </a:lnTo>
                  <a:lnTo>
                    <a:pt x="90" y="74"/>
                  </a:lnTo>
                  <a:lnTo>
                    <a:pt x="90" y="74"/>
                  </a:lnTo>
                  <a:lnTo>
                    <a:pt x="90" y="76"/>
                  </a:lnTo>
                  <a:lnTo>
                    <a:pt x="90" y="76"/>
                  </a:lnTo>
                  <a:lnTo>
                    <a:pt x="89" y="78"/>
                  </a:lnTo>
                  <a:lnTo>
                    <a:pt x="89" y="78"/>
                  </a:lnTo>
                  <a:lnTo>
                    <a:pt x="89" y="79"/>
                  </a:lnTo>
                  <a:lnTo>
                    <a:pt x="89" y="79"/>
                  </a:lnTo>
                  <a:lnTo>
                    <a:pt x="87" y="81"/>
                  </a:lnTo>
                  <a:lnTo>
                    <a:pt x="87" y="81"/>
                  </a:lnTo>
                  <a:lnTo>
                    <a:pt x="86" y="81"/>
                  </a:lnTo>
                  <a:lnTo>
                    <a:pt x="86" y="81"/>
                  </a:lnTo>
                  <a:lnTo>
                    <a:pt x="85" y="82"/>
                  </a:lnTo>
                  <a:lnTo>
                    <a:pt x="85" y="82"/>
                  </a:lnTo>
                  <a:lnTo>
                    <a:pt x="85" y="82"/>
                  </a:lnTo>
                  <a:lnTo>
                    <a:pt x="85" y="82"/>
                  </a:lnTo>
                  <a:lnTo>
                    <a:pt x="83" y="84"/>
                  </a:lnTo>
                  <a:lnTo>
                    <a:pt x="83" y="84"/>
                  </a:lnTo>
                  <a:lnTo>
                    <a:pt x="82" y="84"/>
                  </a:lnTo>
                  <a:lnTo>
                    <a:pt x="82" y="84"/>
                  </a:lnTo>
                  <a:lnTo>
                    <a:pt x="80" y="84"/>
                  </a:lnTo>
                  <a:lnTo>
                    <a:pt x="80" y="84"/>
                  </a:lnTo>
                  <a:lnTo>
                    <a:pt x="80" y="84"/>
                  </a:lnTo>
                  <a:lnTo>
                    <a:pt x="80" y="84"/>
                  </a:lnTo>
                  <a:lnTo>
                    <a:pt x="80" y="86"/>
                  </a:lnTo>
                  <a:lnTo>
                    <a:pt x="80" y="86"/>
                  </a:lnTo>
                  <a:lnTo>
                    <a:pt x="80" y="86"/>
                  </a:lnTo>
                  <a:lnTo>
                    <a:pt x="80" y="86"/>
                  </a:lnTo>
                  <a:lnTo>
                    <a:pt x="80" y="88"/>
                  </a:lnTo>
                  <a:lnTo>
                    <a:pt x="80" y="88"/>
                  </a:lnTo>
                  <a:lnTo>
                    <a:pt x="80" y="88"/>
                  </a:lnTo>
                  <a:lnTo>
                    <a:pt x="80" y="88"/>
                  </a:lnTo>
                  <a:lnTo>
                    <a:pt x="80" y="89"/>
                  </a:lnTo>
                  <a:lnTo>
                    <a:pt x="80" y="89"/>
                  </a:lnTo>
                  <a:lnTo>
                    <a:pt x="80" y="89"/>
                  </a:lnTo>
                  <a:lnTo>
                    <a:pt x="80" y="89"/>
                  </a:lnTo>
                  <a:lnTo>
                    <a:pt x="80" y="89"/>
                  </a:lnTo>
                  <a:lnTo>
                    <a:pt x="80" y="89"/>
                  </a:lnTo>
                  <a:lnTo>
                    <a:pt x="80" y="89"/>
                  </a:lnTo>
                  <a:lnTo>
                    <a:pt x="80" y="89"/>
                  </a:lnTo>
                  <a:lnTo>
                    <a:pt x="80" y="91"/>
                  </a:lnTo>
                  <a:lnTo>
                    <a:pt x="80" y="91"/>
                  </a:lnTo>
                  <a:lnTo>
                    <a:pt x="80" y="93"/>
                  </a:lnTo>
                  <a:lnTo>
                    <a:pt x="82" y="93"/>
                  </a:lnTo>
                  <a:lnTo>
                    <a:pt x="82" y="94"/>
                  </a:lnTo>
                  <a:lnTo>
                    <a:pt x="82" y="94"/>
                  </a:lnTo>
                  <a:lnTo>
                    <a:pt x="82" y="95"/>
                  </a:lnTo>
                  <a:lnTo>
                    <a:pt x="84" y="95"/>
                  </a:lnTo>
                  <a:lnTo>
                    <a:pt x="84" y="97"/>
                  </a:lnTo>
                  <a:lnTo>
                    <a:pt x="84" y="97"/>
                  </a:lnTo>
                  <a:lnTo>
                    <a:pt x="84" y="98"/>
                  </a:lnTo>
                  <a:lnTo>
                    <a:pt x="86" y="98"/>
                  </a:lnTo>
                  <a:lnTo>
                    <a:pt x="86" y="99"/>
                  </a:lnTo>
                  <a:lnTo>
                    <a:pt x="86" y="99"/>
                  </a:lnTo>
                  <a:lnTo>
                    <a:pt x="86" y="99"/>
                  </a:lnTo>
                  <a:lnTo>
                    <a:pt x="88" y="99"/>
                  </a:lnTo>
                  <a:lnTo>
                    <a:pt x="88" y="101"/>
                  </a:lnTo>
                  <a:lnTo>
                    <a:pt x="88" y="101"/>
                  </a:lnTo>
                  <a:lnTo>
                    <a:pt x="88" y="101"/>
                  </a:lnTo>
                  <a:lnTo>
                    <a:pt x="88" y="101"/>
                  </a:lnTo>
                  <a:lnTo>
                    <a:pt x="88" y="103"/>
                  </a:lnTo>
                  <a:lnTo>
                    <a:pt x="88" y="103"/>
                  </a:lnTo>
                  <a:lnTo>
                    <a:pt x="88" y="103"/>
                  </a:lnTo>
                  <a:lnTo>
                    <a:pt x="88" y="103"/>
                  </a:lnTo>
                  <a:lnTo>
                    <a:pt x="88" y="105"/>
                  </a:lnTo>
                  <a:lnTo>
                    <a:pt x="88" y="105"/>
                  </a:lnTo>
                  <a:lnTo>
                    <a:pt x="88" y="105"/>
                  </a:lnTo>
                  <a:lnTo>
                    <a:pt x="88" y="105"/>
                  </a:lnTo>
                  <a:lnTo>
                    <a:pt x="88" y="107"/>
                  </a:lnTo>
                  <a:lnTo>
                    <a:pt x="88" y="107"/>
                  </a:lnTo>
                  <a:lnTo>
                    <a:pt x="88" y="107"/>
                  </a:lnTo>
                  <a:lnTo>
                    <a:pt x="88" y="107"/>
                  </a:lnTo>
                  <a:lnTo>
                    <a:pt x="87" y="108"/>
                  </a:lnTo>
                  <a:lnTo>
                    <a:pt x="87" y="108"/>
                  </a:lnTo>
                  <a:lnTo>
                    <a:pt x="87" y="108"/>
                  </a:lnTo>
                  <a:lnTo>
                    <a:pt x="87" y="108"/>
                  </a:lnTo>
                  <a:lnTo>
                    <a:pt x="86" y="109"/>
                  </a:lnTo>
                  <a:lnTo>
                    <a:pt x="86" y="109"/>
                  </a:lnTo>
                  <a:lnTo>
                    <a:pt x="86" y="109"/>
                  </a:lnTo>
                  <a:lnTo>
                    <a:pt x="86" y="109"/>
                  </a:lnTo>
                  <a:lnTo>
                    <a:pt x="84" y="111"/>
                  </a:lnTo>
                  <a:lnTo>
                    <a:pt x="84" y="111"/>
                  </a:lnTo>
                  <a:lnTo>
                    <a:pt x="84" y="111"/>
                  </a:lnTo>
                  <a:lnTo>
                    <a:pt x="84" y="111"/>
                  </a:lnTo>
                  <a:lnTo>
                    <a:pt x="83" y="112"/>
                  </a:lnTo>
                  <a:lnTo>
                    <a:pt x="83" y="112"/>
                  </a:lnTo>
                  <a:lnTo>
                    <a:pt x="83" y="112"/>
                  </a:lnTo>
                  <a:lnTo>
                    <a:pt x="83" y="112"/>
                  </a:lnTo>
                  <a:lnTo>
                    <a:pt x="80" y="115"/>
                  </a:lnTo>
                  <a:lnTo>
                    <a:pt x="80" y="115"/>
                  </a:lnTo>
                  <a:lnTo>
                    <a:pt x="80" y="115"/>
                  </a:lnTo>
                  <a:lnTo>
                    <a:pt x="80" y="115"/>
                  </a:lnTo>
                  <a:lnTo>
                    <a:pt x="80" y="117"/>
                  </a:lnTo>
                  <a:lnTo>
                    <a:pt x="80" y="117"/>
                  </a:lnTo>
                  <a:lnTo>
                    <a:pt x="80" y="117"/>
                  </a:lnTo>
                  <a:lnTo>
                    <a:pt x="80" y="117"/>
                  </a:lnTo>
                  <a:lnTo>
                    <a:pt x="79" y="119"/>
                  </a:lnTo>
                  <a:lnTo>
                    <a:pt x="79" y="119"/>
                  </a:lnTo>
                  <a:lnTo>
                    <a:pt x="79" y="120"/>
                  </a:lnTo>
                  <a:lnTo>
                    <a:pt x="79" y="120"/>
                  </a:lnTo>
                  <a:lnTo>
                    <a:pt x="79" y="122"/>
                  </a:lnTo>
                  <a:lnTo>
                    <a:pt x="79" y="122"/>
                  </a:lnTo>
                  <a:lnTo>
                    <a:pt x="79" y="122"/>
                  </a:lnTo>
                  <a:lnTo>
                    <a:pt x="79" y="122"/>
                  </a:lnTo>
                  <a:lnTo>
                    <a:pt x="77" y="124"/>
                  </a:lnTo>
                  <a:lnTo>
                    <a:pt x="77" y="124"/>
                  </a:lnTo>
                  <a:lnTo>
                    <a:pt x="77" y="125"/>
                  </a:lnTo>
                  <a:lnTo>
                    <a:pt x="77" y="125"/>
                  </a:lnTo>
                  <a:lnTo>
                    <a:pt x="76" y="127"/>
                  </a:lnTo>
                  <a:lnTo>
                    <a:pt x="76" y="127"/>
                  </a:lnTo>
                  <a:lnTo>
                    <a:pt x="76" y="127"/>
                  </a:lnTo>
                  <a:lnTo>
                    <a:pt x="76" y="127"/>
                  </a:lnTo>
                  <a:lnTo>
                    <a:pt x="73" y="128"/>
                  </a:lnTo>
                  <a:lnTo>
                    <a:pt x="73" y="128"/>
                  </a:lnTo>
                  <a:lnTo>
                    <a:pt x="73" y="128"/>
                  </a:lnTo>
                  <a:lnTo>
                    <a:pt x="73" y="128"/>
                  </a:lnTo>
                  <a:lnTo>
                    <a:pt x="72" y="128"/>
                  </a:lnTo>
                  <a:lnTo>
                    <a:pt x="72" y="128"/>
                  </a:lnTo>
                  <a:lnTo>
                    <a:pt x="72" y="128"/>
                  </a:lnTo>
                  <a:lnTo>
                    <a:pt x="72" y="128"/>
                  </a:lnTo>
                  <a:lnTo>
                    <a:pt x="72" y="130"/>
                  </a:lnTo>
                  <a:lnTo>
                    <a:pt x="72" y="130"/>
                  </a:lnTo>
                  <a:lnTo>
                    <a:pt x="72" y="132"/>
                  </a:lnTo>
                  <a:lnTo>
                    <a:pt x="72" y="132"/>
                  </a:lnTo>
                  <a:lnTo>
                    <a:pt x="72" y="134"/>
                  </a:lnTo>
                  <a:lnTo>
                    <a:pt x="72" y="134"/>
                  </a:lnTo>
                  <a:lnTo>
                    <a:pt x="72" y="136"/>
                  </a:lnTo>
                  <a:lnTo>
                    <a:pt x="74" y="136"/>
                  </a:lnTo>
                  <a:lnTo>
                    <a:pt x="74" y="138"/>
                  </a:lnTo>
                  <a:lnTo>
                    <a:pt x="74" y="138"/>
                  </a:lnTo>
                  <a:lnTo>
                    <a:pt x="74" y="139"/>
                  </a:lnTo>
                  <a:lnTo>
                    <a:pt x="76" y="139"/>
                  </a:lnTo>
                  <a:lnTo>
                    <a:pt x="76" y="142"/>
                  </a:lnTo>
                  <a:lnTo>
                    <a:pt x="76" y="142"/>
                  </a:lnTo>
                  <a:lnTo>
                    <a:pt x="76" y="142"/>
                  </a:lnTo>
                  <a:lnTo>
                    <a:pt x="77" y="142"/>
                  </a:lnTo>
                  <a:lnTo>
                    <a:pt x="75" y="144"/>
                  </a:lnTo>
                  <a:lnTo>
                    <a:pt x="75" y="144"/>
                  </a:lnTo>
                  <a:lnTo>
                    <a:pt x="74" y="144"/>
                  </a:lnTo>
                  <a:lnTo>
                    <a:pt x="74" y="144"/>
                  </a:lnTo>
                  <a:lnTo>
                    <a:pt x="72" y="145"/>
                  </a:lnTo>
                  <a:lnTo>
                    <a:pt x="72" y="145"/>
                  </a:lnTo>
                  <a:lnTo>
                    <a:pt x="72" y="145"/>
                  </a:lnTo>
                  <a:lnTo>
                    <a:pt x="72" y="145"/>
                  </a:lnTo>
                  <a:lnTo>
                    <a:pt x="70" y="147"/>
                  </a:lnTo>
                  <a:lnTo>
                    <a:pt x="70" y="147"/>
                  </a:lnTo>
                  <a:lnTo>
                    <a:pt x="69" y="147"/>
                  </a:lnTo>
                  <a:lnTo>
                    <a:pt x="69" y="147"/>
                  </a:lnTo>
                  <a:lnTo>
                    <a:pt x="67" y="148"/>
                  </a:lnTo>
                  <a:lnTo>
                    <a:pt x="67" y="148"/>
                  </a:lnTo>
                  <a:lnTo>
                    <a:pt x="67" y="148"/>
                  </a:lnTo>
                  <a:lnTo>
                    <a:pt x="67" y="148"/>
                  </a:lnTo>
                  <a:lnTo>
                    <a:pt x="65" y="149"/>
                  </a:lnTo>
                  <a:lnTo>
                    <a:pt x="65" y="149"/>
                  </a:lnTo>
                  <a:lnTo>
                    <a:pt x="64" y="149"/>
                  </a:lnTo>
                  <a:lnTo>
                    <a:pt x="64" y="149"/>
                  </a:lnTo>
                  <a:lnTo>
                    <a:pt x="62" y="149"/>
                  </a:lnTo>
                  <a:lnTo>
                    <a:pt x="62" y="149"/>
                  </a:lnTo>
                  <a:lnTo>
                    <a:pt x="62" y="149"/>
                  </a:lnTo>
                  <a:lnTo>
                    <a:pt x="62" y="149"/>
                  </a:lnTo>
                  <a:lnTo>
                    <a:pt x="60" y="149"/>
                  </a:lnTo>
                  <a:lnTo>
                    <a:pt x="60" y="149"/>
                  </a:lnTo>
                  <a:lnTo>
                    <a:pt x="59" y="149"/>
                  </a:lnTo>
                  <a:lnTo>
                    <a:pt x="59" y="149"/>
                  </a:lnTo>
                  <a:lnTo>
                    <a:pt x="58" y="149"/>
                  </a:lnTo>
                  <a:lnTo>
                    <a:pt x="58" y="149"/>
                  </a:lnTo>
                  <a:lnTo>
                    <a:pt x="58" y="149"/>
                  </a:lnTo>
                  <a:lnTo>
                    <a:pt x="58" y="149"/>
                  </a:lnTo>
                  <a:lnTo>
                    <a:pt x="57" y="151"/>
                  </a:lnTo>
                  <a:lnTo>
                    <a:pt x="57" y="151"/>
                  </a:lnTo>
                  <a:lnTo>
                    <a:pt x="57" y="153"/>
                  </a:lnTo>
                  <a:lnTo>
                    <a:pt x="57" y="154"/>
                  </a:lnTo>
                  <a:lnTo>
                    <a:pt x="57" y="158"/>
                  </a:lnTo>
                  <a:lnTo>
                    <a:pt x="57" y="160"/>
                  </a:lnTo>
                  <a:lnTo>
                    <a:pt x="57" y="164"/>
                  </a:lnTo>
                  <a:lnTo>
                    <a:pt x="58" y="166"/>
                  </a:lnTo>
                  <a:lnTo>
                    <a:pt x="58" y="169"/>
                  </a:lnTo>
                  <a:lnTo>
                    <a:pt x="58" y="173"/>
                  </a:lnTo>
                  <a:lnTo>
                    <a:pt x="58" y="177"/>
                  </a:lnTo>
                  <a:lnTo>
                    <a:pt x="60" y="179"/>
                  </a:lnTo>
                  <a:lnTo>
                    <a:pt x="60" y="183"/>
                  </a:lnTo>
                  <a:lnTo>
                    <a:pt x="60" y="186"/>
                  </a:lnTo>
                  <a:lnTo>
                    <a:pt x="60" y="188"/>
                  </a:lnTo>
                  <a:lnTo>
                    <a:pt x="60" y="190"/>
                  </a:lnTo>
                  <a:lnTo>
                    <a:pt x="58" y="192"/>
                  </a:lnTo>
                  <a:lnTo>
                    <a:pt x="58" y="194"/>
                  </a:lnTo>
                  <a:lnTo>
                    <a:pt x="57" y="196"/>
                  </a:lnTo>
                  <a:lnTo>
                    <a:pt x="57" y="197"/>
                  </a:lnTo>
                  <a:lnTo>
                    <a:pt x="55" y="199"/>
                  </a:lnTo>
                  <a:lnTo>
                    <a:pt x="55" y="201"/>
                  </a:lnTo>
                  <a:lnTo>
                    <a:pt x="53" y="203"/>
                  </a:lnTo>
                  <a:lnTo>
                    <a:pt x="53" y="205"/>
                  </a:lnTo>
                  <a:lnTo>
                    <a:pt x="51" y="208"/>
                  </a:lnTo>
                  <a:lnTo>
                    <a:pt x="49" y="210"/>
                  </a:lnTo>
                  <a:lnTo>
                    <a:pt x="47" y="212"/>
                  </a:lnTo>
                  <a:lnTo>
                    <a:pt x="47" y="214"/>
                  </a:lnTo>
                  <a:lnTo>
                    <a:pt x="45" y="216"/>
                  </a:lnTo>
                  <a:lnTo>
                    <a:pt x="45" y="218"/>
                  </a:lnTo>
                  <a:lnTo>
                    <a:pt x="44" y="220"/>
                  </a:lnTo>
                  <a:lnTo>
                    <a:pt x="44" y="221"/>
                  </a:lnTo>
                  <a:lnTo>
                    <a:pt x="44" y="223"/>
                  </a:lnTo>
                  <a:lnTo>
                    <a:pt x="44" y="223"/>
                  </a:lnTo>
                  <a:lnTo>
                    <a:pt x="44" y="224"/>
                  </a:lnTo>
                  <a:lnTo>
                    <a:pt x="45" y="224"/>
                  </a:lnTo>
                  <a:lnTo>
                    <a:pt x="45" y="225"/>
                  </a:lnTo>
                  <a:lnTo>
                    <a:pt x="46" y="225"/>
                  </a:lnTo>
                  <a:lnTo>
                    <a:pt x="46" y="225"/>
                  </a:lnTo>
                  <a:lnTo>
                    <a:pt x="48" y="225"/>
                  </a:lnTo>
                  <a:lnTo>
                    <a:pt x="48" y="226"/>
                  </a:lnTo>
                  <a:lnTo>
                    <a:pt x="49" y="226"/>
                  </a:lnTo>
                  <a:lnTo>
                    <a:pt x="49" y="226"/>
                  </a:lnTo>
                  <a:lnTo>
                    <a:pt x="51" y="226"/>
                  </a:lnTo>
                  <a:lnTo>
                    <a:pt x="51" y="227"/>
                  </a:lnTo>
                  <a:lnTo>
                    <a:pt x="51" y="227"/>
                  </a:lnTo>
                  <a:lnTo>
                    <a:pt x="51" y="227"/>
                  </a:lnTo>
                  <a:lnTo>
                    <a:pt x="54" y="227"/>
                  </a:lnTo>
                  <a:lnTo>
                    <a:pt x="54" y="229"/>
                  </a:lnTo>
                  <a:lnTo>
                    <a:pt x="54" y="230"/>
                  </a:lnTo>
                  <a:lnTo>
                    <a:pt x="54" y="232"/>
                  </a:lnTo>
                  <a:lnTo>
                    <a:pt x="54" y="232"/>
                  </a:lnTo>
                  <a:lnTo>
                    <a:pt x="54" y="234"/>
                  </a:lnTo>
                  <a:lnTo>
                    <a:pt x="54" y="235"/>
                  </a:lnTo>
                  <a:lnTo>
                    <a:pt x="54" y="237"/>
                  </a:lnTo>
                  <a:lnTo>
                    <a:pt x="55" y="237"/>
                  </a:lnTo>
                  <a:lnTo>
                    <a:pt x="54" y="239"/>
                  </a:lnTo>
                  <a:lnTo>
                    <a:pt x="54" y="241"/>
                  </a:lnTo>
                  <a:lnTo>
                    <a:pt x="54" y="243"/>
                  </a:lnTo>
                  <a:lnTo>
                    <a:pt x="54" y="243"/>
                  </a:lnTo>
                  <a:lnTo>
                    <a:pt x="53" y="245"/>
                  </a:lnTo>
                  <a:lnTo>
                    <a:pt x="53" y="245"/>
                  </a:lnTo>
                  <a:lnTo>
                    <a:pt x="53" y="245"/>
                  </a:lnTo>
                  <a:lnTo>
                    <a:pt x="53" y="245"/>
                  </a:lnTo>
                  <a:lnTo>
                    <a:pt x="51" y="247"/>
                  </a:lnTo>
                  <a:lnTo>
                    <a:pt x="51" y="247"/>
                  </a:lnTo>
                  <a:lnTo>
                    <a:pt x="49" y="247"/>
                  </a:lnTo>
                  <a:lnTo>
                    <a:pt x="49" y="247"/>
                  </a:lnTo>
                  <a:lnTo>
                    <a:pt x="47" y="247"/>
                  </a:lnTo>
                  <a:lnTo>
                    <a:pt x="46" y="247"/>
                  </a:lnTo>
                  <a:lnTo>
                    <a:pt x="44" y="247"/>
                  </a:lnTo>
                  <a:lnTo>
                    <a:pt x="44" y="246"/>
                  </a:lnTo>
                  <a:lnTo>
                    <a:pt x="42" y="246"/>
                  </a:lnTo>
                  <a:lnTo>
                    <a:pt x="41" y="246"/>
                  </a:lnTo>
                  <a:lnTo>
                    <a:pt x="39" y="246"/>
                  </a:lnTo>
                  <a:lnTo>
                    <a:pt x="39" y="245"/>
                  </a:lnTo>
                  <a:lnTo>
                    <a:pt x="37" y="245"/>
                  </a:lnTo>
                  <a:lnTo>
                    <a:pt x="37" y="245"/>
                  </a:lnTo>
                  <a:lnTo>
                    <a:pt x="36" y="245"/>
                  </a:lnTo>
                  <a:lnTo>
                    <a:pt x="36" y="244"/>
                  </a:lnTo>
                  <a:lnTo>
                    <a:pt x="34" y="246"/>
                  </a:lnTo>
                  <a:lnTo>
                    <a:pt x="33" y="246"/>
                  </a:lnTo>
                  <a:lnTo>
                    <a:pt x="32" y="247"/>
                  </a:lnTo>
                  <a:lnTo>
                    <a:pt x="32" y="247"/>
                  </a:lnTo>
                  <a:lnTo>
                    <a:pt x="29" y="249"/>
                  </a:lnTo>
                  <a:lnTo>
                    <a:pt x="29" y="249"/>
                  </a:lnTo>
                  <a:lnTo>
                    <a:pt x="27" y="251"/>
                  </a:lnTo>
                  <a:lnTo>
                    <a:pt x="27" y="251"/>
                  </a:lnTo>
                  <a:lnTo>
                    <a:pt x="26" y="253"/>
                  </a:lnTo>
                  <a:lnTo>
                    <a:pt x="26" y="254"/>
                  </a:lnTo>
                  <a:lnTo>
                    <a:pt x="24" y="256"/>
                  </a:lnTo>
                  <a:lnTo>
                    <a:pt x="24" y="256"/>
                  </a:lnTo>
                  <a:lnTo>
                    <a:pt x="22" y="257"/>
                  </a:lnTo>
                  <a:lnTo>
                    <a:pt x="22" y="257"/>
                  </a:lnTo>
                  <a:lnTo>
                    <a:pt x="21" y="258"/>
                  </a:lnTo>
                  <a:lnTo>
                    <a:pt x="21" y="258"/>
                  </a:lnTo>
                  <a:lnTo>
                    <a:pt x="20" y="260"/>
                  </a:lnTo>
                  <a:lnTo>
                    <a:pt x="20" y="260"/>
                  </a:lnTo>
                  <a:lnTo>
                    <a:pt x="20" y="261"/>
                  </a:lnTo>
                  <a:lnTo>
                    <a:pt x="20" y="261"/>
                  </a:lnTo>
                  <a:lnTo>
                    <a:pt x="20" y="263"/>
                  </a:lnTo>
                  <a:lnTo>
                    <a:pt x="20" y="263"/>
                  </a:lnTo>
                  <a:lnTo>
                    <a:pt x="20" y="263"/>
                  </a:lnTo>
                  <a:lnTo>
                    <a:pt x="20" y="263"/>
                  </a:lnTo>
                  <a:lnTo>
                    <a:pt x="20" y="264"/>
                  </a:lnTo>
                  <a:lnTo>
                    <a:pt x="20" y="264"/>
                  </a:lnTo>
                  <a:lnTo>
                    <a:pt x="20" y="264"/>
                  </a:lnTo>
                  <a:lnTo>
                    <a:pt x="20" y="264"/>
                  </a:lnTo>
                  <a:lnTo>
                    <a:pt x="20" y="266"/>
                  </a:lnTo>
                  <a:lnTo>
                    <a:pt x="20" y="266"/>
                  </a:lnTo>
                  <a:lnTo>
                    <a:pt x="20" y="266"/>
                  </a:lnTo>
                  <a:lnTo>
                    <a:pt x="20" y="266"/>
                  </a:lnTo>
                  <a:lnTo>
                    <a:pt x="19" y="269"/>
                  </a:lnTo>
                  <a:lnTo>
                    <a:pt x="19" y="269"/>
                  </a:lnTo>
                  <a:lnTo>
                    <a:pt x="19" y="269"/>
                  </a:lnTo>
                  <a:lnTo>
                    <a:pt x="19" y="269"/>
                  </a:lnTo>
                  <a:lnTo>
                    <a:pt x="19" y="271"/>
                  </a:lnTo>
                  <a:lnTo>
                    <a:pt x="19" y="271"/>
                  </a:lnTo>
                  <a:lnTo>
                    <a:pt x="19" y="271"/>
                  </a:lnTo>
                  <a:lnTo>
                    <a:pt x="19" y="271"/>
                  </a:lnTo>
                  <a:lnTo>
                    <a:pt x="19" y="272"/>
                  </a:lnTo>
                  <a:lnTo>
                    <a:pt x="19" y="272"/>
                  </a:lnTo>
                  <a:lnTo>
                    <a:pt x="19" y="272"/>
                  </a:lnTo>
                  <a:lnTo>
                    <a:pt x="19" y="272"/>
                  </a:lnTo>
                  <a:lnTo>
                    <a:pt x="19" y="272"/>
                  </a:lnTo>
                  <a:lnTo>
                    <a:pt x="19" y="272"/>
                  </a:lnTo>
                  <a:lnTo>
                    <a:pt x="19" y="272"/>
                  </a:lnTo>
                  <a:lnTo>
                    <a:pt x="19" y="272"/>
                  </a:lnTo>
                  <a:lnTo>
                    <a:pt x="18" y="274"/>
                  </a:lnTo>
                  <a:lnTo>
                    <a:pt x="18" y="274"/>
                  </a:lnTo>
                  <a:lnTo>
                    <a:pt x="17" y="275"/>
                  </a:lnTo>
                  <a:lnTo>
                    <a:pt x="17" y="275"/>
                  </a:lnTo>
                  <a:lnTo>
                    <a:pt x="15" y="277"/>
                  </a:lnTo>
                  <a:lnTo>
                    <a:pt x="15" y="277"/>
                  </a:lnTo>
                  <a:lnTo>
                    <a:pt x="15" y="277"/>
                  </a:lnTo>
                  <a:lnTo>
                    <a:pt x="15" y="277"/>
                  </a:lnTo>
                  <a:lnTo>
                    <a:pt x="13" y="279"/>
                  </a:lnTo>
                  <a:lnTo>
                    <a:pt x="13" y="279"/>
                  </a:lnTo>
                  <a:lnTo>
                    <a:pt x="12" y="279"/>
                  </a:lnTo>
                  <a:lnTo>
                    <a:pt x="12" y="279"/>
                  </a:lnTo>
                  <a:lnTo>
                    <a:pt x="12" y="281"/>
                  </a:lnTo>
                  <a:lnTo>
                    <a:pt x="12" y="281"/>
                  </a:lnTo>
                  <a:lnTo>
                    <a:pt x="12" y="281"/>
                  </a:lnTo>
                  <a:lnTo>
                    <a:pt x="12" y="281"/>
                  </a:lnTo>
                  <a:lnTo>
                    <a:pt x="12" y="283"/>
                  </a:lnTo>
                  <a:lnTo>
                    <a:pt x="12" y="283"/>
                  </a:lnTo>
                  <a:lnTo>
                    <a:pt x="12" y="285"/>
                  </a:lnTo>
                  <a:lnTo>
                    <a:pt x="12" y="285"/>
                  </a:lnTo>
                  <a:lnTo>
                    <a:pt x="12" y="287"/>
                  </a:lnTo>
                  <a:lnTo>
                    <a:pt x="14" y="287"/>
                  </a:lnTo>
                  <a:lnTo>
                    <a:pt x="14" y="287"/>
                  </a:lnTo>
                  <a:lnTo>
                    <a:pt x="16" y="287"/>
                  </a:lnTo>
                  <a:lnTo>
                    <a:pt x="16" y="288"/>
                  </a:lnTo>
                  <a:lnTo>
                    <a:pt x="17" y="288"/>
                  </a:lnTo>
                  <a:lnTo>
                    <a:pt x="17" y="291"/>
                  </a:lnTo>
                  <a:lnTo>
                    <a:pt x="18" y="291"/>
                  </a:lnTo>
                  <a:lnTo>
                    <a:pt x="18" y="293"/>
                  </a:lnTo>
                  <a:lnTo>
                    <a:pt x="19" y="293"/>
                  </a:lnTo>
                  <a:lnTo>
                    <a:pt x="19" y="293"/>
                  </a:lnTo>
                  <a:lnTo>
                    <a:pt x="20" y="293"/>
                  </a:lnTo>
                  <a:lnTo>
                    <a:pt x="19" y="294"/>
                  </a:lnTo>
                  <a:lnTo>
                    <a:pt x="19" y="294"/>
                  </a:lnTo>
                  <a:lnTo>
                    <a:pt x="19" y="294"/>
                  </a:lnTo>
                  <a:lnTo>
                    <a:pt x="19" y="294"/>
                  </a:lnTo>
                  <a:lnTo>
                    <a:pt x="18" y="295"/>
                  </a:lnTo>
                  <a:lnTo>
                    <a:pt x="18" y="295"/>
                  </a:lnTo>
                  <a:lnTo>
                    <a:pt x="18" y="295"/>
                  </a:lnTo>
                  <a:lnTo>
                    <a:pt x="18" y="295"/>
                  </a:lnTo>
                  <a:lnTo>
                    <a:pt x="17" y="297"/>
                  </a:lnTo>
                  <a:lnTo>
                    <a:pt x="17" y="297"/>
                  </a:lnTo>
                  <a:lnTo>
                    <a:pt x="17" y="297"/>
                  </a:lnTo>
                  <a:lnTo>
                    <a:pt x="17" y="297"/>
                  </a:lnTo>
                  <a:lnTo>
                    <a:pt x="17" y="297"/>
                  </a:lnTo>
                  <a:lnTo>
                    <a:pt x="17" y="297"/>
                  </a:lnTo>
                  <a:lnTo>
                    <a:pt x="17" y="297"/>
                  </a:lnTo>
                  <a:lnTo>
                    <a:pt x="17" y="297"/>
                  </a:lnTo>
                  <a:lnTo>
                    <a:pt x="17" y="299"/>
                  </a:lnTo>
                  <a:lnTo>
                    <a:pt x="17" y="299"/>
                  </a:lnTo>
                  <a:lnTo>
                    <a:pt x="17" y="300"/>
                  </a:lnTo>
                  <a:lnTo>
                    <a:pt x="17" y="300"/>
                  </a:lnTo>
                  <a:lnTo>
                    <a:pt x="17" y="302"/>
                  </a:lnTo>
                  <a:lnTo>
                    <a:pt x="17" y="302"/>
                  </a:lnTo>
                  <a:lnTo>
                    <a:pt x="17" y="303"/>
                  </a:lnTo>
                  <a:lnTo>
                    <a:pt x="17" y="303"/>
                  </a:lnTo>
                  <a:lnTo>
                    <a:pt x="17" y="305"/>
                  </a:lnTo>
                  <a:lnTo>
                    <a:pt x="17" y="305"/>
                  </a:lnTo>
                  <a:lnTo>
                    <a:pt x="17" y="307"/>
                  </a:lnTo>
                  <a:lnTo>
                    <a:pt x="17" y="307"/>
                  </a:lnTo>
                  <a:lnTo>
                    <a:pt x="17" y="309"/>
                  </a:lnTo>
                  <a:lnTo>
                    <a:pt x="17" y="309"/>
                  </a:lnTo>
                  <a:lnTo>
                    <a:pt x="17" y="309"/>
                  </a:lnTo>
                  <a:lnTo>
                    <a:pt x="19" y="309"/>
                  </a:lnTo>
                  <a:lnTo>
                    <a:pt x="18" y="311"/>
                  </a:lnTo>
                  <a:lnTo>
                    <a:pt x="18" y="311"/>
                  </a:lnTo>
                  <a:lnTo>
                    <a:pt x="18" y="313"/>
                  </a:lnTo>
                  <a:lnTo>
                    <a:pt x="18" y="313"/>
                  </a:lnTo>
                  <a:lnTo>
                    <a:pt x="18" y="315"/>
                  </a:lnTo>
                  <a:lnTo>
                    <a:pt x="18" y="315"/>
                  </a:lnTo>
                  <a:lnTo>
                    <a:pt x="18" y="315"/>
                  </a:lnTo>
                  <a:lnTo>
                    <a:pt x="18" y="315"/>
                  </a:lnTo>
                  <a:lnTo>
                    <a:pt x="18" y="316"/>
                  </a:lnTo>
                  <a:lnTo>
                    <a:pt x="18" y="316"/>
                  </a:lnTo>
                  <a:lnTo>
                    <a:pt x="18" y="316"/>
                  </a:lnTo>
                  <a:lnTo>
                    <a:pt x="18" y="316"/>
                  </a:lnTo>
                  <a:lnTo>
                    <a:pt x="18" y="317"/>
                  </a:lnTo>
                  <a:lnTo>
                    <a:pt x="18" y="317"/>
                  </a:lnTo>
                  <a:lnTo>
                    <a:pt x="18" y="317"/>
                  </a:lnTo>
                  <a:lnTo>
                    <a:pt x="19" y="317"/>
                  </a:lnTo>
                  <a:lnTo>
                    <a:pt x="19" y="320"/>
                  </a:lnTo>
                  <a:lnTo>
                    <a:pt x="19" y="320"/>
                  </a:lnTo>
                  <a:lnTo>
                    <a:pt x="19" y="321"/>
                  </a:lnTo>
                  <a:lnTo>
                    <a:pt x="19" y="321"/>
                  </a:lnTo>
                  <a:lnTo>
                    <a:pt x="19" y="323"/>
                  </a:lnTo>
                  <a:lnTo>
                    <a:pt x="19" y="323"/>
                  </a:lnTo>
                  <a:lnTo>
                    <a:pt x="19" y="324"/>
                  </a:lnTo>
                  <a:lnTo>
                    <a:pt x="20" y="324"/>
                  </a:lnTo>
                  <a:lnTo>
                    <a:pt x="20" y="326"/>
                  </a:lnTo>
                  <a:lnTo>
                    <a:pt x="20" y="326"/>
                  </a:lnTo>
                  <a:lnTo>
                    <a:pt x="20" y="327"/>
                  </a:lnTo>
                  <a:lnTo>
                    <a:pt x="20" y="327"/>
                  </a:lnTo>
                  <a:lnTo>
                    <a:pt x="20" y="329"/>
                  </a:lnTo>
                  <a:lnTo>
                    <a:pt x="20" y="329"/>
                  </a:lnTo>
                  <a:lnTo>
                    <a:pt x="20" y="329"/>
                  </a:lnTo>
                  <a:lnTo>
                    <a:pt x="21" y="329"/>
                  </a:lnTo>
                  <a:lnTo>
                    <a:pt x="21" y="331"/>
                  </a:lnTo>
                  <a:lnTo>
                    <a:pt x="21" y="331"/>
                  </a:lnTo>
                  <a:lnTo>
                    <a:pt x="21" y="333"/>
                  </a:lnTo>
                  <a:lnTo>
                    <a:pt x="21" y="333"/>
                  </a:lnTo>
                  <a:lnTo>
                    <a:pt x="21" y="335"/>
                  </a:lnTo>
                  <a:lnTo>
                    <a:pt x="21" y="335"/>
                  </a:lnTo>
                  <a:lnTo>
                    <a:pt x="21" y="337"/>
                  </a:lnTo>
                  <a:lnTo>
                    <a:pt x="21" y="337"/>
                  </a:lnTo>
                  <a:lnTo>
                    <a:pt x="21" y="339"/>
                  </a:lnTo>
                  <a:lnTo>
                    <a:pt x="21" y="339"/>
                  </a:lnTo>
                  <a:lnTo>
                    <a:pt x="21" y="341"/>
                  </a:lnTo>
                  <a:lnTo>
                    <a:pt x="21" y="341"/>
                  </a:lnTo>
                  <a:lnTo>
                    <a:pt x="21" y="343"/>
                  </a:lnTo>
                  <a:lnTo>
                    <a:pt x="21" y="343"/>
                  </a:lnTo>
                  <a:lnTo>
                    <a:pt x="21" y="344"/>
                  </a:lnTo>
                  <a:lnTo>
                    <a:pt x="21" y="344"/>
                  </a:lnTo>
                  <a:lnTo>
                    <a:pt x="20" y="345"/>
                  </a:lnTo>
                  <a:lnTo>
                    <a:pt x="20" y="345"/>
                  </a:lnTo>
                  <a:lnTo>
                    <a:pt x="20" y="347"/>
                  </a:lnTo>
                  <a:lnTo>
                    <a:pt x="20" y="347"/>
                  </a:lnTo>
                  <a:lnTo>
                    <a:pt x="20" y="349"/>
                  </a:lnTo>
                  <a:lnTo>
                    <a:pt x="20" y="349"/>
                  </a:lnTo>
                  <a:lnTo>
                    <a:pt x="20" y="349"/>
                  </a:lnTo>
                  <a:lnTo>
                    <a:pt x="20" y="349"/>
                  </a:lnTo>
                  <a:lnTo>
                    <a:pt x="20" y="351"/>
                  </a:lnTo>
                  <a:lnTo>
                    <a:pt x="20" y="351"/>
                  </a:lnTo>
                  <a:lnTo>
                    <a:pt x="20" y="352"/>
                  </a:lnTo>
                  <a:lnTo>
                    <a:pt x="20" y="352"/>
                  </a:lnTo>
                  <a:lnTo>
                    <a:pt x="20" y="353"/>
                  </a:lnTo>
                  <a:lnTo>
                    <a:pt x="20" y="353"/>
                  </a:lnTo>
                  <a:lnTo>
                    <a:pt x="20" y="353"/>
                  </a:lnTo>
                  <a:lnTo>
                    <a:pt x="21" y="353"/>
                  </a:lnTo>
                  <a:lnTo>
                    <a:pt x="21" y="354"/>
                  </a:lnTo>
                  <a:lnTo>
                    <a:pt x="21" y="354"/>
                  </a:lnTo>
                  <a:lnTo>
                    <a:pt x="21" y="354"/>
                  </a:lnTo>
                  <a:lnTo>
                    <a:pt x="21" y="354"/>
                  </a:lnTo>
                  <a:lnTo>
                    <a:pt x="21" y="356"/>
                  </a:lnTo>
                  <a:lnTo>
                    <a:pt x="21" y="356"/>
                  </a:lnTo>
                  <a:lnTo>
                    <a:pt x="21" y="356"/>
                  </a:lnTo>
                  <a:lnTo>
                    <a:pt x="22" y="356"/>
                  </a:lnTo>
                  <a:lnTo>
                    <a:pt x="22" y="358"/>
                  </a:lnTo>
                  <a:lnTo>
                    <a:pt x="22" y="358"/>
                  </a:lnTo>
                  <a:lnTo>
                    <a:pt x="22" y="358"/>
                  </a:lnTo>
                  <a:lnTo>
                    <a:pt x="22" y="358"/>
                  </a:lnTo>
                  <a:lnTo>
                    <a:pt x="22" y="359"/>
                  </a:lnTo>
                  <a:lnTo>
                    <a:pt x="22" y="359"/>
                  </a:lnTo>
                  <a:lnTo>
                    <a:pt x="22" y="359"/>
                  </a:lnTo>
                  <a:lnTo>
                    <a:pt x="23" y="359"/>
                  </a:lnTo>
                  <a:lnTo>
                    <a:pt x="23" y="359"/>
                  </a:lnTo>
                  <a:lnTo>
                    <a:pt x="23" y="359"/>
                  </a:lnTo>
                  <a:lnTo>
                    <a:pt x="23" y="359"/>
                  </a:lnTo>
                  <a:lnTo>
                    <a:pt x="24" y="359"/>
                  </a:lnTo>
                  <a:lnTo>
                    <a:pt x="24" y="359"/>
                  </a:lnTo>
                  <a:lnTo>
                    <a:pt x="24" y="359"/>
                  </a:lnTo>
                  <a:lnTo>
                    <a:pt x="24" y="359"/>
                  </a:lnTo>
                  <a:lnTo>
                    <a:pt x="26" y="359"/>
                  </a:lnTo>
                  <a:lnTo>
                    <a:pt x="26" y="359"/>
                  </a:lnTo>
                  <a:lnTo>
                    <a:pt x="26" y="359"/>
                  </a:lnTo>
                  <a:lnTo>
                    <a:pt x="26" y="359"/>
                  </a:lnTo>
                  <a:lnTo>
                    <a:pt x="27" y="359"/>
                  </a:lnTo>
                  <a:lnTo>
                    <a:pt x="27" y="359"/>
                  </a:lnTo>
                  <a:lnTo>
                    <a:pt x="27" y="359"/>
                  </a:lnTo>
                  <a:lnTo>
                    <a:pt x="27" y="359"/>
                  </a:lnTo>
                  <a:lnTo>
                    <a:pt x="29" y="359"/>
                  </a:lnTo>
                  <a:lnTo>
                    <a:pt x="29" y="360"/>
                  </a:lnTo>
                  <a:lnTo>
                    <a:pt x="29" y="360"/>
                  </a:lnTo>
                  <a:lnTo>
                    <a:pt x="29" y="361"/>
                  </a:lnTo>
                  <a:lnTo>
                    <a:pt x="32" y="361"/>
                  </a:lnTo>
                  <a:lnTo>
                    <a:pt x="32" y="364"/>
                  </a:lnTo>
                  <a:lnTo>
                    <a:pt x="32" y="364"/>
                  </a:lnTo>
                  <a:lnTo>
                    <a:pt x="32" y="364"/>
                  </a:lnTo>
                  <a:lnTo>
                    <a:pt x="33" y="364"/>
                  </a:lnTo>
                  <a:lnTo>
                    <a:pt x="33" y="366"/>
                  </a:lnTo>
                  <a:lnTo>
                    <a:pt x="33" y="366"/>
                  </a:lnTo>
                  <a:lnTo>
                    <a:pt x="33" y="367"/>
                  </a:lnTo>
                  <a:lnTo>
                    <a:pt x="34" y="367"/>
                  </a:lnTo>
                  <a:lnTo>
                    <a:pt x="34" y="368"/>
                  </a:lnTo>
                  <a:lnTo>
                    <a:pt x="34" y="368"/>
                  </a:lnTo>
                  <a:lnTo>
                    <a:pt x="34" y="368"/>
                  </a:lnTo>
                  <a:lnTo>
                    <a:pt x="36" y="368"/>
                  </a:lnTo>
                  <a:lnTo>
                    <a:pt x="35" y="370"/>
                  </a:lnTo>
                  <a:lnTo>
                    <a:pt x="35" y="370"/>
                  </a:lnTo>
                  <a:lnTo>
                    <a:pt x="35" y="371"/>
                  </a:lnTo>
                  <a:lnTo>
                    <a:pt x="35" y="371"/>
                  </a:lnTo>
                  <a:lnTo>
                    <a:pt x="35" y="374"/>
                  </a:lnTo>
                  <a:lnTo>
                    <a:pt x="35" y="374"/>
                  </a:lnTo>
                  <a:lnTo>
                    <a:pt x="35" y="375"/>
                  </a:lnTo>
                  <a:lnTo>
                    <a:pt x="35" y="375"/>
                  </a:lnTo>
                  <a:lnTo>
                    <a:pt x="35" y="376"/>
                  </a:lnTo>
                  <a:lnTo>
                    <a:pt x="35" y="376"/>
                  </a:lnTo>
                  <a:lnTo>
                    <a:pt x="35" y="378"/>
                  </a:lnTo>
                  <a:lnTo>
                    <a:pt x="35" y="378"/>
                  </a:lnTo>
                  <a:lnTo>
                    <a:pt x="35" y="381"/>
                  </a:lnTo>
                  <a:lnTo>
                    <a:pt x="35" y="381"/>
                  </a:lnTo>
                  <a:lnTo>
                    <a:pt x="35" y="381"/>
                  </a:lnTo>
                  <a:lnTo>
                    <a:pt x="35" y="381"/>
                  </a:lnTo>
                  <a:lnTo>
                    <a:pt x="33" y="383"/>
                  </a:lnTo>
                  <a:lnTo>
                    <a:pt x="33" y="383"/>
                  </a:lnTo>
                  <a:lnTo>
                    <a:pt x="32" y="383"/>
                  </a:lnTo>
                  <a:lnTo>
                    <a:pt x="32" y="383"/>
                  </a:lnTo>
                  <a:lnTo>
                    <a:pt x="30" y="383"/>
                  </a:lnTo>
                  <a:lnTo>
                    <a:pt x="30" y="383"/>
                  </a:lnTo>
                  <a:lnTo>
                    <a:pt x="29" y="383"/>
                  </a:lnTo>
                  <a:lnTo>
                    <a:pt x="29" y="383"/>
                  </a:lnTo>
                  <a:lnTo>
                    <a:pt x="27" y="385"/>
                  </a:lnTo>
                  <a:lnTo>
                    <a:pt x="27" y="385"/>
                  </a:lnTo>
                  <a:lnTo>
                    <a:pt x="26" y="385"/>
                  </a:lnTo>
                  <a:lnTo>
                    <a:pt x="26" y="385"/>
                  </a:lnTo>
                  <a:lnTo>
                    <a:pt x="24" y="385"/>
                  </a:lnTo>
                  <a:lnTo>
                    <a:pt x="24" y="385"/>
                  </a:lnTo>
                  <a:lnTo>
                    <a:pt x="24" y="385"/>
                  </a:lnTo>
                  <a:lnTo>
                    <a:pt x="24" y="385"/>
                  </a:lnTo>
                  <a:lnTo>
                    <a:pt x="23" y="386"/>
                  </a:lnTo>
                  <a:lnTo>
                    <a:pt x="23" y="386"/>
                  </a:lnTo>
                  <a:lnTo>
                    <a:pt x="23" y="386"/>
                  </a:lnTo>
                  <a:lnTo>
                    <a:pt x="23" y="386"/>
                  </a:lnTo>
                  <a:lnTo>
                    <a:pt x="23" y="387"/>
                  </a:lnTo>
                  <a:lnTo>
                    <a:pt x="23" y="387"/>
                  </a:lnTo>
                  <a:lnTo>
                    <a:pt x="23" y="387"/>
                  </a:lnTo>
                  <a:lnTo>
                    <a:pt x="23" y="387"/>
                  </a:lnTo>
                  <a:lnTo>
                    <a:pt x="23" y="389"/>
                  </a:lnTo>
                  <a:lnTo>
                    <a:pt x="23" y="389"/>
                  </a:lnTo>
                  <a:lnTo>
                    <a:pt x="23" y="389"/>
                  </a:lnTo>
                  <a:lnTo>
                    <a:pt x="23" y="389"/>
                  </a:lnTo>
                  <a:lnTo>
                    <a:pt x="23" y="389"/>
                  </a:lnTo>
                  <a:lnTo>
                    <a:pt x="23" y="389"/>
                  </a:lnTo>
                  <a:lnTo>
                    <a:pt x="23" y="389"/>
                  </a:lnTo>
                  <a:lnTo>
                    <a:pt x="23" y="389"/>
                  </a:lnTo>
                  <a:lnTo>
                    <a:pt x="23" y="391"/>
                  </a:lnTo>
                  <a:lnTo>
                    <a:pt x="23" y="392"/>
                  </a:lnTo>
                  <a:lnTo>
                    <a:pt x="23" y="394"/>
                  </a:lnTo>
                  <a:lnTo>
                    <a:pt x="24" y="394"/>
                  </a:lnTo>
                  <a:lnTo>
                    <a:pt x="24" y="396"/>
                  </a:lnTo>
                  <a:lnTo>
                    <a:pt x="24" y="397"/>
                  </a:lnTo>
                  <a:lnTo>
                    <a:pt x="24" y="398"/>
                  </a:lnTo>
                  <a:lnTo>
                    <a:pt x="26" y="398"/>
                  </a:lnTo>
                  <a:lnTo>
                    <a:pt x="26" y="400"/>
                  </a:lnTo>
                  <a:lnTo>
                    <a:pt x="26" y="403"/>
                  </a:lnTo>
                  <a:lnTo>
                    <a:pt x="26" y="404"/>
                  </a:lnTo>
                  <a:lnTo>
                    <a:pt x="28" y="404"/>
                  </a:lnTo>
                  <a:lnTo>
                    <a:pt x="28" y="406"/>
                  </a:lnTo>
                  <a:lnTo>
                    <a:pt x="29" y="406"/>
                  </a:lnTo>
                  <a:lnTo>
                    <a:pt x="29" y="408"/>
                  </a:lnTo>
                  <a:lnTo>
                    <a:pt x="32" y="408"/>
                  </a:lnTo>
                  <a:lnTo>
                    <a:pt x="32" y="410"/>
                  </a:lnTo>
                  <a:lnTo>
                    <a:pt x="32" y="410"/>
                  </a:lnTo>
                  <a:lnTo>
                    <a:pt x="32" y="410"/>
                  </a:lnTo>
                  <a:lnTo>
                    <a:pt x="32" y="410"/>
                  </a:lnTo>
                  <a:lnTo>
                    <a:pt x="32" y="412"/>
                  </a:lnTo>
                  <a:lnTo>
                    <a:pt x="32" y="412"/>
                  </a:lnTo>
                  <a:lnTo>
                    <a:pt x="32" y="412"/>
                  </a:lnTo>
                  <a:lnTo>
                    <a:pt x="32" y="412"/>
                  </a:lnTo>
                  <a:lnTo>
                    <a:pt x="32" y="413"/>
                  </a:lnTo>
                  <a:lnTo>
                    <a:pt x="32" y="413"/>
                  </a:lnTo>
                  <a:lnTo>
                    <a:pt x="32" y="413"/>
                  </a:lnTo>
                  <a:lnTo>
                    <a:pt x="32" y="413"/>
                  </a:lnTo>
                  <a:lnTo>
                    <a:pt x="32" y="415"/>
                  </a:lnTo>
                  <a:lnTo>
                    <a:pt x="32" y="415"/>
                  </a:lnTo>
                  <a:lnTo>
                    <a:pt x="32" y="415"/>
                  </a:lnTo>
                  <a:lnTo>
                    <a:pt x="32" y="415"/>
                  </a:lnTo>
                  <a:lnTo>
                    <a:pt x="30" y="416"/>
                  </a:lnTo>
                  <a:lnTo>
                    <a:pt x="30" y="416"/>
                  </a:lnTo>
                  <a:lnTo>
                    <a:pt x="30" y="416"/>
                  </a:lnTo>
                  <a:lnTo>
                    <a:pt x="30" y="416"/>
                  </a:lnTo>
                  <a:lnTo>
                    <a:pt x="30" y="416"/>
                  </a:lnTo>
                  <a:lnTo>
                    <a:pt x="30" y="416"/>
                  </a:lnTo>
                  <a:lnTo>
                    <a:pt x="30" y="416"/>
                  </a:lnTo>
                  <a:lnTo>
                    <a:pt x="30" y="416"/>
                  </a:lnTo>
                  <a:lnTo>
                    <a:pt x="29" y="417"/>
                  </a:lnTo>
                  <a:lnTo>
                    <a:pt x="29" y="417"/>
                  </a:lnTo>
                  <a:lnTo>
                    <a:pt x="29" y="417"/>
                  </a:lnTo>
                  <a:lnTo>
                    <a:pt x="29" y="417"/>
                  </a:lnTo>
                  <a:lnTo>
                    <a:pt x="29" y="417"/>
                  </a:lnTo>
                  <a:lnTo>
                    <a:pt x="29" y="417"/>
                  </a:lnTo>
                  <a:lnTo>
                    <a:pt x="29" y="417"/>
                  </a:lnTo>
                  <a:lnTo>
                    <a:pt x="29" y="417"/>
                  </a:lnTo>
                  <a:lnTo>
                    <a:pt x="29" y="419"/>
                  </a:lnTo>
                  <a:lnTo>
                    <a:pt x="29" y="419"/>
                  </a:lnTo>
                  <a:lnTo>
                    <a:pt x="29" y="419"/>
                  </a:lnTo>
                  <a:lnTo>
                    <a:pt x="29" y="419"/>
                  </a:lnTo>
                  <a:lnTo>
                    <a:pt x="29" y="421"/>
                  </a:lnTo>
                  <a:lnTo>
                    <a:pt x="29" y="421"/>
                  </a:lnTo>
                  <a:lnTo>
                    <a:pt x="29" y="421"/>
                  </a:lnTo>
                  <a:lnTo>
                    <a:pt x="29" y="421"/>
                  </a:lnTo>
                  <a:lnTo>
                    <a:pt x="29" y="423"/>
                  </a:lnTo>
                  <a:lnTo>
                    <a:pt x="29" y="423"/>
                  </a:lnTo>
                  <a:lnTo>
                    <a:pt x="29" y="425"/>
                  </a:lnTo>
                  <a:lnTo>
                    <a:pt x="29" y="425"/>
                  </a:lnTo>
                  <a:lnTo>
                    <a:pt x="29" y="426"/>
                  </a:lnTo>
                  <a:lnTo>
                    <a:pt x="29" y="426"/>
                  </a:lnTo>
                  <a:lnTo>
                    <a:pt x="29" y="426"/>
                  </a:lnTo>
                  <a:lnTo>
                    <a:pt x="29" y="426"/>
                  </a:lnTo>
                  <a:lnTo>
                    <a:pt x="28" y="428"/>
                  </a:lnTo>
                  <a:lnTo>
                    <a:pt x="28" y="428"/>
                  </a:lnTo>
                  <a:lnTo>
                    <a:pt x="27" y="428"/>
                  </a:lnTo>
                  <a:lnTo>
                    <a:pt x="27" y="428"/>
                  </a:lnTo>
                  <a:lnTo>
                    <a:pt x="26" y="430"/>
                  </a:lnTo>
                  <a:lnTo>
                    <a:pt x="26" y="430"/>
                  </a:lnTo>
                  <a:lnTo>
                    <a:pt x="26" y="430"/>
                  </a:lnTo>
                  <a:lnTo>
                    <a:pt x="26" y="430"/>
                  </a:lnTo>
                  <a:lnTo>
                    <a:pt x="24" y="432"/>
                  </a:lnTo>
                  <a:lnTo>
                    <a:pt x="24" y="432"/>
                  </a:lnTo>
                  <a:lnTo>
                    <a:pt x="24" y="432"/>
                  </a:lnTo>
                  <a:lnTo>
                    <a:pt x="24" y="432"/>
                  </a:lnTo>
                  <a:lnTo>
                    <a:pt x="23" y="433"/>
                  </a:lnTo>
                  <a:lnTo>
                    <a:pt x="23" y="433"/>
                  </a:lnTo>
                  <a:lnTo>
                    <a:pt x="23" y="433"/>
                  </a:lnTo>
                  <a:lnTo>
                    <a:pt x="23" y="433"/>
                  </a:lnTo>
                  <a:lnTo>
                    <a:pt x="22" y="434"/>
                  </a:lnTo>
                  <a:lnTo>
                    <a:pt x="22" y="434"/>
                  </a:lnTo>
                  <a:lnTo>
                    <a:pt x="22" y="434"/>
                  </a:lnTo>
                  <a:lnTo>
                    <a:pt x="22" y="434"/>
                  </a:lnTo>
                  <a:lnTo>
                    <a:pt x="20" y="434"/>
                  </a:lnTo>
                  <a:lnTo>
                    <a:pt x="20" y="434"/>
                  </a:lnTo>
                  <a:lnTo>
                    <a:pt x="20" y="434"/>
                  </a:lnTo>
                  <a:lnTo>
                    <a:pt x="20" y="434"/>
                  </a:lnTo>
                  <a:lnTo>
                    <a:pt x="18" y="434"/>
                  </a:lnTo>
                  <a:lnTo>
                    <a:pt x="18" y="434"/>
                  </a:lnTo>
                  <a:lnTo>
                    <a:pt x="18" y="434"/>
                  </a:lnTo>
                  <a:lnTo>
                    <a:pt x="18" y="434"/>
                  </a:lnTo>
                  <a:lnTo>
                    <a:pt x="18" y="434"/>
                  </a:lnTo>
                  <a:lnTo>
                    <a:pt x="18" y="434"/>
                  </a:lnTo>
                  <a:lnTo>
                    <a:pt x="18" y="434"/>
                  </a:lnTo>
                  <a:lnTo>
                    <a:pt x="18" y="433"/>
                  </a:lnTo>
                  <a:lnTo>
                    <a:pt x="17" y="434"/>
                  </a:lnTo>
                  <a:lnTo>
                    <a:pt x="17" y="434"/>
                  </a:lnTo>
                  <a:lnTo>
                    <a:pt x="17" y="434"/>
                  </a:lnTo>
                  <a:lnTo>
                    <a:pt x="17" y="434"/>
                  </a:lnTo>
                  <a:lnTo>
                    <a:pt x="17" y="435"/>
                  </a:lnTo>
                  <a:lnTo>
                    <a:pt x="17" y="435"/>
                  </a:lnTo>
                  <a:lnTo>
                    <a:pt x="17" y="435"/>
                  </a:lnTo>
                  <a:lnTo>
                    <a:pt x="17" y="435"/>
                  </a:lnTo>
                  <a:lnTo>
                    <a:pt x="17" y="437"/>
                  </a:lnTo>
                  <a:lnTo>
                    <a:pt x="17" y="437"/>
                  </a:lnTo>
                  <a:lnTo>
                    <a:pt x="17" y="437"/>
                  </a:lnTo>
                  <a:lnTo>
                    <a:pt x="17" y="437"/>
                  </a:lnTo>
                  <a:lnTo>
                    <a:pt x="17" y="439"/>
                  </a:lnTo>
                  <a:lnTo>
                    <a:pt x="17" y="439"/>
                  </a:lnTo>
                  <a:lnTo>
                    <a:pt x="17" y="439"/>
                  </a:lnTo>
                  <a:lnTo>
                    <a:pt x="17" y="439"/>
                  </a:lnTo>
                  <a:lnTo>
                    <a:pt x="17" y="441"/>
                  </a:lnTo>
                  <a:lnTo>
                    <a:pt x="17" y="441"/>
                  </a:lnTo>
                  <a:lnTo>
                    <a:pt x="17" y="441"/>
                  </a:lnTo>
                  <a:lnTo>
                    <a:pt x="17" y="441"/>
                  </a:lnTo>
                  <a:lnTo>
                    <a:pt x="17" y="441"/>
                  </a:lnTo>
                  <a:lnTo>
                    <a:pt x="17" y="441"/>
                  </a:lnTo>
                  <a:lnTo>
                    <a:pt x="17" y="441"/>
                  </a:lnTo>
                  <a:lnTo>
                    <a:pt x="17" y="441"/>
                  </a:lnTo>
                  <a:lnTo>
                    <a:pt x="17" y="442"/>
                  </a:lnTo>
                  <a:lnTo>
                    <a:pt x="17" y="442"/>
                  </a:lnTo>
                  <a:lnTo>
                    <a:pt x="17" y="442"/>
                  </a:lnTo>
                  <a:lnTo>
                    <a:pt x="17" y="442"/>
                  </a:lnTo>
                  <a:lnTo>
                    <a:pt x="17" y="442"/>
                  </a:lnTo>
                  <a:lnTo>
                    <a:pt x="17" y="442"/>
                  </a:lnTo>
                  <a:lnTo>
                    <a:pt x="17" y="442"/>
                  </a:lnTo>
                  <a:lnTo>
                    <a:pt x="18" y="442"/>
                  </a:lnTo>
                  <a:lnTo>
                    <a:pt x="17" y="444"/>
                  </a:lnTo>
                  <a:lnTo>
                    <a:pt x="17" y="444"/>
                  </a:lnTo>
                  <a:lnTo>
                    <a:pt x="17" y="444"/>
                  </a:lnTo>
                  <a:lnTo>
                    <a:pt x="17" y="444"/>
                  </a:lnTo>
                  <a:lnTo>
                    <a:pt x="16" y="446"/>
                  </a:lnTo>
                  <a:lnTo>
                    <a:pt x="16" y="446"/>
                  </a:lnTo>
                  <a:lnTo>
                    <a:pt x="16" y="446"/>
                  </a:lnTo>
                  <a:lnTo>
                    <a:pt x="16" y="446"/>
                  </a:lnTo>
                  <a:lnTo>
                    <a:pt x="15" y="447"/>
                  </a:lnTo>
                  <a:lnTo>
                    <a:pt x="15" y="447"/>
                  </a:lnTo>
                  <a:lnTo>
                    <a:pt x="15" y="447"/>
                  </a:lnTo>
                  <a:lnTo>
                    <a:pt x="15" y="447"/>
                  </a:lnTo>
                  <a:lnTo>
                    <a:pt x="15" y="447"/>
                  </a:lnTo>
                  <a:lnTo>
                    <a:pt x="15" y="447"/>
                  </a:lnTo>
                  <a:lnTo>
                    <a:pt x="15" y="447"/>
                  </a:lnTo>
                  <a:lnTo>
                    <a:pt x="15" y="447"/>
                  </a:lnTo>
                  <a:lnTo>
                    <a:pt x="13" y="449"/>
                  </a:lnTo>
                  <a:lnTo>
                    <a:pt x="13" y="449"/>
                  </a:lnTo>
                  <a:lnTo>
                    <a:pt x="13" y="451"/>
                  </a:lnTo>
                  <a:lnTo>
                    <a:pt x="13" y="451"/>
                  </a:lnTo>
                  <a:lnTo>
                    <a:pt x="13" y="453"/>
                  </a:lnTo>
                  <a:lnTo>
                    <a:pt x="13" y="453"/>
                  </a:lnTo>
                  <a:lnTo>
                    <a:pt x="13" y="454"/>
                  </a:lnTo>
                  <a:lnTo>
                    <a:pt x="13" y="454"/>
                  </a:lnTo>
                  <a:lnTo>
                    <a:pt x="13" y="456"/>
                  </a:lnTo>
                  <a:lnTo>
                    <a:pt x="13" y="456"/>
                  </a:lnTo>
                  <a:lnTo>
                    <a:pt x="13" y="458"/>
                  </a:lnTo>
                  <a:lnTo>
                    <a:pt x="13" y="458"/>
                  </a:lnTo>
                  <a:lnTo>
                    <a:pt x="13" y="460"/>
                  </a:lnTo>
                  <a:lnTo>
                    <a:pt x="13" y="460"/>
                  </a:lnTo>
                  <a:lnTo>
                    <a:pt x="13" y="460"/>
                  </a:lnTo>
                  <a:lnTo>
                    <a:pt x="15" y="460"/>
                  </a:lnTo>
                  <a:lnTo>
                    <a:pt x="15" y="462"/>
                  </a:lnTo>
                  <a:lnTo>
                    <a:pt x="15" y="464"/>
                  </a:lnTo>
                  <a:lnTo>
                    <a:pt x="15" y="466"/>
                  </a:lnTo>
                  <a:lnTo>
                    <a:pt x="15" y="466"/>
                  </a:lnTo>
                  <a:lnTo>
                    <a:pt x="15" y="469"/>
                  </a:lnTo>
                  <a:lnTo>
                    <a:pt x="15" y="471"/>
                  </a:lnTo>
                  <a:lnTo>
                    <a:pt x="15" y="472"/>
                  </a:lnTo>
                  <a:lnTo>
                    <a:pt x="15" y="472"/>
                  </a:lnTo>
                  <a:lnTo>
                    <a:pt x="15" y="474"/>
                  </a:lnTo>
                  <a:lnTo>
                    <a:pt x="15" y="476"/>
                  </a:lnTo>
                  <a:lnTo>
                    <a:pt x="15" y="478"/>
                  </a:lnTo>
                  <a:lnTo>
                    <a:pt x="15" y="478"/>
                  </a:lnTo>
                  <a:lnTo>
                    <a:pt x="15" y="480"/>
                  </a:lnTo>
                  <a:lnTo>
                    <a:pt x="15" y="480"/>
                  </a:lnTo>
                  <a:lnTo>
                    <a:pt x="15" y="481"/>
                  </a:lnTo>
                  <a:lnTo>
                    <a:pt x="15" y="481"/>
                  </a:lnTo>
                  <a:lnTo>
                    <a:pt x="12" y="482"/>
                  </a:lnTo>
                  <a:lnTo>
                    <a:pt x="12" y="482"/>
                  </a:lnTo>
                  <a:lnTo>
                    <a:pt x="12" y="482"/>
                  </a:lnTo>
                  <a:lnTo>
                    <a:pt x="12" y="482"/>
                  </a:lnTo>
                  <a:lnTo>
                    <a:pt x="10" y="482"/>
                  </a:lnTo>
                  <a:lnTo>
                    <a:pt x="10" y="482"/>
                  </a:lnTo>
                  <a:lnTo>
                    <a:pt x="10" y="482"/>
                  </a:lnTo>
                  <a:lnTo>
                    <a:pt x="10" y="482"/>
                  </a:lnTo>
                  <a:lnTo>
                    <a:pt x="8" y="482"/>
                  </a:lnTo>
                  <a:lnTo>
                    <a:pt x="8" y="482"/>
                  </a:lnTo>
                  <a:lnTo>
                    <a:pt x="8" y="482"/>
                  </a:lnTo>
                  <a:lnTo>
                    <a:pt x="8" y="482"/>
                  </a:lnTo>
                  <a:lnTo>
                    <a:pt x="8" y="482"/>
                  </a:lnTo>
                  <a:lnTo>
                    <a:pt x="8" y="482"/>
                  </a:lnTo>
                  <a:lnTo>
                    <a:pt x="8" y="482"/>
                  </a:lnTo>
                  <a:lnTo>
                    <a:pt x="8" y="481"/>
                  </a:lnTo>
                  <a:lnTo>
                    <a:pt x="7" y="481"/>
                  </a:lnTo>
                  <a:lnTo>
                    <a:pt x="7" y="481"/>
                  </a:lnTo>
                  <a:lnTo>
                    <a:pt x="7" y="481"/>
                  </a:lnTo>
                  <a:lnTo>
                    <a:pt x="7" y="480"/>
                  </a:lnTo>
                  <a:lnTo>
                    <a:pt x="7" y="480"/>
                  </a:lnTo>
                  <a:lnTo>
                    <a:pt x="7" y="480"/>
                  </a:lnTo>
                  <a:lnTo>
                    <a:pt x="7" y="480"/>
                  </a:lnTo>
                  <a:lnTo>
                    <a:pt x="7" y="478"/>
                  </a:lnTo>
                  <a:lnTo>
                    <a:pt x="7" y="478"/>
                  </a:lnTo>
                  <a:lnTo>
                    <a:pt x="7" y="478"/>
                  </a:lnTo>
                  <a:lnTo>
                    <a:pt x="7" y="478"/>
                  </a:lnTo>
                  <a:lnTo>
                    <a:pt x="7" y="476"/>
                  </a:lnTo>
                  <a:lnTo>
                    <a:pt x="7" y="476"/>
                  </a:lnTo>
                  <a:lnTo>
                    <a:pt x="7" y="476"/>
                  </a:lnTo>
                  <a:lnTo>
                    <a:pt x="7" y="476"/>
                  </a:lnTo>
                  <a:lnTo>
                    <a:pt x="9" y="474"/>
                  </a:lnTo>
                  <a:lnTo>
                    <a:pt x="7" y="474"/>
                  </a:lnTo>
                  <a:lnTo>
                    <a:pt x="7" y="474"/>
                  </a:lnTo>
                  <a:lnTo>
                    <a:pt x="7" y="474"/>
                  </a:lnTo>
                  <a:lnTo>
                    <a:pt x="7" y="474"/>
                  </a:lnTo>
                  <a:lnTo>
                    <a:pt x="6" y="474"/>
                  </a:lnTo>
                  <a:lnTo>
                    <a:pt x="6" y="474"/>
                  </a:lnTo>
                  <a:lnTo>
                    <a:pt x="6" y="474"/>
                  </a:lnTo>
                  <a:lnTo>
                    <a:pt x="6" y="472"/>
                  </a:lnTo>
                  <a:lnTo>
                    <a:pt x="4" y="472"/>
                  </a:lnTo>
                  <a:lnTo>
                    <a:pt x="4" y="472"/>
                  </a:lnTo>
                  <a:lnTo>
                    <a:pt x="4" y="472"/>
                  </a:lnTo>
                  <a:lnTo>
                    <a:pt x="4" y="471"/>
                  </a:lnTo>
                  <a:lnTo>
                    <a:pt x="4" y="471"/>
                  </a:lnTo>
                  <a:lnTo>
                    <a:pt x="4" y="471"/>
                  </a:lnTo>
                  <a:lnTo>
                    <a:pt x="4" y="471"/>
                  </a:lnTo>
                  <a:lnTo>
                    <a:pt x="4" y="470"/>
                  </a:lnTo>
                  <a:lnTo>
                    <a:pt x="4" y="470"/>
                  </a:lnTo>
                  <a:lnTo>
                    <a:pt x="2" y="471"/>
                  </a:lnTo>
                  <a:lnTo>
                    <a:pt x="2" y="471"/>
                  </a:lnTo>
                  <a:lnTo>
                    <a:pt x="2" y="471"/>
                  </a:lnTo>
                  <a:lnTo>
                    <a:pt x="2" y="471"/>
                  </a:lnTo>
                  <a:lnTo>
                    <a:pt x="1" y="473"/>
                  </a:lnTo>
                  <a:lnTo>
                    <a:pt x="1" y="473"/>
                  </a:lnTo>
                  <a:lnTo>
                    <a:pt x="1" y="473"/>
                  </a:lnTo>
                  <a:lnTo>
                    <a:pt x="1" y="473"/>
                  </a:lnTo>
                  <a:lnTo>
                    <a:pt x="0" y="475"/>
                  </a:lnTo>
                  <a:lnTo>
                    <a:pt x="0" y="475"/>
                  </a:lnTo>
                  <a:lnTo>
                    <a:pt x="0" y="475"/>
                  </a:lnTo>
                  <a:lnTo>
                    <a:pt x="0" y="475"/>
                  </a:lnTo>
                  <a:lnTo>
                    <a:pt x="0" y="476"/>
                  </a:lnTo>
                  <a:lnTo>
                    <a:pt x="0" y="476"/>
                  </a:lnTo>
                  <a:lnTo>
                    <a:pt x="0" y="476"/>
                  </a:lnTo>
                  <a:lnTo>
                    <a:pt x="0" y="476"/>
                  </a:lnTo>
                  <a:lnTo>
                    <a:pt x="0" y="478"/>
                  </a:lnTo>
                  <a:lnTo>
                    <a:pt x="0" y="478"/>
                  </a:lnTo>
                  <a:lnTo>
                    <a:pt x="0" y="478"/>
                  </a:lnTo>
                  <a:lnTo>
                    <a:pt x="0" y="478"/>
                  </a:lnTo>
                  <a:lnTo>
                    <a:pt x="0" y="478"/>
                  </a:lnTo>
                  <a:lnTo>
                    <a:pt x="0" y="478"/>
                  </a:lnTo>
                  <a:lnTo>
                    <a:pt x="0" y="478"/>
                  </a:lnTo>
                  <a:lnTo>
                    <a:pt x="2" y="478"/>
                  </a:lnTo>
                  <a:lnTo>
                    <a:pt x="2" y="478"/>
                  </a:lnTo>
                  <a:lnTo>
                    <a:pt x="2" y="478"/>
                  </a:lnTo>
                  <a:lnTo>
                    <a:pt x="2" y="478"/>
                  </a:lnTo>
                  <a:lnTo>
                    <a:pt x="2" y="478"/>
                  </a:lnTo>
                  <a:lnTo>
                    <a:pt x="2" y="478"/>
                  </a:lnTo>
                  <a:lnTo>
                    <a:pt x="2" y="478"/>
                  </a:lnTo>
                  <a:lnTo>
                    <a:pt x="2" y="478"/>
                  </a:lnTo>
                  <a:lnTo>
                    <a:pt x="4" y="478"/>
                  </a:lnTo>
                  <a:lnTo>
                    <a:pt x="4" y="480"/>
                  </a:lnTo>
                  <a:lnTo>
                    <a:pt x="4" y="480"/>
                  </a:lnTo>
                  <a:lnTo>
                    <a:pt x="4" y="480"/>
                  </a:lnTo>
                  <a:lnTo>
                    <a:pt x="4" y="480"/>
                  </a:lnTo>
                  <a:lnTo>
                    <a:pt x="4" y="482"/>
                  </a:lnTo>
                  <a:lnTo>
                    <a:pt x="4" y="482"/>
                  </a:lnTo>
                  <a:lnTo>
                    <a:pt x="4" y="482"/>
                  </a:lnTo>
                  <a:lnTo>
                    <a:pt x="4" y="482"/>
                  </a:lnTo>
                  <a:lnTo>
                    <a:pt x="4" y="484"/>
                  </a:lnTo>
                  <a:lnTo>
                    <a:pt x="4" y="484"/>
                  </a:lnTo>
                  <a:lnTo>
                    <a:pt x="4" y="484"/>
                  </a:lnTo>
                  <a:lnTo>
                    <a:pt x="4" y="484"/>
                  </a:lnTo>
                  <a:lnTo>
                    <a:pt x="4" y="485"/>
                  </a:lnTo>
                  <a:lnTo>
                    <a:pt x="4" y="485"/>
                  </a:lnTo>
                  <a:lnTo>
                    <a:pt x="4" y="485"/>
                  </a:lnTo>
                  <a:lnTo>
                    <a:pt x="4" y="485"/>
                  </a:lnTo>
                  <a:lnTo>
                    <a:pt x="4" y="487"/>
                  </a:lnTo>
                  <a:lnTo>
                    <a:pt x="4" y="487"/>
                  </a:lnTo>
                  <a:lnTo>
                    <a:pt x="4" y="489"/>
                  </a:lnTo>
                  <a:lnTo>
                    <a:pt x="4" y="489"/>
                  </a:lnTo>
                  <a:lnTo>
                    <a:pt x="4" y="491"/>
                  </a:lnTo>
                  <a:lnTo>
                    <a:pt x="4" y="493"/>
                  </a:lnTo>
                  <a:lnTo>
                    <a:pt x="4" y="494"/>
                  </a:lnTo>
                  <a:lnTo>
                    <a:pt x="4" y="494"/>
                  </a:lnTo>
                  <a:lnTo>
                    <a:pt x="4" y="496"/>
                  </a:lnTo>
                  <a:lnTo>
                    <a:pt x="4" y="498"/>
                  </a:lnTo>
                  <a:lnTo>
                    <a:pt x="4" y="500"/>
                  </a:lnTo>
                  <a:lnTo>
                    <a:pt x="4" y="500"/>
                  </a:lnTo>
                  <a:lnTo>
                    <a:pt x="4" y="502"/>
                  </a:lnTo>
                  <a:lnTo>
                    <a:pt x="4" y="502"/>
                  </a:lnTo>
                  <a:lnTo>
                    <a:pt x="4" y="503"/>
                  </a:lnTo>
                  <a:lnTo>
                    <a:pt x="5" y="503"/>
                  </a:lnTo>
                  <a:lnTo>
                    <a:pt x="5" y="503"/>
                  </a:lnTo>
                  <a:lnTo>
                    <a:pt x="5" y="503"/>
                  </a:lnTo>
                  <a:lnTo>
                    <a:pt x="5" y="503"/>
                  </a:lnTo>
                  <a:lnTo>
                    <a:pt x="5" y="503"/>
                  </a:lnTo>
                  <a:lnTo>
                    <a:pt x="5" y="503"/>
                  </a:lnTo>
                  <a:lnTo>
                    <a:pt x="5" y="503"/>
                  </a:lnTo>
                  <a:lnTo>
                    <a:pt x="5" y="503"/>
                  </a:lnTo>
                  <a:lnTo>
                    <a:pt x="7" y="503"/>
                  </a:lnTo>
                  <a:lnTo>
                    <a:pt x="7" y="503"/>
                  </a:lnTo>
                  <a:lnTo>
                    <a:pt x="7" y="503"/>
                  </a:lnTo>
                  <a:lnTo>
                    <a:pt x="7" y="503"/>
                  </a:lnTo>
                  <a:lnTo>
                    <a:pt x="7" y="503"/>
                  </a:lnTo>
                  <a:lnTo>
                    <a:pt x="7" y="503"/>
                  </a:lnTo>
                  <a:lnTo>
                    <a:pt x="7" y="503"/>
                  </a:lnTo>
                  <a:lnTo>
                    <a:pt x="7" y="503"/>
                  </a:lnTo>
                  <a:lnTo>
                    <a:pt x="8" y="503"/>
                  </a:lnTo>
                  <a:lnTo>
                    <a:pt x="8" y="503"/>
                  </a:lnTo>
                  <a:lnTo>
                    <a:pt x="8" y="503"/>
                  </a:lnTo>
                  <a:lnTo>
                    <a:pt x="8" y="503"/>
                  </a:lnTo>
                  <a:lnTo>
                    <a:pt x="8" y="503"/>
                  </a:lnTo>
                  <a:lnTo>
                    <a:pt x="8" y="503"/>
                  </a:lnTo>
                  <a:lnTo>
                    <a:pt x="8" y="503"/>
                  </a:lnTo>
                  <a:lnTo>
                    <a:pt x="8" y="503"/>
                  </a:lnTo>
                  <a:lnTo>
                    <a:pt x="10" y="502"/>
                  </a:lnTo>
                  <a:lnTo>
                    <a:pt x="10" y="502"/>
                  </a:lnTo>
                  <a:lnTo>
                    <a:pt x="10" y="502"/>
                  </a:lnTo>
                  <a:lnTo>
                    <a:pt x="10" y="502"/>
                  </a:lnTo>
                  <a:lnTo>
                    <a:pt x="10" y="502"/>
                  </a:lnTo>
                  <a:lnTo>
                    <a:pt x="10" y="502"/>
                  </a:lnTo>
                  <a:lnTo>
                    <a:pt x="10" y="502"/>
                  </a:lnTo>
                  <a:lnTo>
                    <a:pt x="10" y="502"/>
                  </a:lnTo>
                  <a:lnTo>
                    <a:pt x="11" y="501"/>
                  </a:lnTo>
                  <a:lnTo>
                    <a:pt x="11" y="501"/>
                  </a:lnTo>
                  <a:lnTo>
                    <a:pt x="11" y="501"/>
                  </a:lnTo>
                  <a:lnTo>
                    <a:pt x="11" y="501"/>
                  </a:lnTo>
                  <a:lnTo>
                    <a:pt x="11" y="501"/>
                  </a:lnTo>
                  <a:lnTo>
                    <a:pt x="11" y="501"/>
                  </a:lnTo>
                  <a:lnTo>
                    <a:pt x="11" y="501"/>
                  </a:lnTo>
                  <a:lnTo>
                    <a:pt x="11" y="501"/>
                  </a:lnTo>
                  <a:lnTo>
                    <a:pt x="12" y="501"/>
                  </a:lnTo>
                  <a:lnTo>
                    <a:pt x="12" y="501"/>
                  </a:lnTo>
                  <a:lnTo>
                    <a:pt x="12" y="501"/>
                  </a:lnTo>
                  <a:lnTo>
                    <a:pt x="12" y="501"/>
                  </a:lnTo>
                  <a:lnTo>
                    <a:pt x="13" y="501"/>
                  </a:lnTo>
                  <a:lnTo>
                    <a:pt x="13" y="501"/>
                  </a:lnTo>
                  <a:lnTo>
                    <a:pt x="13" y="501"/>
                  </a:lnTo>
                  <a:lnTo>
                    <a:pt x="13" y="501"/>
                  </a:lnTo>
                  <a:lnTo>
                    <a:pt x="15" y="501"/>
                  </a:lnTo>
                  <a:lnTo>
                    <a:pt x="15" y="503"/>
                  </a:lnTo>
                  <a:lnTo>
                    <a:pt x="15" y="503"/>
                  </a:lnTo>
                  <a:lnTo>
                    <a:pt x="15" y="503"/>
                  </a:lnTo>
                  <a:lnTo>
                    <a:pt x="15" y="503"/>
                  </a:lnTo>
                  <a:lnTo>
                    <a:pt x="15" y="503"/>
                  </a:lnTo>
                  <a:lnTo>
                    <a:pt x="15" y="503"/>
                  </a:lnTo>
                  <a:lnTo>
                    <a:pt x="15" y="503"/>
                  </a:lnTo>
                  <a:lnTo>
                    <a:pt x="15" y="503"/>
                  </a:lnTo>
                  <a:lnTo>
                    <a:pt x="15" y="504"/>
                  </a:lnTo>
                  <a:lnTo>
                    <a:pt x="15" y="504"/>
                  </a:lnTo>
                  <a:lnTo>
                    <a:pt x="15" y="504"/>
                  </a:lnTo>
                  <a:lnTo>
                    <a:pt x="15" y="504"/>
                  </a:lnTo>
                  <a:lnTo>
                    <a:pt x="15" y="504"/>
                  </a:lnTo>
                  <a:lnTo>
                    <a:pt x="15" y="504"/>
                  </a:lnTo>
                  <a:lnTo>
                    <a:pt x="15" y="504"/>
                  </a:lnTo>
                  <a:lnTo>
                    <a:pt x="15" y="504"/>
                  </a:lnTo>
                  <a:lnTo>
                    <a:pt x="15" y="505"/>
                  </a:lnTo>
                  <a:lnTo>
                    <a:pt x="15" y="505"/>
                  </a:lnTo>
                  <a:lnTo>
                    <a:pt x="15" y="505"/>
                  </a:lnTo>
                  <a:lnTo>
                    <a:pt x="15" y="505"/>
                  </a:lnTo>
                  <a:lnTo>
                    <a:pt x="15" y="506"/>
                  </a:lnTo>
                  <a:lnTo>
                    <a:pt x="15" y="506"/>
                  </a:lnTo>
                  <a:lnTo>
                    <a:pt x="15" y="506"/>
                  </a:lnTo>
                  <a:lnTo>
                    <a:pt x="16" y="506"/>
                  </a:lnTo>
                  <a:lnTo>
                    <a:pt x="16" y="507"/>
                  </a:lnTo>
                  <a:lnTo>
                    <a:pt x="16" y="507"/>
                  </a:lnTo>
                  <a:lnTo>
                    <a:pt x="16" y="507"/>
                  </a:lnTo>
                  <a:lnTo>
                    <a:pt x="17" y="507"/>
                  </a:lnTo>
                  <a:lnTo>
                    <a:pt x="17" y="507"/>
                  </a:lnTo>
                  <a:lnTo>
                    <a:pt x="17" y="507"/>
                  </a:lnTo>
                  <a:lnTo>
                    <a:pt x="17" y="507"/>
                  </a:lnTo>
                  <a:lnTo>
                    <a:pt x="18" y="507"/>
                  </a:lnTo>
                  <a:lnTo>
                    <a:pt x="17" y="507"/>
                  </a:lnTo>
                  <a:lnTo>
                    <a:pt x="17" y="507"/>
                  </a:lnTo>
                  <a:lnTo>
                    <a:pt x="17" y="507"/>
                  </a:lnTo>
                  <a:lnTo>
                    <a:pt x="17" y="507"/>
                  </a:lnTo>
                  <a:lnTo>
                    <a:pt x="17" y="507"/>
                  </a:lnTo>
                  <a:lnTo>
                    <a:pt x="17" y="507"/>
                  </a:lnTo>
                  <a:lnTo>
                    <a:pt x="17" y="507"/>
                  </a:lnTo>
                  <a:lnTo>
                    <a:pt x="17" y="507"/>
                  </a:lnTo>
                  <a:lnTo>
                    <a:pt x="17" y="507"/>
                  </a:lnTo>
                  <a:lnTo>
                    <a:pt x="17" y="507"/>
                  </a:lnTo>
                  <a:lnTo>
                    <a:pt x="17" y="507"/>
                  </a:lnTo>
                  <a:lnTo>
                    <a:pt x="17" y="507"/>
                  </a:lnTo>
                  <a:lnTo>
                    <a:pt x="17" y="507"/>
                  </a:lnTo>
                  <a:lnTo>
                    <a:pt x="17" y="507"/>
                  </a:lnTo>
                  <a:lnTo>
                    <a:pt x="17" y="507"/>
                  </a:lnTo>
                  <a:lnTo>
                    <a:pt x="17" y="507"/>
                  </a:lnTo>
                  <a:lnTo>
                    <a:pt x="16" y="509"/>
                  </a:lnTo>
                  <a:lnTo>
                    <a:pt x="16" y="509"/>
                  </a:lnTo>
                  <a:lnTo>
                    <a:pt x="16" y="509"/>
                  </a:lnTo>
                  <a:lnTo>
                    <a:pt x="16" y="509"/>
                  </a:lnTo>
                  <a:lnTo>
                    <a:pt x="14" y="510"/>
                  </a:lnTo>
                  <a:lnTo>
                    <a:pt x="14" y="510"/>
                  </a:lnTo>
                  <a:lnTo>
                    <a:pt x="14" y="510"/>
                  </a:lnTo>
                  <a:lnTo>
                    <a:pt x="14" y="510"/>
                  </a:lnTo>
                  <a:lnTo>
                    <a:pt x="12" y="513"/>
                  </a:lnTo>
                  <a:lnTo>
                    <a:pt x="12" y="513"/>
                  </a:lnTo>
                  <a:lnTo>
                    <a:pt x="11" y="513"/>
                  </a:lnTo>
                  <a:lnTo>
                    <a:pt x="11" y="513"/>
                  </a:lnTo>
                  <a:lnTo>
                    <a:pt x="11" y="515"/>
                  </a:lnTo>
                  <a:lnTo>
                    <a:pt x="11" y="515"/>
                  </a:lnTo>
                  <a:lnTo>
                    <a:pt x="11" y="515"/>
                  </a:lnTo>
                  <a:lnTo>
                    <a:pt x="11" y="515"/>
                  </a:lnTo>
                  <a:lnTo>
                    <a:pt x="11" y="516"/>
                  </a:lnTo>
                  <a:lnTo>
                    <a:pt x="11" y="516"/>
                  </a:lnTo>
                  <a:lnTo>
                    <a:pt x="11" y="516"/>
                  </a:lnTo>
                  <a:lnTo>
                    <a:pt x="12" y="516"/>
                  </a:lnTo>
                  <a:lnTo>
                    <a:pt x="12" y="516"/>
                  </a:lnTo>
                  <a:lnTo>
                    <a:pt x="12" y="516"/>
                  </a:lnTo>
                  <a:lnTo>
                    <a:pt x="12" y="516"/>
                  </a:lnTo>
                  <a:lnTo>
                    <a:pt x="14" y="516"/>
                  </a:lnTo>
                  <a:lnTo>
                    <a:pt x="14" y="518"/>
                  </a:lnTo>
                  <a:lnTo>
                    <a:pt x="14" y="518"/>
                  </a:lnTo>
                  <a:lnTo>
                    <a:pt x="14" y="518"/>
                  </a:lnTo>
                  <a:lnTo>
                    <a:pt x="16" y="518"/>
                  </a:lnTo>
                  <a:lnTo>
                    <a:pt x="16" y="518"/>
                  </a:lnTo>
                  <a:lnTo>
                    <a:pt x="17" y="518"/>
                  </a:lnTo>
                  <a:lnTo>
                    <a:pt x="17" y="518"/>
                  </a:lnTo>
                  <a:lnTo>
                    <a:pt x="18" y="518"/>
                  </a:lnTo>
                  <a:lnTo>
                    <a:pt x="17" y="520"/>
                  </a:lnTo>
                  <a:lnTo>
                    <a:pt x="17" y="520"/>
                  </a:lnTo>
                  <a:lnTo>
                    <a:pt x="17" y="520"/>
                  </a:lnTo>
                  <a:lnTo>
                    <a:pt x="17" y="520"/>
                  </a:lnTo>
                  <a:lnTo>
                    <a:pt x="17" y="522"/>
                  </a:lnTo>
                  <a:lnTo>
                    <a:pt x="17" y="522"/>
                  </a:lnTo>
                  <a:lnTo>
                    <a:pt x="17" y="522"/>
                  </a:lnTo>
                  <a:lnTo>
                    <a:pt x="17" y="522"/>
                  </a:lnTo>
                  <a:lnTo>
                    <a:pt x="17" y="524"/>
                  </a:lnTo>
                  <a:lnTo>
                    <a:pt x="17" y="524"/>
                  </a:lnTo>
                  <a:lnTo>
                    <a:pt x="17" y="524"/>
                  </a:lnTo>
                  <a:lnTo>
                    <a:pt x="17" y="524"/>
                  </a:lnTo>
                  <a:lnTo>
                    <a:pt x="17" y="524"/>
                  </a:lnTo>
                  <a:lnTo>
                    <a:pt x="17" y="524"/>
                  </a:lnTo>
                  <a:lnTo>
                    <a:pt x="17" y="524"/>
                  </a:lnTo>
                  <a:lnTo>
                    <a:pt x="17" y="524"/>
                  </a:lnTo>
                  <a:lnTo>
                    <a:pt x="17" y="525"/>
                  </a:lnTo>
                  <a:lnTo>
                    <a:pt x="17" y="525"/>
                  </a:lnTo>
                  <a:lnTo>
                    <a:pt x="17" y="525"/>
                  </a:lnTo>
                  <a:lnTo>
                    <a:pt x="17" y="525"/>
                  </a:lnTo>
                  <a:lnTo>
                    <a:pt x="17" y="527"/>
                  </a:lnTo>
                  <a:lnTo>
                    <a:pt x="17" y="527"/>
                  </a:lnTo>
                  <a:lnTo>
                    <a:pt x="17" y="527"/>
                  </a:lnTo>
                  <a:lnTo>
                    <a:pt x="17" y="527"/>
                  </a:lnTo>
                  <a:lnTo>
                    <a:pt x="17" y="528"/>
                  </a:lnTo>
                  <a:lnTo>
                    <a:pt x="17" y="528"/>
                  </a:lnTo>
                  <a:lnTo>
                    <a:pt x="17" y="528"/>
                  </a:lnTo>
                  <a:lnTo>
                    <a:pt x="17" y="528"/>
                  </a:lnTo>
                  <a:lnTo>
                    <a:pt x="17" y="528"/>
                  </a:lnTo>
                  <a:lnTo>
                    <a:pt x="17" y="528"/>
                  </a:lnTo>
                  <a:lnTo>
                    <a:pt x="17" y="528"/>
                  </a:lnTo>
                  <a:lnTo>
                    <a:pt x="17" y="528"/>
                  </a:lnTo>
                  <a:lnTo>
                    <a:pt x="17" y="530"/>
                  </a:lnTo>
                  <a:lnTo>
                    <a:pt x="17" y="530"/>
                  </a:lnTo>
                  <a:lnTo>
                    <a:pt x="17" y="531"/>
                  </a:lnTo>
                  <a:lnTo>
                    <a:pt x="17" y="531"/>
                  </a:lnTo>
                  <a:lnTo>
                    <a:pt x="17" y="533"/>
                  </a:lnTo>
                  <a:lnTo>
                    <a:pt x="17" y="533"/>
                  </a:lnTo>
                  <a:lnTo>
                    <a:pt x="17" y="533"/>
                  </a:lnTo>
                  <a:lnTo>
                    <a:pt x="19" y="533"/>
                  </a:lnTo>
                  <a:lnTo>
                    <a:pt x="19" y="535"/>
                  </a:lnTo>
                  <a:lnTo>
                    <a:pt x="19" y="535"/>
                  </a:lnTo>
                  <a:lnTo>
                    <a:pt x="19" y="536"/>
                  </a:lnTo>
                  <a:lnTo>
                    <a:pt x="19" y="536"/>
                  </a:lnTo>
                  <a:lnTo>
                    <a:pt x="19" y="537"/>
                  </a:lnTo>
                  <a:lnTo>
                    <a:pt x="19" y="537"/>
                  </a:lnTo>
                  <a:lnTo>
                    <a:pt x="19" y="537"/>
                  </a:lnTo>
                  <a:lnTo>
                    <a:pt x="21" y="537"/>
                  </a:lnTo>
                  <a:lnTo>
                    <a:pt x="20" y="539"/>
                  </a:lnTo>
                  <a:lnTo>
                    <a:pt x="20" y="539"/>
                  </a:lnTo>
                  <a:lnTo>
                    <a:pt x="20" y="541"/>
                  </a:lnTo>
                  <a:lnTo>
                    <a:pt x="20" y="541"/>
                  </a:lnTo>
                  <a:lnTo>
                    <a:pt x="20" y="543"/>
                  </a:lnTo>
                  <a:lnTo>
                    <a:pt x="20" y="543"/>
                  </a:lnTo>
                  <a:lnTo>
                    <a:pt x="20" y="544"/>
                  </a:lnTo>
                  <a:lnTo>
                    <a:pt x="20" y="544"/>
                  </a:lnTo>
                  <a:lnTo>
                    <a:pt x="20" y="546"/>
                  </a:lnTo>
                  <a:lnTo>
                    <a:pt x="20" y="546"/>
                  </a:lnTo>
                  <a:lnTo>
                    <a:pt x="20" y="547"/>
                  </a:lnTo>
                  <a:lnTo>
                    <a:pt x="20" y="547"/>
                  </a:lnTo>
                  <a:lnTo>
                    <a:pt x="20" y="549"/>
                  </a:lnTo>
                  <a:lnTo>
                    <a:pt x="20" y="549"/>
                  </a:lnTo>
                  <a:lnTo>
                    <a:pt x="20" y="549"/>
                  </a:lnTo>
                  <a:lnTo>
                    <a:pt x="21" y="549"/>
                  </a:lnTo>
                  <a:lnTo>
                    <a:pt x="21" y="549"/>
                  </a:lnTo>
                  <a:lnTo>
                    <a:pt x="21" y="549"/>
                  </a:lnTo>
                  <a:lnTo>
                    <a:pt x="21" y="549"/>
                  </a:lnTo>
                  <a:lnTo>
                    <a:pt x="21" y="549"/>
                  </a:lnTo>
                  <a:lnTo>
                    <a:pt x="21" y="549"/>
                  </a:lnTo>
                  <a:lnTo>
                    <a:pt x="21" y="549"/>
                  </a:lnTo>
                  <a:lnTo>
                    <a:pt x="21" y="549"/>
                  </a:lnTo>
                  <a:lnTo>
                    <a:pt x="22" y="547"/>
                  </a:lnTo>
                  <a:lnTo>
                    <a:pt x="22" y="547"/>
                  </a:lnTo>
                  <a:lnTo>
                    <a:pt x="22" y="547"/>
                  </a:lnTo>
                  <a:lnTo>
                    <a:pt x="22" y="547"/>
                  </a:lnTo>
                  <a:lnTo>
                    <a:pt x="24" y="547"/>
                  </a:lnTo>
                  <a:lnTo>
                    <a:pt x="24" y="547"/>
                  </a:lnTo>
                  <a:lnTo>
                    <a:pt x="24" y="547"/>
                  </a:lnTo>
                  <a:lnTo>
                    <a:pt x="24" y="547"/>
                  </a:lnTo>
                  <a:lnTo>
                    <a:pt x="26" y="546"/>
                  </a:lnTo>
                  <a:lnTo>
                    <a:pt x="26" y="547"/>
                  </a:lnTo>
                  <a:lnTo>
                    <a:pt x="26" y="547"/>
                  </a:lnTo>
                  <a:lnTo>
                    <a:pt x="26" y="548"/>
                  </a:lnTo>
                  <a:lnTo>
                    <a:pt x="26" y="548"/>
                  </a:lnTo>
                  <a:lnTo>
                    <a:pt x="26" y="550"/>
                  </a:lnTo>
                  <a:lnTo>
                    <a:pt x="26" y="550"/>
                  </a:lnTo>
                  <a:lnTo>
                    <a:pt x="26" y="552"/>
                  </a:lnTo>
                  <a:lnTo>
                    <a:pt x="26" y="552"/>
                  </a:lnTo>
                  <a:lnTo>
                    <a:pt x="26" y="553"/>
                  </a:lnTo>
                  <a:lnTo>
                    <a:pt x="26" y="553"/>
                  </a:lnTo>
                  <a:lnTo>
                    <a:pt x="26" y="555"/>
                  </a:lnTo>
                  <a:lnTo>
                    <a:pt x="27" y="555"/>
                  </a:lnTo>
                  <a:lnTo>
                    <a:pt x="27" y="557"/>
                  </a:lnTo>
                  <a:lnTo>
                    <a:pt x="27" y="557"/>
                  </a:lnTo>
                  <a:lnTo>
                    <a:pt x="27" y="557"/>
                  </a:lnTo>
                  <a:lnTo>
                    <a:pt x="29" y="557"/>
                  </a:lnTo>
                  <a:lnTo>
                    <a:pt x="29" y="559"/>
                  </a:lnTo>
                  <a:lnTo>
                    <a:pt x="29" y="559"/>
                  </a:lnTo>
                  <a:lnTo>
                    <a:pt x="29" y="560"/>
                  </a:lnTo>
                  <a:lnTo>
                    <a:pt x="29" y="560"/>
                  </a:lnTo>
                  <a:lnTo>
                    <a:pt x="29" y="562"/>
                  </a:lnTo>
                  <a:lnTo>
                    <a:pt x="29" y="562"/>
                  </a:lnTo>
                  <a:lnTo>
                    <a:pt x="29" y="563"/>
                  </a:lnTo>
                  <a:lnTo>
                    <a:pt x="32" y="563"/>
                  </a:lnTo>
                  <a:lnTo>
                    <a:pt x="32" y="565"/>
                  </a:lnTo>
                  <a:lnTo>
                    <a:pt x="32" y="565"/>
                  </a:lnTo>
                  <a:lnTo>
                    <a:pt x="32" y="567"/>
                  </a:lnTo>
                  <a:lnTo>
                    <a:pt x="33" y="567"/>
                  </a:lnTo>
                  <a:lnTo>
                    <a:pt x="33" y="569"/>
                  </a:lnTo>
                  <a:lnTo>
                    <a:pt x="34" y="569"/>
                  </a:lnTo>
                  <a:lnTo>
                    <a:pt x="34" y="569"/>
                  </a:lnTo>
                  <a:lnTo>
                    <a:pt x="36" y="569"/>
                  </a:lnTo>
                  <a:lnTo>
                    <a:pt x="36" y="571"/>
                  </a:lnTo>
                  <a:lnTo>
                    <a:pt x="36" y="571"/>
                  </a:lnTo>
                  <a:lnTo>
                    <a:pt x="36" y="573"/>
                  </a:lnTo>
                  <a:lnTo>
                    <a:pt x="36" y="573"/>
                  </a:lnTo>
                  <a:lnTo>
                    <a:pt x="36" y="575"/>
                  </a:lnTo>
                  <a:lnTo>
                    <a:pt x="36" y="575"/>
                  </a:lnTo>
                  <a:lnTo>
                    <a:pt x="36" y="576"/>
                  </a:lnTo>
                  <a:lnTo>
                    <a:pt x="39" y="576"/>
                  </a:lnTo>
                  <a:lnTo>
                    <a:pt x="39" y="578"/>
                  </a:lnTo>
                  <a:lnTo>
                    <a:pt x="39" y="578"/>
                  </a:lnTo>
                  <a:lnTo>
                    <a:pt x="39" y="579"/>
                  </a:lnTo>
                  <a:lnTo>
                    <a:pt x="41" y="579"/>
                  </a:lnTo>
                  <a:lnTo>
                    <a:pt x="41" y="580"/>
                  </a:lnTo>
                  <a:lnTo>
                    <a:pt x="41" y="580"/>
                  </a:lnTo>
                  <a:lnTo>
                    <a:pt x="41" y="580"/>
                  </a:lnTo>
                  <a:lnTo>
                    <a:pt x="42" y="580"/>
                  </a:lnTo>
                  <a:lnTo>
                    <a:pt x="42" y="580"/>
                  </a:lnTo>
                  <a:lnTo>
                    <a:pt x="42" y="580"/>
                  </a:lnTo>
                  <a:lnTo>
                    <a:pt x="42" y="580"/>
                  </a:lnTo>
                  <a:lnTo>
                    <a:pt x="42" y="580"/>
                  </a:lnTo>
                  <a:lnTo>
                    <a:pt x="42" y="580"/>
                  </a:lnTo>
                  <a:lnTo>
                    <a:pt x="42" y="580"/>
                  </a:lnTo>
                  <a:lnTo>
                    <a:pt x="42" y="580"/>
                  </a:lnTo>
                  <a:lnTo>
                    <a:pt x="44" y="580"/>
                  </a:lnTo>
                  <a:lnTo>
                    <a:pt x="44" y="580"/>
                  </a:lnTo>
                  <a:lnTo>
                    <a:pt x="44" y="580"/>
                  </a:lnTo>
                  <a:lnTo>
                    <a:pt x="44" y="580"/>
                  </a:lnTo>
                  <a:lnTo>
                    <a:pt x="46" y="580"/>
                  </a:lnTo>
                  <a:lnTo>
                    <a:pt x="46" y="580"/>
                  </a:lnTo>
                  <a:lnTo>
                    <a:pt x="46" y="580"/>
                  </a:lnTo>
                  <a:lnTo>
                    <a:pt x="46" y="580"/>
                  </a:lnTo>
                  <a:lnTo>
                    <a:pt x="48" y="580"/>
                  </a:lnTo>
                  <a:lnTo>
                    <a:pt x="48" y="582"/>
                  </a:lnTo>
                  <a:lnTo>
                    <a:pt x="48" y="582"/>
                  </a:lnTo>
                  <a:lnTo>
                    <a:pt x="48" y="582"/>
                  </a:lnTo>
                  <a:lnTo>
                    <a:pt x="48" y="582"/>
                  </a:lnTo>
                  <a:lnTo>
                    <a:pt x="48" y="584"/>
                  </a:lnTo>
                  <a:lnTo>
                    <a:pt x="48" y="584"/>
                  </a:lnTo>
                  <a:lnTo>
                    <a:pt x="48" y="584"/>
                  </a:lnTo>
                  <a:lnTo>
                    <a:pt x="48" y="584"/>
                  </a:lnTo>
                  <a:lnTo>
                    <a:pt x="48" y="586"/>
                  </a:lnTo>
                  <a:lnTo>
                    <a:pt x="48" y="586"/>
                  </a:lnTo>
                  <a:lnTo>
                    <a:pt x="48" y="587"/>
                  </a:lnTo>
                  <a:lnTo>
                    <a:pt x="48" y="587"/>
                  </a:lnTo>
                  <a:lnTo>
                    <a:pt x="48" y="588"/>
                  </a:lnTo>
                  <a:lnTo>
                    <a:pt x="48" y="588"/>
                  </a:lnTo>
                  <a:lnTo>
                    <a:pt x="48" y="588"/>
                  </a:lnTo>
                  <a:lnTo>
                    <a:pt x="48" y="588"/>
                  </a:lnTo>
                  <a:lnTo>
                    <a:pt x="47" y="589"/>
                  </a:lnTo>
                  <a:lnTo>
                    <a:pt x="47" y="589"/>
                  </a:lnTo>
                  <a:lnTo>
                    <a:pt x="47" y="589"/>
                  </a:lnTo>
                  <a:lnTo>
                    <a:pt x="47" y="589"/>
                  </a:lnTo>
                  <a:lnTo>
                    <a:pt x="46" y="589"/>
                  </a:lnTo>
                  <a:lnTo>
                    <a:pt x="46" y="589"/>
                  </a:lnTo>
                  <a:lnTo>
                    <a:pt x="46" y="589"/>
                  </a:lnTo>
                  <a:lnTo>
                    <a:pt x="46" y="588"/>
                  </a:lnTo>
                  <a:lnTo>
                    <a:pt x="44" y="588"/>
                  </a:lnTo>
                  <a:lnTo>
                    <a:pt x="44" y="588"/>
                  </a:lnTo>
                  <a:lnTo>
                    <a:pt x="44" y="588"/>
                  </a:lnTo>
                  <a:lnTo>
                    <a:pt x="44" y="588"/>
                  </a:lnTo>
                  <a:lnTo>
                    <a:pt x="42" y="588"/>
                  </a:lnTo>
                  <a:lnTo>
                    <a:pt x="42" y="588"/>
                  </a:lnTo>
                  <a:lnTo>
                    <a:pt x="42" y="588"/>
                  </a:lnTo>
                  <a:lnTo>
                    <a:pt x="42" y="588"/>
                  </a:lnTo>
                  <a:lnTo>
                    <a:pt x="41" y="590"/>
                  </a:lnTo>
                  <a:lnTo>
                    <a:pt x="41" y="590"/>
                  </a:lnTo>
                  <a:lnTo>
                    <a:pt x="41" y="591"/>
                  </a:lnTo>
                  <a:lnTo>
                    <a:pt x="41" y="591"/>
                  </a:lnTo>
                  <a:lnTo>
                    <a:pt x="41" y="593"/>
                  </a:lnTo>
                  <a:lnTo>
                    <a:pt x="41" y="593"/>
                  </a:lnTo>
                  <a:lnTo>
                    <a:pt x="41" y="593"/>
                  </a:lnTo>
                  <a:lnTo>
                    <a:pt x="43" y="593"/>
                  </a:lnTo>
                  <a:lnTo>
                    <a:pt x="43" y="596"/>
                  </a:lnTo>
                  <a:lnTo>
                    <a:pt x="43" y="596"/>
                  </a:lnTo>
                  <a:lnTo>
                    <a:pt x="43" y="597"/>
                  </a:lnTo>
                  <a:lnTo>
                    <a:pt x="44" y="597"/>
                  </a:lnTo>
                  <a:lnTo>
                    <a:pt x="44" y="598"/>
                  </a:lnTo>
                  <a:lnTo>
                    <a:pt x="44" y="598"/>
                  </a:lnTo>
                  <a:lnTo>
                    <a:pt x="44" y="598"/>
                  </a:lnTo>
                  <a:lnTo>
                    <a:pt x="45" y="598"/>
                  </a:lnTo>
                  <a:lnTo>
                    <a:pt x="44" y="598"/>
                  </a:lnTo>
                  <a:lnTo>
                    <a:pt x="44" y="598"/>
                  </a:lnTo>
                  <a:lnTo>
                    <a:pt x="43" y="598"/>
                  </a:lnTo>
                  <a:lnTo>
                    <a:pt x="43" y="598"/>
                  </a:lnTo>
                  <a:lnTo>
                    <a:pt x="41" y="598"/>
                  </a:lnTo>
                  <a:lnTo>
                    <a:pt x="41" y="598"/>
                  </a:lnTo>
                  <a:lnTo>
                    <a:pt x="41" y="598"/>
                  </a:lnTo>
                  <a:lnTo>
                    <a:pt x="41" y="597"/>
                  </a:lnTo>
                  <a:lnTo>
                    <a:pt x="39" y="597"/>
                  </a:lnTo>
                  <a:lnTo>
                    <a:pt x="39" y="597"/>
                  </a:lnTo>
                  <a:lnTo>
                    <a:pt x="39" y="597"/>
                  </a:lnTo>
                  <a:lnTo>
                    <a:pt x="39" y="597"/>
                  </a:lnTo>
                  <a:lnTo>
                    <a:pt x="38" y="597"/>
                  </a:lnTo>
                  <a:lnTo>
                    <a:pt x="38" y="597"/>
                  </a:lnTo>
                  <a:lnTo>
                    <a:pt x="38" y="597"/>
                  </a:lnTo>
                  <a:lnTo>
                    <a:pt x="38" y="596"/>
                  </a:lnTo>
                  <a:lnTo>
                    <a:pt x="37" y="597"/>
                  </a:lnTo>
                  <a:lnTo>
                    <a:pt x="37" y="598"/>
                  </a:lnTo>
                  <a:lnTo>
                    <a:pt x="37" y="600"/>
                  </a:lnTo>
                  <a:lnTo>
                    <a:pt x="37" y="600"/>
                  </a:lnTo>
                  <a:lnTo>
                    <a:pt x="37" y="602"/>
                  </a:lnTo>
                  <a:lnTo>
                    <a:pt x="39" y="604"/>
                  </a:lnTo>
                  <a:lnTo>
                    <a:pt x="39" y="606"/>
                  </a:lnTo>
                  <a:lnTo>
                    <a:pt x="41" y="606"/>
                  </a:lnTo>
                  <a:lnTo>
                    <a:pt x="41" y="608"/>
                  </a:lnTo>
                  <a:lnTo>
                    <a:pt x="42" y="610"/>
                  </a:lnTo>
                  <a:lnTo>
                    <a:pt x="44" y="612"/>
                  </a:lnTo>
                  <a:lnTo>
                    <a:pt x="46" y="614"/>
                  </a:lnTo>
                  <a:lnTo>
                    <a:pt x="46" y="616"/>
                  </a:lnTo>
                  <a:lnTo>
                    <a:pt x="48" y="618"/>
                  </a:lnTo>
                  <a:lnTo>
                    <a:pt x="49" y="620"/>
                  </a:lnTo>
                  <a:lnTo>
                    <a:pt x="51" y="622"/>
                  </a:lnTo>
                  <a:lnTo>
                    <a:pt x="51" y="622"/>
                  </a:lnTo>
                  <a:lnTo>
                    <a:pt x="51" y="622"/>
                  </a:lnTo>
                  <a:lnTo>
                    <a:pt x="51" y="622"/>
                  </a:lnTo>
                  <a:lnTo>
                    <a:pt x="51" y="622"/>
                  </a:lnTo>
                  <a:lnTo>
                    <a:pt x="51" y="622"/>
                  </a:lnTo>
                  <a:lnTo>
                    <a:pt x="51" y="622"/>
                  </a:lnTo>
                  <a:lnTo>
                    <a:pt x="51" y="622"/>
                  </a:lnTo>
                  <a:lnTo>
                    <a:pt x="51" y="622"/>
                  </a:lnTo>
                  <a:lnTo>
                    <a:pt x="51" y="622"/>
                  </a:lnTo>
                  <a:lnTo>
                    <a:pt x="51" y="622"/>
                  </a:lnTo>
                  <a:lnTo>
                    <a:pt x="51" y="622"/>
                  </a:lnTo>
                  <a:lnTo>
                    <a:pt x="51" y="622"/>
                  </a:lnTo>
                  <a:lnTo>
                    <a:pt x="51" y="622"/>
                  </a:lnTo>
                  <a:lnTo>
                    <a:pt x="51" y="622"/>
                  </a:lnTo>
                  <a:lnTo>
                    <a:pt x="51" y="622"/>
                  </a:lnTo>
                  <a:lnTo>
                    <a:pt x="53" y="622"/>
                  </a:lnTo>
                  <a:lnTo>
                    <a:pt x="51" y="623"/>
                  </a:lnTo>
                  <a:lnTo>
                    <a:pt x="51" y="623"/>
                  </a:lnTo>
                  <a:lnTo>
                    <a:pt x="51" y="623"/>
                  </a:lnTo>
                  <a:lnTo>
                    <a:pt x="51" y="623"/>
                  </a:lnTo>
                  <a:lnTo>
                    <a:pt x="51" y="625"/>
                  </a:lnTo>
                  <a:lnTo>
                    <a:pt x="51" y="625"/>
                  </a:lnTo>
                  <a:lnTo>
                    <a:pt x="51" y="625"/>
                  </a:lnTo>
                  <a:lnTo>
                    <a:pt x="51" y="625"/>
                  </a:lnTo>
                  <a:lnTo>
                    <a:pt x="50" y="627"/>
                  </a:lnTo>
                  <a:lnTo>
                    <a:pt x="50" y="627"/>
                  </a:lnTo>
                  <a:lnTo>
                    <a:pt x="50" y="627"/>
                  </a:lnTo>
                  <a:lnTo>
                    <a:pt x="50" y="627"/>
                  </a:lnTo>
                  <a:lnTo>
                    <a:pt x="50" y="627"/>
                  </a:lnTo>
                  <a:lnTo>
                    <a:pt x="50" y="627"/>
                  </a:lnTo>
                  <a:lnTo>
                    <a:pt x="50" y="627"/>
                  </a:lnTo>
                  <a:lnTo>
                    <a:pt x="50" y="627"/>
                  </a:lnTo>
                  <a:lnTo>
                    <a:pt x="50" y="629"/>
                  </a:lnTo>
                  <a:lnTo>
                    <a:pt x="50" y="629"/>
                  </a:lnTo>
                  <a:lnTo>
                    <a:pt x="50" y="630"/>
                  </a:lnTo>
                  <a:lnTo>
                    <a:pt x="50" y="630"/>
                  </a:lnTo>
                  <a:lnTo>
                    <a:pt x="50" y="632"/>
                  </a:lnTo>
                  <a:lnTo>
                    <a:pt x="50" y="632"/>
                  </a:lnTo>
                  <a:lnTo>
                    <a:pt x="50" y="632"/>
                  </a:lnTo>
                  <a:lnTo>
                    <a:pt x="51" y="632"/>
                  </a:lnTo>
                  <a:lnTo>
                    <a:pt x="51" y="634"/>
                  </a:lnTo>
                  <a:lnTo>
                    <a:pt x="51" y="634"/>
                  </a:lnTo>
                  <a:lnTo>
                    <a:pt x="51" y="635"/>
                  </a:lnTo>
                  <a:lnTo>
                    <a:pt x="51" y="635"/>
                  </a:lnTo>
                  <a:lnTo>
                    <a:pt x="51" y="636"/>
                  </a:lnTo>
                  <a:lnTo>
                    <a:pt x="51" y="636"/>
                  </a:lnTo>
                  <a:lnTo>
                    <a:pt x="51" y="636"/>
                  </a:lnTo>
                  <a:lnTo>
                    <a:pt x="53" y="636"/>
                  </a:lnTo>
                  <a:lnTo>
                    <a:pt x="53" y="637"/>
                  </a:lnTo>
                  <a:lnTo>
                    <a:pt x="53" y="637"/>
                  </a:lnTo>
                  <a:lnTo>
                    <a:pt x="53" y="637"/>
                  </a:lnTo>
                  <a:lnTo>
                    <a:pt x="55" y="637"/>
                  </a:lnTo>
                  <a:lnTo>
                    <a:pt x="55" y="637"/>
                  </a:lnTo>
                  <a:lnTo>
                    <a:pt x="57" y="637"/>
                  </a:lnTo>
                  <a:lnTo>
                    <a:pt x="57" y="637"/>
                  </a:lnTo>
                  <a:lnTo>
                    <a:pt x="58" y="635"/>
                  </a:lnTo>
                  <a:lnTo>
                    <a:pt x="58" y="635"/>
                  </a:lnTo>
                  <a:lnTo>
                    <a:pt x="60" y="635"/>
                  </a:lnTo>
                  <a:lnTo>
                    <a:pt x="60" y="635"/>
                  </a:lnTo>
                  <a:lnTo>
                    <a:pt x="62" y="635"/>
                  </a:lnTo>
                  <a:lnTo>
                    <a:pt x="62" y="635"/>
                  </a:lnTo>
                  <a:lnTo>
                    <a:pt x="63" y="635"/>
                  </a:lnTo>
                  <a:lnTo>
                    <a:pt x="63" y="635"/>
                  </a:lnTo>
                  <a:lnTo>
                    <a:pt x="65" y="634"/>
                  </a:lnTo>
                  <a:lnTo>
                    <a:pt x="65" y="634"/>
                  </a:lnTo>
                  <a:lnTo>
                    <a:pt x="65" y="634"/>
                  </a:lnTo>
                  <a:lnTo>
                    <a:pt x="65" y="634"/>
                  </a:lnTo>
                  <a:lnTo>
                    <a:pt x="66" y="634"/>
                  </a:lnTo>
                  <a:lnTo>
                    <a:pt x="66" y="634"/>
                  </a:lnTo>
                  <a:lnTo>
                    <a:pt x="68" y="634"/>
                  </a:lnTo>
                  <a:lnTo>
                    <a:pt x="68" y="634"/>
                  </a:lnTo>
                  <a:lnTo>
                    <a:pt x="70" y="632"/>
                  </a:lnTo>
                  <a:lnTo>
                    <a:pt x="70" y="632"/>
                  </a:lnTo>
                  <a:lnTo>
                    <a:pt x="71" y="632"/>
                  </a:lnTo>
                  <a:lnTo>
                    <a:pt x="71" y="632"/>
                  </a:lnTo>
                  <a:lnTo>
                    <a:pt x="73" y="630"/>
                  </a:lnTo>
                  <a:lnTo>
                    <a:pt x="73" y="630"/>
                  </a:lnTo>
                  <a:lnTo>
                    <a:pt x="75" y="630"/>
                  </a:lnTo>
                  <a:lnTo>
                    <a:pt x="75" y="630"/>
                  </a:lnTo>
                  <a:lnTo>
                    <a:pt x="77" y="630"/>
                  </a:lnTo>
                  <a:lnTo>
                    <a:pt x="77" y="631"/>
                  </a:lnTo>
                  <a:lnTo>
                    <a:pt x="77" y="631"/>
                  </a:lnTo>
                  <a:lnTo>
                    <a:pt x="77" y="631"/>
                  </a:lnTo>
                  <a:lnTo>
                    <a:pt x="77" y="631"/>
                  </a:lnTo>
                  <a:lnTo>
                    <a:pt x="77" y="632"/>
                  </a:lnTo>
                  <a:lnTo>
                    <a:pt x="77" y="632"/>
                  </a:lnTo>
                  <a:lnTo>
                    <a:pt x="77" y="632"/>
                  </a:lnTo>
                  <a:lnTo>
                    <a:pt x="77" y="632"/>
                  </a:lnTo>
                  <a:lnTo>
                    <a:pt x="77" y="634"/>
                  </a:lnTo>
                  <a:lnTo>
                    <a:pt x="77" y="634"/>
                  </a:lnTo>
                  <a:lnTo>
                    <a:pt x="77" y="634"/>
                  </a:lnTo>
                  <a:lnTo>
                    <a:pt x="77" y="634"/>
                  </a:lnTo>
                  <a:lnTo>
                    <a:pt x="77" y="634"/>
                  </a:lnTo>
                  <a:lnTo>
                    <a:pt x="77" y="634"/>
                  </a:lnTo>
                  <a:lnTo>
                    <a:pt x="77" y="634"/>
                  </a:lnTo>
                  <a:lnTo>
                    <a:pt x="79" y="634"/>
                  </a:lnTo>
                  <a:lnTo>
                    <a:pt x="79" y="634"/>
                  </a:lnTo>
                  <a:lnTo>
                    <a:pt x="79" y="634"/>
                  </a:lnTo>
                  <a:lnTo>
                    <a:pt x="79" y="634"/>
                  </a:lnTo>
                  <a:lnTo>
                    <a:pt x="81" y="634"/>
                  </a:lnTo>
                  <a:lnTo>
                    <a:pt x="81" y="634"/>
                  </a:lnTo>
                  <a:lnTo>
                    <a:pt x="82" y="633"/>
                  </a:lnTo>
                  <a:lnTo>
                    <a:pt x="82" y="633"/>
                  </a:lnTo>
                  <a:lnTo>
                    <a:pt x="84" y="631"/>
                  </a:lnTo>
                  <a:lnTo>
                    <a:pt x="84" y="631"/>
                  </a:lnTo>
                  <a:lnTo>
                    <a:pt x="84" y="630"/>
                  </a:lnTo>
                  <a:lnTo>
                    <a:pt x="84" y="630"/>
                  </a:lnTo>
                  <a:lnTo>
                    <a:pt x="86" y="628"/>
                  </a:lnTo>
                  <a:lnTo>
                    <a:pt x="86" y="628"/>
                  </a:lnTo>
                  <a:lnTo>
                    <a:pt x="86" y="627"/>
                  </a:lnTo>
                  <a:lnTo>
                    <a:pt x="86" y="627"/>
                  </a:lnTo>
                  <a:lnTo>
                    <a:pt x="87" y="625"/>
                  </a:lnTo>
                  <a:lnTo>
                    <a:pt x="86" y="625"/>
                  </a:lnTo>
                  <a:lnTo>
                    <a:pt x="86" y="625"/>
                  </a:lnTo>
                  <a:lnTo>
                    <a:pt x="85" y="625"/>
                  </a:lnTo>
                  <a:lnTo>
                    <a:pt x="85" y="625"/>
                  </a:lnTo>
                  <a:lnTo>
                    <a:pt x="83" y="625"/>
                  </a:lnTo>
                  <a:lnTo>
                    <a:pt x="83" y="625"/>
                  </a:lnTo>
                  <a:lnTo>
                    <a:pt x="83" y="625"/>
                  </a:lnTo>
                  <a:lnTo>
                    <a:pt x="83" y="623"/>
                  </a:lnTo>
                  <a:lnTo>
                    <a:pt x="81" y="623"/>
                  </a:lnTo>
                  <a:lnTo>
                    <a:pt x="81" y="623"/>
                  </a:lnTo>
                  <a:lnTo>
                    <a:pt x="80" y="623"/>
                  </a:lnTo>
                  <a:lnTo>
                    <a:pt x="80" y="620"/>
                  </a:lnTo>
                  <a:lnTo>
                    <a:pt x="80" y="620"/>
                  </a:lnTo>
                  <a:lnTo>
                    <a:pt x="80" y="620"/>
                  </a:lnTo>
                  <a:lnTo>
                    <a:pt x="80" y="620"/>
                  </a:lnTo>
                  <a:lnTo>
                    <a:pt x="80" y="618"/>
                  </a:lnTo>
                  <a:lnTo>
                    <a:pt x="80" y="618"/>
                  </a:lnTo>
                  <a:lnTo>
                    <a:pt x="80" y="618"/>
                  </a:lnTo>
                  <a:lnTo>
                    <a:pt x="80" y="618"/>
                  </a:lnTo>
                  <a:lnTo>
                    <a:pt x="80" y="618"/>
                  </a:lnTo>
                  <a:lnTo>
                    <a:pt x="80" y="618"/>
                  </a:lnTo>
                  <a:lnTo>
                    <a:pt x="80" y="616"/>
                  </a:lnTo>
                  <a:lnTo>
                    <a:pt x="80" y="616"/>
                  </a:lnTo>
                  <a:lnTo>
                    <a:pt x="80" y="614"/>
                  </a:lnTo>
                  <a:lnTo>
                    <a:pt x="80" y="614"/>
                  </a:lnTo>
                  <a:lnTo>
                    <a:pt x="80" y="613"/>
                  </a:lnTo>
                  <a:lnTo>
                    <a:pt x="80" y="613"/>
                  </a:lnTo>
                  <a:lnTo>
                    <a:pt x="80" y="612"/>
                  </a:lnTo>
                  <a:lnTo>
                    <a:pt x="80" y="612"/>
                  </a:lnTo>
                  <a:lnTo>
                    <a:pt x="80" y="611"/>
                  </a:lnTo>
                  <a:lnTo>
                    <a:pt x="80" y="611"/>
                  </a:lnTo>
                  <a:lnTo>
                    <a:pt x="80" y="609"/>
                  </a:lnTo>
                  <a:lnTo>
                    <a:pt x="80" y="609"/>
                  </a:lnTo>
                  <a:lnTo>
                    <a:pt x="80" y="609"/>
                  </a:lnTo>
                  <a:lnTo>
                    <a:pt x="80" y="609"/>
                  </a:lnTo>
                  <a:lnTo>
                    <a:pt x="81" y="608"/>
                  </a:lnTo>
                  <a:lnTo>
                    <a:pt x="81" y="608"/>
                  </a:lnTo>
                  <a:lnTo>
                    <a:pt x="81" y="608"/>
                  </a:lnTo>
                  <a:lnTo>
                    <a:pt x="81" y="608"/>
                  </a:lnTo>
                  <a:lnTo>
                    <a:pt x="83" y="606"/>
                  </a:lnTo>
                  <a:lnTo>
                    <a:pt x="83" y="606"/>
                  </a:lnTo>
                  <a:lnTo>
                    <a:pt x="83" y="606"/>
                  </a:lnTo>
                  <a:lnTo>
                    <a:pt x="83" y="606"/>
                  </a:lnTo>
                  <a:lnTo>
                    <a:pt x="85" y="606"/>
                  </a:lnTo>
                  <a:lnTo>
                    <a:pt x="85" y="606"/>
                  </a:lnTo>
                  <a:lnTo>
                    <a:pt x="85" y="606"/>
                  </a:lnTo>
                  <a:lnTo>
                    <a:pt x="85" y="606"/>
                  </a:lnTo>
                  <a:lnTo>
                    <a:pt x="87" y="604"/>
                  </a:lnTo>
                  <a:lnTo>
                    <a:pt x="87" y="606"/>
                  </a:lnTo>
                  <a:lnTo>
                    <a:pt x="87" y="606"/>
                  </a:lnTo>
                  <a:lnTo>
                    <a:pt x="87" y="606"/>
                  </a:lnTo>
                  <a:lnTo>
                    <a:pt x="87" y="606"/>
                  </a:lnTo>
                  <a:lnTo>
                    <a:pt x="87" y="606"/>
                  </a:lnTo>
                  <a:lnTo>
                    <a:pt x="87" y="606"/>
                  </a:lnTo>
                  <a:lnTo>
                    <a:pt x="87" y="606"/>
                  </a:lnTo>
                  <a:lnTo>
                    <a:pt x="89" y="606"/>
                  </a:lnTo>
                  <a:lnTo>
                    <a:pt x="89" y="606"/>
                  </a:lnTo>
                  <a:lnTo>
                    <a:pt x="89" y="606"/>
                  </a:lnTo>
                  <a:lnTo>
                    <a:pt x="89" y="606"/>
                  </a:lnTo>
                  <a:lnTo>
                    <a:pt x="90" y="606"/>
                  </a:lnTo>
                  <a:lnTo>
                    <a:pt x="90" y="606"/>
                  </a:lnTo>
                  <a:lnTo>
                    <a:pt x="90" y="606"/>
                  </a:lnTo>
                  <a:lnTo>
                    <a:pt x="90" y="606"/>
                  </a:lnTo>
                  <a:lnTo>
                    <a:pt x="92" y="606"/>
                  </a:lnTo>
                  <a:lnTo>
                    <a:pt x="92" y="606"/>
                  </a:lnTo>
                  <a:lnTo>
                    <a:pt x="92" y="606"/>
                  </a:lnTo>
                  <a:lnTo>
                    <a:pt x="92" y="606"/>
                  </a:lnTo>
                  <a:lnTo>
                    <a:pt x="92" y="605"/>
                  </a:lnTo>
                  <a:lnTo>
                    <a:pt x="92" y="605"/>
                  </a:lnTo>
                  <a:lnTo>
                    <a:pt x="92" y="604"/>
                  </a:lnTo>
                  <a:lnTo>
                    <a:pt x="92" y="604"/>
                  </a:lnTo>
                  <a:lnTo>
                    <a:pt x="92" y="602"/>
                  </a:lnTo>
                  <a:lnTo>
                    <a:pt x="92" y="602"/>
                  </a:lnTo>
                  <a:lnTo>
                    <a:pt x="92" y="602"/>
                  </a:lnTo>
                  <a:lnTo>
                    <a:pt x="92" y="602"/>
                  </a:lnTo>
                  <a:lnTo>
                    <a:pt x="92" y="600"/>
                  </a:lnTo>
                  <a:lnTo>
                    <a:pt x="92" y="600"/>
                  </a:lnTo>
                  <a:lnTo>
                    <a:pt x="92" y="598"/>
                  </a:lnTo>
                  <a:lnTo>
                    <a:pt x="92" y="598"/>
                  </a:lnTo>
                  <a:lnTo>
                    <a:pt x="93" y="597"/>
                  </a:lnTo>
                  <a:lnTo>
                    <a:pt x="93" y="597"/>
                  </a:lnTo>
                  <a:lnTo>
                    <a:pt x="93" y="597"/>
                  </a:lnTo>
                  <a:lnTo>
                    <a:pt x="93" y="597"/>
                  </a:lnTo>
                  <a:lnTo>
                    <a:pt x="95" y="597"/>
                  </a:lnTo>
                  <a:lnTo>
                    <a:pt x="95" y="597"/>
                  </a:lnTo>
                  <a:lnTo>
                    <a:pt x="97" y="597"/>
                  </a:lnTo>
                  <a:lnTo>
                    <a:pt x="97" y="597"/>
                  </a:lnTo>
                  <a:lnTo>
                    <a:pt x="99" y="596"/>
                  </a:lnTo>
                  <a:lnTo>
                    <a:pt x="99" y="596"/>
                  </a:lnTo>
                  <a:lnTo>
                    <a:pt x="101" y="596"/>
                  </a:lnTo>
                  <a:lnTo>
                    <a:pt x="101" y="596"/>
                  </a:lnTo>
                  <a:lnTo>
                    <a:pt x="102" y="596"/>
                  </a:lnTo>
                  <a:lnTo>
                    <a:pt x="102" y="596"/>
                  </a:lnTo>
                  <a:lnTo>
                    <a:pt x="105" y="596"/>
                  </a:lnTo>
                  <a:lnTo>
                    <a:pt x="106" y="596"/>
                  </a:lnTo>
                  <a:lnTo>
                    <a:pt x="108" y="596"/>
                  </a:lnTo>
                  <a:lnTo>
                    <a:pt x="108" y="596"/>
                  </a:lnTo>
                  <a:lnTo>
                    <a:pt x="108" y="596"/>
                  </a:lnTo>
                  <a:lnTo>
                    <a:pt x="108" y="596"/>
                  </a:lnTo>
                  <a:lnTo>
                    <a:pt x="110" y="596"/>
                  </a:lnTo>
                  <a:lnTo>
                    <a:pt x="110" y="596"/>
                  </a:lnTo>
                  <a:lnTo>
                    <a:pt x="112" y="596"/>
                  </a:lnTo>
                  <a:lnTo>
                    <a:pt x="112" y="596"/>
                  </a:lnTo>
                  <a:lnTo>
                    <a:pt x="114" y="596"/>
                  </a:lnTo>
                  <a:lnTo>
                    <a:pt x="114" y="596"/>
                  </a:lnTo>
                  <a:lnTo>
                    <a:pt x="115" y="596"/>
                  </a:lnTo>
                  <a:lnTo>
                    <a:pt x="115" y="596"/>
                  </a:lnTo>
                  <a:lnTo>
                    <a:pt x="117" y="596"/>
                  </a:lnTo>
                  <a:lnTo>
                    <a:pt x="117" y="596"/>
                  </a:lnTo>
                  <a:lnTo>
                    <a:pt x="119" y="596"/>
                  </a:lnTo>
                  <a:lnTo>
                    <a:pt x="119" y="596"/>
                  </a:lnTo>
                  <a:lnTo>
                    <a:pt x="122" y="596"/>
                  </a:lnTo>
                  <a:lnTo>
                    <a:pt x="122" y="596"/>
                  </a:lnTo>
                  <a:lnTo>
                    <a:pt x="122" y="596"/>
                  </a:lnTo>
                  <a:lnTo>
                    <a:pt x="122" y="596"/>
                  </a:lnTo>
                  <a:lnTo>
                    <a:pt x="122" y="596"/>
                  </a:lnTo>
                  <a:lnTo>
                    <a:pt x="122" y="596"/>
                  </a:lnTo>
                  <a:lnTo>
                    <a:pt x="122" y="596"/>
                  </a:lnTo>
                  <a:lnTo>
                    <a:pt x="122" y="596"/>
                  </a:lnTo>
                  <a:lnTo>
                    <a:pt x="123" y="594"/>
                  </a:lnTo>
                  <a:lnTo>
                    <a:pt x="123" y="594"/>
                  </a:lnTo>
                  <a:lnTo>
                    <a:pt x="123" y="594"/>
                  </a:lnTo>
                  <a:lnTo>
                    <a:pt x="123" y="594"/>
                  </a:lnTo>
                  <a:lnTo>
                    <a:pt x="124" y="594"/>
                  </a:lnTo>
                  <a:lnTo>
                    <a:pt x="124" y="594"/>
                  </a:lnTo>
                  <a:lnTo>
                    <a:pt x="124" y="594"/>
                  </a:lnTo>
                  <a:lnTo>
                    <a:pt x="124" y="594"/>
                  </a:lnTo>
                  <a:lnTo>
                    <a:pt x="125" y="592"/>
                  </a:lnTo>
                  <a:lnTo>
                    <a:pt x="125" y="592"/>
                  </a:lnTo>
                  <a:lnTo>
                    <a:pt x="125" y="591"/>
                  </a:lnTo>
                  <a:lnTo>
                    <a:pt x="125" y="591"/>
                  </a:lnTo>
                  <a:lnTo>
                    <a:pt x="126" y="590"/>
                  </a:lnTo>
                  <a:lnTo>
                    <a:pt x="126" y="590"/>
                  </a:lnTo>
                  <a:lnTo>
                    <a:pt x="126" y="588"/>
                  </a:lnTo>
                  <a:lnTo>
                    <a:pt x="126" y="588"/>
                  </a:lnTo>
                  <a:lnTo>
                    <a:pt x="126" y="586"/>
                  </a:lnTo>
                  <a:lnTo>
                    <a:pt x="125" y="586"/>
                  </a:lnTo>
                  <a:lnTo>
                    <a:pt x="125" y="584"/>
                  </a:lnTo>
                  <a:lnTo>
                    <a:pt x="125" y="584"/>
                  </a:lnTo>
                  <a:lnTo>
                    <a:pt x="125" y="582"/>
                  </a:lnTo>
                  <a:lnTo>
                    <a:pt x="125" y="582"/>
                  </a:lnTo>
                  <a:lnTo>
                    <a:pt x="125" y="581"/>
                  </a:lnTo>
                  <a:lnTo>
                    <a:pt x="125" y="581"/>
                  </a:lnTo>
                  <a:lnTo>
                    <a:pt x="125" y="579"/>
                  </a:lnTo>
                  <a:lnTo>
                    <a:pt x="125" y="579"/>
                  </a:lnTo>
                  <a:lnTo>
                    <a:pt x="125" y="578"/>
                  </a:lnTo>
                  <a:lnTo>
                    <a:pt x="125" y="578"/>
                  </a:lnTo>
                  <a:lnTo>
                    <a:pt x="127" y="576"/>
                  </a:lnTo>
                  <a:lnTo>
                    <a:pt x="127" y="576"/>
                  </a:lnTo>
                  <a:lnTo>
                    <a:pt x="127" y="574"/>
                  </a:lnTo>
                  <a:lnTo>
                    <a:pt x="127" y="574"/>
                  </a:lnTo>
                  <a:lnTo>
                    <a:pt x="129" y="572"/>
                  </a:lnTo>
                  <a:lnTo>
                    <a:pt x="129" y="572"/>
                  </a:lnTo>
                  <a:lnTo>
                    <a:pt x="129" y="571"/>
                  </a:lnTo>
                  <a:lnTo>
                    <a:pt x="129" y="571"/>
                  </a:lnTo>
                  <a:lnTo>
                    <a:pt x="131" y="569"/>
                  </a:lnTo>
                  <a:lnTo>
                    <a:pt x="131" y="569"/>
                  </a:lnTo>
                  <a:lnTo>
                    <a:pt x="131" y="568"/>
                  </a:lnTo>
                  <a:lnTo>
                    <a:pt x="131" y="568"/>
                  </a:lnTo>
                  <a:lnTo>
                    <a:pt x="132" y="566"/>
                  </a:lnTo>
                  <a:lnTo>
                    <a:pt x="132" y="566"/>
                  </a:lnTo>
                  <a:lnTo>
                    <a:pt x="132" y="564"/>
                  </a:lnTo>
                  <a:lnTo>
                    <a:pt x="132" y="564"/>
                  </a:lnTo>
                  <a:lnTo>
                    <a:pt x="132" y="562"/>
                  </a:lnTo>
                  <a:lnTo>
                    <a:pt x="132" y="562"/>
                  </a:lnTo>
                  <a:lnTo>
                    <a:pt x="132" y="560"/>
                  </a:lnTo>
                  <a:lnTo>
                    <a:pt x="132" y="558"/>
                  </a:lnTo>
                  <a:lnTo>
                    <a:pt x="132" y="556"/>
                  </a:lnTo>
                  <a:lnTo>
                    <a:pt x="132" y="556"/>
                  </a:lnTo>
                  <a:lnTo>
                    <a:pt x="132" y="554"/>
                  </a:lnTo>
                  <a:lnTo>
                    <a:pt x="132" y="553"/>
                  </a:lnTo>
                  <a:lnTo>
                    <a:pt x="132" y="551"/>
                  </a:lnTo>
                  <a:lnTo>
                    <a:pt x="132" y="551"/>
                  </a:lnTo>
                  <a:lnTo>
                    <a:pt x="132" y="549"/>
                  </a:lnTo>
                  <a:lnTo>
                    <a:pt x="132" y="547"/>
                  </a:lnTo>
                  <a:lnTo>
                    <a:pt x="132" y="546"/>
                  </a:lnTo>
                  <a:lnTo>
                    <a:pt x="132" y="546"/>
                  </a:lnTo>
                  <a:lnTo>
                    <a:pt x="132" y="546"/>
                  </a:lnTo>
                  <a:lnTo>
                    <a:pt x="132" y="546"/>
                  </a:lnTo>
                  <a:lnTo>
                    <a:pt x="132" y="544"/>
                  </a:lnTo>
                  <a:lnTo>
                    <a:pt x="132" y="544"/>
                  </a:lnTo>
                  <a:lnTo>
                    <a:pt x="132" y="544"/>
                  </a:lnTo>
                  <a:lnTo>
                    <a:pt x="132" y="544"/>
                  </a:lnTo>
                  <a:lnTo>
                    <a:pt x="133" y="542"/>
                  </a:lnTo>
                  <a:lnTo>
                    <a:pt x="133" y="542"/>
                  </a:lnTo>
                  <a:lnTo>
                    <a:pt x="133" y="542"/>
                  </a:lnTo>
                  <a:lnTo>
                    <a:pt x="133" y="542"/>
                  </a:lnTo>
                  <a:lnTo>
                    <a:pt x="133" y="541"/>
                  </a:lnTo>
                  <a:lnTo>
                    <a:pt x="133" y="541"/>
                  </a:lnTo>
                  <a:lnTo>
                    <a:pt x="133" y="541"/>
                  </a:lnTo>
                  <a:lnTo>
                    <a:pt x="133" y="541"/>
                  </a:lnTo>
                  <a:lnTo>
                    <a:pt x="133" y="539"/>
                  </a:lnTo>
                  <a:lnTo>
                    <a:pt x="132" y="539"/>
                  </a:lnTo>
                  <a:lnTo>
                    <a:pt x="132" y="539"/>
                  </a:lnTo>
                  <a:lnTo>
                    <a:pt x="132" y="539"/>
                  </a:lnTo>
                  <a:lnTo>
                    <a:pt x="132" y="537"/>
                  </a:lnTo>
                  <a:lnTo>
                    <a:pt x="132" y="537"/>
                  </a:lnTo>
                  <a:lnTo>
                    <a:pt x="132" y="536"/>
                  </a:lnTo>
                  <a:lnTo>
                    <a:pt x="132" y="536"/>
                  </a:lnTo>
                  <a:lnTo>
                    <a:pt x="132" y="534"/>
                  </a:lnTo>
                  <a:lnTo>
                    <a:pt x="132" y="534"/>
                  </a:lnTo>
                  <a:lnTo>
                    <a:pt x="132" y="533"/>
                  </a:lnTo>
                  <a:lnTo>
                    <a:pt x="132" y="533"/>
                  </a:lnTo>
                  <a:lnTo>
                    <a:pt x="132" y="531"/>
                  </a:lnTo>
                  <a:lnTo>
                    <a:pt x="132" y="531"/>
                  </a:lnTo>
                  <a:lnTo>
                    <a:pt x="132" y="530"/>
                  </a:lnTo>
                  <a:lnTo>
                    <a:pt x="132" y="530"/>
                  </a:lnTo>
                  <a:lnTo>
                    <a:pt x="132" y="528"/>
                  </a:lnTo>
                  <a:lnTo>
                    <a:pt x="132" y="528"/>
                  </a:lnTo>
                  <a:lnTo>
                    <a:pt x="132" y="528"/>
                  </a:lnTo>
                  <a:lnTo>
                    <a:pt x="132" y="528"/>
                  </a:lnTo>
                  <a:lnTo>
                    <a:pt x="132" y="526"/>
                  </a:lnTo>
                  <a:lnTo>
                    <a:pt x="132" y="526"/>
                  </a:lnTo>
                  <a:lnTo>
                    <a:pt x="132" y="526"/>
                  </a:lnTo>
                  <a:lnTo>
                    <a:pt x="132" y="526"/>
                  </a:lnTo>
                  <a:lnTo>
                    <a:pt x="132" y="524"/>
                  </a:lnTo>
                  <a:lnTo>
                    <a:pt x="132" y="524"/>
                  </a:lnTo>
                  <a:lnTo>
                    <a:pt x="132" y="524"/>
                  </a:lnTo>
                  <a:lnTo>
                    <a:pt x="132" y="524"/>
                  </a:lnTo>
                  <a:lnTo>
                    <a:pt x="132" y="523"/>
                  </a:lnTo>
                  <a:lnTo>
                    <a:pt x="132" y="523"/>
                  </a:lnTo>
                  <a:lnTo>
                    <a:pt x="132" y="523"/>
                  </a:lnTo>
                  <a:lnTo>
                    <a:pt x="132" y="523"/>
                  </a:lnTo>
                  <a:lnTo>
                    <a:pt x="133" y="522"/>
                  </a:lnTo>
                  <a:lnTo>
                    <a:pt x="131" y="522"/>
                  </a:lnTo>
                  <a:lnTo>
                    <a:pt x="131" y="522"/>
                  </a:lnTo>
                  <a:lnTo>
                    <a:pt x="131" y="522"/>
                  </a:lnTo>
                  <a:lnTo>
                    <a:pt x="131" y="522"/>
                  </a:lnTo>
                  <a:lnTo>
                    <a:pt x="131" y="522"/>
                  </a:lnTo>
                  <a:lnTo>
                    <a:pt x="131" y="522"/>
                  </a:lnTo>
                  <a:lnTo>
                    <a:pt x="131" y="522"/>
                  </a:lnTo>
                  <a:lnTo>
                    <a:pt x="131" y="521"/>
                  </a:lnTo>
                  <a:lnTo>
                    <a:pt x="130" y="521"/>
                  </a:lnTo>
                  <a:lnTo>
                    <a:pt x="130" y="521"/>
                  </a:lnTo>
                  <a:lnTo>
                    <a:pt x="130" y="521"/>
                  </a:lnTo>
                  <a:lnTo>
                    <a:pt x="130" y="521"/>
                  </a:lnTo>
                  <a:lnTo>
                    <a:pt x="130" y="521"/>
                  </a:lnTo>
                  <a:lnTo>
                    <a:pt x="130" y="521"/>
                  </a:lnTo>
                  <a:lnTo>
                    <a:pt x="130" y="521"/>
                  </a:lnTo>
                  <a:lnTo>
                    <a:pt x="130" y="520"/>
                  </a:lnTo>
                  <a:lnTo>
                    <a:pt x="130" y="520"/>
                  </a:lnTo>
                  <a:lnTo>
                    <a:pt x="130" y="520"/>
                  </a:lnTo>
                  <a:lnTo>
                    <a:pt x="130" y="520"/>
                  </a:lnTo>
                  <a:lnTo>
                    <a:pt x="130" y="520"/>
                  </a:lnTo>
                  <a:lnTo>
                    <a:pt x="130" y="520"/>
                  </a:lnTo>
                  <a:lnTo>
                    <a:pt x="130" y="520"/>
                  </a:lnTo>
                  <a:lnTo>
                    <a:pt x="130" y="520"/>
                  </a:lnTo>
                  <a:lnTo>
                    <a:pt x="131" y="518"/>
                  </a:lnTo>
                  <a:lnTo>
                    <a:pt x="131" y="518"/>
                  </a:lnTo>
                  <a:lnTo>
                    <a:pt x="131" y="518"/>
                  </a:lnTo>
                  <a:lnTo>
                    <a:pt x="131" y="518"/>
                  </a:lnTo>
                  <a:lnTo>
                    <a:pt x="131" y="517"/>
                  </a:lnTo>
                  <a:lnTo>
                    <a:pt x="131" y="517"/>
                  </a:lnTo>
                  <a:lnTo>
                    <a:pt x="131" y="517"/>
                  </a:lnTo>
                  <a:lnTo>
                    <a:pt x="131" y="517"/>
                  </a:lnTo>
                  <a:lnTo>
                    <a:pt x="133" y="516"/>
                  </a:lnTo>
                  <a:lnTo>
                    <a:pt x="132" y="516"/>
                  </a:lnTo>
                  <a:lnTo>
                    <a:pt x="132" y="516"/>
                  </a:lnTo>
                  <a:lnTo>
                    <a:pt x="132" y="516"/>
                  </a:lnTo>
                  <a:lnTo>
                    <a:pt x="132" y="514"/>
                  </a:lnTo>
                  <a:lnTo>
                    <a:pt x="132" y="514"/>
                  </a:lnTo>
                  <a:lnTo>
                    <a:pt x="132" y="513"/>
                  </a:lnTo>
                  <a:lnTo>
                    <a:pt x="132" y="513"/>
                  </a:lnTo>
                  <a:lnTo>
                    <a:pt x="132" y="511"/>
                  </a:lnTo>
                  <a:lnTo>
                    <a:pt x="132" y="511"/>
                  </a:lnTo>
                  <a:lnTo>
                    <a:pt x="132" y="511"/>
                  </a:lnTo>
                  <a:lnTo>
                    <a:pt x="132" y="511"/>
                  </a:lnTo>
                  <a:lnTo>
                    <a:pt x="132" y="509"/>
                  </a:lnTo>
                  <a:lnTo>
                    <a:pt x="132" y="509"/>
                  </a:lnTo>
                  <a:lnTo>
                    <a:pt x="132" y="509"/>
                  </a:lnTo>
                  <a:lnTo>
                    <a:pt x="132" y="509"/>
                  </a:lnTo>
                  <a:lnTo>
                    <a:pt x="133" y="507"/>
                  </a:lnTo>
                  <a:lnTo>
                    <a:pt x="133" y="507"/>
                  </a:lnTo>
                  <a:lnTo>
                    <a:pt x="133" y="507"/>
                  </a:lnTo>
                  <a:lnTo>
                    <a:pt x="133" y="507"/>
                  </a:lnTo>
                  <a:lnTo>
                    <a:pt x="133" y="507"/>
                  </a:lnTo>
                  <a:lnTo>
                    <a:pt x="133" y="507"/>
                  </a:lnTo>
                  <a:lnTo>
                    <a:pt x="133" y="507"/>
                  </a:lnTo>
                  <a:lnTo>
                    <a:pt x="133" y="507"/>
                  </a:lnTo>
                  <a:lnTo>
                    <a:pt x="133" y="505"/>
                  </a:lnTo>
                  <a:lnTo>
                    <a:pt x="133" y="505"/>
                  </a:lnTo>
                  <a:lnTo>
                    <a:pt x="133" y="505"/>
                  </a:lnTo>
                  <a:lnTo>
                    <a:pt x="133" y="505"/>
                  </a:lnTo>
                  <a:lnTo>
                    <a:pt x="133" y="505"/>
                  </a:lnTo>
                  <a:lnTo>
                    <a:pt x="133" y="505"/>
                  </a:lnTo>
                  <a:lnTo>
                    <a:pt x="133" y="505"/>
                  </a:lnTo>
                  <a:lnTo>
                    <a:pt x="133" y="505"/>
                  </a:lnTo>
                  <a:lnTo>
                    <a:pt x="133" y="503"/>
                  </a:lnTo>
                  <a:lnTo>
                    <a:pt x="132" y="503"/>
                  </a:lnTo>
                  <a:lnTo>
                    <a:pt x="132" y="503"/>
                  </a:lnTo>
                  <a:lnTo>
                    <a:pt x="132" y="503"/>
                  </a:lnTo>
                  <a:lnTo>
                    <a:pt x="132" y="501"/>
                  </a:lnTo>
                  <a:lnTo>
                    <a:pt x="132" y="501"/>
                  </a:lnTo>
                  <a:lnTo>
                    <a:pt x="132" y="501"/>
                  </a:lnTo>
                  <a:lnTo>
                    <a:pt x="132" y="501"/>
                  </a:lnTo>
                  <a:lnTo>
                    <a:pt x="132" y="500"/>
                  </a:lnTo>
                  <a:lnTo>
                    <a:pt x="132" y="500"/>
                  </a:lnTo>
                  <a:lnTo>
                    <a:pt x="132" y="500"/>
                  </a:lnTo>
                  <a:lnTo>
                    <a:pt x="132" y="500"/>
                  </a:lnTo>
                  <a:lnTo>
                    <a:pt x="132" y="498"/>
                  </a:lnTo>
                  <a:lnTo>
                    <a:pt x="132" y="498"/>
                  </a:lnTo>
                  <a:lnTo>
                    <a:pt x="132" y="497"/>
                  </a:lnTo>
                  <a:lnTo>
                    <a:pt x="132" y="497"/>
                  </a:lnTo>
                  <a:lnTo>
                    <a:pt x="132" y="495"/>
                  </a:lnTo>
                  <a:lnTo>
                    <a:pt x="130" y="495"/>
                  </a:lnTo>
                  <a:lnTo>
                    <a:pt x="130" y="495"/>
                  </a:lnTo>
                  <a:lnTo>
                    <a:pt x="130" y="495"/>
                  </a:lnTo>
                  <a:lnTo>
                    <a:pt x="130" y="495"/>
                  </a:lnTo>
                  <a:lnTo>
                    <a:pt x="130" y="495"/>
                  </a:lnTo>
                  <a:lnTo>
                    <a:pt x="130" y="495"/>
                  </a:lnTo>
                  <a:lnTo>
                    <a:pt x="130" y="495"/>
                  </a:lnTo>
                  <a:lnTo>
                    <a:pt x="130" y="494"/>
                  </a:lnTo>
                  <a:lnTo>
                    <a:pt x="130" y="494"/>
                  </a:lnTo>
                  <a:lnTo>
                    <a:pt x="130" y="494"/>
                  </a:lnTo>
                  <a:lnTo>
                    <a:pt x="130" y="494"/>
                  </a:lnTo>
                  <a:lnTo>
                    <a:pt x="130" y="494"/>
                  </a:lnTo>
                  <a:lnTo>
                    <a:pt x="130" y="494"/>
                  </a:lnTo>
                  <a:lnTo>
                    <a:pt x="130" y="494"/>
                  </a:lnTo>
                  <a:lnTo>
                    <a:pt x="130" y="494"/>
                  </a:lnTo>
                  <a:lnTo>
                    <a:pt x="130" y="493"/>
                  </a:lnTo>
                  <a:lnTo>
                    <a:pt x="130" y="493"/>
                  </a:lnTo>
                  <a:lnTo>
                    <a:pt x="130" y="493"/>
                  </a:lnTo>
                  <a:lnTo>
                    <a:pt x="130" y="493"/>
                  </a:lnTo>
                  <a:lnTo>
                    <a:pt x="130" y="493"/>
                  </a:lnTo>
                  <a:lnTo>
                    <a:pt x="130" y="493"/>
                  </a:lnTo>
                  <a:lnTo>
                    <a:pt x="130" y="493"/>
                  </a:lnTo>
                  <a:lnTo>
                    <a:pt x="130" y="493"/>
                  </a:lnTo>
                  <a:lnTo>
                    <a:pt x="132" y="493"/>
                  </a:lnTo>
                  <a:lnTo>
                    <a:pt x="132" y="493"/>
                  </a:lnTo>
                  <a:lnTo>
                    <a:pt x="132" y="493"/>
                  </a:lnTo>
                  <a:lnTo>
                    <a:pt x="132" y="493"/>
                  </a:lnTo>
                  <a:lnTo>
                    <a:pt x="133" y="493"/>
                  </a:lnTo>
                  <a:lnTo>
                    <a:pt x="133" y="493"/>
                  </a:lnTo>
                  <a:lnTo>
                    <a:pt x="133" y="493"/>
                  </a:lnTo>
                  <a:lnTo>
                    <a:pt x="133" y="493"/>
                  </a:lnTo>
                  <a:lnTo>
                    <a:pt x="135" y="492"/>
                  </a:lnTo>
                  <a:lnTo>
                    <a:pt x="135" y="492"/>
                  </a:lnTo>
                  <a:lnTo>
                    <a:pt x="135" y="492"/>
                  </a:lnTo>
                  <a:lnTo>
                    <a:pt x="135" y="492"/>
                  </a:lnTo>
                  <a:lnTo>
                    <a:pt x="135" y="491"/>
                  </a:lnTo>
                  <a:lnTo>
                    <a:pt x="135" y="491"/>
                  </a:lnTo>
                  <a:lnTo>
                    <a:pt x="135" y="491"/>
                  </a:lnTo>
                  <a:lnTo>
                    <a:pt x="135" y="491"/>
                  </a:lnTo>
                  <a:lnTo>
                    <a:pt x="135" y="490"/>
                  </a:lnTo>
                  <a:lnTo>
                    <a:pt x="135" y="490"/>
                  </a:lnTo>
                  <a:lnTo>
                    <a:pt x="135" y="490"/>
                  </a:lnTo>
                  <a:lnTo>
                    <a:pt x="135" y="490"/>
                  </a:lnTo>
                  <a:lnTo>
                    <a:pt x="135" y="490"/>
                  </a:lnTo>
                  <a:lnTo>
                    <a:pt x="135" y="490"/>
                  </a:lnTo>
                  <a:lnTo>
                    <a:pt x="135" y="490"/>
                  </a:lnTo>
                  <a:lnTo>
                    <a:pt x="135" y="490"/>
                  </a:lnTo>
                  <a:lnTo>
                    <a:pt x="135" y="488"/>
                  </a:lnTo>
                  <a:lnTo>
                    <a:pt x="133" y="488"/>
                  </a:lnTo>
                  <a:lnTo>
                    <a:pt x="133" y="488"/>
                  </a:lnTo>
                  <a:lnTo>
                    <a:pt x="131" y="488"/>
                  </a:lnTo>
                  <a:lnTo>
                    <a:pt x="131" y="488"/>
                  </a:lnTo>
                  <a:lnTo>
                    <a:pt x="129" y="488"/>
                  </a:lnTo>
                  <a:lnTo>
                    <a:pt x="129" y="488"/>
                  </a:lnTo>
                  <a:lnTo>
                    <a:pt x="127" y="488"/>
                  </a:lnTo>
                  <a:lnTo>
                    <a:pt x="127" y="488"/>
                  </a:lnTo>
                  <a:lnTo>
                    <a:pt x="125" y="488"/>
                  </a:lnTo>
                  <a:lnTo>
                    <a:pt x="124" y="488"/>
                  </a:lnTo>
                  <a:lnTo>
                    <a:pt x="123" y="488"/>
                  </a:lnTo>
                  <a:lnTo>
                    <a:pt x="123" y="488"/>
                  </a:lnTo>
                  <a:lnTo>
                    <a:pt x="121" y="488"/>
                  </a:lnTo>
                  <a:lnTo>
                    <a:pt x="121" y="488"/>
                  </a:lnTo>
                  <a:lnTo>
                    <a:pt x="121" y="488"/>
                  </a:lnTo>
                  <a:lnTo>
                    <a:pt x="121" y="487"/>
                  </a:lnTo>
                  <a:lnTo>
                    <a:pt x="121" y="487"/>
                  </a:lnTo>
                  <a:lnTo>
                    <a:pt x="121" y="487"/>
                  </a:lnTo>
                  <a:lnTo>
                    <a:pt x="121" y="487"/>
                  </a:lnTo>
                  <a:lnTo>
                    <a:pt x="121" y="487"/>
                  </a:lnTo>
                  <a:lnTo>
                    <a:pt x="121" y="487"/>
                  </a:lnTo>
                  <a:lnTo>
                    <a:pt x="121" y="487"/>
                  </a:lnTo>
                  <a:lnTo>
                    <a:pt x="121" y="487"/>
                  </a:lnTo>
                  <a:lnTo>
                    <a:pt x="121" y="486"/>
                  </a:lnTo>
                  <a:lnTo>
                    <a:pt x="121" y="486"/>
                  </a:lnTo>
                  <a:lnTo>
                    <a:pt x="121" y="486"/>
                  </a:lnTo>
                  <a:lnTo>
                    <a:pt x="121" y="486"/>
                  </a:lnTo>
                  <a:lnTo>
                    <a:pt x="121" y="485"/>
                  </a:lnTo>
                  <a:lnTo>
                    <a:pt x="121" y="485"/>
                  </a:lnTo>
                  <a:lnTo>
                    <a:pt x="121" y="485"/>
                  </a:lnTo>
                  <a:lnTo>
                    <a:pt x="121" y="485"/>
                  </a:lnTo>
                  <a:lnTo>
                    <a:pt x="122" y="483"/>
                  </a:lnTo>
                  <a:lnTo>
                    <a:pt x="122" y="483"/>
                  </a:lnTo>
                  <a:lnTo>
                    <a:pt x="122" y="483"/>
                  </a:lnTo>
                  <a:lnTo>
                    <a:pt x="122" y="483"/>
                  </a:lnTo>
                  <a:lnTo>
                    <a:pt x="122" y="483"/>
                  </a:lnTo>
                  <a:lnTo>
                    <a:pt x="122" y="483"/>
                  </a:lnTo>
                  <a:lnTo>
                    <a:pt x="124" y="483"/>
                  </a:lnTo>
                  <a:lnTo>
                    <a:pt x="124" y="483"/>
                  </a:lnTo>
                  <a:lnTo>
                    <a:pt x="126" y="483"/>
                  </a:lnTo>
                  <a:lnTo>
                    <a:pt x="126" y="483"/>
                  </a:lnTo>
                  <a:lnTo>
                    <a:pt x="127" y="483"/>
                  </a:lnTo>
                  <a:lnTo>
                    <a:pt x="127" y="483"/>
                  </a:lnTo>
                  <a:lnTo>
                    <a:pt x="129" y="483"/>
                  </a:lnTo>
                  <a:lnTo>
                    <a:pt x="129" y="483"/>
                  </a:lnTo>
                  <a:lnTo>
                    <a:pt x="130" y="483"/>
                  </a:lnTo>
                  <a:lnTo>
                    <a:pt x="130" y="483"/>
                  </a:lnTo>
                  <a:lnTo>
                    <a:pt x="132" y="483"/>
                  </a:lnTo>
                  <a:lnTo>
                    <a:pt x="132" y="484"/>
                  </a:lnTo>
                  <a:lnTo>
                    <a:pt x="132" y="484"/>
                  </a:lnTo>
                  <a:lnTo>
                    <a:pt x="132" y="484"/>
                  </a:lnTo>
                  <a:lnTo>
                    <a:pt x="132" y="484"/>
                  </a:lnTo>
                  <a:lnTo>
                    <a:pt x="132" y="484"/>
                  </a:lnTo>
                  <a:lnTo>
                    <a:pt x="132" y="484"/>
                  </a:lnTo>
                  <a:lnTo>
                    <a:pt x="132" y="484"/>
                  </a:lnTo>
                  <a:lnTo>
                    <a:pt x="134" y="484"/>
                  </a:lnTo>
                  <a:lnTo>
                    <a:pt x="134" y="485"/>
                  </a:lnTo>
                  <a:lnTo>
                    <a:pt x="134" y="485"/>
                  </a:lnTo>
                  <a:lnTo>
                    <a:pt x="134" y="485"/>
                  </a:lnTo>
                  <a:lnTo>
                    <a:pt x="135" y="485"/>
                  </a:lnTo>
                  <a:lnTo>
                    <a:pt x="135" y="485"/>
                  </a:lnTo>
                  <a:lnTo>
                    <a:pt x="135" y="485"/>
                  </a:lnTo>
                  <a:lnTo>
                    <a:pt x="135" y="485"/>
                  </a:lnTo>
                  <a:lnTo>
                    <a:pt x="136" y="483"/>
                  </a:lnTo>
                  <a:lnTo>
                    <a:pt x="136" y="483"/>
                  </a:lnTo>
                  <a:lnTo>
                    <a:pt x="136" y="483"/>
                  </a:lnTo>
                  <a:lnTo>
                    <a:pt x="136" y="483"/>
                  </a:lnTo>
                  <a:lnTo>
                    <a:pt x="136" y="483"/>
                  </a:lnTo>
                  <a:lnTo>
                    <a:pt x="136" y="483"/>
                  </a:lnTo>
                  <a:lnTo>
                    <a:pt x="136" y="483"/>
                  </a:lnTo>
                  <a:lnTo>
                    <a:pt x="136" y="483"/>
                  </a:lnTo>
                  <a:lnTo>
                    <a:pt x="136" y="482"/>
                  </a:lnTo>
                  <a:lnTo>
                    <a:pt x="136" y="482"/>
                  </a:lnTo>
                  <a:lnTo>
                    <a:pt x="136" y="482"/>
                  </a:lnTo>
                  <a:lnTo>
                    <a:pt x="136" y="482"/>
                  </a:lnTo>
                  <a:lnTo>
                    <a:pt x="136" y="480"/>
                  </a:lnTo>
                  <a:lnTo>
                    <a:pt x="136" y="480"/>
                  </a:lnTo>
                  <a:lnTo>
                    <a:pt x="136" y="480"/>
                  </a:lnTo>
                  <a:lnTo>
                    <a:pt x="136" y="480"/>
                  </a:lnTo>
                  <a:lnTo>
                    <a:pt x="137" y="478"/>
                  </a:lnTo>
                  <a:lnTo>
                    <a:pt x="137" y="479"/>
                  </a:lnTo>
                  <a:lnTo>
                    <a:pt x="137" y="479"/>
                  </a:lnTo>
                  <a:lnTo>
                    <a:pt x="137" y="479"/>
                  </a:lnTo>
                  <a:lnTo>
                    <a:pt x="138" y="479"/>
                  </a:lnTo>
                  <a:lnTo>
                    <a:pt x="138" y="479"/>
                  </a:lnTo>
                  <a:lnTo>
                    <a:pt x="139" y="479"/>
                  </a:lnTo>
                  <a:lnTo>
                    <a:pt x="139" y="479"/>
                  </a:lnTo>
                  <a:lnTo>
                    <a:pt x="141" y="479"/>
                  </a:lnTo>
                  <a:lnTo>
                    <a:pt x="141" y="480"/>
                  </a:lnTo>
                  <a:lnTo>
                    <a:pt x="141" y="480"/>
                  </a:lnTo>
                  <a:lnTo>
                    <a:pt x="141" y="480"/>
                  </a:lnTo>
                  <a:lnTo>
                    <a:pt x="143" y="480"/>
                  </a:lnTo>
                  <a:lnTo>
                    <a:pt x="143" y="480"/>
                  </a:lnTo>
                  <a:lnTo>
                    <a:pt x="143" y="480"/>
                  </a:lnTo>
                  <a:lnTo>
                    <a:pt x="143" y="480"/>
                  </a:lnTo>
                  <a:lnTo>
                    <a:pt x="144" y="480"/>
                  </a:lnTo>
                  <a:lnTo>
                    <a:pt x="144" y="480"/>
                  </a:lnTo>
                  <a:lnTo>
                    <a:pt x="144" y="480"/>
                  </a:lnTo>
                  <a:lnTo>
                    <a:pt x="144" y="480"/>
                  </a:lnTo>
                  <a:lnTo>
                    <a:pt x="145" y="478"/>
                  </a:lnTo>
                  <a:lnTo>
                    <a:pt x="145" y="478"/>
                  </a:lnTo>
                  <a:lnTo>
                    <a:pt x="145" y="476"/>
                  </a:lnTo>
                  <a:lnTo>
                    <a:pt x="145" y="476"/>
                  </a:lnTo>
                  <a:lnTo>
                    <a:pt x="147" y="474"/>
                  </a:lnTo>
                  <a:lnTo>
                    <a:pt x="147" y="474"/>
                  </a:lnTo>
                  <a:lnTo>
                    <a:pt x="147" y="473"/>
                  </a:lnTo>
                  <a:lnTo>
                    <a:pt x="147" y="473"/>
                  </a:lnTo>
                  <a:lnTo>
                    <a:pt x="149" y="471"/>
                  </a:lnTo>
                  <a:lnTo>
                    <a:pt x="149" y="471"/>
                  </a:lnTo>
                  <a:lnTo>
                    <a:pt x="149" y="470"/>
                  </a:lnTo>
                  <a:lnTo>
                    <a:pt x="149" y="470"/>
                  </a:lnTo>
                  <a:lnTo>
                    <a:pt x="151" y="468"/>
                  </a:lnTo>
                  <a:lnTo>
                    <a:pt x="151" y="468"/>
                  </a:lnTo>
                  <a:lnTo>
                    <a:pt x="151" y="468"/>
                  </a:lnTo>
                  <a:lnTo>
                    <a:pt x="151" y="468"/>
                  </a:lnTo>
                  <a:lnTo>
                    <a:pt x="151" y="468"/>
                  </a:lnTo>
                  <a:lnTo>
                    <a:pt x="151" y="468"/>
                  </a:lnTo>
                  <a:lnTo>
                    <a:pt x="151" y="468"/>
                  </a:lnTo>
                  <a:lnTo>
                    <a:pt x="151" y="468"/>
                  </a:lnTo>
                  <a:lnTo>
                    <a:pt x="151" y="467"/>
                  </a:lnTo>
                  <a:lnTo>
                    <a:pt x="151" y="467"/>
                  </a:lnTo>
                  <a:lnTo>
                    <a:pt x="151" y="467"/>
                  </a:lnTo>
                  <a:lnTo>
                    <a:pt x="151" y="467"/>
                  </a:lnTo>
                  <a:lnTo>
                    <a:pt x="151" y="466"/>
                  </a:lnTo>
                  <a:lnTo>
                    <a:pt x="151" y="466"/>
                  </a:lnTo>
                  <a:lnTo>
                    <a:pt x="151" y="466"/>
                  </a:lnTo>
                  <a:lnTo>
                    <a:pt x="151" y="466"/>
                  </a:lnTo>
                  <a:lnTo>
                    <a:pt x="152" y="464"/>
                  </a:lnTo>
                  <a:lnTo>
                    <a:pt x="152" y="464"/>
                  </a:lnTo>
                  <a:lnTo>
                    <a:pt x="152" y="464"/>
                  </a:lnTo>
                  <a:lnTo>
                    <a:pt x="152" y="464"/>
                  </a:lnTo>
                  <a:lnTo>
                    <a:pt x="152" y="464"/>
                  </a:lnTo>
                  <a:lnTo>
                    <a:pt x="152" y="464"/>
                  </a:lnTo>
                  <a:lnTo>
                    <a:pt x="152" y="464"/>
                  </a:lnTo>
                  <a:lnTo>
                    <a:pt x="152" y="464"/>
                  </a:lnTo>
                  <a:lnTo>
                    <a:pt x="153" y="463"/>
                  </a:lnTo>
                  <a:lnTo>
                    <a:pt x="153" y="463"/>
                  </a:lnTo>
                  <a:lnTo>
                    <a:pt x="153" y="463"/>
                  </a:lnTo>
                  <a:lnTo>
                    <a:pt x="153" y="463"/>
                  </a:lnTo>
                  <a:lnTo>
                    <a:pt x="153" y="463"/>
                  </a:lnTo>
                  <a:lnTo>
                    <a:pt x="153" y="463"/>
                  </a:lnTo>
                  <a:lnTo>
                    <a:pt x="153" y="463"/>
                  </a:lnTo>
                  <a:lnTo>
                    <a:pt x="153" y="463"/>
                  </a:lnTo>
                  <a:lnTo>
                    <a:pt x="154" y="462"/>
                  </a:lnTo>
                  <a:lnTo>
                    <a:pt x="154" y="463"/>
                  </a:lnTo>
                  <a:lnTo>
                    <a:pt x="154" y="463"/>
                  </a:lnTo>
                  <a:lnTo>
                    <a:pt x="154" y="463"/>
                  </a:lnTo>
                  <a:lnTo>
                    <a:pt x="154" y="463"/>
                  </a:lnTo>
                  <a:lnTo>
                    <a:pt x="154" y="464"/>
                  </a:lnTo>
                  <a:lnTo>
                    <a:pt x="154" y="464"/>
                  </a:lnTo>
                  <a:lnTo>
                    <a:pt x="154" y="464"/>
                  </a:lnTo>
                  <a:lnTo>
                    <a:pt x="156" y="464"/>
                  </a:lnTo>
                  <a:lnTo>
                    <a:pt x="156" y="466"/>
                  </a:lnTo>
                  <a:lnTo>
                    <a:pt x="156" y="466"/>
                  </a:lnTo>
                  <a:lnTo>
                    <a:pt x="156" y="466"/>
                  </a:lnTo>
                  <a:lnTo>
                    <a:pt x="156" y="466"/>
                  </a:lnTo>
                  <a:lnTo>
                    <a:pt x="156" y="466"/>
                  </a:lnTo>
                  <a:lnTo>
                    <a:pt x="156" y="466"/>
                  </a:lnTo>
                  <a:lnTo>
                    <a:pt x="156" y="466"/>
                  </a:lnTo>
                  <a:lnTo>
                    <a:pt x="156" y="466"/>
                  </a:lnTo>
                  <a:lnTo>
                    <a:pt x="155" y="468"/>
                  </a:lnTo>
                  <a:lnTo>
                    <a:pt x="155" y="468"/>
                  </a:lnTo>
                  <a:lnTo>
                    <a:pt x="155" y="468"/>
                  </a:lnTo>
                  <a:lnTo>
                    <a:pt x="155" y="468"/>
                  </a:lnTo>
                  <a:lnTo>
                    <a:pt x="155" y="468"/>
                  </a:lnTo>
                  <a:lnTo>
                    <a:pt x="155" y="468"/>
                  </a:lnTo>
                  <a:lnTo>
                    <a:pt x="155" y="468"/>
                  </a:lnTo>
                  <a:lnTo>
                    <a:pt x="155" y="468"/>
                  </a:lnTo>
                  <a:lnTo>
                    <a:pt x="154" y="470"/>
                  </a:lnTo>
                  <a:lnTo>
                    <a:pt x="154" y="470"/>
                  </a:lnTo>
                  <a:lnTo>
                    <a:pt x="154" y="470"/>
                  </a:lnTo>
                  <a:lnTo>
                    <a:pt x="154" y="470"/>
                  </a:lnTo>
                  <a:lnTo>
                    <a:pt x="154" y="470"/>
                  </a:lnTo>
                  <a:lnTo>
                    <a:pt x="154" y="470"/>
                  </a:lnTo>
                  <a:lnTo>
                    <a:pt x="154" y="470"/>
                  </a:lnTo>
                  <a:lnTo>
                    <a:pt x="154" y="470"/>
                  </a:lnTo>
                  <a:lnTo>
                    <a:pt x="154" y="471"/>
                  </a:lnTo>
                  <a:lnTo>
                    <a:pt x="154" y="471"/>
                  </a:lnTo>
                  <a:lnTo>
                    <a:pt x="154" y="471"/>
                  </a:lnTo>
                  <a:lnTo>
                    <a:pt x="154" y="471"/>
                  </a:lnTo>
                  <a:lnTo>
                    <a:pt x="154" y="471"/>
                  </a:lnTo>
                  <a:lnTo>
                    <a:pt x="154" y="471"/>
                  </a:lnTo>
                  <a:lnTo>
                    <a:pt x="154" y="471"/>
                  </a:lnTo>
                  <a:lnTo>
                    <a:pt x="156" y="471"/>
                  </a:lnTo>
                  <a:lnTo>
                    <a:pt x="156" y="471"/>
                  </a:lnTo>
                  <a:lnTo>
                    <a:pt x="156" y="471"/>
                  </a:lnTo>
                  <a:lnTo>
                    <a:pt x="156" y="471"/>
                  </a:lnTo>
                  <a:lnTo>
                    <a:pt x="156" y="471"/>
                  </a:lnTo>
                  <a:lnTo>
                    <a:pt x="156" y="471"/>
                  </a:lnTo>
                  <a:lnTo>
                    <a:pt x="156" y="471"/>
                  </a:lnTo>
                  <a:lnTo>
                    <a:pt x="156" y="471"/>
                  </a:lnTo>
                  <a:lnTo>
                    <a:pt x="158" y="471"/>
                  </a:lnTo>
                  <a:lnTo>
                    <a:pt x="158" y="471"/>
                  </a:lnTo>
                  <a:lnTo>
                    <a:pt x="158" y="471"/>
                  </a:lnTo>
                  <a:lnTo>
                    <a:pt x="158" y="471"/>
                  </a:lnTo>
                  <a:lnTo>
                    <a:pt x="158" y="471"/>
                  </a:lnTo>
                  <a:lnTo>
                    <a:pt x="158" y="471"/>
                  </a:lnTo>
                  <a:lnTo>
                    <a:pt x="158" y="471"/>
                  </a:lnTo>
                  <a:lnTo>
                    <a:pt x="158" y="471"/>
                  </a:lnTo>
                  <a:lnTo>
                    <a:pt x="158" y="469"/>
                  </a:lnTo>
                  <a:lnTo>
                    <a:pt x="158" y="469"/>
                  </a:lnTo>
                  <a:lnTo>
                    <a:pt x="158" y="469"/>
                  </a:lnTo>
                  <a:lnTo>
                    <a:pt x="158" y="469"/>
                  </a:lnTo>
                  <a:lnTo>
                    <a:pt x="158" y="466"/>
                  </a:lnTo>
                  <a:lnTo>
                    <a:pt x="158" y="466"/>
                  </a:lnTo>
                  <a:lnTo>
                    <a:pt x="158" y="466"/>
                  </a:lnTo>
                  <a:lnTo>
                    <a:pt x="158" y="466"/>
                  </a:lnTo>
                  <a:lnTo>
                    <a:pt x="160" y="464"/>
                  </a:lnTo>
                  <a:lnTo>
                    <a:pt x="160" y="464"/>
                  </a:lnTo>
                  <a:lnTo>
                    <a:pt x="160" y="464"/>
                  </a:lnTo>
                  <a:lnTo>
                    <a:pt x="160" y="464"/>
                  </a:lnTo>
                  <a:lnTo>
                    <a:pt x="161" y="463"/>
                  </a:lnTo>
                  <a:lnTo>
                    <a:pt x="161" y="463"/>
                  </a:lnTo>
                  <a:lnTo>
                    <a:pt x="161" y="463"/>
                  </a:lnTo>
                  <a:lnTo>
                    <a:pt x="161" y="463"/>
                  </a:lnTo>
                  <a:lnTo>
                    <a:pt x="163" y="461"/>
                  </a:lnTo>
                  <a:lnTo>
                    <a:pt x="163" y="461"/>
                  </a:lnTo>
                  <a:lnTo>
                    <a:pt x="163" y="461"/>
                  </a:lnTo>
                  <a:lnTo>
                    <a:pt x="163" y="461"/>
                  </a:lnTo>
                  <a:lnTo>
                    <a:pt x="164" y="459"/>
                  </a:lnTo>
                  <a:lnTo>
                    <a:pt x="164" y="459"/>
                  </a:lnTo>
                  <a:lnTo>
                    <a:pt x="164" y="459"/>
                  </a:lnTo>
                  <a:lnTo>
                    <a:pt x="164" y="459"/>
                  </a:lnTo>
                  <a:lnTo>
                    <a:pt x="166" y="457"/>
                  </a:lnTo>
                  <a:lnTo>
                    <a:pt x="165" y="457"/>
                  </a:lnTo>
                  <a:lnTo>
                    <a:pt x="165" y="457"/>
                  </a:lnTo>
                  <a:lnTo>
                    <a:pt x="165" y="457"/>
                  </a:lnTo>
                  <a:lnTo>
                    <a:pt x="165" y="456"/>
                  </a:lnTo>
                  <a:lnTo>
                    <a:pt x="165" y="456"/>
                  </a:lnTo>
                  <a:lnTo>
                    <a:pt x="165" y="455"/>
                  </a:lnTo>
                  <a:lnTo>
                    <a:pt x="165" y="455"/>
                  </a:lnTo>
                  <a:lnTo>
                    <a:pt x="165" y="453"/>
                  </a:lnTo>
                  <a:lnTo>
                    <a:pt x="164" y="453"/>
                  </a:lnTo>
                  <a:lnTo>
                    <a:pt x="164" y="452"/>
                  </a:lnTo>
                  <a:lnTo>
                    <a:pt x="164" y="452"/>
                  </a:lnTo>
                  <a:lnTo>
                    <a:pt x="164" y="450"/>
                  </a:lnTo>
                  <a:lnTo>
                    <a:pt x="164" y="450"/>
                  </a:lnTo>
                  <a:lnTo>
                    <a:pt x="164" y="449"/>
                  </a:lnTo>
                  <a:lnTo>
                    <a:pt x="164" y="449"/>
                  </a:lnTo>
                  <a:lnTo>
                    <a:pt x="165" y="447"/>
                  </a:lnTo>
                  <a:lnTo>
                    <a:pt x="163" y="447"/>
                  </a:lnTo>
                  <a:lnTo>
                    <a:pt x="163" y="447"/>
                  </a:lnTo>
                  <a:lnTo>
                    <a:pt x="163" y="447"/>
                  </a:lnTo>
                  <a:lnTo>
                    <a:pt x="163" y="447"/>
                  </a:lnTo>
                  <a:lnTo>
                    <a:pt x="162" y="447"/>
                  </a:lnTo>
                  <a:lnTo>
                    <a:pt x="162" y="447"/>
                  </a:lnTo>
                  <a:lnTo>
                    <a:pt x="162" y="447"/>
                  </a:lnTo>
                  <a:lnTo>
                    <a:pt x="162" y="447"/>
                  </a:lnTo>
                  <a:lnTo>
                    <a:pt x="160" y="447"/>
                  </a:lnTo>
                  <a:lnTo>
                    <a:pt x="160" y="447"/>
                  </a:lnTo>
                  <a:lnTo>
                    <a:pt x="160" y="447"/>
                  </a:lnTo>
                  <a:lnTo>
                    <a:pt x="160" y="447"/>
                  </a:lnTo>
                  <a:lnTo>
                    <a:pt x="160" y="447"/>
                  </a:lnTo>
                  <a:lnTo>
                    <a:pt x="160" y="447"/>
                  </a:lnTo>
                  <a:lnTo>
                    <a:pt x="160" y="447"/>
                  </a:lnTo>
                  <a:lnTo>
                    <a:pt x="160" y="447"/>
                  </a:lnTo>
                  <a:lnTo>
                    <a:pt x="158" y="449"/>
                  </a:lnTo>
                  <a:lnTo>
                    <a:pt x="158" y="449"/>
                  </a:lnTo>
                  <a:lnTo>
                    <a:pt x="158" y="449"/>
                  </a:lnTo>
                  <a:lnTo>
                    <a:pt x="158" y="449"/>
                  </a:lnTo>
                  <a:lnTo>
                    <a:pt x="156" y="450"/>
                  </a:lnTo>
                  <a:lnTo>
                    <a:pt x="156" y="450"/>
                  </a:lnTo>
                  <a:lnTo>
                    <a:pt x="156" y="450"/>
                  </a:lnTo>
                  <a:lnTo>
                    <a:pt x="156" y="450"/>
                  </a:lnTo>
                  <a:lnTo>
                    <a:pt x="154" y="452"/>
                  </a:lnTo>
                  <a:lnTo>
                    <a:pt x="154" y="452"/>
                  </a:lnTo>
                  <a:lnTo>
                    <a:pt x="154" y="452"/>
                  </a:lnTo>
                  <a:lnTo>
                    <a:pt x="154" y="452"/>
                  </a:lnTo>
                  <a:lnTo>
                    <a:pt x="152" y="453"/>
                  </a:lnTo>
                  <a:lnTo>
                    <a:pt x="152" y="453"/>
                  </a:lnTo>
                  <a:lnTo>
                    <a:pt x="152" y="453"/>
                  </a:lnTo>
                  <a:lnTo>
                    <a:pt x="152" y="453"/>
                  </a:lnTo>
                  <a:lnTo>
                    <a:pt x="151" y="455"/>
                  </a:lnTo>
                  <a:lnTo>
                    <a:pt x="151" y="455"/>
                  </a:lnTo>
                  <a:lnTo>
                    <a:pt x="149" y="455"/>
                  </a:lnTo>
                  <a:lnTo>
                    <a:pt x="149" y="455"/>
                  </a:lnTo>
                  <a:lnTo>
                    <a:pt x="147" y="455"/>
                  </a:lnTo>
                  <a:lnTo>
                    <a:pt x="147" y="455"/>
                  </a:lnTo>
                  <a:lnTo>
                    <a:pt x="147" y="455"/>
                  </a:lnTo>
                  <a:lnTo>
                    <a:pt x="147" y="455"/>
                  </a:lnTo>
                  <a:lnTo>
                    <a:pt x="145" y="456"/>
                  </a:lnTo>
                  <a:lnTo>
                    <a:pt x="145" y="456"/>
                  </a:lnTo>
                  <a:lnTo>
                    <a:pt x="144" y="456"/>
                  </a:lnTo>
                  <a:lnTo>
                    <a:pt x="144" y="456"/>
                  </a:lnTo>
                  <a:lnTo>
                    <a:pt x="143" y="456"/>
                  </a:lnTo>
                  <a:lnTo>
                    <a:pt x="143" y="456"/>
                  </a:lnTo>
                  <a:lnTo>
                    <a:pt x="143" y="456"/>
                  </a:lnTo>
                  <a:lnTo>
                    <a:pt x="143" y="456"/>
                  </a:lnTo>
                  <a:lnTo>
                    <a:pt x="141" y="456"/>
                  </a:lnTo>
                  <a:lnTo>
                    <a:pt x="141" y="456"/>
                  </a:lnTo>
                  <a:lnTo>
                    <a:pt x="141" y="456"/>
                  </a:lnTo>
                  <a:lnTo>
                    <a:pt x="141" y="456"/>
                  </a:lnTo>
                  <a:lnTo>
                    <a:pt x="140" y="456"/>
                  </a:lnTo>
                  <a:lnTo>
                    <a:pt x="140" y="456"/>
                  </a:lnTo>
                  <a:lnTo>
                    <a:pt x="140" y="456"/>
                  </a:lnTo>
                  <a:lnTo>
                    <a:pt x="140" y="454"/>
                  </a:lnTo>
                  <a:lnTo>
                    <a:pt x="139" y="454"/>
                  </a:lnTo>
                  <a:lnTo>
                    <a:pt x="139" y="454"/>
                  </a:lnTo>
                  <a:lnTo>
                    <a:pt x="139" y="454"/>
                  </a:lnTo>
                  <a:lnTo>
                    <a:pt x="139" y="452"/>
                  </a:lnTo>
                  <a:lnTo>
                    <a:pt x="139" y="452"/>
                  </a:lnTo>
                  <a:lnTo>
                    <a:pt x="139" y="452"/>
                  </a:lnTo>
                  <a:lnTo>
                    <a:pt x="139" y="452"/>
                  </a:lnTo>
                  <a:lnTo>
                    <a:pt x="139" y="451"/>
                  </a:lnTo>
                  <a:lnTo>
                    <a:pt x="137" y="451"/>
                  </a:lnTo>
                  <a:lnTo>
                    <a:pt x="137" y="451"/>
                  </a:lnTo>
                  <a:lnTo>
                    <a:pt x="136" y="451"/>
                  </a:lnTo>
                  <a:lnTo>
                    <a:pt x="136" y="451"/>
                  </a:lnTo>
                  <a:lnTo>
                    <a:pt x="134" y="451"/>
                  </a:lnTo>
                  <a:lnTo>
                    <a:pt x="134" y="451"/>
                  </a:lnTo>
                  <a:lnTo>
                    <a:pt x="134" y="451"/>
                  </a:lnTo>
                  <a:lnTo>
                    <a:pt x="134" y="449"/>
                  </a:lnTo>
                  <a:lnTo>
                    <a:pt x="132" y="449"/>
                  </a:lnTo>
                  <a:lnTo>
                    <a:pt x="132" y="449"/>
                  </a:lnTo>
                  <a:lnTo>
                    <a:pt x="131" y="449"/>
                  </a:lnTo>
                  <a:lnTo>
                    <a:pt x="131" y="449"/>
                  </a:lnTo>
                  <a:lnTo>
                    <a:pt x="130" y="449"/>
                  </a:lnTo>
                  <a:lnTo>
                    <a:pt x="130" y="449"/>
                  </a:lnTo>
                  <a:lnTo>
                    <a:pt x="130" y="449"/>
                  </a:lnTo>
                  <a:lnTo>
                    <a:pt x="130" y="447"/>
                  </a:lnTo>
                  <a:lnTo>
                    <a:pt x="128" y="449"/>
                  </a:lnTo>
                  <a:lnTo>
                    <a:pt x="128" y="449"/>
                  </a:lnTo>
                  <a:lnTo>
                    <a:pt x="127" y="449"/>
                  </a:lnTo>
                  <a:lnTo>
                    <a:pt x="127" y="449"/>
                  </a:lnTo>
                  <a:lnTo>
                    <a:pt x="124" y="449"/>
                  </a:lnTo>
                  <a:lnTo>
                    <a:pt x="124" y="449"/>
                  </a:lnTo>
                  <a:lnTo>
                    <a:pt x="123" y="449"/>
                  </a:lnTo>
                  <a:lnTo>
                    <a:pt x="123" y="449"/>
                  </a:lnTo>
                  <a:lnTo>
                    <a:pt x="122" y="449"/>
                  </a:lnTo>
                  <a:lnTo>
                    <a:pt x="122" y="449"/>
                  </a:lnTo>
                  <a:lnTo>
                    <a:pt x="119" y="449"/>
                  </a:lnTo>
                  <a:lnTo>
                    <a:pt x="119" y="449"/>
                  </a:lnTo>
                  <a:lnTo>
                    <a:pt x="119" y="449"/>
                  </a:lnTo>
                  <a:lnTo>
                    <a:pt x="119" y="449"/>
                  </a:lnTo>
                  <a:lnTo>
                    <a:pt x="119" y="449"/>
                  </a:lnTo>
                  <a:lnTo>
                    <a:pt x="119" y="447"/>
                  </a:lnTo>
                  <a:lnTo>
                    <a:pt x="118" y="447"/>
                  </a:lnTo>
                  <a:lnTo>
                    <a:pt x="118" y="447"/>
                  </a:lnTo>
                  <a:lnTo>
                    <a:pt x="118" y="447"/>
                  </a:lnTo>
                  <a:lnTo>
                    <a:pt x="118" y="447"/>
                  </a:lnTo>
                  <a:lnTo>
                    <a:pt x="118" y="447"/>
                  </a:lnTo>
                  <a:lnTo>
                    <a:pt x="118" y="447"/>
                  </a:lnTo>
                  <a:lnTo>
                    <a:pt x="118" y="447"/>
                  </a:lnTo>
                  <a:lnTo>
                    <a:pt x="119" y="446"/>
                  </a:lnTo>
                  <a:lnTo>
                    <a:pt x="119" y="446"/>
                  </a:lnTo>
                  <a:lnTo>
                    <a:pt x="119" y="446"/>
                  </a:lnTo>
                  <a:lnTo>
                    <a:pt x="119" y="446"/>
                  </a:lnTo>
                  <a:lnTo>
                    <a:pt x="119" y="446"/>
                  </a:lnTo>
                  <a:lnTo>
                    <a:pt x="119" y="446"/>
                  </a:lnTo>
                  <a:lnTo>
                    <a:pt x="119" y="446"/>
                  </a:lnTo>
                  <a:lnTo>
                    <a:pt x="119" y="446"/>
                  </a:lnTo>
                  <a:lnTo>
                    <a:pt x="121" y="444"/>
                  </a:lnTo>
                  <a:lnTo>
                    <a:pt x="121" y="444"/>
                  </a:lnTo>
                  <a:lnTo>
                    <a:pt x="121" y="444"/>
                  </a:lnTo>
                  <a:lnTo>
                    <a:pt x="121" y="444"/>
                  </a:lnTo>
                  <a:lnTo>
                    <a:pt x="121" y="444"/>
                  </a:lnTo>
                  <a:lnTo>
                    <a:pt x="121" y="444"/>
                  </a:lnTo>
                  <a:lnTo>
                    <a:pt x="121" y="444"/>
                  </a:lnTo>
                  <a:lnTo>
                    <a:pt x="121" y="444"/>
                  </a:lnTo>
                  <a:lnTo>
                    <a:pt x="122" y="443"/>
                  </a:lnTo>
                  <a:lnTo>
                    <a:pt x="122" y="443"/>
                  </a:lnTo>
                  <a:lnTo>
                    <a:pt x="122" y="443"/>
                  </a:lnTo>
                  <a:lnTo>
                    <a:pt x="122" y="443"/>
                  </a:lnTo>
                  <a:lnTo>
                    <a:pt x="123" y="443"/>
                  </a:lnTo>
                  <a:lnTo>
                    <a:pt x="123" y="443"/>
                  </a:lnTo>
                  <a:lnTo>
                    <a:pt x="123" y="443"/>
                  </a:lnTo>
                  <a:lnTo>
                    <a:pt x="123" y="443"/>
                  </a:lnTo>
                  <a:lnTo>
                    <a:pt x="124" y="442"/>
                  </a:lnTo>
                  <a:lnTo>
                    <a:pt x="124" y="442"/>
                  </a:lnTo>
                  <a:lnTo>
                    <a:pt x="124" y="442"/>
                  </a:lnTo>
                  <a:lnTo>
                    <a:pt x="124" y="442"/>
                  </a:lnTo>
                  <a:lnTo>
                    <a:pt x="125" y="442"/>
                  </a:lnTo>
                  <a:lnTo>
                    <a:pt x="125" y="442"/>
                  </a:lnTo>
                  <a:lnTo>
                    <a:pt x="125" y="442"/>
                  </a:lnTo>
                  <a:lnTo>
                    <a:pt x="125" y="442"/>
                  </a:lnTo>
                  <a:lnTo>
                    <a:pt x="127" y="442"/>
                  </a:lnTo>
                  <a:lnTo>
                    <a:pt x="127" y="442"/>
                  </a:lnTo>
                  <a:lnTo>
                    <a:pt x="127" y="442"/>
                  </a:lnTo>
                  <a:lnTo>
                    <a:pt x="127" y="442"/>
                  </a:lnTo>
                  <a:lnTo>
                    <a:pt x="129" y="442"/>
                  </a:lnTo>
                  <a:lnTo>
                    <a:pt x="129" y="442"/>
                  </a:lnTo>
                  <a:lnTo>
                    <a:pt x="129" y="442"/>
                  </a:lnTo>
                  <a:lnTo>
                    <a:pt x="129" y="442"/>
                  </a:lnTo>
                  <a:lnTo>
                    <a:pt x="131" y="442"/>
                  </a:lnTo>
                  <a:lnTo>
                    <a:pt x="131" y="442"/>
                  </a:lnTo>
                  <a:lnTo>
                    <a:pt x="131" y="442"/>
                  </a:lnTo>
                  <a:lnTo>
                    <a:pt x="131" y="442"/>
                  </a:lnTo>
                  <a:lnTo>
                    <a:pt x="131" y="442"/>
                  </a:lnTo>
                  <a:lnTo>
                    <a:pt x="131" y="442"/>
                  </a:lnTo>
                  <a:lnTo>
                    <a:pt x="131" y="442"/>
                  </a:lnTo>
                  <a:lnTo>
                    <a:pt x="131" y="442"/>
                  </a:lnTo>
                  <a:lnTo>
                    <a:pt x="133" y="442"/>
                  </a:lnTo>
                  <a:lnTo>
                    <a:pt x="133" y="442"/>
                  </a:lnTo>
                  <a:lnTo>
                    <a:pt x="133" y="442"/>
                  </a:lnTo>
                  <a:lnTo>
                    <a:pt x="133" y="442"/>
                  </a:lnTo>
                  <a:lnTo>
                    <a:pt x="134" y="442"/>
                  </a:lnTo>
                  <a:lnTo>
                    <a:pt x="134" y="442"/>
                  </a:lnTo>
                  <a:lnTo>
                    <a:pt x="134" y="442"/>
                  </a:lnTo>
                  <a:lnTo>
                    <a:pt x="134" y="442"/>
                  </a:lnTo>
                  <a:lnTo>
                    <a:pt x="136" y="442"/>
                  </a:lnTo>
                  <a:lnTo>
                    <a:pt x="136" y="444"/>
                  </a:lnTo>
                  <a:lnTo>
                    <a:pt x="136" y="444"/>
                  </a:lnTo>
                  <a:lnTo>
                    <a:pt x="136" y="444"/>
                  </a:lnTo>
                  <a:lnTo>
                    <a:pt x="137" y="444"/>
                  </a:lnTo>
                  <a:lnTo>
                    <a:pt x="137" y="444"/>
                  </a:lnTo>
                  <a:lnTo>
                    <a:pt x="137" y="444"/>
                  </a:lnTo>
                  <a:lnTo>
                    <a:pt x="137" y="444"/>
                  </a:lnTo>
                  <a:lnTo>
                    <a:pt x="139" y="444"/>
                  </a:lnTo>
                  <a:lnTo>
                    <a:pt x="139" y="444"/>
                  </a:lnTo>
                  <a:lnTo>
                    <a:pt x="139" y="444"/>
                  </a:lnTo>
                  <a:lnTo>
                    <a:pt x="139" y="444"/>
                  </a:lnTo>
                  <a:lnTo>
                    <a:pt x="141" y="444"/>
                  </a:lnTo>
                  <a:lnTo>
                    <a:pt x="141" y="444"/>
                  </a:lnTo>
                  <a:lnTo>
                    <a:pt x="141" y="444"/>
                  </a:lnTo>
                  <a:lnTo>
                    <a:pt x="141" y="444"/>
                  </a:lnTo>
                  <a:lnTo>
                    <a:pt x="143" y="444"/>
                  </a:lnTo>
                  <a:lnTo>
                    <a:pt x="143" y="444"/>
                  </a:lnTo>
                  <a:lnTo>
                    <a:pt x="143" y="444"/>
                  </a:lnTo>
                  <a:lnTo>
                    <a:pt x="143" y="444"/>
                  </a:lnTo>
                  <a:lnTo>
                    <a:pt x="143" y="444"/>
                  </a:lnTo>
                  <a:lnTo>
                    <a:pt x="143" y="444"/>
                  </a:lnTo>
                  <a:lnTo>
                    <a:pt x="143" y="444"/>
                  </a:lnTo>
                  <a:lnTo>
                    <a:pt x="143" y="444"/>
                  </a:lnTo>
                  <a:lnTo>
                    <a:pt x="144" y="443"/>
                  </a:lnTo>
                  <a:lnTo>
                    <a:pt x="144" y="443"/>
                  </a:lnTo>
                  <a:lnTo>
                    <a:pt x="144" y="443"/>
                  </a:lnTo>
                  <a:lnTo>
                    <a:pt x="144" y="443"/>
                  </a:lnTo>
                  <a:lnTo>
                    <a:pt x="144" y="443"/>
                  </a:lnTo>
                  <a:lnTo>
                    <a:pt x="144" y="443"/>
                  </a:lnTo>
                  <a:lnTo>
                    <a:pt x="144" y="443"/>
                  </a:lnTo>
                  <a:lnTo>
                    <a:pt x="144" y="443"/>
                  </a:lnTo>
                  <a:lnTo>
                    <a:pt x="145" y="442"/>
                  </a:lnTo>
                  <a:lnTo>
                    <a:pt x="145" y="443"/>
                  </a:lnTo>
                  <a:lnTo>
                    <a:pt x="145" y="443"/>
                  </a:lnTo>
                  <a:lnTo>
                    <a:pt x="145" y="443"/>
                  </a:lnTo>
                  <a:lnTo>
                    <a:pt x="146" y="443"/>
                  </a:lnTo>
                  <a:lnTo>
                    <a:pt x="146" y="444"/>
                  </a:lnTo>
                  <a:lnTo>
                    <a:pt x="146" y="444"/>
                  </a:lnTo>
                  <a:lnTo>
                    <a:pt x="146" y="444"/>
                  </a:lnTo>
                  <a:lnTo>
                    <a:pt x="149" y="444"/>
                  </a:lnTo>
                  <a:lnTo>
                    <a:pt x="149" y="447"/>
                  </a:lnTo>
                  <a:lnTo>
                    <a:pt x="149" y="447"/>
                  </a:lnTo>
                  <a:lnTo>
                    <a:pt x="149" y="447"/>
                  </a:lnTo>
                  <a:lnTo>
                    <a:pt x="151" y="447"/>
                  </a:lnTo>
                  <a:lnTo>
                    <a:pt x="151" y="447"/>
                  </a:lnTo>
                  <a:lnTo>
                    <a:pt x="151" y="447"/>
                  </a:lnTo>
                  <a:lnTo>
                    <a:pt x="151" y="447"/>
                  </a:lnTo>
                  <a:lnTo>
                    <a:pt x="152" y="447"/>
                  </a:lnTo>
                  <a:lnTo>
                    <a:pt x="152" y="447"/>
                  </a:lnTo>
                  <a:lnTo>
                    <a:pt x="152" y="447"/>
                  </a:lnTo>
                  <a:lnTo>
                    <a:pt x="152" y="447"/>
                  </a:lnTo>
                  <a:lnTo>
                    <a:pt x="154" y="447"/>
                  </a:lnTo>
                  <a:lnTo>
                    <a:pt x="154" y="447"/>
                  </a:lnTo>
                  <a:lnTo>
                    <a:pt x="154" y="447"/>
                  </a:lnTo>
                  <a:lnTo>
                    <a:pt x="154" y="447"/>
                  </a:lnTo>
                  <a:lnTo>
                    <a:pt x="156" y="447"/>
                  </a:lnTo>
                  <a:lnTo>
                    <a:pt x="156" y="447"/>
                  </a:lnTo>
                  <a:lnTo>
                    <a:pt x="156" y="447"/>
                  </a:lnTo>
                  <a:lnTo>
                    <a:pt x="156" y="447"/>
                  </a:lnTo>
                  <a:lnTo>
                    <a:pt x="157" y="447"/>
                  </a:lnTo>
                  <a:lnTo>
                    <a:pt x="157" y="447"/>
                  </a:lnTo>
                  <a:lnTo>
                    <a:pt x="157" y="447"/>
                  </a:lnTo>
                  <a:lnTo>
                    <a:pt x="157" y="447"/>
                  </a:lnTo>
                  <a:lnTo>
                    <a:pt x="158" y="444"/>
                  </a:lnTo>
                  <a:lnTo>
                    <a:pt x="158" y="444"/>
                  </a:lnTo>
                  <a:lnTo>
                    <a:pt x="158" y="444"/>
                  </a:lnTo>
                  <a:lnTo>
                    <a:pt x="158" y="444"/>
                  </a:lnTo>
                  <a:lnTo>
                    <a:pt x="160" y="444"/>
                  </a:lnTo>
                  <a:lnTo>
                    <a:pt x="160" y="444"/>
                  </a:lnTo>
                  <a:lnTo>
                    <a:pt x="161" y="444"/>
                  </a:lnTo>
                  <a:lnTo>
                    <a:pt x="161" y="444"/>
                  </a:lnTo>
                  <a:lnTo>
                    <a:pt x="163" y="443"/>
                  </a:lnTo>
                  <a:lnTo>
                    <a:pt x="163" y="443"/>
                  </a:lnTo>
                  <a:lnTo>
                    <a:pt x="164" y="443"/>
                  </a:lnTo>
                  <a:lnTo>
                    <a:pt x="164" y="443"/>
                  </a:lnTo>
                  <a:lnTo>
                    <a:pt x="166" y="443"/>
                  </a:lnTo>
                  <a:lnTo>
                    <a:pt x="166" y="443"/>
                  </a:lnTo>
                  <a:lnTo>
                    <a:pt x="168" y="443"/>
                  </a:lnTo>
                  <a:lnTo>
                    <a:pt x="168" y="443"/>
                  </a:lnTo>
                  <a:lnTo>
                    <a:pt x="170" y="441"/>
                  </a:lnTo>
                  <a:lnTo>
                    <a:pt x="170" y="441"/>
                  </a:lnTo>
                  <a:lnTo>
                    <a:pt x="170" y="441"/>
                  </a:lnTo>
                  <a:lnTo>
                    <a:pt x="170" y="441"/>
                  </a:lnTo>
                  <a:lnTo>
                    <a:pt x="170" y="440"/>
                  </a:lnTo>
                  <a:lnTo>
                    <a:pt x="170" y="440"/>
                  </a:lnTo>
                  <a:lnTo>
                    <a:pt x="170" y="440"/>
                  </a:lnTo>
                  <a:lnTo>
                    <a:pt x="170" y="440"/>
                  </a:lnTo>
                  <a:lnTo>
                    <a:pt x="171" y="438"/>
                  </a:lnTo>
                  <a:lnTo>
                    <a:pt x="171" y="438"/>
                  </a:lnTo>
                  <a:lnTo>
                    <a:pt x="171" y="438"/>
                  </a:lnTo>
                  <a:lnTo>
                    <a:pt x="171" y="438"/>
                  </a:lnTo>
                  <a:lnTo>
                    <a:pt x="171" y="436"/>
                  </a:lnTo>
                  <a:lnTo>
                    <a:pt x="171" y="436"/>
                  </a:lnTo>
                  <a:lnTo>
                    <a:pt x="171" y="435"/>
                  </a:lnTo>
                  <a:lnTo>
                    <a:pt x="171" y="435"/>
                  </a:lnTo>
                  <a:lnTo>
                    <a:pt x="173" y="433"/>
                  </a:lnTo>
                  <a:lnTo>
                    <a:pt x="173" y="433"/>
                  </a:lnTo>
                  <a:lnTo>
                    <a:pt x="173" y="433"/>
                  </a:lnTo>
                  <a:lnTo>
                    <a:pt x="173" y="433"/>
                  </a:lnTo>
                  <a:lnTo>
                    <a:pt x="174" y="433"/>
                  </a:lnTo>
                  <a:lnTo>
                    <a:pt x="174" y="433"/>
                  </a:lnTo>
                  <a:lnTo>
                    <a:pt x="175" y="433"/>
                  </a:lnTo>
                  <a:lnTo>
                    <a:pt x="175" y="433"/>
                  </a:lnTo>
                  <a:lnTo>
                    <a:pt x="177" y="433"/>
                  </a:lnTo>
                  <a:lnTo>
                    <a:pt x="177" y="433"/>
                  </a:lnTo>
                  <a:lnTo>
                    <a:pt x="177" y="433"/>
                  </a:lnTo>
                  <a:lnTo>
                    <a:pt x="177" y="433"/>
                  </a:lnTo>
                  <a:lnTo>
                    <a:pt x="179" y="432"/>
                  </a:lnTo>
                  <a:lnTo>
                    <a:pt x="179" y="432"/>
                  </a:lnTo>
                  <a:lnTo>
                    <a:pt x="179" y="432"/>
                  </a:lnTo>
                  <a:lnTo>
                    <a:pt x="179" y="432"/>
                  </a:lnTo>
                  <a:lnTo>
                    <a:pt x="180" y="430"/>
                  </a:lnTo>
                  <a:lnTo>
                    <a:pt x="179" y="430"/>
                  </a:lnTo>
                  <a:lnTo>
                    <a:pt x="179" y="430"/>
                  </a:lnTo>
                  <a:lnTo>
                    <a:pt x="179" y="430"/>
                  </a:lnTo>
                  <a:lnTo>
                    <a:pt x="179" y="430"/>
                  </a:lnTo>
                  <a:lnTo>
                    <a:pt x="179" y="430"/>
                  </a:lnTo>
                  <a:lnTo>
                    <a:pt x="179" y="430"/>
                  </a:lnTo>
                  <a:lnTo>
                    <a:pt x="179" y="430"/>
                  </a:lnTo>
                  <a:lnTo>
                    <a:pt x="179" y="428"/>
                  </a:lnTo>
                  <a:lnTo>
                    <a:pt x="178" y="428"/>
                  </a:lnTo>
                  <a:lnTo>
                    <a:pt x="178" y="428"/>
                  </a:lnTo>
                  <a:lnTo>
                    <a:pt x="178" y="428"/>
                  </a:lnTo>
                  <a:lnTo>
                    <a:pt x="178" y="427"/>
                  </a:lnTo>
                  <a:lnTo>
                    <a:pt x="178" y="427"/>
                  </a:lnTo>
                  <a:lnTo>
                    <a:pt x="178" y="427"/>
                  </a:lnTo>
                  <a:lnTo>
                    <a:pt x="178" y="427"/>
                  </a:lnTo>
                  <a:lnTo>
                    <a:pt x="178" y="426"/>
                  </a:lnTo>
                  <a:lnTo>
                    <a:pt x="176" y="426"/>
                  </a:lnTo>
                  <a:lnTo>
                    <a:pt x="176" y="426"/>
                  </a:lnTo>
                  <a:lnTo>
                    <a:pt x="176" y="426"/>
                  </a:lnTo>
                  <a:lnTo>
                    <a:pt x="176" y="425"/>
                  </a:lnTo>
                  <a:lnTo>
                    <a:pt x="176" y="425"/>
                  </a:lnTo>
                  <a:lnTo>
                    <a:pt x="176" y="425"/>
                  </a:lnTo>
                  <a:lnTo>
                    <a:pt x="176" y="425"/>
                  </a:lnTo>
                  <a:lnTo>
                    <a:pt x="176" y="422"/>
                  </a:lnTo>
                  <a:lnTo>
                    <a:pt x="175" y="422"/>
                  </a:lnTo>
                  <a:lnTo>
                    <a:pt x="175" y="422"/>
                  </a:lnTo>
                  <a:lnTo>
                    <a:pt x="175" y="422"/>
                  </a:lnTo>
                  <a:lnTo>
                    <a:pt x="175" y="420"/>
                  </a:lnTo>
                  <a:lnTo>
                    <a:pt x="175" y="420"/>
                  </a:lnTo>
                  <a:lnTo>
                    <a:pt x="175" y="420"/>
                  </a:lnTo>
                  <a:lnTo>
                    <a:pt x="175" y="420"/>
                  </a:lnTo>
                  <a:lnTo>
                    <a:pt x="175" y="418"/>
                  </a:lnTo>
                  <a:lnTo>
                    <a:pt x="174" y="418"/>
                  </a:lnTo>
                  <a:lnTo>
                    <a:pt x="174" y="418"/>
                  </a:lnTo>
                  <a:lnTo>
                    <a:pt x="174" y="418"/>
                  </a:lnTo>
                  <a:lnTo>
                    <a:pt x="174" y="418"/>
                  </a:lnTo>
                  <a:lnTo>
                    <a:pt x="173" y="418"/>
                  </a:lnTo>
                  <a:lnTo>
                    <a:pt x="173" y="418"/>
                  </a:lnTo>
                  <a:lnTo>
                    <a:pt x="173" y="418"/>
                  </a:lnTo>
                  <a:lnTo>
                    <a:pt x="173" y="416"/>
                  </a:lnTo>
                  <a:lnTo>
                    <a:pt x="171" y="416"/>
                  </a:lnTo>
                  <a:lnTo>
                    <a:pt x="171" y="416"/>
                  </a:lnTo>
                  <a:lnTo>
                    <a:pt x="171" y="416"/>
                  </a:lnTo>
                  <a:lnTo>
                    <a:pt x="171" y="415"/>
                  </a:lnTo>
                  <a:lnTo>
                    <a:pt x="171" y="415"/>
                  </a:lnTo>
                  <a:lnTo>
                    <a:pt x="171" y="415"/>
                  </a:lnTo>
                  <a:lnTo>
                    <a:pt x="171" y="415"/>
                  </a:lnTo>
                  <a:lnTo>
                    <a:pt x="171" y="413"/>
                  </a:lnTo>
                  <a:lnTo>
                    <a:pt x="169" y="413"/>
                  </a:lnTo>
                  <a:lnTo>
                    <a:pt x="169" y="413"/>
                  </a:lnTo>
                  <a:lnTo>
                    <a:pt x="168" y="413"/>
                  </a:lnTo>
                  <a:lnTo>
                    <a:pt x="168" y="413"/>
                  </a:lnTo>
                  <a:lnTo>
                    <a:pt x="167" y="413"/>
                  </a:lnTo>
                  <a:lnTo>
                    <a:pt x="167" y="413"/>
                  </a:lnTo>
                  <a:lnTo>
                    <a:pt x="166" y="413"/>
                  </a:lnTo>
                  <a:lnTo>
                    <a:pt x="166" y="413"/>
                  </a:lnTo>
                  <a:lnTo>
                    <a:pt x="164" y="413"/>
                  </a:lnTo>
                  <a:lnTo>
                    <a:pt x="164" y="413"/>
                  </a:lnTo>
                  <a:lnTo>
                    <a:pt x="162" y="413"/>
                  </a:lnTo>
                  <a:lnTo>
                    <a:pt x="162" y="413"/>
                  </a:lnTo>
                  <a:lnTo>
                    <a:pt x="160" y="413"/>
                  </a:lnTo>
                  <a:lnTo>
                    <a:pt x="160" y="413"/>
                  </a:lnTo>
                  <a:lnTo>
                    <a:pt x="160" y="413"/>
                  </a:lnTo>
                  <a:lnTo>
                    <a:pt x="160" y="412"/>
                  </a:lnTo>
                  <a:lnTo>
                    <a:pt x="160" y="412"/>
                  </a:lnTo>
                  <a:lnTo>
                    <a:pt x="160" y="412"/>
                  </a:lnTo>
                  <a:lnTo>
                    <a:pt x="160" y="412"/>
                  </a:lnTo>
                  <a:lnTo>
                    <a:pt x="160" y="412"/>
                  </a:lnTo>
                  <a:lnTo>
                    <a:pt x="160" y="412"/>
                  </a:lnTo>
                  <a:lnTo>
                    <a:pt x="160" y="412"/>
                  </a:lnTo>
                  <a:lnTo>
                    <a:pt x="160" y="412"/>
                  </a:lnTo>
                  <a:lnTo>
                    <a:pt x="161" y="410"/>
                  </a:lnTo>
                  <a:lnTo>
                    <a:pt x="161" y="410"/>
                  </a:lnTo>
                  <a:lnTo>
                    <a:pt x="161" y="410"/>
                  </a:lnTo>
                  <a:lnTo>
                    <a:pt x="161" y="410"/>
                  </a:lnTo>
                  <a:lnTo>
                    <a:pt x="161" y="408"/>
                  </a:lnTo>
                  <a:lnTo>
                    <a:pt x="161" y="408"/>
                  </a:lnTo>
                  <a:lnTo>
                    <a:pt x="161" y="407"/>
                  </a:lnTo>
                  <a:lnTo>
                    <a:pt x="161" y="407"/>
                  </a:lnTo>
                  <a:lnTo>
                    <a:pt x="162" y="405"/>
                  </a:lnTo>
                  <a:lnTo>
                    <a:pt x="161" y="405"/>
                  </a:lnTo>
                  <a:lnTo>
                    <a:pt x="161" y="405"/>
                  </a:lnTo>
                  <a:lnTo>
                    <a:pt x="161" y="405"/>
                  </a:lnTo>
                  <a:lnTo>
                    <a:pt x="161" y="405"/>
                  </a:lnTo>
                  <a:lnTo>
                    <a:pt x="161" y="405"/>
                  </a:lnTo>
                  <a:lnTo>
                    <a:pt x="161" y="405"/>
                  </a:lnTo>
                  <a:lnTo>
                    <a:pt x="161" y="405"/>
                  </a:lnTo>
                  <a:lnTo>
                    <a:pt x="161" y="404"/>
                  </a:lnTo>
                  <a:lnTo>
                    <a:pt x="160" y="404"/>
                  </a:lnTo>
                  <a:lnTo>
                    <a:pt x="160" y="404"/>
                  </a:lnTo>
                  <a:lnTo>
                    <a:pt x="160" y="404"/>
                  </a:lnTo>
                  <a:lnTo>
                    <a:pt x="160" y="403"/>
                  </a:lnTo>
                  <a:lnTo>
                    <a:pt x="160" y="403"/>
                  </a:lnTo>
                  <a:lnTo>
                    <a:pt x="160" y="403"/>
                  </a:lnTo>
                  <a:lnTo>
                    <a:pt x="160" y="403"/>
                  </a:lnTo>
                  <a:lnTo>
                    <a:pt x="160" y="402"/>
                  </a:lnTo>
                  <a:lnTo>
                    <a:pt x="158" y="402"/>
                  </a:lnTo>
                  <a:lnTo>
                    <a:pt x="158" y="402"/>
                  </a:lnTo>
                  <a:lnTo>
                    <a:pt x="158" y="402"/>
                  </a:lnTo>
                  <a:lnTo>
                    <a:pt x="158" y="402"/>
                  </a:lnTo>
                  <a:lnTo>
                    <a:pt x="158" y="402"/>
                  </a:lnTo>
                  <a:lnTo>
                    <a:pt x="158" y="402"/>
                  </a:lnTo>
                  <a:lnTo>
                    <a:pt x="158" y="402"/>
                  </a:lnTo>
                  <a:lnTo>
                    <a:pt x="158" y="402"/>
                  </a:lnTo>
                  <a:lnTo>
                    <a:pt x="156" y="402"/>
                  </a:lnTo>
                  <a:lnTo>
                    <a:pt x="156" y="402"/>
                  </a:lnTo>
                  <a:lnTo>
                    <a:pt x="156" y="402"/>
                  </a:lnTo>
                  <a:lnTo>
                    <a:pt x="156" y="402"/>
                  </a:lnTo>
                  <a:lnTo>
                    <a:pt x="156" y="402"/>
                  </a:lnTo>
                  <a:lnTo>
                    <a:pt x="156" y="402"/>
                  </a:lnTo>
                  <a:lnTo>
                    <a:pt x="156" y="402"/>
                  </a:lnTo>
                  <a:lnTo>
                    <a:pt x="156" y="402"/>
                  </a:lnTo>
                  <a:lnTo>
                    <a:pt x="156" y="402"/>
                  </a:lnTo>
                  <a:lnTo>
                    <a:pt x="156" y="402"/>
                  </a:lnTo>
                  <a:lnTo>
                    <a:pt x="156" y="402"/>
                  </a:lnTo>
                  <a:lnTo>
                    <a:pt x="156" y="400"/>
                  </a:lnTo>
                  <a:lnTo>
                    <a:pt x="154" y="400"/>
                  </a:lnTo>
                  <a:lnTo>
                    <a:pt x="154" y="400"/>
                  </a:lnTo>
                  <a:lnTo>
                    <a:pt x="154" y="400"/>
                  </a:lnTo>
                  <a:lnTo>
                    <a:pt x="154" y="398"/>
                  </a:lnTo>
                  <a:lnTo>
                    <a:pt x="152" y="398"/>
                  </a:lnTo>
                  <a:lnTo>
                    <a:pt x="152" y="398"/>
                  </a:lnTo>
                  <a:lnTo>
                    <a:pt x="152" y="398"/>
                  </a:lnTo>
                  <a:lnTo>
                    <a:pt x="152" y="396"/>
                  </a:lnTo>
                  <a:lnTo>
                    <a:pt x="152" y="396"/>
                  </a:lnTo>
                  <a:lnTo>
                    <a:pt x="152" y="396"/>
                  </a:lnTo>
                  <a:lnTo>
                    <a:pt x="152" y="396"/>
                  </a:lnTo>
                  <a:lnTo>
                    <a:pt x="152" y="395"/>
                  </a:lnTo>
                  <a:lnTo>
                    <a:pt x="150" y="396"/>
                  </a:lnTo>
                  <a:lnTo>
                    <a:pt x="150" y="396"/>
                  </a:lnTo>
                  <a:lnTo>
                    <a:pt x="149" y="396"/>
                  </a:lnTo>
                  <a:lnTo>
                    <a:pt x="149" y="396"/>
                  </a:lnTo>
                  <a:lnTo>
                    <a:pt x="147" y="396"/>
                  </a:lnTo>
                  <a:lnTo>
                    <a:pt x="147" y="396"/>
                  </a:lnTo>
                  <a:lnTo>
                    <a:pt x="147" y="396"/>
                  </a:lnTo>
                  <a:lnTo>
                    <a:pt x="147" y="396"/>
                  </a:lnTo>
                  <a:lnTo>
                    <a:pt x="145" y="397"/>
                  </a:lnTo>
                  <a:lnTo>
                    <a:pt x="145" y="397"/>
                  </a:lnTo>
                  <a:lnTo>
                    <a:pt x="145" y="397"/>
                  </a:lnTo>
                  <a:lnTo>
                    <a:pt x="145" y="397"/>
                  </a:lnTo>
                  <a:lnTo>
                    <a:pt x="144" y="397"/>
                  </a:lnTo>
                  <a:lnTo>
                    <a:pt x="144" y="397"/>
                  </a:lnTo>
                  <a:lnTo>
                    <a:pt x="144" y="397"/>
                  </a:lnTo>
                  <a:lnTo>
                    <a:pt x="144" y="397"/>
                  </a:lnTo>
                  <a:lnTo>
                    <a:pt x="143" y="397"/>
                  </a:lnTo>
                  <a:lnTo>
                    <a:pt x="143" y="397"/>
                  </a:lnTo>
                  <a:lnTo>
                    <a:pt x="143" y="397"/>
                  </a:lnTo>
                  <a:lnTo>
                    <a:pt x="143" y="397"/>
                  </a:lnTo>
                  <a:lnTo>
                    <a:pt x="142" y="397"/>
                  </a:lnTo>
                  <a:lnTo>
                    <a:pt x="142" y="397"/>
                  </a:lnTo>
                  <a:lnTo>
                    <a:pt x="142" y="397"/>
                  </a:lnTo>
                  <a:lnTo>
                    <a:pt x="142" y="396"/>
                  </a:lnTo>
                  <a:lnTo>
                    <a:pt x="140" y="396"/>
                  </a:lnTo>
                  <a:lnTo>
                    <a:pt x="140" y="396"/>
                  </a:lnTo>
                  <a:lnTo>
                    <a:pt x="140" y="396"/>
                  </a:lnTo>
                  <a:lnTo>
                    <a:pt x="140" y="395"/>
                  </a:lnTo>
                  <a:lnTo>
                    <a:pt x="139" y="395"/>
                  </a:lnTo>
                  <a:lnTo>
                    <a:pt x="139" y="395"/>
                  </a:lnTo>
                  <a:lnTo>
                    <a:pt x="139" y="395"/>
                  </a:lnTo>
                  <a:lnTo>
                    <a:pt x="139" y="393"/>
                  </a:lnTo>
                  <a:lnTo>
                    <a:pt x="138" y="393"/>
                  </a:lnTo>
                  <a:lnTo>
                    <a:pt x="138" y="393"/>
                  </a:lnTo>
                  <a:lnTo>
                    <a:pt x="138" y="393"/>
                  </a:lnTo>
                  <a:lnTo>
                    <a:pt x="138" y="393"/>
                  </a:lnTo>
                  <a:lnTo>
                    <a:pt x="136" y="393"/>
                  </a:lnTo>
                  <a:lnTo>
                    <a:pt x="136" y="393"/>
                  </a:lnTo>
                  <a:lnTo>
                    <a:pt x="136" y="393"/>
                  </a:lnTo>
                  <a:lnTo>
                    <a:pt x="136" y="393"/>
                  </a:lnTo>
                  <a:lnTo>
                    <a:pt x="134" y="393"/>
                  </a:lnTo>
                  <a:lnTo>
                    <a:pt x="134" y="393"/>
                  </a:lnTo>
                  <a:lnTo>
                    <a:pt x="134" y="393"/>
                  </a:lnTo>
                  <a:lnTo>
                    <a:pt x="134" y="393"/>
                  </a:lnTo>
                  <a:lnTo>
                    <a:pt x="133" y="393"/>
                  </a:lnTo>
                  <a:lnTo>
                    <a:pt x="133" y="393"/>
                  </a:lnTo>
                  <a:lnTo>
                    <a:pt x="133" y="393"/>
                  </a:lnTo>
                  <a:lnTo>
                    <a:pt x="133" y="393"/>
                  </a:lnTo>
                  <a:lnTo>
                    <a:pt x="132" y="393"/>
                  </a:lnTo>
                  <a:lnTo>
                    <a:pt x="132" y="393"/>
                  </a:lnTo>
                  <a:lnTo>
                    <a:pt x="132" y="393"/>
                  </a:lnTo>
                  <a:lnTo>
                    <a:pt x="132" y="393"/>
                  </a:lnTo>
                  <a:lnTo>
                    <a:pt x="132" y="393"/>
                  </a:lnTo>
                  <a:lnTo>
                    <a:pt x="132" y="393"/>
                  </a:lnTo>
                  <a:lnTo>
                    <a:pt x="132" y="393"/>
                  </a:lnTo>
                  <a:lnTo>
                    <a:pt x="132" y="392"/>
                  </a:lnTo>
                  <a:lnTo>
                    <a:pt x="132" y="392"/>
                  </a:lnTo>
                  <a:lnTo>
                    <a:pt x="132" y="392"/>
                  </a:lnTo>
                  <a:lnTo>
                    <a:pt x="132" y="392"/>
                  </a:lnTo>
                  <a:lnTo>
                    <a:pt x="132" y="391"/>
                  </a:lnTo>
                  <a:lnTo>
                    <a:pt x="132" y="391"/>
                  </a:lnTo>
                  <a:lnTo>
                    <a:pt x="132" y="391"/>
                  </a:lnTo>
                  <a:lnTo>
                    <a:pt x="132" y="391"/>
                  </a:lnTo>
                  <a:lnTo>
                    <a:pt x="132" y="390"/>
                  </a:lnTo>
                  <a:lnTo>
                    <a:pt x="132" y="390"/>
                  </a:lnTo>
                  <a:lnTo>
                    <a:pt x="132" y="390"/>
                  </a:lnTo>
                  <a:lnTo>
                    <a:pt x="132" y="390"/>
                  </a:lnTo>
                  <a:lnTo>
                    <a:pt x="132" y="389"/>
                  </a:lnTo>
                  <a:lnTo>
                    <a:pt x="132" y="389"/>
                  </a:lnTo>
                  <a:lnTo>
                    <a:pt x="132" y="389"/>
                  </a:lnTo>
                  <a:lnTo>
                    <a:pt x="132" y="389"/>
                  </a:lnTo>
                  <a:lnTo>
                    <a:pt x="132" y="387"/>
                  </a:lnTo>
                  <a:lnTo>
                    <a:pt x="132" y="387"/>
                  </a:lnTo>
                  <a:lnTo>
                    <a:pt x="132" y="387"/>
                  </a:lnTo>
                  <a:lnTo>
                    <a:pt x="132" y="387"/>
                  </a:lnTo>
                  <a:lnTo>
                    <a:pt x="132" y="385"/>
                  </a:lnTo>
                  <a:lnTo>
                    <a:pt x="132" y="385"/>
                  </a:lnTo>
                  <a:lnTo>
                    <a:pt x="132" y="384"/>
                  </a:lnTo>
                  <a:lnTo>
                    <a:pt x="132" y="384"/>
                  </a:lnTo>
                  <a:lnTo>
                    <a:pt x="133" y="382"/>
                  </a:lnTo>
                  <a:lnTo>
                    <a:pt x="132" y="382"/>
                  </a:lnTo>
                  <a:lnTo>
                    <a:pt x="132" y="382"/>
                  </a:lnTo>
                  <a:lnTo>
                    <a:pt x="132" y="382"/>
                  </a:lnTo>
                  <a:lnTo>
                    <a:pt x="132" y="381"/>
                  </a:lnTo>
                  <a:lnTo>
                    <a:pt x="132" y="381"/>
                  </a:lnTo>
                  <a:lnTo>
                    <a:pt x="132" y="379"/>
                  </a:lnTo>
                  <a:lnTo>
                    <a:pt x="132" y="379"/>
                  </a:lnTo>
                  <a:lnTo>
                    <a:pt x="132" y="377"/>
                  </a:lnTo>
                  <a:lnTo>
                    <a:pt x="131" y="377"/>
                  </a:lnTo>
                  <a:lnTo>
                    <a:pt x="131" y="376"/>
                  </a:lnTo>
                  <a:lnTo>
                    <a:pt x="131" y="376"/>
                  </a:lnTo>
                  <a:lnTo>
                    <a:pt x="131" y="374"/>
                  </a:lnTo>
                  <a:lnTo>
                    <a:pt x="131" y="374"/>
                  </a:lnTo>
                  <a:lnTo>
                    <a:pt x="131" y="373"/>
                  </a:lnTo>
                  <a:lnTo>
                    <a:pt x="131" y="373"/>
                  </a:lnTo>
                  <a:lnTo>
                    <a:pt x="131" y="371"/>
                  </a:lnTo>
                  <a:lnTo>
                    <a:pt x="130" y="371"/>
                  </a:lnTo>
                  <a:lnTo>
                    <a:pt x="130" y="371"/>
                  </a:lnTo>
                  <a:lnTo>
                    <a:pt x="130" y="371"/>
                  </a:lnTo>
                  <a:lnTo>
                    <a:pt x="130" y="369"/>
                  </a:lnTo>
                  <a:lnTo>
                    <a:pt x="130" y="369"/>
                  </a:lnTo>
                  <a:lnTo>
                    <a:pt x="130" y="368"/>
                  </a:lnTo>
                  <a:lnTo>
                    <a:pt x="130" y="368"/>
                  </a:lnTo>
                  <a:lnTo>
                    <a:pt x="130" y="366"/>
                  </a:lnTo>
                  <a:lnTo>
                    <a:pt x="130" y="366"/>
                  </a:lnTo>
                  <a:lnTo>
                    <a:pt x="130" y="366"/>
                  </a:lnTo>
                  <a:lnTo>
                    <a:pt x="130" y="366"/>
                  </a:lnTo>
                  <a:lnTo>
                    <a:pt x="130" y="364"/>
                  </a:lnTo>
                  <a:lnTo>
                    <a:pt x="130" y="364"/>
                  </a:lnTo>
                  <a:lnTo>
                    <a:pt x="130" y="364"/>
                  </a:lnTo>
                  <a:lnTo>
                    <a:pt x="130" y="364"/>
                  </a:lnTo>
                  <a:lnTo>
                    <a:pt x="130" y="361"/>
                  </a:lnTo>
                  <a:lnTo>
                    <a:pt x="129" y="361"/>
                  </a:lnTo>
                  <a:lnTo>
                    <a:pt x="129" y="361"/>
                  </a:lnTo>
                  <a:lnTo>
                    <a:pt x="129" y="361"/>
                  </a:lnTo>
                  <a:lnTo>
                    <a:pt x="129" y="360"/>
                  </a:lnTo>
                  <a:lnTo>
                    <a:pt x="129" y="360"/>
                  </a:lnTo>
                  <a:lnTo>
                    <a:pt x="129" y="360"/>
                  </a:lnTo>
                  <a:lnTo>
                    <a:pt x="129" y="360"/>
                  </a:lnTo>
                  <a:lnTo>
                    <a:pt x="129" y="358"/>
                  </a:lnTo>
                  <a:lnTo>
                    <a:pt x="128" y="358"/>
                  </a:lnTo>
                  <a:lnTo>
                    <a:pt x="128" y="358"/>
                  </a:lnTo>
                  <a:lnTo>
                    <a:pt x="128" y="358"/>
                  </a:lnTo>
                  <a:lnTo>
                    <a:pt x="128" y="356"/>
                  </a:lnTo>
                  <a:lnTo>
                    <a:pt x="128" y="356"/>
                  </a:lnTo>
                  <a:lnTo>
                    <a:pt x="128" y="354"/>
                  </a:lnTo>
                  <a:lnTo>
                    <a:pt x="128" y="354"/>
                  </a:lnTo>
                  <a:lnTo>
                    <a:pt x="128" y="353"/>
                  </a:lnTo>
                  <a:lnTo>
                    <a:pt x="128" y="353"/>
                  </a:lnTo>
                  <a:lnTo>
                    <a:pt x="128" y="351"/>
                  </a:lnTo>
                  <a:lnTo>
                    <a:pt x="128" y="351"/>
                  </a:lnTo>
                  <a:lnTo>
                    <a:pt x="128" y="349"/>
                  </a:lnTo>
                  <a:lnTo>
                    <a:pt x="128" y="349"/>
                  </a:lnTo>
                  <a:lnTo>
                    <a:pt x="128" y="347"/>
                  </a:lnTo>
                  <a:lnTo>
                    <a:pt x="128" y="345"/>
                  </a:lnTo>
                  <a:lnTo>
                    <a:pt x="129" y="344"/>
                  </a:lnTo>
                  <a:lnTo>
                    <a:pt x="129" y="344"/>
                  </a:lnTo>
                  <a:lnTo>
                    <a:pt x="129" y="342"/>
                  </a:lnTo>
                  <a:lnTo>
                    <a:pt x="129" y="341"/>
                  </a:lnTo>
                  <a:lnTo>
                    <a:pt x="130" y="339"/>
                  </a:lnTo>
                  <a:lnTo>
                    <a:pt x="130" y="339"/>
                  </a:lnTo>
                  <a:lnTo>
                    <a:pt x="130" y="337"/>
                  </a:lnTo>
                  <a:lnTo>
                    <a:pt x="130" y="337"/>
                  </a:lnTo>
                  <a:lnTo>
                    <a:pt x="131" y="335"/>
                  </a:lnTo>
                  <a:lnTo>
                    <a:pt x="131" y="335"/>
                  </a:lnTo>
                  <a:lnTo>
                    <a:pt x="131" y="333"/>
                  </a:lnTo>
                  <a:lnTo>
                    <a:pt x="131" y="333"/>
                  </a:lnTo>
                  <a:lnTo>
                    <a:pt x="131" y="331"/>
                  </a:lnTo>
                  <a:lnTo>
                    <a:pt x="131" y="331"/>
                  </a:lnTo>
                  <a:lnTo>
                    <a:pt x="131" y="329"/>
                  </a:lnTo>
                  <a:lnTo>
                    <a:pt x="131" y="327"/>
                  </a:lnTo>
                  <a:lnTo>
                    <a:pt x="132" y="325"/>
                  </a:lnTo>
                  <a:lnTo>
                    <a:pt x="132" y="325"/>
                  </a:lnTo>
                  <a:lnTo>
                    <a:pt x="132" y="323"/>
                  </a:lnTo>
                  <a:lnTo>
                    <a:pt x="132" y="322"/>
                  </a:lnTo>
                  <a:lnTo>
                    <a:pt x="132" y="320"/>
                  </a:lnTo>
                  <a:lnTo>
                    <a:pt x="132" y="320"/>
                  </a:lnTo>
                  <a:lnTo>
                    <a:pt x="132" y="317"/>
                  </a:lnTo>
                  <a:lnTo>
                    <a:pt x="132" y="317"/>
                  </a:lnTo>
                  <a:lnTo>
                    <a:pt x="132" y="316"/>
                  </a:lnTo>
                  <a:lnTo>
                    <a:pt x="130" y="316"/>
                  </a:lnTo>
                  <a:lnTo>
                    <a:pt x="130" y="316"/>
                  </a:lnTo>
                  <a:lnTo>
                    <a:pt x="130" y="316"/>
                  </a:lnTo>
                  <a:lnTo>
                    <a:pt x="130" y="316"/>
                  </a:lnTo>
                  <a:lnTo>
                    <a:pt x="130" y="316"/>
                  </a:lnTo>
                  <a:lnTo>
                    <a:pt x="130" y="316"/>
                  </a:lnTo>
                  <a:lnTo>
                    <a:pt x="130" y="316"/>
                  </a:lnTo>
                  <a:lnTo>
                    <a:pt x="130" y="316"/>
                  </a:lnTo>
                  <a:lnTo>
                    <a:pt x="130" y="316"/>
                  </a:lnTo>
                  <a:lnTo>
                    <a:pt x="130" y="316"/>
                  </a:lnTo>
                  <a:lnTo>
                    <a:pt x="130" y="316"/>
                  </a:lnTo>
                  <a:lnTo>
                    <a:pt x="130" y="316"/>
                  </a:lnTo>
                  <a:lnTo>
                    <a:pt x="130" y="316"/>
                  </a:lnTo>
                  <a:lnTo>
                    <a:pt x="130" y="316"/>
                  </a:lnTo>
                  <a:lnTo>
                    <a:pt x="130" y="316"/>
                  </a:lnTo>
                  <a:lnTo>
                    <a:pt x="130" y="316"/>
                  </a:lnTo>
                  <a:lnTo>
                    <a:pt x="128" y="316"/>
                  </a:lnTo>
                  <a:lnTo>
                    <a:pt x="128" y="316"/>
                  </a:lnTo>
                  <a:lnTo>
                    <a:pt x="128" y="316"/>
                  </a:lnTo>
                  <a:lnTo>
                    <a:pt x="128" y="316"/>
                  </a:lnTo>
                  <a:lnTo>
                    <a:pt x="128" y="316"/>
                  </a:lnTo>
                  <a:lnTo>
                    <a:pt x="128" y="316"/>
                  </a:lnTo>
                  <a:lnTo>
                    <a:pt x="128" y="316"/>
                  </a:lnTo>
                  <a:lnTo>
                    <a:pt x="128" y="314"/>
                  </a:lnTo>
                  <a:lnTo>
                    <a:pt x="128" y="314"/>
                  </a:lnTo>
                  <a:lnTo>
                    <a:pt x="128" y="314"/>
                  </a:lnTo>
                  <a:lnTo>
                    <a:pt x="128" y="314"/>
                  </a:lnTo>
                  <a:lnTo>
                    <a:pt x="128" y="312"/>
                  </a:lnTo>
                  <a:lnTo>
                    <a:pt x="128" y="312"/>
                  </a:lnTo>
                  <a:lnTo>
                    <a:pt x="128" y="311"/>
                  </a:lnTo>
                  <a:lnTo>
                    <a:pt x="128" y="311"/>
                  </a:lnTo>
                  <a:lnTo>
                    <a:pt x="128" y="309"/>
                  </a:lnTo>
                  <a:lnTo>
                    <a:pt x="128" y="309"/>
                  </a:lnTo>
                  <a:lnTo>
                    <a:pt x="128" y="309"/>
                  </a:lnTo>
                  <a:lnTo>
                    <a:pt x="128" y="309"/>
                  </a:lnTo>
                  <a:lnTo>
                    <a:pt x="128" y="309"/>
                  </a:lnTo>
                  <a:lnTo>
                    <a:pt x="128" y="309"/>
                  </a:lnTo>
                  <a:lnTo>
                    <a:pt x="128" y="309"/>
                  </a:lnTo>
                  <a:lnTo>
                    <a:pt x="128" y="309"/>
                  </a:lnTo>
                  <a:lnTo>
                    <a:pt x="129" y="307"/>
                  </a:lnTo>
                  <a:lnTo>
                    <a:pt x="129" y="307"/>
                  </a:lnTo>
                  <a:lnTo>
                    <a:pt x="129" y="307"/>
                  </a:lnTo>
                  <a:lnTo>
                    <a:pt x="129" y="307"/>
                  </a:lnTo>
                  <a:lnTo>
                    <a:pt x="129" y="307"/>
                  </a:lnTo>
                  <a:lnTo>
                    <a:pt x="129" y="307"/>
                  </a:lnTo>
                  <a:lnTo>
                    <a:pt x="129" y="307"/>
                  </a:lnTo>
                  <a:lnTo>
                    <a:pt x="129" y="307"/>
                  </a:lnTo>
                  <a:lnTo>
                    <a:pt x="130" y="306"/>
                  </a:lnTo>
                  <a:lnTo>
                    <a:pt x="130" y="307"/>
                  </a:lnTo>
                  <a:lnTo>
                    <a:pt x="130" y="307"/>
                  </a:lnTo>
                  <a:lnTo>
                    <a:pt x="130" y="307"/>
                  </a:lnTo>
                  <a:lnTo>
                    <a:pt x="130" y="307"/>
                  </a:lnTo>
                  <a:lnTo>
                    <a:pt x="130" y="309"/>
                  </a:lnTo>
                  <a:lnTo>
                    <a:pt x="130" y="309"/>
                  </a:lnTo>
                  <a:lnTo>
                    <a:pt x="130" y="309"/>
                  </a:lnTo>
                  <a:lnTo>
                    <a:pt x="131" y="309"/>
                  </a:lnTo>
                  <a:lnTo>
                    <a:pt x="131" y="310"/>
                  </a:lnTo>
                  <a:lnTo>
                    <a:pt x="131" y="310"/>
                  </a:lnTo>
                  <a:lnTo>
                    <a:pt x="131" y="310"/>
                  </a:lnTo>
                  <a:lnTo>
                    <a:pt x="131" y="310"/>
                  </a:lnTo>
                  <a:lnTo>
                    <a:pt x="131" y="311"/>
                  </a:lnTo>
                  <a:lnTo>
                    <a:pt x="131" y="311"/>
                  </a:lnTo>
                  <a:lnTo>
                    <a:pt x="131" y="311"/>
                  </a:lnTo>
                  <a:lnTo>
                    <a:pt x="133" y="311"/>
                  </a:lnTo>
                  <a:lnTo>
                    <a:pt x="133" y="311"/>
                  </a:lnTo>
                  <a:lnTo>
                    <a:pt x="133" y="311"/>
                  </a:lnTo>
                  <a:lnTo>
                    <a:pt x="133" y="311"/>
                  </a:lnTo>
                  <a:lnTo>
                    <a:pt x="133" y="311"/>
                  </a:lnTo>
                  <a:lnTo>
                    <a:pt x="133" y="311"/>
                  </a:lnTo>
                  <a:lnTo>
                    <a:pt x="133" y="311"/>
                  </a:lnTo>
                  <a:lnTo>
                    <a:pt x="133" y="311"/>
                  </a:lnTo>
                  <a:lnTo>
                    <a:pt x="134" y="310"/>
                  </a:lnTo>
                  <a:lnTo>
                    <a:pt x="134" y="310"/>
                  </a:lnTo>
                  <a:lnTo>
                    <a:pt x="134" y="310"/>
                  </a:lnTo>
                  <a:lnTo>
                    <a:pt x="134" y="310"/>
                  </a:lnTo>
                  <a:lnTo>
                    <a:pt x="135" y="310"/>
                  </a:lnTo>
                  <a:lnTo>
                    <a:pt x="135" y="310"/>
                  </a:lnTo>
                  <a:lnTo>
                    <a:pt x="135" y="310"/>
                  </a:lnTo>
                  <a:lnTo>
                    <a:pt x="135" y="310"/>
                  </a:lnTo>
                  <a:lnTo>
                    <a:pt x="137" y="309"/>
                  </a:lnTo>
                  <a:lnTo>
                    <a:pt x="137" y="309"/>
                  </a:lnTo>
                  <a:lnTo>
                    <a:pt x="137" y="307"/>
                  </a:lnTo>
                  <a:lnTo>
                    <a:pt x="137" y="307"/>
                  </a:lnTo>
                  <a:lnTo>
                    <a:pt x="137" y="305"/>
                  </a:lnTo>
                  <a:lnTo>
                    <a:pt x="137" y="305"/>
                  </a:lnTo>
                  <a:lnTo>
                    <a:pt x="137" y="303"/>
                  </a:lnTo>
                  <a:lnTo>
                    <a:pt x="137" y="302"/>
                  </a:lnTo>
                  <a:lnTo>
                    <a:pt x="138" y="300"/>
                  </a:lnTo>
                  <a:lnTo>
                    <a:pt x="138" y="300"/>
                  </a:lnTo>
                  <a:lnTo>
                    <a:pt x="138" y="300"/>
                  </a:lnTo>
                  <a:lnTo>
                    <a:pt x="138" y="300"/>
                  </a:lnTo>
                  <a:lnTo>
                    <a:pt x="138" y="298"/>
                  </a:lnTo>
                  <a:lnTo>
                    <a:pt x="137" y="298"/>
                  </a:lnTo>
                  <a:lnTo>
                    <a:pt x="137" y="297"/>
                  </a:lnTo>
                  <a:lnTo>
                    <a:pt x="137" y="297"/>
                  </a:lnTo>
                  <a:lnTo>
                    <a:pt x="137" y="296"/>
                  </a:lnTo>
                  <a:lnTo>
                    <a:pt x="136" y="296"/>
                  </a:lnTo>
                  <a:lnTo>
                    <a:pt x="136" y="296"/>
                  </a:lnTo>
                  <a:lnTo>
                    <a:pt x="136" y="296"/>
                  </a:lnTo>
                  <a:lnTo>
                    <a:pt x="136" y="294"/>
                  </a:lnTo>
                  <a:lnTo>
                    <a:pt x="135" y="294"/>
                  </a:lnTo>
                  <a:lnTo>
                    <a:pt x="135" y="293"/>
                  </a:lnTo>
                  <a:lnTo>
                    <a:pt x="135" y="293"/>
                  </a:lnTo>
                  <a:lnTo>
                    <a:pt x="135" y="291"/>
                  </a:lnTo>
                  <a:lnTo>
                    <a:pt x="133" y="291"/>
                  </a:lnTo>
                  <a:lnTo>
                    <a:pt x="133" y="291"/>
                  </a:lnTo>
                  <a:lnTo>
                    <a:pt x="133" y="291"/>
                  </a:lnTo>
                  <a:lnTo>
                    <a:pt x="133" y="288"/>
                  </a:lnTo>
                  <a:lnTo>
                    <a:pt x="133" y="288"/>
                  </a:lnTo>
                  <a:lnTo>
                    <a:pt x="133" y="288"/>
                  </a:lnTo>
                  <a:lnTo>
                    <a:pt x="133" y="288"/>
                  </a:lnTo>
                  <a:lnTo>
                    <a:pt x="133" y="287"/>
                  </a:lnTo>
                  <a:lnTo>
                    <a:pt x="133" y="288"/>
                  </a:lnTo>
                  <a:lnTo>
                    <a:pt x="133" y="288"/>
                  </a:lnTo>
                  <a:lnTo>
                    <a:pt x="133" y="288"/>
                  </a:lnTo>
                  <a:lnTo>
                    <a:pt x="134" y="288"/>
                  </a:lnTo>
                  <a:lnTo>
                    <a:pt x="134" y="290"/>
                  </a:lnTo>
                  <a:lnTo>
                    <a:pt x="134" y="290"/>
                  </a:lnTo>
                  <a:lnTo>
                    <a:pt x="134" y="290"/>
                  </a:lnTo>
                  <a:lnTo>
                    <a:pt x="136" y="290"/>
                  </a:lnTo>
                  <a:lnTo>
                    <a:pt x="136" y="292"/>
                  </a:lnTo>
                  <a:lnTo>
                    <a:pt x="136" y="292"/>
                  </a:lnTo>
                  <a:lnTo>
                    <a:pt x="136" y="292"/>
                  </a:lnTo>
                  <a:lnTo>
                    <a:pt x="138" y="292"/>
                  </a:lnTo>
                  <a:lnTo>
                    <a:pt x="138" y="293"/>
                  </a:lnTo>
                  <a:lnTo>
                    <a:pt x="139" y="293"/>
                  </a:lnTo>
                  <a:lnTo>
                    <a:pt x="139" y="293"/>
                  </a:lnTo>
                  <a:lnTo>
                    <a:pt x="141" y="293"/>
                  </a:lnTo>
                  <a:lnTo>
                    <a:pt x="141" y="293"/>
                  </a:lnTo>
                  <a:lnTo>
                    <a:pt x="141" y="293"/>
                  </a:lnTo>
                  <a:lnTo>
                    <a:pt x="141" y="293"/>
                  </a:lnTo>
                  <a:lnTo>
                    <a:pt x="141" y="293"/>
                  </a:lnTo>
                  <a:lnTo>
                    <a:pt x="141" y="293"/>
                  </a:lnTo>
                  <a:lnTo>
                    <a:pt x="141" y="293"/>
                  </a:lnTo>
                  <a:lnTo>
                    <a:pt x="141" y="293"/>
                  </a:lnTo>
                  <a:lnTo>
                    <a:pt x="144" y="291"/>
                  </a:lnTo>
                  <a:lnTo>
                    <a:pt x="144" y="291"/>
                  </a:lnTo>
                  <a:lnTo>
                    <a:pt x="144" y="291"/>
                  </a:lnTo>
                  <a:lnTo>
                    <a:pt x="144" y="291"/>
                  </a:lnTo>
                  <a:lnTo>
                    <a:pt x="144" y="291"/>
                  </a:lnTo>
                  <a:lnTo>
                    <a:pt x="144" y="291"/>
                  </a:lnTo>
                  <a:lnTo>
                    <a:pt x="144" y="291"/>
                  </a:lnTo>
                  <a:lnTo>
                    <a:pt x="144" y="291"/>
                  </a:lnTo>
                  <a:lnTo>
                    <a:pt x="146" y="289"/>
                  </a:lnTo>
                  <a:lnTo>
                    <a:pt x="146" y="289"/>
                  </a:lnTo>
                  <a:lnTo>
                    <a:pt x="146" y="288"/>
                  </a:lnTo>
                  <a:lnTo>
                    <a:pt x="146" y="288"/>
                  </a:lnTo>
                  <a:lnTo>
                    <a:pt x="146" y="287"/>
                  </a:lnTo>
                  <a:lnTo>
                    <a:pt x="146" y="287"/>
                  </a:lnTo>
                  <a:lnTo>
                    <a:pt x="146" y="285"/>
                  </a:lnTo>
                  <a:lnTo>
                    <a:pt x="146" y="283"/>
                  </a:lnTo>
                  <a:lnTo>
                    <a:pt x="146" y="281"/>
                  </a:lnTo>
                  <a:lnTo>
                    <a:pt x="146" y="281"/>
                  </a:lnTo>
                  <a:lnTo>
                    <a:pt x="146" y="279"/>
                  </a:lnTo>
                  <a:lnTo>
                    <a:pt x="146" y="279"/>
                  </a:lnTo>
                  <a:lnTo>
                    <a:pt x="146" y="278"/>
                  </a:lnTo>
                  <a:lnTo>
                    <a:pt x="146" y="278"/>
                  </a:lnTo>
                  <a:lnTo>
                    <a:pt x="146" y="276"/>
                  </a:lnTo>
                  <a:lnTo>
                    <a:pt x="146" y="276"/>
                  </a:lnTo>
                  <a:lnTo>
                    <a:pt x="146" y="275"/>
                  </a:lnTo>
                  <a:lnTo>
                    <a:pt x="146" y="276"/>
                  </a:lnTo>
                  <a:lnTo>
                    <a:pt x="146" y="276"/>
                  </a:lnTo>
                  <a:lnTo>
                    <a:pt x="146" y="276"/>
                  </a:lnTo>
                  <a:lnTo>
                    <a:pt x="146" y="276"/>
                  </a:lnTo>
                  <a:lnTo>
                    <a:pt x="146" y="276"/>
                  </a:lnTo>
                  <a:lnTo>
                    <a:pt x="146" y="276"/>
                  </a:lnTo>
                  <a:lnTo>
                    <a:pt x="146" y="276"/>
                  </a:lnTo>
                  <a:lnTo>
                    <a:pt x="147" y="276"/>
                  </a:lnTo>
                  <a:lnTo>
                    <a:pt x="147" y="278"/>
                  </a:lnTo>
                  <a:lnTo>
                    <a:pt x="147" y="278"/>
                  </a:lnTo>
                  <a:lnTo>
                    <a:pt x="147" y="278"/>
                  </a:lnTo>
                  <a:lnTo>
                    <a:pt x="149" y="278"/>
                  </a:lnTo>
                  <a:lnTo>
                    <a:pt x="149" y="278"/>
                  </a:lnTo>
                  <a:lnTo>
                    <a:pt x="149" y="278"/>
                  </a:lnTo>
                  <a:lnTo>
                    <a:pt x="149" y="278"/>
                  </a:lnTo>
                  <a:lnTo>
                    <a:pt x="151" y="278"/>
                  </a:lnTo>
                  <a:lnTo>
                    <a:pt x="151" y="278"/>
                  </a:lnTo>
                  <a:lnTo>
                    <a:pt x="151" y="278"/>
                  </a:lnTo>
                  <a:lnTo>
                    <a:pt x="151" y="278"/>
                  </a:lnTo>
                  <a:lnTo>
                    <a:pt x="151" y="277"/>
                  </a:lnTo>
                  <a:lnTo>
                    <a:pt x="151" y="277"/>
                  </a:lnTo>
                  <a:lnTo>
                    <a:pt x="151" y="277"/>
                  </a:lnTo>
                  <a:lnTo>
                    <a:pt x="151" y="277"/>
                  </a:lnTo>
                  <a:lnTo>
                    <a:pt x="152" y="275"/>
                  </a:lnTo>
                  <a:lnTo>
                    <a:pt x="152" y="275"/>
                  </a:lnTo>
                  <a:lnTo>
                    <a:pt x="152" y="275"/>
                  </a:lnTo>
                  <a:lnTo>
                    <a:pt x="152" y="275"/>
                  </a:lnTo>
                  <a:lnTo>
                    <a:pt x="152" y="273"/>
                  </a:lnTo>
                  <a:lnTo>
                    <a:pt x="152" y="273"/>
                  </a:lnTo>
                  <a:lnTo>
                    <a:pt x="152" y="273"/>
                  </a:lnTo>
                  <a:lnTo>
                    <a:pt x="152" y="273"/>
                  </a:lnTo>
                  <a:lnTo>
                    <a:pt x="154" y="271"/>
                  </a:lnTo>
                  <a:lnTo>
                    <a:pt x="154" y="271"/>
                  </a:lnTo>
                  <a:lnTo>
                    <a:pt x="154" y="271"/>
                  </a:lnTo>
                  <a:lnTo>
                    <a:pt x="154" y="271"/>
                  </a:lnTo>
                  <a:lnTo>
                    <a:pt x="155" y="271"/>
                  </a:lnTo>
                  <a:lnTo>
                    <a:pt x="155" y="271"/>
                  </a:lnTo>
                  <a:lnTo>
                    <a:pt x="155" y="271"/>
                  </a:lnTo>
                  <a:lnTo>
                    <a:pt x="155" y="271"/>
                  </a:lnTo>
                  <a:lnTo>
                    <a:pt x="157" y="269"/>
                  </a:lnTo>
                  <a:lnTo>
                    <a:pt x="157" y="269"/>
                  </a:lnTo>
                  <a:lnTo>
                    <a:pt x="157" y="269"/>
                  </a:lnTo>
                  <a:lnTo>
                    <a:pt x="157" y="269"/>
                  </a:lnTo>
                  <a:lnTo>
                    <a:pt x="158" y="269"/>
                  </a:lnTo>
                  <a:lnTo>
                    <a:pt x="158" y="269"/>
                  </a:lnTo>
                  <a:lnTo>
                    <a:pt x="158" y="269"/>
                  </a:lnTo>
                  <a:lnTo>
                    <a:pt x="158" y="269"/>
                  </a:lnTo>
                  <a:lnTo>
                    <a:pt x="160" y="266"/>
                  </a:lnTo>
                  <a:lnTo>
                    <a:pt x="160" y="266"/>
                  </a:lnTo>
                  <a:lnTo>
                    <a:pt x="160" y="265"/>
                  </a:lnTo>
                  <a:lnTo>
                    <a:pt x="160" y="265"/>
                  </a:lnTo>
                  <a:lnTo>
                    <a:pt x="160" y="263"/>
                  </a:lnTo>
                  <a:lnTo>
                    <a:pt x="160" y="263"/>
                  </a:lnTo>
                  <a:lnTo>
                    <a:pt x="160" y="261"/>
                  </a:lnTo>
                  <a:lnTo>
                    <a:pt x="160" y="261"/>
                  </a:lnTo>
                  <a:lnTo>
                    <a:pt x="161" y="259"/>
                  </a:lnTo>
                  <a:lnTo>
                    <a:pt x="161" y="259"/>
                  </a:lnTo>
                  <a:lnTo>
                    <a:pt x="161" y="259"/>
                  </a:lnTo>
                  <a:lnTo>
                    <a:pt x="161" y="259"/>
                  </a:lnTo>
                  <a:lnTo>
                    <a:pt x="161" y="257"/>
                  </a:lnTo>
                  <a:lnTo>
                    <a:pt x="161" y="257"/>
                  </a:lnTo>
                  <a:lnTo>
                    <a:pt x="161" y="256"/>
                  </a:lnTo>
                  <a:lnTo>
                    <a:pt x="161" y="256"/>
                  </a:lnTo>
                  <a:lnTo>
                    <a:pt x="163" y="254"/>
                  </a:lnTo>
                  <a:lnTo>
                    <a:pt x="163" y="256"/>
                  </a:lnTo>
                  <a:lnTo>
                    <a:pt x="163" y="256"/>
                  </a:lnTo>
                  <a:lnTo>
                    <a:pt x="163" y="256"/>
                  </a:lnTo>
                  <a:lnTo>
                    <a:pt x="163" y="256"/>
                  </a:lnTo>
                  <a:lnTo>
                    <a:pt x="163" y="258"/>
                  </a:lnTo>
                  <a:lnTo>
                    <a:pt x="163" y="258"/>
                  </a:lnTo>
                  <a:lnTo>
                    <a:pt x="163" y="258"/>
                  </a:lnTo>
                  <a:lnTo>
                    <a:pt x="165" y="258"/>
                  </a:lnTo>
                  <a:lnTo>
                    <a:pt x="165" y="260"/>
                  </a:lnTo>
                  <a:lnTo>
                    <a:pt x="165" y="260"/>
                  </a:lnTo>
                  <a:lnTo>
                    <a:pt x="165" y="260"/>
                  </a:lnTo>
                  <a:lnTo>
                    <a:pt x="167" y="260"/>
                  </a:lnTo>
                  <a:lnTo>
                    <a:pt x="167" y="261"/>
                  </a:lnTo>
                  <a:lnTo>
                    <a:pt x="168" y="261"/>
                  </a:lnTo>
                  <a:lnTo>
                    <a:pt x="168" y="261"/>
                  </a:lnTo>
                  <a:lnTo>
                    <a:pt x="170" y="261"/>
                  </a:lnTo>
                  <a:lnTo>
                    <a:pt x="170" y="261"/>
                  </a:lnTo>
                  <a:lnTo>
                    <a:pt x="170" y="261"/>
                  </a:lnTo>
                  <a:lnTo>
                    <a:pt x="170" y="261"/>
                  </a:lnTo>
                  <a:lnTo>
                    <a:pt x="171" y="260"/>
                  </a:lnTo>
                  <a:lnTo>
                    <a:pt x="171" y="260"/>
                  </a:lnTo>
                  <a:lnTo>
                    <a:pt x="171" y="259"/>
                  </a:lnTo>
                  <a:lnTo>
                    <a:pt x="171" y="259"/>
                  </a:lnTo>
                  <a:lnTo>
                    <a:pt x="173" y="257"/>
                  </a:lnTo>
                  <a:lnTo>
                    <a:pt x="173" y="257"/>
                  </a:lnTo>
                  <a:lnTo>
                    <a:pt x="173" y="257"/>
                  </a:lnTo>
                  <a:lnTo>
                    <a:pt x="173" y="257"/>
                  </a:lnTo>
                  <a:lnTo>
                    <a:pt x="173" y="256"/>
                  </a:lnTo>
                  <a:lnTo>
                    <a:pt x="173" y="256"/>
                  </a:lnTo>
                  <a:lnTo>
                    <a:pt x="173" y="254"/>
                  </a:lnTo>
                  <a:lnTo>
                    <a:pt x="173" y="254"/>
                  </a:lnTo>
                  <a:lnTo>
                    <a:pt x="175" y="252"/>
                  </a:lnTo>
                  <a:lnTo>
                    <a:pt x="175" y="252"/>
                  </a:lnTo>
                  <a:lnTo>
                    <a:pt x="175" y="252"/>
                  </a:lnTo>
                  <a:lnTo>
                    <a:pt x="175" y="252"/>
                  </a:lnTo>
                  <a:lnTo>
                    <a:pt x="176" y="250"/>
                  </a:lnTo>
                  <a:lnTo>
                    <a:pt x="176" y="250"/>
                  </a:lnTo>
                  <a:lnTo>
                    <a:pt x="176" y="250"/>
                  </a:lnTo>
                  <a:lnTo>
                    <a:pt x="176" y="250"/>
                  </a:lnTo>
                  <a:lnTo>
                    <a:pt x="178" y="248"/>
                  </a:lnTo>
                  <a:lnTo>
                    <a:pt x="178" y="248"/>
                  </a:lnTo>
                  <a:lnTo>
                    <a:pt x="178" y="248"/>
                  </a:lnTo>
                  <a:lnTo>
                    <a:pt x="178" y="248"/>
                  </a:lnTo>
                  <a:lnTo>
                    <a:pt x="179" y="246"/>
                  </a:lnTo>
                  <a:lnTo>
                    <a:pt x="179" y="246"/>
                  </a:lnTo>
                  <a:lnTo>
                    <a:pt x="179" y="246"/>
                  </a:lnTo>
                  <a:lnTo>
                    <a:pt x="179" y="246"/>
                  </a:lnTo>
                  <a:lnTo>
                    <a:pt x="181" y="244"/>
                  </a:lnTo>
                  <a:lnTo>
                    <a:pt x="181" y="244"/>
                  </a:lnTo>
                  <a:lnTo>
                    <a:pt x="181" y="244"/>
                  </a:lnTo>
                  <a:lnTo>
                    <a:pt x="181" y="244"/>
                  </a:lnTo>
                  <a:lnTo>
                    <a:pt x="182" y="243"/>
                  </a:lnTo>
                  <a:lnTo>
                    <a:pt x="182" y="243"/>
                  </a:lnTo>
                  <a:lnTo>
                    <a:pt x="182" y="243"/>
                  </a:lnTo>
                  <a:lnTo>
                    <a:pt x="182" y="243"/>
                  </a:lnTo>
                  <a:lnTo>
                    <a:pt x="184" y="241"/>
                  </a:lnTo>
                  <a:lnTo>
                    <a:pt x="184" y="241"/>
                  </a:lnTo>
                  <a:lnTo>
                    <a:pt x="184" y="241"/>
                  </a:lnTo>
                  <a:lnTo>
                    <a:pt x="184" y="241"/>
                  </a:lnTo>
                  <a:lnTo>
                    <a:pt x="186" y="239"/>
                  </a:lnTo>
                  <a:lnTo>
                    <a:pt x="186" y="239"/>
                  </a:lnTo>
                  <a:lnTo>
                    <a:pt x="187" y="239"/>
                  </a:lnTo>
                  <a:lnTo>
                    <a:pt x="187" y="239"/>
                  </a:lnTo>
                  <a:lnTo>
                    <a:pt x="189" y="237"/>
                  </a:lnTo>
                  <a:lnTo>
                    <a:pt x="189" y="237"/>
                  </a:lnTo>
                  <a:lnTo>
                    <a:pt x="189" y="237"/>
                  </a:lnTo>
                  <a:lnTo>
                    <a:pt x="189" y="237"/>
                  </a:lnTo>
                  <a:lnTo>
                    <a:pt x="189" y="235"/>
                  </a:lnTo>
                  <a:lnTo>
                    <a:pt x="189" y="235"/>
                  </a:lnTo>
                  <a:lnTo>
                    <a:pt x="189" y="233"/>
                  </a:lnTo>
                  <a:lnTo>
                    <a:pt x="189" y="233"/>
                  </a:lnTo>
                  <a:lnTo>
                    <a:pt x="190" y="231"/>
                  </a:lnTo>
                  <a:lnTo>
                    <a:pt x="190" y="231"/>
                  </a:lnTo>
                  <a:lnTo>
                    <a:pt x="190" y="230"/>
                  </a:lnTo>
                  <a:lnTo>
                    <a:pt x="190" y="230"/>
                  </a:lnTo>
                  <a:lnTo>
                    <a:pt x="190" y="228"/>
                  </a:lnTo>
                  <a:lnTo>
                    <a:pt x="190" y="228"/>
                  </a:lnTo>
                  <a:lnTo>
                    <a:pt x="190" y="226"/>
                  </a:lnTo>
                  <a:lnTo>
                    <a:pt x="190" y="226"/>
                  </a:lnTo>
                  <a:lnTo>
                    <a:pt x="191" y="225"/>
                  </a:lnTo>
                  <a:lnTo>
                    <a:pt x="191" y="225"/>
                  </a:lnTo>
                  <a:lnTo>
                    <a:pt x="191" y="225"/>
                  </a:lnTo>
                  <a:lnTo>
                    <a:pt x="191" y="225"/>
                  </a:lnTo>
                  <a:lnTo>
                    <a:pt x="193" y="222"/>
                  </a:lnTo>
                  <a:lnTo>
                    <a:pt x="193" y="222"/>
                  </a:lnTo>
                  <a:lnTo>
                    <a:pt x="194" y="221"/>
                  </a:lnTo>
                  <a:lnTo>
                    <a:pt x="194" y="221"/>
                  </a:lnTo>
                  <a:lnTo>
                    <a:pt x="196" y="219"/>
                  </a:lnTo>
                  <a:lnTo>
                    <a:pt x="196" y="219"/>
                  </a:lnTo>
                  <a:lnTo>
                    <a:pt x="196" y="218"/>
                  </a:lnTo>
                  <a:lnTo>
                    <a:pt x="196" y="218"/>
                  </a:lnTo>
                  <a:lnTo>
                    <a:pt x="198" y="216"/>
                  </a:lnTo>
                  <a:lnTo>
                    <a:pt x="198" y="216"/>
                  </a:lnTo>
                  <a:lnTo>
                    <a:pt x="199" y="214"/>
                  </a:lnTo>
                  <a:lnTo>
                    <a:pt x="199" y="214"/>
                  </a:lnTo>
                  <a:lnTo>
                    <a:pt x="200" y="212"/>
                  </a:lnTo>
                  <a:lnTo>
                    <a:pt x="199" y="212"/>
                  </a:lnTo>
                  <a:lnTo>
                    <a:pt x="199" y="212"/>
                  </a:lnTo>
                  <a:lnTo>
                    <a:pt x="199" y="212"/>
                  </a:lnTo>
                  <a:lnTo>
                    <a:pt x="199" y="211"/>
                  </a:lnTo>
                  <a:lnTo>
                    <a:pt x="198" y="211"/>
                  </a:lnTo>
                  <a:lnTo>
                    <a:pt x="198" y="211"/>
                  </a:lnTo>
                  <a:lnTo>
                    <a:pt x="198" y="211"/>
                  </a:lnTo>
                  <a:lnTo>
                    <a:pt x="198" y="209"/>
                  </a:lnTo>
                  <a:lnTo>
                    <a:pt x="196" y="209"/>
                  </a:lnTo>
                  <a:lnTo>
                    <a:pt x="196" y="209"/>
                  </a:lnTo>
                  <a:lnTo>
                    <a:pt x="196" y="209"/>
                  </a:lnTo>
                  <a:lnTo>
                    <a:pt x="196" y="207"/>
                  </a:lnTo>
                  <a:lnTo>
                    <a:pt x="195" y="207"/>
                  </a:lnTo>
                  <a:lnTo>
                    <a:pt x="195" y="206"/>
                  </a:lnTo>
                  <a:lnTo>
                    <a:pt x="195" y="206"/>
                  </a:lnTo>
                  <a:lnTo>
                    <a:pt x="195" y="204"/>
                  </a:lnTo>
                  <a:lnTo>
                    <a:pt x="195" y="204"/>
                  </a:lnTo>
                  <a:lnTo>
                    <a:pt x="195" y="204"/>
                  </a:lnTo>
                  <a:lnTo>
                    <a:pt x="195" y="204"/>
                  </a:lnTo>
                  <a:lnTo>
                    <a:pt x="195" y="204"/>
                  </a:lnTo>
                  <a:lnTo>
                    <a:pt x="195" y="204"/>
                  </a:lnTo>
                  <a:lnTo>
                    <a:pt x="195" y="204"/>
                  </a:lnTo>
                  <a:lnTo>
                    <a:pt x="195" y="204"/>
                  </a:lnTo>
                  <a:lnTo>
                    <a:pt x="195" y="204"/>
                  </a:lnTo>
                  <a:lnTo>
                    <a:pt x="195" y="204"/>
                  </a:lnTo>
                  <a:lnTo>
                    <a:pt x="195" y="204"/>
                  </a:lnTo>
                  <a:lnTo>
                    <a:pt x="195" y="204"/>
                  </a:lnTo>
                  <a:lnTo>
                    <a:pt x="195" y="204"/>
                  </a:lnTo>
                  <a:lnTo>
                    <a:pt x="195" y="204"/>
                  </a:lnTo>
                  <a:lnTo>
                    <a:pt x="195" y="204"/>
                  </a:lnTo>
                  <a:lnTo>
                    <a:pt x="195" y="204"/>
                  </a:lnTo>
                  <a:lnTo>
                    <a:pt x="195" y="204"/>
                  </a:lnTo>
                  <a:lnTo>
                    <a:pt x="193" y="204"/>
                  </a:lnTo>
                  <a:lnTo>
                    <a:pt x="193" y="204"/>
                  </a:lnTo>
                  <a:lnTo>
                    <a:pt x="193" y="204"/>
                  </a:lnTo>
                  <a:lnTo>
                    <a:pt x="193" y="203"/>
                  </a:lnTo>
                  <a:lnTo>
                    <a:pt x="192" y="203"/>
                  </a:lnTo>
                  <a:lnTo>
                    <a:pt x="192" y="203"/>
                  </a:lnTo>
                  <a:lnTo>
                    <a:pt x="192" y="203"/>
                  </a:lnTo>
                  <a:lnTo>
                    <a:pt x="192" y="200"/>
                  </a:lnTo>
                  <a:lnTo>
                    <a:pt x="191" y="200"/>
                  </a:lnTo>
                  <a:lnTo>
                    <a:pt x="191" y="200"/>
                  </a:lnTo>
                  <a:lnTo>
                    <a:pt x="191" y="200"/>
                  </a:lnTo>
                  <a:lnTo>
                    <a:pt x="191" y="198"/>
                  </a:lnTo>
                  <a:lnTo>
                    <a:pt x="191" y="198"/>
                  </a:lnTo>
                  <a:lnTo>
                    <a:pt x="191" y="198"/>
                  </a:lnTo>
                  <a:lnTo>
                    <a:pt x="191" y="198"/>
                  </a:lnTo>
                  <a:lnTo>
                    <a:pt x="191" y="196"/>
                  </a:lnTo>
                  <a:lnTo>
                    <a:pt x="189" y="196"/>
                  </a:lnTo>
                  <a:lnTo>
                    <a:pt x="189" y="196"/>
                  </a:lnTo>
                  <a:lnTo>
                    <a:pt x="189" y="196"/>
                  </a:lnTo>
                  <a:lnTo>
                    <a:pt x="189" y="196"/>
                  </a:lnTo>
                  <a:lnTo>
                    <a:pt x="188" y="196"/>
                  </a:lnTo>
                  <a:lnTo>
                    <a:pt x="188" y="196"/>
                  </a:lnTo>
                  <a:lnTo>
                    <a:pt x="188" y="196"/>
                  </a:lnTo>
                  <a:lnTo>
                    <a:pt x="188" y="195"/>
                  </a:lnTo>
                  <a:lnTo>
                    <a:pt x="187" y="195"/>
                  </a:lnTo>
                  <a:lnTo>
                    <a:pt x="187" y="195"/>
                  </a:lnTo>
                  <a:lnTo>
                    <a:pt x="187" y="195"/>
                  </a:lnTo>
                  <a:lnTo>
                    <a:pt x="187" y="194"/>
                  </a:lnTo>
                  <a:lnTo>
                    <a:pt x="187" y="194"/>
                  </a:lnTo>
                  <a:lnTo>
                    <a:pt x="187" y="194"/>
                  </a:lnTo>
                  <a:lnTo>
                    <a:pt x="187" y="194"/>
                  </a:lnTo>
                  <a:lnTo>
                    <a:pt x="187" y="192"/>
                  </a:lnTo>
                  <a:lnTo>
                    <a:pt x="187" y="192"/>
                  </a:lnTo>
                  <a:lnTo>
                    <a:pt x="187" y="192"/>
                  </a:lnTo>
                  <a:lnTo>
                    <a:pt x="187" y="192"/>
                  </a:lnTo>
                  <a:lnTo>
                    <a:pt x="188" y="190"/>
                  </a:lnTo>
                  <a:lnTo>
                    <a:pt x="188" y="190"/>
                  </a:lnTo>
                  <a:lnTo>
                    <a:pt x="188" y="190"/>
                  </a:lnTo>
                  <a:lnTo>
                    <a:pt x="188" y="190"/>
                  </a:lnTo>
                  <a:lnTo>
                    <a:pt x="189" y="188"/>
                  </a:lnTo>
                  <a:lnTo>
                    <a:pt x="189" y="188"/>
                  </a:lnTo>
                  <a:lnTo>
                    <a:pt x="189" y="188"/>
                  </a:lnTo>
                  <a:lnTo>
                    <a:pt x="189" y="188"/>
                  </a:lnTo>
                  <a:lnTo>
                    <a:pt x="191" y="186"/>
                  </a:lnTo>
                  <a:lnTo>
                    <a:pt x="191" y="186"/>
                  </a:lnTo>
                  <a:lnTo>
                    <a:pt x="193" y="185"/>
                  </a:lnTo>
                  <a:lnTo>
                    <a:pt x="193" y="185"/>
                  </a:lnTo>
                  <a:lnTo>
                    <a:pt x="195" y="183"/>
                  </a:lnTo>
                  <a:lnTo>
                    <a:pt x="195" y="183"/>
                  </a:lnTo>
                  <a:lnTo>
                    <a:pt x="195" y="182"/>
                  </a:lnTo>
                  <a:lnTo>
                    <a:pt x="195" y="182"/>
                  </a:lnTo>
                  <a:lnTo>
                    <a:pt x="195" y="180"/>
                  </a:lnTo>
                  <a:lnTo>
                    <a:pt x="195" y="180"/>
                  </a:lnTo>
                  <a:lnTo>
                    <a:pt x="195" y="178"/>
                  </a:lnTo>
                  <a:lnTo>
                    <a:pt x="195" y="178"/>
                  </a:lnTo>
                  <a:lnTo>
                    <a:pt x="195" y="176"/>
                  </a:lnTo>
                  <a:lnTo>
                    <a:pt x="195" y="176"/>
                  </a:lnTo>
                  <a:lnTo>
                    <a:pt x="195" y="175"/>
                  </a:lnTo>
                  <a:lnTo>
                    <a:pt x="195" y="175"/>
                  </a:lnTo>
                  <a:lnTo>
                    <a:pt x="195" y="173"/>
                  </a:lnTo>
                  <a:lnTo>
                    <a:pt x="195" y="173"/>
                  </a:lnTo>
                  <a:lnTo>
                    <a:pt x="195" y="171"/>
                  </a:lnTo>
                  <a:lnTo>
                    <a:pt x="195" y="171"/>
                  </a:lnTo>
                  <a:lnTo>
                    <a:pt x="195" y="169"/>
                  </a:lnTo>
                  <a:lnTo>
                    <a:pt x="193" y="169"/>
                  </a:lnTo>
                  <a:lnTo>
                    <a:pt x="193" y="169"/>
                  </a:lnTo>
                  <a:lnTo>
                    <a:pt x="193" y="169"/>
                  </a:lnTo>
                  <a:lnTo>
                    <a:pt x="193" y="169"/>
                  </a:lnTo>
                  <a:lnTo>
                    <a:pt x="193" y="169"/>
                  </a:lnTo>
                  <a:lnTo>
                    <a:pt x="193" y="169"/>
                  </a:lnTo>
                  <a:lnTo>
                    <a:pt x="193" y="169"/>
                  </a:lnTo>
                  <a:lnTo>
                    <a:pt x="193" y="168"/>
                  </a:lnTo>
                  <a:lnTo>
                    <a:pt x="191" y="168"/>
                  </a:lnTo>
                  <a:lnTo>
                    <a:pt x="191" y="168"/>
                  </a:lnTo>
                  <a:lnTo>
                    <a:pt x="191" y="168"/>
                  </a:lnTo>
                  <a:lnTo>
                    <a:pt x="191" y="168"/>
                  </a:lnTo>
                  <a:lnTo>
                    <a:pt x="191" y="168"/>
                  </a:lnTo>
                  <a:lnTo>
                    <a:pt x="191" y="168"/>
                  </a:lnTo>
                  <a:lnTo>
                    <a:pt x="191" y="168"/>
                  </a:lnTo>
                  <a:lnTo>
                    <a:pt x="191" y="167"/>
                  </a:lnTo>
                  <a:lnTo>
                    <a:pt x="191" y="167"/>
                  </a:lnTo>
                  <a:lnTo>
                    <a:pt x="191" y="167"/>
                  </a:lnTo>
                  <a:lnTo>
                    <a:pt x="191" y="167"/>
                  </a:lnTo>
                  <a:lnTo>
                    <a:pt x="192" y="166"/>
                  </a:lnTo>
                  <a:lnTo>
                    <a:pt x="192" y="166"/>
                  </a:lnTo>
                  <a:lnTo>
                    <a:pt x="193" y="166"/>
                  </a:lnTo>
                  <a:lnTo>
                    <a:pt x="193" y="166"/>
                  </a:lnTo>
                  <a:lnTo>
                    <a:pt x="195" y="166"/>
                  </a:lnTo>
                  <a:lnTo>
                    <a:pt x="195" y="166"/>
                  </a:lnTo>
                  <a:lnTo>
                    <a:pt x="196" y="166"/>
                  </a:lnTo>
                  <a:lnTo>
                    <a:pt x="196" y="166"/>
                  </a:lnTo>
                  <a:lnTo>
                    <a:pt x="198" y="166"/>
                  </a:lnTo>
                  <a:lnTo>
                    <a:pt x="198" y="166"/>
                  </a:lnTo>
                  <a:lnTo>
                    <a:pt x="198" y="166"/>
                  </a:lnTo>
                  <a:lnTo>
                    <a:pt x="198" y="166"/>
                  </a:lnTo>
                  <a:lnTo>
                    <a:pt x="200" y="164"/>
                  </a:lnTo>
                  <a:lnTo>
                    <a:pt x="200" y="164"/>
                  </a:lnTo>
                  <a:lnTo>
                    <a:pt x="200" y="164"/>
                  </a:lnTo>
                  <a:lnTo>
                    <a:pt x="200" y="164"/>
                  </a:lnTo>
                  <a:lnTo>
                    <a:pt x="200" y="162"/>
                  </a:lnTo>
                  <a:lnTo>
                    <a:pt x="200" y="162"/>
                  </a:lnTo>
                  <a:lnTo>
                    <a:pt x="200" y="161"/>
                  </a:lnTo>
                  <a:lnTo>
                    <a:pt x="200" y="161"/>
                  </a:lnTo>
                  <a:lnTo>
                    <a:pt x="200" y="160"/>
                  </a:lnTo>
                  <a:lnTo>
                    <a:pt x="200" y="160"/>
                  </a:lnTo>
                  <a:lnTo>
                    <a:pt x="200" y="160"/>
                  </a:lnTo>
                  <a:lnTo>
                    <a:pt x="200" y="160"/>
                  </a:lnTo>
                  <a:lnTo>
                    <a:pt x="200" y="158"/>
                  </a:lnTo>
                  <a:lnTo>
                    <a:pt x="200" y="158"/>
                  </a:lnTo>
                  <a:lnTo>
                    <a:pt x="200" y="157"/>
                  </a:lnTo>
                  <a:lnTo>
                    <a:pt x="200" y="157"/>
                  </a:lnTo>
                  <a:lnTo>
                    <a:pt x="201" y="155"/>
                  </a:lnTo>
                  <a:lnTo>
                    <a:pt x="201" y="156"/>
                  </a:lnTo>
                  <a:lnTo>
                    <a:pt x="201" y="156"/>
                  </a:lnTo>
                  <a:lnTo>
                    <a:pt x="201" y="156"/>
                  </a:lnTo>
                  <a:lnTo>
                    <a:pt x="202" y="156"/>
                  </a:lnTo>
                  <a:lnTo>
                    <a:pt x="202" y="156"/>
                  </a:lnTo>
                  <a:lnTo>
                    <a:pt x="202" y="156"/>
                  </a:lnTo>
                  <a:lnTo>
                    <a:pt x="202" y="156"/>
                  </a:lnTo>
                  <a:lnTo>
                    <a:pt x="204" y="156"/>
                  </a:lnTo>
                  <a:lnTo>
                    <a:pt x="204" y="156"/>
                  </a:lnTo>
                  <a:lnTo>
                    <a:pt x="204" y="156"/>
                  </a:lnTo>
                  <a:lnTo>
                    <a:pt x="204" y="156"/>
                  </a:lnTo>
                  <a:lnTo>
                    <a:pt x="205" y="156"/>
                  </a:lnTo>
                  <a:lnTo>
                    <a:pt x="205" y="156"/>
                  </a:lnTo>
                  <a:lnTo>
                    <a:pt x="205" y="156"/>
                  </a:lnTo>
                  <a:lnTo>
                    <a:pt x="205" y="156"/>
                  </a:lnTo>
                  <a:lnTo>
                    <a:pt x="207" y="156"/>
                  </a:lnTo>
                  <a:lnTo>
                    <a:pt x="205" y="156"/>
                  </a:lnTo>
                  <a:lnTo>
                    <a:pt x="205" y="156"/>
                  </a:lnTo>
                  <a:lnTo>
                    <a:pt x="205" y="156"/>
                  </a:lnTo>
                  <a:lnTo>
                    <a:pt x="205" y="155"/>
                  </a:lnTo>
                  <a:lnTo>
                    <a:pt x="205" y="155"/>
                  </a:lnTo>
                  <a:lnTo>
                    <a:pt x="205" y="155"/>
                  </a:lnTo>
                  <a:lnTo>
                    <a:pt x="205" y="155"/>
                  </a:lnTo>
                  <a:lnTo>
                    <a:pt x="205" y="153"/>
                  </a:lnTo>
                  <a:lnTo>
                    <a:pt x="204" y="153"/>
                  </a:lnTo>
                  <a:lnTo>
                    <a:pt x="204" y="153"/>
                  </a:lnTo>
                  <a:lnTo>
                    <a:pt x="204" y="153"/>
                  </a:lnTo>
                  <a:lnTo>
                    <a:pt x="204" y="151"/>
                  </a:lnTo>
                  <a:lnTo>
                    <a:pt x="204" y="151"/>
                  </a:lnTo>
                  <a:lnTo>
                    <a:pt x="204" y="151"/>
                  </a:lnTo>
                  <a:lnTo>
                    <a:pt x="204" y="151"/>
                  </a:lnTo>
                  <a:lnTo>
                    <a:pt x="204" y="149"/>
                  </a:lnTo>
                  <a:lnTo>
                    <a:pt x="204" y="149"/>
                  </a:lnTo>
                  <a:lnTo>
                    <a:pt x="204" y="149"/>
                  </a:lnTo>
                  <a:lnTo>
                    <a:pt x="204" y="149"/>
                  </a:lnTo>
                  <a:lnTo>
                    <a:pt x="204" y="149"/>
                  </a:lnTo>
                  <a:lnTo>
                    <a:pt x="204" y="149"/>
                  </a:lnTo>
                  <a:lnTo>
                    <a:pt x="204" y="149"/>
                  </a:lnTo>
                  <a:lnTo>
                    <a:pt x="204" y="149"/>
                  </a:lnTo>
                  <a:lnTo>
                    <a:pt x="204" y="147"/>
                  </a:lnTo>
                  <a:lnTo>
                    <a:pt x="204" y="147"/>
                  </a:lnTo>
                  <a:lnTo>
                    <a:pt x="204" y="147"/>
                  </a:lnTo>
                  <a:lnTo>
                    <a:pt x="204" y="147"/>
                  </a:lnTo>
                  <a:lnTo>
                    <a:pt x="205" y="145"/>
                  </a:lnTo>
                  <a:lnTo>
                    <a:pt x="205" y="145"/>
                  </a:lnTo>
                  <a:lnTo>
                    <a:pt x="205" y="145"/>
                  </a:lnTo>
                  <a:lnTo>
                    <a:pt x="205" y="145"/>
                  </a:lnTo>
                  <a:lnTo>
                    <a:pt x="207" y="143"/>
                  </a:lnTo>
                  <a:lnTo>
                    <a:pt x="207" y="143"/>
                  </a:lnTo>
                  <a:lnTo>
                    <a:pt x="207" y="143"/>
                  </a:lnTo>
                  <a:lnTo>
                    <a:pt x="207" y="143"/>
                  </a:lnTo>
                  <a:lnTo>
                    <a:pt x="207" y="143"/>
                  </a:lnTo>
                  <a:lnTo>
                    <a:pt x="207" y="143"/>
                  </a:lnTo>
                  <a:lnTo>
                    <a:pt x="208" y="143"/>
                  </a:lnTo>
                  <a:lnTo>
                    <a:pt x="208" y="143"/>
                  </a:lnTo>
                  <a:lnTo>
                    <a:pt x="210" y="143"/>
                  </a:lnTo>
                  <a:lnTo>
                    <a:pt x="210" y="143"/>
                  </a:lnTo>
                  <a:lnTo>
                    <a:pt x="210" y="143"/>
                  </a:lnTo>
                  <a:lnTo>
                    <a:pt x="210" y="143"/>
                  </a:lnTo>
                  <a:lnTo>
                    <a:pt x="212" y="143"/>
                  </a:lnTo>
                  <a:lnTo>
                    <a:pt x="212" y="143"/>
                  </a:lnTo>
                  <a:lnTo>
                    <a:pt x="213" y="143"/>
                  </a:lnTo>
                  <a:lnTo>
                    <a:pt x="213" y="143"/>
                  </a:lnTo>
                  <a:lnTo>
                    <a:pt x="215" y="143"/>
                  </a:lnTo>
                  <a:lnTo>
                    <a:pt x="215" y="144"/>
                  </a:lnTo>
                  <a:lnTo>
                    <a:pt x="215" y="144"/>
                  </a:lnTo>
                  <a:lnTo>
                    <a:pt x="215" y="144"/>
                  </a:lnTo>
                  <a:lnTo>
                    <a:pt x="215" y="144"/>
                  </a:lnTo>
                  <a:lnTo>
                    <a:pt x="215" y="145"/>
                  </a:lnTo>
                  <a:lnTo>
                    <a:pt x="215" y="145"/>
                  </a:lnTo>
                  <a:lnTo>
                    <a:pt x="215" y="145"/>
                  </a:lnTo>
                  <a:lnTo>
                    <a:pt x="215" y="145"/>
                  </a:lnTo>
                  <a:lnTo>
                    <a:pt x="215" y="147"/>
                  </a:lnTo>
                  <a:lnTo>
                    <a:pt x="215" y="147"/>
                  </a:lnTo>
                  <a:lnTo>
                    <a:pt x="215" y="147"/>
                  </a:lnTo>
                  <a:lnTo>
                    <a:pt x="215" y="147"/>
                  </a:lnTo>
                  <a:lnTo>
                    <a:pt x="215" y="148"/>
                  </a:lnTo>
                  <a:lnTo>
                    <a:pt x="215" y="148"/>
                  </a:lnTo>
                  <a:lnTo>
                    <a:pt x="215" y="148"/>
                  </a:lnTo>
                  <a:lnTo>
                    <a:pt x="216" y="148"/>
                  </a:lnTo>
                  <a:lnTo>
                    <a:pt x="216" y="149"/>
                  </a:lnTo>
                  <a:lnTo>
                    <a:pt x="216" y="149"/>
                  </a:lnTo>
                  <a:lnTo>
                    <a:pt x="216" y="149"/>
                  </a:lnTo>
                  <a:lnTo>
                    <a:pt x="216" y="149"/>
                  </a:lnTo>
                  <a:lnTo>
                    <a:pt x="216" y="149"/>
                  </a:lnTo>
                  <a:lnTo>
                    <a:pt x="216" y="149"/>
                  </a:lnTo>
                  <a:lnTo>
                    <a:pt x="216" y="149"/>
                  </a:lnTo>
                  <a:lnTo>
                    <a:pt x="218" y="149"/>
                  </a:lnTo>
                  <a:lnTo>
                    <a:pt x="218" y="149"/>
                  </a:lnTo>
                  <a:lnTo>
                    <a:pt x="218" y="149"/>
                  </a:lnTo>
                  <a:lnTo>
                    <a:pt x="218" y="149"/>
                  </a:lnTo>
                  <a:lnTo>
                    <a:pt x="220" y="149"/>
                  </a:lnTo>
                  <a:lnTo>
                    <a:pt x="220" y="149"/>
                  </a:lnTo>
                  <a:lnTo>
                    <a:pt x="220" y="149"/>
                  </a:lnTo>
                  <a:lnTo>
                    <a:pt x="220" y="149"/>
                  </a:lnTo>
                  <a:lnTo>
                    <a:pt x="222" y="148"/>
                  </a:lnTo>
                  <a:lnTo>
                    <a:pt x="222" y="148"/>
                  </a:lnTo>
                  <a:lnTo>
                    <a:pt x="222" y="148"/>
                  </a:lnTo>
                  <a:lnTo>
                    <a:pt x="222" y="148"/>
                  </a:lnTo>
                  <a:lnTo>
                    <a:pt x="222" y="147"/>
                  </a:lnTo>
                  <a:lnTo>
                    <a:pt x="222" y="147"/>
                  </a:lnTo>
                  <a:lnTo>
                    <a:pt x="222" y="147"/>
                  </a:lnTo>
                  <a:lnTo>
                    <a:pt x="222" y="147"/>
                  </a:lnTo>
                  <a:lnTo>
                    <a:pt x="222" y="145"/>
                  </a:lnTo>
                  <a:lnTo>
                    <a:pt x="222" y="145"/>
                  </a:lnTo>
                  <a:lnTo>
                    <a:pt x="222" y="145"/>
                  </a:lnTo>
                  <a:lnTo>
                    <a:pt x="222" y="145"/>
                  </a:lnTo>
                  <a:lnTo>
                    <a:pt x="222" y="144"/>
                  </a:lnTo>
                  <a:lnTo>
                    <a:pt x="222" y="144"/>
                  </a:lnTo>
                  <a:lnTo>
                    <a:pt x="222" y="144"/>
                  </a:lnTo>
                  <a:lnTo>
                    <a:pt x="222" y="144"/>
                  </a:lnTo>
                  <a:lnTo>
                    <a:pt x="222" y="142"/>
                  </a:lnTo>
                  <a:lnTo>
                    <a:pt x="222" y="142"/>
                  </a:lnTo>
                  <a:lnTo>
                    <a:pt x="222" y="142"/>
                  </a:lnTo>
                  <a:lnTo>
                    <a:pt x="222" y="142"/>
                  </a:lnTo>
                  <a:lnTo>
                    <a:pt x="222" y="142"/>
                  </a:lnTo>
                  <a:lnTo>
                    <a:pt x="222" y="142"/>
                  </a:lnTo>
                  <a:lnTo>
                    <a:pt x="222" y="142"/>
                  </a:lnTo>
                  <a:lnTo>
                    <a:pt x="222" y="142"/>
                  </a:lnTo>
                  <a:lnTo>
                    <a:pt x="224" y="142"/>
                  </a:lnTo>
                  <a:lnTo>
                    <a:pt x="224" y="142"/>
                  </a:lnTo>
                  <a:lnTo>
                    <a:pt x="224" y="142"/>
                  </a:lnTo>
                  <a:lnTo>
                    <a:pt x="224" y="142"/>
                  </a:lnTo>
                  <a:lnTo>
                    <a:pt x="226" y="142"/>
                  </a:lnTo>
                  <a:lnTo>
                    <a:pt x="226" y="142"/>
                  </a:lnTo>
                  <a:lnTo>
                    <a:pt x="226" y="142"/>
                  </a:lnTo>
                  <a:lnTo>
                    <a:pt x="226" y="142"/>
                  </a:lnTo>
                  <a:lnTo>
                    <a:pt x="228" y="142"/>
                  </a:lnTo>
                  <a:lnTo>
                    <a:pt x="228" y="142"/>
                  </a:lnTo>
                  <a:lnTo>
                    <a:pt x="228" y="142"/>
                  </a:lnTo>
                  <a:lnTo>
                    <a:pt x="228" y="142"/>
                  </a:lnTo>
                  <a:lnTo>
                    <a:pt x="230" y="142"/>
                  </a:lnTo>
                  <a:lnTo>
                    <a:pt x="230" y="142"/>
                  </a:lnTo>
                  <a:lnTo>
                    <a:pt x="232" y="142"/>
                  </a:lnTo>
                  <a:lnTo>
                    <a:pt x="232" y="142"/>
                  </a:lnTo>
                  <a:lnTo>
                    <a:pt x="233" y="141"/>
                  </a:lnTo>
                  <a:lnTo>
                    <a:pt x="233" y="141"/>
                  </a:lnTo>
                  <a:lnTo>
                    <a:pt x="233" y="141"/>
                  </a:lnTo>
                  <a:lnTo>
                    <a:pt x="233" y="141"/>
                  </a:lnTo>
                  <a:lnTo>
                    <a:pt x="235" y="141"/>
                  </a:lnTo>
                  <a:lnTo>
                    <a:pt x="235" y="141"/>
                  </a:lnTo>
                  <a:lnTo>
                    <a:pt x="236" y="141"/>
                  </a:lnTo>
                  <a:lnTo>
                    <a:pt x="236" y="141"/>
                  </a:lnTo>
                  <a:lnTo>
                    <a:pt x="237" y="139"/>
                  </a:lnTo>
                  <a:lnTo>
                    <a:pt x="241" y="140"/>
                  </a:lnTo>
                  <a:lnTo>
                    <a:pt x="239" y="140"/>
                  </a:lnTo>
                  <a:lnTo>
                    <a:pt x="239" y="140"/>
                  </a:lnTo>
                  <a:lnTo>
                    <a:pt x="237" y="140"/>
                  </a:lnTo>
                  <a:lnTo>
                    <a:pt x="237" y="139"/>
                  </a:lnTo>
                  <a:lnTo>
                    <a:pt x="235" y="139"/>
                  </a:lnTo>
                  <a:lnTo>
                    <a:pt x="235" y="137"/>
                  </a:lnTo>
                  <a:lnTo>
                    <a:pt x="235" y="136"/>
                  </a:lnTo>
                  <a:lnTo>
                    <a:pt x="235" y="134"/>
                  </a:lnTo>
                  <a:lnTo>
                    <a:pt x="233" y="134"/>
                  </a:lnTo>
                  <a:lnTo>
                    <a:pt x="233" y="132"/>
                  </a:lnTo>
                  <a:lnTo>
                    <a:pt x="233" y="132"/>
                  </a:lnTo>
                  <a:lnTo>
                    <a:pt x="233" y="130"/>
                  </a:lnTo>
                  <a:lnTo>
                    <a:pt x="232" y="130"/>
                  </a:lnTo>
                  <a:lnTo>
                    <a:pt x="232" y="128"/>
                  </a:lnTo>
                  <a:lnTo>
                    <a:pt x="232" y="128"/>
                  </a:lnTo>
                  <a:lnTo>
                    <a:pt x="232" y="126"/>
                  </a:lnTo>
                  <a:lnTo>
                    <a:pt x="230" y="126"/>
                  </a:lnTo>
                  <a:lnTo>
                    <a:pt x="230" y="126"/>
                  </a:lnTo>
                  <a:lnTo>
                    <a:pt x="230" y="126"/>
                  </a:lnTo>
                  <a:lnTo>
                    <a:pt x="230" y="126"/>
                  </a:lnTo>
                  <a:lnTo>
                    <a:pt x="229" y="126"/>
                  </a:lnTo>
                  <a:lnTo>
                    <a:pt x="229" y="126"/>
                  </a:lnTo>
                  <a:lnTo>
                    <a:pt x="229" y="126"/>
                  </a:lnTo>
                  <a:lnTo>
                    <a:pt x="229" y="126"/>
                  </a:lnTo>
                  <a:lnTo>
                    <a:pt x="227" y="126"/>
                  </a:lnTo>
                  <a:lnTo>
                    <a:pt x="227" y="126"/>
                  </a:lnTo>
                  <a:lnTo>
                    <a:pt x="227" y="126"/>
                  </a:lnTo>
                  <a:lnTo>
                    <a:pt x="227" y="126"/>
                  </a:lnTo>
                  <a:lnTo>
                    <a:pt x="227" y="126"/>
                  </a:lnTo>
                  <a:lnTo>
                    <a:pt x="227" y="126"/>
                  </a:lnTo>
                  <a:lnTo>
                    <a:pt x="227" y="126"/>
                  </a:lnTo>
                  <a:lnTo>
                    <a:pt x="227" y="125"/>
                  </a:lnTo>
                  <a:lnTo>
                    <a:pt x="226" y="125"/>
                  </a:lnTo>
                  <a:lnTo>
                    <a:pt x="226" y="124"/>
                  </a:lnTo>
                  <a:lnTo>
                    <a:pt x="226" y="124"/>
                  </a:lnTo>
                  <a:lnTo>
                    <a:pt x="226" y="122"/>
                  </a:lnTo>
                  <a:lnTo>
                    <a:pt x="224" y="122"/>
                  </a:lnTo>
                  <a:lnTo>
                    <a:pt x="224" y="120"/>
                  </a:lnTo>
                  <a:lnTo>
                    <a:pt x="224" y="120"/>
                  </a:lnTo>
                  <a:lnTo>
                    <a:pt x="224" y="118"/>
                  </a:lnTo>
                  <a:lnTo>
                    <a:pt x="224" y="118"/>
                  </a:lnTo>
                  <a:lnTo>
                    <a:pt x="224" y="116"/>
                  </a:lnTo>
                  <a:lnTo>
                    <a:pt x="224" y="116"/>
                  </a:lnTo>
                  <a:lnTo>
                    <a:pt x="224" y="115"/>
                  </a:lnTo>
                  <a:lnTo>
                    <a:pt x="224" y="115"/>
                  </a:lnTo>
                  <a:lnTo>
                    <a:pt x="224" y="113"/>
                  </a:lnTo>
                  <a:lnTo>
                    <a:pt x="224" y="113"/>
                  </a:lnTo>
                  <a:lnTo>
                    <a:pt x="224" y="111"/>
                  </a:lnTo>
                  <a:lnTo>
                    <a:pt x="224" y="111"/>
                  </a:lnTo>
                  <a:lnTo>
                    <a:pt x="224" y="111"/>
                  </a:lnTo>
                  <a:lnTo>
                    <a:pt x="224" y="111"/>
                  </a:lnTo>
                  <a:lnTo>
                    <a:pt x="224" y="111"/>
                  </a:lnTo>
                  <a:lnTo>
                    <a:pt x="224" y="111"/>
                  </a:lnTo>
                  <a:lnTo>
                    <a:pt x="224" y="111"/>
                  </a:lnTo>
                  <a:lnTo>
                    <a:pt x="224" y="111"/>
                  </a:lnTo>
                  <a:lnTo>
                    <a:pt x="225" y="109"/>
                  </a:lnTo>
                  <a:lnTo>
                    <a:pt x="225" y="109"/>
                  </a:lnTo>
                  <a:lnTo>
                    <a:pt x="225" y="109"/>
                  </a:lnTo>
                  <a:lnTo>
                    <a:pt x="225" y="109"/>
                  </a:lnTo>
                  <a:lnTo>
                    <a:pt x="226" y="109"/>
                  </a:lnTo>
                  <a:lnTo>
                    <a:pt x="226" y="109"/>
                  </a:lnTo>
                  <a:lnTo>
                    <a:pt x="226" y="109"/>
                  </a:lnTo>
                  <a:lnTo>
                    <a:pt x="226" y="109"/>
                  </a:lnTo>
                  <a:lnTo>
                    <a:pt x="227" y="107"/>
                  </a:lnTo>
                  <a:lnTo>
                    <a:pt x="226" y="107"/>
                  </a:lnTo>
                  <a:lnTo>
                    <a:pt x="226" y="106"/>
                  </a:lnTo>
                  <a:lnTo>
                    <a:pt x="226" y="106"/>
                  </a:lnTo>
                  <a:lnTo>
                    <a:pt x="226" y="104"/>
                  </a:lnTo>
                  <a:lnTo>
                    <a:pt x="226" y="104"/>
                  </a:lnTo>
                  <a:lnTo>
                    <a:pt x="226" y="102"/>
                  </a:lnTo>
                  <a:lnTo>
                    <a:pt x="226" y="101"/>
                  </a:lnTo>
                  <a:lnTo>
                    <a:pt x="226" y="99"/>
                  </a:lnTo>
                  <a:lnTo>
                    <a:pt x="226" y="99"/>
                  </a:lnTo>
                  <a:lnTo>
                    <a:pt x="226" y="97"/>
                  </a:lnTo>
                  <a:lnTo>
                    <a:pt x="226" y="97"/>
                  </a:lnTo>
                  <a:lnTo>
                    <a:pt x="226" y="95"/>
                  </a:lnTo>
                  <a:lnTo>
                    <a:pt x="226" y="95"/>
                  </a:lnTo>
                  <a:lnTo>
                    <a:pt x="226" y="94"/>
                  </a:lnTo>
                  <a:lnTo>
                    <a:pt x="226" y="94"/>
                  </a:lnTo>
                  <a:lnTo>
                    <a:pt x="227" y="92"/>
                  </a:lnTo>
                  <a:lnTo>
                    <a:pt x="226" y="92"/>
                  </a:lnTo>
                  <a:lnTo>
                    <a:pt x="226" y="92"/>
                  </a:lnTo>
                  <a:lnTo>
                    <a:pt x="226" y="92"/>
                  </a:lnTo>
                  <a:lnTo>
                    <a:pt x="226" y="90"/>
                  </a:lnTo>
                  <a:lnTo>
                    <a:pt x="224" y="90"/>
                  </a:lnTo>
                  <a:lnTo>
                    <a:pt x="224" y="90"/>
                  </a:lnTo>
                  <a:lnTo>
                    <a:pt x="222" y="90"/>
                  </a:lnTo>
                  <a:lnTo>
                    <a:pt x="222" y="88"/>
                  </a:lnTo>
                  <a:lnTo>
                    <a:pt x="220" y="88"/>
                  </a:lnTo>
                  <a:lnTo>
                    <a:pt x="220" y="88"/>
                  </a:lnTo>
                  <a:lnTo>
                    <a:pt x="219" y="88"/>
                  </a:lnTo>
                  <a:lnTo>
                    <a:pt x="219" y="86"/>
                  </a:lnTo>
                  <a:lnTo>
                    <a:pt x="217" y="86"/>
                  </a:lnTo>
                  <a:lnTo>
                    <a:pt x="217" y="85"/>
                  </a:lnTo>
                  <a:lnTo>
                    <a:pt x="217" y="85"/>
                  </a:lnTo>
                  <a:lnTo>
                    <a:pt x="217" y="83"/>
                  </a:lnTo>
                  <a:lnTo>
                    <a:pt x="216" y="83"/>
                  </a:lnTo>
                  <a:lnTo>
                    <a:pt x="216" y="83"/>
                  </a:lnTo>
                  <a:lnTo>
                    <a:pt x="216" y="83"/>
                  </a:lnTo>
                  <a:lnTo>
                    <a:pt x="216" y="82"/>
                  </a:lnTo>
                  <a:lnTo>
                    <a:pt x="216" y="82"/>
                  </a:lnTo>
                  <a:lnTo>
                    <a:pt x="216" y="82"/>
                  </a:lnTo>
                  <a:lnTo>
                    <a:pt x="216" y="82"/>
                  </a:lnTo>
                  <a:lnTo>
                    <a:pt x="216" y="80"/>
                  </a:lnTo>
                  <a:lnTo>
                    <a:pt x="216" y="80"/>
                  </a:lnTo>
                  <a:lnTo>
                    <a:pt x="216" y="80"/>
                  </a:lnTo>
                  <a:lnTo>
                    <a:pt x="216" y="80"/>
                  </a:lnTo>
                  <a:lnTo>
                    <a:pt x="216" y="79"/>
                  </a:lnTo>
                  <a:lnTo>
                    <a:pt x="216" y="79"/>
                  </a:lnTo>
                  <a:lnTo>
                    <a:pt x="216" y="79"/>
                  </a:lnTo>
                  <a:lnTo>
                    <a:pt x="216" y="79"/>
                  </a:lnTo>
                  <a:lnTo>
                    <a:pt x="216" y="78"/>
                  </a:lnTo>
                  <a:lnTo>
                    <a:pt x="216" y="78"/>
                  </a:lnTo>
                  <a:lnTo>
                    <a:pt x="216" y="78"/>
                  </a:lnTo>
                  <a:lnTo>
                    <a:pt x="216" y="78"/>
                  </a:lnTo>
                  <a:lnTo>
                    <a:pt x="216" y="78"/>
                  </a:lnTo>
                  <a:lnTo>
                    <a:pt x="216" y="78"/>
                  </a:lnTo>
                  <a:lnTo>
                    <a:pt x="216" y="78"/>
                  </a:lnTo>
                  <a:lnTo>
                    <a:pt x="216" y="78"/>
                  </a:lnTo>
                  <a:lnTo>
                    <a:pt x="217" y="76"/>
                  </a:lnTo>
                  <a:lnTo>
                    <a:pt x="217" y="76"/>
                  </a:lnTo>
                  <a:lnTo>
                    <a:pt x="217" y="76"/>
                  </a:lnTo>
                  <a:lnTo>
                    <a:pt x="217" y="76"/>
                  </a:lnTo>
                  <a:lnTo>
                    <a:pt x="219" y="76"/>
                  </a:lnTo>
                  <a:lnTo>
                    <a:pt x="219" y="76"/>
                  </a:lnTo>
                  <a:lnTo>
                    <a:pt x="219" y="76"/>
                  </a:lnTo>
                  <a:lnTo>
                    <a:pt x="219" y="76"/>
                  </a:lnTo>
                  <a:lnTo>
                    <a:pt x="220" y="74"/>
                  </a:lnTo>
                  <a:lnTo>
                    <a:pt x="219" y="74"/>
                  </a:lnTo>
                  <a:lnTo>
                    <a:pt x="219" y="74"/>
                  </a:lnTo>
                  <a:lnTo>
                    <a:pt x="219" y="74"/>
                  </a:lnTo>
                  <a:lnTo>
                    <a:pt x="219" y="73"/>
                  </a:lnTo>
                  <a:lnTo>
                    <a:pt x="219" y="73"/>
                  </a:lnTo>
                  <a:lnTo>
                    <a:pt x="219" y="73"/>
                  </a:lnTo>
                  <a:lnTo>
                    <a:pt x="219" y="73"/>
                  </a:lnTo>
                  <a:lnTo>
                    <a:pt x="219" y="72"/>
                  </a:lnTo>
                  <a:lnTo>
                    <a:pt x="217" y="72"/>
                  </a:lnTo>
                  <a:lnTo>
                    <a:pt x="217" y="72"/>
                  </a:lnTo>
                  <a:lnTo>
                    <a:pt x="217" y="72"/>
                  </a:lnTo>
                  <a:lnTo>
                    <a:pt x="217" y="70"/>
                  </a:lnTo>
                  <a:lnTo>
                    <a:pt x="217" y="70"/>
                  </a:lnTo>
                  <a:lnTo>
                    <a:pt x="217" y="70"/>
                  </a:lnTo>
                  <a:lnTo>
                    <a:pt x="217" y="70"/>
                  </a:lnTo>
                  <a:lnTo>
                    <a:pt x="217" y="68"/>
                  </a:lnTo>
                  <a:lnTo>
                    <a:pt x="215" y="68"/>
                  </a:lnTo>
                  <a:lnTo>
                    <a:pt x="215" y="68"/>
                  </a:lnTo>
                  <a:lnTo>
                    <a:pt x="215" y="68"/>
                  </a:lnTo>
                  <a:lnTo>
                    <a:pt x="215" y="68"/>
                  </a:lnTo>
                  <a:lnTo>
                    <a:pt x="214" y="68"/>
                  </a:lnTo>
                  <a:lnTo>
                    <a:pt x="214" y="68"/>
                  </a:lnTo>
                  <a:lnTo>
                    <a:pt x="214" y="68"/>
                  </a:lnTo>
                  <a:lnTo>
                    <a:pt x="214" y="68"/>
                  </a:lnTo>
                  <a:lnTo>
                    <a:pt x="212" y="68"/>
                  </a:lnTo>
                  <a:lnTo>
                    <a:pt x="212" y="68"/>
                  </a:lnTo>
                  <a:lnTo>
                    <a:pt x="212" y="68"/>
                  </a:lnTo>
                  <a:lnTo>
                    <a:pt x="212" y="68"/>
                  </a:lnTo>
                  <a:lnTo>
                    <a:pt x="210" y="68"/>
                  </a:lnTo>
                  <a:lnTo>
                    <a:pt x="210" y="68"/>
                  </a:lnTo>
                  <a:lnTo>
                    <a:pt x="210" y="68"/>
                  </a:lnTo>
                  <a:lnTo>
                    <a:pt x="210" y="68"/>
                  </a:lnTo>
                  <a:lnTo>
                    <a:pt x="210" y="68"/>
                  </a:lnTo>
                  <a:lnTo>
                    <a:pt x="210" y="68"/>
                  </a:lnTo>
                  <a:lnTo>
                    <a:pt x="210" y="68"/>
                  </a:lnTo>
                  <a:lnTo>
                    <a:pt x="210" y="66"/>
                  </a:lnTo>
                  <a:lnTo>
                    <a:pt x="210" y="66"/>
                  </a:lnTo>
                  <a:lnTo>
                    <a:pt x="210" y="66"/>
                  </a:lnTo>
                  <a:lnTo>
                    <a:pt x="210" y="66"/>
                  </a:lnTo>
                  <a:lnTo>
                    <a:pt x="210" y="64"/>
                  </a:lnTo>
                  <a:lnTo>
                    <a:pt x="210" y="64"/>
                  </a:lnTo>
                  <a:lnTo>
                    <a:pt x="210" y="64"/>
                  </a:lnTo>
                  <a:lnTo>
                    <a:pt x="210" y="64"/>
                  </a:lnTo>
                  <a:lnTo>
                    <a:pt x="210" y="63"/>
                  </a:lnTo>
                  <a:lnTo>
                    <a:pt x="210" y="63"/>
                  </a:lnTo>
                  <a:lnTo>
                    <a:pt x="210" y="63"/>
                  </a:lnTo>
                  <a:lnTo>
                    <a:pt x="210" y="63"/>
                  </a:lnTo>
                  <a:lnTo>
                    <a:pt x="210" y="61"/>
                  </a:lnTo>
                  <a:lnTo>
                    <a:pt x="210" y="61"/>
                  </a:lnTo>
                  <a:lnTo>
                    <a:pt x="210" y="61"/>
                  </a:lnTo>
                  <a:lnTo>
                    <a:pt x="210" y="61"/>
                  </a:lnTo>
                  <a:lnTo>
                    <a:pt x="210" y="61"/>
                  </a:lnTo>
                  <a:lnTo>
                    <a:pt x="210" y="61"/>
                  </a:lnTo>
                  <a:lnTo>
                    <a:pt x="210" y="61"/>
                  </a:lnTo>
                  <a:lnTo>
                    <a:pt x="210" y="61"/>
                  </a:lnTo>
                  <a:lnTo>
                    <a:pt x="211" y="59"/>
                  </a:lnTo>
                  <a:lnTo>
                    <a:pt x="211" y="59"/>
                  </a:lnTo>
                  <a:lnTo>
                    <a:pt x="211" y="59"/>
                  </a:lnTo>
                  <a:lnTo>
                    <a:pt x="211" y="59"/>
                  </a:lnTo>
                  <a:lnTo>
                    <a:pt x="211" y="58"/>
                  </a:lnTo>
                  <a:lnTo>
                    <a:pt x="211" y="58"/>
                  </a:lnTo>
                  <a:lnTo>
                    <a:pt x="211" y="58"/>
                  </a:lnTo>
                  <a:lnTo>
                    <a:pt x="211" y="58"/>
                  </a:lnTo>
                  <a:lnTo>
                    <a:pt x="212" y="57"/>
                  </a:lnTo>
                  <a:lnTo>
                    <a:pt x="211" y="57"/>
                  </a:lnTo>
                  <a:lnTo>
                    <a:pt x="211" y="57"/>
                  </a:lnTo>
                  <a:lnTo>
                    <a:pt x="211" y="57"/>
                  </a:lnTo>
                  <a:lnTo>
                    <a:pt x="211" y="57"/>
                  </a:lnTo>
                  <a:lnTo>
                    <a:pt x="211" y="57"/>
                  </a:lnTo>
                  <a:lnTo>
                    <a:pt x="211" y="57"/>
                  </a:lnTo>
                  <a:lnTo>
                    <a:pt x="211" y="57"/>
                  </a:lnTo>
                  <a:lnTo>
                    <a:pt x="211" y="56"/>
                  </a:lnTo>
                  <a:lnTo>
                    <a:pt x="210" y="56"/>
                  </a:lnTo>
                  <a:lnTo>
                    <a:pt x="210" y="56"/>
                  </a:lnTo>
                  <a:lnTo>
                    <a:pt x="210" y="56"/>
                  </a:lnTo>
                  <a:lnTo>
                    <a:pt x="210" y="56"/>
                  </a:lnTo>
                  <a:lnTo>
                    <a:pt x="210" y="56"/>
                  </a:lnTo>
                  <a:lnTo>
                    <a:pt x="210" y="56"/>
                  </a:lnTo>
                  <a:lnTo>
                    <a:pt x="210" y="56"/>
                  </a:lnTo>
                  <a:lnTo>
                    <a:pt x="210" y="56"/>
                  </a:lnTo>
                  <a:lnTo>
                    <a:pt x="207" y="56"/>
                  </a:lnTo>
                  <a:lnTo>
                    <a:pt x="207" y="56"/>
                  </a:lnTo>
                  <a:lnTo>
                    <a:pt x="207" y="56"/>
                  </a:lnTo>
                  <a:lnTo>
                    <a:pt x="207" y="54"/>
                  </a:lnTo>
                  <a:lnTo>
                    <a:pt x="207" y="54"/>
                  </a:lnTo>
                  <a:lnTo>
                    <a:pt x="207" y="52"/>
                  </a:lnTo>
                  <a:lnTo>
                    <a:pt x="207" y="52"/>
                  </a:lnTo>
                  <a:lnTo>
                    <a:pt x="207" y="50"/>
                  </a:lnTo>
                  <a:lnTo>
                    <a:pt x="207" y="50"/>
                  </a:lnTo>
                  <a:lnTo>
                    <a:pt x="207" y="50"/>
                  </a:lnTo>
                  <a:lnTo>
                    <a:pt x="207" y="50"/>
                  </a:lnTo>
                  <a:lnTo>
                    <a:pt x="207" y="48"/>
                  </a:lnTo>
                  <a:lnTo>
                    <a:pt x="207" y="48"/>
                  </a:lnTo>
                  <a:lnTo>
                    <a:pt x="207" y="47"/>
                  </a:lnTo>
                  <a:lnTo>
                    <a:pt x="207" y="47"/>
                  </a:lnTo>
                  <a:lnTo>
                    <a:pt x="207" y="45"/>
                  </a:lnTo>
                  <a:lnTo>
                    <a:pt x="207" y="45"/>
                  </a:lnTo>
                  <a:lnTo>
                    <a:pt x="207" y="45"/>
                  </a:lnTo>
                  <a:lnTo>
                    <a:pt x="207" y="45"/>
                  </a:lnTo>
                  <a:lnTo>
                    <a:pt x="207" y="45"/>
                  </a:lnTo>
                  <a:lnTo>
                    <a:pt x="207" y="45"/>
                  </a:lnTo>
                  <a:lnTo>
                    <a:pt x="207" y="45"/>
                  </a:lnTo>
                  <a:lnTo>
                    <a:pt x="207" y="45"/>
                  </a:lnTo>
                  <a:lnTo>
                    <a:pt x="209" y="45"/>
                  </a:lnTo>
                  <a:lnTo>
                    <a:pt x="209" y="45"/>
                  </a:lnTo>
                  <a:lnTo>
                    <a:pt x="209" y="45"/>
                  </a:lnTo>
                  <a:lnTo>
                    <a:pt x="209" y="45"/>
                  </a:lnTo>
                  <a:lnTo>
                    <a:pt x="209" y="44"/>
                  </a:lnTo>
                  <a:lnTo>
                    <a:pt x="209" y="44"/>
                  </a:lnTo>
                  <a:lnTo>
                    <a:pt x="209" y="44"/>
                  </a:lnTo>
                  <a:lnTo>
                    <a:pt x="209" y="44"/>
                  </a:lnTo>
                  <a:lnTo>
                    <a:pt x="210" y="42"/>
                  </a:lnTo>
                  <a:lnTo>
                    <a:pt x="209" y="42"/>
                  </a:lnTo>
                  <a:lnTo>
                    <a:pt x="209" y="42"/>
                  </a:lnTo>
                  <a:lnTo>
                    <a:pt x="208" y="42"/>
                  </a:lnTo>
                  <a:lnTo>
                    <a:pt x="208" y="41"/>
                  </a:lnTo>
                  <a:lnTo>
                    <a:pt x="206" y="41"/>
                  </a:lnTo>
                  <a:lnTo>
                    <a:pt x="206" y="41"/>
                  </a:lnTo>
                  <a:lnTo>
                    <a:pt x="205" y="41"/>
                  </a:lnTo>
                  <a:lnTo>
                    <a:pt x="205" y="39"/>
                  </a:lnTo>
                  <a:lnTo>
                    <a:pt x="203" y="39"/>
                  </a:lnTo>
                  <a:lnTo>
                    <a:pt x="203" y="39"/>
                  </a:lnTo>
                  <a:lnTo>
                    <a:pt x="202" y="39"/>
                  </a:lnTo>
                  <a:lnTo>
                    <a:pt x="202" y="37"/>
                  </a:lnTo>
                  <a:lnTo>
                    <a:pt x="201" y="37"/>
                  </a:lnTo>
                  <a:lnTo>
                    <a:pt x="201" y="37"/>
                  </a:lnTo>
                  <a:lnTo>
                    <a:pt x="201" y="37"/>
                  </a:lnTo>
                  <a:lnTo>
                    <a:pt x="201" y="35"/>
                  </a:lnTo>
                  <a:lnTo>
                    <a:pt x="200" y="35"/>
                  </a:lnTo>
                  <a:lnTo>
                    <a:pt x="200" y="35"/>
                  </a:lnTo>
                  <a:lnTo>
                    <a:pt x="200" y="35"/>
                  </a:lnTo>
                  <a:lnTo>
                    <a:pt x="200" y="35"/>
                  </a:lnTo>
                  <a:lnTo>
                    <a:pt x="200" y="35"/>
                  </a:lnTo>
                  <a:lnTo>
                    <a:pt x="200" y="35"/>
                  </a:lnTo>
                  <a:lnTo>
                    <a:pt x="200" y="35"/>
                  </a:lnTo>
                  <a:lnTo>
                    <a:pt x="200" y="33"/>
                  </a:lnTo>
                  <a:lnTo>
                    <a:pt x="199" y="33"/>
                  </a:lnTo>
                  <a:lnTo>
                    <a:pt x="199" y="33"/>
                  </a:lnTo>
                  <a:lnTo>
                    <a:pt x="199" y="33"/>
                  </a:lnTo>
                  <a:lnTo>
                    <a:pt x="199" y="32"/>
                  </a:lnTo>
                  <a:lnTo>
                    <a:pt x="199" y="32"/>
                  </a:lnTo>
                  <a:lnTo>
                    <a:pt x="199" y="32"/>
                  </a:lnTo>
                  <a:lnTo>
                    <a:pt x="199" y="32"/>
                  </a:lnTo>
                  <a:lnTo>
                    <a:pt x="199" y="30"/>
                  </a:lnTo>
                  <a:lnTo>
                    <a:pt x="197" y="30"/>
                  </a:lnTo>
                  <a:lnTo>
                    <a:pt x="197" y="30"/>
                  </a:lnTo>
                  <a:lnTo>
                    <a:pt x="196" y="30"/>
                  </a:lnTo>
                  <a:lnTo>
                    <a:pt x="196" y="30"/>
                  </a:lnTo>
                  <a:lnTo>
                    <a:pt x="195" y="30"/>
                  </a:lnTo>
                  <a:lnTo>
                    <a:pt x="195" y="30"/>
                  </a:lnTo>
                  <a:lnTo>
                    <a:pt x="193" y="30"/>
                  </a:lnTo>
                  <a:lnTo>
                    <a:pt x="193" y="28"/>
                  </a:lnTo>
                  <a:lnTo>
                    <a:pt x="191" y="28"/>
                  </a:lnTo>
                  <a:lnTo>
                    <a:pt x="191" y="28"/>
                  </a:lnTo>
                  <a:lnTo>
                    <a:pt x="189" y="28"/>
                  </a:lnTo>
                  <a:lnTo>
                    <a:pt x="189" y="27"/>
                  </a:lnTo>
                  <a:lnTo>
                    <a:pt x="188" y="27"/>
                  </a:lnTo>
                  <a:lnTo>
                    <a:pt x="188" y="27"/>
                  </a:lnTo>
                  <a:lnTo>
                    <a:pt x="188" y="27"/>
                  </a:lnTo>
                  <a:lnTo>
                    <a:pt x="188" y="26"/>
                  </a:lnTo>
                  <a:lnTo>
                    <a:pt x="185" y="26"/>
                  </a:lnTo>
                  <a:lnTo>
                    <a:pt x="185" y="26"/>
                  </a:lnTo>
                  <a:lnTo>
                    <a:pt x="185" y="26"/>
                  </a:lnTo>
                  <a:lnTo>
                    <a:pt x="185" y="26"/>
                  </a:lnTo>
                  <a:lnTo>
                    <a:pt x="183" y="26"/>
                  </a:lnTo>
                  <a:lnTo>
                    <a:pt x="183" y="26"/>
                  </a:lnTo>
                  <a:lnTo>
                    <a:pt x="183" y="26"/>
                  </a:lnTo>
                  <a:lnTo>
                    <a:pt x="183" y="26"/>
                  </a:lnTo>
                  <a:lnTo>
                    <a:pt x="182" y="26"/>
                  </a:lnTo>
                  <a:lnTo>
                    <a:pt x="182" y="26"/>
                  </a:lnTo>
                  <a:lnTo>
                    <a:pt x="182" y="26"/>
                  </a:lnTo>
                  <a:lnTo>
                    <a:pt x="182" y="26"/>
                  </a:lnTo>
                  <a:lnTo>
                    <a:pt x="181" y="26"/>
                  </a:lnTo>
                  <a:lnTo>
                    <a:pt x="181" y="26"/>
                  </a:lnTo>
                  <a:lnTo>
                    <a:pt x="181" y="26"/>
                  </a:lnTo>
                  <a:lnTo>
                    <a:pt x="181" y="26"/>
                  </a:lnTo>
                  <a:lnTo>
                    <a:pt x="179" y="26"/>
                  </a:lnTo>
                  <a:lnTo>
                    <a:pt x="179" y="26"/>
                  </a:lnTo>
                  <a:lnTo>
                    <a:pt x="178" y="26"/>
                  </a:lnTo>
                  <a:lnTo>
                    <a:pt x="178" y="25"/>
                  </a:lnTo>
                  <a:lnTo>
                    <a:pt x="176" y="25"/>
                  </a:lnTo>
                  <a:lnTo>
                    <a:pt x="176" y="25"/>
                  </a:lnTo>
                  <a:lnTo>
                    <a:pt x="176" y="25"/>
                  </a:lnTo>
                  <a:lnTo>
                    <a:pt x="176" y="22"/>
                  </a:lnTo>
                  <a:lnTo>
                    <a:pt x="174" y="22"/>
                  </a:lnTo>
                  <a:lnTo>
                    <a:pt x="174" y="22"/>
                  </a:lnTo>
                  <a:lnTo>
                    <a:pt x="173" y="22"/>
                  </a:lnTo>
                  <a:lnTo>
                    <a:pt x="173" y="20"/>
                  </a:lnTo>
                  <a:lnTo>
                    <a:pt x="171" y="20"/>
                  </a:lnTo>
                  <a:lnTo>
                    <a:pt x="171" y="20"/>
                  </a:lnTo>
                  <a:lnTo>
                    <a:pt x="171" y="20"/>
                  </a:lnTo>
                  <a:lnTo>
                    <a:pt x="171" y="19"/>
                  </a:lnTo>
                  <a:lnTo>
                    <a:pt x="169" y="19"/>
                  </a:lnTo>
                  <a:lnTo>
                    <a:pt x="169" y="19"/>
                  </a:lnTo>
                  <a:lnTo>
                    <a:pt x="167" y="19"/>
                  </a:lnTo>
                  <a:lnTo>
                    <a:pt x="167" y="18"/>
                  </a:lnTo>
                  <a:lnTo>
                    <a:pt x="166" y="18"/>
                  </a:lnTo>
                  <a:lnTo>
                    <a:pt x="166" y="17"/>
                  </a:lnTo>
                  <a:lnTo>
                    <a:pt x="163" y="17"/>
                  </a:lnTo>
                  <a:lnTo>
                    <a:pt x="163" y="15"/>
                  </a:lnTo>
                  <a:lnTo>
                    <a:pt x="161" y="15"/>
                  </a:lnTo>
                  <a:lnTo>
                    <a:pt x="161" y="15"/>
                  </a:lnTo>
                  <a:lnTo>
                    <a:pt x="160" y="15"/>
                  </a:lnTo>
                  <a:lnTo>
                    <a:pt x="160" y="13"/>
                  </a:lnTo>
                  <a:lnTo>
                    <a:pt x="158" y="13"/>
                  </a:lnTo>
                  <a:lnTo>
                    <a:pt x="158" y="11"/>
                  </a:lnTo>
                  <a:lnTo>
                    <a:pt x="158" y="11"/>
                  </a:lnTo>
                  <a:lnTo>
                    <a:pt x="158" y="9"/>
                  </a:lnTo>
                  <a:lnTo>
                    <a:pt x="158" y="9"/>
                  </a:lnTo>
                  <a:lnTo>
                    <a:pt x="158" y="9"/>
                  </a:lnTo>
                  <a:lnTo>
                    <a:pt x="158" y="9"/>
                  </a:lnTo>
                  <a:lnTo>
                    <a:pt x="158" y="9"/>
                  </a:lnTo>
                  <a:lnTo>
                    <a:pt x="158" y="9"/>
                  </a:lnTo>
                  <a:lnTo>
                    <a:pt x="158" y="9"/>
                  </a:lnTo>
                  <a:lnTo>
                    <a:pt x="158" y="9"/>
                  </a:lnTo>
                  <a:lnTo>
                    <a:pt x="158" y="8"/>
                  </a:lnTo>
                  <a:lnTo>
                    <a:pt x="158" y="8"/>
                  </a:lnTo>
                  <a:lnTo>
                    <a:pt x="158" y="8"/>
                  </a:lnTo>
                  <a:lnTo>
                    <a:pt x="158" y="8"/>
                  </a:lnTo>
                  <a:lnTo>
                    <a:pt x="158" y="8"/>
                  </a:lnTo>
                  <a:lnTo>
                    <a:pt x="158" y="8"/>
                  </a:lnTo>
                  <a:lnTo>
                    <a:pt x="158" y="8"/>
                  </a:lnTo>
                  <a:lnTo>
                    <a:pt x="158" y="8"/>
                  </a:lnTo>
                  <a:lnTo>
                    <a:pt x="158" y="6"/>
                  </a:lnTo>
                  <a:lnTo>
                    <a:pt x="156" y="6"/>
                  </a:lnTo>
                  <a:lnTo>
                    <a:pt x="156" y="6"/>
                  </a:lnTo>
                  <a:lnTo>
                    <a:pt x="155" y="6"/>
                  </a:lnTo>
                  <a:lnTo>
                    <a:pt x="155" y="6"/>
                  </a:lnTo>
                  <a:lnTo>
                    <a:pt x="153" y="6"/>
                  </a:lnTo>
                  <a:lnTo>
                    <a:pt x="153" y="6"/>
                  </a:lnTo>
                  <a:lnTo>
                    <a:pt x="152" y="6"/>
                  </a:lnTo>
                  <a:lnTo>
                    <a:pt x="152" y="4"/>
                  </a:lnTo>
                  <a:lnTo>
                    <a:pt x="151" y="4"/>
                  </a:lnTo>
                  <a:lnTo>
                    <a:pt x="151" y="4"/>
                  </a:lnTo>
                  <a:lnTo>
                    <a:pt x="149" y="4"/>
                  </a:lnTo>
                  <a:lnTo>
                    <a:pt x="149" y="4"/>
                  </a:lnTo>
                  <a:lnTo>
                    <a:pt x="149" y="4"/>
                  </a:lnTo>
                  <a:lnTo>
                    <a:pt x="149" y="4"/>
                  </a:lnTo>
                  <a:lnTo>
                    <a:pt x="149" y="4"/>
                  </a:lnTo>
                  <a:lnTo>
                    <a:pt x="149" y="3"/>
                  </a:lnTo>
                  <a:lnTo>
                    <a:pt x="149" y="3"/>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02" name=""/>
            <p:cNvSpPr/>
            <p:nvPr/>
          </p:nvSpPr>
          <p:spPr>
            <a:xfrm>
              <a:off x="7696080" y="4995720"/>
              <a:ext cx="714600" cy="1014480"/>
            </a:xfrm>
            <a:custGeom>
              <a:avLst/>
              <a:gdLst/>
              <a:ahLst/>
              <a:rect l="l" t="t" r="r" b="b"/>
              <a:pathLst>
                <a:path w="450" h="639">
                  <a:moveTo>
                    <a:pt x="138" y="586"/>
                  </a:moveTo>
                  <a:lnTo>
                    <a:pt x="136" y="586"/>
                  </a:lnTo>
                  <a:lnTo>
                    <a:pt x="136" y="586"/>
                  </a:lnTo>
                  <a:lnTo>
                    <a:pt x="136" y="586"/>
                  </a:lnTo>
                  <a:lnTo>
                    <a:pt x="136" y="586"/>
                  </a:lnTo>
                  <a:lnTo>
                    <a:pt x="134" y="586"/>
                  </a:lnTo>
                  <a:lnTo>
                    <a:pt x="134" y="586"/>
                  </a:lnTo>
                  <a:lnTo>
                    <a:pt x="133" y="586"/>
                  </a:lnTo>
                  <a:lnTo>
                    <a:pt x="133" y="585"/>
                  </a:lnTo>
                  <a:lnTo>
                    <a:pt x="131" y="585"/>
                  </a:lnTo>
                  <a:lnTo>
                    <a:pt x="131" y="585"/>
                  </a:lnTo>
                  <a:lnTo>
                    <a:pt x="129" y="585"/>
                  </a:lnTo>
                  <a:lnTo>
                    <a:pt x="129" y="582"/>
                  </a:lnTo>
                  <a:lnTo>
                    <a:pt x="127" y="582"/>
                  </a:lnTo>
                  <a:lnTo>
                    <a:pt x="127" y="582"/>
                  </a:lnTo>
                  <a:lnTo>
                    <a:pt x="127" y="582"/>
                  </a:lnTo>
                  <a:lnTo>
                    <a:pt x="127" y="580"/>
                  </a:lnTo>
                  <a:lnTo>
                    <a:pt x="127" y="580"/>
                  </a:lnTo>
                  <a:lnTo>
                    <a:pt x="127" y="579"/>
                  </a:lnTo>
                  <a:lnTo>
                    <a:pt x="127" y="579"/>
                  </a:lnTo>
                  <a:lnTo>
                    <a:pt x="127" y="577"/>
                  </a:lnTo>
                  <a:lnTo>
                    <a:pt x="127" y="577"/>
                  </a:lnTo>
                  <a:lnTo>
                    <a:pt x="127" y="575"/>
                  </a:lnTo>
                  <a:lnTo>
                    <a:pt x="127" y="575"/>
                  </a:lnTo>
                  <a:lnTo>
                    <a:pt x="127" y="573"/>
                  </a:lnTo>
                  <a:lnTo>
                    <a:pt x="127" y="573"/>
                  </a:lnTo>
                  <a:lnTo>
                    <a:pt x="127" y="572"/>
                  </a:lnTo>
                  <a:lnTo>
                    <a:pt x="127" y="572"/>
                  </a:lnTo>
                  <a:lnTo>
                    <a:pt x="127" y="570"/>
                  </a:lnTo>
                  <a:lnTo>
                    <a:pt x="127" y="570"/>
                  </a:lnTo>
                  <a:lnTo>
                    <a:pt x="127" y="569"/>
                  </a:lnTo>
                  <a:lnTo>
                    <a:pt x="127" y="569"/>
                  </a:lnTo>
                  <a:lnTo>
                    <a:pt x="127" y="567"/>
                  </a:lnTo>
                  <a:lnTo>
                    <a:pt x="127" y="567"/>
                  </a:lnTo>
                  <a:lnTo>
                    <a:pt x="127" y="567"/>
                  </a:lnTo>
                  <a:lnTo>
                    <a:pt x="127" y="567"/>
                  </a:lnTo>
                  <a:lnTo>
                    <a:pt x="127" y="565"/>
                  </a:lnTo>
                  <a:lnTo>
                    <a:pt x="127" y="565"/>
                  </a:lnTo>
                  <a:lnTo>
                    <a:pt x="127" y="564"/>
                  </a:lnTo>
                  <a:lnTo>
                    <a:pt x="127" y="564"/>
                  </a:lnTo>
                  <a:lnTo>
                    <a:pt x="129" y="562"/>
                  </a:lnTo>
                  <a:lnTo>
                    <a:pt x="129" y="562"/>
                  </a:lnTo>
                  <a:lnTo>
                    <a:pt x="129" y="562"/>
                  </a:lnTo>
                  <a:lnTo>
                    <a:pt x="129" y="562"/>
                  </a:lnTo>
                  <a:lnTo>
                    <a:pt x="129" y="560"/>
                  </a:lnTo>
                  <a:lnTo>
                    <a:pt x="129" y="560"/>
                  </a:lnTo>
                  <a:lnTo>
                    <a:pt x="129" y="560"/>
                  </a:lnTo>
                  <a:lnTo>
                    <a:pt x="129" y="560"/>
                  </a:lnTo>
                  <a:lnTo>
                    <a:pt x="130" y="558"/>
                  </a:lnTo>
                  <a:lnTo>
                    <a:pt x="129" y="558"/>
                  </a:lnTo>
                  <a:lnTo>
                    <a:pt x="129" y="558"/>
                  </a:lnTo>
                  <a:lnTo>
                    <a:pt x="129" y="558"/>
                  </a:lnTo>
                  <a:lnTo>
                    <a:pt x="129" y="556"/>
                  </a:lnTo>
                  <a:lnTo>
                    <a:pt x="128" y="556"/>
                  </a:lnTo>
                  <a:lnTo>
                    <a:pt x="128" y="556"/>
                  </a:lnTo>
                  <a:lnTo>
                    <a:pt x="128" y="556"/>
                  </a:lnTo>
                  <a:lnTo>
                    <a:pt x="128" y="554"/>
                  </a:lnTo>
                  <a:lnTo>
                    <a:pt x="126" y="554"/>
                  </a:lnTo>
                  <a:lnTo>
                    <a:pt x="126" y="554"/>
                  </a:lnTo>
                  <a:lnTo>
                    <a:pt x="126" y="554"/>
                  </a:lnTo>
                  <a:lnTo>
                    <a:pt x="126" y="553"/>
                  </a:lnTo>
                  <a:lnTo>
                    <a:pt x="125" y="553"/>
                  </a:lnTo>
                  <a:lnTo>
                    <a:pt x="125" y="553"/>
                  </a:lnTo>
                  <a:lnTo>
                    <a:pt x="125" y="553"/>
                  </a:lnTo>
                  <a:lnTo>
                    <a:pt x="125" y="551"/>
                  </a:lnTo>
                  <a:lnTo>
                    <a:pt x="125" y="553"/>
                  </a:lnTo>
                  <a:lnTo>
                    <a:pt x="125" y="553"/>
                  </a:lnTo>
                  <a:lnTo>
                    <a:pt x="125" y="553"/>
                  </a:lnTo>
                  <a:lnTo>
                    <a:pt x="125" y="553"/>
                  </a:lnTo>
                  <a:lnTo>
                    <a:pt x="125" y="556"/>
                  </a:lnTo>
                  <a:lnTo>
                    <a:pt x="125" y="556"/>
                  </a:lnTo>
                  <a:lnTo>
                    <a:pt x="125" y="557"/>
                  </a:lnTo>
                  <a:lnTo>
                    <a:pt x="125" y="557"/>
                  </a:lnTo>
                  <a:lnTo>
                    <a:pt x="124" y="558"/>
                  </a:lnTo>
                  <a:lnTo>
                    <a:pt x="124" y="558"/>
                  </a:lnTo>
                  <a:lnTo>
                    <a:pt x="124" y="560"/>
                  </a:lnTo>
                  <a:lnTo>
                    <a:pt x="124" y="560"/>
                  </a:lnTo>
                  <a:lnTo>
                    <a:pt x="124" y="563"/>
                  </a:lnTo>
                  <a:lnTo>
                    <a:pt x="124" y="563"/>
                  </a:lnTo>
                  <a:lnTo>
                    <a:pt x="124" y="563"/>
                  </a:lnTo>
                  <a:lnTo>
                    <a:pt x="124" y="563"/>
                  </a:lnTo>
                  <a:lnTo>
                    <a:pt x="123" y="565"/>
                  </a:lnTo>
                  <a:lnTo>
                    <a:pt x="123" y="565"/>
                  </a:lnTo>
                  <a:lnTo>
                    <a:pt x="122" y="565"/>
                  </a:lnTo>
                  <a:lnTo>
                    <a:pt x="122" y="565"/>
                  </a:lnTo>
                  <a:lnTo>
                    <a:pt x="120" y="566"/>
                  </a:lnTo>
                  <a:lnTo>
                    <a:pt x="120" y="566"/>
                  </a:lnTo>
                  <a:lnTo>
                    <a:pt x="120" y="566"/>
                  </a:lnTo>
                  <a:lnTo>
                    <a:pt x="120" y="566"/>
                  </a:lnTo>
                  <a:lnTo>
                    <a:pt x="118" y="568"/>
                  </a:lnTo>
                  <a:lnTo>
                    <a:pt x="118" y="568"/>
                  </a:lnTo>
                  <a:lnTo>
                    <a:pt x="118" y="568"/>
                  </a:lnTo>
                  <a:lnTo>
                    <a:pt x="118" y="568"/>
                  </a:lnTo>
                  <a:lnTo>
                    <a:pt x="118" y="570"/>
                  </a:lnTo>
                  <a:lnTo>
                    <a:pt x="118" y="570"/>
                  </a:lnTo>
                  <a:lnTo>
                    <a:pt x="118" y="570"/>
                  </a:lnTo>
                  <a:lnTo>
                    <a:pt x="118" y="570"/>
                  </a:lnTo>
                  <a:lnTo>
                    <a:pt x="118" y="572"/>
                  </a:lnTo>
                  <a:lnTo>
                    <a:pt x="118" y="572"/>
                  </a:lnTo>
                  <a:lnTo>
                    <a:pt x="118" y="572"/>
                  </a:lnTo>
                  <a:lnTo>
                    <a:pt x="118" y="572"/>
                  </a:lnTo>
                  <a:lnTo>
                    <a:pt x="118" y="572"/>
                  </a:lnTo>
                  <a:lnTo>
                    <a:pt x="118" y="572"/>
                  </a:lnTo>
                  <a:lnTo>
                    <a:pt x="118" y="572"/>
                  </a:lnTo>
                  <a:lnTo>
                    <a:pt x="120" y="572"/>
                  </a:lnTo>
                  <a:lnTo>
                    <a:pt x="120" y="573"/>
                  </a:lnTo>
                  <a:lnTo>
                    <a:pt x="120" y="573"/>
                  </a:lnTo>
                  <a:lnTo>
                    <a:pt x="120" y="573"/>
                  </a:lnTo>
                  <a:lnTo>
                    <a:pt x="122" y="573"/>
                  </a:lnTo>
                  <a:lnTo>
                    <a:pt x="122" y="573"/>
                  </a:lnTo>
                  <a:lnTo>
                    <a:pt x="123" y="573"/>
                  </a:lnTo>
                  <a:lnTo>
                    <a:pt x="123" y="573"/>
                  </a:lnTo>
                  <a:lnTo>
                    <a:pt x="124" y="573"/>
                  </a:lnTo>
                  <a:lnTo>
                    <a:pt x="124" y="575"/>
                  </a:lnTo>
                  <a:lnTo>
                    <a:pt x="124" y="575"/>
                  </a:lnTo>
                  <a:lnTo>
                    <a:pt x="124" y="575"/>
                  </a:lnTo>
                  <a:lnTo>
                    <a:pt x="124" y="575"/>
                  </a:lnTo>
                  <a:lnTo>
                    <a:pt x="124" y="577"/>
                  </a:lnTo>
                  <a:lnTo>
                    <a:pt x="124" y="577"/>
                  </a:lnTo>
                  <a:lnTo>
                    <a:pt x="124" y="579"/>
                  </a:lnTo>
                  <a:lnTo>
                    <a:pt x="124" y="579"/>
                  </a:lnTo>
                  <a:lnTo>
                    <a:pt x="124" y="581"/>
                  </a:lnTo>
                  <a:lnTo>
                    <a:pt x="124" y="581"/>
                  </a:lnTo>
                  <a:lnTo>
                    <a:pt x="124" y="582"/>
                  </a:lnTo>
                  <a:lnTo>
                    <a:pt x="124" y="582"/>
                  </a:lnTo>
                  <a:lnTo>
                    <a:pt x="124" y="584"/>
                  </a:lnTo>
                  <a:lnTo>
                    <a:pt x="124" y="584"/>
                  </a:lnTo>
                  <a:lnTo>
                    <a:pt x="124" y="584"/>
                  </a:lnTo>
                  <a:lnTo>
                    <a:pt x="124" y="584"/>
                  </a:lnTo>
                  <a:lnTo>
                    <a:pt x="122" y="585"/>
                  </a:lnTo>
                  <a:lnTo>
                    <a:pt x="122" y="585"/>
                  </a:lnTo>
                  <a:lnTo>
                    <a:pt x="120" y="586"/>
                  </a:lnTo>
                  <a:lnTo>
                    <a:pt x="120" y="586"/>
                  </a:lnTo>
                  <a:lnTo>
                    <a:pt x="118" y="588"/>
                  </a:lnTo>
                  <a:lnTo>
                    <a:pt x="118" y="588"/>
                  </a:lnTo>
                  <a:lnTo>
                    <a:pt x="117" y="589"/>
                  </a:lnTo>
                  <a:lnTo>
                    <a:pt x="117" y="589"/>
                  </a:lnTo>
                  <a:lnTo>
                    <a:pt x="115" y="591"/>
                  </a:lnTo>
                  <a:lnTo>
                    <a:pt x="115" y="591"/>
                  </a:lnTo>
                  <a:lnTo>
                    <a:pt x="114" y="593"/>
                  </a:lnTo>
                  <a:lnTo>
                    <a:pt x="114" y="593"/>
                  </a:lnTo>
                  <a:lnTo>
                    <a:pt x="112" y="594"/>
                  </a:lnTo>
                  <a:lnTo>
                    <a:pt x="112" y="594"/>
                  </a:lnTo>
                  <a:lnTo>
                    <a:pt x="112" y="594"/>
                  </a:lnTo>
                  <a:lnTo>
                    <a:pt x="112" y="594"/>
                  </a:lnTo>
                  <a:lnTo>
                    <a:pt x="110" y="595"/>
                  </a:lnTo>
                  <a:lnTo>
                    <a:pt x="110" y="595"/>
                  </a:lnTo>
                  <a:lnTo>
                    <a:pt x="110" y="595"/>
                  </a:lnTo>
                  <a:lnTo>
                    <a:pt x="110" y="595"/>
                  </a:lnTo>
                  <a:lnTo>
                    <a:pt x="109" y="595"/>
                  </a:lnTo>
                  <a:lnTo>
                    <a:pt x="109" y="595"/>
                  </a:lnTo>
                  <a:lnTo>
                    <a:pt x="109" y="595"/>
                  </a:lnTo>
                  <a:lnTo>
                    <a:pt x="109" y="593"/>
                  </a:lnTo>
                  <a:lnTo>
                    <a:pt x="107" y="593"/>
                  </a:lnTo>
                  <a:lnTo>
                    <a:pt x="107" y="593"/>
                  </a:lnTo>
                  <a:lnTo>
                    <a:pt x="107" y="593"/>
                  </a:lnTo>
                  <a:lnTo>
                    <a:pt x="107" y="592"/>
                  </a:lnTo>
                  <a:lnTo>
                    <a:pt x="107" y="592"/>
                  </a:lnTo>
                  <a:lnTo>
                    <a:pt x="107" y="592"/>
                  </a:lnTo>
                  <a:lnTo>
                    <a:pt x="107" y="592"/>
                  </a:lnTo>
                  <a:lnTo>
                    <a:pt x="107" y="590"/>
                  </a:lnTo>
                  <a:lnTo>
                    <a:pt x="103" y="594"/>
                  </a:lnTo>
                  <a:lnTo>
                    <a:pt x="102" y="595"/>
                  </a:lnTo>
                  <a:lnTo>
                    <a:pt x="99" y="599"/>
                  </a:lnTo>
                  <a:lnTo>
                    <a:pt x="97" y="601"/>
                  </a:lnTo>
                  <a:lnTo>
                    <a:pt x="95" y="604"/>
                  </a:lnTo>
                  <a:lnTo>
                    <a:pt x="93" y="607"/>
                  </a:lnTo>
                  <a:lnTo>
                    <a:pt x="91" y="611"/>
                  </a:lnTo>
                  <a:lnTo>
                    <a:pt x="89" y="613"/>
                  </a:lnTo>
                  <a:lnTo>
                    <a:pt x="87" y="617"/>
                  </a:lnTo>
                  <a:lnTo>
                    <a:pt x="85" y="619"/>
                  </a:lnTo>
                  <a:lnTo>
                    <a:pt x="82" y="623"/>
                  </a:lnTo>
                  <a:lnTo>
                    <a:pt x="81" y="625"/>
                  </a:lnTo>
                  <a:lnTo>
                    <a:pt x="79" y="627"/>
                  </a:lnTo>
                  <a:lnTo>
                    <a:pt x="77" y="629"/>
                  </a:lnTo>
                  <a:lnTo>
                    <a:pt x="75" y="631"/>
                  </a:lnTo>
                  <a:lnTo>
                    <a:pt x="73" y="631"/>
                  </a:lnTo>
                  <a:lnTo>
                    <a:pt x="71" y="631"/>
                  </a:lnTo>
                  <a:lnTo>
                    <a:pt x="71" y="631"/>
                  </a:lnTo>
                  <a:lnTo>
                    <a:pt x="71" y="631"/>
                  </a:lnTo>
                  <a:lnTo>
                    <a:pt x="71" y="631"/>
                  </a:lnTo>
                  <a:lnTo>
                    <a:pt x="69" y="631"/>
                  </a:lnTo>
                  <a:lnTo>
                    <a:pt x="69" y="631"/>
                  </a:lnTo>
                  <a:lnTo>
                    <a:pt x="69" y="631"/>
                  </a:lnTo>
                  <a:lnTo>
                    <a:pt x="69" y="631"/>
                  </a:lnTo>
                  <a:lnTo>
                    <a:pt x="67" y="631"/>
                  </a:lnTo>
                  <a:lnTo>
                    <a:pt x="67" y="631"/>
                  </a:lnTo>
                  <a:lnTo>
                    <a:pt x="67" y="631"/>
                  </a:lnTo>
                  <a:lnTo>
                    <a:pt x="67" y="631"/>
                  </a:lnTo>
                  <a:lnTo>
                    <a:pt x="67" y="631"/>
                  </a:lnTo>
                  <a:lnTo>
                    <a:pt x="67" y="631"/>
                  </a:lnTo>
                  <a:lnTo>
                    <a:pt x="67" y="631"/>
                  </a:lnTo>
                  <a:lnTo>
                    <a:pt x="67" y="629"/>
                  </a:lnTo>
                  <a:lnTo>
                    <a:pt x="65" y="631"/>
                  </a:lnTo>
                  <a:lnTo>
                    <a:pt x="65" y="631"/>
                  </a:lnTo>
                  <a:lnTo>
                    <a:pt x="64" y="631"/>
                  </a:lnTo>
                  <a:lnTo>
                    <a:pt x="64" y="631"/>
                  </a:lnTo>
                  <a:lnTo>
                    <a:pt x="62" y="633"/>
                  </a:lnTo>
                  <a:lnTo>
                    <a:pt x="62" y="633"/>
                  </a:lnTo>
                  <a:lnTo>
                    <a:pt x="61" y="634"/>
                  </a:lnTo>
                  <a:lnTo>
                    <a:pt x="61" y="634"/>
                  </a:lnTo>
                  <a:lnTo>
                    <a:pt x="59" y="636"/>
                  </a:lnTo>
                  <a:lnTo>
                    <a:pt x="59" y="636"/>
                  </a:lnTo>
                  <a:lnTo>
                    <a:pt x="57" y="637"/>
                  </a:lnTo>
                  <a:lnTo>
                    <a:pt x="57" y="637"/>
                  </a:lnTo>
                  <a:lnTo>
                    <a:pt x="55" y="638"/>
                  </a:lnTo>
                  <a:lnTo>
                    <a:pt x="55" y="638"/>
                  </a:lnTo>
                  <a:lnTo>
                    <a:pt x="55" y="638"/>
                  </a:lnTo>
                  <a:lnTo>
                    <a:pt x="55" y="638"/>
                  </a:lnTo>
                  <a:lnTo>
                    <a:pt x="53" y="638"/>
                  </a:lnTo>
                  <a:lnTo>
                    <a:pt x="53" y="638"/>
                  </a:lnTo>
                  <a:lnTo>
                    <a:pt x="52" y="638"/>
                  </a:lnTo>
                  <a:lnTo>
                    <a:pt x="52" y="638"/>
                  </a:lnTo>
                  <a:lnTo>
                    <a:pt x="50" y="638"/>
                  </a:lnTo>
                  <a:lnTo>
                    <a:pt x="50" y="638"/>
                  </a:lnTo>
                  <a:lnTo>
                    <a:pt x="48" y="638"/>
                  </a:lnTo>
                  <a:lnTo>
                    <a:pt x="48" y="638"/>
                  </a:lnTo>
                  <a:lnTo>
                    <a:pt x="46" y="638"/>
                  </a:lnTo>
                  <a:lnTo>
                    <a:pt x="46" y="638"/>
                  </a:lnTo>
                  <a:lnTo>
                    <a:pt x="44" y="638"/>
                  </a:lnTo>
                  <a:lnTo>
                    <a:pt x="44" y="636"/>
                  </a:lnTo>
                  <a:lnTo>
                    <a:pt x="43" y="636"/>
                  </a:lnTo>
                  <a:lnTo>
                    <a:pt x="43" y="636"/>
                  </a:lnTo>
                  <a:lnTo>
                    <a:pt x="43" y="636"/>
                  </a:lnTo>
                  <a:lnTo>
                    <a:pt x="43" y="634"/>
                  </a:lnTo>
                  <a:lnTo>
                    <a:pt x="41" y="634"/>
                  </a:lnTo>
                  <a:lnTo>
                    <a:pt x="41" y="634"/>
                  </a:lnTo>
                  <a:lnTo>
                    <a:pt x="40" y="634"/>
                  </a:lnTo>
                  <a:lnTo>
                    <a:pt x="40" y="634"/>
                  </a:lnTo>
                  <a:lnTo>
                    <a:pt x="38" y="634"/>
                  </a:lnTo>
                  <a:lnTo>
                    <a:pt x="38" y="634"/>
                  </a:lnTo>
                  <a:lnTo>
                    <a:pt x="36" y="634"/>
                  </a:lnTo>
                  <a:lnTo>
                    <a:pt x="36" y="634"/>
                  </a:lnTo>
                  <a:lnTo>
                    <a:pt x="34" y="634"/>
                  </a:lnTo>
                  <a:lnTo>
                    <a:pt x="34" y="634"/>
                  </a:lnTo>
                  <a:lnTo>
                    <a:pt x="32" y="634"/>
                  </a:lnTo>
                  <a:lnTo>
                    <a:pt x="32" y="634"/>
                  </a:lnTo>
                  <a:lnTo>
                    <a:pt x="31" y="634"/>
                  </a:lnTo>
                  <a:lnTo>
                    <a:pt x="31" y="634"/>
                  </a:lnTo>
                  <a:lnTo>
                    <a:pt x="31" y="634"/>
                  </a:lnTo>
                  <a:lnTo>
                    <a:pt x="31" y="632"/>
                  </a:lnTo>
                  <a:lnTo>
                    <a:pt x="31" y="632"/>
                  </a:lnTo>
                  <a:lnTo>
                    <a:pt x="31" y="632"/>
                  </a:lnTo>
                  <a:lnTo>
                    <a:pt x="31" y="632"/>
                  </a:lnTo>
                  <a:lnTo>
                    <a:pt x="32" y="632"/>
                  </a:lnTo>
                  <a:lnTo>
                    <a:pt x="32" y="632"/>
                  </a:lnTo>
                  <a:lnTo>
                    <a:pt x="32" y="632"/>
                  </a:lnTo>
                  <a:lnTo>
                    <a:pt x="32" y="632"/>
                  </a:lnTo>
                  <a:lnTo>
                    <a:pt x="34" y="630"/>
                  </a:lnTo>
                  <a:lnTo>
                    <a:pt x="34" y="630"/>
                  </a:lnTo>
                  <a:lnTo>
                    <a:pt x="34" y="630"/>
                  </a:lnTo>
                  <a:lnTo>
                    <a:pt x="34" y="630"/>
                  </a:lnTo>
                  <a:lnTo>
                    <a:pt x="35" y="629"/>
                  </a:lnTo>
                  <a:lnTo>
                    <a:pt x="35" y="629"/>
                  </a:lnTo>
                  <a:lnTo>
                    <a:pt x="35" y="629"/>
                  </a:lnTo>
                  <a:lnTo>
                    <a:pt x="35" y="629"/>
                  </a:lnTo>
                  <a:lnTo>
                    <a:pt x="37" y="626"/>
                  </a:lnTo>
                  <a:lnTo>
                    <a:pt x="35" y="626"/>
                  </a:lnTo>
                  <a:lnTo>
                    <a:pt x="35" y="625"/>
                  </a:lnTo>
                  <a:lnTo>
                    <a:pt x="33" y="625"/>
                  </a:lnTo>
                  <a:lnTo>
                    <a:pt x="33" y="623"/>
                  </a:lnTo>
                  <a:lnTo>
                    <a:pt x="31" y="623"/>
                  </a:lnTo>
                  <a:lnTo>
                    <a:pt x="29" y="623"/>
                  </a:lnTo>
                  <a:lnTo>
                    <a:pt x="27" y="623"/>
                  </a:lnTo>
                  <a:lnTo>
                    <a:pt x="27" y="621"/>
                  </a:lnTo>
                  <a:lnTo>
                    <a:pt x="25" y="621"/>
                  </a:lnTo>
                  <a:lnTo>
                    <a:pt x="23" y="621"/>
                  </a:lnTo>
                  <a:lnTo>
                    <a:pt x="21" y="621"/>
                  </a:lnTo>
                  <a:lnTo>
                    <a:pt x="21" y="619"/>
                  </a:lnTo>
                  <a:lnTo>
                    <a:pt x="19" y="619"/>
                  </a:lnTo>
                  <a:lnTo>
                    <a:pt x="19" y="619"/>
                  </a:lnTo>
                  <a:lnTo>
                    <a:pt x="17" y="619"/>
                  </a:lnTo>
                  <a:lnTo>
                    <a:pt x="17" y="617"/>
                  </a:lnTo>
                  <a:lnTo>
                    <a:pt x="15" y="617"/>
                  </a:lnTo>
                  <a:lnTo>
                    <a:pt x="15" y="617"/>
                  </a:lnTo>
                  <a:lnTo>
                    <a:pt x="14" y="617"/>
                  </a:lnTo>
                  <a:lnTo>
                    <a:pt x="14" y="615"/>
                  </a:lnTo>
                  <a:lnTo>
                    <a:pt x="12" y="615"/>
                  </a:lnTo>
                  <a:lnTo>
                    <a:pt x="12" y="614"/>
                  </a:lnTo>
                  <a:lnTo>
                    <a:pt x="11" y="614"/>
                  </a:lnTo>
                  <a:lnTo>
                    <a:pt x="11" y="612"/>
                  </a:lnTo>
                  <a:lnTo>
                    <a:pt x="9" y="612"/>
                  </a:lnTo>
                  <a:lnTo>
                    <a:pt x="9" y="610"/>
                  </a:lnTo>
                  <a:lnTo>
                    <a:pt x="7" y="610"/>
                  </a:lnTo>
                  <a:lnTo>
                    <a:pt x="7" y="609"/>
                  </a:lnTo>
                  <a:lnTo>
                    <a:pt x="5" y="609"/>
                  </a:lnTo>
                  <a:lnTo>
                    <a:pt x="5" y="607"/>
                  </a:lnTo>
                  <a:lnTo>
                    <a:pt x="5" y="607"/>
                  </a:lnTo>
                  <a:lnTo>
                    <a:pt x="5" y="604"/>
                  </a:lnTo>
                  <a:lnTo>
                    <a:pt x="4" y="604"/>
                  </a:lnTo>
                  <a:lnTo>
                    <a:pt x="4" y="604"/>
                  </a:lnTo>
                  <a:lnTo>
                    <a:pt x="4" y="604"/>
                  </a:lnTo>
                  <a:lnTo>
                    <a:pt x="4" y="603"/>
                  </a:lnTo>
                  <a:lnTo>
                    <a:pt x="4" y="603"/>
                  </a:lnTo>
                  <a:lnTo>
                    <a:pt x="4" y="601"/>
                  </a:lnTo>
                  <a:lnTo>
                    <a:pt x="4" y="601"/>
                  </a:lnTo>
                  <a:lnTo>
                    <a:pt x="5" y="599"/>
                  </a:lnTo>
                  <a:lnTo>
                    <a:pt x="5" y="599"/>
                  </a:lnTo>
                  <a:lnTo>
                    <a:pt x="5" y="597"/>
                  </a:lnTo>
                  <a:lnTo>
                    <a:pt x="5" y="597"/>
                  </a:lnTo>
                  <a:lnTo>
                    <a:pt x="6" y="595"/>
                  </a:lnTo>
                  <a:lnTo>
                    <a:pt x="6" y="595"/>
                  </a:lnTo>
                  <a:lnTo>
                    <a:pt x="7" y="593"/>
                  </a:lnTo>
                  <a:lnTo>
                    <a:pt x="7" y="592"/>
                  </a:lnTo>
                  <a:lnTo>
                    <a:pt x="9" y="590"/>
                  </a:lnTo>
                  <a:lnTo>
                    <a:pt x="9" y="592"/>
                  </a:lnTo>
                  <a:lnTo>
                    <a:pt x="9" y="592"/>
                  </a:lnTo>
                  <a:lnTo>
                    <a:pt x="9" y="592"/>
                  </a:lnTo>
                  <a:lnTo>
                    <a:pt x="10" y="592"/>
                  </a:lnTo>
                  <a:lnTo>
                    <a:pt x="10" y="593"/>
                  </a:lnTo>
                  <a:lnTo>
                    <a:pt x="10" y="593"/>
                  </a:lnTo>
                  <a:lnTo>
                    <a:pt x="10" y="593"/>
                  </a:lnTo>
                  <a:lnTo>
                    <a:pt x="12" y="593"/>
                  </a:lnTo>
                  <a:lnTo>
                    <a:pt x="12" y="594"/>
                  </a:lnTo>
                  <a:lnTo>
                    <a:pt x="12" y="594"/>
                  </a:lnTo>
                  <a:lnTo>
                    <a:pt x="12" y="594"/>
                  </a:lnTo>
                  <a:lnTo>
                    <a:pt x="13" y="594"/>
                  </a:lnTo>
                  <a:lnTo>
                    <a:pt x="13" y="594"/>
                  </a:lnTo>
                  <a:lnTo>
                    <a:pt x="13" y="594"/>
                  </a:lnTo>
                  <a:lnTo>
                    <a:pt x="13" y="594"/>
                  </a:lnTo>
                  <a:lnTo>
                    <a:pt x="15" y="594"/>
                  </a:lnTo>
                  <a:lnTo>
                    <a:pt x="15" y="596"/>
                  </a:lnTo>
                  <a:lnTo>
                    <a:pt x="15" y="596"/>
                  </a:lnTo>
                  <a:lnTo>
                    <a:pt x="15" y="596"/>
                  </a:lnTo>
                  <a:lnTo>
                    <a:pt x="16" y="596"/>
                  </a:lnTo>
                  <a:lnTo>
                    <a:pt x="16" y="597"/>
                  </a:lnTo>
                  <a:lnTo>
                    <a:pt x="16" y="597"/>
                  </a:lnTo>
                  <a:lnTo>
                    <a:pt x="16" y="597"/>
                  </a:lnTo>
                  <a:lnTo>
                    <a:pt x="18" y="597"/>
                  </a:lnTo>
                  <a:lnTo>
                    <a:pt x="18" y="599"/>
                  </a:lnTo>
                  <a:lnTo>
                    <a:pt x="18" y="599"/>
                  </a:lnTo>
                  <a:lnTo>
                    <a:pt x="18" y="599"/>
                  </a:lnTo>
                  <a:lnTo>
                    <a:pt x="20" y="599"/>
                  </a:lnTo>
                  <a:lnTo>
                    <a:pt x="20" y="599"/>
                  </a:lnTo>
                  <a:lnTo>
                    <a:pt x="20" y="599"/>
                  </a:lnTo>
                  <a:lnTo>
                    <a:pt x="20" y="599"/>
                  </a:lnTo>
                  <a:lnTo>
                    <a:pt x="22" y="599"/>
                  </a:lnTo>
                  <a:lnTo>
                    <a:pt x="22" y="599"/>
                  </a:lnTo>
                  <a:lnTo>
                    <a:pt x="22" y="599"/>
                  </a:lnTo>
                  <a:lnTo>
                    <a:pt x="22" y="599"/>
                  </a:lnTo>
                  <a:lnTo>
                    <a:pt x="22" y="599"/>
                  </a:lnTo>
                  <a:lnTo>
                    <a:pt x="22" y="599"/>
                  </a:lnTo>
                  <a:lnTo>
                    <a:pt x="22" y="599"/>
                  </a:lnTo>
                  <a:lnTo>
                    <a:pt x="22" y="599"/>
                  </a:lnTo>
                  <a:lnTo>
                    <a:pt x="24" y="597"/>
                  </a:lnTo>
                  <a:lnTo>
                    <a:pt x="24" y="597"/>
                  </a:lnTo>
                  <a:lnTo>
                    <a:pt x="24" y="597"/>
                  </a:lnTo>
                  <a:lnTo>
                    <a:pt x="24" y="597"/>
                  </a:lnTo>
                  <a:lnTo>
                    <a:pt x="24" y="595"/>
                  </a:lnTo>
                  <a:lnTo>
                    <a:pt x="24" y="595"/>
                  </a:lnTo>
                  <a:lnTo>
                    <a:pt x="24" y="595"/>
                  </a:lnTo>
                  <a:lnTo>
                    <a:pt x="24" y="595"/>
                  </a:lnTo>
                  <a:lnTo>
                    <a:pt x="26" y="594"/>
                  </a:lnTo>
                  <a:lnTo>
                    <a:pt x="26" y="594"/>
                  </a:lnTo>
                  <a:lnTo>
                    <a:pt x="26" y="594"/>
                  </a:lnTo>
                  <a:lnTo>
                    <a:pt x="26" y="594"/>
                  </a:lnTo>
                  <a:lnTo>
                    <a:pt x="26" y="593"/>
                  </a:lnTo>
                  <a:lnTo>
                    <a:pt x="26" y="593"/>
                  </a:lnTo>
                  <a:lnTo>
                    <a:pt x="26" y="593"/>
                  </a:lnTo>
                  <a:lnTo>
                    <a:pt x="26" y="593"/>
                  </a:lnTo>
                  <a:lnTo>
                    <a:pt x="28" y="591"/>
                  </a:lnTo>
                  <a:lnTo>
                    <a:pt x="28" y="591"/>
                  </a:lnTo>
                  <a:lnTo>
                    <a:pt x="28" y="591"/>
                  </a:lnTo>
                  <a:lnTo>
                    <a:pt x="28" y="591"/>
                  </a:lnTo>
                  <a:lnTo>
                    <a:pt x="29" y="589"/>
                  </a:lnTo>
                  <a:lnTo>
                    <a:pt x="29" y="589"/>
                  </a:lnTo>
                  <a:lnTo>
                    <a:pt x="29" y="589"/>
                  </a:lnTo>
                  <a:lnTo>
                    <a:pt x="29" y="589"/>
                  </a:lnTo>
                  <a:lnTo>
                    <a:pt x="30" y="588"/>
                  </a:lnTo>
                  <a:lnTo>
                    <a:pt x="29" y="589"/>
                  </a:lnTo>
                  <a:lnTo>
                    <a:pt x="29" y="589"/>
                  </a:lnTo>
                  <a:lnTo>
                    <a:pt x="28" y="589"/>
                  </a:lnTo>
                  <a:lnTo>
                    <a:pt x="28" y="589"/>
                  </a:lnTo>
                  <a:lnTo>
                    <a:pt x="26" y="591"/>
                  </a:lnTo>
                  <a:lnTo>
                    <a:pt x="26" y="591"/>
                  </a:lnTo>
                  <a:lnTo>
                    <a:pt x="26" y="591"/>
                  </a:lnTo>
                  <a:lnTo>
                    <a:pt x="26" y="591"/>
                  </a:lnTo>
                  <a:lnTo>
                    <a:pt x="24" y="593"/>
                  </a:lnTo>
                  <a:lnTo>
                    <a:pt x="24" y="593"/>
                  </a:lnTo>
                  <a:lnTo>
                    <a:pt x="23" y="594"/>
                  </a:lnTo>
                  <a:lnTo>
                    <a:pt x="23" y="594"/>
                  </a:lnTo>
                  <a:lnTo>
                    <a:pt x="22" y="594"/>
                  </a:lnTo>
                  <a:lnTo>
                    <a:pt x="22" y="594"/>
                  </a:lnTo>
                  <a:lnTo>
                    <a:pt x="22" y="594"/>
                  </a:lnTo>
                  <a:lnTo>
                    <a:pt x="22" y="594"/>
                  </a:lnTo>
                  <a:lnTo>
                    <a:pt x="20" y="594"/>
                  </a:lnTo>
                  <a:lnTo>
                    <a:pt x="20" y="594"/>
                  </a:lnTo>
                  <a:lnTo>
                    <a:pt x="19" y="594"/>
                  </a:lnTo>
                  <a:lnTo>
                    <a:pt x="19" y="593"/>
                  </a:lnTo>
                  <a:lnTo>
                    <a:pt x="18" y="593"/>
                  </a:lnTo>
                  <a:lnTo>
                    <a:pt x="18" y="592"/>
                  </a:lnTo>
                  <a:lnTo>
                    <a:pt x="18" y="592"/>
                  </a:lnTo>
                  <a:lnTo>
                    <a:pt x="18" y="590"/>
                  </a:lnTo>
                  <a:lnTo>
                    <a:pt x="17" y="590"/>
                  </a:lnTo>
                  <a:lnTo>
                    <a:pt x="17" y="590"/>
                  </a:lnTo>
                  <a:lnTo>
                    <a:pt x="17" y="590"/>
                  </a:lnTo>
                  <a:lnTo>
                    <a:pt x="17" y="588"/>
                  </a:lnTo>
                  <a:lnTo>
                    <a:pt x="17" y="588"/>
                  </a:lnTo>
                  <a:lnTo>
                    <a:pt x="17" y="588"/>
                  </a:lnTo>
                  <a:lnTo>
                    <a:pt x="17" y="588"/>
                  </a:lnTo>
                  <a:lnTo>
                    <a:pt x="17" y="586"/>
                  </a:lnTo>
                  <a:lnTo>
                    <a:pt x="17" y="586"/>
                  </a:lnTo>
                  <a:lnTo>
                    <a:pt x="17" y="586"/>
                  </a:lnTo>
                  <a:lnTo>
                    <a:pt x="17" y="586"/>
                  </a:lnTo>
                  <a:lnTo>
                    <a:pt x="19" y="584"/>
                  </a:lnTo>
                  <a:lnTo>
                    <a:pt x="19" y="584"/>
                  </a:lnTo>
                  <a:lnTo>
                    <a:pt x="21" y="582"/>
                  </a:lnTo>
                  <a:lnTo>
                    <a:pt x="22" y="582"/>
                  </a:lnTo>
                  <a:lnTo>
                    <a:pt x="24" y="581"/>
                  </a:lnTo>
                  <a:lnTo>
                    <a:pt x="24" y="581"/>
                  </a:lnTo>
                  <a:lnTo>
                    <a:pt x="26" y="581"/>
                  </a:lnTo>
                  <a:lnTo>
                    <a:pt x="26" y="581"/>
                  </a:lnTo>
                  <a:lnTo>
                    <a:pt x="28" y="579"/>
                  </a:lnTo>
                  <a:lnTo>
                    <a:pt x="28" y="579"/>
                  </a:lnTo>
                  <a:lnTo>
                    <a:pt x="29" y="577"/>
                  </a:lnTo>
                  <a:lnTo>
                    <a:pt x="29" y="577"/>
                  </a:lnTo>
                  <a:lnTo>
                    <a:pt x="30" y="575"/>
                  </a:lnTo>
                  <a:lnTo>
                    <a:pt x="28" y="575"/>
                  </a:lnTo>
                  <a:lnTo>
                    <a:pt x="28" y="575"/>
                  </a:lnTo>
                  <a:lnTo>
                    <a:pt x="28" y="575"/>
                  </a:lnTo>
                  <a:lnTo>
                    <a:pt x="28" y="575"/>
                  </a:lnTo>
                  <a:lnTo>
                    <a:pt x="26" y="575"/>
                  </a:lnTo>
                  <a:lnTo>
                    <a:pt x="26" y="575"/>
                  </a:lnTo>
                  <a:lnTo>
                    <a:pt x="26" y="575"/>
                  </a:lnTo>
                  <a:lnTo>
                    <a:pt x="26" y="575"/>
                  </a:lnTo>
                  <a:lnTo>
                    <a:pt x="24" y="576"/>
                  </a:lnTo>
                  <a:lnTo>
                    <a:pt x="24" y="576"/>
                  </a:lnTo>
                  <a:lnTo>
                    <a:pt x="23" y="576"/>
                  </a:lnTo>
                  <a:lnTo>
                    <a:pt x="23" y="576"/>
                  </a:lnTo>
                  <a:lnTo>
                    <a:pt x="22" y="576"/>
                  </a:lnTo>
                  <a:lnTo>
                    <a:pt x="22" y="576"/>
                  </a:lnTo>
                  <a:lnTo>
                    <a:pt x="22" y="576"/>
                  </a:lnTo>
                  <a:lnTo>
                    <a:pt x="22" y="575"/>
                  </a:lnTo>
                  <a:lnTo>
                    <a:pt x="22" y="575"/>
                  </a:lnTo>
                  <a:lnTo>
                    <a:pt x="22" y="575"/>
                  </a:lnTo>
                  <a:lnTo>
                    <a:pt x="22" y="575"/>
                  </a:lnTo>
                  <a:lnTo>
                    <a:pt x="23" y="574"/>
                  </a:lnTo>
                  <a:lnTo>
                    <a:pt x="23" y="574"/>
                  </a:lnTo>
                  <a:lnTo>
                    <a:pt x="24" y="572"/>
                  </a:lnTo>
                  <a:lnTo>
                    <a:pt x="24" y="572"/>
                  </a:lnTo>
                  <a:lnTo>
                    <a:pt x="26" y="570"/>
                  </a:lnTo>
                  <a:lnTo>
                    <a:pt x="26" y="570"/>
                  </a:lnTo>
                  <a:lnTo>
                    <a:pt x="28" y="570"/>
                  </a:lnTo>
                  <a:lnTo>
                    <a:pt x="28" y="570"/>
                  </a:lnTo>
                  <a:lnTo>
                    <a:pt x="29" y="568"/>
                  </a:lnTo>
                  <a:lnTo>
                    <a:pt x="29" y="568"/>
                  </a:lnTo>
                  <a:lnTo>
                    <a:pt x="30" y="567"/>
                  </a:lnTo>
                  <a:lnTo>
                    <a:pt x="30" y="567"/>
                  </a:lnTo>
                  <a:lnTo>
                    <a:pt x="31" y="566"/>
                  </a:lnTo>
                  <a:lnTo>
                    <a:pt x="30" y="566"/>
                  </a:lnTo>
                  <a:lnTo>
                    <a:pt x="30" y="566"/>
                  </a:lnTo>
                  <a:lnTo>
                    <a:pt x="29" y="566"/>
                  </a:lnTo>
                  <a:lnTo>
                    <a:pt x="29" y="566"/>
                  </a:lnTo>
                  <a:lnTo>
                    <a:pt x="28" y="567"/>
                  </a:lnTo>
                  <a:lnTo>
                    <a:pt x="28" y="567"/>
                  </a:lnTo>
                  <a:lnTo>
                    <a:pt x="26" y="567"/>
                  </a:lnTo>
                  <a:lnTo>
                    <a:pt x="26" y="567"/>
                  </a:lnTo>
                  <a:lnTo>
                    <a:pt x="24" y="569"/>
                  </a:lnTo>
                  <a:lnTo>
                    <a:pt x="24" y="569"/>
                  </a:lnTo>
                  <a:lnTo>
                    <a:pt x="22" y="569"/>
                  </a:lnTo>
                  <a:lnTo>
                    <a:pt x="22" y="569"/>
                  </a:lnTo>
                  <a:lnTo>
                    <a:pt x="21" y="570"/>
                  </a:lnTo>
                  <a:lnTo>
                    <a:pt x="21" y="570"/>
                  </a:lnTo>
                  <a:lnTo>
                    <a:pt x="20" y="570"/>
                  </a:lnTo>
                  <a:lnTo>
                    <a:pt x="20" y="570"/>
                  </a:lnTo>
                  <a:lnTo>
                    <a:pt x="18" y="571"/>
                  </a:lnTo>
                  <a:lnTo>
                    <a:pt x="18" y="571"/>
                  </a:lnTo>
                  <a:lnTo>
                    <a:pt x="16" y="572"/>
                  </a:lnTo>
                  <a:lnTo>
                    <a:pt x="16" y="572"/>
                  </a:lnTo>
                  <a:lnTo>
                    <a:pt x="15" y="573"/>
                  </a:lnTo>
                  <a:lnTo>
                    <a:pt x="15" y="573"/>
                  </a:lnTo>
                  <a:lnTo>
                    <a:pt x="13" y="574"/>
                  </a:lnTo>
                  <a:lnTo>
                    <a:pt x="13" y="574"/>
                  </a:lnTo>
                  <a:lnTo>
                    <a:pt x="11" y="576"/>
                  </a:lnTo>
                  <a:lnTo>
                    <a:pt x="11" y="576"/>
                  </a:lnTo>
                  <a:lnTo>
                    <a:pt x="10" y="577"/>
                  </a:lnTo>
                  <a:lnTo>
                    <a:pt x="10" y="577"/>
                  </a:lnTo>
                  <a:lnTo>
                    <a:pt x="9" y="577"/>
                  </a:lnTo>
                  <a:lnTo>
                    <a:pt x="9" y="577"/>
                  </a:lnTo>
                  <a:lnTo>
                    <a:pt x="9" y="577"/>
                  </a:lnTo>
                  <a:lnTo>
                    <a:pt x="9" y="576"/>
                  </a:lnTo>
                  <a:lnTo>
                    <a:pt x="7" y="576"/>
                  </a:lnTo>
                  <a:lnTo>
                    <a:pt x="7" y="576"/>
                  </a:lnTo>
                  <a:lnTo>
                    <a:pt x="7" y="576"/>
                  </a:lnTo>
                  <a:lnTo>
                    <a:pt x="7" y="575"/>
                  </a:lnTo>
                  <a:lnTo>
                    <a:pt x="6" y="575"/>
                  </a:lnTo>
                  <a:lnTo>
                    <a:pt x="6" y="575"/>
                  </a:lnTo>
                  <a:lnTo>
                    <a:pt x="6" y="575"/>
                  </a:lnTo>
                  <a:lnTo>
                    <a:pt x="6" y="573"/>
                  </a:lnTo>
                  <a:lnTo>
                    <a:pt x="4" y="573"/>
                  </a:lnTo>
                  <a:lnTo>
                    <a:pt x="4" y="573"/>
                  </a:lnTo>
                  <a:lnTo>
                    <a:pt x="4" y="573"/>
                  </a:lnTo>
                  <a:lnTo>
                    <a:pt x="4" y="572"/>
                  </a:lnTo>
                  <a:lnTo>
                    <a:pt x="3" y="572"/>
                  </a:lnTo>
                  <a:lnTo>
                    <a:pt x="3" y="571"/>
                  </a:lnTo>
                  <a:lnTo>
                    <a:pt x="3" y="571"/>
                  </a:lnTo>
                  <a:lnTo>
                    <a:pt x="3" y="569"/>
                  </a:lnTo>
                  <a:lnTo>
                    <a:pt x="3" y="569"/>
                  </a:lnTo>
                  <a:lnTo>
                    <a:pt x="3" y="569"/>
                  </a:lnTo>
                  <a:lnTo>
                    <a:pt x="3" y="569"/>
                  </a:lnTo>
                  <a:lnTo>
                    <a:pt x="4" y="568"/>
                  </a:lnTo>
                  <a:lnTo>
                    <a:pt x="4" y="568"/>
                  </a:lnTo>
                  <a:lnTo>
                    <a:pt x="5" y="568"/>
                  </a:lnTo>
                  <a:lnTo>
                    <a:pt x="5" y="568"/>
                  </a:lnTo>
                  <a:lnTo>
                    <a:pt x="7" y="566"/>
                  </a:lnTo>
                  <a:lnTo>
                    <a:pt x="7" y="566"/>
                  </a:lnTo>
                  <a:lnTo>
                    <a:pt x="8" y="566"/>
                  </a:lnTo>
                  <a:lnTo>
                    <a:pt x="8" y="566"/>
                  </a:lnTo>
                  <a:lnTo>
                    <a:pt x="10" y="564"/>
                  </a:lnTo>
                  <a:lnTo>
                    <a:pt x="10" y="564"/>
                  </a:lnTo>
                  <a:lnTo>
                    <a:pt x="11" y="563"/>
                  </a:lnTo>
                  <a:lnTo>
                    <a:pt x="11" y="563"/>
                  </a:lnTo>
                  <a:lnTo>
                    <a:pt x="13" y="560"/>
                  </a:lnTo>
                  <a:lnTo>
                    <a:pt x="13" y="562"/>
                  </a:lnTo>
                  <a:lnTo>
                    <a:pt x="13" y="562"/>
                  </a:lnTo>
                  <a:lnTo>
                    <a:pt x="13" y="562"/>
                  </a:lnTo>
                  <a:lnTo>
                    <a:pt x="13" y="562"/>
                  </a:lnTo>
                  <a:lnTo>
                    <a:pt x="13" y="562"/>
                  </a:lnTo>
                  <a:lnTo>
                    <a:pt x="13" y="562"/>
                  </a:lnTo>
                  <a:lnTo>
                    <a:pt x="13" y="562"/>
                  </a:lnTo>
                  <a:lnTo>
                    <a:pt x="15" y="562"/>
                  </a:lnTo>
                  <a:lnTo>
                    <a:pt x="15" y="563"/>
                  </a:lnTo>
                  <a:lnTo>
                    <a:pt x="15" y="563"/>
                  </a:lnTo>
                  <a:lnTo>
                    <a:pt x="15" y="563"/>
                  </a:lnTo>
                  <a:lnTo>
                    <a:pt x="15" y="563"/>
                  </a:lnTo>
                  <a:lnTo>
                    <a:pt x="15" y="563"/>
                  </a:lnTo>
                  <a:lnTo>
                    <a:pt x="15" y="563"/>
                  </a:lnTo>
                  <a:lnTo>
                    <a:pt x="15" y="563"/>
                  </a:lnTo>
                  <a:lnTo>
                    <a:pt x="17" y="563"/>
                  </a:lnTo>
                  <a:lnTo>
                    <a:pt x="17" y="563"/>
                  </a:lnTo>
                  <a:lnTo>
                    <a:pt x="17" y="563"/>
                  </a:lnTo>
                  <a:lnTo>
                    <a:pt x="17" y="563"/>
                  </a:lnTo>
                  <a:lnTo>
                    <a:pt x="17" y="563"/>
                  </a:lnTo>
                  <a:lnTo>
                    <a:pt x="17" y="563"/>
                  </a:lnTo>
                  <a:lnTo>
                    <a:pt x="17" y="563"/>
                  </a:lnTo>
                  <a:lnTo>
                    <a:pt x="17" y="563"/>
                  </a:lnTo>
                  <a:lnTo>
                    <a:pt x="17" y="562"/>
                  </a:lnTo>
                  <a:lnTo>
                    <a:pt x="17" y="562"/>
                  </a:lnTo>
                  <a:lnTo>
                    <a:pt x="17" y="562"/>
                  </a:lnTo>
                  <a:lnTo>
                    <a:pt x="17" y="562"/>
                  </a:lnTo>
                  <a:lnTo>
                    <a:pt x="18" y="560"/>
                  </a:lnTo>
                  <a:lnTo>
                    <a:pt x="18" y="560"/>
                  </a:lnTo>
                  <a:lnTo>
                    <a:pt x="18" y="560"/>
                  </a:lnTo>
                  <a:lnTo>
                    <a:pt x="18" y="560"/>
                  </a:lnTo>
                  <a:lnTo>
                    <a:pt x="20" y="558"/>
                  </a:lnTo>
                  <a:lnTo>
                    <a:pt x="20" y="558"/>
                  </a:lnTo>
                  <a:lnTo>
                    <a:pt x="20" y="558"/>
                  </a:lnTo>
                  <a:lnTo>
                    <a:pt x="20" y="558"/>
                  </a:lnTo>
                  <a:lnTo>
                    <a:pt x="21" y="558"/>
                  </a:lnTo>
                  <a:lnTo>
                    <a:pt x="21" y="558"/>
                  </a:lnTo>
                  <a:lnTo>
                    <a:pt x="21" y="558"/>
                  </a:lnTo>
                  <a:lnTo>
                    <a:pt x="21" y="558"/>
                  </a:lnTo>
                  <a:lnTo>
                    <a:pt x="23" y="558"/>
                  </a:lnTo>
                  <a:lnTo>
                    <a:pt x="23" y="558"/>
                  </a:lnTo>
                  <a:lnTo>
                    <a:pt x="23" y="558"/>
                  </a:lnTo>
                  <a:lnTo>
                    <a:pt x="23" y="558"/>
                  </a:lnTo>
                  <a:lnTo>
                    <a:pt x="24" y="558"/>
                  </a:lnTo>
                  <a:lnTo>
                    <a:pt x="24" y="558"/>
                  </a:lnTo>
                  <a:lnTo>
                    <a:pt x="24" y="558"/>
                  </a:lnTo>
                  <a:lnTo>
                    <a:pt x="24" y="558"/>
                  </a:lnTo>
                  <a:lnTo>
                    <a:pt x="26" y="558"/>
                  </a:lnTo>
                  <a:lnTo>
                    <a:pt x="26" y="558"/>
                  </a:lnTo>
                  <a:lnTo>
                    <a:pt x="26" y="558"/>
                  </a:lnTo>
                  <a:lnTo>
                    <a:pt x="26" y="558"/>
                  </a:lnTo>
                  <a:lnTo>
                    <a:pt x="26" y="557"/>
                  </a:lnTo>
                  <a:lnTo>
                    <a:pt x="26" y="557"/>
                  </a:lnTo>
                  <a:lnTo>
                    <a:pt x="26" y="557"/>
                  </a:lnTo>
                  <a:lnTo>
                    <a:pt x="26" y="557"/>
                  </a:lnTo>
                  <a:lnTo>
                    <a:pt x="26" y="556"/>
                  </a:lnTo>
                  <a:lnTo>
                    <a:pt x="26" y="556"/>
                  </a:lnTo>
                  <a:lnTo>
                    <a:pt x="26" y="556"/>
                  </a:lnTo>
                  <a:lnTo>
                    <a:pt x="26" y="556"/>
                  </a:lnTo>
                  <a:lnTo>
                    <a:pt x="26" y="554"/>
                  </a:lnTo>
                  <a:lnTo>
                    <a:pt x="26" y="554"/>
                  </a:lnTo>
                  <a:lnTo>
                    <a:pt x="26" y="554"/>
                  </a:lnTo>
                  <a:lnTo>
                    <a:pt x="26" y="554"/>
                  </a:lnTo>
                  <a:lnTo>
                    <a:pt x="26" y="553"/>
                  </a:lnTo>
                  <a:lnTo>
                    <a:pt x="25" y="553"/>
                  </a:lnTo>
                  <a:lnTo>
                    <a:pt x="25" y="553"/>
                  </a:lnTo>
                  <a:lnTo>
                    <a:pt x="25" y="553"/>
                  </a:lnTo>
                  <a:lnTo>
                    <a:pt x="25" y="553"/>
                  </a:lnTo>
                  <a:lnTo>
                    <a:pt x="23" y="556"/>
                  </a:lnTo>
                  <a:lnTo>
                    <a:pt x="23" y="556"/>
                  </a:lnTo>
                  <a:lnTo>
                    <a:pt x="23" y="556"/>
                  </a:lnTo>
                  <a:lnTo>
                    <a:pt x="23" y="556"/>
                  </a:lnTo>
                  <a:lnTo>
                    <a:pt x="21" y="557"/>
                  </a:lnTo>
                  <a:lnTo>
                    <a:pt x="21" y="557"/>
                  </a:lnTo>
                  <a:lnTo>
                    <a:pt x="21" y="557"/>
                  </a:lnTo>
                  <a:lnTo>
                    <a:pt x="21" y="557"/>
                  </a:lnTo>
                  <a:lnTo>
                    <a:pt x="20" y="558"/>
                  </a:lnTo>
                  <a:lnTo>
                    <a:pt x="20" y="558"/>
                  </a:lnTo>
                  <a:lnTo>
                    <a:pt x="20" y="558"/>
                  </a:lnTo>
                  <a:lnTo>
                    <a:pt x="20" y="558"/>
                  </a:lnTo>
                  <a:lnTo>
                    <a:pt x="18" y="558"/>
                  </a:lnTo>
                  <a:lnTo>
                    <a:pt x="18" y="558"/>
                  </a:lnTo>
                  <a:lnTo>
                    <a:pt x="18" y="558"/>
                  </a:lnTo>
                  <a:lnTo>
                    <a:pt x="18" y="558"/>
                  </a:lnTo>
                  <a:lnTo>
                    <a:pt x="16" y="558"/>
                  </a:lnTo>
                  <a:lnTo>
                    <a:pt x="16" y="558"/>
                  </a:lnTo>
                  <a:lnTo>
                    <a:pt x="16" y="558"/>
                  </a:lnTo>
                  <a:lnTo>
                    <a:pt x="16" y="557"/>
                  </a:lnTo>
                  <a:lnTo>
                    <a:pt x="15" y="557"/>
                  </a:lnTo>
                  <a:lnTo>
                    <a:pt x="15" y="557"/>
                  </a:lnTo>
                  <a:lnTo>
                    <a:pt x="15" y="557"/>
                  </a:lnTo>
                  <a:lnTo>
                    <a:pt x="15" y="557"/>
                  </a:lnTo>
                  <a:lnTo>
                    <a:pt x="15" y="557"/>
                  </a:lnTo>
                  <a:lnTo>
                    <a:pt x="15" y="557"/>
                  </a:lnTo>
                  <a:lnTo>
                    <a:pt x="15" y="557"/>
                  </a:lnTo>
                  <a:lnTo>
                    <a:pt x="15" y="555"/>
                  </a:lnTo>
                  <a:lnTo>
                    <a:pt x="15" y="555"/>
                  </a:lnTo>
                  <a:lnTo>
                    <a:pt x="15" y="555"/>
                  </a:lnTo>
                  <a:lnTo>
                    <a:pt x="15" y="555"/>
                  </a:lnTo>
                  <a:lnTo>
                    <a:pt x="16" y="553"/>
                  </a:lnTo>
                  <a:lnTo>
                    <a:pt x="16" y="553"/>
                  </a:lnTo>
                  <a:lnTo>
                    <a:pt x="17" y="553"/>
                  </a:lnTo>
                  <a:lnTo>
                    <a:pt x="17" y="553"/>
                  </a:lnTo>
                  <a:lnTo>
                    <a:pt x="19" y="551"/>
                  </a:lnTo>
                  <a:lnTo>
                    <a:pt x="19" y="551"/>
                  </a:lnTo>
                  <a:lnTo>
                    <a:pt x="20" y="551"/>
                  </a:lnTo>
                  <a:lnTo>
                    <a:pt x="20" y="551"/>
                  </a:lnTo>
                  <a:lnTo>
                    <a:pt x="22" y="550"/>
                  </a:lnTo>
                  <a:lnTo>
                    <a:pt x="22" y="550"/>
                  </a:lnTo>
                  <a:lnTo>
                    <a:pt x="22" y="550"/>
                  </a:lnTo>
                  <a:lnTo>
                    <a:pt x="22" y="550"/>
                  </a:lnTo>
                  <a:lnTo>
                    <a:pt x="24" y="548"/>
                  </a:lnTo>
                  <a:lnTo>
                    <a:pt x="24" y="548"/>
                  </a:lnTo>
                  <a:lnTo>
                    <a:pt x="24" y="548"/>
                  </a:lnTo>
                  <a:lnTo>
                    <a:pt x="24" y="548"/>
                  </a:lnTo>
                  <a:lnTo>
                    <a:pt x="24" y="548"/>
                  </a:lnTo>
                  <a:lnTo>
                    <a:pt x="24" y="548"/>
                  </a:lnTo>
                  <a:lnTo>
                    <a:pt x="24" y="548"/>
                  </a:lnTo>
                  <a:lnTo>
                    <a:pt x="24" y="548"/>
                  </a:lnTo>
                  <a:lnTo>
                    <a:pt x="24" y="546"/>
                  </a:lnTo>
                  <a:lnTo>
                    <a:pt x="24" y="546"/>
                  </a:lnTo>
                  <a:lnTo>
                    <a:pt x="24" y="546"/>
                  </a:lnTo>
                  <a:lnTo>
                    <a:pt x="24" y="546"/>
                  </a:lnTo>
                  <a:lnTo>
                    <a:pt x="24" y="544"/>
                  </a:lnTo>
                  <a:lnTo>
                    <a:pt x="24" y="544"/>
                  </a:lnTo>
                  <a:lnTo>
                    <a:pt x="24" y="544"/>
                  </a:lnTo>
                  <a:lnTo>
                    <a:pt x="24" y="544"/>
                  </a:lnTo>
                  <a:lnTo>
                    <a:pt x="24" y="543"/>
                  </a:lnTo>
                  <a:lnTo>
                    <a:pt x="24" y="543"/>
                  </a:lnTo>
                  <a:lnTo>
                    <a:pt x="24" y="543"/>
                  </a:lnTo>
                  <a:lnTo>
                    <a:pt x="24" y="543"/>
                  </a:lnTo>
                  <a:lnTo>
                    <a:pt x="24" y="543"/>
                  </a:lnTo>
                  <a:lnTo>
                    <a:pt x="24" y="543"/>
                  </a:lnTo>
                  <a:lnTo>
                    <a:pt x="24" y="543"/>
                  </a:lnTo>
                  <a:lnTo>
                    <a:pt x="24" y="543"/>
                  </a:lnTo>
                  <a:lnTo>
                    <a:pt x="25" y="543"/>
                  </a:lnTo>
                  <a:lnTo>
                    <a:pt x="25" y="543"/>
                  </a:lnTo>
                  <a:lnTo>
                    <a:pt x="25" y="543"/>
                  </a:lnTo>
                  <a:lnTo>
                    <a:pt x="25" y="543"/>
                  </a:lnTo>
                  <a:lnTo>
                    <a:pt x="25" y="543"/>
                  </a:lnTo>
                  <a:lnTo>
                    <a:pt x="25" y="543"/>
                  </a:lnTo>
                  <a:lnTo>
                    <a:pt x="25" y="543"/>
                  </a:lnTo>
                  <a:lnTo>
                    <a:pt x="25" y="543"/>
                  </a:lnTo>
                  <a:lnTo>
                    <a:pt x="26" y="542"/>
                  </a:lnTo>
                  <a:lnTo>
                    <a:pt x="26" y="542"/>
                  </a:lnTo>
                  <a:lnTo>
                    <a:pt x="26" y="542"/>
                  </a:lnTo>
                  <a:lnTo>
                    <a:pt x="26" y="542"/>
                  </a:lnTo>
                  <a:lnTo>
                    <a:pt x="26" y="542"/>
                  </a:lnTo>
                  <a:lnTo>
                    <a:pt x="26" y="542"/>
                  </a:lnTo>
                  <a:lnTo>
                    <a:pt x="26" y="542"/>
                  </a:lnTo>
                  <a:lnTo>
                    <a:pt x="26" y="542"/>
                  </a:lnTo>
                  <a:lnTo>
                    <a:pt x="26" y="541"/>
                  </a:lnTo>
                  <a:lnTo>
                    <a:pt x="26" y="541"/>
                  </a:lnTo>
                  <a:lnTo>
                    <a:pt x="26" y="541"/>
                  </a:lnTo>
                  <a:lnTo>
                    <a:pt x="26" y="541"/>
                  </a:lnTo>
                  <a:lnTo>
                    <a:pt x="26" y="540"/>
                  </a:lnTo>
                  <a:lnTo>
                    <a:pt x="26" y="540"/>
                  </a:lnTo>
                  <a:lnTo>
                    <a:pt x="26" y="540"/>
                  </a:lnTo>
                  <a:lnTo>
                    <a:pt x="26" y="540"/>
                  </a:lnTo>
                  <a:lnTo>
                    <a:pt x="26" y="538"/>
                  </a:lnTo>
                  <a:lnTo>
                    <a:pt x="26" y="538"/>
                  </a:lnTo>
                  <a:lnTo>
                    <a:pt x="26" y="538"/>
                  </a:lnTo>
                  <a:lnTo>
                    <a:pt x="26" y="538"/>
                  </a:lnTo>
                  <a:lnTo>
                    <a:pt x="27" y="536"/>
                  </a:lnTo>
                  <a:lnTo>
                    <a:pt x="27" y="536"/>
                  </a:lnTo>
                  <a:lnTo>
                    <a:pt x="27" y="536"/>
                  </a:lnTo>
                  <a:lnTo>
                    <a:pt x="27" y="536"/>
                  </a:lnTo>
                  <a:lnTo>
                    <a:pt x="29" y="534"/>
                  </a:lnTo>
                  <a:lnTo>
                    <a:pt x="29" y="534"/>
                  </a:lnTo>
                  <a:lnTo>
                    <a:pt x="29" y="534"/>
                  </a:lnTo>
                  <a:lnTo>
                    <a:pt x="29" y="534"/>
                  </a:lnTo>
                  <a:lnTo>
                    <a:pt x="30" y="533"/>
                  </a:lnTo>
                  <a:lnTo>
                    <a:pt x="30" y="533"/>
                  </a:lnTo>
                  <a:lnTo>
                    <a:pt x="30" y="533"/>
                  </a:lnTo>
                  <a:lnTo>
                    <a:pt x="30" y="533"/>
                  </a:lnTo>
                  <a:lnTo>
                    <a:pt x="32" y="532"/>
                  </a:lnTo>
                  <a:lnTo>
                    <a:pt x="32" y="534"/>
                  </a:lnTo>
                  <a:lnTo>
                    <a:pt x="32" y="534"/>
                  </a:lnTo>
                  <a:lnTo>
                    <a:pt x="32" y="534"/>
                  </a:lnTo>
                  <a:lnTo>
                    <a:pt x="34" y="534"/>
                  </a:lnTo>
                  <a:lnTo>
                    <a:pt x="34" y="536"/>
                  </a:lnTo>
                  <a:lnTo>
                    <a:pt x="34" y="536"/>
                  </a:lnTo>
                  <a:lnTo>
                    <a:pt x="34" y="537"/>
                  </a:lnTo>
                  <a:lnTo>
                    <a:pt x="36" y="537"/>
                  </a:lnTo>
                  <a:lnTo>
                    <a:pt x="36" y="539"/>
                  </a:lnTo>
                  <a:lnTo>
                    <a:pt x="36" y="539"/>
                  </a:lnTo>
                  <a:lnTo>
                    <a:pt x="36" y="541"/>
                  </a:lnTo>
                  <a:lnTo>
                    <a:pt x="36" y="541"/>
                  </a:lnTo>
                  <a:lnTo>
                    <a:pt x="36" y="542"/>
                  </a:lnTo>
                  <a:lnTo>
                    <a:pt x="36" y="542"/>
                  </a:lnTo>
                  <a:lnTo>
                    <a:pt x="36" y="542"/>
                  </a:lnTo>
                  <a:lnTo>
                    <a:pt x="38" y="542"/>
                  </a:lnTo>
                  <a:lnTo>
                    <a:pt x="38" y="542"/>
                  </a:lnTo>
                  <a:lnTo>
                    <a:pt x="38" y="542"/>
                  </a:lnTo>
                  <a:lnTo>
                    <a:pt x="38" y="542"/>
                  </a:lnTo>
                  <a:lnTo>
                    <a:pt x="38" y="541"/>
                  </a:lnTo>
                  <a:lnTo>
                    <a:pt x="38" y="541"/>
                  </a:lnTo>
                  <a:lnTo>
                    <a:pt x="38" y="539"/>
                  </a:lnTo>
                  <a:lnTo>
                    <a:pt x="38" y="539"/>
                  </a:lnTo>
                  <a:lnTo>
                    <a:pt x="38" y="537"/>
                  </a:lnTo>
                  <a:lnTo>
                    <a:pt x="38" y="537"/>
                  </a:lnTo>
                  <a:lnTo>
                    <a:pt x="38" y="535"/>
                  </a:lnTo>
                  <a:lnTo>
                    <a:pt x="38" y="535"/>
                  </a:lnTo>
                  <a:lnTo>
                    <a:pt x="38" y="534"/>
                  </a:lnTo>
                  <a:lnTo>
                    <a:pt x="38" y="534"/>
                  </a:lnTo>
                  <a:lnTo>
                    <a:pt x="38" y="531"/>
                  </a:lnTo>
                  <a:lnTo>
                    <a:pt x="38" y="531"/>
                  </a:lnTo>
                  <a:lnTo>
                    <a:pt x="41" y="529"/>
                  </a:lnTo>
                  <a:lnTo>
                    <a:pt x="41" y="529"/>
                  </a:lnTo>
                  <a:lnTo>
                    <a:pt x="41" y="529"/>
                  </a:lnTo>
                  <a:lnTo>
                    <a:pt x="41" y="529"/>
                  </a:lnTo>
                  <a:lnTo>
                    <a:pt x="42" y="529"/>
                  </a:lnTo>
                  <a:lnTo>
                    <a:pt x="42" y="529"/>
                  </a:lnTo>
                  <a:lnTo>
                    <a:pt x="43" y="529"/>
                  </a:lnTo>
                  <a:lnTo>
                    <a:pt x="43" y="529"/>
                  </a:lnTo>
                  <a:lnTo>
                    <a:pt x="45" y="528"/>
                  </a:lnTo>
                  <a:lnTo>
                    <a:pt x="45" y="528"/>
                  </a:lnTo>
                  <a:lnTo>
                    <a:pt x="46" y="528"/>
                  </a:lnTo>
                  <a:lnTo>
                    <a:pt x="46" y="528"/>
                  </a:lnTo>
                  <a:lnTo>
                    <a:pt x="48" y="528"/>
                  </a:lnTo>
                  <a:lnTo>
                    <a:pt x="48" y="528"/>
                  </a:lnTo>
                  <a:lnTo>
                    <a:pt x="49" y="528"/>
                  </a:lnTo>
                  <a:lnTo>
                    <a:pt x="49" y="528"/>
                  </a:lnTo>
                  <a:lnTo>
                    <a:pt x="50" y="526"/>
                  </a:lnTo>
                  <a:lnTo>
                    <a:pt x="50" y="526"/>
                  </a:lnTo>
                  <a:lnTo>
                    <a:pt x="50" y="526"/>
                  </a:lnTo>
                  <a:lnTo>
                    <a:pt x="50" y="526"/>
                  </a:lnTo>
                  <a:lnTo>
                    <a:pt x="50" y="526"/>
                  </a:lnTo>
                  <a:lnTo>
                    <a:pt x="50" y="526"/>
                  </a:lnTo>
                  <a:lnTo>
                    <a:pt x="50" y="526"/>
                  </a:lnTo>
                  <a:lnTo>
                    <a:pt x="50" y="526"/>
                  </a:lnTo>
                  <a:lnTo>
                    <a:pt x="50" y="524"/>
                  </a:lnTo>
                  <a:lnTo>
                    <a:pt x="50" y="524"/>
                  </a:lnTo>
                  <a:lnTo>
                    <a:pt x="50" y="524"/>
                  </a:lnTo>
                  <a:lnTo>
                    <a:pt x="50" y="524"/>
                  </a:lnTo>
                  <a:lnTo>
                    <a:pt x="50" y="522"/>
                  </a:lnTo>
                  <a:lnTo>
                    <a:pt x="50" y="522"/>
                  </a:lnTo>
                  <a:lnTo>
                    <a:pt x="50" y="522"/>
                  </a:lnTo>
                  <a:lnTo>
                    <a:pt x="50" y="522"/>
                  </a:lnTo>
                  <a:lnTo>
                    <a:pt x="50" y="521"/>
                  </a:lnTo>
                  <a:lnTo>
                    <a:pt x="48" y="522"/>
                  </a:lnTo>
                  <a:lnTo>
                    <a:pt x="46" y="522"/>
                  </a:lnTo>
                  <a:lnTo>
                    <a:pt x="44" y="522"/>
                  </a:lnTo>
                  <a:lnTo>
                    <a:pt x="44" y="522"/>
                  </a:lnTo>
                  <a:lnTo>
                    <a:pt x="42" y="524"/>
                  </a:lnTo>
                  <a:lnTo>
                    <a:pt x="40" y="524"/>
                  </a:lnTo>
                  <a:lnTo>
                    <a:pt x="38" y="524"/>
                  </a:lnTo>
                  <a:lnTo>
                    <a:pt x="37" y="524"/>
                  </a:lnTo>
                  <a:lnTo>
                    <a:pt x="35" y="526"/>
                  </a:lnTo>
                  <a:lnTo>
                    <a:pt x="34" y="526"/>
                  </a:lnTo>
                  <a:lnTo>
                    <a:pt x="32" y="526"/>
                  </a:lnTo>
                  <a:lnTo>
                    <a:pt x="32" y="526"/>
                  </a:lnTo>
                  <a:lnTo>
                    <a:pt x="30" y="526"/>
                  </a:lnTo>
                  <a:lnTo>
                    <a:pt x="30" y="526"/>
                  </a:lnTo>
                  <a:lnTo>
                    <a:pt x="30" y="526"/>
                  </a:lnTo>
                  <a:lnTo>
                    <a:pt x="30" y="526"/>
                  </a:lnTo>
                  <a:lnTo>
                    <a:pt x="23" y="532"/>
                  </a:lnTo>
                  <a:lnTo>
                    <a:pt x="22" y="534"/>
                  </a:lnTo>
                  <a:lnTo>
                    <a:pt x="22" y="534"/>
                  </a:lnTo>
                  <a:lnTo>
                    <a:pt x="22" y="535"/>
                  </a:lnTo>
                  <a:lnTo>
                    <a:pt x="22" y="535"/>
                  </a:lnTo>
                  <a:lnTo>
                    <a:pt x="22" y="536"/>
                  </a:lnTo>
                  <a:lnTo>
                    <a:pt x="22" y="536"/>
                  </a:lnTo>
                  <a:lnTo>
                    <a:pt x="22" y="538"/>
                  </a:lnTo>
                  <a:lnTo>
                    <a:pt x="22" y="538"/>
                  </a:lnTo>
                  <a:lnTo>
                    <a:pt x="20" y="540"/>
                  </a:lnTo>
                  <a:lnTo>
                    <a:pt x="20" y="540"/>
                  </a:lnTo>
                  <a:lnTo>
                    <a:pt x="20" y="542"/>
                  </a:lnTo>
                  <a:lnTo>
                    <a:pt x="20" y="542"/>
                  </a:lnTo>
                  <a:lnTo>
                    <a:pt x="18" y="543"/>
                  </a:lnTo>
                  <a:lnTo>
                    <a:pt x="18" y="543"/>
                  </a:lnTo>
                  <a:lnTo>
                    <a:pt x="17" y="543"/>
                  </a:lnTo>
                  <a:lnTo>
                    <a:pt x="17" y="543"/>
                  </a:lnTo>
                  <a:lnTo>
                    <a:pt x="15" y="544"/>
                  </a:lnTo>
                  <a:lnTo>
                    <a:pt x="15" y="544"/>
                  </a:lnTo>
                  <a:lnTo>
                    <a:pt x="15" y="544"/>
                  </a:lnTo>
                  <a:lnTo>
                    <a:pt x="15" y="544"/>
                  </a:lnTo>
                  <a:lnTo>
                    <a:pt x="14" y="544"/>
                  </a:lnTo>
                  <a:lnTo>
                    <a:pt x="14" y="543"/>
                  </a:lnTo>
                  <a:lnTo>
                    <a:pt x="14" y="543"/>
                  </a:lnTo>
                  <a:lnTo>
                    <a:pt x="14" y="541"/>
                  </a:lnTo>
                  <a:lnTo>
                    <a:pt x="12" y="541"/>
                  </a:lnTo>
                  <a:lnTo>
                    <a:pt x="12" y="540"/>
                  </a:lnTo>
                  <a:lnTo>
                    <a:pt x="12" y="540"/>
                  </a:lnTo>
                  <a:lnTo>
                    <a:pt x="12" y="538"/>
                  </a:lnTo>
                  <a:lnTo>
                    <a:pt x="11" y="538"/>
                  </a:lnTo>
                  <a:lnTo>
                    <a:pt x="11" y="536"/>
                  </a:lnTo>
                  <a:lnTo>
                    <a:pt x="11" y="536"/>
                  </a:lnTo>
                  <a:lnTo>
                    <a:pt x="11" y="534"/>
                  </a:lnTo>
                  <a:lnTo>
                    <a:pt x="9" y="535"/>
                  </a:lnTo>
                  <a:lnTo>
                    <a:pt x="9" y="535"/>
                  </a:lnTo>
                  <a:lnTo>
                    <a:pt x="9" y="535"/>
                  </a:lnTo>
                  <a:lnTo>
                    <a:pt x="9" y="535"/>
                  </a:lnTo>
                  <a:lnTo>
                    <a:pt x="7" y="535"/>
                  </a:lnTo>
                  <a:lnTo>
                    <a:pt x="7" y="535"/>
                  </a:lnTo>
                  <a:lnTo>
                    <a:pt x="7" y="535"/>
                  </a:lnTo>
                  <a:lnTo>
                    <a:pt x="7" y="535"/>
                  </a:lnTo>
                  <a:lnTo>
                    <a:pt x="5" y="535"/>
                  </a:lnTo>
                  <a:lnTo>
                    <a:pt x="5" y="535"/>
                  </a:lnTo>
                  <a:lnTo>
                    <a:pt x="3" y="535"/>
                  </a:lnTo>
                  <a:lnTo>
                    <a:pt x="3" y="535"/>
                  </a:lnTo>
                  <a:lnTo>
                    <a:pt x="1" y="535"/>
                  </a:lnTo>
                  <a:lnTo>
                    <a:pt x="1" y="535"/>
                  </a:lnTo>
                  <a:lnTo>
                    <a:pt x="0" y="534"/>
                  </a:lnTo>
                  <a:lnTo>
                    <a:pt x="0" y="532"/>
                  </a:lnTo>
                  <a:lnTo>
                    <a:pt x="0" y="532"/>
                  </a:lnTo>
                  <a:lnTo>
                    <a:pt x="0" y="531"/>
                  </a:lnTo>
                  <a:lnTo>
                    <a:pt x="0" y="531"/>
                  </a:lnTo>
                  <a:lnTo>
                    <a:pt x="2" y="529"/>
                  </a:lnTo>
                  <a:lnTo>
                    <a:pt x="2" y="529"/>
                  </a:lnTo>
                  <a:lnTo>
                    <a:pt x="3" y="528"/>
                  </a:lnTo>
                  <a:lnTo>
                    <a:pt x="3" y="528"/>
                  </a:lnTo>
                  <a:lnTo>
                    <a:pt x="5" y="526"/>
                  </a:lnTo>
                  <a:lnTo>
                    <a:pt x="5" y="526"/>
                  </a:lnTo>
                  <a:lnTo>
                    <a:pt x="6" y="525"/>
                  </a:lnTo>
                  <a:lnTo>
                    <a:pt x="6" y="525"/>
                  </a:lnTo>
                  <a:lnTo>
                    <a:pt x="7" y="523"/>
                  </a:lnTo>
                  <a:lnTo>
                    <a:pt x="7" y="523"/>
                  </a:lnTo>
                  <a:lnTo>
                    <a:pt x="9" y="521"/>
                  </a:lnTo>
                  <a:lnTo>
                    <a:pt x="9" y="521"/>
                  </a:lnTo>
                  <a:lnTo>
                    <a:pt x="11" y="519"/>
                  </a:lnTo>
                  <a:lnTo>
                    <a:pt x="11" y="519"/>
                  </a:lnTo>
                  <a:lnTo>
                    <a:pt x="11" y="519"/>
                  </a:lnTo>
                  <a:lnTo>
                    <a:pt x="11" y="519"/>
                  </a:lnTo>
                  <a:lnTo>
                    <a:pt x="11" y="519"/>
                  </a:lnTo>
                  <a:lnTo>
                    <a:pt x="11" y="519"/>
                  </a:lnTo>
                  <a:lnTo>
                    <a:pt x="11" y="519"/>
                  </a:lnTo>
                  <a:lnTo>
                    <a:pt x="11" y="519"/>
                  </a:lnTo>
                  <a:lnTo>
                    <a:pt x="13" y="517"/>
                  </a:lnTo>
                  <a:lnTo>
                    <a:pt x="13" y="517"/>
                  </a:lnTo>
                  <a:lnTo>
                    <a:pt x="13" y="517"/>
                  </a:lnTo>
                  <a:lnTo>
                    <a:pt x="13" y="517"/>
                  </a:lnTo>
                  <a:lnTo>
                    <a:pt x="15" y="517"/>
                  </a:lnTo>
                  <a:lnTo>
                    <a:pt x="15" y="517"/>
                  </a:lnTo>
                  <a:lnTo>
                    <a:pt x="15" y="517"/>
                  </a:lnTo>
                  <a:lnTo>
                    <a:pt x="15" y="517"/>
                  </a:lnTo>
                  <a:lnTo>
                    <a:pt x="15" y="516"/>
                  </a:lnTo>
                  <a:lnTo>
                    <a:pt x="13" y="516"/>
                  </a:lnTo>
                  <a:lnTo>
                    <a:pt x="13" y="516"/>
                  </a:lnTo>
                  <a:lnTo>
                    <a:pt x="13" y="516"/>
                  </a:lnTo>
                  <a:lnTo>
                    <a:pt x="13" y="516"/>
                  </a:lnTo>
                  <a:lnTo>
                    <a:pt x="11" y="516"/>
                  </a:lnTo>
                  <a:lnTo>
                    <a:pt x="11" y="516"/>
                  </a:lnTo>
                  <a:lnTo>
                    <a:pt x="9" y="516"/>
                  </a:lnTo>
                  <a:lnTo>
                    <a:pt x="9" y="516"/>
                  </a:lnTo>
                  <a:lnTo>
                    <a:pt x="7" y="517"/>
                  </a:lnTo>
                  <a:lnTo>
                    <a:pt x="7" y="517"/>
                  </a:lnTo>
                  <a:lnTo>
                    <a:pt x="5" y="517"/>
                  </a:lnTo>
                  <a:lnTo>
                    <a:pt x="5" y="517"/>
                  </a:lnTo>
                  <a:lnTo>
                    <a:pt x="3" y="517"/>
                  </a:lnTo>
                  <a:lnTo>
                    <a:pt x="3" y="517"/>
                  </a:lnTo>
                  <a:lnTo>
                    <a:pt x="2" y="517"/>
                  </a:lnTo>
                  <a:lnTo>
                    <a:pt x="2" y="516"/>
                  </a:lnTo>
                  <a:lnTo>
                    <a:pt x="2" y="516"/>
                  </a:lnTo>
                  <a:lnTo>
                    <a:pt x="3" y="514"/>
                  </a:lnTo>
                  <a:lnTo>
                    <a:pt x="3" y="514"/>
                  </a:lnTo>
                  <a:lnTo>
                    <a:pt x="5" y="512"/>
                  </a:lnTo>
                  <a:lnTo>
                    <a:pt x="5" y="512"/>
                  </a:lnTo>
                  <a:lnTo>
                    <a:pt x="7" y="510"/>
                  </a:lnTo>
                  <a:lnTo>
                    <a:pt x="7" y="510"/>
                  </a:lnTo>
                  <a:lnTo>
                    <a:pt x="9" y="508"/>
                  </a:lnTo>
                  <a:lnTo>
                    <a:pt x="9" y="508"/>
                  </a:lnTo>
                  <a:lnTo>
                    <a:pt x="10" y="508"/>
                  </a:lnTo>
                  <a:lnTo>
                    <a:pt x="10" y="508"/>
                  </a:lnTo>
                  <a:lnTo>
                    <a:pt x="12" y="506"/>
                  </a:lnTo>
                  <a:lnTo>
                    <a:pt x="12" y="506"/>
                  </a:lnTo>
                  <a:lnTo>
                    <a:pt x="12" y="506"/>
                  </a:lnTo>
                  <a:lnTo>
                    <a:pt x="12" y="506"/>
                  </a:lnTo>
                  <a:lnTo>
                    <a:pt x="13" y="504"/>
                  </a:lnTo>
                  <a:lnTo>
                    <a:pt x="12" y="505"/>
                  </a:lnTo>
                  <a:lnTo>
                    <a:pt x="12" y="505"/>
                  </a:lnTo>
                  <a:lnTo>
                    <a:pt x="11" y="505"/>
                  </a:lnTo>
                  <a:lnTo>
                    <a:pt x="11" y="505"/>
                  </a:lnTo>
                  <a:lnTo>
                    <a:pt x="9" y="506"/>
                  </a:lnTo>
                  <a:lnTo>
                    <a:pt x="9" y="506"/>
                  </a:lnTo>
                  <a:lnTo>
                    <a:pt x="8" y="506"/>
                  </a:lnTo>
                  <a:lnTo>
                    <a:pt x="8" y="506"/>
                  </a:lnTo>
                  <a:lnTo>
                    <a:pt x="6" y="507"/>
                  </a:lnTo>
                  <a:lnTo>
                    <a:pt x="6" y="507"/>
                  </a:lnTo>
                  <a:lnTo>
                    <a:pt x="4" y="507"/>
                  </a:lnTo>
                  <a:lnTo>
                    <a:pt x="4" y="507"/>
                  </a:lnTo>
                  <a:lnTo>
                    <a:pt x="3" y="507"/>
                  </a:lnTo>
                  <a:lnTo>
                    <a:pt x="3" y="507"/>
                  </a:lnTo>
                  <a:lnTo>
                    <a:pt x="3" y="507"/>
                  </a:lnTo>
                  <a:lnTo>
                    <a:pt x="3" y="507"/>
                  </a:lnTo>
                  <a:lnTo>
                    <a:pt x="2" y="507"/>
                  </a:lnTo>
                  <a:lnTo>
                    <a:pt x="2" y="507"/>
                  </a:lnTo>
                  <a:lnTo>
                    <a:pt x="2" y="507"/>
                  </a:lnTo>
                  <a:lnTo>
                    <a:pt x="2" y="506"/>
                  </a:lnTo>
                  <a:lnTo>
                    <a:pt x="2" y="506"/>
                  </a:lnTo>
                  <a:lnTo>
                    <a:pt x="2" y="506"/>
                  </a:lnTo>
                  <a:lnTo>
                    <a:pt x="2" y="506"/>
                  </a:lnTo>
                  <a:lnTo>
                    <a:pt x="2" y="504"/>
                  </a:lnTo>
                  <a:lnTo>
                    <a:pt x="2" y="504"/>
                  </a:lnTo>
                  <a:lnTo>
                    <a:pt x="2" y="504"/>
                  </a:lnTo>
                  <a:lnTo>
                    <a:pt x="2" y="504"/>
                  </a:lnTo>
                  <a:lnTo>
                    <a:pt x="2" y="503"/>
                  </a:lnTo>
                  <a:lnTo>
                    <a:pt x="2" y="503"/>
                  </a:lnTo>
                  <a:lnTo>
                    <a:pt x="2" y="503"/>
                  </a:lnTo>
                  <a:lnTo>
                    <a:pt x="2" y="503"/>
                  </a:lnTo>
                  <a:lnTo>
                    <a:pt x="3" y="501"/>
                  </a:lnTo>
                  <a:lnTo>
                    <a:pt x="3" y="501"/>
                  </a:lnTo>
                  <a:lnTo>
                    <a:pt x="4" y="501"/>
                  </a:lnTo>
                  <a:lnTo>
                    <a:pt x="4" y="501"/>
                  </a:lnTo>
                  <a:lnTo>
                    <a:pt x="6" y="499"/>
                  </a:lnTo>
                  <a:lnTo>
                    <a:pt x="7" y="499"/>
                  </a:lnTo>
                  <a:lnTo>
                    <a:pt x="9" y="499"/>
                  </a:lnTo>
                  <a:lnTo>
                    <a:pt x="11" y="499"/>
                  </a:lnTo>
                  <a:lnTo>
                    <a:pt x="13" y="497"/>
                  </a:lnTo>
                  <a:lnTo>
                    <a:pt x="15" y="497"/>
                  </a:lnTo>
                  <a:lnTo>
                    <a:pt x="16" y="497"/>
                  </a:lnTo>
                  <a:lnTo>
                    <a:pt x="19" y="497"/>
                  </a:lnTo>
                  <a:lnTo>
                    <a:pt x="21" y="497"/>
                  </a:lnTo>
                  <a:lnTo>
                    <a:pt x="21" y="497"/>
                  </a:lnTo>
                  <a:lnTo>
                    <a:pt x="22" y="497"/>
                  </a:lnTo>
                  <a:lnTo>
                    <a:pt x="24" y="497"/>
                  </a:lnTo>
                  <a:lnTo>
                    <a:pt x="26" y="495"/>
                  </a:lnTo>
                  <a:lnTo>
                    <a:pt x="26" y="497"/>
                  </a:lnTo>
                  <a:lnTo>
                    <a:pt x="26" y="497"/>
                  </a:lnTo>
                  <a:lnTo>
                    <a:pt x="26" y="497"/>
                  </a:lnTo>
                  <a:lnTo>
                    <a:pt x="26" y="497"/>
                  </a:lnTo>
                  <a:lnTo>
                    <a:pt x="26" y="498"/>
                  </a:lnTo>
                  <a:lnTo>
                    <a:pt x="26" y="498"/>
                  </a:lnTo>
                  <a:lnTo>
                    <a:pt x="26" y="498"/>
                  </a:lnTo>
                  <a:lnTo>
                    <a:pt x="28" y="498"/>
                  </a:lnTo>
                  <a:lnTo>
                    <a:pt x="28" y="500"/>
                  </a:lnTo>
                  <a:lnTo>
                    <a:pt x="28" y="500"/>
                  </a:lnTo>
                  <a:lnTo>
                    <a:pt x="28" y="500"/>
                  </a:lnTo>
                  <a:lnTo>
                    <a:pt x="28" y="500"/>
                  </a:lnTo>
                  <a:lnTo>
                    <a:pt x="28" y="501"/>
                  </a:lnTo>
                  <a:lnTo>
                    <a:pt x="28" y="501"/>
                  </a:lnTo>
                  <a:lnTo>
                    <a:pt x="28" y="501"/>
                  </a:lnTo>
                  <a:lnTo>
                    <a:pt x="30" y="501"/>
                  </a:lnTo>
                  <a:lnTo>
                    <a:pt x="30" y="501"/>
                  </a:lnTo>
                  <a:lnTo>
                    <a:pt x="30" y="501"/>
                  </a:lnTo>
                  <a:lnTo>
                    <a:pt x="30" y="501"/>
                  </a:lnTo>
                  <a:lnTo>
                    <a:pt x="30" y="501"/>
                  </a:lnTo>
                  <a:lnTo>
                    <a:pt x="30" y="501"/>
                  </a:lnTo>
                  <a:lnTo>
                    <a:pt x="30" y="501"/>
                  </a:lnTo>
                  <a:lnTo>
                    <a:pt x="30" y="501"/>
                  </a:lnTo>
                  <a:lnTo>
                    <a:pt x="31" y="499"/>
                  </a:lnTo>
                  <a:lnTo>
                    <a:pt x="31" y="499"/>
                  </a:lnTo>
                  <a:lnTo>
                    <a:pt x="31" y="499"/>
                  </a:lnTo>
                  <a:lnTo>
                    <a:pt x="31" y="499"/>
                  </a:lnTo>
                  <a:lnTo>
                    <a:pt x="33" y="497"/>
                  </a:lnTo>
                  <a:lnTo>
                    <a:pt x="33" y="497"/>
                  </a:lnTo>
                  <a:lnTo>
                    <a:pt x="35" y="497"/>
                  </a:lnTo>
                  <a:lnTo>
                    <a:pt x="36" y="497"/>
                  </a:lnTo>
                  <a:lnTo>
                    <a:pt x="38" y="495"/>
                  </a:lnTo>
                  <a:lnTo>
                    <a:pt x="38" y="497"/>
                  </a:lnTo>
                  <a:lnTo>
                    <a:pt x="39" y="497"/>
                  </a:lnTo>
                  <a:lnTo>
                    <a:pt x="39" y="497"/>
                  </a:lnTo>
                  <a:lnTo>
                    <a:pt x="41" y="497"/>
                  </a:lnTo>
                  <a:lnTo>
                    <a:pt x="41" y="499"/>
                  </a:lnTo>
                  <a:lnTo>
                    <a:pt x="43" y="499"/>
                  </a:lnTo>
                  <a:lnTo>
                    <a:pt x="43" y="500"/>
                  </a:lnTo>
                  <a:lnTo>
                    <a:pt x="44" y="500"/>
                  </a:lnTo>
                  <a:lnTo>
                    <a:pt x="44" y="502"/>
                  </a:lnTo>
                  <a:lnTo>
                    <a:pt x="44" y="502"/>
                  </a:lnTo>
                  <a:lnTo>
                    <a:pt x="44" y="504"/>
                  </a:lnTo>
                  <a:lnTo>
                    <a:pt x="46" y="504"/>
                  </a:lnTo>
                  <a:lnTo>
                    <a:pt x="46" y="505"/>
                  </a:lnTo>
                  <a:lnTo>
                    <a:pt x="48" y="505"/>
                  </a:lnTo>
                  <a:lnTo>
                    <a:pt x="48" y="505"/>
                  </a:lnTo>
                  <a:lnTo>
                    <a:pt x="50" y="505"/>
                  </a:lnTo>
                  <a:lnTo>
                    <a:pt x="50" y="505"/>
                  </a:lnTo>
                  <a:lnTo>
                    <a:pt x="51" y="504"/>
                  </a:lnTo>
                  <a:lnTo>
                    <a:pt x="51" y="504"/>
                  </a:lnTo>
                  <a:lnTo>
                    <a:pt x="53" y="502"/>
                  </a:lnTo>
                  <a:lnTo>
                    <a:pt x="53" y="500"/>
                  </a:lnTo>
                  <a:lnTo>
                    <a:pt x="54" y="498"/>
                  </a:lnTo>
                  <a:lnTo>
                    <a:pt x="54" y="496"/>
                  </a:lnTo>
                  <a:lnTo>
                    <a:pt x="56" y="494"/>
                  </a:lnTo>
                  <a:lnTo>
                    <a:pt x="56" y="492"/>
                  </a:lnTo>
                  <a:lnTo>
                    <a:pt x="56" y="491"/>
                  </a:lnTo>
                  <a:lnTo>
                    <a:pt x="56" y="489"/>
                  </a:lnTo>
                  <a:lnTo>
                    <a:pt x="57" y="487"/>
                  </a:lnTo>
                  <a:lnTo>
                    <a:pt x="57" y="487"/>
                  </a:lnTo>
                  <a:lnTo>
                    <a:pt x="57" y="485"/>
                  </a:lnTo>
                  <a:lnTo>
                    <a:pt x="57" y="484"/>
                  </a:lnTo>
                  <a:lnTo>
                    <a:pt x="57" y="482"/>
                  </a:lnTo>
                  <a:lnTo>
                    <a:pt x="56" y="484"/>
                  </a:lnTo>
                  <a:lnTo>
                    <a:pt x="56" y="484"/>
                  </a:lnTo>
                  <a:lnTo>
                    <a:pt x="55" y="485"/>
                  </a:lnTo>
                  <a:lnTo>
                    <a:pt x="55" y="485"/>
                  </a:lnTo>
                  <a:lnTo>
                    <a:pt x="53" y="487"/>
                  </a:lnTo>
                  <a:lnTo>
                    <a:pt x="53" y="487"/>
                  </a:lnTo>
                  <a:lnTo>
                    <a:pt x="53" y="489"/>
                  </a:lnTo>
                  <a:lnTo>
                    <a:pt x="53" y="489"/>
                  </a:lnTo>
                  <a:lnTo>
                    <a:pt x="51" y="491"/>
                  </a:lnTo>
                  <a:lnTo>
                    <a:pt x="51" y="492"/>
                  </a:lnTo>
                  <a:lnTo>
                    <a:pt x="49" y="494"/>
                  </a:lnTo>
                  <a:lnTo>
                    <a:pt x="49" y="494"/>
                  </a:lnTo>
                  <a:lnTo>
                    <a:pt x="47" y="495"/>
                  </a:lnTo>
                  <a:lnTo>
                    <a:pt x="47" y="495"/>
                  </a:lnTo>
                  <a:lnTo>
                    <a:pt x="46" y="495"/>
                  </a:lnTo>
                  <a:lnTo>
                    <a:pt x="46" y="495"/>
                  </a:lnTo>
                  <a:lnTo>
                    <a:pt x="44" y="495"/>
                  </a:lnTo>
                  <a:lnTo>
                    <a:pt x="44" y="495"/>
                  </a:lnTo>
                  <a:lnTo>
                    <a:pt x="44" y="495"/>
                  </a:lnTo>
                  <a:lnTo>
                    <a:pt x="44" y="494"/>
                  </a:lnTo>
                  <a:lnTo>
                    <a:pt x="44" y="494"/>
                  </a:lnTo>
                  <a:lnTo>
                    <a:pt x="44" y="494"/>
                  </a:lnTo>
                  <a:lnTo>
                    <a:pt x="44" y="494"/>
                  </a:lnTo>
                  <a:lnTo>
                    <a:pt x="44" y="492"/>
                  </a:lnTo>
                  <a:lnTo>
                    <a:pt x="43" y="492"/>
                  </a:lnTo>
                  <a:lnTo>
                    <a:pt x="43" y="492"/>
                  </a:lnTo>
                  <a:lnTo>
                    <a:pt x="43" y="492"/>
                  </a:lnTo>
                  <a:lnTo>
                    <a:pt x="43" y="491"/>
                  </a:lnTo>
                  <a:lnTo>
                    <a:pt x="42" y="491"/>
                  </a:lnTo>
                  <a:lnTo>
                    <a:pt x="42" y="490"/>
                  </a:lnTo>
                  <a:lnTo>
                    <a:pt x="42" y="490"/>
                  </a:lnTo>
                  <a:lnTo>
                    <a:pt x="42" y="489"/>
                  </a:lnTo>
                  <a:lnTo>
                    <a:pt x="39" y="491"/>
                  </a:lnTo>
                  <a:lnTo>
                    <a:pt x="37" y="491"/>
                  </a:lnTo>
                  <a:lnTo>
                    <a:pt x="35" y="492"/>
                  </a:lnTo>
                  <a:lnTo>
                    <a:pt x="33" y="492"/>
                  </a:lnTo>
                  <a:lnTo>
                    <a:pt x="31" y="492"/>
                  </a:lnTo>
                  <a:lnTo>
                    <a:pt x="30" y="492"/>
                  </a:lnTo>
                  <a:lnTo>
                    <a:pt x="28" y="492"/>
                  </a:lnTo>
                  <a:lnTo>
                    <a:pt x="28" y="491"/>
                  </a:lnTo>
                  <a:lnTo>
                    <a:pt x="26" y="491"/>
                  </a:lnTo>
                  <a:lnTo>
                    <a:pt x="26" y="491"/>
                  </a:lnTo>
                  <a:lnTo>
                    <a:pt x="24" y="491"/>
                  </a:lnTo>
                  <a:lnTo>
                    <a:pt x="24" y="490"/>
                  </a:lnTo>
                  <a:lnTo>
                    <a:pt x="22" y="490"/>
                  </a:lnTo>
                  <a:lnTo>
                    <a:pt x="22" y="490"/>
                  </a:lnTo>
                  <a:lnTo>
                    <a:pt x="22" y="490"/>
                  </a:lnTo>
                  <a:lnTo>
                    <a:pt x="22" y="490"/>
                  </a:lnTo>
                  <a:lnTo>
                    <a:pt x="20" y="491"/>
                  </a:lnTo>
                  <a:lnTo>
                    <a:pt x="20" y="491"/>
                  </a:lnTo>
                  <a:lnTo>
                    <a:pt x="19" y="491"/>
                  </a:lnTo>
                  <a:lnTo>
                    <a:pt x="19" y="491"/>
                  </a:lnTo>
                  <a:lnTo>
                    <a:pt x="16" y="493"/>
                  </a:lnTo>
                  <a:lnTo>
                    <a:pt x="16" y="493"/>
                  </a:lnTo>
                  <a:lnTo>
                    <a:pt x="16" y="493"/>
                  </a:lnTo>
                  <a:lnTo>
                    <a:pt x="16" y="493"/>
                  </a:lnTo>
                  <a:lnTo>
                    <a:pt x="15" y="495"/>
                  </a:lnTo>
                  <a:lnTo>
                    <a:pt x="15" y="495"/>
                  </a:lnTo>
                  <a:lnTo>
                    <a:pt x="15" y="495"/>
                  </a:lnTo>
                  <a:lnTo>
                    <a:pt x="15" y="495"/>
                  </a:lnTo>
                  <a:lnTo>
                    <a:pt x="13" y="495"/>
                  </a:lnTo>
                  <a:lnTo>
                    <a:pt x="13" y="495"/>
                  </a:lnTo>
                  <a:lnTo>
                    <a:pt x="13" y="495"/>
                  </a:lnTo>
                  <a:lnTo>
                    <a:pt x="13" y="495"/>
                  </a:lnTo>
                  <a:lnTo>
                    <a:pt x="11" y="495"/>
                  </a:lnTo>
                  <a:lnTo>
                    <a:pt x="11" y="495"/>
                  </a:lnTo>
                  <a:lnTo>
                    <a:pt x="10" y="495"/>
                  </a:lnTo>
                  <a:lnTo>
                    <a:pt x="10" y="495"/>
                  </a:lnTo>
                  <a:lnTo>
                    <a:pt x="8" y="495"/>
                  </a:lnTo>
                  <a:lnTo>
                    <a:pt x="8" y="495"/>
                  </a:lnTo>
                  <a:lnTo>
                    <a:pt x="7" y="495"/>
                  </a:lnTo>
                  <a:lnTo>
                    <a:pt x="7" y="493"/>
                  </a:lnTo>
                  <a:lnTo>
                    <a:pt x="6" y="493"/>
                  </a:lnTo>
                  <a:lnTo>
                    <a:pt x="6" y="493"/>
                  </a:lnTo>
                  <a:lnTo>
                    <a:pt x="4" y="493"/>
                  </a:lnTo>
                  <a:lnTo>
                    <a:pt x="4" y="491"/>
                  </a:lnTo>
                  <a:lnTo>
                    <a:pt x="3" y="491"/>
                  </a:lnTo>
                  <a:lnTo>
                    <a:pt x="3" y="491"/>
                  </a:lnTo>
                  <a:lnTo>
                    <a:pt x="3" y="491"/>
                  </a:lnTo>
                  <a:lnTo>
                    <a:pt x="3" y="489"/>
                  </a:lnTo>
                  <a:lnTo>
                    <a:pt x="2" y="489"/>
                  </a:lnTo>
                  <a:lnTo>
                    <a:pt x="2" y="489"/>
                  </a:lnTo>
                  <a:lnTo>
                    <a:pt x="2" y="489"/>
                  </a:lnTo>
                  <a:lnTo>
                    <a:pt x="2" y="487"/>
                  </a:lnTo>
                  <a:lnTo>
                    <a:pt x="2" y="487"/>
                  </a:lnTo>
                  <a:lnTo>
                    <a:pt x="2" y="487"/>
                  </a:lnTo>
                  <a:lnTo>
                    <a:pt x="2" y="487"/>
                  </a:lnTo>
                  <a:lnTo>
                    <a:pt x="2" y="485"/>
                  </a:lnTo>
                  <a:lnTo>
                    <a:pt x="2" y="485"/>
                  </a:lnTo>
                  <a:lnTo>
                    <a:pt x="2" y="485"/>
                  </a:lnTo>
                  <a:lnTo>
                    <a:pt x="2" y="485"/>
                  </a:lnTo>
                  <a:lnTo>
                    <a:pt x="2" y="484"/>
                  </a:lnTo>
                  <a:lnTo>
                    <a:pt x="2" y="484"/>
                  </a:lnTo>
                  <a:lnTo>
                    <a:pt x="2" y="484"/>
                  </a:lnTo>
                  <a:lnTo>
                    <a:pt x="2" y="484"/>
                  </a:lnTo>
                  <a:lnTo>
                    <a:pt x="3" y="482"/>
                  </a:lnTo>
                  <a:lnTo>
                    <a:pt x="3" y="482"/>
                  </a:lnTo>
                  <a:lnTo>
                    <a:pt x="4" y="482"/>
                  </a:lnTo>
                  <a:lnTo>
                    <a:pt x="4" y="482"/>
                  </a:lnTo>
                  <a:lnTo>
                    <a:pt x="6" y="481"/>
                  </a:lnTo>
                  <a:lnTo>
                    <a:pt x="7" y="481"/>
                  </a:lnTo>
                  <a:lnTo>
                    <a:pt x="9" y="481"/>
                  </a:lnTo>
                  <a:lnTo>
                    <a:pt x="11" y="481"/>
                  </a:lnTo>
                  <a:lnTo>
                    <a:pt x="13" y="479"/>
                  </a:lnTo>
                  <a:lnTo>
                    <a:pt x="13" y="479"/>
                  </a:lnTo>
                  <a:lnTo>
                    <a:pt x="15" y="479"/>
                  </a:lnTo>
                  <a:lnTo>
                    <a:pt x="16" y="479"/>
                  </a:lnTo>
                  <a:lnTo>
                    <a:pt x="19" y="479"/>
                  </a:lnTo>
                  <a:lnTo>
                    <a:pt x="19" y="479"/>
                  </a:lnTo>
                  <a:lnTo>
                    <a:pt x="21" y="479"/>
                  </a:lnTo>
                  <a:lnTo>
                    <a:pt x="21" y="479"/>
                  </a:lnTo>
                  <a:lnTo>
                    <a:pt x="22" y="478"/>
                  </a:lnTo>
                  <a:lnTo>
                    <a:pt x="21" y="478"/>
                  </a:lnTo>
                  <a:lnTo>
                    <a:pt x="21" y="478"/>
                  </a:lnTo>
                  <a:lnTo>
                    <a:pt x="19" y="478"/>
                  </a:lnTo>
                  <a:lnTo>
                    <a:pt x="19" y="478"/>
                  </a:lnTo>
                  <a:lnTo>
                    <a:pt x="17" y="478"/>
                  </a:lnTo>
                  <a:lnTo>
                    <a:pt x="17" y="478"/>
                  </a:lnTo>
                  <a:lnTo>
                    <a:pt x="15" y="478"/>
                  </a:lnTo>
                  <a:lnTo>
                    <a:pt x="15" y="478"/>
                  </a:lnTo>
                  <a:lnTo>
                    <a:pt x="13" y="478"/>
                  </a:lnTo>
                  <a:lnTo>
                    <a:pt x="13" y="478"/>
                  </a:lnTo>
                  <a:lnTo>
                    <a:pt x="11" y="478"/>
                  </a:lnTo>
                  <a:lnTo>
                    <a:pt x="11" y="478"/>
                  </a:lnTo>
                  <a:lnTo>
                    <a:pt x="9" y="478"/>
                  </a:lnTo>
                  <a:lnTo>
                    <a:pt x="9" y="478"/>
                  </a:lnTo>
                  <a:lnTo>
                    <a:pt x="9" y="478"/>
                  </a:lnTo>
                  <a:lnTo>
                    <a:pt x="9" y="477"/>
                  </a:lnTo>
                  <a:lnTo>
                    <a:pt x="9" y="477"/>
                  </a:lnTo>
                  <a:lnTo>
                    <a:pt x="9" y="477"/>
                  </a:lnTo>
                  <a:lnTo>
                    <a:pt x="9" y="477"/>
                  </a:lnTo>
                  <a:lnTo>
                    <a:pt x="9" y="476"/>
                  </a:lnTo>
                  <a:lnTo>
                    <a:pt x="9" y="476"/>
                  </a:lnTo>
                  <a:lnTo>
                    <a:pt x="9" y="476"/>
                  </a:lnTo>
                  <a:lnTo>
                    <a:pt x="9" y="476"/>
                  </a:lnTo>
                  <a:lnTo>
                    <a:pt x="9" y="475"/>
                  </a:lnTo>
                  <a:lnTo>
                    <a:pt x="9" y="475"/>
                  </a:lnTo>
                  <a:lnTo>
                    <a:pt x="9" y="475"/>
                  </a:lnTo>
                  <a:lnTo>
                    <a:pt x="9" y="475"/>
                  </a:lnTo>
                  <a:lnTo>
                    <a:pt x="9" y="473"/>
                  </a:lnTo>
                  <a:lnTo>
                    <a:pt x="9" y="473"/>
                  </a:lnTo>
                  <a:lnTo>
                    <a:pt x="9" y="473"/>
                  </a:lnTo>
                  <a:lnTo>
                    <a:pt x="9" y="473"/>
                  </a:lnTo>
                  <a:lnTo>
                    <a:pt x="11" y="471"/>
                  </a:lnTo>
                  <a:lnTo>
                    <a:pt x="9" y="471"/>
                  </a:lnTo>
                  <a:lnTo>
                    <a:pt x="9" y="471"/>
                  </a:lnTo>
                  <a:lnTo>
                    <a:pt x="9" y="471"/>
                  </a:lnTo>
                  <a:lnTo>
                    <a:pt x="9" y="471"/>
                  </a:lnTo>
                  <a:lnTo>
                    <a:pt x="7" y="471"/>
                  </a:lnTo>
                  <a:lnTo>
                    <a:pt x="7" y="471"/>
                  </a:lnTo>
                  <a:lnTo>
                    <a:pt x="7" y="471"/>
                  </a:lnTo>
                  <a:lnTo>
                    <a:pt x="7" y="469"/>
                  </a:lnTo>
                  <a:lnTo>
                    <a:pt x="5" y="469"/>
                  </a:lnTo>
                  <a:lnTo>
                    <a:pt x="5" y="469"/>
                  </a:lnTo>
                  <a:lnTo>
                    <a:pt x="5" y="469"/>
                  </a:lnTo>
                  <a:lnTo>
                    <a:pt x="5" y="468"/>
                  </a:lnTo>
                  <a:lnTo>
                    <a:pt x="4" y="468"/>
                  </a:lnTo>
                  <a:lnTo>
                    <a:pt x="4" y="468"/>
                  </a:lnTo>
                  <a:lnTo>
                    <a:pt x="4" y="468"/>
                  </a:lnTo>
                  <a:lnTo>
                    <a:pt x="4" y="466"/>
                  </a:lnTo>
                  <a:lnTo>
                    <a:pt x="4" y="466"/>
                  </a:lnTo>
                  <a:lnTo>
                    <a:pt x="4" y="466"/>
                  </a:lnTo>
                  <a:lnTo>
                    <a:pt x="4" y="466"/>
                  </a:lnTo>
                  <a:lnTo>
                    <a:pt x="5" y="464"/>
                  </a:lnTo>
                  <a:lnTo>
                    <a:pt x="5" y="464"/>
                  </a:lnTo>
                  <a:lnTo>
                    <a:pt x="6" y="463"/>
                  </a:lnTo>
                  <a:lnTo>
                    <a:pt x="6" y="463"/>
                  </a:lnTo>
                  <a:lnTo>
                    <a:pt x="7" y="461"/>
                  </a:lnTo>
                  <a:lnTo>
                    <a:pt x="7" y="461"/>
                  </a:lnTo>
                  <a:lnTo>
                    <a:pt x="9" y="461"/>
                  </a:lnTo>
                  <a:lnTo>
                    <a:pt x="9" y="461"/>
                  </a:lnTo>
                  <a:lnTo>
                    <a:pt x="11" y="461"/>
                  </a:lnTo>
                  <a:lnTo>
                    <a:pt x="11" y="461"/>
                  </a:lnTo>
                  <a:lnTo>
                    <a:pt x="13" y="461"/>
                  </a:lnTo>
                  <a:lnTo>
                    <a:pt x="13" y="461"/>
                  </a:lnTo>
                  <a:lnTo>
                    <a:pt x="15" y="460"/>
                  </a:lnTo>
                  <a:lnTo>
                    <a:pt x="15" y="461"/>
                  </a:lnTo>
                  <a:lnTo>
                    <a:pt x="15" y="461"/>
                  </a:lnTo>
                  <a:lnTo>
                    <a:pt x="15" y="461"/>
                  </a:lnTo>
                  <a:lnTo>
                    <a:pt x="16" y="461"/>
                  </a:lnTo>
                  <a:lnTo>
                    <a:pt x="16" y="462"/>
                  </a:lnTo>
                  <a:lnTo>
                    <a:pt x="18" y="462"/>
                  </a:lnTo>
                  <a:lnTo>
                    <a:pt x="18" y="462"/>
                  </a:lnTo>
                  <a:lnTo>
                    <a:pt x="20" y="462"/>
                  </a:lnTo>
                  <a:lnTo>
                    <a:pt x="20" y="463"/>
                  </a:lnTo>
                  <a:lnTo>
                    <a:pt x="21" y="463"/>
                  </a:lnTo>
                  <a:lnTo>
                    <a:pt x="21" y="463"/>
                  </a:lnTo>
                  <a:lnTo>
                    <a:pt x="22" y="463"/>
                  </a:lnTo>
                  <a:lnTo>
                    <a:pt x="22" y="463"/>
                  </a:lnTo>
                  <a:lnTo>
                    <a:pt x="24" y="463"/>
                  </a:lnTo>
                  <a:lnTo>
                    <a:pt x="24" y="463"/>
                  </a:lnTo>
                  <a:lnTo>
                    <a:pt x="26" y="463"/>
                  </a:lnTo>
                  <a:lnTo>
                    <a:pt x="26" y="465"/>
                  </a:lnTo>
                  <a:lnTo>
                    <a:pt x="26" y="465"/>
                  </a:lnTo>
                  <a:lnTo>
                    <a:pt x="26" y="465"/>
                  </a:lnTo>
                  <a:lnTo>
                    <a:pt x="28" y="465"/>
                  </a:lnTo>
                  <a:lnTo>
                    <a:pt x="28" y="465"/>
                  </a:lnTo>
                  <a:lnTo>
                    <a:pt x="28" y="465"/>
                  </a:lnTo>
                  <a:lnTo>
                    <a:pt x="28" y="465"/>
                  </a:lnTo>
                  <a:lnTo>
                    <a:pt x="30" y="465"/>
                  </a:lnTo>
                  <a:lnTo>
                    <a:pt x="30" y="465"/>
                  </a:lnTo>
                  <a:lnTo>
                    <a:pt x="31" y="465"/>
                  </a:lnTo>
                  <a:lnTo>
                    <a:pt x="31" y="465"/>
                  </a:lnTo>
                  <a:lnTo>
                    <a:pt x="33" y="465"/>
                  </a:lnTo>
                  <a:lnTo>
                    <a:pt x="33" y="465"/>
                  </a:lnTo>
                  <a:lnTo>
                    <a:pt x="35" y="465"/>
                  </a:lnTo>
                  <a:lnTo>
                    <a:pt x="35" y="465"/>
                  </a:lnTo>
                  <a:lnTo>
                    <a:pt x="37" y="463"/>
                  </a:lnTo>
                  <a:lnTo>
                    <a:pt x="37" y="463"/>
                  </a:lnTo>
                  <a:lnTo>
                    <a:pt x="37" y="463"/>
                  </a:lnTo>
                  <a:lnTo>
                    <a:pt x="37" y="463"/>
                  </a:lnTo>
                  <a:lnTo>
                    <a:pt x="37" y="463"/>
                  </a:lnTo>
                  <a:lnTo>
                    <a:pt x="37" y="463"/>
                  </a:lnTo>
                  <a:lnTo>
                    <a:pt x="37" y="463"/>
                  </a:lnTo>
                  <a:lnTo>
                    <a:pt x="37" y="463"/>
                  </a:lnTo>
                  <a:lnTo>
                    <a:pt x="39" y="463"/>
                  </a:lnTo>
                  <a:lnTo>
                    <a:pt x="39" y="463"/>
                  </a:lnTo>
                  <a:lnTo>
                    <a:pt x="39" y="463"/>
                  </a:lnTo>
                  <a:lnTo>
                    <a:pt x="39" y="463"/>
                  </a:lnTo>
                  <a:lnTo>
                    <a:pt x="41" y="463"/>
                  </a:lnTo>
                  <a:lnTo>
                    <a:pt x="41" y="463"/>
                  </a:lnTo>
                  <a:lnTo>
                    <a:pt x="41" y="463"/>
                  </a:lnTo>
                  <a:lnTo>
                    <a:pt x="41" y="463"/>
                  </a:lnTo>
                  <a:lnTo>
                    <a:pt x="42" y="461"/>
                  </a:lnTo>
                  <a:lnTo>
                    <a:pt x="39" y="461"/>
                  </a:lnTo>
                  <a:lnTo>
                    <a:pt x="37" y="461"/>
                  </a:lnTo>
                  <a:lnTo>
                    <a:pt x="35" y="461"/>
                  </a:lnTo>
                  <a:lnTo>
                    <a:pt x="33" y="461"/>
                  </a:lnTo>
                  <a:lnTo>
                    <a:pt x="30" y="461"/>
                  </a:lnTo>
                  <a:lnTo>
                    <a:pt x="28" y="461"/>
                  </a:lnTo>
                  <a:lnTo>
                    <a:pt x="26" y="461"/>
                  </a:lnTo>
                  <a:lnTo>
                    <a:pt x="24" y="461"/>
                  </a:lnTo>
                  <a:lnTo>
                    <a:pt x="21" y="461"/>
                  </a:lnTo>
                  <a:lnTo>
                    <a:pt x="19" y="461"/>
                  </a:lnTo>
                  <a:lnTo>
                    <a:pt x="17" y="461"/>
                  </a:lnTo>
                  <a:lnTo>
                    <a:pt x="15" y="460"/>
                  </a:lnTo>
                  <a:lnTo>
                    <a:pt x="13" y="460"/>
                  </a:lnTo>
                  <a:lnTo>
                    <a:pt x="12" y="458"/>
                  </a:lnTo>
                  <a:lnTo>
                    <a:pt x="11" y="458"/>
                  </a:lnTo>
                  <a:lnTo>
                    <a:pt x="11" y="456"/>
                  </a:lnTo>
                  <a:lnTo>
                    <a:pt x="10" y="456"/>
                  </a:lnTo>
                  <a:lnTo>
                    <a:pt x="10" y="456"/>
                  </a:lnTo>
                  <a:lnTo>
                    <a:pt x="10" y="456"/>
                  </a:lnTo>
                  <a:lnTo>
                    <a:pt x="10" y="456"/>
                  </a:lnTo>
                  <a:lnTo>
                    <a:pt x="10" y="456"/>
                  </a:lnTo>
                  <a:lnTo>
                    <a:pt x="10" y="456"/>
                  </a:lnTo>
                  <a:lnTo>
                    <a:pt x="10" y="456"/>
                  </a:lnTo>
                  <a:lnTo>
                    <a:pt x="12" y="454"/>
                  </a:lnTo>
                  <a:lnTo>
                    <a:pt x="12" y="454"/>
                  </a:lnTo>
                  <a:lnTo>
                    <a:pt x="12" y="454"/>
                  </a:lnTo>
                  <a:lnTo>
                    <a:pt x="12" y="454"/>
                  </a:lnTo>
                  <a:lnTo>
                    <a:pt x="14" y="454"/>
                  </a:lnTo>
                  <a:lnTo>
                    <a:pt x="14" y="454"/>
                  </a:lnTo>
                  <a:lnTo>
                    <a:pt x="14" y="454"/>
                  </a:lnTo>
                  <a:lnTo>
                    <a:pt x="14" y="454"/>
                  </a:lnTo>
                  <a:lnTo>
                    <a:pt x="15" y="453"/>
                  </a:lnTo>
                  <a:lnTo>
                    <a:pt x="15" y="453"/>
                  </a:lnTo>
                  <a:lnTo>
                    <a:pt x="15" y="453"/>
                  </a:lnTo>
                  <a:lnTo>
                    <a:pt x="15" y="453"/>
                  </a:lnTo>
                  <a:lnTo>
                    <a:pt x="16" y="453"/>
                  </a:lnTo>
                  <a:lnTo>
                    <a:pt x="16" y="453"/>
                  </a:lnTo>
                  <a:lnTo>
                    <a:pt x="16" y="453"/>
                  </a:lnTo>
                  <a:lnTo>
                    <a:pt x="16" y="453"/>
                  </a:lnTo>
                  <a:lnTo>
                    <a:pt x="18" y="451"/>
                  </a:lnTo>
                  <a:lnTo>
                    <a:pt x="18" y="451"/>
                  </a:lnTo>
                  <a:lnTo>
                    <a:pt x="18" y="451"/>
                  </a:lnTo>
                  <a:lnTo>
                    <a:pt x="18" y="451"/>
                  </a:lnTo>
                  <a:lnTo>
                    <a:pt x="20" y="449"/>
                  </a:lnTo>
                  <a:lnTo>
                    <a:pt x="20" y="449"/>
                  </a:lnTo>
                  <a:lnTo>
                    <a:pt x="21" y="449"/>
                  </a:lnTo>
                  <a:lnTo>
                    <a:pt x="21" y="449"/>
                  </a:lnTo>
                  <a:lnTo>
                    <a:pt x="22" y="448"/>
                  </a:lnTo>
                  <a:lnTo>
                    <a:pt x="22" y="449"/>
                  </a:lnTo>
                  <a:lnTo>
                    <a:pt x="22" y="449"/>
                  </a:lnTo>
                  <a:lnTo>
                    <a:pt x="22" y="449"/>
                  </a:lnTo>
                  <a:lnTo>
                    <a:pt x="22" y="449"/>
                  </a:lnTo>
                  <a:lnTo>
                    <a:pt x="22" y="449"/>
                  </a:lnTo>
                  <a:lnTo>
                    <a:pt x="22" y="449"/>
                  </a:lnTo>
                  <a:lnTo>
                    <a:pt x="22" y="449"/>
                  </a:lnTo>
                  <a:lnTo>
                    <a:pt x="24" y="449"/>
                  </a:lnTo>
                  <a:lnTo>
                    <a:pt x="24" y="451"/>
                  </a:lnTo>
                  <a:lnTo>
                    <a:pt x="24" y="451"/>
                  </a:lnTo>
                  <a:lnTo>
                    <a:pt x="24" y="451"/>
                  </a:lnTo>
                  <a:lnTo>
                    <a:pt x="26" y="451"/>
                  </a:lnTo>
                  <a:lnTo>
                    <a:pt x="26" y="451"/>
                  </a:lnTo>
                  <a:lnTo>
                    <a:pt x="26" y="451"/>
                  </a:lnTo>
                  <a:lnTo>
                    <a:pt x="26" y="451"/>
                  </a:lnTo>
                  <a:lnTo>
                    <a:pt x="28" y="451"/>
                  </a:lnTo>
                  <a:lnTo>
                    <a:pt x="28" y="452"/>
                  </a:lnTo>
                  <a:lnTo>
                    <a:pt x="28" y="452"/>
                  </a:lnTo>
                  <a:lnTo>
                    <a:pt x="28" y="452"/>
                  </a:lnTo>
                  <a:lnTo>
                    <a:pt x="28" y="452"/>
                  </a:lnTo>
                  <a:lnTo>
                    <a:pt x="28" y="452"/>
                  </a:lnTo>
                  <a:lnTo>
                    <a:pt x="28" y="452"/>
                  </a:lnTo>
                  <a:lnTo>
                    <a:pt x="28" y="452"/>
                  </a:lnTo>
                  <a:lnTo>
                    <a:pt x="30" y="452"/>
                  </a:lnTo>
                  <a:lnTo>
                    <a:pt x="30" y="453"/>
                  </a:lnTo>
                  <a:lnTo>
                    <a:pt x="30" y="453"/>
                  </a:lnTo>
                  <a:lnTo>
                    <a:pt x="30" y="453"/>
                  </a:lnTo>
                  <a:lnTo>
                    <a:pt x="31" y="453"/>
                  </a:lnTo>
                  <a:lnTo>
                    <a:pt x="31" y="453"/>
                  </a:lnTo>
                  <a:lnTo>
                    <a:pt x="31" y="453"/>
                  </a:lnTo>
                  <a:lnTo>
                    <a:pt x="31" y="453"/>
                  </a:lnTo>
                  <a:lnTo>
                    <a:pt x="32" y="453"/>
                  </a:lnTo>
                  <a:lnTo>
                    <a:pt x="31" y="453"/>
                  </a:lnTo>
                  <a:lnTo>
                    <a:pt x="31" y="453"/>
                  </a:lnTo>
                  <a:lnTo>
                    <a:pt x="31" y="453"/>
                  </a:lnTo>
                  <a:lnTo>
                    <a:pt x="31" y="451"/>
                  </a:lnTo>
                  <a:lnTo>
                    <a:pt x="29" y="451"/>
                  </a:lnTo>
                  <a:lnTo>
                    <a:pt x="29" y="450"/>
                  </a:lnTo>
                  <a:lnTo>
                    <a:pt x="29" y="450"/>
                  </a:lnTo>
                  <a:lnTo>
                    <a:pt x="29" y="448"/>
                  </a:lnTo>
                  <a:lnTo>
                    <a:pt x="27" y="448"/>
                  </a:lnTo>
                  <a:lnTo>
                    <a:pt x="27" y="448"/>
                  </a:lnTo>
                  <a:lnTo>
                    <a:pt x="26" y="448"/>
                  </a:lnTo>
                  <a:lnTo>
                    <a:pt x="26" y="446"/>
                  </a:lnTo>
                  <a:lnTo>
                    <a:pt x="26" y="446"/>
                  </a:lnTo>
                  <a:lnTo>
                    <a:pt x="26" y="445"/>
                  </a:lnTo>
                  <a:lnTo>
                    <a:pt x="26" y="445"/>
                  </a:lnTo>
                  <a:lnTo>
                    <a:pt x="26" y="443"/>
                  </a:lnTo>
                  <a:lnTo>
                    <a:pt x="26" y="443"/>
                  </a:lnTo>
                  <a:lnTo>
                    <a:pt x="26" y="443"/>
                  </a:lnTo>
                  <a:lnTo>
                    <a:pt x="26" y="443"/>
                  </a:lnTo>
                  <a:lnTo>
                    <a:pt x="26" y="443"/>
                  </a:lnTo>
                  <a:lnTo>
                    <a:pt x="26" y="443"/>
                  </a:lnTo>
                  <a:lnTo>
                    <a:pt x="26" y="443"/>
                  </a:lnTo>
                  <a:lnTo>
                    <a:pt x="26" y="443"/>
                  </a:lnTo>
                  <a:lnTo>
                    <a:pt x="28" y="441"/>
                  </a:lnTo>
                  <a:lnTo>
                    <a:pt x="28" y="441"/>
                  </a:lnTo>
                  <a:lnTo>
                    <a:pt x="28" y="441"/>
                  </a:lnTo>
                  <a:lnTo>
                    <a:pt x="28" y="441"/>
                  </a:lnTo>
                  <a:lnTo>
                    <a:pt x="30" y="440"/>
                  </a:lnTo>
                  <a:lnTo>
                    <a:pt x="30" y="440"/>
                  </a:lnTo>
                  <a:lnTo>
                    <a:pt x="30" y="440"/>
                  </a:lnTo>
                  <a:lnTo>
                    <a:pt x="30" y="440"/>
                  </a:lnTo>
                  <a:lnTo>
                    <a:pt x="32" y="439"/>
                  </a:lnTo>
                  <a:lnTo>
                    <a:pt x="32" y="440"/>
                  </a:lnTo>
                  <a:lnTo>
                    <a:pt x="32" y="440"/>
                  </a:lnTo>
                  <a:lnTo>
                    <a:pt x="32" y="441"/>
                  </a:lnTo>
                  <a:lnTo>
                    <a:pt x="34" y="441"/>
                  </a:lnTo>
                  <a:lnTo>
                    <a:pt x="34" y="443"/>
                  </a:lnTo>
                  <a:lnTo>
                    <a:pt x="34" y="445"/>
                  </a:lnTo>
                  <a:lnTo>
                    <a:pt x="34" y="447"/>
                  </a:lnTo>
                  <a:lnTo>
                    <a:pt x="36" y="447"/>
                  </a:lnTo>
                  <a:lnTo>
                    <a:pt x="36" y="448"/>
                  </a:lnTo>
                  <a:lnTo>
                    <a:pt x="36" y="451"/>
                  </a:lnTo>
                  <a:lnTo>
                    <a:pt x="36" y="453"/>
                  </a:lnTo>
                  <a:lnTo>
                    <a:pt x="36" y="453"/>
                  </a:lnTo>
                  <a:lnTo>
                    <a:pt x="36" y="454"/>
                  </a:lnTo>
                  <a:lnTo>
                    <a:pt x="36" y="454"/>
                  </a:lnTo>
                  <a:lnTo>
                    <a:pt x="36" y="454"/>
                  </a:lnTo>
                  <a:lnTo>
                    <a:pt x="38" y="454"/>
                  </a:lnTo>
                  <a:lnTo>
                    <a:pt x="38" y="453"/>
                  </a:lnTo>
                  <a:lnTo>
                    <a:pt x="38" y="451"/>
                  </a:lnTo>
                  <a:lnTo>
                    <a:pt x="38" y="448"/>
                  </a:lnTo>
                  <a:lnTo>
                    <a:pt x="38" y="447"/>
                  </a:lnTo>
                  <a:lnTo>
                    <a:pt x="38" y="446"/>
                  </a:lnTo>
                  <a:lnTo>
                    <a:pt x="38" y="444"/>
                  </a:lnTo>
                  <a:lnTo>
                    <a:pt x="38" y="443"/>
                  </a:lnTo>
                  <a:lnTo>
                    <a:pt x="40" y="441"/>
                  </a:lnTo>
                  <a:lnTo>
                    <a:pt x="40" y="441"/>
                  </a:lnTo>
                  <a:lnTo>
                    <a:pt x="40" y="439"/>
                  </a:lnTo>
                  <a:lnTo>
                    <a:pt x="40" y="439"/>
                  </a:lnTo>
                  <a:lnTo>
                    <a:pt x="41" y="438"/>
                  </a:lnTo>
                  <a:lnTo>
                    <a:pt x="41" y="438"/>
                  </a:lnTo>
                  <a:lnTo>
                    <a:pt x="41" y="437"/>
                  </a:lnTo>
                  <a:lnTo>
                    <a:pt x="41" y="437"/>
                  </a:lnTo>
                  <a:lnTo>
                    <a:pt x="43" y="436"/>
                  </a:lnTo>
                  <a:lnTo>
                    <a:pt x="43" y="437"/>
                  </a:lnTo>
                  <a:lnTo>
                    <a:pt x="43" y="437"/>
                  </a:lnTo>
                  <a:lnTo>
                    <a:pt x="43" y="438"/>
                  </a:lnTo>
                  <a:lnTo>
                    <a:pt x="43" y="438"/>
                  </a:lnTo>
                  <a:lnTo>
                    <a:pt x="43" y="439"/>
                  </a:lnTo>
                  <a:lnTo>
                    <a:pt x="43" y="439"/>
                  </a:lnTo>
                  <a:lnTo>
                    <a:pt x="43" y="441"/>
                  </a:lnTo>
                  <a:lnTo>
                    <a:pt x="45" y="441"/>
                  </a:lnTo>
                  <a:lnTo>
                    <a:pt x="45" y="443"/>
                  </a:lnTo>
                  <a:lnTo>
                    <a:pt x="45" y="445"/>
                  </a:lnTo>
                  <a:lnTo>
                    <a:pt x="45" y="447"/>
                  </a:lnTo>
                  <a:lnTo>
                    <a:pt x="45" y="447"/>
                  </a:lnTo>
                  <a:lnTo>
                    <a:pt x="45" y="449"/>
                  </a:lnTo>
                  <a:lnTo>
                    <a:pt x="45" y="451"/>
                  </a:lnTo>
                  <a:lnTo>
                    <a:pt x="45" y="453"/>
                  </a:lnTo>
                  <a:lnTo>
                    <a:pt x="46" y="454"/>
                  </a:lnTo>
                  <a:lnTo>
                    <a:pt x="46" y="454"/>
                  </a:lnTo>
                  <a:lnTo>
                    <a:pt x="46" y="454"/>
                  </a:lnTo>
                  <a:lnTo>
                    <a:pt x="46" y="454"/>
                  </a:lnTo>
                  <a:lnTo>
                    <a:pt x="48" y="454"/>
                  </a:lnTo>
                  <a:lnTo>
                    <a:pt x="48" y="454"/>
                  </a:lnTo>
                  <a:lnTo>
                    <a:pt x="49" y="453"/>
                  </a:lnTo>
                  <a:lnTo>
                    <a:pt x="49" y="453"/>
                  </a:lnTo>
                  <a:lnTo>
                    <a:pt x="51" y="451"/>
                  </a:lnTo>
                  <a:lnTo>
                    <a:pt x="51" y="451"/>
                  </a:lnTo>
                  <a:lnTo>
                    <a:pt x="51" y="449"/>
                  </a:lnTo>
                  <a:lnTo>
                    <a:pt x="51" y="449"/>
                  </a:lnTo>
                  <a:lnTo>
                    <a:pt x="51" y="447"/>
                  </a:lnTo>
                  <a:lnTo>
                    <a:pt x="51" y="447"/>
                  </a:lnTo>
                  <a:lnTo>
                    <a:pt x="51" y="447"/>
                  </a:lnTo>
                  <a:lnTo>
                    <a:pt x="51" y="447"/>
                  </a:lnTo>
                  <a:lnTo>
                    <a:pt x="53" y="445"/>
                  </a:lnTo>
                  <a:lnTo>
                    <a:pt x="51" y="445"/>
                  </a:lnTo>
                  <a:lnTo>
                    <a:pt x="51" y="445"/>
                  </a:lnTo>
                  <a:lnTo>
                    <a:pt x="51" y="445"/>
                  </a:lnTo>
                  <a:lnTo>
                    <a:pt x="51" y="443"/>
                  </a:lnTo>
                  <a:lnTo>
                    <a:pt x="51" y="443"/>
                  </a:lnTo>
                  <a:lnTo>
                    <a:pt x="51" y="443"/>
                  </a:lnTo>
                  <a:lnTo>
                    <a:pt x="51" y="443"/>
                  </a:lnTo>
                  <a:lnTo>
                    <a:pt x="51" y="441"/>
                  </a:lnTo>
                  <a:lnTo>
                    <a:pt x="49" y="441"/>
                  </a:lnTo>
                  <a:lnTo>
                    <a:pt x="49" y="441"/>
                  </a:lnTo>
                  <a:lnTo>
                    <a:pt x="48" y="441"/>
                  </a:lnTo>
                  <a:lnTo>
                    <a:pt x="48" y="439"/>
                  </a:lnTo>
                  <a:lnTo>
                    <a:pt x="46" y="439"/>
                  </a:lnTo>
                  <a:lnTo>
                    <a:pt x="46" y="438"/>
                  </a:lnTo>
                  <a:lnTo>
                    <a:pt x="46" y="438"/>
                  </a:lnTo>
                  <a:lnTo>
                    <a:pt x="46" y="436"/>
                  </a:lnTo>
                  <a:lnTo>
                    <a:pt x="44" y="436"/>
                  </a:lnTo>
                  <a:lnTo>
                    <a:pt x="44" y="436"/>
                  </a:lnTo>
                  <a:lnTo>
                    <a:pt x="43" y="436"/>
                  </a:lnTo>
                  <a:lnTo>
                    <a:pt x="43" y="435"/>
                  </a:lnTo>
                  <a:lnTo>
                    <a:pt x="41" y="435"/>
                  </a:lnTo>
                  <a:lnTo>
                    <a:pt x="41" y="435"/>
                  </a:lnTo>
                  <a:lnTo>
                    <a:pt x="41" y="435"/>
                  </a:lnTo>
                  <a:lnTo>
                    <a:pt x="41" y="435"/>
                  </a:lnTo>
                  <a:lnTo>
                    <a:pt x="38" y="435"/>
                  </a:lnTo>
                  <a:lnTo>
                    <a:pt x="38" y="435"/>
                  </a:lnTo>
                  <a:lnTo>
                    <a:pt x="37" y="435"/>
                  </a:lnTo>
                  <a:lnTo>
                    <a:pt x="37" y="435"/>
                  </a:lnTo>
                  <a:lnTo>
                    <a:pt x="37" y="435"/>
                  </a:lnTo>
                  <a:lnTo>
                    <a:pt x="37" y="435"/>
                  </a:lnTo>
                  <a:lnTo>
                    <a:pt x="37" y="435"/>
                  </a:lnTo>
                  <a:lnTo>
                    <a:pt x="37" y="433"/>
                  </a:lnTo>
                  <a:lnTo>
                    <a:pt x="37" y="433"/>
                  </a:lnTo>
                  <a:lnTo>
                    <a:pt x="37" y="433"/>
                  </a:lnTo>
                  <a:lnTo>
                    <a:pt x="37" y="433"/>
                  </a:lnTo>
                  <a:lnTo>
                    <a:pt x="37" y="432"/>
                  </a:lnTo>
                  <a:lnTo>
                    <a:pt x="37" y="432"/>
                  </a:lnTo>
                  <a:lnTo>
                    <a:pt x="37" y="432"/>
                  </a:lnTo>
                  <a:lnTo>
                    <a:pt x="37" y="432"/>
                  </a:lnTo>
                  <a:lnTo>
                    <a:pt x="37" y="431"/>
                  </a:lnTo>
                  <a:lnTo>
                    <a:pt x="37" y="431"/>
                  </a:lnTo>
                  <a:lnTo>
                    <a:pt x="37" y="431"/>
                  </a:lnTo>
                  <a:lnTo>
                    <a:pt x="37" y="431"/>
                  </a:lnTo>
                  <a:lnTo>
                    <a:pt x="38" y="429"/>
                  </a:lnTo>
                  <a:lnTo>
                    <a:pt x="38" y="429"/>
                  </a:lnTo>
                  <a:lnTo>
                    <a:pt x="38" y="429"/>
                  </a:lnTo>
                  <a:lnTo>
                    <a:pt x="38" y="429"/>
                  </a:lnTo>
                  <a:lnTo>
                    <a:pt x="41" y="427"/>
                  </a:lnTo>
                  <a:lnTo>
                    <a:pt x="41" y="427"/>
                  </a:lnTo>
                  <a:lnTo>
                    <a:pt x="41" y="427"/>
                  </a:lnTo>
                  <a:lnTo>
                    <a:pt x="41" y="427"/>
                  </a:lnTo>
                  <a:lnTo>
                    <a:pt x="43" y="427"/>
                  </a:lnTo>
                  <a:lnTo>
                    <a:pt x="43" y="427"/>
                  </a:lnTo>
                  <a:lnTo>
                    <a:pt x="43" y="427"/>
                  </a:lnTo>
                  <a:lnTo>
                    <a:pt x="43" y="427"/>
                  </a:lnTo>
                  <a:lnTo>
                    <a:pt x="45" y="427"/>
                  </a:lnTo>
                  <a:lnTo>
                    <a:pt x="45" y="427"/>
                  </a:lnTo>
                  <a:lnTo>
                    <a:pt x="46" y="427"/>
                  </a:lnTo>
                  <a:lnTo>
                    <a:pt x="46" y="427"/>
                  </a:lnTo>
                  <a:lnTo>
                    <a:pt x="48" y="427"/>
                  </a:lnTo>
                  <a:lnTo>
                    <a:pt x="48" y="427"/>
                  </a:lnTo>
                  <a:lnTo>
                    <a:pt x="50" y="427"/>
                  </a:lnTo>
                  <a:lnTo>
                    <a:pt x="50" y="427"/>
                  </a:lnTo>
                  <a:lnTo>
                    <a:pt x="52" y="427"/>
                  </a:lnTo>
                  <a:lnTo>
                    <a:pt x="52" y="429"/>
                  </a:lnTo>
                  <a:lnTo>
                    <a:pt x="52" y="429"/>
                  </a:lnTo>
                  <a:lnTo>
                    <a:pt x="52" y="429"/>
                  </a:lnTo>
                  <a:lnTo>
                    <a:pt x="53" y="429"/>
                  </a:lnTo>
                  <a:lnTo>
                    <a:pt x="53" y="430"/>
                  </a:lnTo>
                  <a:lnTo>
                    <a:pt x="54" y="430"/>
                  </a:lnTo>
                  <a:lnTo>
                    <a:pt x="54" y="430"/>
                  </a:lnTo>
                  <a:lnTo>
                    <a:pt x="56" y="430"/>
                  </a:lnTo>
                  <a:lnTo>
                    <a:pt x="56" y="432"/>
                  </a:lnTo>
                  <a:lnTo>
                    <a:pt x="57" y="432"/>
                  </a:lnTo>
                  <a:lnTo>
                    <a:pt x="57" y="432"/>
                  </a:lnTo>
                  <a:lnTo>
                    <a:pt x="59" y="432"/>
                  </a:lnTo>
                  <a:lnTo>
                    <a:pt x="59" y="432"/>
                  </a:lnTo>
                  <a:lnTo>
                    <a:pt x="60" y="432"/>
                  </a:lnTo>
                  <a:lnTo>
                    <a:pt x="60" y="432"/>
                  </a:lnTo>
                  <a:lnTo>
                    <a:pt x="61" y="432"/>
                  </a:lnTo>
                  <a:lnTo>
                    <a:pt x="61" y="432"/>
                  </a:lnTo>
                  <a:lnTo>
                    <a:pt x="61" y="432"/>
                  </a:lnTo>
                  <a:lnTo>
                    <a:pt x="61" y="432"/>
                  </a:lnTo>
                  <a:lnTo>
                    <a:pt x="63" y="431"/>
                  </a:lnTo>
                  <a:lnTo>
                    <a:pt x="62" y="431"/>
                  </a:lnTo>
                  <a:lnTo>
                    <a:pt x="62" y="431"/>
                  </a:lnTo>
                  <a:lnTo>
                    <a:pt x="62" y="431"/>
                  </a:lnTo>
                  <a:lnTo>
                    <a:pt x="62" y="429"/>
                  </a:lnTo>
                  <a:lnTo>
                    <a:pt x="60" y="429"/>
                  </a:lnTo>
                  <a:lnTo>
                    <a:pt x="60" y="429"/>
                  </a:lnTo>
                  <a:lnTo>
                    <a:pt x="60" y="429"/>
                  </a:lnTo>
                  <a:lnTo>
                    <a:pt x="60" y="427"/>
                  </a:lnTo>
                  <a:lnTo>
                    <a:pt x="59" y="427"/>
                  </a:lnTo>
                  <a:lnTo>
                    <a:pt x="59" y="427"/>
                  </a:lnTo>
                  <a:lnTo>
                    <a:pt x="59" y="427"/>
                  </a:lnTo>
                  <a:lnTo>
                    <a:pt x="59" y="425"/>
                  </a:lnTo>
                  <a:lnTo>
                    <a:pt x="57" y="425"/>
                  </a:lnTo>
                  <a:lnTo>
                    <a:pt x="57" y="425"/>
                  </a:lnTo>
                  <a:lnTo>
                    <a:pt x="57" y="425"/>
                  </a:lnTo>
                  <a:lnTo>
                    <a:pt x="57" y="425"/>
                  </a:lnTo>
                  <a:lnTo>
                    <a:pt x="55" y="425"/>
                  </a:lnTo>
                  <a:lnTo>
                    <a:pt x="55" y="425"/>
                  </a:lnTo>
                  <a:lnTo>
                    <a:pt x="55" y="425"/>
                  </a:lnTo>
                  <a:lnTo>
                    <a:pt x="55" y="424"/>
                  </a:lnTo>
                  <a:lnTo>
                    <a:pt x="53" y="424"/>
                  </a:lnTo>
                  <a:lnTo>
                    <a:pt x="53" y="424"/>
                  </a:lnTo>
                  <a:lnTo>
                    <a:pt x="53" y="424"/>
                  </a:lnTo>
                  <a:lnTo>
                    <a:pt x="53" y="423"/>
                  </a:lnTo>
                  <a:lnTo>
                    <a:pt x="52" y="423"/>
                  </a:lnTo>
                  <a:lnTo>
                    <a:pt x="52" y="423"/>
                  </a:lnTo>
                  <a:lnTo>
                    <a:pt x="52" y="423"/>
                  </a:lnTo>
                  <a:lnTo>
                    <a:pt x="52" y="422"/>
                  </a:lnTo>
                  <a:lnTo>
                    <a:pt x="50" y="422"/>
                  </a:lnTo>
                  <a:lnTo>
                    <a:pt x="50" y="422"/>
                  </a:lnTo>
                  <a:lnTo>
                    <a:pt x="50" y="422"/>
                  </a:lnTo>
                  <a:lnTo>
                    <a:pt x="50" y="422"/>
                  </a:lnTo>
                  <a:lnTo>
                    <a:pt x="48" y="422"/>
                  </a:lnTo>
                  <a:lnTo>
                    <a:pt x="48" y="422"/>
                  </a:lnTo>
                  <a:lnTo>
                    <a:pt x="48" y="422"/>
                  </a:lnTo>
                  <a:lnTo>
                    <a:pt x="48" y="421"/>
                  </a:lnTo>
                  <a:lnTo>
                    <a:pt x="46" y="421"/>
                  </a:lnTo>
                  <a:lnTo>
                    <a:pt x="46" y="421"/>
                  </a:lnTo>
                  <a:lnTo>
                    <a:pt x="46" y="421"/>
                  </a:lnTo>
                  <a:lnTo>
                    <a:pt x="46" y="419"/>
                  </a:lnTo>
                  <a:lnTo>
                    <a:pt x="46" y="419"/>
                  </a:lnTo>
                  <a:lnTo>
                    <a:pt x="46" y="419"/>
                  </a:lnTo>
                  <a:lnTo>
                    <a:pt x="46" y="419"/>
                  </a:lnTo>
                  <a:lnTo>
                    <a:pt x="46" y="417"/>
                  </a:lnTo>
                  <a:lnTo>
                    <a:pt x="45" y="417"/>
                  </a:lnTo>
                  <a:lnTo>
                    <a:pt x="45" y="417"/>
                  </a:lnTo>
                  <a:lnTo>
                    <a:pt x="45" y="417"/>
                  </a:lnTo>
                  <a:lnTo>
                    <a:pt x="45" y="417"/>
                  </a:lnTo>
                  <a:lnTo>
                    <a:pt x="45" y="417"/>
                  </a:lnTo>
                  <a:lnTo>
                    <a:pt x="45" y="417"/>
                  </a:lnTo>
                  <a:lnTo>
                    <a:pt x="45" y="417"/>
                  </a:lnTo>
                  <a:lnTo>
                    <a:pt x="47" y="416"/>
                  </a:lnTo>
                  <a:lnTo>
                    <a:pt x="47" y="416"/>
                  </a:lnTo>
                  <a:lnTo>
                    <a:pt x="48" y="416"/>
                  </a:lnTo>
                  <a:lnTo>
                    <a:pt x="48" y="416"/>
                  </a:lnTo>
                  <a:lnTo>
                    <a:pt x="50" y="416"/>
                  </a:lnTo>
                  <a:lnTo>
                    <a:pt x="50" y="416"/>
                  </a:lnTo>
                  <a:lnTo>
                    <a:pt x="51" y="416"/>
                  </a:lnTo>
                  <a:lnTo>
                    <a:pt x="51" y="416"/>
                  </a:lnTo>
                  <a:lnTo>
                    <a:pt x="53" y="414"/>
                  </a:lnTo>
                  <a:lnTo>
                    <a:pt x="53" y="415"/>
                  </a:lnTo>
                  <a:lnTo>
                    <a:pt x="53" y="415"/>
                  </a:lnTo>
                  <a:lnTo>
                    <a:pt x="53" y="415"/>
                  </a:lnTo>
                  <a:lnTo>
                    <a:pt x="55" y="415"/>
                  </a:lnTo>
                  <a:lnTo>
                    <a:pt x="55" y="415"/>
                  </a:lnTo>
                  <a:lnTo>
                    <a:pt x="55" y="415"/>
                  </a:lnTo>
                  <a:lnTo>
                    <a:pt x="55" y="415"/>
                  </a:lnTo>
                  <a:lnTo>
                    <a:pt x="57" y="415"/>
                  </a:lnTo>
                  <a:lnTo>
                    <a:pt x="57" y="416"/>
                  </a:lnTo>
                  <a:lnTo>
                    <a:pt x="57" y="416"/>
                  </a:lnTo>
                  <a:lnTo>
                    <a:pt x="57" y="416"/>
                  </a:lnTo>
                  <a:lnTo>
                    <a:pt x="59" y="416"/>
                  </a:lnTo>
                  <a:lnTo>
                    <a:pt x="59" y="416"/>
                  </a:lnTo>
                  <a:lnTo>
                    <a:pt x="59" y="416"/>
                  </a:lnTo>
                  <a:lnTo>
                    <a:pt x="59" y="416"/>
                  </a:lnTo>
                  <a:lnTo>
                    <a:pt x="61" y="416"/>
                  </a:lnTo>
                  <a:lnTo>
                    <a:pt x="61" y="416"/>
                  </a:lnTo>
                  <a:lnTo>
                    <a:pt x="61" y="416"/>
                  </a:lnTo>
                  <a:lnTo>
                    <a:pt x="61" y="416"/>
                  </a:lnTo>
                  <a:lnTo>
                    <a:pt x="61" y="414"/>
                  </a:lnTo>
                  <a:lnTo>
                    <a:pt x="61" y="414"/>
                  </a:lnTo>
                  <a:lnTo>
                    <a:pt x="61" y="414"/>
                  </a:lnTo>
                  <a:lnTo>
                    <a:pt x="61" y="414"/>
                  </a:lnTo>
                  <a:lnTo>
                    <a:pt x="63" y="412"/>
                  </a:lnTo>
                  <a:lnTo>
                    <a:pt x="63" y="412"/>
                  </a:lnTo>
                  <a:lnTo>
                    <a:pt x="63" y="412"/>
                  </a:lnTo>
                  <a:lnTo>
                    <a:pt x="63" y="412"/>
                  </a:lnTo>
                  <a:lnTo>
                    <a:pt x="65" y="410"/>
                  </a:lnTo>
                  <a:lnTo>
                    <a:pt x="65" y="410"/>
                  </a:lnTo>
                  <a:lnTo>
                    <a:pt x="65" y="410"/>
                  </a:lnTo>
                  <a:lnTo>
                    <a:pt x="65" y="410"/>
                  </a:lnTo>
                  <a:lnTo>
                    <a:pt x="66" y="409"/>
                  </a:lnTo>
                  <a:lnTo>
                    <a:pt x="66" y="410"/>
                  </a:lnTo>
                  <a:lnTo>
                    <a:pt x="66" y="410"/>
                  </a:lnTo>
                  <a:lnTo>
                    <a:pt x="66" y="410"/>
                  </a:lnTo>
                  <a:lnTo>
                    <a:pt x="68" y="410"/>
                  </a:lnTo>
                  <a:lnTo>
                    <a:pt x="68" y="412"/>
                  </a:lnTo>
                  <a:lnTo>
                    <a:pt x="68" y="412"/>
                  </a:lnTo>
                  <a:lnTo>
                    <a:pt x="68" y="414"/>
                  </a:lnTo>
                  <a:lnTo>
                    <a:pt x="70" y="414"/>
                  </a:lnTo>
                  <a:lnTo>
                    <a:pt x="70" y="416"/>
                  </a:lnTo>
                  <a:lnTo>
                    <a:pt x="70" y="417"/>
                  </a:lnTo>
                  <a:lnTo>
                    <a:pt x="70" y="419"/>
                  </a:lnTo>
                  <a:lnTo>
                    <a:pt x="72" y="419"/>
                  </a:lnTo>
                  <a:lnTo>
                    <a:pt x="72" y="421"/>
                  </a:lnTo>
                  <a:lnTo>
                    <a:pt x="72" y="421"/>
                  </a:lnTo>
                  <a:lnTo>
                    <a:pt x="72" y="422"/>
                  </a:lnTo>
                  <a:lnTo>
                    <a:pt x="74" y="422"/>
                  </a:lnTo>
                  <a:lnTo>
                    <a:pt x="74" y="422"/>
                  </a:lnTo>
                  <a:lnTo>
                    <a:pt x="74" y="422"/>
                  </a:lnTo>
                  <a:lnTo>
                    <a:pt x="74" y="422"/>
                  </a:lnTo>
                  <a:lnTo>
                    <a:pt x="75" y="422"/>
                  </a:lnTo>
                  <a:lnTo>
                    <a:pt x="75" y="422"/>
                  </a:lnTo>
                  <a:lnTo>
                    <a:pt x="75" y="422"/>
                  </a:lnTo>
                  <a:lnTo>
                    <a:pt x="75" y="422"/>
                  </a:lnTo>
                  <a:lnTo>
                    <a:pt x="77" y="422"/>
                  </a:lnTo>
                  <a:lnTo>
                    <a:pt x="77" y="422"/>
                  </a:lnTo>
                  <a:lnTo>
                    <a:pt x="77" y="422"/>
                  </a:lnTo>
                  <a:lnTo>
                    <a:pt x="77" y="422"/>
                  </a:lnTo>
                  <a:lnTo>
                    <a:pt x="79" y="422"/>
                  </a:lnTo>
                  <a:lnTo>
                    <a:pt x="79" y="422"/>
                  </a:lnTo>
                  <a:lnTo>
                    <a:pt x="79" y="422"/>
                  </a:lnTo>
                  <a:lnTo>
                    <a:pt x="79" y="422"/>
                  </a:lnTo>
                  <a:lnTo>
                    <a:pt x="80" y="422"/>
                  </a:lnTo>
                  <a:lnTo>
                    <a:pt x="80" y="422"/>
                  </a:lnTo>
                  <a:lnTo>
                    <a:pt x="80" y="422"/>
                  </a:lnTo>
                  <a:lnTo>
                    <a:pt x="80" y="422"/>
                  </a:lnTo>
                  <a:lnTo>
                    <a:pt x="80" y="422"/>
                  </a:lnTo>
                  <a:lnTo>
                    <a:pt x="80" y="422"/>
                  </a:lnTo>
                  <a:lnTo>
                    <a:pt x="80" y="422"/>
                  </a:lnTo>
                  <a:lnTo>
                    <a:pt x="80" y="422"/>
                  </a:lnTo>
                  <a:lnTo>
                    <a:pt x="80" y="421"/>
                  </a:lnTo>
                  <a:lnTo>
                    <a:pt x="80" y="421"/>
                  </a:lnTo>
                  <a:lnTo>
                    <a:pt x="80" y="421"/>
                  </a:lnTo>
                  <a:lnTo>
                    <a:pt x="80" y="421"/>
                  </a:lnTo>
                  <a:lnTo>
                    <a:pt x="80" y="419"/>
                  </a:lnTo>
                  <a:lnTo>
                    <a:pt x="80" y="419"/>
                  </a:lnTo>
                  <a:lnTo>
                    <a:pt x="80" y="419"/>
                  </a:lnTo>
                  <a:lnTo>
                    <a:pt x="80" y="419"/>
                  </a:lnTo>
                  <a:lnTo>
                    <a:pt x="80" y="417"/>
                  </a:lnTo>
                  <a:lnTo>
                    <a:pt x="79" y="417"/>
                  </a:lnTo>
                  <a:lnTo>
                    <a:pt x="79" y="417"/>
                  </a:lnTo>
                  <a:lnTo>
                    <a:pt x="78" y="417"/>
                  </a:lnTo>
                  <a:lnTo>
                    <a:pt x="78" y="417"/>
                  </a:lnTo>
                  <a:lnTo>
                    <a:pt x="76" y="417"/>
                  </a:lnTo>
                  <a:lnTo>
                    <a:pt x="76" y="417"/>
                  </a:lnTo>
                  <a:lnTo>
                    <a:pt x="76" y="417"/>
                  </a:lnTo>
                  <a:lnTo>
                    <a:pt x="76" y="417"/>
                  </a:lnTo>
                  <a:lnTo>
                    <a:pt x="74" y="417"/>
                  </a:lnTo>
                  <a:lnTo>
                    <a:pt x="74" y="417"/>
                  </a:lnTo>
                  <a:lnTo>
                    <a:pt x="74" y="417"/>
                  </a:lnTo>
                  <a:lnTo>
                    <a:pt x="74" y="417"/>
                  </a:lnTo>
                  <a:lnTo>
                    <a:pt x="73" y="417"/>
                  </a:lnTo>
                  <a:lnTo>
                    <a:pt x="73" y="417"/>
                  </a:lnTo>
                  <a:lnTo>
                    <a:pt x="73" y="417"/>
                  </a:lnTo>
                  <a:lnTo>
                    <a:pt x="73" y="416"/>
                  </a:lnTo>
                  <a:lnTo>
                    <a:pt x="73" y="416"/>
                  </a:lnTo>
                  <a:lnTo>
                    <a:pt x="73" y="416"/>
                  </a:lnTo>
                  <a:lnTo>
                    <a:pt x="73" y="416"/>
                  </a:lnTo>
                  <a:lnTo>
                    <a:pt x="73" y="416"/>
                  </a:lnTo>
                  <a:lnTo>
                    <a:pt x="73" y="416"/>
                  </a:lnTo>
                  <a:lnTo>
                    <a:pt x="73" y="416"/>
                  </a:lnTo>
                  <a:lnTo>
                    <a:pt x="73" y="416"/>
                  </a:lnTo>
                  <a:lnTo>
                    <a:pt x="73" y="414"/>
                  </a:lnTo>
                  <a:lnTo>
                    <a:pt x="73" y="414"/>
                  </a:lnTo>
                  <a:lnTo>
                    <a:pt x="73" y="414"/>
                  </a:lnTo>
                  <a:lnTo>
                    <a:pt x="73" y="414"/>
                  </a:lnTo>
                  <a:lnTo>
                    <a:pt x="73" y="414"/>
                  </a:lnTo>
                  <a:lnTo>
                    <a:pt x="73" y="414"/>
                  </a:lnTo>
                  <a:lnTo>
                    <a:pt x="73" y="414"/>
                  </a:lnTo>
                  <a:lnTo>
                    <a:pt x="73" y="414"/>
                  </a:lnTo>
                  <a:lnTo>
                    <a:pt x="73" y="413"/>
                  </a:lnTo>
                  <a:lnTo>
                    <a:pt x="73" y="413"/>
                  </a:lnTo>
                  <a:lnTo>
                    <a:pt x="73" y="413"/>
                  </a:lnTo>
                  <a:lnTo>
                    <a:pt x="73" y="413"/>
                  </a:lnTo>
                  <a:lnTo>
                    <a:pt x="74" y="412"/>
                  </a:lnTo>
                  <a:lnTo>
                    <a:pt x="74" y="412"/>
                  </a:lnTo>
                  <a:lnTo>
                    <a:pt x="74" y="412"/>
                  </a:lnTo>
                  <a:lnTo>
                    <a:pt x="74" y="412"/>
                  </a:lnTo>
                  <a:lnTo>
                    <a:pt x="76" y="410"/>
                  </a:lnTo>
                  <a:lnTo>
                    <a:pt x="76" y="410"/>
                  </a:lnTo>
                  <a:lnTo>
                    <a:pt x="76" y="410"/>
                  </a:lnTo>
                  <a:lnTo>
                    <a:pt x="76" y="410"/>
                  </a:lnTo>
                  <a:lnTo>
                    <a:pt x="78" y="409"/>
                  </a:lnTo>
                  <a:lnTo>
                    <a:pt x="78" y="409"/>
                  </a:lnTo>
                  <a:lnTo>
                    <a:pt x="79" y="409"/>
                  </a:lnTo>
                  <a:lnTo>
                    <a:pt x="79" y="409"/>
                  </a:lnTo>
                  <a:lnTo>
                    <a:pt x="80" y="407"/>
                  </a:lnTo>
                  <a:lnTo>
                    <a:pt x="80" y="407"/>
                  </a:lnTo>
                  <a:lnTo>
                    <a:pt x="80" y="407"/>
                  </a:lnTo>
                  <a:lnTo>
                    <a:pt x="80" y="407"/>
                  </a:lnTo>
                  <a:lnTo>
                    <a:pt x="80" y="406"/>
                  </a:lnTo>
                  <a:lnTo>
                    <a:pt x="80" y="406"/>
                  </a:lnTo>
                  <a:lnTo>
                    <a:pt x="80" y="406"/>
                  </a:lnTo>
                  <a:lnTo>
                    <a:pt x="80" y="406"/>
                  </a:lnTo>
                  <a:lnTo>
                    <a:pt x="80" y="404"/>
                  </a:lnTo>
                  <a:lnTo>
                    <a:pt x="80" y="404"/>
                  </a:lnTo>
                  <a:lnTo>
                    <a:pt x="80" y="404"/>
                  </a:lnTo>
                  <a:lnTo>
                    <a:pt x="80" y="404"/>
                  </a:lnTo>
                  <a:lnTo>
                    <a:pt x="80" y="402"/>
                  </a:lnTo>
                  <a:lnTo>
                    <a:pt x="80" y="402"/>
                  </a:lnTo>
                  <a:lnTo>
                    <a:pt x="80" y="402"/>
                  </a:lnTo>
                  <a:lnTo>
                    <a:pt x="80" y="402"/>
                  </a:lnTo>
                  <a:lnTo>
                    <a:pt x="80" y="401"/>
                  </a:lnTo>
                  <a:lnTo>
                    <a:pt x="80" y="401"/>
                  </a:lnTo>
                  <a:lnTo>
                    <a:pt x="80" y="401"/>
                  </a:lnTo>
                  <a:lnTo>
                    <a:pt x="80" y="401"/>
                  </a:lnTo>
                  <a:lnTo>
                    <a:pt x="80" y="400"/>
                  </a:lnTo>
                  <a:lnTo>
                    <a:pt x="80" y="400"/>
                  </a:lnTo>
                  <a:lnTo>
                    <a:pt x="80" y="399"/>
                  </a:lnTo>
                  <a:lnTo>
                    <a:pt x="80" y="399"/>
                  </a:lnTo>
                  <a:lnTo>
                    <a:pt x="81" y="397"/>
                  </a:lnTo>
                  <a:lnTo>
                    <a:pt x="81" y="397"/>
                  </a:lnTo>
                  <a:lnTo>
                    <a:pt x="81" y="397"/>
                  </a:lnTo>
                  <a:lnTo>
                    <a:pt x="81" y="397"/>
                  </a:lnTo>
                  <a:lnTo>
                    <a:pt x="82" y="395"/>
                  </a:lnTo>
                  <a:lnTo>
                    <a:pt x="82" y="395"/>
                  </a:lnTo>
                  <a:lnTo>
                    <a:pt x="82" y="395"/>
                  </a:lnTo>
                  <a:lnTo>
                    <a:pt x="82" y="395"/>
                  </a:lnTo>
                  <a:lnTo>
                    <a:pt x="85" y="394"/>
                  </a:lnTo>
                  <a:lnTo>
                    <a:pt x="85" y="395"/>
                  </a:lnTo>
                  <a:lnTo>
                    <a:pt x="85" y="395"/>
                  </a:lnTo>
                  <a:lnTo>
                    <a:pt x="85" y="395"/>
                  </a:lnTo>
                  <a:lnTo>
                    <a:pt x="85" y="395"/>
                  </a:lnTo>
                  <a:lnTo>
                    <a:pt x="85" y="397"/>
                  </a:lnTo>
                  <a:lnTo>
                    <a:pt x="85" y="397"/>
                  </a:lnTo>
                  <a:lnTo>
                    <a:pt x="85" y="397"/>
                  </a:lnTo>
                  <a:lnTo>
                    <a:pt x="87" y="397"/>
                  </a:lnTo>
                  <a:lnTo>
                    <a:pt x="87" y="399"/>
                  </a:lnTo>
                  <a:lnTo>
                    <a:pt x="87" y="399"/>
                  </a:lnTo>
                  <a:lnTo>
                    <a:pt x="87" y="399"/>
                  </a:lnTo>
                  <a:lnTo>
                    <a:pt x="88" y="399"/>
                  </a:lnTo>
                  <a:lnTo>
                    <a:pt x="88" y="400"/>
                  </a:lnTo>
                  <a:lnTo>
                    <a:pt x="88" y="400"/>
                  </a:lnTo>
                  <a:lnTo>
                    <a:pt x="88" y="400"/>
                  </a:lnTo>
                  <a:lnTo>
                    <a:pt x="90" y="400"/>
                  </a:lnTo>
                  <a:lnTo>
                    <a:pt x="90" y="400"/>
                  </a:lnTo>
                  <a:lnTo>
                    <a:pt x="90" y="400"/>
                  </a:lnTo>
                  <a:lnTo>
                    <a:pt x="90" y="400"/>
                  </a:lnTo>
                  <a:lnTo>
                    <a:pt x="92" y="399"/>
                  </a:lnTo>
                  <a:lnTo>
                    <a:pt x="92" y="399"/>
                  </a:lnTo>
                  <a:lnTo>
                    <a:pt x="92" y="397"/>
                  </a:lnTo>
                  <a:lnTo>
                    <a:pt x="92" y="395"/>
                  </a:lnTo>
                  <a:lnTo>
                    <a:pt x="94" y="394"/>
                  </a:lnTo>
                  <a:lnTo>
                    <a:pt x="94" y="394"/>
                  </a:lnTo>
                  <a:lnTo>
                    <a:pt x="95" y="392"/>
                  </a:lnTo>
                  <a:lnTo>
                    <a:pt x="95" y="392"/>
                  </a:lnTo>
                  <a:lnTo>
                    <a:pt x="97" y="390"/>
                  </a:lnTo>
                  <a:lnTo>
                    <a:pt x="97" y="390"/>
                  </a:lnTo>
                  <a:lnTo>
                    <a:pt x="99" y="388"/>
                  </a:lnTo>
                  <a:lnTo>
                    <a:pt x="101" y="388"/>
                  </a:lnTo>
                  <a:lnTo>
                    <a:pt x="103" y="387"/>
                  </a:lnTo>
                  <a:lnTo>
                    <a:pt x="103" y="388"/>
                  </a:lnTo>
                  <a:lnTo>
                    <a:pt x="104" y="388"/>
                  </a:lnTo>
                  <a:lnTo>
                    <a:pt x="104" y="390"/>
                  </a:lnTo>
                  <a:lnTo>
                    <a:pt x="106" y="390"/>
                  </a:lnTo>
                  <a:lnTo>
                    <a:pt x="106" y="392"/>
                  </a:lnTo>
                  <a:lnTo>
                    <a:pt x="106" y="392"/>
                  </a:lnTo>
                  <a:lnTo>
                    <a:pt x="106" y="394"/>
                  </a:lnTo>
                  <a:lnTo>
                    <a:pt x="107" y="394"/>
                  </a:lnTo>
                  <a:lnTo>
                    <a:pt x="107" y="395"/>
                  </a:lnTo>
                  <a:lnTo>
                    <a:pt x="107" y="396"/>
                  </a:lnTo>
                  <a:lnTo>
                    <a:pt x="107" y="398"/>
                  </a:lnTo>
                  <a:lnTo>
                    <a:pt x="107" y="398"/>
                  </a:lnTo>
                  <a:lnTo>
                    <a:pt x="107" y="400"/>
                  </a:lnTo>
                  <a:lnTo>
                    <a:pt x="107" y="400"/>
                  </a:lnTo>
                  <a:lnTo>
                    <a:pt x="107" y="400"/>
                  </a:lnTo>
                  <a:lnTo>
                    <a:pt x="109" y="400"/>
                  </a:lnTo>
                  <a:lnTo>
                    <a:pt x="109" y="400"/>
                  </a:lnTo>
                  <a:lnTo>
                    <a:pt x="109" y="400"/>
                  </a:lnTo>
                  <a:lnTo>
                    <a:pt x="109" y="400"/>
                  </a:lnTo>
                  <a:lnTo>
                    <a:pt x="110" y="399"/>
                  </a:lnTo>
                  <a:lnTo>
                    <a:pt x="110" y="399"/>
                  </a:lnTo>
                  <a:lnTo>
                    <a:pt x="110" y="398"/>
                  </a:lnTo>
                  <a:lnTo>
                    <a:pt x="110" y="398"/>
                  </a:lnTo>
                  <a:lnTo>
                    <a:pt x="112" y="396"/>
                  </a:lnTo>
                  <a:lnTo>
                    <a:pt x="112" y="396"/>
                  </a:lnTo>
                  <a:lnTo>
                    <a:pt x="112" y="396"/>
                  </a:lnTo>
                  <a:lnTo>
                    <a:pt x="112" y="396"/>
                  </a:lnTo>
                  <a:lnTo>
                    <a:pt x="114" y="394"/>
                  </a:lnTo>
                  <a:lnTo>
                    <a:pt x="114" y="394"/>
                  </a:lnTo>
                  <a:lnTo>
                    <a:pt x="115" y="394"/>
                  </a:lnTo>
                  <a:lnTo>
                    <a:pt x="115" y="394"/>
                  </a:lnTo>
                  <a:lnTo>
                    <a:pt x="117" y="392"/>
                  </a:lnTo>
                  <a:lnTo>
                    <a:pt x="117" y="394"/>
                  </a:lnTo>
                  <a:lnTo>
                    <a:pt x="117" y="394"/>
                  </a:lnTo>
                  <a:lnTo>
                    <a:pt x="117" y="394"/>
                  </a:lnTo>
                  <a:lnTo>
                    <a:pt x="118" y="394"/>
                  </a:lnTo>
                  <a:lnTo>
                    <a:pt x="118" y="394"/>
                  </a:lnTo>
                  <a:lnTo>
                    <a:pt x="119" y="394"/>
                  </a:lnTo>
                  <a:lnTo>
                    <a:pt x="119" y="394"/>
                  </a:lnTo>
                  <a:lnTo>
                    <a:pt x="121" y="394"/>
                  </a:lnTo>
                  <a:lnTo>
                    <a:pt x="121" y="394"/>
                  </a:lnTo>
                  <a:lnTo>
                    <a:pt x="121" y="394"/>
                  </a:lnTo>
                  <a:lnTo>
                    <a:pt x="121" y="394"/>
                  </a:lnTo>
                  <a:lnTo>
                    <a:pt x="123" y="394"/>
                  </a:lnTo>
                  <a:lnTo>
                    <a:pt x="123" y="394"/>
                  </a:lnTo>
                  <a:lnTo>
                    <a:pt x="124" y="394"/>
                  </a:lnTo>
                  <a:lnTo>
                    <a:pt x="124" y="394"/>
                  </a:lnTo>
                  <a:lnTo>
                    <a:pt x="125" y="394"/>
                  </a:lnTo>
                  <a:lnTo>
                    <a:pt x="125" y="394"/>
                  </a:lnTo>
                  <a:lnTo>
                    <a:pt x="125" y="394"/>
                  </a:lnTo>
                  <a:lnTo>
                    <a:pt x="125" y="394"/>
                  </a:lnTo>
                  <a:lnTo>
                    <a:pt x="126" y="392"/>
                  </a:lnTo>
                  <a:lnTo>
                    <a:pt x="126" y="392"/>
                  </a:lnTo>
                  <a:lnTo>
                    <a:pt x="126" y="392"/>
                  </a:lnTo>
                  <a:lnTo>
                    <a:pt x="126" y="392"/>
                  </a:lnTo>
                  <a:lnTo>
                    <a:pt x="127" y="390"/>
                  </a:lnTo>
                  <a:lnTo>
                    <a:pt x="127" y="390"/>
                  </a:lnTo>
                  <a:lnTo>
                    <a:pt x="127" y="390"/>
                  </a:lnTo>
                  <a:lnTo>
                    <a:pt x="127" y="390"/>
                  </a:lnTo>
                  <a:lnTo>
                    <a:pt x="127" y="388"/>
                  </a:lnTo>
                  <a:lnTo>
                    <a:pt x="127" y="388"/>
                  </a:lnTo>
                  <a:lnTo>
                    <a:pt x="127" y="388"/>
                  </a:lnTo>
                  <a:lnTo>
                    <a:pt x="127" y="388"/>
                  </a:lnTo>
                  <a:lnTo>
                    <a:pt x="128" y="386"/>
                  </a:lnTo>
                  <a:lnTo>
                    <a:pt x="128" y="386"/>
                  </a:lnTo>
                  <a:lnTo>
                    <a:pt x="128" y="386"/>
                  </a:lnTo>
                  <a:lnTo>
                    <a:pt x="128" y="386"/>
                  </a:lnTo>
                  <a:lnTo>
                    <a:pt x="128" y="385"/>
                  </a:lnTo>
                  <a:lnTo>
                    <a:pt x="128" y="385"/>
                  </a:lnTo>
                  <a:lnTo>
                    <a:pt x="128" y="384"/>
                  </a:lnTo>
                  <a:lnTo>
                    <a:pt x="128" y="384"/>
                  </a:lnTo>
                  <a:lnTo>
                    <a:pt x="129" y="382"/>
                  </a:lnTo>
                  <a:lnTo>
                    <a:pt x="129" y="382"/>
                  </a:lnTo>
                  <a:lnTo>
                    <a:pt x="129" y="382"/>
                  </a:lnTo>
                  <a:lnTo>
                    <a:pt x="129" y="382"/>
                  </a:lnTo>
                  <a:lnTo>
                    <a:pt x="129" y="380"/>
                  </a:lnTo>
                  <a:lnTo>
                    <a:pt x="129" y="380"/>
                  </a:lnTo>
                  <a:lnTo>
                    <a:pt x="129" y="379"/>
                  </a:lnTo>
                  <a:lnTo>
                    <a:pt x="129" y="379"/>
                  </a:lnTo>
                  <a:lnTo>
                    <a:pt x="131" y="377"/>
                  </a:lnTo>
                  <a:lnTo>
                    <a:pt x="131" y="377"/>
                  </a:lnTo>
                  <a:lnTo>
                    <a:pt x="131" y="377"/>
                  </a:lnTo>
                  <a:lnTo>
                    <a:pt x="131" y="377"/>
                  </a:lnTo>
                  <a:lnTo>
                    <a:pt x="132" y="377"/>
                  </a:lnTo>
                  <a:lnTo>
                    <a:pt x="132" y="377"/>
                  </a:lnTo>
                  <a:lnTo>
                    <a:pt x="132" y="377"/>
                  </a:lnTo>
                  <a:lnTo>
                    <a:pt x="132" y="377"/>
                  </a:lnTo>
                  <a:lnTo>
                    <a:pt x="134" y="377"/>
                  </a:lnTo>
                  <a:lnTo>
                    <a:pt x="134" y="377"/>
                  </a:lnTo>
                  <a:lnTo>
                    <a:pt x="134" y="377"/>
                  </a:lnTo>
                  <a:lnTo>
                    <a:pt x="134" y="377"/>
                  </a:lnTo>
                  <a:lnTo>
                    <a:pt x="136" y="377"/>
                  </a:lnTo>
                  <a:lnTo>
                    <a:pt x="136" y="377"/>
                  </a:lnTo>
                  <a:lnTo>
                    <a:pt x="136" y="377"/>
                  </a:lnTo>
                  <a:lnTo>
                    <a:pt x="136" y="377"/>
                  </a:lnTo>
                  <a:lnTo>
                    <a:pt x="138" y="375"/>
                  </a:lnTo>
                  <a:lnTo>
                    <a:pt x="136" y="375"/>
                  </a:lnTo>
                  <a:lnTo>
                    <a:pt x="136" y="375"/>
                  </a:lnTo>
                  <a:lnTo>
                    <a:pt x="136" y="375"/>
                  </a:lnTo>
                  <a:lnTo>
                    <a:pt x="136" y="375"/>
                  </a:lnTo>
                  <a:lnTo>
                    <a:pt x="136" y="375"/>
                  </a:lnTo>
                  <a:lnTo>
                    <a:pt x="136" y="375"/>
                  </a:lnTo>
                  <a:lnTo>
                    <a:pt x="136" y="375"/>
                  </a:lnTo>
                  <a:lnTo>
                    <a:pt x="136" y="373"/>
                  </a:lnTo>
                  <a:lnTo>
                    <a:pt x="136" y="373"/>
                  </a:lnTo>
                  <a:lnTo>
                    <a:pt x="136" y="373"/>
                  </a:lnTo>
                  <a:lnTo>
                    <a:pt x="136" y="373"/>
                  </a:lnTo>
                  <a:lnTo>
                    <a:pt x="136" y="372"/>
                  </a:lnTo>
                  <a:lnTo>
                    <a:pt x="136" y="372"/>
                  </a:lnTo>
                  <a:lnTo>
                    <a:pt x="136" y="372"/>
                  </a:lnTo>
                  <a:lnTo>
                    <a:pt x="136" y="372"/>
                  </a:lnTo>
                  <a:lnTo>
                    <a:pt x="136" y="371"/>
                  </a:lnTo>
                  <a:lnTo>
                    <a:pt x="136" y="371"/>
                  </a:lnTo>
                  <a:lnTo>
                    <a:pt x="136" y="371"/>
                  </a:lnTo>
                  <a:lnTo>
                    <a:pt x="136" y="371"/>
                  </a:lnTo>
                  <a:lnTo>
                    <a:pt x="136" y="369"/>
                  </a:lnTo>
                  <a:lnTo>
                    <a:pt x="136" y="369"/>
                  </a:lnTo>
                  <a:lnTo>
                    <a:pt x="136" y="368"/>
                  </a:lnTo>
                  <a:lnTo>
                    <a:pt x="136" y="368"/>
                  </a:lnTo>
                  <a:lnTo>
                    <a:pt x="136" y="366"/>
                  </a:lnTo>
                  <a:lnTo>
                    <a:pt x="136" y="366"/>
                  </a:lnTo>
                  <a:lnTo>
                    <a:pt x="136" y="365"/>
                  </a:lnTo>
                  <a:lnTo>
                    <a:pt x="136" y="365"/>
                  </a:lnTo>
                  <a:lnTo>
                    <a:pt x="136" y="363"/>
                  </a:lnTo>
                  <a:lnTo>
                    <a:pt x="136" y="363"/>
                  </a:lnTo>
                  <a:lnTo>
                    <a:pt x="136" y="363"/>
                  </a:lnTo>
                  <a:lnTo>
                    <a:pt x="136" y="363"/>
                  </a:lnTo>
                  <a:lnTo>
                    <a:pt x="138" y="361"/>
                  </a:lnTo>
                  <a:lnTo>
                    <a:pt x="136" y="363"/>
                  </a:lnTo>
                  <a:lnTo>
                    <a:pt x="136" y="363"/>
                  </a:lnTo>
                  <a:lnTo>
                    <a:pt x="134" y="363"/>
                  </a:lnTo>
                  <a:lnTo>
                    <a:pt x="134" y="363"/>
                  </a:lnTo>
                  <a:lnTo>
                    <a:pt x="132" y="365"/>
                  </a:lnTo>
                  <a:lnTo>
                    <a:pt x="132" y="366"/>
                  </a:lnTo>
                  <a:lnTo>
                    <a:pt x="131" y="368"/>
                  </a:lnTo>
                  <a:lnTo>
                    <a:pt x="131" y="368"/>
                  </a:lnTo>
                  <a:lnTo>
                    <a:pt x="129" y="370"/>
                  </a:lnTo>
                  <a:lnTo>
                    <a:pt x="129" y="372"/>
                  </a:lnTo>
                  <a:lnTo>
                    <a:pt x="126" y="373"/>
                  </a:lnTo>
                  <a:lnTo>
                    <a:pt x="126" y="374"/>
                  </a:lnTo>
                  <a:lnTo>
                    <a:pt x="125" y="376"/>
                  </a:lnTo>
                  <a:lnTo>
                    <a:pt x="125" y="377"/>
                  </a:lnTo>
                  <a:lnTo>
                    <a:pt x="124" y="379"/>
                  </a:lnTo>
                  <a:lnTo>
                    <a:pt x="124" y="379"/>
                  </a:lnTo>
                  <a:lnTo>
                    <a:pt x="124" y="379"/>
                  </a:lnTo>
                  <a:lnTo>
                    <a:pt x="124" y="379"/>
                  </a:lnTo>
                  <a:lnTo>
                    <a:pt x="124" y="379"/>
                  </a:lnTo>
                  <a:lnTo>
                    <a:pt x="124" y="379"/>
                  </a:lnTo>
                  <a:lnTo>
                    <a:pt x="124" y="379"/>
                  </a:lnTo>
                  <a:lnTo>
                    <a:pt x="124" y="379"/>
                  </a:lnTo>
                  <a:lnTo>
                    <a:pt x="124" y="379"/>
                  </a:lnTo>
                  <a:lnTo>
                    <a:pt x="124" y="379"/>
                  </a:lnTo>
                  <a:lnTo>
                    <a:pt x="124" y="380"/>
                  </a:lnTo>
                  <a:lnTo>
                    <a:pt x="124" y="380"/>
                  </a:lnTo>
                  <a:lnTo>
                    <a:pt x="124" y="380"/>
                  </a:lnTo>
                  <a:lnTo>
                    <a:pt x="124" y="380"/>
                  </a:lnTo>
                  <a:lnTo>
                    <a:pt x="124" y="380"/>
                  </a:lnTo>
                  <a:lnTo>
                    <a:pt x="124" y="380"/>
                  </a:lnTo>
                  <a:lnTo>
                    <a:pt x="124" y="380"/>
                  </a:lnTo>
                  <a:lnTo>
                    <a:pt x="124" y="380"/>
                  </a:lnTo>
                  <a:lnTo>
                    <a:pt x="123" y="382"/>
                  </a:lnTo>
                  <a:lnTo>
                    <a:pt x="123" y="382"/>
                  </a:lnTo>
                  <a:lnTo>
                    <a:pt x="122" y="384"/>
                  </a:lnTo>
                  <a:lnTo>
                    <a:pt x="122" y="384"/>
                  </a:lnTo>
                  <a:lnTo>
                    <a:pt x="120" y="386"/>
                  </a:lnTo>
                  <a:lnTo>
                    <a:pt x="120" y="386"/>
                  </a:lnTo>
                  <a:lnTo>
                    <a:pt x="118" y="387"/>
                  </a:lnTo>
                  <a:lnTo>
                    <a:pt x="118" y="387"/>
                  </a:lnTo>
                  <a:lnTo>
                    <a:pt x="116" y="389"/>
                  </a:lnTo>
                  <a:lnTo>
                    <a:pt x="116" y="389"/>
                  </a:lnTo>
                  <a:lnTo>
                    <a:pt x="114" y="389"/>
                  </a:lnTo>
                  <a:lnTo>
                    <a:pt x="114" y="389"/>
                  </a:lnTo>
                  <a:lnTo>
                    <a:pt x="112" y="389"/>
                  </a:lnTo>
                  <a:lnTo>
                    <a:pt x="112" y="389"/>
                  </a:lnTo>
                  <a:lnTo>
                    <a:pt x="110" y="389"/>
                  </a:lnTo>
                  <a:lnTo>
                    <a:pt x="110" y="388"/>
                  </a:lnTo>
                  <a:lnTo>
                    <a:pt x="109" y="388"/>
                  </a:lnTo>
                  <a:lnTo>
                    <a:pt x="109" y="388"/>
                  </a:lnTo>
                  <a:lnTo>
                    <a:pt x="108" y="388"/>
                  </a:lnTo>
                  <a:lnTo>
                    <a:pt x="108" y="387"/>
                  </a:lnTo>
                  <a:lnTo>
                    <a:pt x="108" y="387"/>
                  </a:lnTo>
                  <a:lnTo>
                    <a:pt x="108" y="385"/>
                  </a:lnTo>
                  <a:lnTo>
                    <a:pt x="108" y="382"/>
                  </a:lnTo>
                  <a:lnTo>
                    <a:pt x="108" y="380"/>
                  </a:lnTo>
                  <a:lnTo>
                    <a:pt x="108" y="380"/>
                  </a:lnTo>
                  <a:lnTo>
                    <a:pt x="108" y="379"/>
                  </a:lnTo>
                  <a:lnTo>
                    <a:pt x="108" y="377"/>
                  </a:lnTo>
                  <a:lnTo>
                    <a:pt x="108" y="375"/>
                  </a:lnTo>
                  <a:lnTo>
                    <a:pt x="108" y="375"/>
                  </a:lnTo>
                  <a:lnTo>
                    <a:pt x="108" y="373"/>
                  </a:lnTo>
                  <a:lnTo>
                    <a:pt x="108" y="372"/>
                  </a:lnTo>
                  <a:lnTo>
                    <a:pt x="109" y="370"/>
                  </a:lnTo>
                  <a:lnTo>
                    <a:pt x="109" y="370"/>
                  </a:lnTo>
                  <a:lnTo>
                    <a:pt x="109" y="369"/>
                  </a:lnTo>
                  <a:lnTo>
                    <a:pt x="109" y="369"/>
                  </a:lnTo>
                  <a:lnTo>
                    <a:pt x="109" y="367"/>
                  </a:lnTo>
                  <a:lnTo>
                    <a:pt x="109" y="367"/>
                  </a:lnTo>
                  <a:lnTo>
                    <a:pt x="109" y="366"/>
                  </a:lnTo>
                  <a:lnTo>
                    <a:pt x="109" y="366"/>
                  </a:lnTo>
                  <a:lnTo>
                    <a:pt x="110" y="364"/>
                  </a:lnTo>
                  <a:lnTo>
                    <a:pt x="110" y="364"/>
                  </a:lnTo>
                  <a:lnTo>
                    <a:pt x="110" y="364"/>
                  </a:lnTo>
                  <a:lnTo>
                    <a:pt x="110" y="364"/>
                  </a:lnTo>
                  <a:lnTo>
                    <a:pt x="112" y="362"/>
                  </a:lnTo>
                  <a:lnTo>
                    <a:pt x="112" y="362"/>
                  </a:lnTo>
                  <a:lnTo>
                    <a:pt x="113" y="361"/>
                  </a:lnTo>
                  <a:lnTo>
                    <a:pt x="113" y="361"/>
                  </a:lnTo>
                  <a:lnTo>
                    <a:pt x="115" y="359"/>
                  </a:lnTo>
                  <a:lnTo>
                    <a:pt x="115" y="359"/>
                  </a:lnTo>
                  <a:lnTo>
                    <a:pt x="115" y="358"/>
                  </a:lnTo>
                  <a:lnTo>
                    <a:pt x="115" y="358"/>
                  </a:lnTo>
                  <a:lnTo>
                    <a:pt x="117" y="356"/>
                  </a:lnTo>
                  <a:lnTo>
                    <a:pt x="117" y="356"/>
                  </a:lnTo>
                  <a:lnTo>
                    <a:pt x="119" y="354"/>
                  </a:lnTo>
                  <a:lnTo>
                    <a:pt x="119" y="352"/>
                  </a:lnTo>
                  <a:lnTo>
                    <a:pt x="121" y="350"/>
                  </a:lnTo>
                  <a:lnTo>
                    <a:pt x="121" y="350"/>
                  </a:lnTo>
                  <a:lnTo>
                    <a:pt x="123" y="348"/>
                  </a:lnTo>
                  <a:lnTo>
                    <a:pt x="123" y="348"/>
                  </a:lnTo>
                  <a:lnTo>
                    <a:pt x="125" y="346"/>
                  </a:lnTo>
                  <a:lnTo>
                    <a:pt x="125" y="346"/>
                  </a:lnTo>
                  <a:lnTo>
                    <a:pt x="126" y="345"/>
                  </a:lnTo>
                  <a:lnTo>
                    <a:pt x="128" y="345"/>
                  </a:lnTo>
                  <a:lnTo>
                    <a:pt x="130" y="344"/>
                  </a:lnTo>
                  <a:lnTo>
                    <a:pt x="130" y="345"/>
                  </a:lnTo>
                  <a:lnTo>
                    <a:pt x="130" y="345"/>
                  </a:lnTo>
                  <a:lnTo>
                    <a:pt x="130" y="345"/>
                  </a:lnTo>
                  <a:lnTo>
                    <a:pt x="132" y="345"/>
                  </a:lnTo>
                  <a:lnTo>
                    <a:pt x="132" y="346"/>
                  </a:lnTo>
                  <a:lnTo>
                    <a:pt x="132" y="346"/>
                  </a:lnTo>
                  <a:lnTo>
                    <a:pt x="132" y="346"/>
                  </a:lnTo>
                  <a:lnTo>
                    <a:pt x="134" y="346"/>
                  </a:lnTo>
                  <a:lnTo>
                    <a:pt x="134" y="348"/>
                  </a:lnTo>
                  <a:lnTo>
                    <a:pt x="134" y="348"/>
                  </a:lnTo>
                  <a:lnTo>
                    <a:pt x="134" y="348"/>
                  </a:lnTo>
                  <a:lnTo>
                    <a:pt x="136" y="348"/>
                  </a:lnTo>
                  <a:lnTo>
                    <a:pt x="136" y="349"/>
                  </a:lnTo>
                  <a:lnTo>
                    <a:pt x="136" y="349"/>
                  </a:lnTo>
                  <a:lnTo>
                    <a:pt x="136" y="349"/>
                  </a:lnTo>
                  <a:lnTo>
                    <a:pt x="138" y="349"/>
                  </a:lnTo>
                  <a:lnTo>
                    <a:pt x="138" y="349"/>
                  </a:lnTo>
                  <a:lnTo>
                    <a:pt x="138" y="349"/>
                  </a:lnTo>
                  <a:lnTo>
                    <a:pt x="138" y="349"/>
                  </a:lnTo>
                  <a:lnTo>
                    <a:pt x="138" y="349"/>
                  </a:lnTo>
                  <a:lnTo>
                    <a:pt x="138" y="349"/>
                  </a:lnTo>
                  <a:lnTo>
                    <a:pt x="138" y="349"/>
                  </a:lnTo>
                  <a:lnTo>
                    <a:pt x="138" y="349"/>
                  </a:lnTo>
                  <a:lnTo>
                    <a:pt x="138" y="347"/>
                  </a:lnTo>
                  <a:lnTo>
                    <a:pt x="138" y="347"/>
                  </a:lnTo>
                  <a:lnTo>
                    <a:pt x="138" y="347"/>
                  </a:lnTo>
                  <a:lnTo>
                    <a:pt x="138" y="347"/>
                  </a:lnTo>
                  <a:lnTo>
                    <a:pt x="138" y="346"/>
                  </a:lnTo>
                  <a:lnTo>
                    <a:pt x="138" y="346"/>
                  </a:lnTo>
                  <a:lnTo>
                    <a:pt x="138" y="346"/>
                  </a:lnTo>
                  <a:lnTo>
                    <a:pt x="138" y="346"/>
                  </a:lnTo>
                  <a:lnTo>
                    <a:pt x="138" y="344"/>
                  </a:lnTo>
                  <a:lnTo>
                    <a:pt x="138" y="344"/>
                  </a:lnTo>
                  <a:lnTo>
                    <a:pt x="138" y="344"/>
                  </a:lnTo>
                  <a:lnTo>
                    <a:pt x="138" y="344"/>
                  </a:lnTo>
                  <a:lnTo>
                    <a:pt x="138" y="342"/>
                  </a:lnTo>
                  <a:lnTo>
                    <a:pt x="138" y="342"/>
                  </a:lnTo>
                  <a:lnTo>
                    <a:pt x="138" y="341"/>
                  </a:lnTo>
                  <a:lnTo>
                    <a:pt x="138" y="341"/>
                  </a:lnTo>
                  <a:lnTo>
                    <a:pt x="139" y="338"/>
                  </a:lnTo>
                  <a:lnTo>
                    <a:pt x="139" y="338"/>
                  </a:lnTo>
                  <a:lnTo>
                    <a:pt x="139" y="336"/>
                  </a:lnTo>
                  <a:lnTo>
                    <a:pt x="139" y="336"/>
                  </a:lnTo>
                  <a:lnTo>
                    <a:pt x="139" y="335"/>
                  </a:lnTo>
                  <a:lnTo>
                    <a:pt x="139" y="335"/>
                  </a:lnTo>
                  <a:lnTo>
                    <a:pt x="139" y="334"/>
                  </a:lnTo>
                  <a:lnTo>
                    <a:pt x="139" y="334"/>
                  </a:lnTo>
                  <a:lnTo>
                    <a:pt x="140" y="333"/>
                  </a:lnTo>
                  <a:lnTo>
                    <a:pt x="140" y="333"/>
                  </a:lnTo>
                  <a:lnTo>
                    <a:pt x="140" y="333"/>
                  </a:lnTo>
                  <a:lnTo>
                    <a:pt x="140" y="333"/>
                  </a:lnTo>
                  <a:lnTo>
                    <a:pt x="141" y="331"/>
                  </a:lnTo>
                  <a:lnTo>
                    <a:pt x="141" y="331"/>
                  </a:lnTo>
                  <a:lnTo>
                    <a:pt x="143" y="329"/>
                  </a:lnTo>
                  <a:lnTo>
                    <a:pt x="146" y="329"/>
                  </a:lnTo>
                  <a:lnTo>
                    <a:pt x="147" y="328"/>
                  </a:lnTo>
                  <a:lnTo>
                    <a:pt x="147" y="328"/>
                  </a:lnTo>
                  <a:lnTo>
                    <a:pt x="149" y="326"/>
                  </a:lnTo>
                  <a:lnTo>
                    <a:pt x="151" y="326"/>
                  </a:lnTo>
                  <a:lnTo>
                    <a:pt x="153" y="324"/>
                  </a:lnTo>
                  <a:lnTo>
                    <a:pt x="153" y="324"/>
                  </a:lnTo>
                  <a:lnTo>
                    <a:pt x="155" y="324"/>
                  </a:lnTo>
                  <a:lnTo>
                    <a:pt x="155" y="324"/>
                  </a:lnTo>
                  <a:lnTo>
                    <a:pt x="156" y="322"/>
                  </a:lnTo>
                  <a:lnTo>
                    <a:pt x="154" y="324"/>
                  </a:lnTo>
                  <a:lnTo>
                    <a:pt x="153" y="324"/>
                  </a:lnTo>
                  <a:lnTo>
                    <a:pt x="151" y="324"/>
                  </a:lnTo>
                  <a:lnTo>
                    <a:pt x="151" y="324"/>
                  </a:lnTo>
                  <a:lnTo>
                    <a:pt x="149" y="326"/>
                  </a:lnTo>
                  <a:lnTo>
                    <a:pt x="148" y="326"/>
                  </a:lnTo>
                  <a:lnTo>
                    <a:pt x="146" y="326"/>
                  </a:lnTo>
                  <a:lnTo>
                    <a:pt x="146" y="326"/>
                  </a:lnTo>
                  <a:lnTo>
                    <a:pt x="144" y="328"/>
                  </a:lnTo>
                  <a:lnTo>
                    <a:pt x="143" y="328"/>
                  </a:lnTo>
                  <a:lnTo>
                    <a:pt x="141" y="330"/>
                  </a:lnTo>
                  <a:lnTo>
                    <a:pt x="141" y="330"/>
                  </a:lnTo>
                  <a:lnTo>
                    <a:pt x="139" y="332"/>
                  </a:lnTo>
                  <a:lnTo>
                    <a:pt x="139" y="332"/>
                  </a:lnTo>
                  <a:lnTo>
                    <a:pt x="138" y="332"/>
                  </a:lnTo>
                  <a:lnTo>
                    <a:pt x="138" y="332"/>
                  </a:lnTo>
                  <a:lnTo>
                    <a:pt x="138" y="332"/>
                  </a:lnTo>
                  <a:lnTo>
                    <a:pt x="138" y="332"/>
                  </a:lnTo>
                  <a:lnTo>
                    <a:pt x="138" y="332"/>
                  </a:lnTo>
                  <a:lnTo>
                    <a:pt x="138" y="332"/>
                  </a:lnTo>
                  <a:lnTo>
                    <a:pt x="138" y="332"/>
                  </a:lnTo>
                  <a:lnTo>
                    <a:pt x="138" y="332"/>
                  </a:lnTo>
                  <a:lnTo>
                    <a:pt x="138" y="332"/>
                  </a:lnTo>
                  <a:lnTo>
                    <a:pt x="138" y="330"/>
                  </a:lnTo>
                  <a:lnTo>
                    <a:pt x="138" y="330"/>
                  </a:lnTo>
                  <a:lnTo>
                    <a:pt x="138" y="330"/>
                  </a:lnTo>
                  <a:lnTo>
                    <a:pt x="138" y="330"/>
                  </a:lnTo>
                  <a:lnTo>
                    <a:pt x="138" y="330"/>
                  </a:lnTo>
                  <a:lnTo>
                    <a:pt x="138" y="330"/>
                  </a:lnTo>
                  <a:lnTo>
                    <a:pt x="138" y="330"/>
                  </a:lnTo>
                  <a:lnTo>
                    <a:pt x="138" y="330"/>
                  </a:lnTo>
                  <a:lnTo>
                    <a:pt x="138" y="329"/>
                  </a:lnTo>
                  <a:lnTo>
                    <a:pt x="138" y="329"/>
                  </a:lnTo>
                  <a:lnTo>
                    <a:pt x="138" y="329"/>
                  </a:lnTo>
                  <a:lnTo>
                    <a:pt x="138" y="329"/>
                  </a:lnTo>
                  <a:lnTo>
                    <a:pt x="138" y="328"/>
                  </a:lnTo>
                  <a:lnTo>
                    <a:pt x="138" y="328"/>
                  </a:lnTo>
                  <a:lnTo>
                    <a:pt x="138" y="327"/>
                  </a:lnTo>
                  <a:lnTo>
                    <a:pt x="138" y="327"/>
                  </a:lnTo>
                  <a:lnTo>
                    <a:pt x="138" y="325"/>
                  </a:lnTo>
                  <a:lnTo>
                    <a:pt x="138" y="325"/>
                  </a:lnTo>
                  <a:lnTo>
                    <a:pt x="138" y="324"/>
                  </a:lnTo>
                  <a:lnTo>
                    <a:pt x="138" y="324"/>
                  </a:lnTo>
                  <a:lnTo>
                    <a:pt x="138" y="322"/>
                  </a:lnTo>
                  <a:lnTo>
                    <a:pt x="138" y="322"/>
                  </a:lnTo>
                  <a:lnTo>
                    <a:pt x="138" y="322"/>
                  </a:lnTo>
                  <a:lnTo>
                    <a:pt x="138" y="322"/>
                  </a:lnTo>
                  <a:lnTo>
                    <a:pt x="140" y="320"/>
                  </a:lnTo>
                  <a:lnTo>
                    <a:pt x="140" y="320"/>
                  </a:lnTo>
                  <a:lnTo>
                    <a:pt x="140" y="320"/>
                  </a:lnTo>
                  <a:lnTo>
                    <a:pt x="140" y="320"/>
                  </a:lnTo>
                  <a:lnTo>
                    <a:pt x="140" y="320"/>
                  </a:lnTo>
                  <a:lnTo>
                    <a:pt x="140" y="320"/>
                  </a:lnTo>
                  <a:lnTo>
                    <a:pt x="140" y="320"/>
                  </a:lnTo>
                  <a:lnTo>
                    <a:pt x="140" y="320"/>
                  </a:lnTo>
                  <a:lnTo>
                    <a:pt x="141" y="320"/>
                  </a:lnTo>
                  <a:lnTo>
                    <a:pt x="141" y="320"/>
                  </a:lnTo>
                  <a:lnTo>
                    <a:pt x="141" y="320"/>
                  </a:lnTo>
                  <a:lnTo>
                    <a:pt x="141" y="320"/>
                  </a:lnTo>
                  <a:lnTo>
                    <a:pt x="142" y="320"/>
                  </a:lnTo>
                  <a:lnTo>
                    <a:pt x="142" y="320"/>
                  </a:lnTo>
                  <a:lnTo>
                    <a:pt x="142" y="320"/>
                  </a:lnTo>
                  <a:lnTo>
                    <a:pt x="142" y="320"/>
                  </a:lnTo>
                  <a:lnTo>
                    <a:pt x="144" y="320"/>
                  </a:lnTo>
                  <a:lnTo>
                    <a:pt x="144" y="320"/>
                  </a:lnTo>
                  <a:lnTo>
                    <a:pt x="145" y="320"/>
                  </a:lnTo>
                  <a:lnTo>
                    <a:pt x="145" y="320"/>
                  </a:lnTo>
                  <a:lnTo>
                    <a:pt x="147" y="320"/>
                  </a:lnTo>
                  <a:lnTo>
                    <a:pt x="147" y="320"/>
                  </a:lnTo>
                  <a:lnTo>
                    <a:pt x="148" y="320"/>
                  </a:lnTo>
                  <a:lnTo>
                    <a:pt x="150" y="320"/>
                  </a:lnTo>
                  <a:lnTo>
                    <a:pt x="152" y="318"/>
                  </a:lnTo>
                  <a:lnTo>
                    <a:pt x="152" y="318"/>
                  </a:lnTo>
                  <a:lnTo>
                    <a:pt x="154" y="318"/>
                  </a:lnTo>
                  <a:lnTo>
                    <a:pt x="154" y="318"/>
                  </a:lnTo>
                  <a:lnTo>
                    <a:pt x="156" y="316"/>
                  </a:lnTo>
                  <a:lnTo>
                    <a:pt x="156" y="316"/>
                  </a:lnTo>
                  <a:lnTo>
                    <a:pt x="158" y="316"/>
                  </a:lnTo>
                  <a:lnTo>
                    <a:pt x="158" y="316"/>
                  </a:lnTo>
                  <a:lnTo>
                    <a:pt x="160" y="314"/>
                  </a:lnTo>
                  <a:lnTo>
                    <a:pt x="160" y="314"/>
                  </a:lnTo>
                  <a:lnTo>
                    <a:pt x="160" y="314"/>
                  </a:lnTo>
                  <a:lnTo>
                    <a:pt x="160" y="314"/>
                  </a:lnTo>
                  <a:lnTo>
                    <a:pt x="162" y="314"/>
                  </a:lnTo>
                  <a:lnTo>
                    <a:pt x="162" y="314"/>
                  </a:lnTo>
                  <a:lnTo>
                    <a:pt x="162" y="314"/>
                  </a:lnTo>
                  <a:lnTo>
                    <a:pt x="162" y="314"/>
                  </a:lnTo>
                  <a:lnTo>
                    <a:pt x="164" y="313"/>
                  </a:lnTo>
                  <a:lnTo>
                    <a:pt x="164" y="313"/>
                  </a:lnTo>
                  <a:lnTo>
                    <a:pt x="164" y="313"/>
                  </a:lnTo>
                  <a:lnTo>
                    <a:pt x="164" y="313"/>
                  </a:lnTo>
                  <a:lnTo>
                    <a:pt x="166" y="313"/>
                  </a:lnTo>
                  <a:lnTo>
                    <a:pt x="166" y="313"/>
                  </a:lnTo>
                  <a:lnTo>
                    <a:pt x="166" y="313"/>
                  </a:lnTo>
                  <a:lnTo>
                    <a:pt x="166" y="313"/>
                  </a:lnTo>
                  <a:lnTo>
                    <a:pt x="168" y="312"/>
                  </a:lnTo>
                  <a:lnTo>
                    <a:pt x="166" y="312"/>
                  </a:lnTo>
                  <a:lnTo>
                    <a:pt x="166" y="312"/>
                  </a:lnTo>
                  <a:lnTo>
                    <a:pt x="165" y="312"/>
                  </a:lnTo>
                  <a:lnTo>
                    <a:pt x="165" y="311"/>
                  </a:lnTo>
                  <a:lnTo>
                    <a:pt x="163" y="311"/>
                  </a:lnTo>
                  <a:lnTo>
                    <a:pt x="163" y="311"/>
                  </a:lnTo>
                  <a:lnTo>
                    <a:pt x="161" y="311"/>
                  </a:lnTo>
                  <a:lnTo>
                    <a:pt x="161" y="311"/>
                  </a:lnTo>
                  <a:lnTo>
                    <a:pt x="159" y="312"/>
                  </a:lnTo>
                  <a:lnTo>
                    <a:pt x="158" y="312"/>
                  </a:lnTo>
                  <a:lnTo>
                    <a:pt x="156" y="312"/>
                  </a:lnTo>
                  <a:lnTo>
                    <a:pt x="156" y="312"/>
                  </a:lnTo>
                  <a:lnTo>
                    <a:pt x="154" y="312"/>
                  </a:lnTo>
                  <a:lnTo>
                    <a:pt x="154" y="312"/>
                  </a:lnTo>
                  <a:lnTo>
                    <a:pt x="154" y="312"/>
                  </a:lnTo>
                  <a:lnTo>
                    <a:pt x="154" y="312"/>
                  </a:lnTo>
                  <a:lnTo>
                    <a:pt x="154" y="312"/>
                  </a:lnTo>
                  <a:lnTo>
                    <a:pt x="154" y="312"/>
                  </a:lnTo>
                  <a:lnTo>
                    <a:pt x="154" y="312"/>
                  </a:lnTo>
                  <a:lnTo>
                    <a:pt x="154" y="311"/>
                  </a:lnTo>
                  <a:lnTo>
                    <a:pt x="154" y="311"/>
                  </a:lnTo>
                  <a:lnTo>
                    <a:pt x="154" y="311"/>
                  </a:lnTo>
                  <a:lnTo>
                    <a:pt x="154" y="311"/>
                  </a:lnTo>
                  <a:lnTo>
                    <a:pt x="155" y="309"/>
                  </a:lnTo>
                  <a:lnTo>
                    <a:pt x="155" y="309"/>
                  </a:lnTo>
                  <a:lnTo>
                    <a:pt x="155" y="309"/>
                  </a:lnTo>
                  <a:lnTo>
                    <a:pt x="155" y="309"/>
                  </a:lnTo>
                  <a:lnTo>
                    <a:pt x="156" y="307"/>
                  </a:lnTo>
                  <a:lnTo>
                    <a:pt x="156" y="307"/>
                  </a:lnTo>
                  <a:lnTo>
                    <a:pt x="156" y="307"/>
                  </a:lnTo>
                  <a:lnTo>
                    <a:pt x="156" y="307"/>
                  </a:lnTo>
                  <a:lnTo>
                    <a:pt x="157" y="306"/>
                  </a:lnTo>
                  <a:lnTo>
                    <a:pt x="155" y="306"/>
                  </a:lnTo>
                  <a:lnTo>
                    <a:pt x="155" y="306"/>
                  </a:lnTo>
                  <a:lnTo>
                    <a:pt x="155" y="306"/>
                  </a:lnTo>
                  <a:lnTo>
                    <a:pt x="155" y="306"/>
                  </a:lnTo>
                  <a:lnTo>
                    <a:pt x="153" y="306"/>
                  </a:lnTo>
                  <a:lnTo>
                    <a:pt x="153" y="306"/>
                  </a:lnTo>
                  <a:lnTo>
                    <a:pt x="153" y="306"/>
                  </a:lnTo>
                  <a:lnTo>
                    <a:pt x="153" y="305"/>
                  </a:lnTo>
                  <a:lnTo>
                    <a:pt x="151" y="305"/>
                  </a:lnTo>
                  <a:lnTo>
                    <a:pt x="151" y="305"/>
                  </a:lnTo>
                  <a:lnTo>
                    <a:pt x="151" y="305"/>
                  </a:lnTo>
                  <a:lnTo>
                    <a:pt x="151" y="305"/>
                  </a:lnTo>
                  <a:lnTo>
                    <a:pt x="151" y="305"/>
                  </a:lnTo>
                  <a:lnTo>
                    <a:pt x="151" y="305"/>
                  </a:lnTo>
                  <a:lnTo>
                    <a:pt x="151" y="305"/>
                  </a:lnTo>
                  <a:lnTo>
                    <a:pt x="151" y="304"/>
                  </a:lnTo>
                  <a:lnTo>
                    <a:pt x="151" y="303"/>
                  </a:lnTo>
                  <a:lnTo>
                    <a:pt x="153" y="301"/>
                  </a:lnTo>
                  <a:lnTo>
                    <a:pt x="153" y="301"/>
                  </a:lnTo>
                  <a:lnTo>
                    <a:pt x="154" y="299"/>
                  </a:lnTo>
                  <a:lnTo>
                    <a:pt x="154" y="299"/>
                  </a:lnTo>
                  <a:lnTo>
                    <a:pt x="156" y="299"/>
                  </a:lnTo>
                  <a:lnTo>
                    <a:pt x="158" y="299"/>
                  </a:lnTo>
                  <a:lnTo>
                    <a:pt x="160" y="299"/>
                  </a:lnTo>
                  <a:lnTo>
                    <a:pt x="160" y="301"/>
                  </a:lnTo>
                  <a:lnTo>
                    <a:pt x="162" y="301"/>
                  </a:lnTo>
                  <a:lnTo>
                    <a:pt x="162" y="301"/>
                  </a:lnTo>
                  <a:lnTo>
                    <a:pt x="163" y="301"/>
                  </a:lnTo>
                  <a:lnTo>
                    <a:pt x="163" y="302"/>
                  </a:lnTo>
                  <a:lnTo>
                    <a:pt x="164" y="302"/>
                  </a:lnTo>
                  <a:lnTo>
                    <a:pt x="164" y="302"/>
                  </a:lnTo>
                  <a:lnTo>
                    <a:pt x="165" y="301"/>
                  </a:lnTo>
                  <a:lnTo>
                    <a:pt x="164" y="301"/>
                  </a:lnTo>
                  <a:lnTo>
                    <a:pt x="164" y="301"/>
                  </a:lnTo>
                  <a:lnTo>
                    <a:pt x="164" y="301"/>
                  </a:lnTo>
                  <a:lnTo>
                    <a:pt x="164" y="301"/>
                  </a:lnTo>
                  <a:lnTo>
                    <a:pt x="162" y="301"/>
                  </a:lnTo>
                  <a:lnTo>
                    <a:pt x="162" y="301"/>
                  </a:lnTo>
                  <a:lnTo>
                    <a:pt x="161" y="301"/>
                  </a:lnTo>
                  <a:lnTo>
                    <a:pt x="161" y="299"/>
                  </a:lnTo>
                  <a:lnTo>
                    <a:pt x="159" y="299"/>
                  </a:lnTo>
                  <a:lnTo>
                    <a:pt x="159" y="299"/>
                  </a:lnTo>
                  <a:lnTo>
                    <a:pt x="158" y="299"/>
                  </a:lnTo>
                  <a:lnTo>
                    <a:pt x="158" y="297"/>
                  </a:lnTo>
                  <a:lnTo>
                    <a:pt x="156" y="297"/>
                  </a:lnTo>
                  <a:lnTo>
                    <a:pt x="156" y="297"/>
                  </a:lnTo>
                  <a:lnTo>
                    <a:pt x="156" y="297"/>
                  </a:lnTo>
                  <a:lnTo>
                    <a:pt x="156" y="295"/>
                  </a:lnTo>
                  <a:lnTo>
                    <a:pt x="156" y="295"/>
                  </a:lnTo>
                  <a:lnTo>
                    <a:pt x="156" y="295"/>
                  </a:lnTo>
                  <a:lnTo>
                    <a:pt x="156" y="295"/>
                  </a:lnTo>
                  <a:lnTo>
                    <a:pt x="156" y="294"/>
                  </a:lnTo>
                  <a:lnTo>
                    <a:pt x="156" y="294"/>
                  </a:lnTo>
                  <a:lnTo>
                    <a:pt x="156" y="292"/>
                  </a:lnTo>
                  <a:lnTo>
                    <a:pt x="156" y="292"/>
                  </a:lnTo>
                  <a:lnTo>
                    <a:pt x="156" y="291"/>
                  </a:lnTo>
                  <a:lnTo>
                    <a:pt x="156" y="291"/>
                  </a:lnTo>
                  <a:lnTo>
                    <a:pt x="156" y="290"/>
                  </a:lnTo>
                  <a:lnTo>
                    <a:pt x="156" y="290"/>
                  </a:lnTo>
                  <a:lnTo>
                    <a:pt x="156" y="288"/>
                  </a:lnTo>
                  <a:lnTo>
                    <a:pt x="156" y="288"/>
                  </a:lnTo>
                  <a:lnTo>
                    <a:pt x="156" y="287"/>
                  </a:lnTo>
                  <a:lnTo>
                    <a:pt x="156" y="287"/>
                  </a:lnTo>
                  <a:lnTo>
                    <a:pt x="157" y="285"/>
                  </a:lnTo>
                  <a:lnTo>
                    <a:pt x="157" y="285"/>
                  </a:lnTo>
                  <a:lnTo>
                    <a:pt x="157" y="285"/>
                  </a:lnTo>
                  <a:lnTo>
                    <a:pt x="157" y="285"/>
                  </a:lnTo>
                  <a:lnTo>
                    <a:pt x="158" y="283"/>
                  </a:lnTo>
                  <a:lnTo>
                    <a:pt x="158" y="283"/>
                  </a:lnTo>
                  <a:lnTo>
                    <a:pt x="158" y="283"/>
                  </a:lnTo>
                  <a:lnTo>
                    <a:pt x="158" y="283"/>
                  </a:lnTo>
                  <a:lnTo>
                    <a:pt x="160" y="282"/>
                  </a:lnTo>
                  <a:lnTo>
                    <a:pt x="160" y="282"/>
                  </a:lnTo>
                  <a:lnTo>
                    <a:pt x="160" y="282"/>
                  </a:lnTo>
                  <a:lnTo>
                    <a:pt x="160" y="282"/>
                  </a:lnTo>
                  <a:lnTo>
                    <a:pt x="161" y="280"/>
                  </a:lnTo>
                  <a:lnTo>
                    <a:pt x="161" y="280"/>
                  </a:lnTo>
                  <a:lnTo>
                    <a:pt x="161" y="278"/>
                  </a:lnTo>
                  <a:lnTo>
                    <a:pt x="161" y="278"/>
                  </a:lnTo>
                  <a:lnTo>
                    <a:pt x="163" y="276"/>
                  </a:lnTo>
                  <a:lnTo>
                    <a:pt x="163" y="276"/>
                  </a:lnTo>
                  <a:lnTo>
                    <a:pt x="163" y="276"/>
                  </a:lnTo>
                  <a:lnTo>
                    <a:pt x="163" y="276"/>
                  </a:lnTo>
                  <a:lnTo>
                    <a:pt x="163" y="276"/>
                  </a:lnTo>
                  <a:lnTo>
                    <a:pt x="163" y="276"/>
                  </a:lnTo>
                  <a:lnTo>
                    <a:pt x="163" y="276"/>
                  </a:lnTo>
                  <a:lnTo>
                    <a:pt x="163" y="276"/>
                  </a:lnTo>
                  <a:lnTo>
                    <a:pt x="163" y="274"/>
                  </a:lnTo>
                  <a:lnTo>
                    <a:pt x="163" y="274"/>
                  </a:lnTo>
                  <a:lnTo>
                    <a:pt x="163" y="274"/>
                  </a:lnTo>
                  <a:lnTo>
                    <a:pt x="163" y="274"/>
                  </a:lnTo>
                  <a:lnTo>
                    <a:pt x="163" y="273"/>
                  </a:lnTo>
                  <a:lnTo>
                    <a:pt x="163" y="273"/>
                  </a:lnTo>
                  <a:lnTo>
                    <a:pt x="163" y="273"/>
                  </a:lnTo>
                  <a:lnTo>
                    <a:pt x="163" y="273"/>
                  </a:lnTo>
                  <a:lnTo>
                    <a:pt x="165" y="271"/>
                  </a:lnTo>
                  <a:lnTo>
                    <a:pt x="165" y="270"/>
                  </a:lnTo>
                  <a:lnTo>
                    <a:pt x="166" y="269"/>
                  </a:lnTo>
                  <a:lnTo>
                    <a:pt x="166" y="269"/>
                  </a:lnTo>
                  <a:lnTo>
                    <a:pt x="168" y="267"/>
                  </a:lnTo>
                  <a:lnTo>
                    <a:pt x="168" y="267"/>
                  </a:lnTo>
                  <a:lnTo>
                    <a:pt x="170" y="267"/>
                  </a:lnTo>
                  <a:lnTo>
                    <a:pt x="172" y="267"/>
                  </a:lnTo>
                  <a:lnTo>
                    <a:pt x="174" y="267"/>
                  </a:lnTo>
                  <a:lnTo>
                    <a:pt x="174" y="269"/>
                  </a:lnTo>
                  <a:lnTo>
                    <a:pt x="176" y="269"/>
                  </a:lnTo>
                  <a:lnTo>
                    <a:pt x="177" y="270"/>
                  </a:lnTo>
                  <a:lnTo>
                    <a:pt x="178" y="270"/>
                  </a:lnTo>
                  <a:lnTo>
                    <a:pt x="178" y="270"/>
                  </a:lnTo>
                  <a:lnTo>
                    <a:pt x="180" y="270"/>
                  </a:lnTo>
                  <a:lnTo>
                    <a:pt x="180" y="270"/>
                  </a:lnTo>
                  <a:lnTo>
                    <a:pt x="182" y="270"/>
                  </a:lnTo>
                  <a:lnTo>
                    <a:pt x="182" y="270"/>
                  </a:lnTo>
                  <a:lnTo>
                    <a:pt x="182" y="270"/>
                  </a:lnTo>
                  <a:lnTo>
                    <a:pt x="182" y="270"/>
                  </a:lnTo>
                  <a:lnTo>
                    <a:pt x="183" y="268"/>
                  </a:lnTo>
                  <a:lnTo>
                    <a:pt x="183" y="268"/>
                  </a:lnTo>
                  <a:lnTo>
                    <a:pt x="183" y="267"/>
                  </a:lnTo>
                  <a:lnTo>
                    <a:pt x="183" y="267"/>
                  </a:lnTo>
                  <a:lnTo>
                    <a:pt x="185" y="265"/>
                  </a:lnTo>
                  <a:lnTo>
                    <a:pt x="185" y="265"/>
                  </a:lnTo>
                  <a:lnTo>
                    <a:pt x="185" y="265"/>
                  </a:lnTo>
                  <a:lnTo>
                    <a:pt x="185" y="265"/>
                  </a:lnTo>
                  <a:lnTo>
                    <a:pt x="185" y="263"/>
                  </a:lnTo>
                  <a:lnTo>
                    <a:pt x="185" y="263"/>
                  </a:lnTo>
                  <a:lnTo>
                    <a:pt x="185" y="262"/>
                  </a:lnTo>
                  <a:lnTo>
                    <a:pt x="185" y="262"/>
                  </a:lnTo>
                  <a:lnTo>
                    <a:pt x="186" y="261"/>
                  </a:lnTo>
                  <a:lnTo>
                    <a:pt x="185" y="261"/>
                  </a:lnTo>
                  <a:lnTo>
                    <a:pt x="185" y="261"/>
                  </a:lnTo>
                  <a:lnTo>
                    <a:pt x="184" y="261"/>
                  </a:lnTo>
                  <a:lnTo>
                    <a:pt x="184" y="261"/>
                  </a:lnTo>
                  <a:lnTo>
                    <a:pt x="182" y="261"/>
                  </a:lnTo>
                  <a:lnTo>
                    <a:pt x="182" y="261"/>
                  </a:lnTo>
                  <a:lnTo>
                    <a:pt x="182" y="261"/>
                  </a:lnTo>
                  <a:lnTo>
                    <a:pt x="182" y="261"/>
                  </a:lnTo>
                  <a:lnTo>
                    <a:pt x="180" y="261"/>
                  </a:lnTo>
                  <a:lnTo>
                    <a:pt x="180" y="261"/>
                  </a:lnTo>
                  <a:lnTo>
                    <a:pt x="178" y="261"/>
                  </a:lnTo>
                  <a:lnTo>
                    <a:pt x="178" y="261"/>
                  </a:lnTo>
                  <a:lnTo>
                    <a:pt x="176" y="261"/>
                  </a:lnTo>
                  <a:lnTo>
                    <a:pt x="176" y="261"/>
                  </a:lnTo>
                  <a:lnTo>
                    <a:pt x="175" y="261"/>
                  </a:lnTo>
                  <a:lnTo>
                    <a:pt x="175" y="261"/>
                  </a:lnTo>
                  <a:lnTo>
                    <a:pt x="173" y="261"/>
                  </a:lnTo>
                  <a:lnTo>
                    <a:pt x="173" y="261"/>
                  </a:lnTo>
                  <a:lnTo>
                    <a:pt x="172" y="261"/>
                  </a:lnTo>
                  <a:lnTo>
                    <a:pt x="172" y="261"/>
                  </a:lnTo>
                  <a:lnTo>
                    <a:pt x="170" y="261"/>
                  </a:lnTo>
                  <a:lnTo>
                    <a:pt x="170" y="261"/>
                  </a:lnTo>
                  <a:lnTo>
                    <a:pt x="170" y="261"/>
                  </a:lnTo>
                  <a:lnTo>
                    <a:pt x="170" y="261"/>
                  </a:lnTo>
                  <a:lnTo>
                    <a:pt x="168" y="261"/>
                  </a:lnTo>
                  <a:lnTo>
                    <a:pt x="168" y="261"/>
                  </a:lnTo>
                  <a:lnTo>
                    <a:pt x="168" y="261"/>
                  </a:lnTo>
                  <a:lnTo>
                    <a:pt x="168" y="261"/>
                  </a:lnTo>
                  <a:lnTo>
                    <a:pt x="168" y="261"/>
                  </a:lnTo>
                  <a:lnTo>
                    <a:pt x="168" y="261"/>
                  </a:lnTo>
                  <a:lnTo>
                    <a:pt x="168" y="261"/>
                  </a:lnTo>
                  <a:lnTo>
                    <a:pt x="168" y="259"/>
                  </a:lnTo>
                  <a:lnTo>
                    <a:pt x="166" y="259"/>
                  </a:lnTo>
                  <a:lnTo>
                    <a:pt x="166" y="259"/>
                  </a:lnTo>
                  <a:lnTo>
                    <a:pt x="166" y="259"/>
                  </a:lnTo>
                  <a:lnTo>
                    <a:pt x="166" y="258"/>
                  </a:lnTo>
                  <a:lnTo>
                    <a:pt x="166" y="258"/>
                  </a:lnTo>
                  <a:lnTo>
                    <a:pt x="166" y="258"/>
                  </a:lnTo>
                  <a:lnTo>
                    <a:pt x="166" y="258"/>
                  </a:lnTo>
                  <a:lnTo>
                    <a:pt x="167" y="256"/>
                  </a:lnTo>
                  <a:lnTo>
                    <a:pt x="167" y="256"/>
                  </a:lnTo>
                  <a:lnTo>
                    <a:pt x="167" y="256"/>
                  </a:lnTo>
                  <a:lnTo>
                    <a:pt x="167" y="256"/>
                  </a:lnTo>
                  <a:lnTo>
                    <a:pt x="168" y="255"/>
                  </a:lnTo>
                  <a:lnTo>
                    <a:pt x="168" y="255"/>
                  </a:lnTo>
                  <a:lnTo>
                    <a:pt x="168" y="254"/>
                  </a:lnTo>
                  <a:lnTo>
                    <a:pt x="168" y="254"/>
                  </a:lnTo>
                  <a:lnTo>
                    <a:pt x="169" y="252"/>
                  </a:lnTo>
                  <a:lnTo>
                    <a:pt x="169" y="252"/>
                  </a:lnTo>
                  <a:lnTo>
                    <a:pt x="169" y="252"/>
                  </a:lnTo>
                  <a:lnTo>
                    <a:pt x="169" y="252"/>
                  </a:lnTo>
                  <a:lnTo>
                    <a:pt x="170" y="250"/>
                  </a:lnTo>
                  <a:lnTo>
                    <a:pt x="170" y="250"/>
                  </a:lnTo>
                  <a:lnTo>
                    <a:pt x="170" y="248"/>
                  </a:lnTo>
                  <a:lnTo>
                    <a:pt x="170" y="248"/>
                  </a:lnTo>
                  <a:lnTo>
                    <a:pt x="172" y="246"/>
                  </a:lnTo>
                  <a:lnTo>
                    <a:pt x="172" y="246"/>
                  </a:lnTo>
                  <a:lnTo>
                    <a:pt x="172" y="244"/>
                  </a:lnTo>
                  <a:lnTo>
                    <a:pt x="172" y="244"/>
                  </a:lnTo>
                  <a:lnTo>
                    <a:pt x="174" y="242"/>
                  </a:lnTo>
                  <a:lnTo>
                    <a:pt x="174" y="242"/>
                  </a:lnTo>
                  <a:lnTo>
                    <a:pt x="174" y="240"/>
                  </a:lnTo>
                  <a:lnTo>
                    <a:pt x="174" y="240"/>
                  </a:lnTo>
                  <a:lnTo>
                    <a:pt x="175" y="238"/>
                  </a:lnTo>
                  <a:lnTo>
                    <a:pt x="174" y="238"/>
                  </a:lnTo>
                  <a:lnTo>
                    <a:pt x="174" y="238"/>
                  </a:lnTo>
                  <a:lnTo>
                    <a:pt x="174" y="238"/>
                  </a:lnTo>
                  <a:lnTo>
                    <a:pt x="174" y="238"/>
                  </a:lnTo>
                  <a:lnTo>
                    <a:pt x="173" y="238"/>
                  </a:lnTo>
                  <a:lnTo>
                    <a:pt x="173" y="238"/>
                  </a:lnTo>
                  <a:lnTo>
                    <a:pt x="173" y="238"/>
                  </a:lnTo>
                  <a:lnTo>
                    <a:pt x="173" y="238"/>
                  </a:lnTo>
                  <a:lnTo>
                    <a:pt x="172" y="238"/>
                  </a:lnTo>
                  <a:lnTo>
                    <a:pt x="172" y="238"/>
                  </a:lnTo>
                  <a:lnTo>
                    <a:pt x="172" y="238"/>
                  </a:lnTo>
                  <a:lnTo>
                    <a:pt x="172" y="238"/>
                  </a:lnTo>
                  <a:lnTo>
                    <a:pt x="172" y="238"/>
                  </a:lnTo>
                  <a:lnTo>
                    <a:pt x="172" y="238"/>
                  </a:lnTo>
                  <a:lnTo>
                    <a:pt x="172" y="238"/>
                  </a:lnTo>
                  <a:lnTo>
                    <a:pt x="172" y="236"/>
                  </a:lnTo>
                  <a:lnTo>
                    <a:pt x="172" y="236"/>
                  </a:lnTo>
                  <a:lnTo>
                    <a:pt x="172" y="236"/>
                  </a:lnTo>
                  <a:lnTo>
                    <a:pt x="172" y="236"/>
                  </a:lnTo>
                  <a:lnTo>
                    <a:pt x="172" y="236"/>
                  </a:lnTo>
                  <a:lnTo>
                    <a:pt x="172" y="236"/>
                  </a:lnTo>
                  <a:lnTo>
                    <a:pt x="172" y="236"/>
                  </a:lnTo>
                  <a:lnTo>
                    <a:pt x="172" y="236"/>
                  </a:lnTo>
                  <a:lnTo>
                    <a:pt x="175" y="235"/>
                  </a:lnTo>
                  <a:lnTo>
                    <a:pt x="175" y="235"/>
                  </a:lnTo>
                  <a:lnTo>
                    <a:pt x="175" y="235"/>
                  </a:lnTo>
                  <a:lnTo>
                    <a:pt x="175" y="235"/>
                  </a:lnTo>
                  <a:lnTo>
                    <a:pt x="177" y="235"/>
                  </a:lnTo>
                  <a:lnTo>
                    <a:pt x="177" y="235"/>
                  </a:lnTo>
                  <a:lnTo>
                    <a:pt x="177" y="235"/>
                  </a:lnTo>
                  <a:lnTo>
                    <a:pt x="177" y="235"/>
                  </a:lnTo>
                  <a:lnTo>
                    <a:pt x="178" y="233"/>
                  </a:lnTo>
                  <a:lnTo>
                    <a:pt x="177" y="233"/>
                  </a:lnTo>
                  <a:lnTo>
                    <a:pt x="177" y="233"/>
                  </a:lnTo>
                  <a:lnTo>
                    <a:pt x="177" y="233"/>
                  </a:lnTo>
                  <a:lnTo>
                    <a:pt x="177" y="233"/>
                  </a:lnTo>
                  <a:lnTo>
                    <a:pt x="176" y="233"/>
                  </a:lnTo>
                  <a:lnTo>
                    <a:pt x="176" y="233"/>
                  </a:lnTo>
                  <a:lnTo>
                    <a:pt x="176" y="233"/>
                  </a:lnTo>
                  <a:lnTo>
                    <a:pt x="176" y="232"/>
                  </a:lnTo>
                  <a:lnTo>
                    <a:pt x="174" y="232"/>
                  </a:lnTo>
                  <a:lnTo>
                    <a:pt x="174" y="232"/>
                  </a:lnTo>
                  <a:lnTo>
                    <a:pt x="174" y="232"/>
                  </a:lnTo>
                  <a:lnTo>
                    <a:pt x="174" y="232"/>
                  </a:lnTo>
                  <a:lnTo>
                    <a:pt x="174" y="232"/>
                  </a:lnTo>
                  <a:lnTo>
                    <a:pt x="174" y="232"/>
                  </a:lnTo>
                  <a:lnTo>
                    <a:pt x="174" y="232"/>
                  </a:lnTo>
                  <a:lnTo>
                    <a:pt x="174" y="231"/>
                  </a:lnTo>
                  <a:lnTo>
                    <a:pt x="174" y="231"/>
                  </a:lnTo>
                  <a:lnTo>
                    <a:pt x="174" y="231"/>
                  </a:lnTo>
                  <a:lnTo>
                    <a:pt x="174" y="231"/>
                  </a:lnTo>
                  <a:lnTo>
                    <a:pt x="175" y="231"/>
                  </a:lnTo>
                  <a:lnTo>
                    <a:pt x="175" y="231"/>
                  </a:lnTo>
                  <a:lnTo>
                    <a:pt x="175" y="231"/>
                  </a:lnTo>
                  <a:lnTo>
                    <a:pt x="175" y="231"/>
                  </a:lnTo>
                  <a:lnTo>
                    <a:pt x="177" y="230"/>
                  </a:lnTo>
                  <a:lnTo>
                    <a:pt x="177" y="230"/>
                  </a:lnTo>
                  <a:lnTo>
                    <a:pt x="177" y="230"/>
                  </a:lnTo>
                  <a:lnTo>
                    <a:pt x="177" y="230"/>
                  </a:lnTo>
                  <a:lnTo>
                    <a:pt x="178" y="230"/>
                  </a:lnTo>
                  <a:lnTo>
                    <a:pt x="178" y="230"/>
                  </a:lnTo>
                  <a:lnTo>
                    <a:pt x="179" y="230"/>
                  </a:lnTo>
                  <a:lnTo>
                    <a:pt x="179" y="230"/>
                  </a:lnTo>
                  <a:lnTo>
                    <a:pt x="181" y="228"/>
                  </a:lnTo>
                  <a:lnTo>
                    <a:pt x="181" y="228"/>
                  </a:lnTo>
                  <a:lnTo>
                    <a:pt x="181" y="228"/>
                  </a:lnTo>
                  <a:lnTo>
                    <a:pt x="181" y="228"/>
                  </a:lnTo>
                  <a:lnTo>
                    <a:pt x="183" y="228"/>
                  </a:lnTo>
                  <a:lnTo>
                    <a:pt x="183" y="228"/>
                  </a:lnTo>
                  <a:lnTo>
                    <a:pt x="184" y="228"/>
                  </a:lnTo>
                  <a:lnTo>
                    <a:pt x="184" y="228"/>
                  </a:lnTo>
                  <a:lnTo>
                    <a:pt x="185" y="226"/>
                  </a:lnTo>
                  <a:lnTo>
                    <a:pt x="185" y="226"/>
                  </a:lnTo>
                  <a:lnTo>
                    <a:pt x="185" y="226"/>
                  </a:lnTo>
                  <a:lnTo>
                    <a:pt x="185" y="226"/>
                  </a:lnTo>
                  <a:lnTo>
                    <a:pt x="187" y="225"/>
                  </a:lnTo>
                  <a:lnTo>
                    <a:pt x="187" y="225"/>
                  </a:lnTo>
                  <a:lnTo>
                    <a:pt x="187" y="225"/>
                  </a:lnTo>
                  <a:lnTo>
                    <a:pt x="187" y="225"/>
                  </a:lnTo>
                  <a:lnTo>
                    <a:pt x="189" y="223"/>
                  </a:lnTo>
                  <a:lnTo>
                    <a:pt x="187" y="223"/>
                  </a:lnTo>
                  <a:lnTo>
                    <a:pt x="187" y="223"/>
                  </a:lnTo>
                  <a:lnTo>
                    <a:pt x="187" y="223"/>
                  </a:lnTo>
                  <a:lnTo>
                    <a:pt x="187" y="222"/>
                  </a:lnTo>
                  <a:lnTo>
                    <a:pt x="187" y="222"/>
                  </a:lnTo>
                  <a:lnTo>
                    <a:pt x="187" y="222"/>
                  </a:lnTo>
                  <a:lnTo>
                    <a:pt x="187" y="222"/>
                  </a:lnTo>
                  <a:lnTo>
                    <a:pt x="187" y="220"/>
                  </a:lnTo>
                  <a:lnTo>
                    <a:pt x="186" y="220"/>
                  </a:lnTo>
                  <a:lnTo>
                    <a:pt x="186" y="220"/>
                  </a:lnTo>
                  <a:lnTo>
                    <a:pt x="186" y="220"/>
                  </a:lnTo>
                  <a:lnTo>
                    <a:pt x="186" y="219"/>
                  </a:lnTo>
                  <a:lnTo>
                    <a:pt x="186" y="219"/>
                  </a:lnTo>
                  <a:lnTo>
                    <a:pt x="186" y="219"/>
                  </a:lnTo>
                  <a:lnTo>
                    <a:pt x="186" y="219"/>
                  </a:lnTo>
                  <a:lnTo>
                    <a:pt x="186" y="217"/>
                  </a:lnTo>
                  <a:lnTo>
                    <a:pt x="186" y="217"/>
                  </a:lnTo>
                  <a:lnTo>
                    <a:pt x="186" y="217"/>
                  </a:lnTo>
                  <a:lnTo>
                    <a:pt x="186" y="217"/>
                  </a:lnTo>
                  <a:lnTo>
                    <a:pt x="188" y="217"/>
                  </a:lnTo>
                  <a:lnTo>
                    <a:pt x="188" y="217"/>
                  </a:lnTo>
                  <a:lnTo>
                    <a:pt x="190" y="217"/>
                  </a:lnTo>
                  <a:lnTo>
                    <a:pt x="190" y="217"/>
                  </a:lnTo>
                  <a:lnTo>
                    <a:pt x="192" y="217"/>
                  </a:lnTo>
                  <a:lnTo>
                    <a:pt x="192" y="217"/>
                  </a:lnTo>
                  <a:lnTo>
                    <a:pt x="193" y="217"/>
                  </a:lnTo>
                  <a:lnTo>
                    <a:pt x="193" y="217"/>
                  </a:lnTo>
                  <a:lnTo>
                    <a:pt x="195" y="217"/>
                  </a:lnTo>
                  <a:lnTo>
                    <a:pt x="195" y="217"/>
                  </a:lnTo>
                  <a:lnTo>
                    <a:pt x="197" y="217"/>
                  </a:lnTo>
                  <a:lnTo>
                    <a:pt x="197" y="217"/>
                  </a:lnTo>
                  <a:lnTo>
                    <a:pt x="199" y="217"/>
                  </a:lnTo>
                  <a:lnTo>
                    <a:pt x="199" y="217"/>
                  </a:lnTo>
                  <a:lnTo>
                    <a:pt x="199" y="217"/>
                  </a:lnTo>
                  <a:lnTo>
                    <a:pt x="199" y="217"/>
                  </a:lnTo>
                  <a:lnTo>
                    <a:pt x="200" y="217"/>
                  </a:lnTo>
                  <a:lnTo>
                    <a:pt x="200" y="217"/>
                  </a:lnTo>
                  <a:lnTo>
                    <a:pt x="202" y="217"/>
                  </a:lnTo>
                  <a:lnTo>
                    <a:pt x="202" y="217"/>
                  </a:lnTo>
                  <a:lnTo>
                    <a:pt x="204" y="217"/>
                  </a:lnTo>
                  <a:lnTo>
                    <a:pt x="204" y="217"/>
                  </a:lnTo>
                  <a:lnTo>
                    <a:pt x="205" y="217"/>
                  </a:lnTo>
                  <a:lnTo>
                    <a:pt x="205" y="217"/>
                  </a:lnTo>
                  <a:lnTo>
                    <a:pt x="207" y="217"/>
                  </a:lnTo>
                  <a:lnTo>
                    <a:pt x="207" y="217"/>
                  </a:lnTo>
                  <a:lnTo>
                    <a:pt x="207" y="217"/>
                  </a:lnTo>
                  <a:lnTo>
                    <a:pt x="207" y="217"/>
                  </a:lnTo>
                  <a:lnTo>
                    <a:pt x="209" y="217"/>
                  </a:lnTo>
                  <a:lnTo>
                    <a:pt x="209" y="217"/>
                  </a:lnTo>
                  <a:lnTo>
                    <a:pt x="209" y="217"/>
                  </a:lnTo>
                  <a:lnTo>
                    <a:pt x="209" y="217"/>
                  </a:lnTo>
                  <a:lnTo>
                    <a:pt x="209" y="216"/>
                  </a:lnTo>
                  <a:lnTo>
                    <a:pt x="209" y="216"/>
                  </a:lnTo>
                  <a:lnTo>
                    <a:pt x="209" y="216"/>
                  </a:lnTo>
                  <a:lnTo>
                    <a:pt x="209" y="216"/>
                  </a:lnTo>
                  <a:lnTo>
                    <a:pt x="209" y="214"/>
                  </a:lnTo>
                  <a:lnTo>
                    <a:pt x="209" y="214"/>
                  </a:lnTo>
                  <a:lnTo>
                    <a:pt x="209" y="214"/>
                  </a:lnTo>
                  <a:lnTo>
                    <a:pt x="209" y="214"/>
                  </a:lnTo>
                  <a:lnTo>
                    <a:pt x="209" y="212"/>
                  </a:lnTo>
                  <a:lnTo>
                    <a:pt x="209" y="212"/>
                  </a:lnTo>
                  <a:lnTo>
                    <a:pt x="209" y="212"/>
                  </a:lnTo>
                  <a:lnTo>
                    <a:pt x="209" y="212"/>
                  </a:lnTo>
                  <a:lnTo>
                    <a:pt x="209" y="210"/>
                  </a:lnTo>
                  <a:lnTo>
                    <a:pt x="207" y="210"/>
                  </a:lnTo>
                  <a:lnTo>
                    <a:pt x="207" y="210"/>
                  </a:lnTo>
                  <a:lnTo>
                    <a:pt x="207" y="210"/>
                  </a:lnTo>
                  <a:lnTo>
                    <a:pt x="207" y="210"/>
                  </a:lnTo>
                  <a:lnTo>
                    <a:pt x="205" y="210"/>
                  </a:lnTo>
                  <a:lnTo>
                    <a:pt x="205" y="210"/>
                  </a:lnTo>
                  <a:lnTo>
                    <a:pt x="204" y="210"/>
                  </a:lnTo>
                  <a:lnTo>
                    <a:pt x="204" y="210"/>
                  </a:lnTo>
                  <a:lnTo>
                    <a:pt x="202" y="210"/>
                  </a:lnTo>
                  <a:lnTo>
                    <a:pt x="202" y="210"/>
                  </a:lnTo>
                  <a:lnTo>
                    <a:pt x="201" y="210"/>
                  </a:lnTo>
                  <a:lnTo>
                    <a:pt x="201" y="210"/>
                  </a:lnTo>
                  <a:lnTo>
                    <a:pt x="199" y="210"/>
                  </a:lnTo>
                  <a:lnTo>
                    <a:pt x="199" y="210"/>
                  </a:lnTo>
                  <a:lnTo>
                    <a:pt x="199" y="210"/>
                  </a:lnTo>
                  <a:lnTo>
                    <a:pt x="199" y="210"/>
                  </a:lnTo>
                  <a:lnTo>
                    <a:pt x="197" y="211"/>
                  </a:lnTo>
                  <a:lnTo>
                    <a:pt x="197" y="211"/>
                  </a:lnTo>
                  <a:lnTo>
                    <a:pt x="197" y="211"/>
                  </a:lnTo>
                  <a:lnTo>
                    <a:pt x="197" y="211"/>
                  </a:lnTo>
                  <a:lnTo>
                    <a:pt x="194" y="212"/>
                  </a:lnTo>
                  <a:lnTo>
                    <a:pt x="194" y="212"/>
                  </a:lnTo>
                  <a:lnTo>
                    <a:pt x="193" y="212"/>
                  </a:lnTo>
                  <a:lnTo>
                    <a:pt x="193" y="212"/>
                  </a:lnTo>
                  <a:lnTo>
                    <a:pt x="191" y="214"/>
                  </a:lnTo>
                  <a:lnTo>
                    <a:pt x="191" y="214"/>
                  </a:lnTo>
                  <a:lnTo>
                    <a:pt x="190" y="214"/>
                  </a:lnTo>
                  <a:lnTo>
                    <a:pt x="190" y="214"/>
                  </a:lnTo>
                  <a:lnTo>
                    <a:pt x="189" y="214"/>
                  </a:lnTo>
                  <a:lnTo>
                    <a:pt x="189" y="214"/>
                  </a:lnTo>
                  <a:lnTo>
                    <a:pt x="189" y="214"/>
                  </a:lnTo>
                  <a:lnTo>
                    <a:pt x="189" y="212"/>
                  </a:lnTo>
                  <a:lnTo>
                    <a:pt x="188" y="212"/>
                  </a:lnTo>
                  <a:lnTo>
                    <a:pt x="188" y="212"/>
                  </a:lnTo>
                  <a:lnTo>
                    <a:pt x="188" y="212"/>
                  </a:lnTo>
                  <a:lnTo>
                    <a:pt x="188" y="211"/>
                  </a:lnTo>
                  <a:lnTo>
                    <a:pt x="188" y="211"/>
                  </a:lnTo>
                  <a:lnTo>
                    <a:pt x="188" y="211"/>
                  </a:lnTo>
                  <a:lnTo>
                    <a:pt x="188" y="211"/>
                  </a:lnTo>
                  <a:lnTo>
                    <a:pt x="190" y="209"/>
                  </a:lnTo>
                  <a:lnTo>
                    <a:pt x="190" y="209"/>
                  </a:lnTo>
                  <a:lnTo>
                    <a:pt x="190" y="209"/>
                  </a:lnTo>
                  <a:lnTo>
                    <a:pt x="190" y="209"/>
                  </a:lnTo>
                  <a:lnTo>
                    <a:pt x="192" y="207"/>
                  </a:lnTo>
                  <a:lnTo>
                    <a:pt x="192" y="207"/>
                  </a:lnTo>
                  <a:lnTo>
                    <a:pt x="194" y="207"/>
                  </a:lnTo>
                  <a:lnTo>
                    <a:pt x="194" y="207"/>
                  </a:lnTo>
                  <a:lnTo>
                    <a:pt x="196" y="205"/>
                  </a:lnTo>
                  <a:lnTo>
                    <a:pt x="196" y="205"/>
                  </a:lnTo>
                  <a:lnTo>
                    <a:pt x="196" y="205"/>
                  </a:lnTo>
                  <a:lnTo>
                    <a:pt x="196" y="205"/>
                  </a:lnTo>
                  <a:lnTo>
                    <a:pt x="197" y="205"/>
                  </a:lnTo>
                  <a:lnTo>
                    <a:pt x="197" y="205"/>
                  </a:lnTo>
                  <a:lnTo>
                    <a:pt x="197" y="205"/>
                  </a:lnTo>
                  <a:lnTo>
                    <a:pt x="197" y="205"/>
                  </a:lnTo>
                  <a:lnTo>
                    <a:pt x="199" y="204"/>
                  </a:lnTo>
                  <a:lnTo>
                    <a:pt x="199" y="204"/>
                  </a:lnTo>
                  <a:lnTo>
                    <a:pt x="199" y="204"/>
                  </a:lnTo>
                  <a:lnTo>
                    <a:pt x="199" y="204"/>
                  </a:lnTo>
                  <a:lnTo>
                    <a:pt x="200" y="203"/>
                  </a:lnTo>
                  <a:lnTo>
                    <a:pt x="200" y="203"/>
                  </a:lnTo>
                  <a:lnTo>
                    <a:pt x="200" y="203"/>
                  </a:lnTo>
                  <a:lnTo>
                    <a:pt x="200" y="203"/>
                  </a:lnTo>
                  <a:lnTo>
                    <a:pt x="202" y="202"/>
                  </a:lnTo>
                  <a:lnTo>
                    <a:pt x="202" y="203"/>
                  </a:lnTo>
                  <a:lnTo>
                    <a:pt x="202" y="203"/>
                  </a:lnTo>
                  <a:lnTo>
                    <a:pt x="202" y="203"/>
                  </a:lnTo>
                  <a:lnTo>
                    <a:pt x="204" y="203"/>
                  </a:lnTo>
                  <a:lnTo>
                    <a:pt x="204" y="204"/>
                  </a:lnTo>
                  <a:lnTo>
                    <a:pt x="204" y="204"/>
                  </a:lnTo>
                  <a:lnTo>
                    <a:pt x="204" y="204"/>
                  </a:lnTo>
                  <a:lnTo>
                    <a:pt x="206" y="204"/>
                  </a:lnTo>
                  <a:lnTo>
                    <a:pt x="206" y="205"/>
                  </a:lnTo>
                  <a:lnTo>
                    <a:pt x="206" y="205"/>
                  </a:lnTo>
                  <a:lnTo>
                    <a:pt x="206" y="205"/>
                  </a:lnTo>
                  <a:lnTo>
                    <a:pt x="208" y="205"/>
                  </a:lnTo>
                  <a:lnTo>
                    <a:pt x="208" y="205"/>
                  </a:lnTo>
                  <a:lnTo>
                    <a:pt x="209" y="205"/>
                  </a:lnTo>
                  <a:lnTo>
                    <a:pt x="209" y="205"/>
                  </a:lnTo>
                  <a:lnTo>
                    <a:pt x="211" y="205"/>
                  </a:lnTo>
                  <a:lnTo>
                    <a:pt x="211" y="205"/>
                  </a:lnTo>
                  <a:lnTo>
                    <a:pt x="211" y="205"/>
                  </a:lnTo>
                  <a:lnTo>
                    <a:pt x="211" y="205"/>
                  </a:lnTo>
                  <a:lnTo>
                    <a:pt x="211" y="204"/>
                  </a:lnTo>
                  <a:lnTo>
                    <a:pt x="211" y="204"/>
                  </a:lnTo>
                  <a:lnTo>
                    <a:pt x="211" y="204"/>
                  </a:lnTo>
                  <a:lnTo>
                    <a:pt x="211" y="204"/>
                  </a:lnTo>
                  <a:lnTo>
                    <a:pt x="212" y="202"/>
                  </a:lnTo>
                  <a:lnTo>
                    <a:pt x="212" y="202"/>
                  </a:lnTo>
                  <a:lnTo>
                    <a:pt x="212" y="202"/>
                  </a:lnTo>
                  <a:lnTo>
                    <a:pt x="212" y="202"/>
                  </a:lnTo>
                  <a:lnTo>
                    <a:pt x="212" y="200"/>
                  </a:lnTo>
                  <a:lnTo>
                    <a:pt x="212" y="200"/>
                  </a:lnTo>
                  <a:lnTo>
                    <a:pt x="212" y="199"/>
                  </a:lnTo>
                  <a:lnTo>
                    <a:pt x="212" y="199"/>
                  </a:lnTo>
                  <a:lnTo>
                    <a:pt x="213" y="197"/>
                  </a:lnTo>
                  <a:lnTo>
                    <a:pt x="211" y="197"/>
                  </a:lnTo>
                  <a:lnTo>
                    <a:pt x="211" y="197"/>
                  </a:lnTo>
                  <a:lnTo>
                    <a:pt x="209" y="197"/>
                  </a:lnTo>
                  <a:lnTo>
                    <a:pt x="209" y="196"/>
                  </a:lnTo>
                  <a:lnTo>
                    <a:pt x="207" y="196"/>
                  </a:lnTo>
                  <a:lnTo>
                    <a:pt x="207" y="196"/>
                  </a:lnTo>
                  <a:lnTo>
                    <a:pt x="205" y="196"/>
                  </a:lnTo>
                  <a:lnTo>
                    <a:pt x="205" y="196"/>
                  </a:lnTo>
                  <a:lnTo>
                    <a:pt x="203" y="197"/>
                  </a:lnTo>
                  <a:lnTo>
                    <a:pt x="203" y="197"/>
                  </a:lnTo>
                  <a:lnTo>
                    <a:pt x="201" y="197"/>
                  </a:lnTo>
                  <a:lnTo>
                    <a:pt x="201" y="197"/>
                  </a:lnTo>
                  <a:lnTo>
                    <a:pt x="199" y="197"/>
                  </a:lnTo>
                  <a:lnTo>
                    <a:pt x="199" y="197"/>
                  </a:lnTo>
                  <a:lnTo>
                    <a:pt x="199" y="197"/>
                  </a:lnTo>
                  <a:lnTo>
                    <a:pt x="199" y="195"/>
                  </a:lnTo>
                  <a:lnTo>
                    <a:pt x="199" y="195"/>
                  </a:lnTo>
                  <a:lnTo>
                    <a:pt x="199" y="195"/>
                  </a:lnTo>
                  <a:lnTo>
                    <a:pt x="199" y="195"/>
                  </a:lnTo>
                  <a:lnTo>
                    <a:pt x="200" y="195"/>
                  </a:lnTo>
                  <a:lnTo>
                    <a:pt x="200" y="195"/>
                  </a:lnTo>
                  <a:lnTo>
                    <a:pt x="200" y="195"/>
                  </a:lnTo>
                  <a:lnTo>
                    <a:pt x="200" y="195"/>
                  </a:lnTo>
                  <a:lnTo>
                    <a:pt x="202" y="194"/>
                  </a:lnTo>
                  <a:lnTo>
                    <a:pt x="202" y="194"/>
                  </a:lnTo>
                  <a:lnTo>
                    <a:pt x="202" y="194"/>
                  </a:lnTo>
                  <a:lnTo>
                    <a:pt x="202" y="194"/>
                  </a:lnTo>
                  <a:lnTo>
                    <a:pt x="204" y="194"/>
                  </a:lnTo>
                  <a:lnTo>
                    <a:pt x="204" y="194"/>
                  </a:lnTo>
                  <a:lnTo>
                    <a:pt x="205" y="194"/>
                  </a:lnTo>
                  <a:lnTo>
                    <a:pt x="205" y="194"/>
                  </a:lnTo>
                  <a:lnTo>
                    <a:pt x="207" y="192"/>
                  </a:lnTo>
                  <a:lnTo>
                    <a:pt x="207" y="192"/>
                  </a:lnTo>
                  <a:lnTo>
                    <a:pt x="207" y="192"/>
                  </a:lnTo>
                  <a:lnTo>
                    <a:pt x="207" y="192"/>
                  </a:lnTo>
                  <a:lnTo>
                    <a:pt x="207" y="192"/>
                  </a:lnTo>
                  <a:lnTo>
                    <a:pt x="207" y="192"/>
                  </a:lnTo>
                  <a:lnTo>
                    <a:pt x="207" y="192"/>
                  </a:lnTo>
                  <a:lnTo>
                    <a:pt x="207" y="192"/>
                  </a:lnTo>
                  <a:lnTo>
                    <a:pt x="209" y="191"/>
                  </a:lnTo>
                  <a:lnTo>
                    <a:pt x="209" y="191"/>
                  </a:lnTo>
                  <a:lnTo>
                    <a:pt x="209" y="191"/>
                  </a:lnTo>
                  <a:lnTo>
                    <a:pt x="209" y="191"/>
                  </a:lnTo>
                  <a:lnTo>
                    <a:pt x="209" y="189"/>
                  </a:lnTo>
                  <a:lnTo>
                    <a:pt x="209" y="189"/>
                  </a:lnTo>
                  <a:lnTo>
                    <a:pt x="209" y="189"/>
                  </a:lnTo>
                  <a:lnTo>
                    <a:pt x="209" y="189"/>
                  </a:lnTo>
                  <a:lnTo>
                    <a:pt x="211" y="188"/>
                  </a:lnTo>
                  <a:lnTo>
                    <a:pt x="209" y="188"/>
                  </a:lnTo>
                  <a:lnTo>
                    <a:pt x="209" y="188"/>
                  </a:lnTo>
                  <a:lnTo>
                    <a:pt x="209" y="188"/>
                  </a:lnTo>
                  <a:lnTo>
                    <a:pt x="209" y="188"/>
                  </a:lnTo>
                  <a:lnTo>
                    <a:pt x="208" y="188"/>
                  </a:lnTo>
                  <a:lnTo>
                    <a:pt x="208" y="188"/>
                  </a:lnTo>
                  <a:lnTo>
                    <a:pt x="208" y="188"/>
                  </a:lnTo>
                  <a:lnTo>
                    <a:pt x="208" y="186"/>
                  </a:lnTo>
                  <a:lnTo>
                    <a:pt x="206" y="186"/>
                  </a:lnTo>
                  <a:lnTo>
                    <a:pt x="206" y="186"/>
                  </a:lnTo>
                  <a:lnTo>
                    <a:pt x="206" y="186"/>
                  </a:lnTo>
                  <a:lnTo>
                    <a:pt x="206" y="186"/>
                  </a:lnTo>
                  <a:lnTo>
                    <a:pt x="204" y="186"/>
                  </a:lnTo>
                  <a:lnTo>
                    <a:pt x="204" y="186"/>
                  </a:lnTo>
                  <a:lnTo>
                    <a:pt x="204" y="186"/>
                  </a:lnTo>
                  <a:lnTo>
                    <a:pt x="204" y="185"/>
                  </a:lnTo>
                  <a:lnTo>
                    <a:pt x="202" y="186"/>
                  </a:lnTo>
                  <a:lnTo>
                    <a:pt x="202" y="186"/>
                  </a:lnTo>
                  <a:lnTo>
                    <a:pt x="202" y="187"/>
                  </a:lnTo>
                  <a:lnTo>
                    <a:pt x="202" y="187"/>
                  </a:lnTo>
                  <a:lnTo>
                    <a:pt x="200" y="189"/>
                  </a:lnTo>
                  <a:lnTo>
                    <a:pt x="200" y="189"/>
                  </a:lnTo>
                  <a:lnTo>
                    <a:pt x="200" y="189"/>
                  </a:lnTo>
                  <a:lnTo>
                    <a:pt x="200" y="189"/>
                  </a:lnTo>
                  <a:lnTo>
                    <a:pt x="198" y="191"/>
                  </a:lnTo>
                  <a:lnTo>
                    <a:pt x="198" y="191"/>
                  </a:lnTo>
                  <a:lnTo>
                    <a:pt x="198" y="192"/>
                  </a:lnTo>
                  <a:lnTo>
                    <a:pt x="198" y="192"/>
                  </a:lnTo>
                  <a:lnTo>
                    <a:pt x="198" y="192"/>
                  </a:lnTo>
                  <a:lnTo>
                    <a:pt x="198" y="192"/>
                  </a:lnTo>
                  <a:lnTo>
                    <a:pt x="198" y="192"/>
                  </a:lnTo>
                  <a:lnTo>
                    <a:pt x="198" y="192"/>
                  </a:lnTo>
                  <a:lnTo>
                    <a:pt x="196" y="192"/>
                  </a:lnTo>
                  <a:lnTo>
                    <a:pt x="196" y="192"/>
                  </a:lnTo>
                  <a:lnTo>
                    <a:pt x="196" y="192"/>
                  </a:lnTo>
                  <a:lnTo>
                    <a:pt x="196" y="191"/>
                  </a:lnTo>
                  <a:lnTo>
                    <a:pt x="196" y="191"/>
                  </a:lnTo>
                  <a:lnTo>
                    <a:pt x="196" y="190"/>
                  </a:lnTo>
                  <a:lnTo>
                    <a:pt x="196" y="190"/>
                  </a:lnTo>
                  <a:lnTo>
                    <a:pt x="196" y="188"/>
                  </a:lnTo>
                  <a:lnTo>
                    <a:pt x="196" y="188"/>
                  </a:lnTo>
                  <a:lnTo>
                    <a:pt x="196" y="188"/>
                  </a:lnTo>
                  <a:lnTo>
                    <a:pt x="196" y="188"/>
                  </a:lnTo>
                  <a:lnTo>
                    <a:pt x="196" y="186"/>
                  </a:lnTo>
                  <a:lnTo>
                    <a:pt x="196" y="186"/>
                  </a:lnTo>
                  <a:lnTo>
                    <a:pt x="196" y="186"/>
                  </a:lnTo>
                  <a:lnTo>
                    <a:pt x="196" y="186"/>
                  </a:lnTo>
                  <a:lnTo>
                    <a:pt x="198" y="184"/>
                  </a:lnTo>
                  <a:lnTo>
                    <a:pt x="198" y="184"/>
                  </a:lnTo>
                  <a:lnTo>
                    <a:pt x="198" y="184"/>
                  </a:lnTo>
                  <a:lnTo>
                    <a:pt x="198" y="184"/>
                  </a:lnTo>
                  <a:lnTo>
                    <a:pt x="198" y="184"/>
                  </a:lnTo>
                  <a:lnTo>
                    <a:pt x="198" y="184"/>
                  </a:lnTo>
                  <a:lnTo>
                    <a:pt x="198" y="184"/>
                  </a:lnTo>
                  <a:lnTo>
                    <a:pt x="198" y="184"/>
                  </a:lnTo>
                  <a:lnTo>
                    <a:pt x="199" y="182"/>
                  </a:lnTo>
                  <a:lnTo>
                    <a:pt x="199" y="182"/>
                  </a:lnTo>
                  <a:lnTo>
                    <a:pt x="199" y="182"/>
                  </a:lnTo>
                  <a:lnTo>
                    <a:pt x="199" y="182"/>
                  </a:lnTo>
                  <a:lnTo>
                    <a:pt x="199" y="182"/>
                  </a:lnTo>
                  <a:lnTo>
                    <a:pt x="199" y="182"/>
                  </a:lnTo>
                  <a:lnTo>
                    <a:pt x="199" y="182"/>
                  </a:lnTo>
                  <a:lnTo>
                    <a:pt x="199" y="182"/>
                  </a:lnTo>
                  <a:lnTo>
                    <a:pt x="201" y="182"/>
                  </a:lnTo>
                  <a:lnTo>
                    <a:pt x="201" y="182"/>
                  </a:lnTo>
                  <a:lnTo>
                    <a:pt x="201" y="182"/>
                  </a:lnTo>
                  <a:lnTo>
                    <a:pt x="201" y="182"/>
                  </a:lnTo>
                  <a:lnTo>
                    <a:pt x="202" y="182"/>
                  </a:lnTo>
                  <a:lnTo>
                    <a:pt x="202" y="182"/>
                  </a:lnTo>
                  <a:lnTo>
                    <a:pt x="202" y="182"/>
                  </a:lnTo>
                  <a:lnTo>
                    <a:pt x="202" y="182"/>
                  </a:lnTo>
                  <a:lnTo>
                    <a:pt x="204" y="182"/>
                  </a:lnTo>
                  <a:lnTo>
                    <a:pt x="204" y="182"/>
                  </a:lnTo>
                  <a:lnTo>
                    <a:pt x="204" y="182"/>
                  </a:lnTo>
                  <a:lnTo>
                    <a:pt x="204" y="182"/>
                  </a:lnTo>
                  <a:lnTo>
                    <a:pt x="206" y="181"/>
                  </a:lnTo>
                  <a:lnTo>
                    <a:pt x="206" y="181"/>
                  </a:lnTo>
                  <a:lnTo>
                    <a:pt x="206" y="181"/>
                  </a:lnTo>
                  <a:lnTo>
                    <a:pt x="206" y="181"/>
                  </a:lnTo>
                  <a:lnTo>
                    <a:pt x="207" y="179"/>
                  </a:lnTo>
                  <a:lnTo>
                    <a:pt x="207" y="179"/>
                  </a:lnTo>
                  <a:lnTo>
                    <a:pt x="207" y="179"/>
                  </a:lnTo>
                  <a:lnTo>
                    <a:pt x="207" y="179"/>
                  </a:lnTo>
                  <a:lnTo>
                    <a:pt x="207" y="179"/>
                  </a:lnTo>
                  <a:lnTo>
                    <a:pt x="207" y="179"/>
                  </a:lnTo>
                  <a:lnTo>
                    <a:pt x="207" y="179"/>
                  </a:lnTo>
                  <a:lnTo>
                    <a:pt x="207" y="179"/>
                  </a:lnTo>
                  <a:lnTo>
                    <a:pt x="209" y="179"/>
                  </a:lnTo>
                  <a:lnTo>
                    <a:pt x="209" y="179"/>
                  </a:lnTo>
                  <a:lnTo>
                    <a:pt x="209" y="179"/>
                  </a:lnTo>
                  <a:lnTo>
                    <a:pt x="209" y="179"/>
                  </a:lnTo>
                  <a:lnTo>
                    <a:pt x="209" y="179"/>
                  </a:lnTo>
                  <a:lnTo>
                    <a:pt x="209" y="179"/>
                  </a:lnTo>
                  <a:lnTo>
                    <a:pt x="209" y="179"/>
                  </a:lnTo>
                  <a:lnTo>
                    <a:pt x="209" y="179"/>
                  </a:lnTo>
                  <a:lnTo>
                    <a:pt x="211" y="177"/>
                  </a:lnTo>
                  <a:lnTo>
                    <a:pt x="211" y="177"/>
                  </a:lnTo>
                  <a:lnTo>
                    <a:pt x="211" y="177"/>
                  </a:lnTo>
                  <a:lnTo>
                    <a:pt x="211" y="177"/>
                  </a:lnTo>
                  <a:lnTo>
                    <a:pt x="211" y="175"/>
                  </a:lnTo>
                  <a:lnTo>
                    <a:pt x="211" y="175"/>
                  </a:lnTo>
                  <a:lnTo>
                    <a:pt x="211" y="175"/>
                  </a:lnTo>
                  <a:lnTo>
                    <a:pt x="211" y="175"/>
                  </a:lnTo>
                  <a:lnTo>
                    <a:pt x="212" y="173"/>
                  </a:lnTo>
                  <a:lnTo>
                    <a:pt x="212" y="173"/>
                  </a:lnTo>
                  <a:lnTo>
                    <a:pt x="212" y="173"/>
                  </a:lnTo>
                  <a:lnTo>
                    <a:pt x="212" y="173"/>
                  </a:lnTo>
                  <a:lnTo>
                    <a:pt x="212" y="171"/>
                  </a:lnTo>
                  <a:lnTo>
                    <a:pt x="212" y="171"/>
                  </a:lnTo>
                  <a:lnTo>
                    <a:pt x="212" y="170"/>
                  </a:lnTo>
                  <a:lnTo>
                    <a:pt x="212" y="170"/>
                  </a:lnTo>
                  <a:lnTo>
                    <a:pt x="213" y="169"/>
                  </a:lnTo>
                  <a:lnTo>
                    <a:pt x="213" y="170"/>
                  </a:lnTo>
                  <a:lnTo>
                    <a:pt x="213" y="170"/>
                  </a:lnTo>
                  <a:lnTo>
                    <a:pt x="213" y="171"/>
                  </a:lnTo>
                  <a:lnTo>
                    <a:pt x="213" y="171"/>
                  </a:lnTo>
                  <a:lnTo>
                    <a:pt x="213" y="173"/>
                  </a:lnTo>
                  <a:lnTo>
                    <a:pt x="213" y="173"/>
                  </a:lnTo>
                  <a:lnTo>
                    <a:pt x="213" y="174"/>
                  </a:lnTo>
                  <a:lnTo>
                    <a:pt x="214" y="174"/>
                  </a:lnTo>
                  <a:lnTo>
                    <a:pt x="214" y="176"/>
                  </a:lnTo>
                  <a:lnTo>
                    <a:pt x="214" y="177"/>
                  </a:lnTo>
                  <a:lnTo>
                    <a:pt x="214" y="179"/>
                  </a:lnTo>
                  <a:lnTo>
                    <a:pt x="214" y="179"/>
                  </a:lnTo>
                  <a:lnTo>
                    <a:pt x="214" y="180"/>
                  </a:lnTo>
                  <a:lnTo>
                    <a:pt x="214" y="180"/>
                  </a:lnTo>
                  <a:lnTo>
                    <a:pt x="214" y="181"/>
                  </a:lnTo>
                  <a:lnTo>
                    <a:pt x="215" y="181"/>
                  </a:lnTo>
                  <a:lnTo>
                    <a:pt x="215" y="183"/>
                  </a:lnTo>
                  <a:lnTo>
                    <a:pt x="215" y="183"/>
                  </a:lnTo>
                  <a:lnTo>
                    <a:pt x="215" y="183"/>
                  </a:lnTo>
                  <a:lnTo>
                    <a:pt x="216" y="183"/>
                  </a:lnTo>
                  <a:lnTo>
                    <a:pt x="216" y="183"/>
                  </a:lnTo>
                  <a:lnTo>
                    <a:pt x="216" y="183"/>
                  </a:lnTo>
                  <a:lnTo>
                    <a:pt x="216" y="183"/>
                  </a:lnTo>
                  <a:lnTo>
                    <a:pt x="219" y="183"/>
                  </a:lnTo>
                  <a:lnTo>
                    <a:pt x="219" y="183"/>
                  </a:lnTo>
                  <a:lnTo>
                    <a:pt x="219" y="183"/>
                  </a:lnTo>
                  <a:lnTo>
                    <a:pt x="219" y="183"/>
                  </a:lnTo>
                  <a:lnTo>
                    <a:pt x="221" y="183"/>
                  </a:lnTo>
                  <a:lnTo>
                    <a:pt x="221" y="183"/>
                  </a:lnTo>
                  <a:lnTo>
                    <a:pt x="221" y="183"/>
                  </a:lnTo>
                  <a:lnTo>
                    <a:pt x="221" y="183"/>
                  </a:lnTo>
                  <a:lnTo>
                    <a:pt x="222" y="182"/>
                  </a:lnTo>
                  <a:lnTo>
                    <a:pt x="222" y="182"/>
                  </a:lnTo>
                  <a:lnTo>
                    <a:pt x="222" y="182"/>
                  </a:lnTo>
                  <a:lnTo>
                    <a:pt x="222" y="182"/>
                  </a:lnTo>
                  <a:lnTo>
                    <a:pt x="222" y="180"/>
                  </a:lnTo>
                  <a:lnTo>
                    <a:pt x="222" y="180"/>
                  </a:lnTo>
                  <a:lnTo>
                    <a:pt x="222" y="179"/>
                  </a:lnTo>
                  <a:lnTo>
                    <a:pt x="222" y="179"/>
                  </a:lnTo>
                  <a:lnTo>
                    <a:pt x="224" y="177"/>
                  </a:lnTo>
                  <a:lnTo>
                    <a:pt x="224" y="177"/>
                  </a:lnTo>
                  <a:lnTo>
                    <a:pt x="224" y="175"/>
                  </a:lnTo>
                  <a:lnTo>
                    <a:pt x="224" y="175"/>
                  </a:lnTo>
                  <a:lnTo>
                    <a:pt x="224" y="173"/>
                  </a:lnTo>
                  <a:lnTo>
                    <a:pt x="224" y="173"/>
                  </a:lnTo>
                  <a:lnTo>
                    <a:pt x="224" y="171"/>
                  </a:lnTo>
                  <a:lnTo>
                    <a:pt x="224" y="171"/>
                  </a:lnTo>
                  <a:lnTo>
                    <a:pt x="224" y="169"/>
                  </a:lnTo>
                  <a:lnTo>
                    <a:pt x="222" y="169"/>
                  </a:lnTo>
                  <a:lnTo>
                    <a:pt x="222" y="169"/>
                  </a:lnTo>
                  <a:lnTo>
                    <a:pt x="222" y="169"/>
                  </a:lnTo>
                  <a:lnTo>
                    <a:pt x="222" y="167"/>
                  </a:lnTo>
                  <a:lnTo>
                    <a:pt x="220" y="167"/>
                  </a:lnTo>
                  <a:lnTo>
                    <a:pt x="220" y="165"/>
                  </a:lnTo>
                  <a:lnTo>
                    <a:pt x="220" y="165"/>
                  </a:lnTo>
                  <a:lnTo>
                    <a:pt x="220" y="163"/>
                  </a:lnTo>
                  <a:lnTo>
                    <a:pt x="218" y="163"/>
                  </a:lnTo>
                  <a:lnTo>
                    <a:pt x="218" y="163"/>
                  </a:lnTo>
                  <a:lnTo>
                    <a:pt x="218" y="163"/>
                  </a:lnTo>
                  <a:lnTo>
                    <a:pt x="218" y="161"/>
                  </a:lnTo>
                  <a:lnTo>
                    <a:pt x="218" y="161"/>
                  </a:lnTo>
                  <a:lnTo>
                    <a:pt x="218" y="160"/>
                  </a:lnTo>
                  <a:lnTo>
                    <a:pt x="218" y="160"/>
                  </a:lnTo>
                  <a:lnTo>
                    <a:pt x="219" y="158"/>
                  </a:lnTo>
                  <a:lnTo>
                    <a:pt x="219" y="158"/>
                  </a:lnTo>
                  <a:lnTo>
                    <a:pt x="219" y="158"/>
                  </a:lnTo>
                  <a:lnTo>
                    <a:pt x="219" y="158"/>
                  </a:lnTo>
                  <a:lnTo>
                    <a:pt x="221" y="158"/>
                  </a:lnTo>
                  <a:lnTo>
                    <a:pt x="221" y="159"/>
                  </a:lnTo>
                  <a:lnTo>
                    <a:pt x="223" y="159"/>
                  </a:lnTo>
                  <a:lnTo>
                    <a:pt x="224" y="159"/>
                  </a:lnTo>
                  <a:lnTo>
                    <a:pt x="226" y="159"/>
                  </a:lnTo>
                  <a:lnTo>
                    <a:pt x="226" y="161"/>
                  </a:lnTo>
                  <a:lnTo>
                    <a:pt x="228" y="161"/>
                  </a:lnTo>
                  <a:lnTo>
                    <a:pt x="228" y="161"/>
                  </a:lnTo>
                  <a:lnTo>
                    <a:pt x="230" y="161"/>
                  </a:lnTo>
                  <a:lnTo>
                    <a:pt x="230" y="161"/>
                  </a:lnTo>
                  <a:lnTo>
                    <a:pt x="232" y="161"/>
                  </a:lnTo>
                  <a:lnTo>
                    <a:pt x="234" y="161"/>
                  </a:lnTo>
                  <a:lnTo>
                    <a:pt x="236" y="161"/>
                  </a:lnTo>
                  <a:lnTo>
                    <a:pt x="236" y="161"/>
                  </a:lnTo>
                  <a:lnTo>
                    <a:pt x="236" y="161"/>
                  </a:lnTo>
                  <a:lnTo>
                    <a:pt x="236" y="161"/>
                  </a:lnTo>
                  <a:lnTo>
                    <a:pt x="236" y="160"/>
                  </a:lnTo>
                  <a:lnTo>
                    <a:pt x="236" y="160"/>
                  </a:lnTo>
                  <a:lnTo>
                    <a:pt x="236" y="158"/>
                  </a:lnTo>
                  <a:lnTo>
                    <a:pt x="236" y="158"/>
                  </a:lnTo>
                  <a:lnTo>
                    <a:pt x="237" y="157"/>
                  </a:lnTo>
                  <a:lnTo>
                    <a:pt x="237" y="157"/>
                  </a:lnTo>
                  <a:lnTo>
                    <a:pt x="237" y="155"/>
                  </a:lnTo>
                  <a:lnTo>
                    <a:pt x="237" y="155"/>
                  </a:lnTo>
                  <a:lnTo>
                    <a:pt x="237" y="153"/>
                  </a:lnTo>
                  <a:lnTo>
                    <a:pt x="237" y="153"/>
                  </a:lnTo>
                  <a:lnTo>
                    <a:pt x="237" y="153"/>
                  </a:lnTo>
                  <a:lnTo>
                    <a:pt x="237" y="153"/>
                  </a:lnTo>
                  <a:lnTo>
                    <a:pt x="238" y="151"/>
                  </a:lnTo>
                  <a:lnTo>
                    <a:pt x="236" y="151"/>
                  </a:lnTo>
                  <a:lnTo>
                    <a:pt x="235" y="151"/>
                  </a:lnTo>
                  <a:lnTo>
                    <a:pt x="233" y="151"/>
                  </a:lnTo>
                  <a:lnTo>
                    <a:pt x="233" y="151"/>
                  </a:lnTo>
                  <a:lnTo>
                    <a:pt x="231" y="152"/>
                  </a:lnTo>
                  <a:lnTo>
                    <a:pt x="229" y="152"/>
                  </a:lnTo>
                  <a:lnTo>
                    <a:pt x="228" y="152"/>
                  </a:lnTo>
                  <a:lnTo>
                    <a:pt x="228" y="152"/>
                  </a:lnTo>
                  <a:lnTo>
                    <a:pt x="226" y="154"/>
                  </a:lnTo>
                  <a:lnTo>
                    <a:pt x="224" y="154"/>
                  </a:lnTo>
                  <a:lnTo>
                    <a:pt x="222" y="154"/>
                  </a:lnTo>
                  <a:lnTo>
                    <a:pt x="222" y="154"/>
                  </a:lnTo>
                  <a:lnTo>
                    <a:pt x="220" y="154"/>
                  </a:lnTo>
                  <a:lnTo>
                    <a:pt x="220" y="154"/>
                  </a:lnTo>
                  <a:lnTo>
                    <a:pt x="219" y="154"/>
                  </a:lnTo>
                  <a:lnTo>
                    <a:pt x="219" y="152"/>
                  </a:lnTo>
                  <a:lnTo>
                    <a:pt x="219" y="152"/>
                  </a:lnTo>
                  <a:lnTo>
                    <a:pt x="219" y="152"/>
                  </a:lnTo>
                  <a:lnTo>
                    <a:pt x="219" y="152"/>
                  </a:lnTo>
                  <a:lnTo>
                    <a:pt x="219" y="151"/>
                  </a:lnTo>
                  <a:lnTo>
                    <a:pt x="219" y="151"/>
                  </a:lnTo>
                  <a:lnTo>
                    <a:pt x="219" y="150"/>
                  </a:lnTo>
                  <a:lnTo>
                    <a:pt x="219" y="150"/>
                  </a:lnTo>
                  <a:lnTo>
                    <a:pt x="221" y="148"/>
                  </a:lnTo>
                  <a:lnTo>
                    <a:pt x="221" y="148"/>
                  </a:lnTo>
                  <a:lnTo>
                    <a:pt x="221" y="148"/>
                  </a:lnTo>
                  <a:lnTo>
                    <a:pt x="221" y="148"/>
                  </a:lnTo>
                  <a:lnTo>
                    <a:pt x="223" y="146"/>
                  </a:lnTo>
                  <a:lnTo>
                    <a:pt x="223" y="146"/>
                  </a:lnTo>
                  <a:lnTo>
                    <a:pt x="223" y="145"/>
                  </a:lnTo>
                  <a:lnTo>
                    <a:pt x="223" y="145"/>
                  </a:lnTo>
                  <a:lnTo>
                    <a:pt x="225" y="143"/>
                  </a:lnTo>
                  <a:lnTo>
                    <a:pt x="225" y="143"/>
                  </a:lnTo>
                  <a:lnTo>
                    <a:pt x="225" y="143"/>
                  </a:lnTo>
                  <a:lnTo>
                    <a:pt x="225" y="143"/>
                  </a:lnTo>
                  <a:lnTo>
                    <a:pt x="227" y="143"/>
                  </a:lnTo>
                  <a:lnTo>
                    <a:pt x="227" y="143"/>
                  </a:lnTo>
                  <a:lnTo>
                    <a:pt x="228" y="143"/>
                  </a:lnTo>
                  <a:lnTo>
                    <a:pt x="228" y="143"/>
                  </a:lnTo>
                  <a:lnTo>
                    <a:pt x="230" y="142"/>
                  </a:lnTo>
                  <a:lnTo>
                    <a:pt x="230" y="142"/>
                  </a:lnTo>
                  <a:lnTo>
                    <a:pt x="231" y="142"/>
                  </a:lnTo>
                  <a:lnTo>
                    <a:pt x="231" y="142"/>
                  </a:lnTo>
                  <a:lnTo>
                    <a:pt x="233" y="141"/>
                  </a:lnTo>
                  <a:lnTo>
                    <a:pt x="233" y="141"/>
                  </a:lnTo>
                  <a:lnTo>
                    <a:pt x="234" y="141"/>
                  </a:lnTo>
                  <a:lnTo>
                    <a:pt x="234" y="141"/>
                  </a:lnTo>
                  <a:lnTo>
                    <a:pt x="236" y="139"/>
                  </a:lnTo>
                  <a:lnTo>
                    <a:pt x="236" y="139"/>
                  </a:lnTo>
                  <a:lnTo>
                    <a:pt x="236" y="139"/>
                  </a:lnTo>
                  <a:lnTo>
                    <a:pt x="236" y="139"/>
                  </a:lnTo>
                  <a:lnTo>
                    <a:pt x="236" y="138"/>
                  </a:lnTo>
                  <a:lnTo>
                    <a:pt x="236" y="138"/>
                  </a:lnTo>
                  <a:lnTo>
                    <a:pt x="236" y="138"/>
                  </a:lnTo>
                  <a:lnTo>
                    <a:pt x="236" y="138"/>
                  </a:lnTo>
                  <a:lnTo>
                    <a:pt x="237" y="136"/>
                  </a:lnTo>
                  <a:lnTo>
                    <a:pt x="237" y="136"/>
                  </a:lnTo>
                  <a:lnTo>
                    <a:pt x="237" y="136"/>
                  </a:lnTo>
                  <a:lnTo>
                    <a:pt x="237" y="136"/>
                  </a:lnTo>
                  <a:lnTo>
                    <a:pt x="237" y="134"/>
                  </a:lnTo>
                  <a:lnTo>
                    <a:pt x="237" y="134"/>
                  </a:lnTo>
                  <a:lnTo>
                    <a:pt x="237" y="134"/>
                  </a:lnTo>
                  <a:lnTo>
                    <a:pt x="237" y="134"/>
                  </a:lnTo>
                  <a:lnTo>
                    <a:pt x="238" y="132"/>
                  </a:lnTo>
                  <a:lnTo>
                    <a:pt x="237" y="132"/>
                  </a:lnTo>
                  <a:lnTo>
                    <a:pt x="237" y="132"/>
                  </a:lnTo>
                  <a:lnTo>
                    <a:pt x="237" y="132"/>
                  </a:lnTo>
                  <a:lnTo>
                    <a:pt x="237" y="132"/>
                  </a:lnTo>
                  <a:lnTo>
                    <a:pt x="235" y="132"/>
                  </a:lnTo>
                  <a:lnTo>
                    <a:pt x="235" y="132"/>
                  </a:lnTo>
                  <a:lnTo>
                    <a:pt x="235" y="132"/>
                  </a:lnTo>
                  <a:lnTo>
                    <a:pt x="235" y="131"/>
                  </a:lnTo>
                  <a:lnTo>
                    <a:pt x="233" y="131"/>
                  </a:lnTo>
                  <a:lnTo>
                    <a:pt x="233" y="131"/>
                  </a:lnTo>
                  <a:lnTo>
                    <a:pt x="233" y="131"/>
                  </a:lnTo>
                  <a:lnTo>
                    <a:pt x="233" y="131"/>
                  </a:lnTo>
                  <a:lnTo>
                    <a:pt x="233" y="131"/>
                  </a:lnTo>
                  <a:lnTo>
                    <a:pt x="233" y="131"/>
                  </a:lnTo>
                  <a:lnTo>
                    <a:pt x="233" y="131"/>
                  </a:lnTo>
                  <a:lnTo>
                    <a:pt x="233" y="129"/>
                  </a:lnTo>
                  <a:lnTo>
                    <a:pt x="233" y="129"/>
                  </a:lnTo>
                  <a:lnTo>
                    <a:pt x="233" y="129"/>
                  </a:lnTo>
                  <a:lnTo>
                    <a:pt x="233" y="129"/>
                  </a:lnTo>
                  <a:lnTo>
                    <a:pt x="234" y="127"/>
                  </a:lnTo>
                  <a:lnTo>
                    <a:pt x="234" y="127"/>
                  </a:lnTo>
                  <a:lnTo>
                    <a:pt x="235" y="126"/>
                  </a:lnTo>
                  <a:lnTo>
                    <a:pt x="235" y="126"/>
                  </a:lnTo>
                  <a:lnTo>
                    <a:pt x="237" y="124"/>
                  </a:lnTo>
                  <a:lnTo>
                    <a:pt x="237" y="124"/>
                  </a:lnTo>
                  <a:lnTo>
                    <a:pt x="238" y="124"/>
                  </a:lnTo>
                  <a:lnTo>
                    <a:pt x="238" y="124"/>
                  </a:lnTo>
                  <a:lnTo>
                    <a:pt x="241" y="123"/>
                  </a:lnTo>
                  <a:lnTo>
                    <a:pt x="241" y="123"/>
                  </a:lnTo>
                  <a:lnTo>
                    <a:pt x="241" y="123"/>
                  </a:lnTo>
                  <a:lnTo>
                    <a:pt x="241" y="123"/>
                  </a:lnTo>
                  <a:lnTo>
                    <a:pt x="243" y="121"/>
                  </a:lnTo>
                  <a:lnTo>
                    <a:pt x="243" y="121"/>
                  </a:lnTo>
                  <a:lnTo>
                    <a:pt x="243" y="120"/>
                  </a:lnTo>
                  <a:lnTo>
                    <a:pt x="243" y="119"/>
                  </a:lnTo>
                  <a:lnTo>
                    <a:pt x="243" y="117"/>
                  </a:lnTo>
                  <a:lnTo>
                    <a:pt x="243" y="117"/>
                  </a:lnTo>
                  <a:lnTo>
                    <a:pt x="243" y="115"/>
                  </a:lnTo>
                  <a:lnTo>
                    <a:pt x="243" y="113"/>
                  </a:lnTo>
                  <a:lnTo>
                    <a:pt x="243" y="111"/>
                  </a:lnTo>
                  <a:lnTo>
                    <a:pt x="242" y="111"/>
                  </a:lnTo>
                  <a:lnTo>
                    <a:pt x="242" y="109"/>
                  </a:lnTo>
                  <a:lnTo>
                    <a:pt x="242" y="108"/>
                  </a:lnTo>
                  <a:lnTo>
                    <a:pt x="242" y="106"/>
                  </a:lnTo>
                  <a:lnTo>
                    <a:pt x="242" y="106"/>
                  </a:lnTo>
                  <a:lnTo>
                    <a:pt x="242" y="104"/>
                  </a:lnTo>
                  <a:lnTo>
                    <a:pt x="242" y="104"/>
                  </a:lnTo>
                  <a:lnTo>
                    <a:pt x="244" y="102"/>
                  </a:lnTo>
                  <a:lnTo>
                    <a:pt x="244" y="104"/>
                  </a:lnTo>
                  <a:lnTo>
                    <a:pt x="244" y="104"/>
                  </a:lnTo>
                  <a:lnTo>
                    <a:pt x="244" y="104"/>
                  </a:lnTo>
                  <a:lnTo>
                    <a:pt x="245" y="104"/>
                  </a:lnTo>
                  <a:lnTo>
                    <a:pt x="245" y="106"/>
                  </a:lnTo>
                  <a:lnTo>
                    <a:pt x="245" y="106"/>
                  </a:lnTo>
                  <a:lnTo>
                    <a:pt x="245" y="107"/>
                  </a:lnTo>
                  <a:lnTo>
                    <a:pt x="247" y="107"/>
                  </a:lnTo>
                  <a:lnTo>
                    <a:pt x="247" y="109"/>
                  </a:lnTo>
                  <a:lnTo>
                    <a:pt x="247" y="109"/>
                  </a:lnTo>
                  <a:lnTo>
                    <a:pt x="247" y="111"/>
                  </a:lnTo>
                  <a:lnTo>
                    <a:pt x="249" y="111"/>
                  </a:lnTo>
                  <a:lnTo>
                    <a:pt x="249" y="113"/>
                  </a:lnTo>
                  <a:lnTo>
                    <a:pt x="250" y="113"/>
                  </a:lnTo>
                  <a:lnTo>
                    <a:pt x="250" y="113"/>
                  </a:lnTo>
                  <a:lnTo>
                    <a:pt x="251" y="113"/>
                  </a:lnTo>
                  <a:lnTo>
                    <a:pt x="251" y="113"/>
                  </a:lnTo>
                  <a:lnTo>
                    <a:pt x="251" y="113"/>
                  </a:lnTo>
                  <a:lnTo>
                    <a:pt x="251" y="113"/>
                  </a:lnTo>
                  <a:lnTo>
                    <a:pt x="252" y="113"/>
                  </a:lnTo>
                  <a:lnTo>
                    <a:pt x="252" y="113"/>
                  </a:lnTo>
                  <a:lnTo>
                    <a:pt x="252" y="113"/>
                  </a:lnTo>
                  <a:lnTo>
                    <a:pt x="252" y="113"/>
                  </a:lnTo>
                  <a:lnTo>
                    <a:pt x="254" y="111"/>
                  </a:lnTo>
                  <a:lnTo>
                    <a:pt x="254" y="111"/>
                  </a:lnTo>
                  <a:lnTo>
                    <a:pt x="254" y="111"/>
                  </a:lnTo>
                  <a:lnTo>
                    <a:pt x="254" y="111"/>
                  </a:lnTo>
                  <a:lnTo>
                    <a:pt x="255" y="109"/>
                  </a:lnTo>
                  <a:lnTo>
                    <a:pt x="255" y="109"/>
                  </a:lnTo>
                  <a:lnTo>
                    <a:pt x="255" y="109"/>
                  </a:lnTo>
                  <a:lnTo>
                    <a:pt x="255" y="109"/>
                  </a:lnTo>
                  <a:lnTo>
                    <a:pt x="257" y="107"/>
                  </a:lnTo>
                  <a:lnTo>
                    <a:pt x="257" y="109"/>
                  </a:lnTo>
                  <a:lnTo>
                    <a:pt x="257" y="109"/>
                  </a:lnTo>
                  <a:lnTo>
                    <a:pt x="257" y="109"/>
                  </a:lnTo>
                  <a:lnTo>
                    <a:pt x="258" y="109"/>
                  </a:lnTo>
                  <a:lnTo>
                    <a:pt x="258" y="111"/>
                  </a:lnTo>
                  <a:lnTo>
                    <a:pt x="259" y="111"/>
                  </a:lnTo>
                  <a:lnTo>
                    <a:pt x="259" y="111"/>
                  </a:lnTo>
                  <a:lnTo>
                    <a:pt x="261" y="111"/>
                  </a:lnTo>
                  <a:lnTo>
                    <a:pt x="261" y="113"/>
                  </a:lnTo>
                  <a:lnTo>
                    <a:pt x="263" y="113"/>
                  </a:lnTo>
                  <a:lnTo>
                    <a:pt x="263" y="114"/>
                  </a:lnTo>
                  <a:lnTo>
                    <a:pt x="265" y="114"/>
                  </a:lnTo>
                  <a:lnTo>
                    <a:pt x="265" y="114"/>
                  </a:lnTo>
                  <a:lnTo>
                    <a:pt x="265" y="114"/>
                  </a:lnTo>
                  <a:lnTo>
                    <a:pt x="265" y="114"/>
                  </a:lnTo>
                  <a:lnTo>
                    <a:pt x="267" y="113"/>
                  </a:lnTo>
                  <a:lnTo>
                    <a:pt x="267" y="113"/>
                  </a:lnTo>
                  <a:lnTo>
                    <a:pt x="267" y="113"/>
                  </a:lnTo>
                  <a:lnTo>
                    <a:pt x="267" y="113"/>
                  </a:lnTo>
                  <a:lnTo>
                    <a:pt x="267" y="113"/>
                  </a:lnTo>
                  <a:lnTo>
                    <a:pt x="267" y="113"/>
                  </a:lnTo>
                  <a:lnTo>
                    <a:pt x="267" y="113"/>
                  </a:lnTo>
                  <a:lnTo>
                    <a:pt x="267" y="113"/>
                  </a:lnTo>
                  <a:lnTo>
                    <a:pt x="267" y="112"/>
                  </a:lnTo>
                  <a:lnTo>
                    <a:pt x="267" y="112"/>
                  </a:lnTo>
                  <a:lnTo>
                    <a:pt x="267" y="112"/>
                  </a:lnTo>
                  <a:lnTo>
                    <a:pt x="267" y="112"/>
                  </a:lnTo>
                  <a:lnTo>
                    <a:pt x="267" y="111"/>
                  </a:lnTo>
                  <a:lnTo>
                    <a:pt x="267" y="111"/>
                  </a:lnTo>
                  <a:lnTo>
                    <a:pt x="267" y="111"/>
                  </a:lnTo>
                  <a:lnTo>
                    <a:pt x="267" y="111"/>
                  </a:lnTo>
                  <a:lnTo>
                    <a:pt x="267" y="109"/>
                  </a:lnTo>
                  <a:lnTo>
                    <a:pt x="265" y="109"/>
                  </a:lnTo>
                  <a:lnTo>
                    <a:pt x="265" y="109"/>
                  </a:lnTo>
                  <a:lnTo>
                    <a:pt x="264" y="109"/>
                  </a:lnTo>
                  <a:lnTo>
                    <a:pt x="264" y="109"/>
                  </a:lnTo>
                  <a:lnTo>
                    <a:pt x="262" y="109"/>
                  </a:lnTo>
                  <a:lnTo>
                    <a:pt x="261" y="109"/>
                  </a:lnTo>
                  <a:lnTo>
                    <a:pt x="259" y="109"/>
                  </a:lnTo>
                  <a:lnTo>
                    <a:pt x="259" y="107"/>
                  </a:lnTo>
                  <a:lnTo>
                    <a:pt x="258" y="107"/>
                  </a:lnTo>
                  <a:lnTo>
                    <a:pt x="256" y="107"/>
                  </a:lnTo>
                  <a:lnTo>
                    <a:pt x="254" y="107"/>
                  </a:lnTo>
                  <a:lnTo>
                    <a:pt x="254" y="107"/>
                  </a:lnTo>
                  <a:lnTo>
                    <a:pt x="252" y="107"/>
                  </a:lnTo>
                  <a:lnTo>
                    <a:pt x="252" y="107"/>
                  </a:lnTo>
                  <a:lnTo>
                    <a:pt x="252" y="107"/>
                  </a:lnTo>
                  <a:lnTo>
                    <a:pt x="252" y="105"/>
                  </a:lnTo>
                  <a:lnTo>
                    <a:pt x="251" y="105"/>
                  </a:lnTo>
                  <a:lnTo>
                    <a:pt x="251" y="105"/>
                  </a:lnTo>
                  <a:lnTo>
                    <a:pt x="251" y="105"/>
                  </a:lnTo>
                  <a:lnTo>
                    <a:pt x="252" y="104"/>
                  </a:lnTo>
                  <a:lnTo>
                    <a:pt x="252" y="104"/>
                  </a:lnTo>
                  <a:lnTo>
                    <a:pt x="252" y="104"/>
                  </a:lnTo>
                  <a:lnTo>
                    <a:pt x="252" y="104"/>
                  </a:lnTo>
                  <a:lnTo>
                    <a:pt x="254" y="102"/>
                  </a:lnTo>
                  <a:lnTo>
                    <a:pt x="254" y="102"/>
                  </a:lnTo>
                  <a:lnTo>
                    <a:pt x="254" y="102"/>
                  </a:lnTo>
                  <a:lnTo>
                    <a:pt x="254" y="102"/>
                  </a:lnTo>
                  <a:lnTo>
                    <a:pt x="255" y="100"/>
                  </a:lnTo>
                  <a:lnTo>
                    <a:pt x="255" y="100"/>
                  </a:lnTo>
                  <a:lnTo>
                    <a:pt x="255" y="100"/>
                  </a:lnTo>
                  <a:lnTo>
                    <a:pt x="255" y="100"/>
                  </a:lnTo>
                  <a:lnTo>
                    <a:pt x="257" y="98"/>
                  </a:lnTo>
                  <a:lnTo>
                    <a:pt x="257" y="98"/>
                  </a:lnTo>
                  <a:lnTo>
                    <a:pt x="257" y="97"/>
                  </a:lnTo>
                  <a:lnTo>
                    <a:pt x="257" y="97"/>
                  </a:lnTo>
                  <a:lnTo>
                    <a:pt x="257" y="95"/>
                  </a:lnTo>
                  <a:lnTo>
                    <a:pt x="257" y="95"/>
                  </a:lnTo>
                  <a:lnTo>
                    <a:pt x="257" y="93"/>
                  </a:lnTo>
                  <a:lnTo>
                    <a:pt x="257" y="93"/>
                  </a:lnTo>
                  <a:lnTo>
                    <a:pt x="258" y="91"/>
                  </a:lnTo>
                  <a:lnTo>
                    <a:pt x="258" y="91"/>
                  </a:lnTo>
                  <a:lnTo>
                    <a:pt x="258" y="91"/>
                  </a:lnTo>
                  <a:lnTo>
                    <a:pt x="258" y="91"/>
                  </a:lnTo>
                  <a:lnTo>
                    <a:pt x="259" y="89"/>
                  </a:lnTo>
                  <a:lnTo>
                    <a:pt x="259" y="89"/>
                  </a:lnTo>
                  <a:lnTo>
                    <a:pt x="259" y="88"/>
                  </a:lnTo>
                  <a:lnTo>
                    <a:pt x="259" y="88"/>
                  </a:lnTo>
                  <a:lnTo>
                    <a:pt x="261" y="86"/>
                  </a:lnTo>
                  <a:lnTo>
                    <a:pt x="261" y="87"/>
                  </a:lnTo>
                  <a:lnTo>
                    <a:pt x="261" y="87"/>
                  </a:lnTo>
                  <a:lnTo>
                    <a:pt x="261" y="87"/>
                  </a:lnTo>
                  <a:lnTo>
                    <a:pt x="263" y="87"/>
                  </a:lnTo>
                  <a:lnTo>
                    <a:pt x="263" y="89"/>
                  </a:lnTo>
                  <a:lnTo>
                    <a:pt x="263" y="89"/>
                  </a:lnTo>
                  <a:lnTo>
                    <a:pt x="263" y="89"/>
                  </a:lnTo>
                  <a:lnTo>
                    <a:pt x="265" y="89"/>
                  </a:lnTo>
                  <a:lnTo>
                    <a:pt x="265" y="90"/>
                  </a:lnTo>
                  <a:lnTo>
                    <a:pt x="265" y="90"/>
                  </a:lnTo>
                  <a:lnTo>
                    <a:pt x="265" y="90"/>
                  </a:lnTo>
                  <a:lnTo>
                    <a:pt x="266" y="90"/>
                  </a:lnTo>
                  <a:lnTo>
                    <a:pt x="266" y="90"/>
                  </a:lnTo>
                  <a:lnTo>
                    <a:pt x="266" y="90"/>
                  </a:lnTo>
                  <a:lnTo>
                    <a:pt x="266" y="90"/>
                  </a:lnTo>
                  <a:lnTo>
                    <a:pt x="268" y="90"/>
                  </a:lnTo>
                  <a:lnTo>
                    <a:pt x="268" y="92"/>
                  </a:lnTo>
                  <a:lnTo>
                    <a:pt x="268" y="92"/>
                  </a:lnTo>
                  <a:lnTo>
                    <a:pt x="268" y="93"/>
                  </a:lnTo>
                  <a:lnTo>
                    <a:pt x="268" y="93"/>
                  </a:lnTo>
                  <a:lnTo>
                    <a:pt x="268" y="95"/>
                  </a:lnTo>
                  <a:lnTo>
                    <a:pt x="268" y="95"/>
                  </a:lnTo>
                  <a:lnTo>
                    <a:pt x="268" y="97"/>
                  </a:lnTo>
                  <a:lnTo>
                    <a:pt x="268" y="97"/>
                  </a:lnTo>
                  <a:lnTo>
                    <a:pt x="268" y="98"/>
                  </a:lnTo>
                  <a:lnTo>
                    <a:pt x="268" y="98"/>
                  </a:lnTo>
                  <a:lnTo>
                    <a:pt x="268" y="99"/>
                  </a:lnTo>
                  <a:lnTo>
                    <a:pt x="268" y="99"/>
                  </a:lnTo>
                  <a:lnTo>
                    <a:pt x="268" y="100"/>
                  </a:lnTo>
                  <a:lnTo>
                    <a:pt x="268" y="100"/>
                  </a:lnTo>
                  <a:lnTo>
                    <a:pt x="268" y="100"/>
                  </a:lnTo>
                  <a:lnTo>
                    <a:pt x="268" y="100"/>
                  </a:lnTo>
                  <a:lnTo>
                    <a:pt x="268" y="100"/>
                  </a:lnTo>
                  <a:lnTo>
                    <a:pt x="268" y="100"/>
                  </a:lnTo>
                  <a:lnTo>
                    <a:pt x="268" y="100"/>
                  </a:lnTo>
                  <a:lnTo>
                    <a:pt x="268" y="99"/>
                  </a:lnTo>
                  <a:lnTo>
                    <a:pt x="268" y="99"/>
                  </a:lnTo>
                  <a:lnTo>
                    <a:pt x="268" y="97"/>
                  </a:lnTo>
                  <a:lnTo>
                    <a:pt x="268" y="96"/>
                  </a:lnTo>
                  <a:lnTo>
                    <a:pt x="268" y="94"/>
                  </a:lnTo>
                  <a:lnTo>
                    <a:pt x="268" y="94"/>
                  </a:lnTo>
                  <a:lnTo>
                    <a:pt x="268" y="92"/>
                  </a:lnTo>
                  <a:lnTo>
                    <a:pt x="268" y="91"/>
                  </a:lnTo>
                  <a:lnTo>
                    <a:pt x="269" y="89"/>
                  </a:lnTo>
                  <a:lnTo>
                    <a:pt x="269" y="89"/>
                  </a:lnTo>
                  <a:lnTo>
                    <a:pt x="269" y="88"/>
                  </a:lnTo>
                  <a:lnTo>
                    <a:pt x="269" y="88"/>
                  </a:lnTo>
                  <a:lnTo>
                    <a:pt x="271" y="86"/>
                  </a:lnTo>
                  <a:lnTo>
                    <a:pt x="271" y="86"/>
                  </a:lnTo>
                  <a:lnTo>
                    <a:pt x="271" y="86"/>
                  </a:lnTo>
                  <a:lnTo>
                    <a:pt x="271" y="86"/>
                  </a:lnTo>
                  <a:lnTo>
                    <a:pt x="271" y="85"/>
                  </a:lnTo>
                  <a:lnTo>
                    <a:pt x="271" y="85"/>
                  </a:lnTo>
                  <a:lnTo>
                    <a:pt x="271" y="83"/>
                  </a:lnTo>
                  <a:lnTo>
                    <a:pt x="271" y="83"/>
                  </a:lnTo>
                  <a:lnTo>
                    <a:pt x="273" y="82"/>
                  </a:lnTo>
                  <a:lnTo>
                    <a:pt x="273" y="82"/>
                  </a:lnTo>
                  <a:lnTo>
                    <a:pt x="273" y="82"/>
                  </a:lnTo>
                  <a:lnTo>
                    <a:pt x="273" y="82"/>
                  </a:lnTo>
                  <a:lnTo>
                    <a:pt x="275" y="80"/>
                  </a:lnTo>
                  <a:lnTo>
                    <a:pt x="275" y="80"/>
                  </a:lnTo>
                  <a:lnTo>
                    <a:pt x="275" y="79"/>
                  </a:lnTo>
                  <a:lnTo>
                    <a:pt x="275" y="79"/>
                  </a:lnTo>
                  <a:lnTo>
                    <a:pt x="277" y="77"/>
                  </a:lnTo>
                  <a:lnTo>
                    <a:pt x="277" y="80"/>
                  </a:lnTo>
                  <a:lnTo>
                    <a:pt x="277" y="80"/>
                  </a:lnTo>
                  <a:lnTo>
                    <a:pt x="277" y="82"/>
                  </a:lnTo>
                  <a:lnTo>
                    <a:pt x="278" y="82"/>
                  </a:lnTo>
                  <a:lnTo>
                    <a:pt x="278" y="83"/>
                  </a:lnTo>
                  <a:lnTo>
                    <a:pt x="278" y="85"/>
                  </a:lnTo>
                  <a:lnTo>
                    <a:pt x="278" y="87"/>
                  </a:lnTo>
                  <a:lnTo>
                    <a:pt x="280" y="87"/>
                  </a:lnTo>
                  <a:lnTo>
                    <a:pt x="278" y="89"/>
                  </a:lnTo>
                  <a:lnTo>
                    <a:pt x="278" y="90"/>
                  </a:lnTo>
                  <a:lnTo>
                    <a:pt x="278" y="92"/>
                  </a:lnTo>
                  <a:lnTo>
                    <a:pt x="278" y="92"/>
                  </a:lnTo>
                  <a:lnTo>
                    <a:pt x="277" y="94"/>
                  </a:lnTo>
                  <a:lnTo>
                    <a:pt x="277" y="94"/>
                  </a:lnTo>
                  <a:lnTo>
                    <a:pt x="277" y="94"/>
                  </a:lnTo>
                  <a:lnTo>
                    <a:pt x="277" y="94"/>
                  </a:lnTo>
                  <a:lnTo>
                    <a:pt x="277" y="97"/>
                  </a:lnTo>
                  <a:lnTo>
                    <a:pt x="277" y="97"/>
                  </a:lnTo>
                  <a:lnTo>
                    <a:pt x="277" y="97"/>
                  </a:lnTo>
                  <a:lnTo>
                    <a:pt x="278" y="97"/>
                  </a:lnTo>
                  <a:lnTo>
                    <a:pt x="278" y="99"/>
                  </a:lnTo>
                  <a:lnTo>
                    <a:pt x="278" y="99"/>
                  </a:lnTo>
                  <a:lnTo>
                    <a:pt x="278" y="99"/>
                  </a:lnTo>
                  <a:lnTo>
                    <a:pt x="279" y="99"/>
                  </a:lnTo>
                  <a:lnTo>
                    <a:pt x="277" y="101"/>
                  </a:lnTo>
                  <a:lnTo>
                    <a:pt x="277" y="101"/>
                  </a:lnTo>
                  <a:lnTo>
                    <a:pt x="277" y="102"/>
                  </a:lnTo>
                  <a:lnTo>
                    <a:pt x="277" y="102"/>
                  </a:lnTo>
                  <a:lnTo>
                    <a:pt x="277" y="102"/>
                  </a:lnTo>
                  <a:lnTo>
                    <a:pt x="277" y="102"/>
                  </a:lnTo>
                  <a:lnTo>
                    <a:pt x="277" y="102"/>
                  </a:lnTo>
                  <a:lnTo>
                    <a:pt x="277" y="102"/>
                  </a:lnTo>
                  <a:lnTo>
                    <a:pt x="277" y="102"/>
                  </a:lnTo>
                  <a:lnTo>
                    <a:pt x="277" y="102"/>
                  </a:lnTo>
                  <a:lnTo>
                    <a:pt x="277" y="102"/>
                  </a:lnTo>
                  <a:lnTo>
                    <a:pt x="278" y="102"/>
                  </a:lnTo>
                  <a:lnTo>
                    <a:pt x="278" y="102"/>
                  </a:lnTo>
                  <a:lnTo>
                    <a:pt x="278" y="102"/>
                  </a:lnTo>
                  <a:lnTo>
                    <a:pt x="278" y="102"/>
                  </a:lnTo>
                  <a:lnTo>
                    <a:pt x="280" y="100"/>
                  </a:lnTo>
                  <a:lnTo>
                    <a:pt x="280" y="100"/>
                  </a:lnTo>
                  <a:lnTo>
                    <a:pt x="280" y="100"/>
                  </a:lnTo>
                  <a:lnTo>
                    <a:pt x="280" y="100"/>
                  </a:lnTo>
                  <a:lnTo>
                    <a:pt x="282" y="98"/>
                  </a:lnTo>
                  <a:lnTo>
                    <a:pt x="282" y="98"/>
                  </a:lnTo>
                  <a:lnTo>
                    <a:pt x="282" y="98"/>
                  </a:lnTo>
                  <a:lnTo>
                    <a:pt x="282" y="98"/>
                  </a:lnTo>
                  <a:lnTo>
                    <a:pt x="285" y="96"/>
                  </a:lnTo>
                  <a:lnTo>
                    <a:pt x="283" y="96"/>
                  </a:lnTo>
                  <a:lnTo>
                    <a:pt x="283" y="96"/>
                  </a:lnTo>
                  <a:lnTo>
                    <a:pt x="283" y="96"/>
                  </a:lnTo>
                  <a:lnTo>
                    <a:pt x="283" y="94"/>
                  </a:lnTo>
                  <a:lnTo>
                    <a:pt x="282" y="94"/>
                  </a:lnTo>
                  <a:lnTo>
                    <a:pt x="282" y="93"/>
                  </a:lnTo>
                  <a:lnTo>
                    <a:pt x="282" y="93"/>
                  </a:lnTo>
                  <a:lnTo>
                    <a:pt x="282" y="91"/>
                  </a:lnTo>
                  <a:lnTo>
                    <a:pt x="280" y="91"/>
                  </a:lnTo>
                  <a:lnTo>
                    <a:pt x="280" y="91"/>
                  </a:lnTo>
                  <a:lnTo>
                    <a:pt x="280" y="91"/>
                  </a:lnTo>
                  <a:lnTo>
                    <a:pt x="280" y="89"/>
                  </a:lnTo>
                  <a:lnTo>
                    <a:pt x="280" y="89"/>
                  </a:lnTo>
                  <a:lnTo>
                    <a:pt x="280" y="88"/>
                  </a:lnTo>
                  <a:lnTo>
                    <a:pt x="280" y="88"/>
                  </a:lnTo>
                  <a:lnTo>
                    <a:pt x="280" y="86"/>
                  </a:lnTo>
                  <a:lnTo>
                    <a:pt x="280" y="86"/>
                  </a:lnTo>
                  <a:lnTo>
                    <a:pt x="280" y="86"/>
                  </a:lnTo>
                  <a:lnTo>
                    <a:pt x="280" y="86"/>
                  </a:lnTo>
                  <a:lnTo>
                    <a:pt x="281" y="85"/>
                  </a:lnTo>
                  <a:lnTo>
                    <a:pt x="281" y="85"/>
                  </a:lnTo>
                  <a:lnTo>
                    <a:pt x="281" y="85"/>
                  </a:lnTo>
                  <a:lnTo>
                    <a:pt x="281" y="85"/>
                  </a:lnTo>
                  <a:lnTo>
                    <a:pt x="283" y="83"/>
                  </a:lnTo>
                  <a:lnTo>
                    <a:pt x="283" y="83"/>
                  </a:lnTo>
                  <a:lnTo>
                    <a:pt x="283" y="83"/>
                  </a:lnTo>
                  <a:lnTo>
                    <a:pt x="283" y="83"/>
                  </a:lnTo>
                  <a:lnTo>
                    <a:pt x="285" y="82"/>
                  </a:lnTo>
                  <a:lnTo>
                    <a:pt x="285" y="82"/>
                  </a:lnTo>
                  <a:lnTo>
                    <a:pt x="286" y="82"/>
                  </a:lnTo>
                  <a:lnTo>
                    <a:pt x="286" y="82"/>
                  </a:lnTo>
                  <a:lnTo>
                    <a:pt x="288" y="80"/>
                  </a:lnTo>
                  <a:lnTo>
                    <a:pt x="288" y="80"/>
                  </a:lnTo>
                  <a:lnTo>
                    <a:pt x="288" y="80"/>
                  </a:lnTo>
                  <a:lnTo>
                    <a:pt x="288" y="80"/>
                  </a:lnTo>
                  <a:lnTo>
                    <a:pt x="288" y="80"/>
                  </a:lnTo>
                  <a:lnTo>
                    <a:pt x="288" y="80"/>
                  </a:lnTo>
                  <a:lnTo>
                    <a:pt x="288" y="80"/>
                  </a:lnTo>
                  <a:lnTo>
                    <a:pt x="288" y="80"/>
                  </a:lnTo>
                  <a:lnTo>
                    <a:pt x="288" y="77"/>
                  </a:lnTo>
                  <a:lnTo>
                    <a:pt x="288" y="77"/>
                  </a:lnTo>
                  <a:lnTo>
                    <a:pt x="288" y="77"/>
                  </a:lnTo>
                  <a:lnTo>
                    <a:pt x="288" y="77"/>
                  </a:lnTo>
                  <a:lnTo>
                    <a:pt x="288" y="76"/>
                  </a:lnTo>
                  <a:lnTo>
                    <a:pt x="288" y="76"/>
                  </a:lnTo>
                  <a:lnTo>
                    <a:pt x="288" y="76"/>
                  </a:lnTo>
                  <a:lnTo>
                    <a:pt x="288" y="76"/>
                  </a:lnTo>
                  <a:lnTo>
                    <a:pt x="290" y="75"/>
                  </a:lnTo>
                  <a:lnTo>
                    <a:pt x="290" y="75"/>
                  </a:lnTo>
                  <a:lnTo>
                    <a:pt x="290" y="75"/>
                  </a:lnTo>
                  <a:lnTo>
                    <a:pt x="290" y="75"/>
                  </a:lnTo>
                  <a:lnTo>
                    <a:pt x="290" y="75"/>
                  </a:lnTo>
                  <a:lnTo>
                    <a:pt x="290" y="75"/>
                  </a:lnTo>
                  <a:lnTo>
                    <a:pt x="290" y="75"/>
                  </a:lnTo>
                  <a:lnTo>
                    <a:pt x="290" y="75"/>
                  </a:lnTo>
                  <a:lnTo>
                    <a:pt x="292" y="73"/>
                  </a:lnTo>
                  <a:lnTo>
                    <a:pt x="292" y="73"/>
                  </a:lnTo>
                  <a:lnTo>
                    <a:pt x="292" y="73"/>
                  </a:lnTo>
                  <a:lnTo>
                    <a:pt x="292" y="73"/>
                  </a:lnTo>
                  <a:lnTo>
                    <a:pt x="293" y="73"/>
                  </a:lnTo>
                  <a:lnTo>
                    <a:pt x="293" y="73"/>
                  </a:lnTo>
                  <a:lnTo>
                    <a:pt x="293" y="73"/>
                  </a:lnTo>
                  <a:lnTo>
                    <a:pt x="293" y="73"/>
                  </a:lnTo>
                  <a:lnTo>
                    <a:pt x="294" y="72"/>
                  </a:lnTo>
                  <a:lnTo>
                    <a:pt x="294" y="74"/>
                  </a:lnTo>
                  <a:lnTo>
                    <a:pt x="294" y="74"/>
                  </a:lnTo>
                  <a:lnTo>
                    <a:pt x="294" y="74"/>
                  </a:lnTo>
                  <a:lnTo>
                    <a:pt x="294" y="74"/>
                  </a:lnTo>
                  <a:lnTo>
                    <a:pt x="294" y="75"/>
                  </a:lnTo>
                  <a:lnTo>
                    <a:pt x="294" y="75"/>
                  </a:lnTo>
                  <a:lnTo>
                    <a:pt x="294" y="75"/>
                  </a:lnTo>
                  <a:lnTo>
                    <a:pt x="295" y="75"/>
                  </a:lnTo>
                  <a:lnTo>
                    <a:pt x="295" y="76"/>
                  </a:lnTo>
                  <a:lnTo>
                    <a:pt x="295" y="76"/>
                  </a:lnTo>
                  <a:lnTo>
                    <a:pt x="295" y="76"/>
                  </a:lnTo>
                  <a:lnTo>
                    <a:pt x="295" y="76"/>
                  </a:lnTo>
                  <a:lnTo>
                    <a:pt x="295" y="77"/>
                  </a:lnTo>
                  <a:lnTo>
                    <a:pt x="295" y="77"/>
                  </a:lnTo>
                  <a:lnTo>
                    <a:pt x="295" y="77"/>
                  </a:lnTo>
                  <a:lnTo>
                    <a:pt x="296" y="77"/>
                  </a:lnTo>
                  <a:lnTo>
                    <a:pt x="296" y="79"/>
                  </a:lnTo>
                  <a:lnTo>
                    <a:pt x="296" y="79"/>
                  </a:lnTo>
                  <a:lnTo>
                    <a:pt x="296" y="79"/>
                  </a:lnTo>
                  <a:lnTo>
                    <a:pt x="297" y="79"/>
                  </a:lnTo>
                  <a:lnTo>
                    <a:pt x="297" y="79"/>
                  </a:lnTo>
                  <a:lnTo>
                    <a:pt x="297" y="79"/>
                  </a:lnTo>
                  <a:lnTo>
                    <a:pt x="297" y="79"/>
                  </a:lnTo>
                  <a:lnTo>
                    <a:pt x="299" y="79"/>
                  </a:lnTo>
                  <a:lnTo>
                    <a:pt x="299" y="80"/>
                  </a:lnTo>
                  <a:lnTo>
                    <a:pt x="299" y="80"/>
                  </a:lnTo>
                  <a:lnTo>
                    <a:pt x="299" y="80"/>
                  </a:lnTo>
                  <a:lnTo>
                    <a:pt x="300" y="80"/>
                  </a:lnTo>
                  <a:lnTo>
                    <a:pt x="300" y="80"/>
                  </a:lnTo>
                  <a:lnTo>
                    <a:pt x="300" y="80"/>
                  </a:lnTo>
                  <a:lnTo>
                    <a:pt x="300" y="80"/>
                  </a:lnTo>
                  <a:lnTo>
                    <a:pt x="302" y="80"/>
                  </a:lnTo>
                  <a:lnTo>
                    <a:pt x="301" y="80"/>
                  </a:lnTo>
                  <a:lnTo>
                    <a:pt x="301" y="80"/>
                  </a:lnTo>
                  <a:lnTo>
                    <a:pt x="301" y="80"/>
                  </a:lnTo>
                  <a:lnTo>
                    <a:pt x="301" y="79"/>
                  </a:lnTo>
                  <a:lnTo>
                    <a:pt x="301" y="79"/>
                  </a:lnTo>
                  <a:lnTo>
                    <a:pt x="301" y="79"/>
                  </a:lnTo>
                  <a:lnTo>
                    <a:pt x="301" y="79"/>
                  </a:lnTo>
                  <a:lnTo>
                    <a:pt x="301" y="77"/>
                  </a:lnTo>
                  <a:lnTo>
                    <a:pt x="301" y="77"/>
                  </a:lnTo>
                  <a:lnTo>
                    <a:pt x="301" y="77"/>
                  </a:lnTo>
                  <a:lnTo>
                    <a:pt x="301" y="77"/>
                  </a:lnTo>
                  <a:lnTo>
                    <a:pt x="301" y="75"/>
                  </a:lnTo>
                  <a:lnTo>
                    <a:pt x="301" y="75"/>
                  </a:lnTo>
                  <a:lnTo>
                    <a:pt x="301" y="75"/>
                  </a:lnTo>
                  <a:lnTo>
                    <a:pt x="301" y="75"/>
                  </a:lnTo>
                  <a:lnTo>
                    <a:pt x="301" y="72"/>
                  </a:lnTo>
                  <a:lnTo>
                    <a:pt x="301" y="72"/>
                  </a:lnTo>
                  <a:lnTo>
                    <a:pt x="301" y="72"/>
                  </a:lnTo>
                  <a:lnTo>
                    <a:pt x="301" y="72"/>
                  </a:lnTo>
                  <a:lnTo>
                    <a:pt x="301" y="72"/>
                  </a:lnTo>
                  <a:lnTo>
                    <a:pt x="301" y="72"/>
                  </a:lnTo>
                  <a:lnTo>
                    <a:pt x="301" y="72"/>
                  </a:lnTo>
                  <a:lnTo>
                    <a:pt x="301" y="72"/>
                  </a:lnTo>
                  <a:lnTo>
                    <a:pt x="302" y="72"/>
                  </a:lnTo>
                  <a:lnTo>
                    <a:pt x="302" y="72"/>
                  </a:lnTo>
                  <a:lnTo>
                    <a:pt x="302" y="72"/>
                  </a:lnTo>
                  <a:lnTo>
                    <a:pt x="302" y="72"/>
                  </a:lnTo>
                  <a:lnTo>
                    <a:pt x="302" y="72"/>
                  </a:lnTo>
                  <a:lnTo>
                    <a:pt x="302" y="72"/>
                  </a:lnTo>
                  <a:lnTo>
                    <a:pt x="302" y="72"/>
                  </a:lnTo>
                  <a:lnTo>
                    <a:pt x="302" y="72"/>
                  </a:lnTo>
                  <a:lnTo>
                    <a:pt x="303" y="71"/>
                  </a:lnTo>
                  <a:lnTo>
                    <a:pt x="302" y="71"/>
                  </a:lnTo>
                  <a:lnTo>
                    <a:pt x="302" y="71"/>
                  </a:lnTo>
                  <a:lnTo>
                    <a:pt x="302" y="71"/>
                  </a:lnTo>
                  <a:lnTo>
                    <a:pt x="302" y="70"/>
                  </a:lnTo>
                  <a:lnTo>
                    <a:pt x="302" y="70"/>
                  </a:lnTo>
                  <a:lnTo>
                    <a:pt x="302" y="70"/>
                  </a:lnTo>
                  <a:lnTo>
                    <a:pt x="302" y="70"/>
                  </a:lnTo>
                  <a:lnTo>
                    <a:pt x="302" y="68"/>
                  </a:lnTo>
                  <a:lnTo>
                    <a:pt x="301" y="68"/>
                  </a:lnTo>
                  <a:lnTo>
                    <a:pt x="301" y="68"/>
                  </a:lnTo>
                  <a:lnTo>
                    <a:pt x="301" y="68"/>
                  </a:lnTo>
                  <a:lnTo>
                    <a:pt x="301" y="67"/>
                  </a:lnTo>
                  <a:lnTo>
                    <a:pt x="301" y="67"/>
                  </a:lnTo>
                  <a:lnTo>
                    <a:pt x="301" y="67"/>
                  </a:lnTo>
                  <a:lnTo>
                    <a:pt x="301" y="67"/>
                  </a:lnTo>
                  <a:lnTo>
                    <a:pt x="301" y="65"/>
                  </a:lnTo>
                  <a:lnTo>
                    <a:pt x="299" y="67"/>
                  </a:lnTo>
                  <a:lnTo>
                    <a:pt x="299" y="67"/>
                  </a:lnTo>
                  <a:lnTo>
                    <a:pt x="299" y="67"/>
                  </a:lnTo>
                  <a:lnTo>
                    <a:pt x="299" y="67"/>
                  </a:lnTo>
                  <a:lnTo>
                    <a:pt x="297" y="67"/>
                  </a:lnTo>
                  <a:lnTo>
                    <a:pt x="297" y="67"/>
                  </a:lnTo>
                  <a:lnTo>
                    <a:pt x="297" y="67"/>
                  </a:lnTo>
                  <a:lnTo>
                    <a:pt x="297" y="67"/>
                  </a:lnTo>
                  <a:lnTo>
                    <a:pt x="296" y="67"/>
                  </a:lnTo>
                  <a:lnTo>
                    <a:pt x="296" y="67"/>
                  </a:lnTo>
                  <a:lnTo>
                    <a:pt x="296" y="67"/>
                  </a:lnTo>
                  <a:lnTo>
                    <a:pt x="296" y="67"/>
                  </a:lnTo>
                  <a:lnTo>
                    <a:pt x="296" y="67"/>
                  </a:lnTo>
                  <a:lnTo>
                    <a:pt x="296" y="67"/>
                  </a:lnTo>
                  <a:lnTo>
                    <a:pt x="296" y="67"/>
                  </a:lnTo>
                  <a:lnTo>
                    <a:pt x="296" y="67"/>
                  </a:lnTo>
                  <a:lnTo>
                    <a:pt x="294" y="67"/>
                  </a:lnTo>
                  <a:lnTo>
                    <a:pt x="294" y="67"/>
                  </a:lnTo>
                  <a:lnTo>
                    <a:pt x="293" y="67"/>
                  </a:lnTo>
                  <a:lnTo>
                    <a:pt x="293" y="67"/>
                  </a:lnTo>
                  <a:lnTo>
                    <a:pt x="291" y="67"/>
                  </a:lnTo>
                  <a:lnTo>
                    <a:pt x="291" y="67"/>
                  </a:lnTo>
                  <a:lnTo>
                    <a:pt x="291" y="67"/>
                  </a:lnTo>
                  <a:lnTo>
                    <a:pt x="291" y="65"/>
                  </a:lnTo>
                  <a:lnTo>
                    <a:pt x="289" y="65"/>
                  </a:lnTo>
                  <a:lnTo>
                    <a:pt x="289" y="65"/>
                  </a:lnTo>
                  <a:lnTo>
                    <a:pt x="288" y="65"/>
                  </a:lnTo>
                  <a:lnTo>
                    <a:pt x="288" y="64"/>
                  </a:lnTo>
                  <a:lnTo>
                    <a:pt x="288" y="64"/>
                  </a:lnTo>
                  <a:lnTo>
                    <a:pt x="288" y="64"/>
                  </a:lnTo>
                  <a:lnTo>
                    <a:pt x="288" y="64"/>
                  </a:lnTo>
                  <a:lnTo>
                    <a:pt x="288" y="62"/>
                  </a:lnTo>
                  <a:lnTo>
                    <a:pt x="288" y="62"/>
                  </a:lnTo>
                  <a:lnTo>
                    <a:pt x="288" y="62"/>
                  </a:lnTo>
                  <a:lnTo>
                    <a:pt x="288" y="62"/>
                  </a:lnTo>
                  <a:lnTo>
                    <a:pt x="288" y="62"/>
                  </a:lnTo>
                  <a:lnTo>
                    <a:pt x="288" y="62"/>
                  </a:lnTo>
                  <a:lnTo>
                    <a:pt x="289" y="62"/>
                  </a:lnTo>
                  <a:lnTo>
                    <a:pt x="289" y="62"/>
                  </a:lnTo>
                  <a:lnTo>
                    <a:pt x="291" y="61"/>
                  </a:lnTo>
                  <a:lnTo>
                    <a:pt x="291" y="61"/>
                  </a:lnTo>
                  <a:lnTo>
                    <a:pt x="291" y="61"/>
                  </a:lnTo>
                  <a:lnTo>
                    <a:pt x="291" y="61"/>
                  </a:lnTo>
                  <a:lnTo>
                    <a:pt x="293" y="61"/>
                  </a:lnTo>
                  <a:lnTo>
                    <a:pt x="293" y="61"/>
                  </a:lnTo>
                  <a:lnTo>
                    <a:pt x="294" y="61"/>
                  </a:lnTo>
                  <a:lnTo>
                    <a:pt x="294" y="61"/>
                  </a:lnTo>
                  <a:lnTo>
                    <a:pt x="296" y="61"/>
                  </a:lnTo>
                  <a:lnTo>
                    <a:pt x="296" y="61"/>
                  </a:lnTo>
                  <a:lnTo>
                    <a:pt x="296" y="61"/>
                  </a:lnTo>
                  <a:lnTo>
                    <a:pt x="296" y="61"/>
                  </a:lnTo>
                  <a:lnTo>
                    <a:pt x="296" y="61"/>
                  </a:lnTo>
                  <a:lnTo>
                    <a:pt x="296" y="61"/>
                  </a:lnTo>
                  <a:lnTo>
                    <a:pt x="296" y="61"/>
                  </a:lnTo>
                  <a:lnTo>
                    <a:pt x="296" y="61"/>
                  </a:lnTo>
                  <a:lnTo>
                    <a:pt x="297" y="59"/>
                  </a:lnTo>
                  <a:lnTo>
                    <a:pt x="297" y="59"/>
                  </a:lnTo>
                  <a:lnTo>
                    <a:pt x="297" y="59"/>
                  </a:lnTo>
                  <a:lnTo>
                    <a:pt x="297" y="59"/>
                  </a:lnTo>
                  <a:lnTo>
                    <a:pt x="297" y="58"/>
                  </a:lnTo>
                  <a:lnTo>
                    <a:pt x="297" y="58"/>
                  </a:lnTo>
                  <a:lnTo>
                    <a:pt x="297" y="58"/>
                  </a:lnTo>
                  <a:lnTo>
                    <a:pt x="297" y="58"/>
                  </a:lnTo>
                  <a:lnTo>
                    <a:pt x="299" y="56"/>
                  </a:lnTo>
                  <a:lnTo>
                    <a:pt x="299" y="58"/>
                  </a:lnTo>
                  <a:lnTo>
                    <a:pt x="299" y="58"/>
                  </a:lnTo>
                  <a:lnTo>
                    <a:pt x="299" y="58"/>
                  </a:lnTo>
                  <a:lnTo>
                    <a:pt x="302" y="58"/>
                  </a:lnTo>
                  <a:lnTo>
                    <a:pt x="302" y="60"/>
                  </a:lnTo>
                  <a:lnTo>
                    <a:pt x="303" y="60"/>
                  </a:lnTo>
                  <a:lnTo>
                    <a:pt x="303" y="61"/>
                  </a:lnTo>
                  <a:lnTo>
                    <a:pt x="304" y="61"/>
                  </a:lnTo>
                  <a:lnTo>
                    <a:pt x="304" y="63"/>
                  </a:lnTo>
                  <a:lnTo>
                    <a:pt x="305" y="63"/>
                  </a:lnTo>
                  <a:lnTo>
                    <a:pt x="305" y="64"/>
                  </a:lnTo>
                  <a:lnTo>
                    <a:pt x="307" y="64"/>
                  </a:lnTo>
                  <a:lnTo>
                    <a:pt x="307" y="65"/>
                  </a:lnTo>
                  <a:lnTo>
                    <a:pt x="308" y="65"/>
                  </a:lnTo>
                  <a:lnTo>
                    <a:pt x="308" y="65"/>
                  </a:lnTo>
                  <a:lnTo>
                    <a:pt x="309" y="65"/>
                  </a:lnTo>
                  <a:lnTo>
                    <a:pt x="308" y="65"/>
                  </a:lnTo>
                  <a:lnTo>
                    <a:pt x="308" y="65"/>
                  </a:lnTo>
                  <a:lnTo>
                    <a:pt x="308" y="65"/>
                  </a:lnTo>
                  <a:lnTo>
                    <a:pt x="308" y="64"/>
                  </a:lnTo>
                  <a:lnTo>
                    <a:pt x="307" y="64"/>
                  </a:lnTo>
                  <a:lnTo>
                    <a:pt x="307" y="63"/>
                  </a:lnTo>
                  <a:lnTo>
                    <a:pt x="307" y="63"/>
                  </a:lnTo>
                  <a:lnTo>
                    <a:pt x="307" y="61"/>
                  </a:lnTo>
                  <a:lnTo>
                    <a:pt x="306" y="61"/>
                  </a:lnTo>
                  <a:lnTo>
                    <a:pt x="306" y="61"/>
                  </a:lnTo>
                  <a:lnTo>
                    <a:pt x="306" y="61"/>
                  </a:lnTo>
                  <a:lnTo>
                    <a:pt x="306" y="60"/>
                  </a:lnTo>
                  <a:lnTo>
                    <a:pt x="306" y="60"/>
                  </a:lnTo>
                  <a:lnTo>
                    <a:pt x="306" y="59"/>
                  </a:lnTo>
                  <a:lnTo>
                    <a:pt x="306" y="59"/>
                  </a:lnTo>
                  <a:lnTo>
                    <a:pt x="306" y="57"/>
                  </a:lnTo>
                  <a:lnTo>
                    <a:pt x="306" y="57"/>
                  </a:lnTo>
                  <a:lnTo>
                    <a:pt x="306" y="57"/>
                  </a:lnTo>
                  <a:lnTo>
                    <a:pt x="306" y="57"/>
                  </a:lnTo>
                  <a:lnTo>
                    <a:pt x="307" y="57"/>
                  </a:lnTo>
                  <a:lnTo>
                    <a:pt x="307" y="57"/>
                  </a:lnTo>
                  <a:lnTo>
                    <a:pt x="307" y="57"/>
                  </a:lnTo>
                  <a:lnTo>
                    <a:pt x="307" y="57"/>
                  </a:lnTo>
                  <a:lnTo>
                    <a:pt x="309" y="57"/>
                  </a:lnTo>
                  <a:lnTo>
                    <a:pt x="309" y="57"/>
                  </a:lnTo>
                  <a:lnTo>
                    <a:pt x="309" y="57"/>
                  </a:lnTo>
                  <a:lnTo>
                    <a:pt x="309" y="57"/>
                  </a:lnTo>
                  <a:lnTo>
                    <a:pt x="311" y="57"/>
                  </a:lnTo>
                  <a:lnTo>
                    <a:pt x="311" y="57"/>
                  </a:lnTo>
                  <a:lnTo>
                    <a:pt x="311" y="57"/>
                  </a:lnTo>
                  <a:lnTo>
                    <a:pt x="311" y="57"/>
                  </a:lnTo>
                  <a:lnTo>
                    <a:pt x="313" y="57"/>
                  </a:lnTo>
                  <a:lnTo>
                    <a:pt x="313" y="58"/>
                  </a:lnTo>
                  <a:lnTo>
                    <a:pt x="313" y="58"/>
                  </a:lnTo>
                  <a:lnTo>
                    <a:pt x="313" y="58"/>
                  </a:lnTo>
                  <a:lnTo>
                    <a:pt x="313" y="58"/>
                  </a:lnTo>
                  <a:lnTo>
                    <a:pt x="313" y="59"/>
                  </a:lnTo>
                  <a:lnTo>
                    <a:pt x="313" y="59"/>
                  </a:lnTo>
                  <a:lnTo>
                    <a:pt x="313" y="59"/>
                  </a:lnTo>
                  <a:lnTo>
                    <a:pt x="314" y="59"/>
                  </a:lnTo>
                  <a:lnTo>
                    <a:pt x="314" y="61"/>
                  </a:lnTo>
                  <a:lnTo>
                    <a:pt x="314" y="61"/>
                  </a:lnTo>
                  <a:lnTo>
                    <a:pt x="314" y="61"/>
                  </a:lnTo>
                  <a:lnTo>
                    <a:pt x="314" y="61"/>
                  </a:lnTo>
                  <a:lnTo>
                    <a:pt x="314" y="61"/>
                  </a:lnTo>
                  <a:lnTo>
                    <a:pt x="314" y="61"/>
                  </a:lnTo>
                  <a:lnTo>
                    <a:pt x="314" y="61"/>
                  </a:lnTo>
                  <a:lnTo>
                    <a:pt x="316" y="61"/>
                  </a:lnTo>
                  <a:lnTo>
                    <a:pt x="316" y="61"/>
                  </a:lnTo>
                  <a:lnTo>
                    <a:pt x="316" y="61"/>
                  </a:lnTo>
                  <a:lnTo>
                    <a:pt x="316" y="61"/>
                  </a:lnTo>
                  <a:lnTo>
                    <a:pt x="316" y="61"/>
                  </a:lnTo>
                  <a:lnTo>
                    <a:pt x="316" y="61"/>
                  </a:lnTo>
                  <a:lnTo>
                    <a:pt x="316" y="61"/>
                  </a:lnTo>
                  <a:lnTo>
                    <a:pt x="316" y="61"/>
                  </a:lnTo>
                  <a:lnTo>
                    <a:pt x="316" y="61"/>
                  </a:lnTo>
                  <a:lnTo>
                    <a:pt x="316" y="61"/>
                  </a:lnTo>
                  <a:lnTo>
                    <a:pt x="316" y="61"/>
                  </a:lnTo>
                  <a:lnTo>
                    <a:pt x="316" y="61"/>
                  </a:lnTo>
                  <a:lnTo>
                    <a:pt x="316" y="61"/>
                  </a:lnTo>
                  <a:lnTo>
                    <a:pt x="316" y="61"/>
                  </a:lnTo>
                  <a:lnTo>
                    <a:pt x="316" y="61"/>
                  </a:lnTo>
                  <a:lnTo>
                    <a:pt x="316" y="61"/>
                  </a:lnTo>
                  <a:lnTo>
                    <a:pt x="318" y="61"/>
                  </a:lnTo>
                  <a:lnTo>
                    <a:pt x="318" y="63"/>
                  </a:lnTo>
                  <a:lnTo>
                    <a:pt x="318" y="63"/>
                  </a:lnTo>
                  <a:lnTo>
                    <a:pt x="318" y="63"/>
                  </a:lnTo>
                  <a:lnTo>
                    <a:pt x="318" y="63"/>
                  </a:lnTo>
                  <a:lnTo>
                    <a:pt x="318" y="65"/>
                  </a:lnTo>
                  <a:lnTo>
                    <a:pt x="318" y="65"/>
                  </a:lnTo>
                  <a:lnTo>
                    <a:pt x="318" y="65"/>
                  </a:lnTo>
                  <a:lnTo>
                    <a:pt x="320" y="65"/>
                  </a:lnTo>
                  <a:lnTo>
                    <a:pt x="320" y="67"/>
                  </a:lnTo>
                  <a:lnTo>
                    <a:pt x="320" y="67"/>
                  </a:lnTo>
                  <a:lnTo>
                    <a:pt x="320" y="67"/>
                  </a:lnTo>
                  <a:lnTo>
                    <a:pt x="320" y="67"/>
                  </a:lnTo>
                  <a:lnTo>
                    <a:pt x="320" y="67"/>
                  </a:lnTo>
                  <a:lnTo>
                    <a:pt x="320" y="67"/>
                  </a:lnTo>
                  <a:lnTo>
                    <a:pt x="320" y="67"/>
                  </a:lnTo>
                  <a:lnTo>
                    <a:pt x="322" y="67"/>
                  </a:lnTo>
                  <a:lnTo>
                    <a:pt x="322" y="68"/>
                  </a:lnTo>
                  <a:lnTo>
                    <a:pt x="322" y="68"/>
                  </a:lnTo>
                  <a:lnTo>
                    <a:pt x="322" y="68"/>
                  </a:lnTo>
                  <a:lnTo>
                    <a:pt x="323" y="68"/>
                  </a:lnTo>
                  <a:lnTo>
                    <a:pt x="323" y="68"/>
                  </a:lnTo>
                  <a:lnTo>
                    <a:pt x="323" y="68"/>
                  </a:lnTo>
                  <a:lnTo>
                    <a:pt x="323" y="68"/>
                  </a:lnTo>
                  <a:lnTo>
                    <a:pt x="325" y="67"/>
                  </a:lnTo>
                  <a:lnTo>
                    <a:pt x="325" y="67"/>
                  </a:lnTo>
                  <a:lnTo>
                    <a:pt x="325" y="67"/>
                  </a:lnTo>
                  <a:lnTo>
                    <a:pt x="325" y="67"/>
                  </a:lnTo>
                  <a:lnTo>
                    <a:pt x="326" y="66"/>
                  </a:lnTo>
                  <a:lnTo>
                    <a:pt x="326" y="66"/>
                  </a:lnTo>
                  <a:lnTo>
                    <a:pt x="326" y="66"/>
                  </a:lnTo>
                  <a:lnTo>
                    <a:pt x="326" y="66"/>
                  </a:lnTo>
                  <a:lnTo>
                    <a:pt x="327" y="65"/>
                  </a:lnTo>
                  <a:lnTo>
                    <a:pt x="326" y="65"/>
                  </a:lnTo>
                  <a:lnTo>
                    <a:pt x="326" y="65"/>
                  </a:lnTo>
                  <a:lnTo>
                    <a:pt x="326" y="65"/>
                  </a:lnTo>
                  <a:lnTo>
                    <a:pt x="326" y="65"/>
                  </a:lnTo>
                  <a:lnTo>
                    <a:pt x="325" y="65"/>
                  </a:lnTo>
                  <a:lnTo>
                    <a:pt x="325" y="65"/>
                  </a:lnTo>
                  <a:lnTo>
                    <a:pt x="325" y="65"/>
                  </a:lnTo>
                  <a:lnTo>
                    <a:pt x="325" y="63"/>
                  </a:lnTo>
                  <a:lnTo>
                    <a:pt x="323" y="63"/>
                  </a:lnTo>
                  <a:lnTo>
                    <a:pt x="323" y="63"/>
                  </a:lnTo>
                  <a:lnTo>
                    <a:pt x="323" y="63"/>
                  </a:lnTo>
                  <a:lnTo>
                    <a:pt x="323" y="63"/>
                  </a:lnTo>
                  <a:lnTo>
                    <a:pt x="322" y="63"/>
                  </a:lnTo>
                  <a:lnTo>
                    <a:pt x="322" y="63"/>
                  </a:lnTo>
                  <a:lnTo>
                    <a:pt x="322" y="63"/>
                  </a:lnTo>
                  <a:lnTo>
                    <a:pt x="322" y="62"/>
                  </a:lnTo>
                  <a:lnTo>
                    <a:pt x="321" y="62"/>
                  </a:lnTo>
                  <a:lnTo>
                    <a:pt x="321" y="61"/>
                  </a:lnTo>
                  <a:lnTo>
                    <a:pt x="321" y="61"/>
                  </a:lnTo>
                  <a:lnTo>
                    <a:pt x="321" y="60"/>
                  </a:lnTo>
                  <a:lnTo>
                    <a:pt x="321" y="60"/>
                  </a:lnTo>
                  <a:lnTo>
                    <a:pt x="321" y="58"/>
                  </a:lnTo>
                  <a:lnTo>
                    <a:pt x="321" y="57"/>
                  </a:lnTo>
                  <a:lnTo>
                    <a:pt x="322" y="55"/>
                  </a:lnTo>
                  <a:lnTo>
                    <a:pt x="322" y="55"/>
                  </a:lnTo>
                  <a:lnTo>
                    <a:pt x="322" y="53"/>
                  </a:lnTo>
                  <a:lnTo>
                    <a:pt x="322" y="53"/>
                  </a:lnTo>
                  <a:lnTo>
                    <a:pt x="323" y="50"/>
                  </a:lnTo>
                  <a:lnTo>
                    <a:pt x="323" y="50"/>
                  </a:lnTo>
                  <a:lnTo>
                    <a:pt x="323" y="48"/>
                  </a:lnTo>
                  <a:lnTo>
                    <a:pt x="323" y="48"/>
                  </a:lnTo>
                  <a:lnTo>
                    <a:pt x="325" y="46"/>
                  </a:lnTo>
                  <a:lnTo>
                    <a:pt x="325" y="46"/>
                  </a:lnTo>
                  <a:lnTo>
                    <a:pt x="325" y="46"/>
                  </a:lnTo>
                  <a:lnTo>
                    <a:pt x="325" y="46"/>
                  </a:lnTo>
                  <a:lnTo>
                    <a:pt x="325" y="45"/>
                  </a:lnTo>
                  <a:lnTo>
                    <a:pt x="325" y="45"/>
                  </a:lnTo>
                  <a:lnTo>
                    <a:pt x="325" y="45"/>
                  </a:lnTo>
                  <a:lnTo>
                    <a:pt x="325" y="45"/>
                  </a:lnTo>
                  <a:lnTo>
                    <a:pt x="326" y="43"/>
                  </a:lnTo>
                  <a:lnTo>
                    <a:pt x="326" y="43"/>
                  </a:lnTo>
                  <a:lnTo>
                    <a:pt x="326" y="43"/>
                  </a:lnTo>
                  <a:lnTo>
                    <a:pt x="326" y="43"/>
                  </a:lnTo>
                  <a:lnTo>
                    <a:pt x="329" y="41"/>
                  </a:lnTo>
                  <a:lnTo>
                    <a:pt x="329" y="41"/>
                  </a:lnTo>
                  <a:lnTo>
                    <a:pt x="329" y="40"/>
                  </a:lnTo>
                  <a:lnTo>
                    <a:pt x="329" y="40"/>
                  </a:lnTo>
                  <a:lnTo>
                    <a:pt x="331" y="38"/>
                  </a:lnTo>
                  <a:lnTo>
                    <a:pt x="331" y="38"/>
                  </a:lnTo>
                  <a:lnTo>
                    <a:pt x="331" y="38"/>
                  </a:lnTo>
                  <a:lnTo>
                    <a:pt x="331" y="38"/>
                  </a:lnTo>
                  <a:lnTo>
                    <a:pt x="331" y="38"/>
                  </a:lnTo>
                  <a:lnTo>
                    <a:pt x="331" y="38"/>
                  </a:lnTo>
                  <a:lnTo>
                    <a:pt x="331" y="38"/>
                  </a:lnTo>
                  <a:lnTo>
                    <a:pt x="331" y="38"/>
                  </a:lnTo>
                  <a:lnTo>
                    <a:pt x="331" y="37"/>
                  </a:lnTo>
                  <a:lnTo>
                    <a:pt x="331" y="37"/>
                  </a:lnTo>
                  <a:lnTo>
                    <a:pt x="331" y="37"/>
                  </a:lnTo>
                  <a:lnTo>
                    <a:pt x="331" y="37"/>
                  </a:lnTo>
                  <a:lnTo>
                    <a:pt x="331" y="37"/>
                  </a:lnTo>
                  <a:lnTo>
                    <a:pt x="331" y="37"/>
                  </a:lnTo>
                  <a:lnTo>
                    <a:pt x="331" y="37"/>
                  </a:lnTo>
                  <a:lnTo>
                    <a:pt x="331" y="37"/>
                  </a:lnTo>
                  <a:lnTo>
                    <a:pt x="331" y="36"/>
                  </a:lnTo>
                  <a:lnTo>
                    <a:pt x="331" y="36"/>
                  </a:lnTo>
                  <a:lnTo>
                    <a:pt x="331" y="36"/>
                  </a:lnTo>
                  <a:lnTo>
                    <a:pt x="331" y="36"/>
                  </a:lnTo>
                  <a:lnTo>
                    <a:pt x="331" y="36"/>
                  </a:lnTo>
                  <a:lnTo>
                    <a:pt x="331" y="36"/>
                  </a:lnTo>
                  <a:lnTo>
                    <a:pt x="331" y="36"/>
                  </a:lnTo>
                  <a:lnTo>
                    <a:pt x="331" y="36"/>
                  </a:lnTo>
                  <a:lnTo>
                    <a:pt x="333" y="34"/>
                  </a:lnTo>
                  <a:lnTo>
                    <a:pt x="333" y="34"/>
                  </a:lnTo>
                  <a:lnTo>
                    <a:pt x="333" y="34"/>
                  </a:lnTo>
                  <a:lnTo>
                    <a:pt x="333" y="34"/>
                  </a:lnTo>
                  <a:lnTo>
                    <a:pt x="335" y="33"/>
                  </a:lnTo>
                  <a:lnTo>
                    <a:pt x="335" y="33"/>
                  </a:lnTo>
                  <a:lnTo>
                    <a:pt x="335" y="33"/>
                  </a:lnTo>
                  <a:lnTo>
                    <a:pt x="335" y="33"/>
                  </a:lnTo>
                  <a:lnTo>
                    <a:pt x="336" y="31"/>
                  </a:lnTo>
                  <a:lnTo>
                    <a:pt x="335" y="31"/>
                  </a:lnTo>
                  <a:lnTo>
                    <a:pt x="335" y="31"/>
                  </a:lnTo>
                  <a:lnTo>
                    <a:pt x="335" y="31"/>
                  </a:lnTo>
                  <a:lnTo>
                    <a:pt x="335" y="31"/>
                  </a:lnTo>
                  <a:lnTo>
                    <a:pt x="333" y="31"/>
                  </a:lnTo>
                  <a:lnTo>
                    <a:pt x="333" y="31"/>
                  </a:lnTo>
                  <a:lnTo>
                    <a:pt x="333" y="31"/>
                  </a:lnTo>
                  <a:lnTo>
                    <a:pt x="333" y="29"/>
                  </a:lnTo>
                  <a:lnTo>
                    <a:pt x="331" y="29"/>
                  </a:lnTo>
                  <a:lnTo>
                    <a:pt x="331" y="29"/>
                  </a:lnTo>
                  <a:lnTo>
                    <a:pt x="331" y="29"/>
                  </a:lnTo>
                  <a:lnTo>
                    <a:pt x="331" y="27"/>
                  </a:lnTo>
                  <a:lnTo>
                    <a:pt x="331" y="27"/>
                  </a:lnTo>
                  <a:lnTo>
                    <a:pt x="331" y="27"/>
                  </a:lnTo>
                  <a:lnTo>
                    <a:pt x="331" y="27"/>
                  </a:lnTo>
                  <a:lnTo>
                    <a:pt x="331" y="25"/>
                  </a:lnTo>
                  <a:lnTo>
                    <a:pt x="331" y="25"/>
                  </a:lnTo>
                  <a:lnTo>
                    <a:pt x="331" y="25"/>
                  </a:lnTo>
                  <a:lnTo>
                    <a:pt x="331" y="25"/>
                  </a:lnTo>
                  <a:lnTo>
                    <a:pt x="331" y="25"/>
                  </a:lnTo>
                  <a:lnTo>
                    <a:pt x="331" y="25"/>
                  </a:lnTo>
                  <a:lnTo>
                    <a:pt x="331" y="25"/>
                  </a:lnTo>
                  <a:lnTo>
                    <a:pt x="331" y="25"/>
                  </a:lnTo>
                  <a:lnTo>
                    <a:pt x="332" y="24"/>
                  </a:lnTo>
                  <a:lnTo>
                    <a:pt x="332" y="24"/>
                  </a:lnTo>
                  <a:lnTo>
                    <a:pt x="332" y="24"/>
                  </a:lnTo>
                  <a:lnTo>
                    <a:pt x="332" y="24"/>
                  </a:lnTo>
                  <a:lnTo>
                    <a:pt x="334" y="24"/>
                  </a:lnTo>
                  <a:lnTo>
                    <a:pt x="334" y="24"/>
                  </a:lnTo>
                  <a:lnTo>
                    <a:pt x="334" y="24"/>
                  </a:lnTo>
                  <a:lnTo>
                    <a:pt x="334" y="24"/>
                  </a:lnTo>
                  <a:lnTo>
                    <a:pt x="336" y="22"/>
                  </a:lnTo>
                  <a:lnTo>
                    <a:pt x="335" y="22"/>
                  </a:lnTo>
                  <a:lnTo>
                    <a:pt x="335" y="22"/>
                  </a:lnTo>
                  <a:lnTo>
                    <a:pt x="335" y="22"/>
                  </a:lnTo>
                  <a:lnTo>
                    <a:pt x="335" y="21"/>
                  </a:lnTo>
                  <a:lnTo>
                    <a:pt x="335" y="21"/>
                  </a:lnTo>
                  <a:lnTo>
                    <a:pt x="335" y="21"/>
                  </a:lnTo>
                  <a:lnTo>
                    <a:pt x="335" y="21"/>
                  </a:lnTo>
                  <a:lnTo>
                    <a:pt x="335" y="19"/>
                  </a:lnTo>
                  <a:lnTo>
                    <a:pt x="334" y="19"/>
                  </a:lnTo>
                  <a:lnTo>
                    <a:pt x="334" y="19"/>
                  </a:lnTo>
                  <a:lnTo>
                    <a:pt x="334" y="19"/>
                  </a:lnTo>
                  <a:lnTo>
                    <a:pt x="334" y="17"/>
                  </a:lnTo>
                  <a:lnTo>
                    <a:pt x="334" y="17"/>
                  </a:lnTo>
                  <a:lnTo>
                    <a:pt x="334" y="17"/>
                  </a:lnTo>
                  <a:lnTo>
                    <a:pt x="334" y="17"/>
                  </a:lnTo>
                  <a:lnTo>
                    <a:pt x="335" y="16"/>
                  </a:lnTo>
                  <a:lnTo>
                    <a:pt x="335" y="17"/>
                  </a:lnTo>
                  <a:lnTo>
                    <a:pt x="335" y="17"/>
                  </a:lnTo>
                  <a:lnTo>
                    <a:pt x="335" y="17"/>
                  </a:lnTo>
                  <a:lnTo>
                    <a:pt x="336" y="17"/>
                  </a:lnTo>
                  <a:lnTo>
                    <a:pt x="336" y="19"/>
                  </a:lnTo>
                  <a:lnTo>
                    <a:pt x="338" y="19"/>
                  </a:lnTo>
                  <a:lnTo>
                    <a:pt x="338" y="19"/>
                  </a:lnTo>
                  <a:lnTo>
                    <a:pt x="340" y="19"/>
                  </a:lnTo>
                  <a:lnTo>
                    <a:pt x="340" y="21"/>
                  </a:lnTo>
                  <a:lnTo>
                    <a:pt x="341" y="21"/>
                  </a:lnTo>
                  <a:lnTo>
                    <a:pt x="341" y="21"/>
                  </a:lnTo>
                  <a:lnTo>
                    <a:pt x="343" y="21"/>
                  </a:lnTo>
                  <a:lnTo>
                    <a:pt x="343" y="21"/>
                  </a:lnTo>
                  <a:lnTo>
                    <a:pt x="344" y="21"/>
                  </a:lnTo>
                  <a:lnTo>
                    <a:pt x="344" y="21"/>
                  </a:lnTo>
                  <a:lnTo>
                    <a:pt x="346" y="21"/>
                  </a:lnTo>
                  <a:lnTo>
                    <a:pt x="346" y="21"/>
                  </a:lnTo>
                  <a:lnTo>
                    <a:pt x="346" y="21"/>
                  </a:lnTo>
                  <a:lnTo>
                    <a:pt x="346" y="21"/>
                  </a:lnTo>
                  <a:lnTo>
                    <a:pt x="348" y="21"/>
                  </a:lnTo>
                  <a:lnTo>
                    <a:pt x="348" y="21"/>
                  </a:lnTo>
                  <a:lnTo>
                    <a:pt x="349" y="20"/>
                  </a:lnTo>
                  <a:lnTo>
                    <a:pt x="349" y="20"/>
                  </a:lnTo>
                  <a:lnTo>
                    <a:pt x="351" y="18"/>
                  </a:lnTo>
                  <a:lnTo>
                    <a:pt x="351" y="18"/>
                  </a:lnTo>
                  <a:lnTo>
                    <a:pt x="351" y="18"/>
                  </a:lnTo>
                  <a:lnTo>
                    <a:pt x="351" y="18"/>
                  </a:lnTo>
                  <a:lnTo>
                    <a:pt x="353" y="16"/>
                  </a:lnTo>
                  <a:lnTo>
                    <a:pt x="353" y="16"/>
                  </a:lnTo>
                  <a:lnTo>
                    <a:pt x="354" y="16"/>
                  </a:lnTo>
                  <a:lnTo>
                    <a:pt x="354" y="16"/>
                  </a:lnTo>
                  <a:lnTo>
                    <a:pt x="356" y="15"/>
                  </a:lnTo>
                  <a:lnTo>
                    <a:pt x="356" y="16"/>
                  </a:lnTo>
                  <a:lnTo>
                    <a:pt x="356" y="16"/>
                  </a:lnTo>
                  <a:lnTo>
                    <a:pt x="356" y="17"/>
                  </a:lnTo>
                  <a:lnTo>
                    <a:pt x="356" y="17"/>
                  </a:lnTo>
                  <a:lnTo>
                    <a:pt x="356" y="19"/>
                  </a:lnTo>
                  <a:lnTo>
                    <a:pt x="356" y="19"/>
                  </a:lnTo>
                  <a:lnTo>
                    <a:pt x="356" y="19"/>
                  </a:lnTo>
                  <a:lnTo>
                    <a:pt x="356" y="19"/>
                  </a:lnTo>
                  <a:lnTo>
                    <a:pt x="356" y="21"/>
                  </a:lnTo>
                  <a:lnTo>
                    <a:pt x="356" y="21"/>
                  </a:lnTo>
                  <a:lnTo>
                    <a:pt x="356" y="21"/>
                  </a:lnTo>
                  <a:lnTo>
                    <a:pt x="356" y="21"/>
                  </a:lnTo>
                  <a:lnTo>
                    <a:pt x="356" y="22"/>
                  </a:lnTo>
                  <a:lnTo>
                    <a:pt x="356" y="22"/>
                  </a:lnTo>
                  <a:lnTo>
                    <a:pt x="356" y="22"/>
                  </a:lnTo>
                  <a:lnTo>
                    <a:pt x="356" y="22"/>
                  </a:lnTo>
                  <a:lnTo>
                    <a:pt x="354" y="24"/>
                  </a:lnTo>
                  <a:lnTo>
                    <a:pt x="354" y="24"/>
                  </a:lnTo>
                  <a:lnTo>
                    <a:pt x="354" y="24"/>
                  </a:lnTo>
                  <a:lnTo>
                    <a:pt x="354" y="24"/>
                  </a:lnTo>
                  <a:lnTo>
                    <a:pt x="353" y="26"/>
                  </a:lnTo>
                  <a:lnTo>
                    <a:pt x="353" y="26"/>
                  </a:lnTo>
                  <a:lnTo>
                    <a:pt x="353" y="26"/>
                  </a:lnTo>
                  <a:lnTo>
                    <a:pt x="353" y="26"/>
                  </a:lnTo>
                  <a:lnTo>
                    <a:pt x="351" y="28"/>
                  </a:lnTo>
                  <a:lnTo>
                    <a:pt x="351" y="28"/>
                  </a:lnTo>
                  <a:lnTo>
                    <a:pt x="351" y="28"/>
                  </a:lnTo>
                  <a:lnTo>
                    <a:pt x="351" y="28"/>
                  </a:lnTo>
                  <a:lnTo>
                    <a:pt x="349" y="30"/>
                  </a:lnTo>
                  <a:lnTo>
                    <a:pt x="349" y="30"/>
                  </a:lnTo>
                  <a:lnTo>
                    <a:pt x="349" y="30"/>
                  </a:lnTo>
                  <a:lnTo>
                    <a:pt x="349" y="30"/>
                  </a:lnTo>
                  <a:lnTo>
                    <a:pt x="349" y="32"/>
                  </a:lnTo>
                  <a:lnTo>
                    <a:pt x="349" y="32"/>
                  </a:lnTo>
                  <a:lnTo>
                    <a:pt x="349" y="32"/>
                  </a:lnTo>
                  <a:lnTo>
                    <a:pt x="349" y="32"/>
                  </a:lnTo>
                  <a:lnTo>
                    <a:pt x="349" y="34"/>
                  </a:lnTo>
                  <a:lnTo>
                    <a:pt x="349" y="34"/>
                  </a:lnTo>
                  <a:lnTo>
                    <a:pt x="349" y="36"/>
                  </a:lnTo>
                  <a:lnTo>
                    <a:pt x="350" y="36"/>
                  </a:lnTo>
                  <a:lnTo>
                    <a:pt x="350" y="38"/>
                  </a:lnTo>
                  <a:lnTo>
                    <a:pt x="350" y="38"/>
                  </a:lnTo>
                  <a:lnTo>
                    <a:pt x="350" y="39"/>
                  </a:lnTo>
                  <a:lnTo>
                    <a:pt x="350" y="39"/>
                  </a:lnTo>
                  <a:lnTo>
                    <a:pt x="350" y="41"/>
                  </a:lnTo>
                  <a:lnTo>
                    <a:pt x="350" y="41"/>
                  </a:lnTo>
                  <a:lnTo>
                    <a:pt x="350" y="42"/>
                  </a:lnTo>
                  <a:lnTo>
                    <a:pt x="351" y="42"/>
                  </a:lnTo>
                  <a:lnTo>
                    <a:pt x="351" y="44"/>
                  </a:lnTo>
                  <a:lnTo>
                    <a:pt x="351" y="44"/>
                  </a:lnTo>
                  <a:lnTo>
                    <a:pt x="351" y="46"/>
                  </a:lnTo>
                  <a:lnTo>
                    <a:pt x="351" y="46"/>
                  </a:lnTo>
                  <a:lnTo>
                    <a:pt x="351" y="48"/>
                  </a:lnTo>
                  <a:lnTo>
                    <a:pt x="351" y="48"/>
                  </a:lnTo>
                  <a:lnTo>
                    <a:pt x="351" y="50"/>
                  </a:lnTo>
                  <a:lnTo>
                    <a:pt x="351" y="50"/>
                  </a:lnTo>
                  <a:lnTo>
                    <a:pt x="349" y="52"/>
                  </a:lnTo>
                  <a:lnTo>
                    <a:pt x="349" y="52"/>
                  </a:lnTo>
                  <a:lnTo>
                    <a:pt x="349" y="54"/>
                  </a:lnTo>
                  <a:lnTo>
                    <a:pt x="349" y="54"/>
                  </a:lnTo>
                  <a:lnTo>
                    <a:pt x="348" y="55"/>
                  </a:lnTo>
                  <a:lnTo>
                    <a:pt x="348" y="55"/>
                  </a:lnTo>
                  <a:lnTo>
                    <a:pt x="348" y="56"/>
                  </a:lnTo>
                  <a:lnTo>
                    <a:pt x="348" y="56"/>
                  </a:lnTo>
                  <a:lnTo>
                    <a:pt x="348" y="56"/>
                  </a:lnTo>
                  <a:lnTo>
                    <a:pt x="348" y="56"/>
                  </a:lnTo>
                  <a:lnTo>
                    <a:pt x="348" y="56"/>
                  </a:lnTo>
                  <a:lnTo>
                    <a:pt x="348" y="56"/>
                  </a:lnTo>
                  <a:lnTo>
                    <a:pt x="348" y="56"/>
                  </a:lnTo>
                  <a:lnTo>
                    <a:pt x="348" y="56"/>
                  </a:lnTo>
                  <a:lnTo>
                    <a:pt x="348" y="56"/>
                  </a:lnTo>
                  <a:lnTo>
                    <a:pt x="350" y="56"/>
                  </a:lnTo>
                  <a:lnTo>
                    <a:pt x="350" y="56"/>
                  </a:lnTo>
                  <a:lnTo>
                    <a:pt x="350" y="56"/>
                  </a:lnTo>
                  <a:lnTo>
                    <a:pt x="350" y="56"/>
                  </a:lnTo>
                  <a:lnTo>
                    <a:pt x="350" y="56"/>
                  </a:lnTo>
                  <a:lnTo>
                    <a:pt x="350" y="56"/>
                  </a:lnTo>
                  <a:lnTo>
                    <a:pt x="350" y="56"/>
                  </a:lnTo>
                  <a:lnTo>
                    <a:pt x="350" y="56"/>
                  </a:lnTo>
                  <a:lnTo>
                    <a:pt x="351" y="56"/>
                  </a:lnTo>
                  <a:lnTo>
                    <a:pt x="350" y="56"/>
                  </a:lnTo>
                  <a:lnTo>
                    <a:pt x="350" y="55"/>
                  </a:lnTo>
                  <a:lnTo>
                    <a:pt x="350" y="55"/>
                  </a:lnTo>
                  <a:lnTo>
                    <a:pt x="350" y="53"/>
                  </a:lnTo>
                  <a:lnTo>
                    <a:pt x="350" y="53"/>
                  </a:lnTo>
                  <a:lnTo>
                    <a:pt x="350" y="51"/>
                  </a:lnTo>
                  <a:lnTo>
                    <a:pt x="350" y="50"/>
                  </a:lnTo>
                  <a:lnTo>
                    <a:pt x="351" y="48"/>
                  </a:lnTo>
                  <a:lnTo>
                    <a:pt x="351" y="48"/>
                  </a:lnTo>
                  <a:lnTo>
                    <a:pt x="351" y="47"/>
                  </a:lnTo>
                  <a:lnTo>
                    <a:pt x="351" y="47"/>
                  </a:lnTo>
                  <a:lnTo>
                    <a:pt x="353" y="45"/>
                  </a:lnTo>
                  <a:lnTo>
                    <a:pt x="353" y="45"/>
                  </a:lnTo>
                  <a:lnTo>
                    <a:pt x="353" y="43"/>
                  </a:lnTo>
                  <a:lnTo>
                    <a:pt x="353" y="41"/>
                  </a:lnTo>
                  <a:lnTo>
                    <a:pt x="355" y="39"/>
                  </a:lnTo>
                  <a:lnTo>
                    <a:pt x="355" y="39"/>
                  </a:lnTo>
                  <a:lnTo>
                    <a:pt x="355" y="39"/>
                  </a:lnTo>
                  <a:lnTo>
                    <a:pt x="355" y="39"/>
                  </a:lnTo>
                  <a:lnTo>
                    <a:pt x="355" y="38"/>
                  </a:lnTo>
                  <a:lnTo>
                    <a:pt x="355" y="38"/>
                  </a:lnTo>
                  <a:lnTo>
                    <a:pt x="355" y="36"/>
                  </a:lnTo>
                  <a:lnTo>
                    <a:pt x="355" y="36"/>
                  </a:lnTo>
                  <a:lnTo>
                    <a:pt x="356" y="33"/>
                  </a:lnTo>
                  <a:lnTo>
                    <a:pt x="356" y="33"/>
                  </a:lnTo>
                  <a:lnTo>
                    <a:pt x="356" y="33"/>
                  </a:lnTo>
                  <a:lnTo>
                    <a:pt x="356" y="33"/>
                  </a:lnTo>
                  <a:lnTo>
                    <a:pt x="356" y="31"/>
                  </a:lnTo>
                  <a:lnTo>
                    <a:pt x="356" y="31"/>
                  </a:lnTo>
                  <a:lnTo>
                    <a:pt x="356" y="30"/>
                  </a:lnTo>
                  <a:lnTo>
                    <a:pt x="356" y="30"/>
                  </a:lnTo>
                  <a:lnTo>
                    <a:pt x="358" y="28"/>
                  </a:lnTo>
                  <a:lnTo>
                    <a:pt x="358" y="28"/>
                  </a:lnTo>
                  <a:lnTo>
                    <a:pt x="358" y="26"/>
                  </a:lnTo>
                  <a:lnTo>
                    <a:pt x="358" y="25"/>
                  </a:lnTo>
                  <a:lnTo>
                    <a:pt x="359" y="23"/>
                  </a:lnTo>
                  <a:lnTo>
                    <a:pt x="359" y="23"/>
                  </a:lnTo>
                  <a:lnTo>
                    <a:pt x="359" y="21"/>
                  </a:lnTo>
                  <a:lnTo>
                    <a:pt x="359" y="19"/>
                  </a:lnTo>
                  <a:lnTo>
                    <a:pt x="361" y="17"/>
                  </a:lnTo>
                  <a:lnTo>
                    <a:pt x="361" y="17"/>
                  </a:lnTo>
                  <a:lnTo>
                    <a:pt x="361" y="16"/>
                  </a:lnTo>
                  <a:lnTo>
                    <a:pt x="361" y="15"/>
                  </a:lnTo>
                  <a:lnTo>
                    <a:pt x="363" y="13"/>
                  </a:lnTo>
                  <a:lnTo>
                    <a:pt x="363" y="13"/>
                  </a:lnTo>
                  <a:lnTo>
                    <a:pt x="364" y="11"/>
                  </a:lnTo>
                  <a:lnTo>
                    <a:pt x="364" y="11"/>
                  </a:lnTo>
                  <a:lnTo>
                    <a:pt x="366" y="10"/>
                  </a:lnTo>
                  <a:lnTo>
                    <a:pt x="366" y="11"/>
                  </a:lnTo>
                  <a:lnTo>
                    <a:pt x="366" y="11"/>
                  </a:lnTo>
                  <a:lnTo>
                    <a:pt x="366" y="11"/>
                  </a:lnTo>
                  <a:lnTo>
                    <a:pt x="367" y="11"/>
                  </a:lnTo>
                  <a:lnTo>
                    <a:pt x="367" y="14"/>
                  </a:lnTo>
                  <a:lnTo>
                    <a:pt x="367" y="14"/>
                  </a:lnTo>
                  <a:lnTo>
                    <a:pt x="367" y="14"/>
                  </a:lnTo>
                  <a:lnTo>
                    <a:pt x="369" y="14"/>
                  </a:lnTo>
                  <a:lnTo>
                    <a:pt x="369" y="16"/>
                  </a:lnTo>
                  <a:lnTo>
                    <a:pt x="369" y="16"/>
                  </a:lnTo>
                  <a:lnTo>
                    <a:pt x="369" y="17"/>
                  </a:lnTo>
                  <a:lnTo>
                    <a:pt x="369" y="17"/>
                  </a:lnTo>
                  <a:lnTo>
                    <a:pt x="369" y="19"/>
                  </a:lnTo>
                  <a:lnTo>
                    <a:pt x="369" y="19"/>
                  </a:lnTo>
                  <a:lnTo>
                    <a:pt x="369" y="19"/>
                  </a:lnTo>
                  <a:lnTo>
                    <a:pt x="371" y="19"/>
                  </a:lnTo>
                  <a:lnTo>
                    <a:pt x="369" y="21"/>
                  </a:lnTo>
                  <a:lnTo>
                    <a:pt x="369" y="21"/>
                  </a:lnTo>
                  <a:lnTo>
                    <a:pt x="369" y="21"/>
                  </a:lnTo>
                  <a:lnTo>
                    <a:pt x="369" y="21"/>
                  </a:lnTo>
                  <a:lnTo>
                    <a:pt x="368" y="23"/>
                  </a:lnTo>
                  <a:lnTo>
                    <a:pt x="368" y="23"/>
                  </a:lnTo>
                  <a:lnTo>
                    <a:pt x="368" y="23"/>
                  </a:lnTo>
                  <a:lnTo>
                    <a:pt x="368" y="23"/>
                  </a:lnTo>
                  <a:lnTo>
                    <a:pt x="367" y="24"/>
                  </a:lnTo>
                  <a:lnTo>
                    <a:pt x="367" y="24"/>
                  </a:lnTo>
                  <a:lnTo>
                    <a:pt x="367" y="24"/>
                  </a:lnTo>
                  <a:lnTo>
                    <a:pt x="367" y="24"/>
                  </a:lnTo>
                  <a:lnTo>
                    <a:pt x="367" y="25"/>
                  </a:lnTo>
                  <a:lnTo>
                    <a:pt x="367" y="25"/>
                  </a:lnTo>
                  <a:lnTo>
                    <a:pt x="367" y="25"/>
                  </a:lnTo>
                  <a:lnTo>
                    <a:pt x="367" y="25"/>
                  </a:lnTo>
                  <a:lnTo>
                    <a:pt x="367" y="27"/>
                  </a:lnTo>
                  <a:lnTo>
                    <a:pt x="367" y="27"/>
                  </a:lnTo>
                  <a:lnTo>
                    <a:pt x="367" y="27"/>
                  </a:lnTo>
                  <a:lnTo>
                    <a:pt x="367" y="27"/>
                  </a:lnTo>
                  <a:lnTo>
                    <a:pt x="367" y="28"/>
                  </a:lnTo>
                  <a:lnTo>
                    <a:pt x="367" y="28"/>
                  </a:lnTo>
                  <a:lnTo>
                    <a:pt x="367" y="28"/>
                  </a:lnTo>
                  <a:lnTo>
                    <a:pt x="369" y="28"/>
                  </a:lnTo>
                  <a:lnTo>
                    <a:pt x="369" y="28"/>
                  </a:lnTo>
                  <a:lnTo>
                    <a:pt x="369" y="28"/>
                  </a:lnTo>
                  <a:lnTo>
                    <a:pt x="369" y="28"/>
                  </a:lnTo>
                  <a:lnTo>
                    <a:pt x="369" y="28"/>
                  </a:lnTo>
                  <a:lnTo>
                    <a:pt x="369" y="28"/>
                  </a:lnTo>
                  <a:lnTo>
                    <a:pt x="369" y="28"/>
                  </a:lnTo>
                  <a:lnTo>
                    <a:pt x="369" y="28"/>
                  </a:lnTo>
                  <a:lnTo>
                    <a:pt x="371" y="28"/>
                  </a:lnTo>
                  <a:lnTo>
                    <a:pt x="371" y="30"/>
                  </a:lnTo>
                  <a:lnTo>
                    <a:pt x="371" y="30"/>
                  </a:lnTo>
                  <a:lnTo>
                    <a:pt x="371" y="31"/>
                  </a:lnTo>
                  <a:lnTo>
                    <a:pt x="371" y="31"/>
                  </a:lnTo>
                  <a:lnTo>
                    <a:pt x="371" y="33"/>
                  </a:lnTo>
                  <a:lnTo>
                    <a:pt x="371" y="33"/>
                  </a:lnTo>
                  <a:lnTo>
                    <a:pt x="371" y="33"/>
                  </a:lnTo>
                  <a:lnTo>
                    <a:pt x="371" y="33"/>
                  </a:lnTo>
                  <a:lnTo>
                    <a:pt x="370" y="35"/>
                  </a:lnTo>
                  <a:lnTo>
                    <a:pt x="370" y="35"/>
                  </a:lnTo>
                  <a:lnTo>
                    <a:pt x="370" y="35"/>
                  </a:lnTo>
                  <a:lnTo>
                    <a:pt x="370" y="35"/>
                  </a:lnTo>
                  <a:lnTo>
                    <a:pt x="370" y="36"/>
                  </a:lnTo>
                  <a:lnTo>
                    <a:pt x="370" y="36"/>
                  </a:lnTo>
                  <a:lnTo>
                    <a:pt x="370" y="36"/>
                  </a:lnTo>
                  <a:lnTo>
                    <a:pt x="370" y="36"/>
                  </a:lnTo>
                  <a:lnTo>
                    <a:pt x="370" y="36"/>
                  </a:lnTo>
                  <a:lnTo>
                    <a:pt x="370" y="36"/>
                  </a:lnTo>
                  <a:lnTo>
                    <a:pt x="370" y="36"/>
                  </a:lnTo>
                  <a:lnTo>
                    <a:pt x="370" y="36"/>
                  </a:lnTo>
                  <a:lnTo>
                    <a:pt x="370" y="36"/>
                  </a:lnTo>
                  <a:lnTo>
                    <a:pt x="370" y="36"/>
                  </a:lnTo>
                  <a:lnTo>
                    <a:pt x="370" y="36"/>
                  </a:lnTo>
                  <a:lnTo>
                    <a:pt x="372" y="34"/>
                  </a:lnTo>
                  <a:lnTo>
                    <a:pt x="372" y="34"/>
                  </a:lnTo>
                  <a:lnTo>
                    <a:pt x="372" y="34"/>
                  </a:lnTo>
                  <a:lnTo>
                    <a:pt x="372" y="34"/>
                  </a:lnTo>
                  <a:lnTo>
                    <a:pt x="373" y="32"/>
                  </a:lnTo>
                  <a:lnTo>
                    <a:pt x="373" y="32"/>
                  </a:lnTo>
                  <a:lnTo>
                    <a:pt x="373" y="32"/>
                  </a:lnTo>
                  <a:lnTo>
                    <a:pt x="373" y="32"/>
                  </a:lnTo>
                  <a:lnTo>
                    <a:pt x="375" y="30"/>
                  </a:lnTo>
                  <a:lnTo>
                    <a:pt x="373" y="30"/>
                  </a:lnTo>
                  <a:lnTo>
                    <a:pt x="373" y="30"/>
                  </a:lnTo>
                  <a:lnTo>
                    <a:pt x="373" y="30"/>
                  </a:lnTo>
                  <a:lnTo>
                    <a:pt x="373" y="28"/>
                  </a:lnTo>
                  <a:lnTo>
                    <a:pt x="373" y="28"/>
                  </a:lnTo>
                  <a:lnTo>
                    <a:pt x="373" y="28"/>
                  </a:lnTo>
                  <a:lnTo>
                    <a:pt x="373" y="28"/>
                  </a:lnTo>
                  <a:lnTo>
                    <a:pt x="373" y="26"/>
                  </a:lnTo>
                  <a:lnTo>
                    <a:pt x="373" y="26"/>
                  </a:lnTo>
                  <a:lnTo>
                    <a:pt x="373" y="26"/>
                  </a:lnTo>
                  <a:lnTo>
                    <a:pt x="373" y="26"/>
                  </a:lnTo>
                  <a:lnTo>
                    <a:pt x="373" y="24"/>
                  </a:lnTo>
                  <a:lnTo>
                    <a:pt x="373" y="24"/>
                  </a:lnTo>
                  <a:lnTo>
                    <a:pt x="373" y="24"/>
                  </a:lnTo>
                  <a:lnTo>
                    <a:pt x="373" y="24"/>
                  </a:lnTo>
                  <a:lnTo>
                    <a:pt x="373" y="22"/>
                  </a:lnTo>
                  <a:lnTo>
                    <a:pt x="373" y="22"/>
                  </a:lnTo>
                  <a:lnTo>
                    <a:pt x="373" y="22"/>
                  </a:lnTo>
                  <a:lnTo>
                    <a:pt x="373" y="22"/>
                  </a:lnTo>
                  <a:lnTo>
                    <a:pt x="375" y="21"/>
                  </a:lnTo>
                  <a:lnTo>
                    <a:pt x="375" y="21"/>
                  </a:lnTo>
                  <a:lnTo>
                    <a:pt x="375" y="21"/>
                  </a:lnTo>
                  <a:lnTo>
                    <a:pt x="375" y="21"/>
                  </a:lnTo>
                  <a:lnTo>
                    <a:pt x="377" y="19"/>
                  </a:lnTo>
                  <a:lnTo>
                    <a:pt x="377" y="19"/>
                  </a:lnTo>
                  <a:lnTo>
                    <a:pt x="377" y="18"/>
                  </a:lnTo>
                  <a:lnTo>
                    <a:pt x="377" y="18"/>
                  </a:lnTo>
                  <a:lnTo>
                    <a:pt x="378" y="16"/>
                  </a:lnTo>
                  <a:lnTo>
                    <a:pt x="378" y="16"/>
                  </a:lnTo>
                  <a:lnTo>
                    <a:pt x="378" y="15"/>
                  </a:lnTo>
                  <a:lnTo>
                    <a:pt x="378" y="15"/>
                  </a:lnTo>
                  <a:lnTo>
                    <a:pt x="379" y="13"/>
                  </a:lnTo>
                  <a:lnTo>
                    <a:pt x="378" y="13"/>
                  </a:lnTo>
                  <a:lnTo>
                    <a:pt x="378" y="13"/>
                  </a:lnTo>
                  <a:lnTo>
                    <a:pt x="378" y="13"/>
                  </a:lnTo>
                  <a:lnTo>
                    <a:pt x="378" y="13"/>
                  </a:lnTo>
                  <a:lnTo>
                    <a:pt x="376" y="13"/>
                  </a:lnTo>
                  <a:lnTo>
                    <a:pt x="376" y="13"/>
                  </a:lnTo>
                  <a:lnTo>
                    <a:pt x="376" y="13"/>
                  </a:lnTo>
                  <a:lnTo>
                    <a:pt x="376" y="11"/>
                  </a:lnTo>
                  <a:lnTo>
                    <a:pt x="374" y="11"/>
                  </a:lnTo>
                  <a:lnTo>
                    <a:pt x="374" y="11"/>
                  </a:lnTo>
                  <a:lnTo>
                    <a:pt x="374" y="11"/>
                  </a:lnTo>
                  <a:lnTo>
                    <a:pt x="374" y="11"/>
                  </a:lnTo>
                  <a:lnTo>
                    <a:pt x="373" y="11"/>
                  </a:lnTo>
                  <a:lnTo>
                    <a:pt x="373" y="11"/>
                  </a:lnTo>
                  <a:lnTo>
                    <a:pt x="373" y="11"/>
                  </a:lnTo>
                  <a:lnTo>
                    <a:pt x="373" y="10"/>
                  </a:lnTo>
                  <a:lnTo>
                    <a:pt x="373" y="10"/>
                  </a:lnTo>
                  <a:lnTo>
                    <a:pt x="373" y="10"/>
                  </a:lnTo>
                  <a:lnTo>
                    <a:pt x="373" y="10"/>
                  </a:lnTo>
                  <a:lnTo>
                    <a:pt x="374" y="9"/>
                  </a:lnTo>
                  <a:lnTo>
                    <a:pt x="374" y="9"/>
                  </a:lnTo>
                  <a:lnTo>
                    <a:pt x="374" y="9"/>
                  </a:lnTo>
                  <a:lnTo>
                    <a:pt x="374" y="9"/>
                  </a:lnTo>
                  <a:lnTo>
                    <a:pt x="376" y="7"/>
                  </a:lnTo>
                  <a:lnTo>
                    <a:pt x="376" y="7"/>
                  </a:lnTo>
                  <a:lnTo>
                    <a:pt x="376" y="7"/>
                  </a:lnTo>
                  <a:lnTo>
                    <a:pt x="376" y="7"/>
                  </a:lnTo>
                  <a:lnTo>
                    <a:pt x="377" y="7"/>
                  </a:lnTo>
                  <a:lnTo>
                    <a:pt x="377" y="7"/>
                  </a:lnTo>
                  <a:lnTo>
                    <a:pt x="377" y="7"/>
                  </a:lnTo>
                  <a:lnTo>
                    <a:pt x="377" y="7"/>
                  </a:lnTo>
                  <a:lnTo>
                    <a:pt x="379" y="6"/>
                  </a:lnTo>
                  <a:lnTo>
                    <a:pt x="379" y="6"/>
                  </a:lnTo>
                  <a:lnTo>
                    <a:pt x="379" y="6"/>
                  </a:lnTo>
                  <a:lnTo>
                    <a:pt x="379" y="6"/>
                  </a:lnTo>
                  <a:lnTo>
                    <a:pt x="380" y="4"/>
                  </a:lnTo>
                  <a:lnTo>
                    <a:pt x="380" y="4"/>
                  </a:lnTo>
                  <a:lnTo>
                    <a:pt x="380" y="4"/>
                  </a:lnTo>
                  <a:lnTo>
                    <a:pt x="380" y="4"/>
                  </a:lnTo>
                  <a:lnTo>
                    <a:pt x="382" y="2"/>
                  </a:lnTo>
                  <a:lnTo>
                    <a:pt x="382" y="2"/>
                  </a:lnTo>
                  <a:lnTo>
                    <a:pt x="382" y="2"/>
                  </a:lnTo>
                  <a:lnTo>
                    <a:pt x="382" y="2"/>
                  </a:lnTo>
                  <a:lnTo>
                    <a:pt x="384" y="1"/>
                  </a:lnTo>
                  <a:lnTo>
                    <a:pt x="384" y="1"/>
                  </a:lnTo>
                  <a:lnTo>
                    <a:pt x="385" y="1"/>
                  </a:lnTo>
                  <a:lnTo>
                    <a:pt x="385" y="1"/>
                  </a:lnTo>
                  <a:lnTo>
                    <a:pt x="387" y="0"/>
                  </a:lnTo>
                  <a:lnTo>
                    <a:pt x="387" y="1"/>
                  </a:lnTo>
                  <a:lnTo>
                    <a:pt x="389" y="1"/>
                  </a:lnTo>
                  <a:lnTo>
                    <a:pt x="389" y="2"/>
                  </a:lnTo>
                  <a:lnTo>
                    <a:pt x="391" y="2"/>
                  </a:lnTo>
                  <a:lnTo>
                    <a:pt x="391" y="4"/>
                  </a:lnTo>
                  <a:lnTo>
                    <a:pt x="392" y="4"/>
                  </a:lnTo>
                  <a:lnTo>
                    <a:pt x="392" y="4"/>
                  </a:lnTo>
                  <a:lnTo>
                    <a:pt x="394" y="4"/>
                  </a:lnTo>
                  <a:lnTo>
                    <a:pt x="394" y="6"/>
                  </a:lnTo>
                  <a:lnTo>
                    <a:pt x="394" y="6"/>
                  </a:lnTo>
                  <a:lnTo>
                    <a:pt x="394" y="6"/>
                  </a:lnTo>
                  <a:lnTo>
                    <a:pt x="395" y="6"/>
                  </a:lnTo>
                  <a:lnTo>
                    <a:pt x="395" y="7"/>
                  </a:lnTo>
                  <a:lnTo>
                    <a:pt x="395" y="7"/>
                  </a:lnTo>
                  <a:lnTo>
                    <a:pt x="395" y="7"/>
                  </a:lnTo>
                  <a:lnTo>
                    <a:pt x="396" y="7"/>
                  </a:lnTo>
                  <a:lnTo>
                    <a:pt x="395" y="9"/>
                  </a:lnTo>
                  <a:lnTo>
                    <a:pt x="395" y="9"/>
                  </a:lnTo>
                  <a:lnTo>
                    <a:pt x="395" y="9"/>
                  </a:lnTo>
                  <a:lnTo>
                    <a:pt x="395" y="9"/>
                  </a:lnTo>
                  <a:lnTo>
                    <a:pt x="393" y="9"/>
                  </a:lnTo>
                  <a:lnTo>
                    <a:pt x="393" y="9"/>
                  </a:lnTo>
                  <a:lnTo>
                    <a:pt x="393" y="9"/>
                  </a:lnTo>
                  <a:lnTo>
                    <a:pt x="393" y="9"/>
                  </a:lnTo>
                  <a:lnTo>
                    <a:pt x="391" y="11"/>
                  </a:lnTo>
                  <a:lnTo>
                    <a:pt x="391" y="11"/>
                  </a:lnTo>
                  <a:lnTo>
                    <a:pt x="390" y="11"/>
                  </a:lnTo>
                  <a:lnTo>
                    <a:pt x="390" y="11"/>
                  </a:lnTo>
                  <a:lnTo>
                    <a:pt x="387" y="11"/>
                  </a:lnTo>
                  <a:lnTo>
                    <a:pt x="387" y="11"/>
                  </a:lnTo>
                  <a:lnTo>
                    <a:pt x="387" y="11"/>
                  </a:lnTo>
                  <a:lnTo>
                    <a:pt x="387" y="11"/>
                  </a:lnTo>
                  <a:lnTo>
                    <a:pt x="387" y="13"/>
                  </a:lnTo>
                  <a:lnTo>
                    <a:pt x="387" y="13"/>
                  </a:lnTo>
                  <a:lnTo>
                    <a:pt x="387" y="14"/>
                  </a:lnTo>
                  <a:lnTo>
                    <a:pt x="387" y="14"/>
                  </a:lnTo>
                  <a:lnTo>
                    <a:pt x="387" y="16"/>
                  </a:lnTo>
                  <a:lnTo>
                    <a:pt x="387" y="16"/>
                  </a:lnTo>
                  <a:lnTo>
                    <a:pt x="387" y="16"/>
                  </a:lnTo>
                  <a:lnTo>
                    <a:pt x="387" y="16"/>
                  </a:lnTo>
                  <a:lnTo>
                    <a:pt x="387" y="17"/>
                  </a:lnTo>
                  <a:lnTo>
                    <a:pt x="387" y="17"/>
                  </a:lnTo>
                  <a:lnTo>
                    <a:pt x="387" y="17"/>
                  </a:lnTo>
                  <a:lnTo>
                    <a:pt x="387" y="17"/>
                  </a:lnTo>
                  <a:lnTo>
                    <a:pt x="387" y="17"/>
                  </a:lnTo>
                  <a:lnTo>
                    <a:pt x="387" y="17"/>
                  </a:lnTo>
                  <a:lnTo>
                    <a:pt x="387" y="17"/>
                  </a:lnTo>
                  <a:lnTo>
                    <a:pt x="387" y="17"/>
                  </a:lnTo>
                  <a:lnTo>
                    <a:pt x="387" y="18"/>
                  </a:lnTo>
                  <a:lnTo>
                    <a:pt x="387" y="18"/>
                  </a:lnTo>
                  <a:lnTo>
                    <a:pt x="387" y="18"/>
                  </a:lnTo>
                  <a:lnTo>
                    <a:pt x="387" y="18"/>
                  </a:lnTo>
                  <a:lnTo>
                    <a:pt x="387" y="18"/>
                  </a:lnTo>
                  <a:lnTo>
                    <a:pt x="387" y="18"/>
                  </a:lnTo>
                  <a:lnTo>
                    <a:pt x="387" y="18"/>
                  </a:lnTo>
                  <a:lnTo>
                    <a:pt x="390" y="17"/>
                  </a:lnTo>
                  <a:lnTo>
                    <a:pt x="390" y="17"/>
                  </a:lnTo>
                  <a:lnTo>
                    <a:pt x="390" y="17"/>
                  </a:lnTo>
                  <a:lnTo>
                    <a:pt x="390" y="17"/>
                  </a:lnTo>
                  <a:lnTo>
                    <a:pt x="391" y="16"/>
                  </a:lnTo>
                  <a:lnTo>
                    <a:pt x="391" y="16"/>
                  </a:lnTo>
                  <a:lnTo>
                    <a:pt x="392" y="16"/>
                  </a:lnTo>
                  <a:lnTo>
                    <a:pt x="392" y="16"/>
                  </a:lnTo>
                  <a:lnTo>
                    <a:pt x="394" y="15"/>
                  </a:lnTo>
                  <a:lnTo>
                    <a:pt x="393" y="17"/>
                  </a:lnTo>
                  <a:lnTo>
                    <a:pt x="393" y="17"/>
                  </a:lnTo>
                  <a:lnTo>
                    <a:pt x="393" y="17"/>
                  </a:lnTo>
                  <a:lnTo>
                    <a:pt x="393" y="17"/>
                  </a:lnTo>
                  <a:lnTo>
                    <a:pt x="393" y="19"/>
                  </a:lnTo>
                  <a:lnTo>
                    <a:pt x="393" y="19"/>
                  </a:lnTo>
                  <a:lnTo>
                    <a:pt x="393" y="19"/>
                  </a:lnTo>
                  <a:lnTo>
                    <a:pt x="393" y="19"/>
                  </a:lnTo>
                  <a:lnTo>
                    <a:pt x="391" y="21"/>
                  </a:lnTo>
                  <a:lnTo>
                    <a:pt x="391" y="21"/>
                  </a:lnTo>
                  <a:lnTo>
                    <a:pt x="391" y="22"/>
                  </a:lnTo>
                  <a:lnTo>
                    <a:pt x="391" y="22"/>
                  </a:lnTo>
                  <a:lnTo>
                    <a:pt x="391" y="24"/>
                  </a:lnTo>
                  <a:lnTo>
                    <a:pt x="391" y="24"/>
                  </a:lnTo>
                  <a:lnTo>
                    <a:pt x="391" y="24"/>
                  </a:lnTo>
                  <a:lnTo>
                    <a:pt x="391" y="24"/>
                  </a:lnTo>
                  <a:lnTo>
                    <a:pt x="391" y="25"/>
                  </a:lnTo>
                  <a:lnTo>
                    <a:pt x="391" y="25"/>
                  </a:lnTo>
                  <a:lnTo>
                    <a:pt x="391" y="25"/>
                  </a:lnTo>
                  <a:lnTo>
                    <a:pt x="391" y="25"/>
                  </a:lnTo>
                  <a:lnTo>
                    <a:pt x="391" y="26"/>
                  </a:lnTo>
                  <a:lnTo>
                    <a:pt x="391" y="26"/>
                  </a:lnTo>
                  <a:lnTo>
                    <a:pt x="391" y="26"/>
                  </a:lnTo>
                  <a:lnTo>
                    <a:pt x="391" y="26"/>
                  </a:lnTo>
                  <a:lnTo>
                    <a:pt x="391" y="28"/>
                  </a:lnTo>
                  <a:lnTo>
                    <a:pt x="391" y="28"/>
                  </a:lnTo>
                  <a:lnTo>
                    <a:pt x="391" y="28"/>
                  </a:lnTo>
                  <a:lnTo>
                    <a:pt x="391" y="28"/>
                  </a:lnTo>
                  <a:lnTo>
                    <a:pt x="391" y="28"/>
                  </a:lnTo>
                  <a:lnTo>
                    <a:pt x="391" y="28"/>
                  </a:lnTo>
                  <a:lnTo>
                    <a:pt x="391" y="28"/>
                  </a:lnTo>
                  <a:lnTo>
                    <a:pt x="391" y="28"/>
                  </a:lnTo>
                  <a:lnTo>
                    <a:pt x="391" y="28"/>
                  </a:lnTo>
                  <a:lnTo>
                    <a:pt x="391" y="28"/>
                  </a:lnTo>
                  <a:lnTo>
                    <a:pt x="391" y="28"/>
                  </a:lnTo>
                  <a:lnTo>
                    <a:pt x="391" y="28"/>
                  </a:lnTo>
                  <a:lnTo>
                    <a:pt x="391" y="28"/>
                  </a:lnTo>
                  <a:lnTo>
                    <a:pt x="393" y="28"/>
                  </a:lnTo>
                  <a:lnTo>
                    <a:pt x="393" y="28"/>
                  </a:lnTo>
                  <a:lnTo>
                    <a:pt x="395" y="26"/>
                  </a:lnTo>
                  <a:lnTo>
                    <a:pt x="395" y="26"/>
                  </a:lnTo>
                  <a:lnTo>
                    <a:pt x="395" y="26"/>
                  </a:lnTo>
                  <a:lnTo>
                    <a:pt x="395" y="26"/>
                  </a:lnTo>
                  <a:lnTo>
                    <a:pt x="397" y="26"/>
                  </a:lnTo>
                  <a:lnTo>
                    <a:pt x="397" y="26"/>
                  </a:lnTo>
                  <a:lnTo>
                    <a:pt x="398" y="26"/>
                  </a:lnTo>
                  <a:lnTo>
                    <a:pt x="398" y="26"/>
                  </a:lnTo>
                  <a:lnTo>
                    <a:pt x="400" y="24"/>
                  </a:lnTo>
                  <a:lnTo>
                    <a:pt x="399" y="24"/>
                  </a:lnTo>
                  <a:lnTo>
                    <a:pt x="399" y="24"/>
                  </a:lnTo>
                  <a:lnTo>
                    <a:pt x="399" y="24"/>
                  </a:lnTo>
                  <a:lnTo>
                    <a:pt x="399" y="23"/>
                  </a:lnTo>
                  <a:lnTo>
                    <a:pt x="397" y="23"/>
                  </a:lnTo>
                  <a:lnTo>
                    <a:pt x="397" y="23"/>
                  </a:lnTo>
                  <a:lnTo>
                    <a:pt x="397" y="23"/>
                  </a:lnTo>
                  <a:lnTo>
                    <a:pt x="397" y="21"/>
                  </a:lnTo>
                  <a:lnTo>
                    <a:pt x="396" y="21"/>
                  </a:lnTo>
                  <a:lnTo>
                    <a:pt x="396" y="21"/>
                  </a:lnTo>
                  <a:lnTo>
                    <a:pt x="396" y="21"/>
                  </a:lnTo>
                  <a:lnTo>
                    <a:pt x="396" y="19"/>
                  </a:lnTo>
                  <a:lnTo>
                    <a:pt x="396" y="19"/>
                  </a:lnTo>
                  <a:lnTo>
                    <a:pt x="396" y="19"/>
                  </a:lnTo>
                  <a:lnTo>
                    <a:pt x="396" y="19"/>
                  </a:lnTo>
                  <a:lnTo>
                    <a:pt x="396" y="17"/>
                  </a:lnTo>
                  <a:lnTo>
                    <a:pt x="396" y="17"/>
                  </a:lnTo>
                  <a:lnTo>
                    <a:pt x="396" y="17"/>
                  </a:lnTo>
                  <a:lnTo>
                    <a:pt x="396" y="17"/>
                  </a:lnTo>
                  <a:lnTo>
                    <a:pt x="396" y="15"/>
                  </a:lnTo>
                  <a:lnTo>
                    <a:pt x="396" y="15"/>
                  </a:lnTo>
                  <a:lnTo>
                    <a:pt x="396" y="13"/>
                  </a:lnTo>
                  <a:lnTo>
                    <a:pt x="396" y="13"/>
                  </a:lnTo>
                  <a:lnTo>
                    <a:pt x="397" y="11"/>
                  </a:lnTo>
                  <a:lnTo>
                    <a:pt x="397" y="11"/>
                  </a:lnTo>
                  <a:lnTo>
                    <a:pt x="397" y="10"/>
                  </a:lnTo>
                  <a:lnTo>
                    <a:pt x="397" y="10"/>
                  </a:lnTo>
                  <a:lnTo>
                    <a:pt x="398" y="8"/>
                  </a:lnTo>
                  <a:lnTo>
                    <a:pt x="398" y="8"/>
                  </a:lnTo>
                  <a:lnTo>
                    <a:pt x="398" y="7"/>
                  </a:lnTo>
                  <a:lnTo>
                    <a:pt x="398" y="7"/>
                  </a:lnTo>
                  <a:lnTo>
                    <a:pt x="400" y="6"/>
                  </a:lnTo>
                  <a:lnTo>
                    <a:pt x="400" y="6"/>
                  </a:lnTo>
                  <a:lnTo>
                    <a:pt x="400" y="6"/>
                  </a:lnTo>
                  <a:lnTo>
                    <a:pt x="400" y="6"/>
                  </a:lnTo>
                  <a:lnTo>
                    <a:pt x="402" y="6"/>
                  </a:lnTo>
                  <a:lnTo>
                    <a:pt x="402" y="8"/>
                  </a:lnTo>
                  <a:lnTo>
                    <a:pt x="402" y="8"/>
                  </a:lnTo>
                  <a:lnTo>
                    <a:pt x="402" y="8"/>
                  </a:lnTo>
                  <a:lnTo>
                    <a:pt x="404" y="8"/>
                  </a:lnTo>
                  <a:lnTo>
                    <a:pt x="404" y="10"/>
                  </a:lnTo>
                  <a:lnTo>
                    <a:pt x="404" y="10"/>
                  </a:lnTo>
                  <a:lnTo>
                    <a:pt x="404" y="10"/>
                  </a:lnTo>
                  <a:lnTo>
                    <a:pt x="406" y="10"/>
                  </a:lnTo>
                  <a:lnTo>
                    <a:pt x="406" y="11"/>
                  </a:lnTo>
                  <a:lnTo>
                    <a:pt x="406" y="11"/>
                  </a:lnTo>
                  <a:lnTo>
                    <a:pt x="406" y="11"/>
                  </a:lnTo>
                  <a:lnTo>
                    <a:pt x="408" y="11"/>
                  </a:lnTo>
                  <a:lnTo>
                    <a:pt x="408" y="11"/>
                  </a:lnTo>
                  <a:lnTo>
                    <a:pt x="408" y="11"/>
                  </a:lnTo>
                  <a:lnTo>
                    <a:pt x="408" y="11"/>
                  </a:lnTo>
                  <a:lnTo>
                    <a:pt x="408" y="11"/>
                  </a:lnTo>
                  <a:lnTo>
                    <a:pt x="408" y="11"/>
                  </a:lnTo>
                  <a:lnTo>
                    <a:pt x="408" y="11"/>
                  </a:lnTo>
                  <a:lnTo>
                    <a:pt x="408" y="11"/>
                  </a:lnTo>
                  <a:lnTo>
                    <a:pt x="410" y="10"/>
                  </a:lnTo>
                  <a:lnTo>
                    <a:pt x="410" y="10"/>
                  </a:lnTo>
                  <a:lnTo>
                    <a:pt x="410" y="10"/>
                  </a:lnTo>
                  <a:lnTo>
                    <a:pt x="410" y="10"/>
                  </a:lnTo>
                  <a:lnTo>
                    <a:pt x="410" y="8"/>
                  </a:lnTo>
                  <a:lnTo>
                    <a:pt x="410" y="8"/>
                  </a:lnTo>
                  <a:lnTo>
                    <a:pt x="410" y="8"/>
                  </a:lnTo>
                  <a:lnTo>
                    <a:pt x="410" y="8"/>
                  </a:lnTo>
                  <a:lnTo>
                    <a:pt x="412" y="7"/>
                  </a:lnTo>
                  <a:lnTo>
                    <a:pt x="412" y="8"/>
                  </a:lnTo>
                  <a:lnTo>
                    <a:pt x="412" y="8"/>
                  </a:lnTo>
                  <a:lnTo>
                    <a:pt x="412" y="8"/>
                  </a:lnTo>
                  <a:lnTo>
                    <a:pt x="412" y="8"/>
                  </a:lnTo>
                  <a:lnTo>
                    <a:pt x="412" y="10"/>
                  </a:lnTo>
                  <a:lnTo>
                    <a:pt x="412" y="10"/>
                  </a:lnTo>
                  <a:lnTo>
                    <a:pt x="412" y="10"/>
                  </a:lnTo>
                  <a:lnTo>
                    <a:pt x="413" y="10"/>
                  </a:lnTo>
                  <a:lnTo>
                    <a:pt x="413" y="11"/>
                  </a:lnTo>
                  <a:lnTo>
                    <a:pt x="413" y="11"/>
                  </a:lnTo>
                  <a:lnTo>
                    <a:pt x="413" y="11"/>
                  </a:lnTo>
                  <a:lnTo>
                    <a:pt x="413" y="11"/>
                  </a:lnTo>
                  <a:lnTo>
                    <a:pt x="413" y="11"/>
                  </a:lnTo>
                  <a:lnTo>
                    <a:pt x="413" y="11"/>
                  </a:lnTo>
                  <a:lnTo>
                    <a:pt x="413" y="11"/>
                  </a:lnTo>
                  <a:lnTo>
                    <a:pt x="415" y="11"/>
                  </a:lnTo>
                  <a:lnTo>
                    <a:pt x="415" y="11"/>
                  </a:lnTo>
                  <a:lnTo>
                    <a:pt x="415" y="11"/>
                  </a:lnTo>
                  <a:lnTo>
                    <a:pt x="415" y="11"/>
                  </a:lnTo>
                  <a:lnTo>
                    <a:pt x="416" y="11"/>
                  </a:lnTo>
                  <a:lnTo>
                    <a:pt x="416" y="11"/>
                  </a:lnTo>
                  <a:lnTo>
                    <a:pt x="416" y="11"/>
                  </a:lnTo>
                  <a:lnTo>
                    <a:pt x="416" y="11"/>
                  </a:lnTo>
                  <a:lnTo>
                    <a:pt x="418" y="9"/>
                  </a:lnTo>
                  <a:lnTo>
                    <a:pt x="418" y="9"/>
                  </a:lnTo>
                  <a:lnTo>
                    <a:pt x="418" y="9"/>
                  </a:lnTo>
                  <a:lnTo>
                    <a:pt x="418" y="9"/>
                  </a:lnTo>
                  <a:lnTo>
                    <a:pt x="419" y="8"/>
                  </a:lnTo>
                  <a:lnTo>
                    <a:pt x="419" y="8"/>
                  </a:lnTo>
                  <a:lnTo>
                    <a:pt x="419" y="8"/>
                  </a:lnTo>
                  <a:lnTo>
                    <a:pt x="419" y="8"/>
                  </a:lnTo>
                  <a:lnTo>
                    <a:pt x="421" y="6"/>
                  </a:lnTo>
                  <a:lnTo>
                    <a:pt x="421" y="8"/>
                  </a:lnTo>
                  <a:lnTo>
                    <a:pt x="421" y="8"/>
                  </a:lnTo>
                  <a:lnTo>
                    <a:pt x="421" y="8"/>
                  </a:lnTo>
                  <a:lnTo>
                    <a:pt x="421" y="8"/>
                  </a:lnTo>
                  <a:lnTo>
                    <a:pt x="421" y="10"/>
                  </a:lnTo>
                  <a:lnTo>
                    <a:pt x="421" y="10"/>
                  </a:lnTo>
                  <a:lnTo>
                    <a:pt x="421" y="11"/>
                  </a:lnTo>
                  <a:lnTo>
                    <a:pt x="423" y="11"/>
                  </a:lnTo>
                  <a:lnTo>
                    <a:pt x="423" y="13"/>
                  </a:lnTo>
                  <a:lnTo>
                    <a:pt x="423" y="13"/>
                  </a:lnTo>
                  <a:lnTo>
                    <a:pt x="423" y="14"/>
                  </a:lnTo>
                  <a:lnTo>
                    <a:pt x="424" y="14"/>
                  </a:lnTo>
                  <a:lnTo>
                    <a:pt x="424" y="15"/>
                  </a:lnTo>
                  <a:lnTo>
                    <a:pt x="424" y="15"/>
                  </a:lnTo>
                  <a:lnTo>
                    <a:pt x="424" y="15"/>
                  </a:lnTo>
                  <a:lnTo>
                    <a:pt x="426" y="15"/>
                  </a:lnTo>
                  <a:lnTo>
                    <a:pt x="426" y="15"/>
                  </a:lnTo>
                  <a:lnTo>
                    <a:pt x="426" y="15"/>
                  </a:lnTo>
                  <a:lnTo>
                    <a:pt x="426" y="15"/>
                  </a:lnTo>
                  <a:lnTo>
                    <a:pt x="426" y="15"/>
                  </a:lnTo>
                  <a:lnTo>
                    <a:pt x="426" y="15"/>
                  </a:lnTo>
                  <a:lnTo>
                    <a:pt x="426" y="15"/>
                  </a:lnTo>
                  <a:lnTo>
                    <a:pt x="426" y="15"/>
                  </a:lnTo>
                  <a:lnTo>
                    <a:pt x="426" y="14"/>
                  </a:lnTo>
                  <a:lnTo>
                    <a:pt x="426" y="14"/>
                  </a:lnTo>
                  <a:lnTo>
                    <a:pt x="426" y="14"/>
                  </a:lnTo>
                  <a:lnTo>
                    <a:pt x="426" y="14"/>
                  </a:lnTo>
                  <a:lnTo>
                    <a:pt x="426" y="12"/>
                  </a:lnTo>
                  <a:lnTo>
                    <a:pt x="426" y="12"/>
                  </a:lnTo>
                  <a:lnTo>
                    <a:pt x="426" y="12"/>
                  </a:lnTo>
                  <a:lnTo>
                    <a:pt x="426" y="12"/>
                  </a:lnTo>
                  <a:lnTo>
                    <a:pt x="426" y="11"/>
                  </a:lnTo>
                  <a:lnTo>
                    <a:pt x="426" y="12"/>
                  </a:lnTo>
                  <a:lnTo>
                    <a:pt x="426" y="12"/>
                  </a:lnTo>
                  <a:lnTo>
                    <a:pt x="426" y="12"/>
                  </a:lnTo>
                  <a:lnTo>
                    <a:pt x="428" y="12"/>
                  </a:lnTo>
                  <a:lnTo>
                    <a:pt x="428" y="13"/>
                  </a:lnTo>
                  <a:lnTo>
                    <a:pt x="429" y="13"/>
                  </a:lnTo>
                  <a:lnTo>
                    <a:pt x="429" y="13"/>
                  </a:lnTo>
                  <a:lnTo>
                    <a:pt x="431" y="13"/>
                  </a:lnTo>
                  <a:lnTo>
                    <a:pt x="431" y="15"/>
                  </a:lnTo>
                  <a:lnTo>
                    <a:pt x="432" y="15"/>
                  </a:lnTo>
                  <a:lnTo>
                    <a:pt x="432" y="15"/>
                  </a:lnTo>
                  <a:lnTo>
                    <a:pt x="434" y="15"/>
                  </a:lnTo>
                  <a:lnTo>
                    <a:pt x="434" y="15"/>
                  </a:lnTo>
                  <a:lnTo>
                    <a:pt x="436" y="15"/>
                  </a:lnTo>
                  <a:lnTo>
                    <a:pt x="436" y="15"/>
                  </a:lnTo>
                  <a:lnTo>
                    <a:pt x="437" y="15"/>
                  </a:lnTo>
                  <a:lnTo>
                    <a:pt x="437" y="17"/>
                  </a:lnTo>
                  <a:lnTo>
                    <a:pt x="437" y="17"/>
                  </a:lnTo>
                  <a:lnTo>
                    <a:pt x="437" y="17"/>
                  </a:lnTo>
                  <a:lnTo>
                    <a:pt x="439" y="17"/>
                  </a:lnTo>
                  <a:lnTo>
                    <a:pt x="439" y="19"/>
                  </a:lnTo>
                  <a:lnTo>
                    <a:pt x="439" y="19"/>
                  </a:lnTo>
                  <a:lnTo>
                    <a:pt x="439" y="19"/>
                  </a:lnTo>
                  <a:lnTo>
                    <a:pt x="441" y="19"/>
                  </a:lnTo>
                  <a:lnTo>
                    <a:pt x="441" y="21"/>
                  </a:lnTo>
                  <a:lnTo>
                    <a:pt x="441" y="21"/>
                  </a:lnTo>
                  <a:lnTo>
                    <a:pt x="441" y="22"/>
                  </a:lnTo>
                  <a:lnTo>
                    <a:pt x="441" y="22"/>
                  </a:lnTo>
                  <a:lnTo>
                    <a:pt x="441" y="24"/>
                  </a:lnTo>
                  <a:lnTo>
                    <a:pt x="441" y="24"/>
                  </a:lnTo>
                  <a:lnTo>
                    <a:pt x="441" y="24"/>
                  </a:lnTo>
                  <a:lnTo>
                    <a:pt x="442" y="24"/>
                  </a:lnTo>
                  <a:lnTo>
                    <a:pt x="441" y="26"/>
                  </a:lnTo>
                  <a:lnTo>
                    <a:pt x="441" y="26"/>
                  </a:lnTo>
                  <a:lnTo>
                    <a:pt x="441" y="26"/>
                  </a:lnTo>
                  <a:lnTo>
                    <a:pt x="441" y="26"/>
                  </a:lnTo>
                  <a:lnTo>
                    <a:pt x="439" y="28"/>
                  </a:lnTo>
                  <a:lnTo>
                    <a:pt x="439" y="28"/>
                  </a:lnTo>
                  <a:lnTo>
                    <a:pt x="439" y="28"/>
                  </a:lnTo>
                  <a:lnTo>
                    <a:pt x="439" y="28"/>
                  </a:lnTo>
                  <a:lnTo>
                    <a:pt x="437" y="30"/>
                  </a:lnTo>
                  <a:lnTo>
                    <a:pt x="437" y="30"/>
                  </a:lnTo>
                  <a:lnTo>
                    <a:pt x="437" y="30"/>
                  </a:lnTo>
                  <a:lnTo>
                    <a:pt x="437" y="30"/>
                  </a:lnTo>
                  <a:lnTo>
                    <a:pt x="436" y="30"/>
                  </a:lnTo>
                  <a:lnTo>
                    <a:pt x="436" y="30"/>
                  </a:lnTo>
                  <a:lnTo>
                    <a:pt x="436" y="30"/>
                  </a:lnTo>
                  <a:lnTo>
                    <a:pt x="436" y="30"/>
                  </a:lnTo>
                  <a:lnTo>
                    <a:pt x="434" y="32"/>
                  </a:lnTo>
                  <a:lnTo>
                    <a:pt x="434" y="32"/>
                  </a:lnTo>
                  <a:lnTo>
                    <a:pt x="434" y="32"/>
                  </a:lnTo>
                  <a:lnTo>
                    <a:pt x="434" y="32"/>
                  </a:lnTo>
                  <a:lnTo>
                    <a:pt x="432" y="33"/>
                  </a:lnTo>
                  <a:lnTo>
                    <a:pt x="432" y="33"/>
                  </a:lnTo>
                  <a:lnTo>
                    <a:pt x="432" y="33"/>
                  </a:lnTo>
                  <a:lnTo>
                    <a:pt x="432" y="33"/>
                  </a:lnTo>
                  <a:lnTo>
                    <a:pt x="430" y="36"/>
                  </a:lnTo>
                  <a:lnTo>
                    <a:pt x="430" y="36"/>
                  </a:lnTo>
                  <a:lnTo>
                    <a:pt x="430" y="36"/>
                  </a:lnTo>
                  <a:lnTo>
                    <a:pt x="430" y="36"/>
                  </a:lnTo>
                  <a:lnTo>
                    <a:pt x="428" y="37"/>
                  </a:lnTo>
                  <a:lnTo>
                    <a:pt x="428" y="37"/>
                  </a:lnTo>
                  <a:lnTo>
                    <a:pt x="428" y="37"/>
                  </a:lnTo>
                  <a:lnTo>
                    <a:pt x="428" y="37"/>
                  </a:lnTo>
                  <a:lnTo>
                    <a:pt x="426" y="38"/>
                  </a:lnTo>
                  <a:lnTo>
                    <a:pt x="425" y="38"/>
                  </a:lnTo>
                  <a:lnTo>
                    <a:pt x="423" y="38"/>
                  </a:lnTo>
                  <a:lnTo>
                    <a:pt x="423" y="38"/>
                  </a:lnTo>
                  <a:lnTo>
                    <a:pt x="421" y="38"/>
                  </a:lnTo>
                  <a:lnTo>
                    <a:pt x="419" y="38"/>
                  </a:lnTo>
                  <a:lnTo>
                    <a:pt x="417" y="38"/>
                  </a:lnTo>
                  <a:lnTo>
                    <a:pt x="417" y="36"/>
                  </a:lnTo>
                  <a:lnTo>
                    <a:pt x="415" y="36"/>
                  </a:lnTo>
                  <a:lnTo>
                    <a:pt x="413" y="36"/>
                  </a:lnTo>
                  <a:lnTo>
                    <a:pt x="411" y="36"/>
                  </a:lnTo>
                  <a:lnTo>
                    <a:pt x="409" y="36"/>
                  </a:lnTo>
                  <a:lnTo>
                    <a:pt x="407" y="36"/>
                  </a:lnTo>
                  <a:lnTo>
                    <a:pt x="407" y="36"/>
                  </a:lnTo>
                  <a:lnTo>
                    <a:pt x="406" y="36"/>
                  </a:lnTo>
                  <a:lnTo>
                    <a:pt x="406" y="36"/>
                  </a:lnTo>
                  <a:lnTo>
                    <a:pt x="406" y="38"/>
                  </a:lnTo>
                  <a:lnTo>
                    <a:pt x="406" y="38"/>
                  </a:lnTo>
                  <a:lnTo>
                    <a:pt x="406" y="38"/>
                  </a:lnTo>
                  <a:lnTo>
                    <a:pt x="406" y="38"/>
                  </a:lnTo>
                  <a:lnTo>
                    <a:pt x="406" y="39"/>
                  </a:lnTo>
                  <a:lnTo>
                    <a:pt x="406" y="39"/>
                  </a:lnTo>
                  <a:lnTo>
                    <a:pt x="406" y="39"/>
                  </a:lnTo>
                  <a:lnTo>
                    <a:pt x="406" y="39"/>
                  </a:lnTo>
                  <a:lnTo>
                    <a:pt x="406" y="41"/>
                  </a:lnTo>
                  <a:lnTo>
                    <a:pt x="406" y="41"/>
                  </a:lnTo>
                  <a:lnTo>
                    <a:pt x="406" y="41"/>
                  </a:lnTo>
                  <a:lnTo>
                    <a:pt x="406" y="41"/>
                  </a:lnTo>
                  <a:lnTo>
                    <a:pt x="406" y="42"/>
                  </a:lnTo>
                  <a:lnTo>
                    <a:pt x="406" y="42"/>
                  </a:lnTo>
                  <a:lnTo>
                    <a:pt x="406" y="42"/>
                  </a:lnTo>
                  <a:lnTo>
                    <a:pt x="406" y="42"/>
                  </a:lnTo>
                  <a:lnTo>
                    <a:pt x="406" y="43"/>
                  </a:lnTo>
                  <a:lnTo>
                    <a:pt x="406" y="43"/>
                  </a:lnTo>
                  <a:lnTo>
                    <a:pt x="406" y="43"/>
                  </a:lnTo>
                  <a:lnTo>
                    <a:pt x="408" y="43"/>
                  </a:lnTo>
                  <a:lnTo>
                    <a:pt x="408" y="43"/>
                  </a:lnTo>
                  <a:lnTo>
                    <a:pt x="410" y="43"/>
                  </a:lnTo>
                  <a:lnTo>
                    <a:pt x="412" y="43"/>
                  </a:lnTo>
                  <a:lnTo>
                    <a:pt x="414" y="43"/>
                  </a:lnTo>
                  <a:lnTo>
                    <a:pt x="414" y="43"/>
                  </a:lnTo>
                  <a:lnTo>
                    <a:pt x="416" y="43"/>
                  </a:lnTo>
                  <a:lnTo>
                    <a:pt x="417" y="43"/>
                  </a:lnTo>
                  <a:lnTo>
                    <a:pt x="419" y="43"/>
                  </a:lnTo>
                  <a:lnTo>
                    <a:pt x="419" y="43"/>
                  </a:lnTo>
                  <a:lnTo>
                    <a:pt x="421" y="43"/>
                  </a:lnTo>
                  <a:lnTo>
                    <a:pt x="421" y="43"/>
                  </a:lnTo>
                  <a:lnTo>
                    <a:pt x="423" y="43"/>
                  </a:lnTo>
                  <a:lnTo>
                    <a:pt x="422" y="44"/>
                  </a:lnTo>
                  <a:lnTo>
                    <a:pt x="422" y="44"/>
                  </a:lnTo>
                  <a:lnTo>
                    <a:pt x="422" y="44"/>
                  </a:lnTo>
                  <a:lnTo>
                    <a:pt x="422" y="44"/>
                  </a:lnTo>
                  <a:lnTo>
                    <a:pt x="422" y="45"/>
                  </a:lnTo>
                  <a:lnTo>
                    <a:pt x="422" y="45"/>
                  </a:lnTo>
                  <a:lnTo>
                    <a:pt x="422" y="45"/>
                  </a:lnTo>
                  <a:lnTo>
                    <a:pt x="422" y="45"/>
                  </a:lnTo>
                  <a:lnTo>
                    <a:pt x="421" y="47"/>
                  </a:lnTo>
                  <a:lnTo>
                    <a:pt x="421" y="47"/>
                  </a:lnTo>
                  <a:lnTo>
                    <a:pt x="421" y="47"/>
                  </a:lnTo>
                  <a:lnTo>
                    <a:pt x="421" y="47"/>
                  </a:lnTo>
                  <a:lnTo>
                    <a:pt x="421" y="48"/>
                  </a:lnTo>
                  <a:lnTo>
                    <a:pt x="421" y="48"/>
                  </a:lnTo>
                  <a:lnTo>
                    <a:pt x="421" y="48"/>
                  </a:lnTo>
                  <a:lnTo>
                    <a:pt x="421" y="48"/>
                  </a:lnTo>
                  <a:lnTo>
                    <a:pt x="421" y="49"/>
                  </a:lnTo>
                  <a:lnTo>
                    <a:pt x="421" y="49"/>
                  </a:lnTo>
                  <a:lnTo>
                    <a:pt x="421" y="49"/>
                  </a:lnTo>
                  <a:lnTo>
                    <a:pt x="422" y="49"/>
                  </a:lnTo>
                  <a:lnTo>
                    <a:pt x="422" y="49"/>
                  </a:lnTo>
                  <a:lnTo>
                    <a:pt x="422" y="49"/>
                  </a:lnTo>
                  <a:lnTo>
                    <a:pt x="422" y="49"/>
                  </a:lnTo>
                  <a:lnTo>
                    <a:pt x="424" y="49"/>
                  </a:lnTo>
                  <a:lnTo>
                    <a:pt x="424" y="50"/>
                  </a:lnTo>
                  <a:lnTo>
                    <a:pt x="424" y="50"/>
                  </a:lnTo>
                  <a:lnTo>
                    <a:pt x="424" y="50"/>
                  </a:lnTo>
                  <a:lnTo>
                    <a:pt x="425" y="50"/>
                  </a:lnTo>
                  <a:lnTo>
                    <a:pt x="425" y="50"/>
                  </a:lnTo>
                  <a:lnTo>
                    <a:pt x="425" y="50"/>
                  </a:lnTo>
                  <a:lnTo>
                    <a:pt x="425" y="50"/>
                  </a:lnTo>
                  <a:lnTo>
                    <a:pt x="426" y="50"/>
                  </a:lnTo>
                  <a:lnTo>
                    <a:pt x="426" y="51"/>
                  </a:lnTo>
                  <a:lnTo>
                    <a:pt x="426" y="51"/>
                  </a:lnTo>
                  <a:lnTo>
                    <a:pt x="426" y="52"/>
                  </a:lnTo>
                  <a:lnTo>
                    <a:pt x="426" y="52"/>
                  </a:lnTo>
                  <a:lnTo>
                    <a:pt x="426" y="54"/>
                  </a:lnTo>
                  <a:lnTo>
                    <a:pt x="426" y="54"/>
                  </a:lnTo>
                  <a:lnTo>
                    <a:pt x="426" y="54"/>
                  </a:lnTo>
                  <a:lnTo>
                    <a:pt x="426" y="54"/>
                  </a:lnTo>
                  <a:lnTo>
                    <a:pt x="424" y="55"/>
                  </a:lnTo>
                  <a:lnTo>
                    <a:pt x="424" y="55"/>
                  </a:lnTo>
                  <a:lnTo>
                    <a:pt x="424" y="56"/>
                  </a:lnTo>
                  <a:lnTo>
                    <a:pt x="424" y="56"/>
                  </a:lnTo>
                  <a:lnTo>
                    <a:pt x="424" y="57"/>
                  </a:lnTo>
                  <a:lnTo>
                    <a:pt x="424" y="57"/>
                  </a:lnTo>
                  <a:lnTo>
                    <a:pt x="424" y="57"/>
                  </a:lnTo>
                  <a:lnTo>
                    <a:pt x="425" y="57"/>
                  </a:lnTo>
                  <a:lnTo>
                    <a:pt x="425" y="57"/>
                  </a:lnTo>
                  <a:lnTo>
                    <a:pt x="425" y="57"/>
                  </a:lnTo>
                  <a:lnTo>
                    <a:pt x="425" y="57"/>
                  </a:lnTo>
                  <a:lnTo>
                    <a:pt x="425" y="57"/>
                  </a:lnTo>
                  <a:lnTo>
                    <a:pt x="425" y="57"/>
                  </a:lnTo>
                  <a:lnTo>
                    <a:pt x="425" y="57"/>
                  </a:lnTo>
                  <a:lnTo>
                    <a:pt x="425" y="57"/>
                  </a:lnTo>
                  <a:lnTo>
                    <a:pt x="427" y="57"/>
                  </a:lnTo>
                  <a:lnTo>
                    <a:pt x="427" y="57"/>
                  </a:lnTo>
                  <a:lnTo>
                    <a:pt x="427" y="57"/>
                  </a:lnTo>
                  <a:lnTo>
                    <a:pt x="427" y="57"/>
                  </a:lnTo>
                  <a:lnTo>
                    <a:pt x="428" y="57"/>
                  </a:lnTo>
                  <a:lnTo>
                    <a:pt x="428" y="57"/>
                  </a:lnTo>
                  <a:lnTo>
                    <a:pt x="428" y="57"/>
                  </a:lnTo>
                  <a:lnTo>
                    <a:pt x="428" y="57"/>
                  </a:lnTo>
                  <a:lnTo>
                    <a:pt x="429" y="56"/>
                  </a:lnTo>
                  <a:lnTo>
                    <a:pt x="429" y="56"/>
                  </a:lnTo>
                  <a:lnTo>
                    <a:pt x="429" y="56"/>
                  </a:lnTo>
                  <a:lnTo>
                    <a:pt x="429" y="56"/>
                  </a:lnTo>
                  <a:lnTo>
                    <a:pt x="429" y="54"/>
                  </a:lnTo>
                  <a:lnTo>
                    <a:pt x="429" y="54"/>
                  </a:lnTo>
                  <a:lnTo>
                    <a:pt x="429" y="54"/>
                  </a:lnTo>
                  <a:lnTo>
                    <a:pt x="429" y="54"/>
                  </a:lnTo>
                  <a:lnTo>
                    <a:pt x="429" y="53"/>
                  </a:lnTo>
                  <a:lnTo>
                    <a:pt x="429" y="53"/>
                  </a:lnTo>
                  <a:lnTo>
                    <a:pt x="429" y="53"/>
                  </a:lnTo>
                  <a:lnTo>
                    <a:pt x="429" y="53"/>
                  </a:lnTo>
                  <a:lnTo>
                    <a:pt x="429" y="51"/>
                  </a:lnTo>
                  <a:lnTo>
                    <a:pt x="429" y="51"/>
                  </a:lnTo>
                  <a:lnTo>
                    <a:pt x="429" y="51"/>
                  </a:lnTo>
                  <a:lnTo>
                    <a:pt x="429" y="51"/>
                  </a:lnTo>
                  <a:lnTo>
                    <a:pt x="431" y="50"/>
                  </a:lnTo>
                  <a:lnTo>
                    <a:pt x="431" y="50"/>
                  </a:lnTo>
                  <a:lnTo>
                    <a:pt x="431" y="50"/>
                  </a:lnTo>
                  <a:lnTo>
                    <a:pt x="431" y="50"/>
                  </a:lnTo>
                  <a:lnTo>
                    <a:pt x="431" y="50"/>
                  </a:lnTo>
                  <a:lnTo>
                    <a:pt x="431" y="50"/>
                  </a:lnTo>
                  <a:lnTo>
                    <a:pt x="431" y="50"/>
                  </a:lnTo>
                  <a:lnTo>
                    <a:pt x="431" y="50"/>
                  </a:lnTo>
                  <a:lnTo>
                    <a:pt x="432" y="49"/>
                  </a:lnTo>
                  <a:lnTo>
                    <a:pt x="432" y="49"/>
                  </a:lnTo>
                  <a:lnTo>
                    <a:pt x="432" y="49"/>
                  </a:lnTo>
                  <a:lnTo>
                    <a:pt x="432" y="49"/>
                  </a:lnTo>
                  <a:lnTo>
                    <a:pt x="434" y="49"/>
                  </a:lnTo>
                  <a:lnTo>
                    <a:pt x="434" y="49"/>
                  </a:lnTo>
                  <a:lnTo>
                    <a:pt x="434" y="49"/>
                  </a:lnTo>
                  <a:lnTo>
                    <a:pt x="434" y="49"/>
                  </a:lnTo>
                  <a:lnTo>
                    <a:pt x="435" y="48"/>
                  </a:lnTo>
                  <a:lnTo>
                    <a:pt x="435" y="50"/>
                  </a:lnTo>
                  <a:lnTo>
                    <a:pt x="435" y="50"/>
                  </a:lnTo>
                  <a:lnTo>
                    <a:pt x="435" y="50"/>
                  </a:lnTo>
                  <a:lnTo>
                    <a:pt x="435" y="50"/>
                  </a:lnTo>
                  <a:lnTo>
                    <a:pt x="435" y="50"/>
                  </a:lnTo>
                  <a:lnTo>
                    <a:pt x="435" y="50"/>
                  </a:lnTo>
                  <a:lnTo>
                    <a:pt x="435" y="50"/>
                  </a:lnTo>
                  <a:lnTo>
                    <a:pt x="436" y="50"/>
                  </a:lnTo>
                  <a:lnTo>
                    <a:pt x="436" y="52"/>
                  </a:lnTo>
                  <a:lnTo>
                    <a:pt x="436" y="52"/>
                  </a:lnTo>
                  <a:lnTo>
                    <a:pt x="436" y="52"/>
                  </a:lnTo>
                  <a:lnTo>
                    <a:pt x="436" y="52"/>
                  </a:lnTo>
                  <a:lnTo>
                    <a:pt x="436" y="52"/>
                  </a:lnTo>
                  <a:lnTo>
                    <a:pt x="436" y="52"/>
                  </a:lnTo>
                  <a:lnTo>
                    <a:pt x="436" y="52"/>
                  </a:lnTo>
                  <a:lnTo>
                    <a:pt x="437" y="52"/>
                  </a:lnTo>
                  <a:lnTo>
                    <a:pt x="437" y="52"/>
                  </a:lnTo>
                  <a:lnTo>
                    <a:pt x="437" y="52"/>
                  </a:lnTo>
                  <a:lnTo>
                    <a:pt x="437" y="52"/>
                  </a:lnTo>
                  <a:lnTo>
                    <a:pt x="437" y="52"/>
                  </a:lnTo>
                  <a:lnTo>
                    <a:pt x="437" y="52"/>
                  </a:lnTo>
                  <a:lnTo>
                    <a:pt x="437" y="52"/>
                  </a:lnTo>
                  <a:lnTo>
                    <a:pt x="437" y="52"/>
                  </a:lnTo>
                  <a:lnTo>
                    <a:pt x="437" y="50"/>
                  </a:lnTo>
                  <a:lnTo>
                    <a:pt x="437" y="50"/>
                  </a:lnTo>
                  <a:lnTo>
                    <a:pt x="437" y="50"/>
                  </a:lnTo>
                  <a:lnTo>
                    <a:pt x="437" y="50"/>
                  </a:lnTo>
                  <a:lnTo>
                    <a:pt x="437" y="50"/>
                  </a:lnTo>
                  <a:lnTo>
                    <a:pt x="437" y="50"/>
                  </a:lnTo>
                  <a:lnTo>
                    <a:pt x="437" y="50"/>
                  </a:lnTo>
                  <a:lnTo>
                    <a:pt x="437" y="50"/>
                  </a:lnTo>
                  <a:lnTo>
                    <a:pt x="437" y="48"/>
                  </a:lnTo>
                  <a:lnTo>
                    <a:pt x="437" y="48"/>
                  </a:lnTo>
                  <a:lnTo>
                    <a:pt x="437" y="48"/>
                  </a:lnTo>
                  <a:lnTo>
                    <a:pt x="437" y="48"/>
                  </a:lnTo>
                  <a:lnTo>
                    <a:pt x="438" y="48"/>
                  </a:lnTo>
                  <a:lnTo>
                    <a:pt x="438" y="48"/>
                  </a:lnTo>
                  <a:lnTo>
                    <a:pt x="438" y="48"/>
                  </a:lnTo>
                  <a:lnTo>
                    <a:pt x="438" y="48"/>
                  </a:lnTo>
                  <a:lnTo>
                    <a:pt x="440" y="48"/>
                  </a:lnTo>
                  <a:lnTo>
                    <a:pt x="440" y="48"/>
                  </a:lnTo>
                  <a:lnTo>
                    <a:pt x="440" y="48"/>
                  </a:lnTo>
                  <a:lnTo>
                    <a:pt x="440" y="48"/>
                  </a:lnTo>
                  <a:lnTo>
                    <a:pt x="442" y="48"/>
                  </a:lnTo>
                  <a:lnTo>
                    <a:pt x="442" y="48"/>
                  </a:lnTo>
                  <a:lnTo>
                    <a:pt x="442" y="48"/>
                  </a:lnTo>
                  <a:lnTo>
                    <a:pt x="442" y="48"/>
                  </a:lnTo>
                  <a:lnTo>
                    <a:pt x="444" y="48"/>
                  </a:lnTo>
                  <a:lnTo>
                    <a:pt x="444" y="50"/>
                  </a:lnTo>
                  <a:lnTo>
                    <a:pt x="444" y="50"/>
                  </a:lnTo>
                  <a:lnTo>
                    <a:pt x="444" y="50"/>
                  </a:lnTo>
                  <a:lnTo>
                    <a:pt x="446" y="50"/>
                  </a:lnTo>
                  <a:lnTo>
                    <a:pt x="446" y="53"/>
                  </a:lnTo>
                  <a:lnTo>
                    <a:pt x="446" y="53"/>
                  </a:lnTo>
                  <a:lnTo>
                    <a:pt x="446" y="54"/>
                  </a:lnTo>
                  <a:lnTo>
                    <a:pt x="448" y="54"/>
                  </a:lnTo>
                  <a:lnTo>
                    <a:pt x="448" y="55"/>
                  </a:lnTo>
                  <a:lnTo>
                    <a:pt x="448" y="55"/>
                  </a:lnTo>
                  <a:lnTo>
                    <a:pt x="448" y="58"/>
                  </a:lnTo>
                  <a:lnTo>
                    <a:pt x="448" y="58"/>
                  </a:lnTo>
                  <a:lnTo>
                    <a:pt x="448" y="60"/>
                  </a:lnTo>
                  <a:lnTo>
                    <a:pt x="448" y="60"/>
                  </a:lnTo>
                  <a:lnTo>
                    <a:pt x="448" y="60"/>
                  </a:lnTo>
                  <a:lnTo>
                    <a:pt x="449" y="60"/>
                  </a:lnTo>
                  <a:lnTo>
                    <a:pt x="448" y="60"/>
                  </a:lnTo>
                  <a:lnTo>
                    <a:pt x="448" y="60"/>
                  </a:lnTo>
                  <a:lnTo>
                    <a:pt x="447" y="60"/>
                  </a:lnTo>
                  <a:lnTo>
                    <a:pt x="447" y="60"/>
                  </a:lnTo>
                  <a:lnTo>
                    <a:pt x="445" y="60"/>
                  </a:lnTo>
                  <a:lnTo>
                    <a:pt x="445" y="60"/>
                  </a:lnTo>
                  <a:lnTo>
                    <a:pt x="444" y="60"/>
                  </a:lnTo>
                  <a:lnTo>
                    <a:pt x="444" y="60"/>
                  </a:lnTo>
                  <a:lnTo>
                    <a:pt x="443" y="60"/>
                  </a:lnTo>
                  <a:lnTo>
                    <a:pt x="443" y="60"/>
                  </a:lnTo>
                  <a:lnTo>
                    <a:pt x="441" y="60"/>
                  </a:lnTo>
                  <a:lnTo>
                    <a:pt x="441" y="60"/>
                  </a:lnTo>
                  <a:lnTo>
                    <a:pt x="441" y="60"/>
                  </a:lnTo>
                  <a:lnTo>
                    <a:pt x="441" y="60"/>
                  </a:lnTo>
                  <a:lnTo>
                    <a:pt x="441" y="60"/>
                  </a:lnTo>
                  <a:lnTo>
                    <a:pt x="441" y="60"/>
                  </a:lnTo>
                  <a:lnTo>
                    <a:pt x="439" y="61"/>
                  </a:lnTo>
                  <a:lnTo>
                    <a:pt x="439" y="61"/>
                  </a:lnTo>
                  <a:lnTo>
                    <a:pt x="439" y="62"/>
                  </a:lnTo>
                  <a:lnTo>
                    <a:pt x="439" y="62"/>
                  </a:lnTo>
                  <a:lnTo>
                    <a:pt x="438" y="64"/>
                  </a:lnTo>
                  <a:lnTo>
                    <a:pt x="438" y="64"/>
                  </a:lnTo>
                  <a:lnTo>
                    <a:pt x="438" y="65"/>
                  </a:lnTo>
                  <a:lnTo>
                    <a:pt x="438" y="65"/>
                  </a:lnTo>
                  <a:lnTo>
                    <a:pt x="437" y="67"/>
                  </a:lnTo>
                  <a:lnTo>
                    <a:pt x="437" y="67"/>
                  </a:lnTo>
                  <a:lnTo>
                    <a:pt x="437" y="69"/>
                  </a:lnTo>
                  <a:lnTo>
                    <a:pt x="437" y="69"/>
                  </a:lnTo>
                  <a:lnTo>
                    <a:pt x="437" y="70"/>
                  </a:lnTo>
                  <a:lnTo>
                    <a:pt x="437" y="70"/>
                  </a:lnTo>
                  <a:lnTo>
                    <a:pt x="437" y="71"/>
                  </a:lnTo>
                  <a:lnTo>
                    <a:pt x="437" y="71"/>
                  </a:lnTo>
                  <a:lnTo>
                    <a:pt x="436" y="73"/>
                  </a:lnTo>
                  <a:lnTo>
                    <a:pt x="436" y="73"/>
                  </a:lnTo>
                  <a:lnTo>
                    <a:pt x="434" y="73"/>
                  </a:lnTo>
                  <a:lnTo>
                    <a:pt x="434" y="73"/>
                  </a:lnTo>
                  <a:lnTo>
                    <a:pt x="432" y="73"/>
                  </a:lnTo>
                  <a:lnTo>
                    <a:pt x="432" y="73"/>
                  </a:lnTo>
                  <a:lnTo>
                    <a:pt x="432" y="73"/>
                  </a:lnTo>
                  <a:lnTo>
                    <a:pt x="432" y="73"/>
                  </a:lnTo>
                  <a:lnTo>
                    <a:pt x="430" y="75"/>
                  </a:lnTo>
                  <a:lnTo>
                    <a:pt x="430" y="75"/>
                  </a:lnTo>
                  <a:lnTo>
                    <a:pt x="429" y="75"/>
                  </a:lnTo>
                  <a:lnTo>
                    <a:pt x="429" y="75"/>
                  </a:lnTo>
                  <a:lnTo>
                    <a:pt x="428" y="75"/>
                  </a:lnTo>
                  <a:lnTo>
                    <a:pt x="428" y="75"/>
                  </a:lnTo>
                  <a:lnTo>
                    <a:pt x="428" y="75"/>
                  </a:lnTo>
                  <a:lnTo>
                    <a:pt x="428" y="75"/>
                  </a:lnTo>
                  <a:lnTo>
                    <a:pt x="427" y="76"/>
                  </a:lnTo>
                  <a:lnTo>
                    <a:pt x="427" y="77"/>
                  </a:lnTo>
                  <a:lnTo>
                    <a:pt x="427" y="79"/>
                  </a:lnTo>
                  <a:lnTo>
                    <a:pt x="427" y="79"/>
                  </a:lnTo>
                  <a:lnTo>
                    <a:pt x="427" y="81"/>
                  </a:lnTo>
                  <a:lnTo>
                    <a:pt x="427" y="81"/>
                  </a:lnTo>
                  <a:lnTo>
                    <a:pt x="427" y="83"/>
                  </a:lnTo>
                  <a:lnTo>
                    <a:pt x="427" y="83"/>
                  </a:lnTo>
                  <a:lnTo>
                    <a:pt x="427" y="85"/>
                  </a:lnTo>
                  <a:lnTo>
                    <a:pt x="427" y="85"/>
                  </a:lnTo>
                  <a:lnTo>
                    <a:pt x="427" y="87"/>
                  </a:lnTo>
                  <a:lnTo>
                    <a:pt x="427" y="87"/>
                  </a:lnTo>
                  <a:lnTo>
                    <a:pt x="426" y="89"/>
                  </a:lnTo>
                  <a:lnTo>
                    <a:pt x="426" y="89"/>
                  </a:lnTo>
                  <a:lnTo>
                    <a:pt x="426" y="90"/>
                  </a:lnTo>
                  <a:lnTo>
                    <a:pt x="426" y="90"/>
                  </a:lnTo>
                  <a:lnTo>
                    <a:pt x="425" y="92"/>
                  </a:lnTo>
                  <a:lnTo>
                    <a:pt x="425" y="92"/>
                  </a:lnTo>
                  <a:lnTo>
                    <a:pt x="425" y="92"/>
                  </a:lnTo>
                  <a:lnTo>
                    <a:pt x="425" y="92"/>
                  </a:lnTo>
                  <a:lnTo>
                    <a:pt x="425" y="92"/>
                  </a:lnTo>
                  <a:lnTo>
                    <a:pt x="425" y="92"/>
                  </a:lnTo>
                  <a:lnTo>
                    <a:pt x="425" y="92"/>
                  </a:lnTo>
                  <a:lnTo>
                    <a:pt x="425"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4" y="92"/>
                  </a:lnTo>
                  <a:lnTo>
                    <a:pt x="422" y="92"/>
                  </a:lnTo>
                  <a:lnTo>
                    <a:pt x="422" y="92"/>
                  </a:lnTo>
                  <a:lnTo>
                    <a:pt x="422" y="92"/>
                  </a:lnTo>
                  <a:lnTo>
                    <a:pt x="422" y="92"/>
                  </a:lnTo>
                  <a:lnTo>
                    <a:pt x="422" y="92"/>
                  </a:lnTo>
                  <a:lnTo>
                    <a:pt x="422" y="92"/>
                  </a:lnTo>
                  <a:lnTo>
                    <a:pt x="422" y="92"/>
                  </a:lnTo>
                  <a:lnTo>
                    <a:pt x="422" y="91"/>
                  </a:lnTo>
                  <a:lnTo>
                    <a:pt x="421" y="91"/>
                  </a:lnTo>
                  <a:lnTo>
                    <a:pt x="421" y="91"/>
                  </a:lnTo>
                  <a:lnTo>
                    <a:pt x="421" y="91"/>
                  </a:lnTo>
                  <a:lnTo>
                    <a:pt x="421" y="91"/>
                  </a:lnTo>
                  <a:lnTo>
                    <a:pt x="421" y="91"/>
                  </a:lnTo>
                  <a:lnTo>
                    <a:pt x="421" y="91"/>
                  </a:lnTo>
                  <a:lnTo>
                    <a:pt x="421" y="91"/>
                  </a:lnTo>
                  <a:lnTo>
                    <a:pt x="421" y="89"/>
                  </a:lnTo>
                  <a:lnTo>
                    <a:pt x="421" y="89"/>
                  </a:lnTo>
                  <a:lnTo>
                    <a:pt x="421" y="89"/>
                  </a:lnTo>
                  <a:lnTo>
                    <a:pt x="421" y="89"/>
                  </a:lnTo>
                  <a:lnTo>
                    <a:pt x="421" y="88"/>
                  </a:lnTo>
                  <a:lnTo>
                    <a:pt x="421" y="88"/>
                  </a:lnTo>
                  <a:lnTo>
                    <a:pt x="421" y="87"/>
                  </a:lnTo>
                  <a:lnTo>
                    <a:pt x="421" y="87"/>
                  </a:lnTo>
                  <a:lnTo>
                    <a:pt x="421" y="85"/>
                  </a:lnTo>
                  <a:lnTo>
                    <a:pt x="421" y="85"/>
                  </a:lnTo>
                  <a:lnTo>
                    <a:pt x="421" y="85"/>
                  </a:lnTo>
                  <a:lnTo>
                    <a:pt x="421" y="85"/>
                  </a:lnTo>
                  <a:lnTo>
                    <a:pt x="421" y="83"/>
                  </a:lnTo>
                  <a:lnTo>
                    <a:pt x="421" y="83"/>
                  </a:lnTo>
                  <a:lnTo>
                    <a:pt x="421" y="82"/>
                  </a:lnTo>
                  <a:lnTo>
                    <a:pt x="421" y="82"/>
                  </a:lnTo>
                  <a:lnTo>
                    <a:pt x="421" y="80"/>
                  </a:lnTo>
                  <a:lnTo>
                    <a:pt x="421" y="80"/>
                  </a:lnTo>
                  <a:lnTo>
                    <a:pt x="421" y="80"/>
                  </a:lnTo>
                  <a:lnTo>
                    <a:pt x="421" y="80"/>
                  </a:lnTo>
                  <a:lnTo>
                    <a:pt x="422" y="78"/>
                  </a:lnTo>
                  <a:lnTo>
                    <a:pt x="422" y="78"/>
                  </a:lnTo>
                  <a:lnTo>
                    <a:pt x="422" y="77"/>
                  </a:lnTo>
                  <a:lnTo>
                    <a:pt x="422" y="77"/>
                  </a:lnTo>
                  <a:lnTo>
                    <a:pt x="424" y="76"/>
                  </a:lnTo>
                  <a:lnTo>
                    <a:pt x="424" y="76"/>
                  </a:lnTo>
                  <a:lnTo>
                    <a:pt x="424" y="76"/>
                  </a:lnTo>
                  <a:lnTo>
                    <a:pt x="424" y="76"/>
                  </a:lnTo>
                  <a:lnTo>
                    <a:pt x="424" y="74"/>
                  </a:lnTo>
                  <a:lnTo>
                    <a:pt x="424" y="74"/>
                  </a:lnTo>
                  <a:lnTo>
                    <a:pt x="424" y="73"/>
                  </a:lnTo>
                  <a:lnTo>
                    <a:pt x="424" y="73"/>
                  </a:lnTo>
                  <a:lnTo>
                    <a:pt x="425" y="71"/>
                  </a:lnTo>
                  <a:lnTo>
                    <a:pt x="424" y="71"/>
                  </a:lnTo>
                  <a:lnTo>
                    <a:pt x="424" y="70"/>
                  </a:lnTo>
                  <a:lnTo>
                    <a:pt x="424" y="70"/>
                  </a:lnTo>
                  <a:lnTo>
                    <a:pt x="424" y="68"/>
                  </a:lnTo>
                  <a:lnTo>
                    <a:pt x="422" y="68"/>
                  </a:lnTo>
                  <a:lnTo>
                    <a:pt x="422" y="66"/>
                  </a:lnTo>
                  <a:lnTo>
                    <a:pt x="422" y="66"/>
                  </a:lnTo>
                  <a:lnTo>
                    <a:pt x="422" y="64"/>
                  </a:lnTo>
                  <a:lnTo>
                    <a:pt x="420" y="64"/>
                  </a:lnTo>
                  <a:lnTo>
                    <a:pt x="420" y="63"/>
                  </a:lnTo>
                  <a:lnTo>
                    <a:pt x="418" y="63"/>
                  </a:lnTo>
                  <a:lnTo>
                    <a:pt x="418" y="61"/>
                  </a:lnTo>
                  <a:lnTo>
                    <a:pt x="416" y="61"/>
                  </a:lnTo>
                  <a:lnTo>
                    <a:pt x="416" y="60"/>
                  </a:lnTo>
                  <a:lnTo>
                    <a:pt x="415" y="60"/>
                  </a:lnTo>
                  <a:lnTo>
                    <a:pt x="415" y="58"/>
                  </a:lnTo>
                  <a:lnTo>
                    <a:pt x="413" y="58"/>
                  </a:lnTo>
                  <a:lnTo>
                    <a:pt x="413" y="58"/>
                  </a:lnTo>
                  <a:lnTo>
                    <a:pt x="412" y="58"/>
                  </a:lnTo>
                  <a:lnTo>
                    <a:pt x="412" y="58"/>
                  </a:lnTo>
                  <a:lnTo>
                    <a:pt x="410" y="58"/>
                  </a:lnTo>
                  <a:lnTo>
                    <a:pt x="410" y="58"/>
                  </a:lnTo>
                  <a:lnTo>
                    <a:pt x="410" y="58"/>
                  </a:lnTo>
                  <a:lnTo>
                    <a:pt x="410" y="58"/>
                  </a:lnTo>
                  <a:lnTo>
                    <a:pt x="408" y="58"/>
                  </a:lnTo>
                  <a:lnTo>
                    <a:pt x="408" y="58"/>
                  </a:lnTo>
                  <a:lnTo>
                    <a:pt x="407" y="58"/>
                  </a:lnTo>
                  <a:lnTo>
                    <a:pt x="407" y="58"/>
                  </a:lnTo>
                  <a:lnTo>
                    <a:pt x="406" y="58"/>
                  </a:lnTo>
                  <a:lnTo>
                    <a:pt x="406" y="58"/>
                  </a:lnTo>
                  <a:lnTo>
                    <a:pt x="406" y="58"/>
                  </a:lnTo>
                  <a:lnTo>
                    <a:pt x="406" y="57"/>
                  </a:lnTo>
                  <a:lnTo>
                    <a:pt x="404" y="57"/>
                  </a:lnTo>
                  <a:lnTo>
                    <a:pt x="404" y="57"/>
                  </a:lnTo>
                  <a:lnTo>
                    <a:pt x="404" y="57"/>
                  </a:lnTo>
                  <a:lnTo>
                    <a:pt x="404" y="56"/>
                  </a:lnTo>
                  <a:lnTo>
                    <a:pt x="402" y="56"/>
                  </a:lnTo>
                  <a:lnTo>
                    <a:pt x="402" y="56"/>
                  </a:lnTo>
                  <a:lnTo>
                    <a:pt x="402" y="56"/>
                  </a:lnTo>
                  <a:lnTo>
                    <a:pt x="402" y="54"/>
                  </a:lnTo>
                  <a:lnTo>
                    <a:pt x="400" y="54"/>
                  </a:lnTo>
                  <a:lnTo>
                    <a:pt x="400" y="54"/>
                  </a:lnTo>
                  <a:lnTo>
                    <a:pt x="400" y="54"/>
                  </a:lnTo>
                  <a:lnTo>
                    <a:pt x="400" y="53"/>
                  </a:lnTo>
                  <a:lnTo>
                    <a:pt x="400" y="53"/>
                  </a:lnTo>
                  <a:lnTo>
                    <a:pt x="400" y="53"/>
                  </a:lnTo>
                  <a:lnTo>
                    <a:pt x="400" y="53"/>
                  </a:lnTo>
                  <a:lnTo>
                    <a:pt x="400" y="52"/>
                  </a:lnTo>
                  <a:lnTo>
                    <a:pt x="398" y="52"/>
                  </a:lnTo>
                  <a:lnTo>
                    <a:pt x="398" y="52"/>
                  </a:lnTo>
                  <a:lnTo>
                    <a:pt x="398" y="52"/>
                  </a:lnTo>
                  <a:lnTo>
                    <a:pt x="398" y="52"/>
                  </a:lnTo>
                  <a:lnTo>
                    <a:pt x="396" y="52"/>
                  </a:lnTo>
                  <a:lnTo>
                    <a:pt x="396" y="52"/>
                  </a:lnTo>
                  <a:lnTo>
                    <a:pt x="396" y="52"/>
                  </a:lnTo>
                  <a:lnTo>
                    <a:pt x="396" y="50"/>
                  </a:lnTo>
                  <a:lnTo>
                    <a:pt x="394" y="50"/>
                  </a:lnTo>
                  <a:lnTo>
                    <a:pt x="394" y="50"/>
                  </a:lnTo>
                  <a:lnTo>
                    <a:pt x="394" y="50"/>
                  </a:lnTo>
                  <a:lnTo>
                    <a:pt x="394" y="49"/>
                  </a:lnTo>
                  <a:lnTo>
                    <a:pt x="394" y="49"/>
                  </a:lnTo>
                  <a:lnTo>
                    <a:pt x="394" y="49"/>
                  </a:lnTo>
                  <a:lnTo>
                    <a:pt x="394" y="49"/>
                  </a:lnTo>
                  <a:lnTo>
                    <a:pt x="394" y="48"/>
                  </a:lnTo>
                  <a:lnTo>
                    <a:pt x="392" y="49"/>
                  </a:lnTo>
                  <a:lnTo>
                    <a:pt x="392" y="49"/>
                  </a:lnTo>
                  <a:lnTo>
                    <a:pt x="391" y="49"/>
                  </a:lnTo>
                  <a:lnTo>
                    <a:pt x="391" y="49"/>
                  </a:lnTo>
                  <a:lnTo>
                    <a:pt x="390" y="50"/>
                  </a:lnTo>
                  <a:lnTo>
                    <a:pt x="390" y="50"/>
                  </a:lnTo>
                  <a:lnTo>
                    <a:pt x="390" y="50"/>
                  </a:lnTo>
                  <a:lnTo>
                    <a:pt x="390" y="50"/>
                  </a:lnTo>
                  <a:lnTo>
                    <a:pt x="387" y="52"/>
                  </a:lnTo>
                  <a:lnTo>
                    <a:pt x="387" y="52"/>
                  </a:lnTo>
                  <a:lnTo>
                    <a:pt x="387" y="52"/>
                  </a:lnTo>
                  <a:lnTo>
                    <a:pt x="387" y="52"/>
                  </a:lnTo>
                  <a:lnTo>
                    <a:pt x="387" y="52"/>
                  </a:lnTo>
                  <a:lnTo>
                    <a:pt x="387" y="52"/>
                  </a:lnTo>
                  <a:lnTo>
                    <a:pt x="387" y="52"/>
                  </a:lnTo>
                  <a:lnTo>
                    <a:pt x="387" y="52"/>
                  </a:lnTo>
                  <a:lnTo>
                    <a:pt x="385" y="54"/>
                  </a:lnTo>
                  <a:lnTo>
                    <a:pt x="385" y="54"/>
                  </a:lnTo>
                  <a:lnTo>
                    <a:pt x="385" y="54"/>
                  </a:lnTo>
                  <a:lnTo>
                    <a:pt x="385" y="54"/>
                  </a:lnTo>
                  <a:lnTo>
                    <a:pt x="385" y="55"/>
                  </a:lnTo>
                  <a:lnTo>
                    <a:pt x="385" y="55"/>
                  </a:lnTo>
                  <a:lnTo>
                    <a:pt x="385" y="55"/>
                  </a:lnTo>
                  <a:lnTo>
                    <a:pt x="385" y="55"/>
                  </a:lnTo>
                  <a:lnTo>
                    <a:pt x="385" y="57"/>
                  </a:lnTo>
                  <a:lnTo>
                    <a:pt x="385" y="57"/>
                  </a:lnTo>
                  <a:lnTo>
                    <a:pt x="385" y="57"/>
                  </a:lnTo>
                  <a:lnTo>
                    <a:pt x="385" y="57"/>
                  </a:lnTo>
                  <a:lnTo>
                    <a:pt x="385" y="57"/>
                  </a:lnTo>
                  <a:lnTo>
                    <a:pt x="385" y="57"/>
                  </a:lnTo>
                  <a:lnTo>
                    <a:pt x="385" y="57"/>
                  </a:lnTo>
                  <a:lnTo>
                    <a:pt x="385" y="57"/>
                  </a:lnTo>
                  <a:lnTo>
                    <a:pt x="383" y="58"/>
                  </a:lnTo>
                  <a:lnTo>
                    <a:pt x="383" y="58"/>
                  </a:lnTo>
                  <a:lnTo>
                    <a:pt x="382" y="58"/>
                  </a:lnTo>
                  <a:lnTo>
                    <a:pt x="382" y="58"/>
                  </a:lnTo>
                  <a:lnTo>
                    <a:pt x="380" y="58"/>
                  </a:lnTo>
                  <a:lnTo>
                    <a:pt x="380" y="58"/>
                  </a:lnTo>
                  <a:lnTo>
                    <a:pt x="378" y="58"/>
                  </a:lnTo>
                  <a:lnTo>
                    <a:pt x="378" y="58"/>
                  </a:lnTo>
                  <a:lnTo>
                    <a:pt x="377" y="58"/>
                  </a:lnTo>
                  <a:lnTo>
                    <a:pt x="377" y="58"/>
                  </a:lnTo>
                  <a:lnTo>
                    <a:pt x="375" y="58"/>
                  </a:lnTo>
                  <a:lnTo>
                    <a:pt x="375" y="58"/>
                  </a:lnTo>
                  <a:lnTo>
                    <a:pt x="373" y="58"/>
                  </a:lnTo>
                  <a:lnTo>
                    <a:pt x="373" y="58"/>
                  </a:lnTo>
                  <a:lnTo>
                    <a:pt x="373" y="58"/>
                  </a:lnTo>
                  <a:lnTo>
                    <a:pt x="373" y="58"/>
                  </a:lnTo>
                  <a:lnTo>
                    <a:pt x="373" y="60"/>
                  </a:lnTo>
                  <a:lnTo>
                    <a:pt x="373" y="60"/>
                  </a:lnTo>
                  <a:lnTo>
                    <a:pt x="373" y="60"/>
                  </a:lnTo>
                  <a:lnTo>
                    <a:pt x="373" y="60"/>
                  </a:lnTo>
                  <a:lnTo>
                    <a:pt x="373" y="61"/>
                  </a:lnTo>
                  <a:lnTo>
                    <a:pt x="373" y="61"/>
                  </a:lnTo>
                  <a:lnTo>
                    <a:pt x="373" y="61"/>
                  </a:lnTo>
                  <a:lnTo>
                    <a:pt x="373" y="61"/>
                  </a:lnTo>
                  <a:lnTo>
                    <a:pt x="373" y="63"/>
                  </a:lnTo>
                  <a:lnTo>
                    <a:pt x="373" y="63"/>
                  </a:lnTo>
                  <a:lnTo>
                    <a:pt x="373" y="63"/>
                  </a:lnTo>
                  <a:lnTo>
                    <a:pt x="373" y="63"/>
                  </a:lnTo>
                  <a:lnTo>
                    <a:pt x="373" y="65"/>
                  </a:lnTo>
                  <a:lnTo>
                    <a:pt x="373" y="65"/>
                  </a:lnTo>
                  <a:lnTo>
                    <a:pt x="373" y="65"/>
                  </a:lnTo>
                  <a:lnTo>
                    <a:pt x="373" y="65"/>
                  </a:lnTo>
                  <a:lnTo>
                    <a:pt x="371" y="67"/>
                  </a:lnTo>
                  <a:lnTo>
                    <a:pt x="371" y="67"/>
                  </a:lnTo>
                  <a:lnTo>
                    <a:pt x="371" y="67"/>
                  </a:lnTo>
                  <a:lnTo>
                    <a:pt x="371" y="67"/>
                  </a:lnTo>
                  <a:lnTo>
                    <a:pt x="370" y="69"/>
                  </a:lnTo>
                  <a:lnTo>
                    <a:pt x="370" y="69"/>
                  </a:lnTo>
                  <a:lnTo>
                    <a:pt x="370" y="69"/>
                  </a:lnTo>
                  <a:lnTo>
                    <a:pt x="370" y="69"/>
                  </a:lnTo>
                  <a:lnTo>
                    <a:pt x="368" y="71"/>
                  </a:lnTo>
                  <a:lnTo>
                    <a:pt x="368" y="71"/>
                  </a:lnTo>
                  <a:lnTo>
                    <a:pt x="368" y="71"/>
                  </a:lnTo>
                  <a:lnTo>
                    <a:pt x="368" y="71"/>
                  </a:lnTo>
                  <a:lnTo>
                    <a:pt x="368" y="72"/>
                  </a:lnTo>
                  <a:lnTo>
                    <a:pt x="368" y="72"/>
                  </a:lnTo>
                  <a:lnTo>
                    <a:pt x="368" y="72"/>
                  </a:lnTo>
                  <a:lnTo>
                    <a:pt x="368" y="72"/>
                  </a:lnTo>
                  <a:lnTo>
                    <a:pt x="368" y="74"/>
                  </a:lnTo>
                  <a:lnTo>
                    <a:pt x="368" y="74"/>
                  </a:lnTo>
                  <a:lnTo>
                    <a:pt x="368" y="74"/>
                  </a:lnTo>
                  <a:lnTo>
                    <a:pt x="368" y="74"/>
                  </a:lnTo>
                  <a:lnTo>
                    <a:pt x="368" y="74"/>
                  </a:lnTo>
                  <a:lnTo>
                    <a:pt x="368" y="74"/>
                  </a:lnTo>
                  <a:lnTo>
                    <a:pt x="368" y="74"/>
                  </a:lnTo>
                  <a:lnTo>
                    <a:pt x="369" y="74"/>
                  </a:lnTo>
                  <a:lnTo>
                    <a:pt x="369" y="75"/>
                  </a:lnTo>
                  <a:lnTo>
                    <a:pt x="369" y="75"/>
                  </a:lnTo>
                  <a:lnTo>
                    <a:pt x="369" y="75"/>
                  </a:lnTo>
                  <a:lnTo>
                    <a:pt x="369" y="75"/>
                  </a:lnTo>
                  <a:lnTo>
                    <a:pt x="369" y="75"/>
                  </a:lnTo>
                  <a:lnTo>
                    <a:pt x="369" y="75"/>
                  </a:lnTo>
                  <a:lnTo>
                    <a:pt x="369" y="75"/>
                  </a:lnTo>
                  <a:lnTo>
                    <a:pt x="370" y="75"/>
                  </a:lnTo>
                  <a:lnTo>
                    <a:pt x="369" y="77"/>
                  </a:lnTo>
                  <a:lnTo>
                    <a:pt x="369" y="77"/>
                  </a:lnTo>
                  <a:lnTo>
                    <a:pt x="369" y="79"/>
                  </a:lnTo>
                  <a:lnTo>
                    <a:pt x="369" y="79"/>
                  </a:lnTo>
                  <a:lnTo>
                    <a:pt x="369" y="81"/>
                  </a:lnTo>
                  <a:lnTo>
                    <a:pt x="369" y="82"/>
                  </a:lnTo>
                  <a:lnTo>
                    <a:pt x="369" y="83"/>
                  </a:lnTo>
                  <a:lnTo>
                    <a:pt x="369" y="83"/>
                  </a:lnTo>
                  <a:lnTo>
                    <a:pt x="368" y="85"/>
                  </a:lnTo>
                  <a:lnTo>
                    <a:pt x="368" y="87"/>
                  </a:lnTo>
                  <a:lnTo>
                    <a:pt x="368" y="89"/>
                  </a:lnTo>
                  <a:lnTo>
                    <a:pt x="368" y="89"/>
                  </a:lnTo>
                  <a:lnTo>
                    <a:pt x="368" y="91"/>
                  </a:lnTo>
                  <a:lnTo>
                    <a:pt x="368" y="91"/>
                  </a:lnTo>
                  <a:lnTo>
                    <a:pt x="368" y="92"/>
                  </a:lnTo>
                  <a:lnTo>
                    <a:pt x="368" y="92"/>
                  </a:lnTo>
                  <a:lnTo>
                    <a:pt x="368" y="94"/>
                  </a:lnTo>
                  <a:lnTo>
                    <a:pt x="368" y="94"/>
                  </a:lnTo>
                  <a:lnTo>
                    <a:pt x="368" y="94"/>
                  </a:lnTo>
                  <a:lnTo>
                    <a:pt x="368" y="94"/>
                  </a:lnTo>
                  <a:lnTo>
                    <a:pt x="368" y="94"/>
                  </a:lnTo>
                  <a:lnTo>
                    <a:pt x="368" y="94"/>
                  </a:lnTo>
                  <a:lnTo>
                    <a:pt x="368" y="94"/>
                  </a:lnTo>
                  <a:lnTo>
                    <a:pt x="369" y="94"/>
                  </a:lnTo>
                  <a:lnTo>
                    <a:pt x="369" y="95"/>
                  </a:lnTo>
                  <a:lnTo>
                    <a:pt x="369" y="95"/>
                  </a:lnTo>
                  <a:lnTo>
                    <a:pt x="369" y="95"/>
                  </a:lnTo>
                  <a:lnTo>
                    <a:pt x="369" y="95"/>
                  </a:lnTo>
                  <a:lnTo>
                    <a:pt x="369" y="95"/>
                  </a:lnTo>
                  <a:lnTo>
                    <a:pt x="369" y="95"/>
                  </a:lnTo>
                  <a:lnTo>
                    <a:pt x="369" y="95"/>
                  </a:lnTo>
                  <a:lnTo>
                    <a:pt x="370" y="95"/>
                  </a:lnTo>
                  <a:lnTo>
                    <a:pt x="370" y="97"/>
                  </a:lnTo>
                  <a:lnTo>
                    <a:pt x="370" y="97"/>
                  </a:lnTo>
                  <a:lnTo>
                    <a:pt x="370" y="99"/>
                  </a:lnTo>
                  <a:lnTo>
                    <a:pt x="370" y="99"/>
                  </a:lnTo>
                  <a:lnTo>
                    <a:pt x="370" y="101"/>
                  </a:lnTo>
                  <a:lnTo>
                    <a:pt x="370" y="101"/>
                  </a:lnTo>
                  <a:lnTo>
                    <a:pt x="370" y="101"/>
                  </a:lnTo>
                  <a:lnTo>
                    <a:pt x="371" y="101"/>
                  </a:lnTo>
                  <a:lnTo>
                    <a:pt x="371" y="103"/>
                  </a:lnTo>
                  <a:lnTo>
                    <a:pt x="371" y="103"/>
                  </a:lnTo>
                  <a:lnTo>
                    <a:pt x="371" y="103"/>
                  </a:lnTo>
                  <a:lnTo>
                    <a:pt x="371" y="103"/>
                  </a:lnTo>
                  <a:lnTo>
                    <a:pt x="371" y="105"/>
                  </a:lnTo>
                  <a:lnTo>
                    <a:pt x="371" y="105"/>
                  </a:lnTo>
                  <a:lnTo>
                    <a:pt x="371" y="105"/>
                  </a:lnTo>
                  <a:lnTo>
                    <a:pt x="373" y="105"/>
                  </a:lnTo>
                  <a:lnTo>
                    <a:pt x="371" y="106"/>
                  </a:lnTo>
                  <a:lnTo>
                    <a:pt x="371" y="106"/>
                  </a:lnTo>
                  <a:lnTo>
                    <a:pt x="371" y="106"/>
                  </a:lnTo>
                  <a:lnTo>
                    <a:pt x="371" y="106"/>
                  </a:lnTo>
                  <a:lnTo>
                    <a:pt x="371" y="107"/>
                  </a:lnTo>
                  <a:lnTo>
                    <a:pt x="371" y="107"/>
                  </a:lnTo>
                  <a:lnTo>
                    <a:pt x="371" y="107"/>
                  </a:lnTo>
                  <a:lnTo>
                    <a:pt x="371" y="107"/>
                  </a:lnTo>
                  <a:lnTo>
                    <a:pt x="370" y="109"/>
                  </a:lnTo>
                  <a:lnTo>
                    <a:pt x="370" y="109"/>
                  </a:lnTo>
                  <a:lnTo>
                    <a:pt x="370" y="109"/>
                  </a:lnTo>
                  <a:lnTo>
                    <a:pt x="370" y="109"/>
                  </a:lnTo>
                  <a:lnTo>
                    <a:pt x="370" y="109"/>
                  </a:lnTo>
                  <a:lnTo>
                    <a:pt x="370" y="109"/>
                  </a:lnTo>
                  <a:lnTo>
                    <a:pt x="370" y="109"/>
                  </a:lnTo>
                  <a:lnTo>
                    <a:pt x="370" y="109"/>
                  </a:lnTo>
                  <a:lnTo>
                    <a:pt x="369" y="111"/>
                  </a:lnTo>
                  <a:lnTo>
                    <a:pt x="369" y="111"/>
                  </a:lnTo>
                  <a:lnTo>
                    <a:pt x="369" y="111"/>
                  </a:lnTo>
                  <a:lnTo>
                    <a:pt x="369" y="111"/>
                  </a:lnTo>
                  <a:lnTo>
                    <a:pt x="368" y="111"/>
                  </a:lnTo>
                  <a:lnTo>
                    <a:pt x="368" y="111"/>
                  </a:lnTo>
                  <a:lnTo>
                    <a:pt x="368" y="111"/>
                  </a:lnTo>
                  <a:lnTo>
                    <a:pt x="368" y="111"/>
                  </a:lnTo>
                  <a:lnTo>
                    <a:pt x="365" y="113"/>
                  </a:lnTo>
                  <a:lnTo>
                    <a:pt x="365" y="113"/>
                  </a:lnTo>
                  <a:lnTo>
                    <a:pt x="365" y="113"/>
                  </a:lnTo>
                  <a:lnTo>
                    <a:pt x="365" y="113"/>
                  </a:lnTo>
                  <a:lnTo>
                    <a:pt x="364" y="113"/>
                  </a:lnTo>
                  <a:lnTo>
                    <a:pt x="364" y="113"/>
                  </a:lnTo>
                  <a:lnTo>
                    <a:pt x="364" y="113"/>
                  </a:lnTo>
                  <a:lnTo>
                    <a:pt x="364" y="113"/>
                  </a:lnTo>
                  <a:lnTo>
                    <a:pt x="363" y="114"/>
                  </a:lnTo>
                  <a:lnTo>
                    <a:pt x="363" y="114"/>
                  </a:lnTo>
                  <a:lnTo>
                    <a:pt x="363" y="114"/>
                  </a:lnTo>
                  <a:lnTo>
                    <a:pt x="363" y="114"/>
                  </a:lnTo>
                  <a:lnTo>
                    <a:pt x="363" y="114"/>
                  </a:lnTo>
                  <a:lnTo>
                    <a:pt x="363" y="114"/>
                  </a:lnTo>
                  <a:lnTo>
                    <a:pt x="363" y="114"/>
                  </a:lnTo>
                  <a:lnTo>
                    <a:pt x="363" y="114"/>
                  </a:lnTo>
                  <a:lnTo>
                    <a:pt x="363" y="115"/>
                  </a:lnTo>
                  <a:lnTo>
                    <a:pt x="363" y="115"/>
                  </a:lnTo>
                  <a:lnTo>
                    <a:pt x="363" y="115"/>
                  </a:lnTo>
                  <a:lnTo>
                    <a:pt x="363" y="115"/>
                  </a:lnTo>
                  <a:lnTo>
                    <a:pt x="363" y="115"/>
                  </a:lnTo>
                  <a:lnTo>
                    <a:pt x="363" y="115"/>
                  </a:lnTo>
                  <a:lnTo>
                    <a:pt x="363" y="115"/>
                  </a:lnTo>
                  <a:lnTo>
                    <a:pt x="363" y="115"/>
                  </a:lnTo>
                  <a:lnTo>
                    <a:pt x="363" y="117"/>
                  </a:lnTo>
                  <a:lnTo>
                    <a:pt x="363" y="117"/>
                  </a:lnTo>
                  <a:lnTo>
                    <a:pt x="363" y="118"/>
                  </a:lnTo>
                  <a:lnTo>
                    <a:pt x="363" y="118"/>
                  </a:lnTo>
                  <a:lnTo>
                    <a:pt x="363" y="120"/>
                  </a:lnTo>
                  <a:lnTo>
                    <a:pt x="363" y="120"/>
                  </a:lnTo>
                  <a:lnTo>
                    <a:pt x="363" y="120"/>
                  </a:lnTo>
                  <a:lnTo>
                    <a:pt x="364" y="120"/>
                  </a:lnTo>
                  <a:lnTo>
                    <a:pt x="364" y="121"/>
                  </a:lnTo>
                  <a:lnTo>
                    <a:pt x="364" y="121"/>
                  </a:lnTo>
                  <a:lnTo>
                    <a:pt x="364" y="123"/>
                  </a:lnTo>
                  <a:lnTo>
                    <a:pt x="364" y="123"/>
                  </a:lnTo>
                  <a:lnTo>
                    <a:pt x="364" y="125"/>
                  </a:lnTo>
                  <a:lnTo>
                    <a:pt x="364" y="125"/>
                  </a:lnTo>
                  <a:lnTo>
                    <a:pt x="364" y="125"/>
                  </a:lnTo>
                  <a:lnTo>
                    <a:pt x="364" y="125"/>
                  </a:lnTo>
                  <a:lnTo>
                    <a:pt x="363" y="127"/>
                  </a:lnTo>
                  <a:lnTo>
                    <a:pt x="363" y="127"/>
                  </a:lnTo>
                  <a:lnTo>
                    <a:pt x="363" y="127"/>
                  </a:lnTo>
                  <a:lnTo>
                    <a:pt x="363" y="127"/>
                  </a:lnTo>
                  <a:lnTo>
                    <a:pt x="363" y="128"/>
                  </a:lnTo>
                  <a:lnTo>
                    <a:pt x="363" y="128"/>
                  </a:lnTo>
                  <a:lnTo>
                    <a:pt x="363" y="128"/>
                  </a:lnTo>
                  <a:lnTo>
                    <a:pt x="363" y="128"/>
                  </a:lnTo>
                  <a:lnTo>
                    <a:pt x="363" y="129"/>
                  </a:lnTo>
                  <a:lnTo>
                    <a:pt x="363" y="129"/>
                  </a:lnTo>
                  <a:lnTo>
                    <a:pt x="363" y="129"/>
                  </a:lnTo>
                  <a:lnTo>
                    <a:pt x="363" y="129"/>
                  </a:lnTo>
                  <a:lnTo>
                    <a:pt x="363" y="129"/>
                  </a:lnTo>
                  <a:lnTo>
                    <a:pt x="363" y="129"/>
                  </a:lnTo>
                  <a:lnTo>
                    <a:pt x="363" y="129"/>
                  </a:lnTo>
                  <a:lnTo>
                    <a:pt x="363" y="129"/>
                  </a:lnTo>
                  <a:lnTo>
                    <a:pt x="362" y="129"/>
                  </a:lnTo>
                  <a:lnTo>
                    <a:pt x="362" y="129"/>
                  </a:lnTo>
                  <a:lnTo>
                    <a:pt x="362" y="129"/>
                  </a:lnTo>
                  <a:lnTo>
                    <a:pt x="362" y="129"/>
                  </a:lnTo>
                  <a:lnTo>
                    <a:pt x="360" y="129"/>
                  </a:lnTo>
                  <a:lnTo>
                    <a:pt x="360" y="129"/>
                  </a:lnTo>
                  <a:lnTo>
                    <a:pt x="360" y="129"/>
                  </a:lnTo>
                  <a:lnTo>
                    <a:pt x="360" y="128"/>
                  </a:lnTo>
                  <a:lnTo>
                    <a:pt x="358" y="128"/>
                  </a:lnTo>
                  <a:lnTo>
                    <a:pt x="358" y="128"/>
                  </a:lnTo>
                  <a:lnTo>
                    <a:pt x="358" y="128"/>
                  </a:lnTo>
                  <a:lnTo>
                    <a:pt x="358" y="126"/>
                  </a:lnTo>
                  <a:lnTo>
                    <a:pt x="358" y="126"/>
                  </a:lnTo>
                  <a:lnTo>
                    <a:pt x="358" y="126"/>
                  </a:lnTo>
                  <a:lnTo>
                    <a:pt x="358" y="126"/>
                  </a:lnTo>
                  <a:lnTo>
                    <a:pt x="358" y="125"/>
                  </a:lnTo>
                  <a:lnTo>
                    <a:pt x="356" y="125"/>
                  </a:lnTo>
                  <a:lnTo>
                    <a:pt x="356" y="125"/>
                  </a:lnTo>
                  <a:lnTo>
                    <a:pt x="356" y="125"/>
                  </a:lnTo>
                  <a:lnTo>
                    <a:pt x="356" y="125"/>
                  </a:lnTo>
                  <a:lnTo>
                    <a:pt x="356" y="125"/>
                  </a:lnTo>
                  <a:lnTo>
                    <a:pt x="356" y="125"/>
                  </a:lnTo>
                  <a:lnTo>
                    <a:pt x="356" y="125"/>
                  </a:lnTo>
                  <a:lnTo>
                    <a:pt x="356" y="124"/>
                  </a:lnTo>
                  <a:lnTo>
                    <a:pt x="356" y="124"/>
                  </a:lnTo>
                  <a:lnTo>
                    <a:pt x="356" y="124"/>
                  </a:lnTo>
                  <a:lnTo>
                    <a:pt x="356" y="124"/>
                  </a:lnTo>
                  <a:lnTo>
                    <a:pt x="356" y="124"/>
                  </a:lnTo>
                  <a:lnTo>
                    <a:pt x="356" y="124"/>
                  </a:lnTo>
                  <a:lnTo>
                    <a:pt x="356" y="124"/>
                  </a:lnTo>
                  <a:lnTo>
                    <a:pt x="356" y="124"/>
                  </a:lnTo>
                  <a:lnTo>
                    <a:pt x="356" y="124"/>
                  </a:lnTo>
                  <a:lnTo>
                    <a:pt x="354" y="124"/>
                  </a:lnTo>
                  <a:lnTo>
                    <a:pt x="354" y="124"/>
                  </a:lnTo>
                  <a:lnTo>
                    <a:pt x="354" y="124"/>
                  </a:lnTo>
                  <a:lnTo>
                    <a:pt x="354" y="124"/>
                  </a:lnTo>
                  <a:lnTo>
                    <a:pt x="353" y="124"/>
                  </a:lnTo>
                  <a:lnTo>
                    <a:pt x="353" y="124"/>
                  </a:lnTo>
                  <a:lnTo>
                    <a:pt x="353" y="124"/>
                  </a:lnTo>
                  <a:lnTo>
                    <a:pt x="353" y="124"/>
                  </a:lnTo>
                  <a:lnTo>
                    <a:pt x="351" y="124"/>
                  </a:lnTo>
                  <a:lnTo>
                    <a:pt x="351" y="124"/>
                  </a:lnTo>
                  <a:lnTo>
                    <a:pt x="351" y="124"/>
                  </a:lnTo>
                  <a:lnTo>
                    <a:pt x="351" y="124"/>
                  </a:lnTo>
                  <a:lnTo>
                    <a:pt x="349" y="124"/>
                  </a:lnTo>
                  <a:lnTo>
                    <a:pt x="349" y="124"/>
                  </a:lnTo>
                  <a:lnTo>
                    <a:pt x="349" y="124"/>
                  </a:lnTo>
                  <a:lnTo>
                    <a:pt x="349" y="124"/>
                  </a:lnTo>
                  <a:lnTo>
                    <a:pt x="347" y="124"/>
                  </a:lnTo>
                  <a:lnTo>
                    <a:pt x="347" y="124"/>
                  </a:lnTo>
                  <a:lnTo>
                    <a:pt x="347" y="124"/>
                  </a:lnTo>
                  <a:lnTo>
                    <a:pt x="347" y="124"/>
                  </a:lnTo>
                  <a:lnTo>
                    <a:pt x="346" y="124"/>
                  </a:lnTo>
                  <a:lnTo>
                    <a:pt x="346" y="124"/>
                  </a:lnTo>
                  <a:lnTo>
                    <a:pt x="346" y="124"/>
                  </a:lnTo>
                  <a:lnTo>
                    <a:pt x="346" y="121"/>
                  </a:lnTo>
                  <a:lnTo>
                    <a:pt x="344" y="121"/>
                  </a:lnTo>
                  <a:lnTo>
                    <a:pt x="344" y="121"/>
                  </a:lnTo>
                  <a:lnTo>
                    <a:pt x="344" y="121"/>
                  </a:lnTo>
                  <a:lnTo>
                    <a:pt x="344" y="120"/>
                  </a:lnTo>
                  <a:lnTo>
                    <a:pt x="343" y="120"/>
                  </a:lnTo>
                  <a:lnTo>
                    <a:pt x="343" y="120"/>
                  </a:lnTo>
                  <a:lnTo>
                    <a:pt x="343" y="120"/>
                  </a:lnTo>
                  <a:lnTo>
                    <a:pt x="343" y="119"/>
                  </a:lnTo>
                  <a:lnTo>
                    <a:pt x="341" y="120"/>
                  </a:lnTo>
                  <a:lnTo>
                    <a:pt x="341" y="120"/>
                  </a:lnTo>
                  <a:lnTo>
                    <a:pt x="341" y="120"/>
                  </a:lnTo>
                  <a:lnTo>
                    <a:pt x="341" y="120"/>
                  </a:lnTo>
                  <a:lnTo>
                    <a:pt x="341" y="121"/>
                  </a:lnTo>
                  <a:lnTo>
                    <a:pt x="341" y="121"/>
                  </a:lnTo>
                  <a:lnTo>
                    <a:pt x="341" y="121"/>
                  </a:lnTo>
                  <a:lnTo>
                    <a:pt x="341" y="121"/>
                  </a:lnTo>
                  <a:lnTo>
                    <a:pt x="341" y="122"/>
                  </a:lnTo>
                  <a:lnTo>
                    <a:pt x="341" y="122"/>
                  </a:lnTo>
                  <a:lnTo>
                    <a:pt x="341" y="122"/>
                  </a:lnTo>
                  <a:lnTo>
                    <a:pt x="341" y="122"/>
                  </a:lnTo>
                  <a:lnTo>
                    <a:pt x="341" y="122"/>
                  </a:lnTo>
                  <a:lnTo>
                    <a:pt x="341" y="122"/>
                  </a:lnTo>
                  <a:lnTo>
                    <a:pt x="341" y="122"/>
                  </a:lnTo>
                  <a:lnTo>
                    <a:pt x="341" y="122"/>
                  </a:lnTo>
                  <a:lnTo>
                    <a:pt x="341" y="124"/>
                  </a:lnTo>
                  <a:lnTo>
                    <a:pt x="341" y="124"/>
                  </a:lnTo>
                  <a:lnTo>
                    <a:pt x="341" y="124"/>
                  </a:lnTo>
                  <a:lnTo>
                    <a:pt x="341" y="124"/>
                  </a:lnTo>
                  <a:lnTo>
                    <a:pt x="341" y="125"/>
                  </a:lnTo>
                  <a:lnTo>
                    <a:pt x="341" y="125"/>
                  </a:lnTo>
                  <a:lnTo>
                    <a:pt x="341" y="125"/>
                  </a:lnTo>
                  <a:lnTo>
                    <a:pt x="341" y="125"/>
                  </a:lnTo>
                  <a:lnTo>
                    <a:pt x="341" y="127"/>
                  </a:lnTo>
                  <a:lnTo>
                    <a:pt x="341" y="127"/>
                  </a:lnTo>
                  <a:lnTo>
                    <a:pt x="341" y="127"/>
                  </a:lnTo>
                  <a:lnTo>
                    <a:pt x="341" y="127"/>
                  </a:lnTo>
                  <a:lnTo>
                    <a:pt x="341" y="128"/>
                  </a:lnTo>
                  <a:lnTo>
                    <a:pt x="341" y="128"/>
                  </a:lnTo>
                  <a:lnTo>
                    <a:pt x="341" y="128"/>
                  </a:lnTo>
                  <a:lnTo>
                    <a:pt x="341" y="128"/>
                  </a:lnTo>
                  <a:lnTo>
                    <a:pt x="339" y="128"/>
                  </a:lnTo>
                  <a:lnTo>
                    <a:pt x="339" y="128"/>
                  </a:lnTo>
                  <a:lnTo>
                    <a:pt x="339" y="128"/>
                  </a:lnTo>
                  <a:lnTo>
                    <a:pt x="339" y="128"/>
                  </a:lnTo>
                  <a:lnTo>
                    <a:pt x="338" y="128"/>
                  </a:lnTo>
                  <a:lnTo>
                    <a:pt x="338" y="128"/>
                  </a:lnTo>
                  <a:lnTo>
                    <a:pt x="338" y="128"/>
                  </a:lnTo>
                  <a:lnTo>
                    <a:pt x="338" y="128"/>
                  </a:lnTo>
                  <a:lnTo>
                    <a:pt x="337" y="128"/>
                  </a:lnTo>
                  <a:lnTo>
                    <a:pt x="337" y="128"/>
                  </a:lnTo>
                  <a:lnTo>
                    <a:pt x="337" y="128"/>
                  </a:lnTo>
                  <a:lnTo>
                    <a:pt x="337" y="128"/>
                  </a:lnTo>
                  <a:lnTo>
                    <a:pt x="337" y="128"/>
                  </a:lnTo>
                  <a:lnTo>
                    <a:pt x="337" y="128"/>
                  </a:lnTo>
                  <a:lnTo>
                    <a:pt x="337" y="128"/>
                  </a:lnTo>
                  <a:lnTo>
                    <a:pt x="337" y="128"/>
                  </a:lnTo>
                  <a:lnTo>
                    <a:pt x="336" y="129"/>
                  </a:lnTo>
                  <a:lnTo>
                    <a:pt x="336" y="129"/>
                  </a:lnTo>
                  <a:lnTo>
                    <a:pt x="336" y="129"/>
                  </a:lnTo>
                  <a:lnTo>
                    <a:pt x="336" y="129"/>
                  </a:lnTo>
                  <a:lnTo>
                    <a:pt x="336" y="130"/>
                  </a:lnTo>
                  <a:lnTo>
                    <a:pt x="336" y="130"/>
                  </a:lnTo>
                  <a:lnTo>
                    <a:pt x="336" y="130"/>
                  </a:lnTo>
                  <a:lnTo>
                    <a:pt x="336" y="130"/>
                  </a:lnTo>
                  <a:lnTo>
                    <a:pt x="335" y="131"/>
                  </a:lnTo>
                  <a:lnTo>
                    <a:pt x="335" y="131"/>
                  </a:lnTo>
                  <a:lnTo>
                    <a:pt x="335" y="131"/>
                  </a:lnTo>
                  <a:lnTo>
                    <a:pt x="335" y="131"/>
                  </a:lnTo>
                  <a:lnTo>
                    <a:pt x="335" y="131"/>
                  </a:lnTo>
                  <a:lnTo>
                    <a:pt x="335" y="131"/>
                  </a:lnTo>
                  <a:lnTo>
                    <a:pt x="335" y="131"/>
                  </a:lnTo>
                  <a:lnTo>
                    <a:pt x="335" y="131"/>
                  </a:lnTo>
                  <a:lnTo>
                    <a:pt x="333" y="132"/>
                  </a:lnTo>
                  <a:lnTo>
                    <a:pt x="333" y="132"/>
                  </a:lnTo>
                  <a:lnTo>
                    <a:pt x="333" y="132"/>
                  </a:lnTo>
                  <a:lnTo>
                    <a:pt x="333" y="132"/>
                  </a:lnTo>
                  <a:lnTo>
                    <a:pt x="332" y="132"/>
                  </a:lnTo>
                  <a:lnTo>
                    <a:pt x="332" y="132"/>
                  </a:lnTo>
                  <a:lnTo>
                    <a:pt x="332" y="132"/>
                  </a:lnTo>
                  <a:lnTo>
                    <a:pt x="332" y="132"/>
                  </a:lnTo>
                  <a:lnTo>
                    <a:pt x="331" y="132"/>
                  </a:lnTo>
                  <a:lnTo>
                    <a:pt x="331" y="132"/>
                  </a:lnTo>
                  <a:lnTo>
                    <a:pt x="331" y="132"/>
                  </a:lnTo>
                  <a:lnTo>
                    <a:pt x="331" y="132"/>
                  </a:lnTo>
                  <a:lnTo>
                    <a:pt x="331" y="132"/>
                  </a:lnTo>
                  <a:lnTo>
                    <a:pt x="331" y="132"/>
                  </a:lnTo>
                  <a:lnTo>
                    <a:pt x="331" y="132"/>
                  </a:lnTo>
                  <a:lnTo>
                    <a:pt x="331" y="132"/>
                  </a:lnTo>
                  <a:lnTo>
                    <a:pt x="331" y="132"/>
                  </a:lnTo>
                  <a:lnTo>
                    <a:pt x="331" y="132"/>
                  </a:lnTo>
                  <a:lnTo>
                    <a:pt x="331" y="132"/>
                  </a:lnTo>
                  <a:lnTo>
                    <a:pt x="331" y="132"/>
                  </a:lnTo>
                  <a:lnTo>
                    <a:pt x="331" y="132"/>
                  </a:lnTo>
                  <a:lnTo>
                    <a:pt x="331" y="132"/>
                  </a:lnTo>
                  <a:lnTo>
                    <a:pt x="331" y="132"/>
                  </a:lnTo>
                  <a:lnTo>
                    <a:pt x="331" y="131"/>
                  </a:lnTo>
                  <a:lnTo>
                    <a:pt x="331" y="131"/>
                  </a:lnTo>
                  <a:lnTo>
                    <a:pt x="331" y="131"/>
                  </a:lnTo>
                  <a:lnTo>
                    <a:pt x="331" y="131"/>
                  </a:lnTo>
                  <a:lnTo>
                    <a:pt x="331" y="131"/>
                  </a:lnTo>
                  <a:lnTo>
                    <a:pt x="331" y="131"/>
                  </a:lnTo>
                  <a:lnTo>
                    <a:pt x="331" y="131"/>
                  </a:lnTo>
                  <a:lnTo>
                    <a:pt x="331" y="131"/>
                  </a:lnTo>
                  <a:lnTo>
                    <a:pt x="331" y="130"/>
                  </a:lnTo>
                  <a:lnTo>
                    <a:pt x="329" y="130"/>
                  </a:lnTo>
                  <a:lnTo>
                    <a:pt x="329" y="130"/>
                  </a:lnTo>
                  <a:lnTo>
                    <a:pt x="327" y="130"/>
                  </a:lnTo>
                  <a:lnTo>
                    <a:pt x="327" y="130"/>
                  </a:lnTo>
                  <a:lnTo>
                    <a:pt x="325" y="130"/>
                  </a:lnTo>
                  <a:lnTo>
                    <a:pt x="325" y="130"/>
                  </a:lnTo>
                  <a:lnTo>
                    <a:pt x="325" y="130"/>
                  </a:lnTo>
                  <a:lnTo>
                    <a:pt x="325" y="130"/>
                  </a:lnTo>
                  <a:lnTo>
                    <a:pt x="324" y="130"/>
                  </a:lnTo>
                  <a:lnTo>
                    <a:pt x="324" y="130"/>
                  </a:lnTo>
                  <a:lnTo>
                    <a:pt x="324" y="130"/>
                  </a:lnTo>
                  <a:lnTo>
                    <a:pt x="324" y="130"/>
                  </a:lnTo>
                  <a:lnTo>
                    <a:pt x="323" y="130"/>
                  </a:lnTo>
                  <a:lnTo>
                    <a:pt x="323" y="130"/>
                  </a:lnTo>
                  <a:lnTo>
                    <a:pt x="323" y="130"/>
                  </a:lnTo>
                  <a:lnTo>
                    <a:pt x="323" y="130"/>
                  </a:lnTo>
                  <a:lnTo>
                    <a:pt x="321" y="130"/>
                  </a:lnTo>
                  <a:lnTo>
                    <a:pt x="321" y="130"/>
                  </a:lnTo>
                  <a:lnTo>
                    <a:pt x="321" y="130"/>
                  </a:lnTo>
                  <a:lnTo>
                    <a:pt x="321" y="130"/>
                  </a:lnTo>
                  <a:lnTo>
                    <a:pt x="319" y="130"/>
                  </a:lnTo>
                  <a:lnTo>
                    <a:pt x="319" y="130"/>
                  </a:lnTo>
                  <a:lnTo>
                    <a:pt x="319" y="130"/>
                  </a:lnTo>
                  <a:lnTo>
                    <a:pt x="319" y="130"/>
                  </a:lnTo>
                  <a:lnTo>
                    <a:pt x="317" y="130"/>
                  </a:lnTo>
                  <a:lnTo>
                    <a:pt x="317" y="130"/>
                  </a:lnTo>
                  <a:lnTo>
                    <a:pt x="317" y="130"/>
                  </a:lnTo>
                  <a:lnTo>
                    <a:pt x="317" y="130"/>
                  </a:lnTo>
                  <a:lnTo>
                    <a:pt x="316" y="130"/>
                  </a:lnTo>
                  <a:lnTo>
                    <a:pt x="316" y="130"/>
                  </a:lnTo>
                  <a:lnTo>
                    <a:pt x="316" y="130"/>
                  </a:lnTo>
                  <a:lnTo>
                    <a:pt x="316" y="130"/>
                  </a:lnTo>
                  <a:lnTo>
                    <a:pt x="316" y="130"/>
                  </a:lnTo>
                  <a:lnTo>
                    <a:pt x="316" y="130"/>
                  </a:lnTo>
                  <a:lnTo>
                    <a:pt x="316" y="130"/>
                  </a:lnTo>
                  <a:lnTo>
                    <a:pt x="316" y="130"/>
                  </a:lnTo>
                  <a:lnTo>
                    <a:pt x="316" y="130"/>
                  </a:lnTo>
                  <a:lnTo>
                    <a:pt x="316" y="130"/>
                  </a:lnTo>
                  <a:lnTo>
                    <a:pt x="316" y="130"/>
                  </a:lnTo>
                  <a:lnTo>
                    <a:pt x="316" y="128"/>
                  </a:lnTo>
                  <a:lnTo>
                    <a:pt x="316" y="128"/>
                  </a:lnTo>
                  <a:lnTo>
                    <a:pt x="316" y="128"/>
                  </a:lnTo>
                  <a:lnTo>
                    <a:pt x="316" y="128"/>
                  </a:lnTo>
                  <a:lnTo>
                    <a:pt x="316" y="127"/>
                  </a:lnTo>
                  <a:lnTo>
                    <a:pt x="316" y="127"/>
                  </a:lnTo>
                  <a:lnTo>
                    <a:pt x="316" y="127"/>
                  </a:lnTo>
                  <a:lnTo>
                    <a:pt x="316" y="127"/>
                  </a:lnTo>
                  <a:lnTo>
                    <a:pt x="317" y="125"/>
                  </a:lnTo>
                  <a:lnTo>
                    <a:pt x="315" y="125"/>
                  </a:lnTo>
                  <a:lnTo>
                    <a:pt x="315" y="124"/>
                  </a:lnTo>
                  <a:lnTo>
                    <a:pt x="315" y="124"/>
                  </a:lnTo>
                  <a:lnTo>
                    <a:pt x="315" y="121"/>
                  </a:lnTo>
                  <a:lnTo>
                    <a:pt x="313" y="121"/>
                  </a:lnTo>
                  <a:lnTo>
                    <a:pt x="313" y="120"/>
                  </a:lnTo>
                  <a:lnTo>
                    <a:pt x="312" y="120"/>
                  </a:lnTo>
                  <a:lnTo>
                    <a:pt x="312" y="118"/>
                  </a:lnTo>
                  <a:lnTo>
                    <a:pt x="310" y="118"/>
                  </a:lnTo>
                  <a:lnTo>
                    <a:pt x="309" y="116"/>
                  </a:lnTo>
                  <a:lnTo>
                    <a:pt x="307" y="114"/>
                  </a:lnTo>
                  <a:lnTo>
                    <a:pt x="307" y="113"/>
                  </a:lnTo>
                  <a:lnTo>
                    <a:pt x="305" y="111"/>
                  </a:lnTo>
                  <a:lnTo>
                    <a:pt x="304" y="109"/>
                  </a:lnTo>
                  <a:lnTo>
                    <a:pt x="302" y="107"/>
                  </a:lnTo>
                  <a:lnTo>
                    <a:pt x="302" y="105"/>
                  </a:lnTo>
                  <a:lnTo>
                    <a:pt x="300" y="105"/>
                  </a:lnTo>
                  <a:lnTo>
                    <a:pt x="300" y="105"/>
                  </a:lnTo>
                  <a:lnTo>
                    <a:pt x="299" y="105"/>
                  </a:lnTo>
                  <a:lnTo>
                    <a:pt x="299" y="105"/>
                  </a:lnTo>
                  <a:lnTo>
                    <a:pt x="297" y="105"/>
                  </a:lnTo>
                  <a:lnTo>
                    <a:pt x="297" y="105"/>
                  </a:lnTo>
                  <a:lnTo>
                    <a:pt x="297" y="105"/>
                  </a:lnTo>
                  <a:lnTo>
                    <a:pt x="297" y="105"/>
                  </a:lnTo>
                  <a:lnTo>
                    <a:pt x="296" y="105"/>
                  </a:lnTo>
                  <a:lnTo>
                    <a:pt x="296" y="105"/>
                  </a:lnTo>
                  <a:lnTo>
                    <a:pt x="296" y="105"/>
                  </a:lnTo>
                  <a:lnTo>
                    <a:pt x="296" y="105"/>
                  </a:lnTo>
                  <a:lnTo>
                    <a:pt x="294" y="105"/>
                  </a:lnTo>
                  <a:lnTo>
                    <a:pt x="294" y="105"/>
                  </a:lnTo>
                  <a:lnTo>
                    <a:pt x="294" y="105"/>
                  </a:lnTo>
                  <a:lnTo>
                    <a:pt x="294" y="105"/>
                  </a:lnTo>
                  <a:lnTo>
                    <a:pt x="294" y="106"/>
                  </a:lnTo>
                  <a:lnTo>
                    <a:pt x="294" y="106"/>
                  </a:lnTo>
                  <a:lnTo>
                    <a:pt x="294" y="106"/>
                  </a:lnTo>
                  <a:lnTo>
                    <a:pt x="294" y="106"/>
                  </a:lnTo>
                  <a:lnTo>
                    <a:pt x="294" y="107"/>
                  </a:lnTo>
                  <a:lnTo>
                    <a:pt x="294" y="107"/>
                  </a:lnTo>
                  <a:lnTo>
                    <a:pt x="294" y="107"/>
                  </a:lnTo>
                  <a:lnTo>
                    <a:pt x="294" y="107"/>
                  </a:lnTo>
                  <a:lnTo>
                    <a:pt x="294" y="109"/>
                  </a:lnTo>
                  <a:lnTo>
                    <a:pt x="294" y="109"/>
                  </a:lnTo>
                  <a:lnTo>
                    <a:pt x="294" y="109"/>
                  </a:lnTo>
                  <a:lnTo>
                    <a:pt x="294" y="109"/>
                  </a:lnTo>
                  <a:lnTo>
                    <a:pt x="294" y="111"/>
                  </a:lnTo>
                  <a:lnTo>
                    <a:pt x="294" y="111"/>
                  </a:lnTo>
                  <a:lnTo>
                    <a:pt x="294" y="111"/>
                  </a:lnTo>
                  <a:lnTo>
                    <a:pt x="294" y="111"/>
                  </a:lnTo>
                  <a:lnTo>
                    <a:pt x="294" y="112"/>
                  </a:lnTo>
                  <a:lnTo>
                    <a:pt x="294" y="112"/>
                  </a:lnTo>
                  <a:lnTo>
                    <a:pt x="294" y="112"/>
                  </a:lnTo>
                  <a:lnTo>
                    <a:pt x="294" y="112"/>
                  </a:lnTo>
                  <a:lnTo>
                    <a:pt x="294" y="112"/>
                  </a:lnTo>
                  <a:lnTo>
                    <a:pt x="294" y="112"/>
                  </a:lnTo>
                  <a:lnTo>
                    <a:pt x="294" y="112"/>
                  </a:lnTo>
                  <a:lnTo>
                    <a:pt x="294" y="112"/>
                  </a:lnTo>
                  <a:lnTo>
                    <a:pt x="294" y="113"/>
                  </a:lnTo>
                  <a:lnTo>
                    <a:pt x="294" y="113"/>
                  </a:lnTo>
                  <a:lnTo>
                    <a:pt x="294" y="113"/>
                  </a:lnTo>
                  <a:lnTo>
                    <a:pt x="294" y="113"/>
                  </a:lnTo>
                  <a:lnTo>
                    <a:pt x="294" y="113"/>
                  </a:lnTo>
                  <a:lnTo>
                    <a:pt x="294" y="113"/>
                  </a:lnTo>
                  <a:lnTo>
                    <a:pt x="294" y="113"/>
                  </a:lnTo>
                  <a:lnTo>
                    <a:pt x="296" y="113"/>
                  </a:lnTo>
                  <a:lnTo>
                    <a:pt x="295" y="114"/>
                  </a:lnTo>
                  <a:lnTo>
                    <a:pt x="295" y="114"/>
                  </a:lnTo>
                  <a:lnTo>
                    <a:pt x="295" y="114"/>
                  </a:lnTo>
                  <a:lnTo>
                    <a:pt x="295" y="114"/>
                  </a:lnTo>
                  <a:lnTo>
                    <a:pt x="295" y="115"/>
                  </a:lnTo>
                  <a:lnTo>
                    <a:pt x="295" y="115"/>
                  </a:lnTo>
                  <a:lnTo>
                    <a:pt x="295" y="115"/>
                  </a:lnTo>
                  <a:lnTo>
                    <a:pt x="295" y="115"/>
                  </a:lnTo>
                  <a:lnTo>
                    <a:pt x="294" y="116"/>
                  </a:lnTo>
                  <a:lnTo>
                    <a:pt x="294" y="116"/>
                  </a:lnTo>
                  <a:lnTo>
                    <a:pt x="294" y="116"/>
                  </a:lnTo>
                  <a:lnTo>
                    <a:pt x="294" y="116"/>
                  </a:lnTo>
                  <a:lnTo>
                    <a:pt x="294" y="116"/>
                  </a:lnTo>
                  <a:lnTo>
                    <a:pt x="294" y="116"/>
                  </a:lnTo>
                  <a:lnTo>
                    <a:pt x="294" y="116"/>
                  </a:lnTo>
                  <a:lnTo>
                    <a:pt x="294" y="116"/>
                  </a:lnTo>
                  <a:lnTo>
                    <a:pt x="293" y="116"/>
                  </a:lnTo>
                  <a:lnTo>
                    <a:pt x="293" y="116"/>
                  </a:lnTo>
                  <a:lnTo>
                    <a:pt x="293" y="116"/>
                  </a:lnTo>
                  <a:lnTo>
                    <a:pt x="293" y="116"/>
                  </a:lnTo>
                  <a:lnTo>
                    <a:pt x="293" y="116"/>
                  </a:lnTo>
                  <a:lnTo>
                    <a:pt x="293" y="116"/>
                  </a:lnTo>
                  <a:lnTo>
                    <a:pt x="293" y="116"/>
                  </a:lnTo>
                  <a:lnTo>
                    <a:pt x="293" y="116"/>
                  </a:lnTo>
                  <a:lnTo>
                    <a:pt x="292" y="116"/>
                  </a:lnTo>
                  <a:lnTo>
                    <a:pt x="292" y="116"/>
                  </a:lnTo>
                  <a:lnTo>
                    <a:pt x="292" y="116"/>
                  </a:lnTo>
                  <a:lnTo>
                    <a:pt x="292" y="116"/>
                  </a:lnTo>
                  <a:lnTo>
                    <a:pt x="292" y="116"/>
                  </a:lnTo>
                  <a:lnTo>
                    <a:pt x="292" y="116"/>
                  </a:lnTo>
                  <a:lnTo>
                    <a:pt x="292" y="116"/>
                  </a:lnTo>
                  <a:lnTo>
                    <a:pt x="292" y="116"/>
                  </a:lnTo>
                  <a:lnTo>
                    <a:pt x="292" y="116"/>
                  </a:lnTo>
                  <a:lnTo>
                    <a:pt x="292" y="116"/>
                  </a:lnTo>
                  <a:lnTo>
                    <a:pt x="292" y="116"/>
                  </a:lnTo>
                  <a:lnTo>
                    <a:pt x="292" y="116"/>
                  </a:lnTo>
                  <a:lnTo>
                    <a:pt x="292" y="116"/>
                  </a:lnTo>
                  <a:lnTo>
                    <a:pt x="292" y="116"/>
                  </a:lnTo>
                  <a:lnTo>
                    <a:pt x="292" y="116"/>
                  </a:lnTo>
                  <a:lnTo>
                    <a:pt x="292" y="116"/>
                  </a:lnTo>
                  <a:lnTo>
                    <a:pt x="290" y="116"/>
                  </a:lnTo>
                  <a:lnTo>
                    <a:pt x="290" y="116"/>
                  </a:lnTo>
                  <a:lnTo>
                    <a:pt x="290" y="116"/>
                  </a:lnTo>
                  <a:lnTo>
                    <a:pt x="290" y="116"/>
                  </a:lnTo>
                  <a:lnTo>
                    <a:pt x="290" y="116"/>
                  </a:lnTo>
                  <a:lnTo>
                    <a:pt x="290" y="116"/>
                  </a:lnTo>
                  <a:lnTo>
                    <a:pt x="290" y="116"/>
                  </a:lnTo>
                  <a:lnTo>
                    <a:pt x="290" y="115"/>
                  </a:lnTo>
                  <a:lnTo>
                    <a:pt x="289" y="115"/>
                  </a:lnTo>
                  <a:lnTo>
                    <a:pt x="289" y="115"/>
                  </a:lnTo>
                  <a:lnTo>
                    <a:pt x="289" y="115"/>
                  </a:lnTo>
                  <a:lnTo>
                    <a:pt x="289" y="115"/>
                  </a:lnTo>
                  <a:lnTo>
                    <a:pt x="289" y="115"/>
                  </a:lnTo>
                  <a:lnTo>
                    <a:pt x="289" y="115"/>
                  </a:lnTo>
                  <a:lnTo>
                    <a:pt x="289" y="115"/>
                  </a:lnTo>
                  <a:lnTo>
                    <a:pt x="289" y="115"/>
                  </a:lnTo>
                  <a:lnTo>
                    <a:pt x="288" y="115"/>
                  </a:lnTo>
                  <a:lnTo>
                    <a:pt x="288" y="115"/>
                  </a:lnTo>
                  <a:lnTo>
                    <a:pt x="288" y="115"/>
                  </a:lnTo>
                  <a:lnTo>
                    <a:pt x="288" y="115"/>
                  </a:lnTo>
                  <a:lnTo>
                    <a:pt x="288" y="115"/>
                  </a:lnTo>
                  <a:lnTo>
                    <a:pt x="288" y="115"/>
                  </a:lnTo>
                  <a:lnTo>
                    <a:pt x="288" y="115"/>
                  </a:lnTo>
                  <a:lnTo>
                    <a:pt x="288" y="115"/>
                  </a:lnTo>
                  <a:lnTo>
                    <a:pt x="288" y="116"/>
                  </a:lnTo>
                  <a:lnTo>
                    <a:pt x="288" y="116"/>
                  </a:lnTo>
                  <a:lnTo>
                    <a:pt x="288" y="116"/>
                  </a:lnTo>
                  <a:lnTo>
                    <a:pt x="288" y="116"/>
                  </a:lnTo>
                  <a:lnTo>
                    <a:pt x="288" y="117"/>
                  </a:lnTo>
                  <a:lnTo>
                    <a:pt x="288" y="117"/>
                  </a:lnTo>
                  <a:lnTo>
                    <a:pt x="288" y="117"/>
                  </a:lnTo>
                  <a:lnTo>
                    <a:pt x="288" y="117"/>
                  </a:lnTo>
                  <a:lnTo>
                    <a:pt x="288" y="119"/>
                  </a:lnTo>
                  <a:lnTo>
                    <a:pt x="288" y="119"/>
                  </a:lnTo>
                  <a:lnTo>
                    <a:pt x="288" y="119"/>
                  </a:lnTo>
                  <a:lnTo>
                    <a:pt x="288" y="119"/>
                  </a:lnTo>
                  <a:lnTo>
                    <a:pt x="288" y="119"/>
                  </a:lnTo>
                  <a:lnTo>
                    <a:pt x="288" y="119"/>
                  </a:lnTo>
                  <a:lnTo>
                    <a:pt x="288" y="119"/>
                  </a:lnTo>
                  <a:lnTo>
                    <a:pt x="288" y="119"/>
                  </a:lnTo>
                  <a:lnTo>
                    <a:pt x="285" y="119"/>
                  </a:lnTo>
                  <a:lnTo>
                    <a:pt x="285" y="119"/>
                  </a:lnTo>
                  <a:lnTo>
                    <a:pt x="285" y="119"/>
                  </a:lnTo>
                  <a:lnTo>
                    <a:pt x="285" y="119"/>
                  </a:lnTo>
                  <a:lnTo>
                    <a:pt x="285" y="119"/>
                  </a:lnTo>
                  <a:lnTo>
                    <a:pt x="285" y="119"/>
                  </a:lnTo>
                  <a:lnTo>
                    <a:pt x="285" y="119"/>
                  </a:lnTo>
                  <a:lnTo>
                    <a:pt x="285" y="119"/>
                  </a:lnTo>
                  <a:lnTo>
                    <a:pt x="285" y="118"/>
                  </a:lnTo>
                  <a:lnTo>
                    <a:pt x="285" y="118"/>
                  </a:lnTo>
                  <a:lnTo>
                    <a:pt x="285" y="118"/>
                  </a:lnTo>
                  <a:lnTo>
                    <a:pt x="285" y="118"/>
                  </a:lnTo>
                  <a:lnTo>
                    <a:pt x="285" y="118"/>
                  </a:lnTo>
                  <a:lnTo>
                    <a:pt x="285" y="118"/>
                  </a:lnTo>
                  <a:lnTo>
                    <a:pt x="285" y="118"/>
                  </a:lnTo>
                  <a:lnTo>
                    <a:pt x="285" y="118"/>
                  </a:lnTo>
                  <a:lnTo>
                    <a:pt x="285" y="116"/>
                  </a:lnTo>
                  <a:lnTo>
                    <a:pt x="285" y="118"/>
                  </a:lnTo>
                  <a:lnTo>
                    <a:pt x="285" y="118"/>
                  </a:lnTo>
                  <a:lnTo>
                    <a:pt x="285" y="118"/>
                  </a:lnTo>
                  <a:lnTo>
                    <a:pt x="285" y="118"/>
                  </a:lnTo>
                  <a:lnTo>
                    <a:pt x="285" y="118"/>
                  </a:lnTo>
                  <a:lnTo>
                    <a:pt x="285" y="118"/>
                  </a:lnTo>
                  <a:lnTo>
                    <a:pt x="285" y="118"/>
                  </a:lnTo>
                  <a:lnTo>
                    <a:pt x="285" y="118"/>
                  </a:lnTo>
                  <a:lnTo>
                    <a:pt x="284" y="119"/>
                  </a:lnTo>
                  <a:lnTo>
                    <a:pt x="284" y="119"/>
                  </a:lnTo>
                  <a:lnTo>
                    <a:pt x="284" y="119"/>
                  </a:lnTo>
                  <a:lnTo>
                    <a:pt x="284" y="119"/>
                  </a:lnTo>
                  <a:lnTo>
                    <a:pt x="284" y="119"/>
                  </a:lnTo>
                  <a:lnTo>
                    <a:pt x="284" y="119"/>
                  </a:lnTo>
                  <a:lnTo>
                    <a:pt x="284" y="119"/>
                  </a:lnTo>
                  <a:lnTo>
                    <a:pt x="284" y="119"/>
                  </a:lnTo>
                  <a:lnTo>
                    <a:pt x="282" y="119"/>
                  </a:lnTo>
                  <a:lnTo>
                    <a:pt x="282" y="119"/>
                  </a:lnTo>
                  <a:lnTo>
                    <a:pt x="282" y="119"/>
                  </a:lnTo>
                  <a:lnTo>
                    <a:pt x="282" y="119"/>
                  </a:lnTo>
                  <a:lnTo>
                    <a:pt x="281" y="119"/>
                  </a:lnTo>
                  <a:lnTo>
                    <a:pt x="281" y="119"/>
                  </a:lnTo>
                  <a:lnTo>
                    <a:pt x="281" y="119"/>
                  </a:lnTo>
                  <a:lnTo>
                    <a:pt x="281" y="119"/>
                  </a:lnTo>
                  <a:lnTo>
                    <a:pt x="280" y="119"/>
                  </a:lnTo>
                  <a:lnTo>
                    <a:pt x="280" y="119"/>
                  </a:lnTo>
                  <a:lnTo>
                    <a:pt x="280" y="119"/>
                  </a:lnTo>
                  <a:lnTo>
                    <a:pt x="280" y="119"/>
                  </a:lnTo>
                  <a:lnTo>
                    <a:pt x="280" y="119"/>
                  </a:lnTo>
                  <a:lnTo>
                    <a:pt x="280" y="119"/>
                  </a:lnTo>
                  <a:lnTo>
                    <a:pt x="280" y="119"/>
                  </a:lnTo>
                  <a:lnTo>
                    <a:pt x="280" y="119"/>
                  </a:lnTo>
                  <a:lnTo>
                    <a:pt x="280" y="121"/>
                  </a:lnTo>
                  <a:lnTo>
                    <a:pt x="280" y="121"/>
                  </a:lnTo>
                  <a:lnTo>
                    <a:pt x="280" y="123"/>
                  </a:lnTo>
                  <a:lnTo>
                    <a:pt x="280" y="123"/>
                  </a:lnTo>
                  <a:lnTo>
                    <a:pt x="280" y="125"/>
                  </a:lnTo>
                  <a:lnTo>
                    <a:pt x="280" y="125"/>
                  </a:lnTo>
                  <a:lnTo>
                    <a:pt x="280" y="125"/>
                  </a:lnTo>
                  <a:lnTo>
                    <a:pt x="281" y="125"/>
                  </a:lnTo>
                  <a:lnTo>
                    <a:pt x="281" y="127"/>
                  </a:lnTo>
                  <a:lnTo>
                    <a:pt x="281" y="127"/>
                  </a:lnTo>
                  <a:lnTo>
                    <a:pt x="281" y="128"/>
                  </a:lnTo>
                  <a:lnTo>
                    <a:pt x="281" y="128"/>
                  </a:lnTo>
                  <a:lnTo>
                    <a:pt x="281" y="129"/>
                  </a:lnTo>
                  <a:lnTo>
                    <a:pt x="281" y="129"/>
                  </a:lnTo>
                  <a:lnTo>
                    <a:pt x="281" y="129"/>
                  </a:lnTo>
                  <a:lnTo>
                    <a:pt x="282" y="129"/>
                  </a:lnTo>
                  <a:lnTo>
                    <a:pt x="282" y="131"/>
                  </a:lnTo>
                  <a:lnTo>
                    <a:pt x="282" y="131"/>
                  </a:lnTo>
                  <a:lnTo>
                    <a:pt x="282" y="132"/>
                  </a:lnTo>
                  <a:lnTo>
                    <a:pt x="282" y="132"/>
                  </a:lnTo>
                  <a:lnTo>
                    <a:pt x="282" y="134"/>
                  </a:lnTo>
                  <a:lnTo>
                    <a:pt x="282" y="134"/>
                  </a:lnTo>
                  <a:lnTo>
                    <a:pt x="282" y="134"/>
                  </a:lnTo>
                  <a:lnTo>
                    <a:pt x="282" y="134"/>
                  </a:lnTo>
                  <a:lnTo>
                    <a:pt x="281" y="136"/>
                  </a:lnTo>
                  <a:lnTo>
                    <a:pt x="281" y="136"/>
                  </a:lnTo>
                  <a:lnTo>
                    <a:pt x="281" y="136"/>
                  </a:lnTo>
                  <a:lnTo>
                    <a:pt x="281" y="136"/>
                  </a:lnTo>
                  <a:lnTo>
                    <a:pt x="281" y="138"/>
                  </a:lnTo>
                  <a:lnTo>
                    <a:pt x="281" y="138"/>
                  </a:lnTo>
                  <a:lnTo>
                    <a:pt x="281" y="138"/>
                  </a:lnTo>
                  <a:lnTo>
                    <a:pt x="281" y="138"/>
                  </a:lnTo>
                  <a:lnTo>
                    <a:pt x="280" y="140"/>
                  </a:lnTo>
                  <a:lnTo>
                    <a:pt x="280" y="140"/>
                  </a:lnTo>
                  <a:lnTo>
                    <a:pt x="280" y="140"/>
                  </a:lnTo>
                  <a:lnTo>
                    <a:pt x="280" y="140"/>
                  </a:lnTo>
                  <a:lnTo>
                    <a:pt x="279" y="142"/>
                  </a:lnTo>
                  <a:lnTo>
                    <a:pt x="279" y="142"/>
                  </a:lnTo>
                  <a:lnTo>
                    <a:pt x="279" y="142"/>
                  </a:lnTo>
                  <a:lnTo>
                    <a:pt x="279" y="142"/>
                  </a:lnTo>
                  <a:lnTo>
                    <a:pt x="277" y="144"/>
                  </a:lnTo>
                  <a:lnTo>
                    <a:pt x="277" y="144"/>
                  </a:lnTo>
                  <a:lnTo>
                    <a:pt x="277" y="144"/>
                  </a:lnTo>
                  <a:lnTo>
                    <a:pt x="277" y="144"/>
                  </a:lnTo>
                  <a:lnTo>
                    <a:pt x="277" y="145"/>
                  </a:lnTo>
                  <a:lnTo>
                    <a:pt x="277" y="145"/>
                  </a:lnTo>
                  <a:lnTo>
                    <a:pt x="277" y="145"/>
                  </a:lnTo>
                  <a:lnTo>
                    <a:pt x="277" y="145"/>
                  </a:lnTo>
                  <a:lnTo>
                    <a:pt x="277" y="145"/>
                  </a:lnTo>
                  <a:lnTo>
                    <a:pt x="277" y="145"/>
                  </a:lnTo>
                  <a:lnTo>
                    <a:pt x="277" y="145"/>
                  </a:lnTo>
                  <a:lnTo>
                    <a:pt x="278" y="145"/>
                  </a:lnTo>
                  <a:lnTo>
                    <a:pt x="278" y="145"/>
                  </a:lnTo>
                  <a:lnTo>
                    <a:pt x="279" y="145"/>
                  </a:lnTo>
                  <a:lnTo>
                    <a:pt x="279" y="145"/>
                  </a:lnTo>
                  <a:lnTo>
                    <a:pt x="281" y="145"/>
                  </a:lnTo>
                  <a:lnTo>
                    <a:pt x="281" y="145"/>
                  </a:lnTo>
                  <a:lnTo>
                    <a:pt x="281" y="145"/>
                  </a:lnTo>
                  <a:lnTo>
                    <a:pt x="281" y="145"/>
                  </a:lnTo>
                  <a:lnTo>
                    <a:pt x="282" y="145"/>
                  </a:lnTo>
                  <a:lnTo>
                    <a:pt x="282" y="145"/>
                  </a:lnTo>
                  <a:lnTo>
                    <a:pt x="283" y="145"/>
                  </a:lnTo>
                  <a:lnTo>
                    <a:pt x="283" y="145"/>
                  </a:lnTo>
                  <a:lnTo>
                    <a:pt x="285" y="145"/>
                  </a:lnTo>
                  <a:lnTo>
                    <a:pt x="283" y="148"/>
                  </a:lnTo>
                  <a:lnTo>
                    <a:pt x="283" y="148"/>
                  </a:lnTo>
                  <a:lnTo>
                    <a:pt x="283" y="148"/>
                  </a:lnTo>
                  <a:lnTo>
                    <a:pt x="283" y="148"/>
                  </a:lnTo>
                  <a:lnTo>
                    <a:pt x="282" y="149"/>
                  </a:lnTo>
                  <a:lnTo>
                    <a:pt x="282" y="149"/>
                  </a:lnTo>
                  <a:lnTo>
                    <a:pt x="282" y="149"/>
                  </a:lnTo>
                  <a:lnTo>
                    <a:pt x="282" y="149"/>
                  </a:lnTo>
                  <a:lnTo>
                    <a:pt x="280" y="151"/>
                  </a:lnTo>
                  <a:lnTo>
                    <a:pt x="280" y="151"/>
                  </a:lnTo>
                  <a:lnTo>
                    <a:pt x="280" y="151"/>
                  </a:lnTo>
                  <a:lnTo>
                    <a:pt x="280" y="151"/>
                  </a:lnTo>
                  <a:lnTo>
                    <a:pt x="280" y="151"/>
                  </a:lnTo>
                  <a:lnTo>
                    <a:pt x="280" y="151"/>
                  </a:lnTo>
                  <a:lnTo>
                    <a:pt x="280" y="151"/>
                  </a:lnTo>
                  <a:lnTo>
                    <a:pt x="280" y="151"/>
                  </a:lnTo>
                  <a:lnTo>
                    <a:pt x="278" y="151"/>
                  </a:lnTo>
                  <a:lnTo>
                    <a:pt x="278" y="151"/>
                  </a:lnTo>
                  <a:lnTo>
                    <a:pt x="277" y="151"/>
                  </a:lnTo>
                  <a:lnTo>
                    <a:pt x="277" y="151"/>
                  </a:lnTo>
                  <a:lnTo>
                    <a:pt x="275" y="151"/>
                  </a:lnTo>
                  <a:lnTo>
                    <a:pt x="275" y="151"/>
                  </a:lnTo>
                  <a:lnTo>
                    <a:pt x="273" y="151"/>
                  </a:lnTo>
                  <a:lnTo>
                    <a:pt x="273" y="151"/>
                  </a:lnTo>
                  <a:lnTo>
                    <a:pt x="271" y="151"/>
                  </a:lnTo>
                  <a:lnTo>
                    <a:pt x="271" y="151"/>
                  </a:lnTo>
                  <a:lnTo>
                    <a:pt x="269" y="151"/>
                  </a:lnTo>
                  <a:lnTo>
                    <a:pt x="269" y="151"/>
                  </a:lnTo>
                  <a:lnTo>
                    <a:pt x="268" y="151"/>
                  </a:lnTo>
                  <a:lnTo>
                    <a:pt x="268" y="151"/>
                  </a:lnTo>
                  <a:lnTo>
                    <a:pt x="268" y="151"/>
                  </a:lnTo>
                  <a:lnTo>
                    <a:pt x="268" y="151"/>
                  </a:lnTo>
                  <a:lnTo>
                    <a:pt x="266" y="151"/>
                  </a:lnTo>
                  <a:lnTo>
                    <a:pt x="266" y="151"/>
                  </a:lnTo>
                  <a:lnTo>
                    <a:pt x="266" y="151"/>
                  </a:lnTo>
                  <a:lnTo>
                    <a:pt x="266" y="151"/>
                  </a:lnTo>
                  <a:lnTo>
                    <a:pt x="265" y="151"/>
                  </a:lnTo>
                  <a:lnTo>
                    <a:pt x="265" y="151"/>
                  </a:lnTo>
                  <a:lnTo>
                    <a:pt x="265" y="151"/>
                  </a:lnTo>
                  <a:lnTo>
                    <a:pt x="265" y="149"/>
                  </a:lnTo>
                  <a:lnTo>
                    <a:pt x="263" y="149"/>
                  </a:lnTo>
                  <a:lnTo>
                    <a:pt x="263" y="149"/>
                  </a:lnTo>
                  <a:lnTo>
                    <a:pt x="263" y="149"/>
                  </a:lnTo>
                  <a:lnTo>
                    <a:pt x="263" y="148"/>
                  </a:lnTo>
                  <a:lnTo>
                    <a:pt x="261" y="148"/>
                  </a:lnTo>
                  <a:lnTo>
                    <a:pt x="261" y="148"/>
                  </a:lnTo>
                  <a:lnTo>
                    <a:pt x="261" y="148"/>
                  </a:lnTo>
                  <a:lnTo>
                    <a:pt x="261" y="146"/>
                  </a:lnTo>
                  <a:lnTo>
                    <a:pt x="259" y="148"/>
                  </a:lnTo>
                  <a:lnTo>
                    <a:pt x="259" y="148"/>
                  </a:lnTo>
                  <a:lnTo>
                    <a:pt x="259" y="148"/>
                  </a:lnTo>
                  <a:lnTo>
                    <a:pt x="259" y="148"/>
                  </a:lnTo>
                  <a:lnTo>
                    <a:pt x="258" y="148"/>
                  </a:lnTo>
                  <a:lnTo>
                    <a:pt x="258" y="148"/>
                  </a:lnTo>
                  <a:lnTo>
                    <a:pt x="258" y="148"/>
                  </a:lnTo>
                  <a:lnTo>
                    <a:pt x="258" y="148"/>
                  </a:lnTo>
                  <a:lnTo>
                    <a:pt x="257" y="148"/>
                  </a:lnTo>
                  <a:lnTo>
                    <a:pt x="257" y="148"/>
                  </a:lnTo>
                  <a:lnTo>
                    <a:pt x="257" y="148"/>
                  </a:lnTo>
                  <a:lnTo>
                    <a:pt x="257" y="148"/>
                  </a:lnTo>
                  <a:lnTo>
                    <a:pt x="257" y="148"/>
                  </a:lnTo>
                  <a:lnTo>
                    <a:pt x="257" y="148"/>
                  </a:lnTo>
                  <a:lnTo>
                    <a:pt x="257" y="148"/>
                  </a:lnTo>
                  <a:lnTo>
                    <a:pt x="257" y="148"/>
                  </a:lnTo>
                  <a:lnTo>
                    <a:pt x="255" y="148"/>
                  </a:lnTo>
                  <a:lnTo>
                    <a:pt x="255" y="148"/>
                  </a:lnTo>
                  <a:lnTo>
                    <a:pt x="255" y="148"/>
                  </a:lnTo>
                  <a:lnTo>
                    <a:pt x="255" y="148"/>
                  </a:lnTo>
                  <a:lnTo>
                    <a:pt x="253" y="148"/>
                  </a:lnTo>
                  <a:lnTo>
                    <a:pt x="253" y="148"/>
                  </a:lnTo>
                  <a:lnTo>
                    <a:pt x="253" y="148"/>
                  </a:lnTo>
                  <a:lnTo>
                    <a:pt x="253" y="147"/>
                  </a:lnTo>
                  <a:lnTo>
                    <a:pt x="251" y="147"/>
                  </a:lnTo>
                  <a:lnTo>
                    <a:pt x="251" y="147"/>
                  </a:lnTo>
                  <a:lnTo>
                    <a:pt x="251" y="147"/>
                  </a:lnTo>
                  <a:lnTo>
                    <a:pt x="251" y="147"/>
                  </a:lnTo>
                  <a:lnTo>
                    <a:pt x="250" y="147"/>
                  </a:lnTo>
                  <a:lnTo>
                    <a:pt x="250" y="147"/>
                  </a:lnTo>
                  <a:lnTo>
                    <a:pt x="250" y="147"/>
                  </a:lnTo>
                  <a:lnTo>
                    <a:pt x="250" y="145"/>
                  </a:lnTo>
                  <a:lnTo>
                    <a:pt x="248" y="147"/>
                  </a:lnTo>
                  <a:lnTo>
                    <a:pt x="248" y="147"/>
                  </a:lnTo>
                  <a:lnTo>
                    <a:pt x="248" y="147"/>
                  </a:lnTo>
                  <a:lnTo>
                    <a:pt x="248" y="147"/>
                  </a:lnTo>
                  <a:lnTo>
                    <a:pt x="248" y="148"/>
                  </a:lnTo>
                  <a:lnTo>
                    <a:pt x="248" y="148"/>
                  </a:lnTo>
                  <a:lnTo>
                    <a:pt x="248" y="148"/>
                  </a:lnTo>
                  <a:lnTo>
                    <a:pt x="248" y="148"/>
                  </a:lnTo>
                  <a:lnTo>
                    <a:pt x="248" y="150"/>
                  </a:lnTo>
                  <a:lnTo>
                    <a:pt x="248" y="150"/>
                  </a:lnTo>
                  <a:lnTo>
                    <a:pt x="248" y="150"/>
                  </a:lnTo>
                  <a:lnTo>
                    <a:pt x="248" y="150"/>
                  </a:lnTo>
                  <a:lnTo>
                    <a:pt x="248" y="151"/>
                  </a:lnTo>
                  <a:lnTo>
                    <a:pt x="248" y="151"/>
                  </a:lnTo>
                  <a:lnTo>
                    <a:pt x="248" y="151"/>
                  </a:lnTo>
                  <a:lnTo>
                    <a:pt x="248" y="151"/>
                  </a:lnTo>
                  <a:lnTo>
                    <a:pt x="248" y="153"/>
                  </a:lnTo>
                  <a:lnTo>
                    <a:pt x="248" y="153"/>
                  </a:lnTo>
                  <a:lnTo>
                    <a:pt x="248" y="155"/>
                  </a:lnTo>
                  <a:lnTo>
                    <a:pt x="248" y="155"/>
                  </a:lnTo>
                  <a:lnTo>
                    <a:pt x="248" y="157"/>
                  </a:lnTo>
                  <a:lnTo>
                    <a:pt x="248" y="157"/>
                  </a:lnTo>
                  <a:lnTo>
                    <a:pt x="248" y="158"/>
                  </a:lnTo>
                  <a:lnTo>
                    <a:pt x="250" y="158"/>
                  </a:lnTo>
                  <a:lnTo>
                    <a:pt x="250" y="160"/>
                  </a:lnTo>
                  <a:lnTo>
                    <a:pt x="250" y="160"/>
                  </a:lnTo>
                  <a:lnTo>
                    <a:pt x="250" y="162"/>
                  </a:lnTo>
                  <a:lnTo>
                    <a:pt x="250" y="162"/>
                  </a:lnTo>
                  <a:lnTo>
                    <a:pt x="250" y="163"/>
                  </a:lnTo>
                  <a:lnTo>
                    <a:pt x="250" y="163"/>
                  </a:lnTo>
                  <a:lnTo>
                    <a:pt x="250" y="163"/>
                  </a:lnTo>
                  <a:lnTo>
                    <a:pt x="251" y="163"/>
                  </a:lnTo>
                  <a:lnTo>
                    <a:pt x="250" y="165"/>
                  </a:lnTo>
                  <a:lnTo>
                    <a:pt x="250" y="165"/>
                  </a:lnTo>
                  <a:lnTo>
                    <a:pt x="250" y="165"/>
                  </a:lnTo>
                  <a:lnTo>
                    <a:pt x="250" y="165"/>
                  </a:lnTo>
                  <a:lnTo>
                    <a:pt x="250" y="166"/>
                  </a:lnTo>
                  <a:lnTo>
                    <a:pt x="250" y="166"/>
                  </a:lnTo>
                  <a:lnTo>
                    <a:pt x="250" y="166"/>
                  </a:lnTo>
                  <a:lnTo>
                    <a:pt x="250" y="166"/>
                  </a:lnTo>
                  <a:lnTo>
                    <a:pt x="248" y="168"/>
                  </a:lnTo>
                  <a:lnTo>
                    <a:pt x="248" y="168"/>
                  </a:lnTo>
                  <a:lnTo>
                    <a:pt x="248" y="168"/>
                  </a:lnTo>
                  <a:lnTo>
                    <a:pt x="248" y="168"/>
                  </a:lnTo>
                  <a:lnTo>
                    <a:pt x="248" y="169"/>
                  </a:lnTo>
                  <a:lnTo>
                    <a:pt x="248" y="169"/>
                  </a:lnTo>
                  <a:lnTo>
                    <a:pt x="248" y="169"/>
                  </a:lnTo>
                  <a:lnTo>
                    <a:pt x="248" y="169"/>
                  </a:lnTo>
                  <a:lnTo>
                    <a:pt x="247" y="171"/>
                  </a:lnTo>
                  <a:lnTo>
                    <a:pt x="247" y="171"/>
                  </a:lnTo>
                  <a:lnTo>
                    <a:pt x="247" y="171"/>
                  </a:lnTo>
                  <a:lnTo>
                    <a:pt x="247" y="171"/>
                  </a:lnTo>
                  <a:lnTo>
                    <a:pt x="247" y="173"/>
                  </a:lnTo>
                  <a:lnTo>
                    <a:pt x="247" y="173"/>
                  </a:lnTo>
                  <a:lnTo>
                    <a:pt x="247" y="173"/>
                  </a:lnTo>
                  <a:lnTo>
                    <a:pt x="247" y="173"/>
                  </a:lnTo>
                  <a:lnTo>
                    <a:pt x="246" y="175"/>
                  </a:lnTo>
                  <a:lnTo>
                    <a:pt x="246" y="175"/>
                  </a:lnTo>
                  <a:lnTo>
                    <a:pt x="246" y="175"/>
                  </a:lnTo>
                  <a:lnTo>
                    <a:pt x="246" y="175"/>
                  </a:lnTo>
                  <a:lnTo>
                    <a:pt x="246" y="175"/>
                  </a:lnTo>
                  <a:lnTo>
                    <a:pt x="246" y="175"/>
                  </a:lnTo>
                  <a:lnTo>
                    <a:pt x="246" y="175"/>
                  </a:lnTo>
                  <a:lnTo>
                    <a:pt x="246" y="175"/>
                  </a:lnTo>
                  <a:lnTo>
                    <a:pt x="244" y="175"/>
                  </a:lnTo>
                  <a:lnTo>
                    <a:pt x="244" y="175"/>
                  </a:lnTo>
                  <a:lnTo>
                    <a:pt x="244" y="175"/>
                  </a:lnTo>
                  <a:lnTo>
                    <a:pt x="244" y="175"/>
                  </a:lnTo>
                  <a:lnTo>
                    <a:pt x="243" y="175"/>
                  </a:lnTo>
                  <a:lnTo>
                    <a:pt x="243" y="175"/>
                  </a:lnTo>
                  <a:lnTo>
                    <a:pt x="243" y="175"/>
                  </a:lnTo>
                  <a:lnTo>
                    <a:pt x="243" y="173"/>
                  </a:lnTo>
                  <a:lnTo>
                    <a:pt x="241" y="173"/>
                  </a:lnTo>
                  <a:lnTo>
                    <a:pt x="241" y="173"/>
                  </a:lnTo>
                  <a:lnTo>
                    <a:pt x="241" y="173"/>
                  </a:lnTo>
                  <a:lnTo>
                    <a:pt x="241" y="172"/>
                  </a:lnTo>
                  <a:lnTo>
                    <a:pt x="241" y="172"/>
                  </a:lnTo>
                  <a:lnTo>
                    <a:pt x="241" y="172"/>
                  </a:lnTo>
                  <a:lnTo>
                    <a:pt x="241" y="172"/>
                  </a:lnTo>
                  <a:lnTo>
                    <a:pt x="241" y="170"/>
                  </a:lnTo>
                  <a:lnTo>
                    <a:pt x="238" y="171"/>
                  </a:lnTo>
                  <a:lnTo>
                    <a:pt x="238" y="171"/>
                  </a:lnTo>
                  <a:lnTo>
                    <a:pt x="238" y="171"/>
                  </a:lnTo>
                  <a:lnTo>
                    <a:pt x="238" y="171"/>
                  </a:lnTo>
                  <a:lnTo>
                    <a:pt x="237" y="171"/>
                  </a:lnTo>
                  <a:lnTo>
                    <a:pt x="237" y="171"/>
                  </a:lnTo>
                  <a:lnTo>
                    <a:pt x="237" y="171"/>
                  </a:lnTo>
                  <a:lnTo>
                    <a:pt x="237" y="171"/>
                  </a:lnTo>
                  <a:lnTo>
                    <a:pt x="236" y="173"/>
                  </a:lnTo>
                  <a:lnTo>
                    <a:pt x="236" y="173"/>
                  </a:lnTo>
                  <a:lnTo>
                    <a:pt x="236" y="173"/>
                  </a:lnTo>
                  <a:lnTo>
                    <a:pt x="236" y="173"/>
                  </a:lnTo>
                  <a:lnTo>
                    <a:pt x="236" y="173"/>
                  </a:lnTo>
                  <a:lnTo>
                    <a:pt x="236" y="173"/>
                  </a:lnTo>
                  <a:lnTo>
                    <a:pt x="236" y="173"/>
                  </a:lnTo>
                  <a:lnTo>
                    <a:pt x="236" y="173"/>
                  </a:lnTo>
                  <a:lnTo>
                    <a:pt x="234" y="175"/>
                  </a:lnTo>
                  <a:lnTo>
                    <a:pt x="234" y="175"/>
                  </a:lnTo>
                  <a:lnTo>
                    <a:pt x="232" y="175"/>
                  </a:lnTo>
                  <a:lnTo>
                    <a:pt x="232" y="175"/>
                  </a:lnTo>
                  <a:lnTo>
                    <a:pt x="230" y="177"/>
                  </a:lnTo>
                  <a:lnTo>
                    <a:pt x="230" y="177"/>
                  </a:lnTo>
                  <a:lnTo>
                    <a:pt x="229" y="177"/>
                  </a:lnTo>
                  <a:lnTo>
                    <a:pt x="229" y="177"/>
                  </a:lnTo>
                  <a:lnTo>
                    <a:pt x="228" y="179"/>
                  </a:lnTo>
                  <a:lnTo>
                    <a:pt x="228" y="179"/>
                  </a:lnTo>
                  <a:lnTo>
                    <a:pt x="228" y="179"/>
                  </a:lnTo>
                  <a:lnTo>
                    <a:pt x="228" y="179"/>
                  </a:lnTo>
                  <a:lnTo>
                    <a:pt x="227" y="179"/>
                  </a:lnTo>
                  <a:lnTo>
                    <a:pt x="227" y="179"/>
                  </a:lnTo>
                  <a:lnTo>
                    <a:pt x="227" y="179"/>
                  </a:lnTo>
                  <a:lnTo>
                    <a:pt x="227" y="179"/>
                  </a:lnTo>
                  <a:lnTo>
                    <a:pt x="226" y="181"/>
                  </a:lnTo>
                  <a:lnTo>
                    <a:pt x="226" y="182"/>
                  </a:lnTo>
                  <a:lnTo>
                    <a:pt x="226" y="185"/>
                  </a:lnTo>
                  <a:lnTo>
                    <a:pt x="226" y="185"/>
                  </a:lnTo>
                  <a:lnTo>
                    <a:pt x="226" y="186"/>
                  </a:lnTo>
                  <a:lnTo>
                    <a:pt x="226" y="186"/>
                  </a:lnTo>
                  <a:lnTo>
                    <a:pt x="226" y="188"/>
                  </a:lnTo>
                  <a:lnTo>
                    <a:pt x="226" y="188"/>
                  </a:lnTo>
                  <a:lnTo>
                    <a:pt x="226" y="190"/>
                  </a:lnTo>
                  <a:lnTo>
                    <a:pt x="226" y="190"/>
                  </a:lnTo>
                  <a:lnTo>
                    <a:pt x="226" y="192"/>
                  </a:lnTo>
                  <a:lnTo>
                    <a:pt x="226" y="192"/>
                  </a:lnTo>
                  <a:lnTo>
                    <a:pt x="225" y="194"/>
                  </a:lnTo>
                  <a:lnTo>
                    <a:pt x="225" y="194"/>
                  </a:lnTo>
                  <a:lnTo>
                    <a:pt x="225" y="195"/>
                  </a:lnTo>
                  <a:lnTo>
                    <a:pt x="225" y="195"/>
                  </a:lnTo>
                  <a:lnTo>
                    <a:pt x="223" y="197"/>
                  </a:lnTo>
                  <a:lnTo>
                    <a:pt x="223" y="197"/>
                  </a:lnTo>
                  <a:lnTo>
                    <a:pt x="222" y="197"/>
                  </a:lnTo>
                  <a:lnTo>
                    <a:pt x="222" y="197"/>
                  </a:lnTo>
                  <a:lnTo>
                    <a:pt x="221" y="198"/>
                  </a:lnTo>
                  <a:lnTo>
                    <a:pt x="221" y="198"/>
                  </a:lnTo>
                  <a:lnTo>
                    <a:pt x="221" y="198"/>
                  </a:lnTo>
                  <a:lnTo>
                    <a:pt x="221" y="198"/>
                  </a:lnTo>
                  <a:lnTo>
                    <a:pt x="219" y="200"/>
                  </a:lnTo>
                  <a:lnTo>
                    <a:pt x="219" y="200"/>
                  </a:lnTo>
                  <a:lnTo>
                    <a:pt x="218" y="200"/>
                  </a:lnTo>
                  <a:lnTo>
                    <a:pt x="218" y="200"/>
                  </a:lnTo>
                  <a:lnTo>
                    <a:pt x="216" y="200"/>
                  </a:lnTo>
                  <a:lnTo>
                    <a:pt x="216" y="200"/>
                  </a:lnTo>
                  <a:lnTo>
                    <a:pt x="216" y="200"/>
                  </a:lnTo>
                  <a:lnTo>
                    <a:pt x="216" y="200"/>
                  </a:lnTo>
                  <a:lnTo>
                    <a:pt x="216" y="202"/>
                  </a:lnTo>
                  <a:lnTo>
                    <a:pt x="216" y="202"/>
                  </a:lnTo>
                  <a:lnTo>
                    <a:pt x="216" y="202"/>
                  </a:lnTo>
                  <a:lnTo>
                    <a:pt x="216" y="202"/>
                  </a:lnTo>
                  <a:lnTo>
                    <a:pt x="216" y="204"/>
                  </a:lnTo>
                  <a:lnTo>
                    <a:pt x="216" y="204"/>
                  </a:lnTo>
                  <a:lnTo>
                    <a:pt x="216" y="204"/>
                  </a:lnTo>
                  <a:lnTo>
                    <a:pt x="216" y="204"/>
                  </a:lnTo>
                  <a:lnTo>
                    <a:pt x="216" y="205"/>
                  </a:lnTo>
                  <a:lnTo>
                    <a:pt x="216" y="205"/>
                  </a:lnTo>
                  <a:lnTo>
                    <a:pt x="216" y="205"/>
                  </a:lnTo>
                  <a:lnTo>
                    <a:pt x="216" y="205"/>
                  </a:lnTo>
                  <a:lnTo>
                    <a:pt x="216" y="205"/>
                  </a:lnTo>
                  <a:lnTo>
                    <a:pt x="216" y="205"/>
                  </a:lnTo>
                  <a:lnTo>
                    <a:pt x="216" y="205"/>
                  </a:lnTo>
                  <a:lnTo>
                    <a:pt x="216" y="205"/>
                  </a:lnTo>
                  <a:lnTo>
                    <a:pt x="216" y="207"/>
                  </a:lnTo>
                  <a:lnTo>
                    <a:pt x="216" y="207"/>
                  </a:lnTo>
                  <a:lnTo>
                    <a:pt x="216" y="209"/>
                  </a:lnTo>
                  <a:lnTo>
                    <a:pt x="218" y="209"/>
                  </a:lnTo>
                  <a:lnTo>
                    <a:pt x="218" y="210"/>
                  </a:lnTo>
                  <a:lnTo>
                    <a:pt x="218" y="210"/>
                  </a:lnTo>
                  <a:lnTo>
                    <a:pt x="218" y="211"/>
                  </a:lnTo>
                  <a:lnTo>
                    <a:pt x="220" y="211"/>
                  </a:lnTo>
                  <a:lnTo>
                    <a:pt x="220" y="213"/>
                  </a:lnTo>
                  <a:lnTo>
                    <a:pt x="220" y="213"/>
                  </a:lnTo>
                  <a:lnTo>
                    <a:pt x="220" y="214"/>
                  </a:lnTo>
                  <a:lnTo>
                    <a:pt x="222" y="214"/>
                  </a:lnTo>
                  <a:lnTo>
                    <a:pt x="222" y="215"/>
                  </a:lnTo>
                  <a:lnTo>
                    <a:pt x="222" y="215"/>
                  </a:lnTo>
                  <a:lnTo>
                    <a:pt x="222" y="215"/>
                  </a:lnTo>
                  <a:lnTo>
                    <a:pt x="224" y="215"/>
                  </a:lnTo>
                  <a:lnTo>
                    <a:pt x="224" y="217"/>
                  </a:lnTo>
                  <a:lnTo>
                    <a:pt x="224" y="217"/>
                  </a:lnTo>
                  <a:lnTo>
                    <a:pt x="224" y="217"/>
                  </a:lnTo>
                  <a:lnTo>
                    <a:pt x="224" y="217"/>
                  </a:lnTo>
                  <a:lnTo>
                    <a:pt x="224" y="219"/>
                  </a:lnTo>
                  <a:lnTo>
                    <a:pt x="224" y="219"/>
                  </a:lnTo>
                  <a:lnTo>
                    <a:pt x="224" y="219"/>
                  </a:lnTo>
                  <a:lnTo>
                    <a:pt x="224" y="219"/>
                  </a:lnTo>
                  <a:lnTo>
                    <a:pt x="224" y="221"/>
                  </a:lnTo>
                  <a:lnTo>
                    <a:pt x="224" y="221"/>
                  </a:lnTo>
                  <a:lnTo>
                    <a:pt x="224" y="221"/>
                  </a:lnTo>
                  <a:lnTo>
                    <a:pt x="224" y="221"/>
                  </a:lnTo>
                  <a:lnTo>
                    <a:pt x="224" y="223"/>
                  </a:lnTo>
                  <a:lnTo>
                    <a:pt x="224" y="223"/>
                  </a:lnTo>
                  <a:lnTo>
                    <a:pt x="224" y="223"/>
                  </a:lnTo>
                  <a:lnTo>
                    <a:pt x="224" y="223"/>
                  </a:lnTo>
                  <a:lnTo>
                    <a:pt x="223" y="224"/>
                  </a:lnTo>
                  <a:lnTo>
                    <a:pt x="223" y="224"/>
                  </a:lnTo>
                  <a:lnTo>
                    <a:pt x="223" y="224"/>
                  </a:lnTo>
                  <a:lnTo>
                    <a:pt x="223" y="224"/>
                  </a:lnTo>
                  <a:lnTo>
                    <a:pt x="222" y="225"/>
                  </a:lnTo>
                  <a:lnTo>
                    <a:pt x="222" y="225"/>
                  </a:lnTo>
                  <a:lnTo>
                    <a:pt x="222" y="225"/>
                  </a:lnTo>
                  <a:lnTo>
                    <a:pt x="222" y="225"/>
                  </a:lnTo>
                  <a:lnTo>
                    <a:pt x="220" y="227"/>
                  </a:lnTo>
                  <a:lnTo>
                    <a:pt x="220" y="227"/>
                  </a:lnTo>
                  <a:lnTo>
                    <a:pt x="220" y="227"/>
                  </a:lnTo>
                  <a:lnTo>
                    <a:pt x="220" y="227"/>
                  </a:lnTo>
                  <a:lnTo>
                    <a:pt x="219" y="228"/>
                  </a:lnTo>
                  <a:lnTo>
                    <a:pt x="219" y="228"/>
                  </a:lnTo>
                  <a:lnTo>
                    <a:pt x="219" y="228"/>
                  </a:lnTo>
                  <a:lnTo>
                    <a:pt x="219" y="228"/>
                  </a:lnTo>
                  <a:lnTo>
                    <a:pt x="216" y="231"/>
                  </a:lnTo>
                  <a:lnTo>
                    <a:pt x="216" y="231"/>
                  </a:lnTo>
                  <a:lnTo>
                    <a:pt x="216" y="231"/>
                  </a:lnTo>
                  <a:lnTo>
                    <a:pt x="216" y="231"/>
                  </a:lnTo>
                  <a:lnTo>
                    <a:pt x="216" y="233"/>
                  </a:lnTo>
                  <a:lnTo>
                    <a:pt x="216" y="233"/>
                  </a:lnTo>
                  <a:lnTo>
                    <a:pt x="216" y="233"/>
                  </a:lnTo>
                  <a:lnTo>
                    <a:pt x="216" y="233"/>
                  </a:lnTo>
                  <a:lnTo>
                    <a:pt x="215" y="235"/>
                  </a:lnTo>
                  <a:lnTo>
                    <a:pt x="215" y="235"/>
                  </a:lnTo>
                  <a:lnTo>
                    <a:pt x="215" y="236"/>
                  </a:lnTo>
                  <a:lnTo>
                    <a:pt x="215" y="236"/>
                  </a:lnTo>
                  <a:lnTo>
                    <a:pt x="215" y="238"/>
                  </a:lnTo>
                  <a:lnTo>
                    <a:pt x="215" y="238"/>
                  </a:lnTo>
                  <a:lnTo>
                    <a:pt x="215" y="238"/>
                  </a:lnTo>
                  <a:lnTo>
                    <a:pt x="215" y="238"/>
                  </a:lnTo>
                  <a:lnTo>
                    <a:pt x="213" y="240"/>
                  </a:lnTo>
                  <a:lnTo>
                    <a:pt x="213" y="240"/>
                  </a:lnTo>
                  <a:lnTo>
                    <a:pt x="213" y="241"/>
                  </a:lnTo>
                  <a:lnTo>
                    <a:pt x="213" y="241"/>
                  </a:lnTo>
                  <a:lnTo>
                    <a:pt x="212" y="243"/>
                  </a:lnTo>
                  <a:lnTo>
                    <a:pt x="212" y="243"/>
                  </a:lnTo>
                  <a:lnTo>
                    <a:pt x="212" y="243"/>
                  </a:lnTo>
                  <a:lnTo>
                    <a:pt x="212" y="243"/>
                  </a:lnTo>
                  <a:lnTo>
                    <a:pt x="209" y="244"/>
                  </a:lnTo>
                  <a:lnTo>
                    <a:pt x="209" y="244"/>
                  </a:lnTo>
                  <a:lnTo>
                    <a:pt x="209" y="244"/>
                  </a:lnTo>
                  <a:lnTo>
                    <a:pt x="209" y="244"/>
                  </a:lnTo>
                  <a:lnTo>
                    <a:pt x="208" y="244"/>
                  </a:lnTo>
                  <a:lnTo>
                    <a:pt x="208" y="244"/>
                  </a:lnTo>
                  <a:lnTo>
                    <a:pt x="208" y="244"/>
                  </a:lnTo>
                  <a:lnTo>
                    <a:pt x="208" y="244"/>
                  </a:lnTo>
                  <a:lnTo>
                    <a:pt x="208" y="246"/>
                  </a:lnTo>
                  <a:lnTo>
                    <a:pt x="208" y="246"/>
                  </a:lnTo>
                  <a:lnTo>
                    <a:pt x="208" y="248"/>
                  </a:lnTo>
                  <a:lnTo>
                    <a:pt x="208" y="248"/>
                  </a:lnTo>
                  <a:lnTo>
                    <a:pt x="208" y="250"/>
                  </a:lnTo>
                  <a:lnTo>
                    <a:pt x="208" y="250"/>
                  </a:lnTo>
                  <a:lnTo>
                    <a:pt x="208" y="252"/>
                  </a:lnTo>
                  <a:lnTo>
                    <a:pt x="210" y="252"/>
                  </a:lnTo>
                  <a:lnTo>
                    <a:pt x="210" y="254"/>
                  </a:lnTo>
                  <a:lnTo>
                    <a:pt x="210" y="254"/>
                  </a:lnTo>
                  <a:lnTo>
                    <a:pt x="210" y="255"/>
                  </a:lnTo>
                  <a:lnTo>
                    <a:pt x="212" y="255"/>
                  </a:lnTo>
                  <a:lnTo>
                    <a:pt x="212" y="258"/>
                  </a:lnTo>
                  <a:lnTo>
                    <a:pt x="212" y="258"/>
                  </a:lnTo>
                  <a:lnTo>
                    <a:pt x="212" y="258"/>
                  </a:lnTo>
                  <a:lnTo>
                    <a:pt x="213" y="258"/>
                  </a:lnTo>
                  <a:lnTo>
                    <a:pt x="211" y="260"/>
                  </a:lnTo>
                  <a:lnTo>
                    <a:pt x="211" y="260"/>
                  </a:lnTo>
                  <a:lnTo>
                    <a:pt x="210" y="260"/>
                  </a:lnTo>
                  <a:lnTo>
                    <a:pt x="210" y="260"/>
                  </a:lnTo>
                  <a:lnTo>
                    <a:pt x="208" y="261"/>
                  </a:lnTo>
                  <a:lnTo>
                    <a:pt x="208" y="261"/>
                  </a:lnTo>
                  <a:lnTo>
                    <a:pt x="208" y="261"/>
                  </a:lnTo>
                  <a:lnTo>
                    <a:pt x="208" y="261"/>
                  </a:lnTo>
                  <a:lnTo>
                    <a:pt x="206" y="263"/>
                  </a:lnTo>
                  <a:lnTo>
                    <a:pt x="206" y="263"/>
                  </a:lnTo>
                  <a:lnTo>
                    <a:pt x="205" y="263"/>
                  </a:lnTo>
                  <a:lnTo>
                    <a:pt x="205" y="263"/>
                  </a:lnTo>
                  <a:lnTo>
                    <a:pt x="203" y="264"/>
                  </a:lnTo>
                  <a:lnTo>
                    <a:pt x="203" y="264"/>
                  </a:lnTo>
                  <a:lnTo>
                    <a:pt x="203" y="264"/>
                  </a:lnTo>
                  <a:lnTo>
                    <a:pt x="203" y="264"/>
                  </a:lnTo>
                  <a:lnTo>
                    <a:pt x="201" y="265"/>
                  </a:lnTo>
                  <a:lnTo>
                    <a:pt x="201" y="265"/>
                  </a:lnTo>
                  <a:lnTo>
                    <a:pt x="200" y="265"/>
                  </a:lnTo>
                  <a:lnTo>
                    <a:pt x="200" y="265"/>
                  </a:lnTo>
                  <a:lnTo>
                    <a:pt x="198" y="265"/>
                  </a:lnTo>
                  <a:lnTo>
                    <a:pt x="198" y="265"/>
                  </a:lnTo>
                  <a:lnTo>
                    <a:pt x="198" y="265"/>
                  </a:lnTo>
                  <a:lnTo>
                    <a:pt x="198" y="265"/>
                  </a:lnTo>
                  <a:lnTo>
                    <a:pt x="196" y="265"/>
                  </a:lnTo>
                  <a:lnTo>
                    <a:pt x="196" y="265"/>
                  </a:lnTo>
                  <a:lnTo>
                    <a:pt x="195" y="265"/>
                  </a:lnTo>
                  <a:lnTo>
                    <a:pt x="195" y="265"/>
                  </a:lnTo>
                  <a:lnTo>
                    <a:pt x="194" y="265"/>
                  </a:lnTo>
                  <a:lnTo>
                    <a:pt x="194" y="265"/>
                  </a:lnTo>
                  <a:lnTo>
                    <a:pt x="194" y="265"/>
                  </a:lnTo>
                  <a:lnTo>
                    <a:pt x="194" y="265"/>
                  </a:lnTo>
                  <a:lnTo>
                    <a:pt x="193" y="267"/>
                  </a:lnTo>
                  <a:lnTo>
                    <a:pt x="193" y="267"/>
                  </a:lnTo>
                  <a:lnTo>
                    <a:pt x="193" y="269"/>
                  </a:lnTo>
                  <a:lnTo>
                    <a:pt x="193" y="270"/>
                  </a:lnTo>
                  <a:lnTo>
                    <a:pt x="193" y="274"/>
                  </a:lnTo>
                  <a:lnTo>
                    <a:pt x="193" y="276"/>
                  </a:lnTo>
                  <a:lnTo>
                    <a:pt x="193" y="280"/>
                  </a:lnTo>
                  <a:lnTo>
                    <a:pt x="194" y="282"/>
                  </a:lnTo>
                  <a:lnTo>
                    <a:pt x="194" y="285"/>
                  </a:lnTo>
                  <a:lnTo>
                    <a:pt x="194" y="289"/>
                  </a:lnTo>
                  <a:lnTo>
                    <a:pt x="194" y="293"/>
                  </a:lnTo>
                  <a:lnTo>
                    <a:pt x="196" y="295"/>
                  </a:lnTo>
                  <a:lnTo>
                    <a:pt x="196" y="299"/>
                  </a:lnTo>
                  <a:lnTo>
                    <a:pt x="196" y="302"/>
                  </a:lnTo>
                  <a:lnTo>
                    <a:pt x="196" y="304"/>
                  </a:lnTo>
                  <a:lnTo>
                    <a:pt x="196" y="306"/>
                  </a:lnTo>
                  <a:lnTo>
                    <a:pt x="194" y="308"/>
                  </a:lnTo>
                  <a:lnTo>
                    <a:pt x="194" y="310"/>
                  </a:lnTo>
                  <a:lnTo>
                    <a:pt x="193" y="312"/>
                  </a:lnTo>
                  <a:lnTo>
                    <a:pt x="193" y="313"/>
                  </a:lnTo>
                  <a:lnTo>
                    <a:pt x="191" y="315"/>
                  </a:lnTo>
                  <a:lnTo>
                    <a:pt x="191" y="317"/>
                  </a:lnTo>
                  <a:lnTo>
                    <a:pt x="189" y="319"/>
                  </a:lnTo>
                  <a:lnTo>
                    <a:pt x="189" y="321"/>
                  </a:lnTo>
                  <a:lnTo>
                    <a:pt x="187" y="324"/>
                  </a:lnTo>
                  <a:lnTo>
                    <a:pt x="185" y="326"/>
                  </a:lnTo>
                  <a:lnTo>
                    <a:pt x="183" y="328"/>
                  </a:lnTo>
                  <a:lnTo>
                    <a:pt x="183" y="330"/>
                  </a:lnTo>
                  <a:lnTo>
                    <a:pt x="181" y="332"/>
                  </a:lnTo>
                  <a:lnTo>
                    <a:pt x="181" y="334"/>
                  </a:lnTo>
                  <a:lnTo>
                    <a:pt x="180" y="336"/>
                  </a:lnTo>
                  <a:lnTo>
                    <a:pt x="180" y="337"/>
                  </a:lnTo>
                  <a:lnTo>
                    <a:pt x="180" y="339"/>
                  </a:lnTo>
                  <a:lnTo>
                    <a:pt x="180" y="339"/>
                  </a:lnTo>
                  <a:lnTo>
                    <a:pt x="180" y="340"/>
                  </a:lnTo>
                  <a:lnTo>
                    <a:pt x="181" y="340"/>
                  </a:lnTo>
                  <a:lnTo>
                    <a:pt x="181" y="341"/>
                  </a:lnTo>
                  <a:lnTo>
                    <a:pt x="182" y="341"/>
                  </a:lnTo>
                  <a:lnTo>
                    <a:pt x="182" y="341"/>
                  </a:lnTo>
                  <a:lnTo>
                    <a:pt x="184" y="341"/>
                  </a:lnTo>
                  <a:lnTo>
                    <a:pt x="184" y="342"/>
                  </a:lnTo>
                  <a:lnTo>
                    <a:pt x="185" y="342"/>
                  </a:lnTo>
                  <a:lnTo>
                    <a:pt x="185" y="342"/>
                  </a:lnTo>
                  <a:lnTo>
                    <a:pt x="187" y="342"/>
                  </a:lnTo>
                  <a:lnTo>
                    <a:pt x="187" y="343"/>
                  </a:lnTo>
                  <a:lnTo>
                    <a:pt x="187" y="343"/>
                  </a:lnTo>
                  <a:lnTo>
                    <a:pt x="187" y="343"/>
                  </a:lnTo>
                  <a:lnTo>
                    <a:pt x="190" y="343"/>
                  </a:lnTo>
                  <a:lnTo>
                    <a:pt x="190" y="345"/>
                  </a:lnTo>
                  <a:lnTo>
                    <a:pt x="190" y="346"/>
                  </a:lnTo>
                  <a:lnTo>
                    <a:pt x="190" y="348"/>
                  </a:lnTo>
                  <a:lnTo>
                    <a:pt x="190" y="348"/>
                  </a:lnTo>
                  <a:lnTo>
                    <a:pt x="190" y="350"/>
                  </a:lnTo>
                  <a:lnTo>
                    <a:pt x="190" y="351"/>
                  </a:lnTo>
                  <a:lnTo>
                    <a:pt x="190" y="353"/>
                  </a:lnTo>
                  <a:lnTo>
                    <a:pt x="191" y="353"/>
                  </a:lnTo>
                  <a:lnTo>
                    <a:pt x="190" y="355"/>
                  </a:lnTo>
                  <a:lnTo>
                    <a:pt x="190" y="357"/>
                  </a:lnTo>
                  <a:lnTo>
                    <a:pt x="190" y="359"/>
                  </a:lnTo>
                  <a:lnTo>
                    <a:pt x="190" y="359"/>
                  </a:lnTo>
                  <a:lnTo>
                    <a:pt x="189" y="361"/>
                  </a:lnTo>
                  <a:lnTo>
                    <a:pt x="189" y="361"/>
                  </a:lnTo>
                  <a:lnTo>
                    <a:pt x="189" y="361"/>
                  </a:lnTo>
                  <a:lnTo>
                    <a:pt x="189" y="361"/>
                  </a:lnTo>
                  <a:lnTo>
                    <a:pt x="187" y="363"/>
                  </a:lnTo>
                  <a:lnTo>
                    <a:pt x="187" y="363"/>
                  </a:lnTo>
                  <a:lnTo>
                    <a:pt x="185" y="363"/>
                  </a:lnTo>
                  <a:lnTo>
                    <a:pt x="185" y="363"/>
                  </a:lnTo>
                  <a:lnTo>
                    <a:pt x="183" y="363"/>
                  </a:lnTo>
                  <a:lnTo>
                    <a:pt x="182" y="363"/>
                  </a:lnTo>
                  <a:lnTo>
                    <a:pt x="180" y="363"/>
                  </a:lnTo>
                  <a:lnTo>
                    <a:pt x="180" y="362"/>
                  </a:lnTo>
                  <a:lnTo>
                    <a:pt x="178" y="362"/>
                  </a:lnTo>
                  <a:lnTo>
                    <a:pt x="177" y="362"/>
                  </a:lnTo>
                  <a:lnTo>
                    <a:pt x="175" y="362"/>
                  </a:lnTo>
                  <a:lnTo>
                    <a:pt x="175" y="361"/>
                  </a:lnTo>
                  <a:lnTo>
                    <a:pt x="173" y="361"/>
                  </a:lnTo>
                  <a:lnTo>
                    <a:pt x="173" y="361"/>
                  </a:lnTo>
                  <a:lnTo>
                    <a:pt x="172" y="361"/>
                  </a:lnTo>
                  <a:lnTo>
                    <a:pt x="172" y="360"/>
                  </a:lnTo>
                  <a:lnTo>
                    <a:pt x="170" y="362"/>
                  </a:lnTo>
                  <a:lnTo>
                    <a:pt x="169" y="362"/>
                  </a:lnTo>
                  <a:lnTo>
                    <a:pt x="168" y="363"/>
                  </a:lnTo>
                  <a:lnTo>
                    <a:pt x="168" y="363"/>
                  </a:lnTo>
                  <a:lnTo>
                    <a:pt x="165" y="365"/>
                  </a:lnTo>
                  <a:lnTo>
                    <a:pt x="165" y="365"/>
                  </a:lnTo>
                  <a:lnTo>
                    <a:pt x="163" y="367"/>
                  </a:lnTo>
                  <a:lnTo>
                    <a:pt x="163" y="367"/>
                  </a:lnTo>
                  <a:lnTo>
                    <a:pt x="162" y="369"/>
                  </a:lnTo>
                  <a:lnTo>
                    <a:pt x="162" y="370"/>
                  </a:lnTo>
                  <a:lnTo>
                    <a:pt x="160" y="372"/>
                  </a:lnTo>
                  <a:lnTo>
                    <a:pt x="160" y="372"/>
                  </a:lnTo>
                  <a:lnTo>
                    <a:pt x="158" y="373"/>
                  </a:lnTo>
                  <a:lnTo>
                    <a:pt x="158" y="373"/>
                  </a:lnTo>
                  <a:lnTo>
                    <a:pt x="157" y="374"/>
                  </a:lnTo>
                  <a:lnTo>
                    <a:pt x="157" y="374"/>
                  </a:lnTo>
                  <a:lnTo>
                    <a:pt x="156" y="376"/>
                  </a:lnTo>
                  <a:lnTo>
                    <a:pt x="156" y="376"/>
                  </a:lnTo>
                  <a:lnTo>
                    <a:pt x="156" y="377"/>
                  </a:lnTo>
                  <a:lnTo>
                    <a:pt x="156" y="377"/>
                  </a:lnTo>
                  <a:lnTo>
                    <a:pt x="156" y="379"/>
                  </a:lnTo>
                  <a:lnTo>
                    <a:pt x="156" y="379"/>
                  </a:lnTo>
                  <a:lnTo>
                    <a:pt x="156" y="379"/>
                  </a:lnTo>
                  <a:lnTo>
                    <a:pt x="156" y="379"/>
                  </a:lnTo>
                  <a:lnTo>
                    <a:pt x="156" y="380"/>
                  </a:lnTo>
                  <a:lnTo>
                    <a:pt x="156" y="380"/>
                  </a:lnTo>
                  <a:lnTo>
                    <a:pt x="156" y="380"/>
                  </a:lnTo>
                  <a:lnTo>
                    <a:pt x="156" y="380"/>
                  </a:lnTo>
                  <a:lnTo>
                    <a:pt x="156" y="382"/>
                  </a:lnTo>
                  <a:lnTo>
                    <a:pt x="156" y="382"/>
                  </a:lnTo>
                  <a:lnTo>
                    <a:pt x="156" y="382"/>
                  </a:lnTo>
                  <a:lnTo>
                    <a:pt x="156" y="382"/>
                  </a:lnTo>
                  <a:lnTo>
                    <a:pt x="155" y="385"/>
                  </a:lnTo>
                  <a:lnTo>
                    <a:pt x="155" y="385"/>
                  </a:lnTo>
                  <a:lnTo>
                    <a:pt x="155" y="385"/>
                  </a:lnTo>
                  <a:lnTo>
                    <a:pt x="155" y="385"/>
                  </a:lnTo>
                  <a:lnTo>
                    <a:pt x="155" y="387"/>
                  </a:lnTo>
                  <a:lnTo>
                    <a:pt x="155" y="387"/>
                  </a:lnTo>
                  <a:lnTo>
                    <a:pt x="155" y="387"/>
                  </a:lnTo>
                  <a:lnTo>
                    <a:pt x="155" y="387"/>
                  </a:lnTo>
                  <a:lnTo>
                    <a:pt x="155" y="388"/>
                  </a:lnTo>
                  <a:lnTo>
                    <a:pt x="155" y="388"/>
                  </a:lnTo>
                  <a:lnTo>
                    <a:pt x="155" y="388"/>
                  </a:lnTo>
                  <a:lnTo>
                    <a:pt x="155" y="388"/>
                  </a:lnTo>
                  <a:lnTo>
                    <a:pt x="155" y="388"/>
                  </a:lnTo>
                  <a:lnTo>
                    <a:pt x="155" y="388"/>
                  </a:lnTo>
                  <a:lnTo>
                    <a:pt x="155" y="388"/>
                  </a:lnTo>
                  <a:lnTo>
                    <a:pt x="155" y="388"/>
                  </a:lnTo>
                  <a:lnTo>
                    <a:pt x="154" y="390"/>
                  </a:lnTo>
                  <a:lnTo>
                    <a:pt x="154" y="390"/>
                  </a:lnTo>
                  <a:lnTo>
                    <a:pt x="153" y="391"/>
                  </a:lnTo>
                  <a:lnTo>
                    <a:pt x="153" y="391"/>
                  </a:lnTo>
                  <a:lnTo>
                    <a:pt x="151" y="393"/>
                  </a:lnTo>
                  <a:lnTo>
                    <a:pt x="151" y="393"/>
                  </a:lnTo>
                  <a:lnTo>
                    <a:pt x="151" y="393"/>
                  </a:lnTo>
                  <a:lnTo>
                    <a:pt x="151" y="393"/>
                  </a:lnTo>
                  <a:lnTo>
                    <a:pt x="149" y="395"/>
                  </a:lnTo>
                  <a:lnTo>
                    <a:pt x="149" y="395"/>
                  </a:lnTo>
                  <a:lnTo>
                    <a:pt x="148" y="395"/>
                  </a:lnTo>
                  <a:lnTo>
                    <a:pt x="148" y="395"/>
                  </a:lnTo>
                  <a:lnTo>
                    <a:pt x="148" y="397"/>
                  </a:lnTo>
                  <a:lnTo>
                    <a:pt x="148" y="397"/>
                  </a:lnTo>
                  <a:lnTo>
                    <a:pt x="148" y="397"/>
                  </a:lnTo>
                  <a:lnTo>
                    <a:pt x="148" y="397"/>
                  </a:lnTo>
                  <a:lnTo>
                    <a:pt x="148" y="399"/>
                  </a:lnTo>
                  <a:lnTo>
                    <a:pt x="148" y="399"/>
                  </a:lnTo>
                  <a:lnTo>
                    <a:pt x="148" y="401"/>
                  </a:lnTo>
                  <a:lnTo>
                    <a:pt x="148" y="401"/>
                  </a:lnTo>
                  <a:lnTo>
                    <a:pt x="148" y="403"/>
                  </a:lnTo>
                  <a:lnTo>
                    <a:pt x="150" y="403"/>
                  </a:lnTo>
                  <a:lnTo>
                    <a:pt x="150" y="403"/>
                  </a:lnTo>
                  <a:lnTo>
                    <a:pt x="152" y="403"/>
                  </a:lnTo>
                  <a:lnTo>
                    <a:pt x="152" y="404"/>
                  </a:lnTo>
                  <a:lnTo>
                    <a:pt x="153" y="404"/>
                  </a:lnTo>
                  <a:lnTo>
                    <a:pt x="153" y="407"/>
                  </a:lnTo>
                  <a:lnTo>
                    <a:pt x="154" y="407"/>
                  </a:lnTo>
                  <a:lnTo>
                    <a:pt x="154" y="409"/>
                  </a:lnTo>
                  <a:lnTo>
                    <a:pt x="155" y="409"/>
                  </a:lnTo>
                  <a:lnTo>
                    <a:pt x="155" y="409"/>
                  </a:lnTo>
                  <a:lnTo>
                    <a:pt x="156" y="409"/>
                  </a:lnTo>
                  <a:lnTo>
                    <a:pt x="155" y="410"/>
                  </a:lnTo>
                  <a:lnTo>
                    <a:pt x="155" y="410"/>
                  </a:lnTo>
                  <a:lnTo>
                    <a:pt x="155" y="410"/>
                  </a:lnTo>
                  <a:lnTo>
                    <a:pt x="155" y="410"/>
                  </a:lnTo>
                  <a:lnTo>
                    <a:pt x="154" y="411"/>
                  </a:lnTo>
                  <a:lnTo>
                    <a:pt x="154" y="411"/>
                  </a:lnTo>
                  <a:lnTo>
                    <a:pt x="154" y="411"/>
                  </a:lnTo>
                  <a:lnTo>
                    <a:pt x="154" y="411"/>
                  </a:lnTo>
                  <a:lnTo>
                    <a:pt x="153" y="413"/>
                  </a:lnTo>
                  <a:lnTo>
                    <a:pt x="153" y="413"/>
                  </a:lnTo>
                  <a:lnTo>
                    <a:pt x="153" y="413"/>
                  </a:lnTo>
                  <a:lnTo>
                    <a:pt x="153" y="413"/>
                  </a:lnTo>
                  <a:lnTo>
                    <a:pt x="153" y="413"/>
                  </a:lnTo>
                  <a:lnTo>
                    <a:pt x="153" y="413"/>
                  </a:lnTo>
                  <a:lnTo>
                    <a:pt x="153" y="413"/>
                  </a:lnTo>
                  <a:lnTo>
                    <a:pt x="153" y="413"/>
                  </a:lnTo>
                  <a:lnTo>
                    <a:pt x="153" y="415"/>
                  </a:lnTo>
                  <a:lnTo>
                    <a:pt x="153" y="415"/>
                  </a:lnTo>
                  <a:lnTo>
                    <a:pt x="153" y="416"/>
                  </a:lnTo>
                  <a:lnTo>
                    <a:pt x="153" y="416"/>
                  </a:lnTo>
                  <a:lnTo>
                    <a:pt x="153" y="418"/>
                  </a:lnTo>
                  <a:lnTo>
                    <a:pt x="153" y="418"/>
                  </a:lnTo>
                  <a:lnTo>
                    <a:pt x="153" y="419"/>
                  </a:lnTo>
                  <a:lnTo>
                    <a:pt x="153" y="419"/>
                  </a:lnTo>
                  <a:lnTo>
                    <a:pt x="153" y="421"/>
                  </a:lnTo>
                  <a:lnTo>
                    <a:pt x="153" y="421"/>
                  </a:lnTo>
                  <a:lnTo>
                    <a:pt x="153" y="423"/>
                  </a:lnTo>
                  <a:lnTo>
                    <a:pt x="153" y="423"/>
                  </a:lnTo>
                  <a:lnTo>
                    <a:pt x="153" y="425"/>
                  </a:lnTo>
                  <a:lnTo>
                    <a:pt x="153" y="425"/>
                  </a:lnTo>
                  <a:lnTo>
                    <a:pt x="153" y="425"/>
                  </a:lnTo>
                  <a:lnTo>
                    <a:pt x="155" y="425"/>
                  </a:lnTo>
                  <a:lnTo>
                    <a:pt x="154" y="427"/>
                  </a:lnTo>
                  <a:lnTo>
                    <a:pt x="154" y="427"/>
                  </a:lnTo>
                  <a:lnTo>
                    <a:pt x="154" y="429"/>
                  </a:lnTo>
                  <a:lnTo>
                    <a:pt x="154" y="429"/>
                  </a:lnTo>
                  <a:lnTo>
                    <a:pt x="154" y="431"/>
                  </a:lnTo>
                  <a:lnTo>
                    <a:pt x="154" y="431"/>
                  </a:lnTo>
                  <a:lnTo>
                    <a:pt x="154" y="431"/>
                  </a:lnTo>
                  <a:lnTo>
                    <a:pt x="154" y="431"/>
                  </a:lnTo>
                  <a:lnTo>
                    <a:pt x="154" y="432"/>
                  </a:lnTo>
                  <a:lnTo>
                    <a:pt x="154" y="432"/>
                  </a:lnTo>
                  <a:lnTo>
                    <a:pt x="154" y="432"/>
                  </a:lnTo>
                  <a:lnTo>
                    <a:pt x="154" y="432"/>
                  </a:lnTo>
                  <a:lnTo>
                    <a:pt x="154" y="433"/>
                  </a:lnTo>
                  <a:lnTo>
                    <a:pt x="154" y="433"/>
                  </a:lnTo>
                  <a:lnTo>
                    <a:pt x="154" y="433"/>
                  </a:lnTo>
                  <a:lnTo>
                    <a:pt x="155" y="433"/>
                  </a:lnTo>
                  <a:lnTo>
                    <a:pt x="155" y="436"/>
                  </a:lnTo>
                  <a:lnTo>
                    <a:pt x="155" y="436"/>
                  </a:lnTo>
                  <a:lnTo>
                    <a:pt x="155" y="437"/>
                  </a:lnTo>
                  <a:lnTo>
                    <a:pt x="155" y="437"/>
                  </a:lnTo>
                  <a:lnTo>
                    <a:pt x="155" y="439"/>
                  </a:lnTo>
                  <a:lnTo>
                    <a:pt x="155" y="439"/>
                  </a:lnTo>
                  <a:lnTo>
                    <a:pt x="155" y="440"/>
                  </a:lnTo>
                  <a:lnTo>
                    <a:pt x="156" y="440"/>
                  </a:lnTo>
                  <a:lnTo>
                    <a:pt x="156" y="442"/>
                  </a:lnTo>
                  <a:lnTo>
                    <a:pt x="156" y="442"/>
                  </a:lnTo>
                  <a:lnTo>
                    <a:pt x="156" y="443"/>
                  </a:lnTo>
                  <a:lnTo>
                    <a:pt x="156" y="443"/>
                  </a:lnTo>
                  <a:lnTo>
                    <a:pt x="156" y="445"/>
                  </a:lnTo>
                  <a:lnTo>
                    <a:pt x="156" y="445"/>
                  </a:lnTo>
                  <a:lnTo>
                    <a:pt x="156" y="445"/>
                  </a:lnTo>
                  <a:lnTo>
                    <a:pt x="157" y="445"/>
                  </a:lnTo>
                  <a:lnTo>
                    <a:pt x="157" y="447"/>
                  </a:lnTo>
                  <a:lnTo>
                    <a:pt x="157" y="447"/>
                  </a:lnTo>
                  <a:lnTo>
                    <a:pt x="157" y="449"/>
                  </a:lnTo>
                  <a:lnTo>
                    <a:pt x="157" y="449"/>
                  </a:lnTo>
                  <a:lnTo>
                    <a:pt x="157" y="451"/>
                  </a:lnTo>
                  <a:lnTo>
                    <a:pt x="157" y="451"/>
                  </a:lnTo>
                  <a:lnTo>
                    <a:pt x="157" y="453"/>
                  </a:lnTo>
                  <a:lnTo>
                    <a:pt x="157" y="453"/>
                  </a:lnTo>
                  <a:lnTo>
                    <a:pt x="157" y="455"/>
                  </a:lnTo>
                  <a:lnTo>
                    <a:pt x="157" y="455"/>
                  </a:lnTo>
                  <a:lnTo>
                    <a:pt x="157" y="457"/>
                  </a:lnTo>
                  <a:lnTo>
                    <a:pt x="157" y="457"/>
                  </a:lnTo>
                  <a:lnTo>
                    <a:pt x="157" y="459"/>
                  </a:lnTo>
                  <a:lnTo>
                    <a:pt x="157" y="459"/>
                  </a:lnTo>
                  <a:lnTo>
                    <a:pt x="157" y="460"/>
                  </a:lnTo>
                  <a:lnTo>
                    <a:pt x="157" y="460"/>
                  </a:lnTo>
                  <a:lnTo>
                    <a:pt x="156" y="461"/>
                  </a:lnTo>
                  <a:lnTo>
                    <a:pt x="156" y="461"/>
                  </a:lnTo>
                  <a:lnTo>
                    <a:pt x="156" y="463"/>
                  </a:lnTo>
                  <a:lnTo>
                    <a:pt x="156" y="463"/>
                  </a:lnTo>
                  <a:lnTo>
                    <a:pt x="156" y="465"/>
                  </a:lnTo>
                  <a:lnTo>
                    <a:pt x="156" y="465"/>
                  </a:lnTo>
                  <a:lnTo>
                    <a:pt x="156" y="465"/>
                  </a:lnTo>
                  <a:lnTo>
                    <a:pt x="156" y="465"/>
                  </a:lnTo>
                  <a:lnTo>
                    <a:pt x="156" y="467"/>
                  </a:lnTo>
                  <a:lnTo>
                    <a:pt x="156" y="467"/>
                  </a:lnTo>
                  <a:lnTo>
                    <a:pt x="156" y="468"/>
                  </a:lnTo>
                  <a:lnTo>
                    <a:pt x="156" y="468"/>
                  </a:lnTo>
                  <a:lnTo>
                    <a:pt x="156" y="469"/>
                  </a:lnTo>
                  <a:lnTo>
                    <a:pt x="156" y="469"/>
                  </a:lnTo>
                  <a:lnTo>
                    <a:pt x="156" y="469"/>
                  </a:lnTo>
                  <a:lnTo>
                    <a:pt x="157" y="469"/>
                  </a:lnTo>
                  <a:lnTo>
                    <a:pt x="157" y="470"/>
                  </a:lnTo>
                  <a:lnTo>
                    <a:pt x="157" y="470"/>
                  </a:lnTo>
                  <a:lnTo>
                    <a:pt x="157" y="470"/>
                  </a:lnTo>
                  <a:lnTo>
                    <a:pt x="157" y="470"/>
                  </a:lnTo>
                  <a:lnTo>
                    <a:pt x="157" y="472"/>
                  </a:lnTo>
                  <a:lnTo>
                    <a:pt x="157" y="472"/>
                  </a:lnTo>
                  <a:lnTo>
                    <a:pt x="157" y="472"/>
                  </a:lnTo>
                  <a:lnTo>
                    <a:pt x="158" y="472"/>
                  </a:lnTo>
                  <a:lnTo>
                    <a:pt x="158" y="474"/>
                  </a:lnTo>
                  <a:lnTo>
                    <a:pt x="158" y="474"/>
                  </a:lnTo>
                  <a:lnTo>
                    <a:pt x="158" y="474"/>
                  </a:lnTo>
                  <a:lnTo>
                    <a:pt x="158" y="474"/>
                  </a:lnTo>
                  <a:lnTo>
                    <a:pt x="158" y="475"/>
                  </a:lnTo>
                  <a:lnTo>
                    <a:pt x="158" y="475"/>
                  </a:lnTo>
                  <a:lnTo>
                    <a:pt x="158" y="475"/>
                  </a:lnTo>
                  <a:lnTo>
                    <a:pt x="159" y="475"/>
                  </a:lnTo>
                  <a:lnTo>
                    <a:pt x="159" y="475"/>
                  </a:lnTo>
                  <a:lnTo>
                    <a:pt x="159" y="475"/>
                  </a:lnTo>
                  <a:lnTo>
                    <a:pt x="159" y="475"/>
                  </a:lnTo>
                  <a:lnTo>
                    <a:pt x="160" y="475"/>
                  </a:lnTo>
                  <a:lnTo>
                    <a:pt x="160" y="475"/>
                  </a:lnTo>
                  <a:lnTo>
                    <a:pt x="160" y="475"/>
                  </a:lnTo>
                  <a:lnTo>
                    <a:pt x="160" y="475"/>
                  </a:lnTo>
                  <a:lnTo>
                    <a:pt x="162" y="475"/>
                  </a:lnTo>
                  <a:lnTo>
                    <a:pt x="162" y="475"/>
                  </a:lnTo>
                  <a:lnTo>
                    <a:pt x="162" y="475"/>
                  </a:lnTo>
                  <a:lnTo>
                    <a:pt x="162" y="475"/>
                  </a:lnTo>
                  <a:lnTo>
                    <a:pt x="163" y="475"/>
                  </a:lnTo>
                  <a:lnTo>
                    <a:pt x="163" y="475"/>
                  </a:lnTo>
                  <a:lnTo>
                    <a:pt x="163" y="475"/>
                  </a:lnTo>
                  <a:lnTo>
                    <a:pt x="163" y="475"/>
                  </a:lnTo>
                  <a:lnTo>
                    <a:pt x="165" y="475"/>
                  </a:lnTo>
                  <a:lnTo>
                    <a:pt x="165" y="476"/>
                  </a:lnTo>
                  <a:lnTo>
                    <a:pt x="165" y="476"/>
                  </a:lnTo>
                  <a:lnTo>
                    <a:pt x="165" y="477"/>
                  </a:lnTo>
                  <a:lnTo>
                    <a:pt x="168" y="477"/>
                  </a:lnTo>
                  <a:lnTo>
                    <a:pt x="168" y="480"/>
                  </a:lnTo>
                  <a:lnTo>
                    <a:pt x="168" y="480"/>
                  </a:lnTo>
                  <a:lnTo>
                    <a:pt x="168" y="480"/>
                  </a:lnTo>
                  <a:lnTo>
                    <a:pt x="169" y="480"/>
                  </a:lnTo>
                  <a:lnTo>
                    <a:pt x="169" y="482"/>
                  </a:lnTo>
                  <a:lnTo>
                    <a:pt x="169" y="482"/>
                  </a:lnTo>
                  <a:lnTo>
                    <a:pt x="169" y="483"/>
                  </a:lnTo>
                  <a:lnTo>
                    <a:pt x="170" y="483"/>
                  </a:lnTo>
                  <a:lnTo>
                    <a:pt x="170" y="484"/>
                  </a:lnTo>
                  <a:lnTo>
                    <a:pt x="170" y="484"/>
                  </a:lnTo>
                  <a:lnTo>
                    <a:pt x="170" y="484"/>
                  </a:lnTo>
                  <a:lnTo>
                    <a:pt x="172" y="484"/>
                  </a:lnTo>
                  <a:lnTo>
                    <a:pt x="171" y="486"/>
                  </a:lnTo>
                  <a:lnTo>
                    <a:pt x="171" y="486"/>
                  </a:lnTo>
                  <a:lnTo>
                    <a:pt x="171" y="487"/>
                  </a:lnTo>
                  <a:lnTo>
                    <a:pt x="171" y="487"/>
                  </a:lnTo>
                  <a:lnTo>
                    <a:pt x="171" y="490"/>
                  </a:lnTo>
                  <a:lnTo>
                    <a:pt x="171" y="490"/>
                  </a:lnTo>
                  <a:lnTo>
                    <a:pt x="171" y="491"/>
                  </a:lnTo>
                  <a:lnTo>
                    <a:pt x="171" y="491"/>
                  </a:lnTo>
                  <a:lnTo>
                    <a:pt x="171" y="492"/>
                  </a:lnTo>
                  <a:lnTo>
                    <a:pt x="171" y="492"/>
                  </a:lnTo>
                  <a:lnTo>
                    <a:pt x="171" y="494"/>
                  </a:lnTo>
                  <a:lnTo>
                    <a:pt x="171" y="494"/>
                  </a:lnTo>
                  <a:lnTo>
                    <a:pt x="171" y="497"/>
                  </a:lnTo>
                  <a:lnTo>
                    <a:pt x="171" y="497"/>
                  </a:lnTo>
                  <a:lnTo>
                    <a:pt x="171" y="497"/>
                  </a:lnTo>
                  <a:lnTo>
                    <a:pt x="171" y="497"/>
                  </a:lnTo>
                  <a:lnTo>
                    <a:pt x="169" y="499"/>
                  </a:lnTo>
                  <a:lnTo>
                    <a:pt x="169" y="499"/>
                  </a:lnTo>
                  <a:lnTo>
                    <a:pt x="168" y="499"/>
                  </a:lnTo>
                  <a:lnTo>
                    <a:pt x="168" y="499"/>
                  </a:lnTo>
                  <a:lnTo>
                    <a:pt x="166" y="499"/>
                  </a:lnTo>
                  <a:lnTo>
                    <a:pt x="166" y="499"/>
                  </a:lnTo>
                  <a:lnTo>
                    <a:pt x="165" y="499"/>
                  </a:lnTo>
                  <a:lnTo>
                    <a:pt x="165" y="499"/>
                  </a:lnTo>
                  <a:lnTo>
                    <a:pt x="163" y="501"/>
                  </a:lnTo>
                  <a:lnTo>
                    <a:pt x="163" y="501"/>
                  </a:lnTo>
                  <a:lnTo>
                    <a:pt x="162" y="501"/>
                  </a:lnTo>
                  <a:lnTo>
                    <a:pt x="162" y="501"/>
                  </a:lnTo>
                  <a:lnTo>
                    <a:pt x="160" y="501"/>
                  </a:lnTo>
                  <a:lnTo>
                    <a:pt x="160" y="501"/>
                  </a:lnTo>
                  <a:lnTo>
                    <a:pt x="160" y="501"/>
                  </a:lnTo>
                  <a:lnTo>
                    <a:pt x="160" y="501"/>
                  </a:lnTo>
                  <a:lnTo>
                    <a:pt x="159" y="502"/>
                  </a:lnTo>
                  <a:lnTo>
                    <a:pt x="159" y="502"/>
                  </a:lnTo>
                  <a:lnTo>
                    <a:pt x="159" y="502"/>
                  </a:lnTo>
                  <a:lnTo>
                    <a:pt x="159" y="502"/>
                  </a:lnTo>
                  <a:lnTo>
                    <a:pt x="159" y="503"/>
                  </a:lnTo>
                  <a:lnTo>
                    <a:pt x="159" y="503"/>
                  </a:lnTo>
                  <a:lnTo>
                    <a:pt x="159" y="503"/>
                  </a:lnTo>
                  <a:lnTo>
                    <a:pt x="159" y="503"/>
                  </a:lnTo>
                  <a:lnTo>
                    <a:pt x="159" y="505"/>
                  </a:lnTo>
                  <a:lnTo>
                    <a:pt x="159" y="505"/>
                  </a:lnTo>
                  <a:lnTo>
                    <a:pt x="159" y="505"/>
                  </a:lnTo>
                  <a:lnTo>
                    <a:pt x="159" y="505"/>
                  </a:lnTo>
                  <a:lnTo>
                    <a:pt x="159" y="505"/>
                  </a:lnTo>
                  <a:lnTo>
                    <a:pt x="159" y="505"/>
                  </a:lnTo>
                  <a:lnTo>
                    <a:pt x="159" y="505"/>
                  </a:lnTo>
                  <a:lnTo>
                    <a:pt x="159" y="505"/>
                  </a:lnTo>
                  <a:lnTo>
                    <a:pt x="159" y="507"/>
                  </a:lnTo>
                  <a:lnTo>
                    <a:pt x="159" y="508"/>
                  </a:lnTo>
                  <a:lnTo>
                    <a:pt x="159" y="510"/>
                  </a:lnTo>
                  <a:lnTo>
                    <a:pt x="160" y="510"/>
                  </a:lnTo>
                  <a:lnTo>
                    <a:pt x="160" y="512"/>
                  </a:lnTo>
                  <a:lnTo>
                    <a:pt x="160" y="513"/>
                  </a:lnTo>
                  <a:lnTo>
                    <a:pt x="160" y="514"/>
                  </a:lnTo>
                  <a:lnTo>
                    <a:pt x="162" y="514"/>
                  </a:lnTo>
                  <a:lnTo>
                    <a:pt x="162" y="516"/>
                  </a:lnTo>
                  <a:lnTo>
                    <a:pt x="162" y="519"/>
                  </a:lnTo>
                  <a:lnTo>
                    <a:pt x="162" y="520"/>
                  </a:lnTo>
                  <a:lnTo>
                    <a:pt x="164" y="520"/>
                  </a:lnTo>
                  <a:lnTo>
                    <a:pt x="164" y="522"/>
                  </a:lnTo>
                  <a:lnTo>
                    <a:pt x="165" y="522"/>
                  </a:lnTo>
                  <a:lnTo>
                    <a:pt x="165" y="524"/>
                  </a:lnTo>
                  <a:lnTo>
                    <a:pt x="168" y="524"/>
                  </a:lnTo>
                  <a:lnTo>
                    <a:pt x="168" y="526"/>
                  </a:lnTo>
                  <a:lnTo>
                    <a:pt x="168" y="526"/>
                  </a:lnTo>
                  <a:lnTo>
                    <a:pt x="168" y="526"/>
                  </a:lnTo>
                  <a:lnTo>
                    <a:pt x="168" y="526"/>
                  </a:lnTo>
                  <a:lnTo>
                    <a:pt x="168" y="528"/>
                  </a:lnTo>
                  <a:lnTo>
                    <a:pt x="168" y="528"/>
                  </a:lnTo>
                  <a:lnTo>
                    <a:pt x="168" y="528"/>
                  </a:lnTo>
                  <a:lnTo>
                    <a:pt x="168" y="528"/>
                  </a:lnTo>
                  <a:lnTo>
                    <a:pt x="168" y="529"/>
                  </a:lnTo>
                  <a:lnTo>
                    <a:pt x="168" y="529"/>
                  </a:lnTo>
                  <a:lnTo>
                    <a:pt x="168" y="529"/>
                  </a:lnTo>
                  <a:lnTo>
                    <a:pt x="168" y="529"/>
                  </a:lnTo>
                  <a:lnTo>
                    <a:pt x="168" y="531"/>
                  </a:lnTo>
                  <a:lnTo>
                    <a:pt x="168" y="531"/>
                  </a:lnTo>
                  <a:lnTo>
                    <a:pt x="168" y="531"/>
                  </a:lnTo>
                  <a:lnTo>
                    <a:pt x="168" y="531"/>
                  </a:lnTo>
                  <a:lnTo>
                    <a:pt x="166" y="532"/>
                  </a:lnTo>
                  <a:lnTo>
                    <a:pt x="166" y="532"/>
                  </a:lnTo>
                  <a:lnTo>
                    <a:pt x="166" y="532"/>
                  </a:lnTo>
                  <a:lnTo>
                    <a:pt x="166" y="532"/>
                  </a:lnTo>
                  <a:lnTo>
                    <a:pt x="166" y="532"/>
                  </a:lnTo>
                  <a:lnTo>
                    <a:pt x="166" y="532"/>
                  </a:lnTo>
                  <a:lnTo>
                    <a:pt x="166" y="532"/>
                  </a:lnTo>
                  <a:lnTo>
                    <a:pt x="166" y="532"/>
                  </a:lnTo>
                  <a:lnTo>
                    <a:pt x="165" y="533"/>
                  </a:lnTo>
                  <a:lnTo>
                    <a:pt x="165" y="533"/>
                  </a:lnTo>
                  <a:lnTo>
                    <a:pt x="165" y="533"/>
                  </a:lnTo>
                  <a:lnTo>
                    <a:pt x="165" y="533"/>
                  </a:lnTo>
                  <a:lnTo>
                    <a:pt x="165" y="533"/>
                  </a:lnTo>
                  <a:lnTo>
                    <a:pt x="165" y="533"/>
                  </a:lnTo>
                  <a:lnTo>
                    <a:pt x="165" y="533"/>
                  </a:lnTo>
                  <a:lnTo>
                    <a:pt x="165" y="533"/>
                  </a:lnTo>
                  <a:lnTo>
                    <a:pt x="165" y="535"/>
                  </a:lnTo>
                  <a:lnTo>
                    <a:pt x="165" y="535"/>
                  </a:lnTo>
                  <a:lnTo>
                    <a:pt x="165" y="535"/>
                  </a:lnTo>
                  <a:lnTo>
                    <a:pt x="165" y="535"/>
                  </a:lnTo>
                  <a:lnTo>
                    <a:pt x="165" y="537"/>
                  </a:lnTo>
                  <a:lnTo>
                    <a:pt x="165" y="537"/>
                  </a:lnTo>
                  <a:lnTo>
                    <a:pt x="165" y="537"/>
                  </a:lnTo>
                  <a:lnTo>
                    <a:pt x="165" y="537"/>
                  </a:lnTo>
                  <a:lnTo>
                    <a:pt x="165" y="539"/>
                  </a:lnTo>
                  <a:lnTo>
                    <a:pt x="165" y="539"/>
                  </a:lnTo>
                  <a:lnTo>
                    <a:pt x="165" y="541"/>
                  </a:lnTo>
                  <a:lnTo>
                    <a:pt x="165" y="541"/>
                  </a:lnTo>
                  <a:lnTo>
                    <a:pt x="165" y="542"/>
                  </a:lnTo>
                  <a:lnTo>
                    <a:pt x="165" y="542"/>
                  </a:lnTo>
                  <a:lnTo>
                    <a:pt x="165" y="542"/>
                  </a:lnTo>
                  <a:lnTo>
                    <a:pt x="165" y="542"/>
                  </a:lnTo>
                  <a:lnTo>
                    <a:pt x="164" y="544"/>
                  </a:lnTo>
                  <a:lnTo>
                    <a:pt x="164" y="544"/>
                  </a:lnTo>
                  <a:lnTo>
                    <a:pt x="163" y="544"/>
                  </a:lnTo>
                  <a:lnTo>
                    <a:pt x="163" y="544"/>
                  </a:lnTo>
                  <a:lnTo>
                    <a:pt x="162" y="546"/>
                  </a:lnTo>
                  <a:lnTo>
                    <a:pt x="162" y="546"/>
                  </a:lnTo>
                  <a:lnTo>
                    <a:pt x="162" y="546"/>
                  </a:lnTo>
                  <a:lnTo>
                    <a:pt x="162" y="546"/>
                  </a:lnTo>
                  <a:lnTo>
                    <a:pt x="160" y="548"/>
                  </a:lnTo>
                  <a:lnTo>
                    <a:pt x="160" y="548"/>
                  </a:lnTo>
                  <a:lnTo>
                    <a:pt x="160" y="548"/>
                  </a:lnTo>
                  <a:lnTo>
                    <a:pt x="160" y="548"/>
                  </a:lnTo>
                  <a:lnTo>
                    <a:pt x="159" y="549"/>
                  </a:lnTo>
                  <a:lnTo>
                    <a:pt x="159" y="549"/>
                  </a:lnTo>
                  <a:lnTo>
                    <a:pt x="159" y="549"/>
                  </a:lnTo>
                  <a:lnTo>
                    <a:pt x="159" y="549"/>
                  </a:lnTo>
                  <a:lnTo>
                    <a:pt x="158" y="550"/>
                  </a:lnTo>
                  <a:lnTo>
                    <a:pt x="158" y="550"/>
                  </a:lnTo>
                  <a:lnTo>
                    <a:pt x="158" y="550"/>
                  </a:lnTo>
                  <a:lnTo>
                    <a:pt x="158" y="550"/>
                  </a:lnTo>
                  <a:lnTo>
                    <a:pt x="156" y="550"/>
                  </a:lnTo>
                  <a:lnTo>
                    <a:pt x="156" y="550"/>
                  </a:lnTo>
                  <a:lnTo>
                    <a:pt x="156" y="550"/>
                  </a:lnTo>
                  <a:lnTo>
                    <a:pt x="156" y="550"/>
                  </a:lnTo>
                  <a:lnTo>
                    <a:pt x="154" y="550"/>
                  </a:lnTo>
                  <a:lnTo>
                    <a:pt x="154" y="550"/>
                  </a:lnTo>
                  <a:lnTo>
                    <a:pt x="154" y="550"/>
                  </a:lnTo>
                  <a:lnTo>
                    <a:pt x="154" y="550"/>
                  </a:lnTo>
                  <a:lnTo>
                    <a:pt x="154" y="550"/>
                  </a:lnTo>
                  <a:lnTo>
                    <a:pt x="154" y="550"/>
                  </a:lnTo>
                  <a:lnTo>
                    <a:pt x="154" y="550"/>
                  </a:lnTo>
                  <a:lnTo>
                    <a:pt x="154" y="549"/>
                  </a:lnTo>
                  <a:lnTo>
                    <a:pt x="153" y="550"/>
                  </a:lnTo>
                  <a:lnTo>
                    <a:pt x="153" y="550"/>
                  </a:lnTo>
                  <a:lnTo>
                    <a:pt x="153" y="550"/>
                  </a:lnTo>
                  <a:lnTo>
                    <a:pt x="153" y="550"/>
                  </a:lnTo>
                  <a:lnTo>
                    <a:pt x="153" y="551"/>
                  </a:lnTo>
                  <a:lnTo>
                    <a:pt x="153" y="551"/>
                  </a:lnTo>
                  <a:lnTo>
                    <a:pt x="153" y="551"/>
                  </a:lnTo>
                  <a:lnTo>
                    <a:pt x="153" y="551"/>
                  </a:lnTo>
                  <a:lnTo>
                    <a:pt x="153" y="553"/>
                  </a:lnTo>
                  <a:lnTo>
                    <a:pt x="153" y="553"/>
                  </a:lnTo>
                  <a:lnTo>
                    <a:pt x="153" y="553"/>
                  </a:lnTo>
                  <a:lnTo>
                    <a:pt x="153" y="553"/>
                  </a:lnTo>
                  <a:lnTo>
                    <a:pt x="153" y="555"/>
                  </a:lnTo>
                  <a:lnTo>
                    <a:pt x="153" y="555"/>
                  </a:lnTo>
                  <a:lnTo>
                    <a:pt x="153" y="555"/>
                  </a:lnTo>
                  <a:lnTo>
                    <a:pt x="153" y="555"/>
                  </a:lnTo>
                  <a:lnTo>
                    <a:pt x="153" y="557"/>
                  </a:lnTo>
                  <a:lnTo>
                    <a:pt x="153" y="557"/>
                  </a:lnTo>
                  <a:lnTo>
                    <a:pt x="153" y="557"/>
                  </a:lnTo>
                  <a:lnTo>
                    <a:pt x="153" y="557"/>
                  </a:lnTo>
                  <a:lnTo>
                    <a:pt x="153" y="557"/>
                  </a:lnTo>
                  <a:lnTo>
                    <a:pt x="153" y="557"/>
                  </a:lnTo>
                  <a:lnTo>
                    <a:pt x="153" y="557"/>
                  </a:lnTo>
                  <a:lnTo>
                    <a:pt x="153" y="557"/>
                  </a:lnTo>
                  <a:lnTo>
                    <a:pt x="153" y="558"/>
                  </a:lnTo>
                  <a:lnTo>
                    <a:pt x="153" y="558"/>
                  </a:lnTo>
                  <a:lnTo>
                    <a:pt x="153" y="558"/>
                  </a:lnTo>
                  <a:lnTo>
                    <a:pt x="153" y="558"/>
                  </a:lnTo>
                  <a:lnTo>
                    <a:pt x="153" y="558"/>
                  </a:lnTo>
                  <a:lnTo>
                    <a:pt x="153" y="558"/>
                  </a:lnTo>
                  <a:lnTo>
                    <a:pt x="153" y="558"/>
                  </a:lnTo>
                  <a:lnTo>
                    <a:pt x="154" y="558"/>
                  </a:lnTo>
                  <a:lnTo>
                    <a:pt x="153" y="560"/>
                  </a:lnTo>
                  <a:lnTo>
                    <a:pt x="153" y="560"/>
                  </a:lnTo>
                  <a:lnTo>
                    <a:pt x="153" y="560"/>
                  </a:lnTo>
                  <a:lnTo>
                    <a:pt x="153" y="560"/>
                  </a:lnTo>
                  <a:lnTo>
                    <a:pt x="152" y="562"/>
                  </a:lnTo>
                  <a:lnTo>
                    <a:pt x="152" y="562"/>
                  </a:lnTo>
                  <a:lnTo>
                    <a:pt x="152" y="562"/>
                  </a:lnTo>
                  <a:lnTo>
                    <a:pt x="152" y="562"/>
                  </a:lnTo>
                  <a:lnTo>
                    <a:pt x="151" y="563"/>
                  </a:lnTo>
                  <a:lnTo>
                    <a:pt x="151" y="563"/>
                  </a:lnTo>
                  <a:lnTo>
                    <a:pt x="151" y="563"/>
                  </a:lnTo>
                  <a:lnTo>
                    <a:pt x="151" y="563"/>
                  </a:lnTo>
                  <a:lnTo>
                    <a:pt x="151" y="563"/>
                  </a:lnTo>
                  <a:lnTo>
                    <a:pt x="151" y="563"/>
                  </a:lnTo>
                  <a:lnTo>
                    <a:pt x="151" y="563"/>
                  </a:lnTo>
                  <a:lnTo>
                    <a:pt x="151" y="563"/>
                  </a:lnTo>
                  <a:lnTo>
                    <a:pt x="149" y="565"/>
                  </a:lnTo>
                  <a:lnTo>
                    <a:pt x="149" y="565"/>
                  </a:lnTo>
                  <a:lnTo>
                    <a:pt x="149" y="567"/>
                  </a:lnTo>
                  <a:lnTo>
                    <a:pt x="149" y="567"/>
                  </a:lnTo>
                  <a:lnTo>
                    <a:pt x="149" y="569"/>
                  </a:lnTo>
                  <a:lnTo>
                    <a:pt x="149" y="569"/>
                  </a:lnTo>
                  <a:lnTo>
                    <a:pt x="149" y="570"/>
                  </a:lnTo>
                  <a:lnTo>
                    <a:pt x="149" y="570"/>
                  </a:lnTo>
                  <a:lnTo>
                    <a:pt x="149" y="572"/>
                  </a:lnTo>
                  <a:lnTo>
                    <a:pt x="149" y="572"/>
                  </a:lnTo>
                  <a:lnTo>
                    <a:pt x="149" y="574"/>
                  </a:lnTo>
                  <a:lnTo>
                    <a:pt x="149" y="574"/>
                  </a:lnTo>
                  <a:lnTo>
                    <a:pt x="149" y="576"/>
                  </a:lnTo>
                  <a:lnTo>
                    <a:pt x="149" y="576"/>
                  </a:lnTo>
                  <a:lnTo>
                    <a:pt x="149" y="576"/>
                  </a:lnTo>
                  <a:lnTo>
                    <a:pt x="151" y="576"/>
                  </a:lnTo>
                  <a:lnTo>
                    <a:pt x="151" y="578"/>
                  </a:lnTo>
                  <a:lnTo>
                    <a:pt x="151" y="580"/>
                  </a:lnTo>
                  <a:lnTo>
                    <a:pt x="151" y="582"/>
                  </a:lnTo>
                  <a:lnTo>
                    <a:pt x="151" y="582"/>
                  </a:lnTo>
                  <a:lnTo>
                    <a:pt x="151" y="585"/>
                  </a:lnTo>
                  <a:lnTo>
                    <a:pt x="151" y="587"/>
                  </a:lnTo>
                  <a:lnTo>
                    <a:pt x="151" y="588"/>
                  </a:lnTo>
                  <a:lnTo>
                    <a:pt x="151" y="588"/>
                  </a:lnTo>
                  <a:lnTo>
                    <a:pt x="151" y="590"/>
                  </a:lnTo>
                  <a:lnTo>
                    <a:pt x="151" y="592"/>
                  </a:lnTo>
                  <a:lnTo>
                    <a:pt x="151" y="594"/>
                  </a:lnTo>
                  <a:lnTo>
                    <a:pt x="151" y="594"/>
                  </a:lnTo>
                  <a:lnTo>
                    <a:pt x="151" y="596"/>
                  </a:lnTo>
                  <a:lnTo>
                    <a:pt x="151" y="596"/>
                  </a:lnTo>
                  <a:lnTo>
                    <a:pt x="151" y="597"/>
                  </a:lnTo>
                  <a:lnTo>
                    <a:pt x="151" y="597"/>
                  </a:lnTo>
                  <a:lnTo>
                    <a:pt x="148" y="598"/>
                  </a:lnTo>
                  <a:lnTo>
                    <a:pt x="148" y="598"/>
                  </a:lnTo>
                  <a:lnTo>
                    <a:pt x="148" y="598"/>
                  </a:lnTo>
                  <a:lnTo>
                    <a:pt x="148" y="598"/>
                  </a:lnTo>
                  <a:lnTo>
                    <a:pt x="146" y="598"/>
                  </a:lnTo>
                  <a:lnTo>
                    <a:pt x="146" y="598"/>
                  </a:lnTo>
                  <a:lnTo>
                    <a:pt x="146" y="598"/>
                  </a:lnTo>
                  <a:lnTo>
                    <a:pt x="146" y="598"/>
                  </a:lnTo>
                  <a:lnTo>
                    <a:pt x="144" y="598"/>
                  </a:lnTo>
                  <a:lnTo>
                    <a:pt x="144" y="598"/>
                  </a:lnTo>
                  <a:lnTo>
                    <a:pt x="144" y="598"/>
                  </a:lnTo>
                  <a:lnTo>
                    <a:pt x="144" y="598"/>
                  </a:lnTo>
                  <a:lnTo>
                    <a:pt x="144" y="598"/>
                  </a:lnTo>
                  <a:lnTo>
                    <a:pt x="144" y="598"/>
                  </a:lnTo>
                  <a:lnTo>
                    <a:pt x="144" y="598"/>
                  </a:lnTo>
                  <a:lnTo>
                    <a:pt x="144" y="597"/>
                  </a:lnTo>
                  <a:lnTo>
                    <a:pt x="143" y="597"/>
                  </a:lnTo>
                  <a:lnTo>
                    <a:pt x="143" y="597"/>
                  </a:lnTo>
                  <a:lnTo>
                    <a:pt x="143" y="597"/>
                  </a:lnTo>
                  <a:lnTo>
                    <a:pt x="143" y="596"/>
                  </a:lnTo>
                  <a:lnTo>
                    <a:pt x="143" y="596"/>
                  </a:lnTo>
                  <a:lnTo>
                    <a:pt x="143" y="596"/>
                  </a:lnTo>
                  <a:lnTo>
                    <a:pt x="143" y="596"/>
                  </a:lnTo>
                  <a:lnTo>
                    <a:pt x="143" y="594"/>
                  </a:lnTo>
                  <a:lnTo>
                    <a:pt x="143" y="594"/>
                  </a:lnTo>
                  <a:lnTo>
                    <a:pt x="143" y="594"/>
                  </a:lnTo>
                  <a:lnTo>
                    <a:pt x="143" y="594"/>
                  </a:lnTo>
                  <a:lnTo>
                    <a:pt x="143" y="592"/>
                  </a:lnTo>
                  <a:lnTo>
                    <a:pt x="143" y="592"/>
                  </a:lnTo>
                  <a:lnTo>
                    <a:pt x="143" y="592"/>
                  </a:lnTo>
                  <a:lnTo>
                    <a:pt x="143" y="592"/>
                  </a:lnTo>
                  <a:lnTo>
                    <a:pt x="145" y="590"/>
                  </a:lnTo>
                  <a:lnTo>
                    <a:pt x="143" y="590"/>
                  </a:lnTo>
                  <a:lnTo>
                    <a:pt x="143" y="590"/>
                  </a:lnTo>
                  <a:lnTo>
                    <a:pt x="143" y="590"/>
                  </a:lnTo>
                  <a:lnTo>
                    <a:pt x="143" y="590"/>
                  </a:lnTo>
                  <a:lnTo>
                    <a:pt x="142" y="590"/>
                  </a:lnTo>
                  <a:lnTo>
                    <a:pt x="142" y="590"/>
                  </a:lnTo>
                  <a:lnTo>
                    <a:pt x="142" y="590"/>
                  </a:lnTo>
                  <a:lnTo>
                    <a:pt x="142" y="588"/>
                  </a:lnTo>
                  <a:lnTo>
                    <a:pt x="140" y="588"/>
                  </a:lnTo>
                  <a:lnTo>
                    <a:pt x="140" y="588"/>
                  </a:lnTo>
                  <a:lnTo>
                    <a:pt x="140" y="588"/>
                  </a:lnTo>
                  <a:lnTo>
                    <a:pt x="140" y="587"/>
                  </a:lnTo>
                  <a:lnTo>
                    <a:pt x="140" y="587"/>
                  </a:lnTo>
                  <a:lnTo>
                    <a:pt x="140" y="587"/>
                  </a:lnTo>
                  <a:lnTo>
                    <a:pt x="140" y="587"/>
                  </a:lnTo>
                  <a:lnTo>
                    <a:pt x="140" y="586"/>
                  </a:lnTo>
                  <a:lnTo>
                    <a:pt x="138" y="586"/>
                  </a:lnTo>
                  <a:lnTo>
                    <a:pt x="138" y="586"/>
                  </a:lnTo>
                  <a:lnTo>
                    <a:pt x="138" y="586"/>
                  </a:lnTo>
                  <a:lnTo>
                    <a:pt x="138" y="586"/>
                  </a:lnTo>
                  <a:lnTo>
                    <a:pt x="138" y="586"/>
                  </a:lnTo>
                  <a:lnTo>
                    <a:pt x="138" y="586"/>
                  </a:lnTo>
                  <a:lnTo>
                    <a:pt x="138" y="586"/>
                  </a:lnTo>
                  <a:lnTo>
                    <a:pt x="138" y="586"/>
                  </a:lnTo>
                  <a:lnTo>
                    <a:pt x="138" y="586"/>
                  </a:lnTo>
                  <a:lnTo>
                    <a:pt x="138" y="586"/>
                  </a:lnTo>
                  <a:lnTo>
                    <a:pt x="138" y="586"/>
                  </a:lnTo>
                  <a:lnTo>
                    <a:pt x="138" y="586"/>
                  </a:lnTo>
                  <a:lnTo>
                    <a:pt x="138" y="586"/>
                  </a:lnTo>
                  <a:lnTo>
                    <a:pt x="138" y="586"/>
                  </a:lnTo>
                  <a:lnTo>
                    <a:pt x="138" y="586"/>
                  </a:lnTo>
                  <a:lnTo>
                    <a:pt x="138" y="586"/>
                  </a:lnTo>
                  <a:lnTo>
                    <a:pt x="138" y="586"/>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03" name=""/>
            <p:cNvSpPr/>
            <p:nvPr/>
          </p:nvSpPr>
          <p:spPr>
            <a:xfrm>
              <a:off x="8237520" y="5000760"/>
              <a:ext cx="23760" cy="23760"/>
            </a:xfrm>
            <a:custGeom>
              <a:avLst/>
              <a:gdLst/>
              <a:ahLst/>
              <a:rect l="l" t="t" r="r" b="b"/>
              <a:pathLst>
                <a:path w="15" h="15">
                  <a:moveTo>
                    <a:pt x="10" y="0"/>
                  </a:moveTo>
                  <a:lnTo>
                    <a:pt x="10" y="0"/>
                  </a:lnTo>
                  <a:lnTo>
                    <a:pt x="10" y="0"/>
                  </a:lnTo>
                  <a:lnTo>
                    <a:pt x="10" y="0"/>
                  </a:lnTo>
                  <a:lnTo>
                    <a:pt x="10" y="0"/>
                  </a:lnTo>
                  <a:lnTo>
                    <a:pt x="10" y="0"/>
                  </a:lnTo>
                  <a:lnTo>
                    <a:pt x="10" y="0"/>
                  </a:lnTo>
                  <a:lnTo>
                    <a:pt x="10" y="0"/>
                  </a:lnTo>
                  <a:lnTo>
                    <a:pt x="10" y="0"/>
                  </a:lnTo>
                  <a:lnTo>
                    <a:pt x="10" y="0"/>
                  </a:lnTo>
                  <a:lnTo>
                    <a:pt x="10" y="0"/>
                  </a:lnTo>
                  <a:lnTo>
                    <a:pt x="10" y="0"/>
                  </a:lnTo>
                  <a:lnTo>
                    <a:pt x="10" y="0"/>
                  </a:lnTo>
                  <a:lnTo>
                    <a:pt x="10" y="0"/>
                  </a:lnTo>
                  <a:lnTo>
                    <a:pt x="10" y="0"/>
                  </a:lnTo>
                  <a:lnTo>
                    <a:pt x="10" y="0"/>
                  </a:lnTo>
                  <a:lnTo>
                    <a:pt x="10" y="0"/>
                  </a:lnTo>
                  <a:lnTo>
                    <a:pt x="10" y="2"/>
                  </a:lnTo>
                  <a:lnTo>
                    <a:pt x="10" y="2"/>
                  </a:lnTo>
                  <a:lnTo>
                    <a:pt x="10" y="2"/>
                  </a:lnTo>
                  <a:lnTo>
                    <a:pt x="10" y="2"/>
                  </a:lnTo>
                  <a:lnTo>
                    <a:pt x="10" y="3"/>
                  </a:lnTo>
                  <a:lnTo>
                    <a:pt x="10" y="3"/>
                  </a:lnTo>
                  <a:lnTo>
                    <a:pt x="10" y="3"/>
                  </a:lnTo>
                  <a:lnTo>
                    <a:pt x="12" y="3"/>
                  </a:lnTo>
                  <a:lnTo>
                    <a:pt x="12" y="4"/>
                  </a:lnTo>
                  <a:lnTo>
                    <a:pt x="12" y="4"/>
                  </a:lnTo>
                  <a:lnTo>
                    <a:pt x="12" y="4"/>
                  </a:lnTo>
                  <a:lnTo>
                    <a:pt x="12" y="4"/>
                  </a:lnTo>
                  <a:lnTo>
                    <a:pt x="12" y="4"/>
                  </a:lnTo>
                  <a:lnTo>
                    <a:pt x="12" y="4"/>
                  </a:lnTo>
                  <a:lnTo>
                    <a:pt x="12" y="4"/>
                  </a:lnTo>
                  <a:lnTo>
                    <a:pt x="14" y="4"/>
                  </a:lnTo>
                  <a:lnTo>
                    <a:pt x="12" y="6"/>
                  </a:lnTo>
                  <a:lnTo>
                    <a:pt x="12" y="6"/>
                  </a:lnTo>
                  <a:lnTo>
                    <a:pt x="12" y="7"/>
                  </a:lnTo>
                  <a:lnTo>
                    <a:pt x="12" y="7"/>
                  </a:lnTo>
                  <a:lnTo>
                    <a:pt x="10" y="9"/>
                  </a:lnTo>
                  <a:lnTo>
                    <a:pt x="10" y="9"/>
                  </a:lnTo>
                  <a:lnTo>
                    <a:pt x="10" y="11"/>
                  </a:lnTo>
                  <a:lnTo>
                    <a:pt x="10" y="11"/>
                  </a:lnTo>
                  <a:lnTo>
                    <a:pt x="8" y="13"/>
                  </a:lnTo>
                  <a:lnTo>
                    <a:pt x="8" y="13"/>
                  </a:lnTo>
                  <a:lnTo>
                    <a:pt x="7" y="14"/>
                  </a:lnTo>
                  <a:lnTo>
                    <a:pt x="7" y="14"/>
                  </a:lnTo>
                  <a:lnTo>
                    <a:pt x="5" y="14"/>
                  </a:lnTo>
                  <a:lnTo>
                    <a:pt x="5" y="14"/>
                  </a:lnTo>
                  <a:lnTo>
                    <a:pt x="5" y="14"/>
                  </a:lnTo>
                  <a:lnTo>
                    <a:pt x="5" y="14"/>
                  </a:lnTo>
                  <a:lnTo>
                    <a:pt x="5" y="14"/>
                  </a:lnTo>
                  <a:lnTo>
                    <a:pt x="5" y="14"/>
                  </a:lnTo>
                  <a:lnTo>
                    <a:pt x="5" y="14"/>
                  </a:lnTo>
                  <a:lnTo>
                    <a:pt x="5" y="14"/>
                  </a:lnTo>
                  <a:lnTo>
                    <a:pt x="5" y="14"/>
                  </a:lnTo>
                  <a:lnTo>
                    <a:pt x="5" y="14"/>
                  </a:lnTo>
                  <a:lnTo>
                    <a:pt x="5" y="14"/>
                  </a:lnTo>
                  <a:lnTo>
                    <a:pt x="5" y="14"/>
                  </a:lnTo>
                  <a:lnTo>
                    <a:pt x="5" y="14"/>
                  </a:lnTo>
                  <a:lnTo>
                    <a:pt x="5" y="14"/>
                  </a:lnTo>
                  <a:lnTo>
                    <a:pt x="5" y="14"/>
                  </a:lnTo>
                  <a:lnTo>
                    <a:pt x="5" y="14"/>
                  </a:lnTo>
                  <a:lnTo>
                    <a:pt x="5" y="14"/>
                  </a:lnTo>
                  <a:lnTo>
                    <a:pt x="5" y="14"/>
                  </a:lnTo>
                  <a:lnTo>
                    <a:pt x="5" y="14"/>
                  </a:lnTo>
                  <a:lnTo>
                    <a:pt x="5" y="12"/>
                  </a:lnTo>
                  <a:lnTo>
                    <a:pt x="3" y="12"/>
                  </a:lnTo>
                  <a:lnTo>
                    <a:pt x="3" y="12"/>
                  </a:lnTo>
                  <a:lnTo>
                    <a:pt x="3" y="12"/>
                  </a:lnTo>
                  <a:lnTo>
                    <a:pt x="3" y="12"/>
                  </a:lnTo>
                  <a:lnTo>
                    <a:pt x="2" y="12"/>
                  </a:lnTo>
                  <a:lnTo>
                    <a:pt x="2" y="12"/>
                  </a:lnTo>
                  <a:lnTo>
                    <a:pt x="2" y="12"/>
                  </a:lnTo>
                  <a:lnTo>
                    <a:pt x="2" y="11"/>
                  </a:lnTo>
                  <a:lnTo>
                    <a:pt x="0" y="11"/>
                  </a:lnTo>
                  <a:lnTo>
                    <a:pt x="0" y="11"/>
                  </a:lnTo>
                  <a:lnTo>
                    <a:pt x="0" y="11"/>
                  </a:lnTo>
                  <a:lnTo>
                    <a:pt x="0" y="10"/>
                  </a:lnTo>
                  <a:lnTo>
                    <a:pt x="0" y="10"/>
                  </a:lnTo>
                  <a:lnTo>
                    <a:pt x="0" y="10"/>
                  </a:lnTo>
                  <a:lnTo>
                    <a:pt x="0" y="10"/>
                  </a:lnTo>
                  <a:lnTo>
                    <a:pt x="0" y="8"/>
                  </a:lnTo>
                  <a:lnTo>
                    <a:pt x="0" y="8"/>
                  </a:lnTo>
                  <a:lnTo>
                    <a:pt x="0" y="8"/>
                  </a:lnTo>
                  <a:lnTo>
                    <a:pt x="0" y="8"/>
                  </a:lnTo>
                  <a:lnTo>
                    <a:pt x="0" y="8"/>
                  </a:lnTo>
                  <a:lnTo>
                    <a:pt x="0" y="8"/>
                  </a:lnTo>
                  <a:lnTo>
                    <a:pt x="0" y="8"/>
                  </a:lnTo>
                  <a:lnTo>
                    <a:pt x="0" y="8"/>
                  </a:lnTo>
                  <a:lnTo>
                    <a:pt x="1" y="6"/>
                  </a:lnTo>
                  <a:lnTo>
                    <a:pt x="1" y="6"/>
                  </a:lnTo>
                  <a:lnTo>
                    <a:pt x="1" y="6"/>
                  </a:lnTo>
                  <a:lnTo>
                    <a:pt x="1" y="6"/>
                  </a:lnTo>
                  <a:lnTo>
                    <a:pt x="1" y="5"/>
                  </a:lnTo>
                  <a:lnTo>
                    <a:pt x="1" y="5"/>
                  </a:lnTo>
                  <a:lnTo>
                    <a:pt x="1" y="5"/>
                  </a:lnTo>
                  <a:lnTo>
                    <a:pt x="1" y="5"/>
                  </a:lnTo>
                  <a:lnTo>
                    <a:pt x="2" y="4"/>
                  </a:lnTo>
                  <a:lnTo>
                    <a:pt x="2" y="5"/>
                  </a:lnTo>
                  <a:lnTo>
                    <a:pt x="2" y="5"/>
                  </a:lnTo>
                  <a:lnTo>
                    <a:pt x="2" y="5"/>
                  </a:lnTo>
                  <a:lnTo>
                    <a:pt x="3" y="5"/>
                  </a:lnTo>
                  <a:lnTo>
                    <a:pt x="3" y="5"/>
                  </a:lnTo>
                  <a:lnTo>
                    <a:pt x="3" y="5"/>
                  </a:lnTo>
                  <a:lnTo>
                    <a:pt x="3" y="5"/>
                  </a:lnTo>
                  <a:lnTo>
                    <a:pt x="5" y="5"/>
                  </a:lnTo>
                  <a:lnTo>
                    <a:pt x="5" y="5"/>
                  </a:lnTo>
                  <a:lnTo>
                    <a:pt x="5" y="5"/>
                  </a:lnTo>
                  <a:lnTo>
                    <a:pt x="5" y="5"/>
                  </a:lnTo>
                  <a:lnTo>
                    <a:pt x="6" y="5"/>
                  </a:lnTo>
                  <a:lnTo>
                    <a:pt x="6" y="5"/>
                  </a:lnTo>
                  <a:lnTo>
                    <a:pt x="6" y="5"/>
                  </a:lnTo>
                  <a:lnTo>
                    <a:pt x="6"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3"/>
                  </a:lnTo>
                  <a:lnTo>
                    <a:pt x="7" y="3"/>
                  </a:lnTo>
                  <a:lnTo>
                    <a:pt x="7" y="3"/>
                  </a:lnTo>
                  <a:lnTo>
                    <a:pt x="7" y="3"/>
                  </a:lnTo>
                  <a:lnTo>
                    <a:pt x="7" y="3"/>
                  </a:lnTo>
                  <a:lnTo>
                    <a:pt x="7" y="3"/>
                  </a:lnTo>
                  <a:lnTo>
                    <a:pt x="7" y="3"/>
                  </a:lnTo>
                  <a:lnTo>
                    <a:pt x="7" y="3"/>
                  </a:lnTo>
                  <a:lnTo>
                    <a:pt x="7" y="2"/>
                  </a:lnTo>
                  <a:lnTo>
                    <a:pt x="7" y="2"/>
                  </a:lnTo>
                  <a:lnTo>
                    <a:pt x="7" y="2"/>
                  </a:lnTo>
                  <a:lnTo>
                    <a:pt x="7" y="2"/>
                  </a:lnTo>
                  <a:lnTo>
                    <a:pt x="8" y="2"/>
                  </a:lnTo>
                  <a:lnTo>
                    <a:pt x="8" y="2"/>
                  </a:lnTo>
                  <a:lnTo>
                    <a:pt x="8" y="2"/>
                  </a:lnTo>
                  <a:lnTo>
                    <a:pt x="8" y="2"/>
                  </a:lnTo>
                  <a:lnTo>
                    <a:pt x="10" y="0"/>
                  </a:lnTo>
                  <a:lnTo>
                    <a:pt x="10" y="0"/>
                  </a:lnTo>
                </a:path>
              </a:pathLst>
            </a:custGeom>
            <a:solidFill>
              <a:srgbClr val="a1009f"/>
            </a:solidFill>
            <a:ln w="18360">
              <a:solidFill>
                <a:srgbClr val="000000"/>
              </a:solidFill>
              <a:round/>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704" name=""/>
            <p:cNvSpPr/>
            <p:nvPr/>
          </p:nvSpPr>
          <p:spPr>
            <a:xfrm>
              <a:off x="8190000" y="5056200"/>
              <a:ext cx="20520" cy="20520"/>
            </a:xfrm>
            <a:custGeom>
              <a:avLst/>
              <a:gdLst/>
              <a:ahLst/>
              <a:rect l="l" t="t" r="r" b="b"/>
              <a:pathLst>
                <a:path w="13" h="13">
                  <a:moveTo>
                    <a:pt x="12" y="0"/>
                  </a:moveTo>
                  <a:lnTo>
                    <a:pt x="10" y="1"/>
                  </a:lnTo>
                  <a:lnTo>
                    <a:pt x="10" y="1"/>
                  </a:lnTo>
                  <a:lnTo>
                    <a:pt x="10" y="1"/>
                  </a:lnTo>
                  <a:lnTo>
                    <a:pt x="10" y="1"/>
                  </a:lnTo>
                  <a:lnTo>
                    <a:pt x="8" y="3"/>
                  </a:lnTo>
                  <a:lnTo>
                    <a:pt x="8" y="3"/>
                  </a:lnTo>
                  <a:lnTo>
                    <a:pt x="8" y="3"/>
                  </a:lnTo>
                  <a:lnTo>
                    <a:pt x="8" y="3"/>
                  </a:lnTo>
                  <a:lnTo>
                    <a:pt x="6" y="5"/>
                  </a:lnTo>
                  <a:lnTo>
                    <a:pt x="6" y="5"/>
                  </a:lnTo>
                  <a:lnTo>
                    <a:pt x="5" y="5"/>
                  </a:lnTo>
                  <a:lnTo>
                    <a:pt x="5" y="5"/>
                  </a:lnTo>
                  <a:lnTo>
                    <a:pt x="3" y="5"/>
                  </a:lnTo>
                  <a:lnTo>
                    <a:pt x="3" y="5"/>
                  </a:lnTo>
                  <a:lnTo>
                    <a:pt x="3" y="5"/>
                  </a:lnTo>
                  <a:lnTo>
                    <a:pt x="3" y="5"/>
                  </a:lnTo>
                  <a:lnTo>
                    <a:pt x="1" y="6"/>
                  </a:lnTo>
                  <a:lnTo>
                    <a:pt x="1" y="6"/>
                  </a:lnTo>
                  <a:lnTo>
                    <a:pt x="1" y="6"/>
                  </a:lnTo>
                  <a:lnTo>
                    <a:pt x="1" y="6"/>
                  </a:lnTo>
                  <a:lnTo>
                    <a:pt x="1" y="7"/>
                  </a:lnTo>
                  <a:lnTo>
                    <a:pt x="1" y="7"/>
                  </a:lnTo>
                  <a:lnTo>
                    <a:pt x="1" y="7"/>
                  </a:lnTo>
                  <a:lnTo>
                    <a:pt x="1" y="7"/>
                  </a:lnTo>
                  <a:lnTo>
                    <a:pt x="0" y="9"/>
                  </a:lnTo>
                  <a:lnTo>
                    <a:pt x="0" y="9"/>
                  </a:lnTo>
                  <a:lnTo>
                    <a:pt x="0" y="9"/>
                  </a:lnTo>
                  <a:lnTo>
                    <a:pt x="0" y="9"/>
                  </a:lnTo>
                  <a:lnTo>
                    <a:pt x="0" y="10"/>
                  </a:lnTo>
                  <a:lnTo>
                    <a:pt x="0" y="10"/>
                  </a:lnTo>
                  <a:lnTo>
                    <a:pt x="0" y="10"/>
                  </a:lnTo>
                  <a:lnTo>
                    <a:pt x="0" y="10"/>
                  </a:lnTo>
                  <a:lnTo>
                    <a:pt x="0" y="12"/>
                  </a:lnTo>
                  <a:lnTo>
                    <a:pt x="0" y="12"/>
                  </a:lnTo>
                  <a:lnTo>
                    <a:pt x="0" y="12"/>
                  </a:lnTo>
                  <a:lnTo>
                    <a:pt x="0" y="12"/>
                  </a:lnTo>
                  <a:lnTo>
                    <a:pt x="0" y="12"/>
                  </a:lnTo>
                  <a:lnTo>
                    <a:pt x="0" y="12"/>
                  </a:lnTo>
                  <a:lnTo>
                    <a:pt x="0" y="12"/>
                  </a:lnTo>
                  <a:lnTo>
                    <a:pt x="1" y="12"/>
                  </a:lnTo>
                  <a:lnTo>
                    <a:pt x="1" y="12"/>
                  </a:lnTo>
                  <a:lnTo>
                    <a:pt x="1" y="12"/>
                  </a:lnTo>
                  <a:lnTo>
                    <a:pt x="1" y="12"/>
                  </a:lnTo>
                  <a:lnTo>
                    <a:pt x="3" y="12"/>
                  </a:lnTo>
                  <a:lnTo>
                    <a:pt x="3" y="12"/>
                  </a:lnTo>
                  <a:lnTo>
                    <a:pt x="3" y="12"/>
                  </a:lnTo>
                  <a:lnTo>
                    <a:pt x="3" y="12"/>
                  </a:lnTo>
                  <a:lnTo>
                    <a:pt x="5" y="12"/>
                  </a:lnTo>
                  <a:lnTo>
                    <a:pt x="5" y="12"/>
                  </a:lnTo>
                  <a:lnTo>
                    <a:pt x="5" y="12"/>
                  </a:lnTo>
                  <a:lnTo>
                    <a:pt x="5" y="12"/>
                  </a:lnTo>
                  <a:lnTo>
                    <a:pt x="5" y="12"/>
                  </a:lnTo>
                  <a:lnTo>
                    <a:pt x="5" y="12"/>
                  </a:lnTo>
                  <a:lnTo>
                    <a:pt x="5" y="12"/>
                  </a:lnTo>
                  <a:lnTo>
                    <a:pt x="5" y="12"/>
                  </a:lnTo>
                  <a:lnTo>
                    <a:pt x="5" y="12"/>
                  </a:lnTo>
                  <a:lnTo>
                    <a:pt x="5" y="12"/>
                  </a:lnTo>
                  <a:lnTo>
                    <a:pt x="5" y="12"/>
                  </a:lnTo>
                  <a:lnTo>
                    <a:pt x="5" y="12"/>
                  </a:lnTo>
                  <a:lnTo>
                    <a:pt x="5" y="12"/>
                  </a:lnTo>
                  <a:lnTo>
                    <a:pt x="5" y="12"/>
                  </a:lnTo>
                  <a:lnTo>
                    <a:pt x="5" y="12"/>
                  </a:lnTo>
                  <a:lnTo>
                    <a:pt x="5" y="12"/>
                  </a:lnTo>
                  <a:lnTo>
                    <a:pt x="7" y="12"/>
                  </a:lnTo>
                  <a:lnTo>
                    <a:pt x="7" y="12"/>
                  </a:lnTo>
                  <a:lnTo>
                    <a:pt x="7" y="12"/>
                  </a:lnTo>
                  <a:lnTo>
                    <a:pt x="7" y="12"/>
                  </a:lnTo>
                  <a:lnTo>
                    <a:pt x="8" y="12"/>
                  </a:lnTo>
                  <a:lnTo>
                    <a:pt x="8" y="12"/>
                  </a:lnTo>
                  <a:lnTo>
                    <a:pt x="8" y="12"/>
                  </a:lnTo>
                  <a:lnTo>
                    <a:pt x="8" y="12"/>
                  </a:lnTo>
                  <a:lnTo>
                    <a:pt x="10" y="11"/>
                  </a:lnTo>
                  <a:lnTo>
                    <a:pt x="10" y="11"/>
                  </a:lnTo>
                  <a:lnTo>
                    <a:pt x="10" y="11"/>
                  </a:lnTo>
                  <a:lnTo>
                    <a:pt x="10" y="11"/>
                  </a:lnTo>
                  <a:lnTo>
                    <a:pt x="10" y="11"/>
                  </a:lnTo>
                  <a:lnTo>
                    <a:pt x="10" y="11"/>
                  </a:lnTo>
                  <a:lnTo>
                    <a:pt x="10" y="11"/>
                  </a:lnTo>
                  <a:lnTo>
                    <a:pt x="10" y="11"/>
                  </a:lnTo>
                  <a:lnTo>
                    <a:pt x="12" y="10"/>
                  </a:lnTo>
                  <a:lnTo>
                    <a:pt x="12" y="10"/>
                  </a:lnTo>
                  <a:lnTo>
                    <a:pt x="12" y="10"/>
                  </a:lnTo>
                  <a:lnTo>
                    <a:pt x="12" y="10"/>
                  </a:lnTo>
                  <a:lnTo>
                    <a:pt x="12" y="8"/>
                  </a:lnTo>
                  <a:lnTo>
                    <a:pt x="12" y="8"/>
                  </a:lnTo>
                  <a:lnTo>
                    <a:pt x="12" y="6"/>
                  </a:lnTo>
                  <a:lnTo>
                    <a:pt x="12" y="6"/>
                  </a:lnTo>
                  <a:lnTo>
                    <a:pt x="12" y="4"/>
                  </a:lnTo>
                  <a:lnTo>
                    <a:pt x="12" y="4"/>
                  </a:lnTo>
                  <a:lnTo>
                    <a:pt x="12" y="4"/>
                  </a:lnTo>
                  <a:lnTo>
                    <a:pt x="12" y="4"/>
                  </a:lnTo>
                  <a:lnTo>
                    <a:pt x="12" y="2"/>
                  </a:lnTo>
                  <a:lnTo>
                    <a:pt x="12" y="2"/>
                  </a:lnTo>
                  <a:lnTo>
                    <a:pt x="12" y="1"/>
                  </a:lnTo>
                  <a:lnTo>
                    <a:pt x="12" y="1"/>
                  </a:lnTo>
                  <a:lnTo>
                    <a:pt x="12" y="0"/>
                  </a:lnTo>
                  <a:lnTo>
                    <a:pt x="12" y="0"/>
                  </a:lnTo>
                </a:path>
              </a:pathLst>
            </a:custGeom>
            <a:solidFill>
              <a:srgbClr val="a1009f"/>
            </a:solidFill>
            <a:ln w="18360">
              <a:solidFill>
                <a:srgbClr val="000000"/>
              </a:solidFill>
              <a:round/>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705" name=""/>
            <p:cNvSpPr/>
            <p:nvPr/>
          </p:nvSpPr>
          <p:spPr>
            <a:xfrm>
              <a:off x="8169120" y="5046840"/>
              <a:ext cx="30240" cy="26640"/>
            </a:xfrm>
            <a:custGeom>
              <a:avLst/>
              <a:gdLst/>
              <a:ahLst/>
              <a:rect l="l" t="t" r="r" b="b"/>
              <a:pathLst>
                <a:path w="19" h="17">
                  <a:moveTo>
                    <a:pt x="9" y="3"/>
                  </a:moveTo>
                  <a:lnTo>
                    <a:pt x="9" y="3"/>
                  </a:lnTo>
                  <a:lnTo>
                    <a:pt x="9" y="3"/>
                  </a:lnTo>
                  <a:lnTo>
                    <a:pt x="9" y="3"/>
                  </a:lnTo>
                  <a:lnTo>
                    <a:pt x="9" y="3"/>
                  </a:lnTo>
                  <a:lnTo>
                    <a:pt x="9" y="3"/>
                  </a:lnTo>
                  <a:lnTo>
                    <a:pt x="9" y="3"/>
                  </a:lnTo>
                  <a:lnTo>
                    <a:pt x="9" y="3"/>
                  </a:lnTo>
                  <a:lnTo>
                    <a:pt x="9" y="3"/>
                  </a:lnTo>
                  <a:lnTo>
                    <a:pt x="9" y="3"/>
                  </a:lnTo>
                  <a:lnTo>
                    <a:pt x="9" y="3"/>
                  </a:lnTo>
                  <a:lnTo>
                    <a:pt x="9" y="3"/>
                  </a:lnTo>
                  <a:lnTo>
                    <a:pt x="9" y="3"/>
                  </a:lnTo>
                  <a:lnTo>
                    <a:pt x="9" y="3"/>
                  </a:lnTo>
                  <a:lnTo>
                    <a:pt x="9" y="3"/>
                  </a:lnTo>
                  <a:lnTo>
                    <a:pt x="9" y="3"/>
                  </a:lnTo>
                  <a:lnTo>
                    <a:pt x="11" y="3"/>
                  </a:lnTo>
                  <a:lnTo>
                    <a:pt x="9" y="5"/>
                  </a:lnTo>
                  <a:lnTo>
                    <a:pt x="9" y="5"/>
                  </a:lnTo>
                  <a:lnTo>
                    <a:pt x="9" y="5"/>
                  </a:lnTo>
                  <a:lnTo>
                    <a:pt x="9" y="5"/>
                  </a:lnTo>
                  <a:lnTo>
                    <a:pt x="6" y="6"/>
                  </a:lnTo>
                  <a:lnTo>
                    <a:pt x="6" y="6"/>
                  </a:lnTo>
                  <a:lnTo>
                    <a:pt x="5" y="6"/>
                  </a:lnTo>
                  <a:lnTo>
                    <a:pt x="5" y="6"/>
                  </a:lnTo>
                  <a:lnTo>
                    <a:pt x="4" y="7"/>
                  </a:lnTo>
                  <a:lnTo>
                    <a:pt x="4" y="7"/>
                  </a:lnTo>
                  <a:lnTo>
                    <a:pt x="1" y="8"/>
                  </a:lnTo>
                  <a:lnTo>
                    <a:pt x="1" y="8"/>
                  </a:lnTo>
                  <a:lnTo>
                    <a:pt x="0" y="10"/>
                  </a:lnTo>
                  <a:lnTo>
                    <a:pt x="0" y="10"/>
                  </a:lnTo>
                  <a:lnTo>
                    <a:pt x="0" y="10"/>
                  </a:lnTo>
                  <a:lnTo>
                    <a:pt x="0" y="10"/>
                  </a:lnTo>
                  <a:lnTo>
                    <a:pt x="0" y="12"/>
                  </a:lnTo>
                  <a:lnTo>
                    <a:pt x="0" y="12"/>
                  </a:lnTo>
                  <a:lnTo>
                    <a:pt x="0" y="12"/>
                  </a:lnTo>
                  <a:lnTo>
                    <a:pt x="0" y="12"/>
                  </a:lnTo>
                  <a:lnTo>
                    <a:pt x="0" y="13"/>
                  </a:lnTo>
                  <a:lnTo>
                    <a:pt x="0" y="13"/>
                  </a:lnTo>
                  <a:lnTo>
                    <a:pt x="0" y="13"/>
                  </a:lnTo>
                  <a:lnTo>
                    <a:pt x="1" y="13"/>
                  </a:lnTo>
                  <a:lnTo>
                    <a:pt x="1" y="15"/>
                  </a:lnTo>
                  <a:lnTo>
                    <a:pt x="1" y="15"/>
                  </a:lnTo>
                  <a:lnTo>
                    <a:pt x="1" y="15"/>
                  </a:lnTo>
                  <a:lnTo>
                    <a:pt x="2" y="15"/>
                  </a:lnTo>
                  <a:lnTo>
                    <a:pt x="2" y="16"/>
                  </a:lnTo>
                  <a:lnTo>
                    <a:pt x="2" y="16"/>
                  </a:lnTo>
                  <a:lnTo>
                    <a:pt x="2" y="16"/>
                  </a:lnTo>
                  <a:lnTo>
                    <a:pt x="4" y="16"/>
                  </a:lnTo>
                  <a:lnTo>
                    <a:pt x="4" y="16"/>
                  </a:lnTo>
                  <a:lnTo>
                    <a:pt x="4" y="16"/>
                  </a:lnTo>
                  <a:lnTo>
                    <a:pt x="4" y="16"/>
                  </a:lnTo>
                  <a:lnTo>
                    <a:pt x="5" y="16"/>
                  </a:lnTo>
                  <a:lnTo>
                    <a:pt x="5" y="16"/>
                  </a:lnTo>
                  <a:lnTo>
                    <a:pt x="5" y="16"/>
                  </a:lnTo>
                  <a:lnTo>
                    <a:pt x="5" y="16"/>
                  </a:lnTo>
                  <a:lnTo>
                    <a:pt x="6" y="15"/>
                  </a:lnTo>
                  <a:lnTo>
                    <a:pt x="6" y="15"/>
                  </a:lnTo>
                  <a:lnTo>
                    <a:pt x="6" y="15"/>
                  </a:lnTo>
                  <a:lnTo>
                    <a:pt x="6" y="15"/>
                  </a:lnTo>
                  <a:lnTo>
                    <a:pt x="9" y="13"/>
                  </a:lnTo>
                  <a:lnTo>
                    <a:pt x="9" y="13"/>
                  </a:lnTo>
                  <a:lnTo>
                    <a:pt x="9" y="13"/>
                  </a:lnTo>
                  <a:lnTo>
                    <a:pt x="9" y="13"/>
                  </a:lnTo>
                  <a:lnTo>
                    <a:pt x="11" y="11"/>
                  </a:lnTo>
                  <a:lnTo>
                    <a:pt x="11" y="11"/>
                  </a:lnTo>
                  <a:lnTo>
                    <a:pt x="11" y="11"/>
                  </a:lnTo>
                  <a:lnTo>
                    <a:pt x="11" y="11"/>
                  </a:lnTo>
                  <a:lnTo>
                    <a:pt x="11" y="11"/>
                  </a:lnTo>
                  <a:lnTo>
                    <a:pt x="11" y="11"/>
                  </a:lnTo>
                  <a:lnTo>
                    <a:pt x="11" y="11"/>
                  </a:lnTo>
                  <a:lnTo>
                    <a:pt x="11" y="11"/>
                  </a:lnTo>
                  <a:lnTo>
                    <a:pt x="12" y="11"/>
                  </a:lnTo>
                  <a:lnTo>
                    <a:pt x="12" y="11"/>
                  </a:lnTo>
                  <a:lnTo>
                    <a:pt x="12" y="11"/>
                  </a:lnTo>
                  <a:lnTo>
                    <a:pt x="12" y="11"/>
                  </a:lnTo>
                  <a:lnTo>
                    <a:pt x="12" y="11"/>
                  </a:lnTo>
                  <a:lnTo>
                    <a:pt x="12" y="11"/>
                  </a:lnTo>
                  <a:lnTo>
                    <a:pt x="12" y="11"/>
                  </a:lnTo>
                  <a:lnTo>
                    <a:pt x="12" y="11"/>
                  </a:lnTo>
                  <a:lnTo>
                    <a:pt x="14" y="10"/>
                  </a:lnTo>
                  <a:lnTo>
                    <a:pt x="14" y="10"/>
                  </a:lnTo>
                  <a:lnTo>
                    <a:pt x="14" y="10"/>
                  </a:lnTo>
                  <a:lnTo>
                    <a:pt x="14" y="10"/>
                  </a:lnTo>
                  <a:lnTo>
                    <a:pt x="15" y="8"/>
                  </a:lnTo>
                  <a:lnTo>
                    <a:pt x="15" y="8"/>
                  </a:lnTo>
                  <a:lnTo>
                    <a:pt x="15" y="7"/>
                  </a:lnTo>
                  <a:lnTo>
                    <a:pt x="15" y="7"/>
                  </a:lnTo>
                  <a:lnTo>
                    <a:pt x="17" y="5"/>
                  </a:lnTo>
                  <a:lnTo>
                    <a:pt x="17" y="5"/>
                  </a:lnTo>
                  <a:lnTo>
                    <a:pt x="17" y="4"/>
                  </a:lnTo>
                  <a:lnTo>
                    <a:pt x="17" y="4"/>
                  </a:lnTo>
                  <a:lnTo>
                    <a:pt x="17" y="2"/>
                  </a:lnTo>
                  <a:lnTo>
                    <a:pt x="17" y="2"/>
                  </a:lnTo>
                  <a:lnTo>
                    <a:pt x="17" y="1"/>
                  </a:lnTo>
                  <a:lnTo>
                    <a:pt x="17" y="1"/>
                  </a:lnTo>
                  <a:lnTo>
                    <a:pt x="18" y="0"/>
                  </a:lnTo>
                  <a:lnTo>
                    <a:pt x="17" y="1"/>
                  </a:lnTo>
                  <a:lnTo>
                    <a:pt x="17" y="1"/>
                  </a:lnTo>
                  <a:lnTo>
                    <a:pt x="16" y="1"/>
                  </a:lnTo>
                  <a:lnTo>
                    <a:pt x="16" y="1"/>
                  </a:lnTo>
                  <a:lnTo>
                    <a:pt x="14" y="4"/>
                  </a:lnTo>
                  <a:lnTo>
                    <a:pt x="14" y="4"/>
                  </a:lnTo>
                  <a:lnTo>
                    <a:pt x="14" y="4"/>
                  </a:lnTo>
                  <a:lnTo>
                    <a:pt x="14" y="4"/>
                  </a:lnTo>
                  <a:lnTo>
                    <a:pt x="12" y="6"/>
                  </a:lnTo>
                  <a:lnTo>
                    <a:pt x="12" y="6"/>
                  </a:lnTo>
                  <a:lnTo>
                    <a:pt x="12" y="6"/>
                  </a:lnTo>
                  <a:lnTo>
                    <a:pt x="12" y="6"/>
                  </a:lnTo>
                  <a:lnTo>
                    <a:pt x="11" y="6"/>
                  </a:lnTo>
                  <a:lnTo>
                    <a:pt x="11" y="6"/>
                  </a:lnTo>
                  <a:lnTo>
                    <a:pt x="11" y="6"/>
                  </a:lnTo>
                  <a:lnTo>
                    <a:pt x="11" y="6"/>
                  </a:lnTo>
                  <a:lnTo>
                    <a:pt x="9" y="6"/>
                  </a:lnTo>
                  <a:lnTo>
                    <a:pt x="9" y="6"/>
                  </a:lnTo>
                  <a:lnTo>
                    <a:pt x="9" y="6"/>
                  </a:lnTo>
                  <a:lnTo>
                    <a:pt x="9" y="6"/>
                  </a:lnTo>
                  <a:lnTo>
                    <a:pt x="9" y="6"/>
                  </a:lnTo>
                  <a:lnTo>
                    <a:pt x="9" y="6"/>
                  </a:lnTo>
                  <a:lnTo>
                    <a:pt x="9" y="6"/>
                  </a:lnTo>
                  <a:lnTo>
                    <a:pt x="9" y="5"/>
                  </a:lnTo>
                  <a:lnTo>
                    <a:pt x="9" y="5"/>
                  </a:lnTo>
                  <a:lnTo>
                    <a:pt x="9" y="5"/>
                  </a:lnTo>
                  <a:lnTo>
                    <a:pt x="9" y="5"/>
                  </a:lnTo>
                  <a:lnTo>
                    <a:pt x="9" y="5"/>
                  </a:lnTo>
                  <a:lnTo>
                    <a:pt x="9" y="5"/>
                  </a:lnTo>
                  <a:lnTo>
                    <a:pt x="9" y="5"/>
                  </a:lnTo>
                  <a:lnTo>
                    <a:pt x="9" y="5"/>
                  </a:lnTo>
                  <a:lnTo>
                    <a:pt x="9" y="3"/>
                  </a:lnTo>
                  <a:lnTo>
                    <a:pt x="9" y="3"/>
                  </a:lnTo>
                </a:path>
              </a:pathLst>
            </a:custGeom>
            <a:solidFill>
              <a:srgbClr val="a1009f"/>
            </a:solidFill>
            <a:ln w="18360">
              <a:solidFill>
                <a:srgbClr val="000000"/>
              </a:solidFill>
              <a:round/>
            </a:ln>
          </p:spPr>
          <p:style>
            <a:lnRef idx="0"/>
            <a:fillRef idx="0"/>
            <a:effectRef idx="0"/>
            <a:fontRef idx="minor"/>
          </p:style>
          <p:txBody>
            <a:bodyPr lIns="90000" rIns="90000" tIns="-20160" bIns="-20160" anchor="t">
              <a:noAutofit/>
            </a:bodyPr>
            <a:p>
              <a:endParaRPr b="0" lang="en-IN" sz="2400" strike="noStrike" u="none">
                <a:solidFill>
                  <a:srgbClr val="ffffff"/>
                </a:solidFill>
                <a:effectLst/>
                <a:uFillTx/>
                <a:latin typeface="Times New Roman"/>
              </a:endParaRPr>
            </a:p>
          </p:txBody>
        </p:sp>
        <p:sp>
          <p:nvSpPr>
            <p:cNvPr id="706" name=""/>
            <p:cNvSpPr/>
            <p:nvPr/>
          </p:nvSpPr>
          <p:spPr>
            <a:xfrm>
              <a:off x="8129520" y="5092560"/>
              <a:ext cx="20880" cy="24120"/>
            </a:xfrm>
            <a:custGeom>
              <a:avLst/>
              <a:gdLst/>
              <a:ahLst/>
              <a:rect l="l" t="t" r="r" b="b"/>
              <a:pathLst>
                <a:path w="13" h="15">
                  <a:moveTo>
                    <a:pt x="7" y="0"/>
                  </a:moveTo>
                  <a:lnTo>
                    <a:pt x="6" y="1"/>
                  </a:lnTo>
                  <a:lnTo>
                    <a:pt x="6" y="1"/>
                  </a:lnTo>
                  <a:lnTo>
                    <a:pt x="5" y="1"/>
                  </a:lnTo>
                  <a:lnTo>
                    <a:pt x="5" y="1"/>
                  </a:lnTo>
                  <a:lnTo>
                    <a:pt x="3" y="2"/>
                  </a:lnTo>
                  <a:lnTo>
                    <a:pt x="3" y="2"/>
                  </a:lnTo>
                  <a:lnTo>
                    <a:pt x="3" y="2"/>
                  </a:lnTo>
                  <a:lnTo>
                    <a:pt x="3" y="2"/>
                  </a:lnTo>
                  <a:lnTo>
                    <a:pt x="1" y="4"/>
                  </a:lnTo>
                  <a:lnTo>
                    <a:pt x="1" y="4"/>
                  </a:lnTo>
                  <a:lnTo>
                    <a:pt x="1" y="4"/>
                  </a:lnTo>
                  <a:lnTo>
                    <a:pt x="1" y="4"/>
                  </a:lnTo>
                  <a:lnTo>
                    <a:pt x="0" y="6"/>
                  </a:lnTo>
                  <a:lnTo>
                    <a:pt x="0" y="6"/>
                  </a:lnTo>
                  <a:lnTo>
                    <a:pt x="0" y="6"/>
                  </a:lnTo>
                  <a:lnTo>
                    <a:pt x="0" y="6"/>
                  </a:lnTo>
                  <a:lnTo>
                    <a:pt x="0" y="8"/>
                  </a:lnTo>
                  <a:lnTo>
                    <a:pt x="0" y="8"/>
                  </a:lnTo>
                  <a:lnTo>
                    <a:pt x="0" y="8"/>
                  </a:lnTo>
                  <a:lnTo>
                    <a:pt x="0" y="8"/>
                  </a:lnTo>
                  <a:lnTo>
                    <a:pt x="0" y="10"/>
                  </a:lnTo>
                  <a:lnTo>
                    <a:pt x="0" y="10"/>
                  </a:lnTo>
                  <a:lnTo>
                    <a:pt x="0" y="10"/>
                  </a:lnTo>
                  <a:lnTo>
                    <a:pt x="2" y="10"/>
                  </a:lnTo>
                  <a:lnTo>
                    <a:pt x="2" y="12"/>
                  </a:lnTo>
                  <a:lnTo>
                    <a:pt x="2" y="12"/>
                  </a:lnTo>
                  <a:lnTo>
                    <a:pt x="2" y="12"/>
                  </a:lnTo>
                  <a:lnTo>
                    <a:pt x="4" y="12"/>
                  </a:lnTo>
                  <a:lnTo>
                    <a:pt x="4" y="14"/>
                  </a:lnTo>
                  <a:lnTo>
                    <a:pt x="4" y="14"/>
                  </a:lnTo>
                  <a:lnTo>
                    <a:pt x="4" y="14"/>
                  </a:lnTo>
                  <a:lnTo>
                    <a:pt x="6" y="14"/>
                  </a:lnTo>
                  <a:lnTo>
                    <a:pt x="6" y="14"/>
                  </a:lnTo>
                  <a:lnTo>
                    <a:pt x="6" y="14"/>
                  </a:lnTo>
                  <a:lnTo>
                    <a:pt x="6" y="14"/>
                  </a:lnTo>
                  <a:lnTo>
                    <a:pt x="7" y="14"/>
                  </a:lnTo>
                  <a:lnTo>
                    <a:pt x="7" y="14"/>
                  </a:lnTo>
                  <a:lnTo>
                    <a:pt x="7" y="14"/>
                  </a:lnTo>
                  <a:lnTo>
                    <a:pt x="7" y="14"/>
                  </a:lnTo>
                  <a:lnTo>
                    <a:pt x="9" y="14"/>
                  </a:lnTo>
                  <a:lnTo>
                    <a:pt x="9" y="14"/>
                  </a:lnTo>
                  <a:lnTo>
                    <a:pt x="9" y="14"/>
                  </a:lnTo>
                  <a:lnTo>
                    <a:pt x="9" y="14"/>
                  </a:lnTo>
                  <a:lnTo>
                    <a:pt x="10" y="14"/>
                  </a:lnTo>
                  <a:lnTo>
                    <a:pt x="10" y="14"/>
                  </a:lnTo>
                  <a:lnTo>
                    <a:pt x="10" y="14"/>
                  </a:lnTo>
                  <a:lnTo>
                    <a:pt x="10" y="14"/>
                  </a:lnTo>
                  <a:lnTo>
                    <a:pt x="12" y="11"/>
                  </a:lnTo>
                  <a:lnTo>
                    <a:pt x="12" y="11"/>
                  </a:lnTo>
                  <a:lnTo>
                    <a:pt x="12" y="11"/>
                  </a:lnTo>
                  <a:lnTo>
                    <a:pt x="12" y="11"/>
                  </a:lnTo>
                  <a:lnTo>
                    <a:pt x="12" y="11"/>
                  </a:lnTo>
                  <a:lnTo>
                    <a:pt x="12" y="11"/>
                  </a:lnTo>
                  <a:lnTo>
                    <a:pt x="12" y="11"/>
                  </a:lnTo>
                  <a:lnTo>
                    <a:pt x="12" y="11"/>
                  </a:lnTo>
                  <a:lnTo>
                    <a:pt x="12" y="9"/>
                  </a:lnTo>
                  <a:lnTo>
                    <a:pt x="11" y="9"/>
                  </a:lnTo>
                  <a:lnTo>
                    <a:pt x="11" y="9"/>
                  </a:lnTo>
                  <a:lnTo>
                    <a:pt x="11" y="9"/>
                  </a:lnTo>
                  <a:lnTo>
                    <a:pt x="11" y="7"/>
                  </a:lnTo>
                  <a:lnTo>
                    <a:pt x="11" y="7"/>
                  </a:lnTo>
                  <a:lnTo>
                    <a:pt x="11" y="7"/>
                  </a:lnTo>
                  <a:lnTo>
                    <a:pt x="11" y="7"/>
                  </a:lnTo>
                  <a:lnTo>
                    <a:pt x="11" y="6"/>
                  </a:lnTo>
                  <a:lnTo>
                    <a:pt x="9" y="6"/>
                  </a:lnTo>
                  <a:lnTo>
                    <a:pt x="9" y="6"/>
                  </a:lnTo>
                  <a:lnTo>
                    <a:pt x="9" y="6"/>
                  </a:lnTo>
                  <a:lnTo>
                    <a:pt x="9" y="4"/>
                  </a:lnTo>
                  <a:lnTo>
                    <a:pt x="8" y="4"/>
                  </a:lnTo>
                  <a:lnTo>
                    <a:pt x="8" y="4"/>
                  </a:lnTo>
                  <a:lnTo>
                    <a:pt x="8" y="4"/>
                  </a:lnTo>
                  <a:lnTo>
                    <a:pt x="8" y="2"/>
                  </a:lnTo>
                  <a:lnTo>
                    <a:pt x="7" y="2"/>
                  </a:lnTo>
                  <a:lnTo>
                    <a:pt x="7" y="2"/>
                  </a:lnTo>
                  <a:lnTo>
                    <a:pt x="7" y="2"/>
                  </a:lnTo>
                  <a:lnTo>
                    <a:pt x="7" y="1"/>
                  </a:lnTo>
                  <a:lnTo>
                    <a:pt x="7" y="1"/>
                  </a:lnTo>
                  <a:lnTo>
                    <a:pt x="7" y="1"/>
                  </a:lnTo>
                  <a:lnTo>
                    <a:pt x="7" y="1"/>
                  </a:lnTo>
                  <a:lnTo>
                    <a:pt x="7" y="0"/>
                  </a:lnTo>
                  <a:lnTo>
                    <a:pt x="7" y="0"/>
                  </a:lnTo>
                </a:path>
              </a:pathLst>
            </a:custGeom>
            <a:solidFill>
              <a:srgbClr val="a1009f"/>
            </a:solidFill>
            <a:ln w="18360">
              <a:solidFill>
                <a:srgbClr val="000000"/>
              </a:solidFill>
              <a:round/>
            </a:ln>
          </p:spPr>
          <p:style>
            <a:lnRef idx="0"/>
            <a:fillRef idx="0"/>
            <a:effectRef idx="0"/>
            <a:fontRef idx="minor"/>
          </p:style>
          <p:txBody>
            <a:bodyPr lIns="90000" rIns="90000" tIns="-22680" bIns="-22680" anchor="t">
              <a:noAutofit/>
            </a:bodyPr>
            <a:p>
              <a:endParaRPr b="0" lang="en-IN" sz="2400" strike="noStrike" u="none">
                <a:solidFill>
                  <a:srgbClr val="ffffff"/>
                </a:solidFill>
                <a:effectLst/>
                <a:uFillTx/>
                <a:latin typeface="Times New Roman"/>
              </a:endParaRPr>
            </a:p>
          </p:txBody>
        </p:sp>
        <p:sp>
          <p:nvSpPr>
            <p:cNvPr id="707" name=""/>
            <p:cNvSpPr/>
            <p:nvPr/>
          </p:nvSpPr>
          <p:spPr>
            <a:xfrm>
              <a:off x="8094600" y="5114880"/>
              <a:ext cx="25560" cy="17640"/>
            </a:xfrm>
            <a:custGeom>
              <a:avLst/>
              <a:gdLst/>
              <a:ahLst/>
              <a:rect l="l" t="t" r="r" b="b"/>
              <a:pathLst>
                <a:path w="16" h="11">
                  <a:moveTo>
                    <a:pt x="15" y="0"/>
                  </a:moveTo>
                  <a:lnTo>
                    <a:pt x="15" y="1"/>
                  </a:lnTo>
                  <a:lnTo>
                    <a:pt x="15" y="1"/>
                  </a:lnTo>
                  <a:lnTo>
                    <a:pt x="15" y="1"/>
                  </a:lnTo>
                  <a:lnTo>
                    <a:pt x="15" y="1"/>
                  </a:lnTo>
                  <a:lnTo>
                    <a:pt x="15" y="1"/>
                  </a:lnTo>
                  <a:lnTo>
                    <a:pt x="15" y="1"/>
                  </a:lnTo>
                  <a:lnTo>
                    <a:pt x="15" y="1"/>
                  </a:lnTo>
                  <a:lnTo>
                    <a:pt x="15" y="1"/>
                  </a:lnTo>
                  <a:lnTo>
                    <a:pt x="15" y="2"/>
                  </a:lnTo>
                  <a:lnTo>
                    <a:pt x="15" y="2"/>
                  </a:lnTo>
                  <a:lnTo>
                    <a:pt x="15" y="2"/>
                  </a:lnTo>
                  <a:lnTo>
                    <a:pt x="15" y="2"/>
                  </a:lnTo>
                  <a:lnTo>
                    <a:pt x="15" y="2"/>
                  </a:lnTo>
                  <a:lnTo>
                    <a:pt x="15" y="2"/>
                  </a:lnTo>
                  <a:lnTo>
                    <a:pt x="15" y="2"/>
                  </a:lnTo>
                  <a:lnTo>
                    <a:pt x="15" y="2"/>
                  </a:lnTo>
                  <a:lnTo>
                    <a:pt x="14" y="4"/>
                  </a:lnTo>
                  <a:lnTo>
                    <a:pt x="14" y="4"/>
                  </a:lnTo>
                  <a:lnTo>
                    <a:pt x="14" y="5"/>
                  </a:lnTo>
                  <a:lnTo>
                    <a:pt x="14" y="5"/>
                  </a:lnTo>
                  <a:lnTo>
                    <a:pt x="12" y="7"/>
                  </a:lnTo>
                  <a:lnTo>
                    <a:pt x="12" y="7"/>
                  </a:lnTo>
                  <a:lnTo>
                    <a:pt x="12" y="7"/>
                  </a:lnTo>
                  <a:lnTo>
                    <a:pt x="12" y="7"/>
                  </a:lnTo>
                  <a:lnTo>
                    <a:pt x="9" y="8"/>
                  </a:lnTo>
                  <a:lnTo>
                    <a:pt x="9" y="8"/>
                  </a:lnTo>
                  <a:lnTo>
                    <a:pt x="9" y="8"/>
                  </a:lnTo>
                  <a:lnTo>
                    <a:pt x="9" y="8"/>
                  </a:lnTo>
                  <a:lnTo>
                    <a:pt x="8" y="9"/>
                  </a:lnTo>
                  <a:lnTo>
                    <a:pt x="8" y="9"/>
                  </a:lnTo>
                  <a:lnTo>
                    <a:pt x="8" y="9"/>
                  </a:lnTo>
                  <a:lnTo>
                    <a:pt x="8" y="9"/>
                  </a:lnTo>
                  <a:lnTo>
                    <a:pt x="7" y="10"/>
                  </a:lnTo>
                  <a:lnTo>
                    <a:pt x="7" y="10"/>
                  </a:lnTo>
                  <a:lnTo>
                    <a:pt x="7" y="10"/>
                  </a:lnTo>
                  <a:lnTo>
                    <a:pt x="7" y="10"/>
                  </a:lnTo>
                  <a:lnTo>
                    <a:pt x="4" y="10"/>
                  </a:lnTo>
                  <a:lnTo>
                    <a:pt x="4" y="10"/>
                  </a:lnTo>
                  <a:lnTo>
                    <a:pt x="4" y="10"/>
                  </a:lnTo>
                  <a:lnTo>
                    <a:pt x="4" y="10"/>
                  </a:lnTo>
                  <a:lnTo>
                    <a:pt x="2" y="10"/>
                  </a:lnTo>
                  <a:lnTo>
                    <a:pt x="2" y="10"/>
                  </a:lnTo>
                  <a:lnTo>
                    <a:pt x="2" y="10"/>
                  </a:lnTo>
                  <a:lnTo>
                    <a:pt x="2" y="8"/>
                  </a:lnTo>
                  <a:lnTo>
                    <a:pt x="1" y="8"/>
                  </a:lnTo>
                  <a:lnTo>
                    <a:pt x="1" y="8"/>
                  </a:lnTo>
                  <a:lnTo>
                    <a:pt x="1" y="8"/>
                  </a:lnTo>
                  <a:lnTo>
                    <a:pt x="1" y="7"/>
                  </a:lnTo>
                  <a:lnTo>
                    <a:pt x="0" y="7"/>
                  </a:lnTo>
                  <a:lnTo>
                    <a:pt x="0" y="7"/>
                  </a:lnTo>
                  <a:lnTo>
                    <a:pt x="0" y="7"/>
                  </a:lnTo>
                  <a:lnTo>
                    <a:pt x="0" y="7"/>
                  </a:lnTo>
                  <a:lnTo>
                    <a:pt x="0" y="7"/>
                  </a:lnTo>
                  <a:lnTo>
                    <a:pt x="0" y="7"/>
                  </a:lnTo>
                  <a:lnTo>
                    <a:pt x="0" y="7"/>
                  </a:lnTo>
                  <a:lnTo>
                    <a:pt x="0" y="5"/>
                  </a:lnTo>
                  <a:lnTo>
                    <a:pt x="0" y="5"/>
                  </a:lnTo>
                  <a:lnTo>
                    <a:pt x="0" y="5"/>
                  </a:lnTo>
                  <a:lnTo>
                    <a:pt x="0" y="5"/>
                  </a:lnTo>
                  <a:lnTo>
                    <a:pt x="0" y="4"/>
                  </a:lnTo>
                  <a:lnTo>
                    <a:pt x="0" y="4"/>
                  </a:lnTo>
                  <a:lnTo>
                    <a:pt x="0" y="4"/>
                  </a:lnTo>
                  <a:lnTo>
                    <a:pt x="0" y="4"/>
                  </a:lnTo>
                  <a:lnTo>
                    <a:pt x="0" y="2"/>
                  </a:lnTo>
                  <a:lnTo>
                    <a:pt x="0" y="2"/>
                  </a:lnTo>
                  <a:lnTo>
                    <a:pt x="0" y="2"/>
                  </a:lnTo>
                  <a:lnTo>
                    <a:pt x="0" y="2"/>
                  </a:lnTo>
                  <a:lnTo>
                    <a:pt x="0" y="2"/>
                  </a:lnTo>
                  <a:lnTo>
                    <a:pt x="0" y="2"/>
                  </a:lnTo>
                  <a:lnTo>
                    <a:pt x="0" y="2"/>
                  </a:lnTo>
                  <a:lnTo>
                    <a:pt x="0" y="2"/>
                  </a:lnTo>
                  <a:lnTo>
                    <a:pt x="2" y="2"/>
                  </a:lnTo>
                  <a:lnTo>
                    <a:pt x="2" y="2"/>
                  </a:lnTo>
                  <a:lnTo>
                    <a:pt x="2" y="2"/>
                  </a:lnTo>
                  <a:lnTo>
                    <a:pt x="2" y="2"/>
                  </a:lnTo>
                  <a:lnTo>
                    <a:pt x="4" y="2"/>
                  </a:lnTo>
                  <a:lnTo>
                    <a:pt x="4" y="2"/>
                  </a:lnTo>
                  <a:lnTo>
                    <a:pt x="4" y="2"/>
                  </a:lnTo>
                  <a:lnTo>
                    <a:pt x="4" y="2"/>
                  </a:lnTo>
                  <a:lnTo>
                    <a:pt x="6" y="0"/>
                  </a:lnTo>
                  <a:lnTo>
                    <a:pt x="6" y="0"/>
                  </a:lnTo>
                  <a:lnTo>
                    <a:pt x="6" y="0"/>
                  </a:lnTo>
                  <a:lnTo>
                    <a:pt x="6" y="0"/>
                  </a:lnTo>
                  <a:lnTo>
                    <a:pt x="6" y="0"/>
                  </a:lnTo>
                  <a:lnTo>
                    <a:pt x="6" y="0"/>
                  </a:lnTo>
                  <a:lnTo>
                    <a:pt x="6" y="0"/>
                  </a:lnTo>
                  <a:lnTo>
                    <a:pt x="6" y="0"/>
                  </a:lnTo>
                  <a:lnTo>
                    <a:pt x="7" y="0"/>
                  </a:lnTo>
                  <a:lnTo>
                    <a:pt x="7" y="0"/>
                  </a:lnTo>
                  <a:lnTo>
                    <a:pt x="7" y="0"/>
                  </a:lnTo>
                  <a:lnTo>
                    <a:pt x="7" y="0"/>
                  </a:lnTo>
                  <a:lnTo>
                    <a:pt x="8" y="0"/>
                  </a:lnTo>
                  <a:lnTo>
                    <a:pt x="8" y="0"/>
                  </a:lnTo>
                  <a:lnTo>
                    <a:pt x="8" y="0"/>
                  </a:lnTo>
                  <a:lnTo>
                    <a:pt x="8" y="0"/>
                  </a:lnTo>
                  <a:lnTo>
                    <a:pt x="9" y="0"/>
                  </a:lnTo>
                  <a:lnTo>
                    <a:pt x="9" y="0"/>
                  </a:lnTo>
                  <a:lnTo>
                    <a:pt x="9" y="0"/>
                  </a:lnTo>
                  <a:lnTo>
                    <a:pt x="9" y="0"/>
                  </a:lnTo>
                  <a:lnTo>
                    <a:pt x="9" y="0"/>
                  </a:lnTo>
                  <a:lnTo>
                    <a:pt x="9" y="0"/>
                  </a:lnTo>
                  <a:lnTo>
                    <a:pt x="9" y="0"/>
                  </a:lnTo>
                  <a:lnTo>
                    <a:pt x="9" y="0"/>
                  </a:lnTo>
                  <a:lnTo>
                    <a:pt x="11" y="0"/>
                  </a:lnTo>
                  <a:lnTo>
                    <a:pt x="11" y="0"/>
                  </a:lnTo>
                  <a:lnTo>
                    <a:pt x="11" y="0"/>
                  </a:lnTo>
                  <a:lnTo>
                    <a:pt x="11" y="0"/>
                  </a:lnTo>
                  <a:lnTo>
                    <a:pt x="13" y="0"/>
                  </a:lnTo>
                  <a:lnTo>
                    <a:pt x="13" y="0"/>
                  </a:lnTo>
                  <a:lnTo>
                    <a:pt x="13" y="0"/>
                  </a:lnTo>
                  <a:lnTo>
                    <a:pt x="13" y="0"/>
                  </a:lnTo>
                  <a:lnTo>
                    <a:pt x="15" y="0"/>
                  </a:lnTo>
                  <a:lnTo>
                    <a:pt x="15" y="0"/>
                  </a:lnTo>
                </a:path>
              </a:pathLst>
            </a:custGeom>
            <a:solidFill>
              <a:srgbClr val="a1009f"/>
            </a:solidFill>
            <a:ln w="18360">
              <a:solidFill>
                <a:srgbClr val="000000"/>
              </a:solidFill>
              <a:round/>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708" name=""/>
            <p:cNvSpPr/>
            <p:nvPr/>
          </p:nvSpPr>
          <p:spPr>
            <a:xfrm>
              <a:off x="8080200" y="5133960"/>
              <a:ext cx="22320" cy="25560"/>
            </a:xfrm>
            <a:custGeom>
              <a:avLst/>
              <a:gdLst/>
              <a:ahLst/>
              <a:rect l="l" t="t" r="r" b="b"/>
              <a:pathLst>
                <a:path w="14" h="16">
                  <a:moveTo>
                    <a:pt x="13" y="0"/>
                  </a:moveTo>
                  <a:lnTo>
                    <a:pt x="12" y="1"/>
                  </a:lnTo>
                  <a:lnTo>
                    <a:pt x="12" y="1"/>
                  </a:lnTo>
                  <a:lnTo>
                    <a:pt x="12" y="2"/>
                  </a:lnTo>
                  <a:lnTo>
                    <a:pt x="12" y="2"/>
                  </a:lnTo>
                  <a:lnTo>
                    <a:pt x="12" y="4"/>
                  </a:lnTo>
                  <a:lnTo>
                    <a:pt x="12" y="4"/>
                  </a:lnTo>
                  <a:lnTo>
                    <a:pt x="12" y="4"/>
                  </a:lnTo>
                  <a:lnTo>
                    <a:pt x="12" y="4"/>
                  </a:lnTo>
                  <a:lnTo>
                    <a:pt x="12" y="6"/>
                  </a:lnTo>
                  <a:lnTo>
                    <a:pt x="12" y="6"/>
                  </a:lnTo>
                  <a:lnTo>
                    <a:pt x="12" y="7"/>
                  </a:lnTo>
                  <a:lnTo>
                    <a:pt x="12" y="7"/>
                  </a:lnTo>
                  <a:lnTo>
                    <a:pt x="12" y="9"/>
                  </a:lnTo>
                  <a:lnTo>
                    <a:pt x="12" y="9"/>
                  </a:lnTo>
                  <a:lnTo>
                    <a:pt x="12" y="9"/>
                  </a:lnTo>
                  <a:lnTo>
                    <a:pt x="12" y="9"/>
                  </a:lnTo>
                  <a:lnTo>
                    <a:pt x="11" y="11"/>
                  </a:lnTo>
                  <a:lnTo>
                    <a:pt x="11" y="11"/>
                  </a:lnTo>
                  <a:lnTo>
                    <a:pt x="11" y="11"/>
                  </a:lnTo>
                  <a:lnTo>
                    <a:pt x="11" y="11"/>
                  </a:lnTo>
                  <a:lnTo>
                    <a:pt x="9" y="13"/>
                  </a:lnTo>
                  <a:lnTo>
                    <a:pt x="9" y="13"/>
                  </a:lnTo>
                  <a:lnTo>
                    <a:pt x="9" y="13"/>
                  </a:lnTo>
                  <a:lnTo>
                    <a:pt x="9" y="13"/>
                  </a:lnTo>
                  <a:lnTo>
                    <a:pt x="8" y="15"/>
                  </a:lnTo>
                  <a:lnTo>
                    <a:pt x="8" y="15"/>
                  </a:lnTo>
                  <a:lnTo>
                    <a:pt x="8" y="15"/>
                  </a:lnTo>
                  <a:lnTo>
                    <a:pt x="8" y="15"/>
                  </a:lnTo>
                  <a:lnTo>
                    <a:pt x="6" y="15"/>
                  </a:lnTo>
                  <a:lnTo>
                    <a:pt x="6" y="15"/>
                  </a:lnTo>
                  <a:lnTo>
                    <a:pt x="6" y="15"/>
                  </a:lnTo>
                  <a:lnTo>
                    <a:pt x="6" y="15"/>
                  </a:lnTo>
                  <a:lnTo>
                    <a:pt x="5" y="15"/>
                  </a:lnTo>
                  <a:lnTo>
                    <a:pt x="5" y="15"/>
                  </a:lnTo>
                  <a:lnTo>
                    <a:pt x="5" y="15"/>
                  </a:lnTo>
                  <a:lnTo>
                    <a:pt x="5" y="15"/>
                  </a:lnTo>
                  <a:lnTo>
                    <a:pt x="4" y="15"/>
                  </a:lnTo>
                  <a:lnTo>
                    <a:pt x="4" y="15"/>
                  </a:lnTo>
                  <a:lnTo>
                    <a:pt x="4" y="15"/>
                  </a:lnTo>
                  <a:lnTo>
                    <a:pt x="4" y="15"/>
                  </a:lnTo>
                  <a:lnTo>
                    <a:pt x="2" y="15"/>
                  </a:lnTo>
                  <a:lnTo>
                    <a:pt x="2" y="15"/>
                  </a:lnTo>
                  <a:lnTo>
                    <a:pt x="2" y="15"/>
                  </a:lnTo>
                  <a:lnTo>
                    <a:pt x="2" y="15"/>
                  </a:lnTo>
                  <a:lnTo>
                    <a:pt x="1" y="15"/>
                  </a:lnTo>
                  <a:lnTo>
                    <a:pt x="1" y="15"/>
                  </a:lnTo>
                  <a:lnTo>
                    <a:pt x="1" y="15"/>
                  </a:lnTo>
                  <a:lnTo>
                    <a:pt x="1" y="13"/>
                  </a:lnTo>
                  <a:lnTo>
                    <a:pt x="0" y="13"/>
                  </a:lnTo>
                  <a:lnTo>
                    <a:pt x="0" y="13"/>
                  </a:lnTo>
                  <a:lnTo>
                    <a:pt x="0" y="13"/>
                  </a:lnTo>
                  <a:lnTo>
                    <a:pt x="0" y="12"/>
                  </a:lnTo>
                  <a:lnTo>
                    <a:pt x="0" y="12"/>
                  </a:lnTo>
                  <a:lnTo>
                    <a:pt x="0" y="12"/>
                  </a:lnTo>
                  <a:lnTo>
                    <a:pt x="0" y="12"/>
                  </a:lnTo>
                  <a:lnTo>
                    <a:pt x="0" y="11"/>
                  </a:lnTo>
                  <a:lnTo>
                    <a:pt x="0" y="11"/>
                  </a:lnTo>
                  <a:lnTo>
                    <a:pt x="0" y="11"/>
                  </a:lnTo>
                  <a:lnTo>
                    <a:pt x="0" y="11"/>
                  </a:lnTo>
                  <a:lnTo>
                    <a:pt x="0" y="10"/>
                  </a:lnTo>
                  <a:lnTo>
                    <a:pt x="0" y="10"/>
                  </a:lnTo>
                  <a:lnTo>
                    <a:pt x="0" y="10"/>
                  </a:lnTo>
                  <a:lnTo>
                    <a:pt x="0" y="10"/>
                  </a:lnTo>
                  <a:lnTo>
                    <a:pt x="0" y="8"/>
                  </a:lnTo>
                  <a:lnTo>
                    <a:pt x="0" y="8"/>
                  </a:lnTo>
                  <a:lnTo>
                    <a:pt x="0" y="8"/>
                  </a:lnTo>
                  <a:lnTo>
                    <a:pt x="0" y="8"/>
                  </a:lnTo>
                  <a:lnTo>
                    <a:pt x="0" y="8"/>
                  </a:lnTo>
                  <a:lnTo>
                    <a:pt x="0" y="8"/>
                  </a:lnTo>
                  <a:lnTo>
                    <a:pt x="0" y="8"/>
                  </a:lnTo>
                  <a:lnTo>
                    <a:pt x="0" y="8"/>
                  </a:lnTo>
                  <a:lnTo>
                    <a:pt x="1" y="8"/>
                  </a:lnTo>
                  <a:lnTo>
                    <a:pt x="1" y="8"/>
                  </a:lnTo>
                  <a:lnTo>
                    <a:pt x="1" y="8"/>
                  </a:lnTo>
                  <a:lnTo>
                    <a:pt x="1" y="8"/>
                  </a:lnTo>
                  <a:lnTo>
                    <a:pt x="1" y="8"/>
                  </a:lnTo>
                  <a:lnTo>
                    <a:pt x="1" y="8"/>
                  </a:lnTo>
                  <a:lnTo>
                    <a:pt x="1" y="8"/>
                  </a:lnTo>
                  <a:lnTo>
                    <a:pt x="1" y="8"/>
                  </a:lnTo>
                  <a:lnTo>
                    <a:pt x="3" y="7"/>
                  </a:lnTo>
                  <a:lnTo>
                    <a:pt x="3" y="7"/>
                  </a:lnTo>
                  <a:lnTo>
                    <a:pt x="3" y="7"/>
                  </a:lnTo>
                  <a:lnTo>
                    <a:pt x="3" y="7"/>
                  </a:lnTo>
                  <a:lnTo>
                    <a:pt x="3" y="7"/>
                  </a:lnTo>
                  <a:lnTo>
                    <a:pt x="3" y="7"/>
                  </a:lnTo>
                  <a:lnTo>
                    <a:pt x="3" y="7"/>
                  </a:lnTo>
                  <a:lnTo>
                    <a:pt x="3" y="7"/>
                  </a:lnTo>
                  <a:lnTo>
                    <a:pt x="3" y="5"/>
                  </a:lnTo>
                  <a:lnTo>
                    <a:pt x="3" y="5"/>
                  </a:lnTo>
                  <a:lnTo>
                    <a:pt x="3" y="5"/>
                  </a:lnTo>
                  <a:lnTo>
                    <a:pt x="3" y="5"/>
                  </a:lnTo>
                  <a:lnTo>
                    <a:pt x="3" y="4"/>
                  </a:lnTo>
                  <a:lnTo>
                    <a:pt x="3" y="4"/>
                  </a:lnTo>
                  <a:lnTo>
                    <a:pt x="3" y="4"/>
                  </a:lnTo>
                  <a:lnTo>
                    <a:pt x="3" y="4"/>
                  </a:lnTo>
                  <a:lnTo>
                    <a:pt x="3" y="3"/>
                  </a:lnTo>
                  <a:lnTo>
                    <a:pt x="3" y="4"/>
                  </a:lnTo>
                  <a:lnTo>
                    <a:pt x="3" y="4"/>
                  </a:lnTo>
                  <a:lnTo>
                    <a:pt x="3" y="4"/>
                  </a:lnTo>
                  <a:lnTo>
                    <a:pt x="4" y="4"/>
                  </a:lnTo>
                  <a:lnTo>
                    <a:pt x="4" y="4"/>
                  </a:lnTo>
                  <a:lnTo>
                    <a:pt x="4" y="4"/>
                  </a:lnTo>
                  <a:lnTo>
                    <a:pt x="4" y="4"/>
                  </a:lnTo>
                  <a:lnTo>
                    <a:pt x="6" y="4"/>
                  </a:lnTo>
                  <a:lnTo>
                    <a:pt x="6" y="4"/>
                  </a:lnTo>
                  <a:lnTo>
                    <a:pt x="6" y="4"/>
                  </a:lnTo>
                  <a:lnTo>
                    <a:pt x="6" y="4"/>
                  </a:lnTo>
                  <a:lnTo>
                    <a:pt x="8" y="4"/>
                  </a:lnTo>
                  <a:lnTo>
                    <a:pt x="8" y="4"/>
                  </a:lnTo>
                  <a:lnTo>
                    <a:pt x="8" y="4"/>
                  </a:lnTo>
                  <a:lnTo>
                    <a:pt x="8" y="4"/>
                  </a:lnTo>
                  <a:lnTo>
                    <a:pt x="9" y="3"/>
                  </a:lnTo>
                  <a:lnTo>
                    <a:pt x="9" y="3"/>
                  </a:lnTo>
                  <a:lnTo>
                    <a:pt x="9" y="3"/>
                  </a:lnTo>
                  <a:lnTo>
                    <a:pt x="9" y="3"/>
                  </a:lnTo>
                  <a:lnTo>
                    <a:pt x="9" y="3"/>
                  </a:lnTo>
                  <a:lnTo>
                    <a:pt x="9" y="3"/>
                  </a:lnTo>
                  <a:lnTo>
                    <a:pt x="9" y="3"/>
                  </a:lnTo>
                  <a:lnTo>
                    <a:pt x="9" y="3"/>
                  </a:lnTo>
                  <a:lnTo>
                    <a:pt x="9" y="2"/>
                  </a:lnTo>
                  <a:lnTo>
                    <a:pt x="9" y="2"/>
                  </a:lnTo>
                  <a:lnTo>
                    <a:pt x="9" y="2"/>
                  </a:lnTo>
                  <a:lnTo>
                    <a:pt x="9" y="2"/>
                  </a:lnTo>
                  <a:lnTo>
                    <a:pt x="9" y="1"/>
                  </a:lnTo>
                  <a:lnTo>
                    <a:pt x="9" y="1"/>
                  </a:lnTo>
                  <a:lnTo>
                    <a:pt x="9" y="1"/>
                  </a:lnTo>
                  <a:lnTo>
                    <a:pt x="9" y="1"/>
                  </a:lnTo>
                  <a:lnTo>
                    <a:pt x="9" y="0"/>
                  </a:lnTo>
                  <a:lnTo>
                    <a:pt x="9" y="0"/>
                  </a:lnTo>
                  <a:lnTo>
                    <a:pt x="9" y="0"/>
                  </a:lnTo>
                  <a:lnTo>
                    <a:pt x="9" y="0"/>
                  </a:lnTo>
                  <a:lnTo>
                    <a:pt x="9" y="0"/>
                  </a:lnTo>
                  <a:lnTo>
                    <a:pt x="9" y="0"/>
                  </a:lnTo>
                  <a:lnTo>
                    <a:pt x="9" y="0"/>
                  </a:lnTo>
                  <a:lnTo>
                    <a:pt x="9" y="0"/>
                  </a:lnTo>
                  <a:lnTo>
                    <a:pt x="11" y="0"/>
                  </a:lnTo>
                  <a:lnTo>
                    <a:pt x="11" y="0"/>
                  </a:lnTo>
                  <a:lnTo>
                    <a:pt x="11" y="0"/>
                  </a:lnTo>
                  <a:lnTo>
                    <a:pt x="11" y="0"/>
                  </a:lnTo>
                  <a:lnTo>
                    <a:pt x="11" y="0"/>
                  </a:lnTo>
                  <a:lnTo>
                    <a:pt x="11" y="0"/>
                  </a:lnTo>
                  <a:lnTo>
                    <a:pt x="11" y="0"/>
                  </a:lnTo>
                  <a:lnTo>
                    <a:pt x="11" y="0"/>
                  </a:lnTo>
                  <a:lnTo>
                    <a:pt x="13" y="0"/>
                  </a:lnTo>
                  <a:lnTo>
                    <a:pt x="13" y="0"/>
                  </a:lnTo>
                </a:path>
              </a:pathLst>
            </a:custGeom>
            <a:solidFill>
              <a:srgbClr val="a1009f"/>
            </a:solidFill>
            <a:ln w="18360">
              <a:solidFill>
                <a:srgbClr val="000000"/>
              </a:solidFill>
              <a:round/>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709" name=""/>
            <p:cNvSpPr/>
            <p:nvPr/>
          </p:nvSpPr>
          <p:spPr>
            <a:xfrm>
              <a:off x="8050320" y="5157720"/>
              <a:ext cx="31680" cy="44640"/>
            </a:xfrm>
            <a:custGeom>
              <a:avLst/>
              <a:gdLst/>
              <a:ahLst/>
              <a:rect l="l" t="t" r="r" b="b"/>
              <a:pathLst>
                <a:path w="20" h="28">
                  <a:moveTo>
                    <a:pt x="8" y="17"/>
                  </a:moveTo>
                  <a:lnTo>
                    <a:pt x="8" y="18"/>
                  </a:lnTo>
                  <a:lnTo>
                    <a:pt x="8" y="18"/>
                  </a:lnTo>
                  <a:lnTo>
                    <a:pt x="8" y="18"/>
                  </a:lnTo>
                  <a:lnTo>
                    <a:pt x="8" y="18"/>
                  </a:lnTo>
                  <a:lnTo>
                    <a:pt x="8" y="20"/>
                  </a:lnTo>
                  <a:lnTo>
                    <a:pt x="8" y="20"/>
                  </a:lnTo>
                  <a:lnTo>
                    <a:pt x="8" y="22"/>
                  </a:lnTo>
                  <a:lnTo>
                    <a:pt x="8" y="22"/>
                  </a:lnTo>
                  <a:lnTo>
                    <a:pt x="7" y="24"/>
                  </a:lnTo>
                  <a:lnTo>
                    <a:pt x="7" y="24"/>
                  </a:lnTo>
                  <a:lnTo>
                    <a:pt x="7" y="26"/>
                  </a:lnTo>
                  <a:lnTo>
                    <a:pt x="7" y="26"/>
                  </a:lnTo>
                  <a:lnTo>
                    <a:pt x="7" y="27"/>
                  </a:lnTo>
                  <a:lnTo>
                    <a:pt x="7" y="27"/>
                  </a:lnTo>
                  <a:lnTo>
                    <a:pt x="7" y="27"/>
                  </a:lnTo>
                  <a:lnTo>
                    <a:pt x="7" y="27"/>
                  </a:lnTo>
                  <a:lnTo>
                    <a:pt x="5" y="27"/>
                  </a:lnTo>
                  <a:lnTo>
                    <a:pt x="5" y="27"/>
                  </a:lnTo>
                  <a:lnTo>
                    <a:pt x="5" y="27"/>
                  </a:lnTo>
                  <a:lnTo>
                    <a:pt x="5" y="27"/>
                  </a:lnTo>
                  <a:lnTo>
                    <a:pt x="3" y="27"/>
                  </a:lnTo>
                  <a:lnTo>
                    <a:pt x="3" y="27"/>
                  </a:lnTo>
                  <a:lnTo>
                    <a:pt x="3" y="27"/>
                  </a:lnTo>
                  <a:lnTo>
                    <a:pt x="3" y="27"/>
                  </a:lnTo>
                  <a:lnTo>
                    <a:pt x="1" y="27"/>
                  </a:lnTo>
                  <a:lnTo>
                    <a:pt x="1" y="27"/>
                  </a:lnTo>
                  <a:lnTo>
                    <a:pt x="1" y="27"/>
                  </a:lnTo>
                  <a:lnTo>
                    <a:pt x="1" y="25"/>
                  </a:lnTo>
                  <a:lnTo>
                    <a:pt x="0" y="25"/>
                  </a:lnTo>
                  <a:lnTo>
                    <a:pt x="0" y="25"/>
                  </a:lnTo>
                  <a:lnTo>
                    <a:pt x="0" y="25"/>
                  </a:lnTo>
                  <a:lnTo>
                    <a:pt x="0" y="23"/>
                  </a:lnTo>
                  <a:lnTo>
                    <a:pt x="0" y="23"/>
                  </a:lnTo>
                  <a:lnTo>
                    <a:pt x="0" y="23"/>
                  </a:lnTo>
                  <a:lnTo>
                    <a:pt x="0" y="23"/>
                  </a:lnTo>
                  <a:lnTo>
                    <a:pt x="0" y="23"/>
                  </a:lnTo>
                  <a:lnTo>
                    <a:pt x="0" y="23"/>
                  </a:lnTo>
                  <a:lnTo>
                    <a:pt x="0" y="23"/>
                  </a:lnTo>
                  <a:lnTo>
                    <a:pt x="0" y="23"/>
                  </a:lnTo>
                  <a:lnTo>
                    <a:pt x="1" y="21"/>
                  </a:lnTo>
                  <a:lnTo>
                    <a:pt x="1" y="21"/>
                  </a:lnTo>
                  <a:lnTo>
                    <a:pt x="1" y="21"/>
                  </a:lnTo>
                  <a:lnTo>
                    <a:pt x="1" y="21"/>
                  </a:lnTo>
                  <a:lnTo>
                    <a:pt x="2" y="19"/>
                  </a:lnTo>
                  <a:lnTo>
                    <a:pt x="2" y="19"/>
                  </a:lnTo>
                  <a:lnTo>
                    <a:pt x="2" y="19"/>
                  </a:lnTo>
                  <a:lnTo>
                    <a:pt x="2" y="19"/>
                  </a:lnTo>
                  <a:lnTo>
                    <a:pt x="4" y="17"/>
                  </a:lnTo>
                  <a:lnTo>
                    <a:pt x="4" y="17"/>
                  </a:lnTo>
                  <a:lnTo>
                    <a:pt x="4" y="17"/>
                  </a:lnTo>
                  <a:lnTo>
                    <a:pt x="4" y="17"/>
                  </a:lnTo>
                  <a:lnTo>
                    <a:pt x="4" y="17"/>
                  </a:lnTo>
                  <a:lnTo>
                    <a:pt x="4" y="17"/>
                  </a:lnTo>
                  <a:lnTo>
                    <a:pt x="4" y="17"/>
                  </a:lnTo>
                  <a:lnTo>
                    <a:pt x="4" y="17"/>
                  </a:lnTo>
                  <a:lnTo>
                    <a:pt x="4" y="16"/>
                  </a:lnTo>
                  <a:lnTo>
                    <a:pt x="4" y="16"/>
                  </a:lnTo>
                  <a:lnTo>
                    <a:pt x="4" y="16"/>
                  </a:lnTo>
                  <a:lnTo>
                    <a:pt x="4" y="16"/>
                  </a:lnTo>
                  <a:lnTo>
                    <a:pt x="4" y="16"/>
                  </a:lnTo>
                  <a:lnTo>
                    <a:pt x="4" y="16"/>
                  </a:lnTo>
                  <a:lnTo>
                    <a:pt x="4" y="16"/>
                  </a:lnTo>
                  <a:lnTo>
                    <a:pt x="4" y="16"/>
                  </a:lnTo>
                  <a:lnTo>
                    <a:pt x="5" y="14"/>
                  </a:lnTo>
                  <a:lnTo>
                    <a:pt x="3" y="14"/>
                  </a:lnTo>
                  <a:lnTo>
                    <a:pt x="3" y="14"/>
                  </a:lnTo>
                  <a:lnTo>
                    <a:pt x="3" y="14"/>
                  </a:lnTo>
                  <a:lnTo>
                    <a:pt x="3" y="14"/>
                  </a:lnTo>
                  <a:lnTo>
                    <a:pt x="3" y="14"/>
                  </a:lnTo>
                  <a:lnTo>
                    <a:pt x="3" y="14"/>
                  </a:lnTo>
                  <a:lnTo>
                    <a:pt x="3" y="14"/>
                  </a:lnTo>
                  <a:lnTo>
                    <a:pt x="3" y="12"/>
                  </a:lnTo>
                  <a:lnTo>
                    <a:pt x="1" y="12"/>
                  </a:lnTo>
                  <a:lnTo>
                    <a:pt x="1" y="12"/>
                  </a:lnTo>
                  <a:lnTo>
                    <a:pt x="1" y="12"/>
                  </a:lnTo>
                  <a:lnTo>
                    <a:pt x="1" y="11"/>
                  </a:lnTo>
                  <a:lnTo>
                    <a:pt x="1" y="11"/>
                  </a:lnTo>
                  <a:lnTo>
                    <a:pt x="1" y="11"/>
                  </a:lnTo>
                  <a:lnTo>
                    <a:pt x="1" y="11"/>
                  </a:lnTo>
                  <a:lnTo>
                    <a:pt x="1" y="9"/>
                  </a:lnTo>
                  <a:lnTo>
                    <a:pt x="1" y="9"/>
                  </a:lnTo>
                  <a:lnTo>
                    <a:pt x="1" y="9"/>
                  </a:lnTo>
                  <a:lnTo>
                    <a:pt x="1" y="9"/>
                  </a:lnTo>
                  <a:lnTo>
                    <a:pt x="1" y="9"/>
                  </a:lnTo>
                  <a:lnTo>
                    <a:pt x="1" y="9"/>
                  </a:lnTo>
                  <a:lnTo>
                    <a:pt x="1" y="9"/>
                  </a:lnTo>
                  <a:lnTo>
                    <a:pt x="1" y="9"/>
                  </a:lnTo>
                  <a:lnTo>
                    <a:pt x="3" y="8"/>
                  </a:lnTo>
                  <a:lnTo>
                    <a:pt x="3" y="8"/>
                  </a:lnTo>
                  <a:lnTo>
                    <a:pt x="3" y="8"/>
                  </a:lnTo>
                  <a:lnTo>
                    <a:pt x="3" y="8"/>
                  </a:lnTo>
                  <a:lnTo>
                    <a:pt x="4" y="7"/>
                  </a:lnTo>
                  <a:lnTo>
                    <a:pt x="4" y="7"/>
                  </a:lnTo>
                  <a:lnTo>
                    <a:pt x="4" y="7"/>
                  </a:lnTo>
                  <a:lnTo>
                    <a:pt x="4" y="7"/>
                  </a:lnTo>
                  <a:lnTo>
                    <a:pt x="6" y="5"/>
                  </a:lnTo>
                  <a:lnTo>
                    <a:pt x="6" y="5"/>
                  </a:lnTo>
                  <a:lnTo>
                    <a:pt x="6" y="5"/>
                  </a:lnTo>
                  <a:lnTo>
                    <a:pt x="6" y="5"/>
                  </a:lnTo>
                  <a:lnTo>
                    <a:pt x="6" y="5"/>
                  </a:lnTo>
                  <a:lnTo>
                    <a:pt x="6" y="5"/>
                  </a:lnTo>
                  <a:lnTo>
                    <a:pt x="6" y="5"/>
                  </a:lnTo>
                  <a:lnTo>
                    <a:pt x="6" y="5"/>
                  </a:lnTo>
                  <a:lnTo>
                    <a:pt x="6" y="4"/>
                  </a:lnTo>
                  <a:lnTo>
                    <a:pt x="6" y="4"/>
                  </a:lnTo>
                  <a:lnTo>
                    <a:pt x="6" y="4"/>
                  </a:lnTo>
                  <a:lnTo>
                    <a:pt x="6" y="4"/>
                  </a:lnTo>
                  <a:lnTo>
                    <a:pt x="6" y="2"/>
                  </a:lnTo>
                  <a:lnTo>
                    <a:pt x="6" y="2"/>
                  </a:lnTo>
                  <a:lnTo>
                    <a:pt x="6" y="2"/>
                  </a:lnTo>
                  <a:lnTo>
                    <a:pt x="6" y="2"/>
                  </a:lnTo>
                  <a:lnTo>
                    <a:pt x="7" y="0"/>
                  </a:lnTo>
                  <a:lnTo>
                    <a:pt x="7" y="0"/>
                  </a:lnTo>
                  <a:lnTo>
                    <a:pt x="7" y="0"/>
                  </a:lnTo>
                  <a:lnTo>
                    <a:pt x="7" y="0"/>
                  </a:lnTo>
                  <a:lnTo>
                    <a:pt x="8" y="0"/>
                  </a:lnTo>
                  <a:lnTo>
                    <a:pt x="8" y="0"/>
                  </a:lnTo>
                  <a:lnTo>
                    <a:pt x="8" y="0"/>
                  </a:lnTo>
                  <a:lnTo>
                    <a:pt x="8" y="0"/>
                  </a:lnTo>
                  <a:lnTo>
                    <a:pt x="10" y="0"/>
                  </a:lnTo>
                  <a:lnTo>
                    <a:pt x="10" y="0"/>
                  </a:lnTo>
                  <a:lnTo>
                    <a:pt x="10" y="0"/>
                  </a:lnTo>
                  <a:lnTo>
                    <a:pt x="10" y="0"/>
                  </a:lnTo>
                  <a:lnTo>
                    <a:pt x="12" y="0"/>
                  </a:lnTo>
                  <a:lnTo>
                    <a:pt x="12" y="0"/>
                  </a:lnTo>
                  <a:lnTo>
                    <a:pt x="13" y="0"/>
                  </a:lnTo>
                  <a:lnTo>
                    <a:pt x="13" y="0"/>
                  </a:lnTo>
                  <a:lnTo>
                    <a:pt x="15" y="0"/>
                  </a:lnTo>
                  <a:lnTo>
                    <a:pt x="15" y="2"/>
                  </a:lnTo>
                  <a:lnTo>
                    <a:pt x="15" y="2"/>
                  </a:lnTo>
                  <a:lnTo>
                    <a:pt x="15" y="2"/>
                  </a:lnTo>
                  <a:lnTo>
                    <a:pt x="15" y="2"/>
                  </a:lnTo>
                  <a:lnTo>
                    <a:pt x="15" y="2"/>
                  </a:lnTo>
                  <a:lnTo>
                    <a:pt x="15" y="2"/>
                  </a:lnTo>
                  <a:lnTo>
                    <a:pt x="15" y="2"/>
                  </a:lnTo>
                  <a:lnTo>
                    <a:pt x="15" y="2"/>
                  </a:lnTo>
                  <a:lnTo>
                    <a:pt x="15" y="4"/>
                  </a:lnTo>
                  <a:lnTo>
                    <a:pt x="15" y="4"/>
                  </a:lnTo>
                  <a:lnTo>
                    <a:pt x="15" y="4"/>
                  </a:lnTo>
                  <a:lnTo>
                    <a:pt x="15" y="4"/>
                  </a:lnTo>
                  <a:lnTo>
                    <a:pt x="15" y="5"/>
                  </a:lnTo>
                  <a:lnTo>
                    <a:pt x="15" y="5"/>
                  </a:lnTo>
                  <a:lnTo>
                    <a:pt x="15" y="5"/>
                  </a:lnTo>
                  <a:lnTo>
                    <a:pt x="15" y="5"/>
                  </a:lnTo>
                  <a:lnTo>
                    <a:pt x="15" y="5"/>
                  </a:lnTo>
                  <a:lnTo>
                    <a:pt x="15" y="5"/>
                  </a:lnTo>
                  <a:lnTo>
                    <a:pt x="15" y="5"/>
                  </a:lnTo>
                  <a:lnTo>
                    <a:pt x="15" y="5"/>
                  </a:lnTo>
                  <a:lnTo>
                    <a:pt x="15" y="5"/>
                  </a:lnTo>
                  <a:lnTo>
                    <a:pt x="15" y="5"/>
                  </a:lnTo>
                  <a:lnTo>
                    <a:pt x="15" y="5"/>
                  </a:lnTo>
                  <a:lnTo>
                    <a:pt x="16" y="5"/>
                  </a:lnTo>
                  <a:lnTo>
                    <a:pt x="16" y="5"/>
                  </a:lnTo>
                  <a:lnTo>
                    <a:pt x="16" y="5"/>
                  </a:lnTo>
                  <a:lnTo>
                    <a:pt x="16" y="5"/>
                  </a:lnTo>
                  <a:lnTo>
                    <a:pt x="16" y="5"/>
                  </a:lnTo>
                  <a:lnTo>
                    <a:pt x="16" y="5"/>
                  </a:lnTo>
                  <a:lnTo>
                    <a:pt x="16" y="5"/>
                  </a:lnTo>
                  <a:lnTo>
                    <a:pt x="16" y="5"/>
                  </a:lnTo>
                  <a:lnTo>
                    <a:pt x="18" y="5"/>
                  </a:lnTo>
                  <a:lnTo>
                    <a:pt x="18" y="7"/>
                  </a:lnTo>
                  <a:lnTo>
                    <a:pt x="18" y="7"/>
                  </a:lnTo>
                  <a:lnTo>
                    <a:pt x="18" y="8"/>
                  </a:lnTo>
                  <a:lnTo>
                    <a:pt x="18" y="8"/>
                  </a:lnTo>
                  <a:lnTo>
                    <a:pt x="18" y="10"/>
                  </a:lnTo>
                  <a:lnTo>
                    <a:pt x="18" y="10"/>
                  </a:lnTo>
                  <a:lnTo>
                    <a:pt x="18" y="10"/>
                  </a:lnTo>
                  <a:lnTo>
                    <a:pt x="18" y="10"/>
                  </a:lnTo>
                  <a:lnTo>
                    <a:pt x="18" y="12"/>
                  </a:lnTo>
                  <a:lnTo>
                    <a:pt x="18" y="12"/>
                  </a:lnTo>
                  <a:lnTo>
                    <a:pt x="18" y="12"/>
                  </a:lnTo>
                  <a:lnTo>
                    <a:pt x="18" y="12"/>
                  </a:lnTo>
                  <a:lnTo>
                    <a:pt x="18" y="13"/>
                  </a:lnTo>
                  <a:lnTo>
                    <a:pt x="18" y="13"/>
                  </a:lnTo>
                  <a:lnTo>
                    <a:pt x="18" y="13"/>
                  </a:lnTo>
                  <a:lnTo>
                    <a:pt x="19" y="13"/>
                  </a:lnTo>
                  <a:lnTo>
                    <a:pt x="18" y="14"/>
                  </a:lnTo>
                  <a:lnTo>
                    <a:pt x="18" y="14"/>
                  </a:lnTo>
                  <a:lnTo>
                    <a:pt x="18" y="14"/>
                  </a:lnTo>
                  <a:lnTo>
                    <a:pt x="18" y="14"/>
                  </a:lnTo>
                  <a:lnTo>
                    <a:pt x="18" y="15"/>
                  </a:lnTo>
                  <a:lnTo>
                    <a:pt x="18" y="15"/>
                  </a:lnTo>
                  <a:lnTo>
                    <a:pt x="18" y="15"/>
                  </a:lnTo>
                  <a:lnTo>
                    <a:pt x="18" y="15"/>
                  </a:lnTo>
                  <a:lnTo>
                    <a:pt x="18" y="17"/>
                  </a:lnTo>
                  <a:lnTo>
                    <a:pt x="18" y="17"/>
                  </a:lnTo>
                  <a:lnTo>
                    <a:pt x="18" y="17"/>
                  </a:lnTo>
                  <a:lnTo>
                    <a:pt x="18" y="17"/>
                  </a:lnTo>
                  <a:lnTo>
                    <a:pt x="18" y="17"/>
                  </a:lnTo>
                  <a:lnTo>
                    <a:pt x="18" y="17"/>
                  </a:lnTo>
                  <a:lnTo>
                    <a:pt x="18" y="17"/>
                  </a:lnTo>
                  <a:lnTo>
                    <a:pt x="18" y="17"/>
                  </a:lnTo>
                  <a:lnTo>
                    <a:pt x="16" y="17"/>
                  </a:lnTo>
                  <a:lnTo>
                    <a:pt x="16" y="17"/>
                  </a:lnTo>
                  <a:lnTo>
                    <a:pt x="16" y="17"/>
                  </a:lnTo>
                  <a:lnTo>
                    <a:pt x="16" y="17"/>
                  </a:lnTo>
                  <a:lnTo>
                    <a:pt x="15" y="17"/>
                  </a:lnTo>
                  <a:lnTo>
                    <a:pt x="15" y="17"/>
                  </a:lnTo>
                  <a:lnTo>
                    <a:pt x="15" y="17"/>
                  </a:lnTo>
                  <a:lnTo>
                    <a:pt x="15" y="17"/>
                  </a:lnTo>
                  <a:lnTo>
                    <a:pt x="13" y="17"/>
                  </a:lnTo>
                  <a:lnTo>
                    <a:pt x="13" y="17"/>
                  </a:lnTo>
                  <a:lnTo>
                    <a:pt x="13" y="17"/>
                  </a:lnTo>
                  <a:lnTo>
                    <a:pt x="13" y="17"/>
                  </a:lnTo>
                  <a:lnTo>
                    <a:pt x="13" y="17"/>
                  </a:lnTo>
                  <a:lnTo>
                    <a:pt x="13" y="17"/>
                  </a:lnTo>
                  <a:lnTo>
                    <a:pt x="13" y="17"/>
                  </a:lnTo>
                  <a:lnTo>
                    <a:pt x="13" y="17"/>
                  </a:lnTo>
                  <a:lnTo>
                    <a:pt x="12" y="17"/>
                  </a:lnTo>
                  <a:lnTo>
                    <a:pt x="12" y="17"/>
                  </a:lnTo>
                  <a:lnTo>
                    <a:pt x="12" y="17"/>
                  </a:lnTo>
                  <a:lnTo>
                    <a:pt x="12" y="17"/>
                  </a:lnTo>
                  <a:lnTo>
                    <a:pt x="11" y="17"/>
                  </a:lnTo>
                  <a:lnTo>
                    <a:pt x="11" y="17"/>
                  </a:lnTo>
                  <a:lnTo>
                    <a:pt x="11" y="17"/>
                  </a:lnTo>
                  <a:lnTo>
                    <a:pt x="11" y="17"/>
                  </a:lnTo>
                  <a:lnTo>
                    <a:pt x="9" y="17"/>
                  </a:lnTo>
                  <a:lnTo>
                    <a:pt x="9" y="17"/>
                  </a:lnTo>
                  <a:lnTo>
                    <a:pt x="9" y="17"/>
                  </a:lnTo>
                  <a:lnTo>
                    <a:pt x="9" y="17"/>
                  </a:lnTo>
                  <a:lnTo>
                    <a:pt x="8" y="17"/>
                  </a:lnTo>
                  <a:lnTo>
                    <a:pt x="8" y="17"/>
                  </a:lnTo>
                  <a:lnTo>
                    <a:pt x="8" y="17"/>
                  </a:lnTo>
                  <a:lnTo>
                    <a:pt x="8" y="17"/>
                  </a:lnTo>
                  <a:lnTo>
                    <a:pt x="8" y="17"/>
                  </a:lnTo>
                </a:path>
              </a:pathLst>
            </a:custGeom>
            <a:solidFill>
              <a:srgbClr val="a1009f"/>
            </a:solidFill>
            <a:ln w="18360">
              <a:solidFill>
                <a:srgbClr val="000000"/>
              </a:solidFill>
              <a:round/>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710" name=""/>
            <p:cNvSpPr/>
            <p:nvPr/>
          </p:nvSpPr>
          <p:spPr>
            <a:xfrm>
              <a:off x="7950240" y="5202360"/>
              <a:ext cx="100080" cy="91800"/>
            </a:xfrm>
            <a:custGeom>
              <a:avLst/>
              <a:gdLst/>
              <a:ahLst/>
              <a:rect l="l" t="t" r="r" b="b"/>
              <a:pathLst>
                <a:path w="63" h="58">
                  <a:moveTo>
                    <a:pt x="55" y="6"/>
                  </a:moveTo>
                  <a:lnTo>
                    <a:pt x="55" y="6"/>
                  </a:lnTo>
                  <a:lnTo>
                    <a:pt x="55" y="6"/>
                  </a:lnTo>
                  <a:lnTo>
                    <a:pt x="55" y="6"/>
                  </a:lnTo>
                  <a:lnTo>
                    <a:pt x="56" y="6"/>
                  </a:lnTo>
                  <a:lnTo>
                    <a:pt x="56" y="6"/>
                  </a:lnTo>
                  <a:lnTo>
                    <a:pt x="56" y="6"/>
                  </a:lnTo>
                  <a:lnTo>
                    <a:pt x="56" y="6"/>
                  </a:lnTo>
                  <a:lnTo>
                    <a:pt x="58" y="6"/>
                  </a:lnTo>
                  <a:lnTo>
                    <a:pt x="58" y="6"/>
                  </a:lnTo>
                  <a:lnTo>
                    <a:pt x="58" y="6"/>
                  </a:lnTo>
                  <a:lnTo>
                    <a:pt x="58" y="6"/>
                  </a:lnTo>
                  <a:lnTo>
                    <a:pt x="60" y="6"/>
                  </a:lnTo>
                  <a:lnTo>
                    <a:pt x="60" y="6"/>
                  </a:lnTo>
                  <a:lnTo>
                    <a:pt x="60" y="6"/>
                  </a:lnTo>
                  <a:lnTo>
                    <a:pt x="60" y="6"/>
                  </a:lnTo>
                  <a:lnTo>
                    <a:pt x="62" y="6"/>
                  </a:lnTo>
                  <a:lnTo>
                    <a:pt x="62" y="8"/>
                  </a:lnTo>
                  <a:lnTo>
                    <a:pt x="62" y="8"/>
                  </a:lnTo>
                  <a:lnTo>
                    <a:pt x="62" y="8"/>
                  </a:lnTo>
                  <a:lnTo>
                    <a:pt x="62" y="8"/>
                  </a:lnTo>
                  <a:lnTo>
                    <a:pt x="62" y="11"/>
                  </a:lnTo>
                  <a:lnTo>
                    <a:pt x="62" y="11"/>
                  </a:lnTo>
                  <a:lnTo>
                    <a:pt x="62" y="11"/>
                  </a:lnTo>
                  <a:lnTo>
                    <a:pt x="62" y="11"/>
                  </a:lnTo>
                  <a:lnTo>
                    <a:pt x="62" y="12"/>
                  </a:lnTo>
                  <a:lnTo>
                    <a:pt x="62" y="12"/>
                  </a:lnTo>
                  <a:lnTo>
                    <a:pt x="62" y="12"/>
                  </a:lnTo>
                  <a:lnTo>
                    <a:pt x="62" y="12"/>
                  </a:lnTo>
                  <a:lnTo>
                    <a:pt x="62" y="13"/>
                  </a:lnTo>
                  <a:lnTo>
                    <a:pt x="62" y="13"/>
                  </a:lnTo>
                  <a:lnTo>
                    <a:pt x="62" y="13"/>
                  </a:lnTo>
                  <a:lnTo>
                    <a:pt x="62" y="13"/>
                  </a:lnTo>
                  <a:lnTo>
                    <a:pt x="61" y="15"/>
                  </a:lnTo>
                  <a:lnTo>
                    <a:pt x="61" y="15"/>
                  </a:lnTo>
                  <a:lnTo>
                    <a:pt x="61" y="15"/>
                  </a:lnTo>
                  <a:lnTo>
                    <a:pt x="61" y="15"/>
                  </a:lnTo>
                  <a:lnTo>
                    <a:pt x="61" y="17"/>
                  </a:lnTo>
                  <a:lnTo>
                    <a:pt x="61" y="17"/>
                  </a:lnTo>
                  <a:lnTo>
                    <a:pt x="61" y="17"/>
                  </a:lnTo>
                  <a:lnTo>
                    <a:pt x="61" y="17"/>
                  </a:lnTo>
                  <a:lnTo>
                    <a:pt x="61" y="19"/>
                  </a:lnTo>
                  <a:lnTo>
                    <a:pt x="61" y="19"/>
                  </a:lnTo>
                  <a:lnTo>
                    <a:pt x="61" y="19"/>
                  </a:lnTo>
                  <a:lnTo>
                    <a:pt x="61" y="19"/>
                  </a:lnTo>
                  <a:lnTo>
                    <a:pt x="61" y="20"/>
                  </a:lnTo>
                  <a:lnTo>
                    <a:pt x="61" y="20"/>
                  </a:lnTo>
                  <a:lnTo>
                    <a:pt x="61" y="20"/>
                  </a:lnTo>
                  <a:lnTo>
                    <a:pt x="61" y="20"/>
                  </a:lnTo>
                  <a:lnTo>
                    <a:pt x="59" y="21"/>
                  </a:lnTo>
                  <a:lnTo>
                    <a:pt x="59" y="21"/>
                  </a:lnTo>
                  <a:lnTo>
                    <a:pt x="59" y="21"/>
                  </a:lnTo>
                  <a:lnTo>
                    <a:pt x="59" y="21"/>
                  </a:lnTo>
                  <a:lnTo>
                    <a:pt x="56" y="23"/>
                  </a:lnTo>
                  <a:lnTo>
                    <a:pt x="56" y="23"/>
                  </a:lnTo>
                  <a:lnTo>
                    <a:pt x="56" y="23"/>
                  </a:lnTo>
                  <a:lnTo>
                    <a:pt x="56" y="23"/>
                  </a:lnTo>
                  <a:lnTo>
                    <a:pt x="55" y="25"/>
                  </a:lnTo>
                  <a:lnTo>
                    <a:pt x="55" y="25"/>
                  </a:lnTo>
                  <a:lnTo>
                    <a:pt x="55" y="25"/>
                  </a:lnTo>
                  <a:lnTo>
                    <a:pt x="55" y="25"/>
                  </a:lnTo>
                  <a:lnTo>
                    <a:pt x="53" y="26"/>
                  </a:lnTo>
                  <a:lnTo>
                    <a:pt x="53" y="26"/>
                  </a:lnTo>
                  <a:lnTo>
                    <a:pt x="53" y="26"/>
                  </a:lnTo>
                  <a:lnTo>
                    <a:pt x="53" y="26"/>
                  </a:lnTo>
                  <a:lnTo>
                    <a:pt x="52" y="28"/>
                  </a:lnTo>
                  <a:lnTo>
                    <a:pt x="52" y="28"/>
                  </a:lnTo>
                  <a:lnTo>
                    <a:pt x="51" y="28"/>
                  </a:lnTo>
                  <a:lnTo>
                    <a:pt x="51" y="28"/>
                  </a:lnTo>
                  <a:lnTo>
                    <a:pt x="49" y="29"/>
                  </a:lnTo>
                  <a:lnTo>
                    <a:pt x="49" y="29"/>
                  </a:lnTo>
                  <a:lnTo>
                    <a:pt x="49" y="29"/>
                  </a:lnTo>
                  <a:lnTo>
                    <a:pt x="49" y="29"/>
                  </a:lnTo>
                  <a:lnTo>
                    <a:pt x="47" y="31"/>
                  </a:lnTo>
                  <a:lnTo>
                    <a:pt x="47" y="31"/>
                  </a:lnTo>
                  <a:lnTo>
                    <a:pt x="45" y="31"/>
                  </a:lnTo>
                  <a:lnTo>
                    <a:pt x="45" y="31"/>
                  </a:lnTo>
                  <a:lnTo>
                    <a:pt x="43" y="31"/>
                  </a:lnTo>
                  <a:lnTo>
                    <a:pt x="43" y="31"/>
                  </a:lnTo>
                  <a:lnTo>
                    <a:pt x="43" y="31"/>
                  </a:lnTo>
                  <a:lnTo>
                    <a:pt x="43" y="31"/>
                  </a:lnTo>
                  <a:lnTo>
                    <a:pt x="41" y="31"/>
                  </a:lnTo>
                  <a:lnTo>
                    <a:pt x="41" y="31"/>
                  </a:lnTo>
                  <a:lnTo>
                    <a:pt x="41" y="31"/>
                  </a:lnTo>
                  <a:lnTo>
                    <a:pt x="41" y="31"/>
                  </a:lnTo>
                  <a:lnTo>
                    <a:pt x="41" y="31"/>
                  </a:lnTo>
                  <a:lnTo>
                    <a:pt x="41" y="31"/>
                  </a:lnTo>
                  <a:lnTo>
                    <a:pt x="41" y="31"/>
                  </a:lnTo>
                  <a:lnTo>
                    <a:pt x="41" y="30"/>
                  </a:lnTo>
                  <a:lnTo>
                    <a:pt x="39" y="30"/>
                  </a:lnTo>
                  <a:lnTo>
                    <a:pt x="39" y="30"/>
                  </a:lnTo>
                  <a:lnTo>
                    <a:pt x="39" y="30"/>
                  </a:lnTo>
                  <a:lnTo>
                    <a:pt x="39" y="30"/>
                  </a:lnTo>
                  <a:lnTo>
                    <a:pt x="39" y="30"/>
                  </a:lnTo>
                  <a:lnTo>
                    <a:pt x="39" y="30"/>
                  </a:lnTo>
                  <a:lnTo>
                    <a:pt x="39" y="30"/>
                  </a:lnTo>
                  <a:lnTo>
                    <a:pt x="39" y="28"/>
                  </a:lnTo>
                  <a:lnTo>
                    <a:pt x="37" y="29"/>
                  </a:lnTo>
                  <a:lnTo>
                    <a:pt x="37" y="29"/>
                  </a:lnTo>
                  <a:lnTo>
                    <a:pt x="37" y="29"/>
                  </a:lnTo>
                  <a:lnTo>
                    <a:pt x="37" y="29"/>
                  </a:lnTo>
                  <a:lnTo>
                    <a:pt x="37" y="30"/>
                  </a:lnTo>
                  <a:lnTo>
                    <a:pt x="37" y="30"/>
                  </a:lnTo>
                  <a:lnTo>
                    <a:pt x="37" y="30"/>
                  </a:lnTo>
                  <a:lnTo>
                    <a:pt x="37" y="30"/>
                  </a:lnTo>
                  <a:lnTo>
                    <a:pt x="34" y="32"/>
                  </a:lnTo>
                  <a:lnTo>
                    <a:pt x="34" y="32"/>
                  </a:lnTo>
                  <a:lnTo>
                    <a:pt x="34" y="32"/>
                  </a:lnTo>
                  <a:lnTo>
                    <a:pt x="34" y="32"/>
                  </a:lnTo>
                  <a:lnTo>
                    <a:pt x="34" y="33"/>
                  </a:lnTo>
                  <a:lnTo>
                    <a:pt x="34" y="33"/>
                  </a:lnTo>
                  <a:lnTo>
                    <a:pt x="34" y="33"/>
                  </a:lnTo>
                  <a:lnTo>
                    <a:pt x="34" y="33"/>
                  </a:lnTo>
                  <a:lnTo>
                    <a:pt x="33" y="35"/>
                  </a:lnTo>
                  <a:lnTo>
                    <a:pt x="33" y="35"/>
                  </a:lnTo>
                  <a:lnTo>
                    <a:pt x="32" y="36"/>
                  </a:lnTo>
                  <a:lnTo>
                    <a:pt x="32" y="36"/>
                  </a:lnTo>
                  <a:lnTo>
                    <a:pt x="30" y="37"/>
                  </a:lnTo>
                  <a:lnTo>
                    <a:pt x="30" y="37"/>
                  </a:lnTo>
                  <a:lnTo>
                    <a:pt x="30" y="38"/>
                  </a:lnTo>
                  <a:lnTo>
                    <a:pt x="30" y="38"/>
                  </a:lnTo>
                  <a:lnTo>
                    <a:pt x="28" y="40"/>
                  </a:lnTo>
                  <a:lnTo>
                    <a:pt x="28" y="40"/>
                  </a:lnTo>
                  <a:lnTo>
                    <a:pt x="28" y="41"/>
                  </a:lnTo>
                  <a:lnTo>
                    <a:pt x="28" y="41"/>
                  </a:lnTo>
                  <a:lnTo>
                    <a:pt x="26" y="42"/>
                  </a:lnTo>
                  <a:lnTo>
                    <a:pt x="26" y="42"/>
                  </a:lnTo>
                  <a:lnTo>
                    <a:pt x="26" y="42"/>
                  </a:lnTo>
                  <a:lnTo>
                    <a:pt x="26" y="42"/>
                  </a:lnTo>
                  <a:lnTo>
                    <a:pt x="24" y="42"/>
                  </a:lnTo>
                  <a:lnTo>
                    <a:pt x="24" y="42"/>
                  </a:lnTo>
                  <a:lnTo>
                    <a:pt x="24" y="42"/>
                  </a:lnTo>
                  <a:lnTo>
                    <a:pt x="24" y="41"/>
                  </a:lnTo>
                  <a:lnTo>
                    <a:pt x="24" y="41"/>
                  </a:lnTo>
                  <a:lnTo>
                    <a:pt x="24" y="41"/>
                  </a:lnTo>
                  <a:lnTo>
                    <a:pt x="24" y="41"/>
                  </a:lnTo>
                  <a:lnTo>
                    <a:pt x="24" y="39"/>
                  </a:lnTo>
                  <a:lnTo>
                    <a:pt x="24" y="39"/>
                  </a:lnTo>
                  <a:lnTo>
                    <a:pt x="24" y="39"/>
                  </a:lnTo>
                  <a:lnTo>
                    <a:pt x="24" y="39"/>
                  </a:lnTo>
                  <a:lnTo>
                    <a:pt x="24" y="37"/>
                  </a:lnTo>
                  <a:lnTo>
                    <a:pt x="24" y="37"/>
                  </a:lnTo>
                  <a:lnTo>
                    <a:pt x="24" y="37"/>
                  </a:lnTo>
                  <a:lnTo>
                    <a:pt x="24" y="37"/>
                  </a:lnTo>
                  <a:lnTo>
                    <a:pt x="24" y="36"/>
                  </a:lnTo>
                  <a:lnTo>
                    <a:pt x="22" y="37"/>
                  </a:lnTo>
                  <a:lnTo>
                    <a:pt x="22" y="37"/>
                  </a:lnTo>
                  <a:lnTo>
                    <a:pt x="20" y="37"/>
                  </a:lnTo>
                  <a:lnTo>
                    <a:pt x="20" y="37"/>
                  </a:lnTo>
                  <a:lnTo>
                    <a:pt x="18" y="38"/>
                  </a:lnTo>
                  <a:lnTo>
                    <a:pt x="18" y="38"/>
                  </a:lnTo>
                  <a:lnTo>
                    <a:pt x="18" y="38"/>
                  </a:lnTo>
                  <a:lnTo>
                    <a:pt x="18" y="38"/>
                  </a:lnTo>
                  <a:lnTo>
                    <a:pt x="17" y="40"/>
                  </a:lnTo>
                  <a:lnTo>
                    <a:pt x="17" y="40"/>
                  </a:lnTo>
                  <a:lnTo>
                    <a:pt x="17" y="40"/>
                  </a:lnTo>
                  <a:lnTo>
                    <a:pt x="17" y="40"/>
                  </a:lnTo>
                  <a:lnTo>
                    <a:pt x="15" y="42"/>
                  </a:lnTo>
                  <a:lnTo>
                    <a:pt x="15" y="42"/>
                  </a:lnTo>
                  <a:lnTo>
                    <a:pt x="15" y="42"/>
                  </a:lnTo>
                  <a:lnTo>
                    <a:pt x="15" y="42"/>
                  </a:lnTo>
                  <a:lnTo>
                    <a:pt x="13" y="43"/>
                  </a:lnTo>
                  <a:lnTo>
                    <a:pt x="12" y="44"/>
                  </a:lnTo>
                  <a:lnTo>
                    <a:pt x="10" y="46"/>
                  </a:lnTo>
                  <a:lnTo>
                    <a:pt x="10" y="46"/>
                  </a:lnTo>
                  <a:lnTo>
                    <a:pt x="9" y="48"/>
                  </a:lnTo>
                  <a:lnTo>
                    <a:pt x="9" y="49"/>
                  </a:lnTo>
                  <a:lnTo>
                    <a:pt x="7" y="51"/>
                  </a:lnTo>
                  <a:lnTo>
                    <a:pt x="7" y="51"/>
                  </a:lnTo>
                  <a:lnTo>
                    <a:pt x="5" y="53"/>
                  </a:lnTo>
                  <a:lnTo>
                    <a:pt x="5" y="54"/>
                  </a:lnTo>
                  <a:lnTo>
                    <a:pt x="3" y="56"/>
                  </a:lnTo>
                  <a:lnTo>
                    <a:pt x="3" y="56"/>
                  </a:lnTo>
                  <a:lnTo>
                    <a:pt x="1" y="57"/>
                  </a:lnTo>
                  <a:lnTo>
                    <a:pt x="1" y="57"/>
                  </a:lnTo>
                  <a:lnTo>
                    <a:pt x="0" y="57"/>
                  </a:lnTo>
                  <a:lnTo>
                    <a:pt x="0" y="57"/>
                  </a:lnTo>
                  <a:lnTo>
                    <a:pt x="0" y="57"/>
                  </a:lnTo>
                  <a:lnTo>
                    <a:pt x="0" y="57"/>
                  </a:lnTo>
                  <a:lnTo>
                    <a:pt x="0" y="57"/>
                  </a:lnTo>
                  <a:lnTo>
                    <a:pt x="0" y="55"/>
                  </a:lnTo>
                  <a:lnTo>
                    <a:pt x="0" y="55"/>
                  </a:lnTo>
                  <a:lnTo>
                    <a:pt x="0" y="53"/>
                  </a:lnTo>
                  <a:lnTo>
                    <a:pt x="0" y="53"/>
                  </a:lnTo>
                  <a:lnTo>
                    <a:pt x="2" y="51"/>
                  </a:lnTo>
                  <a:lnTo>
                    <a:pt x="2" y="51"/>
                  </a:lnTo>
                  <a:lnTo>
                    <a:pt x="2" y="50"/>
                  </a:lnTo>
                  <a:lnTo>
                    <a:pt x="2" y="50"/>
                  </a:lnTo>
                  <a:lnTo>
                    <a:pt x="2" y="48"/>
                  </a:lnTo>
                  <a:lnTo>
                    <a:pt x="2" y="48"/>
                  </a:lnTo>
                  <a:lnTo>
                    <a:pt x="2" y="47"/>
                  </a:lnTo>
                  <a:lnTo>
                    <a:pt x="2" y="47"/>
                  </a:lnTo>
                  <a:lnTo>
                    <a:pt x="3" y="45"/>
                  </a:lnTo>
                  <a:lnTo>
                    <a:pt x="3" y="45"/>
                  </a:lnTo>
                  <a:lnTo>
                    <a:pt x="3" y="45"/>
                  </a:lnTo>
                  <a:lnTo>
                    <a:pt x="3" y="45"/>
                  </a:lnTo>
                  <a:lnTo>
                    <a:pt x="5" y="43"/>
                  </a:lnTo>
                  <a:lnTo>
                    <a:pt x="5" y="43"/>
                  </a:lnTo>
                  <a:lnTo>
                    <a:pt x="6" y="41"/>
                  </a:lnTo>
                  <a:lnTo>
                    <a:pt x="6" y="41"/>
                  </a:lnTo>
                  <a:lnTo>
                    <a:pt x="8" y="39"/>
                  </a:lnTo>
                  <a:lnTo>
                    <a:pt x="8" y="39"/>
                  </a:lnTo>
                  <a:lnTo>
                    <a:pt x="9" y="37"/>
                  </a:lnTo>
                  <a:lnTo>
                    <a:pt x="9" y="37"/>
                  </a:lnTo>
                  <a:lnTo>
                    <a:pt x="10" y="36"/>
                  </a:lnTo>
                  <a:lnTo>
                    <a:pt x="10" y="36"/>
                  </a:lnTo>
                  <a:lnTo>
                    <a:pt x="12" y="35"/>
                  </a:lnTo>
                  <a:lnTo>
                    <a:pt x="12" y="35"/>
                  </a:lnTo>
                  <a:lnTo>
                    <a:pt x="14" y="33"/>
                  </a:lnTo>
                  <a:lnTo>
                    <a:pt x="14" y="33"/>
                  </a:lnTo>
                  <a:lnTo>
                    <a:pt x="14" y="33"/>
                  </a:lnTo>
                  <a:lnTo>
                    <a:pt x="14" y="33"/>
                  </a:lnTo>
                  <a:lnTo>
                    <a:pt x="16" y="33"/>
                  </a:lnTo>
                  <a:lnTo>
                    <a:pt x="16" y="33"/>
                  </a:lnTo>
                  <a:lnTo>
                    <a:pt x="17" y="33"/>
                  </a:lnTo>
                  <a:lnTo>
                    <a:pt x="17" y="33"/>
                  </a:lnTo>
                  <a:lnTo>
                    <a:pt x="18" y="32"/>
                  </a:lnTo>
                  <a:lnTo>
                    <a:pt x="18" y="32"/>
                  </a:lnTo>
                  <a:lnTo>
                    <a:pt x="18" y="32"/>
                  </a:lnTo>
                  <a:lnTo>
                    <a:pt x="18" y="32"/>
                  </a:lnTo>
                  <a:lnTo>
                    <a:pt x="20" y="32"/>
                  </a:lnTo>
                  <a:lnTo>
                    <a:pt x="20" y="32"/>
                  </a:lnTo>
                  <a:lnTo>
                    <a:pt x="22" y="32"/>
                  </a:lnTo>
                  <a:lnTo>
                    <a:pt x="22" y="32"/>
                  </a:lnTo>
                  <a:lnTo>
                    <a:pt x="24" y="31"/>
                  </a:lnTo>
                  <a:lnTo>
                    <a:pt x="24" y="31"/>
                  </a:lnTo>
                  <a:lnTo>
                    <a:pt x="24" y="31"/>
                  </a:lnTo>
                  <a:lnTo>
                    <a:pt x="24" y="31"/>
                  </a:lnTo>
                  <a:lnTo>
                    <a:pt x="24" y="31"/>
                  </a:lnTo>
                  <a:lnTo>
                    <a:pt x="24" y="31"/>
                  </a:lnTo>
                  <a:lnTo>
                    <a:pt x="24" y="31"/>
                  </a:lnTo>
                  <a:lnTo>
                    <a:pt x="24" y="31"/>
                  </a:lnTo>
                  <a:lnTo>
                    <a:pt x="26" y="30"/>
                  </a:lnTo>
                  <a:lnTo>
                    <a:pt x="26" y="30"/>
                  </a:lnTo>
                  <a:lnTo>
                    <a:pt x="26" y="30"/>
                  </a:lnTo>
                  <a:lnTo>
                    <a:pt x="26" y="30"/>
                  </a:lnTo>
                  <a:lnTo>
                    <a:pt x="28" y="28"/>
                  </a:lnTo>
                  <a:lnTo>
                    <a:pt x="28" y="28"/>
                  </a:lnTo>
                  <a:lnTo>
                    <a:pt x="30" y="28"/>
                  </a:lnTo>
                  <a:lnTo>
                    <a:pt x="30" y="28"/>
                  </a:lnTo>
                  <a:lnTo>
                    <a:pt x="32" y="27"/>
                  </a:lnTo>
                  <a:lnTo>
                    <a:pt x="32" y="27"/>
                  </a:lnTo>
                  <a:lnTo>
                    <a:pt x="32" y="27"/>
                  </a:lnTo>
                  <a:lnTo>
                    <a:pt x="32" y="27"/>
                  </a:lnTo>
                  <a:lnTo>
                    <a:pt x="33" y="27"/>
                  </a:lnTo>
                  <a:lnTo>
                    <a:pt x="33" y="27"/>
                  </a:lnTo>
                  <a:lnTo>
                    <a:pt x="33" y="27"/>
                  </a:lnTo>
                  <a:lnTo>
                    <a:pt x="33" y="27"/>
                  </a:lnTo>
                  <a:lnTo>
                    <a:pt x="34" y="27"/>
                  </a:lnTo>
                  <a:lnTo>
                    <a:pt x="34" y="27"/>
                  </a:lnTo>
                  <a:lnTo>
                    <a:pt x="34" y="27"/>
                  </a:lnTo>
                  <a:lnTo>
                    <a:pt x="34" y="27"/>
                  </a:lnTo>
                  <a:lnTo>
                    <a:pt x="37" y="27"/>
                  </a:lnTo>
                  <a:lnTo>
                    <a:pt x="37" y="27"/>
                  </a:lnTo>
                  <a:lnTo>
                    <a:pt x="37" y="27"/>
                  </a:lnTo>
                  <a:lnTo>
                    <a:pt x="37" y="27"/>
                  </a:lnTo>
                  <a:lnTo>
                    <a:pt x="39" y="26"/>
                  </a:lnTo>
                  <a:lnTo>
                    <a:pt x="39" y="26"/>
                  </a:lnTo>
                  <a:lnTo>
                    <a:pt x="39" y="26"/>
                  </a:lnTo>
                  <a:lnTo>
                    <a:pt x="39" y="26"/>
                  </a:lnTo>
                  <a:lnTo>
                    <a:pt x="39" y="25"/>
                  </a:lnTo>
                  <a:lnTo>
                    <a:pt x="39" y="25"/>
                  </a:lnTo>
                  <a:lnTo>
                    <a:pt x="39" y="25"/>
                  </a:lnTo>
                  <a:lnTo>
                    <a:pt x="39" y="25"/>
                  </a:lnTo>
                  <a:lnTo>
                    <a:pt x="39" y="23"/>
                  </a:lnTo>
                  <a:lnTo>
                    <a:pt x="39" y="23"/>
                  </a:lnTo>
                  <a:lnTo>
                    <a:pt x="39" y="23"/>
                  </a:lnTo>
                  <a:lnTo>
                    <a:pt x="39" y="23"/>
                  </a:lnTo>
                  <a:lnTo>
                    <a:pt x="39" y="21"/>
                  </a:lnTo>
                  <a:lnTo>
                    <a:pt x="39" y="21"/>
                  </a:lnTo>
                  <a:lnTo>
                    <a:pt x="39" y="21"/>
                  </a:lnTo>
                  <a:lnTo>
                    <a:pt x="39" y="21"/>
                  </a:lnTo>
                  <a:lnTo>
                    <a:pt x="39" y="20"/>
                  </a:lnTo>
                  <a:lnTo>
                    <a:pt x="39" y="20"/>
                  </a:lnTo>
                  <a:lnTo>
                    <a:pt x="39" y="20"/>
                  </a:lnTo>
                  <a:lnTo>
                    <a:pt x="39" y="20"/>
                  </a:lnTo>
                  <a:lnTo>
                    <a:pt x="39" y="20"/>
                  </a:lnTo>
                  <a:lnTo>
                    <a:pt x="39" y="20"/>
                  </a:lnTo>
                  <a:lnTo>
                    <a:pt x="39" y="20"/>
                  </a:lnTo>
                  <a:lnTo>
                    <a:pt x="39" y="20"/>
                  </a:lnTo>
                  <a:lnTo>
                    <a:pt x="41" y="18"/>
                  </a:lnTo>
                  <a:lnTo>
                    <a:pt x="41" y="18"/>
                  </a:lnTo>
                  <a:lnTo>
                    <a:pt x="41" y="18"/>
                  </a:lnTo>
                  <a:lnTo>
                    <a:pt x="41" y="18"/>
                  </a:lnTo>
                  <a:lnTo>
                    <a:pt x="42" y="18"/>
                  </a:lnTo>
                  <a:lnTo>
                    <a:pt x="42" y="18"/>
                  </a:lnTo>
                  <a:lnTo>
                    <a:pt x="42" y="18"/>
                  </a:lnTo>
                  <a:lnTo>
                    <a:pt x="42" y="18"/>
                  </a:lnTo>
                  <a:lnTo>
                    <a:pt x="43" y="16"/>
                  </a:lnTo>
                  <a:lnTo>
                    <a:pt x="43" y="16"/>
                  </a:lnTo>
                  <a:lnTo>
                    <a:pt x="43" y="16"/>
                  </a:lnTo>
                  <a:lnTo>
                    <a:pt x="43" y="16"/>
                  </a:lnTo>
                  <a:lnTo>
                    <a:pt x="43" y="15"/>
                  </a:lnTo>
                  <a:lnTo>
                    <a:pt x="43" y="15"/>
                  </a:lnTo>
                  <a:lnTo>
                    <a:pt x="43" y="15"/>
                  </a:lnTo>
                  <a:lnTo>
                    <a:pt x="43" y="15"/>
                  </a:lnTo>
                  <a:lnTo>
                    <a:pt x="43" y="13"/>
                  </a:lnTo>
                  <a:lnTo>
                    <a:pt x="43" y="13"/>
                  </a:lnTo>
                  <a:lnTo>
                    <a:pt x="43" y="13"/>
                  </a:lnTo>
                  <a:lnTo>
                    <a:pt x="43" y="13"/>
                  </a:lnTo>
                  <a:lnTo>
                    <a:pt x="43" y="11"/>
                  </a:lnTo>
                  <a:lnTo>
                    <a:pt x="43" y="11"/>
                  </a:lnTo>
                  <a:lnTo>
                    <a:pt x="43" y="10"/>
                  </a:lnTo>
                  <a:lnTo>
                    <a:pt x="43" y="10"/>
                  </a:lnTo>
                  <a:lnTo>
                    <a:pt x="43" y="8"/>
                  </a:lnTo>
                  <a:lnTo>
                    <a:pt x="43" y="8"/>
                  </a:lnTo>
                  <a:lnTo>
                    <a:pt x="43" y="8"/>
                  </a:lnTo>
                  <a:lnTo>
                    <a:pt x="43" y="8"/>
                  </a:lnTo>
                  <a:lnTo>
                    <a:pt x="44" y="7"/>
                  </a:lnTo>
                  <a:lnTo>
                    <a:pt x="44" y="7"/>
                  </a:lnTo>
                  <a:lnTo>
                    <a:pt x="44" y="6"/>
                  </a:lnTo>
                  <a:lnTo>
                    <a:pt x="44" y="6"/>
                  </a:lnTo>
                  <a:lnTo>
                    <a:pt x="46" y="4"/>
                  </a:lnTo>
                  <a:lnTo>
                    <a:pt x="46" y="4"/>
                  </a:lnTo>
                  <a:lnTo>
                    <a:pt x="46" y="4"/>
                  </a:lnTo>
                  <a:lnTo>
                    <a:pt x="46" y="4"/>
                  </a:lnTo>
                  <a:lnTo>
                    <a:pt x="46" y="2"/>
                  </a:lnTo>
                  <a:lnTo>
                    <a:pt x="46" y="2"/>
                  </a:lnTo>
                  <a:lnTo>
                    <a:pt x="46" y="1"/>
                  </a:lnTo>
                  <a:lnTo>
                    <a:pt x="46" y="1"/>
                  </a:lnTo>
                  <a:lnTo>
                    <a:pt x="48" y="0"/>
                  </a:lnTo>
                  <a:lnTo>
                    <a:pt x="48" y="1"/>
                  </a:lnTo>
                  <a:lnTo>
                    <a:pt x="48" y="1"/>
                  </a:lnTo>
                  <a:lnTo>
                    <a:pt x="48" y="2"/>
                  </a:lnTo>
                  <a:lnTo>
                    <a:pt x="48" y="2"/>
                  </a:lnTo>
                  <a:lnTo>
                    <a:pt x="48" y="4"/>
                  </a:lnTo>
                  <a:lnTo>
                    <a:pt x="48" y="4"/>
                  </a:lnTo>
                  <a:lnTo>
                    <a:pt x="48" y="4"/>
                  </a:lnTo>
                  <a:lnTo>
                    <a:pt x="50" y="4"/>
                  </a:lnTo>
                  <a:lnTo>
                    <a:pt x="50" y="6"/>
                  </a:lnTo>
                  <a:lnTo>
                    <a:pt x="50" y="6"/>
                  </a:lnTo>
                  <a:lnTo>
                    <a:pt x="50" y="6"/>
                  </a:lnTo>
                  <a:lnTo>
                    <a:pt x="52" y="6"/>
                  </a:lnTo>
                  <a:lnTo>
                    <a:pt x="52" y="8"/>
                  </a:lnTo>
                  <a:lnTo>
                    <a:pt x="52" y="8"/>
                  </a:lnTo>
                  <a:lnTo>
                    <a:pt x="52" y="8"/>
                  </a:lnTo>
                  <a:lnTo>
                    <a:pt x="53" y="8"/>
                  </a:lnTo>
                  <a:lnTo>
                    <a:pt x="52" y="10"/>
                  </a:lnTo>
                  <a:lnTo>
                    <a:pt x="52" y="10"/>
                  </a:lnTo>
                  <a:lnTo>
                    <a:pt x="52" y="11"/>
                  </a:lnTo>
                  <a:lnTo>
                    <a:pt x="52" y="11"/>
                  </a:lnTo>
                  <a:lnTo>
                    <a:pt x="50" y="13"/>
                  </a:lnTo>
                  <a:lnTo>
                    <a:pt x="50" y="13"/>
                  </a:lnTo>
                  <a:lnTo>
                    <a:pt x="50" y="14"/>
                  </a:lnTo>
                  <a:lnTo>
                    <a:pt x="50" y="14"/>
                  </a:lnTo>
                  <a:lnTo>
                    <a:pt x="49" y="16"/>
                  </a:lnTo>
                  <a:lnTo>
                    <a:pt x="49" y="16"/>
                  </a:lnTo>
                  <a:lnTo>
                    <a:pt x="49" y="18"/>
                  </a:lnTo>
                  <a:lnTo>
                    <a:pt x="49" y="18"/>
                  </a:lnTo>
                  <a:lnTo>
                    <a:pt x="49" y="20"/>
                  </a:lnTo>
                  <a:lnTo>
                    <a:pt x="49" y="20"/>
                  </a:lnTo>
                  <a:lnTo>
                    <a:pt x="49" y="20"/>
                  </a:lnTo>
                  <a:lnTo>
                    <a:pt x="49" y="20"/>
                  </a:lnTo>
                  <a:lnTo>
                    <a:pt x="49" y="20"/>
                  </a:lnTo>
                  <a:lnTo>
                    <a:pt x="49" y="20"/>
                  </a:lnTo>
                  <a:lnTo>
                    <a:pt x="49" y="20"/>
                  </a:lnTo>
                  <a:lnTo>
                    <a:pt x="49" y="20"/>
                  </a:lnTo>
                  <a:lnTo>
                    <a:pt x="49" y="20"/>
                  </a:lnTo>
                  <a:lnTo>
                    <a:pt x="49" y="20"/>
                  </a:lnTo>
                  <a:lnTo>
                    <a:pt x="49" y="20"/>
                  </a:lnTo>
                  <a:lnTo>
                    <a:pt x="52" y="18"/>
                  </a:lnTo>
                  <a:lnTo>
                    <a:pt x="52" y="18"/>
                  </a:lnTo>
                  <a:lnTo>
                    <a:pt x="52" y="18"/>
                  </a:lnTo>
                  <a:lnTo>
                    <a:pt x="52" y="18"/>
                  </a:lnTo>
                  <a:lnTo>
                    <a:pt x="52" y="18"/>
                  </a:lnTo>
                  <a:lnTo>
                    <a:pt x="52" y="18"/>
                  </a:lnTo>
                  <a:lnTo>
                    <a:pt x="52" y="18"/>
                  </a:lnTo>
                  <a:lnTo>
                    <a:pt x="52" y="18"/>
                  </a:lnTo>
                  <a:lnTo>
                    <a:pt x="53" y="15"/>
                  </a:lnTo>
                  <a:lnTo>
                    <a:pt x="53" y="15"/>
                  </a:lnTo>
                  <a:lnTo>
                    <a:pt x="53" y="15"/>
                  </a:lnTo>
                  <a:lnTo>
                    <a:pt x="53" y="15"/>
                  </a:lnTo>
                  <a:lnTo>
                    <a:pt x="53" y="15"/>
                  </a:lnTo>
                  <a:lnTo>
                    <a:pt x="53" y="15"/>
                  </a:lnTo>
                  <a:lnTo>
                    <a:pt x="53" y="15"/>
                  </a:lnTo>
                  <a:lnTo>
                    <a:pt x="53" y="15"/>
                  </a:lnTo>
                  <a:lnTo>
                    <a:pt x="54" y="13"/>
                  </a:lnTo>
                  <a:lnTo>
                    <a:pt x="54" y="13"/>
                  </a:lnTo>
                  <a:lnTo>
                    <a:pt x="54" y="13"/>
                  </a:lnTo>
                  <a:lnTo>
                    <a:pt x="54" y="13"/>
                  </a:lnTo>
                  <a:lnTo>
                    <a:pt x="54" y="11"/>
                  </a:lnTo>
                  <a:lnTo>
                    <a:pt x="54" y="11"/>
                  </a:lnTo>
                  <a:lnTo>
                    <a:pt x="54" y="11"/>
                  </a:lnTo>
                  <a:lnTo>
                    <a:pt x="54" y="11"/>
                  </a:lnTo>
                  <a:lnTo>
                    <a:pt x="55" y="10"/>
                  </a:lnTo>
                  <a:lnTo>
                    <a:pt x="55" y="10"/>
                  </a:lnTo>
                  <a:lnTo>
                    <a:pt x="55" y="10"/>
                  </a:lnTo>
                  <a:lnTo>
                    <a:pt x="55" y="10"/>
                  </a:lnTo>
                  <a:lnTo>
                    <a:pt x="55" y="10"/>
                  </a:lnTo>
                  <a:lnTo>
                    <a:pt x="55" y="10"/>
                  </a:lnTo>
                  <a:lnTo>
                    <a:pt x="55" y="10"/>
                  </a:lnTo>
                  <a:lnTo>
                    <a:pt x="55" y="10"/>
                  </a:lnTo>
                  <a:lnTo>
                    <a:pt x="55" y="8"/>
                  </a:lnTo>
                  <a:lnTo>
                    <a:pt x="55" y="8"/>
                  </a:lnTo>
                  <a:lnTo>
                    <a:pt x="55" y="8"/>
                  </a:lnTo>
                  <a:lnTo>
                    <a:pt x="55" y="8"/>
                  </a:lnTo>
                  <a:lnTo>
                    <a:pt x="55" y="8"/>
                  </a:lnTo>
                  <a:lnTo>
                    <a:pt x="55" y="8"/>
                  </a:lnTo>
                  <a:lnTo>
                    <a:pt x="55" y="8"/>
                  </a:lnTo>
                  <a:lnTo>
                    <a:pt x="55" y="8"/>
                  </a:lnTo>
                  <a:lnTo>
                    <a:pt x="55" y="6"/>
                  </a:lnTo>
                  <a:lnTo>
                    <a:pt x="55" y="6"/>
                  </a:lnTo>
                </a:path>
              </a:pathLst>
            </a:custGeom>
            <a:solidFill>
              <a:srgbClr val="a1009f"/>
            </a:solidFill>
            <a:ln w="18360">
              <a:solidFill>
                <a:srgbClr val="000000"/>
              </a:solidFill>
              <a:round/>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711" name=""/>
            <p:cNvSpPr/>
            <p:nvPr/>
          </p:nvSpPr>
          <p:spPr>
            <a:xfrm>
              <a:off x="8015400" y="5175360"/>
              <a:ext cx="20520" cy="34920"/>
            </a:xfrm>
            <a:custGeom>
              <a:avLst/>
              <a:gdLst/>
              <a:ahLst/>
              <a:rect l="l" t="t" r="r" b="b"/>
              <a:pathLst>
                <a:path w="13" h="22">
                  <a:moveTo>
                    <a:pt x="10" y="0"/>
                  </a:moveTo>
                  <a:lnTo>
                    <a:pt x="10" y="1"/>
                  </a:lnTo>
                  <a:lnTo>
                    <a:pt x="10" y="1"/>
                  </a:lnTo>
                  <a:lnTo>
                    <a:pt x="10" y="1"/>
                  </a:lnTo>
                  <a:lnTo>
                    <a:pt x="10" y="1"/>
                  </a:lnTo>
                  <a:lnTo>
                    <a:pt x="10" y="3"/>
                  </a:lnTo>
                  <a:lnTo>
                    <a:pt x="10" y="3"/>
                  </a:lnTo>
                  <a:lnTo>
                    <a:pt x="10" y="3"/>
                  </a:lnTo>
                  <a:lnTo>
                    <a:pt x="11" y="3"/>
                  </a:lnTo>
                  <a:lnTo>
                    <a:pt x="11" y="6"/>
                  </a:lnTo>
                  <a:lnTo>
                    <a:pt x="11" y="6"/>
                  </a:lnTo>
                  <a:lnTo>
                    <a:pt x="11" y="6"/>
                  </a:lnTo>
                  <a:lnTo>
                    <a:pt x="11" y="6"/>
                  </a:lnTo>
                  <a:lnTo>
                    <a:pt x="11" y="6"/>
                  </a:lnTo>
                  <a:lnTo>
                    <a:pt x="11" y="6"/>
                  </a:lnTo>
                  <a:lnTo>
                    <a:pt x="11" y="6"/>
                  </a:lnTo>
                  <a:lnTo>
                    <a:pt x="12" y="6"/>
                  </a:lnTo>
                  <a:lnTo>
                    <a:pt x="11" y="8"/>
                  </a:lnTo>
                  <a:lnTo>
                    <a:pt x="11" y="8"/>
                  </a:lnTo>
                  <a:lnTo>
                    <a:pt x="11" y="8"/>
                  </a:lnTo>
                  <a:lnTo>
                    <a:pt x="11" y="8"/>
                  </a:lnTo>
                  <a:lnTo>
                    <a:pt x="11" y="11"/>
                  </a:lnTo>
                  <a:lnTo>
                    <a:pt x="11" y="11"/>
                  </a:lnTo>
                  <a:lnTo>
                    <a:pt x="11" y="11"/>
                  </a:lnTo>
                  <a:lnTo>
                    <a:pt x="11" y="11"/>
                  </a:lnTo>
                  <a:lnTo>
                    <a:pt x="8" y="13"/>
                  </a:lnTo>
                  <a:lnTo>
                    <a:pt x="8" y="13"/>
                  </a:lnTo>
                  <a:lnTo>
                    <a:pt x="8" y="13"/>
                  </a:lnTo>
                  <a:lnTo>
                    <a:pt x="8" y="13"/>
                  </a:lnTo>
                  <a:lnTo>
                    <a:pt x="8" y="15"/>
                  </a:lnTo>
                  <a:lnTo>
                    <a:pt x="8" y="15"/>
                  </a:lnTo>
                  <a:lnTo>
                    <a:pt x="8" y="15"/>
                  </a:lnTo>
                  <a:lnTo>
                    <a:pt x="8" y="15"/>
                  </a:lnTo>
                  <a:lnTo>
                    <a:pt x="7" y="16"/>
                  </a:lnTo>
                  <a:lnTo>
                    <a:pt x="7" y="16"/>
                  </a:lnTo>
                  <a:lnTo>
                    <a:pt x="7" y="16"/>
                  </a:lnTo>
                  <a:lnTo>
                    <a:pt x="7" y="16"/>
                  </a:lnTo>
                  <a:lnTo>
                    <a:pt x="6" y="18"/>
                  </a:lnTo>
                  <a:lnTo>
                    <a:pt x="6" y="18"/>
                  </a:lnTo>
                  <a:lnTo>
                    <a:pt x="6" y="18"/>
                  </a:lnTo>
                  <a:lnTo>
                    <a:pt x="6" y="18"/>
                  </a:lnTo>
                  <a:lnTo>
                    <a:pt x="5" y="20"/>
                  </a:lnTo>
                  <a:lnTo>
                    <a:pt x="5" y="20"/>
                  </a:lnTo>
                  <a:lnTo>
                    <a:pt x="4" y="20"/>
                  </a:lnTo>
                  <a:lnTo>
                    <a:pt x="4" y="20"/>
                  </a:lnTo>
                  <a:lnTo>
                    <a:pt x="2" y="21"/>
                  </a:lnTo>
                  <a:lnTo>
                    <a:pt x="2" y="21"/>
                  </a:lnTo>
                  <a:lnTo>
                    <a:pt x="2" y="21"/>
                  </a:lnTo>
                  <a:lnTo>
                    <a:pt x="2" y="21"/>
                  </a:lnTo>
                  <a:lnTo>
                    <a:pt x="1" y="21"/>
                  </a:lnTo>
                  <a:lnTo>
                    <a:pt x="1" y="21"/>
                  </a:lnTo>
                  <a:lnTo>
                    <a:pt x="1" y="21"/>
                  </a:lnTo>
                  <a:lnTo>
                    <a:pt x="1" y="21"/>
                  </a:lnTo>
                  <a:lnTo>
                    <a:pt x="1" y="21"/>
                  </a:lnTo>
                  <a:lnTo>
                    <a:pt x="1" y="21"/>
                  </a:lnTo>
                  <a:lnTo>
                    <a:pt x="1" y="21"/>
                  </a:lnTo>
                  <a:lnTo>
                    <a:pt x="1" y="20"/>
                  </a:lnTo>
                  <a:lnTo>
                    <a:pt x="0" y="20"/>
                  </a:lnTo>
                  <a:lnTo>
                    <a:pt x="0" y="20"/>
                  </a:lnTo>
                  <a:lnTo>
                    <a:pt x="0" y="20"/>
                  </a:lnTo>
                  <a:lnTo>
                    <a:pt x="0" y="20"/>
                  </a:lnTo>
                  <a:lnTo>
                    <a:pt x="0" y="20"/>
                  </a:lnTo>
                  <a:lnTo>
                    <a:pt x="0" y="20"/>
                  </a:lnTo>
                  <a:lnTo>
                    <a:pt x="0" y="20"/>
                  </a:lnTo>
                  <a:lnTo>
                    <a:pt x="0" y="18"/>
                  </a:lnTo>
                  <a:lnTo>
                    <a:pt x="0" y="18"/>
                  </a:lnTo>
                  <a:lnTo>
                    <a:pt x="0" y="18"/>
                  </a:lnTo>
                  <a:lnTo>
                    <a:pt x="0" y="18"/>
                  </a:lnTo>
                  <a:lnTo>
                    <a:pt x="0" y="17"/>
                  </a:lnTo>
                  <a:lnTo>
                    <a:pt x="0" y="17"/>
                  </a:lnTo>
                  <a:lnTo>
                    <a:pt x="0" y="17"/>
                  </a:lnTo>
                  <a:lnTo>
                    <a:pt x="0" y="17"/>
                  </a:lnTo>
                  <a:lnTo>
                    <a:pt x="0" y="15"/>
                  </a:lnTo>
                  <a:lnTo>
                    <a:pt x="0" y="15"/>
                  </a:lnTo>
                  <a:lnTo>
                    <a:pt x="0" y="15"/>
                  </a:lnTo>
                  <a:lnTo>
                    <a:pt x="0" y="15"/>
                  </a:lnTo>
                  <a:lnTo>
                    <a:pt x="0" y="13"/>
                  </a:lnTo>
                  <a:lnTo>
                    <a:pt x="0" y="13"/>
                  </a:lnTo>
                  <a:lnTo>
                    <a:pt x="0" y="13"/>
                  </a:lnTo>
                  <a:lnTo>
                    <a:pt x="0" y="13"/>
                  </a:lnTo>
                  <a:lnTo>
                    <a:pt x="2" y="11"/>
                  </a:lnTo>
                  <a:lnTo>
                    <a:pt x="2" y="11"/>
                  </a:lnTo>
                  <a:lnTo>
                    <a:pt x="2" y="11"/>
                  </a:lnTo>
                  <a:lnTo>
                    <a:pt x="2" y="11"/>
                  </a:lnTo>
                  <a:lnTo>
                    <a:pt x="3" y="11"/>
                  </a:lnTo>
                  <a:lnTo>
                    <a:pt x="3" y="11"/>
                  </a:lnTo>
                  <a:lnTo>
                    <a:pt x="3" y="11"/>
                  </a:lnTo>
                  <a:lnTo>
                    <a:pt x="3" y="11"/>
                  </a:lnTo>
                  <a:lnTo>
                    <a:pt x="5" y="8"/>
                  </a:lnTo>
                  <a:lnTo>
                    <a:pt x="5" y="8"/>
                  </a:lnTo>
                  <a:lnTo>
                    <a:pt x="5" y="8"/>
                  </a:lnTo>
                  <a:lnTo>
                    <a:pt x="5" y="8"/>
                  </a:lnTo>
                  <a:lnTo>
                    <a:pt x="6" y="7"/>
                  </a:lnTo>
                  <a:lnTo>
                    <a:pt x="6" y="7"/>
                  </a:lnTo>
                  <a:lnTo>
                    <a:pt x="6" y="7"/>
                  </a:lnTo>
                  <a:lnTo>
                    <a:pt x="6" y="7"/>
                  </a:lnTo>
                  <a:lnTo>
                    <a:pt x="7" y="6"/>
                  </a:lnTo>
                  <a:lnTo>
                    <a:pt x="7" y="6"/>
                  </a:lnTo>
                  <a:lnTo>
                    <a:pt x="7" y="6"/>
                  </a:lnTo>
                  <a:lnTo>
                    <a:pt x="7" y="6"/>
                  </a:lnTo>
                  <a:lnTo>
                    <a:pt x="7" y="6"/>
                  </a:lnTo>
                  <a:lnTo>
                    <a:pt x="7" y="6"/>
                  </a:lnTo>
                  <a:lnTo>
                    <a:pt x="7" y="6"/>
                  </a:lnTo>
                  <a:lnTo>
                    <a:pt x="7" y="6"/>
                  </a:lnTo>
                  <a:lnTo>
                    <a:pt x="8" y="3"/>
                  </a:lnTo>
                  <a:lnTo>
                    <a:pt x="8" y="3"/>
                  </a:lnTo>
                  <a:lnTo>
                    <a:pt x="8" y="3"/>
                  </a:lnTo>
                  <a:lnTo>
                    <a:pt x="8" y="3"/>
                  </a:lnTo>
                  <a:lnTo>
                    <a:pt x="8" y="1"/>
                  </a:lnTo>
                  <a:lnTo>
                    <a:pt x="8" y="1"/>
                  </a:lnTo>
                  <a:lnTo>
                    <a:pt x="8" y="1"/>
                  </a:lnTo>
                  <a:lnTo>
                    <a:pt x="8" y="1"/>
                  </a:lnTo>
                  <a:lnTo>
                    <a:pt x="10" y="0"/>
                  </a:lnTo>
                  <a:lnTo>
                    <a:pt x="10" y="0"/>
                  </a:lnTo>
                </a:path>
              </a:pathLst>
            </a:custGeom>
            <a:solidFill>
              <a:srgbClr val="a1009f"/>
            </a:solidFill>
            <a:ln w="18360">
              <a:solidFill>
                <a:srgbClr val="000000"/>
              </a:solidFill>
              <a:round/>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712" name=""/>
            <p:cNvSpPr/>
            <p:nvPr/>
          </p:nvSpPr>
          <p:spPr>
            <a:xfrm>
              <a:off x="8002440" y="5216400"/>
              <a:ext cx="11160" cy="19080"/>
            </a:xfrm>
            <a:custGeom>
              <a:avLst/>
              <a:gdLst/>
              <a:ahLst/>
              <a:rect l="l" t="t" r="r" b="b"/>
              <a:pathLst>
                <a:path w="7" h="12">
                  <a:moveTo>
                    <a:pt x="6" y="1"/>
                  </a:moveTo>
                  <a:lnTo>
                    <a:pt x="6" y="2"/>
                  </a:lnTo>
                  <a:lnTo>
                    <a:pt x="6" y="2"/>
                  </a:lnTo>
                  <a:lnTo>
                    <a:pt x="6" y="2"/>
                  </a:lnTo>
                  <a:lnTo>
                    <a:pt x="6" y="2"/>
                  </a:lnTo>
                  <a:lnTo>
                    <a:pt x="6" y="4"/>
                  </a:lnTo>
                  <a:lnTo>
                    <a:pt x="6" y="4"/>
                  </a:lnTo>
                  <a:lnTo>
                    <a:pt x="6" y="4"/>
                  </a:lnTo>
                  <a:lnTo>
                    <a:pt x="6" y="4"/>
                  </a:lnTo>
                  <a:lnTo>
                    <a:pt x="6" y="6"/>
                  </a:lnTo>
                  <a:lnTo>
                    <a:pt x="6" y="6"/>
                  </a:lnTo>
                  <a:lnTo>
                    <a:pt x="6" y="6"/>
                  </a:lnTo>
                  <a:lnTo>
                    <a:pt x="6" y="6"/>
                  </a:lnTo>
                  <a:lnTo>
                    <a:pt x="6" y="6"/>
                  </a:lnTo>
                  <a:lnTo>
                    <a:pt x="6" y="6"/>
                  </a:lnTo>
                  <a:lnTo>
                    <a:pt x="6" y="6"/>
                  </a:lnTo>
                  <a:lnTo>
                    <a:pt x="6" y="6"/>
                  </a:lnTo>
                  <a:lnTo>
                    <a:pt x="5" y="9"/>
                  </a:lnTo>
                  <a:lnTo>
                    <a:pt x="5" y="9"/>
                  </a:lnTo>
                  <a:lnTo>
                    <a:pt x="4" y="9"/>
                  </a:lnTo>
                  <a:lnTo>
                    <a:pt x="4" y="9"/>
                  </a:lnTo>
                  <a:lnTo>
                    <a:pt x="2" y="10"/>
                  </a:lnTo>
                  <a:lnTo>
                    <a:pt x="2" y="10"/>
                  </a:lnTo>
                  <a:lnTo>
                    <a:pt x="2" y="10"/>
                  </a:lnTo>
                  <a:lnTo>
                    <a:pt x="2" y="10"/>
                  </a:lnTo>
                  <a:lnTo>
                    <a:pt x="0" y="11"/>
                  </a:lnTo>
                  <a:lnTo>
                    <a:pt x="0" y="11"/>
                  </a:lnTo>
                  <a:lnTo>
                    <a:pt x="0" y="11"/>
                  </a:lnTo>
                  <a:lnTo>
                    <a:pt x="0" y="11"/>
                  </a:lnTo>
                  <a:lnTo>
                    <a:pt x="0" y="11"/>
                  </a:lnTo>
                  <a:lnTo>
                    <a:pt x="0" y="11"/>
                  </a:lnTo>
                  <a:lnTo>
                    <a:pt x="0" y="11"/>
                  </a:lnTo>
                  <a:lnTo>
                    <a:pt x="0" y="11"/>
                  </a:lnTo>
                  <a:lnTo>
                    <a:pt x="0" y="11"/>
                  </a:lnTo>
                  <a:lnTo>
                    <a:pt x="0" y="11"/>
                  </a:lnTo>
                  <a:lnTo>
                    <a:pt x="0" y="11"/>
                  </a:lnTo>
                  <a:lnTo>
                    <a:pt x="0" y="11"/>
                  </a:lnTo>
                  <a:lnTo>
                    <a:pt x="0" y="11"/>
                  </a:lnTo>
                  <a:lnTo>
                    <a:pt x="0" y="11"/>
                  </a:lnTo>
                  <a:lnTo>
                    <a:pt x="0" y="11"/>
                  </a:lnTo>
                  <a:lnTo>
                    <a:pt x="1" y="9"/>
                  </a:lnTo>
                  <a:lnTo>
                    <a:pt x="0" y="9"/>
                  </a:lnTo>
                  <a:lnTo>
                    <a:pt x="0" y="9"/>
                  </a:lnTo>
                  <a:lnTo>
                    <a:pt x="0" y="9"/>
                  </a:lnTo>
                  <a:lnTo>
                    <a:pt x="0" y="8"/>
                  </a:lnTo>
                  <a:lnTo>
                    <a:pt x="0" y="8"/>
                  </a:lnTo>
                  <a:lnTo>
                    <a:pt x="0" y="8"/>
                  </a:lnTo>
                  <a:lnTo>
                    <a:pt x="0" y="8"/>
                  </a:lnTo>
                  <a:lnTo>
                    <a:pt x="0" y="6"/>
                  </a:lnTo>
                  <a:lnTo>
                    <a:pt x="0" y="6"/>
                  </a:lnTo>
                  <a:lnTo>
                    <a:pt x="0" y="6"/>
                  </a:lnTo>
                  <a:lnTo>
                    <a:pt x="0" y="6"/>
                  </a:lnTo>
                  <a:lnTo>
                    <a:pt x="0" y="6"/>
                  </a:lnTo>
                  <a:lnTo>
                    <a:pt x="0" y="6"/>
                  </a:lnTo>
                  <a:lnTo>
                    <a:pt x="0" y="6"/>
                  </a:lnTo>
                  <a:lnTo>
                    <a:pt x="0" y="6"/>
                  </a:lnTo>
                  <a:lnTo>
                    <a:pt x="1" y="4"/>
                  </a:lnTo>
                  <a:lnTo>
                    <a:pt x="1" y="4"/>
                  </a:lnTo>
                  <a:lnTo>
                    <a:pt x="1" y="4"/>
                  </a:lnTo>
                  <a:lnTo>
                    <a:pt x="1" y="4"/>
                  </a:lnTo>
                  <a:lnTo>
                    <a:pt x="1" y="2"/>
                  </a:lnTo>
                  <a:lnTo>
                    <a:pt x="1" y="2"/>
                  </a:lnTo>
                  <a:lnTo>
                    <a:pt x="1" y="2"/>
                  </a:lnTo>
                  <a:lnTo>
                    <a:pt x="1" y="2"/>
                  </a:lnTo>
                  <a:lnTo>
                    <a:pt x="3" y="0"/>
                  </a:lnTo>
                  <a:lnTo>
                    <a:pt x="3" y="1"/>
                  </a:lnTo>
                  <a:lnTo>
                    <a:pt x="3" y="1"/>
                  </a:lnTo>
                  <a:lnTo>
                    <a:pt x="3" y="1"/>
                  </a:lnTo>
                  <a:lnTo>
                    <a:pt x="3" y="1"/>
                  </a:lnTo>
                  <a:lnTo>
                    <a:pt x="3" y="1"/>
                  </a:lnTo>
                  <a:lnTo>
                    <a:pt x="3" y="1"/>
                  </a:lnTo>
                  <a:lnTo>
                    <a:pt x="3" y="1"/>
                  </a:lnTo>
                  <a:lnTo>
                    <a:pt x="4" y="1"/>
                  </a:lnTo>
                  <a:lnTo>
                    <a:pt x="4" y="1"/>
                  </a:lnTo>
                  <a:lnTo>
                    <a:pt x="4" y="1"/>
                  </a:lnTo>
                  <a:lnTo>
                    <a:pt x="4" y="1"/>
                  </a:lnTo>
                  <a:lnTo>
                    <a:pt x="4" y="1"/>
                  </a:lnTo>
                  <a:lnTo>
                    <a:pt x="4" y="1"/>
                  </a:lnTo>
                  <a:lnTo>
                    <a:pt x="4" y="1"/>
                  </a:lnTo>
                  <a:lnTo>
                    <a:pt x="4" y="1"/>
                  </a:lnTo>
                  <a:lnTo>
                    <a:pt x="6" y="1"/>
                  </a:lnTo>
                  <a:lnTo>
                    <a:pt x="6" y="1"/>
                  </a:lnTo>
                </a:path>
              </a:pathLst>
            </a:custGeom>
            <a:solidFill>
              <a:srgbClr val="a1009f"/>
            </a:solidFill>
            <a:ln w="18360">
              <a:solidFill>
                <a:srgbClr val="000000"/>
              </a:solidFill>
              <a:round/>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713" name=""/>
            <p:cNvSpPr/>
            <p:nvPr/>
          </p:nvSpPr>
          <p:spPr>
            <a:xfrm>
              <a:off x="7988400" y="5218200"/>
              <a:ext cx="9360" cy="19080"/>
            </a:xfrm>
            <a:custGeom>
              <a:avLst/>
              <a:gdLst/>
              <a:ahLst/>
              <a:rect l="l" t="t" r="r" b="b"/>
              <a:pathLst>
                <a:path w="6" h="12">
                  <a:moveTo>
                    <a:pt x="3" y="0"/>
                  </a:moveTo>
                  <a:lnTo>
                    <a:pt x="2" y="1"/>
                  </a:lnTo>
                  <a:lnTo>
                    <a:pt x="2" y="1"/>
                  </a:lnTo>
                  <a:lnTo>
                    <a:pt x="2" y="1"/>
                  </a:lnTo>
                  <a:lnTo>
                    <a:pt x="2" y="1"/>
                  </a:lnTo>
                  <a:lnTo>
                    <a:pt x="1" y="3"/>
                  </a:lnTo>
                  <a:lnTo>
                    <a:pt x="1" y="3"/>
                  </a:lnTo>
                  <a:lnTo>
                    <a:pt x="1" y="3"/>
                  </a:lnTo>
                  <a:lnTo>
                    <a:pt x="1" y="3"/>
                  </a:lnTo>
                  <a:lnTo>
                    <a:pt x="0" y="5"/>
                  </a:lnTo>
                  <a:lnTo>
                    <a:pt x="0" y="5"/>
                  </a:lnTo>
                  <a:lnTo>
                    <a:pt x="0" y="5"/>
                  </a:lnTo>
                  <a:lnTo>
                    <a:pt x="0" y="5"/>
                  </a:lnTo>
                  <a:lnTo>
                    <a:pt x="0" y="5"/>
                  </a:lnTo>
                  <a:lnTo>
                    <a:pt x="0" y="5"/>
                  </a:lnTo>
                  <a:lnTo>
                    <a:pt x="0" y="5"/>
                  </a:lnTo>
                  <a:lnTo>
                    <a:pt x="0" y="5"/>
                  </a:lnTo>
                  <a:lnTo>
                    <a:pt x="0" y="8"/>
                  </a:lnTo>
                  <a:lnTo>
                    <a:pt x="0" y="8"/>
                  </a:lnTo>
                  <a:lnTo>
                    <a:pt x="0" y="8"/>
                  </a:lnTo>
                  <a:lnTo>
                    <a:pt x="0" y="8"/>
                  </a:lnTo>
                  <a:lnTo>
                    <a:pt x="0" y="9"/>
                  </a:lnTo>
                  <a:lnTo>
                    <a:pt x="0" y="9"/>
                  </a:lnTo>
                  <a:lnTo>
                    <a:pt x="0" y="9"/>
                  </a:lnTo>
                  <a:lnTo>
                    <a:pt x="0" y="9"/>
                  </a:lnTo>
                  <a:lnTo>
                    <a:pt x="0" y="11"/>
                  </a:lnTo>
                  <a:lnTo>
                    <a:pt x="0" y="11"/>
                  </a:lnTo>
                  <a:lnTo>
                    <a:pt x="0" y="11"/>
                  </a:lnTo>
                  <a:lnTo>
                    <a:pt x="0" y="11"/>
                  </a:lnTo>
                  <a:lnTo>
                    <a:pt x="0" y="11"/>
                  </a:lnTo>
                  <a:lnTo>
                    <a:pt x="0" y="11"/>
                  </a:lnTo>
                  <a:lnTo>
                    <a:pt x="0" y="11"/>
                  </a:lnTo>
                  <a:lnTo>
                    <a:pt x="0" y="11"/>
                  </a:lnTo>
                  <a:lnTo>
                    <a:pt x="0" y="11"/>
                  </a:lnTo>
                  <a:lnTo>
                    <a:pt x="0" y="11"/>
                  </a:lnTo>
                  <a:lnTo>
                    <a:pt x="0" y="11"/>
                  </a:lnTo>
                  <a:lnTo>
                    <a:pt x="0" y="11"/>
                  </a:lnTo>
                  <a:lnTo>
                    <a:pt x="0" y="11"/>
                  </a:lnTo>
                  <a:lnTo>
                    <a:pt x="0" y="11"/>
                  </a:lnTo>
                  <a:lnTo>
                    <a:pt x="0" y="11"/>
                  </a:lnTo>
                  <a:lnTo>
                    <a:pt x="1" y="11"/>
                  </a:lnTo>
                  <a:lnTo>
                    <a:pt x="1" y="11"/>
                  </a:lnTo>
                  <a:lnTo>
                    <a:pt x="1" y="11"/>
                  </a:lnTo>
                  <a:lnTo>
                    <a:pt x="1" y="11"/>
                  </a:lnTo>
                  <a:lnTo>
                    <a:pt x="2" y="11"/>
                  </a:lnTo>
                  <a:lnTo>
                    <a:pt x="2" y="11"/>
                  </a:lnTo>
                  <a:lnTo>
                    <a:pt x="2" y="11"/>
                  </a:lnTo>
                  <a:lnTo>
                    <a:pt x="2" y="11"/>
                  </a:lnTo>
                  <a:lnTo>
                    <a:pt x="3" y="10"/>
                  </a:lnTo>
                  <a:lnTo>
                    <a:pt x="3" y="10"/>
                  </a:lnTo>
                  <a:lnTo>
                    <a:pt x="3" y="10"/>
                  </a:lnTo>
                  <a:lnTo>
                    <a:pt x="3" y="10"/>
                  </a:lnTo>
                  <a:lnTo>
                    <a:pt x="3" y="10"/>
                  </a:lnTo>
                  <a:lnTo>
                    <a:pt x="3" y="10"/>
                  </a:lnTo>
                  <a:lnTo>
                    <a:pt x="3" y="10"/>
                  </a:lnTo>
                  <a:lnTo>
                    <a:pt x="3" y="10"/>
                  </a:lnTo>
                  <a:lnTo>
                    <a:pt x="4" y="8"/>
                  </a:lnTo>
                  <a:lnTo>
                    <a:pt x="4" y="8"/>
                  </a:lnTo>
                  <a:lnTo>
                    <a:pt x="4" y="8"/>
                  </a:lnTo>
                  <a:lnTo>
                    <a:pt x="4" y="8"/>
                  </a:lnTo>
                  <a:lnTo>
                    <a:pt x="4" y="6"/>
                  </a:lnTo>
                  <a:lnTo>
                    <a:pt x="4" y="6"/>
                  </a:lnTo>
                  <a:lnTo>
                    <a:pt x="4" y="6"/>
                  </a:lnTo>
                  <a:lnTo>
                    <a:pt x="4" y="6"/>
                  </a:lnTo>
                  <a:lnTo>
                    <a:pt x="5" y="5"/>
                  </a:lnTo>
                  <a:lnTo>
                    <a:pt x="3" y="5"/>
                  </a:lnTo>
                  <a:lnTo>
                    <a:pt x="3" y="5"/>
                  </a:lnTo>
                  <a:lnTo>
                    <a:pt x="3" y="5"/>
                  </a:lnTo>
                  <a:lnTo>
                    <a:pt x="3" y="4"/>
                  </a:lnTo>
                  <a:lnTo>
                    <a:pt x="3" y="4"/>
                  </a:lnTo>
                  <a:lnTo>
                    <a:pt x="3" y="4"/>
                  </a:lnTo>
                  <a:lnTo>
                    <a:pt x="3" y="4"/>
                  </a:lnTo>
                  <a:lnTo>
                    <a:pt x="3" y="2"/>
                  </a:lnTo>
                  <a:lnTo>
                    <a:pt x="3" y="2"/>
                  </a:lnTo>
                  <a:lnTo>
                    <a:pt x="3" y="2"/>
                  </a:lnTo>
                  <a:lnTo>
                    <a:pt x="3" y="2"/>
                  </a:lnTo>
                  <a:lnTo>
                    <a:pt x="3" y="1"/>
                  </a:lnTo>
                  <a:lnTo>
                    <a:pt x="3" y="1"/>
                  </a:lnTo>
                  <a:lnTo>
                    <a:pt x="3" y="1"/>
                  </a:lnTo>
                  <a:lnTo>
                    <a:pt x="3" y="1"/>
                  </a:lnTo>
                  <a:lnTo>
                    <a:pt x="3" y="0"/>
                  </a:lnTo>
                  <a:lnTo>
                    <a:pt x="3" y="0"/>
                  </a:lnTo>
                </a:path>
              </a:pathLst>
            </a:custGeom>
            <a:solidFill>
              <a:srgbClr val="a1009f"/>
            </a:solidFill>
            <a:ln w="18360">
              <a:solidFill>
                <a:srgbClr val="000000"/>
              </a:solidFill>
              <a:round/>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714" name=""/>
            <p:cNvSpPr/>
            <p:nvPr/>
          </p:nvSpPr>
          <p:spPr>
            <a:xfrm>
              <a:off x="7812000" y="5602320"/>
              <a:ext cx="28800" cy="20520"/>
            </a:xfrm>
            <a:custGeom>
              <a:avLst/>
              <a:gdLst/>
              <a:ahLst/>
              <a:rect l="l" t="t" r="r" b="b"/>
              <a:pathLst>
                <a:path w="18" h="13">
                  <a:moveTo>
                    <a:pt x="16" y="0"/>
                  </a:moveTo>
                  <a:lnTo>
                    <a:pt x="16" y="0"/>
                  </a:lnTo>
                  <a:lnTo>
                    <a:pt x="16" y="0"/>
                  </a:lnTo>
                  <a:lnTo>
                    <a:pt x="16" y="0"/>
                  </a:lnTo>
                  <a:lnTo>
                    <a:pt x="16" y="0"/>
                  </a:lnTo>
                  <a:lnTo>
                    <a:pt x="16" y="0"/>
                  </a:lnTo>
                  <a:lnTo>
                    <a:pt x="16" y="0"/>
                  </a:lnTo>
                  <a:lnTo>
                    <a:pt x="16" y="0"/>
                  </a:lnTo>
                  <a:lnTo>
                    <a:pt x="16" y="0"/>
                  </a:lnTo>
                  <a:lnTo>
                    <a:pt x="16" y="0"/>
                  </a:lnTo>
                  <a:lnTo>
                    <a:pt x="16" y="0"/>
                  </a:lnTo>
                  <a:lnTo>
                    <a:pt x="16" y="0"/>
                  </a:lnTo>
                  <a:lnTo>
                    <a:pt x="16" y="0"/>
                  </a:lnTo>
                  <a:lnTo>
                    <a:pt x="16" y="0"/>
                  </a:lnTo>
                  <a:lnTo>
                    <a:pt x="16" y="0"/>
                  </a:lnTo>
                  <a:lnTo>
                    <a:pt x="16" y="0"/>
                  </a:lnTo>
                  <a:lnTo>
                    <a:pt x="17" y="0"/>
                  </a:lnTo>
                  <a:lnTo>
                    <a:pt x="17" y="3"/>
                  </a:lnTo>
                  <a:lnTo>
                    <a:pt x="17" y="3"/>
                  </a:lnTo>
                  <a:lnTo>
                    <a:pt x="17" y="3"/>
                  </a:lnTo>
                  <a:lnTo>
                    <a:pt x="17" y="3"/>
                  </a:lnTo>
                  <a:lnTo>
                    <a:pt x="17" y="5"/>
                  </a:lnTo>
                  <a:lnTo>
                    <a:pt x="17" y="5"/>
                  </a:lnTo>
                  <a:lnTo>
                    <a:pt x="17" y="5"/>
                  </a:lnTo>
                  <a:lnTo>
                    <a:pt x="17" y="5"/>
                  </a:lnTo>
                  <a:lnTo>
                    <a:pt x="17" y="7"/>
                  </a:lnTo>
                  <a:lnTo>
                    <a:pt x="17" y="7"/>
                  </a:lnTo>
                  <a:lnTo>
                    <a:pt x="17" y="7"/>
                  </a:lnTo>
                  <a:lnTo>
                    <a:pt x="17" y="7"/>
                  </a:lnTo>
                  <a:lnTo>
                    <a:pt x="17" y="9"/>
                  </a:lnTo>
                  <a:lnTo>
                    <a:pt x="17" y="9"/>
                  </a:lnTo>
                  <a:lnTo>
                    <a:pt x="17" y="9"/>
                  </a:lnTo>
                  <a:lnTo>
                    <a:pt x="17" y="9"/>
                  </a:lnTo>
                  <a:lnTo>
                    <a:pt x="15" y="10"/>
                  </a:lnTo>
                  <a:lnTo>
                    <a:pt x="15" y="10"/>
                  </a:lnTo>
                  <a:lnTo>
                    <a:pt x="15" y="10"/>
                  </a:lnTo>
                  <a:lnTo>
                    <a:pt x="15" y="10"/>
                  </a:lnTo>
                  <a:lnTo>
                    <a:pt x="14" y="10"/>
                  </a:lnTo>
                  <a:lnTo>
                    <a:pt x="14" y="10"/>
                  </a:lnTo>
                  <a:lnTo>
                    <a:pt x="14" y="10"/>
                  </a:lnTo>
                  <a:lnTo>
                    <a:pt x="14" y="10"/>
                  </a:lnTo>
                  <a:lnTo>
                    <a:pt x="13" y="10"/>
                  </a:lnTo>
                  <a:lnTo>
                    <a:pt x="13" y="10"/>
                  </a:lnTo>
                  <a:lnTo>
                    <a:pt x="13" y="10"/>
                  </a:lnTo>
                  <a:lnTo>
                    <a:pt x="13" y="10"/>
                  </a:lnTo>
                  <a:lnTo>
                    <a:pt x="13" y="10"/>
                  </a:lnTo>
                  <a:lnTo>
                    <a:pt x="13" y="10"/>
                  </a:lnTo>
                  <a:lnTo>
                    <a:pt x="13" y="10"/>
                  </a:lnTo>
                  <a:lnTo>
                    <a:pt x="13" y="9"/>
                  </a:lnTo>
                  <a:lnTo>
                    <a:pt x="12" y="11"/>
                  </a:lnTo>
                  <a:lnTo>
                    <a:pt x="12" y="11"/>
                  </a:lnTo>
                  <a:lnTo>
                    <a:pt x="12" y="11"/>
                  </a:lnTo>
                  <a:lnTo>
                    <a:pt x="12" y="11"/>
                  </a:lnTo>
                  <a:lnTo>
                    <a:pt x="9" y="11"/>
                  </a:lnTo>
                  <a:lnTo>
                    <a:pt x="9" y="11"/>
                  </a:lnTo>
                  <a:lnTo>
                    <a:pt x="9" y="11"/>
                  </a:lnTo>
                  <a:lnTo>
                    <a:pt x="9" y="11"/>
                  </a:lnTo>
                  <a:lnTo>
                    <a:pt x="8" y="12"/>
                  </a:lnTo>
                  <a:lnTo>
                    <a:pt x="8" y="12"/>
                  </a:lnTo>
                  <a:lnTo>
                    <a:pt x="8" y="12"/>
                  </a:lnTo>
                  <a:lnTo>
                    <a:pt x="8" y="12"/>
                  </a:lnTo>
                  <a:lnTo>
                    <a:pt x="7" y="12"/>
                  </a:lnTo>
                  <a:lnTo>
                    <a:pt x="7" y="12"/>
                  </a:lnTo>
                  <a:lnTo>
                    <a:pt x="7" y="12"/>
                  </a:lnTo>
                  <a:lnTo>
                    <a:pt x="7" y="12"/>
                  </a:lnTo>
                  <a:lnTo>
                    <a:pt x="5" y="12"/>
                  </a:lnTo>
                  <a:lnTo>
                    <a:pt x="5" y="12"/>
                  </a:lnTo>
                  <a:lnTo>
                    <a:pt x="5" y="12"/>
                  </a:lnTo>
                  <a:lnTo>
                    <a:pt x="5" y="12"/>
                  </a:lnTo>
                  <a:lnTo>
                    <a:pt x="3" y="12"/>
                  </a:lnTo>
                  <a:lnTo>
                    <a:pt x="3" y="12"/>
                  </a:lnTo>
                  <a:lnTo>
                    <a:pt x="3" y="12"/>
                  </a:lnTo>
                  <a:lnTo>
                    <a:pt x="3" y="10"/>
                  </a:lnTo>
                  <a:lnTo>
                    <a:pt x="1" y="10"/>
                  </a:lnTo>
                  <a:lnTo>
                    <a:pt x="1" y="10"/>
                  </a:lnTo>
                  <a:lnTo>
                    <a:pt x="1" y="10"/>
                  </a:lnTo>
                  <a:lnTo>
                    <a:pt x="1" y="9"/>
                  </a:lnTo>
                  <a:lnTo>
                    <a:pt x="0" y="9"/>
                  </a:lnTo>
                  <a:lnTo>
                    <a:pt x="0" y="9"/>
                  </a:lnTo>
                  <a:lnTo>
                    <a:pt x="0" y="9"/>
                  </a:lnTo>
                  <a:lnTo>
                    <a:pt x="0" y="7"/>
                  </a:lnTo>
                  <a:lnTo>
                    <a:pt x="0" y="7"/>
                  </a:lnTo>
                  <a:lnTo>
                    <a:pt x="0" y="7"/>
                  </a:lnTo>
                  <a:lnTo>
                    <a:pt x="0" y="7"/>
                  </a:lnTo>
                  <a:lnTo>
                    <a:pt x="1" y="7"/>
                  </a:lnTo>
                  <a:lnTo>
                    <a:pt x="1" y="7"/>
                  </a:lnTo>
                  <a:lnTo>
                    <a:pt x="1" y="7"/>
                  </a:lnTo>
                  <a:lnTo>
                    <a:pt x="1" y="7"/>
                  </a:lnTo>
                  <a:lnTo>
                    <a:pt x="3" y="7"/>
                  </a:lnTo>
                  <a:lnTo>
                    <a:pt x="3" y="7"/>
                  </a:lnTo>
                  <a:lnTo>
                    <a:pt x="3" y="7"/>
                  </a:lnTo>
                  <a:lnTo>
                    <a:pt x="3" y="7"/>
                  </a:lnTo>
                  <a:lnTo>
                    <a:pt x="5" y="7"/>
                  </a:lnTo>
                  <a:lnTo>
                    <a:pt x="5" y="7"/>
                  </a:lnTo>
                  <a:lnTo>
                    <a:pt x="6" y="7"/>
                  </a:lnTo>
                  <a:lnTo>
                    <a:pt x="6" y="7"/>
                  </a:lnTo>
                  <a:lnTo>
                    <a:pt x="8" y="6"/>
                  </a:lnTo>
                  <a:lnTo>
                    <a:pt x="8" y="6"/>
                  </a:lnTo>
                  <a:lnTo>
                    <a:pt x="8" y="6"/>
                  </a:lnTo>
                  <a:lnTo>
                    <a:pt x="8" y="6"/>
                  </a:lnTo>
                  <a:lnTo>
                    <a:pt x="8" y="5"/>
                  </a:lnTo>
                  <a:lnTo>
                    <a:pt x="8" y="5"/>
                  </a:lnTo>
                  <a:lnTo>
                    <a:pt x="8" y="5"/>
                  </a:lnTo>
                  <a:lnTo>
                    <a:pt x="8" y="5"/>
                  </a:lnTo>
                  <a:lnTo>
                    <a:pt x="9" y="3"/>
                  </a:lnTo>
                  <a:lnTo>
                    <a:pt x="9" y="3"/>
                  </a:lnTo>
                  <a:lnTo>
                    <a:pt x="9" y="3"/>
                  </a:lnTo>
                  <a:lnTo>
                    <a:pt x="9" y="3"/>
                  </a:lnTo>
                  <a:lnTo>
                    <a:pt x="10" y="2"/>
                  </a:lnTo>
                  <a:lnTo>
                    <a:pt x="10" y="2"/>
                  </a:lnTo>
                  <a:lnTo>
                    <a:pt x="10" y="2"/>
                  </a:lnTo>
                  <a:lnTo>
                    <a:pt x="10" y="2"/>
                  </a:lnTo>
                  <a:lnTo>
                    <a:pt x="12" y="0"/>
                  </a:lnTo>
                  <a:lnTo>
                    <a:pt x="12" y="0"/>
                  </a:lnTo>
                  <a:lnTo>
                    <a:pt x="12" y="0"/>
                  </a:lnTo>
                  <a:lnTo>
                    <a:pt x="12" y="0"/>
                  </a:lnTo>
                  <a:lnTo>
                    <a:pt x="12" y="0"/>
                  </a:lnTo>
                  <a:lnTo>
                    <a:pt x="12" y="0"/>
                  </a:lnTo>
                  <a:lnTo>
                    <a:pt x="12" y="0"/>
                  </a:lnTo>
                  <a:lnTo>
                    <a:pt x="12" y="0"/>
                  </a:lnTo>
                  <a:lnTo>
                    <a:pt x="14" y="0"/>
                  </a:lnTo>
                  <a:lnTo>
                    <a:pt x="14" y="0"/>
                  </a:lnTo>
                  <a:lnTo>
                    <a:pt x="14" y="0"/>
                  </a:lnTo>
                  <a:lnTo>
                    <a:pt x="14" y="0"/>
                  </a:lnTo>
                  <a:lnTo>
                    <a:pt x="14" y="0"/>
                  </a:lnTo>
                  <a:lnTo>
                    <a:pt x="14" y="0"/>
                  </a:lnTo>
                  <a:lnTo>
                    <a:pt x="14" y="0"/>
                  </a:lnTo>
                  <a:lnTo>
                    <a:pt x="14" y="0"/>
                  </a:lnTo>
                  <a:lnTo>
                    <a:pt x="16" y="0"/>
                  </a:lnTo>
                  <a:lnTo>
                    <a:pt x="16" y="0"/>
                  </a:lnTo>
                </a:path>
              </a:pathLst>
            </a:custGeom>
            <a:solidFill>
              <a:srgbClr val="a1009f"/>
            </a:solidFill>
            <a:ln w="18360">
              <a:solidFill>
                <a:srgbClr val="000000"/>
              </a:solidFill>
              <a:round/>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715" name=""/>
            <p:cNvSpPr/>
            <p:nvPr/>
          </p:nvSpPr>
          <p:spPr>
            <a:xfrm>
              <a:off x="7799400" y="5616720"/>
              <a:ext cx="14400" cy="15840"/>
            </a:xfrm>
            <a:custGeom>
              <a:avLst/>
              <a:gdLst/>
              <a:ahLst/>
              <a:rect l="l" t="t" r="r" b="b"/>
              <a:pathLst>
                <a:path w="9" h="10">
                  <a:moveTo>
                    <a:pt x="6" y="1"/>
                  </a:moveTo>
                  <a:lnTo>
                    <a:pt x="5" y="1"/>
                  </a:lnTo>
                  <a:lnTo>
                    <a:pt x="5" y="1"/>
                  </a:lnTo>
                  <a:lnTo>
                    <a:pt x="5" y="1"/>
                  </a:lnTo>
                  <a:lnTo>
                    <a:pt x="5" y="1"/>
                  </a:lnTo>
                  <a:lnTo>
                    <a:pt x="3" y="1"/>
                  </a:lnTo>
                  <a:lnTo>
                    <a:pt x="3" y="1"/>
                  </a:lnTo>
                  <a:lnTo>
                    <a:pt x="3" y="1"/>
                  </a:lnTo>
                  <a:lnTo>
                    <a:pt x="3" y="1"/>
                  </a:lnTo>
                  <a:lnTo>
                    <a:pt x="1" y="1"/>
                  </a:lnTo>
                  <a:lnTo>
                    <a:pt x="1" y="1"/>
                  </a:lnTo>
                  <a:lnTo>
                    <a:pt x="1" y="1"/>
                  </a:lnTo>
                  <a:lnTo>
                    <a:pt x="1" y="1"/>
                  </a:lnTo>
                  <a:lnTo>
                    <a:pt x="0" y="1"/>
                  </a:lnTo>
                  <a:lnTo>
                    <a:pt x="0" y="1"/>
                  </a:lnTo>
                  <a:lnTo>
                    <a:pt x="0" y="1"/>
                  </a:lnTo>
                  <a:lnTo>
                    <a:pt x="0" y="0"/>
                  </a:lnTo>
                  <a:lnTo>
                    <a:pt x="0" y="2"/>
                  </a:lnTo>
                  <a:lnTo>
                    <a:pt x="0" y="2"/>
                  </a:lnTo>
                  <a:lnTo>
                    <a:pt x="0" y="2"/>
                  </a:lnTo>
                  <a:lnTo>
                    <a:pt x="0" y="2"/>
                  </a:lnTo>
                  <a:lnTo>
                    <a:pt x="0" y="4"/>
                  </a:lnTo>
                  <a:lnTo>
                    <a:pt x="0" y="4"/>
                  </a:lnTo>
                  <a:lnTo>
                    <a:pt x="0" y="4"/>
                  </a:lnTo>
                  <a:lnTo>
                    <a:pt x="0" y="4"/>
                  </a:lnTo>
                  <a:lnTo>
                    <a:pt x="0" y="6"/>
                  </a:lnTo>
                  <a:lnTo>
                    <a:pt x="0" y="6"/>
                  </a:lnTo>
                  <a:lnTo>
                    <a:pt x="0" y="6"/>
                  </a:lnTo>
                  <a:lnTo>
                    <a:pt x="0" y="6"/>
                  </a:lnTo>
                  <a:lnTo>
                    <a:pt x="0" y="6"/>
                  </a:lnTo>
                  <a:lnTo>
                    <a:pt x="0" y="6"/>
                  </a:lnTo>
                  <a:lnTo>
                    <a:pt x="0" y="6"/>
                  </a:lnTo>
                  <a:lnTo>
                    <a:pt x="1" y="6"/>
                  </a:lnTo>
                  <a:lnTo>
                    <a:pt x="1" y="8"/>
                  </a:lnTo>
                  <a:lnTo>
                    <a:pt x="1" y="8"/>
                  </a:lnTo>
                  <a:lnTo>
                    <a:pt x="1" y="8"/>
                  </a:lnTo>
                  <a:lnTo>
                    <a:pt x="1" y="8"/>
                  </a:lnTo>
                  <a:lnTo>
                    <a:pt x="1" y="8"/>
                  </a:lnTo>
                  <a:lnTo>
                    <a:pt x="1" y="8"/>
                  </a:lnTo>
                  <a:lnTo>
                    <a:pt x="1" y="8"/>
                  </a:lnTo>
                  <a:lnTo>
                    <a:pt x="3" y="8"/>
                  </a:lnTo>
                  <a:lnTo>
                    <a:pt x="3" y="9"/>
                  </a:lnTo>
                  <a:lnTo>
                    <a:pt x="3" y="9"/>
                  </a:lnTo>
                  <a:lnTo>
                    <a:pt x="3" y="9"/>
                  </a:lnTo>
                  <a:lnTo>
                    <a:pt x="4" y="9"/>
                  </a:lnTo>
                  <a:lnTo>
                    <a:pt x="4" y="9"/>
                  </a:lnTo>
                  <a:lnTo>
                    <a:pt x="4" y="9"/>
                  </a:lnTo>
                  <a:lnTo>
                    <a:pt x="4" y="9"/>
                  </a:lnTo>
                  <a:lnTo>
                    <a:pt x="6" y="9"/>
                  </a:lnTo>
                  <a:lnTo>
                    <a:pt x="6" y="9"/>
                  </a:lnTo>
                  <a:lnTo>
                    <a:pt x="6" y="9"/>
                  </a:lnTo>
                  <a:lnTo>
                    <a:pt x="6" y="9"/>
                  </a:lnTo>
                  <a:lnTo>
                    <a:pt x="6" y="8"/>
                  </a:lnTo>
                  <a:lnTo>
                    <a:pt x="6" y="8"/>
                  </a:lnTo>
                  <a:lnTo>
                    <a:pt x="6" y="8"/>
                  </a:lnTo>
                  <a:lnTo>
                    <a:pt x="6" y="8"/>
                  </a:lnTo>
                  <a:lnTo>
                    <a:pt x="7" y="6"/>
                  </a:lnTo>
                  <a:lnTo>
                    <a:pt x="7" y="6"/>
                  </a:lnTo>
                  <a:lnTo>
                    <a:pt x="7" y="6"/>
                  </a:lnTo>
                  <a:lnTo>
                    <a:pt x="7" y="6"/>
                  </a:lnTo>
                  <a:lnTo>
                    <a:pt x="7" y="4"/>
                  </a:lnTo>
                  <a:lnTo>
                    <a:pt x="7" y="4"/>
                  </a:lnTo>
                  <a:lnTo>
                    <a:pt x="7" y="4"/>
                  </a:lnTo>
                  <a:lnTo>
                    <a:pt x="7" y="4"/>
                  </a:lnTo>
                  <a:lnTo>
                    <a:pt x="8" y="3"/>
                  </a:lnTo>
                  <a:lnTo>
                    <a:pt x="7" y="3"/>
                  </a:lnTo>
                  <a:lnTo>
                    <a:pt x="7" y="3"/>
                  </a:lnTo>
                  <a:lnTo>
                    <a:pt x="7" y="3"/>
                  </a:lnTo>
                  <a:lnTo>
                    <a:pt x="7" y="3"/>
                  </a:lnTo>
                  <a:lnTo>
                    <a:pt x="7" y="3"/>
                  </a:lnTo>
                  <a:lnTo>
                    <a:pt x="7" y="3"/>
                  </a:lnTo>
                  <a:lnTo>
                    <a:pt x="7" y="3"/>
                  </a:lnTo>
                  <a:lnTo>
                    <a:pt x="7" y="3"/>
                  </a:lnTo>
                  <a:lnTo>
                    <a:pt x="6" y="3"/>
                  </a:lnTo>
                  <a:lnTo>
                    <a:pt x="6" y="3"/>
                  </a:lnTo>
                  <a:lnTo>
                    <a:pt x="6" y="3"/>
                  </a:lnTo>
                  <a:lnTo>
                    <a:pt x="6" y="3"/>
                  </a:lnTo>
                  <a:lnTo>
                    <a:pt x="6" y="3"/>
                  </a:lnTo>
                  <a:lnTo>
                    <a:pt x="6" y="3"/>
                  </a:lnTo>
                  <a:lnTo>
                    <a:pt x="6" y="3"/>
                  </a:lnTo>
                  <a:lnTo>
                    <a:pt x="6" y="1"/>
                  </a:lnTo>
                  <a:lnTo>
                    <a:pt x="6" y="1"/>
                  </a:lnTo>
                </a:path>
              </a:pathLst>
            </a:custGeom>
            <a:solidFill>
              <a:srgbClr val="a1009f"/>
            </a:solidFill>
            <a:ln w="18360">
              <a:solidFill>
                <a:srgbClr val="000000"/>
              </a:solidFill>
              <a:round/>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716" name=""/>
            <p:cNvSpPr/>
            <p:nvPr/>
          </p:nvSpPr>
          <p:spPr>
            <a:xfrm>
              <a:off x="7804080" y="5635800"/>
              <a:ext cx="9720" cy="7920"/>
            </a:xfrm>
            <a:custGeom>
              <a:avLst/>
              <a:gdLst/>
              <a:ahLst/>
              <a:rect l="l" t="t" r="r" b="b"/>
              <a:pathLst>
                <a:path w="6" h="5">
                  <a:moveTo>
                    <a:pt x="5" y="0"/>
                  </a:moveTo>
                  <a:lnTo>
                    <a:pt x="4" y="0"/>
                  </a:lnTo>
                  <a:lnTo>
                    <a:pt x="4" y="0"/>
                  </a:lnTo>
                  <a:lnTo>
                    <a:pt x="4" y="0"/>
                  </a:lnTo>
                  <a:lnTo>
                    <a:pt x="4" y="0"/>
                  </a:lnTo>
                  <a:lnTo>
                    <a:pt x="3" y="0"/>
                  </a:lnTo>
                  <a:lnTo>
                    <a:pt x="3" y="0"/>
                  </a:lnTo>
                  <a:lnTo>
                    <a:pt x="3" y="0"/>
                  </a:lnTo>
                  <a:lnTo>
                    <a:pt x="3" y="0"/>
                  </a:lnTo>
                  <a:lnTo>
                    <a:pt x="1" y="0"/>
                  </a:lnTo>
                  <a:lnTo>
                    <a:pt x="1" y="0"/>
                  </a:lnTo>
                  <a:lnTo>
                    <a:pt x="1" y="0"/>
                  </a:lnTo>
                  <a:lnTo>
                    <a:pt x="1" y="0"/>
                  </a:lnTo>
                  <a:lnTo>
                    <a:pt x="0" y="0"/>
                  </a:lnTo>
                  <a:lnTo>
                    <a:pt x="0" y="0"/>
                  </a:lnTo>
                  <a:lnTo>
                    <a:pt x="0" y="0"/>
                  </a:lnTo>
                  <a:lnTo>
                    <a:pt x="0" y="0"/>
                  </a:lnTo>
                  <a:lnTo>
                    <a:pt x="0" y="1"/>
                  </a:lnTo>
                  <a:lnTo>
                    <a:pt x="0" y="1"/>
                  </a:lnTo>
                  <a:lnTo>
                    <a:pt x="0" y="1"/>
                  </a:lnTo>
                  <a:lnTo>
                    <a:pt x="0" y="1"/>
                  </a:lnTo>
                  <a:lnTo>
                    <a:pt x="0" y="1"/>
                  </a:lnTo>
                  <a:lnTo>
                    <a:pt x="0" y="1"/>
                  </a:lnTo>
                  <a:lnTo>
                    <a:pt x="0" y="1"/>
                  </a:lnTo>
                  <a:lnTo>
                    <a:pt x="0" y="1"/>
                  </a:lnTo>
                  <a:lnTo>
                    <a:pt x="0" y="2"/>
                  </a:lnTo>
                  <a:lnTo>
                    <a:pt x="0" y="2"/>
                  </a:lnTo>
                  <a:lnTo>
                    <a:pt x="0" y="2"/>
                  </a:lnTo>
                  <a:lnTo>
                    <a:pt x="0" y="2"/>
                  </a:lnTo>
                  <a:lnTo>
                    <a:pt x="0" y="2"/>
                  </a:lnTo>
                  <a:lnTo>
                    <a:pt x="0" y="2"/>
                  </a:lnTo>
                  <a:lnTo>
                    <a:pt x="0" y="2"/>
                  </a:lnTo>
                  <a:lnTo>
                    <a:pt x="2" y="2"/>
                  </a:lnTo>
                  <a:lnTo>
                    <a:pt x="2" y="4"/>
                  </a:lnTo>
                  <a:lnTo>
                    <a:pt x="2" y="4"/>
                  </a:lnTo>
                  <a:lnTo>
                    <a:pt x="2" y="4"/>
                  </a:lnTo>
                  <a:lnTo>
                    <a:pt x="2" y="4"/>
                  </a:lnTo>
                  <a:lnTo>
                    <a:pt x="2" y="4"/>
                  </a:lnTo>
                  <a:lnTo>
                    <a:pt x="2" y="4"/>
                  </a:lnTo>
                  <a:lnTo>
                    <a:pt x="2" y="4"/>
                  </a:lnTo>
                  <a:lnTo>
                    <a:pt x="3" y="4"/>
                  </a:lnTo>
                  <a:lnTo>
                    <a:pt x="3" y="4"/>
                  </a:lnTo>
                  <a:lnTo>
                    <a:pt x="3" y="4"/>
                  </a:lnTo>
                  <a:lnTo>
                    <a:pt x="3" y="4"/>
                  </a:lnTo>
                  <a:lnTo>
                    <a:pt x="4" y="4"/>
                  </a:lnTo>
                  <a:lnTo>
                    <a:pt x="4" y="4"/>
                  </a:lnTo>
                  <a:lnTo>
                    <a:pt x="4" y="4"/>
                  </a:lnTo>
                  <a:lnTo>
                    <a:pt x="4" y="4"/>
                  </a:lnTo>
                  <a:lnTo>
                    <a:pt x="5" y="4"/>
                  </a:lnTo>
                  <a:lnTo>
                    <a:pt x="5" y="4"/>
                  </a:lnTo>
                  <a:lnTo>
                    <a:pt x="5" y="4"/>
                  </a:lnTo>
                  <a:lnTo>
                    <a:pt x="5" y="4"/>
                  </a:lnTo>
                  <a:lnTo>
                    <a:pt x="5" y="4"/>
                  </a:lnTo>
                  <a:lnTo>
                    <a:pt x="5" y="4"/>
                  </a:lnTo>
                  <a:lnTo>
                    <a:pt x="5" y="4"/>
                  </a:lnTo>
                  <a:lnTo>
                    <a:pt x="5" y="4"/>
                  </a:lnTo>
                  <a:lnTo>
                    <a:pt x="5" y="2"/>
                  </a:lnTo>
                  <a:lnTo>
                    <a:pt x="5" y="2"/>
                  </a:lnTo>
                  <a:lnTo>
                    <a:pt x="5" y="2"/>
                  </a:lnTo>
                  <a:lnTo>
                    <a:pt x="5" y="2"/>
                  </a:lnTo>
                  <a:lnTo>
                    <a:pt x="5" y="2"/>
                  </a:lnTo>
                  <a:lnTo>
                    <a:pt x="5" y="2"/>
                  </a:lnTo>
                  <a:lnTo>
                    <a:pt x="5" y="2"/>
                  </a:lnTo>
                  <a:lnTo>
                    <a:pt x="5" y="2"/>
                  </a:lnTo>
                  <a:lnTo>
                    <a:pt x="5" y="1"/>
                  </a:lnTo>
                  <a:lnTo>
                    <a:pt x="5" y="1"/>
                  </a:lnTo>
                  <a:lnTo>
                    <a:pt x="5" y="1"/>
                  </a:lnTo>
                  <a:lnTo>
                    <a:pt x="5" y="1"/>
                  </a:lnTo>
                  <a:lnTo>
                    <a:pt x="5" y="1"/>
                  </a:lnTo>
                  <a:lnTo>
                    <a:pt x="5" y="1"/>
                  </a:lnTo>
                  <a:lnTo>
                    <a:pt x="5" y="1"/>
                  </a:lnTo>
                  <a:lnTo>
                    <a:pt x="5" y="1"/>
                  </a:lnTo>
                  <a:lnTo>
                    <a:pt x="5" y="1"/>
                  </a:lnTo>
                  <a:lnTo>
                    <a:pt x="5" y="1"/>
                  </a:lnTo>
                  <a:lnTo>
                    <a:pt x="5" y="1"/>
                  </a:lnTo>
                  <a:lnTo>
                    <a:pt x="5" y="1"/>
                  </a:lnTo>
                  <a:lnTo>
                    <a:pt x="5" y="1"/>
                  </a:lnTo>
                  <a:lnTo>
                    <a:pt x="5" y="1"/>
                  </a:lnTo>
                  <a:lnTo>
                    <a:pt x="5" y="1"/>
                  </a:lnTo>
                  <a:lnTo>
                    <a:pt x="5" y="1"/>
                  </a:lnTo>
                  <a:lnTo>
                    <a:pt x="5" y="0"/>
                  </a:lnTo>
                  <a:lnTo>
                    <a:pt x="5" y="0"/>
                  </a:lnTo>
                </a:path>
              </a:pathLst>
            </a:custGeom>
            <a:solidFill>
              <a:srgbClr val="a1009f"/>
            </a:solidFill>
            <a:ln w="18360">
              <a:solidFill>
                <a:srgbClr val="000000"/>
              </a:solidFill>
              <a:round/>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717" name=""/>
            <p:cNvSpPr/>
            <p:nvPr/>
          </p:nvSpPr>
          <p:spPr>
            <a:xfrm>
              <a:off x="7696080" y="5856120"/>
              <a:ext cx="19080" cy="30240"/>
            </a:xfrm>
            <a:custGeom>
              <a:avLst/>
              <a:gdLst/>
              <a:ahLst/>
              <a:rect l="l" t="t" r="r" b="b"/>
              <a:pathLst>
                <a:path w="12" h="19">
                  <a:moveTo>
                    <a:pt x="9" y="6"/>
                  </a:move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9"/>
                  </a:lnTo>
                  <a:lnTo>
                    <a:pt x="8" y="9"/>
                  </a:lnTo>
                  <a:lnTo>
                    <a:pt x="8" y="9"/>
                  </a:lnTo>
                  <a:lnTo>
                    <a:pt x="8" y="9"/>
                  </a:lnTo>
                  <a:lnTo>
                    <a:pt x="8" y="11"/>
                  </a:lnTo>
                  <a:lnTo>
                    <a:pt x="8" y="11"/>
                  </a:lnTo>
                  <a:lnTo>
                    <a:pt x="8" y="11"/>
                  </a:lnTo>
                  <a:lnTo>
                    <a:pt x="9" y="11"/>
                  </a:lnTo>
                  <a:lnTo>
                    <a:pt x="9" y="14"/>
                  </a:lnTo>
                  <a:lnTo>
                    <a:pt x="9" y="14"/>
                  </a:lnTo>
                  <a:lnTo>
                    <a:pt x="9" y="14"/>
                  </a:lnTo>
                  <a:lnTo>
                    <a:pt x="10" y="14"/>
                  </a:lnTo>
                  <a:lnTo>
                    <a:pt x="10" y="14"/>
                  </a:lnTo>
                  <a:lnTo>
                    <a:pt x="10" y="14"/>
                  </a:lnTo>
                  <a:lnTo>
                    <a:pt x="10" y="14"/>
                  </a:lnTo>
                  <a:lnTo>
                    <a:pt x="11" y="14"/>
                  </a:lnTo>
                  <a:lnTo>
                    <a:pt x="9" y="15"/>
                  </a:lnTo>
                  <a:lnTo>
                    <a:pt x="9" y="15"/>
                  </a:lnTo>
                  <a:lnTo>
                    <a:pt x="9" y="15"/>
                  </a:lnTo>
                  <a:lnTo>
                    <a:pt x="9" y="15"/>
                  </a:lnTo>
                  <a:lnTo>
                    <a:pt x="7" y="16"/>
                  </a:lnTo>
                  <a:lnTo>
                    <a:pt x="7" y="16"/>
                  </a:lnTo>
                  <a:lnTo>
                    <a:pt x="7" y="16"/>
                  </a:lnTo>
                  <a:lnTo>
                    <a:pt x="7" y="16"/>
                  </a:lnTo>
                  <a:lnTo>
                    <a:pt x="5" y="16"/>
                  </a:lnTo>
                  <a:lnTo>
                    <a:pt x="5" y="16"/>
                  </a:lnTo>
                  <a:lnTo>
                    <a:pt x="5" y="16"/>
                  </a:lnTo>
                  <a:lnTo>
                    <a:pt x="5" y="16"/>
                  </a:lnTo>
                  <a:lnTo>
                    <a:pt x="4" y="16"/>
                  </a:lnTo>
                  <a:lnTo>
                    <a:pt x="4" y="16"/>
                  </a:lnTo>
                  <a:lnTo>
                    <a:pt x="4" y="16"/>
                  </a:lnTo>
                  <a:lnTo>
                    <a:pt x="4" y="16"/>
                  </a:lnTo>
                  <a:lnTo>
                    <a:pt x="3" y="17"/>
                  </a:lnTo>
                  <a:lnTo>
                    <a:pt x="3" y="17"/>
                  </a:lnTo>
                  <a:lnTo>
                    <a:pt x="3" y="17"/>
                  </a:lnTo>
                  <a:lnTo>
                    <a:pt x="3" y="17"/>
                  </a:lnTo>
                  <a:lnTo>
                    <a:pt x="2" y="17"/>
                  </a:lnTo>
                  <a:lnTo>
                    <a:pt x="2" y="17"/>
                  </a:lnTo>
                  <a:lnTo>
                    <a:pt x="2" y="17"/>
                  </a:lnTo>
                  <a:lnTo>
                    <a:pt x="2" y="17"/>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6"/>
                  </a:lnTo>
                  <a:lnTo>
                    <a:pt x="0" y="16"/>
                  </a:lnTo>
                  <a:lnTo>
                    <a:pt x="0" y="16"/>
                  </a:lnTo>
                  <a:lnTo>
                    <a:pt x="0" y="16"/>
                  </a:lnTo>
                  <a:lnTo>
                    <a:pt x="0" y="15"/>
                  </a:lnTo>
                  <a:lnTo>
                    <a:pt x="0" y="15"/>
                  </a:lnTo>
                  <a:lnTo>
                    <a:pt x="0" y="15"/>
                  </a:lnTo>
                  <a:lnTo>
                    <a:pt x="0" y="15"/>
                  </a:lnTo>
                  <a:lnTo>
                    <a:pt x="0" y="13"/>
                  </a:lnTo>
                  <a:lnTo>
                    <a:pt x="0" y="13"/>
                  </a:lnTo>
                  <a:lnTo>
                    <a:pt x="0" y="13"/>
                  </a:lnTo>
                  <a:lnTo>
                    <a:pt x="0" y="13"/>
                  </a:lnTo>
                  <a:lnTo>
                    <a:pt x="0" y="11"/>
                  </a:lnTo>
                  <a:lnTo>
                    <a:pt x="0" y="11"/>
                  </a:lnTo>
                  <a:lnTo>
                    <a:pt x="0" y="11"/>
                  </a:lnTo>
                  <a:lnTo>
                    <a:pt x="0" y="11"/>
                  </a:lnTo>
                  <a:lnTo>
                    <a:pt x="1" y="9"/>
                  </a:lnTo>
                  <a:lnTo>
                    <a:pt x="1" y="9"/>
                  </a:lnTo>
                  <a:lnTo>
                    <a:pt x="1" y="9"/>
                  </a:lnTo>
                  <a:lnTo>
                    <a:pt x="1" y="9"/>
                  </a:lnTo>
                  <a:lnTo>
                    <a:pt x="1" y="8"/>
                  </a:lnTo>
                  <a:lnTo>
                    <a:pt x="1" y="8"/>
                  </a:lnTo>
                  <a:lnTo>
                    <a:pt x="1" y="6"/>
                  </a:lnTo>
                  <a:lnTo>
                    <a:pt x="1" y="6"/>
                  </a:lnTo>
                  <a:lnTo>
                    <a:pt x="2" y="4"/>
                  </a:lnTo>
                  <a:lnTo>
                    <a:pt x="2" y="4"/>
                  </a:lnTo>
                  <a:lnTo>
                    <a:pt x="2" y="4"/>
                  </a:lnTo>
                  <a:lnTo>
                    <a:pt x="2" y="4"/>
                  </a:lnTo>
                  <a:lnTo>
                    <a:pt x="2" y="4"/>
                  </a:lnTo>
                  <a:lnTo>
                    <a:pt x="2" y="4"/>
                  </a:lnTo>
                  <a:lnTo>
                    <a:pt x="2" y="4"/>
                  </a:lnTo>
                  <a:lnTo>
                    <a:pt x="2" y="4"/>
                  </a:lnTo>
                  <a:lnTo>
                    <a:pt x="3" y="3"/>
                  </a:lnTo>
                  <a:lnTo>
                    <a:pt x="3" y="3"/>
                  </a:lnTo>
                  <a:lnTo>
                    <a:pt x="3" y="3"/>
                  </a:lnTo>
                  <a:lnTo>
                    <a:pt x="3" y="3"/>
                  </a:lnTo>
                  <a:lnTo>
                    <a:pt x="3" y="2"/>
                  </a:lnTo>
                  <a:lnTo>
                    <a:pt x="3" y="2"/>
                  </a:lnTo>
                  <a:lnTo>
                    <a:pt x="3" y="2"/>
                  </a:lnTo>
                  <a:lnTo>
                    <a:pt x="3" y="2"/>
                  </a:lnTo>
                  <a:lnTo>
                    <a:pt x="4" y="0"/>
                  </a:lnTo>
                  <a:lnTo>
                    <a:pt x="4" y="2"/>
                  </a:lnTo>
                  <a:lnTo>
                    <a:pt x="4" y="2"/>
                  </a:lnTo>
                  <a:lnTo>
                    <a:pt x="4" y="2"/>
                  </a:lnTo>
                  <a:lnTo>
                    <a:pt x="4" y="2"/>
                  </a:lnTo>
                  <a:lnTo>
                    <a:pt x="4" y="3"/>
                  </a:lnTo>
                  <a:lnTo>
                    <a:pt x="4" y="3"/>
                  </a:lnTo>
                  <a:lnTo>
                    <a:pt x="4" y="3"/>
                  </a:lnTo>
                  <a:lnTo>
                    <a:pt x="6" y="3"/>
                  </a:lnTo>
                  <a:lnTo>
                    <a:pt x="6" y="5"/>
                  </a:lnTo>
                  <a:lnTo>
                    <a:pt x="6" y="5"/>
                  </a:lnTo>
                  <a:lnTo>
                    <a:pt x="6" y="5"/>
                  </a:lnTo>
                  <a:lnTo>
                    <a:pt x="7" y="5"/>
                  </a:lnTo>
                  <a:lnTo>
                    <a:pt x="7" y="6"/>
                  </a:lnTo>
                  <a:lnTo>
                    <a:pt x="7" y="6"/>
                  </a:lnTo>
                  <a:lnTo>
                    <a:pt x="7" y="6"/>
                  </a:lnTo>
                  <a:lnTo>
                    <a:pt x="9" y="6"/>
                  </a:lnTo>
                  <a:lnTo>
                    <a:pt x="9" y="6"/>
                  </a:lnTo>
                </a:path>
              </a:pathLst>
            </a:custGeom>
            <a:solidFill>
              <a:srgbClr val="a1009f"/>
            </a:solidFill>
            <a:ln w="18360">
              <a:solidFill>
                <a:srgbClr val="000000"/>
              </a:solidFill>
              <a:round/>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718" name=""/>
            <p:cNvSpPr/>
            <p:nvPr/>
          </p:nvSpPr>
          <p:spPr>
            <a:xfrm>
              <a:off x="7694640" y="5905440"/>
              <a:ext cx="9360" cy="19080"/>
            </a:xfrm>
            <a:custGeom>
              <a:avLst/>
              <a:gdLst/>
              <a:ahLst/>
              <a:rect l="l" t="t" r="r" b="b"/>
              <a:pathLst>
                <a:path w="6" h="12">
                  <a:moveTo>
                    <a:pt x="1" y="0"/>
                  </a:moveTo>
                  <a:lnTo>
                    <a:pt x="1" y="2"/>
                  </a:lnTo>
                  <a:lnTo>
                    <a:pt x="1" y="2"/>
                  </a:lnTo>
                  <a:lnTo>
                    <a:pt x="1" y="2"/>
                  </a:lnTo>
                  <a:lnTo>
                    <a:pt x="1" y="2"/>
                  </a:lnTo>
                  <a:lnTo>
                    <a:pt x="1" y="2"/>
                  </a:lnTo>
                  <a:lnTo>
                    <a:pt x="1" y="2"/>
                  </a:lnTo>
                  <a:lnTo>
                    <a:pt x="1" y="2"/>
                  </a:lnTo>
                  <a:lnTo>
                    <a:pt x="2" y="2"/>
                  </a:lnTo>
                  <a:lnTo>
                    <a:pt x="2" y="4"/>
                  </a:lnTo>
                  <a:lnTo>
                    <a:pt x="2" y="4"/>
                  </a:lnTo>
                  <a:lnTo>
                    <a:pt x="2" y="4"/>
                  </a:lnTo>
                  <a:lnTo>
                    <a:pt x="3" y="4"/>
                  </a:lnTo>
                  <a:lnTo>
                    <a:pt x="3" y="5"/>
                  </a:lnTo>
                  <a:lnTo>
                    <a:pt x="3" y="5"/>
                  </a:lnTo>
                  <a:lnTo>
                    <a:pt x="3" y="5"/>
                  </a:lnTo>
                  <a:lnTo>
                    <a:pt x="5" y="5"/>
                  </a:lnTo>
                  <a:lnTo>
                    <a:pt x="4" y="7"/>
                  </a:lnTo>
                  <a:lnTo>
                    <a:pt x="4" y="7"/>
                  </a:lnTo>
                  <a:lnTo>
                    <a:pt x="4" y="7"/>
                  </a:lnTo>
                  <a:lnTo>
                    <a:pt x="4" y="7"/>
                  </a:lnTo>
                  <a:lnTo>
                    <a:pt x="4" y="9"/>
                  </a:lnTo>
                  <a:lnTo>
                    <a:pt x="4" y="9"/>
                  </a:lnTo>
                  <a:lnTo>
                    <a:pt x="4" y="9"/>
                  </a:lnTo>
                  <a:lnTo>
                    <a:pt x="4" y="9"/>
                  </a:lnTo>
                  <a:lnTo>
                    <a:pt x="3" y="11"/>
                  </a:lnTo>
                  <a:lnTo>
                    <a:pt x="3" y="11"/>
                  </a:lnTo>
                  <a:lnTo>
                    <a:pt x="3" y="11"/>
                  </a:lnTo>
                  <a:lnTo>
                    <a:pt x="3" y="11"/>
                  </a:lnTo>
                  <a:lnTo>
                    <a:pt x="3" y="11"/>
                  </a:lnTo>
                  <a:lnTo>
                    <a:pt x="3" y="11"/>
                  </a:lnTo>
                  <a:lnTo>
                    <a:pt x="3" y="11"/>
                  </a:lnTo>
                  <a:lnTo>
                    <a:pt x="3" y="11"/>
                  </a:lnTo>
                  <a:lnTo>
                    <a:pt x="2" y="11"/>
                  </a:lnTo>
                  <a:lnTo>
                    <a:pt x="2" y="11"/>
                  </a:lnTo>
                  <a:lnTo>
                    <a:pt x="2" y="11"/>
                  </a:lnTo>
                  <a:lnTo>
                    <a:pt x="2" y="11"/>
                  </a:lnTo>
                  <a:lnTo>
                    <a:pt x="2" y="11"/>
                  </a:lnTo>
                  <a:lnTo>
                    <a:pt x="2" y="11"/>
                  </a:lnTo>
                  <a:lnTo>
                    <a:pt x="2" y="11"/>
                  </a:lnTo>
                  <a:lnTo>
                    <a:pt x="2" y="11"/>
                  </a:lnTo>
                  <a:lnTo>
                    <a:pt x="1" y="11"/>
                  </a:lnTo>
                  <a:lnTo>
                    <a:pt x="1" y="11"/>
                  </a:lnTo>
                  <a:lnTo>
                    <a:pt x="1" y="11"/>
                  </a:lnTo>
                  <a:lnTo>
                    <a:pt x="1" y="11"/>
                  </a:lnTo>
                  <a:lnTo>
                    <a:pt x="1" y="11"/>
                  </a:lnTo>
                  <a:lnTo>
                    <a:pt x="1" y="11"/>
                  </a:lnTo>
                  <a:lnTo>
                    <a:pt x="1" y="11"/>
                  </a:lnTo>
                  <a:lnTo>
                    <a:pt x="1" y="9"/>
                  </a:lnTo>
                  <a:lnTo>
                    <a:pt x="0" y="9"/>
                  </a:lnTo>
                  <a:lnTo>
                    <a:pt x="0" y="9"/>
                  </a:lnTo>
                  <a:lnTo>
                    <a:pt x="0" y="9"/>
                  </a:lnTo>
                  <a:lnTo>
                    <a:pt x="0" y="9"/>
                  </a:lnTo>
                  <a:lnTo>
                    <a:pt x="0" y="9"/>
                  </a:lnTo>
                  <a:lnTo>
                    <a:pt x="0" y="9"/>
                  </a:lnTo>
                  <a:lnTo>
                    <a:pt x="0" y="9"/>
                  </a:lnTo>
                  <a:lnTo>
                    <a:pt x="0" y="8"/>
                  </a:lnTo>
                  <a:lnTo>
                    <a:pt x="0" y="8"/>
                  </a:lnTo>
                  <a:lnTo>
                    <a:pt x="0" y="8"/>
                  </a:lnTo>
                  <a:lnTo>
                    <a:pt x="0" y="8"/>
                  </a:lnTo>
                  <a:lnTo>
                    <a:pt x="0" y="6"/>
                  </a:lnTo>
                  <a:lnTo>
                    <a:pt x="0" y="6"/>
                  </a:lnTo>
                  <a:lnTo>
                    <a:pt x="0" y="6"/>
                  </a:lnTo>
                  <a:lnTo>
                    <a:pt x="0" y="6"/>
                  </a:lnTo>
                  <a:lnTo>
                    <a:pt x="1" y="5"/>
                  </a:lnTo>
                  <a:lnTo>
                    <a:pt x="1" y="5"/>
                  </a:lnTo>
                  <a:lnTo>
                    <a:pt x="1" y="5"/>
                  </a:lnTo>
                  <a:lnTo>
                    <a:pt x="1" y="5"/>
                  </a:lnTo>
                  <a:lnTo>
                    <a:pt x="1" y="4"/>
                  </a:lnTo>
                  <a:lnTo>
                    <a:pt x="1" y="4"/>
                  </a:lnTo>
                  <a:lnTo>
                    <a:pt x="1" y="4"/>
                  </a:lnTo>
                  <a:lnTo>
                    <a:pt x="1" y="4"/>
                  </a:lnTo>
                  <a:lnTo>
                    <a:pt x="1" y="2"/>
                  </a:lnTo>
                  <a:lnTo>
                    <a:pt x="1" y="2"/>
                  </a:lnTo>
                  <a:lnTo>
                    <a:pt x="1" y="2"/>
                  </a:lnTo>
                  <a:lnTo>
                    <a:pt x="1" y="2"/>
                  </a:lnTo>
                  <a:lnTo>
                    <a:pt x="1" y="2"/>
                  </a:lnTo>
                  <a:lnTo>
                    <a:pt x="1" y="2"/>
                  </a:lnTo>
                  <a:lnTo>
                    <a:pt x="1" y="2"/>
                  </a:lnTo>
                  <a:lnTo>
                    <a:pt x="1" y="2"/>
                  </a:lnTo>
                  <a:lnTo>
                    <a:pt x="1" y="0"/>
                  </a:lnTo>
                  <a:lnTo>
                    <a:pt x="1" y="0"/>
                  </a:lnTo>
                </a:path>
              </a:pathLst>
            </a:custGeom>
            <a:solidFill>
              <a:srgbClr val="a1009f"/>
            </a:solidFill>
            <a:ln w="18360">
              <a:solidFill>
                <a:srgbClr val="000000"/>
              </a:solidFill>
              <a:round/>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719" name=""/>
            <p:cNvSpPr/>
            <p:nvPr/>
          </p:nvSpPr>
          <p:spPr>
            <a:xfrm>
              <a:off x="8364600" y="5815080"/>
              <a:ext cx="179280" cy="152280"/>
            </a:xfrm>
            <a:custGeom>
              <a:avLst/>
              <a:gdLst/>
              <a:ahLst/>
              <a:rect l="l" t="t" r="r" b="b"/>
              <a:pathLst>
                <a:path w="113" h="96">
                  <a:moveTo>
                    <a:pt x="97" y="0"/>
                  </a:moveTo>
                  <a:lnTo>
                    <a:pt x="97" y="1"/>
                  </a:lnTo>
                  <a:lnTo>
                    <a:pt x="97" y="1"/>
                  </a:lnTo>
                  <a:lnTo>
                    <a:pt x="97" y="1"/>
                  </a:lnTo>
                  <a:lnTo>
                    <a:pt x="97" y="1"/>
                  </a:lnTo>
                  <a:lnTo>
                    <a:pt x="97" y="3"/>
                  </a:lnTo>
                  <a:lnTo>
                    <a:pt x="97" y="3"/>
                  </a:lnTo>
                  <a:lnTo>
                    <a:pt x="97" y="3"/>
                  </a:lnTo>
                  <a:lnTo>
                    <a:pt x="99" y="3"/>
                  </a:lnTo>
                  <a:lnTo>
                    <a:pt x="99" y="4"/>
                  </a:lnTo>
                  <a:lnTo>
                    <a:pt x="99" y="4"/>
                  </a:lnTo>
                  <a:lnTo>
                    <a:pt x="99" y="4"/>
                  </a:lnTo>
                  <a:lnTo>
                    <a:pt x="101" y="4"/>
                  </a:lnTo>
                  <a:lnTo>
                    <a:pt x="101" y="5"/>
                  </a:lnTo>
                  <a:lnTo>
                    <a:pt x="101" y="5"/>
                  </a:lnTo>
                  <a:lnTo>
                    <a:pt x="101" y="5"/>
                  </a:lnTo>
                  <a:lnTo>
                    <a:pt x="103" y="5"/>
                  </a:lnTo>
                  <a:lnTo>
                    <a:pt x="103" y="6"/>
                  </a:lnTo>
                  <a:lnTo>
                    <a:pt x="103" y="6"/>
                  </a:lnTo>
                  <a:lnTo>
                    <a:pt x="103" y="6"/>
                  </a:lnTo>
                  <a:lnTo>
                    <a:pt x="103" y="6"/>
                  </a:lnTo>
                  <a:lnTo>
                    <a:pt x="103" y="7"/>
                  </a:lnTo>
                  <a:lnTo>
                    <a:pt x="103" y="7"/>
                  </a:lnTo>
                  <a:lnTo>
                    <a:pt x="103" y="7"/>
                  </a:lnTo>
                  <a:lnTo>
                    <a:pt x="103" y="7"/>
                  </a:lnTo>
                  <a:lnTo>
                    <a:pt x="103" y="8"/>
                  </a:lnTo>
                  <a:lnTo>
                    <a:pt x="103" y="8"/>
                  </a:lnTo>
                  <a:lnTo>
                    <a:pt x="103" y="8"/>
                  </a:lnTo>
                  <a:lnTo>
                    <a:pt x="103" y="8"/>
                  </a:lnTo>
                  <a:lnTo>
                    <a:pt x="103" y="8"/>
                  </a:lnTo>
                  <a:lnTo>
                    <a:pt x="103" y="8"/>
                  </a:lnTo>
                  <a:lnTo>
                    <a:pt x="103" y="8"/>
                  </a:lnTo>
                  <a:lnTo>
                    <a:pt x="103" y="8"/>
                  </a:lnTo>
                  <a:lnTo>
                    <a:pt x="102" y="10"/>
                  </a:lnTo>
                  <a:lnTo>
                    <a:pt x="102" y="10"/>
                  </a:lnTo>
                  <a:lnTo>
                    <a:pt x="102" y="10"/>
                  </a:lnTo>
                  <a:lnTo>
                    <a:pt x="102" y="10"/>
                  </a:lnTo>
                  <a:lnTo>
                    <a:pt x="102" y="11"/>
                  </a:lnTo>
                  <a:lnTo>
                    <a:pt x="102" y="11"/>
                  </a:lnTo>
                  <a:lnTo>
                    <a:pt x="102" y="11"/>
                  </a:lnTo>
                  <a:lnTo>
                    <a:pt x="102" y="11"/>
                  </a:lnTo>
                  <a:lnTo>
                    <a:pt x="100" y="12"/>
                  </a:lnTo>
                  <a:lnTo>
                    <a:pt x="100" y="12"/>
                  </a:lnTo>
                  <a:lnTo>
                    <a:pt x="100" y="12"/>
                  </a:lnTo>
                  <a:lnTo>
                    <a:pt x="100" y="12"/>
                  </a:lnTo>
                  <a:lnTo>
                    <a:pt x="100" y="12"/>
                  </a:lnTo>
                  <a:lnTo>
                    <a:pt x="100" y="12"/>
                  </a:lnTo>
                  <a:lnTo>
                    <a:pt x="100" y="12"/>
                  </a:lnTo>
                  <a:lnTo>
                    <a:pt x="100" y="12"/>
                  </a:lnTo>
                  <a:lnTo>
                    <a:pt x="98" y="13"/>
                  </a:lnTo>
                  <a:lnTo>
                    <a:pt x="98" y="13"/>
                  </a:lnTo>
                  <a:lnTo>
                    <a:pt x="98" y="13"/>
                  </a:lnTo>
                  <a:lnTo>
                    <a:pt x="98" y="13"/>
                  </a:lnTo>
                  <a:lnTo>
                    <a:pt x="97" y="13"/>
                  </a:lnTo>
                  <a:lnTo>
                    <a:pt x="97" y="13"/>
                  </a:lnTo>
                  <a:lnTo>
                    <a:pt x="97" y="13"/>
                  </a:lnTo>
                  <a:lnTo>
                    <a:pt x="97" y="13"/>
                  </a:lnTo>
                  <a:lnTo>
                    <a:pt x="95" y="13"/>
                  </a:lnTo>
                  <a:lnTo>
                    <a:pt x="95" y="13"/>
                  </a:lnTo>
                  <a:lnTo>
                    <a:pt x="95" y="13"/>
                  </a:lnTo>
                  <a:lnTo>
                    <a:pt x="95" y="13"/>
                  </a:lnTo>
                  <a:lnTo>
                    <a:pt x="95" y="13"/>
                  </a:lnTo>
                  <a:lnTo>
                    <a:pt x="95" y="13"/>
                  </a:lnTo>
                  <a:lnTo>
                    <a:pt x="95" y="13"/>
                  </a:lnTo>
                  <a:lnTo>
                    <a:pt x="95" y="13"/>
                  </a:lnTo>
                  <a:lnTo>
                    <a:pt x="94" y="15"/>
                  </a:lnTo>
                  <a:lnTo>
                    <a:pt x="94" y="15"/>
                  </a:lnTo>
                  <a:lnTo>
                    <a:pt x="94" y="17"/>
                  </a:lnTo>
                  <a:lnTo>
                    <a:pt x="94" y="17"/>
                  </a:lnTo>
                  <a:lnTo>
                    <a:pt x="94" y="19"/>
                  </a:lnTo>
                  <a:lnTo>
                    <a:pt x="94" y="19"/>
                  </a:lnTo>
                  <a:lnTo>
                    <a:pt x="94" y="20"/>
                  </a:lnTo>
                  <a:lnTo>
                    <a:pt x="96" y="20"/>
                  </a:lnTo>
                  <a:lnTo>
                    <a:pt x="96" y="22"/>
                  </a:lnTo>
                  <a:lnTo>
                    <a:pt x="96" y="22"/>
                  </a:lnTo>
                  <a:lnTo>
                    <a:pt x="96" y="24"/>
                  </a:lnTo>
                  <a:lnTo>
                    <a:pt x="96" y="24"/>
                  </a:lnTo>
                  <a:lnTo>
                    <a:pt x="96" y="26"/>
                  </a:lnTo>
                  <a:lnTo>
                    <a:pt x="96" y="26"/>
                  </a:lnTo>
                  <a:lnTo>
                    <a:pt x="96" y="26"/>
                  </a:lnTo>
                  <a:lnTo>
                    <a:pt x="97" y="26"/>
                  </a:lnTo>
                  <a:lnTo>
                    <a:pt x="96" y="28"/>
                  </a:lnTo>
                  <a:lnTo>
                    <a:pt x="96" y="28"/>
                  </a:lnTo>
                  <a:lnTo>
                    <a:pt x="95" y="28"/>
                  </a:lnTo>
                  <a:lnTo>
                    <a:pt x="95" y="28"/>
                  </a:lnTo>
                  <a:lnTo>
                    <a:pt x="93" y="30"/>
                  </a:lnTo>
                  <a:lnTo>
                    <a:pt x="93" y="30"/>
                  </a:lnTo>
                  <a:lnTo>
                    <a:pt x="93" y="30"/>
                  </a:lnTo>
                  <a:lnTo>
                    <a:pt x="93" y="30"/>
                  </a:lnTo>
                  <a:lnTo>
                    <a:pt x="91" y="32"/>
                  </a:lnTo>
                  <a:lnTo>
                    <a:pt x="91" y="32"/>
                  </a:lnTo>
                  <a:lnTo>
                    <a:pt x="91" y="32"/>
                  </a:lnTo>
                  <a:lnTo>
                    <a:pt x="91" y="32"/>
                  </a:lnTo>
                  <a:lnTo>
                    <a:pt x="91" y="33"/>
                  </a:lnTo>
                  <a:lnTo>
                    <a:pt x="91" y="33"/>
                  </a:lnTo>
                  <a:lnTo>
                    <a:pt x="91" y="33"/>
                  </a:lnTo>
                  <a:lnTo>
                    <a:pt x="91" y="33"/>
                  </a:lnTo>
                  <a:lnTo>
                    <a:pt x="91" y="35"/>
                  </a:lnTo>
                  <a:lnTo>
                    <a:pt x="91" y="35"/>
                  </a:lnTo>
                  <a:lnTo>
                    <a:pt x="91" y="35"/>
                  </a:lnTo>
                  <a:lnTo>
                    <a:pt x="91" y="35"/>
                  </a:lnTo>
                  <a:lnTo>
                    <a:pt x="91" y="37"/>
                  </a:lnTo>
                  <a:lnTo>
                    <a:pt x="91" y="37"/>
                  </a:lnTo>
                  <a:lnTo>
                    <a:pt x="91" y="37"/>
                  </a:lnTo>
                  <a:lnTo>
                    <a:pt x="91" y="37"/>
                  </a:lnTo>
                  <a:lnTo>
                    <a:pt x="91" y="40"/>
                  </a:lnTo>
                  <a:lnTo>
                    <a:pt x="91" y="40"/>
                  </a:lnTo>
                  <a:lnTo>
                    <a:pt x="91" y="40"/>
                  </a:lnTo>
                  <a:lnTo>
                    <a:pt x="91" y="40"/>
                  </a:lnTo>
                  <a:lnTo>
                    <a:pt x="91" y="40"/>
                  </a:lnTo>
                  <a:lnTo>
                    <a:pt x="91" y="40"/>
                  </a:lnTo>
                  <a:lnTo>
                    <a:pt x="91" y="40"/>
                  </a:lnTo>
                  <a:lnTo>
                    <a:pt x="91" y="40"/>
                  </a:lnTo>
                  <a:lnTo>
                    <a:pt x="91" y="41"/>
                  </a:lnTo>
                  <a:lnTo>
                    <a:pt x="91" y="41"/>
                  </a:lnTo>
                  <a:lnTo>
                    <a:pt x="91" y="41"/>
                  </a:lnTo>
                  <a:lnTo>
                    <a:pt x="91" y="41"/>
                  </a:lnTo>
                  <a:lnTo>
                    <a:pt x="91" y="43"/>
                  </a:lnTo>
                  <a:lnTo>
                    <a:pt x="91" y="43"/>
                  </a:lnTo>
                  <a:lnTo>
                    <a:pt x="91" y="43"/>
                  </a:lnTo>
                  <a:lnTo>
                    <a:pt x="93" y="43"/>
                  </a:lnTo>
                  <a:lnTo>
                    <a:pt x="93" y="45"/>
                  </a:lnTo>
                  <a:lnTo>
                    <a:pt x="93" y="45"/>
                  </a:lnTo>
                  <a:lnTo>
                    <a:pt x="93" y="45"/>
                  </a:lnTo>
                  <a:lnTo>
                    <a:pt x="93" y="45"/>
                  </a:lnTo>
                  <a:lnTo>
                    <a:pt x="93" y="47"/>
                  </a:lnTo>
                  <a:lnTo>
                    <a:pt x="93" y="47"/>
                  </a:lnTo>
                  <a:lnTo>
                    <a:pt x="93" y="47"/>
                  </a:lnTo>
                  <a:lnTo>
                    <a:pt x="95" y="47"/>
                  </a:lnTo>
                  <a:lnTo>
                    <a:pt x="95" y="49"/>
                  </a:lnTo>
                  <a:lnTo>
                    <a:pt x="95" y="49"/>
                  </a:lnTo>
                  <a:lnTo>
                    <a:pt x="95" y="49"/>
                  </a:lnTo>
                  <a:lnTo>
                    <a:pt x="95" y="49"/>
                  </a:lnTo>
                  <a:lnTo>
                    <a:pt x="95" y="49"/>
                  </a:lnTo>
                  <a:lnTo>
                    <a:pt x="95" y="49"/>
                  </a:lnTo>
                  <a:lnTo>
                    <a:pt x="95" y="49"/>
                  </a:lnTo>
                  <a:lnTo>
                    <a:pt x="96" y="49"/>
                  </a:lnTo>
                  <a:lnTo>
                    <a:pt x="96" y="51"/>
                  </a:lnTo>
                  <a:lnTo>
                    <a:pt x="96" y="51"/>
                  </a:lnTo>
                  <a:lnTo>
                    <a:pt x="96" y="51"/>
                  </a:lnTo>
                  <a:lnTo>
                    <a:pt x="96" y="51"/>
                  </a:lnTo>
                  <a:lnTo>
                    <a:pt x="96" y="51"/>
                  </a:lnTo>
                  <a:lnTo>
                    <a:pt x="96" y="51"/>
                  </a:lnTo>
                  <a:lnTo>
                    <a:pt x="96" y="51"/>
                  </a:lnTo>
                  <a:lnTo>
                    <a:pt x="97" y="51"/>
                  </a:lnTo>
                  <a:lnTo>
                    <a:pt x="97" y="53"/>
                  </a:lnTo>
                  <a:lnTo>
                    <a:pt x="97" y="53"/>
                  </a:lnTo>
                  <a:lnTo>
                    <a:pt x="97" y="54"/>
                  </a:lnTo>
                  <a:lnTo>
                    <a:pt x="97" y="54"/>
                  </a:lnTo>
                  <a:lnTo>
                    <a:pt x="97" y="56"/>
                  </a:lnTo>
                  <a:lnTo>
                    <a:pt x="97" y="56"/>
                  </a:lnTo>
                  <a:lnTo>
                    <a:pt x="97" y="57"/>
                  </a:lnTo>
                  <a:lnTo>
                    <a:pt x="97" y="57"/>
                  </a:lnTo>
                  <a:lnTo>
                    <a:pt x="96" y="59"/>
                  </a:lnTo>
                  <a:lnTo>
                    <a:pt x="96" y="59"/>
                  </a:lnTo>
                  <a:lnTo>
                    <a:pt x="96" y="60"/>
                  </a:lnTo>
                  <a:lnTo>
                    <a:pt x="96" y="60"/>
                  </a:lnTo>
                  <a:lnTo>
                    <a:pt x="96" y="62"/>
                  </a:lnTo>
                  <a:lnTo>
                    <a:pt x="96" y="62"/>
                  </a:lnTo>
                  <a:lnTo>
                    <a:pt x="96" y="62"/>
                  </a:lnTo>
                  <a:lnTo>
                    <a:pt x="97" y="62"/>
                  </a:lnTo>
                  <a:lnTo>
                    <a:pt x="97" y="64"/>
                  </a:lnTo>
                  <a:lnTo>
                    <a:pt x="97" y="64"/>
                  </a:lnTo>
                  <a:lnTo>
                    <a:pt x="97" y="64"/>
                  </a:lnTo>
                  <a:lnTo>
                    <a:pt x="98" y="64"/>
                  </a:lnTo>
                  <a:lnTo>
                    <a:pt x="98" y="66"/>
                  </a:lnTo>
                  <a:lnTo>
                    <a:pt x="98" y="66"/>
                  </a:lnTo>
                  <a:lnTo>
                    <a:pt x="98" y="66"/>
                  </a:lnTo>
                  <a:lnTo>
                    <a:pt x="100" y="66"/>
                  </a:lnTo>
                  <a:lnTo>
                    <a:pt x="100" y="68"/>
                  </a:lnTo>
                  <a:lnTo>
                    <a:pt x="100" y="68"/>
                  </a:lnTo>
                  <a:lnTo>
                    <a:pt x="100" y="68"/>
                  </a:lnTo>
                  <a:lnTo>
                    <a:pt x="102" y="68"/>
                  </a:lnTo>
                  <a:lnTo>
                    <a:pt x="102" y="68"/>
                  </a:lnTo>
                  <a:lnTo>
                    <a:pt x="102" y="68"/>
                  </a:lnTo>
                  <a:lnTo>
                    <a:pt x="102" y="68"/>
                  </a:lnTo>
                  <a:lnTo>
                    <a:pt x="104" y="68"/>
                  </a:lnTo>
                  <a:lnTo>
                    <a:pt x="104" y="70"/>
                  </a:lnTo>
                  <a:lnTo>
                    <a:pt x="104" y="70"/>
                  </a:lnTo>
                  <a:lnTo>
                    <a:pt x="104" y="71"/>
                  </a:lnTo>
                  <a:lnTo>
                    <a:pt x="105" y="71"/>
                  </a:lnTo>
                  <a:lnTo>
                    <a:pt x="105" y="72"/>
                  </a:lnTo>
                  <a:lnTo>
                    <a:pt x="105" y="72"/>
                  </a:lnTo>
                  <a:lnTo>
                    <a:pt x="105" y="72"/>
                  </a:lnTo>
                  <a:lnTo>
                    <a:pt x="108" y="72"/>
                  </a:lnTo>
                  <a:lnTo>
                    <a:pt x="108" y="74"/>
                  </a:lnTo>
                  <a:lnTo>
                    <a:pt x="108" y="74"/>
                  </a:lnTo>
                  <a:lnTo>
                    <a:pt x="108" y="74"/>
                  </a:lnTo>
                  <a:lnTo>
                    <a:pt x="110" y="74"/>
                  </a:lnTo>
                  <a:lnTo>
                    <a:pt x="110" y="76"/>
                  </a:lnTo>
                  <a:lnTo>
                    <a:pt x="110" y="76"/>
                  </a:lnTo>
                  <a:lnTo>
                    <a:pt x="110" y="76"/>
                  </a:lnTo>
                  <a:lnTo>
                    <a:pt x="112" y="76"/>
                  </a:lnTo>
                  <a:lnTo>
                    <a:pt x="110" y="78"/>
                  </a:lnTo>
                  <a:lnTo>
                    <a:pt x="110" y="78"/>
                  </a:lnTo>
                  <a:lnTo>
                    <a:pt x="110" y="78"/>
                  </a:lnTo>
                  <a:lnTo>
                    <a:pt x="110" y="78"/>
                  </a:lnTo>
                  <a:lnTo>
                    <a:pt x="108" y="80"/>
                  </a:lnTo>
                  <a:lnTo>
                    <a:pt x="108" y="80"/>
                  </a:lnTo>
                  <a:lnTo>
                    <a:pt x="108" y="80"/>
                  </a:lnTo>
                  <a:lnTo>
                    <a:pt x="108" y="80"/>
                  </a:lnTo>
                  <a:lnTo>
                    <a:pt x="106" y="82"/>
                  </a:lnTo>
                  <a:lnTo>
                    <a:pt x="106" y="82"/>
                  </a:lnTo>
                  <a:lnTo>
                    <a:pt x="106" y="82"/>
                  </a:lnTo>
                  <a:lnTo>
                    <a:pt x="106" y="82"/>
                  </a:lnTo>
                  <a:lnTo>
                    <a:pt x="105" y="83"/>
                  </a:lnTo>
                  <a:lnTo>
                    <a:pt x="105" y="83"/>
                  </a:lnTo>
                  <a:lnTo>
                    <a:pt x="105" y="83"/>
                  </a:lnTo>
                  <a:lnTo>
                    <a:pt x="105" y="83"/>
                  </a:lnTo>
                  <a:lnTo>
                    <a:pt x="104" y="84"/>
                  </a:lnTo>
                  <a:lnTo>
                    <a:pt x="104" y="84"/>
                  </a:lnTo>
                  <a:lnTo>
                    <a:pt x="104" y="85"/>
                  </a:lnTo>
                  <a:lnTo>
                    <a:pt x="104" y="85"/>
                  </a:lnTo>
                  <a:lnTo>
                    <a:pt x="104" y="87"/>
                  </a:lnTo>
                  <a:lnTo>
                    <a:pt x="104" y="87"/>
                  </a:lnTo>
                  <a:lnTo>
                    <a:pt x="104" y="88"/>
                  </a:lnTo>
                  <a:lnTo>
                    <a:pt x="104" y="88"/>
                  </a:lnTo>
                  <a:lnTo>
                    <a:pt x="104" y="90"/>
                  </a:lnTo>
                  <a:lnTo>
                    <a:pt x="104" y="90"/>
                  </a:lnTo>
                  <a:lnTo>
                    <a:pt x="104" y="91"/>
                  </a:lnTo>
                  <a:lnTo>
                    <a:pt x="104" y="91"/>
                  </a:lnTo>
                  <a:lnTo>
                    <a:pt x="104" y="92"/>
                  </a:lnTo>
                  <a:lnTo>
                    <a:pt x="104" y="92"/>
                  </a:lnTo>
                  <a:lnTo>
                    <a:pt x="104" y="92"/>
                  </a:lnTo>
                  <a:lnTo>
                    <a:pt x="105" y="92"/>
                  </a:lnTo>
                  <a:lnTo>
                    <a:pt x="104" y="93"/>
                  </a:lnTo>
                  <a:lnTo>
                    <a:pt x="104" y="93"/>
                  </a:lnTo>
                  <a:lnTo>
                    <a:pt x="104" y="93"/>
                  </a:lnTo>
                  <a:lnTo>
                    <a:pt x="104" y="93"/>
                  </a:lnTo>
                  <a:lnTo>
                    <a:pt x="103" y="93"/>
                  </a:lnTo>
                  <a:lnTo>
                    <a:pt x="103" y="93"/>
                  </a:lnTo>
                  <a:lnTo>
                    <a:pt x="103" y="93"/>
                  </a:lnTo>
                  <a:lnTo>
                    <a:pt x="103" y="93"/>
                  </a:lnTo>
                  <a:lnTo>
                    <a:pt x="100" y="93"/>
                  </a:lnTo>
                  <a:lnTo>
                    <a:pt x="100" y="93"/>
                  </a:lnTo>
                  <a:lnTo>
                    <a:pt x="100" y="93"/>
                  </a:lnTo>
                  <a:lnTo>
                    <a:pt x="100" y="93"/>
                  </a:lnTo>
                  <a:lnTo>
                    <a:pt x="99" y="93"/>
                  </a:lnTo>
                  <a:lnTo>
                    <a:pt x="99" y="93"/>
                  </a:lnTo>
                  <a:lnTo>
                    <a:pt x="99" y="93"/>
                  </a:lnTo>
                  <a:lnTo>
                    <a:pt x="99" y="93"/>
                  </a:lnTo>
                  <a:lnTo>
                    <a:pt x="97" y="93"/>
                  </a:lnTo>
                  <a:lnTo>
                    <a:pt x="97" y="93"/>
                  </a:lnTo>
                  <a:lnTo>
                    <a:pt x="97" y="93"/>
                  </a:lnTo>
                  <a:lnTo>
                    <a:pt x="97" y="93"/>
                  </a:lnTo>
                  <a:lnTo>
                    <a:pt x="96" y="93"/>
                  </a:lnTo>
                  <a:lnTo>
                    <a:pt x="96" y="93"/>
                  </a:lnTo>
                  <a:lnTo>
                    <a:pt x="96" y="93"/>
                  </a:lnTo>
                  <a:lnTo>
                    <a:pt x="96" y="92"/>
                  </a:lnTo>
                  <a:lnTo>
                    <a:pt x="93" y="92"/>
                  </a:lnTo>
                  <a:lnTo>
                    <a:pt x="93" y="92"/>
                  </a:lnTo>
                  <a:lnTo>
                    <a:pt x="93" y="92"/>
                  </a:lnTo>
                  <a:lnTo>
                    <a:pt x="93" y="91"/>
                  </a:lnTo>
                  <a:lnTo>
                    <a:pt x="93" y="91"/>
                  </a:lnTo>
                  <a:lnTo>
                    <a:pt x="93" y="91"/>
                  </a:lnTo>
                  <a:lnTo>
                    <a:pt x="93" y="91"/>
                  </a:lnTo>
                  <a:lnTo>
                    <a:pt x="93" y="89"/>
                  </a:lnTo>
                  <a:lnTo>
                    <a:pt x="91" y="91"/>
                  </a:lnTo>
                  <a:lnTo>
                    <a:pt x="91" y="91"/>
                  </a:lnTo>
                  <a:lnTo>
                    <a:pt x="90" y="91"/>
                  </a:lnTo>
                  <a:lnTo>
                    <a:pt x="90" y="91"/>
                  </a:lnTo>
                  <a:lnTo>
                    <a:pt x="88" y="93"/>
                  </a:lnTo>
                  <a:lnTo>
                    <a:pt x="88" y="93"/>
                  </a:lnTo>
                  <a:lnTo>
                    <a:pt x="88" y="93"/>
                  </a:lnTo>
                  <a:lnTo>
                    <a:pt x="88" y="93"/>
                  </a:lnTo>
                  <a:lnTo>
                    <a:pt x="86" y="94"/>
                  </a:lnTo>
                  <a:lnTo>
                    <a:pt x="86" y="94"/>
                  </a:lnTo>
                  <a:lnTo>
                    <a:pt x="84" y="94"/>
                  </a:lnTo>
                  <a:lnTo>
                    <a:pt x="84" y="94"/>
                  </a:lnTo>
                  <a:lnTo>
                    <a:pt x="83" y="95"/>
                  </a:lnTo>
                  <a:lnTo>
                    <a:pt x="83" y="95"/>
                  </a:lnTo>
                  <a:lnTo>
                    <a:pt x="83" y="95"/>
                  </a:lnTo>
                  <a:lnTo>
                    <a:pt x="83" y="95"/>
                  </a:lnTo>
                  <a:lnTo>
                    <a:pt x="81" y="95"/>
                  </a:lnTo>
                  <a:lnTo>
                    <a:pt x="81" y="95"/>
                  </a:lnTo>
                  <a:lnTo>
                    <a:pt x="80" y="95"/>
                  </a:lnTo>
                  <a:lnTo>
                    <a:pt x="80" y="95"/>
                  </a:lnTo>
                  <a:lnTo>
                    <a:pt x="78" y="95"/>
                  </a:lnTo>
                  <a:lnTo>
                    <a:pt x="78" y="95"/>
                  </a:lnTo>
                  <a:lnTo>
                    <a:pt x="78" y="95"/>
                  </a:lnTo>
                  <a:lnTo>
                    <a:pt x="78" y="94"/>
                  </a:lnTo>
                  <a:lnTo>
                    <a:pt x="76" y="94"/>
                  </a:lnTo>
                  <a:lnTo>
                    <a:pt x="76" y="94"/>
                  </a:lnTo>
                  <a:lnTo>
                    <a:pt x="75" y="94"/>
                  </a:lnTo>
                  <a:lnTo>
                    <a:pt x="75" y="94"/>
                  </a:lnTo>
                  <a:lnTo>
                    <a:pt x="74" y="94"/>
                  </a:lnTo>
                  <a:lnTo>
                    <a:pt x="74" y="94"/>
                  </a:lnTo>
                  <a:lnTo>
                    <a:pt x="74" y="94"/>
                  </a:lnTo>
                  <a:lnTo>
                    <a:pt x="74" y="93"/>
                  </a:lnTo>
                  <a:lnTo>
                    <a:pt x="72" y="93"/>
                  </a:lnTo>
                  <a:lnTo>
                    <a:pt x="72" y="93"/>
                  </a:lnTo>
                  <a:lnTo>
                    <a:pt x="72" y="93"/>
                  </a:lnTo>
                  <a:lnTo>
                    <a:pt x="72" y="93"/>
                  </a:lnTo>
                  <a:lnTo>
                    <a:pt x="72" y="93"/>
                  </a:lnTo>
                  <a:lnTo>
                    <a:pt x="72" y="93"/>
                  </a:lnTo>
                  <a:lnTo>
                    <a:pt x="72" y="93"/>
                  </a:lnTo>
                  <a:lnTo>
                    <a:pt x="72" y="91"/>
                  </a:lnTo>
                  <a:lnTo>
                    <a:pt x="71" y="91"/>
                  </a:lnTo>
                  <a:lnTo>
                    <a:pt x="71" y="91"/>
                  </a:lnTo>
                  <a:lnTo>
                    <a:pt x="71" y="91"/>
                  </a:lnTo>
                  <a:lnTo>
                    <a:pt x="71" y="90"/>
                  </a:lnTo>
                  <a:lnTo>
                    <a:pt x="71" y="90"/>
                  </a:lnTo>
                  <a:lnTo>
                    <a:pt x="71" y="90"/>
                  </a:lnTo>
                  <a:lnTo>
                    <a:pt x="71" y="90"/>
                  </a:lnTo>
                  <a:lnTo>
                    <a:pt x="71" y="88"/>
                  </a:lnTo>
                  <a:lnTo>
                    <a:pt x="70" y="88"/>
                  </a:lnTo>
                  <a:lnTo>
                    <a:pt x="70" y="88"/>
                  </a:lnTo>
                  <a:lnTo>
                    <a:pt x="70" y="88"/>
                  </a:lnTo>
                  <a:lnTo>
                    <a:pt x="70" y="88"/>
                  </a:lnTo>
                  <a:lnTo>
                    <a:pt x="70" y="88"/>
                  </a:lnTo>
                  <a:lnTo>
                    <a:pt x="70" y="88"/>
                  </a:lnTo>
                  <a:lnTo>
                    <a:pt x="70" y="88"/>
                  </a:lnTo>
                  <a:lnTo>
                    <a:pt x="70" y="87"/>
                  </a:lnTo>
                  <a:lnTo>
                    <a:pt x="70" y="87"/>
                  </a:lnTo>
                  <a:lnTo>
                    <a:pt x="70" y="87"/>
                  </a:lnTo>
                  <a:lnTo>
                    <a:pt x="70" y="87"/>
                  </a:lnTo>
                  <a:lnTo>
                    <a:pt x="70" y="87"/>
                  </a:lnTo>
                  <a:lnTo>
                    <a:pt x="70" y="87"/>
                  </a:lnTo>
                  <a:lnTo>
                    <a:pt x="70" y="87"/>
                  </a:lnTo>
                  <a:lnTo>
                    <a:pt x="70" y="87"/>
                  </a:lnTo>
                  <a:lnTo>
                    <a:pt x="71" y="85"/>
                  </a:lnTo>
                  <a:lnTo>
                    <a:pt x="69" y="85"/>
                  </a:lnTo>
                  <a:lnTo>
                    <a:pt x="69" y="85"/>
                  </a:lnTo>
                  <a:lnTo>
                    <a:pt x="69" y="85"/>
                  </a:lnTo>
                  <a:lnTo>
                    <a:pt x="69" y="85"/>
                  </a:lnTo>
                  <a:lnTo>
                    <a:pt x="67" y="85"/>
                  </a:lnTo>
                  <a:lnTo>
                    <a:pt x="67" y="85"/>
                  </a:lnTo>
                  <a:lnTo>
                    <a:pt x="66" y="85"/>
                  </a:lnTo>
                  <a:lnTo>
                    <a:pt x="66" y="85"/>
                  </a:lnTo>
                  <a:lnTo>
                    <a:pt x="64" y="85"/>
                  </a:lnTo>
                  <a:lnTo>
                    <a:pt x="64" y="85"/>
                  </a:lnTo>
                  <a:lnTo>
                    <a:pt x="61" y="85"/>
                  </a:lnTo>
                  <a:lnTo>
                    <a:pt x="61" y="85"/>
                  </a:lnTo>
                  <a:lnTo>
                    <a:pt x="60" y="85"/>
                  </a:lnTo>
                  <a:lnTo>
                    <a:pt x="60" y="85"/>
                  </a:lnTo>
                  <a:lnTo>
                    <a:pt x="59" y="85"/>
                  </a:lnTo>
                  <a:lnTo>
                    <a:pt x="59" y="83"/>
                  </a:lnTo>
                  <a:lnTo>
                    <a:pt x="57" y="83"/>
                  </a:lnTo>
                  <a:lnTo>
                    <a:pt x="57" y="83"/>
                  </a:lnTo>
                  <a:lnTo>
                    <a:pt x="57" y="83"/>
                  </a:lnTo>
                  <a:lnTo>
                    <a:pt x="57" y="83"/>
                  </a:lnTo>
                  <a:lnTo>
                    <a:pt x="54" y="83"/>
                  </a:lnTo>
                  <a:lnTo>
                    <a:pt x="54" y="83"/>
                  </a:lnTo>
                  <a:lnTo>
                    <a:pt x="54" y="83"/>
                  </a:lnTo>
                  <a:lnTo>
                    <a:pt x="54" y="82"/>
                  </a:lnTo>
                  <a:lnTo>
                    <a:pt x="53" y="82"/>
                  </a:lnTo>
                  <a:lnTo>
                    <a:pt x="53" y="82"/>
                  </a:lnTo>
                  <a:lnTo>
                    <a:pt x="52" y="82"/>
                  </a:lnTo>
                  <a:lnTo>
                    <a:pt x="52" y="82"/>
                  </a:lnTo>
                  <a:lnTo>
                    <a:pt x="51" y="82"/>
                  </a:lnTo>
                  <a:lnTo>
                    <a:pt x="51" y="82"/>
                  </a:lnTo>
                  <a:lnTo>
                    <a:pt x="51" y="82"/>
                  </a:lnTo>
                  <a:lnTo>
                    <a:pt x="51" y="81"/>
                  </a:lnTo>
                  <a:lnTo>
                    <a:pt x="49" y="82"/>
                  </a:lnTo>
                  <a:lnTo>
                    <a:pt x="49" y="82"/>
                  </a:lnTo>
                  <a:lnTo>
                    <a:pt x="49" y="82"/>
                  </a:lnTo>
                  <a:lnTo>
                    <a:pt x="49" y="82"/>
                  </a:lnTo>
                  <a:lnTo>
                    <a:pt x="47" y="82"/>
                  </a:lnTo>
                  <a:lnTo>
                    <a:pt x="47" y="82"/>
                  </a:lnTo>
                  <a:lnTo>
                    <a:pt x="47" y="82"/>
                  </a:lnTo>
                  <a:lnTo>
                    <a:pt x="47" y="82"/>
                  </a:lnTo>
                  <a:lnTo>
                    <a:pt x="45" y="83"/>
                  </a:lnTo>
                  <a:lnTo>
                    <a:pt x="45" y="83"/>
                  </a:lnTo>
                  <a:lnTo>
                    <a:pt x="45" y="83"/>
                  </a:lnTo>
                  <a:lnTo>
                    <a:pt x="45" y="83"/>
                  </a:lnTo>
                  <a:lnTo>
                    <a:pt x="44" y="83"/>
                  </a:lnTo>
                  <a:lnTo>
                    <a:pt x="44" y="83"/>
                  </a:lnTo>
                  <a:lnTo>
                    <a:pt x="44" y="83"/>
                  </a:lnTo>
                  <a:lnTo>
                    <a:pt x="44" y="83"/>
                  </a:lnTo>
                  <a:lnTo>
                    <a:pt x="42" y="84"/>
                  </a:lnTo>
                  <a:lnTo>
                    <a:pt x="42" y="84"/>
                  </a:lnTo>
                  <a:lnTo>
                    <a:pt x="41" y="84"/>
                  </a:lnTo>
                  <a:lnTo>
                    <a:pt x="41" y="84"/>
                  </a:lnTo>
                  <a:lnTo>
                    <a:pt x="39" y="85"/>
                  </a:lnTo>
                  <a:lnTo>
                    <a:pt x="39" y="85"/>
                  </a:lnTo>
                  <a:lnTo>
                    <a:pt x="39" y="85"/>
                  </a:lnTo>
                  <a:lnTo>
                    <a:pt x="39" y="85"/>
                  </a:lnTo>
                  <a:lnTo>
                    <a:pt x="37" y="87"/>
                  </a:lnTo>
                  <a:lnTo>
                    <a:pt x="37" y="87"/>
                  </a:lnTo>
                  <a:lnTo>
                    <a:pt x="37" y="87"/>
                  </a:lnTo>
                  <a:lnTo>
                    <a:pt x="37" y="87"/>
                  </a:lnTo>
                  <a:lnTo>
                    <a:pt x="35" y="87"/>
                  </a:lnTo>
                  <a:lnTo>
                    <a:pt x="35" y="87"/>
                  </a:lnTo>
                  <a:lnTo>
                    <a:pt x="35" y="87"/>
                  </a:lnTo>
                  <a:lnTo>
                    <a:pt x="35" y="87"/>
                  </a:lnTo>
                  <a:lnTo>
                    <a:pt x="33" y="88"/>
                  </a:lnTo>
                  <a:lnTo>
                    <a:pt x="33" y="88"/>
                  </a:lnTo>
                  <a:lnTo>
                    <a:pt x="33" y="88"/>
                  </a:lnTo>
                  <a:lnTo>
                    <a:pt x="33" y="88"/>
                  </a:lnTo>
                  <a:lnTo>
                    <a:pt x="32" y="91"/>
                  </a:lnTo>
                  <a:lnTo>
                    <a:pt x="32" y="91"/>
                  </a:lnTo>
                  <a:lnTo>
                    <a:pt x="32" y="91"/>
                  </a:lnTo>
                  <a:lnTo>
                    <a:pt x="32" y="91"/>
                  </a:lnTo>
                  <a:lnTo>
                    <a:pt x="30" y="93"/>
                  </a:lnTo>
                  <a:lnTo>
                    <a:pt x="30" y="93"/>
                  </a:lnTo>
                  <a:lnTo>
                    <a:pt x="30" y="93"/>
                  </a:lnTo>
                  <a:lnTo>
                    <a:pt x="30" y="93"/>
                  </a:lnTo>
                  <a:lnTo>
                    <a:pt x="29" y="93"/>
                  </a:lnTo>
                  <a:lnTo>
                    <a:pt x="29" y="93"/>
                  </a:lnTo>
                  <a:lnTo>
                    <a:pt x="29" y="93"/>
                  </a:lnTo>
                  <a:lnTo>
                    <a:pt x="29" y="93"/>
                  </a:lnTo>
                  <a:lnTo>
                    <a:pt x="28" y="93"/>
                  </a:lnTo>
                  <a:lnTo>
                    <a:pt x="28" y="93"/>
                  </a:lnTo>
                  <a:lnTo>
                    <a:pt x="28" y="93"/>
                  </a:lnTo>
                  <a:lnTo>
                    <a:pt x="28" y="93"/>
                  </a:lnTo>
                  <a:lnTo>
                    <a:pt x="28" y="93"/>
                  </a:lnTo>
                  <a:lnTo>
                    <a:pt x="28" y="91"/>
                  </a:lnTo>
                  <a:lnTo>
                    <a:pt x="28" y="91"/>
                  </a:lnTo>
                  <a:lnTo>
                    <a:pt x="29" y="89"/>
                  </a:lnTo>
                  <a:lnTo>
                    <a:pt x="29" y="89"/>
                  </a:lnTo>
                  <a:lnTo>
                    <a:pt x="29" y="88"/>
                  </a:lnTo>
                  <a:lnTo>
                    <a:pt x="29" y="88"/>
                  </a:lnTo>
                  <a:lnTo>
                    <a:pt x="29" y="86"/>
                  </a:lnTo>
                  <a:lnTo>
                    <a:pt x="29" y="86"/>
                  </a:lnTo>
                  <a:lnTo>
                    <a:pt x="29" y="85"/>
                  </a:lnTo>
                  <a:lnTo>
                    <a:pt x="29" y="85"/>
                  </a:lnTo>
                  <a:lnTo>
                    <a:pt x="30" y="83"/>
                  </a:lnTo>
                  <a:lnTo>
                    <a:pt x="30" y="83"/>
                  </a:lnTo>
                  <a:lnTo>
                    <a:pt x="30" y="83"/>
                  </a:lnTo>
                  <a:lnTo>
                    <a:pt x="30" y="83"/>
                  </a:lnTo>
                  <a:lnTo>
                    <a:pt x="30" y="81"/>
                  </a:lnTo>
                  <a:lnTo>
                    <a:pt x="30" y="81"/>
                  </a:lnTo>
                  <a:lnTo>
                    <a:pt x="30" y="81"/>
                  </a:lnTo>
                  <a:lnTo>
                    <a:pt x="30" y="81"/>
                  </a:lnTo>
                  <a:lnTo>
                    <a:pt x="31" y="79"/>
                  </a:lnTo>
                  <a:lnTo>
                    <a:pt x="31" y="79"/>
                  </a:lnTo>
                  <a:lnTo>
                    <a:pt x="31" y="79"/>
                  </a:lnTo>
                  <a:lnTo>
                    <a:pt x="31" y="79"/>
                  </a:lnTo>
                  <a:lnTo>
                    <a:pt x="31" y="78"/>
                  </a:lnTo>
                  <a:lnTo>
                    <a:pt x="31" y="78"/>
                  </a:lnTo>
                  <a:lnTo>
                    <a:pt x="31" y="76"/>
                  </a:lnTo>
                  <a:lnTo>
                    <a:pt x="31" y="76"/>
                  </a:lnTo>
                  <a:lnTo>
                    <a:pt x="32" y="74"/>
                  </a:lnTo>
                  <a:lnTo>
                    <a:pt x="31" y="74"/>
                  </a:lnTo>
                  <a:lnTo>
                    <a:pt x="31" y="74"/>
                  </a:lnTo>
                  <a:lnTo>
                    <a:pt x="31" y="74"/>
                  </a:lnTo>
                  <a:lnTo>
                    <a:pt x="31" y="74"/>
                  </a:lnTo>
                  <a:lnTo>
                    <a:pt x="31" y="74"/>
                  </a:lnTo>
                  <a:lnTo>
                    <a:pt x="31" y="74"/>
                  </a:lnTo>
                  <a:lnTo>
                    <a:pt x="31" y="74"/>
                  </a:lnTo>
                  <a:lnTo>
                    <a:pt x="31" y="72"/>
                  </a:lnTo>
                  <a:lnTo>
                    <a:pt x="31" y="72"/>
                  </a:lnTo>
                  <a:lnTo>
                    <a:pt x="31" y="72"/>
                  </a:lnTo>
                  <a:lnTo>
                    <a:pt x="31" y="72"/>
                  </a:lnTo>
                  <a:lnTo>
                    <a:pt x="31" y="71"/>
                  </a:lnTo>
                  <a:lnTo>
                    <a:pt x="31" y="71"/>
                  </a:lnTo>
                  <a:lnTo>
                    <a:pt x="31" y="71"/>
                  </a:lnTo>
                  <a:lnTo>
                    <a:pt x="31" y="71"/>
                  </a:lnTo>
                  <a:lnTo>
                    <a:pt x="31" y="70"/>
                  </a:lnTo>
                  <a:lnTo>
                    <a:pt x="30" y="70"/>
                  </a:lnTo>
                  <a:lnTo>
                    <a:pt x="30" y="70"/>
                  </a:lnTo>
                  <a:lnTo>
                    <a:pt x="30" y="70"/>
                  </a:lnTo>
                  <a:lnTo>
                    <a:pt x="30" y="70"/>
                  </a:lnTo>
                  <a:lnTo>
                    <a:pt x="29" y="70"/>
                  </a:lnTo>
                  <a:lnTo>
                    <a:pt x="29" y="70"/>
                  </a:lnTo>
                  <a:lnTo>
                    <a:pt x="29" y="70"/>
                  </a:lnTo>
                  <a:lnTo>
                    <a:pt x="29" y="70"/>
                  </a:lnTo>
                  <a:lnTo>
                    <a:pt x="27" y="70"/>
                  </a:lnTo>
                  <a:lnTo>
                    <a:pt x="27" y="70"/>
                  </a:lnTo>
                  <a:lnTo>
                    <a:pt x="27" y="70"/>
                  </a:lnTo>
                  <a:lnTo>
                    <a:pt x="27" y="70"/>
                  </a:lnTo>
                  <a:lnTo>
                    <a:pt x="26" y="70"/>
                  </a:lnTo>
                  <a:lnTo>
                    <a:pt x="26" y="70"/>
                  </a:lnTo>
                  <a:lnTo>
                    <a:pt x="26" y="70"/>
                  </a:lnTo>
                  <a:lnTo>
                    <a:pt x="26" y="70"/>
                  </a:lnTo>
                  <a:lnTo>
                    <a:pt x="26" y="71"/>
                  </a:lnTo>
                  <a:lnTo>
                    <a:pt x="26" y="71"/>
                  </a:lnTo>
                  <a:lnTo>
                    <a:pt x="26" y="71"/>
                  </a:lnTo>
                  <a:lnTo>
                    <a:pt x="26" y="71"/>
                  </a:lnTo>
                  <a:lnTo>
                    <a:pt x="26" y="73"/>
                  </a:lnTo>
                  <a:lnTo>
                    <a:pt x="26" y="73"/>
                  </a:lnTo>
                  <a:lnTo>
                    <a:pt x="26" y="73"/>
                  </a:lnTo>
                  <a:lnTo>
                    <a:pt x="26" y="73"/>
                  </a:lnTo>
                  <a:lnTo>
                    <a:pt x="24" y="75"/>
                  </a:lnTo>
                  <a:lnTo>
                    <a:pt x="24" y="75"/>
                  </a:lnTo>
                  <a:lnTo>
                    <a:pt x="24" y="75"/>
                  </a:lnTo>
                  <a:lnTo>
                    <a:pt x="24" y="75"/>
                  </a:lnTo>
                  <a:lnTo>
                    <a:pt x="24" y="76"/>
                  </a:lnTo>
                  <a:lnTo>
                    <a:pt x="24" y="76"/>
                  </a:lnTo>
                  <a:lnTo>
                    <a:pt x="24" y="76"/>
                  </a:lnTo>
                  <a:lnTo>
                    <a:pt x="24" y="76"/>
                  </a:lnTo>
                  <a:lnTo>
                    <a:pt x="22" y="78"/>
                  </a:lnTo>
                  <a:lnTo>
                    <a:pt x="22" y="78"/>
                  </a:lnTo>
                  <a:lnTo>
                    <a:pt x="22" y="78"/>
                  </a:lnTo>
                  <a:lnTo>
                    <a:pt x="22" y="78"/>
                  </a:lnTo>
                  <a:lnTo>
                    <a:pt x="22" y="78"/>
                  </a:lnTo>
                  <a:lnTo>
                    <a:pt x="22" y="78"/>
                  </a:lnTo>
                  <a:lnTo>
                    <a:pt x="22" y="78"/>
                  </a:lnTo>
                  <a:lnTo>
                    <a:pt x="22" y="78"/>
                  </a:lnTo>
                  <a:lnTo>
                    <a:pt x="20" y="78"/>
                  </a:lnTo>
                  <a:lnTo>
                    <a:pt x="20" y="78"/>
                  </a:lnTo>
                  <a:lnTo>
                    <a:pt x="20" y="78"/>
                  </a:lnTo>
                  <a:lnTo>
                    <a:pt x="20" y="78"/>
                  </a:lnTo>
                  <a:lnTo>
                    <a:pt x="20" y="78"/>
                  </a:lnTo>
                  <a:lnTo>
                    <a:pt x="20" y="78"/>
                  </a:lnTo>
                  <a:lnTo>
                    <a:pt x="20" y="78"/>
                  </a:lnTo>
                  <a:lnTo>
                    <a:pt x="20" y="78"/>
                  </a:lnTo>
                  <a:lnTo>
                    <a:pt x="18" y="78"/>
                  </a:lnTo>
                  <a:lnTo>
                    <a:pt x="18" y="78"/>
                  </a:lnTo>
                  <a:lnTo>
                    <a:pt x="18" y="78"/>
                  </a:lnTo>
                  <a:lnTo>
                    <a:pt x="18" y="78"/>
                  </a:lnTo>
                  <a:lnTo>
                    <a:pt x="16" y="78"/>
                  </a:lnTo>
                  <a:lnTo>
                    <a:pt x="16" y="78"/>
                  </a:lnTo>
                  <a:lnTo>
                    <a:pt x="16" y="78"/>
                  </a:lnTo>
                  <a:lnTo>
                    <a:pt x="16" y="78"/>
                  </a:lnTo>
                  <a:lnTo>
                    <a:pt x="14" y="78"/>
                  </a:lnTo>
                  <a:lnTo>
                    <a:pt x="14" y="78"/>
                  </a:lnTo>
                  <a:lnTo>
                    <a:pt x="14" y="78"/>
                  </a:lnTo>
                  <a:lnTo>
                    <a:pt x="14" y="76"/>
                  </a:lnTo>
                  <a:lnTo>
                    <a:pt x="13" y="76"/>
                  </a:lnTo>
                  <a:lnTo>
                    <a:pt x="13" y="76"/>
                  </a:lnTo>
                  <a:lnTo>
                    <a:pt x="13" y="76"/>
                  </a:lnTo>
                  <a:lnTo>
                    <a:pt x="13" y="74"/>
                  </a:lnTo>
                  <a:lnTo>
                    <a:pt x="11" y="74"/>
                  </a:lnTo>
                  <a:lnTo>
                    <a:pt x="11" y="74"/>
                  </a:lnTo>
                  <a:lnTo>
                    <a:pt x="10" y="74"/>
                  </a:lnTo>
                  <a:lnTo>
                    <a:pt x="10" y="74"/>
                  </a:lnTo>
                  <a:lnTo>
                    <a:pt x="10" y="74"/>
                  </a:lnTo>
                  <a:lnTo>
                    <a:pt x="10" y="74"/>
                  </a:lnTo>
                  <a:lnTo>
                    <a:pt x="10" y="74"/>
                  </a:lnTo>
                  <a:lnTo>
                    <a:pt x="10" y="72"/>
                  </a:lnTo>
                  <a:lnTo>
                    <a:pt x="8" y="72"/>
                  </a:lnTo>
                  <a:lnTo>
                    <a:pt x="8" y="72"/>
                  </a:lnTo>
                  <a:lnTo>
                    <a:pt x="8" y="72"/>
                  </a:lnTo>
                  <a:lnTo>
                    <a:pt x="8" y="70"/>
                  </a:lnTo>
                  <a:lnTo>
                    <a:pt x="8" y="70"/>
                  </a:lnTo>
                  <a:lnTo>
                    <a:pt x="8" y="70"/>
                  </a:lnTo>
                  <a:lnTo>
                    <a:pt x="8" y="70"/>
                  </a:lnTo>
                  <a:lnTo>
                    <a:pt x="8" y="68"/>
                  </a:lnTo>
                  <a:lnTo>
                    <a:pt x="7" y="68"/>
                  </a:lnTo>
                  <a:lnTo>
                    <a:pt x="7" y="68"/>
                  </a:lnTo>
                  <a:lnTo>
                    <a:pt x="7" y="68"/>
                  </a:lnTo>
                  <a:lnTo>
                    <a:pt x="7" y="68"/>
                  </a:lnTo>
                  <a:lnTo>
                    <a:pt x="6" y="68"/>
                  </a:lnTo>
                  <a:lnTo>
                    <a:pt x="6" y="68"/>
                  </a:lnTo>
                  <a:lnTo>
                    <a:pt x="6" y="68"/>
                  </a:lnTo>
                  <a:lnTo>
                    <a:pt x="6" y="68"/>
                  </a:lnTo>
                  <a:lnTo>
                    <a:pt x="4" y="68"/>
                  </a:lnTo>
                  <a:lnTo>
                    <a:pt x="4" y="68"/>
                  </a:lnTo>
                  <a:lnTo>
                    <a:pt x="4" y="68"/>
                  </a:lnTo>
                  <a:lnTo>
                    <a:pt x="4" y="68"/>
                  </a:lnTo>
                  <a:lnTo>
                    <a:pt x="4" y="68"/>
                  </a:lnTo>
                  <a:lnTo>
                    <a:pt x="4" y="68"/>
                  </a:lnTo>
                  <a:lnTo>
                    <a:pt x="4" y="68"/>
                  </a:lnTo>
                  <a:lnTo>
                    <a:pt x="4" y="66"/>
                  </a:lnTo>
                  <a:lnTo>
                    <a:pt x="3" y="66"/>
                  </a:lnTo>
                  <a:lnTo>
                    <a:pt x="3" y="66"/>
                  </a:lnTo>
                  <a:lnTo>
                    <a:pt x="3" y="66"/>
                  </a:lnTo>
                  <a:lnTo>
                    <a:pt x="3" y="66"/>
                  </a:lnTo>
                  <a:lnTo>
                    <a:pt x="3" y="66"/>
                  </a:lnTo>
                  <a:lnTo>
                    <a:pt x="3" y="66"/>
                  </a:lnTo>
                  <a:lnTo>
                    <a:pt x="3" y="66"/>
                  </a:lnTo>
                  <a:lnTo>
                    <a:pt x="3" y="64"/>
                  </a:lnTo>
                  <a:lnTo>
                    <a:pt x="3" y="64"/>
                  </a:lnTo>
                  <a:lnTo>
                    <a:pt x="3" y="64"/>
                  </a:lnTo>
                  <a:lnTo>
                    <a:pt x="3" y="64"/>
                  </a:lnTo>
                  <a:lnTo>
                    <a:pt x="3" y="62"/>
                  </a:lnTo>
                  <a:lnTo>
                    <a:pt x="3" y="62"/>
                  </a:lnTo>
                  <a:lnTo>
                    <a:pt x="3" y="62"/>
                  </a:lnTo>
                  <a:lnTo>
                    <a:pt x="3" y="62"/>
                  </a:lnTo>
                  <a:lnTo>
                    <a:pt x="3" y="60"/>
                  </a:lnTo>
                  <a:lnTo>
                    <a:pt x="3" y="60"/>
                  </a:lnTo>
                  <a:lnTo>
                    <a:pt x="3" y="60"/>
                  </a:lnTo>
                  <a:lnTo>
                    <a:pt x="3" y="60"/>
                  </a:lnTo>
                  <a:lnTo>
                    <a:pt x="3" y="60"/>
                  </a:lnTo>
                  <a:lnTo>
                    <a:pt x="3" y="60"/>
                  </a:lnTo>
                  <a:lnTo>
                    <a:pt x="3" y="60"/>
                  </a:lnTo>
                  <a:lnTo>
                    <a:pt x="3" y="60"/>
                  </a:lnTo>
                  <a:lnTo>
                    <a:pt x="5" y="60"/>
                  </a:lnTo>
                  <a:lnTo>
                    <a:pt x="5" y="60"/>
                  </a:lnTo>
                  <a:lnTo>
                    <a:pt x="5" y="60"/>
                  </a:lnTo>
                  <a:lnTo>
                    <a:pt x="5" y="60"/>
                  </a:lnTo>
                  <a:lnTo>
                    <a:pt x="6" y="60"/>
                  </a:lnTo>
                  <a:lnTo>
                    <a:pt x="6" y="60"/>
                  </a:lnTo>
                  <a:lnTo>
                    <a:pt x="6" y="60"/>
                  </a:lnTo>
                  <a:lnTo>
                    <a:pt x="6" y="60"/>
                  </a:lnTo>
                  <a:lnTo>
                    <a:pt x="7" y="59"/>
                  </a:lnTo>
                  <a:lnTo>
                    <a:pt x="6" y="59"/>
                  </a:lnTo>
                  <a:lnTo>
                    <a:pt x="6" y="59"/>
                  </a:lnTo>
                  <a:lnTo>
                    <a:pt x="6" y="59"/>
                  </a:lnTo>
                  <a:lnTo>
                    <a:pt x="6" y="59"/>
                  </a:lnTo>
                  <a:lnTo>
                    <a:pt x="5" y="59"/>
                  </a:lnTo>
                  <a:lnTo>
                    <a:pt x="5" y="59"/>
                  </a:lnTo>
                  <a:lnTo>
                    <a:pt x="5" y="59"/>
                  </a:lnTo>
                  <a:lnTo>
                    <a:pt x="5" y="57"/>
                  </a:lnTo>
                  <a:lnTo>
                    <a:pt x="3" y="57"/>
                  </a:lnTo>
                  <a:lnTo>
                    <a:pt x="3" y="57"/>
                  </a:lnTo>
                  <a:lnTo>
                    <a:pt x="3" y="57"/>
                  </a:lnTo>
                  <a:lnTo>
                    <a:pt x="3" y="56"/>
                  </a:lnTo>
                  <a:lnTo>
                    <a:pt x="3" y="56"/>
                  </a:lnTo>
                  <a:lnTo>
                    <a:pt x="3" y="56"/>
                  </a:lnTo>
                  <a:lnTo>
                    <a:pt x="3" y="56"/>
                  </a:lnTo>
                  <a:lnTo>
                    <a:pt x="3" y="54"/>
                  </a:lnTo>
                  <a:lnTo>
                    <a:pt x="1" y="54"/>
                  </a:lnTo>
                  <a:lnTo>
                    <a:pt x="1" y="54"/>
                  </a:lnTo>
                  <a:lnTo>
                    <a:pt x="1" y="54"/>
                  </a:lnTo>
                  <a:lnTo>
                    <a:pt x="1" y="54"/>
                  </a:lnTo>
                  <a:lnTo>
                    <a:pt x="1" y="54"/>
                  </a:lnTo>
                  <a:lnTo>
                    <a:pt x="1" y="54"/>
                  </a:lnTo>
                  <a:lnTo>
                    <a:pt x="1" y="54"/>
                  </a:lnTo>
                  <a:lnTo>
                    <a:pt x="1" y="52"/>
                  </a:lnTo>
                  <a:lnTo>
                    <a:pt x="0" y="52"/>
                  </a:lnTo>
                  <a:lnTo>
                    <a:pt x="0" y="52"/>
                  </a:lnTo>
                  <a:lnTo>
                    <a:pt x="0" y="52"/>
                  </a:lnTo>
                  <a:lnTo>
                    <a:pt x="0" y="50"/>
                  </a:lnTo>
                  <a:lnTo>
                    <a:pt x="0" y="50"/>
                  </a:lnTo>
                  <a:lnTo>
                    <a:pt x="0" y="49"/>
                  </a:lnTo>
                  <a:lnTo>
                    <a:pt x="0" y="49"/>
                  </a:lnTo>
                  <a:lnTo>
                    <a:pt x="0" y="47"/>
                  </a:lnTo>
                  <a:lnTo>
                    <a:pt x="0" y="47"/>
                  </a:lnTo>
                  <a:lnTo>
                    <a:pt x="0" y="47"/>
                  </a:lnTo>
                  <a:lnTo>
                    <a:pt x="0" y="47"/>
                  </a:lnTo>
                  <a:lnTo>
                    <a:pt x="0" y="44"/>
                  </a:lnTo>
                  <a:lnTo>
                    <a:pt x="0" y="44"/>
                  </a:lnTo>
                  <a:lnTo>
                    <a:pt x="0" y="44"/>
                  </a:lnTo>
                  <a:lnTo>
                    <a:pt x="0" y="44"/>
                  </a:lnTo>
                  <a:lnTo>
                    <a:pt x="0" y="42"/>
                  </a:lnTo>
                  <a:lnTo>
                    <a:pt x="0" y="42"/>
                  </a:lnTo>
                  <a:lnTo>
                    <a:pt x="0" y="42"/>
                  </a:lnTo>
                  <a:lnTo>
                    <a:pt x="0" y="42"/>
                  </a:lnTo>
                  <a:lnTo>
                    <a:pt x="0" y="40"/>
                  </a:lnTo>
                  <a:lnTo>
                    <a:pt x="0" y="40"/>
                  </a:lnTo>
                  <a:lnTo>
                    <a:pt x="0" y="39"/>
                  </a:lnTo>
                  <a:lnTo>
                    <a:pt x="0" y="39"/>
                  </a:lnTo>
                  <a:lnTo>
                    <a:pt x="0" y="37"/>
                  </a:lnTo>
                  <a:lnTo>
                    <a:pt x="0" y="37"/>
                  </a:lnTo>
                  <a:lnTo>
                    <a:pt x="0" y="37"/>
                  </a:lnTo>
                  <a:lnTo>
                    <a:pt x="0" y="37"/>
                  </a:lnTo>
                  <a:lnTo>
                    <a:pt x="0" y="37"/>
                  </a:lnTo>
                  <a:lnTo>
                    <a:pt x="0" y="37"/>
                  </a:lnTo>
                  <a:lnTo>
                    <a:pt x="0" y="37"/>
                  </a:lnTo>
                  <a:lnTo>
                    <a:pt x="0" y="37"/>
                  </a:lnTo>
                  <a:lnTo>
                    <a:pt x="1" y="35"/>
                  </a:lnTo>
                  <a:lnTo>
                    <a:pt x="1" y="35"/>
                  </a:lnTo>
                  <a:lnTo>
                    <a:pt x="1" y="35"/>
                  </a:lnTo>
                  <a:lnTo>
                    <a:pt x="1" y="35"/>
                  </a:lnTo>
                  <a:lnTo>
                    <a:pt x="2" y="34"/>
                  </a:lnTo>
                  <a:lnTo>
                    <a:pt x="2" y="34"/>
                  </a:lnTo>
                  <a:lnTo>
                    <a:pt x="2" y="34"/>
                  </a:lnTo>
                  <a:lnTo>
                    <a:pt x="2" y="34"/>
                  </a:lnTo>
                  <a:lnTo>
                    <a:pt x="4" y="32"/>
                  </a:lnTo>
                  <a:lnTo>
                    <a:pt x="4" y="32"/>
                  </a:lnTo>
                  <a:lnTo>
                    <a:pt x="4" y="32"/>
                  </a:lnTo>
                  <a:lnTo>
                    <a:pt x="4" y="32"/>
                  </a:lnTo>
                  <a:lnTo>
                    <a:pt x="4" y="32"/>
                  </a:lnTo>
                  <a:lnTo>
                    <a:pt x="4" y="32"/>
                  </a:lnTo>
                  <a:lnTo>
                    <a:pt x="4" y="32"/>
                  </a:lnTo>
                  <a:lnTo>
                    <a:pt x="4" y="32"/>
                  </a:lnTo>
                  <a:lnTo>
                    <a:pt x="6" y="32"/>
                  </a:lnTo>
                  <a:lnTo>
                    <a:pt x="6" y="32"/>
                  </a:lnTo>
                  <a:lnTo>
                    <a:pt x="6" y="32"/>
                  </a:lnTo>
                  <a:lnTo>
                    <a:pt x="6" y="32"/>
                  </a:lnTo>
                  <a:lnTo>
                    <a:pt x="7" y="32"/>
                  </a:lnTo>
                  <a:lnTo>
                    <a:pt x="7" y="32"/>
                  </a:lnTo>
                  <a:lnTo>
                    <a:pt x="7" y="32"/>
                  </a:lnTo>
                  <a:lnTo>
                    <a:pt x="7" y="32"/>
                  </a:lnTo>
                  <a:lnTo>
                    <a:pt x="8" y="30"/>
                  </a:lnTo>
                  <a:lnTo>
                    <a:pt x="8" y="30"/>
                  </a:lnTo>
                  <a:lnTo>
                    <a:pt x="8" y="30"/>
                  </a:lnTo>
                  <a:lnTo>
                    <a:pt x="8" y="30"/>
                  </a:lnTo>
                  <a:lnTo>
                    <a:pt x="8" y="30"/>
                  </a:lnTo>
                  <a:lnTo>
                    <a:pt x="8" y="30"/>
                  </a:lnTo>
                  <a:lnTo>
                    <a:pt x="8" y="30"/>
                  </a:lnTo>
                  <a:lnTo>
                    <a:pt x="8" y="30"/>
                  </a:lnTo>
                  <a:lnTo>
                    <a:pt x="9" y="28"/>
                  </a:lnTo>
                  <a:lnTo>
                    <a:pt x="9" y="28"/>
                  </a:lnTo>
                  <a:lnTo>
                    <a:pt x="9" y="28"/>
                  </a:lnTo>
                  <a:lnTo>
                    <a:pt x="9" y="28"/>
                  </a:lnTo>
                  <a:lnTo>
                    <a:pt x="9" y="28"/>
                  </a:lnTo>
                  <a:lnTo>
                    <a:pt x="9" y="28"/>
                  </a:lnTo>
                  <a:lnTo>
                    <a:pt x="9" y="28"/>
                  </a:lnTo>
                  <a:lnTo>
                    <a:pt x="9" y="28"/>
                  </a:lnTo>
                  <a:lnTo>
                    <a:pt x="10" y="26"/>
                  </a:lnTo>
                  <a:lnTo>
                    <a:pt x="10" y="26"/>
                  </a:lnTo>
                  <a:lnTo>
                    <a:pt x="10" y="26"/>
                  </a:lnTo>
                  <a:lnTo>
                    <a:pt x="10" y="26"/>
                  </a:lnTo>
                  <a:lnTo>
                    <a:pt x="12" y="26"/>
                  </a:lnTo>
                  <a:lnTo>
                    <a:pt x="12" y="26"/>
                  </a:lnTo>
                  <a:lnTo>
                    <a:pt x="13" y="26"/>
                  </a:lnTo>
                  <a:lnTo>
                    <a:pt x="13" y="26"/>
                  </a:lnTo>
                  <a:lnTo>
                    <a:pt x="15" y="25"/>
                  </a:lnTo>
                  <a:lnTo>
                    <a:pt x="15" y="25"/>
                  </a:lnTo>
                  <a:lnTo>
                    <a:pt x="15" y="25"/>
                  </a:lnTo>
                  <a:lnTo>
                    <a:pt x="15" y="25"/>
                  </a:lnTo>
                  <a:lnTo>
                    <a:pt x="16" y="25"/>
                  </a:lnTo>
                  <a:lnTo>
                    <a:pt x="16" y="25"/>
                  </a:lnTo>
                  <a:lnTo>
                    <a:pt x="18" y="25"/>
                  </a:lnTo>
                  <a:lnTo>
                    <a:pt x="18" y="25"/>
                  </a:lnTo>
                  <a:lnTo>
                    <a:pt x="20" y="24"/>
                  </a:lnTo>
                  <a:lnTo>
                    <a:pt x="20" y="24"/>
                  </a:lnTo>
                  <a:lnTo>
                    <a:pt x="20" y="24"/>
                  </a:lnTo>
                  <a:lnTo>
                    <a:pt x="20" y="24"/>
                  </a:lnTo>
                  <a:lnTo>
                    <a:pt x="21" y="24"/>
                  </a:lnTo>
                  <a:lnTo>
                    <a:pt x="21" y="24"/>
                  </a:lnTo>
                  <a:lnTo>
                    <a:pt x="22" y="24"/>
                  </a:lnTo>
                  <a:lnTo>
                    <a:pt x="22" y="24"/>
                  </a:lnTo>
                  <a:lnTo>
                    <a:pt x="24" y="22"/>
                  </a:lnTo>
                  <a:lnTo>
                    <a:pt x="24" y="22"/>
                  </a:lnTo>
                  <a:lnTo>
                    <a:pt x="25" y="22"/>
                  </a:lnTo>
                  <a:lnTo>
                    <a:pt x="25" y="22"/>
                  </a:lnTo>
                  <a:lnTo>
                    <a:pt x="27" y="22"/>
                  </a:lnTo>
                  <a:lnTo>
                    <a:pt x="27" y="22"/>
                  </a:lnTo>
                  <a:lnTo>
                    <a:pt x="28" y="22"/>
                  </a:lnTo>
                  <a:lnTo>
                    <a:pt x="28" y="22"/>
                  </a:lnTo>
                  <a:lnTo>
                    <a:pt x="30" y="20"/>
                  </a:lnTo>
                  <a:lnTo>
                    <a:pt x="30" y="20"/>
                  </a:lnTo>
                  <a:lnTo>
                    <a:pt x="30" y="20"/>
                  </a:lnTo>
                  <a:lnTo>
                    <a:pt x="30" y="20"/>
                  </a:lnTo>
                  <a:lnTo>
                    <a:pt x="31" y="20"/>
                  </a:lnTo>
                  <a:lnTo>
                    <a:pt x="31" y="20"/>
                  </a:lnTo>
                  <a:lnTo>
                    <a:pt x="31" y="20"/>
                  </a:lnTo>
                  <a:lnTo>
                    <a:pt x="31" y="20"/>
                  </a:lnTo>
                  <a:lnTo>
                    <a:pt x="32" y="19"/>
                  </a:lnTo>
                  <a:lnTo>
                    <a:pt x="32" y="19"/>
                  </a:lnTo>
                  <a:lnTo>
                    <a:pt x="32" y="19"/>
                  </a:lnTo>
                  <a:lnTo>
                    <a:pt x="32" y="19"/>
                  </a:lnTo>
                  <a:lnTo>
                    <a:pt x="33" y="18"/>
                  </a:lnTo>
                  <a:lnTo>
                    <a:pt x="33" y="18"/>
                  </a:lnTo>
                  <a:lnTo>
                    <a:pt x="33" y="18"/>
                  </a:lnTo>
                  <a:lnTo>
                    <a:pt x="33" y="18"/>
                  </a:lnTo>
                  <a:lnTo>
                    <a:pt x="35" y="16"/>
                  </a:lnTo>
                  <a:lnTo>
                    <a:pt x="35" y="16"/>
                  </a:lnTo>
                  <a:lnTo>
                    <a:pt x="35" y="16"/>
                  </a:lnTo>
                  <a:lnTo>
                    <a:pt x="35" y="16"/>
                  </a:lnTo>
                  <a:lnTo>
                    <a:pt x="37" y="14"/>
                  </a:lnTo>
                  <a:lnTo>
                    <a:pt x="37" y="14"/>
                  </a:lnTo>
                  <a:lnTo>
                    <a:pt x="37" y="14"/>
                  </a:lnTo>
                  <a:lnTo>
                    <a:pt x="37" y="14"/>
                  </a:lnTo>
                  <a:lnTo>
                    <a:pt x="38" y="12"/>
                  </a:lnTo>
                  <a:lnTo>
                    <a:pt x="38" y="12"/>
                  </a:lnTo>
                  <a:lnTo>
                    <a:pt x="38" y="12"/>
                  </a:lnTo>
                  <a:lnTo>
                    <a:pt x="38" y="12"/>
                  </a:lnTo>
                  <a:lnTo>
                    <a:pt x="40" y="10"/>
                  </a:lnTo>
                  <a:lnTo>
                    <a:pt x="40" y="10"/>
                  </a:lnTo>
                  <a:lnTo>
                    <a:pt x="41" y="10"/>
                  </a:lnTo>
                  <a:lnTo>
                    <a:pt x="41" y="10"/>
                  </a:lnTo>
                  <a:lnTo>
                    <a:pt x="43" y="8"/>
                  </a:lnTo>
                  <a:lnTo>
                    <a:pt x="43" y="8"/>
                  </a:lnTo>
                  <a:lnTo>
                    <a:pt x="44" y="8"/>
                  </a:lnTo>
                  <a:lnTo>
                    <a:pt x="44" y="8"/>
                  </a:lnTo>
                  <a:lnTo>
                    <a:pt x="46" y="8"/>
                  </a:lnTo>
                  <a:lnTo>
                    <a:pt x="46" y="8"/>
                  </a:lnTo>
                  <a:lnTo>
                    <a:pt x="48" y="8"/>
                  </a:lnTo>
                  <a:lnTo>
                    <a:pt x="48" y="8"/>
                  </a:lnTo>
                  <a:lnTo>
                    <a:pt x="50" y="8"/>
                  </a:lnTo>
                  <a:lnTo>
                    <a:pt x="50" y="8"/>
                  </a:lnTo>
                  <a:lnTo>
                    <a:pt x="52" y="8"/>
                  </a:lnTo>
                  <a:lnTo>
                    <a:pt x="52" y="8"/>
                  </a:lnTo>
                  <a:lnTo>
                    <a:pt x="54" y="8"/>
                  </a:lnTo>
                  <a:lnTo>
                    <a:pt x="54" y="8"/>
                  </a:lnTo>
                  <a:lnTo>
                    <a:pt x="56" y="8"/>
                  </a:lnTo>
                  <a:lnTo>
                    <a:pt x="56" y="8"/>
                  </a:lnTo>
                  <a:lnTo>
                    <a:pt x="58" y="8"/>
                  </a:lnTo>
                  <a:lnTo>
                    <a:pt x="58" y="10"/>
                  </a:lnTo>
                  <a:lnTo>
                    <a:pt x="58" y="10"/>
                  </a:lnTo>
                  <a:lnTo>
                    <a:pt x="58" y="10"/>
                  </a:lnTo>
                  <a:lnTo>
                    <a:pt x="58" y="10"/>
                  </a:lnTo>
                  <a:lnTo>
                    <a:pt x="58" y="10"/>
                  </a:lnTo>
                  <a:lnTo>
                    <a:pt x="58" y="10"/>
                  </a:lnTo>
                  <a:lnTo>
                    <a:pt x="58" y="10"/>
                  </a:lnTo>
                  <a:lnTo>
                    <a:pt x="60" y="10"/>
                  </a:lnTo>
                  <a:lnTo>
                    <a:pt x="60" y="12"/>
                  </a:lnTo>
                  <a:lnTo>
                    <a:pt x="60" y="12"/>
                  </a:lnTo>
                  <a:lnTo>
                    <a:pt x="60" y="12"/>
                  </a:lnTo>
                  <a:lnTo>
                    <a:pt x="61" y="12"/>
                  </a:lnTo>
                  <a:lnTo>
                    <a:pt x="61" y="12"/>
                  </a:lnTo>
                  <a:lnTo>
                    <a:pt x="61" y="12"/>
                  </a:lnTo>
                  <a:lnTo>
                    <a:pt x="61" y="12"/>
                  </a:lnTo>
                  <a:lnTo>
                    <a:pt x="64" y="12"/>
                  </a:lnTo>
                  <a:lnTo>
                    <a:pt x="64" y="12"/>
                  </a:lnTo>
                  <a:lnTo>
                    <a:pt x="64" y="12"/>
                  </a:lnTo>
                  <a:lnTo>
                    <a:pt x="64" y="12"/>
                  </a:lnTo>
                  <a:lnTo>
                    <a:pt x="64" y="12"/>
                  </a:lnTo>
                  <a:lnTo>
                    <a:pt x="64" y="12"/>
                  </a:lnTo>
                  <a:lnTo>
                    <a:pt x="64" y="12"/>
                  </a:lnTo>
                  <a:lnTo>
                    <a:pt x="64" y="12"/>
                  </a:lnTo>
                  <a:lnTo>
                    <a:pt x="65" y="10"/>
                  </a:lnTo>
                  <a:lnTo>
                    <a:pt x="65" y="10"/>
                  </a:lnTo>
                  <a:lnTo>
                    <a:pt x="65" y="10"/>
                  </a:lnTo>
                  <a:lnTo>
                    <a:pt x="65" y="10"/>
                  </a:lnTo>
                  <a:lnTo>
                    <a:pt x="66" y="10"/>
                  </a:lnTo>
                  <a:lnTo>
                    <a:pt x="66" y="10"/>
                  </a:lnTo>
                  <a:lnTo>
                    <a:pt x="66" y="10"/>
                  </a:lnTo>
                  <a:lnTo>
                    <a:pt x="66" y="10"/>
                  </a:lnTo>
                  <a:lnTo>
                    <a:pt x="67" y="8"/>
                  </a:lnTo>
                  <a:lnTo>
                    <a:pt x="67" y="9"/>
                  </a:lnTo>
                  <a:lnTo>
                    <a:pt x="67" y="9"/>
                  </a:lnTo>
                  <a:lnTo>
                    <a:pt x="67" y="9"/>
                  </a:lnTo>
                  <a:lnTo>
                    <a:pt x="69" y="9"/>
                  </a:lnTo>
                  <a:lnTo>
                    <a:pt x="69" y="9"/>
                  </a:lnTo>
                  <a:lnTo>
                    <a:pt x="69" y="9"/>
                  </a:lnTo>
                  <a:lnTo>
                    <a:pt x="69" y="9"/>
                  </a:lnTo>
                  <a:lnTo>
                    <a:pt x="71" y="9"/>
                  </a:lnTo>
                  <a:lnTo>
                    <a:pt x="71" y="11"/>
                  </a:lnTo>
                  <a:lnTo>
                    <a:pt x="71" y="11"/>
                  </a:lnTo>
                  <a:lnTo>
                    <a:pt x="71" y="11"/>
                  </a:lnTo>
                  <a:lnTo>
                    <a:pt x="72" y="11"/>
                  </a:lnTo>
                  <a:lnTo>
                    <a:pt x="72" y="12"/>
                  </a:lnTo>
                  <a:lnTo>
                    <a:pt x="72" y="12"/>
                  </a:lnTo>
                  <a:lnTo>
                    <a:pt x="72" y="12"/>
                  </a:lnTo>
                  <a:lnTo>
                    <a:pt x="73" y="12"/>
                  </a:lnTo>
                  <a:lnTo>
                    <a:pt x="73" y="12"/>
                  </a:lnTo>
                  <a:lnTo>
                    <a:pt x="73" y="12"/>
                  </a:lnTo>
                  <a:lnTo>
                    <a:pt x="73" y="12"/>
                  </a:lnTo>
                  <a:lnTo>
                    <a:pt x="73" y="12"/>
                  </a:lnTo>
                  <a:lnTo>
                    <a:pt x="73" y="12"/>
                  </a:lnTo>
                  <a:lnTo>
                    <a:pt x="73" y="12"/>
                  </a:lnTo>
                  <a:lnTo>
                    <a:pt x="73" y="12"/>
                  </a:lnTo>
                  <a:lnTo>
                    <a:pt x="75" y="12"/>
                  </a:lnTo>
                  <a:lnTo>
                    <a:pt x="75" y="12"/>
                  </a:lnTo>
                  <a:lnTo>
                    <a:pt x="75" y="12"/>
                  </a:lnTo>
                  <a:lnTo>
                    <a:pt x="75" y="12"/>
                  </a:lnTo>
                  <a:lnTo>
                    <a:pt x="76" y="12"/>
                  </a:lnTo>
                  <a:lnTo>
                    <a:pt x="76" y="12"/>
                  </a:lnTo>
                  <a:lnTo>
                    <a:pt x="76" y="12"/>
                  </a:lnTo>
                  <a:lnTo>
                    <a:pt x="76" y="12"/>
                  </a:lnTo>
                  <a:lnTo>
                    <a:pt x="79" y="12"/>
                  </a:lnTo>
                  <a:lnTo>
                    <a:pt x="79" y="12"/>
                  </a:lnTo>
                  <a:lnTo>
                    <a:pt x="79" y="12"/>
                  </a:lnTo>
                  <a:lnTo>
                    <a:pt x="79" y="12"/>
                  </a:lnTo>
                  <a:lnTo>
                    <a:pt x="80" y="12"/>
                  </a:lnTo>
                  <a:lnTo>
                    <a:pt x="80" y="12"/>
                  </a:lnTo>
                  <a:lnTo>
                    <a:pt x="80" y="12"/>
                  </a:lnTo>
                  <a:lnTo>
                    <a:pt x="80" y="12"/>
                  </a:lnTo>
                  <a:lnTo>
                    <a:pt x="82" y="10"/>
                  </a:lnTo>
                  <a:lnTo>
                    <a:pt x="82" y="10"/>
                  </a:lnTo>
                  <a:lnTo>
                    <a:pt x="82" y="10"/>
                  </a:lnTo>
                  <a:lnTo>
                    <a:pt x="82" y="10"/>
                  </a:lnTo>
                  <a:lnTo>
                    <a:pt x="83" y="10"/>
                  </a:lnTo>
                  <a:lnTo>
                    <a:pt x="83" y="10"/>
                  </a:lnTo>
                  <a:lnTo>
                    <a:pt x="83" y="10"/>
                  </a:lnTo>
                  <a:lnTo>
                    <a:pt x="83" y="10"/>
                  </a:lnTo>
                  <a:lnTo>
                    <a:pt x="85" y="8"/>
                  </a:lnTo>
                  <a:lnTo>
                    <a:pt x="85" y="8"/>
                  </a:lnTo>
                  <a:lnTo>
                    <a:pt x="85" y="8"/>
                  </a:lnTo>
                  <a:lnTo>
                    <a:pt x="85" y="8"/>
                  </a:lnTo>
                  <a:lnTo>
                    <a:pt x="87" y="8"/>
                  </a:lnTo>
                  <a:lnTo>
                    <a:pt x="87" y="8"/>
                  </a:lnTo>
                  <a:lnTo>
                    <a:pt x="87" y="8"/>
                  </a:lnTo>
                  <a:lnTo>
                    <a:pt x="87" y="8"/>
                  </a:lnTo>
                  <a:lnTo>
                    <a:pt x="89" y="8"/>
                  </a:lnTo>
                  <a:lnTo>
                    <a:pt x="89" y="8"/>
                  </a:lnTo>
                  <a:lnTo>
                    <a:pt x="89" y="8"/>
                  </a:lnTo>
                  <a:lnTo>
                    <a:pt x="89" y="8"/>
                  </a:lnTo>
                  <a:lnTo>
                    <a:pt x="91" y="8"/>
                  </a:lnTo>
                  <a:lnTo>
                    <a:pt x="91" y="8"/>
                  </a:lnTo>
                  <a:lnTo>
                    <a:pt x="91" y="8"/>
                  </a:lnTo>
                  <a:lnTo>
                    <a:pt x="91" y="8"/>
                  </a:lnTo>
                  <a:lnTo>
                    <a:pt x="93" y="8"/>
                  </a:lnTo>
                  <a:lnTo>
                    <a:pt x="93" y="8"/>
                  </a:lnTo>
                  <a:lnTo>
                    <a:pt x="93" y="8"/>
                  </a:lnTo>
                  <a:lnTo>
                    <a:pt x="93" y="8"/>
                  </a:lnTo>
                  <a:lnTo>
                    <a:pt x="93" y="8"/>
                  </a:lnTo>
                  <a:lnTo>
                    <a:pt x="93" y="8"/>
                  </a:lnTo>
                  <a:lnTo>
                    <a:pt x="93" y="8"/>
                  </a:lnTo>
                  <a:lnTo>
                    <a:pt x="93" y="8"/>
                  </a:lnTo>
                  <a:lnTo>
                    <a:pt x="95" y="8"/>
                  </a:lnTo>
                  <a:lnTo>
                    <a:pt x="95" y="8"/>
                  </a:lnTo>
                  <a:lnTo>
                    <a:pt x="95" y="8"/>
                  </a:lnTo>
                  <a:lnTo>
                    <a:pt x="95" y="8"/>
                  </a:lnTo>
                  <a:lnTo>
                    <a:pt x="96" y="8"/>
                  </a:lnTo>
                  <a:lnTo>
                    <a:pt x="96" y="8"/>
                  </a:lnTo>
                  <a:lnTo>
                    <a:pt x="96" y="8"/>
                  </a:lnTo>
                  <a:lnTo>
                    <a:pt x="96" y="8"/>
                  </a:lnTo>
                  <a:lnTo>
                    <a:pt x="97" y="6"/>
                  </a:lnTo>
                  <a:lnTo>
                    <a:pt x="97" y="6"/>
                  </a:lnTo>
                  <a:lnTo>
                    <a:pt x="97" y="6"/>
                  </a:lnTo>
                  <a:lnTo>
                    <a:pt x="97" y="6"/>
                  </a:lnTo>
                  <a:lnTo>
                    <a:pt x="97" y="6"/>
                  </a:lnTo>
                  <a:lnTo>
                    <a:pt x="97" y="6"/>
                  </a:lnTo>
                  <a:lnTo>
                    <a:pt x="97" y="6"/>
                  </a:lnTo>
                  <a:lnTo>
                    <a:pt x="97" y="6"/>
                  </a:lnTo>
                  <a:lnTo>
                    <a:pt x="97" y="4"/>
                  </a:lnTo>
                  <a:lnTo>
                    <a:pt x="97" y="4"/>
                  </a:lnTo>
                  <a:lnTo>
                    <a:pt x="97" y="4"/>
                  </a:lnTo>
                  <a:lnTo>
                    <a:pt x="97" y="4"/>
                  </a:lnTo>
                  <a:lnTo>
                    <a:pt x="97" y="2"/>
                  </a:lnTo>
                  <a:lnTo>
                    <a:pt x="97" y="2"/>
                  </a:lnTo>
                  <a:lnTo>
                    <a:pt x="97" y="2"/>
                  </a:lnTo>
                  <a:lnTo>
                    <a:pt x="97" y="2"/>
                  </a:lnTo>
                  <a:lnTo>
                    <a:pt x="97" y="0"/>
                  </a:lnTo>
                  <a:lnTo>
                    <a:pt x="97" y="0"/>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20" name=""/>
            <p:cNvSpPr/>
            <p:nvPr/>
          </p:nvSpPr>
          <p:spPr>
            <a:xfrm>
              <a:off x="8299440" y="5943600"/>
              <a:ext cx="285840" cy="168120"/>
            </a:xfrm>
            <a:custGeom>
              <a:avLst/>
              <a:gdLst/>
              <a:ahLst/>
              <a:rect l="l" t="t" r="r" b="b"/>
              <a:pathLst>
                <a:path w="180" h="106">
                  <a:moveTo>
                    <a:pt x="147" y="11"/>
                  </a:moveTo>
                  <a:lnTo>
                    <a:pt x="147" y="12"/>
                  </a:lnTo>
                  <a:lnTo>
                    <a:pt x="147" y="12"/>
                  </a:lnTo>
                  <a:lnTo>
                    <a:pt x="147" y="12"/>
                  </a:lnTo>
                  <a:lnTo>
                    <a:pt x="148" y="12"/>
                  </a:lnTo>
                  <a:lnTo>
                    <a:pt x="148" y="13"/>
                  </a:lnTo>
                  <a:lnTo>
                    <a:pt x="148" y="13"/>
                  </a:lnTo>
                  <a:lnTo>
                    <a:pt x="148" y="13"/>
                  </a:lnTo>
                  <a:lnTo>
                    <a:pt x="150" y="13"/>
                  </a:lnTo>
                  <a:lnTo>
                    <a:pt x="150" y="14"/>
                  </a:lnTo>
                  <a:lnTo>
                    <a:pt x="150" y="14"/>
                  </a:lnTo>
                  <a:lnTo>
                    <a:pt x="150" y="14"/>
                  </a:lnTo>
                  <a:lnTo>
                    <a:pt x="152" y="14"/>
                  </a:lnTo>
                  <a:lnTo>
                    <a:pt x="152" y="14"/>
                  </a:lnTo>
                  <a:lnTo>
                    <a:pt x="153" y="14"/>
                  </a:lnTo>
                  <a:lnTo>
                    <a:pt x="153" y="14"/>
                  </a:lnTo>
                  <a:lnTo>
                    <a:pt x="155" y="14"/>
                  </a:lnTo>
                  <a:lnTo>
                    <a:pt x="155" y="15"/>
                  </a:lnTo>
                  <a:lnTo>
                    <a:pt x="155" y="15"/>
                  </a:lnTo>
                  <a:lnTo>
                    <a:pt x="155" y="15"/>
                  </a:lnTo>
                  <a:lnTo>
                    <a:pt x="155" y="15"/>
                  </a:lnTo>
                  <a:lnTo>
                    <a:pt x="155" y="15"/>
                  </a:lnTo>
                  <a:lnTo>
                    <a:pt x="155" y="15"/>
                  </a:lnTo>
                  <a:lnTo>
                    <a:pt x="155" y="15"/>
                  </a:lnTo>
                  <a:lnTo>
                    <a:pt x="157" y="15"/>
                  </a:lnTo>
                  <a:lnTo>
                    <a:pt x="157" y="17"/>
                  </a:lnTo>
                  <a:lnTo>
                    <a:pt x="157" y="17"/>
                  </a:lnTo>
                  <a:lnTo>
                    <a:pt x="157" y="17"/>
                  </a:lnTo>
                  <a:lnTo>
                    <a:pt x="158" y="17"/>
                  </a:lnTo>
                  <a:lnTo>
                    <a:pt x="158" y="17"/>
                  </a:lnTo>
                  <a:lnTo>
                    <a:pt x="158" y="17"/>
                  </a:lnTo>
                  <a:lnTo>
                    <a:pt x="158" y="17"/>
                  </a:lnTo>
                  <a:lnTo>
                    <a:pt x="159" y="17"/>
                  </a:lnTo>
                  <a:lnTo>
                    <a:pt x="159" y="18"/>
                  </a:lnTo>
                  <a:lnTo>
                    <a:pt x="159" y="18"/>
                  </a:lnTo>
                  <a:lnTo>
                    <a:pt x="159" y="19"/>
                  </a:lnTo>
                  <a:lnTo>
                    <a:pt x="159" y="19"/>
                  </a:lnTo>
                  <a:lnTo>
                    <a:pt x="159" y="20"/>
                  </a:lnTo>
                  <a:lnTo>
                    <a:pt x="159" y="20"/>
                  </a:lnTo>
                  <a:lnTo>
                    <a:pt x="159" y="20"/>
                  </a:lnTo>
                  <a:lnTo>
                    <a:pt x="161" y="20"/>
                  </a:lnTo>
                  <a:lnTo>
                    <a:pt x="161" y="22"/>
                  </a:lnTo>
                  <a:lnTo>
                    <a:pt x="161" y="22"/>
                  </a:lnTo>
                  <a:lnTo>
                    <a:pt x="161" y="22"/>
                  </a:lnTo>
                  <a:lnTo>
                    <a:pt x="161" y="22"/>
                  </a:lnTo>
                  <a:lnTo>
                    <a:pt x="161" y="23"/>
                  </a:lnTo>
                  <a:lnTo>
                    <a:pt x="161" y="23"/>
                  </a:lnTo>
                  <a:lnTo>
                    <a:pt x="161" y="23"/>
                  </a:lnTo>
                  <a:lnTo>
                    <a:pt x="162" y="23"/>
                  </a:lnTo>
                  <a:lnTo>
                    <a:pt x="160" y="25"/>
                  </a:lnTo>
                  <a:lnTo>
                    <a:pt x="160" y="25"/>
                  </a:lnTo>
                  <a:lnTo>
                    <a:pt x="160" y="26"/>
                  </a:lnTo>
                  <a:lnTo>
                    <a:pt x="160" y="26"/>
                  </a:lnTo>
                  <a:lnTo>
                    <a:pt x="159" y="26"/>
                  </a:lnTo>
                  <a:lnTo>
                    <a:pt x="159" y="26"/>
                  </a:lnTo>
                  <a:lnTo>
                    <a:pt x="159" y="26"/>
                  </a:lnTo>
                  <a:lnTo>
                    <a:pt x="159" y="26"/>
                  </a:lnTo>
                  <a:lnTo>
                    <a:pt x="156" y="27"/>
                  </a:lnTo>
                  <a:lnTo>
                    <a:pt x="156" y="27"/>
                  </a:lnTo>
                  <a:lnTo>
                    <a:pt x="156" y="27"/>
                  </a:lnTo>
                  <a:lnTo>
                    <a:pt x="156" y="27"/>
                  </a:lnTo>
                  <a:lnTo>
                    <a:pt x="156" y="27"/>
                  </a:lnTo>
                  <a:lnTo>
                    <a:pt x="156" y="27"/>
                  </a:lnTo>
                  <a:lnTo>
                    <a:pt x="156" y="27"/>
                  </a:lnTo>
                  <a:lnTo>
                    <a:pt x="156" y="27"/>
                  </a:lnTo>
                  <a:lnTo>
                    <a:pt x="156" y="29"/>
                  </a:lnTo>
                  <a:lnTo>
                    <a:pt x="156" y="29"/>
                  </a:lnTo>
                  <a:lnTo>
                    <a:pt x="156" y="29"/>
                  </a:lnTo>
                  <a:lnTo>
                    <a:pt x="156" y="29"/>
                  </a:lnTo>
                  <a:lnTo>
                    <a:pt x="156" y="29"/>
                  </a:lnTo>
                  <a:lnTo>
                    <a:pt x="156" y="29"/>
                  </a:lnTo>
                  <a:lnTo>
                    <a:pt x="156" y="29"/>
                  </a:lnTo>
                  <a:lnTo>
                    <a:pt x="158" y="29"/>
                  </a:lnTo>
                  <a:lnTo>
                    <a:pt x="158" y="29"/>
                  </a:lnTo>
                  <a:lnTo>
                    <a:pt x="158" y="29"/>
                  </a:lnTo>
                  <a:lnTo>
                    <a:pt x="158" y="29"/>
                  </a:lnTo>
                  <a:lnTo>
                    <a:pt x="158" y="29"/>
                  </a:lnTo>
                  <a:lnTo>
                    <a:pt x="158" y="29"/>
                  </a:lnTo>
                  <a:lnTo>
                    <a:pt x="158" y="29"/>
                  </a:lnTo>
                  <a:lnTo>
                    <a:pt x="158" y="29"/>
                  </a:lnTo>
                  <a:lnTo>
                    <a:pt x="159" y="29"/>
                  </a:lnTo>
                  <a:lnTo>
                    <a:pt x="159" y="32"/>
                  </a:lnTo>
                  <a:lnTo>
                    <a:pt x="159" y="32"/>
                  </a:lnTo>
                  <a:lnTo>
                    <a:pt x="159" y="32"/>
                  </a:lnTo>
                  <a:lnTo>
                    <a:pt x="159" y="32"/>
                  </a:lnTo>
                  <a:lnTo>
                    <a:pt x="159" y="34"/>
                  </a:lnTo>
                  <a:lnTo>
                    <a:pt x="159" y="34"/>
                  </a:lnTo>
                  <a:lnTo>
                    <a:pt x="159" y="34"/>
                  </a:lnTo>
                  <a:lnTo>
                    <a:pt x="160" y="34"/>
                  </a:lnTo>
                  <a:lnTo>
                    <a:pt x="160" y="36"/>
                  </a:lnTo>
                  <a:lnTo>
                    <a:pt x="160" y="36"/>
                  </a:lnTo>
                  <a:lnTo>
                    <a:pt x="160" y="36"/>
                  </a:lnTo>
                  <a:lnTo>
                    <a:pt x="160" y="36"/>
                  </a:lnTo>
                  <a:lnTo>
                    <a:pt x="160" y="37"/>
                  </a:lnTo>
                  <a:lnTo>
                    <a:pt x="160" y="37"/>
                  </a:lnTo>
                  <a:lnTo>
                    <a:pt x="160" y="37"/>
                  </a:lnTo>
                  <a:lnTo>
                    <a:pt x="161" y="37"/>
                  </a:lnTo>
                  <a:lnTo>
                    <a:pt x="161" y="37"/>
                  </a:lnTo>
                  <a:lnTo>
                    <a:pt x="161" y="37"/>
                  </a:lnTo>
                  <a:lnTo>
                    <a:pt x="161" y="37"/>
                  </a:lnTo>
                  <a:lnTo>
                    <a:pt x="161" y="37"/>
                  </a:lnTo>
                  <a:lnTo>
                    <a:pt x="161" y="37"/>
                  </a:lnTo>
                  <a:lnTo>
                    <a:pt x="161" y="37"/>
                  </a:lnTo>
                  <a:lnTo>
                    <a:pt x="161" y="37"/>
                  </a:lnTo>
                  <a:lnTo>
                    <a:pt x="162" y="37"/>
                  </a:lnTo>
                  <a:lnTo>
                    <a:pt x="162" y="37"/>
                  </a:lnTo>
                  <a:lnTo>
                    <a:pt x="162" y="37"/>
                  </a:lnTo>
                  <a:lnTo>
                    <a:pt x="162" y="37"/>
                  </a:lnTo>
                  <a:lnTo>
                    <a:pt x="163" y="37"/>
                  </a:lnTo>
                  <a:lnTo>
                    <a:pt x="163" y="37"/>
                  </a:lnTo>
                  <a:lnTo>
                    <a:pt x="163" y="37"/>
                  </a:lnTo>
                  <a:lnTo>
                    <a:pt x="163" y="37"/>
                  </a:lnTo>
                  <a:lnTo>
                    <a:pt x="165" y="37"/>
                  </a:lnTo>
                  <a:lnTo>
                    <a:pt x="165" y="39"/>
                  </a:lnTo>
                  <a:lnTo>
                    <a:pt x="165" y="39"/>
                  </a:lnTo>
                  <a:lnTo>
                    <a:pt x="165" y="39"/>
                  </a:lnTo>
                  <a:lnTo>
                    <a:pt x="166" y="39"/>
                  </a:lnTo>
                  <a:lnTo>
                    <a:pt x="166" y="41"/>
                  </a:lnTo>
                  <a:lnTo>
                    <a:pt x="166" y="41"/>
                  </a:lnTo>
                  <a:lnTo>
                    <a:pt x="166" y="41"/>
                  </a:lnTo>
                  <a:lnTo>
                    <a:pt x="168" y="41"/>
                  </a:lnTo>
                  <a:lnTo>
                    <a:pt x="168" y="43"/>
                  </a:lnTo>
                  <a:lnTo>
                    <a:pt x="168" y="43"/>
                  </a:lnTo>
                  <a:lnTo>
                    <a:pt x="168" y="44"/>
                  </a:lnTo>
                  <a:lnTo>
                    <a:pt x="169" y="44"/>
                  </a:lnTo>
                  <a:lnTo>
                    <a:pt x="169" y="46"/>
                  </a:lnTo>
                  <a:lnTo>
                    <a:pt x="169" y="46"/>
                  </a:lnTo>
                  <a:lnTo>
                    <a:pt x="169" y="46"/>
                  </a:lnTo>
                  <a:lnTo>
                    <a:pt x="171" y="46"/>
                  </a:lnTo>
                  <a:lnTo>
                    <a:pt x="171" y="48"/>
                  </a:lnTo>
                  <a:lnTo>
                    <a:pt x="171" y="48"/>
                  </a:lnTo>
                  <a:lnTo>
                    <a:pt x="171" y="49"/>
                  </a:lnTo>
                  <a:lnTo>
                    <a:pt x="172" y="49"/>
                  </a:lnTo>
                  <a:lnTo>
                    <a:pt x="172" y="51"/>
                  </a:lnTo>
                  <a:lnTo>
                    <a:pt x="172" y="51"/>
                  </a:lnTo>
                  <a:lnTo>
                    <a:pt x="172" y="51"/>
                  </a:lnTo>
                  <a:lnTo>
                    <a:pt x="174" y="51"/>
                  </a:lnTo>
                  <a:lnTo>
                    <a:pt x="174" y="53"/>
                  </a:lnTo>
                  <a:lnTo>
                    <a:pt x="174" y="53"/>
                  </a:lnTo>
                  <a:lnTo>
                    <a:pt x="174" y="54"/>
                  </a:lnTo>
                  <a:lnTo>
                    <a:pt x="176" y="54"/>
                  </a:lnTo>
                  <a:lnTo>
                    <a:pt x="176" y="56"/>
                  </a:lnTo>
                  <a:lnTo>
                    <a:pt x="176" y="56"/>
                  </a:lnTo>
                  <a:lnTo>
                    <a:pt x="176" y="56"/>
                  </a:lnTo>
                  <a:lnTo>
                    <a:pt x="178" y="56"/>
                  </a:lnTo>
                  <a:lnTo>
                    <a:pt x="178" y="57"/>
                  </a:lnTo>
                  <a:lnTo>
                    <a:pt x="178" y="57"/>
                  </a:lnTo>
                  <a:lnTo>
                    <a:pt x="178" y="58"/>
                  </a:lnTo>
                  <a:lnTo>
                    <a:pt x="178" y="58"/>
                  </a:lnTo>
                  <a:lnTo>
                    <a:pt x="178" y="60"/>
                  </a:lnTo>
                  <a:lnTo>
                    <a:pt x="178" y="60"/>
                  </a:lnTo>
                  <a:lnTo>
                    <a:pt x="178" y="60"/>
                  </a:lnTo>
                  <a:lnTo>
                    <a:pt x="178" y="60"/>
                  </a:lnTo>
                  <a:lnTo>
                    <a:pt x="178" y="62"/>
                  </a:lnTo>
                  <a:lnTo>
                    <a:pt x="178" y="62"/>
                  </a:lnTo>
                  <a:lnTo>
                    <a:pt x="178" y="63"/>
                  </a:lnTo>
                  <a:lnTo>
                    <a:pt x="178" y="63"/>
                  </a:lnTo>
                  <a:lnTo>
                    <a:pt x="178" y="65"/>
                  </a:lnTo>
                  <a:lnTo>
                    <a:pt x="178" y="65"/>
                  </a:lnTo>
                  <a:lnTo>
                    <a:pt x="178" y="65"/>
                  </a:lnTo>
                  <a:lnTo>
                    <a:pt x="179" y="65"/>
                  </a:lnTo>
                  <a:lnTo>
                    <a:pt x="178" y="66"/>
                  </a:lnTo>
                  <a:lnTo>
                    <a:pt x="178" y="66"/>
                  </a:lnTo>
                  <a:lnTo>
                    <a:pt x="178" y="66"/>
                  </a:lnTo>
                  <a:lnTo>
                    <a:pt x="178" y="66"/>
                  </a:lnTo>
                  <a:lnTo>
                    <a:pt x="176" y="67"/>
                  </a:lnTo>
                  <a:lnTo>
                    <a:pt x="176" y="67"/>
                  </a:lnTo>
                  <a:lnTo>
                    <a:pt x="176" y="67"/>
                  </a:lnTo>
                  <a:lnTo>
                    <a:pt x="176" y="67"/>
                  </a:lnTo>
                  <a:lnTo>
                    <a:pt x="174" y="69"/>
                  </a:lnTo>
                  <a:lnTo>
                    <a:pt x="174" y="69"/>
                  </a:lnTo>
                  <a:lnTo>
                    <a:pt x="173" y="69"/>
                  </a:lnTo>
                  <a:lnTo>
                    <a:pt x="173" y="69"/>
                  </a:lnTo>
                  <a:lnTo>
                    <a:pt x="172" y="70"/>
                  </a:lnTo>
                  <a:lnTo>
                    <a:pt x="172" y="70"/>
                  </a:lnTo>
                  <a:lnTo>
                    <a:pt x="172" y="70"/>
                  </a:lnTo>
                  <a:lnTo>
                    <a:pt x="172" y="70"/>
                  </a:lnTo>
                  <a:lnTo>
                    <a:pt x="170" y="72"/>
                  </a:lnTo>
                  <a:lnTo>
                    <a:pt x="170" y="72"/>
                  </a:lnTo>
                  <a:lnTo>
                    <a:pt x="170" y="72"/>
                  </a:lnTo>
                  <a:lnTo>
                    <a:pt x="170" y="72"/>
                  </a:lnTo>
                  <a:lnTo>
                    <a:pt x="170" y="73"/>
                  </a:lnTo>
                  <a:lnTo>
                    <a:pt x="170" y="73"/>
                  </a:lnTo>
                  <a:lnTo>
                    <a:pt x="170" y="73"/>
                  </a:lnTo>
                  <a:lnTo>
                    <a:pt x="170" y="73"/>
                  </a:lnTo>
                  <a:lnTo>
                    <a:pt x="170" y="76"/>
                  </a:lnTo>
                  <a:lnTo>
                    <a:pt x="170" y="76"/>
                  </a:lnTo>
                  <a:lnTo>
                    <a:pt x="170" y="76"/>
                  </a:lnTo>
                  <a:lnTo>
                    <a:pt x="170" y="76"/>
                  </a:lnTo>
                  <a:lnTo>
                    <a:pt x="170" y="76"/>
                  </a:lnTo>
                  <a:lnTo>
                    <a:pt x="170" y="76"/>
                  </a:lnTo>
                  <a:lnTo>
                    <a:pt x="170" y="76"/>
                  </a:lnTo>
                  <a:lnTo>
                    <a:pt x="170" y="76"/>
                  </a:lnTo>
                  <a:lnTo>
                    <a:pt x="170" y="78"/>
                  </a:lnTo>
                  <a:lnTo>
                    <a:pt x="170" y="78"/>
                  </a:lnTo>
                  <a:lnTo>
                    <a:pt x="170" y="79"/>
                  </a:lnTo>
                  <a:lnTo>
                    <a:pt x="170" y="79"/>
                  </a:lnTo>
                  <a:lnTo>
                    <a:pt x="170" y="81"/>
                  </a:lnTo>
                  <a:lnTo>
                    <a:pt x="170" y="81"/>
                  </a:lnTo>
                  <a:lnTo>
                    <a:pt x="170" y="81"/>
                  </a:lnTo>
                  <a:lnTo>
                    <a:pt x="170" y="81"/>
                  </a:lnTo>
                  <a:lnTo>
                    <a:pt x="170" y="83"/>
                  </a:lnTo>
                  <a:lnTo>
                    <a:pt x="170" y="83"/>
                  </a:lnTo>
                  <a:lnTo>
                    <a:pt x="170" y="84"/>
                  </a:lnTo>
                  <a:lnTo>
                    <a:pt x="170" y="84"/>
                  </a:lnTo>
                  <a:lnTo>
                    <a:pt x="170" y="85"/>
                  </a:lnTo>
                  <a:lnTo>
                    <a:pt x="170" y="85"/>
                  </a:lnTo>
                  <a:lnTo>
                    <a:pt x="170" y="85"/>
                  </a:lnTo>
                  <a:lnTo>
                    <a:pt x="171" y="85"/>
                  </a:lnTo>
                  <a:lnTo>
                    <a:pt x="169" y="87"/>
                  </a:lnTo>
                  <a:lnTo>
                    <a:pt x="169" y="87"/>
                  </a:lnTo>
                  <a:lnTo>
                    <a:pt x="168" y="87"/>
                  </a:lnTo>
                  <a:lnTo>
                    <a:pt x="168" y="87"/>
                  </a:lnTo>
                  <a:lnTo>
                    <a:pt x="166" y="87"/>
                  </a:lnTo>
                  <a:lnTo>
                    <a:pt x="166" y="87"/>
                  </a:lnTo>
                  <a:lnTo>
                    <a:pt x="165" y="87"/>
                  </a:lnTo>
                  <a:lnTo>
                    <a:pt x="165" y="87"/>
                  </a:lnTo>
                  <a:lnTo>
                    <a:pt x="163" y="87"/>
                  </a:lnTo>
                  <a:lnTo>
                    <a:pt x="163" y="87"/>
                  </a:lnTo>
                  <a:lnTo>
                    <a:pt x="161" y="87"/>
                  </a:lnTo>
                  <a:lnTo>
                    <a:pt x="161" y="87"/>
                  </a:lnTo>
                  <a:lnTo>
                    <a:pt x="159" y="87"/>
                  </a:lnTo>
                  <a:lnTo>
                    <a:pt x="159" y="87"/>
                  </a:lnTo>
                  <a:lnTo>
                    <a:pt x="159" y="87"/>
                  </a:lnTo>
                  <a:lnTo>
                    <a:pt x="159" y="86"/>
                  </a:lnTo>
                  <a:lnTo>
                    <a:pt x="157" y="86"/>
                  </a:lnTo>
                  <a:lnTo>
                    <a:pt x="157" y="86"/>
                  </a:lnTo>
                  <a:lnTo>
                    <a:pt x="157" y="86"/>
                  </a:lnTo>
                  <a:lnTo>
                    <a:pt x="157" y="86"/>
                  </a:lnTo>
                  <a:lnTo>
                    <a:pt x="157" y="86"/>
                  </a:lnTo>
                  <a:lnTo>
                    <a:pt x="157" y="86"/>
                  </a:lnTo>
                  <a:lnTo>
                    <a:pt x="157" y="86"/>
                  </a:lnTo>
                  <a:lnTo>
                    <a:pt x="157" y="86"/>
                  </a:lnTo>
                  <a:lnTo>
                    <a:pt x="155" y="86"/>
                  </a:lnTo>
                  <a:lnTo>
                    <a:pt x="155" y="86"/>
                  </a:lnTo>
                  <a:lnTo>
                    <a:pt x="155" y="86"/>
                  </a:lnTo>
                  <a:lnTo>
                    <a:pt x="155" y="86"/>
                  </a:lnTo>
                  <a:lnTo>
                    <a:pt x="155" y="86"/>
                  </a:lnTo>
                  <a:lnTo>
                    <a:pt x="155" y="86"/>
                  </a:lnTo>
                  <a:lnTo>
                    <a:pt x="155" y="86"/>
                  </a:lnTo>
                  <a:lnTo>
                    <a:pt x="155" y="86"/>
                  </a:lnTo>
                  <a:lnTo>
                    <a:pt x="153" y="88"/>
                  </a:lnTo>
                  <a:lnTo>
                    <a:pt x="153" y="88"/>
                  </a:lnTo>
                  <a:lnTo>
                    <a:pt x="153" y="88"/>
                  </a:lnTo>
                  <a:lnTo>
                    <a:pt x="153" y="88"/>
                  </a:lnTo>
                  <a:lnTo>
                    <a:pt x="153" y="89"/>
                  </a:lnTo>
                  <a:lnTo>
                    <a:pt x="153" y="89"/>
                  </a:lnTo>
                  <a:lnTo>
                    <a:pt x="153" y="89"/>
                  </a:lnTo>
                  <a:lnTo>
                    <a:pt x="153" y="89"/>
                  </a:lnTo>
                  <a:lnTo>
                    <a:pt x="153" y="91"/>
                  </a:lnTo>
                  <a:lnTo>
                    <a:pt x="153" y="91"/>
                  </a:lnTo>
                  <a:lnTo>
                    <a:pt x="153" y="91"/>
                  </a:lnTo>
                  <a:lnTo>
                    <a:pt x="153" y="91"/>
                  </a:lnTo>
                  <a:lnTo>
                    <a:pt x="153" y="93"/>
                  </a:lnTo>
                  <a:lnTo>
                    <a:pt x="153" y="93"/>
                  </a:lnTo>
                  <a:lnTo>
                    <a:pt x="153" y="93"/>
                  </a:lnTo>
                  <a:lnTo>
                    <a:pt x="153" y="93"/>
                  </a:lnTo>
                  <a:lnTo>
                    <a:pt x="151" y="94"/>
                  </a:lnTo>
                  <a:lnTo>
                    <a:pt x="151" y="94"/>
                  </a:lnTo>
                  <a:lnTo>
                    <a:pt x="151" y="94"/>
                  </a:lnTo>
                  <a:lnTo>
                    <a:pt x="151" y="94"/>
                  </a:lnTo>
                  <a:lnTo>
                    <a:pt x="149" y="94"/>
                  </a:lnTo>
                  <a:lnTo>
                    <a:pt x="149" y="94"/>
                  </a:lnTo>
                  <a:lnTo>
                    <a:pt x="149" y="94"/>
                  </a:lnTo>
                  <a:lnTo>
                    <a:pt x="149" y="94"/>
                  </a:lnTo>
                  <a:lnTo>
                    <a:pt x="146" y="95"/>
                  </a:lnTo>
                  <a:lnTo>
                    <a:pt x="146" y="95"/>
                  </a:lnTo>
                  <a:lnTo>
                    <a:pt x="146" y="95"/>
                  </a:lnTo>
                  <a:lnTo>
                    <a:pt x="146" y="95"/>
                  </a:lnTo>
                  <a:lnTo>
                    <a:pt x="146" y="95"/>
                  </a:lnTo>
                  <a:lnTo>
                    <a:pt x="146" y="95"/>
                  </a:lnTo>
                  <a:lnTo>
                    <a:pt x="146" y="95"/>
                  </a:lnTo>
                  <a:lnTo>
                    <a:pt x="146" y="95"/>
                  </a:lnTo>
                  <a:lnTo>
                    <a:pt x="145" y="95"/>
                  </a:lnTo>
                  <a:lnTo>
                    <a:pt x="145" y="95"/>
                  </a:lnTo>
                  <a:lnTo>
                    <a:pt x="144" y="95"/>
                  </a:lnTo>
                  <a:lnTo>
                    <a:pt x="144" y="95"/>
                  </a:lnTo>
                  <a:lnTo>
                    <a:pt x="141" y="95"/>
                  </a:lnTo>
                  <a:lnTo>
                    <a:pt x="141" y="95"/>
                  </a:lnTo>
                  <a:lnTo>
                    <a:pt x="141" y="95"/>
                  </a:lnTo>
                  <a:lnTo>
                    <a:pt x="141" y="95"/>
                  </a:lnTo>
                  <a:lnTo>
                    <a:pt x="139" y="95"/>
                  </a:lnTo>
                  <a:lnTo>
                    <a:pt x="139" y="95"/>
                  </a:lnTo>
                  <a:lnTo>
                    <a:pt x="139" y="95"/>
                  </a:lnTo>
                  <a:lnTo>
                    <a:pt x="139" y="95"/>
                  </a:lnTo>
                  <a:lnTo>
                    <a:pt x="138" y="95"/>
                  </a:lnTo>
                  <a:lnTo>
                    <a:pt x="138" y="95"/>
                  </a:lnTo>
                  <a:lnTo>
                    <a:pt x="138" y="95"/>
                  </a:lnTo>
                  <a:lnTo>
                    <a:pt x="138" y="93"/>
                  </a:lnTo>
                  <a:lnTo>
                    <a:pt x="137" y="93"/>
                  </a:lnTo>
                  <a:lnTo>
                    <a:pt x="137" y="93"/>
                  </a:lnTo>
                  <a:lnTo>
                    <a:pt x="136" y="93"/>
                  </a:lnTo>
                  <a:lnTo>
                    <a:pt x="136" y="93"/>
                  </a:lnTo>
                  <a:lnTo>
                    <a:pt x="134" y="93"/>
                  </a:lnTo>
                  <a:lnTo>
                    <a:pt x="134" y="93"/>
                  </a:lnTo>
                  <a:lnTo>
                    <a:pt x="134" y="93"/>
                  </a:lnTo>
                  <a:lnTo>
                    <a:pt x="134" y="91"/>
                  </a:lnTo>
                  <a:lnTo>
                    <a:pt x="132" y="91"/>
                  </a:lnTo>
                  <a:lnTo>
                    <a:pt x="132" y="91"/>
                  </a:lnTo>
                  <a:lnTo>
                    <a:pt x="132" y="91"/>
                  </a:lnTo>
                  <a:lnTo>
                    <a:pt x="132" y="90"/>
                  </a:lnTo>
                  <a:lnTo>
                    <a:pt x="132" y="90"/>
                  </a:lnTo>
                  <a:lnTo>
                    <a:pt x="132" y="90"/>
                  </a:lnTo>
                  <a:lnTo>
                    <a:pt x="132" y="90"/>
                  </a:lnTo>
                  <a:lnTo>
                    <a:pt x="132" y="88"/>
                  </a:lnTo>
                  <a:lnTo>
                    <a:pt x="130" y="88"/>
                  </a:lnTo>
                  <a:lnTo>
                    <a:pt x="130" y="88"/>
                  </a:lnTo>
                  <a:lnTo>
                    <a:pt x="130" y="88"/>
                  </a:lnTo>
                  <a:lnTo>
                    <a:pt x="130" y="88"/>
                  </a:lnTo>
                  <a:lnTo>
                    <a:pt x="128" y="88"/>
                  </a:lnTo>
                  <a:lnTo>
                    <a:pt x="128" y="88"/>
                  </a:lnTo>
                  <a:lnTo>
                    <a:pt x="128" y="88"/>
                  </a:lnTo>
                  <a:lnTo>
                    <a:pt x="128" y="88"/>
                  </a:lnTo>
                  <a:lnTo>
                    <a:pt x="126" y="88"/>
                  </a:lnTo>
                  <a:lnTo>
                    <a:pt x="126" y="88"/>
                  </a:lnTo>
                  <a:lnTo>
                    <a:pt x="126" y="88"/>
                  </a:lnTo>
                  <a:lnTo>
                    <a:pt x="126" y="88"/>
                  </a:lnTo>
                  <a:lnTo>
                    <a:pt x="125" y="88"/>
                  </a:lnTo>
                  <a:lnTo>
                    <a:pt x="125" y="88"/>
                  </a:lnTo>
                  <a:lnTo>
                    <a:pt x="125" y="88"/>
                  </a:lnTo>
                  <a:lnTo>
                    <a:pt x="125" y="86"/>
                  </a:lnTo>
                  <a:lnTo>
                    <a:pt x="123" y="86"/>
                  </a:lnTo>
                  <a:lnTo>
                    <a:pt x="123" y="86"/>
                  </a:lnTo>
                  <a:lnTo>
                    <a:pt x="123" y="86"/>
                  </a:lnTo>
                  <a:lnTo>
                    <a:pt x="123" y="86"/>
                  </a:lnTo>
                  <a:lnTo>
                    <a:pt x="123" y="86"/>
                  </a:lnTo>
                  <a:lnTo>
                    <a:pt x="123" y="86"/>
                  </a:lnTo>
                  <a:lnTo>
                    <a:pt x="123" y="86"/>
                  </a:lnTo>
                  <a:lnTo>
                    <a:pt x="123" y="84"/>
                  </a:lnTo>
                  <a:lnTo>
                    <a:pt x="122" y="84"/>
                  </a:lnTo>
                  <a:lnTo>
                    <a:pt x="122" y="84"/>
                  </a:lnTo>
                  <a:lnTo>
                    <a:pt x="122" y="84"/>
                  </a:lnTo>
                  <a:lnTo>
                    <a:pt x="122" y="82"/>
                  </a:lnTo>
                  <a:lnTo>
                    <a:pt x="122" y="82"/>
                  </a:lnTo>
                  <a:lnTo>
                    <a:pt x="122" y="81"/>
                  </a:lnTo>
                  <a:lnTo>
                    <a:pt x="122" y="81"/>
                  </a:lnTo>
                  <a:lnTo>
                    <a:pt x="122" y="79"/>
                  </a:lnTo>
                  <a:lnTo>
                    <a:pt x="120" y="79"/>
                  </a:lnTo>
                  <a:lnTo>
                    <a:pt x="120" y="79"/>
                  </a:lnTo>
                  <a:lnTo>
                    <a:pt x="119" y="79"/>
                  </a:lnTo>
                  <a:lnTo>
                    <a:pt x="119" y="79"/>
                  </a:lnTo>
                  <a:lnTo>
                    <a:pt x="117" y="79"/>
                  </a:lnTo>
                  <a:lnTo>
                    <a:pt x="117" y="79"/>
                  </a:lnTo>
                  <a:lnTo>
                    <a:pt x="117" y="79"/>
                  </a:lnTo>
                  <a:lnTo>
                    <a:pt x="117" y="79"/>
                  </a:lnTo>
                  <a:lnTo>
                    <a:pt x="115" y="79"/>
                  </a:lnTo>
                  <a:lnTo>
                    <a:pt x="115" y="79"/>
                  </a:lnTo>
                  <a:lnTo>
                    <a:pt x="115" y="79"/>
                  </a:lnTo>
                  <a:lnTo>
                    <a:pt x="115" y="79"/>
                  </a:lnTo>
                  <a:lnTo>
                    <a:pt x="114" y="79"/>
                  </a:lnTo>
                  <a:lnTo>
                    <a:pt x="114" y="79"/>
                  </a:lnTo>
                  <a:lnTo>
                    <a:pt x="114" y="79"/>
                  </a:lnTo>
                  <a:lnTo>
                    <a:pt x="114" y="78"/>
                  </a:lnTo>
                  <a:lnTo>
                    <a:pt x="113" y="79"/>
                  </a:lnTo>
                  <a:lnTo>
                    <a:pt x="113" y="79"/>
                  </a:lnTo>
                  <a:lnTo>
                    <a:pt x="113" y="79"/>
                  </a:lnTo>
                  <a:lnTo>
                    <a:pt x="113" y="79"/>
                  </a:lnTo>
                  <a:lnTo>
                    <a:pt x="113" y="79"/>
                  </a:lnTo>
                  <a:lnTo>
                    <a:pt x="113" y="79"/>
                  </a:lnTo>
                  <a:lnTo>
                    <a:pt x="113" y="79"/>
                  </a:lnTo>
                  <a:lnTo>
                    <a:pt x="113" y="79"/>
                  </a:lnTo>
                  <a:lnTo>
                    <a:pt x="112" y="79"/>
                  </a:lnTo>
                  <a:lnTo>
                    <a:pt x="112" y="79"/>
                  </a:lnTo>
                  <a:lnTo>
                    <a:pt x="112" y="79"/>
                  </a:lnTo>
                  <a:lnTo>
                    <a:pt x="112" y="79"/>
                  </a:lnTo>
                  <a:lnTo>
                    <a:pt x="112" y="79"/>
                  </a:lnTo>
                  <a:lnTo>
                    <a:pt x="112" y="79"/>
                  </a:lnTo>
                  <a:lnTo>
                    <a:pt x="112" y="79"/>
                  </a:lnTo>
                  <a:lnTo>
                    <a:pt x="112" y="79"/>
                  </a:lnTo>
                  <a:lnTo>
                    <a:pt x="110" y="79"/>
                  </a:lnTo>
                  <a:lnTo>
                    <a:pt x="110" y="79"/>
                  </a:lnTo>
                  <a:lnTo>
                    <a:pt x="109" y="79"/>
                  </a:lnTo>
                  <a:lnTo>
                    <a:pt x="109" y="79"/>
                  </a:lnTo>
                  <a:lnTo>
                    <a:pt x="107" y="79"/>
                  </a:lnTo>
                  <a:lnTo>
                    <a:pt x="107" y="79"/>
                  </a:lnTo>
                  <a:lnTo>
                    <a:pt x="107" y="79"/>
                  </a:lnTo>
                  <a:lnTo>
                    <a:pt x="107" y="79"/>
                  </a:lnTo>
                  <a:lnTo>
                    <a:pt x="105" y="79"/>
                  </a:lnTo>
                  <a:lnTo>
                    <a:pt x="105" y="79"/>
                  </a:lnTo>
                  <a:lnTo>
                    <a:pt x="105" y="79"/>
                  </a:lnTo>
                  <a:lnTo>
                    <a:pt x="105" y="79"/>
                  </a:lnTo>
                  <a:lnTo>
                    <a:pt x="102" y="79"/>
                  </a:lnTo>
                  <a:lnTo>
                    <a:pt x="102" y="79"/>
                  </a:lnTo>
                  <a:lnTo>
                    <a:pt x="102" y="79"/>
                  </a:lnTo>
                  <a:lnTo>
                    <a:pt x="102" y="79"/>
                  </a:lnTo>
                  <a:lnTo>
                    <a:pt x="101" y="79"/>
                  </a:lnTo>
                  <a:lnTo>
                    <a:pt x="101" y="79"/>
                  </a:lnTo>
                  <a:lnTo>
                    <a:pt x="101" y="79"/>
                  </a:lnTo>
                  <a:lnTo>
                    <a:pt x="101" y="78"/>
                  </a:lnTo>
                  <a:lnTo>
                    <a:pt x="100" y="78"/>
                  </a:lnTo>
                  <a:lnTo>
                    <a:pt x="100" y="77"/>
                  </a:lnTo>
                  <a:lnTo>
                    <a:pt x="100" y="77"/>
                  </a:lnTo>
                  <a:lnTo>
                    <a:pt x="100" y="75"/>
                  </a:lnTo>
                  <a:lnTo>
                    <a:pt x="98" y="75"/>
                  </a:lnTo>
                  <a:lnTo>
                    <a:pt x="98" y="75"/>
                  </a:lnTo>
                  <a:lnTo>
                    <a:pt x="98" y="75"/>
                  </a:lnTo>
                  <a:lnTo>
                    <a:pt x="98" y="73"/>
                  </a:lnTo>
                  <a:lnTo>
                    <a:pt x="97" y="73"/>
                  </a:lnTo>
                  <a:lnTo>
                    <a:pt x="97" y="72"/>
                  </a:lnTo>
                  <a:lnTo>
                    <a:pt x="97" y="72"/>
                  </a:lnTo>
                  <a:lnTo>
                    <a:pt x="97" y="71"/>
                  </a:lnTo>
                  <a:lnTo>
                    <a:pt x="95" y="72"/>
                  </a:lnTo>
                  <a:lnTo>
                    <a:pt x="95" y="72"/>
                  </a:lnTo>
                  <a:lnTo>
                    <a:pt x="95" y="72"/>
                  </a:lnTo>
                  <a:lnTo>
                    <a:pt x="95" y="72"/>
                  </a:lnTo>
                  <a:lnTo>
                    <a:pt x="94" y="73"/>
                  </a:lnTo>
                  <a:lnTo>
                    <a:pt x="94" y="73"/>
                  </a:lnTo>
                  <a:lnTo>
                    <a:pt x="94" y="73"/>
                  </a:lnTo>
                  <a:lnTo>
                    <a:pt x="94" y="73"/>
                  </a:lnTo>
                  <a:lnTo>
                    <a:pt x="92" y="76"/>
                  </a:lnTo>
                  <a:lnTo>
                    <a:pt x="92" y="76"/>
                  </a:lnTo>
                  <a:lnTo>
                    <a:pt x="92" y="76"/>
                  </a:lnTo>
                  <a:lnTo>
                    <a:pt x="92" y="76"/>
                  </a:lnTo>
                  <a:lnTo>
                    <a:pt x="92" y="76"/>
                  </a:lnTo>
                  <a:lnTo>
                    <a:pt x="92" y="76"/>
                  </a:lnTo>
                  <a:lnTo>
                    <a:pt x="92" y="76"/>
                  </a:lnTo>
                  <a:lnTo>
                    <a:pt x="92" y="76"/>
                  </a:lnTo>
                  <a:lnTo>
                    <a:pt x="90" y="78"/>
                  </a:lnTo>
                  <a:lnTo>
                    <a:pt x="90" y="78"/>
                  </a:lnTo>
                  <a:lnTo>
                    <a:pt x="90" y="78"/>
                  </a:lnTo>
                  <a:lnTo>
                    <a:pt x="90" y="78"/>
                  </a:lnTo>
                  <a:lnTo>
                    <a:pt x="90" y="78"/>
                  </a:lnTo>
                  <a:lnTo>
                    <a:pt x="90" y="78"/>
                  </a:lnTo>
                  <a:lnTo>
                    <a:pt x="90" y="78"/>
                  </a:lnTo>
                  <a:lnTo>
                    <a:pt x="90" y="78"/>
                  </a:lnTo>
                  <a:lnTo>
                    <a:pt x="90" y="79"/>
                  </a:lnTo>
                  <a:lnTo>
                    <a:pt x="90" y="79"/>
                  </a:lnTo>
                  <a:lnTo>
                    <a:pt x="90" y="79"/>
                  </a:lnTo>
                  <a:lnTo>
                    <a:pt x="90" y="79"/>
                  </a:lnTo>
                  <a:lnTo>
                    <a:pt x="90" y="79"/>
                  </a:lnTo>
                  <a:lnTo>
                    <a:pt x="90" y="79"/>
                  </a:lnTo>
                  <a:lnTo>
                    <a:pt x="90" y="79"/>
                  </a:lnTo>
                  <a:lnTo>
                    <a:pt x="90" y="79"/>
                  </a:lnTo>
                  <a:lnTo>
                    <a:pt x="88" y="81"/>
                  </a:lnTo>
                  <a:lnTo>
                    <a:pt x="88" y="81"/>
                  </a:lnTo>
                  <a:lnTo>
                    <a:pt x="88" y="81"/>
                  </a:lnTo>
                  <a:lnTo>
                    <a:pt x="88" y="81"/>
                  </a:lnTo>
                  <a:lnTo>
                    <a:pt x="86" y="81"/>
                  </a:lnTo>
                  <a:lnTo>
                    <a:pt x="86" y="81"/>
                  </a:lnTo>
                  <a:lnTo>
                    <a:pt x="86" y="81"/>
                  </a:lnTo>
                  <a:lnTo>
                    <a:pt x="86" y="80"/>
                  </a:lnTo>
                  <a:lnTo>
                    <a:pt x="85" y="80"/>
                  </a:lnTo>
                  <a:lnTo>
                    <a:pt x="85" y="80"/>
                  </a:lnTo>
                  <a:lnTo>
                    <a:pt x="85" y="80"/>
                  </a:lnTo>
                  <a:lnTo>
                    <a:pt x="85" y="80"/>
                  </a:lnTo>
                  <a:lnTo>
                    <a:pt x="84" y="80"/>
                  </a:lnTo>
                  <a:lnTo>
                    <a:pt x="84" y="80"/>
                  </a:lnTo>
                  <a:lnTo>
                    <a:pt x="84" y="80"/>
                  </a:lnTo>
                  <a:lnTo>
                    <a:pt x="84" y="79"/>
                  </a:lnTo>
                  <a:lnTo>
                    <a:pt x="83" y="81"/>
                  </a:lnTo>
                  <a:lnTo>
                    <a:pt x="83" y="81"/>
                  </a:lnTo>
                  <a:lnTo>
                    <a:pt x="83" y="81"/>
                  </a:lnTo>
                  <a:lnTo>
                    <a:pt x="83" y="81"/>
                  </a:lnTo>
                  <a:lnTo>
                    <a:pt x="82" y="82"/>
                  </a:lnTo>
                  <a:lnTo>
                    <a:pt x="82" y="82"/>
                  </a:lnTo>
                  <a:lnTo>
                    <a:pt x="82" y="82"/>
                  </a:lnTo>
                  <a:lnTo>
                    <a:pt x="82" y="82"/>
                  </a:lnTo>
                  <a:lnTo>
                    <a:pt x="80" y="84"/>
                  </a:lnTo>
                  <a:lnTo>
                    <a:pt x="80" y="84"/>
                  </a:lnTo>
                  <a:lnTo>
                    <a:pt x="80" y="84"/>
                  </a:lnTo>
                  <a:lnTo>
                    <a:pt x="80" y="84"/>
                  </a:lnTo>
                  <a:lnTo>
                    <a:pt x="79" y="85"/>
                  </a:lnTo>
                  <a:lnTo>
                    <a:pt x="79" y="85"/>
                  </a:lnTo>
                  <a:lnTo>
                    <a:pt x="79" y="85"/>
                  </a:lnTo>
                  <a:lnTo>
                    <a:pt x="79" y="85"/>
                  </a:lnTo>
                  <a:lnTo>
                    <a:pt x="78" y="85"/>
                  </a:lnTo>
                  <a:lnTo>
                    <a:pt x="78" y="85"/>
                  </a:lnTo>
                  <a:lnTo>
                    <a:pt x="78" y="85"/>
                  </a:lnTo>
                  <a:lnTo>
                    <a:pt x="78" y="85"/>
                  </a:lnTo>
                  <a:lnTo>
                    <a:pt x="78" y="85"/>
                  </a:lnTo>
                  <a:lnTo>
                    <a:pt x="78" y="85"/>
                  </a:lnTo>
                  <a:lnTo>
                    <a:pt x="78" y="85"/>
                  </a:lnTo>
                  <a:lnTo>
                    <a:pt x="78" y="83"/>
                  </a:lnTo>
                  <a:lnTo>
                    <a:pt x="76" y="83"/>
                  </a:lnTo>
                  <a:lnTo>
                    <a:pt x="76" y="83"/>
                  </a:lnTo>
                  <a:lnTo>
                    <a:pt x="76" y="83"/>
                  </a:lnTo>
                  <a:lnTo>
                    <a:pt x="76" y="81"/>
                  </a:lnTo>
                  <a:lnTo>
                    <a:pt x="76" y="81"/>
                  </a:lnTo>
                  <a:lnTo>
                    <a:pt x="76" y="81"/>
                  </a:lnTo>
                  <a:lnTo>
                    <a:pt x="76" y="81"/>
                  </a:lnTo>
                  <a:lnTo>
                    <a:pt x="76" y="79"/>
                  </a:lnTo>
                  <a:lnTo>
                    <a:pt x="74" y="79"/>
                  </a:lnTo>
                  <a:lnTo>
                    <a:pt x="74" y="79"/>
                  </a:lnTo>
                  <a:lnTo>
                    <a:pt x="73" y="79"/>
                  </a:lnTo>
                  <a:lnTo>
                    <a:pt x="73" y="79"/>
                  </a:lnTo>
                  <a:lnTo>
                    <a:pt x="72" y="79"/>
                  </a:lnTo>
                  <a:lnTo>
                    <a:pt x="72" y="79"/>
                  </a:lnTo>
                  <a:lnTo>
                    <a:pt x="71" y="79"/>
                  </a:lnTo>
                  <a:lnTo>
                    <a:pt x="71" y="79"/>
                  </a:lnTo>
                  <a:lnTo>
                    <a:pt x="69" y="79"/>
                  </a:lnTo>
                  <a:lnTo>
                    <a:pt x="69" y="79"/>
                  </a:lnTo>
                  <a:lnTo>
                    <a:pt x="67" y="79"/>
                  </a:lnTo>
                  <a:lnTo>
                    <a:pt x="67" y="79"/>
                  </a:lnTo>
                  <a:lnTo>
                    <a:pt x="65" y="79"/>
                  </a:lnTo>
                  <a:lnTo>
                    <a:pt x="65" y="79"/>
                  </a:lnTo>
                  <a:lnTo>
                    <a:pt x="65" y="79"/>
                  </a:lnTo>
                  <a:lnTo>
                    <a:pt x="65" y="79"/>
                  </a:lnTo>
                  <a:lnTo>
                    <a:pt x="63" y="81"/>
                  </a:lnTo>
                  <a:lnTo>
                    <a:pt x="63" y="81"/>
                  </a:lnTo>
                  <a:lnTo>
                    <a:pt x="63" y="81"/>
                  </a:lnTo>
                  <a:lnTo>
                    <a:pt x="63" y="81"/>
                  </a:lnTo>
                  <a:lnTo>
                    <a:pt x="63" y="83"/>
                  </a:lnTo>
                  <a:lnTo>
                    <a:pt x="63" y="83"/>
                  </a:lnTo>
                  <a:lnTo>
                    <a:pt x="63" y="83"/>
                  </a:lnTo>
                  <a:lnTo>
                    <a:pt x="63" y="83"/>
                  </a:lnTo>
                  <a:lnTo>
                    <a:pt x="62" y="85"/>
                  </a:lnTo>
                  <a:lnTo>
                    <a:pt x="62" y="85"/>
                  </a:lnTo>
                  <a:lnTo>
                    <a:pt x="62" y="85"/>
                  </a:lnTo>
                  <a:lnTo>
                    <a:pt x="62" y="85"/>
                  </a:lnTo>
                  <a:lnTo>
                    <a:pt x="62" y="85"/>
                  </a:lnTo>
                  <a:lnTo>
                    <a:pt x="62" y="85"/>
                  </a:lnTo>
                  <a:lnTo>
                    <a:pt x="62" y="85"/>
                  </a:lnTo>
                  <a:lnTo>
                    <a:pt x="62" y="85"/>
                  </a:lnTo>
                  <a:lnTo>
                    <a:pt x="60" y="85"/>
                  </a:lnTo>
                  <a:lnTo>
                    <a:pt x="60" y="85"/>
                  </a:lnTo>
                  <a:lnTo>
                    <a:pt x="60" y="85"/>
                  </a:lnTo>
                  <a:lnTo>
                    <a:pt x="60" y="84"/>
                  </a:lnTo>
                  <a:lnTo>
                    <a:pt x="59" y="84"/>
                  </a:lnTo>
                  <a:lnTo>
                    <a:pt x="59" y="84"/>
                  </a:lnTo>
                  <a:lnTo>
                    <a:pt x="59" y="84"/>
                  </a:lnTo>
                  <a:lnTo>
                    <a:pt x="59" y="82"/>
                  </a:lnTo>
                  <a:lnTo>
                    <a:pt x="57" y="82"/>
                  </a:lnTo>
                  <a:lnTo>
                    <a:pt x="57" y="82"/>
                  </a:lnTo>
                  <a:lnTo>
                    <a:pt x="57" y="82"/>
                  </a:lnTo>
                  <a:lnTo>
                    <a:pt x="57" y="81"/>
                  </a:lnTo>
                  <a:lnTo>
                    <a:pt x="57" y="81"/>
                  </a:lnTo>
                  <a:lnTo>
                    <a:pt x="57" y="81"/>
                  </a:lnTo>
                  <a:lnTo>
                    <a:pt x="57" y="81"/>
                  </a:lnTo>
                  <a:lnTo>
                    <a:pt x="57" y="79"/>
                  </a:lnTo>
                  <a:lnTo>
                    <a:pt x="56" y="81"/>
                  </a:lnTo>
                  <a:lnTo>
                    <a:pt x="56" y="81"/>
                  </a:lnTo>
                  <a:lnTo>
                    <a:pt x="56" y="81"/>
                  </a:lnTo>
                  <a:lnTo>
                    <a:pt x="56" y="81"/>
                  </a:lnTo>
                  <a:lnTo>
                    <a:pt x="54" y="83"/>
                  </a:lnTo>
                  <a:lnTo>
                    <a:pt x="54" y="83"/>
                  </a:lnTo>
                  <a:lnTo>
                    <a:pt x="54" y="83"/>
                  </a:lnTo>
                  <a:lnTo>
                    <a:pt x="54" y="83"/>
                  </a:lnTo>
                  <a:lnTo>
                    <a:pt x="52" y="85"/>
                  </a:lnTo>
                  <a:lnTo>
                    <a:pt x="52" y="85"/>
                  </a:lnTo>
                  <a:lnTo>
                    <a:pt x="52" y="85"/>
                  </a:lnTo>
                  <a:lnTo>
                    <a:pt x="52" y="85"/>
                  </a:lnTo>
                  <a:lnTo>
                    <a:pt x="51" y="86"/>
                  </a:lnTo>
                  <a:lnTo>
                    <a:pt x="51" y="86"/>
                  </a:lnTo>
                  <a:lnTo>
                    <a:pt x="51" y="86"/>
                  </a:lnTo>
                  <a:lnTo>
                    <a:pt x="51" y="86"/>
                  </a:lnTo>
                  <a:lnTo>
                    <a:pt x="49" y="86"/>
                  </a:lnTo>
                  <a:lnTo>
                    <a:pt x="49" y="86"/>
                  </a:lnTo>
                  <a:lnTo>
                    <a:pt x="49" y="86"/>
                  </a:lnTo>
                  <a:lnTo>
                    <a:pt x="49" y="86"/>
                  </a:lnTo>
                  <a:lnTo>
                    <a:pt x="49" y="86"/>
                  </a:lnTo>
                  <a:lnTo>
                    <a:pt x="49" y="86"/>
                  </a:lnTo>
                  <a:lnTo>
                    <a:pt x="49" y="86"/>
                  </a:lnTo>
                  <a:lnTo>
                    <a:pt x="49" y="85"/>
                  </a:lnTo>
                  <a:lnTo>
                    <a:pt x="49" y="85"/>
                  </a:lnTo>
                  <a:lnTo>
                    <a:pt x="49" y="85"/>
                  </a:lnTo>
                  <a:lnTo>
                    <a:pt x="49" y="85"/>
                  </a:lnTo>
                  <a:lnTo>
                    <a:pt x="49" y="83"/>
                  </a:lnTo>
                  <a:lnTo>
                    <a:pt x="49" y="83"/>
                  </a:lnTo>
                  <a:lnTo>
                    <a:pt x="49" y="83"/>
                  </a:lnTo>
                  <a:lnTo>
                    <a:pt x="49" y="83"/>
                  </a:lnTo>
                  <a:lnTo>
                    <a:pt x="49" y="82"/>
                  </a:lnTo>
                  <a:lnTo>
                    <a:pt x="47" y="83"/>
                  </a:lnTo>
                  <a:lnTo>
                    <a:pt x="47" y="83"/>
                  </a:lnTo>
                  <a:lnTo>
                    <a:pt x="47" y="83"/>
                  </a:lnTo>
                  <a:lnTo>
                    <a:pt x="47" y="83"/>
                  </a:lnTo>
                  <a:lnTo>
                    <a:pt x="47" y="85"/>
                  </a:lnTo>
                  <a:lnTo>
                    <a:pt x="47" y="85"/>
                  </a:lnTo>
                  <a:lnTo>
                    <a:pt x="47" y="85"/>
                  </a:lnTo>
                  <a:lnTo>
                    <a:pt x="47" y="85"/>
                  </a:lnTo>
                  <a:lnTo>
                    <a:pt x="46" y="86"/>
                  </a:lnTo>
                  <a:lnTo>
                    <a:pt x="46" y="86"/>
                  </a:lnTo>
                  <a:lnTo>
                    <a:pt x="46" y="86"/>
                  </a:lnTo>
                  <a:lnTo>
                    <a:pt x="46" y="86"/>
                  </a:lnTo>
                  <a:lnTo>
                    <a:pt x="46" y="86"/>
                  </a:lnTo>
                  <a:lnTo>
                    <a:pt x="46" y="86"/>
                  </a:lnTo>
                  <a:lnTo>
                    <a:pt x="46" y="86"/>
                  </a:lnTo>
                  <a:lnTo>
                    <a:pt x="46" y="86"/>
                  </a:lnTo>
                  <a:lnTo>
                    <a:pt x="44" y="86"/>
                  </a:lnTo>
                  <a:lnTo>
                    <a:pt x="44" y="86"/>
                  </a:lnTo>
                  <a:lnTo>
                    <a:pt x="44" y="86"/>
                  </a:lnTo>
                  <a:lnTo>
                    <a:pt x="44" y="86"/>
                  </a:lnTo>
                  <a:lnTo>
                    <a:pt x="43" y="86"/>
                  </a:lnTo>
                  <a:lnTo>
                    <a:pt x="43" y="86"/>
                  </a:lnTo>
                  <a:lnTo>
                    <a:pt x="43" y="86"/>
                  </a:lnTo>
                  <a:lnTo>
                    <a:pt x="43" y="86"/>
                  </a:lnTo>
                  <a:lnTo>
                    <a:pt x="41" y="86"/>
                  </a:lnTo>
                  <a:lnTo>
                    <a:pt x="41" y="86"/>
                  </a:lnTo>
                  <a:lnTo>
                    <a:pt x="41" y="86"/>
                  </a:lnTo>
                  <a:lnTo>
                    <a:pt x="41" y="86"/>
                  </a:lnTo>
                  <a:lnTo>
                    <a:pt x="41" y="86"/>
                  </a:lnTo>
                  <a:lnTo>
                    <a:pt x="41" y="86"/>
                  </a:lnTo>
                  <a:lnTo>
                    <a:pt x="41" y="86"/>
                  </a:lnTo>
                  <a:lnTo>
                    <a:pt x="41" y="85"/>
                  </a:lnTo>
                  <a:lnTo>
                    <a:pt x="39" y="85"/>
                  </a:lnTo>
                  <a:lnTo>
                    <a:pt x="39" y="85"/>
                  </a:lnTo>
                  <a:lnTo>
                    <a:pt x="39" y="85"/>
                  </a:lnTo>
                  <a:lnTo>
                    <a:pt x="39" y="85"/>
                  </a:lnTo>
                  <a:lnTo>
                    <a:pt x="39" y="85"/>
                  </a:lnTo>
                  <a:lnTo>
                    <a:pt x="39" y="85"/>
                  </a:lnTo>
                  <a:lnTo>
                    <a:pt x="39" y="85"/>
                  </a:lnTo>
                  <a:lnTo>
                    <a:pt x="39" y="85"/>
                  </a:lnTo>
                  <a:lnTo>
                    <a:pt x="37" y="85"/>
                  </a:lnTo>
                  <a:lnTo>
                    <a:pt x="37" y="85"/>
                  </a:lnTo>
                  <a:lnTo>
                    <a:pt x="37" y="85"/>
                  </a:lnTo>
                  <a:lnTo>
                    <a:pt x="37" y="85"/>
                  </a:lnTo>
                  <a:lnTo>
                    <a:pt x="37" y="85"/>
                  </a:lnTo>
                  <a:lnTo>
                    <a:pt x="37" y="85"/>
                  </a:lnTo>
                  <a:lnTo>
                    <a:pt x="37" y="85"/>
                  </a:lnTo>
                  <a:lnTo>
                    <a:pt x="37" y="85"/>
                  </a:lnTo>
                  <a:lnTo>
                    <a:pt x="35" y="87"/>
                  </a:lnTo>
                  <a:lnTo>
                    <a:pt x="35" y="87"/>
                  </a:lnTo>
                  <a:lnTo>
                    <a:pt x="33" y="87"/>
                  </a:lnTo>
                  <a:lnTo>
                    <a:pt x="33" y="87"/>
                  </a:lnTo>
                  <a:lnTo>
                    <a:pt x="32" y="87"/>
                  </a:lnTo>
                  <a:lnTo>
                    <a:pt x="32" y="87"/>
                  </a:lnTo>
                  <a:lnTo>
                    <a:pt x="30" y="87"/>
                  </a:lnTo>
                  <a:lnTo>
                    <a:pt x="30" y="87"/>
                  </a:lnTo>
                  <a:lnTo>
                    <a:pt x="28" y="88"/>
                  </a:lnTo>
                  <a:lnTo>
                    <a:pt x="28" y="88"/>
                  </a:lnTo>
                  <a:lnTo>
                    <a:pt x="27" y="88"/>
                  </a:lnTo>
                  <a:lnTo>
                    <a:pt x="27" y="88"/>
                  </a:lnTo>
                  <a:lnTo>
                    <a:pt x="25" y="88"/>
                  </a:lnTo>
                  <a:lnTo>
                    <a:pt x="25" y="88"/>
                  </a:lnTo>
                  <a:lnTo>
                    <a:pt x="25" y="88"/>
                  </a:lnTo>
                  <a:lnTo>
                    <a:pt x="25" y="88"/>
                  </a:lnTo>
                  <a:lnTo>
                    <a:pt x="23" y="90"/>
                  </a:lnTo>
                  <a:lnTo>
                    <a:pt x="23" y="90"/>
                  </a:lnTo>
                  <a:lnTo>
                    <a:pt x="21" y="92"/>
                  </a:lnTo>
                  <a:lnTo>
                    <a:pt x="21" y="92"/>
                  </a:lnTo>
                  <a:lnTo>
                    <a:pt x="19" y="94"/>
                  </a:lnTo>
                  <a:lnTo>
                    <a:pt x="19" y="94"/>
                  </a:lnTo>
                  <a:lnTo>
                    <a:pt x="17" y="94"/>
                  </a:lnTo>
                  <a:lnTo>
                    <a:pt x="17" y="94"/>
                  </a:lnTo>
                  <a:lnTo>
                    <a:pt x="15" y="95"/>
                  </a:lnTo>
                  <a:lnTo>
                    <a:pt x="15" y="95"/>
                  </a:lnTo>
                  <a:lnTo>
                    <a:pt x="13" y="97"/>
                  </a:lnTo>
                  <a:lnTo>
                    <a:pt x="13" y="97"/>
                  </a:lnTo>
                  <a:lnTo>
                    <a:pt x="11" y="99"/>
                  </a:lnTo>
                  <a:lnTo>
                    <a:pt x="11" y="99"/>
                  </a:lnTo>
                  <a:lnTo>
                    <a:pt x="11" y="99"/>
                  </a:lnTo>
                  <a:lnTo>
                    <a:pt x="11" y="99"/>
                  </a:lnTo>
                  <a:lnTo>
                    <a:pt x="10" y="101"/>
                  </a:lnTo>
                  <a:lnTo>
                    <a:pt x="10" y="101"/>
                  </a:lnTo>
                  <a:lnTo>
                    <a:pt x="9" y="101"/>
                  </a:lnTo>
                  <a:lnTo>
                    <a:pt x="9" y="101"/>
                  </a:lnTo>
                  <a:lnTo>
                    <a:pt x="7" y="103"/>
                  </a:lnTo>
                  <a:lnTo>
                    <a:pt x="7" y="103"/>
                  </a:lnTo>
                  <a:lnTo>
                    <a:pt x="7" y="103"/>
                  </a:lnTo>
                  <a:lnTo>
                    <a:pt x="7" y="103"/>
                  </a:lnTo>
                  <a:lnTo>
                    <a:pt x="5" y="105"/>
                  </a:lnTo>
                  <a:lnTo>
                    <a:pt x="5" y="105"/>
                  </a:lnTo>
                  <a:lnTo>
                    <a:pt x="5" y="105"/>
                  </a:lnTo>
                  <a:lnTo>
                    <a:pt x="5" y="105"/>
                  </a:lnTo>
                  <a:lnTo>
                    <a:pt x="4" y="105"/>
                  </a:lnTo>
                  <a:lnTo>
                    <a:pt x="4" y="105"/>
                  </a:lnTo>
                  <a:lnTo>
                    <a:pt x="4" y="105"/>
                  </a:lnTo>
                  <a:lnTo>
                    <a:pt x="4" y="105"/>
                  </a:lnTo>
                  <a:lnTo>
                    <a:pt x="2" y="105"/>
                  </a:lnTo>
                  <a:lnTo>
                    <a:pt x="2" y="104"/>
                  </a:lnTo>
                  <a:lnTo>
                    <a:pt x="2" y="104"/>
                  </a:lnTo>
                  <a:lnTo>
                    <a:pt x="2" y="102"/>
                  </a:lnTo>
                  <a:lnTo>
                    <a:pt x="0" y="101"/>
                  </a:lnTo>
                  <a:lnTo>
                    <a:pt x="0" y="100"/>
                  </a:lnTo>
                  <a:lnTo>
                    <a:pt x="0" y="98"/>
                  </a:lnTo>
                  <a:lnTo>
                    <a:pt x="0" y="95"/>
                  </a:lnTo>
                  <a:lnTo>
                    <a:pt x="0" y="95"/>
                  </a:lnTo>
                  <a:lnTo>
                    <a:pt x="0" y="94"/>
                  </a:lnTo>
                  <a:lnTo>
                    <a:pt x="0" y="92"/>
                  </a:lnTo>
                  <a:lnTo>
                    <a:pt x="0" y="90"/>
                  </a:lnTo>
                  <a:lnTo>
                    <a:pt x="0" y="89"/>
                  </a:lnTo>
                  <a:lnTo>
                    <a:pt x="0" y="87"/>
                  </a:lnTo>
                  <a:lnTo>
                    <a:pt x="0" y="86"/>
                  </a:lnTo>
                  <a:lnTo>
                    <a:pt x="1" y="84"/>
                  </a:lnTo>
                  <a:lnTo>
                    <a:pt x="0" y="84"/>
                  </a:lnTo>
                  <a:lnTo>
                    <a:pt x="0" y="82"/>
                  </a:lnTo>
                  <a:lnTo>
                    <a:pt x="0" y="82"/>
                  </a:lnTo>
                  <a:lnTo>
                    <a:pt x="0" y="80"/>
                  </a:lnTo>
                  <a:lnTo>
                    <a:pt x="0" y="80"/>
                  </a:lnTo>
                  <a:lnTo>
                    <a:pt x="0" y="78"/>
                  </a:lnTo>
                  <a:lnTo>
                    <a:pt x="0" y="78"/>
                  </a:lnTo>
                  <a:lnTo>
                    <a:pt x="0" y="76"/>
                  </a:lnTo>
                  <a:lnTo>
                    <a:pt x="0" y="76"/>
                  </a:lnTo>
                  <a:lnTo>
                    <a:pt x="0" y="76"/>
                  </a:lnTo>
                  <a:lnTo>
                    <a:pt x="0" y="76"/>
                  </a:lnTo>
                  <a:lnTo>
                    <a:pt x="0" y="73"/>
                  </a:lnTo>
                  <a:lnTo>
                    <a:pt x="0" y="73"/>
                  </a:lnTo>
                  <a:lnTo>
                    <a:pt x="0" y="72"/>
                  </a:lnTo>
                  <a:lnTo>
                    <a:pt x="0" y="72"/>
                  </a:lnTo>
                  <a:lnTo>
                    <a:pt x="1" y="71"/>
                  </a:lnTo>
                  <a:lnTo>
                    <a:pt x="1" y="71"/>
                  </a:lnTo>
                  <a:lnTo>
                    <a:pt x="1" y="71"/>
                  </a:lnTo>
                  <a:lnTo>
                    <a:pt x="1" y="71"/>
                  </a:lnTo>
                  <a:lnTo>
                    <a:pt x="2" y="68"/>
                  </a:lnTo>
                  <a:lnTo>
                    <a:pt x="2" y="68"/>
                  </a:lnTo>
                  <a:lnTo>
                    <a:pt x="2" y="67"/>
                  </a:lnTo>
                  <a:lnTo>
                    <a:pt x="2" y="67"/>
                  </a:lnTo>
                  <a:lnTo>
                    <a:pt x="4" y="65"/>
                  </a:lnTo>
                  <a:lnTo>
                    <a:pt x="4" y="65"/>
                  </a:lnTo>
                  <a:lnTo>
                    <a:pt x="4" y="64"/>
                  </a:lnTo>
                  <a:lnTo>
                    <a:pt x="4" y="64"/>
                  </a:lnTo>
                  <a:lnTo>
                    <a:pt x="5" y="62"/>
                  </a:lnTo>
                  <a:lnTo>
                    <a:pt x="5" y="62"/>
                  </a:lnTo>
                  <a:lnTo>
                    <a:pt x="6" y="60"/>
                  </a:lnTo>
                  <a:lnTo>
                    <a:pt x="6" y="60"/>
                  </a:lnTo>
                  <a:lnTo>
                    <a:pt x="7" y="58"/>
                  </a:lnTo>
                  <a:lnTo>
                    <a:pt x="7" y="58"/>
                  </a:lnTo>
                  <a:lnTo>
                    <a:pt x="7" y="58"/>
                  </a:lnTo>
                  <a:lnTo>
                    <a:pt x="7" y="58"/>
                  </a:lnTo>
                  <a:lnTo>
                    <a:pt x="7" y="56"/>
                  </a:lnTo>
                  <a:lnTo>
                    <a:pt x="7" y="56"/>
                  </a:lnTo>
                  <a:lnTo>
                    <a:pt x="7" y="56"/>
                  </a:lnTo>
                  <a:lnTo>
                    <a:pt x="7" y="56"/>
                  </a:lnTo>
                  <a:lnTo>
                    <a:pt x="7" y="54"/>
                  </a:lnTo>
                  <a:lnTo>
                    <a:pt x="7" y="54"/>
                  </a:lnTo>
                  <a:lnTo>
                    <a:pt x="7" y="54"/>
                  </a:lnTo>
                  <a:lnTo>
                    <a:pt x="7" y="54"/>
                  </a:lnTo>
                  <a:lnTo>
                    <a:pt x="7" y="51"/>
                  </a:lnTo>
                  <a:lnTo>
                    <a:pt x="7" y="51"/>
                  </a:lnTo>
                  <a:lnTo>
                    <a:pt x="7" y="51"/>
                  </a:lnTo>
                  <a:lnTo>
                    <a:pt x="7" y="51"/>
                  </a:lnTo>
                  <a:lnTo>
                    <a:pt x="7" y="49"/>
                  </a:lnTo>
                  <a:lnTo>
                    <a:pt x="7" y="49"/>
                  </a:lnTo>
                  <a:lnTo>
                    <a:pt x="7" y="49"/>
                  </a:lnTo>
                  <a:lnTo>
                    <a:pt x="7" y="49"/>
                  </a:lnTo>
                  <a:lnTo>
                    <a:pt x="7" y="47"/>
                  </a:lnTo>
                  <a:lnTo>
                    <a:pt x="7" y="47"/>
                  </a:lnTo>
                  <a:lnTo>
                    <a:pt x="7" y="46"/>
                  </a:lnTo>
                  <a:lnTo>
                    <a:pt x="7" y="46"/>
                  </a:lnTo>
                  <a:lnTo>
                    <a:pt x="7" y="44"/>
                  </a:lnTo>
                  <a:lnTo>
                    <a:pt x="7" y="44"/>
                  </a:lnTo>
                  <a:lnTo>
                    <a:pt x="7" y="43"/>
                  </a:lnTo>
                  <a:lnTo>
                    <a:pt x="7" y="43"/>
                  </a:lnTo>
                  <a:lnTo>
                    <a:pt x="8" y="41"/>
                  </a:lnTo>
                  <a:lnTo>
                    <a:pt x="8" y="41"/>
                  </a:lnTo>
                  <a:lnTo>
                    <a:pt x="9" y="39"/>
                  </a:lnTo>
                  <a:lnTo>
                    <a:pt x="9" y="39"/>
                  </a:lnTo>
                  <a:lnTo>
                    <a:pt x="11" y="37"/>
                  </a:lnTo>
                  <a:lnTo>
                    <a:pt x="11" y="37"/>
                  </a:lnTo>
                  <a:lnTo>
                    <a:pt x="11" y="37"/>
                  </a:lnTo>
                  <a:lnTo>
                    <a:pt x="11" y="37"/>
                  </a:lnTo>
                  <a:lnTo>
                    <a:pt x="13" y="37"/>
                  </a:lnTo>
                  <a:lnTo>
                    <a:pt x="13" y="37"/>
                  </a:lnTo>
                  <a:lnTo>
                    <a:pt x="13" y="37"/>
                  </a:lnTo>
                  <a:lnTo>
                    <a:pt x="13" y="37"/>
                  </a:lnTo>
                  <a:lnTo>
                    <a:pt x="15" y="35"/>
                  </a:lnTo>
                  <a:lnTo>
                    <a:pt x="15" y="35"/>
                  </a:lnTo>
                  <a:lnTo>
                    <a:pt x="15" y="35"/>
                  </a:lnTo>
                  <a:lnTo>
                    <a:pt x="15" y="35"/>
                  </a:lnTo>
                  <a:lnTo>
                    <a:pt x="17" y="35"/>
                  </a:lnTo>
                  <a:lnTo>
                    <a:pt x="17" y="35"/>
                  </a:lnTo>
                  <a:lnTo>
                    <a:pt x="18" y="35"/>
                  </a:lnTo>
                  <a:lnTo>
                    <a:pt x="18" y="35"/>
                  </a:lnTo>
                  <a:lnTo>
                    <a:pt x="20" y="34"/>
                  </a:lnTo>
                  <a:lnTo>
                    <a:pt x="20" y="34"/>
                  </a:lnTo>
                  <a:lnTo>
                    <a:pt x="20" y="34"/>
                  </a:lnTo>
                  <a:lnTo>
                    <a:pt x="20" y="34"/>
                  </a:lnTo>
                  <a:lnTo>
                    <a:pt x="20" y="34"/>
                  </a:lnTo>
                  <a:lnTo>
                    <a:pt x="20" y="34"/>
                  </a:lnTo>
                  <a:lnTo>
                    <a:pt x="20" y="34"/>
                  </a:lnTo>
                  <a:lnTo>
                    <a:pt x="20" y="34"/>
                  </a:lnTo>
                  <a:lnTo>
                    <a:pt x="20" y="32"/>
                  </a:lnTo>
                  <a:lnTo>
                    <a:pt x="20" y="32"/>
                  </a:lnTo>
                  <a:lnTo>
                    <a:pt x="20" y="32"/>
                  </a:lnTo>
                  <a:lnTo>
                    <a:pt x="20" y="32"/>
                  </a:lnTo>
                  <a:lnTo>
                    <a:pt x="20" y="31"/>
                  </a:lnTo>
                  <a:lnTo>
                    <a:pt x="20" y="31"/>
                  </a:lnTo>
                  <a:lnTo>
                    <a:pt x="20" y="31"/>
                  </a:lnTo>
                  <a:lnTo>
                    <a:pt x="20" y="31"/>
                  </a:lnTo>
                  <a:lnTo>
                    <a:pt x="22" y="29"/>
                  </a:lnTo>
                  <a:lnTo>
                    <a:pt x="22" y="29"/>
                  </a:lnTo>
                  <a:lnTo>
                    <a:pt x="22" y="29"/>
                  </a:lnTo>
                  <a:lnTo>
                    <a:pt x="22" y="29"/>
                  </a:lnTo>
                  <a:lnTo>
                    <a:pt x="24" y="29"/>
                  </a:lnTo>
                  <a:lnTo>
                    <a:pt x="24" y="29"/>
                  </a:lnTo>
                  <a:lnTo>
                    <a:pt x="24" y="29"/>
                  </a:lnTo>
                  <a:lnTo>
                    <a:pt x="24" y="29"/>
                  </a:lnTo>
                  <a:lnTo>
                    <a:pt x="26" y="27"/>
                  </a:lnTo>
                  <a:lnTo>
                    <a:pt x="26" y="27"/>
                  </a:lnTo>
                  <a:lnTo>
                    <a:pt x="26" y="27"/>
                  </a:lnTo>
                  <a:lnTo>
                    <a:pt x="26" y="27"/>
                  </a:lnTo>
                  <a:lnTo>
                    <a:pt x="28" y="26"/>
                  </a:lnTo>
                  <a:lnTo>
                    <a:pt x="28" y="26"/>
                  </a:lnTo>
                  <a:lnTo>
                    <a:pt x="28" y="26"/>
                  </a:lnTo>
                  <a:lnTo>
                    <a:pt x="28" y="26"/>
                  </a:lnTo>
                  <a:lnTo>
                    <a:pt x="30" y="26"/>
                  </a:lnTo>
                  <a:lnTo>
                    <a:pt x="30" y="28"/>
                  </a:lnTo>
                  <a:lnTo>
                    <a:pt x="30" y="28"/>
                  </a:lnTo>
                  <a:lnTo>
                    <a:pt x="30" y="28"/>
                  </a:lnTo>
                  <a:lnTo>
                    <a:pt x="30" y="28"/>
                  </a:lnTo>
                  <a:lnTo>
                    <a:pt x="30" y="29"/>
                  </a:lnTo>
                  <a:lnTo>
                    <a:pt x="30" y="29"/>
                  </a:lnTo>
                  <a:lnTo>
                    <a:pt x="30" y="29"/>
                  </a:lnTo>
                  <a:lnTo>
                    <a:pt x="32" y="29"/>
                  </a:lnTo>
                  <a:lnTo>
                    <a:pt x="32" y="31"/>
                  </a:lnTo>
                  <a:lnTo>
                    <a:pt x="32" y="31"/>
                  </a:lnTo>
                  <a:lnTo>
                    <a:pt x="32" y="31"/>
                  </a:lnTo>
                  <a:lnTo>
                    <a:pt x="32" y="31"/>
                  </a:lnTo>
                  <a:lnTo>
                    <a:pt x="32" y="32"/>
                  </a:lnTo>
                  <a:lnTo>
                    <a:pt x="32" y="32"/>
                  </a:lnTo>
                  <a:lnTo>
                    <a:pt x="32" y="32"/>
                  </a:lnTo>
                  <a:lnTo>
                    <a:pt x="34" y="32"/>
                  </a:lnTo>
                  <a:lnTo>
                    <a:pt x="34" y="34"/>
                  </a:lnTo>
                  <a:lnTo>
                    <a:pt x="34" y="34"/>
                  </a:lnTo>
                  <a:lnTo>
                    <a:pt x="34" y="34"/>
                  </a:lnTo>
                  <a:lnTo>
                    <a:pt x="36" y="34"/>
                  </a:lnTo>
                  <a:lnTo>
                    <a:pt x="36" y="35"/>
                  </a:lnTo>
                  <a:lnTo>
                    <a:pt x="38" y="35"/>
                  </a:lnTo>
                  <a:lnTo>
                    <a:pt x="38" y="35"/>
                  </a:lnTo>
                  <a:lnTo>
                    <a:pt x="40" y="35"/>
                  </a:lnTo>
                  <a:lnTo>
                    <a:pt x="40" y="37"/>
                  </a:lnTo>
                  <a:lnTo>
                    <a:pt x="41" y="37"/>
                  </a:lnTo>
                  <a:lnTo>
                    <a:pt x="41" y="37"/>
                  </a:lnTo>
                  <a:lnTo>
                    <a:pt x="43" y="37"/>
                  </a:lnTo>
                  <a:lnTo>
                    <a:pt x="43" y="37"/>
                  </a:lnTo>
                  <a:lnTo>
                    <a:pt x="44" y="37"/>
                  </a:lnTo>
                  <a:lnTo>
                    <a:pt x="44" y="37"/>
                  </a:lnTo>
                  <a:lnTo>
                    <a:pt x="46" y="37"/>
                  </a:lnTo>
                  <a:lnTo>
                    <a:pt x="46" y="39"/>
                  </a:lnTo>
                  <a:lnTo>
                    <a:pt x="46" y="39"/>
                  </a:lnTo>
                  <a:lnTo>
                    <a:pt x="46" y="41"/>
                  </a:lnTo>
                  <a:lnTo>
                    <a:pt x="48" y="41"/>
                  </a:lnTo>
                  <a:lnTo>
                    <a:pt x="48" y="43"/>
                  </a:lnTo>
                  <a:lnTo>
                    <a:pt x="48" y="43"/>
                  </a:lnTo>
                  <a:lnTo>
                    <a:pt x="48" y="44"/>
                  </a:lnTo>
                  <a:lnTo>
                    <a:pt x="49" y="44"/>
                  </a:lnTo>
                  <a:lnTo>
                    <a:pt x="49" y="46"/>
                  </a:lnTo>
                  <a:lnTo>
                    <a:pt x="49" y="46"/>
                  </a:lnTo>
                  <a:lnTo>
                    <a:pt x="49" y="48"/>
                  </a:lnTo>
                  <a:lnTo>
                    <a:pt x="51" y="48"/>
                  </a:lnTo>
                  <a:lnTo>
                    <a:pt x="51" y="50"/>
                  </a:lnTo>
                  <a:lnTo>
                    <a:pt x="52" y="50"/>
                  </a:lnTo>
                  <a:lnTo>
                    <a:pt x="52" y="50"/>
                  </a:lnTo>
                  <a:lnTo>
                    <a:pt x="54" y="50"/>
                  </a:lnTo>
                  <a:lnTo>
                    <a:pt x="54" y="51"/>
                  </a:lnTo>
                  <a:lnTo>
                    <a:pt x="54" y="51"/>
                  </a:lnTo>
                  <a:lnTo>
                    <a:pt x="54" y="51"/>
                  </a:lnTo>
                  <a:lnTo>
                    <a:pt x="54" y="51"/>
                  </a:lnTo>
                  <a:lnTo>
                    <a:pt x="54" y="53"/>
                  </a:lnTo>
                  <a:lnTo>
                    <a:pt x="54" y="53"/>
                  </a:lnTo>
                  <a:lnTo>
                    <a:pt x="54" y="53"/>
                  </a:lnTo>
                  <a:lnTo>
                    <a:pt x="56" y="53"/>
                  </a:lnTo>
                  <a:lnTo>
                    <a:pt x="56" y="54"/>
                  </a:lnTo>
                  <a:lnTo>
                    <a:pt x="56" y="54"/>
                  </a:lnTo>
                  <a:lnTo>
                    <a:pt x="56" y="54"/>
                  </a:lnTo>
                  <a:lnTo>
                    <a:pt x="56" y="54"/>
                  </a:lnTo>
                  <a:lnTo>
                    <a:pt x="56" y="54"/>
                  </a:lnTo>
                  <a:lnTo>
                    <a:pt x="56" y="54"/>
                  </a:lnTo>
                  <a:lnTo>
                    <a:pt x="56" y="54"/>
                  </a:lnTo>
                  <a:lnTo>
                    <a:pt x="56" y="54"/>
                  </a:lnTo>
                  <a:lnTo>
                    <a:pt x="56" y="54"/>
                  </a:lnTo>
                  <a:lnTo>
                    <a:pt x="56" y="54"/>
                  </a:lnTo>
                  <a:lnTo>
                    <a:pt x="56" y="54"/>
                  </a:lnTo>
                  <a:lnTo>
                    <a:pt x="57" y="54"/>
                  </a:lnTo>
                  <a:lnTo>
                    <a:pt x="57" y="54"/>
                  </a:lnTo>
                  <a:lnTo>
                    <a:pt x="57" y="54"/>
                  </a:lnTo>
                  <a:lnTo>
                    <a:pt x="57" y="54"/>
                  </a:lnTo>
                  <a:lnTo>
                    <a:pt x="59" y="54"/>
                  </a:lnTo>
                  <a:lnTo>
                    <a:pt x="59" y="54"/>
                  </a:lnTo>
                  <a:lnTo>
                    <a:pt x="59" y="54"/>
                  </a:lnTo>
                  <a:lnTo>
                    <a:pt x="59" y="54"/>
                  </a:lnTo>
                  <a:lnTo>
                    <a:pt x="61" y="54"/>
                  </a:lnTo>
                  <a:lnTo>
                    <a:pt x="61" y="54"/>
                  </a:lnTo>
                  <a:lnTo>
                    <a:pt x="61" y="54"/>
                  </a:lnTo>
                  <a:lnTo>
                    <a:pt x="61" y="54"/>
                  </a:lnTo>
                  <a:lnTo>
                    <a:pt x="62" y="54"/>
                  </a:lnTo>
                  <a:lnTo>
                    <a:pt x="62" y="54"/>
                  </a:lnTo>
                  <a:lnTo>
                    <a:pt x="62" y="54"/>
                  </a:lnTo>
                  <a:lnTo>
                    <a:pt x="62" y="54"/>
                  </a:lnTo>
                  <a:lnTo>
                    <a:pt x="63" y="54"/>
                  </a:lnTo>
                  <a:lnTo>
                    <a:pt x="63" y="54"/>
                  </a:lnTo>
                  <a:lnTo>
                    <a:pt x="64" y="54"/>
                  </a:lnTo>
                  <a:lnTo>
                    <a:pt x="64" y="54"/>
                  </a:lnTo>
                  <a:lnTo>
                    <a:pt x="66" y="52"/>
                  </a:lnTo>
                  <a:lnTo>
                    <a:pt x="66" y="52"/>
                  </a:lnTo>
                  <a:lnTo>
                    <a:pt x="66" y="52"/>
                  </a:lnTo>
                  <a:lnTo>
                    <a:pt x="66" y="52"/>
                  </a:lnTo>
                  <a:lnTo>
                    <a:pt x="68" y="51"/>
                  </a:lnTo>
                  <a:lnTo>
                    <a:pt x="68" y="51"/>
                  </a:lnTo>
                  <a:lnTo>
                    <a:pt x="69" y="51"/>
                  </a:lnTo>
                  <a:lnTo>
                    <a:pt x="69" y="51"/>
                  </a:lnTo>
                  <a:lnTo>
                    <a:pt x="71" y="49"/>
                  </a:lnTo>
                  <a:lnTo>
                    <a:pt x="71" y="49"/>
                  </a:lnTo>
                  <a:lnTo>
                    <a:pt x="71" y="49"/>
                  </a:lnTo>
                  <a:lnTo>
                    <a:pt x="71" y="49"/>
                  </a:lnTo>
                  <a:lnTo>
                    <a:pt x="72" y="46"/>
                  </a:lnTo>
                  <a:lnTo>
                    <a:pt x="72" y="46"/>
                  </a:lnTo>
                  <a:lnTo>
                    <a:pt x="72" y="44"/>
                  </a:lnTo>
                  <a:lnTo>
                    <a:pt x="72" y="44"/>
                  </a:lnTo>
                  <a:lnTo>
                    <a:pt x="73" y="42"/>
                  </a:lnTo>
                  <a:lnTo>
                    <a:pt x="73" y="42"/>
                  </a:lnTo>
                  <a:lnTo>
                    <a:pt x="73" y="41"/>
                  </a:lnTo>
                  <a:lnTo>
                    <a:pt x="73" y="41"/>
                  </a:lnTo>
                  <a:lnTo>
                    <a:pt x="74" y="39"/>
                  </a:lnTo>
                  <a:lnTo>
                    <a:pt x="74" y="39"/>
                  </a:lnTo>
                  <a:lnTo>
                    <a:pt x="74" y="37"/>
                  </a:lnTo>
                  <a:lnTo>
                    <a:pt x="74" y="37"/>
                  </a:lnTo>
                  <a:lnTo>
                    <a:pt x="76" y="35"/>
                  </a:lnTo>
                  <a:lnTo>
                    <a:pt x="74" y="35"/>
                  </a:lnTo>
                  <a:lnTo>
                    <a:pt x="74" y="35"/>
                  </a:lnTo>
                  <a:lnTo>
                    <a:pt x="74" y="35"/>
                  </a:lnTo>
                  <a:lnTo>
                    <a:pt x="74" y="34"/>
                  </a:lnTo>
                  <a:lnTo>
                    <a:pt x="74" y="34"/>
                  </a:lnTo>
                  <a:lnTo>
                    <a:pt x="74" y="34"/>
                  </a:lnTo>
                  <a:lnTo>
                    <a:pt x="74" y="34"/>
                  </a:lnTo>
                  <a:lnTo>
                    <a:pt x="74" y="32"/>
                  </a:lnTo>
                  <a:lnTo>
                    <a:pt x="73" y="32"/>
                  </a:lnTo>
                  <a:lnTo>
                    <a:pt x="73" y="32"/>
                  </a:lnTo>
                  <a:lnTo>
                    <a:pt x="73" y="32"/>
                  </a:lnTo>
                  <a:lnTo>
                    <a:pt x="73" y="29"/>
                  </a:lnTo>
                  <a:lnTo>
                    <a:pt x="73" y="29"/>
                  </a:lnTo>
                  <a:lnTo>
                    <a:pt x="73" y="28"/>
                  </a:lnTo>
                  <a:lnTo>
                    <a:pt x="73" y="28"/>
                  </a:lnTo>
                  <a:lnTo>
                    <a:pt x="73" y="26"/>
                  </a:lnTo>
                  <a:lnTo>
                    <a:pt x="71" y="26"/>
                  </a:lnTo>
                  <a:lnTo>
                    <a:pt x="71" y="24"/>
                  </a:lnTo>
                  <a:lnTo>
                    <a:pt x="71" y="24"/>
                  </a:lnTo>
                  <a:lnTo>
                    <a:pt x="71" y="22"/>
                  </a:lnTo>
                  <a:lnTo>
                    <a:pt x="71" y="22"/>
                  </a:lnTo>
                  <a:lnTo>
                    <a:pt x="71" y="20"/>
                  </a:lnTo>
                  <a:lnTo>
                    <a:pt x="71" y="20"/>
                  </a:lnTo>
                  <a:lnTo>
                    <a:pt x="71" y="18"/>
                  </a:lnTo>
                  <a:lnTo>
                    <a:pt x="70" y="18"/>
                  </a:lnTo>
                  <a:lnTo>
                    <a:pt x="70" y="16"/>
                  </a:lnTo>
                  <a:lnTo>
                    <a:pt x="70" y="16"/>
                  </a:lnTo>
                  <a:lnTo>
                    <a:pt x="70" y="14"/>
                  </a:lnTo>
                  <a:lnTo>
                    <a:pt x="70" y="14"/>
                  </a:lnTo>
                  <a:lnTo>
                    <a:pt x="70" y="13"/>
                  </a:lnTo>
                  <a:lnTo>
                    <a:pt x="70" y="13"/>
                  </a:lnTo>
                  <a:lnTo>
                    <a:pt x="70" y="12"/>
                  </a:lnTo>
                  <a:lnTo>
                    <a:pt x="70" y="12"/>
                  </a:lnTo>
                  <a:lnTo>
                    <a:pt x="70" y="12"/>
                  </a:lnTo>
                  <a:lnTo>
                    <a:pt x="70" y="12"/>
                  </a:lnTo>
                  <a:lnTo>
                    <a:pt x="70" y="12"/>
                  </a:lnTo>
                  <a:lnTo>
                    <a:pt x="71" y="12"/>
                  </a:lnTo>
                  <a:lnTo>
                    <a:pt x="71" y="12"/>
                  </a:lnTo>
                  <a:lnTo>
                    <a:pt x="71" y="12"/>
                  </a:lnTo>
                  <a:lnTo>
                    <a:pt x="71" y="12"/>
                  </a:lnTo>
                  <a:lnTo>
                    <a:pt x="73" y="10"/>
                  </a:lnTo>
                  <a:lnTo>
                    <a:pt x="73" y="10"/>
                  </a:lnTo>
                  <a:lnTo>
                    <a:pt x="73" y="10"/>
                  </a:lnTo>
                  <a:lnTo>
                    <a:pt x="73" y="10"/>
                  </a:lnTo>
                  <a:lnTo>
                    <a:pt x="74" y="7"/>
                  </a:lnTo>
                  <a:lnTo>
                    <a:pt x="74" y="7"/>
                  </a:lnTo>
                  <a:lnTo>
                    <a:pt x="74" y="7"/>
                  </a:lnTo>
                  <a:lnTo>
                    <a:pt x="74" y="7"/>
                  </a:lnTo>
                  <a:lnTo>
                    <a:pt x="76" y="6"/>
                  </a:lnTo>
                  <a:lnTo>
                    <a:pt x="76" y="6"/>
                  </a:lnTo>
                  <a:lnTo>
                    <a:pt x="76" y="6"/>
                  </a:lnTo>
                  <a:lnTo>
                    <a:pt x="76" y="6"/>
                  </a:lnTo>
                  <a:lnTo>
                    <a:pt x="78" y="6"/>
                  </a:lnTo>
                  <a:lnTo>
                    <a:pt x="78" y="6"/>
                  </a:lnTo>
                  <a:lnTo>
                    <a:pt x="78" y="6"/>
                  </a:lnTo>
                  <a:lnTo>
                    <a:pt x="78" y="6"/>
                  </a:lnTo>
                  <a:lnTo>
                    <a:pt x="80" y="4"/>
                  </a:lnTo>
                  <a:lnTo>
                    <a:pt x="80" y="4"/>
                  </a:lnTo>
                  <a:lnTo>
                    <a:pt x="80" y="4"/>
                  </a:lnTo>
                  <a:lnTo>
                    <a:pt x="80" y="4"/>
                  </a:lnTo>
                  <a:lnTo>
                    <a:pt x="82" y="3"/>
                  </a:lnTo>
                  <a:lnTo>
                    <a:pt x="82" y="3"/>
                  </a:lnTo>
                  <a:lnTo>
                    <a:pt x="83" y="3"/>
                  </a:lnTo>
                  <a:lnTo>
                    <a:pt x="83" y="3"/>
                  </a:lnTo>
                  <a:lnTo>
                    <a:pt x="85" y="2"/>
                  </a:lnTo>
                  <a:lnTo>
                    <a:pt x="85" y="2"/>
                  </a:lnTo>
                  <a:lnTo>
                    <a:pt x="85" y="2"/>
                  </a:lnTo>
                  <a:lnTo>
                    <a:pt x="85" y="2"/>
                  </a:lnTo>
                  <a:lnTo>
                    <a:pt x="86" y="2"/>
                  </a:lnTo>
                  <a:lnTo>
                    <a:pt x="86" y="2"/>
                  </a:lnTo>
                  <a:lnTo>
                    <a:pt x="86" y="2"/>
                  </a:lnTo>
                  <a:lnTo>
                    <a:pt x="86" y="2"/>
                  </a:lnTo>
                  <a:lnTo>
                    <a:pt x="88" y="1"/>
                  </a:lnTo>
                  <a:lnTo>
                    <a:pt x="88" y="1"/>
                  </a:lnTo>
                  <a:lnTo>
                    <a:pt x="88" y="1"/>
                  </a:lnTo>
                  <a:lnTo>
                    <a:pt x="88" y="1"/>
                  </a:lnTo>
                  <a:lnTo>
                    <a:pt x="90" y="1"/>
                  </a:lnTo>
                  <a:lnTo>
                    <a:pt x="90" y="1"/>
                  </a:lnTo>
                  <a:lnTo>
                    <a:pt x="90" y="1"/>
                  </a:lnTo>
                  <a:lnTo>
                    <a:pt x="90" y="1"/>
                  </a:lnTo>
                  <a:lnTo>
                    <a:pt x="92" y="0"/>
                  </a:lnTo>
                  <a:lnTo>
                    <a:pt x="92" y="1"/>
                  </a:lnTo>
                  <a:lnTo>
                    <a:pt x="92" y="1"/>
                  </a:lnTo>
                  <a:lnTo>
                    <a:pt x="92" y="1"/>
                  </a:lnTo>
                  <a:lnTo>
                    <a:pt x="93" y="1"/>
                  </a:lnTo>
                  <a:lnTo>
                    <a:pt x="93" y="1"/>
                  </a:lnTo>
                  <a:lnTo>
                    <a:pt x="94" y="1"/>
                  </a:lnTo>
                  <a:lnTo>
                    <a:pt x="94" y="1"/>
                  </a:lnTo>
                  <a:lnTo>
                    <a:pt x="95" y="1"/>
                  </a:lnTo>
                  <a:lnTo>
                    <a:pt x="95" y="2"/>
                  </a:lnTo>
                  <a:lnTo>
                    <a:pt x="95" y="2"/>
                  </a:lnTo>
                  <a:lnTo>
                    <a:pt x="95" y="2"/>
                  </a:lnTo>
                  <a:lnTo>
                    <a:pt x="98" y="2"/>
                  </a:lnTo>
                  <a:lnTo>
                    <a:pt x="98" y="2"/>
                  </a:lnTo>
                  <a:lnTo>
                    <a:pt x="98" y="2"/>
                  </a:lnTo>
                  <a:lnTo>
                    <a:pt x="98" y="2"/>
                  </a:lnTo>
                  <a:lnTo>
                    <a:pt x="100" y="2"/>
                  </a:lnTo>
                  <a:lnTo>
                    <a:pt x="100" y="4"/>
                  </a:lnTo>
                  <a:lnTo>
                    <a:pt x="101" y="4"/>
                  </a:lnTo>
                  <a:lnTo>
                    <a:pt x="101" y="4"/>
                  </a:lnTo>
                  <a:lnTo>
                    <a:pt x="102" y="4"/>
                  </a:lnTo>
                  <a:lnTo>
                    <a:pt x="102" y="4"/>
                  </a:lnTo>
                  <a:lnTo>
                    <a:pt x="105" y="4"/>
                  </a:lnTo>
                  <a:lnTo>
                    <a:pt x="105" y="4"/>
                  </a:lnTo>
                  <a:lnTo>
                    <a:pt x="107" y="4"/>
                  </a:lnTo>
                  <a:lnTo>
                    <a:pt x="107" y="4"/>
                  </a:lnTo>
                  <a:lnTo>
                    <a:pt x="108" y="4"/>
                  </a:lnTo>
                  <a:lnTo>
                    <a:pt x="108" y="4"/>
                  </a:lnTo>
                  <a:lnTo>
                    <a:pt x="110" y="4"/>
                  </a:lnTo>
                  <a:lnTo>
                    <a:pt x="110" y="4"/>
                  </a:lnTo>
                  <a:lnTo>
                    <a:pt x="110" y="4"/>
                  </a:lnTo>
                  <a:lnTo>
                    <a:pt x="110" y="4"/>
                  </a:lnTo>
                  <a:lnTo>
                    <a:pt x="112" y="4"/>
                  </a:lnTo>
                  <a:lnTo>
                    <a:pt x="111" y="6"/>
                  </a:lnTo>
                  <a:lnTo>
                    <a:pt x="111" y="6"/>
                  </a:lnTo>
                  <a:lnTo>
                    <a:pt x="111" y="6"/>
                  </a:lnTo>
                  <a:lnTo>
                    <a:pt x="111" y="6"/>
                  </a:lnTo>
                  <a:lnTo>
                    <a:pt x="111" y="6"/>
                  </a:lnTo>
                  <a:lnTo>
                    <a:pt x="111" y="6"/>
                  </a:lnTo>
                  <a:lnTo>
                    <a:pt x="111" y="6"/>
                  </a:lnTo>
                  <a:lnTo>
                    <a:pt x="111" y="6"/>
                  </a:lnTo>
                  <a:lnTo>
                    <a:pt x="111" y="7"/>
                  </a:lnTo>
                  <a:lnTo>
                    <a:pt x="111" y="7"/>
                  </a:lnTo>
                  <a:lnTo>
                    <a:pt x="111" y="7"/>
                  </a:lnTo>
                  <a:lnTo>
                    <a:pt x="111" y="7"/>
                  </a:lnTo>
                  <a:lnTo>
                    <a:pt x="111" y="7"/>
                  </a:lnTo>
                  <a:lnTo>
                    <a:pt x="111" y="7"/>
                  </a:lnTo>
                  <a:lnTo>
                    <a:pt x="111" y="7"/>
                  </a:lnTo>
                  <a:lnTo>
                    <a:pt x="112" y="7"/>
                  </a:lnTo>
                  <a:lnTo>
                    <a:pt x="112" y="9"/>
                  </a:lnTo>
                  <a:lnTo>
                    <a:pt x="112" y="9"/>
                  </a:lnTo>
                  <a:lnTo>
                    <a:pt x="112" y="9"/>
                  </a:lnTo>
                  <a:lnTo>
                    <a:pt x="112" y="9"/>
                  </a:lnTo>
                  <a:lnTo>
                    <a:pt x="112" y="10"/>
                  </a:lnTo>
                  <a:lnTo>
                    <a:pt x="112" y="10"/>
                  </a:lnTo>
                  <a:lnTo>
                    <a:pt x="112" y="10"/>
                  </a:lnTo>
                  <a:lnTo>
                    <a:pt x="113" y="10"/>
                  </a:lnTo>
                  <a:lnTo>
                    <a:pt x="113" y="12"/>
                  </a:lnTo>
                  <a:lnTo>
                    <a:pt x="113" y="12"/>
                  </a:lnTo>
                  <a:lnTo>
                    <a:pt x="113" y="12"/>
                  </a:lnTo>
                  <a:lnTo>
                    <a:pt x="113" y="12"/>
                  </a:lnTo>
                  <a:lnTo>
                    <a:pt x="113" y="12"/>
                  </a:lnTo>
                  <a:lnTo>
                    <a:pt x="113" y="12"/>
                  </a:lnTo>
                  <a:lnTo>
                    <a:pt x="113" y="12"/>
                  </a:lnTo>
                  <a:lnTo>
                    <a:pt x="115" y="12"/>
                  </a:lnTo>
                  <a:lnTo>
                    <a:pt x="115" y="13"/>
                  </a:lnTo>
                  <a:lnTo>
                    <a:pt x="115" y="13"/>
                  </a:lnTo>
                  <a:lnTo>
                    <a:pt x="115" y="13"/>
                  </a:lnTo>
                  <a:lnTo>
                    <a:pt x="116" y="13"/>
                  </a:lnTo>
                  <a:lnTo>
                    <a:pt x="116" y="13"/>
                  </a:lnTo>
                  <a:lnTo>
                    <a:pt x="117" y="13"/>
                  </a:lnTo>
                  <a:lnTo>
                    <a:pt x="117" y="13"/>
                  </a:lnTo>
                  <a:lnTo>
                    <a:pt x="119" y="13"/>
                  </a:lnTo>
                  <a:lnTo>
                    <a:pt x="119" y="14"/>
                  </a:lnTo>
                  <a:lnTo>
                    <a:pt x="119" y="14"/>
                  </a:lnTo>
                  <a:lnTo>
                    <a:pt x="119" y="14"/>
                  </a:lnTo>
                  <a:lnTo>
                    <a:pt x="121" y="14"/>
                  </a:lnTo>
                  <a:lnTo>
                    <a:pt x="121" y="14"/>
                  </a:lnTo>
                  <a:lnTo>
                    <a:pt x="122" y="14"/>
                  </a:lnTo>
                  <a:lnTo>
                    <a:pt x="122" y="14"/>
                  </a:lnTo>
                  <a:lnTo>
                    <a:pt x="124" y="14"/>
                  </a:lnTo>
                  <a:lnTo>
                    <a:pt x="124" y="14"/>
                  </a:lnTo>
                  <a:lnTo>
                    <a:pt x="124" y="14"/>
                  </a:lnTo>
                  <a:lnTo>
                    <a:pt x="124" y="14"/>
                  </a:lnTo>
                  <a:lnTo>
                    <a:pt x="125" y="13"/>
                  </a:lnTo>
                  <a:lnTo>
                    <a:pt x="125" y="13"/>
                  </a:lnTo>
                  <a:lnTo>
                    <a:pt x="127" y="13"/>
                  </a:lnTo>
                  <a:lnTo>
                    <a:pt x="127" y="13"/>
                  </a:lnTo>
                  <a:lnTo>
                    <a:pt x="129" y="12"/>
                  </a:lnTo>
                  <a:lnTo>
                    <a:pt x="129" y="12"/>
                  </a:lnTo>
                  <a:lnTo>
                    <a:pt x="129" y="12"/>
                  </a:lnTo>
                  <a:lnTo>
                    <a:pt x="129" y="12"/>
                  </a:lnTo>
                  <a:lnTo>
                    <a:pt x="131" y="10"/>
                  </a:lnTo>
                  <a:lnTo>
                    <a:pt x="131" y="10"/>
                  </a:lnTo>
                  <a:lnTo>
                    <a:pt x="132" y="10"/>
                  </a:lnTo>
                  <a:lnTo>
                    <a:pt x="132" y="10"/>
                  </a:lnTo>
                  <a:lnTo>
                    <a:pt x="134" y="8"/>
                  </a:lnTo>
                  <a:lnTo>
                    <a:pt x="134" y="10"/>
                  </a:lnTo>
                  <a:lnTo>
                    <a:pt x="134" y="10"/>
                  </a:lnTo>
                  <a:lnTo>
                    <a:pt x="134" y="10"/>
                  </a:lnTo>
                  <a:lnTo>
                    <a:pt x="134" y="10"/>
                  </a:lnTo>
                  <a:lnTo>
                    <a:pt x="134" y="11"/>
                  </a:lnTo>
                  <a:lnTo>
                    <a:pt x="134" y="11"/>
                  </a:lnTo>
                  <a:lnTo>
                    <a:pt x="134" y="11"/>
                  </a:lnTo>
                  <a:lnTo>
                    <a:pt x="137" y="11"/>
                  </a:lnTo>
                  <a:lnTo>
                    <a:pt x="137" y="12"/>
                  </a:lnTo>
                  <a:lnTo>
                    <a:pt x="137" y="12"/>
                  </a:lnTo>
                  <a:lnTo>
                    <a:pt x="137" y="12"/>
                  </a:lnTo>
                  <a:lnTo>
                    <a:pt x="138" y="12"/>
                  </a:lnTo>
                  <a:lnTo>
                    <a:pt x="138" y="12"/>
                  </a:lnTo>
                  <a:lnTo>
                    <a:pt x="138" y="12"/>
                  </a:lnTo>
                  <a:lnTo>
                    <a:pt x="138" y="12"/>
                  </a:lnTo>
                  <a:lnTo>
                    <a:pt x="140" y="12"/>
                  </a:lnTo>
                  <a:lnTo>
                    <a:pt x="140" y="12"/>
                  </a:lnTo>
                  <a:lnTo>
                    <a:pt x="140" y="12"/>
                  </a:lnTo>
                  <a:lnTo>
                    <a:pt x="140" y="12"/>
                  </a:lnTo>
                  <a:lnTo>
                    <a:pt x="141" y="12"/>
                  </a:lnTo>
                  <a:lnTo>
                    <a:pt x="141" y="12"/>
                  </a:lnTo>
                  <a:lnTo>
                    <a:pt x="141" y="12"/>
                  </a:lnTo>
                  <a:lnTo>
                    <a:pt x="141" y="12"/>
                  </a:lnTo>
                  <a:lnTo>
                    <a:pt x="144" y="12"/>
                  </a:lnTo>
                  <a:lnTo>
                    <a:pt x="144" y="12"/>
                  </a:lnTo>
                  <a:lnTo>
                    <a:pt x="144" y="12"/>
                  </a:lnTo>
                  <a:lnTo>
                    <a:pt x="144" y="12"/>
                  </a:lnTo>
                  <a:lnTo>
                    <a:pt x="145" y="12"/>
                  </a:lnTo>
                  <a:lnTo>
                    <a:pt x="145" y="12"/>
                  </a:lnTo>
                  <a:lnTo>
                    <a:pt x="145" y="12"/>
                  </a:lnTo>
                  <a:lnTo>
                    <a:pt x="145" y="12"/>
                  </a:lnTo>
                  <a:lnTo>
                    <a:pt x="146" y="11"/>
                  </a:lnTo>
                  <a:lnTo>
                    <a:pt x="146" y="11"/>
                  </a:lnTo>
                  <a:lnTo>
                    <a:pt x="146" y="11"/>
                  </a:lnTo>
                  <a:lnTo>
                    <a:pt x="146" y="11"/>
                  </a:lnTo>
                  <a:lnTo>
                    <a:pt x="146" y="11"/>
                  </a:lnTo>
                  <a:lnTo>
                    <a:pt x="146" y="11"/>
                  </a:lnTo>
                  <a:lnTo>
                    <a:pt x="146" y="11"/>
                  </a:lnTo>
                  <a:lnTo>
                    <a:pt x="146" y="11"/>
                  </a:lnTo>
                  <a:lnTo>
                    <a:pt x="146" y="11"/>
                  </a:lnTo>
                  <a:lnTo>
                    <a:pt x="146" y="11"/>
                  </a:lnTo>
                  <a:lnTo>
                    <a:pt x="146" y="11"/>
                  </a:lnTo>
                  <a:lnTo>
                    <a:pt x="146" y="11"/>
                  </a:lnTo>
                  <a:lnTo>
                    <a:pt x="146" y="11"/>
                  </a:lnTo>
                  <a:lnTo>
                    <a:pt x="146" y="11"/>
                  </a:lnTo>
                  <a:lnTo>
                    <a:pt x="146" y="11"/>
                  </a:lnTo>
                  <a:lnTo>
                    <a:pt x="146" y="11"/>
                  </a:lnTo>
                  <a:lnTo>
                    <a:pt x="147" y="11"/>
                  </a:lnTo>
                  <a:lnTo>
                    <a:pt x="147" y="11"/>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21" name=""/>
            <p:cNvSpPr/>
            <p:nvPr/>
          </p:nvSpPr>
          <p:spPr>
            <a:xfrm>
              <a:off x="8317080" y="5889600"/>
              <a:ext cx="34920" cy="31680"/>
            </a:xfrm>
            <a:custGeom>
              <a:avLst/>
              <a:gdLst/>
              <a:ahLst/>
              <a:rect l="l" t="t" r="r" b="b"/>
              <a:pathLst>
                <a:path w="22" h="20">
                  <a:moveTo>
                    <a:pt x="14" y="12"/>
                  </a:moveTo>
                  <a:lnTo>
                    <a:pt x="14" y="14"/>
                  </a:lnTo>
                  <a:lnTo>
                    <a:pt x="14" y="14"/>
                  </a:lnTo>
                  <a:lnTo>
                    <a:pt x="14" y="14"/>
                  </a:lnTo>
                  <a:lnTo>
                    <a:pt x="14" y="14"/>
                  </a:lnTo>
                  <a:lnTo>
                    <a:pt x="14" y="14"/>
                  </a:lnTo>
                  <a:lnTo>
                    <a:pt x="14" y="14"/>
                  </a:lnTo>
                  <a:lnTo>
                    <a:pt x="14" y="14"/>
                  </a:lnTo>
                  <a:lnTo>
                    <a:pt x="14" y="14"/>
                  </a:lnTo>
                  <a:lnTo>
                    <a:pt x="14" y="15"/>
                  </a:lnTo>
                  <a:lnTo>
                    <a:pt x="14" y="15"/>
                  </a:lnTo>
                  <a:lnTo>
                    <a:pt x="14" y="15"/>
                  </a:lnTo>
                  <a:lnTo>
                    <a:pt x="14" y="15"/>
                  </a:lnTo>
                  <a:lnTo>
                    <a:pt x="14" y="15"/>
                  </a:lnTo>
                  <a:lnTo>
                    <a:pt x="14" y="15"/>
                  </a:lnTo>
                  <a:lnTo>
                    <a:pt x="14" y="15"/>
                  </a:lnTo>
                  <a:lnTo>
                    <a:pt x="14" y="15"/>
                  </a:lnTo>
                  <a:lnTo>
                    <a:pt x="13" y="17"/>
                  </a:lnTo>
                  <a:lnTo>
                    <a:pt x="13" y="17"/>
                  </a:lnTo>
                  <a:lnTo>
                    <a:pt x="13" y="17"/>
                  </a:lnTo>
                  <a:lnTo>
                    <a:pt x="13" y="17"/>
                  </a:lnTo>
                  <a:lnTo>
                    <a:pt x="11" y="18"/>
                  </a:lnTo>
                  <a:lnTo>
                    <a:pt x="11" y="18"/>
                  </a:lnTo>
                  <a:lnTo>
                    <a:pt x="11" y="18"/>
                  </a:lnTo>
                  <a:lnTo>
                    <a:pt x="11" y="18"/>
                  </a:lnTo>
                  <a:lnTo>
                    <a:pt x="9" y="19"/>
                  </a:lnTo>
                  <a:lnTo>
                    <a:pt x="9" y="19"/>
                  </a:lnTo>
                  <a:lnTo>
                    <a:pt x="9" y="19"/>
                  </a:lnTo>
                  <a:lnTo>
                    <a:pt x="9" y="19"/>
                  </a:lnTo>
                  <a:lnTo>
                    <a:pt x="9" y="19"/>
                  </a:lnTo>
                  <a:lnTo>
                    <a:pt x="9" y="19"/>
                  </a:lnTo>
                  <a:lnTo>
                    <a:pt x="9" y="19"/>
                  </a:lnTo>
                  <a:lnTo>
                    <a:pt x="9" y="19"/>
                  </a:lnTo>
                  <a:lnTo>
                    <a:pt x="8" y="19"/>
                  </a:lnTo>
                  <a:lnTo>
                    <a:pt x="8" y="19"/>
                  </a:lnTo>
                  <a:lnTo>
                    <a:pt x="8" y="19"/>
                  </a:lnTo>
                  <a:lnTo>
                    <a:pt x="8" y="18"/>
                  </a:lnTo>
                  <a:lnTo>
                    <a:pt x="8" y="18"/>
                  </a:lnTo>
                  <a:lnTo>
                    <a:pt x="8" y="18"/>
                  </a:lnTo>
                  <a:lnTo>
                    <a:pt x="8" y="18"/>
                  </a:lnTo>
                  <a:lnTo>
                    <a:pt x="8" y="16"/>
                  </a:lnTo>
                  <a:lnTo>
                    <a:pt x="7" y="16"/>
                  </a:lnTo>
                  <a:lnTo>
                    <a:pt x="7" y="16"/>
                  </a:lnTo>
                  <a:lnTo>
                    <a:pt x="7" y="16"/>
                  </a:lnTo>
                  <a:lnTo>
                    <a:pt x="7" y="14"/>
                  </a:lnTo>
                  <a:lnTo>
                    <a:pt x="7" y="14"/>
                  </a:lnTo>
                  <a:lnTo>
                    <a:pt x="7" y="14"/>
                  </a:lnTo>
                  <a:lnTo>
                    <a:pt x="7" y="14"/>
                  </a:lnTo>
                  <a:lnTo>
                    <a:pt x="7" y="12"/>
                  </a:lnTo>
                  <a:lnTo>
                    <a:pt x="5" y="12"/>
                  </a:lnTo>
                  <a:lnTo>
                    <a:pt x="5" y="12"/>
                  </a:lnTo>
                  <a:lnTo>
                    <a:pt x="4" y="12"/>
                  </a:lnTo>
                  <a:lnTo>
                    <a:pt x="4" y="12"/>
                  </a:lnTo>
                  <a:lnTo>
                    <a:pt x="2" y="12"/>
                  </a:lnTo>
                  <a:lnTo>
                    <a:pt x="2" y="12"/>
                  </a:lnTo>
                  <a:lnTo>
                    <a:pt x="2" y="12"/>
                  </a:lnTo>
                  <a:lnTo>
                    <a:pt x="2" y="12"/>
                  </a:lnTo>
                  <a:lnTo>
                    <a:pt x="0" y="12"/>
                  </a:lnTo>
                  <a:lnTo>
                    <a:pt x="0" y="12"/>
                  </a:lnTo>
                  <a:lnTo>
                    <a:pt x="0" y="12"/>
                  </a:lnTo>
                  <a:lnTo>
                    <a:pt x="0" y="12"/>
                  </a:lnTo>
                  <a:lnTo>
                    <a:pt x="0" y="12"/>
                  </a:lnTo>
                  <a:lnTo>
                    <a:pt x="0" y="12"/>
                  </a:lnTo>
                  <a:lnTo>
                    <a:pt x="0" y="12"/>
                  </a:lnTo>
                  <a:lnTo>
                    <a:pt x="0" y="10"/>
                  </a:lnTo>
                  <a:lnTo>
                    <a:pt x="0" y="10"/>
                  </a:lnTo>
                  <a:lnTo>
                    <a:pt x="0" y="10"/>
                  </a:lnTo>
                  <a:lnTo>
                    <a:pt x="0" y="10"/>
                  </a:lnTo>
                  <a:lnTo>
                    <a:pt x="0" y="10"/>
                  </a:lnTo>
                  <a:lnTo>
                    <a:pt x="0" y="10"/>
                  </a:lnTo>
                  <a:lnTo>
                    <a:pt x="0" y="10"/>
                  </a:lnTo>
                  <a:lnTo>
                    <a:pt x="0" y="10"/>
                  </a:lnTo>
                  <a:lnTo>
                    <a:pt x="0" y="9"/>
                  </a:lnTo>
                  <a:lnTo>
                    <a:pt x="0" y="9"/>
                  </a:lnTo>
                  <a:lnTo>
                    <a:pt x="0" y="9"/>
                  </a:lnTo>
                  <a:lnTo>
                    <a:pt x="0" y="9"/>
                  </a:lnTo>
                  <a:lnTo>
                    <a:pt x="0" y="9"/>
                  </a:lnTo>
                  <a:lnTo>
                    <a:pt x="0" y="9"/>
                  </a:lnTo>
                  <a:lnTo>
                    <a:pt x="0" y="9"/>
                  </a:lnTo>
                  <a:lnTo>
                    <a:pt x="0" y="9"/>
                  </a:lnTo>
                  <a:lnTo>
                    <a:pt x="0" y="7"/>
                  </a:lnTo>
                  <a:lnTo>
                    <a:pt x="0" y="7"/>
                  </a:lnTo>
                  <a:lnTo>
                    <a:pt x="0" y="7"/>
                  </a:lnTo>
                  <a:lnTo>
                    <a:pt x="0" y="7"/>
                  </a:lnTo>
                  <a:lnTo>
                    <a:pt x="0" y="7"/>
                  </a:lnTo>
                  <a:lnTo>
                    <a:pt x="0" y="7"/>
                  </a:lnTo>
                  <a:lnTo>
                    <a:pt x="0" y="7"/>
                  </a:lnTo>
                  <a:lnTo>
                    <a:pt x="0" y="7"/>
                  </a:lnTo>
                  <a:lnTo>
                    <a:pt x="2" y="7"/>
                  </a:lnTo>
                  <a:lnTo>
                    <a:pt x="2" y="7"/>
                  </a:lnTo>
                  <a:lnTo>
                    <a:pt x="2" y="7"/>
                  </a:lnTo>
                  <a:lnTo>
                    <a:pt x="2" y="7"/>
                  </a:lnTo>
                  <a:lnTo>
                    <a:pt x="4" y="7"/>
                  </a:lnTo>
                  <a:lnTo>
                    <a:pt x="4" y="7"/>
                  </a:lnTo>
                  <a:lnTo>
                    <a:pt x="4" y="7"/>
                  </a:lnTo>
                  <a:lnTo>
                    <a:pt x="4" y="7"/>
                  </a:lnTo>
                  <a:lnTo>
                    <a:pt x="5" y="7"/>
                  </a:lnTo>
                  <a:lnTo>
                    <a:pt x="5" y="7"/>
                  </a:lnTo>
                  <a:lnTo>
                    <a:pt x="5" y="7"/>
                  </a:lnTo>
                  <a:lnTo>
                    <a:pt x="5" y="7"/>
                  </a:lnTo>
                  <a:lnTo>
                    <a:pt x="5" y="6"/>
                  </a:lnTo>
                  <a:lnTo>
                    <a:pt x="5" y="6"/>
                  </a:lnTo>
                  <a:lnTo>
                    <a:pt x="5" y="6"/>
                  </a:lnTo>
                  <a:lnTo>
                    <a:pt x="5" y="6"/>
                  </a:lnTo>
                  <a:lnTo>
                    <a:pt x="7" y="4"/>
                  </a:lnTo>
                  <a:lnTo>
                    <a:pt x="7" y="4"/>
                  </a:lnTo>
                  <a:lnTo>
                    <a:pt x="7" y="4"/>
                  </a:lnTo>
                  <a:lnTo>
                    <a:pt x="7" y="4"/>
                  </a:lnTo>
                  <a:lnTo>
                    <a:pt x="8" y="2"/>
                  </a:lnTo>
                  <a:lnTo>
                    <a:pt x="8" y="2"/>
                  </a:lnTo>
                  <a:lnTo>
                    <a:pt x="8" y="2"/>
                  </a:lnTo>
                  <a:lnTo>
                    <a:pt x="8" y="2"/>
                  </a:lnTo>
                  <a:lnTo>
                    <a:pt x="9" y="0"/>
                  </a:lnTo>
                  <a:lnTo>
                    <a:pt x="9" y="2"/>
                  </a:lnTo>
                  <a:lnTo>
                    <a:pt x="9" y="2"/>
                  </a:lnTo>
                  <a:lnTo>
                    <a:pt x="9" y="2"/>
                  </a:lnTo>
                  <a:lnTo>
                    <a:pt x="9" y="2"/>
                  </a:lnTo>
                  <a:lnTo>
                    <a:pt x="9" y="2"/>
                  </a:lnTo>
                  <a:lnTo>
                    <a:pt x="9" y="2"/>
                  </a:lnTo>
                  <a:lnTo>
                    <a:pt x="9" y="2"/>
                  </a:lnTo>
                  <a:lnTo>
                    <a:pt x="10" y="2"/>
                  </a:lnTo>
                  <a:lnTo>
                    <a:pt x="10" y="3"/>
                  </a:lnTo>
                  <a:lnTo>
                    <a:pt x="10" y="3"/>
                  </a:lnTo>
                  <a:lnTo>
                    <a:pt x="10" y="3"/>
                  </a:lnTo>
                  <a:lnTo>
                    <a:pt x="10" y="3"/>
                  </a:lnTo>
                  <a:lnTo>
                    <a:pt x="10" y="3"/>
                  </a:lnTo>
                  <a:lnTo>
                    <a:pt x="10" y="3"/>
                  </a:lnTo>
                  <a:lnTo>
                    <a:pt x="10" y="3"/>
                  </a:lnTo>
                  <a:lnTo>
                    <a:pt x="11" y="3"/>
                  </a:lnTo>
                  <a:lnTo>
                    <a:pt x="11" y="3"/>
                  </a:lnTo>
                  <a:lnTo>
                    <a:pt x="11" y="3"/>
                  </a:lnTo>
                  <a:lnTo>
                    <a:pt x="11" y="3"/>
                  </a:lnTo>
                  <a:lnTo>
                    <a:pt x="13" y="3"/>
                  </a:lnTo>
                  <a:lnTo>
                    <a:pt x="13" y="3"/>
                  </a:lnTo>
                  <a:lnTo>
                    <a:pt x="13" y="3"/>
                  </a:lnTo>
                  <a:lnTo>
                    <a:pt x="13" y="3"/>
                  </a:lnTo>
                  <a:lnTo>
                    <a:pt x="15" y="3"/>
                  </a:lnTo>
                  <a:lnTo>
                    <a:pt x="15" y="4"/>
                  </a:lnTo>
                  <a:lnTo>
                    <a:pt x="15" y="4"/>
                  </a:lnTo>
                  <a:lnTo>
                    <a:pt x="15" y="4"/>
                  </a:lnTo>
                  <a:lnTo>
                    <a:pt x="15" y="4"/>
                  </a:lnTo>
                  <a:lnTo>
                    <a:pt x="15" y="4"/>
                  </a:lnTo>
                  <a:lnTo>
                    <a:pt x="15" y="4"/>
                  </a:lnTo>
                  <a:lnTo>
                    <a:pt x="15" y="4"/>
                  </a:lnTo>
                  <a:lnTo>
                    <a:pt x="16" y="4"/>
                  </a:lnTo>
                  <a:lnTo>
                    <a:pt x="16" y="5"/>
                  </a:lnTo>
                  <a:lnTo>
                    <a:pt x="16" y="5"/>
                  </a:lnTo>
                  <a:lnTo>
                    <a:pt x="16" y="5"/>
                  </a:lnTo>
                  <a:lnTo>
                    <a:pt x="16" y="5"/>
                  </a:lnTo>
                  <a:lnTo>
                    <a:pt x="16" y="5"/>
                  </a:lnTo>
                  <a:lnTo>
                    <a:pt x="16" y="5"/>
                  </a:lnTo>
                  <a:lnTo>
                    <a:pt x="16" y="5"/>
                  </a:lnTo>
                  <a:lnTo>
                    <a:pt x="18" y="5"/>
                  </a:lnTo>
                  <a:lnTo>
                    <a:pt x="18" y="7"/>
                  </a:lnTo>
                  <a:lnTo>
                    <a:pt x="18" y="7"/>
                  </a:lnTo>
                  <a:lnTo>
                    <a:pt x="18" y="7"/>
                  </a:lnTo>
                  <a:lnTo>
                    <a:pt x="19" y="7"/>
                  </a:lnTo>
                  <a:lnTo>
                    <a:pt x="19" y="7"/>
                  </a:lnTo>
                  <a:lnTo>
                    <a:pt x="19" y="7"/>
                  </a:lnTo>
                  <a:lnTo>
                    <a:pt x="19" y="7"/>
                  </a:lnTo>
                  <a:lnTo>
                    <a:pt x="21" y="7"/>
                  </a:lnTo>
                  <a:lnTo>
                    <a:pt x="19" y="9"/>
                  </a:lnTo>
                  <a:lnTo>
                    <a:pt x="19" y="9"/>
                  </a:lnTo>
                  <a:lnTo>
                    <a:pt x="19" y="9"/>
                  </a:lnTo>
                  <a:lnTo>
                    <a:pt x="19" y="9"/>
                  </a:lnTo>
                  <a:lnTo>
                    <a:pt x="19" y="9"/>
                  </a:lnTo>
                  <a:lnTo>
                    <a:pt x="19" y="9"/>
                  </a:lnTo>
                  <a:lnTo>
                    <a:pt x="19" y="9"/>
                  </a:lnTo>
                  <a:lnTo>
                    <a:pt x="19" y="9"/>
                  </a:lnTo>
                  <a:lnTo>
                    <a:pt x="19" y="10"/>
                  </a:lnTo>
                  <a:lnTo>
                    <a:pt x="19" y="10"/>
                  </a:lnTo>
                  <a:lnTo>
                    <a:pt x="19" y="10"/>
                  </a:lnTo>
                  <a:lnTo>
                    <a:pt x="19" y="10"/>
                  </a:lnTo>
                  <a:lnTo>
                    <a:pt x="19" y="10"/>
                  </a:lnTo>
                  <a:lnTo>
                    <a:pt x="19" y="10"/>
                  </a:lnTo>
                  <a:lnTo>
                    <a:pt x="19" y="10"/>
                  </a:lnTo>
                  <a:lnTo>
                    <a:pt x="19" y="10"/>
                  </a:lnTo>
                  <a:lnTo>
                    <a:pt x="17" y="12"/>
                  </a:lnTo>
                  <a:lnTo>
                    <a:pt x="17" y="12"/>
                  </a:lnTo>
                  <a:lnTo>
                    <a:pt x="16" y="12"/>
                  </a:lnTo>
                  <a:lnTo>
                    <a:pt x="16" y="12"/>
                  </a:lnTo>
                  <a:lnTo>
                    <a:pt x="14" y="13"/>
                  </a:lnTo>
                  <a:lnTo>
                    <a:pt x="14" y="13"/>
                  </a:lnTo>
                  <a:lnTo>
                    <a:pt x="14" y="13"/>
                  </a:lnTo>
                  <a:lnTo>
                    <a:pt x="14" y="13"/>
                  </a:lnTo>
                  <a:lnTo>
                    <a:pt x="12" y="15"/>
                  </a:lnTo>
                  <a:lnTo>
                    <a:pt x="12" y="15"/>
                  </a:lnTo>
                  <a:lnTo>
                    <a:pt x="12" y="15"/>
                  </a:lnTo>
                  <a:lnTo>
                    <a:pt x="12" y="15"/>
                  </a:lnTo>
                  <a:lnTo>
                    <a:pt x="11" y="15"/>
                  </a:lnTo>
                  <a:lnTo>
                    <a:pt x="11" y="15"/>
                  </a:lnTo>
                  <a:lnTo>
                    <a:pt x="11" y="15"/>
                  </a:lnTo>
                  <a:lnTo>
                    <a:pt x="11" y="15"/>
                  </a:lnTo>
                  <a:lnTo>
                    <a:pt x="11" y="16"/>
                  </a:lnTo>
                  <a:lnTo>
                    <a:pt x="11" y="16"/>
                  </a:lnTo>
                  <a:lnTo>
                    <a:pt x="11" y="16"/>
                  </a:lnTo>
                  <a:lnTo>
                    <a:pt x="11" y="16"/>
                  </a:lnTo>
                  <a:lnTo>
                    <a:pt x="11" y="16"/>
                  </a:lnTo>
                  <a:lnTo>
                    <a:pt x="11" y="16"/>
                  </a:lnTo>
                  <a:lnTo>
                    <a:pt x="11" y="16"/>
                  </a:lnTo>
                  <a:lnTo>
                    <a:pt x="11" y="16"/>
                  </a:lnTo>
                  <a:lnTo>
                    <a:pt x="11" y="17"/>
                  </a:lnTo>
                  <a:lnTo>
                    <a:pt x="11" y="17"/>
                  </a:lnTo>
                  <a:lnTo>
                    <a:pt x="11" y="17"/>
                  </a:lnTo>
                  <a:lnTo>
                    <a:pt x="11" y="17"/>
                  </a:lnTo>
                  <a:lnTo>
                    <a:pt x="11" y="17"/>
                  </a:lnTo>
                  <a:lnTo>
                    <a:pt x="11" y="17"/>
                  </a:lnTo>
                  <a:lnTo>
                    <a:pt x="11" y="17"/>
                  </a:lnTo>
                  <a:lnTo>
                    <a:pt x="11" y="17"/>
                  </a:lnTo>
                  <a:lnTo>
                    <a:pt x="11" y="17"/>
                  </a:lnTo>
                  <a:lnTo>
                    <a:pt x="11" y="17"/>
                  </a:lnTo>
                  <a:lnTo>
                    <a:pt x="11" y="17"/>
                  </a:lnTo>
                  <a:lnTo>
                    <a:pt x="12" y="17"/>
                  </a:lnTo>
                  <a:lnTo>
                    <a:pt x="12" y="17"/>
                  </a:lnTo>
                  <a:lnTo>
                    <a:pt x="12" y="17"/>
                  </a:lnTo>
                  <a:lnTo>
                    <a:pt x="12" y="17"/>
                  </a:lnTo>
                  <a:lnTo>
                    <a:pt x="13" y="16"/>
                  </a:lnTo>
                  <a:lnTo>
                    <a:pt x="13" y="16"/>
                  </a:lnTo>
                  <a:lnTo>
                    <a:pt x="13" y="16"/>
                  </a:lnTo>
                  <a:lnTo>
                    <a:pt x="13" y="16"/>
                  </a:lnTo>
                  <a:lnTo>
                    <a:pt x="13" y="14"/>
                  </a:lnTo>
                  <a:lnTo>
                    <a:pt x="13" y="14"/>
                  </a:lnTo>
                  <a:lnTo>
                    <a:pt x="13" y="14"/>
                  </a:lnTo>
                  <a:lnTo>
                    <a:pt x="13" y="14"/>
                  </a:lnTo>
                  <a:lnTo>
                    <a:pt x="14" y="12"/>
                  </a:lnTo>
                  <a:lnTo>
                    <a:pt x="14" y="12"/>
                  </a:lnTo>
                </a:path>
              </a:pathLst>
            </a:custGeom>
            <a:solidFill>
              <a:srgbClr val="a1009f"/>
            </a:solidFill>
            <a:ln w="18360">
              <a:solidFill>
                <a:srgbClr val="000000"/>
              </a:solidFill>
              <a:round/>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722" name=""/>
            <p:cNvSpPr/>
            <p:nvPr/>
          </p:nvSpPr>
          <p:spPr>
            <a:xfrm>
              <a:off x="8310600" y="5916600"/>
              <a:ext cx="55440" cy="58680"/>
            </a:xfrm>
            <a:custGeom>
              <a:avLst/>
              <a:gdLst/>
              <a:ahLst/>
              <a:rect l="l" t="t" r="r" b="b"/>
              <a:pathLst>
                <a:path w="35" h="37">
                  <a:moveTo>
                    <a:pt x="28" y="0"/>
                  </a:moveTo>
                  <a:lnTo>
                    <a:pt x="28" y="1"/>
                  </a:lnTo>
                  <a:lnTo>
                    <a:pt x="28" y="1"/>
                  </a:lnTo>
                  <a:lnTo>
                    <a:pt x="28" y="1"/>
                  </a:lnTo>
                  <a:lnTo>
                    <a:pt x="28" y="1"/>
                  </a:lnTo>
                  <a:lnTo>
                    <a:pt x="28" y="1"/>
                  </a:lnTo>
                  <a:lnTo>
                    <a:pt x="28" y="1"/>
                  </a:lnTo>
                  <a:lnTo>
                    <a:pt x="28" y="1"/>
                  </a:lnTo>
                  <a:lnTo>
                    <a:pt x="30" y="1"/>
                  </a:lnTo>
                  <a:lnTo>
                    <a:pt x="30" y="2"/>
                  </a:lnTo>
                  <a:lnTo>
                    <a:pt x="30" y="2"/>
                  </a:lnTo>
                  <a:lnTo>
                    <a:pt x="30" y="2"/>
                  </a:lnTo>
                  <a:lnTo>
                    <a:pt x="32" y="2"/>
                  </a:lnTo>
                  <a:lnTo>
                    <a:pt x="32" y="2"/>
                  </a:lnTo>
                  <a:lnTo>
                    <a:pt x="32" y="2"/>
                  </a:lnTo>
                  <a:lnTo>
                    <a:pt x="32" y="2"/>
                  </a:lnTo>
                  <a:lnTo>
                    <a:pt x="34" y="2"/>
                  </a:lnTo>
                  <a:lnTo>
                    <a:pt x="34" y="4"/>
                  </a:lnTo>
                  <a:lnTo>
                    <a:pt x="34" y="4"/>
                  </a:lnTo>
                  <a:lnTo>
                    <a:pt x="34" y="4"/>
                  </a:lnTo>
                  <a:lnTo>
                    <a:pt x="34" y="4"/>
                  </a:lnTo>
                  <a:lnTo>
                    <a:pt x="34" y="5"/>
                  </a:lnTo>
                  <a:lnTo>
                    <a:pt x="34" y="5"/>
                  </a:lnTo>
                  <a:lnTo>
                    <a:pt x="34" y="5"/>
                  </a:lnTo>
                  <a:lnTo>
                    <a:pt x="34" y="5"/>
                  </a:lnTo>
                  <a:lnTo>
                    <a:pt x="34" y="6"/>
                  </a:lnTo>
                  <a:lnTo>
                    <a:pt x="34" y="6"/>
                  </a:lnTo>
                  <a:lnTo>
                    <a:pt x="34" y="6"/>
                  </a:lnTo>
                  <a:lnTo>
                    <a:pt x="34" y="6"/>
                  </a:lnTo>
                  <a:lnTo>
                    <a:pt x="34" y="6"/>
                  </a:lnTo>
                  <a:lnTo>
                    <a:pt x="34" y="6"/>
                  </a:lnTo>
                  <a:lnTo>
                    <a:pt x="34" y="6"/>
                  </a:lnTo>
                  <a:lnTo>
                    <a:pt x="34" y="6"/>
                  </a:lnTo>
                  <a:lnTo>
                    <a:pt x="32" y="7"/>
                  </a:lnTo>
                  <a:lnTo>
                    <a:pt x="32" y="7"/>
                  </a:lnTo>
                  <a:lnTo>
                    <a:pt x="32" y="7"/>
                  </a:lnTo>
                  <a:lnTo>
                    <a:pt x="32" y="7"/>
                  </a:lnTo>
                  <a:lnTo>
                    <a:pt x="31" y="7"/>
                  </a:lnTo>
                  <a:lnTo>
                    <a:pt x="31" y="7"/>
                  </a:lnTo>
                  <a:lnTo>
                    <a:pt x="31" y="7"/>
                  </a:lnTo>
                  <a:lnTo>
                    <a:pt x="31" y="7"/>
                  </a:lnTo>
                  <a:lnTo>
                    <a:pt x="30" y="7"/>
                  </a:lnTo>
                  <a:lnTo>
                    <a:pt x="30" y="7"/>
                  </a:lnTo>
                  <a:lnTo>
                    <a:pt x="30" y="7"/>
                  </a:lnTo>
                  <a:lnTo>
                    <a:pt x="30" y="7"/>
                  </a:lnTo>
                  <a:lnTo>
                    <a:pt x="30" y="7"/>
                  </a:lnTo>
                  <a:lnTo>
                    <a:pt x="30" y="7"/>
                  </a:lnTo>
                  <a:lnTo>
                    <a:pt x="30" y="7"/>
                  </a:lnTo>
                  <a:lnTo>
                    <a:pt x="30" y="7"/>
                  </a:lnTo>
                  <a:lnTo>
                    <a:pt x="28" y="8"/>
                  </a:lnTo>
                  <a:lnTo>
                    <a:pt x="28" y="8"/>
                  </a:lnTo>
                  <a:lnTo>
                    <a:pt x="28" y="9"/>
                  </a:lnTo>
                  <a:lnTo>
                    <a:pt x="28" y="9"/>
                  </a:lnTo>
                  <a:lnTo>
                    <a:pt x="27" y="11"/>
                  </a:lnTo>
                  <a:lnTo>
                    <a:pt x="27" y="11"/>
                  </a:lnTo>
                  <a:lnTo>
                    <a:pt x="27" y="11"/>
                  </a:lnTo>
                  <a:lnTo>
                    <a:pt x="27" y="11"/>
                  </a:lnTo>
                  <a:lnTo>
                    <a:pt x="27" y="13"/>
                  </a:lnTo>
                  <a:lnTo>
                    <a:pt x="27" y="13"/>
                  </a:lnTo>
                  <a:lnTo>
                    <a:pt x="27" y="13"/>
                  </a:lnTo>
                  <a:lnTo>
                    <a:pt x="27" y="13"/>
                  </a:lnTo>
                  <a:lnTo>
                    <a:pt x="27" y="14"/>
                  </a:lnTo>
                  <a:lnTo>
                    <a:pt x="27" y="14"/>
                  </a:lnTo>
                  <a:lnTo>
                    <a:pt x="27" y="14"/>
                  </a:lnTo>
                  <a:lnTo>
                    <a:pt x="27" y="14"/>
                  </a:lnTo>
                  <a:lnTo>
                    <a:pt x="25" y="16"/>
                  </a:lnTo>
                  <a:lnTo>
                    <a:pt x="25" y="16"/>
                  </a:lnTo>
                  <a:lnTo>
                    <a:pt x="25" y="16"/>
                  </a:lnTo>
                  <a:lnTo>
                    <a:pt x="25" y="16"/>
                  </a:lnTo>
                  <a:lnTo>
                    <a:pt x="23" y="18"/>
                  </a:lnTo>
                  <a:lnTo>
                    <a:pt x="23" y="18"/>
                  </a:lnTo>
                  <a:lnTo>
                    <a:pt x="23" y="18"/>
                  </a:lnTo>
                  <a:lnTo>
                    <a:pt x="23" y="18"/>
                  </a:lnTo>
                  <a:lnTo>
                    <a:pt x="22" y="20"/>
                  </a:lnTo>
                  <a:lnTo>
                    <a:pt x="22" y="20"/>
                  </a:lnTo>
                  <a:lnTo>
                    <a:pt x="22" y="20"/>
                  </a:lnTo>
                  <a:lnTo>
                    <a:pt x="22" y="20"/>
                  </a:lnTo>
                  <a:lnTo>
                    <a:pt x="22" y="21"/>
                  </a:lnTo>
                  <a:lnTo>
                    <a:pt x="22" y="21"/>
                  </a:lnTo>
                  <a:lnTo>
                    <a:pt x="22" y="21"/>
                  </a:lnTo>
                  <a:lnTo>
                    <a:pt x="23" y="21"/>
                  </a:lnTo>
                  <a:lnTo>
                    <a:pt x="21" y="21"/>
                  </a:lnTo>
                  <a:lnTo>
                    <a:pt x="21" y="21"/>
                  </a:lnTo>
                  <a:lnTo>
                    <a:pt x="20" y="21"/>
                  </a:lnTo>
                  <a:lnTo>
                    <a:pt x="20" y="21"/>
                  </a:lnTo>
                  <a:lnTo>
                    <a:pt x="18" y="21"/>
                  </a:lnTo>
                  <a:lnTo>
                    <a:pt x="18" y="21"/>
                  </a:lnTo>
                  <a:lnTo>
                    <a:pt x="18" y="21"/>
                  </a:lnTo>
                  <a:lnTo>
                    <a:pt x="18" y="21"/>
                  </a:lnTo>
                  <a:lnTo>
                    <a:pt x="16" y="21"/>
                  </a:lnTo>
                  <a:lnTo>
                    <a:pt x="16" y="21"/>
                  </a:lnTo>
                  <a:lnTo>
                    <a:pt x="16" y="21"/>
                  </a:lnTo>
                  <a:lnTo>
                    <a:pt x="16" y="21"/>
                  </a:lnTo>
                  <a:lnTo>
                    <a:pt x="15" y="21"/>
                  </a:lnTo>
                  <a:lnTo>
                    <a:pt x="15" y="21"/>
                  </a:lnTo>
                  <a:lnTo>
                    <a:pt x="15" y="21"/>
                  </a:lnTo>
                  <a:lnTo>
                    <a:pt x="15" y="21"/>
                  </a:lnTo>
                  <a:lnTo>
                    <a:pt x="14" y="23"/>
                  </a:lnTo>
                  <a:lnTo>
                    <a:pt x="14" y="23"/>
                  </a:lnTo>
                  <a:lnTo>
                    <a:pt x="14" y="23"/>
                  </a:lnTo>
                  <a:lnTo>
                    <a:pt x="14" y="23"/>
                  </a:lnTo>
                  <a:lnTo>
                    <a:pt x="13" y="23"/>
                  </a:lnTo>
                  <a:lnTo>
                    <a:pt x="13" y="23"/>
                  </a:lnTo>
                  <a:lnTo>
                    <a:pt x="13" y="23"/>
                  </a:lnTo>
                  <a:lnTo>
                    <a:pt x="13" y="23"/>
                  </a:lnTo>
                  <a:lnTo>
                    <a:pt x="12" y="23"/>
                  </a:lnTo>
                  <a:lnTo>
                    <a:pt x="12" y="23"/>
                  </a:lnTo>
                  <a:lnTo>
                    <a:pt x="12" y="23"/>
                  </a:lnTo>
                  <a:lnTo>
                    <a:pt x="12" y="23"/>
                  </a:lnTo>
                  <a:lnTo>
                    <a:pt x="11" y="23"/>
                  </a:lnTo>
                  <a:lnTo>
                    <a:pt x="11" y="23"/>
                  </a:lnTo>
                  <a:lnTo>
                    <a:pt x="11" y="23"/>
                  </a:lnTo>
                  <a:lnTo>
                    <a:pt x="11" y="23"/>
                  </a:lnTo>
                  <a:lnTo>
                    <a:pt x="11" y="24"/>
                  </a:lnTo>
                  <a:lnTo>
                    <a:pt x="11" y="24"/>
                  </a:lnTo>
                  <a:lnTo>
                    <a:pt x="11" y="24"/>
                  </a:lnTo>
                  <a:lnTo>
                    <a:pt x="11" y="24"/>
                  </a:lnTo>
                  <a:lnTo>
                    <a:pt x="11" y="24"/>
                  </a:lnTo>
                  <a:lnTo>
                    <a:pt x="11" y="24"/>
                  </a:lnTo>
                  <a:lnTo>
                    <a:pt x="11" y="24"/>
                  </a:lnTo>
                  <a:lnTo>
                    <a:pt x="12" y="24"/>
                  </a:lnTo>
                  <a:lnTo>
                    <a:pt x="12" y="25"/>
                  </a:lnTo>
                  <a:lnTo>
                    <a:pt x="12" y="25"/>
                  </a:lnTo>
                  <a:lnTo>
                    <a:pt x="12" y="25"/>
                  </a:lnTo>
                  <a:lnTo>
                    <a:pt x="12" y="25"/>
                  </a:lnTo>
                  <a:lnTo>
                    <a:pt x="12" y="25"/>
                  </a:lnTo>
                  <a:lnTo>
                    <a:pt x="12" y="25"/>
                  </a:lnTo>
                  <a:lnTo>
                    <a:pt x="12" y="25"/>
                  </a:lnTo>
                  <a:lnTo>
                    <a:pt x="13" y="25"/>
                  </a:lnTo>
                  <a:lnTo>
                    <a:pt x="12" y="27"/>
                  </a:lnTo>
                  <a:lnTo>
                    <a:pt x="12" y="27"/>
                  </a:lnTo>
                  <a:lnTo>
                    <a:pt x="12" y="29"/>
                  </a:lnTo>
                  <a:lnTo>
                    <a:pt x="12" y="29"/>
                  </a:lnTo>
                  <a:lnTo>
                    <a:pt x="12" y="31"/>
                  </a:lnTo>
                  <a:lnTo>
                    <a:pt x="12" y="31"/>
                  </a:lnTo>
                  <a:lnTo>
                    <a:pt x="12" y="32"/>
                  </a:lnTo>
                  <a:lnTo>
                    <a:pt x="12" y="32"/>
                  </a:lnTo>
                  <a:lnTo>
                    <a:pt x="11" y="34"/>
                  </a:lnTo>
                  <a:lnTo>
                    <a:pt x="11" y="34"/>
                  </a:lnTo>
                  <a:lnTo>
                    <a:pt x="11" y="34"/>
                  </a:lnTo>
                  <a:lnTo>
                    <a:pt x="11" y="34"/>
                  </a:lnTo>
                  <a:lnTo>
                    <a:pt x="11" y="36"/>
                  </a:lnTo>
                  <a:lnTo>
                    <a:pt x="11" y="36"/>
                  </a:lnTo>
                  <a:lnTo>
                    <a:pt x="11" y="36"/>
                  </a:lnTo>
                  <a:lnTo>
                    <a:pt x="11" y="36"/>
                  </a:lnTo>
                  <a:lnTo>
                    <a:pt x="10" y="36"/>
                  </a:lnTo>
                  <a:lnTo>
                    <a:pt x="10" y="36"/>
                  </a:lnTo>
                  <a:lnTo>
                    <a:pt x="10" y="36"/>
                  </a:lnTo>
                  <a:lnTo>
                    <a:pt x="10" y="36"/>
                  </a:lnTo>
                  <a:lnTo>
                    <a:pt x="10" y="36"/>
                  </a:lnTo>
                  <a:lnTo>
                    <a:pt x="10" y="36"/>
                  </a:lnTo>
                  <a:lnTo>
                    <a:pt x="10" y="36"/>
                  </a:lnTo>
                  <a:lnTo>
                    <a:pt x="10" y="36"/>
                  </a:lnTo>
                  <a:lnTo>
                    <a:pt x="9" y="36"/>
                  </a:lnTo>
                  <a:lnTo>
                    <a:pt x="9" y="36"/>
                  </a:lnTo>
                  <a:lnTo>
                    <a:pt x="9" y="36"/>
                  </a:lnTo>
                  <a:lnTo>
                    <a:pt x="9" y="36"/>
                  </a:lnTo>
                  <a:lnTo>
                    <a:pt x="9" y="36"/>
                  </a:lnTo>
                  <a:lnTo>
                    <a:pt x="9" y="36"/>
                  </a:lnTo>
                  <a:lnTo>
                    <a:pt x="9" y="36"/>
                  </a:lnTo>
                  <a:lnTo>
                    <a:pt x="9" y="34"/>
                  </a:lnTo>
                  <a:lnTo>
                    <a:pt x="8" y="34"/>
                  </a:lnTo>
                  <a:lnTo>
                    <a:pt x="8" y="34"/>
                  </a:lnTo>
                  <a:lnTo>
                    <a:pt x="8" y="34"/>
                  </a:lnTo>
                  <a:lnTo>
                    <a:pt x="8" y="33"/>
                  </a:lnTo>
                  <a:lnTo>
                    <a:pt x="8" y="33"/>
                  </a:lnTo>
                  <a:lnTo>
                    <a:pt x="8" y="33"/>
                  </a:lnTo>
                  <a:lnTo>
                    <a:pt x="8" y="33"/>
                  </a:lnTo>
                  <a:lnTo>
                    <a:pt x="8" y="31"/>
                  </a:lnTo>
                  <a:lnTo>
                    <a:pt x="8" y="31"/>
                  </a:lnTo>
                  <a:lnTo>
                    <a:pt x="8" y="31"/>
                  </a:lnTo>
                  <a:lnTo>
                    <a:pt x="8" y="31"/>
                  </a:lnTo>
                  <a:lnTo>
                    <a:pt x="9" y="29"/>
                  </a:lnTo>
                  <a:lnTo>
                    <a:pt x="9" y="29"/>
                  </a:lnTo>
                  <a:lnTo>
                    <a:pt x="9" y="27"/>
                  </a:lnTo>
                  <a:lnTo>
                    <a:pt x="9" y="27"/>
                  </a:lnTo>
                  <a:lnTo>
                    <a:pt x="10" y="25"/>
                  </a:lnTo>
                  <a:lnTo>
                    <a:pt x="9" y="25"/>
                  </a:lnTo>
                  <a:lnTo>
                    <a:pt x="9" y="25"/>
                  </a:lnTo>
                  <a:lnTo>
                    <a:pt x="9" y="25"/>
                  </a:lnTo>
                  <a:lnTo>
                    <a:pt x="9" y="25"/>
                  </a:lnTo>
                  <a:lnTo>
                    <a:pt x="8" y="25"/>
                  </a:lnTo>
                  <a:lnTo>
                    <a:pt x="8" y="25"/>
                  </a:lnTo>
                  <a:lnTo>
                    <a:pt x="8" y="25"/>
                  </a:lnTo>
                  <a:lnTo>
                    <a:pt x="8" y="24"/>
                  </a:lnTo>
                  <a:lnTo>
                    <a:pt x="6" y="24"/>
                  </a:lnTo>
                  <a:lnTo>
                    <a:pt x="6" y="24"/>
                  </a:lnTo>
                  <a:lnTo>
                    <a:pt x="6" y="24"/>
                  </a:lnTo>
                  <a:lnTo>
                    <a:pt x="6" y="24"/>
                  </a:lnTo>
                  <a:lnTo>
                    <a:pt x="4" y="24"/>
                  </a:lnTo>
                  <a:lnTo>
                    <a:pt x="4" y="24"/>
                  </a:lnTo>
                  <a:lnTo>
                    <a:pt x="4" y="24"/>
                  </a:lnTo>
                  <a:lnTo>
                    <a:pt x="4" y="23"/>
                  </a:lnTo>
                  <a:lnTo>
                    <a:pt x="4" y="23"/>
                  </a:lnTo>
                  <a:lnTo>
                    <a:pt x="4" y="23"/>
                  </a:lnTo>
                  <a:lnTo>
                    <a:pt x="4" y="23"/>
                  </a:lnTo>
                  <a:lnTo>
                    <a:pt x="4" y="23"/>
                  </a:lnTo>
                  <a:lnTo>
                    <a:pt x="4" y="23"/>
                  </a:lnTo>
                  <a:lnTo>
                    <a:pt x="4" y="23"/>
                  </a:lnTo>
                  <a:lnTo>
                    <a:pt x="4" y="23"/>
                  </a:lnTo>
                  <a:lnTo>
                    <a:pt x="5" y="21"/>
                  </a:lnTo>
                  <a:lnTo>
                    <a:pt x="5" y="21"/>
                  </a:lnTo>
                  <a:lnTo>
                    <a:pt x="5" y="21"/>
                  </a:lnTo>
                  <a:lnTo>
                    <a:pt x="5" y="21"/>
                  </a:lnTo>
                  <a:lnTo>
                    <a:pt x="5" y="19"/>
                  </a:lnTo>
                  <a:lnTo>
                    <a:pt x="5" y="19"/>
                  </a:lnTo>
                  <a:lnTo>
                    <a:pt x="5" y="19"/>
                  </a:lnTo>
                  <a:lnTo>
                    <a:pt x="5" y="19"/>
                  </a:lnTo>
                  <a:lnTo>
                    <a:pt x="6" y="17"/>
                  </a:lnTo>
                  <a:lnTo>
                    <a:pt x="5" y="17"/>
                  </a:lnTo>
                  <a:lnTo>
                    <a:pt x="5" y="17"/>
                  </a:lnTo>
                  <a:lnTo>
                    <a:pt x="4" y="17"/>
                  </a:lnTo>
                  <a:lnTo>
                    <a:pt x="4" y="16"/>
                  </a:lnTo>
                  <a:lnTo>
                    <a:pt x="3" y="16"/>
                  </a:lnTo>
                  <a:lnTo>
                    <a:pt x="3" y="16"/>
                  </a:lnTo>
                  <a:lnTo>
                    <a:pt x="3" y="16"/>
                  </a:lnTo>
                  <a:lnTo>
                    <a:pt x="3" y="14"/>
                  </a:lnTo>
                  <a:lnTo>
                    <a:pt x="0" y="14"/>
                  </a:lnTo>
                  <a:lnTo>
                    <a:pt x="0" y="14"/>
                  </a:lnTo>
                  <a:lnTo>
                    <a:pt x="0" y="14"/>
                  </a:lnTo>
                  <a:lnTo>
                    <a:pt x="0" y="12"/>
                  </a:lnTo>
                  <a:lnTo>
                    <a:pt x="0" y="12"/>
                  </a:lnTo>
                  <a:lnTo>
                    <a:pt x="0" y="12"/>
                  </a:lnTo>
                  <a:lnTo>
                    <a:pt x="0" y="12"/>
                  </a:lnTo>
                  <a:lnTo>
                    <a:pt x="0" y="10"/>
                  </a:lnTo>
                  <a:lnTo>
                    <a:pt x="0" y="10"/>
                  </a:lnTo>
                  <a:lnTo>
                    <a:pt x="0" y="10"/>
                  </a:lnTo>
                  <a:lnTo>
                    <a:pt x="0" y="10"/>
                  </a:lnTo>
                  <a:lnTo>
                    <a:pt x="0" y="10"/>
                  </a:lnTo>
                  <a:lnTo>
                    <a:pt x="0" y="10"/>
                  </a:lnTo>
                  <a:lnTo>
                    <a:pt x="0" y="10"/>
                  </a:lnTo>
                  <a:lnTo>
                    <a:pt x="0" y="10"/>
                  </a:lnTo>
                  <a:lnTo>
                    <a:pt x="3" y="10"/>
                  </a:lnTo>
                  <a:lnTo>
                    <a:pt x="3" y="10"/>
                  </a:lnTo>
                  <a:lnTo>
                    <a:pt x="3" y="10"/>
                  </a:lnTo>
                  <a:lnTo>
                    <a:pt x="3" y="10"/>
                  </a:lnTo>
                  <a:lnTo>
                    <a:pt x="4" y="10"/>
                  </a:lnTo>
                  <a:lnTo>
                    <a:pt x="4" y="10"/>
                  </a:lnTo>
                  <a:lnTo>
                    <a:pt x="5" y="10"/>
                  </a:lnTo>
                  <a:lnTo>
                    <a:pt x="5" y="10"/>
                  </a:lnTo>
                  <a:lnTo>
                    <a:pt x="7" y="10"/>
                  </a:lnTo>
                  <a:lnTo>
                    <a:pt x="7" y="10"/>
                  </a:lnTo>
                  <a:lnTo>
                    <a:pt x="7" y="10"/>
                  </a:lnTo>
                  <a:lnTo>
                    <a:pt x="7" y="10"/>
                  </a:lnTo>
                  <a:lnTo>
                    <a:pt x="9" y="10"/>
                  </a:lnTo>
                  <a:lnTo>
                    <a:pt x="9" y="10"/>
                  </a:lnTo>
                  <a:lnTo>
                    <a:pt x="9" y="10"/>
                  </a:lnTo>
                  <a:lnTo>
                    <a:pt x="9" y="10"/>
                  </a:lnTo>
                  <a:lnTo>
                    <a:pt x="11" y="8"/>
                  </a:lnTo>
                  <a:lnTo>
                    <a:pt x="11" y="8"/>
                  </a:lnTo>
                  <a:lnTo>
                    <a:pt x="11" y="8"/>
                  </a:lnTo>
                  <a:lnTo>
                    <a:pt x="11" y="8"/>
                  </a:lnTo>
                  <a:lnTo>
                    <a:pt x="13" y="6"/>
                  </a:lnTo>
                  <a:lnTo>
                    <a:pt x="13" y="6"/>
                  </a:lnTo>
                  <a:lnTo>
                    <a:pt x="13" y="5"/>
                  </a:lnTo>
                  <a:lnTo>
                    <a:pt x="13" y="5"/>
                  </a:lnTo>
                  <a:lnTo>
                    <a:pt x="15" y="4"/>
                  </a:lnTo>
                  <a:lnTo>
                    <a:pt x="15" y="5"/>
                  </a:lnTo>
                  <a:lnTo>
                    <a:pt x="15" y="5"/>
                  </a:lnTo>
                  <a:lnTo>
                    <a:pt x="15" y="5"/>
                  </a:lnTo>
                  <a:lnTo>
                    <a:pt x="15" y="5"/>
                  </a:lnTo>
                  <a:lnTo>
                    <a:pt x="15" y="5"/>
                  </a:lnTo>
                  <a:lnTo>
                    <a:pt x="15" y="5"/>
                  </a:lnTo>
                  <a:lnTo>
                    <a:pt x="15" y="5"/>
                  </a:lnTo>
                  <a:lnTo>
                    <a:pt x="17" y="5"/>
                  </a:lnTo>
                  <a:lnTo>
                    <a:pt x="17" y="6"/>
                  </a:lnTo>
                  <a:lnTo>
                    <a:pt x="17" y="6"/>
                  </a:lnTo>
                  <a:lnTo>
                    <a:pt x="17" y="6"/>
                  </a:lnTo>
                  <a:lnTo>
                    <a:pt x="17" y="6"/>
                  </a:lnTo>
                  <a:lnTo>
                    <a:pt x="17" y="6"/>
                  </a:lnTo>
                  <a:lnTo>
                    <a:pt x="17" y="6"/>
                  </a:lnTo>
                  <a:lnTo>
                    <a:pt x="17" y="6"/>
                  </a:lnTo>
                  <a:lnTo>
                    <a:pt x="19" y="6"/>
                  </a:lnTo>
                  <a:lnTo>
                    <a:pt x="19" y="6"/>
                  </a:lnTo>
                  <a:lnTo>
                    <a:pt x="19" y="6"/>
                  </a:lnTo>
                  <a:lnTo>
                    <a:pt x="19" y="6"/>
                  </a:lnTo>
                  <a:lnTo>
                    <a:pt x="19" y="6"/>
                  </a:lnTo>
                  <a:lnTo>
                    <a:pt x="19" y="6"/>
                  </a:lnTo>
                  <a:lnTo>
                    <a:pt x="19" y="6"/>
                  </a:lnTo>
                  <a:lnTo>
                    <a:pt x="19" y="6"/>
                  </a:lnTo>
                  <a:lnTo>
                    <a:pt x="20" y="5"/>
                  </a:lnTo>
                  <a:lnTo>
                    <a:pt x="20" y="5"/>
                  </a:lnTo>
                  <a:lnTo>
                    <a:pt x="20" y="5"/>
                  </a:lnTo>
                  <a:lnTo>
                    <a:pt x="20" y="5"/>
                  </a:lnTo>
                  <a:lnTo>
                    <a:pt x="21" y="5"/>
                  </a:lnTo>
                  <a:lnTo>
                    <a:pt x="21" y="5"/>
                  </a:lnTo>
                  <a:lnTo>
                    <a:pt x="21" y="5"/>
                  </a:lnTo>
                  <a:lnTo>
                    <a:pt x="21" y="5"/>
                  </a:lnTo>
                  <a:lnTo>
                    <a:pt x="23" y="4"/>
                  </a:lnTo>
                  <a:lnTo>
                    <a:pt x="23" y="5"/>
                  </a:lnTo>
                  <a:lnTo>
                    <a:pt x="23" y="5"/>
                  </a:lnTo>
                  <a:lnTo>
                    <a:pt x="23" y="5"/>
                  </a:lnTo>
                  <a:lnTo>
                    <a:pt x="23" y="5"/>
                  </a:lnTo>
                  <a:lnTo>
                    <a:pt x="23" y="5"/>
                  </a:lnTo>
                  <a:lnTo>
                    <a:pt x="23" y="5"/>
                  </a:lnTo>
                  <a:lnTo>
                    <a:pt x="23" y="5"/>
                  </a:lnTo>
                  <a:lnTo>
                    <a:pt x="25" y="5"/>
                  </a:lnTo>
                  <a:lnTo>
                    <a:pt x="25" y="6"/>
                  </a:lnTo>
                  <a:lnTo>
                    <a:pt x="25" y="6"/>
                  </a:lnTo>
                  <a:lnTo>
                    <a:pt x="25" y="6"/>
                  </a:lnTo>
                  <a:lnTo>
                    <a:pt x="26" y="6"/>
                  </a:lnTo>
                  <a:lnTo>
                    <a:pt x="26" y="6"/>
                  </a:lnTo>
                  <a:lnTo>
                    <a:pt x="26" y="6"/>
                  </a:lnTo>
                  <a:lnTo>
                    <a:pt x="26" y="6"/>
                  </a:lnTo>
                  <a:lnTo>
                    <a:pt x="27" y="6"/>
                  </a:lnTo>
                  <a:lnTo>
                    <a:pt x="27" y="6"/>
                  </a:lnTo>
                  <a:lnTo>
                    <a:pt x="27" y="6"/>
                  </a:lnTo>
                  <a:lnTo>
                    <a:pt x="27" y="6"/>
                  </a:lnTo>
                  <a:lnTo>
                    <a:pt x="27" y="6"/>
                  </a:lnTo>
                  <a:lnTo>
                    <a:pt x="27" y="6"/>
                  </a:lnTo>
                  <a:lnTo>
                    <a:pt x="27" y="6"/>
                  </a:lnTo>
                  <a:lnTo>
                    <a:pt x="27" y="6"/>
                  </a:lnTo>
                  <a:lnTo>
                    <a:pt x="27" y="4"/>
                  </a:lnTo>
                  <a:lnTo>
                    <a:pt x="27" y="4"/>
                  </a:lnTo>
                  <a:lnTo>
                    <a:pt x="27" y="4"/>
                  </a:lnTo>
                  <a:lnTo>
                    <a:pt x="27" y="4"/>
                  </a:lnTo>
                  <a:lnTo>
                    <a:pt x="27" y="2"/>
                  </a:lnTo>
                  <a:lnTo>
                    <a:pt x="27" y="2"/>
                  </a:lnTo>
                  <a:lnTo>
                    <a:pt x="27" y="2"/>
                  </a:lnTo>
                  <a:lnTo>
                    <a:pt x="27" y="2"/>
                  </a:lnTo>
                  <a:lnTo>
                    <a:pt x="28" y="0"/>
                  </a:lnTo>
                  <a:lnTo>
                    <a:pt x="28" y="0"/>
                  </a:lnTo>
                </a:path>
              </a:pathLst>
            </a:custGeom>
            <a:solidFill>
              <a:srgbClr val="a1009f"/>
            </a:solidFill>
            <a:ln w="18360">
              <a:solidFill>
                <a:srgbClr val="000000"/>
              </a:solidFill>
              <a:round/>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723" name=""/>
            <p:cNvSpPr/>
            <p:nvPr/>
          </p:nvSpPr>
          <p:spPr>
            <a:xfrm>
              <a:off x="8305920" y="6056280"/>
              <a:ext cx="242640" cy="187200"/>
            </a:xfrm>
            <a:custGeom>
              <a:avLst/>
              <a:gdLst/>
              <a:ahLst/>
              <a:rect l="l" t="t" r="r" b="b"/>
              <a:pathLst>
                <a:path w="153" h="118">
                  <a:moveTo>
                    <a:pt x="3" y="32"/>
                  </a:moveTo>
                  <a:lnTo>
                    <a:pt x="3" y="33"/>
                  </a:lnTo>
                  <a:lnTo>
                    <a:pt x="3" y="33"/>
                  </a:lnTo>
                  <a:lnTo>
                    <a:pt x="3" y="33"/>
                  </a:lnTo>
                  <a:lnTo>
                    <a:pt x="3" y="33"/>
                  </a:lnTo>
                  <a:lnTo>
                    <a:pt x="3" y="35"/>
                  </a:lnTo>
                  <a:lnTo>
                    <a:pt x="3" y="35"/>
                  </a:lnTo>
                  <a:lnTo>
                    <a:pt x="3" y="35"/>
                  </a:lnTo>
                  <a:lnTo>
                    <a:pt x="3" y="35"/>
                  </a:lnTo>
                  <a:lnTo>
                    <a:pt x="3" y="37"/>
                  </a:lnTo>
                  <a:lnTo>
                    <a:pt x="3" y="37"/>
                  </a:lnTo>
                  <a:lnTo>
                    <a:pt x="3" y="38"/>
                  </a:lnTo>
                  <a:lnTo>
                    <a:pt x="3" y="38"/>
                  </a:lnTo>
                  <a:lnTo>
                    <a:pt x="3" y="40"/>
                  </a:lnTo>
                  <a:lnTo>
                    <a:pt x="3" y="40"/>
                  </a:lnTo>
                  <a:lnTo>
                    <a:pt x="3" y="40"/>
                  </a:lnTo>
                  <a:lnTo>
                    <a:pt x="3" y="40"/>
                  </a:lnTo>
                  <a:lnTo>
                    <a:pt x="3" y="41"/>
                  </a:lnTo>
                  <a:lnTo>
                    <a:pt x="3" y="41"/>
                  </a:lnTo>
                  <a:lnTo>
                    <a:pt x="3" y="41"/>
                  </a:lnTo>
                  <a:lnTo>
                    <a:pt x="3" y="41"/>
                  </a:lnTo>
                  <a:lnTo>
                    <a:pt x="3" y="41"/>
                  </a:lnTo>
                  <a:lnTo>
                    <a:pt x="3" y="41"/>
                  </a:lnTo>
                  <a:lnTo>
                    <a:pt x="3" y="41"/>
                  </a:lnTo>
                  <a:lnTo>
                    <a:pt x="3" y="41"/>
                  </a:lnTo>
                  <a:lnTo>
                    <a:pt x="3" y="43"/>
                  </a:lnTo>
                  <a:lnTo>
                    <a:pt x="3" y="43"/>
                  </a:lnTo>
                  <a:lnTo>
                    <a:pt x="3" y="43"/>
                  </a:lnTo>
                  <a:lnTo>
                    <a:pt x="3" y="43"/>
                  </a:lnTo>
                  <a:lnTo>
                    <a:pt x="3" y="43"/>
                  </a:lnTo>
                  <a:lnTo>
                    <a:pt x="3" y="43"/>
                  </a:lnTo>
                  <a:lnTo>
                    <a:pt x="3" y="43"/>
                  </a:lnTo>
                  <a:lnTo>
                    <a:pt x="3" y="43"/>
                  </a:lnTo>
                  <a:lnTo>
                    <a:pt x="3" y="44"/>
                  </a:lnTo>
                  <a:lnTo>
                    <a:pt x="3" y="44"/>
                  </a:lnTo>
                  <a:lnTo>
                    <a:pt x="3" y="44"/>
                  </a:lnTo>
                  <a:lnTo>
                    <a:pt x="3" y="44"/>
                  </a:lnTo>
                  <a:lnTo>
                    <a:pt x="3" y="45"/>
                  </a:lnTo>
                  <a:lnTo>
                    <a:pt x="3" y="45"/>
                  </a:lnTo>
                  <a:lnTo>
                    <a:pt x="3" y="45"/>
                  </a:lnTo>
                  <a:lnTo>
                    <a:pt x="3" y="45"/>
                  </a:lnTo>
                  <a:lnTo>
                    <a:pt x="3" y="46"/>
                  </a:lnTo>
                  <a:lnTo>
                    <a:pt x="3" y="46"/>
                  </a:lnTo>
                  <a:lnTo>
                    <a:pt x="3" y="46"/>
                  </a:lnTo>
                  <a:lnTo>
                    <a:pt x="3" y="46"/>
                  </a:lnTo>
                  <a:lnTo>
                    <a:pt x="3" y="46"/>
                  </a:lnTo>
                  <a:lnTo>
                    <a:pt x="3" y="46"/>
                  </a:lnTo>
                  <a:lnTo>
                    <a:pt x="3" y="46"/>
                  </a:lnTo>
                  <a:lnTo>
                    <a:pt x="3" y="46"/>
                  </a:lnTo>
                  <a:lnTo>
                    <a:pt x="3" y="49"/>
                  </a:lnTo>
                  <a:lnTo>
                    <a:pt x="3" y="49"/>
                  </a:lnTo>
                  <a:lnTo>
                    <a:pt x="3" y="49"/>
                  </a:lnTo>
                  <a:lnTo>
                    <a:pt x="3" y="49"/>
                  </a:lnTo>
                  <a:lnTo>
                    <a:pt x="3" y="49"/>
                  </a:lnTo>
                  <a:lnTo>
                    <a:pt x="3" y="49"/>
                  </a:lnTo>
                  <a:lnTo>
                    <a:pt x="3" y="49"/>
                  </a:lnTo>
                  <a:lnTo>
                    <a:pt x="4" y="49"/>
                  </a:lnTo>
                  <a:lnTo>
                    <a:pt x="4" y="49"/>
                  </a:lnTo>
                  <a:lnTo>
                    <a:pt x="4" y="49"/>
                  </a:lnTo>
                  <a:lnTo>
                    <a:pt x="4" y="49"/>
                  </a:lnTo>
                  <a:lnTo>
                    <a:pt x="6" y="49"/>
                  </a:lnTo>
                  <a:lnTo>
                    <a:pt x="6" y="49"/>
                  </a:lnTo>
                  <a:lnTo>
                    <a:pt x="6" y="49"/>
                  </a:lnTo>
                  <a:lnTo>
                    <a:pt x="6" y="49"/>
                  </a:lnTo>
                  <a:lnTo>
                    <a:pt x="7" y="49"/>
                  </a:lnTo>
                  <a:lnTo>
                    <a:pt x="7" y="51"/>
                  </a:lnTo>
                  <a:lnTo>
                    <a:pt x="7" y="51"/>
                  </a:lnTo>
                  <a:lnTo>
                    <a:pt x="7" y="52"/>
                  </a:lnTo>
                  <a:lnTo>
                    <a:pt x="7" y="52"/>
                  </a:lnTo>
                  <a:lnTo>
                    <a:pt x="7" y="54"/>
                  </a:lnTo>
                  <a:lnTo>
                    <a:pt x="7" y="54"/>
                  </a:lnTo>
                  <a:lnTo>
                    <a:pt x="7" y="54"/>
                  </a:lnTo>
                  <a:lnTo>
                    <a:pt x="8" y="54"/>
                  </a:lnTo>
                  <a:lnTo>
                    <a:pt x="8" y="56"/>
                  </a:lnTo>
                  <a:lnTo>
                    <a:pt x="8" y="56"/>
                  </a:lnTo>
                  <a:lnTo>
                    <a:pt x="8" y="56"/>
                  </a:lnTo>
                  <a:lnTo>
                    <a:pt x="8" y="56"/>
                  </a:lnTo>
                  <a:lnTo>
                    <a:pt x="8" y="57"/>
                  </a:lnTo>
                  <a:lnTo>
                    <a:pt x="8" y="57"/>
                  </a:lnTo>
                  <a:lnTo>
                    <a:pt x="8" y="57"/>
                  </a:lnTo>
                  <a:lnTo>
                    <a:pt x="10" y="57"/>
                  </a:lnTo>
                  <a:lnTo>
                    <a:pt x="10" y="58"/>
                  </a:lnTo>
                  <a:lnTo>
                    <a:pt x="10" y="58"/>
                  </a:lnTo>
                  <a:lnTo>
                    <a:pt x="10" y="58"/>
                  </a:lnTo>
                  <a:lnTo>
                    <a:pt x="10" y="58"/>
                  </a:lnTo>
                  <a:lnTo>
                    <a:pt x="10" y="59"/>
                  </a:lnTo>
                  <a:lnTo>
                    <a:pt x="10" y="59"/>
                  </a:lnTo>
                  <a:lnTo>
                    <a:pt x="10" y="59"/>
                  </a:lnTo>
                  <a:lnTo>
                    <a:pt x="11" y="59"/>
                  </a:lnTo>
                  <a:lnTo>
                    <a:pt x="11" y="61"/>
                  </a:lnTo>
                  <a:lnTo>
                    <a:pt x="11" y="61"/>
                  </a:lnTo>
                  <a:lnTo>
                    <a:pt x="11" y="61"/>
                  </a:lnTo>
                  <a:lnTo>
                    <a:pt x="11" y="61"/>
                  </a:lnTo>
                  <a:lnTo>
                    <a:pt x="11" y="61"/>
                  </a:lnTo>
                  <a:lnTo>
                    <a:pt x="11" y="61"/>
                  </a:lnTo>
                  <a:lnTo>
                    <a:pt x="11" y="61"/>
                  </a:lnTo>
                  <a:lnTo>
                    <a:pt x="12" y="61"/>
                  </a:lnTo>
                  <a:lnTo>
                    <a:pt x="11" y="63"/>
                  </a:lnTo>
                  <a:lnTo>
                    <a:pt x="11" y="63"/>
                  </a:lnTo>
                  <a:lnTo>
                    <a:pt x="11" y="63"/>
                  </a:lnTo>
                  <a:lnTo>
                    <a:pt x="11" y="63"/>
                  </a:lnTo>
                  <a:lnTo>
                    <a:pt x="11" y="65"/>
                  </a:lnTo>
                  <a:lnTo>
                    <a:pt x="11" y="65"/>
                  </a:lnTo>
                  <a:lnTo>
                    <a:pt x="11" y="65"/>
                  </a:lnTo>
                  <a:lnTo>
                    <a:pt x="11" y="65"/>
                  </a:lnTo>
                  <a:lnTo>
                    <a:pt x="11" y="67"/>
                  </a:lnTo>
                  <a:lnTo>
                    <a:pt x="11" y="67"/>
                  </a:lnTo>
                  <a:lnTo>
                    <a:pt x="11" y="67"/>
                  </a:lnTo>
                  <a:lnTo>
                    <a:pt x="11" y="67"/>
                  </a:lnTo>
                  <a:lnTo>
                    <a:pt x="11" y="68"/>
                  </a:lnTo>
                  <a:lnTo>
                    <a:pt x="11" y="68"/>
                  </a:lnTo>
                  <a:lnTo>
                    <a:pt x="11" y="68"/>
                  </a:lnTo>
                  <a:lnTo>
                    <a:pt x="12" y="68"/>
                  </a:lnTo>
                  <a:lnTo>
                    <a:pt x="12" y="69"/>
                  </a:lnTo>
                  <a:lnTo>
                    <a:pt x="12" y="69"/>
                  </a:lnTo>
                  <a:lnTo>
                    <a:pt x="12" y="69"/>
                  </a:lnTo>
                  <a:lnTo>
                    <a:pt x="12" y="69"/>
                  </a:lnTo>
                  <a:lnTo>
                    <a:pt x="12" y="69"/>
                  </a:lnTo>
                  <a:lnTo>
                    <a:pt x="12" y="69"/>
                  </a:lnTo>
                  <a:lnTo>
                    <a:pt x="12" y="69"/>
                  </a:lnTo>
                  <a:lnTo>
                    <a:pt x="13" y="69"/>
                  </a:lnTo>
                  <a:lnTo>
                    <a:pt x="13" y="70"/>
                  </a:lnTo>
                  <a:lnTo>
                    <a:pt x="13" y="70"/>
                  </a:lnTo>
                  <a:lnTo>
                    <a:pt x="13" y="70"/>
                  </a:lnTo>
                  <a:lnTo>
                    <a:pt x="15" y="70"/>
                  </a:lnTo>
                  <a:lnTo>
                    <a:pt x="15" y="70"/>
                  </a:lnTo>
                  <a:lnTo>
                    <a:pt x="15" y="70"/>
                  </a:lnTo>
                  <a:lnTo>
                    <a:pt x="15" y="70"/>
                  </a:lnTo>
                  <a:lnTo>
                    <a:pt x="16" y="70"/>
                  </a:lnTo>
                  <a:lnTo>
                    <a:pt x="16" y="71"/>
                  </a:lnTo>
                  <a:lnTo>
                    <a:pt x="16" y="71"/>
                  </a:lnTo>
                  <a:lnTo>
                    <a:pt x="16" y="71"/>
                  </a:lnTo>
                  <a:lnTo>
                    <a:pt x="18" y="71"/>
                  </a:lnTo>
                  <a:lnTo>
                    <a:pt x="18" y="71"/>
                  </a:lnTo>
                  <a:lnTo>
                    <a:pt x="19" y="71"/>
                  </a:lnTo>
                  <a:lnTo>
                    <a:pt x="19" y="71"/>
                  </a:lnTo>
                  <a:lnTo>
                    <a:pt x="21" y="71"/>
                  </a:lnTo>
                  <a:lnTo>
                    <a:pt x="21" y="72"/>
                  </a:lnTo>
                  <a:lnTo>
                    <a:pt x="21" y="72"/>
                  </a:lnTo>
                  <a:lnTo>
                    <a:pt x="21" y="72"/>
                  </a:lnTo>
                  <a:lnTo>
                    <a:pt x="23" y="72"/>
                  </a:lnTo>
                  <a:lnTo>
                    <a:pt x="23" y="72"/>
                  </a:lnTo>
                  <a:lnTo>
                    <a:pt x="24" y="72"/>
                  </a:lnTo>
                  <a:lnTo>
                    <a:pt x="24" y="72"/>
                  </a:lnTo>
                  <a:lnTo>
                    <a:pt x="26" y="72"/>
                  </a:lnTo>
                  <a:lnTo>
                    <a:pt x="26" y="74"/>
                  </a:lnTo>
                  <a:lnTo>
                    <a:pt x="26" y="74"/>
                  </a:lnTo>
                  <a:lnTo>
                    <a:pt x="26" y="74"/>
                  </a:lnTo>
                  <a:lnTo>
                    <a:pt x="27" y="74"/>
                  </a:lnTo>
                  <a:lnTo>
                    <a:pt x="27" y="75"/>
                  </a:lnTo>
                  <a:lnTo>
                    <a:pt x="27" y="75"/>
                  </a:lnTo>
                  <a:lnTo>
                    <a:pt x="27" y="75"/>
                  </a:lnTo>
                  <a:lnTo>
                    <a:pt x="29" y="75"/>
                  </a:lnTo>
                  <a:lnTo>
                    <a:pt x="29" y="76"/>
                  </a:lnTo>
                  <a:lnTo>
                    <a:pt x="29" y="76"/>
                  </a:lnTo>
                  <a:lnTo>
                    <a:pt x="29" y="76"/>
                  </a:lnTo>
                  <a:lnTo>
                    <a:pt x="31" y="76"/>
                  </a:lnTo>
                  <a:lnTo>
                    <a:pt x="31" y="76"/>
                  </a:lnTo>
                  <a:lnTo>
                    <a:pt x="31" y="76"/>
                  </a:lnTo>
                  <a:lnTo>
                    <a:pt x="31" y="76"/>
                  </a:lnTo>
                  <a:lnTo>
                    <a:pt x="33" y="76"/>
                  </a:lnTo>
                  <a:lnTo>
                    <a:pt x="33" y="76"/>
                  </a:lnTo>
                  <a:lnTo>
                    <a:pt x="33" y="76"/>
                  </a:lnTo>
                  <a:lnTo>
                    <a:pt x="33" y="76"/>
                  </a:lnTo>
                  <a:lnTo>
                    <a:pt x="35" y="76"/>
                  </a:lnTo>
                  <a:lnTo>
                    <a:pt x="35" y="76"/>
                  </a:lnTo>
                  <a:lnTo>
                    <a:pt x="36" y="76"/>
                  </a:lnTo>
                  <a:lnTo>
                    <a:pt x="36" y="76"/>
                  </a:lnTo>
                  <a:lnTo>
                    <a:pt x="38" y="75"/>
                  </a:lnTo>
                  <a:lnTo>
                    <a:pt x="38" y="75"/>
                  </a:lnTo>
                  <a:lnTo>
                    <a:pt x="38" y="75"/>
                  </a:lnTo>
                  <a:lnTo>
                    <a:pt x="38" y="75"/>
                  </a:lnTo>
                  <a:lnTo>
                    <a:pt x="39" y="75"/>
                  </a:lnTo>
                  <a:lnTo>
                    <a:pt x="39" y="75"/>
                  </a:lnTo>
                  <a:lnTo>
                    <a:pt x="39" y="75"/>
                  </a:lnTo>
                  <a:lnTo>
                    <a:pt x="39" y="75"/>
                  </a:lnTo>
                  <a:lnTo>
                    <a:pt x="41" y="73"/>
                  </a:lnTo>
                  <a:lnTo>
                    <a:pt x="41" y="74"/>
                  </a:lnTo>
                  <a:lnTo>
                    <a:pt x="41" y="74"/>
                  </a:lnTo>
                  <a:lnTo>
                    <a:pt x="41" y="74"/>
                  </a:lnTo>
                  <a:lnTo>
                    <a:pt x="42" y="74"/>
                  </a:lnTo>
                  <a:lnTo>
                    <a:pt x="42" y="74"/>
                  </a:lnTo>
                  <a:lnTo>
                    <a:pt x="42" y="74"/>
                  </a:lnTo>
                  <a:lnTo>
                    <a:pt x="42" y="74"/>
                  </a:lnTo>
                  <a:lnTo>
                    <a:pt x="44" y="74"/>
                  </a:lnTo>
                  <a:lnTo>
                    <a:pt x="44" y="75"/>
                  </a:lnTo>
                  <a:lnTo>
                    <a:pt x="45" y="75"/>
                  </a:lnTo>
                  <a:lnTo>
                    <a:pt x="45" y="75"/>
                  </a:lnTo>
                  <a:lnTo>
                    <a:pt x="47" y="75"/>
                  </a:lnTo>
                  <a:lnTo>
                    <a:pt x="47" y="75"/>
                  </a:lnTo>
                  <a:lnTo>
                    <a:pt x="49" y="75"/>
                  </a:lnTo>
                  <a:lnTo>
                    <a:pt x="49" y="75"/>
                  </a:lnTo>
                  <a:lnTo>
                    <a:pt x="51" y="75"/>
                  </a:lnTo>
                  <a:lnTo>
                    <a:pt x="51" y="76"/>
                  </a:lnTo>
                  <a:lnTo>
                    <a:pt x="51" y="76"/>
                  </a:lnTo>
                  <a:lnTo>
                    <a:pt x="51" y="76"/>
                  </a:lnTo>
                  <a:lnTo>
                    <a:pt x="52" y="76"/>
                  </a:lnTo>
                  <a:lnTo>
                    <a:pt x="52" y="76"/>
                  </a:lnTo>
                  <a:lnTo>
                    <a:pt x="52" y="76"/>
                  </a:lnTo>
                  <a:lnTo>
                    <a:pt x="52" y="76"/>
                  </a:lnTo>
                  <a:lnTo>
                    <a:pt x="53" y="76"/>
                  </a:lnTo>
                  <a:lnTo>
                    <a:pt x="53" y="78"/>
                  </a:lnTo>
                  <a:lnTo>
                    <a:pt x="53" y="78"/>
                  </a:lnTo>
                  <a:lnTo>
                    <a:pt x="53" y="78"/>
                  </a:lnTo>
                  <a:lnTo>
                    <a:pt x="55" y="78"/>
                  </a:lnTo>
                  <a:lnTo>
                    <a:pt x="55" y="78"/>
                  </a:lnTo>
                  <a:lnTo>
                    <a:pt x="55" y="78"/>
                  </a:lnTo>
                  <a:lnTo>
                    <a:pt x="55" y="78"/>
                  </a:lnTo>
                  <a:lnTo>
                    <a:pt x="57" y="78"/>
                  </a:lnTo>
                  <a:lnTo>
                    <a:pt x="55" y="80"/>
                  </a:lnTo>
                  <a:lnTo>
                    <a:pt x="55" y="80"/>
                  </a:lnTo>
                  <a:lnTo>
                    <a:pt x="55" y="80"/>
                  </a:lnTo>
                  <a:lnTo>
                    <a:pt x="55" y="80"/>
                  </a:lnTo>
                  <a:lnTo>
                    <a:pt x="55" y="81"/>
                  </a:lnTo>
                  <a:lnTo>
                    <a:pt x="55" y="81"/>
                  </a:lnTo>
                  <a:lnTo>
                    <a:pt x="55" y="81"/>
                  </a:lnTo>
                  <a:lnTo>
                    <a:pt x="55" y="81"/>
                  </a:lnTo>
                  <a:lnTo>
                    <a:pt x="55" y="82"/>
                  </a:lnTo>
                  <a:lnTo>
                    <a:pt x="55" y="82"/>
                  </a:lnTo>
                  <a:lnTo>
                    <a:pt x="55" y="82"/>
                  </a:lnTo>
                  <a:lnTo>
                    <a:pt x="55" y="82"/>
                  </a:lnTo>
                  <a:lnTo>
                    <a:pt x="55" y="82"/>
                  </a:lnTo>
                  <a:lnTo>
                    <a:pt x="55" y="82"/>
                  </a:lnTo>
                  <a:lnTo>
                    <a:pt x="55" y="82"/>
                  </a:lnTo>
                  <a:lnTo>
                    <a:pt x="55" y="82"/>
                  </a:lnTo>
                  <a:lnTo>
                    <a:pt x="55" y="84"/>
                  </a:lnTo>
                  <a:lnTo>
                    <a:pt x="55" y="84"/>
                  </a:lnTo>
                  <a:lnTo>
                    <a:pt x="55" y="84"/>
                  </a:lnTo>
                  <a:lnTo>
                    <a:pt x="55" y="84"/>
                  </a:lnTo>
                  <a:lnTo>
                    <a:pt x="55" y="86"/>
                  </a:lnTo>
                  <a:lnTo>
                    <a:pt x="55" y="86"/>
                  </a:lnTo>
                  <a:lnTo>
                    <a:pt x="55" y="86"/>
                  </a:lnTo>
                  <a:lnTo>
                    <a:pt x="55" y="86"/>
                  </a:lnTo>
                  <a:lnTo>
                    <a:pt x="55" y="88"/>
                  </a:lnTo>
                  <a:lnTo>
                    <a:pt x="55" y="88"/>
                  </a:lnTo>
                  <a:lnTo>
                    <a:pt x="55" y="88"/>
                  </a:lnTo>
                  <a:lnTo>
                    <a:pt x="55" y="88"/>
                  </a:lnTo>
                  <a:lnTo>
                    <a:pt x="55" y="89"/>
                  </a:lnTo>
                  <a:lnTo>
                    <a:pt x="55" y="89"/>
                  </a:lnTo>
                  <a:lnTo>
                    <a:pt x="55" y="89"/>
                  </a:lnTo>
                  <a:lnTo>
                    <a:pt x="55" y="89"/>
                  </a:lnTo>
                  <a:lnTo>
                    <a:pt x="54" y="91"/>
                  </a:lnTo>
                  <a:lnTo>
                    <a:pt x="54" y="91"/>
                  </a:lnTo>
                  <a:lnTo>
                    <a:pt x="54" y="92"/>
                  </a:lnTo>
                  <a:lnTo>
                    <a:pt x="54" y="92"/>
                  </a:lnTo>
                  <a:lnTo>
                    <a:pt x="54" y="94"/>
                  </a:lnTo>
                  <a:lnTo>
                    <a:pt x="54" y="94"/>
                  </a:lnTo>
                  <a:lnTo>
                    <a:pt x="54" y="95"/>
                  </a:lnTo>
                  <a:lnTo>
                    <a:pt x="54" y="95"/>
                  </a:lnTo>
                  <a:lnTo>
                    <a:pt x="54" y="97"/>
                  </a:lnTo>
                  <a:lnTo>
                    <a:pt x="54" y="97"/>
                  </a:lnTo>
                  <a:lnTo>
                    <a:pt x="54" y="99"/>
                  </a:lnTo>
                  <a:lnTo>
                    <a:pt x="54" y="99"/>
                  </a:lnTo>
                  <a:lnTo>
                    <a:pt x="54" y="101"/>
                  </a:lnTo>
                  <a:lnTo>
                    <a:pt x="54" y="101"/>
                  </a:lnTo>
                  <a:lnTo>
                    <a:pt x="54" y="101"/>
                  </a:lnTo>
                  <a:lnTo>
                    <a:pt x="55" y="101"/>
                  </a:lnTo>
                  <a:lnTo>
                    <a:pt x="55" y="101"/>
                  </a:lnTo>
                  <a:lnTo>
                    <a:pt x="55" y="101"/>
                  </a:lnTo>
                  <a:lnTo>
                    <a:pt x="55" y="101"/>
                  </a:lnTo>
                  <a:lnTo>
                    <a:pt x="56" y="101"/>
                  </a:lnTo>
                  <a:lnTo>
                    <a:pt x="56" y="101"/>
                  </a:lnTo>
                  <a:lnTo>
                    <a:pt x="56" y="101"/>
                  </a:lnTo>
                  <a:lnTo>
                    <a:pt x="56" y="101"/>
                  </a:lnTo>
                  <a:lnTo>
                    <a:pt x="58" y="100"/>
                  </a:lnTo>
                  <a:lnTo>
                    <a:pt x="58" y="100"/>
                  </a:lnTo>
                  <a:lnTo>
                    <a:pt x="58" y="100"/>
                  </a:lnTo>
                  <a:lnTo>
                    <a:pt x="58" y="100"/>
                  </a:lnTo>
                  <a:lnTo>
                    <a:pt x="60" y="100"/>
                  </a:lnTo>
                  <a:lnTo>
                    <a:pt x="60" y="100"/>
                  </a:lnTo>
                  <a:lnTo>
                    <a:pt x="61" y="100"/>
                  </a:lnTo>
                  <a:lnTo>
                    <a:pt x="61" y="100"/>
                  </a:lnTo>
                  <a:lnTo>
                    <a:pt x="63" y="99"/>
                  </a:lnTo>
                  <a:lnTo>
                    <a:pt x="63" y="100"/>
                  </a:lnTo>
                  <a:lnTo>
                    <a:pt x="63" y="100"/>
                  </a:lnTo>
                  <a:lnTo>
                    <a:pt x="63" y="100"/>
                  </a:lnTo>
                  <a:lnTo>
                    <a:pt x="63" y="100"/>
                  </a:lnTo>
                  <a:lnTo>
                    <a:pt x="63" y="100"/>
                  </a:lnTo>
                  <a:lnTo>
                    <a:pt x="63" y="100"/>
                  </a:lnTo>
                  <a:lnTo>
                    <a:pt x="63" y="100"/>
                  </a:lnTo>
                  <a:lnTo>
                    <a:pt x="64" y="100"/>
                  </a:lnTo>
                  <a:lnTo>
                    <a:pt x="64" y="101"/>
                  </a:lnTo>
                  <a:lnTo>
                    <a:pt x="64" y="101"/>
                  </a:lnTo>
                  <a:lnTo>
                    <a:pt x="64" y="101"/>
                  </a:lnTo>
                  <a:lnTo>
                    <a:pt x="64" y="101"/>
                  </a:lnTo>
                  <a:lnTo>
                    <a:pt x="64" y="101"/>
                  </a:lnTo>
                  <a:lnTo>
                    <a:pt x="64" y="101"/>
                  </a:lnTo>
                  <a:lnTo>
                    <a:pt x="64" y="101"/>
                  </a:lnTo>
                  <a:lnTo>
                    <a:pt x="66" y="101"/>
                  </a:lnTo>
                  <a:lnTo>
                    <a:pt x="66" y="102"/>
                  </a:lnTo>
                  <a:lnTo>
                    <a:pt x="66" y="102"/>
                  </a:lnTo>
                  <a:lnTo>
                    <a:pt x="66" y="102"/>
                  </a:lnTo>
                  <a:lnTo>
                    <a:pt x="66" y="102"/>
                  </a:lnTo>
                  <a:lnTo>
                    <a:pt x="66" y="102"/>
                  </a:lnTo>
                  <a:lnTo>
                    <a:pt x="66" y="102"/>
                  </a:lnTo>
                  <a:lnTo>
                    <a:pt x="66" y="102"/>
                  </a:lnTo>
                  <a:lnTo>
                    <a:pt x="68" y="102"/>
                  </a:lnTo>
                  <a:lnTo>
                    <a:pt x="68" y="102"/>
                  </a:lnTo>
                  <a:lnTo>
                    <a:pt x="68" y="102"/>
                  </a:lnTo>
                  <a:lnTo>
                    <a:pt x="68" y="102"/>
                  </a:lnTo>
                  <a:lnTo>
                    <a:pt x="69" y="102"/>
                  </a:lnTo>
                  <a:lnTo>
                    <a:pt x="69" y="102"/>
                  </a:lnTo>
                  <a:lnTo>
                    <a:pt x="69" y="102"/>
                  </a:lnTo>
                  <a:lnTo>
                    <a:pt x="69" y="102"/>
                  </a:lnTo>
                  <a:lnTo>
                    <a:pt x="72" y="102"/>
                  </a:lnTo>
                  <a:lnTo>
                    <a:pt x="72" y="104"/>
                  </a:lnTo>
                  <a:lnTo>
                    <a:pt x="72" y="104"/>
                  </a:lnTo>
                  <a:lnTo>
                    <a:pt x="72" y="104"/>
                  </a:lnTo>
                  <a:lnTo>
                    <a:pt x="72" y="104"/>
                  </a:lnTo>
                  <a:lnTo>
                    <a:pt x="72" y="104"/>
                  </a:lnTo>
                  <a:lnTo>
                    <a:pt x="74" y="104"/>
                  </a:lnTo>
                  <a:lnTo>
                    <a:pt x="74" y="104"/>
                  </a:lnTo>
                  <a:lnTo>
                    <a:pt x="75" y="104"/>
                  </a:lnTo>
                  <a:lnTo>
                    <a:pt x="75" y="106"/>
                  </a:lnTo>
                  <a:lnTo>
                    <a:pt x="76" y="106"/>
                  </a:lnTo>
                  <a:lnTo>
                    <a:pt x="76" y="106"/>
                  </a:lnTo>
                  <a:lnTo>
                    <a:pt x="78" y="106"/>
                  </a:lnTo>
                  <a:lnTo>
                    <a:pt x="78" y="106"/>
                  </a:lnTo>
                  <a:lnTo>
                    <a:pt x="79" y="106"/>
                  </a:lnTo>
                  <a:lnTo>
                    <a:pt x="79" y="106"/>
                  </a:lnTo>
                  <a:lnTo>
                    <a:pt x="80" y="106"/>
                  </a:lnTo>
                  <a:lnTo>
                    <a:pt x="80" y="108"/>
                  </a:lnTo>
                  <a:lnTo>
                    <a:pt x="80" y="108"/>
                  </a:lnTo>
                  <a:lnTo>
                    <a:pt x="80" y="109"/>
                  </a:lnTo>
                  <a:lnTo>
                    <a:pt x="80" y="109"/>
                  </a:lnTo>
                  <a:lnTo>
                    <a:pt x="80" y="111"/>
                  </a:lnTo>
                  <a:lnTo>
                    <a:pt x="80" y="111"/>
                  </a:lnTo>
                  <a:lnTo>
                    <a:pt x="80" y="112"/>
                  </a:lnTo>
                  <a:lnTo>
                    <a:pt x="81" y="112"/>
                  </a:lnTo>
                  <a:lnTo>
                    <a:pt x="81" y="114"/>
                  </a:lnTo>
                  <a:lnTo>
                    <a:pt x="81" y="114"/>
                  </a:lnTo>
                  <a:lnTo>
                    <a:pt x="81" y="116"/>
                  </a:lnTo>
                  <a:lnTo>
                    <a:pt x="81" y="116"/>
                  </a:lnTo>
                  <a:lnTo>
                    <a:pt x="81" y="117"/>
                  </a:lnTo>
                  <a:lnTo>
                    <a:pt x="82" y="117"/>
                  </a:lnTo>
                  <a:lnTo>
                    <a:pt x="82" y="117"/>
                  </a:lnTo>
                  <a:lnTo>
                    <a:pt x="84" y="117"/>
                  </a:lnTo>
                  <a:lnTo>
                    <a:pt x="84" y="117"/>
                  </a:lnTo>
                  <a:lnTo>
                    <a:pt x="84" y="117"/>
                  </a:lnTo>
                  <a:lnTo>
                    <a:pt x="84" y="117"/>
                  </a:lnTo>
                  <a:lnTo>
                    <a:pt x="84" y="117"/>
                  </a:lnTo>
                  <a:lnTo>
                    <a:pt x="84" y="117"/>
                  </a:lnTo>
                  <a:lnTo>
                    <a:pt x="86" y="117"/>
                  </a:lnTo>
                  <a:lnTo>
                    <a:pt x="86" y="117"/>
                  </a:lnTo>
                  <a:lnTo>
                    <a:pt x="88" y="117"/>
                  </a:lnTo>
                  <a:lnTo>
                    <a:pt x="88" y="117"/>
                  </a:lnTo>
                  <a:lnTo>
                    <a:pt x="88" y="117"/>
                  </a:lnTo>
                  <a:lnTo>
                    <a:pt x="88" y="117"/>
                  </a:lnTo>
                  <a:lnTo>
                    <a:pt x="90" y="117"/>
                  </a:lnTo>
                  <a:lnTo>
                    <a:pt x="90" y="117"/>
                  </a:lnTo>
                  <a:lnTo>
                    <a:pt x="91" y="117"/>
                  </a:lnTo>
                  <a:lnTo>
                    <a:pt x="91" y="117"/>
                  </a:lnTo>
                  <a:lnTo>
                    <a:pt x="93" y="114"/>
                  </a:lnTo>
                  <a:lnTo>
                    <a:pt x="93" y="114"/>
                  </a:lnTo>
                  <a:lnTo>
                    <a:pt x="93" y="114"/>
                  </a:lnTo>
                  <a:lnTo>
                    <a:pt x="93" y="114"/>
                  </a:lnTo>
                  <a:lnTo>
                    <a:pt x="93" y="114"/>
                  </a:lnTo>
                  <a:lnTo>
                    <a:pt x="93" y="114"/>
                  </a:lnTo>
                  <a:lnTo>
                    <a:pt x="93" y="114"/>
                  </a:lnTo>
                  <a:lnTo>
                    <a:pt x="93" y="114"/>
                  </a:lnTo>
                  <a:lnTo>
                    <a:pt x="95" y="113"/>
                  </a:lnTo>
                  <a:lnTo>
                    <a:pt x="95" y="113"/>
                  </a:lnTo>
                  <a:lnTo>
                    <a:pt x="95" y="113"/>
                  </a:lnTo>
                  <a:lnTo>
                    <a:pt x="95" y="113"/>
                  </a:lnTo>
                  <a:lnTo>
                    <a:pt x="97" y="113"/>
                  </a:lnTo>
                  <a:lnTo>
                    <a:pt x="97" y="113"/>
                  </a:lnTo>
                  <a:lnTo>
                    <a:pt x="97" y="113"/>
                  </a:lnTo>
                  <a:lnTo>
                    <a:pt x="97" y="113"/>
                  </a:lnTo>
                  <a:lnTo>
                    <a:pt x="98" y="111"/>
                  </a:lnTo>
                  <a:lnTo>
                    <a:pt x="98" y="113"/>
                  </a:lnTo>
                  <a:lnTo>
                    <a:pt x="98" y="113"/>
                  </a:lnTo>
                  <a:lnTo>
                    <a:pt x="98" y="113"/>
                  </a:lnTo>
                  <a:lnTo>
                    <a:pt x="98" y="113"/>
                  </a:lnTo>
                  <a:lnTo>
                    <a:pt x="98" y="114"/>
                  </a:lnTo>
                  <a:lnTo>
                    <a:pt x="98" y="114"/>
                  </a:lnTo>
                  <a:lnTo>
                    <a:pt x="98" y="114"/>
                  </a:lnTo>
                  <a:lnTo>
                    <a:pt x="99" y="114"/>
                  </a:lnTo>
                  <a:lnTo>
                    <a:pt x="99" y="116"/>
                  </a:lnTo>
                  <a:lnTo>
                    <a:pt x="99" y="116"/>
                  </a:lnTo>
                  <a:lnTo>
                    <a:pt x="99" y="116"/>
                  </a:lnTo>
                  <a:lnTo>
                    <a:pt x="99" y="116"/>
                  </a:lnTo>
                  <a:lnTo>
                    <a:pt x="99" y="117"/>
                  </a:lnTo>
                  <a:lnTo>
                    <a:pt x="99" y="117"/>
                  </a:lnTo>
                  <a:lnTo>
                    <a:pt x="99" y="117"/>
                  </a:lnTo>
                  <a:lnTo>
                    <a:pt x="101" y="117"/>
                  </a:lnTo>
                  <a:lnTo>
                    <a:pt x="101" y="117"/>
                  </a:lnTo>
                  <a:lnTo>
                    <a:pt x="101" y="117"/>
                  </a:lnTo>
                  <a:lnTo>
                    <a:pt x="101" y="117"/>
                  </a:lnTo>
                  <a:lnTo>
                    <a:pt x="103" y="116"/>
                  </a:lnTo>
                  <a:lnTo>
                    <a:pt x="103" y="116"/>
                  </a:lnTo>
                  <a:lnTo>
                    <a:pt x="103" y="114"/>
                  </a:lnTo>
                  <a:lnTo>
                    <a:pt x="103" y="114"/>
                  </a:lnTo>
                  <a:lnTo>
                    <a:pt x="104" y="113"/>
                  </a:lnTo>
                  <a:lnTo>
                    <a:pt x="104" y="113"/>
                  </a:lnTo>
                  <a:lnTo>
                    <a:pt x="104" y="111"/>
                  </a:lnTo>
                  <a:lnTo>
                    <a:pt x="104" y="111"/>
                  </a:lnTo>
                  <a:lnTo>
                    <a:pt x="106" y="110"/>
                  </a:lnTo>
                  <a:lnTo>
                    <a:pt x="106" y="110"/>
                  </a:lnTo>
                  <a:lnTo>
                    <a:pt x="106" y="109"/>
                  </a:lnTo>
                  <a:lnTo>
                    <a:pt x="106" y="109"/>
                  </a:lnTo>
                  <a:lnTo>
                    <a:pt x="108" y="107"/>
                  </a:lnTo>
                  <a:lnTo>
                    <a:pt x="108" y="108"/>
                  </a:lnTo>
                  <a:lnTo>
                    <a:pt x="108" y="108"/>
                  </a:lnTo>
                  <a:lnTo>
                    <a:pt x="108" y="108"/>
                  </a:lnTo>
                  <a:lnTo>
                    <a:pt x="108" y="108"/>
                  </a:lnTo>
                  <a:lnTo>
                    <a:pt x="108" y="108"/>
                  </a:lnTo>
                  <a:lnTo>
                    <a:pt x="108" y="108"/>
                  </a:lnTo>
                  <a:lnTo>
                    <a:pt x="108" y="108"/>
                  </a:lnTo>
                  <a:lnTo>
                    <a:pt x="110" y="108"/>
                  </a:lnTo>
                  <a:lnTo>
                    <a:pt x="110" y="109"/>
                  </a:lnTo>
                  <a:lnTo>
                    <a:pt x="110" y="109"/>
                  </a:lnTo>
                  <a:lnTo>
                    <a:pt x="110" y="109"/>
                  </a:lnTo>
                  <a:lnTo>
                    <a:pt x="112" y="109"/>
                  </a:lnTo>
                  <a:lnTo>
                    <a:pt x="112" y="109"/>
                  </a:lnTo>
                  <a:lnTo>
                    <a:pt x="112" y="109"/>
                  </a:lnTo>
                  <a:lnTo>
                    <a:pt x="112" y="109"/>
                  </a:lnTo>
                  <a:lnTo>
                    <a:pt x="113" y="107"/>
                  </a:lnTo>
                  <a:lnTo>
                    <a:pt x="112" y="107"/>
                  </a:lnTo>
                  <a:lnTo>
                    <a:pt x="112" y="107"/>
                  </a:lnTo>
                  <a:lnTo>
                    <a:pt x="112" y="107"/>
                  </a:lnTo>
                  <a:lnTo>
                    <a:pt x="112" y="106"/>
                  </a:lnTo>
                  <a:lnTo>
                    <a:pt x="112" y="106"/>
                  </a:lnTo>
                  <a:lnTo>
                    <a:pt x="112" y="106"/>
                  </a:lnTo>
                  <a:lnTo>
                    <a:pt x="112" y="106"/>
                  </a:lnTo>
                  <a:lnTo>
                    <a:pt x="112" y="104"/>
                  </a:lnTo>
                  <a:lnTo>
                    <a:pt x="110" y="104"/>
                  </a:lnTo>
                  <a:lnTo>
                    <a:pt x="110" y="104"/>
                  </a:lnTo>
                  <a:lnTo>
                    <a:pt x="110" y="104"/>
                  </a:lnTo>
                  <a:lnTo>
                    <a:pt x="110" y="102"/>
                  </a:lnTo>
                  <a:lnTo>
                    <a:pt x="110" y="102"/>
                  </a:lnTo>
                  <a:lnTo>
                    <a:pt x="110" y="102"/>
                  </a:lnTo>
                  <a:lnTo>
                    <a:pt x="110" y="102"/>
                  </a:lnTo>
                  <a:lnTo>
                    <a:pt x="111" y="100"/>
                  </a:lnTo>
                  <a:lnTo>
                    <a:pt x="111" y="100"/>
                  </a:lnTo>
                  <a:lnTo>
                    <a:pt x="111" y="100"/>
                  </a:lnTo>
                  <a:lnTo>
                    <a:pt x="111" y="100"/>
                  </a:lnTo>
                  <a:lnTo>
                    <a:pt x="112" y="100"/>
                  </a:lnTo>
                  <a:lnTo>
                    <a:pt x="112" y="100"/>
                  </a:lnTo>
                  <a:lnTo>
                    <a:pt x="113" y="100"/>
                  </a:lnTo>
                  <a:lnTo>
                    <a:pt x="113" y="100"/>
                  </a:lnTo>
                  <a:lnTo>
                    <a:pt x="115" y="100"/>
                  </a:lnTo>
                  <a:lnTo>
                    <a:pt x="115" y="100"/>
                  </a:lnTo>
                  <a:lnTo>
                    <a:pt x="115" y="100"/>
                  </a:lnTo>
                  <a:lnTo>
                    <a:pt x="115" y="100"/>
                  </a:lnTo>
                  <a:lnTo>
                    <a:pt x="117" y="100"/>
                  </a:lnTo>
                  <a:lnTo>
                    <a:pt x="117" y="100"/>
                  </a:lnTo>
                  <a:lnTo>
                    <a:pt x="118" y="100"/>
                  </a:lnTo>
                  <a:lnTo>
                    <a:pt x="118" y="100"/>
                  </a:lnTo>
                  <a:lnTo>
                    <a:pt x="120" y="99"/>
                  </a:lnTo>
                  <a:lnTo>
                    <a:pt x="120" y="99"/>
                  </a:lnTo>
                  <a:lnTo>
                    <a:pt x="120" y="99"/>
                  </a:lnTo>
                  <a:lnTo>
                    <a:pt x="120" y="99"/>
                  </a:lnTo>
                  <a:lnTo>
                    <a:pt x="120" y="98"/>
                  </a:lnTo>
                  <a:lnTo>
                    <a:pt x="120" y="98"/>
                  </a:lnTo>
                  <a:lnTo>
                    <a:pt x="120" y="97"/>
                  </a:lnTo>
                  <a:lnTo>
                    <a:pt x="120" y="97"/>
                  </a:lnTo>
                  <a:lnTo>
                    <a:pt x="123" y="95"/>
                  </a:lnTo>
                  <a:lnTo>
                    <a:pt x="123" y="95"/>
                  </a:lnTo>
                  <a:lnTo>
                    <a:pt x="123" y="95"/>
                  </a:lnTo>
                  <a:lnTo>
                    <a:pt x="123" y="95"/>
                  </a:lnTo>
                  <a:lnTo>
                    <a:pt x="124" y="93"/>
                  </a:lnTo>
                  <a:lnTo>
                    <a:pt x="124" y="93"/>
                  </a:lnTo>
                  <a:lnTo>
                    <a:pt x="124" y="93"/>
                  </a:lnTo>
                  <a:lnTo>
                    <a:pt x="124" y="93"/>
                  </a:lnTo>
                  <a:lnTo>
                    <a:pt x="126" y="91"/>
                  </a:lnTo>
                  <a:lnTo>
                    <a:pt x="126" y="93"/>
                  </a:lnTo>
                  <a:lnTo>
                    <a:pt x="126" y="93"/>
                  </a:lnTo>
                  <a:lnTo>
                    <a:pt x="126" y="93"/>
                  </a:lnTo>
                  <a:lnTo>
                    <a:pt x="126" y="93"/>
                  </a:lnTo>
                  <a:lnTo>
                    <a:pt x="126" y="95"/>
                  </a:lnTo>
                  <a:lnTo>
                    <a:pt x="126" y="95"/>
                  </a:lnTo>
                  <a:lnTo>
                    <a:pt x="126" y="95"/>
                  </a:lnTo>
                  <a:lnTo>
                    <a:pt x="128" y="95"/>
                  </a:lnTo>
                  <a:lnTo>
                    <a:pt x="128" y="97"/>
                  </a:lnTo>
                  <a:lnTo>
                    <a:pt x="128" y="97"/>
                  </a:lnTo>
                  <a:lnTo>
                    <a:pt x="128" y="97"/>
                  </a:lnTo>
                  <a:lnTo>
                    <a:pt x="128" y="97"/>
                  </a:lnTo>
                  <a:lnTo>
                    <a:pt x="128" y="97"/>
                  </a:lnTo>
                  <a:lnTo>
                    <a:pt x="128" y="97"/>
                  </a:lnTo>
                  <a:lnTo>
                    <a:pt x="128" y="97"/>
                  </a:lnTo>
                  <a:lnTo>
                    <a:pt x="130" y="97"/>
                  </a:lnTo>
                  <a:lnTo>
                    <a:pt x="130" y="98"/>
                  </a:lnTo>
                  <a:lnTo>
                    <a:pt x="130" y="98"/>
                  </a:lnTo>
                  <a:lnTo>
                    <a:pt x="130" y="98"/>
                  </a:lnTo>
                  <a:lnTo>
                    <a:pt x="131" y="98"/>
                  </a:lnTo>
                  <a:lnTo>
                    <a:pt x="131" y="98"/>
                  </a:lnTo>
                  <a:lnTo>
                    <a:pt x="131" y="98"/>
                  </a:lnTo>
                  <a:lnTo>
                    <a:pt x="131" y="98"/>
                  </a:lnTo>
                  <a:lnTo>
                    <a:pt x="133" y="98"/>
                  </a:lnTo>
                  <a:lnTo>
                    <a:pt x="133" y="98"/>
                  </a:lnTo>
                  <a:lnTo>
                    <a:pt x="133" y="98"/>
                  </a:lnTo>
                  <a:lnTo>
                    <a:pt x="133" y="98"/>
                  </a:lnTo>
                  <a:lnTo>
                    <a:pt x="135" y="98"/>
                  </a:lnTo>
                  <a:lnTo>
                    <a:pt x="135" y="98"/>
                  </a:lnTo>
                  <a:lnTo>
                    <a:pt x="135" y="98"/>
                  </a:lnTo>
                  <a:lnTo>
                    <a:pt x="135" y="98"/>
                  </a:lnTo>
                  <a:lnTo>
                    <a:pt x="137" y="97"/>
                  </a:lnTo>
                  <a:lnTo>
                    <a:pt x="137" y="97"/>
                  </a:lnTo>
                  <a:lnTo>
                    <a:pt x="137" y="97"/>
                  </a:lnTo>
                  <a:lnTo>
                    <a:pt x="137" y="97"/>
                  </a:lnTo>
                  <a:lnTo>
                    <a:pt x="137" y="95"/>
                  </a:lnTo>
                  <a:lnTo>
                    <a:pt x="137" y="95"/>
                  </a:lnTo>
                  <a:lnTo>
                    <a:pt x="137" y="93"/>
                  </a:lnTo>
                  <a:lnTo>
                    <a:pt x="137" y="93"/>
                  </a:lnTo>
                  <a:lnTo>
                    <a:pt x="137" y="91"/>
                  </a:lnTo>
                  <a:lnTo>
                    <a:pt x="137" y="91"/>
                  </a:lnTo>
                  <a:lnTo>
                    <a:pt x="137" y="91"/>
                  </a:lnTo>
                  <a:lnTo>
                    <a:pt x="137" y="91"/>
                  </a:lnTo>
                  <a:lnTo>
                    <a:pt x="137" y="90"/>
                  </a:lnTo>
                  <a:lnTo>
                    <a:pt x="137" y="90"/>
                  </a:lnTo>
                  <a:lnTo>
                    <a:pt x="137" y="90"/>
                  </a:lnTo>
                  <a:lnTo>
                    <a:pt x="137" y="90"/>
                  </a:lnTo>
                  <a:lnTo>
                    <a:pt x="137" y="89"/>
                  </a:lnTo>
                  <a:lnTo>
                    <a:pt x="136" y="89"/>
                  </a:lnTo>
                  <a:lnTo>
                    <a:pt x="136" y="89"/>
                  </a:lnTo>
                  <a:lnTo>
                    <a:pt x="135" y="89"/>
                  </a:lnTo>
                  <a:lnTo>
                    <a:pt x="135" y="89"/>
                  </a:lnTo>
                  <a:lnTo>
                    <a:pt x="134" y="89"/>
                  </a:lnTo>
                  <a:lnTo>
                    <a:pt x="134" y="89"/>
                  </a:lnTo>
                  <a:lnTo>
                    <a:pt x="134" y="89"/>
                  </a:lnTo>
                  <a:lnTo>
                    <a:pt x="134" y="89"/>
                  </a:lnTo>
                  <a:lnTo>
                    <a:pt x="132" y="89"/>
                  </a:lnTo>
                  <a:lnTo>
                    <a:pt x="132" y="89"/>
                  </a:lnTo>
                  <a:lnTo>
                    <a:pt x="131" y="89"/>
                  </a:lnTo>
                  <a:lnTo>
                    <a:pt x="131" y="89"/>
                  </a:lnTo>
                  <a:lnTo>
                    <a:pt x="130" y="89"/>
                  </a:lnTo>
                  <a:lnTo>
                    <a:pt x="130" y="89"/>
                  </a:lnTo>
                  <a:lnTo>
                    <a:pt x="130" y="89"/>
                  </a:lnTo>
                  <a:lnTo>
                    <a:pt x="130" y="87"/>
                  </a:lnTo>
                  <a:lnTo>
                    <a:pt x="130" y="87"/>
                  </a:lnTo>
                  <a:lnTo>
                    <a:pt x="130" y="87"/>
                  </a:lnTo>
                  <a:lnTo>
                    <a:pt x="130" y="87"/>
                  </a:lnTo>
                  <a:lnTo>
                    <a:pt x="130" y="85"/>
                  </a:lnTo>
                  <a:lnTo>
                    <a:pt x="130" y="85"/>
                  </a:lnTo>
                  <a:lnTo>
                    <a:pt x="130" y="85"/>
                  </a:lnTo>
                  <a:lnTo>
                    <a:pt x="130" y="85"/>
                  </a:lnTo>
                  <a:lnTo>
                    <a:pt x="130" y="83"/>
                  </a:lnTo>
                  <a:lnTo>
                    <a:pt x="130" y="83"/>
                  </a:lnTo>
                  <a:lnTo>
                    <a:pt x="130" y="83"/>
                  </a:lnTo>
                  <a:lnTo>
                    <a:pt x="130" y="83"/>
                  </a:lnTo>
                  <a:lnTo>
                    <a:pt x="130" y="82"/>
                  </a:lnTo>
                  <a:lnTo>
                    <a:pt x="130" y="82"/>
                  </a:lnTo>
                  <a:lnTo>
                    <a:pt x="130" y="81"/>
                  </a:lnTo>
                  <a:lnTo>
                    <a:pt x="130" y="81"/>
                  </a:lnTo>
                  <a:lnTo>
                    <a:pt x="130" y="79"/>
                  </a:lnTo>
                  <a:lnTo>
                    <a:pt x="130" y="79"/>
                  </a:lnTo>
                  <a:lnTo>
                    <a:pt x="130" y="79"/>
                  </a:lnTo>
                  <a:lnTo>
                    <a:pt x="130" y="79"/>
                  </a:lnTo>
                  <a:lnTo>
                    <a:pt x="130" y="78"/>
                  </a:lnTo>
                  <a:lnTo>
                    <a:pt x="130" y="78"/>
                  </a:lnTo>
                  <a:lnTo>
                    <a:pt x="130" y="78"/>
                  </a:lnTo>
                  <a:lnTo>
                    <a:pt x="130" y="78"/>
                  </a:lnTo>
                  <a:lnTo>
                    <a:pt x="130" y="76"/>
                  </a:lnTo>
                  <a:lnTo>
                    <a:pt x="130" y="76"/>
                  </a:lnTo>
                  <a:lnTo>
                    <a:pt x="130" y="76"/>
                  </a:lnTo>
                  <a:lnTo>
                    <a:pt x="130" y="76"/>
                  </a:lnTo>
                  <a:lnTo>
                    <a:pt x="130" y="75"/>
                  </a:lnTo>
                  <a:lnTo>
                    <a:pt x="130" y="75"/>
                  </a:lnTo>
                  <a:lnTo>
                    <a:pt x="130" y="75"/>
                  </a:lnTo>
                  <a:lnTo>
                    <a:pt x="130" y="75"/>
                  </a:lnTo>
                  <a:lnTo>
                    <a:pt x="131" y="73"/>
                  </a:lnTo>
                  <a:lnTo>
                    <a:pt x="130" y="73"/>
                  </a:lnTo>
                  <a:lnTo>
                    <a:pt x="130" y="73"/>
                  </a:lnTo>
                  <a:lnTo>
                    <a:pt x="130" y="73"/>
                  </a:lnTo>
                  <a:lnTo>
                    <a:pt x="130" y="71"/>
                  </a:lnTo>
                  <a:lnTo>
                    <a:pt x="130" y="71"/>
                  </a:lnTo>
                  <a:lnTo>
                    <a:pt x="130" y="70"/>
                  </a:lnTo>
                  <a:lnTo>
                    <a:pt x="130" y="70"/>
                  </a:lnTo>
                  <a:lnTo>
                    <a:pt x="130" y="68"/>
                  </a:lnTo>
                  <a:lnTo>
                    <a:pt x="129" y="68"/>
                  </a:lnTo>
                  <a:lnTo>
                    <a:pt x="129" y="68"/>
                  </a:lnTo>
                  <a:lnTo>
                    <a:pt x="129" y="68"/>
                  </a:lnTo>
                  <a:lnTo>
                    <a:pt x="129" y="66"/>
                  </a:lnTo>
                  <a:lnTo>
                    <a:pt x="129" y="66"/>
                  </a:lnTo>
                  <a:lnTo>
                    <a:pt x="129" y="66"/>
                  </a:lnTo>
                  <a:lnTo>
                    <a:pt x="129" y="66"/>
                  </a:lnTo>
                  <a:lnTo>
                    <a:pt x="130" y="63"/>
                  </a:lnTo>
                  <a:lnTo>
                    <a:pt x="130" y="63"/>
                  </a:lnTo>
                  <a:lnTo>
                    <a:pt x="130" y="63"/>
                  </a:lnTo>
                  <a:lnTo>
                    <a:pt x="130" y="63"/>
                  </a:lnTo>
                  <a:lnTo>
                    <a:pt x="131" y="63"/>
                  </a:lnTo>
                  <a:lnTo>
                    <a:pt x="131" y="63"/>
                  </a:lnTo>
                  <a:lnTo>
                    <a:pt x="133" y="63"/>
                  </a:lnTo>
                  <a:lnTo>
                    <a:pt x="133" y="63"/>
                  </a:lnTo>
                  <a:lnTo>
                    <a:pt x="134" y="61"/>
                  </a:lnTo>
                  <a:lnTo>
                    <a:pt x="134" y="61"/>
                  </a:lnTo>
                  <a:lnTo>
                    <a:pt x="135" y="61"/>
                  </a:lnTo>
                  <a:lnTo>
                    <a:pt x="135" y="61"/>
                  </a:lnTo>
                  <a:lnTo>
                    <a:pt x="137" y="59"/>
                  </a:lnTo>
                  <a:lnTo>
                    <a:pt x="137" y="59"/>
                  </a:lnTo>
                  <a:lnTo>
                    <a:pt x="138" y="59"/>
                  </a:lnTo>
                  <a:lnTo>
                    <a:pt x="138" y="59"/>
                  </a:lnTo>
                  <a:lnTo>
                    <a:pt x="140" y="57"/>
                  </a:lnTo>
                  <a:lnTo>
                    <a:pt x="140" y="57"/>
                  </a:lnTo>
                  <a:lnTo>
                    <a:pt x="140" y="57"/>
                  </a:lnTo>
                  <a:lnTo>
                    <a:pt x="140" y="57"/>
                  </a:lnTo>
                  <a:lnTo>
                    <a:pt x="140" y="55"/>
                  </a:lnTo>
                  <a:lnTo>
                    <a:pt x="140" y="55"/>
                  </a:lnTo>
                  <a:lnTo>
                    <a:pt x="140" y="54"/>
                  </a:lnTo>
                  <a:lnTo>
                    <a:pt x="140" y="54"/>
                  </a:lnTo>
                  <a:lnTo>
                    <a:pt x="140" y="52"/>
                  </a:lnTo>
                  <a:lnTo>
                    <a:pt x="140" y="52"/>
                  </a:lnTo>
                  <a:lnTo>
                    <a:pt x="140" y="52"/>
                  </a:lnTo>
                  <a:lnTo>
                    <a:pt x="140" y="52"/>
                  </a:lnTo>
                  <a:lnTo>
                    <a:pt x="140" y="50"/>
                  </a:lnTo>
                  <a:lnTo>
                    <a:pt x="140" y="50"/>
                  </a:lnTo>
                  <a:lnTo>
                    <a:pt x="140" y="49"/>
                  </a:lnTo>
                  <a:lnTo>
                    <a:pt x="140" y="49"/>
                  </a:lnTo>
                  <a:lnTo>
                    <a:pt x="141" y="47"/>
                  </a:lnTo>
                  <a:lnTo>
                    <a:pt x="141" y="48"/>
                  </a:lnTo>
                  <a:lnTo>
                    <a:pt x="141" y="48"/>
                  </a:lnTo>
                  <a:lnTo>
                    <a:pt x="141" y="48"/>
                  </a:lnTo>
                  <a:lnTo>
                    <a:pt x="142" y="48"/>
                  </a:lnTo>
                  <a:lnTo>
                    <a:pt x="142" y="48"/>
                  </a:lnTo>
                  <a:lnTo>
                    <a:pt x="142" y="48"/>
                  </a:lnTo>
                  <a:lnTo>
                    <a:pt x="142" y="48"/>
                  </a:lnTo>
                  <a:lnTo>
                    <a:pt x="145" y="48"/>
                  </a:lnTo>
                  <a:lnTo>
                    <a:pt x="145" y="48"/>
                  </a:lnTo>
                  <a:lnTo>
                    <a:pt x="145" y="48"/>
                  </a:lnTo>
                  <a:lnTo>
                    <a:pt x="145" y="48"/>
                  </a:lnTo>
                  <a:lnTo>
                    <a:pt x="147" y="48"/>
                  </a:lnTo>
                  <a:lnTo>
                    <a:pt x="147" y="48"/>
                  </a:lnTo>
                  <a:lnTo>
                    <a:pt x="147" y="48"/>
                  </a:lnTo>
                  <a:lnTo>
                    <a:pt x="147" y="48"/>
                  </a:lnTo>
                  <a:lnTo>
                    <a:pt x="149" y="47"/>
                  </a:lnTo>
                  <a:lnTo>
                    <a:pt x="149" y="47"/>
                  </a:lnTo>
                  <a:lnTo>
                    <a:pt x="149" y="47"/>
                  </a:lnTo>
                  <a:lnTo>
                    <a:pt x="149" y="47"/>
                  </a:lnTo>
                  <a:lnTo>
                    <a:pt x="149" y="46"/>
                  </a:lnTo>
                  <a:lnTo>
                    <a:pt x="149" y="46"/>
                  </a:lnTo>
                  <a:lnTo>
                    <a:pt x="149" y="46"/>
                  </a:lnTo>
                  <a:lnTo>
                    <a:pt x="149" y="46"/>
                  </a:lnTo>
                  <a:lnTo>
                    <a:pt x="151" y="45"/>
                  </a:lnTo>
                  <a:lnTo>
                    <a:pt x="151" y="45"/>
                  </a:lnTo>
                  <a:lnTo>
                    <a:pt x="151" y="45"/>
                  </a:lnTo>
                  <a:lnTo>
                    <a:pt x="151" y="45"/>
                  </a:lnTo>
                  <a:lnTo>
                    <a:pt x="151" y="43"/>
                  </a:lnTo>
                  <a:lnTo>
                    <a:pt x="151" y="43"/>
                  </a:lnTo>
                  <a:lnTo>
                    <a:pt x="151" y="42"/>
                  </a:lnTo>
                  <a:lnTo>
                    <a:pt x="151" y="42"/>
                  </a:lnTo>
                  <a:lnTo>
                    <a:pt x="152" y="40"/>
                  </a:lnTo>
                  <a:lnTo>
                    <a:pt x="151" y="40"/>
                  </a:lnTo>
                  <a:lnTo>
                    <a:pt x="151" y="40"/>
                  </a:lnTo>
                  <a:lnTo>
                    <a:pt x="151" y="40"/>
                  </a:lnTo>
                  <a:lnTo>
                    <a:pt x="151" y="40"/>
                  </a:lnTo>
                  <a:lnTo>
                    <a:pt x="150" y="40"/>
                  </a:lnTo>
                  <a:lnTo>
                    <a:pt x="150" y="40"/>
                  </a:lnTo>
                  <a:lnTo>
                    <a:pt x="150" y="40"/>
                  </a:lnTo>
                  <a:lnTo>
                    <a:pt x="150" y="39"/>
                  </a:lnTo>
                  <a:lnTo>
                    <a:pt x="149" y="39"/>
                  </a:lnTo>
                  <a:lnTo>
                    <a:pt x="149" y="39"/>
                  </a:lnTo>
                  <a:lnTo>
                    <a:pt x="149" y="39"/>
                  </a:lnTo>
                  <a:lnTo>
                    <a:pt x="149" y="38"/>
                  </a:lnTo>
                  <a:lnTo>
                    <a:pt x="149" y="38"/>
                  </a:lnTo>
                  <a:lnTo>
                    <a:pt x="149" y="38"/>
                  </a:lnTo>
                  <a:lnTo>
                    <a:pt x="149" y="38"/>
                  </a:lnTo>
                  <a:lnTo>
                    <a:pt x="149" y="37"/>
                  </a:lnTo>
                  <a:lnTo>
                    <a:pt x="147" y="38"/>
                  </a:lnTo>
                  <a:lnTo>
                    <a:pt x="147" y="38"/>
                  </a:lnTo>
                  <a:lnTo>
                    <a:pt x="147" y="38"/>
                  </a:lnTo>
                  <a:lnTo>
                    <a:pt x="147" y="38"/>
                  </a:lnTo>
                  <a:lnTo>
                    <a:pt x="145" y="39"/>
                  </a:lnTo>
                  <a:lnTo>
                    <a:pt x="145" y="39"/>
                  </a:lnTo>
                  <a:lnTo>
                    <a:pt x="145" y="39"/>
                  </a:lnTo>
                  <a:lnTo>
                    <a:pt x="145" y="39"/>
                  </a:lnTo>
                  <a:lnTo>
                    <a:pt x="142" y="40"/>
                  </a:lnTo>
                  <a:lnTo>
                    <a:pt x="142" y="40"/>
                  </a:lnTo>
                  <a:lnTo>
                    <a:pt x="142" y="40"/>
                  </a:lnTo>
                  <a:lnTo>
                    <a:pt x="142" y="40"/>
                  </a:lnTo>
                  <a:lnTo>
                    <a:pt x="142" y="40"/>
                  </a:lnTo>
                  <a:lnTo>
                    <a:pt x="142" y="40"/>
                  </a:lnTo>
                  <a:lnTo>
                    <a:pt x="142" y="40"/>
                  </a:lnTo>
                  <a:lnTo>
                    <a:pt x="142" y="40"/>
                  </a:lnTo>
                  <a:lnTo>
                    <a:pt x="142" y="40"/>
                  </a:lnTo>
                  <a:lnTo>
                    <a:pt x="142" y="40"/>
                  </a:lnTo>
                  <a:lnTo>
                    <a:pt x="142" y="40"/>
                  </a:lnTo>
                  <a:lnTo>
                    <a:pt x="142" y="39"/>
                  </a:lnTo>
                  <a:lnTo>
                    <a:pt x="142" y="39"/>
                  </a:lnTo>
                  <a:lnTo>
                    <a:pt x="142" y="39"/>
                  </a:lnTo>
                  <a:lnTo>
                    <a:pt x="142" y="39"/>
                  </a:lnTo>
                  <a:lnTo>
                    <a:pt x="142" y="37"/>
                  </a:lnTo>
                  <a:lnTo>
                    <a:pt x="142" y="37"/>
                  </a:lnTo>
                  <a:lnTo>
                    <a:pt x="142" y="37"/>
                  </a:lnTo>
                  <a:lnTo>
                    <a:pt x="142" y="37"/>
                  </a:lnTo>
                  <a:lnTo>
                    <a:pt x="142" y="35"/>
                  </a:lnTo>
                  <a:lnTo>
                    <a:pt x="142" y="35"/>
                  </a:lnTo>
                  <a:lnTo>
                    <a:pt x="142" y="34"/>
                  </a:lnTo>
                  <a:lnTo>
                    <a:pt x="142" y="34"/>
                  </a:lnTo>
                  <a:lnTo>
                    <a:pt x="142" y="32"/>
                  </a:lnTo>
                  <a:lnTo>
                    <a:pt x="142" y="32"/>
                  </a:lnTo>
                  <a:lnTo>
                    <a:pt x="142" y="32"/>
                  </a:lnTo>
                  <a:lnTo>
                    <a:pt x="142" y="32"/>
                  </a:lnTo>
                  <a:lnTo>
                    <a:pt x="142" y="31"/>
                  </a:lnTo>
                  <a:lnTo>
                    <a:pt x="142" y="31"/>
                  </a:lnTo>
                  <a:lnTo>
                    <a:pt x="142" y="31"/>
                  </a:lnTo>
                  <a:lnTo>
                    <a:pt x="142" y="31"/>
                  </a:lnTo>
                  <a:lnTo>
                    <a:pt x="142" y="29"/>
                  </a:lnTo>
                  <a:lnTo>
                    <a:pt x="142" y="29"/>
                  </a:lnTo>
                  <a:lnTo>
                    <a:pt x="142" y="29"/>
                  </a:lnTo>
                  <a:lnTo>
                    <a:pt x="142" y="29"/>
                  </a:lnTo>
                  <a:lnTo>
                    <a:pt x="142" y="27"/>
                  </a:lnTo>
                  <a:lnTo>
                    <a:pt x="142" y="27"/>
                  </a:lnTo>
                  <a:lnTo>
                    <a:pt x="142" y="27"/>
                  </a:lnTo>
                  <a:lnTo>
                    <a:pt x="142" y="27"/>
                  </a:lnTo>
                  <a:lnTo>
                    <a:pt x="142" y="25"/>
                  </a:lnTo>
                  <a:lnTo>
                    <a:pt x="142" y="24"/>
                  </a:lnTo>
                  <a:lnTo>
                    <a:pt x="141" y="24"/>
                  </a:lnTo>
                  <a:lnTo>
                    <a:pt x="141" y="24"/>
                  </a:lnTo>
                  <a:lnTo>
                    <a:pt x="140" y="24"/>
                  </a:lnTo>
                  <a:lnTo>
                    <a:pt x="140" y="24"/>
                  </a:lnTo>
                  <a:lnTo>
                    <a:pt x="137" y="24"/>
                  </a:lnTo>
                  <a:lnTo>
                    <a:pt x="137" y="24"/>
                  </a:lnTo>
                  <a:lnTo>
                    <a:pt x="137" y="24"/>
                  </a:lnTo>
                  <a:lnTo>
                    <a:pt x="137" y="24"/>
                  </a:lnTo>
                  <a:lnTo>
                    <a:pt x="135" y="24"/>
                  </a:lnTo>
                  <a:lnTo>
                    <a:pt x="135" y="24"/>
                  </a:lnTo>
                  <a:lnTo>
                    <a:pt x="135" y="24"/>
                  </a:lnTo>
                  <a:lnTo>
                    <a:pt x="135" y="24"/>
                  </a:lnTo>
                  <a:lnTo>
                    <a:pt x="134" y="24"/>
                  </a:lnTo>
                  <a:lnTo>
                    <a:pt x="134" y="24"/>
                  </a:lnTo>
                  <a:lnTo>
                    <a:pt x="134" y="24"/>
                  </a:lnTo>
                  <a:lnTo>
                    <a:pt x="134" y="22"/>
                  </a:lnTo>
                  <a:lnTo>
                    <a:pt x="133" y="22"/>
                  </a:lnTo>
                  <a:lnTo>
                    <a:pt x="133" y="22"/>
                  </a:lnTo>
                  <a:lnTo>
                    <a:pt x="132" y="22"/>
                  </a:lnTo>
                  <a:lnTo>
                    <a:pt x="132" y="22"/>
                  </a:lnTo>
                  <a:lnTo>
                    <a:pt x="130" y="22"/>
                  </a:lnTo>
                  <a:lnTo>
                    <a:pt x="130" y="22"/>
                  </a:lnTo>
                  <a:lnTo>
                    <a:pt x="130" y="22"/>
                  </a:lnTo>
                  <a:lnTo>
                    <a:pt x="130" y="20"/>
                  </a:lnTo>
                  <a:lnTo>
                    <a:pt x="128" y="20"/>
                  </a:lnTo>
                  <a:lnTo>
                    <a:pt x="128" y="20"/>
                  </a:lnTo>
                  <a:lnTo>
                    <a:pt x="128" y="20"/>
                  </a:lnTo>
                  <a:lnTo>
                    <a:pt x="128" y="19"/>
                  </a:lnTo>
                  <a:lnTo>
                    <a:pt x="128" y="19"/>
                  </a:lnTo>
                  <a:lnTo>
                    <a:pt x="128" y="19"/>
                  </a:lnTo>
                  <a:lnTo>
                    <a:pt x="128" y="19"/>
                  </a:lnTo>
                  <a:lnTo>
                    <a:pt x="128" y="17"/>
                  </a:lnTo>
                  <a:lnTo>
                    <a:pt x="126" y="17"/>
                  </a:lnTo>
                  <a:lnTo>
                    <a:pt x="126" y="17"/>
                  </a:lnTo>
                  <a:lnTo>
                    <a:pt x="126" y="17"/>
                  </a:lnTo>
                  <a:lnTo>
                    <a:pt x="126" y="17"/>
                  </a:lnTo>
                  <a:lnTo>
                    <a:pt x="124" y="17"/>
                  </a:lnTo>
                  <a:lnTo>
                    <a:pt x="124" y="17"/>
                  </a:lnTo>
                  <a:lnTo>
                    <a:pt x="124" y="17"/>
                  </a:lnTo>
                  <a:lnTo>
                    <a:pt x="124" y="17"/>
                  </a:lnTo>
                  <a:lnTo>
                    <a:pt x="122" y="17"/>
                  </a:lnTo>
                  <a:lnTo>
                    <a:pt x="122" y="17"/>
                  </a:lnTo>
                  <a:lnTo>
                    <a:pt x="122" y="17"/>
                  </a:lnTo>
                  <a:lnTo>
                    <a:pt x="122" y="17"/>
                  </a:lnTo>
                  <a:lnTo>
                    <a:pt x="121" y="17"/>
                  </a:lnTo>
                  <a:lnTo>
                    <a:pt x="121" y="17"/>
                  </a:lnTo>
                  <a:lnTo>
                    <a:pt x="121" y="17"/>
                  </a:lnTo>
                  <a:lnTo>
                    <a:pt x="121" y="15"/>
                  </a:lnTo>
                  <a:lnTo>
                    <a:pt x="119" y="15"/>
                  </a:lnTo>
                  <a:lnTo>
                    <a:pt x="119" y="15"/>
                  </a:lnTo>
                  <a:lnTo>
                    <a:pt x="119" y="15"/>
                  </a:lnTo>
                  <a:lnTo>
                    <a:pt x="119" y="15"/>
                  </a:lnTo>
                  <a:lnTo>
                    <a:pt x="119" y="15"/>
                  </a:lnTo>
                  <a:lnTo>
                    <a:pt x="119" y="15"/>
                  </a:lnTo>
                  <a:lnTo>
                    <a:pt x="119" y="15"/>
                  </a:lnTo>
                  <a:lnTo>
                    <a:pt x="119" y="13"/>
                  </a:lnTo>
                  <a:lnTo>
                    <a:pt x="118" y="13"/>
                  </a:lnTo>
                  <a:lnTo>
                    <a:pt x="118" y="13"/>
                  </a:lnTo>
                  <a:lnTo>
                    <a:pt x="118" y="13"/>
                  </a:lnTo>
                  <a:lnTo>
                    <a:pt x="118" y="11"/>
                  </a:lnTo>
                  <a:lnTo>
                    <a:pt x="118" y="11"/>
                  </a:lnTo>
                  <a:lnTo>
                    <a:pt x="118" y="10"/>
                  </a:lnTo>
                  <a:lnTo>
                    <a:pt x="118" y="10"/>
                  </a:lnTo>
                  <a:lnTo>
                    <a:pt x="118" y="8"/>
                  </a:lnTo>
                  <a:lnTo>
                    <a:pt x="116" y="8"/>
                  </a:lnTo>
                  <a:lnTo>
                    <a:pt x="116" y="8"/>
                  </a:lnTo>
                  <a:lnTo>
                    <a:pt x="115" y="8"/>
                  </a:lnTo>
                  <a:lnTo>
                    <a:pt x="115" y="8"/>
                  </a:lnTo>
                  <a:lnTo>
                    <a:pt x="113" y="8"/>
                  </a:lnTo>
                  <a:lnTo>
                    <a:pt x="113" y="8"/>
                  </a:lnTo>
                  <a:lnTo>
                    <a:pt x="113" y="8"/>
                  </a:lnTo>
                  <a:lnTo>
                    <a:pt x="113" y="8"/>
                  </a:lnTo>
                  <a:lnTo>
                    <a:pt x="111" y="8"/>
                  </a:lnTo>
                  <a:lnTo>
                    <a:pt x="111" y="8"/>
                  </a:lnTo>
                  <a:lnTo>
                    <a:pt x="111" y="8"/>
                  </a:lnTo>
                  <a:lnTo>
                    <a:pt x="111" y="8"/>
                  </a:lnTo>
                  <a:lnTo>
                    <a:pt x="110" y="8"/>
                  </a:lnTo>
                  <a:lnTo>
                    <a:pt x="110" y="8"/>
                  </a:lnTo>
                  <a:lnTo>
                    <a:pt x="110" y="8"/>
                  </a:lnTo>
                  <a:lnTo>
                    <a:pt x="110" y="7"/>
                  </a:lnTo>
                  <a:lnTo>
                    <a:pt x="109" y="8"/>
                  </a:lnTo>
                  <a:lnTo>
                    <a:pt x="109" y="8"/>
                  </a:lnTo>
                  <a:lnTo>
                    <a:pt x="109" y="8"/>
                  </a:lnTo>
                  <a:lnTo>
                    <a:pt x="109" y="8"/>
                  </a:lnTo>
                  <a:lnTo>
                    <a:pt x="109" y="8"/>
                  </a:lnTo>
                  <a:lnTo>
                    <a:pt x="109" y="8"/>
                  </a:lnTo>
                  <a:lnTo>
                    <a:pt x="109" y="8"/>
                  </a:lnTo>
                  <a:lnTo>
                    <a:pt x="109" y="8"/>
                  </a:lnTo>
                  <a:lnTo>
                    <a:pt x="108" y="8"/>
                  </a:lnTo>
                  <a:lnTo>
                    <a:pt x="108" y="8"/>
                  </a:lnTo>
                  <a:lnTo>
                    <a:pt x="108" y="8"/>
                  </a:lnTo>
                  <a:lnTo>
                    <a:pt x="108" y="8"/>
                  </a:lnTo>
                  <a:lnTo>
                    <a:pt x="108" y="8"/>
                  </a:lnTo>
                  <a:lnTo>
                    <a:pt x="108" y="8"/>
                  </a:lnTo>
                  <a:lnTo>
                    <a:pt x="108" y="8"/>
                  </a:lnTo>
                  <a:lnTo>
                    <a:pt x="108" y="8"/>
                  </a:lnTo>
                  <a:lnTo>
                    <a:pt x="106" y="8"/>
                  </a:lnTo>
                  <a:lnTo>
                    <a:pt x="106" y="8"/>
                  </a:lnTo>
                  <a:lnTo>
                    <a:pt x="105" y="8"/>
                  </a:lnTo>
                  <a:lnTo>
                    <a:pt x="105" y="8"/>
                  </a:lnTo>
                  <a:lnTo>
                    <a:pt x="103" y="8"/>
                  </a:lnTo>
                  <a:lnTo>
                    <a:pt x="103" y="8"/>
                  </a:lnTo>
                  <a:lnTo>
                    <a:pt x="103" y="8"/>
                  </a:lnTo>
                  <a:lnTo>
                    <a:pt x="103" y="8"/>
                  </a:lnTo>
                  <a:lnTo>
                    <a:pt x="101" y="8"/>
                  </a:lnTo>
                  <a:lnTo>
                    <a:pt x="101" y="8"/>
                  </a:lnTo>
                  <a:lnTo>
                    <a:pt x="101" y="8"/>
                  </a:lnTo>
                  <a:lnTo>
                    <a:pt x="101" y="8"/>
                  </a:lnTo>
                  <a:lnTo>
                    <a:pt x="98" y="8"/>
                  </a:lnTo>
                  <a:lnTo>
                    <a:pt x="98" y="8"/>
                  </a:lnTo>
                  <a:lnTo>
                    <a:pt x="98" y="8"/>
                  </a:lnTo>
                  <a:lnTo>
                    <a:pt x="98" y="8"/>
                  </a:lnTo>
                  <a:lnTo>
                    <a:pt x="97" y="8"/>
                  </a:lnTo>
                  <a:lnTo>
                    <a:pt x="97" y="8"/>
                  </a:lnTo>
                  <a:lnTo>
                    <a:pt x="97" y="8"/>
                  </a:lnTo>
                  <a:lnTo>
                    <a:pt x="97" y="7"/>
                  </a:lnTo>
                  <a:lnTo>
                    <a:pt x="96" y="7"/>
                  </a:lnTo>
                  <a:lnTo>
                    <a:pt x="96" y="6"/>
                  </a:lnTo>
                  <a:lnTo>
                    <a:pt x="96" y="6"/>
                  </a:lnTo>
                  <a:lnTo>
                    <a:pt x="96" y="4"/>
                  </a:lnTo>
                  <a:lnTo>
                    <a:pt x="94" y="4"/>
                  </a:lnTo>
                  <a:lnTo>
                    <a:pt x="94" y="4"/>
                  </a:lnTo>
                  <a:lnTo>
                    <a:pt x="94" y="4"/>
                  </a:lnTo>
                  <a:lnTo>
                    <a:pt x="94" y="2"/>
                  </a:lnTo>
                  <a:lnTo>
                    <a:pt x="93" y="2"/>
                  </a:lnTo>
                  <a:lnTo>
                    <a:pt x="93" y="1"/>
                  </a:lnTo>
                  <a:lnTo>
                    <a:pt x="93" y="1"/>
                  </a:lnTo>
                  <a:lnTo>
                    <a:pt x="93" y="0"/>
                  </a:lnTo>
                  <a:lnTo>
                    <a:pt x="91" y="1"/>
                  </a:lnTo>
                  <a:lnTo>
                    <a:pt x="91" y="1"/>
                  </a:lnTo>
                  <a:lnTo>
                    <a:pt x="91" y="1"/>
                  </a:lnTo>
                  <a:lnTo>
                    <a:pt x="91" y="1"/>
                  </a:lnTo>
                  <a:lnTo>
                    <a:pt x="90" y="2"/>
                  </a:lnTo>
                  <a:lnTo>
                    <a:pt x="90" y="2"/>
                  </a:lnTo>
                  <a:lnTo>
                    <a:pt x="90" y="2"/>
                  </a:lnTo>
                  <a:lnTo>
                    <a:pt x="90" y="2"/>
                  </a:lnTo>
                  <a:lnTo>
                    <a:pt x="88" y="5"/>
                  </a:lnTo>
                  <a:lnTo>
                    <a:pt x="88" y="5"/>
                  </a:lnTo>
                  <a:lnTo>
                    <a:pt x="88" y="5"/>
                  </a:lnTo>
                  <a:lnTo>
                    <a:pt x="88" y="5"/>
                  </a:lnTo>
                  <a:lnTo>
                    <a:pt x="88" y="5"/>
                  </a:lnTo>
                  <a:lnTo>
                    <a:pt x="88" y="5"/>
                  </a:lnTo>
                  <a:lnTo>
                    <a:pt x="88" y="5"/>
                  </a:lnTo>
                  <a:lnTo>
                    <a:pt x="88" y="5"/>
                  </a:lnTo>
                  <a:lnTo>
                    <a:pt x="86" y="7"/>
                  </a:lnTo>
                  <a:lnTo>
                    <a:pt x="86" y="7"/>
                  </a:lnTo>
                  <a:lnTo>
                    <a:pt x="86" y="7"/>
                  </a:lnTo>
                  <a:lnTo>
                    <a:pt x="86" y="7"/>
                  </a:lnTo>
                  <a:lnTo>
                    <a:pt x="86" y="7"/>
                  </a:lnTo>
                  <a:lnTo>
                    <a:pt x="86" y="7"/>
                  </a:lnTo>
                  <a:lnTo>
                    <a:pt x="86" y="7"/>
                  </a:lnTo>
                  <a:lnTo>
                    <a:pt x="86" y="7"/>
                  </a:lnTo>
                  <a:lnTo>
                    <a:pt x="86" y="8"/>
                  </a:lnTo>
                  <a:lnTo>
                    <a:pt x="86" y="8"/>
                  </a:lnTo>
                  <a:lnTo>
                    <a:pt x="86" y="8"/>
                  </a:lnTo>
                  <a:lnTo>
                    <a:pt x="86" y="8"/>
                  </a:lnTo>
                  <a:lnTo>
                    <a:pt x="86" y="8"/>
                  </a:lnTo>
                  <a:lnTo>
                    <a:pt x="86" y="8"/>
                  </a:lnTo>
                  <a:lnTo>
                    <a:pt x="86" y="8"/>
                  </a:lnTo>
                  <a:lnTo>
                    <a:pt x="86" y="8"/>
                  </a:lnTo>
                  <a:lnTo>
                    <a:pt x="84" y="10"/>
                  </a:lnTo>
                  <a:lnTo>
                    <a:pt x="84" y="10"/>
                  </a:lnTo>
                  <a:lnTo>
                    <a:pt x="84" y="10"/>
                  </a:lnTo>
                  <a:lnTo>
                    <a:pt x="84" y="10"/>
                  </a:lnTo>
                  <a:lnTo>
                    <a:pt x="82" y="10"/>
                  </a:lnTo>
                  <a:lnTo>
                    <a:pt x="82" y="10"/>
                  </a:lnTo>
                  <a:lnTo>
                    <a:pt x="82" y="10"/>
                  </a:lnTo>
                  <a:lnTo>
                    <a:pt x="82" y="9"/>
                  </a:lnTo>
                  <a:lnTo>
                    <a:pt x="81" y="9"/>
                  </a:lnTo>
                  <a:lnTo>
                    <a:pt x="81" y="9"/>
                  </a:lnTo>
                  <a:lnTo>
                    <a:pt x="81" y="9"/>
                  </a:lnTo>
                  <a:lnTo>
                    <a:pt x="81" y="9"/>
                  </a:lnTo>
                  <a:lnTo>
                    <a:pt x="80" y="9"/>
                  </a:lnTo>
                  <a:lnTo>
                    <a:pt x="80" y="9"/>
                  </a:lnTo>
                  <a:lnTo>
                    <a:pt x="80" y="9"/>
                  </a:lnTo>
                  <a:lnTo>
                    <a:pt x="80" y="8"/>
                  </a:lnTo>
                  <a:lnTo>
                    <a:pt x="79" y="10"/>
                  </a:lnTo>
                  <a:lnTo>
                    <a:pt x="79" y="10"/>
                  </a:lnTo>
                  <a:lnTo>
                    <a:pt x="79" y="10"/>
                  </a:lnTo>
                  <a:lnTo>
                    <a:pt x="79" y="10"/>
                  </a:lnTo>
                  <a:lnTo>
                    <a:pt x="78" y="11"/>
                  </a:lnTo>
                  <a:lnTo>
                    <a:pt x="78" y="11"/>
                  </a:lnTo>
                  <a:lnTo>
                    <a:pt x="78" y="11"/>
                  </a:lnTo>
                  <a:lnTo>
                    <a:pt x="78" y="11"/>
                  </a:lnTo>
                  <a:lnTo>
                    <a:pt x="76" y="13"/>
                  </a:lnTo>
                  <a:lnTo>
                    <a:pt x="76" y="13"/>
                  </a:lnTo>
                  <a:lnTo>
                    <a:pt x="76" y="13"/>
                  </a:lnTo>
                  <a:lnTo>
                    <a:pt x="76" y="13"/>
                  </a:lnTo>
                  <a:lnTo>
                    <a:pt x="75" y="14"/>
                  </a:lnTo>
                  <a:lnTo>
                    <a:pt x="75" y="14"/>
                  </a:lnTo>
                  <a:lnTo>
                    <a:pt x="75" y="14"/>
                  </a:lnTo>
                  <a:lnTo>
                    <a:pt x="75" y="14"/>
                  </a:lnTo>
                  <a:lnTo>
                    <a:pt x="74" y="14"/>
                  </a:lnTo>
                  <a:lnTo>
                    <a:pt x="74" y="14"/>
                  </a:lnTo>
                  <a:lnTo>
                    <a:pt x="74" y="14"/>
                  </a:lnTo>
                  <a:lnTo>
                    <a:pt x="74" y="14"/>
                  </a:lnTo>
                  <a:lnTo>
                    <a:pt x="74" y="14"/>
                  </a:lnTo>
                  <a:lnTo>
                    <a:pt x="74" y="14"/>
                  </a:lnTo>
                  <a:lnTo>
                    <a:pt x="74" y="14"/>
                  </a:lnTo>
                  <a:lnTo>
                    <a:pt x="74" y="12"/>
                  </a:lnTo>
                  <a:lnTo>
                    <a:pt x="72" y="12"/>
                  </a:lnTo>
                  <a:lnTo>
                    <a:pt x="72" y="12"/>
                  </a:lnTo>
                  <a:lnTo>
                    <a:pt x="72" y="12"/>
                  </a:lnTo>
                  <a:lnTo>
                    <a:pt x="72" y="10"/>
                  </a:lnTo>
                  <a:lnTo>
                    <a:pt x="72" y="10"/>
                  </a:lnTo>
                  <a:lnTo>
                    <a:pt x="72" y="10"/>
                  </a:lnTo>
                  <a:lnTo>
                    <a:pt x="72" y="10"/>
                  </a:lnTo>
                  <a:lnTo>
                    <a:pt x="72" y="8"/>
                  </a:lnTo>
                  <a:lnTo>
                    <a:pt x="70" y="8"/>
                  </a:lnTo>
                  <a:lnTo>
                    <a:pt x="70" y="8"/>
                  </a:lnTo>
                  <a:lnTo>
                    <a:pt x="69" y="8"/>
                  </a:lnTo>
                  <a:lnTo>
                    <a:pt x="69" y="8"/>
                  </a:lnTo>
                  <a:lnTo>
                    <a:pt x="68" y="8"/>
                  </a:lnTo>
                  <a:lnTo>
                    <a:pt x="68" y="8"/>
                  </a:lnTo>
                  <a:lnTo>
                    <a:pt x="67" y="8"/>
                  </a:lnTo>
                  <a:lnTo>
                    <a:pt x="67" y="8"/>
                  </a:lnTo>
                  <a:lnTo>
                    <a:pt x="65" y="8"/>
                  </a:lnTo>
                  <a:lnTo>
                    <a:pt x="65" y="8"/>
                  </a:lnTo>
                  <a:lnTo>
                    <a:pt x="63" y="8"/>
                  </a:lnTo>
                  <a:lnTo>
                    <a:pt x="63" y="8"/>
                  </a:lnTo>
                  <a:lnTo>
                    <a:pt x="61" y="8"/>
                  </a:lnTo>
                  <a:lnTo>
                    <a:pt x="61" y="8"/>
                  </a:lnTo>
                  <a:lnTo>
                    <a:pt x="61" y="8"/>
                  </a:lnTo>
                  <a:lnTo>
                    <a:pt x="61" y="8"/>
                  </a:lnTo>
                  <a:lnTo>
                    <a:pt x="59" y="10"/>
                  </a:lnTo>
                  <a:lnTo>
                    <a:pt x="59" y="10"/>
                  </a:lnTo>
                  <a:lnTo>
                    <a:pt x="59" y="10"/>
                  </a:lnTo>
                  <a:lnTo>
                    <a:pt x="59" y="10"/>
                  </a:lnTo>
                  <a:lnTo>
                    <a:pt x="59" y="12"/>
                  </a:lnTo>
                  <a:lnTo>
                    <a:pt x="59" y="12"/>
                  </a:lnTo>
                  <a:lnTo>
                    <a:pt x="59" y="12"/>
                  </a:lnTo>
                  <a:lnTo>
                    <a:pt x="59" y="12"/>
                  </a:lnTo>
                  <a:lnTo>
                    <a:pt x="58" y="14"/>
                  </a:lnTo>
                  <a:lnTo>
                    <a:pt x="58" y="14"/>
                  </a:lnTo>
                  <a:lnTo>
                    <a:pt x="58" y="14"/>
                  </a:lnTo>
                  <a:lnTo>
                    <a:pt x="58" y="14"/>
                  </a:lnTo>
                  <a:lnTo>
                    <a:pt x="58" y="14"/>
                  </a:lnTo>
                  <a:lnTo>
                    <a:pt x="58" y="14"/>
                  </a:lnTo>
                  <a:lnTo>
                    <a:pt x="58" y="14"/>
                  </a:lnTo>
                  <a:lnTo>
                    <a:pt x="58" y="14"/>
                  </a:lnTo>
                  <a:lnTo>
                    <a:pt x="56" y="14"/>
                  </a:lnTo>
                  <a:lnTo>
                    <a:pt x="56" y="14"/>
                  </a:lnTo>
                  <a:lnTo>
                    <a:pt x="56" y="14"/>
                  </a:lnTo>
                  <a:lnTo>
                    <a:pt x="56" y="13"/>
                  </a:lnTo>
                  <a:lnTo>
                    <a:pt x="55" y="13"/>
                  </a:lnTo>
                  <a:lnTo>
                    <a:pt x="55" y="13"/>
                  </a:lnTo>
                  <a:lnTo>
                    <a:pt x="55" y="13"/>
                  </a:lnTo>
                  <a:lnTo>
                    <a:pt x="55" y="11"/>
                  </a:lnTo>
                  <a:lnTo>
                    <a:pt x="53" y="11"/>
                  </a:lnTo>
                  <a:lnTo>
                    <a:pt x="53" y="11"/>
                  </a:lnTo>
                  <a:lnTo>
                    <a:pt x="53" y="11"/>
                  </a:lnTo>
                  <a:lnTo>
                    <a:pt x="53" y="10"/>
                  </a:lnTo>
                  <a:lnTo>
                    <a:pt x="53" y="10"/>
                  </a:lnTo>
                  <a:lnTo>
                    <a:pt x="53" y="10"/>
                  </a:lnTo>
                  <a:lnTo>
                    <a:pt x="53" y="10"/>
                  </a:lnTo>
                  <a:lnTo>
                    <a:pt x="53" y="8"/>
                  </a:lnTo>
                  <a:lnTo>
                    <a:pt x="52" y="10"/>
                  </a:lnTo>
                  <a:lnTo>
                    <a:pt x="52" y="10"/>
                  </a:lnTo>
                  <a:lnTo>
                    <a:pt x="52" y="10"/>
                  </a:lnTo>
                  <a:lnTo>
                    <a:pt x="52" y="10"/>
                  </a:lnTo>
                  <a:lnTo>
                    <a:pt x="50" y="12"/>
                  </a:lnTo>
                  <a:lnTo>
                    <a:pt x="50" y="12"/>
                  </a:lnTo>
                  <a:lnTo>
                    <a:pt x="50" y="12"/>
                  </a:lnTo>
                  <a:lnTo>
                    <a:pt x="50" y="12"/>
                  </a:lnTo>
                  <a:lnTo>
                    <a:pt x="48" y="14"/>
                  </a:lnTo>
                  <a:lnTo>
                    <a:pt x="48" y="14"/>
                  </a:lnTo>
                  <a:lnTo>
                    <a:pt x="48" y="14"/>
                  </a:lnTo>
                  <a:lnTo>
                    <a:pt x="48" y="14"/>
                  </a:lnTo>
                  <a:lnTo>
                    <a:pt x="47" y="15"/>
                  </a:lnTo>
                  <a:lnTo>
                    <a:pt x="47" y="15"/>
                  </a:lnTo>
                  <a:lnTo>
                    <a:pt x="47" y="15"/>
                  </a:lnTo>
                  <a:lnTo>
                    <a:pt x="47" y="15"/>
                  </a:lnTo>
                  <a:lnTo>
                    <a:pt x="45" y="15"/>
                  </a:lnTo>
                  <a:lnTo>
                    <a:pt x="45" y="15"/>
                  </a:lnTo>
                  <a:lnTo>
                    <a:pt x="45" y="15"/>
                  </a:lnTo>
                  <a:lnTo>
                    <a:pt x="45" y="15"/>
                  </a:lnTo>
                  <a:lnTo>
                    <a:pt x="45" y="15"/>
                  </a:lnTo>
                  <a:lnTo>
                    <a:pt x="45" y="15"/>
                  </a:lnTo>
                  <a:lnTo>
                    <a:pt x="45" y="15"/>
                  </a:lnTo>
                  <a:lnTo>
                    <a:pt x="45" y="14"/>
                  </a:lnTo>
                  <a:lnTo>
                    <a:pt x="45" y="14"/>
                  </a:lnTo>
                  <a:lnTo>
                    <a:pt x="45" y="14"/>
                  </a:lnTo>
                  <a:lnTo>
                    <a:pt x="45" y="14"/>
                  </a:lnTo>
                  <a:lnTo>
                    <a:pt x="45" y="12"/>
                  </a:lnTo>
                  <a:lnTo>
                    <a:pt x="45" y="12"/>
                  </a:lnTo>
                  <a:lnTo>
                    <a:pt x="45" y="12"/>
                  </a:lnTo>
                  <a:lnTo>
                    <a:pt x="45" y="12"/>
                  </a:lnTo>
                  <a:lnTo>
                    <a:pt x="45" y="11"/>
                  </a:lnTo>
                  <a:lnTo>
                    <a:pt x="43" y="12"/>
                  </a:lnTo>
                  <a:lnTo>
                    <a:pt x="43" y="12"/>
                  </a:lnTo>
                  <a:lnTo>
                    <a:pt x="43" y="12"/>
                  </a:lnTo>
                  <a:lnTo>
                    <a:pt x="43" y="12"/>
                  </a:lnTo>
                  <a:lnTo>
                    <a:pt x="43" y="14"/>
                  </a:lnTo>
                  <a:lnTo>
                    <a:pt x="43" y="14"/>
                  </a:lnTo>
                  <a:lnTo>
                    <a:pt x="43" y="14"/>
                  </a:lnTo>
                  <a:lnTo>
                    <a:pt x="43" y="14"/>
                  </a:lnTo>
                  <a:lnTo>
                    <a:pt x="42" y="15"/>
                  </a:lnTo>
                  <a:lnTo>
                    <a:pt x="42" y="15"/>
                  </a:lnTo>
                  <a:lnTo>
                    <a:pt x="42" y="15"/>
                  </a:lnTo>
                  <a:lnTo>
                    <a:pt x="42" y="15"/>
                  </a:lnTo>
                  <a:lnTo>
                    <a:pt x="42" y="15"/>
                  </a:lnTo>
                  <a:lnTo>
                    <a:pt x="42" y="15"/>
                  </a:lnTo>
                  <a:lnTo>
                    <a:pt x="42" y="15"/>
                  </a:lnTo>
                  <a:lnTo>
                    <a:pt x="42" y="15"/>
                  </a:lnTo>
                  <a:lnTo>
                    <a:pt x="40" y="15"/>
                  </a:lnTo>
                  <a:lnTo>
                    <a:pt x="40" y="15"/>
                  </a:lnTo>
                  <a:lnTo>
                    <a:pt x="40" y="15"/>
                  </a:lnTo>
                  <a:lnTo>
                    <a:pt x="40" y="15"/>
                  </a:lnTo>
                  <a:lnTo>
                    <a:pt x="39" y="15"/>
                  </a:lnTo>
                  <a:lnTo>
                    <a:pt x="39" y="15"/>
                  </a:lnTo>
                  <a:lnTo>
                    <a:pt x="39" y="15"/>
                  </a:lnTo>
                  <a:lnTo>
                    <a:pt x="39" y="15"/>
                  </a:lnTo>
                  <a:lnTo>
                    <a:pt x="37" y="15"/>
                  </a:lnTo>
                  <a:lnTo>
                    <a:pt x="37" y="15"/>
                  </a:lnTo>
                  <a:lnTo>
                    <a:pt x="37" y="15"/>
                  </a:lnTo>
                  <a:lnTo>
                    <a:pt x="37" y="15"/>
                  </a:lnTo>
                  <a:lnTo>
                    <a:pt x="37" y="15"/>
                  </a:lnTo>
                  <a:lnTo>
                    <a:pt x="37" y="15"/>
                  </a:lnTo>
                  <a:lnTo>
                    <a:pt x="37" y="15"/>
                  </a:lnTo>
                  <a:lnTo>
                    <a:pt x="37" y="14"/>
                  </a:lnTo>
                  <a:lnTo>
                    <a:pt x="35" y="14"/>
                  </a:lnTo>
                  <a:lnTo>
                    <a:pt x="35" y="14"/>
                  </a:lnTo>
                  <a:lnTo>
                    <a:pt x="35" y="14"/>
                  </a:lnTo>
                  <a:lnTo>
                    <a:pt x="35" y="14"/>
                  </a:lnTo>
                  <a:lnTo>
                    <a:pt x="35" y="14"/>
                  </a:lnTo>
                  <a:lnTo>
                    <a:pt x="35" y="14"/>
                  </a:lnTo>
                  <a:lnTo>
                    <a:pt x="35" y="14"/>
                  </a:lnTo>
                  <a:lnTo>
                    <a:pt x="35" y="14"/>
                  </a:lnTo>
                  <a:lnTo>
                    <a:pt x="33" y="14"/>
                  </a:lnTo>
                  <a:lnTo>
                    <a:pt x="33" y="14"/>
                  </a:lnTo>
                  <a:lnTo>
                    <a:pt x="33" y="14"/>
                  </a:lnTo>
                  <a:lnTo>
                    <a:pt x="33" y="14"/>
                  </a:lnTo>
                  <a:lnTo>
                    <a:pt x="33" y="14"/>
                  </a:lnTo>
                  <a:lnTo>
                    <a:pt x="33" y="14"/>
                  </a:lnTo>
                  <a:lnTo>
                    <a:pt x="33" y="14"/>
                  </a:lnTo>
                  <a:lnTo>
                    <a:pt x="33" y="14"/>
                  </a:lnTo>
                  <a:lnTo>
                    <a:pt x="31" y="16"/>
                  </a:lnTo>
                  <a:lnTo>
                    <a:pt x="31" y="16"/>
                  </a:lnTo>
                  <a:lnTo>
                    <a:pt x="29" y="16"/>
                  </a:lnTo>
                  <a:lnTo>
                    <a:pt x="29" y="16"/>
                  </a:lnTo>
                  <a:lnTo>
                    <a:pt x="28" y="16"/>
                  </a:lnTo>
                  <a:lnTo>
                    <a:pt x="28" y="16"/>
                  </a:lnTo>
                  <a:lnTo>
                    <a:pt x="26" y="16"/>
                  </a:lnTo>
                  <a:lnTo>
                    <a:pt x="26" y="16"/>
                  </a:lnTo>
                  <a:lnTo>
                    <a:pt x="24" y="17"/>
                  </a:lnTo>
                  <a:lnTo>
                    <a:pt x="24" y="17"/>
                  </a:lnTo>
                  <a:lnTo>
                    <a:pt x="23" y="17"/>
                  </a:lnTo>
                  <a:lnTo>
                    <a:pt x="23" y="17"/>
                  </a:lnTo>
                  <a:lnTo>
                    <a:pt x="21" y="17"/>
                  </a:lnTo>
                  <a:lnTo>
                    <a:pt x="21" y="17"/>
                  </a:lnTo>
                  <a:lnTo>
                    <a:pt x="21" y="17"/>
                  </a:lnTo>
                  <a:lnTo>
                    <a:pt x="21" y="17"/>
                  </a:lnTo>
                  <a:lnTo>
                    <a:pt x="19" y="19"/>
                  </a:lnTo>
                  <a:lnTo>
                    <a:pt x="19" y="19"/>
                  </a:lnTo>
                  <a:lnTo>
                    <a:pt x="17" y="21"/>
                  </a:lnTo>
                  <a:lnTo>
                    <a:pt x="17" y="21"/>
                  </a:lnTo>
                  <a:lnTo>
                    <a:pt x="15" y="23"/>
                  </a:lnTo>
                  <a:lnTo>
                    <a:pt x="15" y="23"/>
                  </a:lnTo>
                  <a:lnTo>
                    <a:pt x="13" y="23"/>
                  </a:lnTo>
                  <a:lnTo>
                    <a:pt x="13" y="23"/>
                  </a:lnTo>
                  <a:lnTo>
                    <a:pt x="11" y="24"/>
                  </a:lnTo>
                  <a:lnTo>
                    <a:pt x="11" y="24"/>
                  </a:lnTo>
                  <a:lnTo>
                    <a:pt x="9" y="26"/>
                  </a:lnTo>
                  <a:lnTo>
                    <a:pt x="9" y="26"/>
                  </a:lnTo>
                  <a:lnTo>
                    <a:pt x="7" y="28"/>
                  </a:lnTo>
                  <a:lnTo>
                    <a:pt x="7" y="28"/>
                  </a:lnTo>
                  <a:lnTo>
                    <a:pt x="7" y="28"/>
                  </a:lnTo>
                  <a:lnTo>
                    <a:pt x="7" y="28"/>
                  </a:lnTo>
                  <a:lnTo>
                    <a:pt x="6" y="30"/>
                  </a:lnTo>
                  <a:lnTo>
                    <a:pt x="6" y="30"/>
                  </a:lnTo>
                  <a:lnTo>
                    <a:pt x="5" y="30"/>
                  </a:lnTo>
                  <a:lnTo>
                    <a:pt x="5" y="30"/>
                  </a:lnTo>
                  <a:lnTo>
                    <a:pt x="3" y="32"/>
                  </a:lnTo>
                  <a:lnTo>
                    <a:pt x="3" y="32"/>
                  </a:lnTo>
                  <a:lnTo>
                    <a:pt x="3" y="32"/>
                  </a:lnTo>
                  <a:lnTo>
                    <a:pt x="3" y="32"/>
                  </a:lnTo>
                  <a:lnTo>
                    <a:pt x="1" y="34"/>
                  </a:lnTo>
                  <a:lnTo>
                    <a:pt x="1" y="34"/>
                  </a:lnTo>
                  <a:lnTo>
                    <a:pt x="1" y="34"/>
                  </a:lnTo>
                  <a:lnTo>
                    <a:pt x="1" y="34"/>
                  </a:lnTo>
                  <a:lnTo>
                    <a:pt x="0" y="34"/>
                  </a:lnTo>
                  <a:lnTo>
                    <a:pt x="0" y="34"/>
                  </a:lnTo>
                  <a:lnTo>
                    <a:pt x="0" y="34"/>
                  </a:lnTo>
                  <a:lnTo>
                    <a:pt x="0" y="34"/>
                  </a:lnTo>
                  <a:lnTo>
                    <a:pt x="0" y="34"/>
                  </a:lnTo>
                  <a:lnTo>
                    <a:pt x="0" y="34"/>
                  </a:lnTo>
                  <a:lnTo>
                    <a:pt x="0" y="34"/>
                  </a:lnTo>
                  <a:lnTo>
                    <a:pt x="0" y="34"/>
                  </a:lnTo>
                  <a:lnTo>
                    <a:pt x="0" y="34"/>
                  </a:lnTo>
                  <a:lnTo>
                    <a:pt x="0" y="34"/>
                  </a:lnTo>
                  <a:lnTo>
                    <a:pt x="0" y="34"/>
                  </a:lnTo>
                  <a:lnTo>
                    <a:pt x="0" y="33"/>
                  </a:lnTo>
                  <a:lnTo>
                    <a:pt x="0" y="33"/>
                  </a:lnTo>
                  <a:lnTo>
                    <a:pt x="0" y="33"/>
                  </a:lnTo>
                  <a:lnTo>
                    <a:pt x="0" y="33"/>
                  </a:lnTo>
                  <a:lnTo>
                    <a:pt x="1" y="33"/>
                  </a:lnTo>
                  <a:lnTo>
                    <a:pt x="1" y="33"/>
                  </a:lnTo>
                  <a:lnTo>
                    <a:pt x="1" y="33"/>
                  </a:lnTo>
                  <a:lnTo>
                    <a:pt x="1" y="33"/>
                  </a:lnTo>
                  <a:lnTo>
                    <a:pt x="3" y="32"/>
                  </a:lnTo>
                  <a:lnTo>
                    <a:pt x="3" y="32"/>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24" name=""/>
            <p:cNvSpPr/>
            <p:nvPr/>
          </p:nvSpPr>
          <p:spPr>
            <a:xfrm>
              <a:off x="8434440" y="6046920"/>
              <a:ext cx="387360" cy="357120"/>
            </a:xfrm>
            <a:custGeom>
              <a:avLst/>
              <a:gdLst/>
              <a:ahLst/>
              <a:rect l="l" t="t" r="r" b="b"/>
              <a:pathLst>
                <a:path w="244" h="225">
                  <a:moveTo>
                    <a:pt x="0" y="123"/>
                  </a:moveTo>
                  <a:lnTo>
                    <a:pt x="0" y="124"/>
                  </a:lnTo>
                  <a:lnTo>
                    <a:pt x="0" y="124"/>
                  </a:lnTo>
                  <a:lnTo>
                    <a:pt x="0" y="124"/>
                  </a:lnTo>
                  <a:lnTo>
                    <a:pt x="0" y="124"/>
                  </a:lnTo>
                  <a:lnTo>
                    <a:pt x="0" y="126"/>
                  </a:lnTo>
                  <a:lnTo>
                    <a:pt x="0" y="126"/>
                  </a:lnTo>
                  <a:lnTo>
                    <a:pt x="0" y="126"/>
                  </a:lnTo>
                  <a:lnTo>
                    <a:pt x="0" y="126"/>
                  </a:lnTo>
                  <a:lnTo>
                    <a:pt x="0" y="128"/>
                  </a:lnTo>
                  <a:lnTo>
                    <a:pt x="0" y="128"/>
                  </a:lnTo>
                  <a:lnTo>
                    <a:pt x="0" y="128"/>
                  </a:lnTo>
                  <a:lnTo>
                    <a:pt x="1" y="128"/>
                  </a:lnTo>
                  <a:lnTo>
                    <a:pt x="1" y="130"/>
                  </a:lnTo>
                  <a:lnTo>
                    <a:pt x="1" y="130"/>
                  </a:lnTo>
                  <a:lnTo>
                    <a:pt x="1" y="130"/>
                  </a:lnTo>
                  <a:lnTo>
                    <a:pt x="3" y="130"/>
                  </a:lnTo>
                  <a:lnTo>
                    <a:pt x="3" y="132"/>
                  </a:lnTo>
                  <a:lnTo>
                    <a:pt x="3" y="134"/>
                  </a:lnTo>
                  <a:lnTo>
                    <a:pt x="3" y="136"/>
                  </a:lnTo>
                  <a:lnTo>
                    <a:pt x="4" y="138"/>
                  </a:lnTo>
                  <a:lnTo>
                    <a:pt x="4" y="139"/>
                  </a:lnTo>
                  <a:lnTo>
                    <a:pt x="4" y="139"/>
                  </a:lnTo>
                  <a:lnTo>
                    <a:pt x="4" y="141"/>
                  </a:lnTo>
                  <a:lnTo>
                    <a:pt x="6" y="141"/>
                  </a:lnTo>
                  <a:lnTo>
                    <a:pt x="6" y="143"/>
                  </a:lnTo>
                  <a:lnTo>
                    <a:pt x="6" y="143"/>
                  </a:lnTo>
                  <a:lnTo>
                    <a:pt x="6" y="145"/>
                  </a:lnTo>
                  <a:lnTo>
                    <a:pt x="8" y="145"/>
                  </a:lnTo>
                  <a:lnTo>
                    <a:pt x="8" y="147"/>
                  </a:lnTo>
                  <a:lnTo>
                    <a:pt x="10" y="147"/>
                  </a:lnTo>
                  <a:lnTo>
                    <a:pt x="10" y="147"/>
                  </a:lnTo>
                  <a:lnTo>
                    <a:pt x="12" y="147"/>
                  </a:lnTo>
                  <a:lnTo>
                    <a:pt x="12" y="148"/>
                  </a:lnTo>
                  <a:lnTo>
                    <a:pt x="12" y="148"/>
                  </a:lnTo>
                  <a:lnTo>
                    <a:pt x="12" y="150"/>
                  </a:lnTo>
                  <a:lnTo>
                    <a:pt x="13" y="150"/>
                  </a:lnTo>
                  <a:lnTo>
                    <a:pt x="13" y="152"/>
                  </a:lnTo>
                  <a:lnTo>
                    <a:pt x="13" y="152"/>
                  </a:lnTo>
                  <a:lnTo>
                    <a:pt x="13" y="152"/>
                  </a:lnTo>
                  <a:lnTo>
                    <a:pt x="15" y="152"/>
                  </a:lnTo>
                  <a:lnTo>
                    <a:pt x="15" y="154"/>
                  </a:lnTo>
                  <a:lnTo>
                    <a:pt x="15" y="154"/>
                  </a:lnTo>
                  <a:lnTo>
                    <a:pt x="15" y="155"/>
                  </a:lnTo>
                  <a:lnTo>
                    <a:pt x="16" y="155"/>
                  </a:lnTo>
                  <a:lnTo>
                    <a:pt x="16" y="157"/>
                  </a:lnTo>
                  <a:lnTo>
                    <a:pt x="16" y="157"/>
                  </a:lnTo>
                  <a:lnTo>
                    <a:pt x="16" y="157"/>
                  </a:lnTo>
                  <a:lnTo>
                    <a:pt x="17" y="157"/>
                  </a:lnTo>
                  <a:lnTo>
                    <a:pt x="17" y="159"/>
                  </a:lnTo>
                  <a:lnTo>
                    <a:pt x="17" y="160"/>
                  </a:lnTo>
                  <a:lnTo>
                    <a:pt x="17" y="162"/>
                  </a:lnTo>
                  <a:lnTo>
                    <a:pt x="17" y="162"/>
                  </a:lnTo>
                  <a:lnTo>
                    <a:pt x="17" y="164"/>
                  </a:lnTo>
                  <a:lnTo>
                    <a:pt x="17" y="164"/>
                  </a:lnTo>
                  <a:lnTo>
                    <a:pt x="17" y="166"/>
                  </a:lnTo>
                  <a:lnTo>
                    <a:pt x="19" y="166"/>
                  </a:lnTo>
                  <a:lnTo>
                    <a:pt x="19" y="168"/>
                  </a:lnTo>
                  <a:lnTo>
                    <a:pt x="19" y="168"/>
                  </a:lnTo>
                  <a:lnTo>
                    <a:pt x="19" y="170"/>
                  </a:lnTo>
                  <a:lnTo>
                    <a:pt x="20" y="170"/>
                  </a:lnTo>
                  <a:lnTo>
                    <a:pt x="20" y="172"/>
                  </a:lnTo>
                  <a:lnTo>
                    <a:pt x="20" y="172"/>
                  </a:lnTo>
                  <a:lnTo>
                    <a:pt x="20" y="174"/>
                  </a:lnTo>
                  <a:lnTo>
                    <a:pt x="20" y="174"/>
                  </a:lnTo>
                  <a:lnTo>
                    <a:pt x="19" y="176"/>
                  </a:lnTo>
                  <a:lnTo>
                    <a:pt x="19" y="176"/>
                  </a:lnTo>
                  <a:lnTo>
                    <a:pt x="19" y="176"/>
                  </a:lnTo>
                  <a:lnTo>
                    <a:pt x="19" y="176"/>
                  </a:lnTo>
                  <a:lnTo>
                    <a:pt x="19" y="176"/>
                  </a:lnTo>
                  <a:lnTo>
                    <a:pt x="19" y="176"/>
                  </a:lnTo>
                  <a:lnTo>
                    <a:pt x="19" y="176"/>
                  </a:lnTo>
                  <a:lnTo>
                    <a:pt x="19" y="176"/>
                  </a:lnTo>
                  <a:lnTo>
                    <a:pt x="17" y="178"/>
                  </a:lnTo>
                  <a:lnTo>
                    <a:pt x="17" y="178"/>
                  </a:lnTo>
                  <a:lnTo>
                    <a:pt x="17" y="178"/>
                  </a:lnTo>
                  <a:lnTo>
                    <a:pt x="17" y="178"/>
                  </a:lnTo>
                  <a:lnTo>
                    <a:pt x="17" y="178"/>
                  </a:lnTo>
                  <a:lnTo>
                    <a:pt x="17" y="178"/>
                  </a:lnTo>
                  <a:lnTo>
                    <a:pt x="17" y="178"/>
                  </a:lnTo>
                  <a:lnTo>
                    <a:pt x="17" y="178"/>
                  </a:lnTo>
                  <a:lnTo>
                    <a:pt x="16" y="179"/>
                  </a:lnTo>
                  <a:lnTo>
                    <a:pt x="16" y="179"/>
                  </a:lnTo>
                  <a:lnTo>
                    <a:pt x="15" y="179"/>
                  </a:lnTo>
                  <a:lnTo>
                    <a:pt x="15" y="179"/>
                  </a:lnTo>
                  <a:lnTo>
                    <a:pt x="13" y="182"/>
                  </a:lnTo>
                  <a:lnTo>
                    <a:pt x="13" y="182"/>
                  </a:lnTo>
                  <a:lnTo>
                    <a:pt x="13" y="182"/>
                  </a:lnTo>
                  <a:lnTo>
                    <a:pt x="13" y="182"/>
                  </a:lnTo>
                  <a:lnTo>
                    <a:pt x="10" y="184"/>
                  </a:lnTo>
                  <a:lnTo>
                    <a:pt x="10" y="184"/>
                  </a:lnTo>
                  <a:lnTo>
                    <a:pt x="10" y="184"/>
                  </a:lnTo>
                  <a:lnTo>
                    <a:pt x="10" y="184"/>
                  </a:lnTo>
                  <a:lnTo>
                    <a:pt x="8" y="184"/>
                  </a:lnTo>
                  <a:lnTo>
                    <a:pt x="8" y="184"/>
                  </a:lnTo>
                  <a:lnTo>
                    <a:pt x="8" y="184"/>
                  </a:lnTo>
                  <a:lnTo>
                    <a:pt x="8" y="184"/>
                  </a:lnTo>
                  <a:lnTo>
                    <a:pt x="6" y="185"/>
                  </a:lnTo>
                  <a:lnTo>
                    <a:pt x="6" y="185"/>
                  </a:lnTo>
                  <a:lnTo>
                    <a:pt x="6" y="186"/>
                  </a:lnTo>
                  <a:lnTo>
                    <a:pt x="6" y="186"/>
                  </a:lnTo>
                  <a:lnTo>
                    <a:pt x="5" y="189"/>
                  </a:lnTo>
                  <a:lnTo>
                    <a:pt x="5" y="189"/>
                  </a:lnTo>
                  <a:lnTo>
                    <a:pt x="5" y="190"/>
                  </a:lnTo>
                  <a:lnTo>
                    <a:pt x="5" y="190"/>
                  </a:lnTo>
                  <a:lnTo>
                    <a:pt x="5" y="192"/>
                  </a:lnTo>
                  <a:lnTo>
                    <a:pt x="5" y="192"/>
                  </a:lnTo>
                  <a:lnTo>
                    <a:pt x="5" y="194"/>
                  </a:lnTo>
                  <a:lnTo>
                    <a:pt x="5" y="194"/>
                  </a:lnTo>
                  <a:lnTo>
                    <a:pt x="5" y="196"/>
                  </a:lnTo>
                  <a:lnTo>
                    <a:pt x="5" y="196"/>
                  </a:lnTo>
                  <a:lnTo>
                    <a:pt x="5" y="196"/>
                  </a:lnTo>
                  <a:lnTo>
                    <a:pt x="5" y="196"/>
                  </a:lnTo>
                  <a:lnTo>
                    <a:pt x="5" y="198"/>
                  </a:lnTo>
                  <a:lnTo>
                    <a:pt x="5" y="198"/>
                  </a:lnTo>
                  <a:lnTo>
                    <a:pt x="5" y="200"/>
                  </a:lnTo>
                  <a:lnTo>
                    <a:pt x="7" y="200"/>
                  </a:lnTo>
                  <a:lnTo>
                    <a:pt x="7" y="201"/>
                  </a:lnTo>
                  <a:lnTo>
                    <a:pt x="9" y="201"/>
                  </a:lnTo>
                  <a:lnTo>
                    <a:pt x="10" y="201"/>
                  </a:lnTo>
                  <a:lnTo>
                    <a:pt x="12" y="201"/>
                  </a:lnTo>
                  <a:lnTo>
                    <a:pt x="12" y="203"/>
                  </a:lnTo>
                  <a:lnTo>
                    <a:pt x="14" y="203"/>
                  </a:lnTo>
                  <a:lnTo>
                    <a:pt x="14" y="203"/>
                  </a:lnTo>
                  <a:lnTo>
                    <a:pt x="16" y="203"/>
                  </a:lnTo>
                  <a:lnTo>
                    <a:pt x="16" y="205"/>
                  </a:lnTo>
                  <a:lnTo>
                    <a:pt x="17" y="205"/>
                  </a:lnTo>
                  <a:lnTo>
                    <a:pt x="17" y="205"/>
                  </a:lnTo>
                  <a:lnTo>
                    <a:pt x="20" y="205"/>
                  </a:lnTo>
                  <a:lnTo>
                    <a:pt x="20" y="207"/>
                  </a:lnTo>
                  <a:lnTo>
                    <a:pt x="20" y="207"/>
                  </a:lnTo>
                  <a:lnTo>
                    <a:pt x="20" y="208"/>
                  </a:lnTo>
                  <a:lnTo>
                    <a:pt x="20" y="208"/>
                  </a:lnTo>
                  <a:lnTo>
                    <a:pt x="20" y="210"/>
                  </a:lnTo>
                  <a:lnTo>
                    <a:pt x="20" y="210"/>
                  </a:lnTo>
                  <a:lnTo>
                    <a:pt x="20" y="211"/>
                  </a:lnTo>
                  <a:lnTo>
                    <a:pt x="20" y="211"/>
                  </a:lnTo>
                  <a:lnTo>
                    <a:pt x="20" y="213"/>
                  </a:lnTo>
                  <a:lnTo>
                    <a:pt x="20" y="213"/>
                  </a:lnTo>
                  <a:lnTo>
                    <a:pt x="20" y="215"/>
                  </a:lnTo>
                  <a:lnTo>
                    <a:pt x="20" y="215"/>
                  </a:lnTo>
                  <a:lnTo>
                    <a:pt x="20" y="217"/>
                  </a:lnTo>
                  <a:lnTo>
                    <a:pt x="20" y="217"/>
                  </a:lnTo>
                  <a:lnTo>
                    <a:pt x="20" y="217"/>
                  </a:lnTo>
                  <a:lnTo>
                    <a:pt x="20" y="217"/>
                  </a:lnTo>
                  <a:lnTo>
                    <a:pt x="20" y="219"/>
                  </a:lnTo>
                  <a:lnTo>
                    <a:pt x="20" y="219"/>
                  </a:lnTo>
                  <a:lnTo>
                    <a:pt x="20" y="219"/>
                  </a:lnTo>
                  <a:lnTo>
                    <a:pt x="20" y="219"/>
                  </a:lnTo>
                  <a:lnTo>
                    <a:pt x="20" y="221"/>
                  </a:lnTo>
                  <a:lnTo>
                    <a:pt x="20" y="221"/>
                  </a:lnTo>
                  <a:lnTo>
                    <a:pt x="20" y="221"/>
                  </a:lnTo>
                  <a:lnTo>
                    <a:pt x="20" y="221"/>
                  </a:lnTo>
                  <a:lnTo>
                    <a:pt x="20" y="223"/>
                  </a:lnTo>
                  <a:lnTo>
                    <a:pt x="20" y="223"/>
                  </a:lnTo>
                  <a:lnTo>
                    <a:pt x="20" y="223"/>
                  </a:lnTo>
                  <a:lnTo>
                    <a:pt x="20" y="223"/>
                  </a:lnTo>
                  <a:lnTo>
                    <a:pt x="20" y="223"/>
                  </a:lnTo>
                  <a:lnTo>
                    <a:pt x="20" y="223"/>
                  </a:lnTo>
                  <a:lnTo>
                    <a:pt x="20" y="223"/>
                  </a:lnTo>
                  <a:lnTo>
                    <a:pt x="20" y="223"/>
                  </a:lnTo>
                  <a:lnTo>
                    <a:pt x="20" y="224"/>
                  </a:lnTo>
                  <a:lnTo>
                    <a:pt x="20" y="224"/>
                  </a:lnTo>
                  <a:lnTo>
                    <a:pt x="20" y="224"/>
                  </a:lnTo>
                  <a:lnTo>
                    <a:pt x="22" y="224"/>
                  </a:lnTo>
                  <a:lnTo>
                    <a:pt x="22" y="224"/>
                  </a:lnTo>
                  <a:lnTo>
                    <a:pt x="23" y="224"/>
                  </a:lnTo>
                  <a:lnTo>
                    <a:pt x="23" y="224"/>
                  </a:lnTo>
                  <a:lnTo>
                    <a:pt x="25" y="223"/>
                  </a:lnTo>
                  <a:lnTo>
                    <a:pt x="25" y="223"/>
                  </a:lnTo>
                  <a:lnTo>
                    <a:pt x="25" y="223"/>
                  </a:lnTo>
                  <a:lnTo>
                    <a:pt x="25" y="223"/>
                  </a:lnTo>
                  <a:lnTo>
                    <a:pt x="27" y="222"/>
                  </a:lnTo>
                  <a:lnTo>
                    <a:pt x="27" y="222"/>
                  </a:lnTo>
                  <a:lnTo>
                    <a:pt x="28" y="222"/>
                  </a:lnTo>
                  <a:lnTo>
                    <a:pt x="28" y="222"/>
                  </a:lnTo>
                  <a:lnTo>
                    <a:pt x="30" y="221"/>
                  </a:lnTo>
                  <a:lnTo>
                    <a:pt x="30" y="222"/>
                  </a:lnTo>
                  <a:lnTo>
                    <a:pt x="30" y="222"/>
                  </a:lnTo>
                  <a:lnTo>
                    <a:pt x="30" y="222"/>
                  </a:lnTo>
                  <a:lnTo>
                    <a:pt x="30" y="222"/>
                  </a:lnTo>
                  <a:lnTo>
                    <a:pt x="30" y="222"/>
                  </a:lnTo>
                  <a:lnTo>
                    <a:pt x="30" y="222"/>
                  </a:lnTo>
                  <a:lnTo>
                    <a:pt x="30" y="222"/>
                  </a:lnTo>
                  <a:lnTo>
                    <a:pt x="31" y="222"/>
                  </a:lnTo>
                  <a:lnTo>
                    <a:pt x="31" y="223"/>
                  </a:lnTo>
                  <a:lnTo>
                    <a:pt x="31" y="223"/>
                  </a:lnTo>
                  <a:lnTo>
                    <a:pt x="31" y="223"/>
                  </a:lnTo>
                  <a:lnTo>
                    <a:pt x="31" y="223"/>
                  </a:lnTo>
                  <a:lnTo>
                    <a:pt x="31" y="223"/>
                  </a:lnTo>
                  <a:lnTo>
                    <a:pt x="31" y="223"/>
                  </a:lnTo>
                  <a:lnTo>
                    <a:pt x="31" y="223"/>
                  </a:lnTo>
                  <a:lnTo>
                    <a:pt x="32" y="223"/>
                  </a:lnTo>
                  <a:lnTo>
                    <a:pt x="32" y="223"/>
                  </a:lnTo>
                  <a:lnTo>
                    <a:pt x="32" y="223"/>
                  </a:lnTo>
                  <a:lnTo>
                    <a:pt x="32" y="223"/>
                  </a:lnTo>
                  <a:lnTo>
                    <a:pt x="32" y="223"/>
                  </a:lnTo>
                  <a:lnTo>
                    <a:pt x="32" y="223"/>
                  </a:lnTo>
                  <a:lnTo>
                    <a:pt x="32" y="223"/>
                  </a:lnTo>
                  <a:lnTo>
                    <a:pt x="32" y="223"/>
                  </a:lnTo>
                  <a:lnTo>
                    <a:pt x="34" y="222"/>
                  </a:lnTo>
                  <a:lnTo>
                    <a:pt x="34" y="222"/>
                  </a:lnTo>
                  <a:lnTo>
                    <a:pt x="34" y="222"/>
                  </a:lnTo>
                  <a:lnTo>
                    <a:pt x="34" y="222"/>
                  </a:lnTo>
                  <a:lnTo>
                    <a:pt x="34" y="221"/>
                  </a:lnTo>
                  <a:lnTo>
                    <a:pt x="34" y="221"/>
                  </a:lnTo>
                  <a:lnTo>
                    <a:pt x="34" y="221"/>
                  </a:lnTo>
                  <a:lnTo>
                    <a:pt x="34" y="221"/>
                  </a:lnTo>
                  <a:lnTo>
                    <a:pt x="35" y="219"/>
                  </a:lnTo>
                  <a:lnTo>
                    <a:pt x="35" y="219"/>
                  </a:lnTo>
                  <a:lnTo>
                    <a:pt x="35" y="219"/>
                  </a:lnTo>
                  <a:lnTo>
                    <a:pt x="35" y="219"/>
                  </a:lnTo>
                  <a:lnTo>
                    <a:pt x="36" y="219"/>
                  </a:lnTo>
                  <a:lnTo>
                    <a:pt x="36" y="219"/>
                  </a:lnTo>
                  <a:lnTo>
                    <a:pt x="36" y="219"/>
                  </a:lnTo>
                  <a:lnTo>
                    <a:pt x="36" y="219"/>
                  </a:lnTo>
                  <a:lnTo>
                    <a:pt x="38" y="218"/>
                  </a:lnTo>
                  <a:lnTo>
                    <a:pt x="38" y="218"/>
                  </a:lnTo>
                  <a:lnTo>
                    <a:pt x="38" y="218"/>
                  </a:lnTo>
                  <a:lnTo>
                    <a:pt x="38" y="218"/>
                  </a:lnTo>
                  <a:lnTo>
                    <a:pt x="39" y="216"/>
                  </a:lnTo>
                  <a:lnTo>
                    <a:pt x="39" y="216"/>
                  </a:lnTo>
                  <a:lnTo>
                    <a:pt x="39" y="216"/>
                  </a:lnTo>
                  <a:lnTo>
                    <a:pt x="39" y="216"/>
                  </a:lnTo>
                  <a:lnTo>
                    <a:pt x="41" y="214"/>
                  </a:lnTo>
                  <a:lnTo>
                    <a:pt x="40" y="214"/>
                  </a:lnTo>
                  <a:lnTo>
                    <a:pt x="40" y="214"/>
                  </a:lnTo>
                  <a:lnTo>
                    <a:pt x="40" y="214"/>
                  </a:lnTo>
                  <a:lnTo>
                    <a:pt x="40" y="214"/>
                  </a:lnTo>
                  <a:lnTo>
                    <a:pt x="40" y="214"/>
                  </a:lnTo>
                  <a:lnTo>
                    <a:pt x="40" y="214"/>
                  </a:lnTo>
                  <a:lnTo>
                    <a:pt x="40" y="214"/>
                  </a:lnTo>
                  <a:lnTo>
                    <a:pt x="40" y="212"/>
                  </a:lnTo>
                  <a:lnTo>
                    <a:pt x="40" y="212"/>
                  </a:lnTo>
                  <a:lnTo>
                    <a:pt x="40" y="212"/>
                  </a:lnTo>
                  <a:lnTo>
                    <a:pt x="40" y="212"/>
                  </a:lnTo>
                  <a:lnTo>
                    <a:pt x="40" y="211"/>
                  </a:lnTo>
                  <a:lnTo>
                    <a:pt x="40" y="211"/>
                  </a:lnTo>
                  <a:lnTo>
                    <a:pt x="40" y="211"/>
                  </a:lnTo>
                  <a:lnTo>
                    <a:pt x="40" y="211"/>
                  </a:lnTo>
                  <a:lnTo>
                    <a:pt x="40" y="210"/>
                  </a:lnTo>
                  <a:lnTo>
                    <a:pt x="40" y="210"/>
                  </a:lnTo>
                  <a:lnTo>
                    <a:pt x="40" y="210"/>
                  </a:lnTo>
                  <a:lnTo>
                    <a:pt x="40" y="210"/>
                  </a:lnTo>
                  <a:lnTo>
                    <a:pt x="40" y="210"/>
                  </a:lnTo>
                  <a:lnTo>
                    <a:pt x="40" y="210"/>
                  </a:lnTo>
                  <a:lnTo>
                    <a:pt x="40" y="210"/>
                  </a:lnTo>
                  <a:lnTo>
                    <a:pt x="40" y="210"/>
                  </a:lnTo>
                  <a:lnTo>
                    <a:pt x="42" y="208"/>
                  </a:lnTo>
                  <a:lnTo>
                    <a:pt x="42" y="208"/>
                  </a:lnTo>
                  <a:lnTo>
                    <a:pt x="42" y="208"/>
                  </a:lnTo>
                  <a:lnTo>
                    <a:pt x="42" y="208"/>
                  </a:lnTo>
                  <a:lnTo>
                    <a:pt x="42" y="208"/>
                  </a:lnTo>
                  <a:lnTo>
                    <a:pt x="42" y="208"/>
                  </a:lnTo>
                  <a:lnTo>
                    <a:pt x="42" y="208"/>
                  </a:lnTo>
                  <a:lnTo>
                    <a:pt x="42" y="208"/>
                  </a:lnTo>
                  <a:lnTo>
                    <a:pt x="44" y="207"/>
                  </a:lnTo>
                  <a:lnTo>
                    <a:pt x="44" y="207"/>
                  </a:lnTo>
                  <a:lnTo>
                    <a:pt x="44" y="207"/>
                  </a:lnTo>
                  <a:lnTo>
                    <a:pt x="44" y="207"/>
                  </a:lnTo>
                  <a:lnTo>
                    <a:pt x="45" y="207"/>
                  </a:lnTo>
                  <a:lnTo>
                    <a:pt x="45" y="207"/>
                  </a:lnTo>
                  <a:lnTo>
                    <a:pt x="45" y="207"/>
                  </a:lnTo>
                  <a:lnTo>
                    <a:pt x="45" y="207"/>
                  </a:lnTo>
                  <a:lnTo>
                    <a:pt x="47" y="206"/>
                  </a:lnTo>
                  <a:lnTo>
                    <a:pt x="47" y="206"/>
                  </a:lnTo>
                  <a:lnTo>
                    <a:pt x="47" y="206"/>
                  </a:lnTo>
                  <a:lnTo>
                    <a:pt x="47" y="206"/>
                  </a:lnTo>
                  <a:lnTo>
                    <a:pt x="49" y="206"/>
                  </a:lnTo>
                  <a:lnTo>
                    <a:pt x="49" y="206"/>
                  </a:lnTo>
                  <a:lnTo>
                    <a:pt x="52" y="206"/>
                  </a:lnTo>
                  <a:lnTo>
                    <a:pt x="52" y="206"/>
                  </a:lnTo>
                  <a:lnTo>
                    <a:pt x="53" y="205"/>
                  </a:lnTo>
                  <a:lnTo>
                    <a:pt x="53" y="205"/>
                  </a:lnTo>
                  <a:lnTo>
                    <a:pt x="53" y="205"/>
                  </a:lnTo>
                  <a:lnTo>
                    <a:pt x="53" y="205"/>
                  </a:lnTo>
                  <a:lnTo>
                    <a:pt x="54" y="205"/>
                  </a:lnTo>
                  <a:lnTo>
                    <a:pt x="54" y="205"/>
                  </a:lnTo>
                  <a:lnTo>
                    <a:pt x="54" y="205"/>
                  </a:lnTo>
                  <a:lnTo>
                    <a:pt x="54" y="205"/>
                  </a:lnTo>
                  <a:lnTo>
                    <a:pt x="56" y="203"/>
                  </a:lnTo>
                  <a:lnTo>
                    <a:pt x="56" y="203"/>
                  </a:lnTo>
                  <a:lnTo>
                    <a:pt x="56" y="203"/>
                  </a:lnTo>
                  <a:lnTo>
                    <a:pt x="56" y="203"/>
                  </a:lnTo>
                  <a:lnTo>
                    <a:pt x="58" y="202"/>
                  </a:lnTo>
                  <a:lnTo>
                    <a:pt x="58" y="202"/>
                  </a:lnTo>
                  <a:lnTo>
                    <a:pt x="58" y="202"/>
                  </a:lnTo>
                  <a:lnTo>
                    <a:pt x="58" y="202"/>
                  </a:lnTo>
                  <a:lnTo>
                    <a:pt x="59" y="201"/>
                  </a:lnTo>
                  <a:lnTo>
                    <a:pt x="59" y="202"/>
                  </a:lnTo>
                  <a:lnTo>
                    <a:pt x="59" y="202"/>
                  </a:lnTo>
                  <a:lnTo>
                    <a:pt x="59" y="202"/>
                  </a:lnTo>
                  <a:lnTo>
                    <a:pt x="60" y="202"/>
                  </a:lnTo>
                  <a:lnTo>
                    <a:pt x="60" y="202"/>
                  </a:lnTo>
                  <a:lnTo>
                    <a:pt x="62" y="202"/>
                  </a:lnTo>
                  <a:lnTo>
                    <a:pt x="63" y="202"/>
                  </a:lnTo>
                  <a:lnTo>
                    <a:pt x="65" y="201"/>
                  </a:lnTo>
                  <a:lnTo>
                    <a:pt x="65" y="201"/>
                  </a:lnTo>
                  <a:lnTo>
                    <a:pt x="67" y="201"/>
                  </a:lnTo>
                  <a:lnTo>
                    <a:pt x="67" y="201"/>
                  </a:lnTo>
                  <a:lnTo>
                    <a:pt x="69" y="201"/>
                  </a:lnTo>
                  <a:lnTo>
                    <a:pt x="69" y="201"/>
                  </a:lnTo>
                  <a:lnTo>
                    <a:pt x="70" y="201"/>
                  </a:lnTo>
                  <a:lnTo>
                    <a:pt x="70" y="201"/>
                  </a:lnTo>
                  <a:lnTo>
                    <a:pt x="71" y="201"/>
                  </a:lnTo>
                  <a:lnTo>
                    <a:pt x="71" y="201"/>
                  </a:lnTo>
                  <a:lnTo>
                    <a:pt x="71" y="201"/>
                  </a:lnTo>
                  <a:lnTo>
                    <a:pt x="71" y="201"/>
                  </a:lnTo>
                  <a:lnTo>
                    <a:pt x="72" y="201"/>
                  </a:lnTo>
                  <a:lnTo>
                    <a:pt x="72" y="201"/>
                  </a:lnTo>
                  <a:lnTo>
                    <a:pt x="72" y="201"/>
                  </a:lnTo>
                  <a:lnTo>
                    <a:pt x="72" y="201"/>
                  </a:lnTo>
                  <a:lnTo>
                    <a:pt x="74" y="200"/>
                  </a:lnTo>
                  <a:lnTo>
                    <a:pt x="74" y="200"/>
                  </a:lnTo>
                  <a:lnTo>
                    <a:pt x="74" y="200"/>
                  </a:lnTo>
                  <a:lnTo>
                    <a:pt x="74" y="200"/>
                  </a:lnTo>
                  <a:lnTo>
                    <a:pt x="76" y="199"/>
                  </a:lnTo>
                  <a:lnTo>
                    <a:pt x="76" y="199"/>
                  </a:lnTo>
                  <a:lnTo>
                    <a:pt x="76" y="199"/>
                  </a:lnTo>
                  <a:lnTo>
                    <a:pt x="76" y="199"/>
                  </a:lnTo>
                  <a:lnTo>
                    <a:pt x="78" y="198"/>
                  </a:lnTo>
                  <a:lnTo>
                    <a:pt x="78" y="198"/>
                  </a:lnTo>
                  <a:lnTo>
                    <a:pt x="80" y="198"/>
                  </a:lnTo>
                  <a:lnTo>
                    <a:pt x="80" y="198"/>
                  </a:lnTo>
                  <a:lnTo>
                    <a:pt x="82" y="198"/>
                  </a:lnTo>
                  <a:lnTo>
                    <a:pt x="82" y="198"/>
                  </a:lnTo>
                  <a:lnTo>
                    <a:pt x="84" y="198"/>
                  </a:lnTo>
                  <a:lnTo>
                    <a:pt x="84" y="198"/>
                  </a:lnTo>
                  <a:lnTo>
                    <a:pt x="86" y="198"/>
                  </a:lnTo>
                  <a:lnTo>
                    <a:pt x="86" y="198"/>
                  </a:lnTo>
                  <a:lnTo>
                    <a:pt x="87" y="198"/>
                  </a:lnTo>
                  <a:lnTo>
                    <a:pt x="87" y="198"/>
                  </a:lnTo>
                  <a:lnTo>
                    <a:pt x="89" y="198"/>
                  </a:lnTo>
                  <a:lnTo>
                    <a:pt x="89" y="198"/>
                  </a:lnTo>
                  <a:lnTo>
                    <a:pt x="91" y="198"/>
                  </a:lnTo>
                  <a:lnTo>
                    <a:pt x="91" y="198"/>
                  </a:lnTo>
                  <a:lnTo>
                    <a:pt x="93" y="198"/>
                  </a:lnTo>
                  <a:lnTo>
                    <a:pt x="93" y="198"/>
                  </a:lnTo>
                  <a:lnTo>
                    <a:pt x="95" y="198"/>
                  </a:lnTo>
                  <a:lnTo>
                    <a:pt x="96" y="198"/>
                  </a:lnTo>
                  <a:lnTo>
                    <a:pt x="97" y="198"/>
                  </a:lnTo>
                  <a:lnTo>
                    <a:pt x="97" y="198"/>
                  </a:lnTo>
                  <a:lnTo>
                    <a:pt x="99" y="198"/>
                  </a:lnTo>
                  <a:lnTo>
                    <a:pt x="101" y="198"/>
                  </a:lnTo>
                  <a:lnTo>
                    <a:pt x="103" y="198"/>
                  </a:lnTo>
                  <a:lnTo>
                    <a:pt x="103" y="198"/>
                  </a:lnTo>
                  <a:lnTo>
                    <a:pt x="105" y="198"/>
                  </a:lnTo>
                  <a:lnTo>
                    <a:pt x="106" y="198"/>
                  </a:lnTo>
                  <a:lnTo>
                    <a:pt x="108" y="198"/>
                  </a:lnTo>
                  <a:lnTo>
                    <a:pt x="108" y="198"/>
                  </a:lnTo>
                  <a:lnTo>
                    <a:pt x="110" y="198"/>
                  </a:lnTo>
                  <a:lnTo>
                    <a:pt x="112" y="198"/>
                  </a:lnTo>
                  <a:lnTo>
                    <a:pt x="113" y="198"/>
                  </a:lnTo>
                  <a:lnTo>
                    <a:pt x="113" y="198"/>
                  </a:lnTo>
                  <a:lnTo>
                    <a:pt x="113" y="198"/>
                  </a:lnTo>
                  <a:lnTo>
                    <a:pt x="113" y="198"/>
                  </a:lnTo>
                  <a:lnTo>
                    <a:pt x="113" y="198"/>
                  </a:lnTo>
                  <a:lnTo>
                    <a:pt x="113" y="198"/>
                  </a:lnTo>
                  <a:lnTo>
                    <a:pt x="113" y="198"/>
                  </a:lnTo>
                  <a:lnTo>
                    <a:pt x="113" y="198"/>
                  </a:lnTo>
                  <a:lnTo>
                    <a:pt x="115" y="196"/>
                  </a:lnTo>
                  <a:lnTo>
                    <a:pt x="115" y="196"/>
                  </a:lnTo>
                  <a:lnTo>
                    <a:pt x="115" y="196"/>
                  </a:lnTo>
                  <a:lnTo>
                    <a:pt x="115" y="196"/>
                  </a:lnTo>
                  <a:lnTo>
                    <a:pt x="115" y="196"/>
                  </a:lnTo>
                  <a:lnTo>
                    <a:pt x="115" y="196"/>
                  </a:lnTo>
                  <a:lnTo>
                    <a:pt x="115" y="196"/>
                  </a:lnTo>
                  <a:lnTo>
                    <a:pt x="115" y="196"/>
                  </a:lnTo>
                  <a:lnTo>
                    <a:pt x="117" y="194"/>
                  </a:lnTo>
                  <a:lnTo>
                    <a:pt x="117" y="196"/>
                  </a:lnTo>
                  <a:lnTo>
                    <a:pt x="117" y="196"/>
                  </a:lnTo>
                  <a:lnTo>
                    <a:pt x="117" y="196"/>
                  </a:lnTo>
                  <a:lnTo>
                    <a:pt x="117" y="196"/>
                  </a:lnTo>
                  <a:lnTo>
                    <a:pt x="117" y="198"/>
                  </a:lnTo>
                  <a:lnTo>
                    <a:pt x="117" y="198"/>
                  </a:lnTo>
                  <a:lnTo>
                    <a:pt x="117" y="198"/>
                  </a:lnTo>
                  <a:lnTo>
                    <a:pt x="119" y="198"/>
                  </a:lnTo>
                  <a:lnTo>
                    <a:pt x="119" y="200"/>
                  </a:lnTo>
                  <a:lnTo>
                    <a:pt x="119" y="200"/>
                  </a:lnTo>
                  <a:lnTo>
                    <a:pt x="119" y="201"/>
                  </a:lnTo>
                  <a:lnTo>
                    <a:pt x="119" y="201"/>
                  </a:lnTo>
                  <a:lnTo>
                    <a:pt x="119" y="203"/>
                  </a:lnTo>
                  <a:lnTo>
                    <a:pt x="119" y="203"/>
                  </a:lnTo>
                  <a:lnTo>
                    <a:pt x="119" y="203"/>
                  </a:lnTo>
                  <a:lnTo>
                    <a:pt x="120" y="203"/>
                  </a:lnTo>
                  <a:lnTo>
                    <a:pt x="120" y="203"/>
                  </a:lnTo>
                  <a:lnTo>
                    <a:pt x="120" y="203"/>
                  </a:lnTo>
                  <a:lnTo>
                    <a:pt x="120" y="203"/>
                  </a:lnTo>
                  <a:lnTo>
                    <a:pt x="121" y="203"/>
                  </a:lnTo>
                  <a:lnTo>
                    <a:pt x="121" y="203"/>
                  </a:lnTo>
                  <a:lnTo>
                    <a:pt x="122" y="203"/>
                  </a:lnTo>
                  <a:lnTo>
                    <a:pt x="122" y="203"/>
                  </a:lnTo>
                  <a:lnTo>
                    <a:pt x="124" y="201"/>
                  </a:lnTo>
                  <a:lnTo>
                    <a:pt x="124" y="201"/>
                  </a:lnTo>
                  <a:lnTo>
                    <a:pt x="124" y="201"/>
                  </a:lnTo>
                  <a:lnTo>
                    <a:pt x="124" y="201"/>
                  </a:lnTo>
                  <a:lnTo>
                    <a:pt x="126" y="200"/>
                  </a:lnTo>
                  <a:lnTo>
                    <a:pt x="126" y="200"/>
                  </a:lnTo>
                  <a:lnTo>
                    <a:pt x="126" y="200"/>
                  </a:lnTo>
                  <a:lnTo>
                    <a:pt x="126" y="200"/>
                  </a:lnTo>
                  <a:lnTo>
                    <a:pt x="128" y="198"/>
                  </a:lnTo>
                  <a:lnTo>
                    <a:pt x="128" y="200"/>
                  </a:lnTo>
                  <a:lnTo>
                    <a:pt x="128" y="200"/>
                  </a:lnTo>
                  <a:lnTo>
                    <a:pt x="128" y="200"/>
                  </a:lnTo>
                  <a:lnTo>
                    <a:pt x="128" y="200"/>
                  </a:lnTo>
                  <a:lnTo>
                    <a:pt x="128" y="200"/>
                  </a:lnTo>
                  <a:lnTo>
                    <a:pt x="128" y="200"/>
                  </a:lnTo>
                  <a:lnTo>
                    <a:pt x="128" y="200"/>
                  </a:lnTo>
                  <a:lnTo>
                    <a:pt x="129" y="200"/>
                  </a:lnTo>
                  <a:lnTo>
                    <a:pt x="129" y="200"/>
                  </a:lnTo>
                  <a:lnTo>
                    <a:pt x="129" y="200"/>
                  </a:lnTo>
                  <a:lnTo>
                    <a:pt x="129" y="200"/>
                  </a:lnTo>
                  <a:lnTo>
                    <a:pt x="130" y="200"/>
                  </a:lnTo>
                  <a:lnTo>
                    <a:pt x="130" y="200"/>
                  </a:lnTo>
                  <a:lnTo>
                    <a:pt x="130" y="200"/>
                  </a:lnTo>
                  <a:lnTo>
                    <a:pt x="130" y="200"/>
                  </a:lnTo>
                  <a:lnTo>
                    <a:pt x="132" y="198"/>
                  </a:lnTo>
                  <a:lnTo>
                    <a:pt x="132" y="200"/>
                  </a:lnTo>
                  <a:lnTo>
                    <a:pt x="132" y="200"/>
                  </a:lnTo>
                  <a:lnTo>
                    <a:pt x="132" y="201"/>
                  </a:lnTo>
                  <a:lnTo>
                    <a:pt x="132" y="201"/>
                  </a:lnTo>
                  <a:lnTo>
                    <a:pt x="132" y="203"/>
                  </a:lnTo>
                  <a:lnTo>
                    <a:pt x="132" y="203"/>
                  </a:lnTo>
                  <a:lnTo>
                    <a:pt x="132" y="203"/>
                  </a:lnTo>
                  <a:lnTo>
                    <a:pt x="133" y="203"/>
                  </a:lnTo>
                  <a:lnTo>
                    <a:pt x="133" y="205"/>
                  </a:lnTo>
                  <a:lnTo>
                    <a:pt x="133" y="205"/>
                  </a:lnTo>
                  <a:lnTo>
                    <a:pt x="133" y="205"/>
                  </a:lnTo>
                  <a:lnTo>
                    <a:pt x="133" y="205"/>
                  </a:lnTo>
                  <a:lnTo>
                    <a:pt x="133" y="205"/>
                  </a:lnTo>
                  <a:lnTo>
                    <a:pt x="133" y="205"/>
                  </a:lnTo>
                  <a:lnTo>
                    <a:pt x="133" y="205"/>
                  </a:lnTo>
                  <a:lnTo>
                    <a:pt x="134" y="205"/>
                  </a:lnTo>
                  <a:lnTo>
                    <a:pt x="134" y="205"/>
                  </a:lnTo>
                  <a:lnTo>
                    <a:pt x="134" y="205"/>
                  </a:lnTo>
                  <a:lnTo>
                    <a:pt x="134" y="205"/>
                  </a:lnTo>
                  <a:lnTo>
                    <a:pt x="134" y="204"/>
                  </a:lnTo>
                  <a:lnTo>
                    <a:pt x="134" y="204"/>
                  </a:lnTo>
                  <a:lnTo>
                    <a:pt x="134" y="204"/>
                  </a:lnTo>
                  <a:lnTo>
                    <a:pt x="134" y="204"/>
                  </a:lnTo>
                  <a:lnTo>
                    <a:pt x="135" y="202"/>
                  </a:lnTo>
                  <a:lnTo>
                    <a:pt x="135" y="202"/>
                  </a:lnTo>
                  <a:lnTo>
                    <a:pt x="135" y="202"/>
                  </a:lnTo>
                  <a:lnTo>
                    <a:pt x="135" y="202"/>
                  </a:lnTo>
                  <a:lnTo>
                    <a:pt x="135" y="200"/>
                  </a:lnTo>
                  <a:lnTo>
                    <a:pt x="135" y="200"/>
                  </a:lnTo>
                  <a:lnTo>
                    <a:pt x="135" y="200"/>
                  </a:lnTo>
                  <a:lnTo>
                    <a:pt x="135" y="200"/>
                  </a:lnTo>
                  <a:lnTo>
                    <a:pt x="137" y="198"/>
                  </a:lnTo>
                  <a:lnTo>
                    <a:pt x="137" y="198"/>
                  </a:lnTo>
                  <a:lnTo>
                    <a:pt x="137" y="198"/>
                  </a:lnTo>
                  <a:lnTo>
                    <a:pt x="137" y="198"/>
                  </a:lnTo>
                  <a:lnTo>
                    <a:pt x="138" y="198"/>
                  </a:lnTo>
                  <a:lnTo>
                    <a:pt x="138" y="198"/>
                  </a:lnTo>
                  <a:lnTo>
                    <a:pt x="139" y="198"/>
                  </a:lnTo>
                  <a:lnTo>
                    <a:pt x="139" y="198"/>
                  </a:lnTo>
                  <a:lnTo>
                    <a:pt x="141" y="198"/>
                  </a:lnTo>
                  <a:lnTo>
                    <a:pt x="141" y="198"/>
                  </a:lnTo>
                  <a:lnTo>
                    <a:pt x="141" y="198"/>
                  </a:lnTo>
                  <a:lnTo>
                    <a:pt x="141" y="198"/>
                  </a:lnTo>
                  <a:lnTo>
                    <a:pt x="142" y="198"/>
                  </a:lnTo>
                  <a:lnTo>
                    <a:pt x="142" y="198"/>
                  </a:lnTo>
                  <a:lnTo>
                    <a:pt x="143" y="198"/>
                  </a:lnTo>
                  <a:lnTo>
                    <a:pt x="143" y="198"/>
                  </a:lnTo>
                  <a:lnTo>
                    <a:pt x="145" y="198"/>
                  </a:lnTo>
                  <a:lnTo>
                    <a:pt x="145" y="198"/>
                  </a:lnTo>
                  <a:lnTo>
                    <a:pt x="145" y="198"/>
                  </a:lnTo>
                  <a:lnTo>
                    <a:pt x="145" y="198"/>
                  </a:lnTo>
                  <a:lnTo>
                    <a:pt x="145" y="198"/>
                  </a:lnTo>
                  <a:lnTo>
                    <a:pt x="145" y="198"/>
                  </a:lnTo>
                  <a:lnTo>
                    <a:pt x="145" y="198"/>
                  </a:lnTo>
                  <a:lnTo>
                    <a:pt x="145" y="198"/>
                  </a:lnTo>
                  <a:lnTo>
                    <a:pt x="145" y="196"/>
                  </a:lnTo>
                  <a:lnTo>
                    <a:pt x="145" y="196"/>
                  </a:lnTo>
                  <a:lnTo>
                    <a:pt x="145" y="196"/>
                  </a:lnTo>
                  <a:lnTo>
                    <a:pt x="145" y="196"/>
                  </a:lnTo>
                  <a:lnTo>
                    <a:pt x="145" y="195"/>
                  </a:lnTo>
                  <a:lnTo>
                    <a:pt x="145" y="195"/>
                  </a:lnTo>
                  <a:lnTo>
                    <a:pt x="145" y="195"/>
                  </a:lnTo>
                  <a:lnTo>
                    <a:pt x="145" y="195"/>
                  </a:lnTo>
                  <a:lnTo>
                    <a:pt x="145" y="194"/>
                  </a:lnTo>
                  <a:lnTo>
                    <a:pt x="145" y="194"/>
                  </a:lnTo>
                  <a:lnTo>
                    <a:pt x="145" y="194"/>
                  </a:lnTo>
                  <a:lnTo>
                    <a:pt x="145" y="194"/>
                  </a:lnTo>
                  <a:lnTo>
                    <a:pt x="145" y="194"/>
                  </a:lnTo>
                  <a:lnTo>
                    <a:pt x="145" y="196"/>
                  </a:lnTo>
                  <a:lnTo>
                    <a:pt x="145" y="196"/>
                  </a:lnTo>
                  <a:lnTo>
                    <a:pt x="145" y="196"/>
                  </a:lnTo>
                  <a:lnTo>
                    <a:pt x="147" y="196"/>
                  </a:lnTo>
                  <a:lnTo>
                    <a:pt x="147" y="198"/>
                  </a:lnTo>
                  <a:lnTo>
                    <a:pt x="147" y="198"/>
                  </a:lnTo>
                  <a:lnTo>
                    <a:pt x="147" y="198"/>
                  </a:lnTo>
                  <a:lnTo>
                    <a:pt x="149" y="198"/>
                  </a:lnTo>
                  <a:lnTo>
                    <a:pt x="149" y="198"/>
                  </a:lnTo>
                  <a:lnTo>
                    <a:pt x="149" y="198"/>
                  </a:lnTo>
                  <a:lnTo>
                    <a:pt x="149" y="198"/>
                  </a:lnTo>
                  <a:lnTo>
                    <a:pt x="150" y="198"/>
                  </a:lnTo>
                  <a:lnTo>
                    <a:pt x="150" y="198"/>
                  </a:lnTo>
                  <a:lnTo>
                    <a:pt x="150" y="198"/>
                  </a:lnTo>
                  <a:lnTo>
                    <a:pt x="150" y="198"/>
                  </a:lnTo>
                  <a:lnTo>
                    <a:pt x="152" y="198"/>
                  </a:lnTo>
                  <a:lnTo>
                    <a:pt x="152" y="198"/>
                  </a:lnTo>
                  <a:lnTo>
                    <a:pt x="152" y="198"/>
                  </a:lnTo>
                  <a:lnTo>
                    <a:pt x="152" y="198"/>
                  </a:lnTo>
                  <a:lnTo>
                    <a:pt x="154" y="196"/>
                  </a:lnTo>
                  <a:lnTo>
                    <a:pt x="154" y="196"/>
                  </a:lnTo>
                  <a:lnTo>
                    <a:pt x="154" y="196"/>
                  </a:lnTo>
                  <a:lnTo>
                    <a:pt x="154" y="196"/>
                  </a:lnTo>
                  <a:lnTo>
                    <a:pt x="156" y="195"/>
                  </a:lnTo>
                  <a:lnTo>
                    <a:pt x="156" y="195"/>
                  </a:lnTo>
                  <a:lnTo>
                    <a:pt x="156" y="195"/>
                  </a:lnTo>
                  <a:lnTo>
                    <a:pt x="156" y="195"/>
                  </a:lnTo>
                  <a:lnTo>
                    <a:pt x="157" y="194"/>
                  </a:lnTo>
                  <a:lnTo>
                    <a:pt x="157" y="195"/>
                  </a:lnTo>
                  <a:lnTo>
                    <a:pt x="157" y="195"/>
                  </a:lnTo>
                  <a:lnTo>
                    <a:pt x="157" y="195"/>
                  </a:lnTo>
                  <a:lnTo>
                    <a:pt x="157" y="195"/>
                  </a:lnTo>
                  <a:lnTo>
                    <a:pt x="157" y="196"/>
                  </a:lnTo>
                  <a:lnTo>
                    <a:pt x="157" y="196"/>
                  </a:lnTo>
                  <a:lnTo>
                    <a:pt x="157" y="196"/>
                  </a:lnTo>
                  <a:lnTo>
                    <a:pt x="159" y="196"/>
                  </a:lnTo>
                  <a:lnTo>
                    <a:pt x="159" y="198"/>
                  </a:lnTo>
                  <a:lnTo>
                    <a:pt x="159" y="198"/>
                  </a:lnTo>
                  <a:lnTo>
                    <a:pt x="159" y="198"/>
                  </a:lnTo>
                  <a:lnTo>
                    <a:pt x="159" y="198"/>
                  </a:lnTo>
                  <a:lnTo>
                    <a:pt x="159" y="198"/>
                  </a:lnTo>
                  <a:lnTo>
                    <a:pt x="159" y="198"/>
                  </a:lnTo>
                  <a:lnTo>
                    <a:pt x="159" y="198"/>
                  </a:lnTo>
                  <a:lnTo>
                    <a:pt x="161" y="198"/>
                  </a:lnTo>
                  <a:lnTo>
                    <a:pt x="161" y="198"/>
                  </a:lnTo>
                  <a:lnTo>
                    <a:pt x="161" y="198"/>
                  </a:lnTo>
                  <a:lnTo>
                    <a:pt x="161" y="198"/>
                  </a:lnTo>
                  <a:lnTo>
                    <a:pt x="163" y="198"/>
                  </a:lnTo>
                  <a:lnTo>
                    <a:pt x="163" y="198"/>
                  </a:lnTo>
                  <a:lnTo>
                    <a:pt x="163" y="196"/>
                  </a:lnTo>
                  <a:lnTo>
                    <a:pt x="163" y="196"/>
                  </a:lnTo>
                  <a:lnTo>
                    <a:pt x="165" y="194"/>
                  </a:lnTo>
                  <a:lnTo>
                    <a:pt x="165" y="194"/>
                  </a:lnTo>
                  <a:lnTo>
                    <a:pt x="165" y="193"/>
                  </a:lnTo>
                  <a:lnTo>
                    <a:pt x="165" y="193"/>
                  </a:lnTo>
                  <a:lnTo>
                    <a:pt x="166" y="191"/>
                  </a:lnTo>
                  <a:lnTo>
                    <a:pt x="166" y="191"/>
                  </a:lnTo>
                  <a:lnTo>
                    <a:pt x="168" y="191"/>
                  </a:lnTo>
                  <a:lnTo>
                    <a:pt x="168" y="191"/>
                  </a:lnTo>
                  <a:lnTo>
                    <a:pt x="170" y="189"/>
                  </a:lnTo>
                  <a:lnTo>
                    <a:pt x="170" y="191"/>
                  </a:lnTo>
                  <a:lnTo>
                    <a:pt x="170" y="191"/>
                  </a:lnTo>
                  <a:lnTo>
                    <a:pt x="170" y="191"/>
                  </a:lnTo>
                  <a:lnTo>
                    <a:pt x="172" y="191"/>
                  </a:lnTo>
                  <a:lnTo>
                    <a:pt x="172" y="193"/>
                  </a:lnTo>
                  <a:lnTo>
                    <a:pt x="172" y="193"/>
                  </a:lnTo>
                  <a:lnTo>
                    <a:pt x="172" y="193"/>
                  </a:lnTo>
                  <a:lnTo>
                    <a:pt x="174" y="193"/>
                  </a:lnTo>
                  <a:lnTo>
                    <a:pt x="174" y="195"/>
                  </a:lnTo>
                  <a:lnTo>
                    <a:pt x="174" y="195"/>
                  </a:lnTo>
                  <a:lnTo>
                    <a:pt x="174" y="196"/>
                  </a:lnTo>
                  <a:lnTo>
                    <a:pt x="176" y="196"/>
                  </a:lnTo>
                  <a:lnTo>
                    <a:pt x="176" y="196"/>
                  </a:lnTo>
                  <a:lnTo>
                    <a:pt x="176" y="196"/>
                  </a:lnTo>
                  <a:lnTo>
                    <a:pt x="176" y="196"/>
                  </a:lnTo>
                  <a:lnTo>
                    <a:pt x="178" y="196"/>
                  </a:lnTo>
                  <a:lnTo>
                    <a:pt x="178" y="196"/>
                  </a:lnTo>
                  <a:lnTo>
                    <a:pt x="178" y="196"/>
                  </a:lnTo>
                  <a:lnTo>
                    <a:pt x="178" y="196"/>
                  </a:lnTo>
                  <a:lnTo>
                    <a:pt x="180" y="196"/>
                  </a:lnTo>
                  <a:lnTo>
                    <a:pt x="180" y="196"/>
                  </a:lnTo>
                  <a:lnTo>
                    <a:pt x="181" y="195"/>
                  </a:lnTo>
                  <a:lnTo>
                    <a:pt x="181" y="195"/>
                  </a:lnTo>
                  <a:lnTo>
                    <a:pt x="183" y="193"/>
                  </a:lnTo>
                  <a:lnTo>
                    <a:pt x="183" y="193"/>
                  </a:lnTo>
                  <a:lnTo>
                    <a:pt x="183" y="193"/>
                  </a:lnTo>
                  <a:lnTo>
                    <a:pt x="183" y="193"/>
                  </a:lnTo>
                  <a:lnTo>
                    <a:pt x="185" y="191"/>
                  </a:lnTo>
                  <a:lnTo>
                    <a:pt x="185" y="191"/>
                  </a:lnTo>
                  <a:lnTo>
                    <a:pt x="185" y="191"/>
                  </a:lnTo>
                  <a:lnTo>
                    <a:pt x="185" y="191"/>
                  </a:lnTo>
                  <a:lnTo>
                    <a:pt x="187" y="189"/>
                  </a:lnTo>
                  <a:lnTo>
                    <a:pt x="187" y="189"/>
                  </a:lnTo>
                  <a:lnTo>
                    <a:pt x="187" y="189"/>
                  </a:lnTo>
                  <a:lnTo>
                    <a:pt x="187" y="189"/>
                  </a:lnTo>
                  <a:lnTo>
                    <a:pt x="187" y="189"/>
                  </a:lnTo>
                  <a:lnTo>
                    <a:pt x="187" y="189"/>
                  </a:lnTo>
                  <a:lnTo>
                    <a:pt x="187" y="189"/>
                  </a:lnTo>
                  <a:lnTo>
                    <a:pt x="187" y="189"/>
                  </a:lnTo>
                  <a:lnTo>
                    <a:pt x="188" y="189"/>
                  </a:lnTo>
                  <a:lnTo>
                    <a:pt x="188" y="189"/>
                  </a:lnTo>
                  <a:lnTo>
                    <a:pt x="188" y="189"/>
                  </a:lnTo>
                  <a:lnTo>
                    <a:pt x="188" y="189"/>
                  </a:lnTo>
                  <a:lnTo>
                    <a:pt x="191" y="189"/>
                  </a:lnTo>
                  <a:lnTo>
                    <a:pt x="191" y="189"/>
                  </a:lnTo>
                  <a:lnTo>
                    <a:pt x="191" y="189"/>
                  </a:lnTo>
                  <a:lnTo>
                    <a:pt x="191" y="189"/>
                  </a:lnTo>
                  <a:lnTo>
                    <a:pt x="193" y="189"/>
                  </a:lnTo>
                  <a:lnTo>
                    <a:pt x="193" y="189"/>
                  </a:lnTo>
                  <a:lnTo>
                    <a:pt x="193" y="189"/>
                  </a:lnTo>
                  <a:lnTo>
                    <a:pt x="193" y="189"/>
                  </a:lnTo>
                  <a:lnTo>
                    <a:pt x="194" y="189"/>
                  </a:lnTo>
                  <a:lnTo>
                    <a:pt x="194" y="189"/>
                  </a:lnTo>
                  <a:lnTo>
                    <a:pt x="195" y="189"/>
                  </a:lnTo>
                  <a:lnTo>
                    <a:pt x="195" y="189"/>
                  </a:lnTo>
                  <a:lnTo>
                    <a:pt x="197" y="189"/>
                  </a:lnTo>
                  <a:lnTo>
                    <a:pt x="197" y="189"/>
                  </a:lnTo>
                  <a:lnTo>
                    <a:pt x="197" y="189"/>
                  </a:lnTo>
                  <a:lnTo>
                    <a:pt x="197" y="189"/>
                  </a:lnTo>
                  <a:lnTo>
                    <a:pt x="199" y="189"/>
                  </a:lnTo>
                  <a:lnTo>
                    <a:pt x="199" y="189"/>
                  </a:lnTo>
                  <a:lnTo>
                    <a:pt x="199" y="189"/>
                  </a:lnTo>
                  <a:lnTo>
                    <a:pt x="199" y="189"/>
                  </a:lnTo>
                  <a:lnTo>
                    <a:pt x="201" y="187"/>
                  </a:lnTo>
                  <a:lnTo>
                    <a:pt x="201" y="189"/>
                  </a:lnTo>
                  <a:lnTo>
                    <a:pt x="201" y="189"/>
                  </a:lnTo>
                  <a:lnTo>
                    <a:pt x="201" y="189"/>
                  </a:lnTo>
                  <a:lnTo>
                    <a:pt x="201" y="189"/>
                  </a:lnTo>
                  <a:lnTo>
                    <a:pt x="201" y="191"/>
                  </a:lnTo>
                  <a:lnTo>
                    <a:pt x="201" y="191"/>
                  </a:lnTo>
                  <a:lnTo>
                    <a:pt x="201" y="191"/>
                  </a:lnTo>
                  <a:lnTo>
                    <a:pt x="203" y="191"/>
                  </a:lnTo>
                  <a:lnTo>
                    <a:pt x="203" y="192"/>
                  </a:lnTo>
                  <a:lnTo>
                    <a:pt x="203" y="192"/>
                  </a:lnTo>
                  <a:lnTo>
                    <a:pt x="203" y="192"/>
                  </a:lnTo>
                  <a:lnTo>
                    <a:pt x="204" y="192"/>
                  </a:lnTo>
                  <a:lnTo>
                    <a:pt x="204" y="192"/>
                  </a:lnTo>
                  <a:lnTo>
                    <a:pt x="204" y="192"/>
                  </a:lnTo>
                  <a:lnTo>
                    <a:pt x="204" y="192"/>
                  </a:lnTo>
                  <a:lnTo>
                    <a:pt x="205" y="192"/>
                  </a:lnTo>
                  <a:lnTo>
                    <a:pt x="205" y="192"/>
                  </a:lnTo>
                  <a:lnTo>
                    <a:pt x="205" y="192"/>
                  </a:lnTo>
                  <a:lnTo>
                    <a:pt x="205" y="192"/>
                  </a:lnTo>
                  <a:lnTo>
                    <a:pt x="206" y="192"/>
                  </a:lnTo>
                  <a:lnTo>
                    <a:pt x="206" y="192"/>
                  </a:lnTo>
                  <a:lnTo>
                    <a:pt x="207" y="192"/>
                  </a:lnTo>
                  <a:lnTo>
                    <a:pt x="207" y="192"/>
                  </a:lnTo>
                  <a:lnTo>
                    <a:pt x="209" y="192"/>
                  </a:lnTo>
                  <a:lnTo>
                    <a:pt x="209" y="192"/>
                  </a:lnTo>
                  <a:lnTo>
                    <a:pt x="209" y="192"/>
                  </a:lnTo>
                  <a:lnTo>
                    <a:pt x="209" y="192"/>
                  </a:lnTo>
                  <a:lnTo>
                    <a:pt x="210" y="192"/>
                  </a:lnTo>
                  <a:lnTo>
                    <a:pt x="210" y="192"/>
                  </a:lnTo>
                  <a:lnTo>
                    <a:pt x="211" y="192"/>
                  </a:lnTo>
                  <a:lnTo>
                    <a:pt x="211" y="192"/>
                  </a:lnTo>
                  <a:lnTo>
                    <a:pt x="213" y="192"/>
                  </a:lnTo>
                  <a:lnTo>
                    <a:pt x="213" y="192"/>
                  </a:lnTo>
                  <a:lnTo>
                    <a:pt x="213" y="192"/>
                  </a:lnTo>
                  <a:lnTo>
                    <a:pt x="213" y="192"/>
                  </a:lnTo>
                  <a:lnTo>
                    <a:pt x="213" y="191"/>
                  </a:lnTo>
                  <a:lnTo>
                    <a:pt x="213" y="191"/>
                  </a:lnTo>
                  <a:lnTo>
                    <a:pt x="213" y="191"/>
                  </a:lnTo>
                  <a:lnTo>
                    <a:pt x="213" y="191"/>
                  </a:lnTo>
                  <a:lnTo>
                    <a:pt x="213" y="189"/>
                  </a:lnTo>
                  <a:lnTo>
                    <a:pt x="213" y="189"/>
                  </a:lnTo>
                  <a:lnTo>
                    <a:pt x="213" y="189"/>
                  </a:lnTo>
                  <a:lnTo>
                    <a:pt x="213" y="189"/>
                  </a:lnTo>
                  <a:lnTo>
                    <a:pt x="213" y="188"/>
                  </a:lnTo>
                  <a:lnTo>
                    <a:pt x="213" y="188"/>
                  </a:lnTo>
                  <a:lnTo>
                    <a:pt x="213" y="188"/>
                  </a:lnTo>
                  <a:lnTo>
                    <a:pt x="213" y="188"/>
                  </a:lnTo>
                  <a:lnTo>
                    <a:pt x="213" y="186"/>
                  </a:lnTo>
                  <a:lnTo>
                    <a:pt x="211" y="186"/>
                  </a:lnTo>
                  <a:lnTo>
                    <a:pt x="211" y="186"/>
                  </a:lnTo>
                  <a:lnTo>
                    <a:pt x="211" y="186"/>
                  </a:lnTo>
                  <a:lnTo>
                    <a:pt x="211" y="185"/>
                  </a:lnTo>
                  <a:lnTo>
                    <a:pt x="211" y="185"/>
                  </a:lnTo>
                  <a:lnTo>
                    <a:pt x="211" y="185"/>
                  </a:lnTo>
                  <a:lnTo>
                    <a:pt x="211" y="185"/>
                  </a:lnTo>
                  <a:lnTo>
                    <a:pt x="211" y="183"/>
                  </a:lnTo>
                  <a:lnTo>
                    <a:pt x="209" y="183"/>
                  </a:lnTo>
                  <a:lnTo>
                    <a:pt x="209" y="183"/>
                  </a:lnTo>
                  <a:lnTo>
                    <a:pt x="209" y="183"/>
                  </a:lnTo>
                  <a:lnTo>
                    <a:pt x="209" y="182"/>
                  </a:lnTo>
                  <a:lnTo>
                    <a:pt x="209" y="182"/>
                  </a:lnTo>
                  <a:lnTo>
                    <a:pt x="209" y="182"/>
                  </a:lnTo>
                  <a:lnTo>
                    <a:pt x="209" y="182"/>
                  </a:lnTo>
                  <a:lnTo>
                    <a:pt x="209" y="179"/>
                  </a:lnTo>
                  <a:lnTo>
                    <a:pt x="209" y="179"/>
                  </a:lnTo>
                  <a:lnTo>
                    <a:pt x="209" y="179"/>
                  </a:lnTo>
                  <a:lnTo>
                    <a:pt x="209" y="179"/>
                  </a:lnTo>
                  <a:lnTo>
                    <a:pt x="209" y="178"/>
                  </a:lnTo>
                  <a:lnTo>
                    <a:pt x="209" y="178"/>
                  </a:lnTo>
                  <a:lnTo>
                    <a:pt x="209" y="178"/>
                  </a:lnTo>
                  <a:lnTo>
                    <a:pt x="209" y="178"/>
                  </a:lnTo>
                  <a:lnTo>
                    <a:pt x="209" y="176"/>
                  </a:lnTo>
                  <a:lnTo>
                    <a:pt x="209" y="176"/>
                  </a:lnTo>
                  <a:lnTo>
                    <a:pt x="209" y="176"/>
                  </a:lnTo>
                  <a:lnTo>
                    <a:pt x="209" y="176"/>
                  </a:lnTo>
                  <a:lnTo>
                    <a:pt x="209" y="175"/>
                  </a:lnTo>
                  <a:lnTo>
                    <a:pt x="209" y="175"/>
                  </a:lnTo>
                  <a:lnTo>
                    <a:pt x="209" y="175"/>
                  </a:lnTo>
                  <a:lnTo>
                    <a:pt x="209" y="175"/>
                  </a:lnTo>
                  <a:lnTo>
                    <a:pt x="209" y="173"/>
                  </a:lnTo>
                  <a:lnTo>
                    <a:pt x="208" y="173"/>
                  </a:lnTo>
                  <a:lnTo>
                    <a:pt x="208" y="173"/>
                  </a:lnTo>
                  <a:lnTo>
                    <a:pt x="208" y="173"/>
                  </a:lnTo>
                  <a:lnTo>
                    <a:pt x="208" y="171"/>
                  </a:lnTo>
                  <a:lnTo>
                    <a:pt x="208" y="171"/>
                  </a:lnTo>
                  <a:lnTo>
                    <a:pt x="208" y="169"/>
                  </a:lnTo>
                  <a:lnTo>
                    <a:pt x="208" y="169"/>
                  </a:lnTo>
                  <a:lnTo>
                    <a:pt x="208" y="167"/>
                  </a:lnTo>
                  <a:lnTo>
                    <a:pt x="208" y="167"/>
                  </a:lnTo>
                  <a:lnTo>
                    <a:pt x="208" y="166"/>
                  </a:lnTo>
                  <a:lnTo>
                    <a:pt x="208" y="166"/>
                  </a:lnTo>
                  <a:lnTo>
                    <a:pt x="209" y="164"/>
                  </a:lnTo>
                  <a:lnTo>
                    <a:pt x="209" y="164"/>
                  </a:lnTo>
                  <a:lnTo>
                    <a:pt x="209" y="163"/>
                  </a:lnTo>
                  <a:lnTo>
                    <a:pt x="209" y="163"/>
                  </a:lnTo>
                  <a:lnTo>
                    <a:pt x="210" y="162"/>
                  </a:lnTo>
                  <a:lnTo>
                    <a:pt x="210" y="162"/>
                  </a:lnTo>
                  <a:lnTo>
                    <a:pt x="210" y="162"/>
                  </a:lnTo>
                  <a:lnTo>
                    <a:pt x="210" y="162"/>
                  </a:lnTo>
                  <a:lnTo>
                    <a:pt x="210" y="162"/>
                  </a:lnTo>
                  <a:lnTo>
                    <a:pt x="210" y="162"/>
                  </a:lnTo>
                  <a:lnTo>
                    <a:pt x="210" y="162"/>
                  </a:lnTo>
                  <a:lnTo>
                    <a:pt x="210" y="162"/>
                  </a:lnTo>
                  <a:lnTo>
                    <a:pt x="212" y="161"/>
                  </a:lnTo>
                  <a:lnTo>
                    <a:pt x="212" y="161"/>
                  </a:lnTo>
                  <a:lnTo>
                    <a:pt x="212" y="161"/>
                  </a:lnTo>
                  <a:lnTo>
                    <a:pt x="212" y="161"/>
                  </a:lnTo>
                  <a:lnTo>
                    <a:pt x="212" y="161"/>
                  </a:lnTo>
                  <a:lnTo>
                    <a:pt x="212" y="161"/>
                  </a:lnTo>
                  <a:lnTo>
                    <a:pt x="212" y="161"/>
                  </a:lnTo>
                  <a:lnTo>
                    <a:pt x="212" y="161"/>
                  </a:lnTo>
                  <a:lnTo>
                    <a:pt x="213" y="159"/>
                  </a:lnTo>
                  <a:lnTo>
                    <a:pt x="213" y="159"/>
                  </a:lnTo>
                  <a:lnTo>
                    <a:pt x="213" y="159"/>
                  </a:lnTo>
                  <a:lnTo>
                    <a:pt x="213" y="159"/>
                  </a:lnTo>
                  <a:lnTo>
                    <a:pt x="213" y="159"/>
                  </a:lnTo>
                  <a:lnTo>
                    <a:pt x="213" y="159"/>
                  </a:lnTo>
                  <a:lnTo>
                    <a:pt x="213" y="159"/>
                  </a:lnTo>
                  <a:lnTo>
                    <a:pt x="213" y="159"/>
                  </a:lnTo>
                  <a:lnTo>
                    <a:pt x="213" y="157"/>
                  </a:lnTo>
                  <a:lnTo>
                    <a:pt x="213" y="157"/>
                  </a:lnTo>
                  <a:lnTo>
                    <a:pt x="213" y="157"/>
                  </a:lnTo>
                  <a:lnTo>
                    <a:pt x="213" y="157"/>
                  </a:lnTo>
                  <a:lnTo>
                    <a:pt x="213" y="155"/>
                  </a:lnTo>
                  <a:lnTo>
                    <a:pt x="213" y="155"/>
                  </a:lnTo>
                  <a:lnTo>
                    <a:pt x="213" y="155"/>
                  </a:lnTo>
                  <a:lnTo>
                    <a:pt x="213" y="155"/>
                  </a:lnTo>
                  <a:lnTo>
                    <a:pt x="213" y="154"/>
                  </a:lnTo>
                  <a:lnTo>
                    <a:pt x="213" y="155"/>
                  </a:lnTo>
                  <a:lnTo>
                    <a:pt x="213" y="155"/>
                  </a:lnTo>
                  <a:lnTo>
                    <a:pt x="213" y="155"/>
                  </a:lnTo>
                  <a:lnTo>
                    <a:pt x="214" y="155"/>
                  </a:lnTo>
                  <a:lnTo>
                    <a:pt x="214" y="155"/>
                  </a:lnTo>
                  <a:lnTo>
                    <a:pt x="214" y="155"/>
                  </a:lnTo>
                  <a:lnTo>
                    <a:pt x="214" y="155"/>
                  </a:lnTo>
                  <a:lnTo>
                    <a:pt x="216" y="155"/>
                  </a:lnTo>
                  <a:lnTo>
                    <a:pt x="216" y="155"/>
                  </a:lnTo>
                  <a:lnTo>
                    <a:pt x="216" y="155"/>
                  </a:lnTo>
                  <a:lnTo>
                    <a:pt x="216" y="155"/>
                  </a:lnTo>
                  <a:lnTo>
                    <a:pt x="218" y="155"/>
                  </a:lnTo>
                  <a:lnTo>
                    <a:pt x="218" y="155"/>
                  </a:lnTo>
                  <a:lnTo>
                    <a:pt x="218" y="155"/>
                  </a:lnTo>
                  <a:lnTo>
                    <a:pt x="218" y="155"/>
                  </a:lnTo>
                  <a:lnTo>
                    <a:pt x="220" y="154"/>
                  </a:lnTo>
                  <a:lnTo>
                    <a:pt x="220" y="154"/>
                  </a:lnTo>
                  <a:lnTo>
                    <a:pt x="220" y="154"/>
                  </a:lnTo>
                  <a:lnTo>
                    <a:pt x="220" y="154"/>
                  </a:lnTo>
                  <a:lnTo>
                    <a:pt x="222" y="154"/>
                  </a:lnTo>
                  <a:lnTo>
                    <a:pt x="222" y="154"/>
                  </a:lnTo>
                  <a:lnTo>
                    <a:pt x="222" y="154"/>
                  </a:lnTo>
                  <a:lnTo>
                    <a:pt x="222" y="154"/>
                  </a:lnTo>
                  <a:lnTo>
                    <a:pt x="224" y="152"/>
                  </a:lnTo>
                  <a:lnTo>
                    <a:pt x="224" y="152"/>
                  </a:lnTo>
                  <a:lnTo>
                    <a:pt x="224" y="152"/>
                  </a:lnTo>
                  <a:lnTo>
                    <a:pt x="224" y="152"/>
                  </a:lnTo>
                  <a:lnTo>
                    <a:pt x="225" y="151"/>
                  </a:lnTo>
                  <a:lnTo>
                    <a:pt x="225" y="151"/>
                  </a:lnTo>
                  <a:lnTo>
                    <a:pt x="225" y="151"/>
                  </a:lnTo>
                  <a:lnTo>
                    <a:pt x="225" y="151"/>
                  </a:lnTo>
                  <a:lnTo>
                    <a:pt x="225" y="150"/>
                  </a:lnTo>
                  <a:lnTo>
                    <a:pt x="225" y="150"/>
                  </a:lnTo>
                  <a:lnTo>
                    <a:pt x="225" y="150"/>
                  </a:lnTo>
                  <a:lnTo>
                    <a:pt x="225" y="150"/>
                  </a:lnTo>
                  <a:lnTo>
                    <a:pt x="227" y="150"/>
                  </a:lnTo>
                  <a:lnTo>
                    <a:pt x="227" y="150"/>
                  </a:lnTo>
                  <a:lnTo>
                    <a:pt x="229" y="150"/>
                  </a:lnTo>
                  <a:lnTo>
                    <a:pt x="229" y="150"/>
                  </a:lnTo>
                  <a:lnTo>
                    <a:pt x="231" y="150"/>
                  </a:lnTo>
                  <a:lnTo>
                    <a:pt x="231" y="150"/>
                  </a:lnTo>
                  <a:lnTo>
                    <a:pt x="232" y="150"/>
                  </a:lnTo>
                  <a:lnTo>
                    <a:pt x="232" y="150"/>
                  </a:lnTo>
                  <a:lnTo>
                    <a:pt x="234" y="150"/>
                  </a:lnTo>
                  <a:lnTo>
                    <a:pt x="234" y="150"/>
                  </a:lnTo>
                  <a:lnTo>
                    <a:pt x="236" y="150"/>
                  </a:lnTo>
                  <a:lnTo>
                    <a:pt x="236" y="150"/>
                  </a:lnTo>
                  <a:lnTo>
                    <a:pt x="238" y="150"/>
                  </a:lnTo>
                  <a:lnTo>
                    <a:pt x="236" y="150"/>
                  </a:lnTo>
                  <a:lnTo>
                    <a:pt x="236" y="150"/>
                  </a:lnTo>
                  <a:lnTo>
                    <a:pt x="234" y="150"/>
                  </a:lnTo>
                  <a:lnTo>
                    <a:pt x="234" y="148"/>
                  </a:lnTo>
                  <a:lnTo>
                    <a:pt x="232" y="148"/>
                  </a:lnTo>
                  <a:lnTo>
                    <a:pt x="232" y="147"/>
                  </a:lnTo>
                  <a:lnTo>
                    <a:pt x="231" y="147"/>
                  </a:lnTo>
                  <a:lnTo>
                    <a:pt x="231" y="145"/>
                  </a:lnTo>
                  <a:lnTo>
                    <a:pt x="230" y="145"/>
                  </a:lnTo>
                  <a:lnTo>
                    <a:pt x="230" y="143"/>
                  </a:lnTo>
                  <a:lnTo>
                    <a:pt x="229" y="143"/>
                  </a:lnTo>
                  <a:lnTo>
                    <a:pt x="229" y="141"/>
                  </a:lnTo>
                  <a:lnTo>
                    <a:pt x="228" y="141"/>
                  </a:lnTo>
                  <a:lnTo>
                    <a:pt x="228" y="140"/>
                  </a:lnTo>
                  <a:lnTo>
                    <a:pt x="228" y="140"/>
                  </a:lnTo>
                  <a:lnTo>
                    <a:pt x="228" y="138"/>
                  </a:lnTo>
                  <a:lnTo>
                    <a:pt x="227" y="138"/>
                  </a:lnTo>
                  <a:lnTo>
                    <a:pt x="227" y="138"/>
                  </a:lnTo>
                  <a:lnTo>
                    <a:pt x="227" y="138"/>
                  </a:lnTo>
                  <a:lnTo>
                    <a:pt x="227" y="136"/>
                  </a:lnTo>
                  <a:lnTo>
                    <a:pt x="227" y="136"/>
                  </a:lnTo>
                  <a:lnTo>
                    <a:pt x="227" y="135"/>
                  </a:lnTo>
                  <a:lnTo>
                    <a:pt x="227" y="135"/>
                  </a:lnTo>
                  <a:lnTo>
                    <a:pt x="227" y="133"/>
                  </a:lnTo>
                  <a:lnTo>
                    <a:pt x="226" y="133"/>
                  </a:lnTo>
                  <a:lnTo>
                    <a:pt x="226" y="133"/>
                  </a:lnTo>
                  <a:lnTo>
                    <a:pt x="226" y="133"/>
                  </a:lnTo>
                  <a:lnTo>
                    <a:pt x="226" y="131"/>
                  </a:lnTo>
                  <a:lnTo>
                    <a:pt x="225" y="131"/>
                  </a:lnTo>
                  <a:lnTo>
                    <a:pt x="225" y="129"/>
                  </a:lnTo>
                  <a:lnTo>
                    <a:pt x="225" y="129"/>
                  </a:lnTo>
                  <a:lnTo>
                    <a:pt x="225" y="127"/>
                  </a:lnTo>
                  <a:lnTo>
                    <a:pt x="224" y="127"/>
                  </a:lnTo>
                  <a:lnTo>
                    <a:pt x="224" y="127"/>
                  </a:lnTo>
                  <a:lnTo>
                    <a:pt x="224" y="127"/>
                  </a:lnTo>
                  <a:lnTo>
                    <a:pt x="224" y="127"/>
                  </a:lnTo>
                  <a:lnTo>
                    <a:pt x="223" y="127"/>
                  </a:lnTo>
                  <a:lnTo>
                    <a:pt x="223" y="127"/>
                  </a:lnTo>
                  <a:lnTo>
                    <a:pt x="223" y="127"/>
                  </a:lnTo>
                  <a:lnTo>
                    <a:pt x="223" y="127"/>
                  </a:lnTo>
                  <a:lnTo>
                    <a:pt x="221" y="127"/>
                  </a:lnTo>
                  <a:lnTo>
                    <a:pt x="221" y="127"/>
                  </a:lnTo>
                  <a:lnTo>
                    <a:pt x="221" y="127"/>
                  </a:lnTo>
                  <a:lnTo>
                    <a:pt x="221" y="127"/>
                  </a:lnTo>
                  <a:lnTo>
                    <a:pt x="220" y="127"/>
                  </a:lnTo>
                  <a:lnTo>
                    <a:pt x="220" y="127"/>
                  </a:lnTo>
                  <a:lnTo>
                    <a:pt x="220" y="127"/>
                  </a:lnTo>
                  <a:lnTo>
                    <a:pt x="220" y="126"/>
                  </a:lnTo>
                  <a:lnTo>
                    <a:pt x="220" y="126"/>
                  </a:lnTo>
                  <a:lnTo>
                    <a:pt x="220" y="126"/>
                  </a:lnTo>
                  <a:lnTo>
                    <a:pt x="220" y="126"/>
                  </a:lnTo>
                  <a:lnTo>
                    <a:pt x="220" y="126"/>
                  </a:lnTo>
                  <a:lnTo>
                    <a:pt x="220" y="126"/>
                  </a:lnTo>
                  <a:lnTo>
                    <a:pt x="220" y="126"/>
                  </a:lnTo>
                  <a:lnTo>
                    <a:pt x="220" y="126"/>
                  </a:lnTo>
                  <a:lnTo>
                    <a:pt x="222" y="125"/>
                  </a:lnTo>
                  <a:lnTo>
                    <a:pt x="222" y="125"/>
                  </a:lnTo>
                  <a:lnTo>
                    <a:pt x="222" y="125"/>
                  </a:lnTo>
                  <a:lnTo>
                    <a:pt x="222" y="125"/>
                  </a:lnTo>
                  <a:lnTo>
                    <a:pt x="223" y="125"/>
                  </a:lnTo>
                  <a:lnTo>
                    <a:pt x="223" y="125"/>
                  </a:lnTo>
                  <a:lnTo>
                    <a:pt x="223" y="125"/>
                  </a:lnTo>
                  <a:lnTo>
                    <a:pt x="223" y="125"/>
                  </a:lnTo>
                  <a:lnTo>
                    <a:pt x="225" y="123"/>
                  </a:lnTo>
                  <a:lnTo>
                    <a:pt x="223" y="123"/>
                  </a:lnTo>
                  <a:lnTo>
                    <a:pt x="223" y="123"/>
                  </a:lnTo>
                  <a:lnTo>
                    <a:pt x="223" y="123"/>
                  </a:lnTo>
                  <a:lnTo>
                    <a:pt x="223" y="123"/>
                  </a:lnTo>
                  <a:lnTo>
                    <a:pt x="222" y="123"/>
                  </a:lnTo>
                  <a:lnTo>
                    <a:pt x="222" y="123"/>
                  </a:lnTo>
                  <a:lnTo>
                    <a:pt x="222" y="123"/>
                  </a:lnTo>
                  <a:lnTo>
                    <a:pt x="222" y="122"/>
                  </a:lnTo>
                  <a:lnTo>
                    <a:pt x="220" y="122"/>
                  </a:lnTo>
                  <a:lnTo>
                    <a:pt x="220" y="122"/>
                  </a:lnTo>
                  <a:lnTo>
                    <a:pt x="220" y="122"/>
                  </a:lnTo>
                  <a:lnTo>
                    <a:pt x="220" y="122"/>
                  </a:lnTo>
                  <a:lnTo>
                    <a:pt x="220" y="122"/>
                  </a:lnTo>
                  <a:lnTo>
                    <a:pt x="220" y="122"/>
                  </a:lnTo>
                  <a:lnTo>
                    <a:pt x="220" y="122"/>
                  </a:lnTo>
                  <a:lnTo>
                    <a:pt x="220" y="120"/>
                  </a:lnTo>
                  <a:lnTo>
                    <a:pt x="218" y="120"/>
                  </a:lnTo>
                  <a:lnTo>
                    <a:pt x="218" y="120"/>
                  </a:lnTo>
                  <a:lnTo>
                    <a:pt x="218" y="120"/>
                  </a:lnTo>
                  <a:lnTo>
                    <a:pt x="218" y="119"/>
                  </a:lnTo>
                  <a:lnTo>
                    <a:pt x="216" y="119"/>
                  </a:lnTo>
                  <a:lnTo>
                    <a:pt x="216" y="119"/>
                  </a:lnTo>
                  <a:lnTo>
                    <a:pt x="216" y="119"/>
                  </a:lnTo>
                  <a:lnTo>
                    <a:pt x="216" y="117"/>
                  </a:lnTo>
                  <a:lnTo>
                    <a:pt x="214" y="117"/>
                  </a:lnTo>
                  <a:lnTo>
                    <a:pt x="214" y="117"/>
                  </a:lnTo>
                  <a:lnTo>
                    <a:pt x="213" y="117"/>
                  </a:lnTo>
                  <a:lnTo>
                    <a:pt x="213" y="115"/>
                  </a:lnTo>
                  <a:lnTo>
                    <a:pt x="210" y="115"/>
                  </a:lnTo>
                  <a:lnTo>
                    <a:pt x="210" y="115"/>
                  </a:lnTo>
                  <a:lnTo>
                    <a:pt x="210" y="115"/>
                  </a:lnTo>
                  <a:lnTo>
                    <a:pt x="210" y="113"/>
                  </a:lnTo>
                  <a:lnTo>
                    <a:pt x="210" y="113"/>
                  </a:lnTo>
                  <a:lnTo>
                    <a:pt x="210" y="113"/>
                  </a:lnTo>
                  <a:lnTo>
                    <a:pt x="210" y="113"/>
                  </a:lnTo>
                  <a:lnTo>
                    <a:pt x="210" y="111"/>
                  </a:lnTo>
                  <a:lnTo>
                    <a:pt x="210" y="111"/>
                  </a:lnTo>
                  <a:lnTo>
                    <a:pt x="210" y="110"/>
                  </a:lnTo>
                  <a:lnTo>
                    <a:pt x="210" y="110"/>
                  </a:lnTo>
                  <a:lnTo>
                    <a:pt x="210" y="108"/>
                  </a:lnTo>
                  <a:lnTo>
                    <a:pt x="210" y="108"/>
                  </a:lnTo>
                  <a:lnTo>
                    <a:pt x="210" y="107"/>
                  </a:lnTo>
                  <a:lnTo>
                    <a:pt x="210" y="107"/>
                  </a:lnTo>
                  <a:lnTo>
                    <a:pt x="210" y="105"/>
                  </a:lnTo>
                  <a:lnTo>
                    <a:pt x="210" y="105"/>
                  </a:lnTo>
                  <a:lnTo>
                    <a:pt x="210" y="104"/>
                  </a:lnTo>
                  <a:lnTo>
                    <a:pt x="210" y="104"/>
                  </a:lnTo>
                  <a:lnTo>
                    <a:pt x="210" y="103"/>
                  </a:lnTo>
                  <a:lnTo>
                    <a:pt x="210" y="103"/>
                  </a:lnTo>
                  <a:lnTo>
                    <a:pt x="210" y="103"/>
                  </a:lnTo>
                  <a:lnTo>
                    <a:pt x="210" y="103"/>
                  </a:lnTo>
                  <a:lnTo>
                    <a:pt x="211" y="103"/>
                  </a:lnTo>
                  <a:lnTo>
                    <a:pt x="211" y="103"/>
                  </a:lnTo>
                  <a:lnTo>
                    <a:pt x="211" y="103"/>
                  </a:lnTo>
                  <a:lnTo>
                    <a:pt x="211" y="103"/>
                  </a:lnTo>
                  <a:lnTo>
                    <a:pt x="213" y="103"/>
                  </a:lnTo>
                  <a:lnTo>
                    <a:pt x="213" y="103"/>
                  </a:lnTo>
                  <a:lnTo>
                    <a:pt x="213" y="103"/>
                  </a:lnTo>
                  <a:lnTo>
                    <a:pt x="213" y="103"/>
                  </a:lnTo>
                  <a:lnTo>
                    <a:pt x="215" y="103"/>
                  </a:lnTo>
                  <a:lnTo>
                    <a:pt x="215" y="103"/>
                  </a:lnTo>
                  <a:lnTo>
                    <a:pt x="215" y="103"/>
                  </a:lnTo>
                  <a:lnTo>
                    <a:pt x="215" y="103"/>
                  </a:lnTo>
                  <a:lnTo>
                    <a:pt x="217" y="103"/>
                  </a:lnTo>
                  <a:lnTo>
                    <a:pt x="217" y="104"/>
                  </a:lnTo>
                  <a:lnTo>
                    <a:pt x="218" y="104"/>
                  </a:lnTo>
                  <a:lnTo>
                    <a:pt x="218" y="104"/>
                  </a:lnTo>
                  <a:lnTo>
                    <a:pt x="220" y="104"/>
                  </a:lnTo>
                  <a:lnTo>
                    <a:pt x="220" y="104"/>
                  </a:lnTo>
                  <a:lnTo>
                    <a:pt x="222" y="104"/>
                  </a:lnTo>
                  <a:lnTo>
                    <a:pt x="222" y="104"/>
                  </a:lnTo>
                  <a:lnTo>
                    <a:pt x="223" y="104"/>
                  </a:lnTo>
                  <a:lnTo>
                    <a:pt x="223" y="104"/>
                  </a:lnTo>
                  <a:lnTo>
                    <a:pt x="225" y="104"/>
                  </a:lnTo>
                  <a:lnTo>
                    <a:pt x="225" y="104"/>
                  </a:lnTo>
                  <a:lnTo>
                    <a:pt x="227" y="104"/>
                  </a:lnTo>
                  <a:lnTo>
                    <a:pt x="227" y="104"/>
                  </a:lnTo>
                  <a:lnTo>
                    <a:pt x="228" y="104"/>
                  </a:lnTo>
                  <a:lnTo>
                    <a:pt x="228" y="104"/>
                  </a:lnTo>
                  <a:lnTo>
                    <a:pt x="230" y="103"/>
                  </a:lnTo>
                  <a:lnTo>
                    <a:pt x="230" y="103"/>
                  </a:lnTo>
                  <a:lnTo>
                    <a:pt x="230" y="103"/>
                  </a:lnTo>
                  <a:lnTo>
                    <a:pt x="230" y="103"/>
                  </a:lnTo>
                  <a:lnTo>
                    <a:pt x="231" y="103"/>
                  </a:lnTo>
                  <a:lnTo>
                    <a:pt x="231" y="103"/>
                  </a:lnTo>
                  <a:lnTo>
                    <a:pt x="231" y="103"/>
                  </a:lnTo>
                  <a:lnTo>
                    <a:pt x="231" y="103"/>
                  </a:lnTo>
                  <a:lnTo>
                    <a:pt x="233" y="101"/>
                  </a:lnTo>
                  <a:lnTo>
                    <a:pt x="233" y="101"/>
                  </a:lnTo>
                  <a:lnTo>
                    <a:pt x="233" y="101"/>
                  </a:lnTo>
                  <a:lnTo>
                    <a:pt x="233" y="101"/>
                  </a:lnTo>
                  <a:lnTo>
                    <a:pt x="235" y="99"/>
                  </a:lnTo>
                  <a:lnTo>
                    <a:pt x="235" y="99"/>
                  </a:lnTo>
                  <a:lnTo>
                    <a:pt x="236" y="99"/>
                  </a:lnTo>
                  <a:lnTo>
                    <a:pt x="236" y="99"/>
                  </a:lnTo>
                  <a:lnTo>
                    <a:pt x="238" y="97"/>
                  </a:lnTo>
                  <a:lnTo>
                    <a:pt x="238" y="97"/>
                  </a:lnTo>
                  <a:lnTo>
                    <a:pt x="238" y="97"/>
                  </a:lnTo>
                  <a:lnTo>
                    <a:pt x="238" y="97"/>
                  </a:lnTo>
                  <a:lnTo>
                    <a:pt x="238" y="97"/>
                  </a:lnTo>
                  <a:lnTo>
                    <a:pt x="238" y="97"/>
                  </a:lnTo>
                  <a:lnTo>
                    <a:pt x="238" y="97"/>
                  </a:lnTo>
                  <a:lnTo>
                    <a:pt x="238" y="97"/>
                  </a:lnTo>
                  <a:lnTo>
                    <a:pt x="238" y="95"/>
                  </a:lnTo>
                  <a:lnTo>
                    <a:pt x="238" y="95"/>
                  </a:lnTo>
                  <a:lnTo>
                    <a:pt x="238" y="95"/>
                  </a:lnTo>
                  <a:lnTo>
                    <a:pt x="238" y="95"/>
                  </a:lnTo>
                  <a:lnTo>
                    <a:pt x="238" y="93"/>
                  </a:lnTo>
                  <a:lnTo>
                    <a:pt x="238" y="93"/>
                  </a:lnTo>
                  <a:lnTo>
                    <a:pt x="238" y="93"/>
                  </a:lnTo>
                  <a:lnTo>
                    <a:pt x="238" y="93"/>
                  </a:lnTo>
                  <a:lnTo>
                    <a:pt x="238" y="91"/>
                  </a:lnTo>
                  <a:lnTo>
                    <a:pt x="238" y="91"/>
                  </a:lnTo>
                  <a:lnTo>
                    <a:pt x="238" y="91"/>
                  </a:lnTo>
                  <a:lnTo>
                    <a:pt x="238" y="91"/>
                  </a:lnTo>
                  <a:lnTo>
                    <a:pt x="238" y="90"/>
                  </a:lnTo>
                  <a:lnTo>
                    <a:pt x="238" y="90"/>
                  </a:lnTo>
                  <a:lnTo>
                    <a:pt x="238" y="90"/>
                  </a:lnTo>
                  <a:lnTo>
                    <a:pt x="238" y="90"/>
                  </a:lnTo>
                  <a:lnTo>
                    <a:pt x="240" y="88"/>
                  </a:lnTo>
                  <a:lnTo>
                    <a:pt x="240" y="88"/>
                  </a:lnTo>
                  <a:lnTo>
                    <a:pt x="240" y="88"/>
                  </a:lnTo>
                  <a:lnTo>
                    <a:pt x="240" y="88"/>
                  </a:lnTo>
                  <a:lnTo>
                    <a:pt x="242" y="86"/>
                  </a:lnTo>
                  <a:lnTo>
                    <a:pt x="242" y="86"/>
                  </a:lnTo>
                  <a:lnTo>
                    <a:pt x="242" y="86"/>
                  </a:lnTo>
                  <a:lnTo>
                    <a:pt x="242" y="86"/>
                  </a:lnTo>
                  <a:lnTo>
                    <a:pt x="243" y="84"/>
                  </a:lnTo>
                  <a:lnTo>
                    <a:pt x="241" y="84"/>
                  </a:lnTo>
                  <a:lnTo>
                    <a:pt x="241" y="84"/>
                  </a:lnTo>
                  <a:lnTo>
                    <a:pt x="240" y="84"/>
                  </a:lnTo>
                  <a:lnTo>
                    <a:pt x="240" y="83"/>
                  </a:lnTo>
                  <a:lnTo>
                    <a:pt x="238" y="83"/>
                  </a:lnTo>
                  <a:lnTo>
                    <a:pt x="238" y="83"/>
                  </a:lnTo>
                  <a:lnTo>
                    <a:pt x="237" y="83"/>
                  </a:lnTo>
                  <a:lnTo>
                    <a:pt x="237" y="82"/>
                  </a:lnTo>
                  <a:lnTo>
                    <a:pt x="235" y="82"/>
                  </a:lnTo>
                  <a:lnTo>
                    <a:pt x="235" y="82"/>
                  </a:lnTo>
                  <a:lnTo>
                    <a:pt x="234" y="82"/>
                  </a:lnTo>
                  <a:lnTo>
                    <a:pt x="234" y="81"/>
                  </a:lnTo>
                  <a:lnTo>
                    <a:pt x="233" y="81"/>
                  </a:lnTo>
                  <a:lnTo>
                    <a:pt x="233" y="81"/>
                  </a:lnTo>
                  <a:lnTo>
                    <a:pt x="233" y="81"/>
                  </a:lnTo>
                  <a:lnTo>
                    <a:pt x="233" y="79"/>
                  </a:lnTo>
                  <a:lnTo>
                    <a:pt x="231" y="79"/>
                  </a:lnTo>
                  <a:lnTo>
                    <a:pt x="231" y="79"/>
                  </a:lnTo>
                  <a:lnTo>
                    <a:pt x="231" y="79"/>
                  </a:lnTo>
                  <a:lnTo>
                    <a:pt x="231" y="79"/>
                  </a:lnTo>
                  <a:lnTo>
                    <a:pt x="231" y="79"/>
                  </a:lnTo>
                  <a:lnTo>
                    <a:pt x="231" y="79"/>
                  </a:lnTo>
                  <a:lnTo>
                    <a:pt x="231" y="79"/>
                  </a:lnTo>
                  <a:lnTo>
                    <a:pt x="231" y="77"/>
                  </a:lnTo>
                  <a:lnTo>
                    <a:pt x="229" y="77"/>
                  </a:lnTo>
                  <a:lnTo>
                    <a:pt x="229" y="77"/>
                  </a:lnTo>
                  <a:lnTo>
                    <a:pt x="229" y="77"/>
                  </a:lnTo>
                  <a:lnTo>
                    <a:pt x="229" y="74"/>
                  </a:lnTo>
                  <a:lnTo>
                    <a:pt x="229" y="74"/>
                  </a:lnTo>
                  <a:lnTo>
                    <a:pt x="229" y="74"/>
                  </a:lnTo>
                  <a:lnTo>
                    <a:pt x="229" y="74"/>
                  </a:lnTo>
                  <a:lnTo>
                    <a:pt x="229" y="72"/>
                  </a:lnTo>
                  <a:lnTo>
                    <a:pt x="227" y="72"/>
                  </a:lnTo>
                  <a:lnTo>
                    <a:pt x="227" y="72"/>
                  </a:lnTo>
                  <a:lnTo>
                    <a:pt x="226" y="72"/>
                  </a:lnTo>
                  <a:lnTo>
                    <a:pt x="226" y="72"/>
                  </a:lnTo>
                  <a:lnTo>
                    <a:pt x="224" y="72"/>
                  </a:lnTo>
                  <a:lnTo>
                    <a:pt x="224" y="72"/>
                  </a:lnTo>
                  <a:lnTo>
                    <a:pt x="224" y="72"/>
                  </a:lnTo>
                  <a:lnTo>
                    <a:pt x="224" y="72"/>
                  </a:lnTo>
                  <a:lnTo>
                    <a:pt x="222" y="72"/>
                  </a:lnTo>
                  <a:lnTo>
                    <a:pt x="222" y="72"/>
                  </a:lnTo>
                  <a:lnTo>
                    <a:pt x="222" y="72"/>
                  </a:lnTo>
                  <a:lnTo>
                    <a:pt x="222" y="72"/>
                  </a:lnTo>
                  <a:lnTo>
                    <a:pt x="220" y="72"/>
                  </a:lnTo>
                  <a:lnTo>
                    <a:pt x="220" y="72"/>
                  </a:lnTo>
                  <a:lnTo>
                    <a:pt x="220" y="72"/>
                  </a:lnTo>
                  <a:lnTo>
                    <a:pt x="220" y="72"/>
                  </a:lnTo>
                  <a:lnTo>
                    <a:pt x="218" y="73"/>
                  </a:lnTo>
                  <a:lnTo>
                    <a:pt x="218" y="73"/>
                  </a:lnTo>
                  <a:lnTo>
                    <a:pt x="218" y="73"/>
                  </a:lnTo>
                  <a:lnTo>
                    <a:pt x="218" y="73"/>
                  </a:lnTo>
                  <a:lnTo>
                    <a:pt x="217" y="74"/>
                  </a:lnTo>
                  <a:lnTo>
                    <a:pt x="217" y="74"/>
                  </a:lnTo>
                  <a:lnTo>
                    <a:pt x="217" y="74"/>
                  </a:lnTo>
                  <a:lnTo>
                    <a:pt x="217" y="74"/>
                  </a:lnTo>
                  <a:lnTo>
                    <a:pt x="215" y="76"/>
                  </a:lnTo>
                  <a:lnTo>
                    <a:pt x="215" y="76"/>
                  </a:lnTo>
                  <a:lnTo>
                    <a:pt x="215" y="76"/>
                  </a:lnTo>
                  <a:lnTo>
                    <a:pt x="215" y="76"/>
                  </a:lnTo>
                  <a:lnTo>
                    <a:pt x="214" y="76"/>
                  </a:lnTo>
                  <a:lnTo>
                    <a:pt x="214" y="76"/>
                  </a:lnTo>
                  <a:lnTo>
                    <a:pt x="214" y="76"/>
                  </a:lnTo>
                  <a:lnTo>
                    <a:pt x="214" y="76"/>
                  </a:lnTo>
                  <a:lnTo>
                    <a:pt x="213" y="76"/>
                  </a:lnTo>
                  <a:lnTo>
                    <a:pt x="213" y="76"/>
                  </a:lnTo>
                  <a:lnTo>
                    <a:pt x="213" y="76"/>
                  </a:lnTo>
                  <a:lnTo>
                    <a:pt x="213" y="74"/>
                  </a:lnTo>
                  <a:lnTo>
                    <a:pt x="213" y="74"/>
                  </a:lnTo>
                  <a:lnTo>
                    <a:pt x="213" y="72"/>
                  </a:lnTo>
                  <a:lnTo>
                    <a:pt x="213" y="72"/>
                  </a:lnTo>
                  <a:lnTo>
                    <a:pt x="213" y="70"/>
                  </a:lnTo>
                  <a:lnTo>
                    <a:pt x="213" y="70"/>
                  </a:lnTo>
                  <a:lnTo>
                    <a:pt x="213" y="69"/>
                  </a:lnTo>
                  <a:lnTo>
                    <a:pt x="213" y="69"/>
                  </a:lnTo>
                  <a:lnTo>
                    <a:pt x="213" y="67"/>
                  </a:lnTo>
                  <a:lnTo>
                    <a:pt x="213" y="67"/>
                  </a:lnTo>
                  <a:lnTo>
                    <a:pt x="213" y="66"/>
                  </a:lnTo>
                  <a:lnTo>
                    <a:pt x="213" y="66"/>
                  </a:lnTo>
                  <a:lnTo>
                    <a:pt x="213" y="64"/>
                  </a:lnTo>
                  <a:lnTo>
                    <a:pt x="210" y="64"/>
                  </a:lnTo>
                  <a:lnTo>
                    <a:pt x="210" y="64"/>
                  </a:lnTo>
                  <a:lnTo>
                    <a:pt x="209" y="64"/>
                  </a:lnTo>
                  <a:lnTo>
                    <a:pt x="209" y="64"/>
                  </a:lnTo>
                  <a:lnTo>
                    <a:pt x="207" y="64"/>
                  </a:lnTo>
                  <a:lnTo>
                    <a:pt x="207" y="64"/>
                  </a:lnTo>
                  <a:lnTo>
                    <a:pt x="207" y="64"/>
                  </a:lnTo>
                  <a:lnTo>
                    <a:pt x="207" y="64"/>
                  </a:lnTo>
                  <a:lnTo>
                    <a:pt x="205" y="64"/>
                  </a:lnTo>
                  <a:lnTo>
                    <a:pt x="205" y="64"/>
                  </a:lnTo>
                  <a:lnTo>
                    <a:pt x="205" y="64"/>
                  </a:lnTo>
                  <a:lnTo>
                    <a:pt x="205" y="64"/>
                  </a:lnTo>
                  <a:lnTo>
                    <a:pt x="203" y="64"/>
                  </a:lnTo>
                  <a:lnTo>
                    <a:pt x="203" y="64"/>
                  </a:lnTo>
                  <a:lnTo>
                    <a:pt x="203" y="64"/>
                  </a:lnTo>
                  <a:lnTo>
                    <a:pt x="203" y="63"/>
                  </a:lnTo>
                  <a:lnTo>
                    <a:pt x="201" y="63"/>
                  </a:lnTo>
                  <a:lnTo>
                    <a:pt x="201" y="63"/>
                  </a:lnTo>
                  <a:lnTo>
                    <a:pt x="201" y="63"/>
                  </a:lnTo>
                  <a:lnTo>
                    <a:pt x="201" y="63"/>
                  </a:lnTo>
                  <a:lnTo>
                    <a:pt x="199" y="63"/>
                  </a:lnTo>
                  <a:lnTo>
                    <a:pt x="199" y="63"/>
                  </a:lnTo>
                  <a:lnTo>
                    <a:pt x="198" y="63"/>
                  </a:lnTo>
                  <a:lnTo>
                    <a:pt x="198" y="62"/>
                  </a:lnTo>
                  <a:lnTo>
                    <a:pt x="196" y="62"/>
                  </a:lnTo>
                  <a:lnTo>
                    <a:pt x="196" y="62"/>
                  </a:lnTo>
                  <a:lnTo>
                    <a:pt x="195" y="62"/>
                  </a:lnTo>
                  <a:lnTo>
                    <a:pt x="195" y="62"/>
                  </a:lnTo>
                  <a:lnTo>
                    <a:pt x="193" y="62"/>
                  </a:lnTo>
                  <a:lnTo>
                    <a:pt x="193" y="62"/>
                  </a:lnTo>
                  <a:lnTo>
                    <a:pt x="193" y="62"/>
                  </a:lnTo>
                  <a:lnTo>
                    <a:pt x="193" y="60"/>
                  </a:lnTo>
                  <a:lnTo>
                    <a:pt x="193" y="60"/>
                  </a:lnTo>
                  <a:lnTo>
                    <a:pt x="193" y="60"/>
                  </a:lnTo>
                  <a:lnTo>
                    <a:pt x="193" y="60"/>
                  </a:lnTo>
                  <a:lnTo>
                    <a:pt x="193" y="59"/>
                  </a:lnTo>
                  <a:lnTo>
                    <a:pt x="193" y="59"/>
                  </a:lnTo>
                  <a:lnTo>
                    <a:pt x="193" y="58"/>
                  </a:lnTo>
                  <a:lnTo>
                    <a:pt x="193" y="58"/>
                  </a:lnTo>
                  <a:lnTo>
                    <a:pt x="193" y="57"/>
                  </a:lnTo>
                  <a:lnTo>
                    <a:pt x="193" y="57"/>
                  </a:lnTo>
                  <a:lnTo>
                    <a:pt x="193" y="57"/>
                  </a:lnTo>
                  <a:lnTo>
                    <a:pt x="193" y="57"/>
                  </a:lnTo>
                  <a:lnTo>
                    <a:pt x="193" y="55"/>
                  </a:lnTo>
                  <a:lnTo>
                    <a:pt x="193" y="55"/>
                  </a:lnTo>
                  <a:lnTo>
                    <a:pt x="193" y="55"/>
                  </a:lnTo>
                  <a:lnTo>
                    <a:pt x="193" y="55"/>
                  </a:lnTo>
                  <a:lnTo>
                    <a:pt x="193" y="52"/>
                  </a:lnTo>
                  <a:lnTo>
                    <a:pt x="191" y="52"/>
                  </a:lnTo>
                  <a:lnTo>
                    <a:pt x="191" y="52"/>
                  </a:lnTo>
                  <a:lnTo>
                    <a:pt x="191" y="52"/>
                  </a:lnTo>
                  <a:lnTo>
                    <a:pt x="191" y="52"/>
                  </a:lnTo>
                  <a:lnTo>
                    <a:pt x="188" y="52"/>
                  </a:lnTo>
                  <a:lnTo>
                    <a:pt x="188" y="52"/>
                  </a:lnTo>
                  <a:lnTo>
                    <a:pt x="188" y="52"/>
                  </a:lnTo>
                  <a:lnTo>
                    <a:pt x="188" y="51"/>
                  </a:lnTo>
                  <a:lnTo>
                    <a:pt x="187" y="51"/>
                  </a:lnTo>
                  <a:lnTo>
                    <a:pt x="187" y="51"/>
                  </a:lnTo>
                  <a:lnTo>
                    <a:pt x="187" y="51"/>
                  </a:lnTo>
                  <a:lnTo>
                    <a:pt x="187" y="51"/>
                  </a:lnTo>
                  <a:lnTo>
                    <a:pt x="186" y="51"/>
                  </a:lnTo>
                  <a:lnTo>
                    <a:pt x="186" y="51"/>
                  </a:lnTo>
                  <a:lnTo>
                    <a:pt x="186" y="51"/>
                  </a:lnTo>
                  <a:lnTo>
                    <a:pt x="186" y="51"/>
                  </a:lnTo>
                  <a:lnTo>
                    <a:pt x="186" y="51"/>
                  </a:lnTo>
                  <a:lnTo>
                    <a:pt x="186" y="51"/>
                  </a:lnTo>
                  <a:lnTo>
                    <a:pt x="186" y="51"/>
                  </a:lnTo>
                  <a:lnTo>
                    <a:pt x="186" y="50"/>
                  </a:lnTo>
                  <a:lnTo>
                    <a:pt x="186" y="50"/>
                  </a:lnTo>
                  <a:lnTo>
                    <a:pt x="186" y="50"/>
                  </a:lnTo>
                  <a:lnTo>
                    <a:pt x="186" y="50"/>
                  </a:lnTo>
                  <a:lnTo>
                    <a:pt x="186" y="48"/>
                  </a:lnTo>
                  <a:lnTo>
                    <a:pt x="186" y="48"/>
                  </a:lnTo>
                  <a:lnTo>
                    <a:pt x="186" y="48"/>
                  </a:lnTo>
                  <a:lnTo>
                    <a:pt x="186" y="48"/>
                  </a:lnTo>
                  <a:lnTo>
                    <a:pt x="186" y="46"/>
                  </a:lnTo>
                  <a:lnTo>
                    <a:pt x="186" y="46"/>
                  </a:lnTo>
                  <a:lnTo>
                    <a:pt x="186" y="45"/>
                  </a:lnTo>
                  <a:lnTo>
                    <a:pt x="186" y="45"/>
                  </a:lnTo>
                  <a:lnTo>
                    <a:pt x="186" y="43"/>
                  </a:lnTo>
                  <a:lnTo>
                    <a:pt x="184" y="43"/>
                  </a:lnTo>
                  <a:lnTo>
                    <a:pt x="184" y="43"/>
                  </a:lnTo>
                  <a:lnTo>
                    <a:pt x="183" y="43"/>
                  </a:lnTo>
                  <a:lnTo>
                    <a:pt x="183" y="43"/>
                  </a:lnTo>
                  <a:lnTo>
                    <a:pt x="181" y="43"/>
                  </a:lnTo>
                  <a:lnTo>
                    <a:pt x="181" y="43"/>
                  </a:lnTo>
                  <a:lnTo>
                    <a:pt x="179" y="43"/>
                  </a:lnTo>
                  <a:lnTo>
                    <a:pt x="179" y="43"/>
                  </a:lnTo>
                  <a:lnTo>
                    <a:pt x="178" y="43"/>
                  </a:lnTo>
                  <a:lnTo>
                    <a:pt x="178" y="43"/>
                  </a:lnTo>
                  <a:lnTo>
                    <a:pt x="176" y="43"/>
                  </a:lnTo>
                  <a:lnTo>
                    <a:pt x="176" y="42"/>
                  </a:lnTo>
                  <a:lnTo>
                    <a:pt x="175" y="42"/>
                  </a:lnTo>
                  <a:lnTo>
                    <a:pt x="175" y="42"/>
                  </a:lnTo>
                  <a:lnTo>
                    <a:pt x="175" y="42"/>
                  </a:lnTo>
                  <a:lnTo>
                    <a:pt x="175" y="40"/>
                  </a:lnTo>
                  <a:lnTo>
                    <a:pt x="174" y="40"/>
                  </a:lnTo>
                  <a:lnTo>
                    <a:pt x="174" y="40"/>
                  </a:lnTo>
                  <a:lnTo>
                    <a:pt x="174" y="40"/>
                  </a:lnTo>
                  <a:lnTo>
                    <a:pt x="174" y="40"/>
                  </a:lnTo>
                  <a:lnTo>
                    <a:pt x="174" y="40"/>
                  </a:lnTo>
                  <a:lnTo>
                    <a:pt x="174" y="40"/>
                  </a:lnTo>
                  <a:lnTo>
                    <a:pt x="174" y="40"/>
                  </a:lnTo>
                  <a:lnTo>
                    <a:pt x="174" y="39"/>
                  </a:lnTo>
                  <a:lnTo>
                    <a:pt x="174" y="39"/>
                  </a:lnTo>
                  <a:lnTo>
                    <a:pt x="174" y="39"/>
                  </a:lnTo>
                  <a:lnTo>
                    <a:pt x="174" y="39"/>
                  </a:lnTo>
                  <a:lnTo>
                    <a:pt x="174" y="37"/>
                  </a:lnTo>
                  <a:lnTo>
                    <a:pt x="174" y="37"/>
                  </a:lnTo>
                  <a:lnTo>
                    <a:pt x="174" y="37"/>
                  </a:lnTo>
                  <a:lnTo>
                    <a:pt x="174" y="37"/>
                  </a:lnTo>
                  <a:lnTo>
                    <a:pt x="174" y="35"/>
                  </a:lnTo>
                  <a:lnTo>
                    <a:pt x="174" y="35"/>
                  </a:lnTo>
                  <a:lnTo>
                    <a:pt x="174" y="35"/>
                  </a:lnTo>
                  <a:lnTo>
                    <a:pt x="174" y="35"/>
                  </a:lnTo>
                  <a:lnTo>
                    <a:pt x="174" y="35"/>
                  </a:lnTo>
                  <a:lnTo>
                    <a:pt x="174" y="35"/>
                  </a:lnTo>
                  <a:lnTo>
                    <a:pt x="174" y="35"/>
                  </a:lnTo>
                  <a:lnTo>
                    <a:pt x="174" y="35"/>
                  </a:lnTo>
                  <a:lnTo>
                    <a:pt x="175" y="34"/>
                  </a:lnTo>
                  <a:lnTo>
                    <a:pt x="175" y="34"/>
                  </a:lnTo>
                  <a:lnTo>
                    <a:pt x="175" y="34"/>
                  </a:lnTo>
                  <a:lnTo>
                    <a:pt x="175" y="34"/>
                  </a:lnTo>
                  <a:lnTo>
                    <a:pt x="175" y="33"/>
                  </a:lnTo>
                  <a:lnTo>
                    <a:pt x="175" y="33"/>
                  </a:lnTo>
                  <a:lnTo>
                    <a:pt x="175" y="33"/>
                  </a:lnTo>
                  <a:lnTo>
                    <a:pt x="175" y="33"/>
                  </a:lnTo>
                  <a:lnTo>
                    <a:pt x="176" y="31"/>
                  </a:lnTo>
                  <a:lnTo>
                    <a:pt x="176" y="31"/>
                  </a:lnTo>
                  <a:lnTo>
                    <a:pt x="176" y="31"/>
                  </a:lnTo>
                  <a:lnTo>
                    <a:pt x="176" y="31"/>
                  </a:lnTo>
                  <a:lnTo>
                    <a:pt x="176" y="31"/>
                  </a:lnTo>
                  <a:lnTo>
                    <a:pt x="176" y="31"/>
                  </a:lnTo>
                  <a:lnTo>
                    <a:pt x="176" y="31"/>
                  </a:lnTo>
                  <a:lnTo>
                    <a:pt x="176" y="31"/>
                  </a:lnTo>
                  <a:lnTo>
                    <a:pt x="176" y="30"/>
                  </a:lnTo>
                  <a:lnTo>
                    <a:pt x="176" y="30"/>
                  </a:lnTo>
                  <a:lnTo>
                    <a:pt x="176" y="30"/>
                  </a:lnTo>
                  <a:lnTo>
                    <a:pt x="176" y="30"/>
                  </a:lnTo>
                  <a:lnTo>
                    <a:pt x="176" y="29"/>
                  </a:lnTo>
                  <a:lnTo>
                    <a:pt x="176" y="29"/>
                  </a:lnTo>
                  <a:lnTo>
                    <a:pt x="176" y="29"/>
                  </a:lnTo>
                  <a:lnTo>
                    <a:pt x="176" y="29"/>
                  </a:lnTo>
                  <a:lnTo>
                    <a:pt x="176" y="28"/>
                  </a:lnTo>
                  <a:lnTo>
                    <a:pt x="174" y="28"/>
                  </a:lnTo>
                  <a:lnTo>
                    <a:pt x="174" y="28"/>
                  </a:lnTo>
                  <a:lnTo>
                    <a:pt x="174" y="28"/>
                  </a:lnTo>
                  <a:lnTo>
                    <a:pt x="174" y="27"/>
                  </a:lnTo>
                  <a:lnTo>
                    <a:pt x="174" y="27"/>
                  </a:lnTo>
                  <a:lnTo>
                    <a:pt x="174" y="27"/>
                  </a:lnTo>
                  <a:lnTo>
                    <a:pt x="174" y="27"/>
                  </a:lnTo>
                  <a:lnTo>
                    <a:pt x="174" y="25"/>
                  </a:lnTo>
                  <a:lnTo>
                    <a:pt x="174" y="25"/>
                  </a:lnTo>
                  <a:lnTo>
                    <a:pt x="174" y="25"/>
                  </a:lnTo>
                  <a:lnTo>
                    <a:pt x="174" y="25"/>
                  </a:lnTo>
                  <a:lnTo>
                    <a:pt x="174" y="23"/>
                  </a:lnTo>
                  <a:lnTo>
                    <a:pt x="174" y="23"/>
                  </a:lnTo>
                  <a:lnTo>
                    <a:pt x="174" y="23"/>
                  </a:lnTo>
                  <a:lnTo>
                    <a:pt x="174" y="23"/>
                  </a:lnTo>
                  <a:lnTo>
                    <a:pt x="174" y="22"/>
                  </a:lnTo>
                  <a:lnTo>
                    <a:pt x="172" y="22"/>
                  </a:lnTo>
                  <a:lnTo>
                    <a:pt x="172" y="22"/>
                  </a:lnTo>
                  <a:lnTo>
                    <a:pt x="172" y="22"/>
                  </a:lnTo>
                  <a:lnTo>
                    <a:pt x="172" y="22"/>
                  </a:lnTo>
                  <a:lnTo>
                    <a:pt x="171" y="22"/>
                  </a:lnTo>
                  <a:lnTo>
                    <a:pt x="171" y="22"/>
                  </a:lnTo>
                  <a:lnTo>
                    <a:pt x="171" y="22"/>
                  </a:lnTo>
                  <a:lnTo>
                    <a:pt x="171" y="22"/>
                  </a:lnTo>
                  <a:lnTo>
                    <a:pt x="169" y="22"/>
                  </a:lnTo>
                  <a:lnTo>
                    <a:pt x="169" y="22"/>
                  </a:lnTo>
                  <a:lnTo>
                    <a:pt x="169" y="22"/>
                  </a:lnTo>
                  <a:lnTo>
                    <a:pt x="169" y="22"/>
                  </a:lnTo>
                  <a:lnTo>
                    <a:pt x="169" y="22"/>
                  </a:lnTo>
                  <a:lnTo>
                    <a:pt x="169" y="22"/>
                  </a:lnTo>
                  <a:lnTo>
                    <a:pt x="169" y="22"/>
                  </a:lnTo>
                  <a:lnTo>
                    <a:pt x="169" y="20"/>
                  </a:lnTo>
                  <a:lnTo>
                    <a:pt x="169" y="20"/>
                  </a:lnTo>
                  <a:lnTo>
                    <a:pt x="169" y="20"/>
                  </a:lnTo>
                  <a:lnTo>
                    <a:pt x="169" y="20"/>
                  </a:lnTo>
                  <a:lnTo>
                    <a:pt x="169" y="19"/>
                  </a:lnTo>
                  <a:lnTo>
                    <a:pt x="169" y="19"/>
                  </a:lnTo>
                  <a:lnTo>
                    <a:pt x="169" y="19"/>
                  </a:lnTo>
                  <a:lnTo>
                    <a:pt x="169" y="19"/>
                  </a:lnTo>
                  <a:lnTo>
                    <a:pt x="169" y="17"/>
                  </a:lnTo>
                  <a:lnTo>
                    <a:pt x="169" y="17"/>
                  </a:lnTo>
                  <a:lnTo>
                    <a:pt x="169" y="17"/>
                  </a:lnTo>
                  <a:lnTo>
                    <a:pt x="169" y="17"/>
                  </a:lnTo>
                  <a:lnTo>
                    <a:pt x="169" y="15"/>
                  </a:lnTo>
                  <a:lnTo>
                    <a:pt x="169" y="15"/>
                  </a:lnTo>
                  <a:lnTo>
                    <a:pt x="169" y="14"/>
                  </a:lnTo>
                  <a:lnTo>
                    <a:pt x="169" y="14"/>
                  </a:lnTo>
                  <a:lnTo>
                    <a:pt x="169" y="13"/>
                  </a:lnTo>
                  <a:lnTo>
                    <a:pt x="169" y="13"/>
                  </a:lnTo>
                  <a:lnTo>
                    <a:pt x="169" y="13"/>
                  </a:lnTo>
                  <a:lnTo>
                    <a:pt x="169" y="13"/>
                  </a:lnTo>
                  <a:lnTo>
                    <a:pt x="169" y="13"/>
                  </a:lnTo>
                  <a:lnTo>
                    <a:pt x="169" y="13"/>
                  </a:lnTo>
                  <a:lnTo>
                    <a:pt x="169" y="13"/>
                  </a:lnTo>
                  <a:lnTo>
                    <a:pt x="169" y="13"/>
                  </a:lnTo>
                  <a:lnTo>
                    <a:pt x="169" y="12"/>
                  </a:lnTo>
                  <a:lnTo>
                    <a:pt x="169" y="12"/>
                  </a:lnTo>
                  <a:lnTo>
                    <a:pt x="169" y="12"/>
                  </a:lnTo>
                  <a:lnTo>
                    <a:pt x="169" y="12"/>
                  </a:lnTo>
                  <a:lnTo>
                    <a:pt x="169" y="12"/>
                  </a:lnTo>
                  <a:lnTo>
                    <a:pt x="169" y="12"/>
                  </a:lnTo>
                  <a:lnTo>
                    <a:pt x="169" y="12"/>
                  </a:lnTo>
                  <a:lnTo>
                    <a:pt x="169" y="12"/>
                  </a:lnTo>
                  <a:lnTo>
                    <a:pt x="169" y="11"/>
                  </a:lnTo>
                  <a:lnTo>
                    <a:pt x="168" y="11"/>
                  </a:lnTo>
                  <a:lnTo>
                    <a:pt x="168" y="11"/>
                  </a:lnTo>
                  <a:lnTo>
                    <a:pt x="168" y="11"/>
                  </a:lnTo>
                  <a:lnTo>
                    <a:pt x="168" y="10"/>
                  </a:lnTo>
                  <a:lnTo>
                    <a:pt x="168" y="10"/>
                  </a:lnTo>
                  <a:lnTo>
                    <a:pt x="168" y="10"/>
                  </a:lnTo>
                  <a:lnTo>
                    <a:pt x="168" y="10"/>
                  </a:lnTo>
                  <a:lnTo>
                    <a:pt x="168" y="8"/>
                  </a:lnTo>
                  <a:lnTo>
                    <a:pt x="168" y="8"/>
                  </a:lnTo>
                  <a:lnTo>
                    <a:pt x="168" y="8"/>
                  </a:lnTo>
                  <a:lnTo>
                    <a:pt x="168" y="8"/>
                  </a:lnTo>
                  <a:lnTo>
                    <a:pt x="168" y="7"/>
                  </a:lnTo>
                  <a:lnTo>
                    <a:pt x="168" y="7"/>
                  </a:lnTo>
                  <a:lnTo>
                    <a:pt x="168" y="7"/>
                  </a:lnTo>
                  <a:lnTo>
                    <a:pt x="168" y="7"/>
                  </a:lnTo>
                  <a:lnTo>
                    <a:pt x="168" y="5"/>
                  </a:lnTo>
                  <a:lnTo>
                    <a:pt x="166" y="6"/>
                  </a:lnTo>
                  <a:lnTo>
                    <a:pt x="166" y="6"/>
                  </a:lnTo>
                  <a:lnTo>
                    <a:pt x="166" y="6"/>
                  </a:lnTo>
                  <a:lnTo>
                    <a:pt x="166" y="6"/>
                  </a:lnTo>
                  <a:lnTo>
                    <a:pt x="165" y="6"/>
                  </a:lnTo>
                  <a:lnTo>
                    <a:pt x="165" y="6"/>
                  </a:lnTo>
                  <a:lnTo>
                    <a:pt x="165" y="6"/>
                  </a:lnTo>
                  <a:lnTo>
                    <a:pt x="165" y="6"/>
                  </a:lnTo>
                  <a:lnTo>
                    <a:pt x="163" y="6"/>
                  </a:lnTo>
                  <a:lnTo>
                    <a:pt x="163" y="6"/>
                  </a:lnTo>
                  <a:lnTo>
                    <a:pt x="163" y="6"/>
                  </a:lnTo>
                  <a:lnTo>
                    <a:pt x="163" y="6"/>
                  </a:lnTo>
                  <a:lnTo>
                    <a:pt x="163" y="6"/>
                  </a:lnTo>
                  <a:lnTo>
                    <a:pt x="163" y="6"/>
                  </a:lnTo>
                  <a:lnTo>
                    <a:pt x="163" y="6"/>
                  </a:lnTo>
                  <a:lnTo>
                    <a:pt x="163" y="6"/>
                  </a:lnTo>
                  <a:lnTo>
                    <a:pt x="161" y="6"/>
                  </a:lnTo>
                  <a:lnTo>
                    <a:pt x="161" y="6"/>
                  </a:lnTo>
                  <a:lnTo>
                    <a:pt x="161" y="6"/>
                  </a:lnTo>
                  <a:lnTo>
                    <a:pt x="161" y="6"/>
                  </a:lnTo>
                  <a:lnTo>
                    <a:pt x="159" y="6"/>
                  </a:lnTo>
                  <a:lnTo>
                    <a:pt x="159" y="6"/>
                  </a:lnTo>
                  <a:lnTo>
                    <a:pt x="159" y="6"/>
                  </a:lnTo>
                  <a:lnTo>
                    <a:pt x="159" y="4"/>
                  </a:lnTo>
                  <a:lnTo>
                    <a:pt x="157" y="4"/>
                  </a:lnTo>
                  <a:lnTo>
                    <a:pt x="157" y="4"/>
                  </a:lnTo>
                  <a:lnTo>
                    <a:pt x="157" y="4"/>
                  </a:lnTo>
                  <a:lnTo>
                    <a:pt x="157" y="4"/>
                  </a:lnTo>
                  <a:lnTo>
                    <a:pt x="157" y="4"/>
                  </a:lnTo>
                  <a:lnTo>
                    <a:pt x="157" y="4"/>
                  </a:lnTo>
                  <a:lnTo>
                    <a:pt x="157" y="4"/>
                  </a:lnTo>
                  <a:lnTo>
                    <a:pt x="157" y="3"/>
                  </a:lnTo>
                  <a:lnTo>
                    <a:pt x="155" y="3"/>
                  </a:lnTo>
                  <a:lnTo>
                    <a:pt x="155" y="3"/>
                  </a:lnTo>
                  <a:lnTo>
                    <a:pt x="154" y="3"/>
                  </a:lnTo>
                  <a:lnTo>
                    <a:pt x="154" y="2"/>
                  </a:lnTo>
                  <a:lnTo>
                    <a:pt x="152" y="2"/>
                  </a:lnTo>
                  <a:lnTo>
                    <a:pt x="152" y="2"/>
                  </a:lnTo>
                  <a:lnTo>
                    <a:pt x="152" y="2"/>
                  </a:lnTo>
                  <a:lnTo>
                    <a:pt x="152" y="1"/>
                  </a:lnTo>
                  <a:lnTo>
                    <a:pt x="150" y="1"/>
                  </a:lnTo>
                  <a:lnTo>
                    <a:pt x="150" y="1"/>
                  </a:lnTo>
                  <a:lnTo>
                    <a:pt x="150" y="1"/>
                  </a:lnTo>
                  <a:lnTo>
                    <a:pt x="150" y="1"/>
                  </a:lnTo>
                  <a:lnTo>
                    <a:pt x="149" y="1"/>
                  </a:lnTo>
                  <a:lnTo>
                    <a:pt x="149" y="1"/>
                  </a:lnTo>
                  <a:lnTo>
                    <a:pt x="149" y="1"/>
                  </a:lnTo>
                  <a:lnTo>
                    <a:pt x="149" y="0"/>
                  </a:lnTo>
                  <a:lnTo>
                    <a:pt x="147" y="1"/>
                  </a:lnTo>
                  <a:lnTo>
                    <a:pt x="147" y="1"/>
                  </a:lnTo>
                  <a:lnTo>
                    <a:pt x="145" y="1"/>
                  </a:lnTo>
                  <a:lnTo>
                    <a:pt x="145" y="1"/>
                  </a:lnTo>
                  <a:lnTo>
                    <a:pt x="143" y="1"/>
                  </a:lnTo>
                  <a:lnTo>
                    <a:pt x="143" y="1"/>
                  </a:lnTo>
                  <a:lnTo>
                    <a:pt x="142" y="1"/>
                  </a:lnTo>
                  <a:lnTo>
                    <a:pt x="142" y="1"/>
                  </a:lnTo>
                  <a:lnTo>
                    <a:pt x="141" y="3"/>
                  </a:lnTo>
                  <a:lnTo>
                    <a:pt x="141" y="3"/>
                  </a:lnTo>
                  <a:lnTo>
                    <a:pt x="139" y="3"/>
                  </a:lnTo>
                  <a:lnTo>
                    <a:pt x="139" y="3"/>
                  </a:lnTo>
                  <a:lnTo>
                    <a:pt x="137" y="5"/>
                  </a:lnTo>
                  <a:lnTo>
                    <a:pt x="137" y="5"/>
                  </a:lnTo>
                  <a:lnTo>
                    <a:pt x="137" y="5"/>
                  </a:lnTo>
                  <a:lnTo>
                    <a:pt x="137" y="5"/>
                  </a:lnTo>
                  <a:lnTo>
                    <a:pt x="135" y="7"/>
                  </a:lnTo>
                  <a:lnTo>
                    <a:pt x="135" y="7"/>
                  </a:lnTo>
                  <a:lnTo>
                    <a:pt x="135" y="7"/>
                  </a:lnTo>
                  <a:lnTo>
                    <a:pt x="135" y="7"/>
                  </a:lnTo>
                  <a:lnTo>
                    <a:pt x="135" y="8"/>
                  </a:lnTo>
                  <a:lnTo>
                    <a:pt x="135" y="8"/>
                  </a:lnTo>
                  <a:lnTo>
                    <a:pt x="135" y="8"/>
                  </a:lnTo>
                  <a:lnTo>
                    <a:pt x="135" y="8"/>
                  </a:lnTo>
                  <a:lnTo>
                    <a:pt x="133" y="11"/>
                  </a:lnTo>
                  <a:lnTo>
                    <a:pt x="133" y="11"/>
                  </a:lnTo>
                  <a:lnTo>
                    <a:pt x="133" y="11"/>
                  </a:lnTo>
                  <a:lnTo>
                    <a:pt x="133" y="11"/>
                  </a:lnTo>
                  <a:lnTo>
                    <a:pt x="133" y="11"/>
                  </a:lnTo>
                  <a:lnTo>
                    <a:pt x="133" y="11"/>
                  </a:lnTo>
                  <a:lnTo>
                    <a:pt x="133" y="11"/>
                  </a:lnTo>
                  <a:lnTo>
                    <a:pt x="133" y="11"/>
                  </a:lnTo>
                  <a:lnTo>
                    <a:pt x="130" y="11"/>
                  </a:lnTo>
                  <a:lnTo>
                    <a:pt x="128" y="11"/>
                  </a:lnTo>
                  <a:lnTo>
                    <a:pt x="126" y="11"/>
                  </a:lnTo>
                  <a:lnTo>
                    <a:pt x="126" y="9"/>
                  </a:lnTo>
                  <a:lnTo>
                    <a:pt x="125" y="9"/>
                  </a:lnTo>
                  <a:lnTo>
                    <a:pt x="125" y="8"/>
                  </a:lnTo>
                  <a:lnTo>
                    <a:pt x="125" y="8"/>
                  </a:lnTo>
                  <a:lnTo>
                    <a:pt x="125" y="6"/>
                  </a:lnTo>
                  <a:lnTo>
                    <a:pt x="125" y="6"/>
                  </a:lnTo>
                  <a:lnTo>
                    <a:pt x="125" y="6"/>
                  </a:lnTo>
                  <a:lnTo>
                    <a:pt x="125" y="6"/>
                  </a:lnTo>
                  <a:lnTo>
                    <a:pt x="125" y="3"/>
                  </a:lnTo>
                  <a:lnTo>
                    <a:pt x="125" y="3"/>
                  </a:lnTo>
                  <a:lnTo>
                    <a:pt x="125" y="2"/>
                  </a:lnTo>
                  <a:lnTo>
                    <a:pt x="125" y="2"/>
                  </a:lnTo>
                  <a:lnTo>
                    <a:pt x="126" y="0"/>
                  </a:lnTo>
                  <a:lnTo>
                    <a:pt x="125" y="0"/>
                  </a:lnTo>
                  <a:lnTo>
                    <a:pt x="125" y="0"/>
                  </a:lnTo>
                  <a:lnTo>
                    <a:pt x="124" y="0"/>
                  </a:lnTo>
                  <a:lnTo>
                    <a:pt x="124" y="0"/>
                  </a:lnTo>
                  <a:lnTo>
                    <a:pt x="122" y="0"/>
                  </a:lnTo>
                  <a:lnTo>
                    <a:pt x="122" y="0"/>
                  </a:lnTo>
                  <a:lnTo>
                    <a:pt x="122" y="0"/>
                  </a:lnTo>
                  <a:lnTo>
                    <a:pt x="122" y="0"/>
                  </a:lnTo>
                  <a:lnTo>
                    <a:pt x="120" y="0"/>
                  </a:lnTo>
                  <a:lnTo>
                    <a:pt x="120" y="0"/>
                  </a:lnTo>
                  <a:lnTo>
                    <a:pt x="119" y="0"/>
                  </a:lnTo>
                  <a:lnTo>
                    <a:pt x="119" y="0"/>
                  </a:lnTo>
                  <a:lnTo>
                    <a:pt x="117" y="0"/>
                  </a:lnTo>
                  <a:lnTo>
                    <a:pt x="117" y="0"/>
                  </a:lnTo>
                  <a:lnTo>
                    <a:pt x="117" y="0"/>
                  </a:lnTo>
                  <a:lnTo>
                    <a:pt x="117" y="0"/>
                  </a:lnTo>
                  <a:lnTo>
                    <a:pt x="115" y="1"/>
                  </a:lnTo>
                  <a:lnTo>
                    <a:pt x="115" y="1"/>
                  </a:lnTo>
                  <a:lnTo>
                    <a:pt x="115" y="1"/>
                  </a:lnTo>
                  <a:lnTo>
                    <a:pt x="115" y="1"/>
                  </a:lnTo>
                  <a:lnTo>
                    <a:pt x="113" y="3"/>
                  </a:lnTo>
                  <a:lnTo>
                    <a:pt x="113" y="3"/>
                  </a:lnTo>
                  <a:lnTo>
                    <a:pt x="113" y="3"/>
                  </a:lnTo>
                  <a:lnTo>
                    <a:pt x="113" y="3"/>
                  </a:lnTo>
                  <a:lnTo>
                    <a:pt x="112" y="6"/>
                  </a:lnTo>
                  <a:lnTo>
                    <a:pt x="112" y="6"/>
                  </a:lnTo>
                  <a:lnTo>
                    <a:pt x="112" y="6"/>
                  </a:lnTo>
                  <a:lnTo>
                    <a:pt x="112" y="6"/>
                  </a:lnTo>
                  <a:lnTo>
                    <a:pt x="112" y="6"/>
                  </a:lnTo>
                  <a:lnTo>
                    <a:pt x="112" y="6"/>
                  </a:lnTo>
                  <a:lnTo>
                    <a:pt x="112" y="6"/>
                  </a:lnTo>
                  <a:lnTo>
                    <a:pt x="112" y="6"/>
                  </a:lnTo>
                  <a:lnTo>
                    <a:pt x="110" y="6"/>
                  </a:lnTo>
                  <a:lnTo>
                    <a:pt x="110" y="5"/>
                  </a:lnTo>
                  <a:lnTo>
                    <a:pt x="110" y="5"/>
                  </a:lnTo>
                  <a:lnTo>
                    <a:pt x="110" y="3"/>
                  </a:lnTo>
                  <a:lnTo>
                    <a:pt x="108" y="3"/>
                  </a:lnTo>
                  <a:lnTo>
                    <a:pt x="108" y="3"/>
                  </a:lnTo>
                  <a:lnTo>
                    <a:pt x="107" y="3"/>
                  </a:lnTo>
                  <a:lnTo>
                    <a:pt x="107" y="1"/>
                  </a:lnTo>
                  <a:lnTo>
                    <a:pt x="105" y="2"/>
                  </a:lnTo>
                  <a:lnTo>
                    <a:pt x="105" y="2"/>
                  </a:lnTo>
                  <a:lnTo>
                    <a:pt x="103" y="2"/>
                  </a:lnTo>
                  <a:lnTo>
                    <a:pt x="103" y="2"/>
                  </a:lnTo>
                  <a:lnTo>
                    <a:pt x="101" y="4"/>
                  </a:lnTo>
                  <a:lnTo>
                    <a:pt x="101" y="4"/>
                  </a:lnTo>
                  <a:lnTo>
                    <a:pt x="99" y="5"/>
                  </a:lnTo>
                  <a:lnTo>
                    <a:pt x="99" y="5"/>
                  </a:lnTo>
                  <a:lnTo>
                    <a:pt x="97" y="5"/>
                  </a:lnTo>
                  <a:lnTo>
                    <a:pt x="97" y="4"/>
                  </a:lnTo>
                  <a:lnTo>
                    <a:pt x="96" y="4"/>
                  </a:lnTo>
                  <a:lnTo>
                    <a:pt x="96" y="2"/>
                  </a:lnTo>
                  <a:lnTo>
                    <a:pt x="95" y="2"/>
                  </a:lnTo>
                  <a:lnTo>
                    <a:pt x="95" y="2"/>
                  </a:lnTo>
                  <a:lnTo>
                    <a:pt x="95" y="2"/>
                  </a:lnTo>
                  <a:lnTo>
                    <a:pt x="95" y="0"/>
                  </a:lnTo>
                  <a:lnTo>
                    <a:pt x="94" y="0"/>
                  </a:lnTo>
                  <a:lnTo>
                    <a:pt x="94" y="0"/>
                  </a:lnTo>
                  <a:lnTo>
                    <a:pt x="94" y="0"/>
                  </a:lnTo>
                  <a:lnTo>
                    <a:pt x="94" y="0"/>
                  </a:lnTo>
                  <a:lnTo>
                    <a:pt x="94" y="0"/>
                  </a:lnTo>
                  <a:lnTo>
                    <a:pt x="94" y="0"/>
                  </a:lnTo>
                  <a:lnTo>
                    <a:pt x="94" y="0"/>
                  </a:lnTo>
                  <a:lnTo>
                    <a:pt x="94" y="0"/>
                  </a:lnTo>
                  <a:lnTo>
                    <a:pt x="94" y="0"/>
                  </a:lnTo>
                  <a:lnTo>
                    <a:pt x="93" y="1"/>
                  </a:lnTo>
                  <a:lnTo>
                    <a:pt x="93" y="1"/>
                  </a:lnTo>
                  <a:lnTo>
                    <a:pt x="93" y="1"/>
                  </a:lnTo>
                  <a:lnTo>
                    <a:pt x="93" y="1"/>
                  </a:lnTo>
                  <a:lnTo>
                    <a:pt x="91" y="2"/>
                  </a:lnTo>
                  <a:lnTo>
                    <a:pt x="91" y="2"/>
                  </a:lnTo>
                  <a:lnTo>
                    <a:pt x="91" y="2"/>
                  </a:lnTo>
                  <a:lnTo>
                    <a:pt x="91" y="2"/>
                  </a:lnTo>
                  <a:lnTo>
                    <a:pt x="89" y="4"/>
                  </a:lnTo>
                  <a:lnTo>
                    <a:pt x="89" y="4"/>
                  </a:lnTo>
                  <a:lnTo>
                    <a:pt x="88" y="4"/>
                  </a:lnTo>
                  <a:lnTo>
                    <a:pt x="88" y="4"/>
                  </a:lnTo>
                  <a:lnTo>
                    <a:pt x="87" y="5"/>
                  </a:lnTo>
                  <a:lnTo>
                    <a:pt x="87" y="5"/>
                  </a:lnTo>
                  <a:lnTo>
                    <a:pt x="87" y="5"/>
                  </a:lnTo>
                  <a:lnTo>
                    <a:pt x="87" y="5"/>
                  </a:lnTo>
                  <a:lnTo>
                    <a:pt x="85" y="7"/>
                  </a:lnTo>
                  <a:lnTo>
                    <a:pt x="85" y="7"/>
                  </a:lnTo>
                  <a:lnTo>
                    <a:pt x="85" y="7"/>
                  </a:lnTo>
                  <a:lnTo>
                    <a:pt x="85" y="7"/>
                  </a:lnTo>
                  <a:lnTo>
                    <a:pt x="85" y="8"/>
                  </a:lnTo>
                  <a:lnTo>
                    <a:pt x="85" y="8"/>
                  </a:lnTo>
                  <a:lnTo>
                    <a:pt x="85" y="8"/>
                  </a:lnTo>
                  <a:lnTo>
                    <a:pt x="85" y="8"/>
                  </a:lnTo>
                  <a:lnTo>
                    <a:pt x="85" y="11"/>
                  </a:lnTo>
                  <a:lnTo>
                    <a:pt x="85" y="11"/>
                  </a:lnTo>
                  <a:lnTo>
                    <a:pt x="85" y="11"/>
                  </a:lnTo>
                  <a:lnTo>
                    <a:pt x="85" y="11"/>
                  </a:lnTo>
                  <a:lnTo>
                    <a:pt x="85" y="11"/>
                  </a:lnTo>
                  <a:lnTo>
                    <a:pt x="85" y="11"/>
                  </a:lnTo>
                  <a:lnTo>
                    <a:pt x="85" y="11"/>
                  </a:lnTo>
                  <a:lnTo>
                    <a:pt x="85" y="11"/>
                  </a:lnTo>
                  <a:lnTo>
                    <a:pt x="85" y="13"/>
                  </a:lnTo>
                  <a:lnTo>
                    <a:pt x="85" y="13"/>
                  </a:lnTo>
                  <a:lnTo>
                    <a:pt x="85" y="14"/>
                  </a:lnTo>
                  <a:lnTo>
                    <a:pt x="85" y="14"/>
                  </a:lnTo>
                  <a:lnTo>
                    <a:pt x="85" y="16"/>
                  </a:lnTo>
                  <a:lnTo>
                    <a:pt x="85" y="16"/>
                  </a:lnTo>
                  <a:lnTo>
                    <a:pt x="85" y="16"/>
                  </a:lnTo>
                  <a:lnTo>
                    <a:pt x="85" y="16"/>
                  </a:lnTo>
                  <a:lnTo>
                    <a:pt x="85" y="18"/>
                  </a:lnTo>
                  <a:lnTo>
                    <a:pt x="85" y="18"/>
                  </a:lnTo>
                  <a:lnTo>
                    <a:pt x="85" y="19"/>
                  </a:lnTo>
                  <a:lnTo>
                    <a:pt x="85" y="19"/>
                  </a:lnTo>
                  <a:lnTo>
                    <a:pt x="85" y="20"/>
                  </a:lnTo>
                  <a:lnTo>
                    <a:pt x="85" y="20"/>
                  </a:lnTo>
                  <a:lnTo>
                    <a:pt x="85" y="20"/>
                  </a:lnTo>
                  <a:lnTo>
                    <a:pt x="86" y="20"/>
                  </a:lnTo>
                  <a:lnTo>
                    <a:pt x="84" y="22"/>
                  </a:lnTo>
                  <a:lnTo>
                    <a:pt x="84" y="22"/>
                  </a:lnTo>
                  <a:lnTo>
                    <a:pt x="83" y="22"/>
                  </a:lnTo>
                  <a:lnTo>
                    <a:pt x="83" y="22"/>
                  </a:lnTo>
                  <a:lnTo>
                    <a:pt x="81" y="22"/>
                  </a:lnTo>
                  <a:lnTo>
                    <a:pt x="81" y="22"/>
                  </a:lnTo>
                  <a:lnTo>
                    <a:pt x="80" y="22"/>
                  </a:lnTo>
                  <a:lnTo>
                    <a:pt x="80" y="22"/>
                  </a:lnTo>
                  <a:lnTo>
                    <a:pt x="78" y="22"/>
                  </a:lnTo>
                  <a:lnTo>
                    <a:pt x="78" y="22"/>
                  </a:lnTo>
                  <a:lnTo>
                    <a:pt x="76" y="22"/>
                  </a:lnTo>
                  <a:lnTo>
                    <a:pt x="76" y="22"/>
                  </a:lnTo>
                  <a:lnTo>
                    <a:pt x="74" y="22"/>
                  </a:lnTo>
                  <a:lnTo>
                    <a:pt x="74" y="22"/>
                  </a:lnTo>
                  <a:lnTo>
                    <a:pt x="74" y="22"/>
                  </a:lnTo>
                  <a:lnTo>
                    <a:pt x="74" y="21"/>
                  </a:lnTo>
                  <a:lnTo>
                    <a:pt x="72" y="21"/>
                  </a:lnTo>
                  <a:lnTo>
                    <a:pt x="72" y="21"/>
                  </a:lnTo>
                  <a:lnTo>
                    <a:pt x="72" y="21"/>
                  </a:lnTo>
                  <a:lnTo>
                    <a:pt x="72" y="21"/>
                  </a:lnTo>
                  <a:lnTo>
                    <a:pt x="72" y="21"/>
                  </a:lnTo>
                  <a:lnTo>
                    <a:pt x="72" y="21"/>
                  </a:lnTo>
                  <a:lnTo>
                    <a:pt x="72" y="21"/>
                  </a:lnTo>
                  <a:lnTo>
                    <a:pt x="72" y="21"/>
                  </a:lnTo>
                  <a:lnTo>
                    <a:pt x="70" y="21"/>
                  </a:lnTo>
                  <a:lnTo>
                    <a:pt x="70" y="21"/>
                  </a:lnTo>
                  <a:lnTo>
                    <a:pt x="70" y="21"/>
                  </a:lnTo>
                  <a:lnTo>
                    <a:pt x="70" y="21"/>
                  </a:lnTo>
                  <a:lnTo>
                    <a:pt x="70" y="21"/>
                  </a:lnTo>
                  <a:lnTo>
                    <a:pt x="70" y="21"/>
                  </a:lnTo>
                  <a:lnTo>
                    <a:pt x="70" y="21"/>
                  </a:lnTo>
                  <a:lnTo>
                    <a:pt x="70" y="21"/>
                  </a:lnTo>
                  <a:lnTo>
                    <a:pt x="68" y="23"/>
                  </a:lnTo>
                  <a:lnTo>
                    <a:pt x="68" y="23"/>
                  </a:lnTo>
                  <a:lnTo>
                    <a:pt x="68" y="23"/>
                  </a:lnTo>
                  <a:lnTo>
                    <a:pt x="68" y="23"/>
                  </a:lnTo>
                  <a:lnTo>
                    <a:pt x="68" y="24"/>
                  </a:lnTo>
                  <a:lnTo>
                    <a:pt x="68" y="24"/>
                  </a:lnTo>
                  <a:lnTo>
                    <a:pt x="68" y="24"/>
                  </a:lnTo>
                  <a:lnTo>
                    <a:pt x="68" y="24"/>
                  </a:lnTo>
                  <a:lnTo>
                    <a:pt x="68" y="26"/>
                  </a:lnTo>
                  <a:lnTo>
                    <a:pt x="68" y="26"/>
                  </a:lnTo>
                  <a:lnTo>
                    <a:pt x="68" y="26"/>
                  </a:lnTo>
                  <a:lnTo>
                    <a:pt x="68" y="26"/>
                  </a:lnTo>
                  <a:lnTo>
                    <a:pt x="68" y="28"/>
                  </a:lnTo>
                  <a:lnTo>
                    <a:pt x="68" y="28"/>
                  </a:lnTo>
                  <a:lnTo>
                    <a:pt x="68" y="28"/>
                  </a:lnTo>
                  <a:lnTo>
                    <a:pt x="68" y="28"/>
                  </a:lnTo>
                  <a:lnTo>
                    <a:pt x="66" y="29"/>
                  </a:lnTo>
                  <a:lnTo>
                    <a:pt x="66" y="29"/>
                  </a:lnTo>
                  <a:lnTo>
                    <a:pt x="66" y="29"/>
                  </a:lnTo>
                  <a:lnTo>
                    <a:pt x="66" y="29"/>
                  </a:lnTo>
                  <a:lnTo>
                    <a:pt x="64" y="29"/>
                  </a:lnTo>
                  <a:lnTo>
                    <a:pt x="64" y="29"/>
                  </a:lnTo>
                  <a:lnTo>
                    <a:pt x="64" y="29"/>
                  </a:lnTo>
                  <a:lnTo>
                    <a:pt x="64" y="29"/>
                  </a:lnTo>
                  <a:lnTo>
                    <a:pt x="61" y="30"/>
                  </a:lnTo>
                  <a:lnTo>
                    <a:pt x="61" y="30"/>
                  </a:lnTo>
                  <a:lnTo>
                    <a:pt x="61" y="30"/>
                  </a:lnTo>
                  <a:lnTo>
                    <a:pt x="61" y="30"/>
                  </a:lnTo>
                  <a:lnTo>
                    <a:pt x="61" y="30"/>
                  </a:lnTo>
                  <a:lnTo>
                    <a:pt x="61" y="30"/>
                  </a:lnTo>
                  <a:lnTo>
                    <a:pt x="61" y="30"/>
                  </a:lnTo>
                  <a:lnTo>
                    <a:pt x="61" y="30"/>
                  </a:lnTo>
                  <a:lnTo>
                    <a:pt x="61" y="31"/>
                  </a:lnTo>
                  <a:lnTo>
                    <a:pt x="61" y="33"/>
                  </a:lnTo>
                  <a:lnTo>
                    <a:pt x="61" y="33"/>
                  </a:lnTo>
                  <a:lnTo>
                    <a:pt x="61" y="33"/>
                  </a:lnTo>
                  <a:lnTo>
                    <a:pt x="61" y="33"/>
                  </a:lnTo>
                  <a:lnTo>
                    <a:pt x="61" y="35"/>
                  </a:lnTo>
                  <a:lnTo>
                    <a:pt x="61" y="35"/>
                  </a:lnTo>
                  <a:lnTo>
                    <a:pt x="61" y="35"/>
                  </a:lnTo>
                  <a:lnTo>
                    <a:pt x="61" y="35"/>
                  </a:lnTo>
                  <a:lnTo>
                    <a:pt x="61" y="37"/>
                  </a:lnTo>
                  <a:lnTo>
                    <a:pt x="61" y="37"/>
                  </a:lnTo>
                  <a:lnTo>
                    <a:pt x="61" y="37"/>
                  </a:lnTo>
                  <a:lnTo>
                    <a:pt x="61" y="37"/>
                  </a:lnTo>
                  <a:lnTo>
                    <a:pt x="61" y="38"/>
                  </a:lnTo>
                  <a:lnTo>
                    <a:pt x="61" y="38"/>
                  </a:lnTo>
                  <a:lnTo>
                    <a:pt x="61" y="38"/>
                  </a:lnTo>
                  <a:lnTo>
                    <a:pt x="61" y="38"/>
                  </a:lnTo>
                  <a:lnTo>
                    <a:pt x="61" y="40"/>
                  </a:lnTo>
                  <a:lnTo>
                    <a:pt x="61" y="40"/>
                  </a:lnTo>
                  <a:lnTo>
                    <a:pt x="61" y="41"/>
                  </a:lnTo>
                  <a:lnTo>
                    <a:pt x="61" y="41"/>
                  </a:lnTo>
                  <a:lnTo>
                    <a:pt x="61" y="43"/>
                  </a:lnTo>
                  <a:lnTo>
                    <a:pt x="61" y="43"/>
                  </a:lnTo>
                  <a:lnTo>
                    <a:pt x="61" y="43"/>
                  </a:lnTo>
                  <a:lnTo>
                    <a:pt x="61" y="43"/>
                  </a:lnTo>
                  <a:lnTo>
                    <a:pt x="61" y="45"/>
                  </a:lnTo>
                  <a:lnTo>
                    <a:pt x="61" y="45"/>
                  </a:lnTo>
                  <a:lnTo>
                    <a:pt x="61" y="45"/>
                  </a:lnTo>
                  <a:lnTo>
                    <a:pt x="61" y="45"/>
                  </a:lnTo>
                  <a:lnTo>
                    <a:pt x="61" y="46"/>
                  </a:lnTo>
                  <a:lnTo>
                    <a:pt x="61" y="46"/>
                  </a:lnTo>
                  <a:lnTo>
                    <a:pt x="61" y="46"/>
                  </a:lnTo>
                  <a:lnTo>
                    <a:pt x="61" y="46"/>
                  </a:lnTo>
                  <a:lnTo>
                    <a:pt x="61" y="46"/>
                  </a:lnTo>
                  <a:lnTo>
                    <a:pt x="61" y="46"/>
                  </a:lnTo>
                  <a:lnTo>
                    <a:pt x="61" y="46"/>
                  </a:lnTo>
                  <a:lnTo>
                    <a:pt x="61" y="46"/>
                  </a:lnTo>
                  <a:lnTo>
                    <a:pt x="61" y="46"/>
                  </a:lnTo>
                  <a:lnTo>
                    <a:pt x="61" y="46"/>
                  </a:lnTo>
                  <a:lnTo>
                    <a:pt x="61" y="46"/>
                  </a:lnTo>
                  <a:lnTo>
                    <a:pt x="64" y="45"/>
                  </a:lnTo>
                  <a:lnTo>
                    <a:pt x="64" y="45"/>
                  </a:lnTo>
                  <a:lnTo>
                    <a:pt x="64" y="45"/>
                  </a:lnTo>
                  <a:lnTo>
                    <a:pt x="64" y="45"/>
                  </a:lnTo>
                  <a:lnTo>
                    <a:pt x="66" y="44"/>
                  </a:lnTo>
                  <a:lnTo>
                    <a:pt x="66" y="44"/>
                  </a:lnTo>
                  <a:lnTo>
                    <a:pt x="66" y="44"/>
                  </a:lnTo>
                  <a:lnTo>
                    <a:pt x="66" y="44"/>
                  </a:lnTo>
                  <a:lnTo>
                    <a:pt x="68" y="43"/>
                  </a:lnTo>
                  <a:lnTo>
                    <a:pt x="68" y="44"/>
                  </a:lnTo>
                  <a:lnTo>
                    <a:pt x="68" y="44"/>
                  </a:lnTo>
                  <a:lnTo>
                    <a:pt x="68" y="44"/>
                  </a:lnTo>
                  <a:lnTo>
                    <a:pt x="68" y="44"/>
                  </a:lnTo>
                  <a:lnTo>
                    <a:pt x="68" y="45"/>
                  </a:lnTo>
                  <a:lnTo>
                    <a:pt x="68" y="45"/>
                  </a:lnTo>
                  <a:lnTo>
                    <a:pt x="68" y="45"/>
                  </a:lnTo>
                  <a:lnTo>
                    <a:pt x="69" y="45"/>
                  </a:lnTo>
                  <a:lnTo>
                    <a:pt x="69" y="46"/>
                  </a:lnTo>
                  <a:lnTo>
                    <a:pt x="69" y="46"/>
                  </a:lnTo>
                  <a:lnTo>
                    <a:pt x="69" y="46"/>
                  </a:lnTo>
                  <a:lnTo>
                    <a:pt x="70" y="46"/>
                  </a:lnTo>
                  <a:lnTo>
                    <a:pt x="70" y="46"/>
                  </a:lnTo>
                  <a:lnTo>
                    <a:pt x="70" y="46"/>
                  </a:lnTo>
                  <a:lnTo>
                    <a:pt x="70" y="46"/>
                  </a:lnTo>
                  <a:lnTo>
                    <a:pt x="71" y="46"/>
                  </a:lnTo>
                  <a:lnTo>
                    <a:pt x="70" y="48"/>
                  </a:lnTo>
                  <a:lnTo>
                    <a:pt x="70" y="48"/>
                  </a:lnTo>
                  <a:lnTo>
                    <a:pt x="70" y="49"/>
                  </a:lnTo>
                  <a:lnTo>
                    <a:pt x="70" y="49"/>
                  </a:lnTo>
                  <a:lnTo>
                    <a:pt x="70" y="51"/>
                  </a:lnTo>
                  <a:lnTo>
                    <a:pt x="70" y="51"/>
                  </a:lnTo>
                  <a:lnTo>
                    <a:pt x="70" y="51"/>
                  </a:lnTo>
                  <a:lnTo>
                    <a:pt x="70" y="51"/>
                  </a:lnTo>
                  <a:lnTo>
                    <a:pt x="68" y="52"/>
                  </a:lnTo>
                  <a:lnTo>
                    <a:pt x="68" y="52"/>
                  </a:lnTo>
                  <a:lnTo>
                    <a:pt x="68" y="52"/>
                  </a:lnTo>
                  <a:lnTo>
                    <a:pt x="68" y="52"/>
                  </a:lnTo>
                  <a:lnTo>
                    <a:pt x="68" y="53"/>
                  </a:lnTo>
                  <a:lnTo>
                    <a:pt x="68" y="53"/>
                  </a:lnTo>
                  <a:lnTo>
                    <a:pt x="68" y="53"/>
                  </a:lnTo>
                  <a:lnTo>
                    <a:pt x="68" y="53"/>
                  </a:lnTo>
                  <a:lnTo>
                    <a:pt x="66" y="54"/>
                  </a:lnTo>
                  <a:lnTo>
                    <a:pt x="66" y="54"/>
                  </a:lnTo>
                  <a:lnTo>
                    <a:pt x="66" y="54"/>
                  </a:lnTo>
                  <a:lnTo>
                    <a:pt x="66" y="54"/>
                  </a:lnTo>
                  <a:lnTo>
                    <a:pt x="64" y="54"/>
                  </a:lnTo>
                  <a:lnTo>
                    <a:pt x="64" y="54"/>
                  </a:lnTo>
                  <a:lnTo>
                    <a:pt x="64" y="54"/>
                  </a:lnTo>
                  <a:lnTo>
                    <a:pt x="64" y="54"/>
                  </a:lnTo>
                  <a:lnTo>
                    <a:pt x="61" y="54"/>
                  </a:lnTo>
                  <a:lnTo>
                    <a:pt x="61" y="54"/>
                  </a:lnTo>
                  <a:lnTo>
                    <a:pt x="61" y="54"/>
                  </a:lnTo>
                  <a:lnTo>
                    <a:pt x="61" y="54"/>
                  </a:lnTo>
                  <a:lnTo>
                    <a:pt x="60" y="54"/>
                  </a:lnTo>
                  <a:lnTo>
                    <a:pt x="60" y="54"/>
                  </a:lnTo>
                  <a:lnTo>
                    <a:pt x="60" y="54"/>
                  </a:lnTo>
                  <a:lnTo>
                    <a:pt x="60" y="53"/>
                  </a:lnTo>
                  <a:lnTo>
                    <a:pt x="59" y="55"/>
                  </a:lnTo>
                  <a:lnTo>
                    <a:pt x="59" y="55"/>
                  </a:lnTo>
                  <a:lnTo>
                    <a:pt x="59" y="56"/>
                  </a:lnTo>
                  <a:lnTo>
                    <a:pt x="59" y="56"/>
                  </a:lnTo>
                  <a:lnTo>
                    <a:pt x="59" y="58"/>
                  </a:lnTo>
                  <a:lnTo>
                    <a:pt x="59" y="58"/>
                  </a:lnTo>
                  <a:lnTo>
                    <a:pt x="59" y="58"/>
                  </a:lnTo>
                  <a:lnTo>
                    <a:pt x="59" y="58"/>
                  </a:lnTo>
                  <a:lnTo>
                    <a:pt x="59" y="60"/>
                  </a:lnTo>
                  <a:lnTo>
                    <a:pt x="59" y="60"/>
                  </a:lnTo>
                  <a:lnTo>
                    <a:pt x="59" y="61"/>
                  </a:lnTo>
                  <a:lnTo>
                    <a:pt x="59" y="61"/>
                  </a:lnTo>
                  <a:lnTo>
                    <a:pt x="59" y="63"/>
                  </a:lnTo>
                  <a:lnTo>
                    <a:pt x="59" y="63"/>
                  </a:lnTo>
                  <a:lnTo>
                    <a:pt x="59" y="63"/>
                  </a:lnTo>
                  <a:lnTo>
                    <a:pt x="59" y="63"/>
                  </a:lnTo>
                  <a:lnTo>
                    <a:pt x="57" y="65"/>
                  </a:lnTo>
                  <a:lnTo>
                    <a:pt x="57" y="65"/>
                  </a:lnTo>
                  <a:lnTo>
                    <a:pt x="56" y="65"/>
                  </a:lnTo>
                  <a:lnTo>
                    <a:pt x="56" y="65"/>
                  </a:lnTo>
                  <a:lnTo>
                    <a:pt x="54" y="67"/>
                  </a:lnTo>
                  <a:lnTo>
                    <a:pt x="54" y="67"/>
                  </a:lnTo>
                  <a:lnTo>
                    <a:pt x="53" y="67"/>
                  </a:lnTo>
                  <a:lnTo>
                    <a:pt x="53" y="67"/>
                  </a:lnTo>
                  <a:lnTo>
                    <a:pt x="52" y="69"/>
                  </a:lnTo>
                  <a:lnTo>
                    <a:pt x="52" y="69"/>
                  </a:lnTo>
                  <a:lnTo>
                    <a:pt x="50" y="69"/>
                  </a:lnTo>
                  <a:lnTo>
                    <a:pt x="50" y="69"/>
                  </a:lnTo>
                  <a:lnTo>
                    <a:pt x="49" y="69"/>
                  </a:lnTo>
                  <a:lnTo>
                    <a:pt x="49" y="69"/>
                  </a:lnTo>
                  <a:lnTo>
                    <a:pt x="49" y="69"/>
                  </a:lnTo>
                  <a:lnTo>
                    <a:pt x="49" y="69"/>
                  </a:lnTo>
                  <a:lnTo>
                    <a:pt x="48" y="72"/>
                  </a:lnTo>
                  <a:lnTo>
                    <a:pt x="48" y="72"/>
                  </a:lnTo>
                  <a:lnTo>
                    <a:pt x="48" y="72"/>
                  </a:lnTo>
                  <a:lnTo>
                    <a:pt x="48" y="72"/>
                  </a:lnTo>
                  <a:lnTo>
                    <a:pt x="48" y="74"/>
                  </a:lnTo>
                  <a:lnTo>
                    <a:pt x="48" y="74"/>
                  </a:lnTo>
                  <a:lnTo>
                    <a:pt x="48" y="74"/>
                  </a:lnTo>
                  <a:lnTo>
                    <a:pt x="49" y="74"/>
                  </a:lnTo>
                  <a:lnTo>
                    <a:pt x="49" y="76"/>
                  </a:lnTo>
                  <a:lnTo>
                    <a:pt x="49" y="76"/>
                  </a:lnTo>
                  <a:lnTo>
                    <a:pt x="49" y="77"/>
                  </a:lnTo>
                  <a:lnTo>
                    <a:pt x="49" y="77"/>
                  </a:lnTo>
                  <a:lnTo>
                    <a:pt x="49" y="79"/>
                  </a:lnTo>
                  <a:lnTo>
                    <a:pt x="49" y="79"/>
                  </a:lnTo>
                  <a:lnTo>
                    <a:pt x="49" y="79"/>
                  </a:lnTo>
                  <a:lnTo>
                    <a:pt x="50" y="79"/>
                  </a:lnTo>
                  <a:lnTo>
                    <a:pt x="49" y="81"/>
                  </a:lnTo>
                  <a:lnTo>
                    <a:pt x="49" y="81"/>
                  </a:lnTo>
                  <a:lnTo>
                    <a:pt x="49" y="81"/>
                  </a:lnTo>
                  <a:lnTo>
                    <a:pt x="49" y="81"/>
                  </a:lnTo>
                  <a:lnTo>
                    <a:pt x="49" y="82"/>
                  </a:lnTo>
                  <a:lnTo>
                    <a:pt x="49" y="82"/>
                  </a:lnTo>
                  <a:lnTo>
                    <a:pt x="49" y="82"/>
                  </a:lnTo>
                  <a:lnTo>
                    <a:pt x="49" y="82"/>
                  </a:lnTo>
                  <a:lnTo>
                    <a:pt x="49" y="84"/>
                  </a:lnTo>
                  <a:lnTo>
                    <a:pt x="49" y="84"/>
                  </a:lnTo>
                  <a:lnTo>
                    <a:pt x="49" y="84"/>
                  </a:lnTo>
                  <a:lnTo>
                    <a:pt x="49" y="84"/>
                  </a:lnTo>
                  <a:lnTo>
                    <a:pt x="49" y="85"/>
                  </a:lnTo>
                  <a:lnTo>
                    <a:pt x="49" y="85"/>
                  </a:lnTo>
                  <a:lnTo>
                    <a:pt x="49" y="85"/>
                  </a:lnTo>
                  <a:lnTo>
                    <a:pt x="49" y="85"/>
                  </a:lnTo>
                  <a:lnTo>
                    <a:pt x="49" y="87"/>
                  </a:lnTo>
                  <a:lnTo>
                    <a:pt x="49" y="87"/>
                  </a:lnTo>
                  <a:lnTo>
                    <a:pt x="49" y="88"/>
                  </a:lnTo>
                  <a:lnTo>
                    <a:pt x="49" y="88"/>
                  </a:lnTo>
                  <a:lnTo>
                    <a:pt x="49" y="89"/>
                  </a:lnTo>
                  <a:lnTo>
                    <a:pt x="49" y="89"/>
                  </a:lnTo>
                  <a:lnTo>
                    <a:pt x="49" y="89"/>
                  </a:lnTo>
                  <a:lnTo>
                    <a:pt x="49" y="89"/>
                  </a:lnTo>
                  <a:lnTo>
                    <a:pt x="49" y="91"/>
                  </a:lnTo>
                  <a:lnTo>
                    <a:pt x="49" y="91"/>
                  </a:lnTo>
                  <a:lnTo>
                    <a:pt x="49" y="91"/>
                  </a:lnTo>
                  <a:lnTo>
                    <a:pt x="49" y="91"/>
                  </a:lnTo>
                  <a:lnTo>
                    <a:pt x="49" y="93"/>
                  </a:lnTo>
                  <a:lnTo>
                    <a:pt x="49" y="93"/>
                  </a:lnTo>
                  <a:lnTo>
                    <a:pt x="49" y="93"/>
                  </a:lnTo>
                  <a:lnTo>
                    <a:pt x="49" y="93"/>
                  </a:lnTo>
                  <a:lnTo>
                    <a:pt x="49" y="95"/>
                  </a:lnTo>
                  <a:lnTo>
                    <a:pt x="49" y="95"/>
                  </a:lnTo>
                  <a:lnTo>
                    <a:pt x="49" y="95"/>
                  </a:lnTo>
                  <a:lnTo>
                    <a:pt x="50" y="95"/>
                  </a:lnTo>
                  <a:lnTo>
                    <a:pt x="50" y="95"/>
                  </a:lnTo>
                  <a:lnTo>
                    <a:pt x="51" y="95"/>
                  </a:lnTo>
                  <a:lnTo>
                    <a:pt x="51" y="95"/>
                  </a:lnTo>
                  <a:lnTo>
                    <a:pt x="53" y="95"/>
                  </a:lnTo>
                  <a:lnTo>
                    <a:pt x="53" y="95"/>
                  </a:lnTo>
                  <a:lnTo>
                    <a:pt x="53" y="95"/>
                  </a:lnTo>
                  <a:lnTo>
                    <a:pt x="53" y="95"/>
                  </a:lnTo>
                  <a:lnTo>
                    <a:pt x="54" y="95"/>
                  </a:lnTo>
                  <a:lnTo>
                    <a:pt x="54" y="95"/>
                  </a:lnTo>
                  <a:lnTo>
                    <a:pt x="55" y="95"/>
                  </a:lnTo>
                  <a:lnTo>
                    <a:pt x="55" y="95"/>
                  </a:lnTo>
                  <a:lnTo>
                    <a:pt x="56" y="95"/>
                  </a:lnTo>
                  <a:lnTo>
                    <a:pt x="56" y="96"/>
                  </a:lnTo>
                  <a:lnTo>
                    <a:pt x="56" y="96"/>
                  </a:lnTo>
                  <a:lnTo>
                    <a:pt x="56" y="96"/>
                  </a:lnTo>
                  <a:lnTo>
                    <a:pt x="56" y="96"/>
                  </a:lnTo>
                  <a:lnTo>
                    <a:pt x="56" y="97"/>
                  </a:lnTo>
                  <a:lnTo>
                    <a:pt x="56" y="97"/>
                  </a:lnTo>
                  <a:lnTo>
                    <a:pt x="56" y="97"/>
                  </a:lnTo>
                  <a:lnTo>
                    <a:pt x="56" y="97"/>
                  </a:lnTo>
                  <a:lnTo>
                    <a:pt x="56" y="99"/>
                  </a:lnTo>
                  <a:lnTo>
                    <a:pt x="56" y="99"/>
                  </a:lnTo>
                  <a:lnTo>
                    <a:pt x="56" y="101"/>
                  </a:lnTo>
                  <a:lnTo>
                    <a:pt x="56" y="101"/>
                  </a:lnTo>
                  <a:lnTo>
                    <a:pt x="56" y="103"/>
                  </a:lnTo>
                  <a:lnTo>
                    <a:pt x="56" y="103"/>
                  </a:lnTo>
                  <a:lnTo>
                    <a:pt x="56" y="103"/>
                  </a:lnTo>
                  <a:lnTo>
                    <a:pt x="56" y="103"/>
                  </a:lnTo>
                  <a:lnTo>
                    <a:pt x="54" y="104"/>
                  </a:lnTo>
                  <a:lnTo>
                    <a:pt x="54" y="104"/>
                  </a:lnTo>
                  <a:lnTo>
                    <a:pt x="54" y="104"/>
                  </a:lnTo>
                  <a:lnTo>
                    <a:pt x="54" y="104"/>
                  </a:lnTo>
                  <a:lnTo>
                    <a:pt x="52" y="104"/>
                  </a:lnTo>
                  <a:lnTo>
                    <a:pt x="52" y="104"/>
                  </a:lnTo>
                  <a:lnTo>
                    <a:pt x="52" y="104"/>
                  </a:lnTo>
                  <a:lnTo>
                    <a:pt x="52" y="104"/>
                  </a:lnTo>
                  <a:lnTo>
                    <a:pt x="50" y="104"/>
                  </a:lnTo>
                  <a:lnTo>
                    <a:pt x="50" y="104"/>
                  </a:lnTo>
                  <a:lnTo>
                    <a:pt x="50" y="104"/>
                  </a:lnTo>
                  <a:lnTo>
                    <a:pt x="50" y="104"/>
                  </a:lnTo>
                  <a:lnTo>
                    <a:pt x="49" y="104"/>
                  </a:lnTo>
                  <a:lnTo>
                    <a:pt x="49" y="104"/>
                  </a:lnTo>
                  <a:lnTo>
                    <a:pt x="49" y="104"/>
                  </a:lnTo>
                  <a:lnTo>
                    <a:pt x="49" y="103"/>
                  </a:lnTo>
                  <a:lnTo>
                    <a:pt x="47" y="103"/>
                  </a:lnTo>
                  <a:lnTo>
                    <a:pt x="47" y="103"/>
                  </a:lnTo>
                  <a:lnTo>
                    <a:pt x="47" y="103"/>
                  </a:lnTo>
                  <a:lnTo>
                    <a:pt x="47" y="103"/>
                  </a:lnTo>
                  <a:lnTo>
                    <a:pt x="47" y="103"/>
                  </a:lnTo>
                  <a:lnTo>
                    <a:pt x="47" y="103"/>
                  </a:lnTo>
                  <a:lnTo>
                    <a:pt x="47" y="103"/>
                  </a:lnTo>
                  <a:lnTo>
                    <a:pt x="47" y="101"/>
                  </a:lnTo>
                  <a:lnTo>
                    <a:pt x="45" y="101"/>
                  </a:lnTo>
                  <a:lnTo>
                    <a:pt x="45" y="101"/>
                  </a:lnTo>
                  <a:lnTo>
                    <a:pt x="45" y="101"/>
                  </a:lnTo>
                  <a:lnTo>
                    <a:pt x="45" y="99"/>
                  </a:lnTo>
                  <a:lnTo>
                    <a:pt x="45" y="99"/>
                  </a:lnTo>
                  <a:lnTo>
                    <a:pt x="45" y="99"/>
                  </a:lnTo>
                  <a:lnTo>
                    <a:pt x="45" y="99"/>
                  </a:lnTo>
                  <a:lnTo>
                    <a:pt x="45" y="97"/>
                  </a:lnTo>
                  <a:lnTo>
                    <a:pt x="43" y="99"/>
                  </a:lnTo>
                  <a:lnTo>
                    <a:pt x="43" y="99"/>
                  </a:lnTo>
                  <a:lnTo>
                    <a:pt x="43" y="99"/>
                  </a:lnTo>
                  <a:lnTo>
                    <a:pt x="43" y="99"/>
                  </a:lnTo>
                  <a:lnTo>
                    <a:pt x="42" y="101"/>
                  </a:lnTo>
                  <a:lnTo>
                    <a:pt x="42" y="101"/>
                  </a:lnTo>
                  <a:lnTo>
                    <a:pt x="42" y="101"/>
                  </a:lnTo>
                  <a:lnTo>
                    <a:pt x="42" y="101"/>
                  </a:lnTo>
                  <a:lnTo>
                    <a:pt x="39" y="103"/>
                  </a:lnTo>
                  <a:lnTo>
                    <a:pt x="39" y="103"/>
                  </a:lnTo>
                  <a:lnTo>
                    <a:pt x="39" y="104"/>
                  </a:lnTo>
                  <a:lnTo>
                    <a:pt x="39" y="104"/>
                  </a:lnTo>
                  <a:lnTo>
                    <a:pt x="39" y="105"/>
                  </a:lnTo>
                  <a:lnTo>
                    <a:pt x="39" y="105"/>
                  </a:lnTo>
                  <a:lnTo>
                    <a:pt x="39" y="105"/>
                  </a:lnTo>
                  <a:lnTo>
                    <a:pt x="39" y="105"/>
                  </a:lnTo>
                  <a:lnTo>
                    <a:pt x="37" y="106"/>
                  </a:lnTo>
                  <a:lnTo>
                    <a:pt x="37" y="106"/>
                  </a:lnTo>
                  <a:lnTo>
                    <a:pt x="36" y="106"/>
                  </a:lnTo>
                  <a:lnTo>
                    <a:pt x="36" y="106"/>
                  </a:lnTo>
                  <a:lnTo>
                    <a:pt x="34" y="106"/>
                  </a:lnTo>
                  <a:lnTo>
                    <a:pt x="34" y="106"/>
                  </a:lnTo>
                  <a:lnTo>
                    <a:pt x="34" y="106"/>
                  </a:lnTo>
                  <a:lnTo>
                    <a:pt x="34" y="106"/>
                  </a:lnTo>
                  <a:lnTo>
                    <a:pt x="32" y="106"/>
                  </a:lnTo>
                  <a:lnTo>
                    <a:pt x="32" y="106"/>
                  </a:lnTo>
                  <a:lnTo>
                    <a:pt x="31" y="106"/>
                  </a:lnTo>
                  <a:lnTo>
                    <a:pt x="31" y="106"/>
                  </a:lnTo>
                  <a:lnTo>
                    <a:pt x="30" y="106"/>
                  </a:lnTo>
                  <a:lnTo>
                    <a:pt x="30" y="106"/>
                  </a:lnTo>
                  <a:lnTo>
                    <a:pt x="30" y="106"/>
                  </a:lnTo>
                  <a:lnTo>
                    <a:pt x="30" y="106"/>
                  </a:lnTo>
                  <a:lnTo>
                    <a:pt x="29" y="108"/>
                  </a:lnTo>
                  <a:lnTo>
                    <a:pt x="29" y="108"/>
                  </a:lnTo>
                  <a:lnTo>
                    <a:pt x="29" y="108"/>
                  </a:lnTo>
                  <a:lnTo>
                    <a:pt x="29" y="108"/>
                  </a:lnTo>
                  <a:lnTo>
                    <a:pt x="29" y="110"/>
                  </a:lnTo>
                  <a:lnTo>
                    <a:pt x="29" y="110"/>
                  </a:lnTo>
                  <a:lnTo>
                    <a:pt x="29" y="110"/>
                  </a:lnTo>
                  <a:lnTo>
                    <a:pt x="31" y="110"/>
                  </a:lnTo>
                  <a:lnTo>
                    <a:pt x="31" y="112"/>
                  </a:lnTo>
                  <a:lnTo>
                    <a:pt x="31" y="112"/>
                  </a:lnTo>
                  <a:lnTo>
                    <a:pt x="31" y="112"/>
                  </a:lnTo>
                  <a:lnTo>
                    <a:pt x="31" y="112"/>
                  </a:lnTo>
                  <a:lnTo>
                    <a:pt x="31" y="113"/>
                  </a:lnTo>
                  <a:lnTo>
                    <a:pt x="31" y="113"/>
                  </a:lnTo>
                  <a:lnTo>
                    <a:pt x="31" y="113"/>
                  </a:lnTo>
                  <a:lnTo>
                    <a:pt x="32" y="113"/>
                  </a:lnTo>
                  <a:lnTo>
                    <a:pt x="31" y="115"/>
                  </a:lnTo>
                  <a:lnTo>
                    <a:pt x="31" y="115"/>
                  </a:lnTo>
                  <a:lnTo>
                    <a:pt x="31" y="115"/>
                  </a:lnTo>
                  <a:lnTo>
                    <a:pt x="31" y="115"/>
                  </a:lnTo>
                  <a:lnTo>
                    <a:pt x="29" y="115"/>
                  </a:lnTo>
                  <a:lnTo>
                    <a:pt x="29" y="115"/>
                  </a:lnTo>
                  <a:lnTo>
                    <a:pt x="29" y="115"/>
                  </a:lnTo>
                  <a:lnTo>
                    <a:pt x="29" y="114"/>
                  </a:lnTo>
                  <a:lnTo>
                    <a:pt x="27" y="114"/>
                  </a:lnTo>
                  <a:lnTo>
                    <a:pt x="27" y="114"/>
                  </a:lnTo>
                  <a:lnTo>
                    <a:pt x="27" y="114"/>
                  </a:lnTo>
                  <a:lnTo>
                    <a:pt x="27" y="114"/>
                  </a:lnTo>
                  <a:lnTo>
                    <a:pt x="27" y="114"/>
                  </a:lnTo>
                  <a:lnTo>
                    <a:pt x="27" y="114"/>
                  </a:lnTo>
                  <a:lnTo>
                    <a:pt x="27" y="114"/>
                  </a:lnTo>
                  <a:lnTo>
                    <a:pt x="27" y="113"/>
                  </a:lnTo>
                  <a:lnTo>
                    <a:pt x="25" y="115"/>
                  </a:lnTo>
                  <a:lnTo>
                    <a:pt x="25" y="115"/>
                  </a:lnTo>
                  <a:lnTo>
                    <a:pt x="25" y="116"/>
                  </a:lnTo>
                  <a:lnTo>
                    <a:pt x="25" y="116"/>
                  </a:lnTo>
                  <a:lnTo>
                    <a:pt x="23" y="117"/>
                  </a:lnTo>
                  <a:lnTo>
                    <a:pt x="23" y="117"/>
                  </a:lnTo>
                  <a:lnTo>
                    <a:pt x="23" y="119"/>
                  </a:lnTo>
                  <a:lnTo>
                    <a:pt x="23" y="119"/>
                  </a:lnTo>
                  <a:lnTo>
                    <a:pt x="22" y="120"/>
                  </a:lnTo>
                  <a:lnTo>
                    <a:pt x="22" y="120"/>
                  </a:lnTo>
                  <a:lnTo>
                    <a:pt x="22" y="122"/>
                  </a:lnTo>
                  <a:lnTo>
                    <a:pt x="22" y="122"/>
                  </a:lnTo>
                  <a:lnTo>
                    <a:pt x="20" y="123"/>
                  </a:lnTo>
                  <a:lnTo>
                    <a:pt x="20" y="123"/>
                  </a:lnTo>
                  <a:lnTo>
                    <a:pt x="20" y="123"/>
                  </a:lnTo>
                  <a:lnTo>
                    <a:pt x="20" y="123"/>
                  </a:lnTo>
                  <a:lnTo>
                    <a:pt x="18" y="123"/>
                  </a:lnTo>
                  <a:lnTo>
                    <a:pt x="18" y="123"/>
                  </a:lnTo>
                  <a:lnTo>
                    <a:pt x="18" y="123"/>
                  </a:lnTo>
                  <a:lnTo>
                    <a:pt x="18" y="122"/>
                  </a:lnTo>
                  <a:lnTo>
                    <a:pt x="18" y="122"/>
                  </a:lnTo>
                  <a:lnTo>
                    <a:pt x="18" y="122"/>
                  </a:lnTo>
                  <a:lnTo>
                    <a:pt x="18" y="122"/>
                  </a:lnTo>
                  <a:lnTo>
                    <a:pt x="18" y="120"/>
                  </a:lnTo>
                  <a:lnTo>
                    <a:pt x="17" y="120"/>
                  </a:lnTo>
                  <a:lnTo>
                    <a:pt x="17" y="120"/>
                  </a:lnTo>
                  <a:lnTo>
                    <a:pt x="17" y="120"/>
                  </a:lnTo>
                  <a:lnTo>
                    <a:pt x="17" y="119"/>
                  </a:lnTo>
                  <a:lnTo>
                    <a:pt x="17" y="119"/>
                  </a:lnTo>
                  <a:lnTo>
                    <a:pt x="17" y="119"/>
                  </a:lnTo>
                  <a:lnTo>
                    <a:pt x="17" y="119"/>
                  </a:lnTo>
                  <a:lnTo>
                    <a:pt x="17" y="117"/>
                  </a:lnTo>
                  <a:lnTo>
                    <a:pt x="16" y="119"/>
                  </a:lnTo>
                  <a:lnTo>
                    <a:pt x="16" y="119"/>
                  </a:lnTo>
                  <a:lnTo>
                    <a:pt x="16" y="119"/>
                  </a:lnTo>
                  <a:lnTo>
                    <a:pt x="16" y="119"/>
                  </a:lnTo>
                  <a:lnTo>
                    <a:pt x="14" y="119"/>
                  </a:lnTo>
                  <a:lnTo>
                    <a:pt x="14" y="119"/>
                  </a:lnTo>
                  <a:lnTo>
                    <a:pt x="14" y="119"/>
                  </a:lnTo>
                  <a:lnTo>
                    <a:pt x="14" y="119"/>
                  </a:lnTo>
                  <a:lnTo>
                    <a:pt x="12" y="120"/>
                  </a:lnTo>
                  <a:lnTo>
                    <a:pt x="12" y="120"/>
                  </a:lnTo>
                  <a:lnTo>
                    <a:pt x="12" y="120"/>
                  </a:lnTo>
                  <a:lnTo>
                    <a:pt x="12" y="120"/>
                  </a:lnTo>
                  <a:lnTo>
                    <a:pt x="12" y="120"/>
                  </a:lnTo>
                  <a:lnTo>
                    <a:pt x="12" y="120"/>
                  </a:lnTo>
                  <a:lnTo>
                    <a:pt x="12" y="120"/>
                  </a:lnTo>
                  <a:lnTo>
                    <a:pt x="12" y="120"/>
                  </a:lnTo>
                  <a:lnTo>
                    <a:pt x="10" y="123"/>
                  </a:lnTo>
                  <a:lnTo>
                    <a:pt x="10" y="123"/>
                  </a:lnTo>
                  <a:lnTo>
                    <a:pt x="9" y="123"/>
                  </a:lnTo>
                  <a:lnTo>
                    <a:pt x="9" y="123"/>
                  </a:lnTo>
                  <a:lnTo>
                    <a:pt x="7" y="123"/>
                  </a:lnTo>
                  <a:lnTo>
                    <a:pt x="7" y="123"/>
                  </a:lnTo>
                  <a:lnTo>
                    <a:pt x="7" y="123"/>
                  </a:lnTo>
                  <a:lnTo>
                    <a:pt x="7" y="123"/>
                  </a:lnTo>
                  <a:lnTo>
                    <a:pt x="5" y="123"/>
                  </a:lnTo>
                  <a:lnTo>
                    <a:pt x="5" y="123"/>
                  </a:lnTo>
                  <a:lnTo>
                    <a:pt x="3" y="123"/>
                  </a:lnTo>
                  <a:lnTo>
                    <a:pt x="3" y="123"/>
                  </a:lnTo>
                  <a:lnTo>
                    <a:pt x="3" y="123"/>
                  </a:lnTo>
                  <a:lnTo>
                    <a:pt x="3" y="123"/>
                  </a:lnTo>
                  <a:lnTo>
                    <a:pt x="3" y="123"/>
                  </a:lnTo>
                  <a:lnTo>
                    <a:pt x="3" y="123"/>
                  </a:lnTo>
                  <a:lnTo>
                    <a:pt x="1" y="123"/>
                  </a:lnTo>
                  <a:lnTo>
                    <a:pt x="1" y="123"/>
                  </a:lnTo>
                  <a:lnTo>
                    <a:pt x="1" y="123"/>
                  </a:lnTo>
                  <a:lnTo>
                    <a:pt x="1" y="123"/>
                  </a:lnTo>
                  <a:lnTo>
                    <a:pt x="0" y="123"/>
                  </a:lnTo>
                  <a:lnTo>
                    <a:pt x="0" y="123"/>
                  </a:lnTo>
                  <a:lnTo>
                    <a:pt x="0" y="123"/>
                  </a:lnTo>
                  <a:lnTo>
                    <a:pt x="0" y="123"/>
                  </a:lnTo>
                  <a:lnTo>
                    <a:pt x="0" y="123"/>
                  </a:lnTo>
                  <a:lnTo>
                    <a:pt x="0" y="123"/>
                  </a:lnTo>
                  <a:lnTo>
                    <a:pt x="0" y="123"/>
                  </a:lnTo>
                  <a:lnTo>
                    <a:pt x="0" y="123"/>
                  </a:lnTo>
                  <a:lnTo>
                    <a:pt x="0" y="123"/>
                  </a:lnTo>
                  <a:lnTo>
                    <a:pt x="0" y="123"/>
                  </a:lnTo>
                  <a:lnTo>
                    <a:pt x="0" y="123"/>
                  </a:lnTo>
                  <a:lnTo>
                    <a:pt x="0" y="123"/>
                  </a:lnTo>
                  <a:lnTo>
                    <a:pt x="0" y="123"/>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25" name=""/>
            <p:cNvSpPr/>
            <p:nvPr/>
          </p:nvSpPr>
          <p:spPr>
            <a:xfrm>
              <a:off x="8051760" y="6213600"/>
              <a:ext cx="453960" cy="388800"/>
            </a:xfrm>
            <a:custGeom>
              <a:avLst/>
              <a:gdLst/>
              <a:ahLst/>
              <a:rect l="l" t="t" r="r" b="b"/>
              <a:pathLst>
                <a:path w="286" h="245">
                  <a:moveTo>
                    <a:pt x="244" y="18"/>
                  </a:moveTo>
                  <a:lnTo>
                    <a:pt x="242" y="18"/>
                  </a:lnTo>
                  <a:lnTo>
                    <a:pt x="242" y="18"/>
                  </a:lnTo>
                  <a:lnTo>
                    <a:pt x="241" y="18"/>
                  </a:lnTo>
                  <a:lnTo>
                    <a:pt x="241" y="17"/>
                  </a:lnTo>
                  <a:lnTo>
                    <a:pt x="241" y="17"/>
                  </a:lnTo>
                  <a:lnTo>
                    <a:pt x="241" y="15"/>
                  </a:lnTo>
                  <a:lnTo>
                    <a:pt x="241" y="15"/>
                  </a:lnTo>
                  <a:lnTo>
                    <a:pt x="241" y="13"/>
                  </a:lnTo>
                  <a:lnTo>
                    <a:pt x="240" y="13"/>
                  </a:lnTo>
                  <a:lnTo>
                    <a:pt x="240" y="12"/>
                  </a:lnTo>
                  <a:lnTo>
                    <a:pt x="240" y="12"/>
                  </a:lnTo>
                  <a:lnTo>
                    <a:pt x="240" y="10"/>
                  </a:lnTo>
                  <a:lnTo>
                    <a:pt x="240" y="10"/>
                  </a:lnTo>
                  <a:lnTo>
                    <a:pt x="240" y="9"/>
                  </a:lnTo>
                  <a:lnTo>
                    <a:pt x="240" y="9"/>
                  </a:lnTo>
                  <a:lnTo>
                    <a:pt x="240" y="7"/>
                  </a:lnTo>
                  <a:lnTo>
                    <a:pt x="239" y="7"/>
                  </a:lnTo>
                  <a:lnTo>
                    <a:pt x="239" y="7"/>
                  </a:lnTo>
                  <a:lnTo>
                    <a:pt x="238" y="7"/>
                  </a:lnTo>
                  <a:lnTo>
                    <a:pt x="238" y="7"/>
                  </a:lnTo>
                  <a:lnTo>
                    <a:pt x="236" y="7"/>
                  </a:lnTo>
                  <a:lnTo>
                    <a:pt x="236" y="7"/>
                  </a:lnTo>
                  <a:lnTo>
                    <a:pt x="235" y="7"/>
                  </a:lnTo>
                  <a:lnTo>
                    <a:pt x="235" y="5"/>
                  </a:lnTo>
                  <a:lnTo>
                    <a:pt x="234" y="5"/>
                  </a:lnTo>
                  <a:lnTo>
                    <a:pt x="234" y="5"/>
                  </a:lnTo>
                  <a:lnTo>
                    <a:pt x="232" y="5"/>
                  </a:lnTo>
                  <a:lnTo>
                    <a:pt x="232" y="5"/>
                  </a:lnTo>
                  <a:lnTo>
                    <a:pt x="232" y="5"/>
                  </a:lnTo>
                  <a:lnTo>
                    <a:pt x="232" y="5"/>
                  </a:lnTo>
                  <a:lnTo>
                    <a:pt x="232" y="5"/>
                  </a:lnTo>
                  <a:lnTo>
                    <a:pt x="232" y="3"/>
                  </a:lnTo>
                  <a:lnTo>
                    <a:pt x="229" y="3"/>
                  </a:lnTo>
                  <a:lnTo>
                    <a:pt x="229" y="3"/>
                  </a:lnTo>
                  <a:lnTo>
                    <a:pt x="229" y="3"/>
                  </a:lnTo>
                  <a:lnTo>
                    <a:pt x="229" y="3"/>
                  </a:lnTo>
                  <a:lnTo>
                    <a:pt x="228" y="3"/>
                  </a:lnTo>
                  <a:lnTo>
                    <a:pt x="228" y="3"/>
                  </a:lnTo>
                  <a:lnTo>
                    <a:pt x="228" y="3"/>
                  </a:lnTo>
                  <a:lnTo>
                    <a:pt x="228" y="3"/>
                  </a:lnTo>
                  <a:lnTo>
                    <a:pt x="226" y="3"/>
                  </a:lnTo>
                  <a:lnTo>
                    <a:pt x="226" y="3"/>
                  </a:lnTo>
                  <a:lnTo>
                    <a:pt x="226" y="3"/>
                  </a:lnTo>
                  <a:lnTo>
                    <a:pt x="226" y="3"/>
                  </a:lnTo>
                  <a:lnTo>
                    <a:pt x="226" y="3"/>
                  </a:lnTo>
                  <a:lnTo>
                    <a:pt x="226" y="3"/>
                  </a:lnTo>
                  <a:lnTo>
                    <a:pt x="226" y="3"/>
                  </a:lnTo>
                  <a:lnTo>
                    <a:pt x="226" y="2"/>
                  </a:lnTo>
                  <a:lnTo>
                    <a:pt x="224" y="2"/>
                  </a:lnTo>
                  <a:lnTo>
                    <a:pt x="224" y="2"/>
                  </a:lnTo>
                  <a:lnTo>
                    <a:pt x="224" y="2"/>
                  </a:lnTo>
                  <a:lnTo>
                    <a:pt x="224" y="2"/>
                  </a:lnTo>
                  <a:lnTo>
                    <a:pt x="224" y="2"/>
                  </a:lnTo>
                  <a:lnTo>
                    <a:pt x="224" y="2"/>
                  </a:lnTo>
                  <a:lnTo>
                    <a:pt x="224" y="2"/>
                  </a:lnTo>
                  <a:lnTo>
                    <a:pt x="224" y="1"/>
                  </a:lnTo>
                  <a:lnTo>
                    <a:pt x="223" y="1"/>
                  </a:lnTo>
                  <a:lnTo>
                    <a:pt x="223" y="1"/>
                  </a:lnTo>
                  <a:lnTo>
                    <a:pt x="223" y="1"/>
                  </a:lnTo>
                  <a:lnTo>
                    <a:pt x="223" y="1"/>
                  </a:lnTo>
                  <a:lnTo>
                    <a:pt x="223" y="1"/>
                  </a:lnTo>
                  <a:lnTo>
                    <a:pt x="223" y="1"/>
                  </a:lnTo>
                  <a:lnTo>
                    <a:pt x="223" y="1"/>
                  </a:lnTo>
                  <a:lnTo>
                    <a:pt x="223" y="0"/>
                  </a:lnTo>
                  <a:lnTo>
                    <a:pt x="221" y="1"/>
                  </a:lnTo>
                  <a:lnTo>
                    <a:pt x="221" y="1"/>
                  </a:lnTo>
                  <a:lnTo>
                    <a:pt x="220" y="1"/>
                  </a:lnTo>
                  <a:lnTo>
                    <a:pt x="220" y="1"/>
                  </a:lnTo>
                  <a:lnTo>
                    <a:pt x="218" y="1"/>
                  </a:lnTo>
                  <a:lnTo>
                    <a:pt x="218" y="1"/>
                  </a:lnTo>
                  <a:lnTo>
                    <a:pt x="218" y="1"/>
                  </a:lnTo>
                  <a:lnTo>
                    <a:pt x="218" y="1"/>
                  </a:lnTo>
                  <a:lnTo>
                    <a:pt x="216" y="2"/>
                  </a:lnTo>
                  <a:lnTo>
                    <a:pt x="216" y="2"/>
                  </a:lnTo>
                  <a:lnTo>
                    <a:pt x="216" y="2"/>
                  </a:lnTo>
                  <a:lnTo>
                    <a:pt x="216" y="2"/>
                  </a:lnTo>
                  <a:lnTo>
                    <a:pt x="215" y="2"/>
                  </a:lnTo>
                  <a:lnTo>
                    <a:pt x="215" y="2"/>
                  </a:lnTo>
                  <a:lnTo>
                    <a:pt x="215" y="2"/>
                  </a:lnTo>
                  <a:lnTo>
                    <a:pt x="215" y="2"/>
                  </a:lnTo>
                  <a:lnTo>
                    <a:pt x="215" y="3"/>
                  </a:lnTo>
                  <a:lnTo>
                    <a:pt x="213" y="5"/>
                  </a:lnTo>
                  <a:lnTo>
                    <a:pt x="213" y="5"/>
                  </a:lnTo>
                  <a:lnTo>
                    <a:pt x="211" y="5"/>
                  </a:lnTo>
                  <a:lnTo>
                    <a:pt x="210" y="5"/>
                  </a:lnTo>
                  <a:lnTo>
                    <a:pt x="207" y="7"/>
                  </a:lnTo>
                  <a:lnTo>
                    <a:pt x="205" y="7"/>
                  </a:lnTo>
                  <a:lnTo>
                    <a:pt x="203" y="8"/>
                  </a:lnTo>
                  <a:lnTo>
                    <a:pt x="201" y="8"/>
                  </a:lnTo>
                  <a:lnTo>
                    <a:pt x="197" y="10"/>
                  </a:lnTo>
                  <a:lnTo>
                    <a:pt x="194" y="10"/>
                  </a:lnTo>
                  <a:lnTo>
                    <a:pt x="190" y="11"/>
                  </a:lnTo>
                  <a:lnTo>
                    <a:pt x="188" y="11"/>
                  </a:lnTo>
                  <a:lnTo>
                    <a:pt x="183" y="12"/>
                  </a:lnTo>
                  <a:lnTo>
                    <a:pt x="180" y="12"/>
                  </a:lnTo>
                  <a:lnTo>
                    <a:pt x="176" y="12"/>
                  </a:lnTo>
                  <a:lnTo>
                    <a:pt x="174" y="12"/>
                  </a:lnTo>
                  <a:lnTo>
                    <a:pt x="172" y="12"/>
                  </a:lnTo>
                  <a:lnTo>
                    <a:pt x="171" y="12"/>
                  </a:lnTo>
                  <a:lnTo>
                    <a:pt x="169" y="12"/>
                  </a:lnTo>
                  <a:lnTo>
                    <a:pt x="167" y="12"/>
                  </a:lnTo>
                  <a:lnTo>
                    <a:pt x="163" y="12"/>
                  </a:lnTo>
                  <a:lnTo>
                    <a:pt x="161" y="12"/>
                  </a:lnTo>
                  <a:lnTo>
                    <a:pt x="159" y="12"/>
                  </a:lnTo>
                  <a:lnTo>
                    <a:pt x="157" y="12"/>
                  </a:lnTo>
                  <a:lnTo>
                    <a:pt x="153" y="12"/>
                  </a:lnTo>
                  <a:lnTo>
                    <a:pt x="151" y="12"/>
                  </a:lnTo>
                  <a:lnTo>
                    <a:pt x="148" y="12"/>
                  </a:lnTo>
                  <a:lnTo>
                    <a:pt x="146" y="12"/>
                  </a:lnTo>
                  <a:lnTo>
                    <a:pt x="144" y="13"/>
                  </a:lnTo>
                  <a:lnTo>
                    <a:pt x="142" y="13"/>
                  </a:lnTo>
                  <a:lnTo>
                    <a:pt x="140" y="13"/>
                  </a:lnTo>
                  <a:lnTo>
                    <a:pt x="139" y="13"/>
                  </a:lnTo>
                  <a:lnTo>
                    <a:pt x="138" y="14"/>
                  </a:lnTo>
                  <a:lnTo>
                    <a:pt x="137" y="14"/>
                  </a:lnTo>
                  <a:lnTo>
                    <a:pt x="135" y="14"/>
                  </a:lnTo>
                  <a:lnTo>
                    <a:pt x="135" y="14"/>
                  </a:lnTo>
                  <a:lnTo>
                    <a:pt x="133" y="16"/>
                  </a:lnTo>
                  <a:lnTo>
                    <a:pt x="133" y="16"/>
                  </a:lnTo>
                  <a:lnTo>
                    <a:pt x="132" y="16"/>
                  </a:lnTo>
                  <a:lnTo>
                    <a:pt x="132" y="16"/>
                  </a:lnTo>
                  <a:lnTo>
                    <a:pt x="131" y="18"/>
                  </a:lnTo>
                  <a:lnTo>
                    <a:pt x="131" y="18"/>
                  </a:lnTo>
                  <a:lnTo>
                    <a:pt x="131" y="18"/>
                  </a:lnTo>
                  <a:lnTo>
                    <a:pt x="131" y="18"/>
                  </a:lnTo>
                  <a:lnTo>
                    <a:pt x="129" y="19"/>
                  </a:lnTo>
                  <a:lnTo>
                    <a:pt x="129" y="19"/>
                  </a:lnTo>
                  <a:lnTo>
                    <a:pt x="129" y="19"/>
                  </a:lnTo>
                  <a:lnTo>
                    <a:pt x="129" y="19"/>
                  </a:lnTo>
                  <a:lnTo>
                    <a:pt x="127" y="19"/>
                  </a:lnTo>
                  <a:lnTo>
                    <a:pt x="127" y="19"/>
                  </a:lnTo>
                  <a:lnTo>
                    <a:pt x="125" y="19"/>
                  </a:lnTo>
                  <a:lnTo>
                    <a:pt x="125" y="19"/>
                  </a:lnTo>
                  <a:lnTo>
                    <a:pt x="123" y="19"/>
                  </a:lnTo>
                  <a:lnTo>
                    <a:pt x="123" y="19"/>
                  </a:lnTo>
                  <a:lnTo>
                    <a:pt x="121" y="19"/>
                  </a:lnTo>
                  <a:lnTo>
                    <a:pt x="121" y="19"/>
                  </a:lnTo>
                  <a:lnTo>
                    <a:pt x="119" y="19"/>
                  </a:lnTo>
                  <a:lnTo>
                    <a:pt x="117" y="19"/>
                  </a:lnTo>
                  <a:lnTo>
                    <a:pt x="116" y="19"/>
                  </a:lnTo>
                  <a:lnTo>
                    <a:pt x="116" y="19"/>
                  </a:lnTo>
                  <a:lnTo>
                    <a:pt x="114" y="19"/>
                  </a:lnTo>
                  <a:lnTo>
                    <a:pt x="114" y="19"/>
                  </a:lnTo>
                  <a:lnTo>
                    <a:pt x="113" y="19"/>
                  </a:lnTo>
                  <a:lnTo>
                    <a:pt x="113" y="18"/>
                  </a:lnTo>
                  <a:lnTo>
                    <a:pt x="111" y="18"/>
                  </a:lnTo>
                  <a:lnTo>
                    <a:pt x="111" y="18"/>
                  </a:lnTo>
                  <a:lnTo>
                    <a:pt x="110" y="18"/>
                  </a:lnTo>
                  <a:lnTo>
                    <a:pt x="110" y="16"/>
                  </a:lnTo>
                  <a:lnTo>
                    <a:pt x="108" y="16"/>
                  </a:lnTo>
                  <a:lnTo>
                    <a:pt x="108" y="15"/>
                  </a:lnTo>
                  <a:lnTo>
                    <a:pt x="108" y="15"/>
                  </a:lnTo>
                  <a:lnTo>
                    <a:pt x="108" y="13"/>
                  </a:lnTo>
                  <a:lnTo>
                    <a:pt x="106" y="13"/>
                  </a:lnTo>
                  <a:lnTo>
                    <a:pt x="106" y="13"/>
                  </a:lnTo>
                  <a:lnTo>
                    <a:pt x="106" y="13"/>
                  </a:lnTo>
                  <a:lnTo>
                    <a:pt x="106" y="11"/>
                  </a:lnTo>
                  <a:lnTo>
                    <a:pt x="105" y="11"/>
                  </a:lnTo>
                  <a:lnTo>
                    <a:pt x="105" y="9"/>
                  </a:lnTo>
                  <a:lnTo>
                    <a:pt x="105" y="9"/>
                  </a:lnTo>
                  <a:lnTo>
                    <a:pt x="105" y="7"/>
                  </a:lnTo>
                  <a:lnTo>
                    <a:pt x="104" y="7"/>
                  </a:lnTo>
                  <a:lnTo>
                    <a:pt x="104" y="7"/>
                  </a:lnTo>
                  <a:lnTo>
                    <a:pt x="104" y="7"/>
                  </a:lnTo>
                  <a:lnTo>
                    <a:pt x="104" y="6"/>
                  </a:lnTo>
                  <a:lnTo>
                    <a:pt x="104" y="6"/>
                  </a:lnTo>
                  <a:lnTo>
                    <a:pt x="104" y="6"/>
                  </a:lnTo>
                  <a:lnTo>
                    <a:pt x="104" y="6"/>
                  </a:lnTo>
                  <a:lnTo>
                    <a:pt x="104" y="4"/>
                  </a:lnTo>
                  <a:lnTo>
                    <a:pt x="103" y="4"/>
                  </a:lnTo>
                  <a:lnTo>
                    <a:pt x="103" y="4"/>
                  </a:lnTo>
                  <a:lnTo>
                    <a:pt x="103" y="4"/>
                  </a:lnTo>
                  <a:lnTo>
                    <a:pt x="103" y="2"/>
                  </a:lnTo>
                  <a:lnTo>
                    <a:pt x="103" y="2"/>
                  </a:lnTo>
                  <a:lnTo>
                    <a:pt x="103" y="2"/>
                  </a:lnTo>
                  <a:lnTo>
                    <a:pt x="103" y="2"/>
                  </a:lnTo>
                  <a:lnTo>
                    <a:pt x="103" y="0"/>
                  </a:lnTo>
                  <a:lnTo>
                    <a:pt x="101" y="0"/>
                  </a:lnTo>
                  <a:lnTo>
                    <a:pt x="101" y="0"/>
                  </a:lnTo>
                  <a:lnTo>
                    <a:pt x="101" y="0"/>
                  </a:lnTo>
                  <a:lnTo>
                    <a:pt x="101" y="0"/>
                  </a:lnTo>
                  <a:lnTo>
                    <a:pt x="100" y="0"/>
                  </a:lnTo>
                  <a:lnTo>
                    <a:pt x="100" y="0"/>
                  </a:lnTo>
                  <a:lnTo>
                    <a:pt x="100" y="0"/>
                  </a:lnTo>
                  <a:lnTo>
                    <a:pt x="100" y="0"/>
                  </a:lnTo>
                  <a:lnTo>
                    <a:pt x="97" y="1"/>
                  </a:lnTo>
                  <a:lnTo>
                    <a:pt x="97" y="1"/>
                  </a:lnTo>
                  <a:lnTo>
                    <a:pt x="95" y="1"/>
                  </a:lnTo>
                  <a:lnTo>
                    <a:pt x="95" y="1"/>
                  </a:lnTo>
                  <a:lnTo>
                    <a:pt x="94" y="1"/>
                  </a:lnTo>
                  <a:lnTo>
                    <a:pt x="94" y="1"/>
                  </a:lnTo>
                  <a:lnTo>
                    <a:pt x="94" y="1"/>
                  </a:lnTo>
                  <a:lnTo>
                    <a:pt x="94" y="1"/>
                  </a:lnTo>
                  <a:lnTo>
                    <a:pt x="92" y="2"/>
                  </a:lnTo>
                  <a:lnTo>
                    <a:pt x="91" y="2"/>
                  </a:lnTo>
                  <a:lnTo>
                    <a:pt x="89" y="2"/>
                  </a:lnTo>
                  <a:lnTo>
                    <a:pt x="89" y="2"/>
                  </a:lnTo>
                  <a:lnTo>
                    <a:pt x="87" y="2"/>
                  </a:lnTo>
                  <a:lnTo>
                    <a:pt x="86" y="2"/>
                  </a:lnTo>
                  <a:lnTo>
                    <a:pt x="84" y="2"/>
                  </a:lnTo>
                  <a:lnTo>
                    <a:pt x="84" y="2"/>
                  </a:lnTo>
                  <a:lnTo>
                    <a:pt x="82" y="4"/>
                  </a:lnTo>
                  <a:lnTo>
                    <a:pt x="80" y="4"/>
                  </a:lnTo>
                  <a:lnTo>
                    <a:pt x="79" y="4"/>
                  </a:lnTo>
                  <a:lnTo>
                    <a:pt x="79" y="4"/>
                  </a:lnTo>
                  <a:lnTo>
                    <a:pt x="77" y="4"/>
                  </a:lnTo>
                  <a:lnTo>
                    <a:pt x="77" y="4"/>
                  </a:lnTo>
                  <a:lnTo>
                    <a:pt x="75" y="4"/>
                  </a:lnTo>
                  <a:lnTo>
                    <a:pt x="75" y="4"/>
                  </a:lnTo>
                  <a:lnTo>
                    <a:pt x="73" y="5"/>
                  </a:lnTo>
                  <a:lnTo>
                    <a:pt x="73" y="5"/>
                  </a:lnTo>
                  <a:lnTo>
                    <a:pt x="73" y="6"/>
                  </a:lnTo>
                  <a:lnTo>
                    <a:pt x="73" y="6"/>
                  </a:lnTo>
                  <a:lnTo>
                    <a:pt x="72" y="8"/>
                  </a:lnTo>
                  <a:lnTo>
                    <a:pt x="72" y="8"/>
                  </a:lnTo>
                  <a:lnTo>
                    <a:pt x="72" y="8"/>
                  </a:lnTo>
                  <a:lnTo>
                    <a:pt x="72" y="8"/>
                  </a:lnTo>
                  <a:lnTo>
                    <a:pt x="70" y="10"/>
                  </a:lnTo>
                  <a:lnTo>
                    <a:pt x="70" y="10"/>
                  </a:lnTo>
                  <a:lnTo>
                    <a:pt x="70" y="11"/>
                  </a:lnTo>
                  <a:lnTo>
                    <a:pt x="70" y="11"/>
                  </a:lnTo>
                  <a:lnTo>
                    <a:pt x="70" y="12"/>
                  </a:lnTo>
                  <a:lnTo>
                    <a:pt x="70" y="12"/>
                  </a:lnTo>
                  <a:lnTo>
                    <a:pt x="70" y="12"/>
                  </a:lnTo>
                  <a:lnTo>
                    <a:pt x="70" y="12"/>
                  </a:lnTo>
                  <a:lnTo>
                    <a:pt x="68" y="13"/>
                  </a:lnTo>
                  <a:lnTo>
                    <a:pt x="68" y="13"/>
                  </a:lnTo>
                  <a:lnTo>
                    <a:pt x="66" y="13"/>
                  </a:lnTo>
                  <a:lnTo>
                    <a:pt x="66" y="13"/>
                  </a:lnTo>
                  <a:lnTo>
                    <a:pt x="64" y="13"/>
                  </a:lnTo>
                  <a:lnTo>
                    <a:pt x="64" y="13"/>
                  </a:lnTo>
                  <a:lnTo>
                    <a:pt x="62" y="13"/>
                  </a:lnTo>
                  <a:lnTo>
                    <a:pt x="62" y="13"/>
                  </a:lnTo>
                  <a:lnTo>
                    <a:pt x="60" y="13"/>
                  </a:lnTo>
                  <a:lnTo>
                    <a:pt x="60" y="13"/>
                  </a:lnTo>
                  <a:lnTo>
                    <a:pt x="58" y="13"/>
                  </a:lnTo>
                  <a:lnTo>
                    <a:pt x="58" y="13"/>
                  </a:lnTo>
                  <a:lnTo>
                    <a:pt x="56" y="13"/>
                  </a:lnTo>
                  <a:lnTo>
                    <a:pt x="56" y="13"/>
                  </a:lnTo>
                  <a:lnTo>
                    <a:pt x="56" y="13"/>
                  </a:lnTo>
                  <a:lnTo>
                    <a:pt x="56" y="13"/>
                  </a:lnTo>
                  <a:lnTo>
                    <a:pt x="54" y="15"/>
                  </a:lnTo>
                  <a:lnTo>
                    <a:pt x="54" y="15"/>
                  </a:lnTo>
                  <a:lnTo>
                    <a:pt x="54" y="17"/>
                  </a:lnTo>
                  <a:lnTo>
                    <a:pt x="54" y="17"/>
                  </a:lnTo>
                  <a:lnTo>
                    <a:pt x="53" y="19"/>
                  </a:lnTo>
                  <a:lnTo>
                    <a:pt x="53" y="20"/>
                  </a:lnTo>
                  <a:lnTo>
                    <a:pt x="53" y="21"/>
                  </a:lnTo>
                  <a:lnTo>
                    <a:pt x="53" y="21"/>
                  </a:lnTo>
                  <a:lnTo>
                    <a:pt x="51" y="23"/>
                  </a:lnTo>
                  <a:lnTo>
                    <a:pt x="51" y="25"/>
                  </a:lnTo>
                  <a:lnTo>
                    <a:pt x="51" y="27"/>
                  </a:lnTo>
                  <a:lnTo>
                    <a:pt x="51" y="27"/>
                  </a:lnTo>
                  <a:lnTo>
                    <a:pt x="49" y="28"/>
                  </a:lnTo>
                  <a:lnTo>
                    <a:pt x="49" y="28"/>
                  </a:lnTo>
                  <a:lnTo>
                    <a:pt x="49" y="29"/>
                  </a:lnTo>
                  <a:lnTo>
                    <a:pt x="49" y="29"/>
                  </a:lnTo>
                  <a:lnTo>
                    <a:pt x="47" y="31"/>
                  </a:lnTo>
                  <a:lnTo>
                    <a:pt x="46" y="31"/>
                  </a:lnTo>
                  <a:lnTo>
                    <a:pt x="44" y="32"/>
                  </a:lnTo>
                  <a:lnTo>
                    <a:pt x="44" y="32"/>
                  </a:lnTo>
                  <a:lnTo>
                    <a:pt x="42" y="34"/>
                  </a:lnTo>
                  <a:lnTo>
                    <a:pt x="40" y="34"/>
                  </a:lnTo>
                  <a:lnTo>
                    <a:pt x="38" y="34"/>
                  </a:lnTo>
                  <a:lnTo>
                    <a:pt x="37" y="34"/>
                  </a:lnTo>
                  <a:lnTo>
                    <a:pt x="35" y="36"/>
                  </a:lnTo>
                  <a:lnTo>
                    <a:pt x="34" y="36"/>
                  </a:lnTo>
                  <a:lnTo>
                    <a:pt x="31" y="36"/>
                  </a:lnTo>
                  <a:lnTo>
                    <a:pt x="29" y="36"/>
                  </a:lnTo>
                  <a:lnTo>
                    <a:pt x="27" y="37"/>
                  </a:lnTo>
                  <a:lnTo>
                    <a:pt x="26" y="37"/>
                  </a:lnTo>
                  <a:lnTo>
                    <a:pt x="24" y="37"/>
                  </a:lnTo>
                  <a:lnTo>
                    <a:pt x="24" y="37"/>
                  </a:lnTo>
                  <a:lnTo>
                    <a:pt x="22" y="39"/>
                  </a:lnTo>
                  <a:lnTo>
                    <a:pt x="22" y="39"/>
                  </a:lnTo>
                  <a:lnTo>
                    <a:pt x="20" y="39"/>
                  </a:lnTo>
                  <a:lnTo>
                    <a:pt x="20" y="39"/>
                  </a:lnTo>
                  <a:lnTo>
                    <a:pt x="18" y="41"/>
                  </a:lnTo>
                  <a:lnTo>
                    <a:pt x="18" y="41"/>
                  </a:lnTo>
                  <a:lnTo>
                    <a:pt x="16" y="41"/>
                  </a:lnTo>
                  <a:lnTo>
                    <a:pt x="16" y="41"/>
                  </a:lnTo>
                  <a:lnTo>
                    <a:pt x="14" y="43"/>
                  </a:lnTo>
                  <a:lnTo>
                    <a:pt x="13" y="43"/>
                  </a:lnTo>
                  <a:lnTo>
                    <a:pt x="11" y="43"/>
                  </a:lnTo>
                  <a:lnTo>
                    <a:pt x="11" y="43"/>
                  </a:lnTo>
                  <a:lnTo>
                    <a:pt x="9" y="45"/>
                  </a:lnTo>
                  <a:lnTo>
                    <a:pt x="9" y="45"/>
                  </a:lnTo>
                  <a:lnTo>
                    <a:pt x="7" y="45"/>
                  </a:lnTo>
                  <a:lnTo>
                    <a:pt x="7" y="45"/>
                  </a:lnTo>
                  <a:lnTo>
                    <a:pt x="6" y="46"/>
                  </a:lnTo>
                  <a:lnTo>
                    <a:pt x="6" y="46"/>
                  </a:lnTo>
                  <a:lnTo>
                    <a:pt x="6" y="46"/>
                  </a:lnTo>
                  <a:lnTo>
                    <a:pt x="6" y="46"/>
                  </a:lnTo>
                  <a:lnTo>
                    <a:pt x="5" y="47"/>
                  </a:lnTo>
                  <a:lnTo>
                    <a:pt x="5" y="47"/>
                  </a:lnTo>
                  <a:lnTo>
                    <a:pt x="5" y="47"/>
                  </a:lnTo>
                  <a:lnTo>
                    <a:pt x="5" y="47"/>
                  </a:lnTo>
                  <a:lnTo>
                    <a:pt x="4" y="48"/>
                  </a:lnTo>
                  <a:lnTo>
                    <a:pt x="4" y="48"/>
                  </a:lnTo>
                  <a:lnTo>
                    <a:pt x="4" y="48"/>
                  </a:lnTo>
                  <a:lnTo>
                    <a:pt x="4" y="48"/>
                  </a:lnTo>
                  <a:lnTo>
                    <a:pt x="4" y="48"/>
                  </a:lnTo>
                  <a:lnTo>
                    <a:pt x="4" y="48"/>
                  </a:lnTo>
                  <a:lnTo>
                    <a:pt x="4" y="48"/>
                  </a:lnTo>
                  <a:lnTo>
                    <a:pt x="4" y="48"/>
                  </a:lnTo>
                  <a:lnTo>
                    <a:pt x="4" y="50"/>
                  </a:lnTo>
                  <a:lnTo>
                    <a:pt x="4" y="50"/>
                  </a:lnTo>
                  <a:lnTo>
                    <a:pt x="4" y="50"/>
                  </a:lnTo>
                  <a:lnTo>
                    <a:pt x="4" y="50"/>
                  </a:lnTo>
                  <a:lnTo>
                    <a:pt x="4" y="50"/>
                  </a:lnTo>
                  <a:lnTo>
                    <a:pt x="4" y="50"/>
                  </a:lnTo>
                  <a:lnTo>
                    <a:pt x="4" y="50"/>
                  </a:lnTo>
                  <a:lnTo>
                    <a:pt x="6" y="50"/>
                  </a:lnTo>
                  <a:lnTo>
                    <a:pt x="6" y="52"/>
                  </a:lnTo>
                  <a:lnTo>
                    <a:pt x="7" y="52"/>
                  </a:lnTo>
                  <a:lnTo>
                    <a:pt x="7" y="52"/>
                  </a:lnTo>
                  <a:lnTo>
                    <a:pt x="9" y="52"/>
                  </a:lnTo>
                  <a:lnTo>
                    <a:pt x="9" y="52"/>
                  </a:lnTo>
                  <a:lnTo>
                    <a:pt x="10" y="52"/>
                  </a:lnTo>
                  <a:lnTo>
                    <a:pt x="10" y="52"/>
                  </a:lnTo>
                  <a:lnTo>
                    <a:pt x="12" y="52"/>
                  </a:lnTo>
                  <a:lnTo>
                    <a:pt x="11" y="54"/>
                  </a:lnTo>
                  <a:lnTo>
                    <a:pt x="11" y="54"/>
                  </a:lnTo>
                  <a:lnTo>
                    <a:pt x="11" y="54"/>
                  </a:lnTo>
                  <a:lnTo>
                    <a:pt x="11" y="54"/>
                  </a:lnTo>
                  <a:lnTo>
                    <a:pt x="9" y="56"/>
                  </a:lnTo>
                  <a:lnTo>
                    <a:pt x="9" y="56"/>
                  </a:lnTo>
                  <a:lnTo>
                    <a:pt x="9" y="56"/>
                  </a:lnTo>
                  <a:lnTo>
                    <a:pt x="9" y="56"/>
                  </a:lnTo>
                  <a:lnTo>
                    <a:pt x="7" y="58"/>
                  </a:lnTo>
                  <a:lnTo>
                    <a:pt x="7" y="58"/>
                  </a:lnTo>
                  <a:lnTo>
                    <a:pt x="7" y="58"/>
                  </a:lnTo>
                  <a:lnTo>
                    <a:pt x="7" y="58"/>
                  </a:lnTo>
                  <a:lnTo>
                    <a:pt x="7" y="58"/>
                  </a:lnTo>
                  <a:lnTo>
                    <a:pt x="7" y="58"/>
                  </a:lnTo>
                  <a:lnTo>
                    <a:pt x="7" y="58"/>
                  </a:lnTo>
                  <a:lnTo>
                    <a:pt x="7" y="58"/>
                  </a:lnTo>
                  <a:lnTo>
                    <a:pt x="7" y="59"/>
                  </a:lnTo>
                  <a:lnTo>
                    <a:pt x="7" y="59"/>
                  </a:lnTo>
                  <a:lnTo>
                    <a:pt x="7" y="59"/>
                  </a:lnTo>
                  <a:lnTo>
                    <a:pt x="7" y="59"/>
                  </a:lnTo>
                  <a:lnTo>
                    <a:pt x="7" y="59"/>
                  </a:lnTo>
                  <a:lnTo>
                    <a:pt x="7" y="59"/>
                  </a:lnTo>
                  <a:lnTo>
                    <a:pt x="7" y="59"/>
                  </a:lnTo>
                  <a:lnTo>
                    <a:pt x="9" y="59"/>
                  </a:lnTo>
                  <a:lnTo>
                    <a:pt x="9" y="62"/>
                  </a:lnTo>
                  <a:lnTo>
                    <a:pt x="9" y="62"/>
                  </a:lnTo>
                  <a:lnTo>
                    <a:pt x="9" y="62"/>
                  </a:lnTo>
                  <a:lnTo>
                    <a:pt x="11" y="62"/>
                  </a:lnTo>
                  <a:lnTo>
                    <a:pt x="11" y="62"/>
                  </a:lnTo>
                  <a:lnTo>
                    <a:pt x="11" y="62"/>
                  </a:lnTo>
                  <a:lnTo>
                    <a:pt x="11" y="62"/>
                  </a:lnTo>
                  <a:lnTo>
                    <a:pt x="12" y="62"/>
                  </a:lnTo>
                  <a:lnTo>
                    <a:pt x="10" y="62"/>
                  </a:lnTo>
                  <a:lnTo>
                    <a:pt x="10" y="62"/>
                  </a:lnTo>
                  <a:lnTo>
                    <a:pt x="9" y="62"/>
                  </a:lnTo>
                  <a:lnTo>
                    <a:pt x="9" y="62"/>
                  </a:lnTo>
                  <a:lnTo>
                    <a:pt x="7" y="62"/>
                  </a:lnTo>
                  <a:lnTo>
                    <a:pt x="7" y="62"/>
                  </a:lnTo>
                  <a:lnTo>
                    <a:pt x="6" y="62"/>
                  </a:lnTo>
                  <a:lnTo>
                    <a:pt x="6" y="60"/>
                  </a:lnTo>
                  <a:lnTo>
                    <a:pt x="4" y="60"/>
                  </a:lnTo>
                  <a:lnTo>
                    <a:pt x="4" y="60"/>
                  </a:lnTo>
                  <a:lnTo>
                    <a:pt x="3" y="60"/>
                  </a:lnTo>
                  <a:lnTo>
                    <a:pt x="3" y="60"/>
                  </a:lnTo>
                  <a:lnTo>
                    <a:pt x="1" y="60"/>
                  </a:lnTo>
                  <a:lnTo>
                    <a:pt x="1" y="60"/>
                  </a:lnTo>
                  <a:lnTo>
                    <a:pt x="1" y="60"/>
                  </a:lnTo>
                  <a:lnTo>
                    <a:pt x="1" y="59"/>
                  </a:lnTo>
                  <a:lnTo>
                    <a:pt x="0" y="59"/>
                  </a:lnTo>
                  <a:lnTo>
                    <a:pt x="0" y="59"/>
                  </a:lnTo>
                  <a:lnTo>
                    <a:pt x="0" y="59"/>
                  </a:lnTo>
                  <a:lnTo>
                    <a:pt x="0" y="59"/>
                  </a:lnTo>
                  <a:lnTo>
                    <a:pt x="0" y="59"/>
                  </a:lnTo>
                  <a:lnTo>
                    <a:pt x="0" y="59"/>
                  </a:lnTo>
                  <a:lnTo>
                    <a:pt x="0" y="59"/>
                  </a:lnTo>
                  <a:lnTo>
                    <a:pt x="0" y="59"/>
                  </a:lnTo>
                  <a:lnTo>
                    <a:pt x="0" y="59"/>
                  </a:lnTo>
                  <a:lnTo>
                    <a:pt x="0" y="59"/>
                  </a:lnTo>
                  <a:lnTo>
                    <a:pt x="0" y="59"/>
                  </a:lnTo>
                  <a:lnTo>
                    <a:pt x="0" y="59"/>
                  </a:lnTo>
                  <a:lnTo>
                    <a:pt x="0" y="59"/>
                  </a:lnTo>
                  <a:lnTo>
                    <a:pt x="0" y="59"/>
                  </a:lnTo>
                  <a:lnTo>
                    <a:pt x="0" y="59"/>
                  </a:lnTo>
                  <a:lnTo>
                    <a:pt x="0" y="59"/>
                  </a:lnTo>
                  <a:lnTo>
                    <a:pt x="0" y="59"/>
                  </a:lnTo>
                  <a:lnTo>
                    <a:pt x="0" y="61"/>
                  </a:lnTo>
                  <a:lnTo>
                    <a:pt x="0" y="61"/>
                  </a:lnTo>
                  <a:lnTo>
                    <a:pt x="0" y="62"/>
                  </a:lnTo>
                  <a:lnTo>
                    <a:pt x="0" y="62"/>
                  </a:lnTo>
                  <a:lnTo>
                    <a:pt x="0" y="64"/>
                  </a:lnTo>
                  <a:lnTo>
                    <a:pt x="0" y="65"/>
                  </a:lnTo>
                  <a:lnTo>
                    <a:pt x="0" y="67"/>
                  </a:lnTo>
                  <a:lnTo>
                    <a:pt x="2" y="67"/>
                  </a:lnTo>
                  <a:lnTo>
                    <a:pt x="2" y="69"/>
                  </a:lnTo>
                  <a:lnTo>
                    <a:pt x="2" y="71"/>
                  </a:lnTo>
                  <a:lnTo>
                    <a:pt x="2" y="73"/>
                  </a:lnTo>
                  <a:lnTo>
                    <a:pt x="4" y="73"/>
                  </a:lnTo>
                  <a:lnTo>
                    <a:pt x="4" y="75"/>
                  </a:lnTo>
                  <a:lnTo>
                    <a:pt x="4" y="76"/>
                  </a:lnTo>
                  <a:lnTo>
                    <a:pt x="4" y="77"/>
                  </a:lnTo>
                  <a:lnTo>
                    <a:pt x="5" y="77"/>
                  </a:lnTo>
                  <a:lnTo>
                    <a:pt x="4" y="79"/>
                  </a:lnTo>
                  <a:lnTo>
                    <a:pt x="4" y="79"/>
                  </a:lnTo>
                  <a:lnTo>
                    <a:pt x="4" y="80"/>
                  </a:lnTo>
                  <a:lnTo>
                    <a:pt x="4" y="80"/>
                  </a:lnTo>
                  <a:lnTo>
                    <a:pt x="4" y="81"/>
                  </a:lnTo>
                  <a:lnTo>
                    <a:pt x="4" y="81"/>
                  </a:lnTo>
                  <a:lnTo>
                    <a:pt x="4" y="81"/>
                  </a:lnTo>
                  <a:lnTo>
                    <a:pt x="4" y="81"/>
                  </a:lnTo>
                  <a:lnTo>
                    <a:pt x="4" y="84"/>
                  </a:lnTo>
                  <a:lnTo>
                    <a:pt x="4" y="84"/>
                  </a:lnTo>
                  <a:lnTo>
                    <a:pt x="4" y="85"/>
                  </a:lnTo>
                  <a:lnTo>
                    <a:pt x="4" y="85"/>
                  </a:lnTo>
                  <a:lnTo>
                    <a:pt x="4" y="86"/>
                  </a:lnTo>
                  <a:lnTo>
                    <a:pt x="4" y="86"/>
                  </a:lnTo>
                  <a:lnTo>
                    <a:pt x="4" y="86"/>
                  </a:lnTo>
                  <a:lnTo>
                    <a:pt x="4" y="86"/>
                  </a:lnTo>
                  <a:lnTo>
                    <a:pt x="2" y="88"/>
                  </a:lnTo>
                  <a:lnTo>
                    <a:pt x="2" y="88"/>
                  </a:lnTo>
                  <a:lnTo>
                    <a:pt x="2" y="88"/>
                  </a:lnTo>
                  <a:lnTo>
                    <a:pt x="2" y="88"/>
                  </a:lnTo>
                  <a:lnTo>
                    <a:pt x="2" y="89"/>
                  </a:lnTo>
                  <a:lnTo>
                    <a:pt x="2" y="89"/>
                  </a:lnTo>
                  <a:lnTo>
                    <a:pt x="2" y="89"/>
                  </a:lnTo>
                  <a:lnTo>
                    <a:pt x="2" y="89"/>
                  </a:lnTo>
                  <a:lnTo>
                    <a:pt x="0" y="91"/>
                  </a:lnTo>
                  <a:lnTo>
                    <a:pt x="0" y="91"/>
                  </a:lnTo>
                  <a:lnTo>
                    <a:pt x="0" y="91"/>
                  </a:lnTo>
                  <a:lnTo>
                    <a:pt x="0" y="91"/>
                  </a:lnTo>
                  <a:lnTo>
                    <a:pt x="0" y="93"/>
                  </a:lnTo>
                  <a:lnTo>
                    <a:pt x="0" y="93"/>
                  </a:lnTo>
                  <a:lnTo>
                    <a:pt x="0" y="93"/>
                  </a:lnTo>
                  <a:lnTo>
                    <a:pt x="0" y="93"/>
                  </a:lnTo>
                  <a:lnTo>
                    <a:pt x="0" y="95"/>
                  </a:lnTo>
                  <a:lnTo>
                    <a:pt x="0" y="95"/>
                  </a:lnTo>
                  <a:lnTo>
                    <a:pt x="0" y="95"/>
                  </a:lnTo>
                  <a:lnTo>
                    <a:pt x="0" y="95"/>
                  </a:lnTo>
                  <a:lnTo>
                    <a:pt x="0" y="96"/>
                  </a:lnTo>
                  <a:lnTo>
                    <a:pt x="0" y="96"/>
                  </a:lnTo>
                  <a:lnTo>
                    <a:pt x="0" y="96"/>
                  </a:lnTo>
                  <a:lnTo>
                    <a:pt x="0" y="96"/>
                  </a:lnTo>
                  <a:lnTo>
                    <a:pt x="0" y="98"/>
                  </a:lnTo>
                  <a:lnTo>
                    <a:pt x="0" y="98"/>
                  </a:lnTo>
                  <a:lnTo>
                    <a:pt x="0" y="98"/>
                  </a:lnTo>
                  <a:lnTo>
                    <a:pt x="0" y="98"/>
                  </a:lnTo>
                  <a:lnTo>
                    <a:pt x="0" y="99"/>
                  </a:lnTo>
                  <a:lnTo>
                    <a:pt x="0" y="99"/>
                  </a:lnTo>
                  <a:lnTo>
                    <a:pt x="0" y="99"/>
                  </a:lnTo>
                  <a:lnTo>
                    <a:pt x="1" y="99"/>
                  </a:lnTo>
                  <a:lnTo>
                    <a:pt x="1" y="101"/>
                  </a:lnTo>
                  <a:lnTo>
                    <a:pt x="1" y="101"/>
                  </a:lnTo>
                  <a:lnTo>
                    <a:pt x="1" y="101"/>
                  </a:lnTo>
                  <a:lnTo>
                    <a:pt x="1" y="101"/>
                  </a:lnTo>
                  <a:lnTo>
                    <a:pt x="1" y="101"/>
                  </a:lnTo>
                  <a:lnTo>
                    <a:pt x="1" y="101"/>
                  </a:lnTo>
                  <a:lnTo>
                    <a:pt x="1" y="101"/>
                  </a:lnTo>
                  <a:lnTo>
                    <a:pt x="3" y="101"/>
                  </a:lnTo>
                  <a:lnTo>
                    <a:pt x="3" y="102"/>
                  </a:lnTo>
                  <a:lnTo>
                    <a:pt x="3" y="102"/>
                  </a:lnTo>
                  <a:lnTo>
                    <a:pt x="3" y="102"/>
                  </a:lnTo>
                  <a:lnTo>
                    <a:pt x="4" y="102"/>
                  </a:lnTo>
                  <a:lnTo>
                    <a:pt x="4" y="102"/>
                  </a:lnTo>
                  <a:lnTo>
                    <a:pt x="4" y="102"/>
                  </a:lnTo>
                  <a:lnTo>
                    <a:pt x="4" y="102"/>
                  </a:lnTo>
                  <a:lnTo>
                    <a:pt x="6" y="102"/>
                  </a:lnTo>
                  <a:lnTo>
                    <a:pt x="6" y="104"/>
                  </a:lnTo>
                  <a:lnTo>
                    <a:pt x="6" y="104"/>
                  </a:lnTo>
                  <a:lnTo>
                    <a:pt x="6" y="104"/>
                  </a:lnTo>
                  <a:lnTo>
                    <a:pt x="7" y="104"/>
                  </a:lnTo>
                  <a:lnTo>
                    <a:pt x="7" y="106"/>
                  </a:lnTo>
                  <a:lnTo>
                    <a:pt x="9" y="106"/>
                  </a:lnTo>
                  <a:lnTo>
                    <a:pt x="9" y="106"/>
                  </a:lnTo>
                  <a:lnTo>
                    <a:pt x="11" y="106"/>
                  </a:lnTo>
                  <a:lnTo>
                    <a:pt x="11" y="108"/>
                  </a:lnTo>
                  <a:lnTo>
                    <a:pt x="11" y="108"/>
                  </a:lnTo>
                  <a:lnTo>
                    <a:pt x="11" y="108"/>
                  </a:lnTo>
                  <a:lnTo>
                    <a:pt x="13" y="108"/>
                  </a:lnTo>
                  <a:lnTo>
                    <a:pt x="13" y="109"/>
                  </a:lnTo>
                  <a:lnTo>
                    <a:pt x="14" y="109"/>
                  </a:lnTo>
                  <a:lnTo>
                    <a:pt x="14" y="109"/>
                  </a:lnTo>
                  <a:lnTo>
                    <a:pt x="16" y="109"/>
                  </a:lnTo>
                  <a:lnTo>
                    <a:pt x="14" y="111"/>
                  </a:lnTo>
                  <a:lnTo>
                    <a:pt x="14" y="111"/>
                  </a:lnTo>
                  <a:lnTo>
                    <a:pt x="14" y="112"/>
                  </a:lnTo>
                  <a:lnTo>
                    <a:pt x="14" y="112"/>
                  </a:lnTo>
                  <a:lnTo>
                    <a:pt x="13" y="114"/>
                  </a:lnTo>
                  <a:lnTo>
                    <a:pt x="13" y="114"/>
                  </a:lnTo>
                  <a:lnTo>
                    <a:pt x="13" y="114"/>
                  </a:lnTo>
                  <a:lnTo>
                    <a:pt x="13" y="114"/>
                  </a:lnTo>
                  <a:lnTo>
                    <a:pt x="12" y="116"/>
                  </a:lnTo>
                  <a:lnTo>
                    <a:pt x="12" y="116"/>
                  </a:lnTo>
                  <a:lnTo>
                    <a:pt x="12" y="117"/>
                  </a:lnTo>
                  <a:lnTo>
                    <a:pt x="12" y="117"/>
                  </a:lnTo>
                  <a:lnTo>
                    <a:pt x="12" y="118"/>
                  </a:lnTo>
                  <a:lnTo>
                    <a:pt x="12" y="118"/>
                  </a:lnTo>
                  <a:lnTo>
                    <a:pt x="12" y="118"/>
                  </a:lnTo>
                  <a:lnTo>
                    <a:pt x="12" y="118"/>
                  </a:lnTo>
                  <a:lnTo>
                    <a:pt x="12" y="120"/>
                  </a:lnTo>
                  <a:lnTo>
                    <a:pt x="12" y="120"/>
                  </a:lnTo>
                  <a:lnTo>
                    <a:pt x="12" y="120"/>
                  </a:lnTo>
                  <a:lnTo>
                    <a:pt x="12" y="120"/>
                  </a:lnTo>
                  <a:lnTo>
                    <a:pt x="12" y="120"/>
                  </a:lnTo>
                  <a:lnTo>
                    <a:pt x="12" y="120"/>
                  </a:lnTo>
                  <a:lnTo>
                    <a:pt x="12" y="120"/>
                  </a:lnTo>
                  <a:lnTo>
                    <a:pt x="14" y="120"/>
                  </a:lnTo>
                  <a:lnTo>
                    <a:pt x="14" y="123"/>
                  </a:lnTo>
                  <a:lnTo>
                    <a:pt x="14" y="123"/>
                  </a:lnTo>
                  <a:lnTo>
                    <a:pt x="14" y="123"/>
                  </a:lnTo>
                  <a:lnTo>
                    <a:pt x="15" y="123"/>
                  </a:lnTo>
                  <a:lnTo>
                    <a:pt x="15" y="123"/>
                  </a:lnTo>
                  <a:lnTo>
                    <a:pt x="15" y="123"/>
                  </a:lnTo>
                  <a:lnTo>
                    <a:pt x="15" y="123"/>
                  </a:lnTo>
                  <a:lnTo>
                    <a:pt x="17" y="123"/>
                  </a:lnTo>
                  <a:lnTo>
                    <a:pt x="17" y="124"/>
                  </a:lnTo>
                  <a:lnTo>
                    <a:pt x="17" y="124"/>
                  </a:lnTo>
                  <a:lnTo>
                    <a:pt x="17" y="124"/>
                  </a:lnTo>
                  <a:lnTo>
                    <a:pt x="17" y="124"/>
                  </a:lnTo>
                  <a:lnTo>
                    <a:pt x="17" y="125"/>
                  </a:lnTo>
                  <a:lnTo>
                    <a:pt x="17" y="125"/>
                  </a:lnTo>
                  <a:lnTo>
                    <a:pt x="17" y="125"/>
                  </a:lnTo>
                  <a:lnTo>
                    <a:pt x="17" y="125"/>
                  </a:lnTo>
                  <a:lnTo>
                    <a:pt x="17" y="127"/>
                  </a:lnTo>
                  <a:lnTo>
                    <a:pt x="17" y="127"/>
                  </a:lnTo>
                  <a:lnTo>
                    <a:pt x="17" y="127"/>
                  </a:lnTo>
                  <a:lnTo>
                    <a:pt x="17" y="127"/>
                  </a:lnTo>
                  <a:lnTo>
                    <a:pt x="17" y="127"/>
                  </a:lnTo>
                  <a:lnTo>
                    <a:pt x="17" y="127"/>
                  </a:lnTo>
                  <a:lnTo>
                    <a:pt x="17" y="127"/>
                  </a:lnTo>
                  <a:lnTo>
                    <a:pt x="17" y="127"/>
                  </a:lnTo>
                  <a:lnTo>
                    <a:pt x="17" y="129"/>
                  </a:lnTo>
                  <a:lnTo>
                    <a:pt x="17" y="129"/>
                  </a:lnTo>
                  <a:lnTo>
                    <a:pt x="17" y="129"/>
                  </a:lnTo>
                  <a:lnTo>
                    <a:pt x="17" y="129"/>
                  </a:lnTo>
                  <a:lnTo>
                    <a:pt x="17" y="130"/>
                  </a:lnTo>
                  <a:lnTo>
                    <a:pt x="17" y="130"/>
                  </a:lnTo>
                  <a:lnTo>
                    <a:pt x="17" y="130"/>
                  </a:lnTo>
                  <a:lnTo>
                    <a:pt x="17" y="130"/>
                  </a:lnTo>
                  <a:lnTo>
                    <a:pt x="17" y="131"/>
                  </a:lnTo>
                  <a:lnTo>
                    <a:pt x="17" y="131"/>
                  </a:lnTo>
                  <a:lnTo>
                    <a:pt x="17" y="131"/>
                  </a:lnTo>
                  <a:lnTo>
                    <a:pt x="17" y="131"/>
                  </a:lnTo>
                  <a:lnTo>
                    <a:pt x="17" y="131"/>
                  </a:lnTo>
                  <a:lnTo>
                    <a:pt x="17" y="131"/>
                  </a:lnTo>
                  <a:lnTo>
                    <a:pt x="17" y="131"/>
                  </a:lnTo>
                  <a:lnTo>
                    <a:pt x="19" y="131"/>
                  </a:lnTo>
                  <a:lnTo>
                    <a:pt x="17" y="133"/>
                  </a:lnTo>
                  <a:lnTo>
                    <a:pt x="17" y="133"/>
                  </a:lnTo>
                  <a:lnTo>
                    <a:pt x="17" y="134"/>
                  </a:lnTo>
                  <a:lnTo>
                    <a:pt x="17" y="134"/>
                  </a:lnTo>
                  <a:lnTo>
                    <a:pt x="17" y="136"/>
                  </a:lnTo>
                  <a:lnTo>
                    <a:pt x="17" y="136"/>
                  </a:lnTo>
                  <a:lnTo>
                    <a:pt x="17" y="136"/>
                  </a:lnTo>
                  <a:lnTo>
                    <a:pt x="17" y="136"/>
                  </a:lnTo>
                  <a:lnTo>
                    <a:pt x="16" y="138"/>
                  </a:lnTo>
                  <a:lnTo>
                    <a:pt x="16" y="138"/>
                  </a:lnTo>
                  <a:lnTo>
                    <a:pt x="16" y="139"/>
                  </a:lnTo>
                  <a:lnTo>
                    <a:pt x="16" y="139"/>
                  </a:lnTo>
                  <a:lnTo>
                    <a:pt x="16" y="140"/>
                  </a:lnTo>
                  <a:lnTo>
                    <a:pt x="16" y="140"/>
                  </a:lnTo>
                  <a:lnTo>
                    <a:pt x="16" y="140"/>
                  </a:lnTo>
                  <a:lnTo>
                    <a:pt x="16" y="140"/>
                  </a:lnTo>
                  <a:lnTo>
                    <a:pt x="16" y="142"/>
                  </a:lnTo>
                  <a:lnTo>
                    <a:pt x="16" y="142"/>
                  </a:lnTo>
                  <a:lnTo>
                    <a:pt x="16" y="144"/>
                  </a:lnTo>
                  <a:lnTo>
                    <a:pt x="16" y="144"/>
                  </a:lnTo>
                  <a:lnTo>
                    <a:pt x="16" y="146"/>
                  </a:lnTo>
                  <a:lnTo>
                    <a:pt x="16" y="146"/>
                  </a:lnTo>
                  <a:lnTo>
                    <a:pt x="16" y="146"/>
                  </a:lnTo>
                  <a:lnTo>
                    <a:pt x="17" y="146"/>
                  </a:lnTo>
                  <a:lnTo>
                    <a:pt x="17" y="147"/>
                  </a:lnTo>
                  <a:lnTo>
                    <a:pt x="17" y="147"/>
                  </a:lnTo>
                  <a:lnTo>
                    <a:pt x="17" y="147"/>
                  </a:lnTo>
                  <a:lnTo>
                    <a:pt x="17" y="147"/>
                  </a:lnTo>
                  <a:lnTo>
                    <a:pt x="17" y="149"/>
                  </a:lnTo>
                  <a:lnTo>
                    <a:pt x="17" y="149"/>
                  </a:lnTo>
                  <a:lnTo>
                    <a:pt x="17" y="149"/>
                  </a:lnTo>
                  <a:lnTo>
                    <a:pt x="19" y="149"/>
                  </a:lnTo>
                  <a:lnTo>
                    <a:pt x="19" y="151"/>
                  </a:lnTo>
                  <a:lnTo>
                    <a:pt x="19" y="151"/>
                  </a:lnTo>
                  <a:lnTo>
                    <a:pt x="19" y="152"/>
                  </a:lnTo>
                  <a:lnTo>
                    <a:pt x="19" y="152"/>
                  </a:lnTo>
                  <a:lnTo>
                    <a:pt x="19" y="154"/>
                  </a:lnTo>
                  <a:lnTo>
                    <a:pt x="19" y="154"/>
                  </a:lnTo>
                  <a:lnTo>
                    <a:pt x="19" y="154"/>
                  </a:lnTo>
                  <a:lnTo>
                    <a:pt x="19" y="154"/>
                  </a:lnTo>
                  <a:lnTo>
                    <a:pt x="19" y="156"/>
                  </a:lnTo>
                  <a:lnTo>
                    <a:pt x="19" y="156"/>
                  </a:lnTo>
                  <a:lnTo>
                    <a:pt x="19" y="156"/>
                  </a:lnTo>
                  <a:lnTo>
                    <a:pt x="19" y="156"/>
                  </a:lnTo>
                  <a:lnTo>
                    <a:pt x="19" y="157"/>
                  </a:lnTo>
                  <a:lnTo>
                    <a:pt x="19" y="157"/>
                  </a:lnTo>
                  <a:lnTo>
                    <a:pt x="19" y="157"/>
                  </a:lnTo>
                  <a:lnTo>
                    <a:pt x="20" y="157"/>
                  </a:lnTo>
                  <a:lnTo>
                    <a:pt x="20" y="157"/>
                  </a:lnTo>
                  <a:lnTo>
                    <a:pt x="20" y="157"/>
                  </a:lnTo>
                  <a:lnTo>
                    <a:pt x="20" y="157"/>
                  </a:lnTo>
                  <a:lnTo>
                    <a:pt x="20" y="157"/>
                  </a:lnTo>
                  <a:lnTo>
                    <a:pt x="20" y="157"/>
                  </a:lnTo>
                  <a:lnTo>
                    <a:pt x="20" y="157"/>
                  </a:lnTo>
                  <a:lnTo>
                    <a:pt x="20" y="157"/>
                  </a:lnTo>
                  <a:lnTo>
                    <a:pt x="22" y="157"/>
                  </a:lnTo>
                  <a:lnTo>
                    <a:pt x="22" y="157"/>
                  </a:lnTo>
                  <a:lnTo>
                    <a:pt x="22" y="157"/>
                  </a:lnTo>
                  <a:lnTo>
                    <a:pt x="22" y="157"/>
                  </a:lnTo>
                  <a:lnTo>
                    <a:pt x="24" y="157"/>
                  </a:lnTo>
                  <a:lnTo>
                    <a:pt x="24" y="157"/>
                  </a:lnTo>
                  <a:lnTo>
                    <a:pt x="24" y="157"/>
                  </a:lnTo>
                  <a:lnTo>
                    <a:pt x="24" y="157"/>
                  </a:lnTo>
                  <a:lnTo>
                    <a:pt x="26" y="157"/>
                  </a:lnTo>
                  <a:lnTo>
                    <a:pt x="26" y="159"/>
                  </a:lnTo>
                  <a:lnTo>
                    <a:pt x="26" y="159"/>
                  </a:lnTo>
                  <a:lnTo>
                    <a:pt x="26" y="159"/>
                  </a:lnTo>
                  <a:lnTo>
                    <a:pt x="26" y="159"/>
                  </a:lnTo>
                  <a:lnTo>
                    <a:pt x="26" y="161"/>
                  </a:lnTo>
                  <a:lnTo>
                    <a:pt x="26" y="161"/>
                  </a:lnTo>
                  <a:lnTo>
                    <a:pt x="26" y="162"/>
                  </a:lnTo>
                  <a:lnTo>
                    <a:pt x="28" y="162"/>
                  </a:lnTo>
                  <a:lnTo>
                    <a:pt x="28" y="164"/>
                  </a:lnTo>
                  <a:lnTo>
                    <a:pt x="28" y="164"/>
                  </a:lnTo>
                  <a:lnTo>
                    <a:pt x="28" y="167"/>
                  </a:lnTo>
                  <a:lnTo>
                    <a:pt x="28" y="167"/>
                  </a:lnTo>
                  <a:lnTo>
                    <a:pt x="28" y="168"/>
                  </a:lnTo>
                  <a:lnTo>
                    <a:pt x="28" y="168"/>
                  </a:lnTo>
                  <a:lnTo>
                    <a:pt x="28" y="168"/>
                  </a:lnTo>
                  <a:lnTo>
                    <a:pt x="28" y="168"/>
                  </a:lnTo>
                  <a:lnTo>
                    <a:pt x="28" y="170"/>
                  </a:lnTo>
                  <a:lnTo>
                    <a:pt x="28" y="170"/>
                  </a:lnTo>
                  <a:lnTo>
                    <a:pt x="28" y="171"/>
                  </a:lnTo>
                  <a:lnTo>
                    <a:pt x="28" y="171"/>
                  </a:lnTo>
                  <a:lnTo>
                    <a:pt x="28" y="173"/>
                  </a:lnTo>
                  <a:lnTo>
                    <a:pt x="28" y="173"/>
                  </a:lnTo>
                  <a:lnTo>
                    <a:pt x="28" y="173"/>
                  </a:lnTo>
                  <a:lnTo>
                    <a:pt x="28" y="173"/>
                  </a:lnTo>
                  <a:lnTo>
                    <a:pt x="28" y="175"/>
                  </a:lnTo>
                  <a:lnTo>
                    <a:pt x="28" y="175"/>
                  </a:lnTo>
                  <a:lnTo>
                    <a:pt x="28" y="176"/>
                  </a:lnTo>
                  <a:lnTo>
                    <a:pt x="28" y="176"/>
                  </a:lnTo>
                  <a:lnTo>
                    <a:pt x="28" y="176"/>
                  </a:lnTo>
                  <a:lnTo>
                    <a:pt x="28" y="176"/>
                  </a:lnTo>
                  <a:lnTo>
                    <a:pt x="28" y="176"/>
                  </a:lnTo>
                  <a:lnTo>
                    <a:pt x="28" y="176"/>
                  </a:lnTo>
                  <a:lnTo>
                    <a:pt x="28" y="176"/>
                  </a:lnTo>
                  <a:lnTo>
                    <a:pt x="28" y="177"/>
                  </a:lnTo>
                  <a:lnTo>
                    <a:pt x="28" y="177"/>
                  </a:lnTo>
                  <a:lnTo>
                    <a:pt x="28" y="177"/>
                  </a:lnTo>
                  <a:lnTo>
                    <a:pt x="29" y="177"/>
                  </a:lnTo>
                  <a:lnTo>
                    <a:pt x="29" y="177"/>
                  </a:lnTo>
                  <a:lnTo>
                    <a:pt x="29" y="177"/>
                  </a:lnTo>
                  <a:lnTo>
                    <a:pt x="29" y="177"/>
                  </a:lnTo>
                  <a:lnTo>
                    <a:pt x="31" y="177"/>
                  </a:lnTo>
                  <a:lnTo>
                    <a:pt x="31" y="178"/>
                  </a:lnTo>
                  <a:lnTo>
                    <a:pt x="31" y="178"/>
                  </a:lnTo>
                  <a:lnTo>
                    <a:pt x="31" y="178"/>
                  </a:lnTo>
                  <a:lnTo>
                    <a:pt x="33" y="178"/>
                  </a:lnTo>
                  <a:lnTo>
                    <a:pt x="33" y="178"/>
                  </a:lnTo>
                  <a:lnTo>
                    <a:pt x="34" y="178"/>
                  </a:lnTo>
                  <a:lnTo>
                    <a:pt x="34" y="178"/>
                  </a:lnTo>
                  <a:lnTo>
                    <a:pt x="35" y="178"/>
                  </a:lnTo>
                  <a:lnTo>
                    <a:pt x="35" y="180"/>
                  </a:lnTo>
                  <a:lnTo>
                    <a:pt x="35" y="180"/>
                  </a:lnTo>
                  <a:lnTo>
                    <a:pt x="35" y="181"/>
                  </a:lnTo>
                  <a:lnTo>
                    <a:pt x="36" y="181"/>
                  </a:lnTo>
                  <a:lnTo>
                    <a:pt x="36" y="183"/>
                  </a:lnTo>
                  <a:lnTo>
                    <a:pt x="36" y="183"/>
                  </a:lnTo>
                  <a:lnTo>
                    <a:pt x="36" y="183"/>
                  </a:lnTo>
                  <a:lnTo>
                    <a:pt x="38" y="183"/>
                  </a:lnTo>
                  <a:lnTo>
                    <a:pt x="38" y="184"/>
                  </a:lnTo>
                  <a:lnTo>
                    <a:pt x="38" y="184"/>
                  </a:lnTo>
                  <a:lnTo>
                    <a:pt x="38" y="185"/>
                  </a:lnTo>
                  <a:lnTo>
                    <a:pt x="40" y="185"/>
                  </a:lnTo>
                  <a:lnTo>
                    <a:pt x="40" y="186"/>
                  </a:lnTo>
                  <a:lnTo>
                    <a:pt x="40" y="186"/>
                  </a:lnTo>
                  <a:lnTo>
                    <a:pt x="40" y="186"/>
                  </a:lnTo>
                  <a:lnTo>
                    <a:pt x="42" y="186"/>
                  </a:lnTo>
                  <a:lnTo>
                    <a:pt x="42" y="188"/>
                  </a:lnTo>
                  <a:lnTo>
                    <a:pt x="42" y="188"/>
                  </a:lnTo>
                  <a:lnTo>
                    <a:pt x="42" y="188"/>
                  </a:lnTo>
                  <a:lnTo>
                    <a:pt x="43" y="188"/>
                  </a:lnTo>
                  <a:lnTo>
                    <a:pt x="43" y="188"/>
                  </a:lnTo>
                  <a:lnTo>
                    <a:pt x="44" y="188"/>
                  </a:lnTo>
                  <a:lnTo>
                    <a:pt x="44" y="188"/>
                  </a:lnTo>
                  <a:lnTo>
                    <a:pt x="46" y="188"/>
                  </a:lnTo>
                  <a:lnTo>
                    <a:pt x="46" y="189"/>
                  </a:lnTo>
                  <a:lnTo>
                    <a:pt x="48" y="189"/>
                  </a:lnTo>
                  <a:lnTo>
                    <a:pt x="48" y="189"/>
                  </a:lnTo>
                  <a:lnTo>
                    <a:pt x="50" y="189"/>
                  </a:lnTo>
                  <a:lnTo>
                    <a:pt x="50" y="189"/>
                  </a:lnTo>
                  <a:lnTo>
                    <a:pt x="51" y="189"/>
                  </a:lnTo>
                  <a:lnTo>
                    <a:pt x="51" y="189"/>
                  </a:lnTo>
                  <a:lnTo>
                    <a:pt x="53" y="189"/>
                  </a:lnTo>
                  <a:lnTo>
                    <a:pt x="53" y="190"/>
                  </a:lnTo>
                  <a:lnTo>
                    <a:pt x="53" y="190"/>
                  </a:lnTo>
                  <a:lnTo>
                    <a:pt x="53" y="190"/>
                  </a:lnTo>
                  <a:lnTo>
                    <a:pt x="54" y="190"/>
                  </a:lnTo>
                  <a:lnTo>
                    <a:pt x="54" y="190"/>
                  </a:lnTo>
                  <a:lnTo>
                    <a:pt x="54" y="190"/>
                  </a:lnTo>
                  <a:lnTo>
                    <a:pt x="54" y="190"/>
                  </a:lnTo>
                  <a:lnTo>
                    <a:pt x="56" y="190"/>
                  </a:lnTo>
                  <a:lnTo>
                    <a:pt x="56" y="191"/>
                  </a:lnTo>
                  <a:lnTo>
                    <a:pt x="56" y="191"/>
                  </a:lnTo>
                  <a:lnTo>
                    <a:pt x="56" y="191"/>
                  </a:lnTo>
                  <a:lnTo>
                    <a:pt x="58" y="191"/>
                  </a:lnTo>
                  <a:lnTo>
                    <a:pt x="58" y="191"/>
                  </a:lnTo>
                  <a:lnTo>
                    <a:pt x="58" y="191"/>
                  </a:lnTo>
                  <a:lnTo>
                    <a:pt x="58" y="191"/>
                  </a:lnTo>
                  <a:lnTo>
                    <a:pt x="60" y="191"/>
                  </a:lnTo>
                  <a:lnTo>
                    <a:pt x="60" y="191"/>
                  </a:lnTo>
                  <a:lnTo>
                    <a:pt x="60" y="191"/>
                  </a:lnTo>
                  <a:lnTo>
                    <a:pt x="60" y="191"/>
                  </a:lnTo>
                  <a:lnTo>
                    <a:pt x="62" y="191"/>
                  </a:lnTo>
                  <a:lnTo>
                    <a:pt x="62" y="191"/>
                  </a:lnTo>
                  <a:lnTo>
                    <a:pt x="62" y="191"/>
                  </a:lnTo>
                  <a:lnTo>
                    <a:pt x="62" y="191"/>
                  </a:lnTo>
                  <a:lnTo>
                    <a:pt x="64" y="190"/>
                  </a:lnTo>
                  <a:lnTo>
                    <a:pt x="64" y="190"/>
                  </a:lnTo>
                  <a:lnTo>
                    <a:pt x="64" y="190"/>
                  </a:lnTo>
                  <a:lnTo>
                    <a:pt x="64" y="190"/>
                  </a:lnTo>
                  <a:lnTo>
                    <a:pt x="66" y="190"/>
                  </a:lnTo>
                  <a:lnTo>
                    <a:pt x="66" y="190"/>
                  </a:lnTo>
                  <a:lnTo>
                    <a:pt x="66" y="190"/>
                  </a:lnTo>
                  <a:lnTo>
                    <a:pt x="66" y="190"/>
                  </a:lnTo>
                  <a:lnTo>
                    <a:pt x="68" y="190"/>
                  </a:lnTo>
                  <a:lnTo>
                    <a:pt x="68" y="192"/>
                  </a:lnTo>
                  <a:lnTo>
                    <a:pt x="68" y="192"/>
                  </a:lnTo>
                  <a:lnTo>
                    <a:pt x="68" y="192"/>
                  </a:lnTo>
                  <a:lnTo>
                    <a:pt x="68" y="192"/>
                  </a:lnTo>
                  <a:lnTo>
                    <a:pt x="68" y="194"/>
                  </a:lnTo>
                  <a:lnTo>
                    <a:pt x="68" y="194"/>
                  </a:lnTo>
                  <a:lnTo>
                    <a:pt x="68" y="194"/>
                  </a:lnTo>
                  <a:lnTo>
                    <a:pt x="69" y="194"/>
                  </a:lnTo>
                  <a:lnTo>
                    <a:pt x="69" y="196"/>
                  </a:lnTo>
                  <a:lnTo>
                    <a:pt x="69" y="196"/>
                  </a:lnTo>
                  <a:lnTo>
                    <a:pt x="69" y="196"/>
                  </a:lnTo>
                  <a:lnTo>
                    <a:pt x="69" y="196"/>
                  </a:lnTo>
                  <a:lnTo>
                    <a:pt x="69" y="197"/>
                  </a:lnTo>
                  <a:lnTo>
                    <a:pt x="69" y="197"/>
                  </a:lnTo>
                  <a:lnTo>
                    <a:pt x="69" y="197"/>
                  </a:lnTo>
                  <a:lnTo>
                    <a:pt x="70" y="197"/>
                  </a:lnTo>
                  <a:lnTo>
                    <a:pt x="69" y="198"/>
                  </a:lnTo>
                  <a:lnTo>
                    <a:pt x="69" y="198"/>
                  </a:lnTo>
                  <a:lnTo>
                    <a:pt x="69" y="198"/>
                  </a:lnTo>
                  <a:lnTo>
                    <a:pt x="69" y="198"/>
                  </a:lnTo>
                  <a:lnTo>
                    <a:pt x="68" y="198"/>
                  </a:lnTo>
                  <a:lnTo>
                    <a:pt x="68" y="198"/>
                  </a:lnTo>
                  <a:lnTo>
                    <a:pt x="68" y="198"/>
                  </a:lnTo>
                  <a:lnTo>
                    <a:pt x="68" y="198"/>
                  </a:lnTo>
                  <a:lnTo>
                    <a:pt x="66" y="199"/>
                  </a:lnTo>
                  <a:lnTo>
                    <a:pt x="66" y="199"/>
                  </a:lnTo>
                  <a:lnTo>
                    <a:pt x="66" y="199"/>
                  </a:lnTo>
                  <a:lnTo>
                    <a:pt x="66" y="199"/>
                  </a:lnTo>
                  <a:lnTo>
                    <a:pt x="64" y="199"/>
                  </a:lnTo>
                  <a:lnTo>
                    <a:pt x="64" y="199"/>
                  </a:lnTo>
                  <a:lnTo>
                    <a:pt x="64" y="199"/>
                  </a:lnTo>
                  <a:lnTo>
                    <a:pt x="64" y="199"/>
                  </a:lnTo>
                  <a:lnTo>
                    <a:pt x="64" y="200"/>
                  </a:lnTo>
                  <a:lnTo>
                    <a:pt x="64" y="200"/>
                  </a:lnTo>
                  <a:lnTo>
                    <a:pt x="64" y="200"/>
                  </a:lnTo>
                  <a:lnTo>
                    <a:pt x="64" y="200"/>
                  </a:lnTo>
                  <a:lnTo>
                    <a:pt x="64" y="200"/>
                  </a:lnTo>
                  <a:lnTo>
                    <a:pt x="64" y="200"/>
                  </a:lnTo>
                  <a:lnTo>
                    <a:pt x="64" y="200"/>
                  </a:lnTo>
                  <a:lnTo>
                    <a:pt x="64" y="200"/>
                  </a:lnTo>
                  <a:lnTo>
                    <a:pt x="64" y="201"/>
                  </a:lnTo>
                  <a:lnTo>
                    <a:pt x="64" y="201"/>
                  </a:lnTo>
                  <a:lnTo>
                    <a:pt x="64" y="201"/>
                  </a:lnTo>
                  <a:lnTo>
                    <a:pt x="64" y="201"/>
                  </a:lnTo>
                  <a:lnTo>
                    <a:pt x="64" y="201"/>
                  </a:lnTo>
                  <a:lnTo>
                    <a:pt x="64" y="201"/>
                  </a:lnTo>
                  <a:lnTo>
                    <a:pt x="64" y="201"/>
                  </a:lnTo>
                  <a:lnTo>
                    <a:pt x="64" y="201"/>
                  </a:lnTo>
                  <a:lnTo>
                    <a:pt x="64" y="203"/>
                  </a:lnTo>
                  <a:lnTo>
                    <a:pt x="64" y="203"/>
                  </a:lnTo>
                  <a:lnTo>
                    <a:pt x="64" y="203"/>
                  </a:lnTo>
                  <a:lnTo>
                    <a:pt x="65" y="203"/>
                  </a:lnTo>
                  <a:lnTo>
                    <a:pt x="65" y="203"/>
                  </a:lnTo>
                  <a:lnTo>
                    <a:pt x="65" y="203"/>
                  </a:lnTo>
                  <a:lnTo>
                    <a:pt x="65" y="203"/>
                  </a:lnTo>
                  <a:lnTo>
                    <a:pt x="67" y="203"/>
                  </a:lnTo>
                  <a:lnTo>
                    <a:pt x="67" y="205"/>
                  </a:lnTo>
                  <a:lnTo>
                    <a:pt x="67" y="205"/>
                  </a:lnTo>
                  <a:lnTo>
                    <a:pt x="67" y="205"/>
                  </a:lnTo>
                  <a:lnTo>
                    <a:pt x="69" y="205"/>
                  </a:lnTo>
                  <a:lnTo>
                    <a:pt x="69" y="205"/>
                  </a:lnTo>
                  <a:lnTo>
                    <a:pt x="70" y="205"/>
                  </a:lnTo>
                  <a:lnTo>
                    <a:pt x="70" y="205"/>
                  </a:lnTo>
                  <a:lnTo>
                    <a:pt x="72" y="205"/>
                  </a:lnTo>
                  <a:lnTo>
                    <a:pt x="72" y="206"/>
                  </a:lnTo>
                  <a:lnTo>
                    <a:pt x="72" y="206"/>
                  </a:lnTo>
                  <a:lnTo>
                    <a:pt x="72" y="206"/>
                  </a:lnTo>
                  <a:lnTo>
                    <a:pt x="72" y="206"/>
                  </a:lnTo>
                  <a:lnTo>
                    <a:pt x="72" y="207"/>
                  </a:lnTo>
                  <a:lnTo>
                    <a:pt x="72" y="207"/>
                  </a:lnTo>
                  <a:lnTo>
                    <a:pt x="72" y="207"/>
                  </a:lnTo>
                  <a:lnTo>
                    <a:pt x="72" y="207"/>
                  </a:lnTo>
                  <a:lnTo>
                    <a:pt x="72" y="209"/>
                  </a:lnTo>
                  <a:lnTo>
                    <a:pt x="72" y="209"/>
                  </a:lnTo>
                  <a:lnTo>
                    <a:pt x="72" y="209"/>
                  </a:lnTo>
                  <a:lnTo>
                    <a:pt x="72" y="209"/>
                  </a:lnTo>
                  <a:lnTo>
                    <a:pt x="72" y="210"/>
                  </a:lnTo>
                  <a:lnTo>
                    <a:pt x="72" y="210"/>
                  </a:lnTo>
                  <a:lnTo>
                    <a:pt x="72" y="210"/>
                  </a:lnTo>
                  <a:lnTo>
                    <a:pt x="74" y="210"/>
                  </a:lnTo>
                  <a:lnTo>
                    <a:pt x="74" y="211"/>
                  </a:lnTo>
                  <a:lnTo>
                    <a:pt x="74" y="211"/>
                  </a:lnTo>
                  <a:lnTo>
                    <a:pt x="74" y="211"/>
                  </a:lnTo>
                  <a:lnTo>
                    <a:pt x="74" y="211"/>
                  </a:lnTo>
                  <a:lnTo>
                    <a:pt x="74" y="212"/>
                  </a:lnTo>
                  <a:lnTo>
                    <a:pt x="74" y="212"/>
                  </a:lnTo>
                  <a:lnTo>
                    <a:pt x="74" y="212"/>
                  </a:lnTo>
                  <a:lnTo>
                    <a:pt x="76" y="212"/>
                  </a:lnTo>
                  <a:lnTo>
                    <a:pt x="76" y="214"/>
                  </a:lnTo>
                  <a:lnTo>
                    <a:pt x="76" y="214"/>
                  </a:lnTo>
                  <a:lnTo>
                    <a:pt x="76" y="214"/>
                  </a:lnTo>
                  <a:lnTo>
                    <a:pt x="76" y="214"/>
                  </a:lnTo>
                  <a:lnTo>
                    <a:pt x="76" y="214"/>
                  </a:lnTo>
                  <a:lnTo>
                    <a:pt x="76" y="214"/>
                  </a:lnTo>
                  <a:lnTo>
                    <a:pt x="76" y="214"/>
                  </a:lnTo>
                  <a:lnTo>
                    <a:pt x="78" y="214"/>
                  </a:lnTo>
                  <a:lnTo>
                    <a:pt x="78" y="214"/>
                  </a:lnTo>
                  <a:lnTo>
                    <a:pt x="78" y="214"/>
                  </a:lnTo>
                  <a:lnTo>
                    <a:pt x="78" y="214"/>
                  </a:lnTo>
                  <a:lnTo>
                    <a:pt x="80" y="213"/>
                  </a:lnTo>
                  <a:lnTo>
                    <a:pt x="80" y="213"/>
                  </a:lnTo>
                  <a:lnTo>
                    <a:pt x="82" y="213"/>
                  </a:lnTo>
                  <a:lnTo>
                    <a:pt x="82" y="213"/>
                  </a:lnTo>
                  <a:lnTo>
                    <a:pt x="84" y="211"/>
                  </a:lnTo>
                  <a:lnTo>
                    <a:pt x="84" y="211"/>
                  </a:lnTo>
                  <a:lnTo>
                    <a:pt x="84" y="211"/>
                  </a:lnTo>
                  <a:lnTo>
                    <a:pt x="84" y="211"/>
                  </a:lnTo>
                  <a:lnTo>
                    <a:pt x="86" y="208"/>
                  </a:lnTo>
                  <a:lnTo>
                    <a:pt x="86" y="208"/>
                  </a:lnTo>
                  <a:lnTo>
                    <a:pt x="86" y="207"/>
                  </a:lnTo>
                  <a:lnTo>
                    <a:pt x="86" y="207"/>
                  </a:lnTo>
                  <a:lnTo>
                    <a:pt x="88" y="205"/>
                  </a:lnTo>
                  <a:lnTo>
                    <a:pt x="86" y="205"/>
                  </a:lnTo>
                  <a:lnTo>
                    <a:pt x="86" y="205"/>
                  </a:lnTo>
                  <a:lnTo>
                    <a:pt x="86" y="205"/>
                  </a:lnTo>
                  <a:lnTo>
                    <a:pt x="86" y="204"/>
                  </a:lnTo>
                  <a:lnTo>
                    <a:pt x="85" y="204"/>
                  </a:lnTo>
                  <a:lnTo>
                    <a:pt x="85" y="204"/>
                  </a:lnTo>
                  <a:lnTo>
                    <a:pt x="85" y="204"/>
                  </a:lnTo>
                  <a:lnTo>
                    <a:pt x="85" y="202"/>
                  </a:lnTo>
                  <a:lnTo>
                    <a:pt x="84" y="202"/>
                  </a:lnTo>
                  <a:lnTo>
                    <a:pt x="84" y="202"/>
                  </a:lnTo>
                  <a:lnTo>
                    <a:pt x="84" y="202"/>
                  </a:lnTo>
                  <a:lnTo>
                    <a:pt x="84" y="200"/>
                  </a:lnTo>
                  <a:lnTo>
                    <a:pt x="84" y="200"/>
                  </a:lnTo>
                  <a:lnTo>
                    <a:pt x="84" y="200"/>
                  </a:lnTo>
                  <a:lnTo>
                    <a:pt x="84" y="200"/>
                  </a:lnTo>
                  <a:lnTo>
                    <a:pt x="85" y="199"/>
                  </a:lnTo>
                  <a:lnTo>
                    <a:pt x="85" y="199"/>
                  </a:lnTo>
                  <a:lnTo>
                    <a:pt x="85" y="199"/>
                  </a:lnTo>
                  <a:lnTo>
                    <a:pt x="85" y="199"/>
                  </a:lnTo>
                  <a:lnTo>
                    <a:pt x="85" y="199"/>
                  </a:lnTo>
                  <a:lnTo>
                    <a:pt x="85" y="200"/>
                  </a:lnTo>
                  <a:lnTo>
                    <a:pt x="87" y="200"/>
                  </a:lnTo>
                  <a:lnTo>
                    <a:pt x="87" y="200"/>
                  </a:lnTo>
                  <a:lnTo>
                    <a:pt x="89" y="200"/>
                  </a:lnTo>
                  <a:lnTo>
                    <a:pt x="89" y="202"/>
                  </a:lnTo>
                  <a:lnTo>
                    <a:pt x="91" y="202"/>
                  </a:lnTo>
                  <a:lnTo>
                    <a:pt x="92" y="202"/>
                  </a:lnTo>
                  <a:lnTo>
                    <a:pt x="94" y="202"/>
                  </a:lnTo>
                  <a:lnTo>
                    <a:pt x="94" y="203"/>
                  </a:lnTo>
                  <a:lnTo>
                    <a:pt x="95" y="203"/>
                  </a:lnTo>
                  <a:lnTo>
                    <a:pt x="97" y="203"/>
                  </a:lnTo>
                  <a:lnTo>
                    <a:pt x="99" y="203"/>
                  </a:lnTo>
                  <a:lnTo>
                    <a:pt x="99" y="203"/>
                  </a:lnTo>
                  <a:lnTo>
                    <a:pt x="100" y="203"/>
                  </a:lnTo>
                  <a:lnTo>
                    <a:pt x="100" y="203"/>
                  </a:lnTo>
                  <a:lnTo>
                    <a:pt x="101" y="203"/>
                  </a:lnTo>
                  <a:lnTo>
                    <a:pt x="101" y="203"/>
                  </a:lnTo>
                  <a:lnTo>
                    <a:pt x="103" y="203"/>
                  </a:lnTo>
                  <a:lnTo>
                    <a:pt x="103" y="203"/>
                  </a:lnTo>
                  <a:lnTo>
                    <a:pt x="105" y="203"/>
                  </a:lnTo>
                  <a:lnTo>
                    <a:pt x="105" y="203"/>
                  </a:lnTo>
                  <a:lnTo>
                    <a:pt x="107" y="203"/>
                  </a:lnTo>
                  <a:lnTo>
                    <a:pt x="107" y="203"/>
                  </a:lnTo>
                  <a:lnTo>
                    <a:pt x="108" y="203"/>
                  </a:lnTo>
                  <a:lnTo>
                    <a:pt x="108" y="203"/>
                  </a:lnTo>
                  <a:lnTo>
                    <a:pt x="109" y="203"/>
                  </a:lnTo>
                  <a:lnTo>
                    <a:pt x="109" y="203"/>
                  </a:lnTo>
                  <a:lnTo>
                    <a:pt x="111" y="203"/>
                  </a:lnTo>
                  <a:lnTo>
                    <a:pt x="111" y="205"/>
                  </a:lnTo>
                  <a:lnTo>
                    <a:pt x="111" y="205"/>
                  </a:lnTo>
                  <a:lnTo>
                    <a:pt x="111" y="205"/>
                  </a:lnTo>
                  <a:lnTo>
                    <a:pt x="111" y="205"/>
                  </a:lnTo>
                  <a:lnTo>
                    <a:pt x="111" y="205"/>
                  </a:lnTo>
                  <a:lnTo>
                    <a:pt x="111" y="205"/>
                  </a:lnTo>
                  <a:lnTo>
                    <a:pt x="111" y="205"/>
                  </a:lnTo>
                  <a:lnTo>
                    <a:pt x="111" y="205"/>
                  </a:lnTo>
                  <a:lnTo>
                    <a:pt x="111" y="207"/>
                  </a:lnTo>
                  <a:lnTo>
                    <a:pt x="111" y="207"/>
                  </a:lnTo>
                  <a:lnTo>
                    <a:pt x="111" y="207"/>
                  </a:lnTo>
                  <a:lnTo>
                    <a:pt x="111" y="207"/>
                  </a:lnTo>
                  <a:lnTo>
                    <a:pt x="111" y="208"/>
                  </a:lnTo>
                  <a:lnTo>
                    <a:pt x="111" y="208"/>
                  </a:lnTo>
                  <a:lnTo>
                    <a:pt x="111" y="208"/>
                  </a:lnTo>
                  <a:lnTo>
                    <a:pt x="111" y="208"/>
                  </a:lnTo>
                  <a:lnTo>
                    <a:pt x="109" y="209"/>
                  </a:lnTo>
                  <a:lnTo>
                    <a:pt x="109" y="209"/>
                  </a:lnTo>
                  <a:lnTo>
                    <a:pt x="109" y="209"/>
                  </a:lnTo>
                  <a:lnTo>
                    <a:pt x="109" y="209"/>
                  </a:lnTo>
                  <a:lnTo>
                    <a:pt x="108" y="210"/>
                  </a:lnTo>
                  <a:lnTo>
                    <a:pt x="108" y="210"/>
                  </a:lnTo>
                  <a:lnTo>
                    <a:pt x="108" y="210"/>
                  </a:lnTo>
                  <a:lnTo>
                    <a:pt x="108" y="210"/>
                  </a:lnTo>
                  <a:lnTo>
                    <a:pt x="106" y="211"/>
                  </a:lnTo>
                  <a:lnTo>
                    <a:pt x="106" y="211"/>
                  </a:lnTo>
                  <a:lnTo>
                    <a:pt x="106" y="211"/>
                  </a:lnTo>
                  <a:lnTo>
                    <a:pt x="106" y="211"/>
                  </a:lnTo>
                  <a:lnTo>
                    <a:pt x="105" y="211"/>
                  </a:lnTo>
                  <a:lnTo>
                    <a:pt x="105" y="211"/>
                  </a:lnTo>
                  <a:lnTo>
                    <a:pt x="105" y="211"/>
                  </a:lnTo>
                  <a:lnTo>
                    <a:pt x="105" y="211"/>
                  </a:lnTo>
                  <a:lnTo>
                    <a:pt x="105" y="211"/>
                  </a:lnTo>
                  <a:lnTo>
                    <a:pt x="105" y="211"/>
                  </a:lnTo>
                  <a:lnTo>
                    <a:pt x="105" y="211"/>
                  </a:lnTo>
                  <a:lnTo>
                    <a:pt x="106" y="211"/>
                  </a:lnTo>
                  <a:lnTo>
                    <a:pt x="106" y="211"/>
                  </a:lnTo>
                  <a:lnTo>
                    <a:pt x="106" y="211"/>
                  </a:lnTo>
                  <a:lnTo>
                    <a:pt x="106" y="211"/>
                  </a:lnTo>
                  <a:lnTo>
                    <a:pt x="108" y="211"/>
                  </a:lnTo>
                  <a:lnTo>
                    <a:pt x="108" y="211"/>
                  </a:lnTo>
                  <a:lnTo>
                    <a:pt x="108" y="211"/>
                  </a:lnTo>
                  <a:lnTo>
                    <a:pt x="108" y="211"/>
                  </a:lnTo>
                  <a:lnTo>
                    <a:pt x="110" y="211"/>
                  </a:lnTo>
                  <a:lnTo>
                    <a:pt x="110" y="211"/>
                  </a:lnTo>
                  <a:lnTo>
                    <a:pt x="110" y="211"/>
                  </a:lnTo>
                  <a:lnTo>
                    <a:pt x="110" y="211"/>
                  </a:lnTo>
                  <a:lnTo>
                    <a:pt x="111" y="211"/>
                  </a:lnTo>
                  <a:lnTo>
                    <a:pt x="110" y="212"/>
                  </a:lnTo>
                  <a:lnTo>
                    <a:pt x="110" y="212"/>
                  </a:lnTo>
                  <a:lnTo>
                    <a:pt x="110" y="212"/>
                  </a:lnTo>
                  <a:lnTo>
                    <a:pt x="110" y="212"/>
                  </a:lnTo>
                  <a:lnTo>
                    <a:pt x="110" y="213"/>
                  </a:lnTo>
                  <a:lnTo>
                    <a:pt x="110" y="213"/>
                  </a:lnTo>
                  <a:lnTo>
                    <a:pt x="110" y="213"/>
                  </a:lnTo>
                  <a:lnTo>
                    <a:pt x="111" y="213"/>
                  </a:lnTo>
                  <a:lnTo>
                    <a:pt x="111" y="214"/>
                  </a:lnTo>
                  <a:lnTo>
                    <a:pt x="111" y="214"/>
                  </a:lnTo>
                  <a:lnTo>
                    <a:pt x="111" y="214"/>
                  </a:lnTo>
                  <a:lnTo>
                    <a:pt x="111" y="214"/>
                  </a:lnTo>
                  <a:lnTo>
                    <a:pt x="111" y="214"/>
                  </a:lnTo>
                  <a:lnTo>
                    <a:pt x="111" y="214"/>
                  </a:lnTo>
                  <a:lnTo>
                    <a:pt x="111" y="214"/>
                  </a:lnTo>
                  <a:lnTo>
                    <a:pt x="113" y="214"/>
                  </a:lnTo>
                  <a:lnTo>
                    <a:pt x="113" y="214"/>
                  </a:lnTo>
                  <a:lnTo>
                    <a:pt x="113" y="214"/>
                  </a:lnTo>
                  <a:lnTo>
                    <a:pt x="113" y="214"/>
                  </a:lnTo>
                  <a:lnTo>
                    <a:pt x="113" y="214"/>
                  </a:lnTo>
                  <a:lnTo>
                    <a:pt x="113" y="214"/>
                  </a:lnTo>
                  <a:lnTo>
                    <a:pt x="113" y="214"/>
                  </a:lnTo>
                  <a:lnTo>
                    <a:pt x="113" y="214"/>
                  </a:lnTo>
                  <a:lnTo>
                    <a:pt x="114" y="214"/>
                  </a:lnTo>
                  <a:lnTo>
                    <a:pt x="114" y="214"/>
                  </a:lnTo>
                  <a:lnTo>
                    <a:pt x="114" y="214"/>
                  </a:lnTo>
                  <a:lnTo>
                    <a:pt x="114" y="214"/>
                  </a:lnTo>
                  <a:lnTo>
                    <a:pt x="115" y="214"/>
                  </a:lnTo>
                  <a:lnTo>
                    <a:pt x="115" y="214"/>
                  </a:lnTo>
                  <a:lnTo>
                    <a:pt x="115" y="214"/>
                  </a:lnTo>
                  <a:lnTo>
                    <a:pt x="115" y="214"/>
                  </a:lnTo>
                  <a:lnTo>
                    <a:pt x="117" y="214"/>
                  </a:lnTo>
                  <a:lnTo>
                    <a:pt x="117" y="214"/>
                  </a:lnTo>
                  <a:lnTo>
                    <a:pt x="117" y="214"/>
                  </a:lnTo>
                  <a:lnTo>
                    <a:pt x="117" y="214"/>
                  </a:lnTo>
                  <a:lnTo>
                    <a:pt x="118" y="214"/>
                  </a:lnTo>
                  <a:lnTo>
                    <a:pt x="118" y="214"/>
                  </a:lnTo>
                  <a:lnTo>
                    <a:pt x="118" y="214"/>
                  </a:lnTo>
                  <a:lnTo>
                    <a:pt x="118" y="214"/>
                  </a:lnTo>
                  <a:lnTo>
                    <a:pt x="120" y="214"/>
                  </a:lnTo>
                  <a:lnTo>
                    <a:pt x="120" y="214"/>
                  </a:lnTo>
                  <a:lnTo>
                    <a:pt x="120" y="214"/>
                  </a:lnTo>
                  <a:lnTo>
                    <a:pt x="120" y="214"/>
                  </a:lnTo>
                  <a:lnTo>
                    <a:pt x="122" y="214"/>
                  </a:lnTo>
                  <a:lnTo>
                    <a:pt x="122" y="214"/>
                  </a:lnTo>
                  <a:lnTo>
                    <a:pt x="123" y="214"/>
                  </a:lnTo>
                  <a:lnTo>
                    <a:pt x="123" y="214"/>
                  </a:lnTo>
                  <a:lnTo>
                    <a:pt x="124" y="214"/>
                  </a:lnTo>
                  <a:lnTo>
                    <a:pt x="124" y="216"/>
                  </a:lnTo>
                  <a:lnTo>
                    <a:pt x="124" y="216"/>
                  </a:lnTo>
                  <a:lnTo>
                    <a:pt x="124" y="216"/>
                  </a:lnTo>
                  <a:lnTo>
                    <a:pt x="124" y="216"/>
                  </a:lnTo>
                  <a:lnTo>
                    <a:pt x="124" y="216"/>
                  </a:lnTo>
                  <a:lnTo>
                    <a:pt x="124" y="216"/>
                  </a:lnTo>
                  <a:lnTo>
                    <a:pt x="124" y="216"/>
                  </a:lnTo>
                  <a:lnTo>
                    <a:pt x="124" y="216"/>
                  </a:lnTo>
                  <a:lnTo>
                    <a:pt x="124" y="217"/>
                  </a:lnTo>
                  <a:lnTo>
                    <a:pt x="124" y="217"/>
                  </a:lnTo>
                  <a:lnTo>
                    <a:pt x="124" y="217"/>
                  </a:lnTo>
                  <a:lnTo>
                    <a:pt x="124" y="217"/>
                  </a:lnTo>
                  <a:lnTo>
                    <a:pt x="124" y="217"/>
                  </a:lnTo>
                  <a:lnTo>
                    <a:pt x="124" y="217"/>
                  </a:lnTo>
                  <a:lnTo>
                    <a:pt x="124" y="217"/>
                  </a:lnTo>
                  <a:lnTo>
                    <a:pt x="125" y="217"/>
                  </a:lnTo>
                  <a:lnTo>
                    <a:pt x="125" y="217"/>
                  </a:lnTo>
                  <a:lnTo>
                    <a:pt x="125" y="217"/>
                  </a:lnTo>
                  <a:lnTo>
                    <a:pt x="125" y="217"/>
                  </a:lnTo>
                  <a:lnTo>
                    <a:pt x="127" y="217"/>
                  </a:lnTo>
                  <a:lnTo>
                    <a:pt x="127" y="217"/>
                  </a:lnTo>
                  <a:lnTo>
                    <a:pt x="128" y="217"/>
                  </a:lnTo>
                  <a:lnTo>
                    <a:pt x="128" y="217"/>
                  </a:lnTo>
                  <a:lnTo>
                    <a:pt x="130" y="217"/>
                  </a:lnTo>
                  <a:lnTo>
                    <a:pt x="130" y="217"/>
                  </a:lnTo>
                  <a:lnTo>
                    <a:pt x="130" y="217"/>
                  </a:lnTo>
                  <a:lnTo>
                    <a:pt x="130" y="217"/>
                  </a:lnTo>
                  <a:lnTo>
                    <a:pt x="132" y="217"/>
                  </a:lnTo>
                  <a:lnTo>
                    <a:pt x="132" y="217"/>
                  </a:lnTo>
                  <a:lnTo>
                    <a:pt x="132" y="217"/>
                  </a:lnTo>
                  <a:lnTo>
                    <a:pt x="132" y="217"/>
                  </a:lnTo>
                  <a:lnTo>
                    <a:pt x="134" y="217"/>
                  </a:lnTo>
                  <a:lnTo>
                    <a:pt x="134" y="219"/>
                  </a:lnTo>
                  <a:lnTo>
                    <a:pt x="134" y="219"/>
                  </a:lnTo>
                  <a:lnTo>
                    <a:pt x="134" y="220"/>
                  </a:lnTo>
                  <a:lnTo>
                    <a:pt x="134" y="220"/>
                  </a:lnTo>
                  <a:lnTo>
                    <a:pt x="134" y="221"/>
                  </a:lnTo>
                  <a:lnTo>
                    <a:pt x="134" y="221"/>
                  </a:lnTo>
                  <a:lnTo>
                    <a:pt x="134" y="223"/>
                  </a:lnTo>
                  <a:lnTo>
                    <a:pt x="134" y="223"/>
                  </a:lnTo>
                  <a:lnTo>
                    <a:pt x="134" y="225"/>
                  </a:lnTo>
                  <a:lnTo>
                    <a:pt x="134" y="225"/>
                  </a:lnTo>
                  <a:lnTo>
                    <a:pt x="134" y="226"/>
                  </a:lnTo>
                  <a:lnTo>
                    <a:pt x="134" y="226"/>
                  </a:lnTo>
                  <a:lnTo>
                    <a:pt x="134" y="227"/>
                  </a:lnTo>
                  <a:lnTo>
                    <a:pt x="134" y="227"/>
                  </a:lnTo>
                  <a:lnTo>
                    <a:pt x="134" y="227"/>
                  </a:lnTo>
                  <a:lnTo>
                    <a:pt x="136" y="227"/>
                  </a:lnTo>
                  <a:lnTo>
                    <a:pt x="136" y="228"/>
                  </a:lnTo>
                  <a:lnTo>
                    <a:pt x="136" y="228"/>
                  </a:lnTo>
                  <a:lnTo>
                    <a:pt x="136" y="228"/>
                  </a:lnTo>
                  <a:lnTo>
                    <a:pt x="137" y="228"/>
                  </a:lnTo>
                  <a:lnTo>
                    <a:pt x="137" y="228"/>
                  </a:lnTo>
                  <a:lnTo>
                    <a:pt x="137" y="228"/>
                  </a:lnTo>
                  <a:lnTo>
                    <a:pt x="137" y="228"/>
                  </a:lnTo>
                  <a:lnTo>
                    <a:pt x="139" y="228"/>
                  </a:lnTo>
                  <a:lnTo>
                    <a:pt x="139" y="228"/>
                  </a:lnTo>
                  <a:lnTo>
                    <a:pt x="139" y="228"/>
                  </a:lnTo>
                  <a:lnTo>
                    <a:pt x="139" y="228"/>
                  </a:lnTo>
                  <a:lnTo>
                    <a:pt x="141" y="228"/>
                  </a:lnTo>
                  <a:lnTo>
                    <a:pt x="141" y="228"/>
                  </a:lnTo>
                  <a:lnTo>
                    <a:pt x="141" y="228"/>
                  </a:lnTo>
                  <a:lnTo>
                    <a:pt x="141" y="228"/>
                  </a:lnTo>
                  <a:lnTo>
                    <a:pt x="143" y="228"/>
                  </a:lnTo>
                  <a:lnTo>
                    <a:pt x="143" y="230"/>
                  </a:lnTo>
                  <a:lnTo>
                    <a:pt x="143" y="230"/>
                  </a:lnTo>
                  <a:lnTo>
                    <a:pt x="143" y="230"/>
                  </a:lnTo>
                  <a:lnTo>
                    <a:pt x="143" y="230"/>
                  </a:lnTo>
                  <a:lnTo>
                    <a:pt x="143" y="231"/>
                  </a:lnTo>
                  <a:lnTo>
                    <a:pt x="143" y="231"/>
                  </a:lnTo>
                  <a:lnTo>
                    <a:pt x="143" y="231"/>
                  </a:lnTo>
                  <a:lnTo>
                    <a:pt x="144" y="231"/>
                  </a:lnTo>
                  <a:lnTo>
                    <a:pt x="144" y="233"/>
                  </a:lnTo>
                  <a:lnTo>
                    <a:pt x="144" y="233"/>
                  </a:lnTo>
                  <a:lnTo>
                    <a:pt x="144" y="233"/>
                  </a:lnTo>
                  <a:lnTo>
                    <a:pt x="145" y="233"/>
                  </a:lnTo>
                  <a:lnTo>
                    <a:pt x="145" y="233"/>
                  </a:lnTo>
                  <a:lnTo>
                    <a:pt x="145" y="233"/>
                  </a:lnTo>
                  <a:lnTo>
                    <a:pt x="145" y="233"/>
                  </a:lnTo>
                  <a:lnTo>
                    <a:pt x="146" y="233"/>
                  </a:lnTo>
                  <a:lnTo>
                    <a:pt x="146" y="235"/>
                  </a:lnTo>
                  <a:lnTo>
                    <a:pt x="146" y="235"/>
                  </a:lnTo>
                  <a:lnTo>
                    <a:pt x="146" y="235"/>
                  </a:lnTo>
                  <a:lnTo>
                    <a:pt x="146" y="235"/>
                  </a:lnTo>
                  <a:lnTo>
                    <a:pt x="146" y="235"/>
                  </a:lnTo>
                  <a:lnTo>
                    <a:pt x="146" y="235"/>
                  </a:lnTo>
                  <a:lnTo>
                    <a:pt x="146" y="235"/>
                  </a:lnTo>
                  <a:lnTo>
                    <a:pt x="146" y="235"/>
                  </a:lnTo>
                  <a:lnTo>
                    <a:pt x="146" y="235"/>
                  </a:lnTo>
                  <a:lnTo>
                    <a:pt x="146" y="235"/>
                  </a:lnTo>
                  <a:lnTo>
                    <a:pt x="146" y="235"/>
                  </a:lnTo>
                  <a:lnTo>
                    <a:pt x="146" y="235"/>
                  </a:lnTo>
                  <a:lnTo>
                    <a:pt x="146" y="235"/>
                  </a:lnTo>
                  <a:lnTo>
                    <a:pt x="146" y="235"/>
                  </a:lnTo>
                  <a:lnTo>
                    <a:pt x="146" y="235"/>
                  </a:lnTo>
                  <a:lnTo>
                    <a:pt x="146" y="235"/>
                  </a:lnTo>
                  <a:lnTo>
                    <a:pt x="144" y="233"/>
                  </a:lnTo>
                  <a:lnTo>
                    <a:pt x="144" y="234"/>
                  </a:lnTo>
                  <a:lnTo>
                    <a:pt x="144" y="234"/>
                  </a:lnTo>
                  <a:lnTo>
                    <a:pt x="144" y="234"/>
                  </a:lnTo>
                  <a:lnTo>
                    <a:pt x="145" y="234"/>
                  </a:lnTo>
                  <a:lnTo>
                    <a:pt x="145" y="235"/>
                  </a:lnTo>
                  <a:lnTo>
                    <a:pt x="145" y="235"/>
                  </a:lnTo>
                  <a:lnTo>
                    <a:pt x="145" y="235"/>
                  </a:lnTo>
                  <a:lnTo>
                    <a:pt x="147" y="235"/>
                  </a:lnTo>
                  <a:lnTo>
                    <a:pt x="147" y="237"/>
                  </a:lnTo>
                  <a:lnTo>
                    <a:pt x="147" y="237"/>
                  </a:lnTo>
                  <a:lnTo>
                    <a:pt x="147" y="237"/>
                  </a:lnTo>
                  <a:lnTo>
                    <a:pt x="149" y="237"/>
                  </a:lnTo>
                  <a:lnTo>
                    <a:pt x="149" y="238"/>
                  </a:lnTo>
                  <a:lnTo>
                    <a:pt x="149" y="238"/>
                  </a:lnTo>
                  <a:lnTo>
                    <a:pt x="149" y="238"/>
                  </a:lnTo>
                  <a:lnTo>
                    <a:pt x="151" y="238"/>
                  </a:lnTo>
                  <a:lnTo>
                    <a:pt x="151" y="238"/>
                  </a:lnTo>
                  <a:lnTo>
                    <a:pt x="151" y="238"/>
                  </a:lnTo>
                  <a:lnTo>
                    <a:pt x="151" y="238"/>
                  </a:lnTo>
                  <a:lnTo>
                    <a:pt x="153" y="236"/>
                  </a:lnTo>
                  <a:lnTo>
                    <a:pt x="153" y="236"/>
                  </a:lnTo>
                  <a:lnTo>
                    <a:pt x="153" y="235"/>
                  </a:lnTo>
                  <a:lnTo>
                    <a:pt x="153" y="235"/>
                  </a:lnTo>
                  <a:lnTo>
                    <a:pt x="155" y="233"/>
                  </a:lnTo>
                  <a:lnTo>
                    <a:pt x="155" y="233"/>
                  </a:lnTo>
                  <a:lnTo>
                    <a:pt x="155" y="231"/>
                  </a:lnTo>
                  <a:lnTo>
                    <a:pt x="155" y="231"/>
                  </a:lnTo>
                  <a:lnTo>
                    <a:pt x="157" y="229"/>
                  </a:lnTo>
                  <a:lnTo>
                    <a:pt x="157" y="229"/>
                  </a:lnTo>
                  <a:lnTo>
                    <a:pt x="159" y="228"/>
                  </a:lnTo>
                  <a:lnTo>
                    <a:pt x="159" y="228"/>
                  </a:lnTo>
                  <a:lnTo>
                    <a:pt x="161" y="227"/>
                  </a:lnTo>
                  <a:lnTo>
                    <a:pt x="161" y="228"/>
                  </a:lnTo>
                  <a:lnTo>
                    <a:pt x="161" y="228"/>
                  </a:lnTo>
                  <a:lnTo>
                    <a:pt x="161" y="228"/>
                  </a:lnTo>
                  <a:lnTo>
                    <a:pt x="162" y="228"/>
                  </a:lnTo>
                  <a:lnTo>
                    <a:pt x="162" y="229"/>
                  </a:lnTo>
                  <a:lnTo>
                    <a:pt x="162" y="229"/>
                  </a:lnTo>
                  <a:lnTo>
                    <a:pt x="162" y="229"/>
                  </a:lnTo>
                  <a:lnTo>
                    <a:pt x="164" y="229"/>
                  </a:lnTo>
                  <a:lnTo>
                    <a:pt x="164" y="231"/>
                  </a:lnTo>
                  <a:lnTo>
                    <a:pt x="164" y="231"/>
                  </a:lnTo>
                  <a:lnTo>
                    <a:pt x="164" y="231"/>
                  </a:lnTo>
                  <a:lnTo>
                    <a:pt x="166" y="231"/>
                  </a:lnTo>
                  <a:lnTo>
                    <a:pt x="166" y="233"/>
                  </a:lnTo>
                  <a:lnTo>
                    <a:pt x="166" y="233"/>
                  </a:lnTo>
                  <a:lnTo>
                    <a:pt x="166" y="233"/>
                  </a:lnTo>
                  <a:lnTo>
                    <a:pt x="167" y="233"/>
                  </a:lnTo>
                  <a:lnTo>
                    <a:pt x="167" y="235"/>
                  </a:lnTo>
                  <a:lnTo>
                    <a:pt x="167" y="235"/>
                  </a:lnTo>
                  <a:lnTo>
                    <a:pt x="167" y="235"/>
                  </a:lnTo>
                  <a:lnTo>
                    <a:pt x="169" y="235"/>
                  </a:lnTo>
                  <a:lnTo>
                    <a:pt x="169" y="235"/>
                  </a:lnTo>
                  <a:lnTo>
                    <a:pt x="169" y="235"/>
                  </a:lnTo>
                  <a:lnTo>
                    <a:pt x="169" y="235"/>
                  </a:lnTo>
                  <a:lnTo>
                    <a:pt x="171" y="235"/>
                  </a:lnTo>
                  <a:lnTo>
                    <a:pt x="171" y="237"/>
                  </a:lnTo>
                  <a:lnTo>
                    <a:pt x="171" y="237"/>
                  </a:lnTo>
                  <a:lnTo>
                    <a:pt x="171" y="237"/>
                  </a:lnTo>
                  <a:lnTo>
                    <a:pt x="173" y="237"/>
                  </a:lnTo>
                  <a:lnTo>
                    <a:pt x="173" y="238"/>
                  </a:lnTo>
                  <a:lnTo>
                    <a:pt x="173" y="238"/>
                  </a:lnTo>
                  <a:lnTo>
                    <a:pt x="173" y="238"/>
                  </a:lnTo>
                  <a:lnTo>
                    <a:pt x="174" y="238"/>
                  </a:lnTo>
                  <a:lnTo>
                    <a:pt x="174" y="239"/>
                  </a:lnTo>
                  <a:lnTo>
                    <a:pt x="174" y="239"/>
                  </a:lnTo>
                  <a:lnTo>
                    <a:pt x="174" y="239"/>
                  </a:lnTo>
                  <a:lnTo>
                    <a:pt x="174" y="239"/>
                  </a:lnTo>
                  <a:lnTo>
                    <a:pt x="174" y="241"/>
                  </a:lnTo>
                  <a:lnTo>
                    <a:pt x="174" y="241"/>
                  </a:lnTo>
                  <a:lnTo>
                    <a:pt x="174" y="241"/>
                  </a:lnTo>
                  <a:lnTo>
                    <a:pt x="174" y="241"/>
                  </a:lnTo>
                  <a:lnTo>
                    <a:pt x="174" y="243"/>
                  </a:lnTo>
                  <a:lnTo>
                    <a:pt x="174" y="243"/>
                  </a:lnTo>
                  <a:lnTo>
                    <a:pt x="174" y="243"/>
                  </a:lnTo>
                  <a:lnTo>
                    <a:pt x="174" y="243"/>
                  </a:lnTo>
                  <a:lnTo>
                    <a:pt x="174" y="244"/>
                  </a:lnTo>
                  <a:lnTo>
                    <a:pt x="174" y="244"/>
                  </a:lnTo>
                  <a:lnTo>
                    <a:pt x="174" y="244"/>
                  </a:lnTo>
                  <a:lnTo>
                    <a:pt x="174" y="244"/>
                  </a:lnTo>
                  <a:lnTo>
                    <a:pt x="174" y="244"/>
                  </a:lnTo>
                  <a:lnTo>
                    <a:pt x="174" y="244"/>
                  </a:lnTo>
                  <a:lnTo>
                    <a:pt x="174" y="244"/>
                  </a:lnTo>
                  <a:lnTo>
                    <a:pt x="174" y="244"/>
                  </a:lnTo>
                  <a:lnTo>
                    <a:pt x="174" y="244"/>
                  </a:lnTo>
                  <a:lnTo>
                    <a:pt x="174" y="244"/>
                  </a:lnTo>
                  <a:lnTo>
                    <a:pt x="174" y="244"/>
                  </a:lnTo>
                  <a:lnTo>
                    <a:pt x="175" y="242"/>
                  </a:lnTo>
                  <a:lnTo>
                    <a:pt x="175" y="242"/>
                  </a:lnTo>
                  <a:lnTo>
                    <a:pt x="175" y="242"/>
                  </a:lnTo>
                  <a:lnTo>
                    <a:pt x="175" y="242"/>
                  </a:lnTo>
                  <a:lnTo>
                    <a:pt x="176" y="242"/>
                  </a:lnTo>
                  <a:lnTo>
                    <a:pt x="176" y="242"/>
                  </a:lnTo>
                  <a:lnTo>
                    <a:pt x="176" y="242"/>
                  </a:lnTo>
                  <a:lnTo>
                    <a:pt x="176" y="242"/>
                  </a:lnTo>
                  <a:lnTo>
                    <a:pt x="178" y="240"/>
                  </a:lnTo>
                  <a:lnTo>
                    <a:pt x="178" y="242"/>
                  </a:lnTo>
                  <a:lnTo>
                    <a:pt x="178" y="242"/>
                  </a:lnTo>
                  <a:lnTo>
                    <a:pt x="178" y="242"/>
                  </a:lnTo>
                  <a:lnTo>
                    <a:pt x="178" y="242"/>
                  </a:lnTo>
                  <a:lnTo>
                    <a:pt x="178" y="242"/>
                  </a:lnTo>
                  <a:lnTo>
                    <a:pt x="178" y="242"/>
                  </a:lnTo>
                  <a:lnTo>
                    <a:pt x="178" y="242"/>
                  </a:lnTo>
                  <a:lnTo>
                    <a:pt x="180" y="242"/>
                  </a:lnTo>
                  <a:lnTo>
                    <a:pt x="180" y="243"/>
                  </a:lnTo>
                  <a:lnTo>
                    <a:pt x="180" y="243"/>
                  </a:lnTo>
                  <a:lnTo>
                    <a:pt x="180" y="243"/>
                  </a:lnTo>
                  <a:lnTo>
                    <a:pt x="180" y="243"/>
                  </a:lnTo>
                  <a:lnTo>
                    <a:pt x="180" y="243"/>
                  </a:lnTo>
                  <a:lnTo>
                    <a:pt x="180" y="243"/>
                  </a:lnTo>
                  <a:lnTo>
                    <a:pt x="180" y="243"/>
                  </a:lnTo>
                  <a:lnTo>
                    <a:pt x="182" y="243"/>
                  </a:lnTo>
                  <a:lnTo>
                    <a:pt x="182" y="243"/>
                  </a:lnTo>
                  <a:lnTo>
                    <a:pt x="182" y="243"/>
                  </a:lnTo>
                  <a:lnTo>
                    <a:pt x="182" y="243"/>
                  </a:lnTo>
                  <a:lnTo>
                    <a:pt x="182" y="242"/>
                  </a:lnTo>
                  <a:lnTo>
                    <a:pt x="182" y="242"/>
                  </a:lnTo>
                  <a:lnTo>
                    <a:pt x="182" y="242"/>
                  </a:lnTo>
                  <a:lnTo>
                    <a:pt x="182" y="242"/>
                  </a:lnTo>
                  <a:lnTo>
                    <a:pt x="183" y="240"/>
                  </a:lnTo>
                  <a:lnTo>
                    <a:pt x="183" y="240"/>
                  </a:lnTo>
                  <a:lnTo>
                    <a:pt x="183" y="240"/>
                  </a:lnTo>
                  <a:lnTo>
                    <a:pt x="183" y="240"/>
                  </a:lnTo>
                  <a:lnTo>
                    <a:pt x="183" y="238"/>
                  </a:lnTo>
                  <a:lnTo>
                    <a:pt x="183" y="238"/>
                  </a:lnTo>
                  <a:lnTo>
                    <a:pt x="183" y="238"/>
                  </a:lnTo>
                  <a:lnTo>
                    <a:pt x="183" y="238"/>
                  </a:lnTo>
                  <a:lnTo>
                    <a:pt x="183" y="236"/>
                  </a:lnTo>
                  <a:lnTo>
                    <a:pt x="183" y="236"/>
                  </a:lnTo>
                  <a:lnTo>
                    <a:pt x="183" y="236"/>
                  </a:lnTo>
                  <a:lnTo>
                    <a:pt x="183" y="236"/>
                  </a:lnTo>
                  <a:lnTo>
                    <a:pt x="183" y="236"/>
                  </a:lnTo>
                  <a:lnTo>
                    <a:pt x="183" y="236"/>
                  </a:lnTo>
                  <a:lnTo>
                    <a:pt x="183" y="236"/>
                  </a:lnTo>
                  <a:lnTo>
                    <a:pt x="183" y="236"/>
                  </a:lnTo>
                  <a:lnTo>
                    <a:pt x="185" y="235"/>
                  </a:lnTo>
                  <a:lnTo>
                    <a:pt x="185" y="235"/>
                  </a:lnTo>
                  <a:lnTo>
                    <a:pt x="185" y="235"/>
                  </a:lnTo>
                  <a:lnTo>
                    <a:pt x="185" y="235"/>
                  </a:lnTo>
                  <a:lnTo>
                    <a:pt x="186" y="234"/>
                  </a:lnTo>
                  <a:lnTo>
                    <a:pt x="186" y="234"/>
                  </a:lnTo>
                  <a:lnTo>
                    <a:pt x="186" y="234"/>
                  </a:lnTo>
                  <a:lnTo>
                    <a:pt x="186" y="234"/>
                  </a:lnTo>
                  <a:lnTo>
                    <a:pt x="188" y="233"/>
                  </a:lnTo>
                  <a:lnTo>
                    <a:pt x="188" y="233"/>
                  </a:lnTo>
                  <a:lnTo>
                    <a:pt x="188" y="233"/>
                  </a:lnTo>
                  <a:lnTo>
                    <a:pt x="188" y="233"/>
                  </a:lnTo>
                  <a:lnTo>
                    <a:pt x="188" y="233"/>
                  </a:lnTo>
                  <a:lnTo>
                    <a:pt x="188" y="233"/>
                  </a:lnTo>
                  <a:lnTo>
                    <a:pt x="189" y="233"/>
                  </a:lnTo>
                  <a:lnTo>
                    <a:pt x="189" y="233"/>
                  </a:lnTo>
                  <a:lnTo>
                    <a:pt x="191" y="233"/>
                  </a:lnTo>
                  <a:lnTo>
                    <a:pt x="191" y="233"/>
                  </a:lnTo>
                  <a:lnTo>
                    <a:pt x="191" y="233"/>
                  </a:lnTo>
                  <a:lnTo>
                    <a:pt x="191" y="233"/>
                  </a:lnTo>
                  <a:lnTo>
                    <a:pt x="193" y="233"/>
                  </a:lnTo>
                  <a:lnTo>
                    <a:pt x="193" y="233"/>
                  </a:lnTo>
                  <a:lnTo>
                    <a:pt x="194" y="233"/>
                  </a:lnTo>
                  <a:lnTo>
                    <a:pt x="194" y="233"/>
                  </a:lnTo>
                  <a:lnTo>
                    <a:pt x="195" y="233"/>
                  </a:lnTo>
                  <a:lnTo>
                    <a:pt x="195" y="233"/>
                  </a:lnTo>
                  <a:lnTo>
                    <a:pt x="195" y="233"/>
                  </a:lnTo>
                  <a:lnTo>
                    <a:pt x="195" y="233"/>
                  </a:lnTo>
                  <a:lnTo>
                    <a:pt x="195" y="233"/>
                  </a:lnTo>
                  <a:lnTo>
                    <a:pt x="195" y="233"/>
                  </a:lnTo>
                  <a:lnTo>
                    <a:pt x="195" y="233"/>
                  </a:lnTo>
                  <a:lnTo>
                    <a:pt x="195" y="233"/>
                  </a:lnTo>
                  <a:lnTo>
                    <a:pt x="197" y="230"/>
                  </a:lnTo>
                  <a:lnTo>
                    <a:pt x="197" y="230"/>
                  </a:lnTo>
                  <a:lnTo>
                    <a:pt x="197" y="230"/>
                  </a:lnTo>
                  <a:lnTo>
                    <a:pt x="197" y="230"/>
                  </a:lnTo>
                  <a:lnTo>
                    <a:pt x="198" y="230"/>
                  </a:lnTo>
                  <a:lnTo>
                    <a:pt x="198" y="230"/>
                  </a:lnTo>
                  <a:lnTo>
                    <a:pt x="198" y="230"/>
                  </a:lnTo>
                  <a:lnTo>
                    <a:pt x="198" y="230"/>
                  </a:lnTo>
                  <a:lnTo>
                    <a:pt x="199" y="229"/>
                  </a:lnTo>
                  <a:lnTo>
                    <a:pt x="199" y="230"/>
                  </a:lnTo>
                  <a:lnTo>
                    <a:pt x="199" y="230"/>
                  </a:lnTo>
                  <a:lnTo>
                    <a:pt x="199" y="230"/>
                  </a:lnTo>
                  <a:lnTo>
                    <a:pt x="199" y="230"/>
                  </a:lnTo>
                  <a:lnTo>
                    <a:pt x="199" y="232"/>
                  </a:lnTo>
                  <a:lnTo>
                    <a:pt x="199" y="232"/>
                  </a:lnTo>
                  <a:lnTo>
                    <a:pt x="199" y="232"/>
                  </a:lnTo>
                  <a:lnTo>
                    <a:pt x="200" y="232"/>
                  </a:lnTo>
                  <a:lnTo>
                    <a:pt x="200" y="233"/>
                  </a:lnTo>
                  <a:lnTo>
                    <a:pt x="200" y="233"/>
                  </a:lnTo>
                  <a:lnTo>
                    <a:pt x="200" y="233"/>
                  </a:lnTo>
                  <a:lnTo>
                    <a:pt x="200" y="233"/>
                  </a:lnTo>
                  <a:lnTo>
                    <a:pt x="200" y="233"/>
                  </a:lnTo>
                  <a:lnTo>
                    <a:pt x="200" y="233"/>
                  </a:lnTo>
                  <a:lnTo>
                    <a:pt x="200" y="233"/>
                  </a:lnTo>
                  <a:lnTo>
                    <a:pt x="201" y="233"/>
                  </a:lnTo>
                  <a:lnTo>
                    <a:pt x="201" y="233"/>
                  </a:lnTo>
                  <a:lnTo>
                    <a:pt x="201" y="233"/>
                  </a:lnTo>
                  <a:lnTo>
                    <a:pt x="201" y="233"/>
                  </a:lnTo>
                  <a:lnTo>
                    <a:pt x="201" y="233"/>
                  </a:lnTo>
                  <a:lnTo>
                    <a:pt x="201" y="233"/>
                  </a:lnTo>
                  <a:lnTo>
                    <a:pt x="201" y="233"/>
                  </a:lnTo>
                  <a:lnTo>
                    <a:pt x="201" y="233"/>
                  </a:lnTo>
                  <a:lnTo>
                    <a:pt x="202" y="233"/>
                  </a:lnTo>
                  <a:lnTo>
                    <a:pt x="202" y="233"/>
                  </a:lnTo>
                  <a:lnTo>
                    <a:pt x="202" y="233"/>
                  </a:lnTo>
                  <a:lnTo>
                    <a:pt x="202" y="233"/>
                  </a:lnTo>
                  <a:lnTo>
                    <a:pt x="203" y="233"/>
                  </a:lnTo>
                  <a:lnTo>
                    <a:pt x="203" y="233"/>
                  </a:lnTo>
                  <a:lnTo>
                    <a:pt x="203" y="233"/>
                  </a:lnTo>
                  <a:lnTo>
                    <a:pt x="203" y="233"/>
                  </a:lnTo>
                  <a:lnTo>
                    <a:pt x="204" y="233"/>
                  </a:lnTo>
                  <a:lnTo>
                    <a:pt x="204" y="233"/>
                  </a:lnTo>
                  <a:lnTo>
                    <a:pt x="204" y="233"/>
                  </a:lnTo>
                  <a:lnTo>
                    <a:pt x="204" y="233"/>
                  </a:lnTo>
                  <a:lnTo>
                    <a:pt x="204" y="233"/>
                  </a:lnTo>
                  <a:lnTo>
                    <a:pt x="204" y="233"/>
                  </a:lnTo>
                  <a:lnTo>
                    <a:pt x="204" y="233"/>
                  </a:lnTo>
                  <a:lnTo>
                    <a:pt x="204" y="233"/>
                  </a:lnTo>
                  <a:lnTo>
                    <a:pt x="205" y="233"/>
                  </a:lnTo>
                  <a:lnTo>
                    <a:pt x="205" y="233"/>
                  </a:lnTo>
                  <a:lnTo>
                    <a:pt x="205" y="233"/>
                  </a:lnTo>
                  <a:lnTo>
                    <a:pt x="205" y="233"/>
                  </a:lnTo>
                  <a:lnTo>
                    <a:pt x="205" y="233"/>
                  </a:lnTo>
                  <a:lnTo>
                    <a:pt x="205" y="233"/>
                  </a:lnTo>
                  <a:lnTo>
                    <a:pt x="205" y="233"/>
                  </a:lnTo>
                  <a:lnTo>
                    <a:pt x="205" y="233"/>
                  </a:lnTo>
                  <a:lnTo>
                    <a:pt x="207" y="231"/>
                  </a:lnTo>
                  <a:lnTo>
                    <a:pt x="207" y="231"/>
                  </a:lnTo>
                  <a:lnTo>
                    <a:pt x="207" y="231"/>
                  </a:lnTo>
                  <a:lnTo>
                    <a:pt x="207" y="231"/>
                  </a:lnTo>
                  <a:lnTo>
                    <a:pt x="207" y="231"/>
                  </a:lnTo>
                  <a:lnTo>
                    <a:pt x="207" y="231"/>
                  </a:lnTo>
                  <a:lnTo>
                    <a:pt x="207" y="231"/>
                  </a:lnTo>
                  <a:lnTo>
                    <a:pt x="207" y="231"/>
                  </a:lnTo>
                  <a:lnTo>
                    <a:pt x="207" y="230"/>
                  </a:lnTo>
                  <a:lnTo>
                    <a:pt x="207" y="230"/>
                  </a:lnTo>
                  <a:lnTo>
                    <a:pt x="207" y="230"/>
                  </a:lnTo>
                  <a:lnTo>
                    <a:pt x="207" y="230"/>
                  </a:lnTo>
                  <a:lnTo>
                    <a:pt x="207" y="228"/>
                  </a:lnTo>
                  <a:lnTo>
                    <a:pt x="207" y="228"/>
                  </a:lnTo>
                  <a:lnTo>
                    <a:pt x="207" y="228"/>
                  </a:lnTo>
                  <a:lnTo>
                    <a:pt x="207" y="228"/>
                  </a:lnTo>
                  <a:lnTo>
                    <a:pt x="207" y="227"/>
                  </a:lnTo>
                  <a:lnTo>
                    <a:pt x="207" y="227"/>
                  </a:lnTo>
                  <a:lnTo>
                    <a:pt x="208" y="227"/>
                  </a:lnTo>
                  <a:lnTo>
                    <a:pt x="208" y="227"/>
                  </a:lnTo>
                  <a:lnTo>
                    <a:pt x="210" y="227"/>
                  </a:lnTo>
                  <a:lnTo>
                    <a:pt x="210" y="227"/>
                  </a:lnTo>
                  <a:lnTo>
                    <a:pt x="212" y="227"/>
                  </a:lnTo>
                  <a:lnTo>
                    <a:pt x="213" y="227"/>
                  </a:lnTo>
                  <a:lnTo>
                    <a:pt x="215" y="226"/>
                  </a:lnTo>
                  <a:lnTo>
                    <a:pt x="215" y="226"/>
                  </a:lnTo>
                  <a:lnTo>
                    <a:pt x="217" y="226"/>
                  </a:lnTo>
                  <a:lnTo>
                    <a:pt x="217" y="226"/>
                  </a:lnTo>
                  <a:lnTo>
                    <a:pt x="219" y="226"/>
                  </a:lnTo>
                  <a:lnTo>
                    <a:pt x="219" y="227"/>
                  </a:lnTo>
                  <a:lnTo>
                    <a:pt x="219" y="227"/>
                  </a:lnTo>
                  <a:lnTo>
                    <a:pt x="219" y="227"/>
                  </a:lnTo>
                  <a:lnTo>
                    <a:pt x="221" y="227"/>
                  </a:lnTo>
                  <a:lnTo>
                    <a:pt x="221" y="227"/>
                  </a:lnTo>
                  <a:lnTo>
                    <a:pt x="221" y="227"/>
                  </a:lnTo>
                  <a:lnTo>
                    <a:pt x="221" y="227"/>
                  </a:lnTo>
                  <a:lnTo>
                    <a:pt x="221" y="227"/>
                  </a:lnTo>
                  <a:lnTo>
                    <a:pt x="221" y="227"/>
                  </a:lnTo>
                  <a:lnTo>
                    <a:pt x="221" y="227"/>
                  </a:lnTo>
                  <a:lnTo>
                    <a:pt x="221" y="227"/>
                  </a:lnTo>
                  <a:lnTo>
                    <a:pt x="222" y="225"/>
                  </a:lnTo>
                  <a:lnTo>
                    <a:pt x="222" y="225"/>
                  </a:lnTo>
                  <a:lnTo>
                    <a:pt x="222" y="225"/>
                  </a:lnTo>
                  <a:lnTo>
                    <a:pt x="222" y="225"/>
                  </a:lnTo>
                  <a:lnTo>
                    <a:pt x="222" y="225"/>
                  </a:lnTo>
                  <a:lnTo>
                    <a:pt x="222" y="225"/>
                  </a:lnTo>
                  <a:lnTo>
                    <a:pt x="222" y="225"/>
                  </a:lnTo>
                  <a:lnTo>
                    <a:pt x="222" y="225"/>
                  </a:lnTo>
                  <a:lnTo>
                    <a:pt x="223" y="224"/>
                  </a:lnTo>
                  <a:lnTo>
                    <a:pt x="223" y="224"/>
                  </a:lnTo>
                  <a:lnTo>
                    <a:pt x="223" y="224"/>
                  </a:lnTo>
                  <a:lnTo>
                    <a:pt x="223" y="224"/>
                  </a:lnTo>
                  <a:lnTo>
                    <a:pt x="223" y="224"/>
                  </a:lnTo>
                  <a:lnTo>
                    <a:pt x="223" y="224"/>
                  </a:lnTo>
                  <a:lnTo>
                    <a:pt x="223" y="224"/>
                  </a:lnTo>
                  <a:lnTo>
                    <a:pt x="223" y="224"/>
                  </a:lnTo>
                  <a:lnTo>
                    <a:pt x="224" y="224"/>
                  </a:lnTo>
                  <a:lnTo>
                    <a:pt x="224" y="224"/>
                  </a:lnTo>
                  <a:lnTo>
                    <a:pt x="224" y="224"/>
                  </a:lnTo>
                  <a:lnTo>
                    <a:pt x="224" y="224"/>
                  </a:lnTo>
                  <a:lnTo>
                    <a:pt x="224" y="224"/>
                  </a:lnTo>
                  <a:lnTo>
                    <a:pt x="224" y="224"/>
                  </a:lnTo>
                  <a:lnTo>
                    <a:pt x="224" y="224"/>
                  </a:lnTo>
                  <a:lnTo>
                    <a:pt x="224" y="224"/>
                  </a:lnTo>
                  <a:lnTo>
                    <a:pt x="226" y="224"/>
                  </a:lnTo>
                  <a:lnTo>
                    <a:pt x="226" y="225"/>
                  </a:lnTo>
                  <a:lnTo>
                    <a:pt x="226" y="225"/>
                  </a:lnTo>
                  <a:lnTo>
                    <a:pt x="226" y="225"/>
                  </a:lnTo>
                  <a:lnTo>
                    <a:pt x="226" y="225"/>
                  </a:lnTo>
                  <a:lnTo>
                    <a:pt x="226" y="225"/>
                  </a:lnTo>
                  <a:lnTo>
                    <a:pt x="226" y="225"/>
                  </a:lnTo>
                  <a:lnTo>
                    <a:pt x="226" y="225"/>
                  </a:lnTo>
                  <a:lnTo>
                    <a:pt x="227" y="225"/>
                  </a:lnTo>
                  <a:lnTo>
                    <a:pt x="227" y="227"/>
                  </a:lnTo>
                  <a:lnTo>
                    <a:pt x="227" y="227"/>
                  </a:lnTo>
                  <a:lnTo>
                    <a:pt x="227" y="227"/>
                  </a:lnTo>
                  <a:lnTo>
                    <a:pt x="227" y="227"/>
                  </a:lnTo>
                  <a:lnTo>
                    <a:pt x="227" y="227"/>
                  </a:lnTo>
                  <a:lnTo>
                    <a:pt x="227" y="227"/>
                  </a:lnTo>
                  <a:lnTo>
                    <a:pt x="227" y="227"/>
                  </a:lnTo>
                  <a:lnTo>
                    <a:pt x="228" y="227"/>
                  </a:lnTo>
                  <a:lnTo>
                    <a:pt x="228" y="227"/>
                  </a:lnTo>
                  <a:lnTo>
                    <a:pt x="228" y="227"/>
                  </a:lnTo>
                  <a:lnTo>
                    <a:pt x="228" y="227"/>
                  </a:lnTo>
                  <a:lnTo>
                    <a:pt x="228" y="227"/>
                  </a:lnTo>
                  <a:lnTo>
                    <a:pt x="228" y="227"/>
                  </a:lnTo>
                  <a:lnTo>
                    <a:pt x="228" y="227"/>
                  </a:lnTo>
                  <a:lnTo>
                    <a:pt x="228" y="227"/>
                  </a:lnTo>
                  <a:lnTo>
                    <a:pt x="230" y="227"/>
                  </a:lnTo>
                  <a:lnTo>
                    <a:pt x="230" y="228"/>
                  </a:lnTo>
                  <a:lnTo>
                    <a:pt x="230" y="228"/>
                  </a:lnTo>
                  <a:lnTo>
                    <a:pt x="230" y="228"/>
                  </a:lnTo>
                  <a:lnTo>
                    <a:pt x="232" y="228"/>
                  </a:lnTo>
                  <a:lnTo>
                    <a:pt x="232" y="228"/>
                  </a:lnTo>
                  <a:lnTo>
                    <a:pt x="232" y="228"/>
                  </a:lnTo>
                  <a:lnTo>
                    <a:pt x="232" y="228"/>
                  </a:lnTo>
                  <a:lnTo>
                    <a:pt x="234" y="228"/>
                  </a:lnTo>
                  <a:lnTo>
                    <a:pt x="234" y="230"/>
                  </a:lnTo>
                  <a:lnTo>
                    <a:pt x="234" y="230"/>
                  </a:lnTo>
                  <a:lnTo>
                    <a:pt x="234" y="230"/>
                  </a:lnTo>
                  <a:lnTo>
                    <a:pt x="234" y="230"/>
                  </a:lnTo>
                  <a:lnTo>
                    <a:pt x="234" y="231"/>
                  </a:lnTo>
                  <a:lnTo>
                    <a:pt x="234" y="231"/>
                  </a:lnTo>
                  <a:lnTo>
                    <a:pt x="234" y="231"/>
                  </a:lnTo>
                  <a:lnTo>
                    <a:pt x="235" y="231"/>
                  </a:lnTo>
                  <a:lnTo>
                    <a:pt x="235" y="233"/>
                  </a:lnTo>
                  <a:lnTo>
                    <a:pt x="235" y="233"/>
                  </a:lnTo>
                  <a:lnTo>
                    <a:pt x="235" y="233"/>
                  </a:lnTo>
                  <a:lnTo>
                    <a:pt x="236" y="233"/>
                  </a:lnTo>
                  <a:lnTo>
                    <a:pt x="236" y="233"/>
                  </a:lnTo>
                  <a:lnTo>
                    <a:pt x="238" y="233"/>
                  </a:lnTo>
                  <a:lnTo>
                    <a:pt x="238" y="233"/>
                  </a:lnTo>
                  <a:lnTo>
                    <a:pt x="240" y="233"/>
                  </a:lnTo>
                  <a:lnTo>
                    <a:pt x="240" y="235"/>
                  </a:lnTo>
                  <a:lnTo>
                    <a:pt x="240" y="235"/>
                  </a:lnTo>
                  <a:lnTo>
                    <a:pt x="240" y="235"/>
                  </a:lnTo>
                  <a:lnTo>
                    <a:pt x="241" y="235"/>
                  </a:lnTo>
                  <a:lnTo>
                    <a:pt x="241" y="235"/>
                  </a:lnTo>
                  <a:lnTo>
                    <a:pt x="241" y="235"/>
                  </a:lnTo>
                  <a:lnTo>
                    <a:pt x="241" y="235"/>
                  </a:lnTo>
                  <a:lnTo>
                    <a:pt x="242" y="235"/>
                  </a:lnTo>
                  <a:lnTo>
                    <a:pt x="242" y="235"/>
                  </a:lnTo>
                  <a:lnTo>
                    <a:pt x="242" y="235"/>
                  </a:lnTo>
                  <a:lnTo>
                    <a:pt x="242" y="235"/>
                  </a:lnTo>
                  <a:lnTo>
                    <a:pt x="244" y="235"/>
                  </a:lnTo>
                  <a:lnTo>
                    <a:pt x="244" y="235"/>
                  </a:lnTo>
                  <a:lnTo>
                    <a:pt x="244" y="235"/>
                  </a:lnTo>
                  <a:lnTo>
                    <a:pt x="244" y="235"/>
                  </a:lnTo>
                  <a:lnTo>
                    <a:pt x="246" y="233"/>
                  </a:lnTo>
                  <a:lnTo>
                    <a:pt x="246" y="235"/>
                  </a:lnTo>
                  <a:lnTo>
                    <a:pt x="246" y="235"/>
                  </a:lnTo>
                  <a:lnTo>
                    <a:pt x="246" y="235"/>
                  </a:lnTo>
                  <a:lnTo>
                    <a:pt x="248" y="235"/>
                  </a:lnTo>
                  <a:lnTo>
                    <a:pt x="248" y="235"/>
                  </a:lnTo>
                  <a:lnTo>
                    <a:pt x="249" y="235"/>
                  </a:lnTo>
                  <a:lnTo>
                    <a:pt x="249" y="235"/>
                  </a:lnTo>
                  <a:lnTo>
                    <a:pt x="251" y="235"/>
                  </a:lnTo>
                  <a:lnTo>
                    <a:pt x="251" y="236"/>
                  </a:lnTo>
                  <a:lnTo>
                    <a:pt x="251" y="236"/>
                  </a:lnTo>
                  <a:lnTo>
                    <a:pt x="251" y="236"/>
                  </a:lnTo>
                  <a:lnTo>
                    <a:pt x="253" y="236"/>
                  </a:lnTo>
                  <a:lnTo>
                    <a:pt x="253" y="236"/>
                  </a:lnTo>
                  <a:lnTo>
                    <a:pt x="254" y="236"/>
                  </a:lnTo>
                  <a:lnTo>
                    <a:pt x="254" y="236"/>
                  </a:lnTo>
                  <a:lnTo>
                    <a:pt x="255" y="236"/>
                  </a:lnTo>
                  <a:lnTo>
                    <a:pt x="252" y="236"/>
                  </a:lnTo>
                  <a:lnTo>
                    <a:pt x="252" y="236"/>
                  </a:lnTo>
                  <a:lnTo>
                    <a:pt x="252" y="236"/>
                  </a:lnTo>
                  <a:lnTo>
                    <a:pt x="252" y="236"/>
                  </a:lnTo>
                  <a:lnTo>
                    <a:pt x="253" y="236"/>
                  </a:lnTo>
                  <a:lnTo>
                    <a:pt x="253" y="236"/>
                  </a:lnTo>
                  <a:lnTo>
                    <a:pt x="254" y="236"/>
                  </a:lnTo>
                  <a:lnTo>
                    <a:pt x="254" y="236"/>
                  </a:lnTo>
                  <a:lnTo>
                    <a:pt x="256" y="236"/>
                  </a:lnTo>
                  <a:lnTo>
                    <a:pt x="256" y="236"/>
                  </a:lnTo>
                  <a:lnTo>
                    <a:pt x="257" y="236"/>
                  </a:lnTo>
                  <a:lnTo>
                    <a:pt x="257" y="236"/>
                  </a:lnTo>
                  <a:lnTo>
                    <a:pt x="259" y="236"/>
                  </a:lnTo>
                  <a:lnTo>
                    <a:pt x="259" y="236"/>
                  </a:lnTo>
                  <a:lnTo>
                    <a:pt x="260" y="236"/>
                  </a:lnTo>
                  <a:lnTo>
                    <a:pt x="260" y="236"/>
                  </a:lnTo>
                  <a:lnTo>
                    <a:pt x="261" y="236"/>
                  </a:lnTo>
                  <a:lnTo>
                    <a:pt x="261" y="236"/>
                  </a:lnTo>
                  <a:lnTo>
                    <a:pt x="261" y="236"/>
                  </a:lnTo>
                  <a:lnTo>
                    <a:pt x="261" y="236"/>
                  </a:lnTo>
                  <a:lnTo>
                    <a:pt x="261" y="236"/>
                  </a:lnTo>
                  <a:lnTo>
                    <a:pt x="261" y="236"/>
                  </a:lnTo>
                  <a:lnTo>
                    <a:pt x="261" y="236"/>
                  </a:lnTo>
                  <a:lnTo>
                    <a:pt x="261" y="236"/>
                  </a:lnTo>
                  <a:lnTo>
                    <a:pt x="261" y="236"/>
                  </a:lnTo>
                  <a:lnTo>
                    <a:pt x="261" y="236"/>
                  </a:lnTo>
                  <a:lnTo>
                    <a:pt x="261" y="236"/>
                  </a:lnTo>
                  <a:lnTo>
                    <a:pt x="261" y="236"/>
                  </a:lnTo>
                  <a:lnTo>
                    <a:pt x="261" y="235"/>
                  </a:lnTo>
                  <a:lnTo>
                    <a:pt x="261" y="235"/>
                  </a:lnTo>
                  <a:lnTo>
                    <a:pt x="261" y="235"/>
                  </a:lnTo>
                  <a:lnTo>
                    <a:pt x="261" y="235"/>
                  </a:lnTo>
                  <a:lnTo>
                    <a:pt x="263" y="233"/>
                  </a:lnTo>
                  <a:lnTo>
                    <a:pt x="261" y="233"/>
                  </a:lnTo>
                  <a:lnTo>
                    <a:pt x="261" y="233"/>
                  </a:lnTo>
                  <a:lnTo>
                    <a:pt x="261" y="233"/>
                  </a:lnTo>
                  <a:lnTo>
                    <a:pt x="261" y="233"/>
                  </a:lnTo>
                  <a:lnTo>
                    <a:pt x="260" y="233"/>
                  </a:lnTo>
                  <a:lnTo>
                    <a:pt x="260" y="233"/>
                  </a:lnTo>
                  <a:lnTo>
                    <a:pt x="260" y="233"/>
                  </a:lnTo>
                  <a:lnTo>
                    <a:pt x="260" y="232"/>
                  </a:lnTo>
                  <a:lnTo>
                    <a:pt x="258" y="232"/>
                  </a:lnTo>
                  <a:lnTo>
                    <a:pt x="258" y="232"/>
                  </a:lnTo>
                  <a:lnTo>
                    <a:pt x="258" y="232"/>
                  </a:lnTo>
                  <a:lnTo>
                    <a:pt x="258" y="231"/>
                  </a:lnTo>
                  <a:lnTo>
                    <a:pt x="258" y="231"/>
                  </a:lnTo>
                  <a:lnTo>
                    <a:pt x="258" y="231"/>
                  </a:lnTo>
                  <a:lnTo>
                    <a:pt x="258" y="231"/>
                  </a:lnTo>
                  <a:lnTo>
                    <a:pt x="258" y="229"/>
                  </a:lnTo>
                  <a:lnTo>
                    <a:pt x="258" y="229"/>
                  </a:lnTo>
                  <a:lnTo>
                    <a:pt x="258" y="229"/>
                  </a:lnTo>
                  <a:lnTo>
                    <a:pt x="258" y="229"/>
                  </a:lnTo>
                  <a:lnTo>
                    <a:pt x="258" y="229"/>
                  </a:lnTo>
                  <a:lnTo>
                    <a:pt x="258" y="229"/>
                  </a:lnTo>
                  <a:lnTo>
                    <a:pt x="258" y="229"/>
                  </a:lnTo>
                  <a:lnTo>
                    <a:pt x="258" y="229"/>
                  </a:lnTo>
                  <a:lnTo>
                    <a:pt x="258" y="228"/>
                  </a:lnTo>
                  <a:lnTo>
                    <a:pt x="258" y="228"/>
                  </a:lnTo>
                  <a:lnTo>
                    <a:pt x="258" y="228"/>
                  </a:lnTo>
                  <a:lnTo>
                    <a:pt x="258" y="228"/>
                  </a:lnTo>
                  <a:lnTo>
                    <a:pt x="258" y="227"/>
                  </a:lnTo>
                  <a:lnTo>
                    <a:pt x="258" y="227"/>
                  </a:lnTo>
                  <a:lnTo>
                    <a:pt x="258" y="227"/>
                  </a:lnTo>
                  <a:lnTo>
                    <a:pt x="258" y="227"/>
                  </a:lnTo>
                  <a:lnTo>
                    <a:pt x="258" y="226"/>
                  </a:lnTo>
                  <a:lnTo>
                    <a:pt x="256" y="226"/>
                  </a:lnTo>
                  <a:lnTo>
                    <a:pt x="256" y="226"/>
                  </a:lnTo>
                  <a:lnTo>
                    <a:pt x="256" y="226"/>
                  </a:lnTo>
                  <a:lnTo>
                    <a:pt x="256" y="225"/>
                  </a:lnTo>
                  <a:lnTo>
                    <a:pt x="256" y="225"/>
                  </a:lnTo>
                  <a:lnTo>
                    <a:pt x="256" y="225"/>
                  </a:lnTo>
                  <a:lnTo>
                    <a:pt x="256" y="225"/>
                  </a:lnTo>
                  <a:lnTo>
                    <a:pt x="256" y="223"/>
                  </a:lnTo>
                  <a:lnTo>
                    <a:pt x="255" y="223"/>
                  </a:lnTo>
                  <a:lnTo>
                    <a:pt x="255" y="223"/>
                  </a:lnTo>
                  <a:lnTo>
                    <a:pt x="255" y="223"/>
                  </a:lnTo>
                  <a:lnTo>
                    <a:pt x="255" y="221"/>
                  </a:lnTo>
                  <a:lnTo>
                    <a:pt x="255" y="221"/>
                  </a:lnTo>
                  <a:lnTo>
                    <a:pt x="255" y="221"/>
                  </a:lnTo>
                  <a:lnTo>
                    <a:pt x="255" y="221"/>
                  </a:lnTo>
                  <a:lnTo>
                    <a:pt x="255" y="220"/>
                  </a:lnTo>
                  <a:lnTo>
                    <a:pt x="254" y="220"/>
                  </a:lnTo>
                  <a:lnTo>
                    <a:pt x="254" y="220"/>
                  </a:lnTo>
                  <a:lnTo>
                    <a:pt x="254" y="220"/>
                  </a:lnTo>
                  <a:lnTo>
                    <a:pt x="254" y="218"/>
                  </a:lnTo>
                  <a:lnTo>
                    <a:pt x="254" y="218"/>
                  </a:lnTo>
                  <a:lnTo>
                    <a:pt x="254" y="218"/>
                  </a:lnTo>
                  <a:lnTo>
                    <a:pt x="254" y="218"/>
                  </a:lnTo>
                  <a:lnTo>
                    <a:pt x="254" y="216"/>
                  </a:lnTo>
                  <a:lnTo>
                    <a:pt x="254" y="216"/>
                  </a:lnTo>
                  <a:lnTo>
                    <a:pt x="254" y="216"/>
                  </a:lnTo>
                  <a:lnTo>
                    <a:pt x="254" y="216"/>
                  </a:lnTo>
                  <a:lnTo>
                    <a:pt x="254" y="214"/>
                  </a:lnTo>
                  <a:lnTo>
                    <a:pt x="254" y="214"/>
                  </a:lnTo>
                  <a:lnTo>
                    <a:pt x="254" y="214"/>
                  </a:lnTo>
                  <a:lnTo>
                    <a:pt x="254" y="214"/>
                  </a:lnTo>
                  <a:lnTo>
                    <a:pt x="255" y="212"/>
                  </a:lnTo>
                  <a:lnTo>
                    <a:pt x="255" y="212"/>
                  </a:lnTo>
                  <a:lnTo>
                    <a:pt x="255" y="210"/>
                  </a:lnTo>
                  <a:lnTo>
                    <a:pt x="255" y="209"/>
                  </a:lnTo>
                  <a:lnTo>
                    <a:pt x="256" y="207"/>
                  </a:lnTo>
                  <a:lnTo>
                    <a:pt x="256" y="206"/>
                  </a:lnTo>
                  <a:lnTo>
                    <a:pt x="256" y="205"/>
                  </a:lnTo>
                  <a:lnTo>
                    <a:pt x="256" y="203"/>
                  </a:lnTo>
                  <a:lnTo>
                    <a:pt x="258" y="201"/>
                  </a:lnTo>
                  <a:lnTo>
                    <a:pt x="258" y="201"/>
                  </a:lnTo>
                  <a:lnTo>
                    <a:pt x="260" y="199"/>
                  </a:lnTo>
                  <a:lnTo>
                    <a:pt x="260" y="197"/>
                  </a:lnTo>
                  <a:lnTo>
                    <a:pt x="262" y="195"/>
                  </a:lnTo>
                  <a:lnTo>
                    <a:pt x="262" y="194"/>
                  </a:lnTo>
                  <a:lnTo>
                    <a:pt x="264" y="192"/>
                  </a:lnTo>
                  <a:lnTo>
                    <a:pt x="265" y="190"/>
                  </a:lnTo>
                  <a:lnTo>
                    <a:pt x="267" y="189"/>
                  </a:lnTo>
                  <a:lnTo>
                    <a:pt x="267" y="189"/>
                  </a:lnTo>
                  <a:lnTo>
                    <a:pt x="267" y="187"/>
                  </a:lnTo>
                  <a:lnTo>
                    <a:pt x="267" y="187"/>
                  </a:lnTo>
                  <a:lnTo>
                    <a:pt x="268" y="185"/>
                  </a:lnTo>
                  <a:lnTo>
                    <a:pt x="268" y="185"/>
                  </a:lnTo>
                  <a:lnTo>
                    <a:pt x="270" y="183"/>
                  </a:lnTo>
                  <a:lnTo>
                    <a:pt x="270" y="183"/>
                  </a:lnTo>
                  <a:lnTo>
                    <a:pt x="272" y="181"/>
                  </a:lnTo>
                  <a:lnTo>
                    <a:pt x="272" y="181"/>
                  </a:lnTo>
                  <a:lnTo>
                    <a:pt x="274" y="179"/>
                  </a:lnTo>
                  <a:lnTo>
                    <a:pt x="274" y="179"/>
                  </a:lnTo>
                  <a:lnTo>
                    <a:pt x="276" y="177"/>
                  </a:lnTo>
                  <a:lnTo>
                    <a:pt x="276" y="177"/>
                  </a:lnTo>
                  <a:lnTo>
                    <a:pt x="278" y="175"/>
                  </a:lnTo>
                  <a:lnTo>
                    <a:pt x="278" y="174"/>
                  </a:lnTo>
                  <a:lnTo>
                    <a:pt x="280" y="172"/>
                  </a:lnTo>
                  <a:lnTo>
                    <a:pt x="280" y="172"/>
                  </a:lnTo>
                  <a:lnTo>
                    <a:pt x="280" y="172"/>
                  </a:lnTo>
                  <a:lnTo>
                    <a:pt x="280" y="172"/>
                  </a:lnTo>
                  <a:lnTo>
                    <a:pt x="280" y="170"/>
                  </a:lnTo>
                  <a:lnTo>
                    <a:pt x="280" y="170"/>
                  </a:lnTo>
                  <a:lnTo>
                    <a:pt x="280" y="169"/>
                  </a:lnTo>
                  <a:lnTo>
                    <a:pt x="280" y="169"/>
                  </a:lnTo>
                  <a:lnTo>
                    <a:pt x="283" y="167"/>
                  </a:lnTo>
                  <a:lnTo>
                    <a:pt x="283" y="167"/>
                  </a:lnTo>
                  <a:lnTo>
                    <a:pt x="283" y="167"/>
                  </a:lnTo>
                  <a:lnTo>
                    <a:pt x="283" y="167"/>
                  </a:lnTo>
                  <a:lnTo>
                    <a:pt x="284" y="164"/>
                  </a:lnTo>
                  <a:lnTo>
                    <a:pt x="284" y="164"/>
                  </a:lnTo>
                  <a:lnTo>
                    <a:pt x="284" y="163"/>
                  </a:lnTo>
                  <a:lnTo>
                    <a:pt x="284" y="163"/>
                  </a:lnTo>
                  <a:lnTo>
                    <a:pt x="285" y="161"/>
                  </a:lnTo>
                  <a:lnTo>
                    <a:pt x="284" y="161"/>
                  </a:lnTo>
                  <a:lnTo>
                    <a:pt x="284" y="161"/>
                  </a:lnTo>
                  <a:lnTo>
                    <a:pt x="283" y="161"/>
                  </a:lnTo>
                  <a:lnTo>
                    <a:pt x="283" y="159"/>
                  </a:lnTo>
                  <a:lnTo>
                    <a:pt x="281" y="159"/>
                  </a:lnTo>
                  <a:lnTo>
                    <a:pt x="281" y="159"/>
                  </a:lnTo>
                  <a:lnTo>
                    <a:pt x="281" y="159"/>
                  </a:lnTo>
                  <a:lnTo>
                    <a:pt x="281" y="157"/>
                  </a:lnTo>
                  <a:lnTo>
                    <a:pt x="279" y="157"/>
                  </a:lnTo>
                  <a:lnTo>
                    <a:pt x="279" y="157"/>
                  </a:lnTo>
                  <a:lnTo>
                    <a:pt x="278" y="157"/>
                  </a:lnTo>
                  <a:lnTo>
                    <a:pt x="278" y="155"/>
                  </a:lnTo>
                  <a:lnTo>
                    <a:pt x="278" y="155"/>
                  </a:lnTo>
                  <a:lnTo>
                    <a:pt x="278" y="155"/>
                  </a:lnTo>
                  <a:lnTo>
                    <a:pt x="278" y="155"/>
                  </a:lnTo>
                  <a:lnTo>
                    <a:pt x="278" y="153"/>
                  </a:lnTo>
                  <a:lnTo>
                    <a:pt x="278" y="153"/>
                  </a:lnTo>
                  <a:lnTo>
                    <a:pt x="278" y="153"/>
                  </a:lnTo>
                  <a:lnTo>
                    <a:pt x="278" y="153"/>
                  </a:lnTo>
                  <a:lnTo>
                    <a:pt x="279" y="152"/>
                  </a:lnTo>
                  <a:lnTo>
                    <a:pt x="279" y="152"/>
                  </a:lnTo>
                  <a:lnTo>
                    <a:pt x="279" y="152"/>
                  </a:lnTo>
                  <a:lnTo>
                    <a:pt x="279" y="152"/>
                  </a:lnTo>
                  <a:lnTo>
                    <a:pt x="281" y="150"/>
                  </a:lnTo>
                  <a:lnTo>
                    <a:pt x="281" y="150"/>
                  </a:lnTo>
                  <a:lnTo>
                    <a:pt x="281" y="150"/>
                  </a:lnTo>
                  <a:lnTo>
                    <a:pt x="281" y="150"/>
                  </a:lnTo>
                  <a:lnTo>
                    <a:pt x="283" y="149"/>
                  </a:lnTo>
                  <a:lnTo>
                    <a:pt x="283" y="149"/>
                  </a:lnTo>
                  <a:lnTo>
                    <a:pt x="283" y="149"/>
                  </a:lnTo>
                  <a:lnTo>
                    <a:pt x="283" y="149"/>
                  </a:lnTo>
                  <a:lnTo>
                    <a:pt x="284" y="147"/>
                  </a:lnTo>
                  <a:lnTo>
                    <a:pt x="283" y="147"/>
                  </a:lnTo>
                  <a:lnTo>
                    <a:pt x="283" y="147"/>
                  </a:lnTo>
                  <a:lnTo>
                    <a:pt x="283" y="147"/>
                  </a:lnTo>
                  <a:lnTo>
                    <a:pt x="283" y="147"/>
                  </a:lnTo>
                  <a:lnTo>
                    <a:pt x="282" y="147"/>
                  </a:lnTo>
                  <a:lnTo>
                    <a:pt x="282" y="147"/>
                  </a:lnTo>
                  <a:lnTo>
                    <a:pt x="282" y="147"/>
                  </a:lnTo>
                  <a:lnTo>
                    <a:pt x="282" y="147"/>
                  </a:lnTo>
                  <a:lnTo>
                    <a:pt x="280" y="147"/>
                  </a:lnTo>
                  <a:lnTo>
                    <a:pt x="280" y="147"/>
                  </a:lnTo>
                  <a:lnTo>
                    <a:pt x="280" y="147"/>
                  </a:lnTo>
                  <a:lnTo>
                    <a:pt x="280" y="147"/>
                  </a:lnTo>
                  <a:lnTo>
                    <a:pt x="280" y="147"/>
                  </a:lnTo>
                  <a:lnTo>
                    <a:pt x="280" y="147"/>
                  </a:lnTo>
                  <a:lnTo>
                    <a:pt x="280" y="147"/>
                  </a:lnTo>
                  <a:lnTo>
                    <a:pt x="280" y="147"/>
                  </a:lnTo>
                  <a:lnTo>
                    <a:pt x="279" y="147"/>
                  </a:lnTo>
                  <a:lnTo>
                    <a:pt x="279" y="147"/>
                  </a:lnTo>
                  <a:lnTo>
                    <a:pt x="279" y="147"/>
                  </a:lnTo>
                  <a:lnTo>
                    <a:pt x="279" y="147"/>
                  </a:lnTo>
                  <a:lnTo>
                    <a:pt x="279" y="147"/>
                  </a:lnTo>
                  <a:lnTo>
                    <a:pt x="279" y="147"/>
                  </a:lnTo>
                  <a:lnTo>
                    <a:pt x="279" y="147"/>
                  </a:lnTo>
                  <a:lnTo>
                    <a:pt x="279" y="147"/>
                  </a:lnTo>
                  <a:lnTo>
                    <a:pt x="278" y="147"/>
                  </a:lnTo>
                  <a:lnTo>
                    <a:pt x="278" y="147"/>
                  </a:lnTo>
                  <a:lnTo>
                    <a:pt x="278" y="147"/>
                  </a:lnTo>
                  <a:lnTo>
                    <a:pt x="278" y="147"/>
                  </a:lnTo>
                  <a:lnTo>
                    <a:pt x="278" y="147"/>
                  </a:lnTo>
                  <a:lnTo>
                    <a:pt x="278" y="147"/>
                  </a:lnTo>
                  <a:lnTo>
                    <a:pt x="278" y="147"/>
                  </a:lnTo>
                  <a:lnTo>
                    <a:pt x="278" y="146"/>
                  </a:lnTo>
                  <a:lnTo>
                    <a:pt x="276" y="146"/>
                  </a:lnTo>
                  <a:lnTo>
                    <a:pt x="276" y="146"/>
                  </a:lnTo>
                  <a:lnTo>
                    <a:pt x="276" y="146"/>
                  </a:lnTo>
                  <a:lnTo>
                    <a:pt x="276" y="144"/>
                  </a:lnTo>
                  <a:lnTo>
                    <a:pt x="276" y="144"/>
                  </a:lnTo>
                  <a:lnTo>
                    <a:pt x="276" y="144"/>
                  </a:lnTo>
                  <a:lnTo>
                    <a:pt x="276" y="144"/>
                  </a:lnTo>
                  <a:lnTo>
                    <a:pt x="276" y="142"/>
                  </a:lnTo>
                  <a:lnTo>
                    <a:pt x="273" y="142"/>
                  </a:lnTo>
                  <a:lnTo>
                    <a:pt x="273" y="142"/>
                  </a:lnTo>
                  <a:lnTo>
                    <a:pt x="273" y="142"/>
                  </a:lnTo>
                  <a:lnTo>
                    <a:pt x="273" y="140"/>
                  </a:lnTo>
                  <a:lnTo>
                    <a:pt x="273" y="140"/>
                  </a:lnTo>
                  <a:lnTo>
                    <a:pt x="273" y="139"/>
                  </a:lnTo>
                  <a:lnTo>
                    <a:pt x="273" y="139"/>
                  </a:lnTo>
                  <a:lnTo>
                    <a:pt x="273" y="138"/>
                  </a:lnTo>
                  <a:lnTo>
                    <a:pt x="272" y="138"/>
                  </a:lnTo>
                  <a:lnTo>
                    <a:pt x="272" y="138"/>
                  </a:lnTo>
                  <a:lnTo>
                    <a:pt x="272" y="138"/>
                  </a:lnTo>
                  <a:lnTo>
                    <a:pt x="272" y="138"/>
                  </a:lnTo>
                  <a:lnTo>
                    <a:pt x="272" y="138"/>
                  </a:lnTo>
                  <a:lnTo>
                    <a:pt x="272" y="138"/>
                  </a:lnTo>
                  <a:lnTo>
                    <a:pt x="272" y="138"/>
                  </a:lnTo>
                  <a:lnTo>
                    <a:pt x="272" y="136"/>
                  </a:lnTo>
                  <a:lnTo>
                    <a:pt x="270" y="136"/>
                  </a:lnTo>
                  <a:lnTo>
                    <a:pt x="270" y="136"/>
                  </a:lnTo>
                  <a:lnTo>
                    <a:pt x="270" y="136"/>
                  </a:lnTo>
                  <a:lnTo>
                    <a:pt x="270" y="135"/>
                  </a:lnTo>
                  <a:lnTo>
                    <a:pt x="270" y="135"/>
                  </a:lnTo>
                  <a:lnTo>
                    <a:pt x="270" y="135"/>
                  </a:lnTo>
                  <a:lnTo>
                    <a:pt x="270" y="135"/>
                  </a:lnTo>
                  <a:lnTo>
                    <a:pt x="270" y="134"/>
                  </a:lnTo>
                  <a:lnTo>
                    <a:pt x="268" y="134"/>
                  </a:lnTo>
                  <a:lnTo>
                    <a:pt x="268" y="134"/>
                  </a:lnTo>
                  <a:lnTo>
                    <a:pt x="268" y="134"/>
                  </a:lnTo>
                  <a:lnTo>
                    <a:pt x="268" y="134"/>
                  </a:lnTo>
                  <a:lnTo>
                    <a:pt x="268" y="134"/>
                  </a:lnTo>
                  <a:lnTo>
                    <a:pt x="268" y="134"/>
                  </a:lnTo>
                  <a:lnTo>
                    <a:pt x="268" y="134"/>
                  </a:lnTo>
                  <a:lnTo>
                    <a:pt x="268" y="133"/>
                  </a:lnTo>
                  <a:lnTo>
                    <a:pt x="267" y="133"/>
                  </a:lnTo>
                  <a:lnTo>
                    <a:pt x="267" y="133"/>
                  </a:lnTo>
                  <a:lnTo>
                    <a:pt x="267" y="133"/>
                  </a:lnTo>
                  <a:lnTo>
                    <a:pt x="267" y="133"/>
                  </a:lnTo>
                  <a:lnTo>
                    <a:pt x="267" y="133"/>
                  </a:lnTo>
                  <a:lnTo>
                    <a:pt x="267" y="133"/>
                  </a:lnTo>
                  <a:lnTo>
                    <a:pt x="267" y="133"/>
                  </a:lnTo>
                  <a:lnTo>
                    <a:pt x="267" y="131"/>
                  </a:lnTo>
                  <a:lnTo>
                    <a:pt x="266" y="131"/>
                  </a:lnTo>
                  <a:lnTo>
                    <a:pt x="266" y="131"/>
                  </a:lnTo>
                  <a:lnTo>
                    <a:pt x="266" y="131"/>
                  </a:lnTo>
                  <a:lnTo>
                    <a:pt x="266" y="131"/>
                  </a:lnTo>
                  <a:lnTo>
                    <a:pt x="266" y="131"/>
                  </a:lnTo>
                  <a:lnTo>
                    <a:pt x="266" y="131"/>
                  </a:lnTo>
                  <a:lnTo>
                    <a:pt x="266" y="131"/>
                  </a:lnTo>
                  <a:lnTo>
                    <a:pt x="266" y="129"/>
                  </a:lnTo>
                  <a:lnTo>
                    <a:pt x="266" y="129"/>
                  </a:lnTo>
                  <a:lnTo>
                    <a:pt x="266" y="129"/>
                  </a:lnTo>
                  <a:lnTo>
                    <a:pt x="266" y="129"/>
                  </a:lnTo>
                  <a:lnTo>
                    <a:pt x="266" y="128"/>
                  </a:lnTo>
                  <a:lnTo>
                    <a:pt x="266" y="128"/>
                  </a:lnTo>
                  <a:lnTo>
                    <a:pt x="266" y="128"/>
                  </a:lnTo>
                  <a:lnTo>
                    <a:pt x="266" y="128"/>
                  </a:lnTo>
                  <a:lnTo>
                    <a:pt x="267" y="125"/>
                  </a:lnTo>
                  <a:lnTo>
                    <a:pt x="265" y="125"/>
                  </a:lnTo>
                  <a:lnTo>
                    <a:pt x="265" y="125"/>
                  </a:lnTo>
                  <a:lnTo>
                    <a:pt x="265" y="125"/>
                  </a:lnTo>
                  <a:lnTo>
                    <a:pt x="265" y="125"/>
                  </a:lnTo>
                  <a:lnTo>
                    <a:pt x="264" y="125"/>
                  </a:lnTo>
                  <a:lnTo>
                    <a:pt x="264" y="125"/>
                  </a:lnTo>
                  <a:lnTo>
                    <a:pt x="264" y="125"/>
                  </a:lnTo>
                  <a:lnTo>
                    <a:pt x="264" y="124"/>
                  </a:lnTo>
                  <a:lnTo>
                    <a:pt x="263" y="124"/>
                  </a:lnTo>
                  <a:lnTo>
                    <a:pt x="263" y="124"/>
                  </a:lnTo>
                  <a:lnTo>
                    <a:pt x="263" y="124"/>
                  </a:lnTo>
                  <a:lnTo>
                    <a:pt x="263" y="124"/>
                  </a:lnTo>
                  <a:lnTo>
                    <a:pt x="263" y="124"/>
                  </a:lnTo>
                  <a:lnTo>
                    <a:pt x="263" y="124"/>
                  </a:lnTo>
                  <a:lnTo>
                    <a:pt x="263" y="124"/>
                  </a:lnTo>
                  <a:lnTo>
                    <a:pt x="263" y="123"/>
                  </a:lnTo>
                  <a:lnTo>
                    <a:pt x="261" y="123"/>
                  </a:lnTo>
                  <a:lnTo>
                    <a:pt x="261" y="123"/>
                  </a:lnTo>
                  <a:lnTo>
                    <a:pt x="261" y="123"/>
                  </a:lnTo>
                  <a:lnTo>
                    <a:pt x="261" y="123"/>
                  </a:lnTo>
                  <a:lnTo>
                    <a:pt x="261" y="123"/>
                  </a:lnTo>
                  <a:lnTo>
                    <a:pt x="261" y="123"/>
                  </a:lnTo>
                  <a:lnTo>
                    <a:pt x="261" y="123"/>
                  </a:lnTo>
                  <a:lnTo>
                    <a:pt x="261" y="121"/>
                  </a:lnTo>
                  <a:lnTo>
                    <a:pt x="261" y="121"/>
                  </a:lnTo>
                  <a:lnTo>
                    <a:pt x="261" y="121"/>
                  </a:lnTo>
                  <a:lnTo>
                    <a:pt x="261" y="121"/>
                  </a:lnTo>
                  <a:lnTo>
                    <a:pt x="261" y="121"/>
                  </a:lnTo>
                  <a:lnTo>
                    <a:pt x="261" y="121"/>
                  </a:lnTo>
                  <a:lnTo>
                    <a:pt x="261" y="121"/>
                  </a:lnTo>
                  <a:lnTo>
                    <a:pt x="261" y="121"/>
                  </a:lnTo>
                  <a:lnTo>
                    <a:pt x="261" y="120"/>
                  </a:lnTo>
                  <a:lnTo>
                    <a:pt x="261" y="118"/>
                  </a:lnTo>
                  <a:lnTo>
                    <a:pt x="261" y="118"/>
                  </a:lnTo>
                  <a:lnTo>
                    <a:pt x="261" y="118"/>
                  </a:lnTo>
                  <a:lnTo>
                    <a:pt x="261" y="118"/>
                  </a:lnTo>
                  <a:lnTo>
                    <a:pt x="261" y="118"/>
                  </a:lnTo>
                  <a:lnTo>
                    <a:pt x="261" y="118"/>
                  </a:lnTo>
                  <a:lnTo>
                    <a:pt x="261" y="118"/>
                  </a:lnTo>
                  <a:lnTo>
                    <a:pt x="261" y="118"/>
                  </a:lnTo>
                  <a:lnTo>
                    <a:pt x="261" y="116"/>
                  </a:lnTo>
                  <a:lnTo>
                    <a:pt x="261" y="116"/>
                  </a:lnTo>
                  <a:lnTo>
                    <a:pt x="261" y="116"/>
                  </a:lnTo>
                  <a:lnTo>
                    <a:pt x="261" y="116"/>
                  </a:lnTo>
                  <a:lnTo>
                    <a:pt x="261" y="114"/>
                  </a:lnTo>
                  <a:lnTo>
                    <a:pt x="261" y="114"/>
                  </a:lnTo>
                  <a:lnTo>
                    <a:pt x="261" y="114"/>
                  </a:lnTo>
                  <a:lnTo>
                    <a:pt x="261" y="114"/>
                  </a:lnTo>
                  <a:lnTo>
                    <a:pt x="261" y="112"/>
                  </a:lnTo>
                  <a:lnTo>
                    <a:pt x="261" y="112"/>
                  </a:lnTo>
                  <a:lnTo>
                    <a:pt x="261" y="112"/>
                  </a:lnTo>
                  <a:lnTo>
                    <a:pt x="261" y="112"/>
                  </a:lnTo>
                  <a:lnTo>
                    <a:pt x="261" y="110"/>
                  </a:lnTo>
                  <a:lnTo>
                    <a:pt x="261" y="110"/>
                  </a:lnTo>
                  <a:lnTo>
                    <a:pt x="261" y="108"/>
                  </a:lnTo>
                  <a:lnTo>
                    <a:pt x="261" y="108"/>
                  </a:lnTo>
                  <a:lnTo>
                    <a:pt x="261" y="106"/>
                  </a:lnTo>
                  <a:lnTo>
                    <a:pt x="261" y="106"/>
                  </a:lnTo>
                  <a:lnTo>
                    <a:pt x="261" y="105"/>
                  </a:lnTo>
                  <a:lnTo>
                    <a:pt x="261" y="105"/>
                  </a:lnTo>
                  <a:lnTo>
                    <a:pt x="261" y="103"/>
                  </a:lnTo>
                  <a:lnTo>
                    <a:pt x="261" y="103"/>
                  </a:lnTo>
                  <a:lnTo>
                    <a:pt x="261" y="102"/>
                  </a:lnTo>
                  <a:lnTo>
                    <a:pt x="261" y="102"/>
                  </a:lnTo>
                  <a:lnTo>
                    <a:pt x="261" y="100"/>
                  </a:lnTo>
                  <a:lnTo>
                    <a:pt x="258" y="100"/>
                  </a:lnTo>
                  <a:lnTo>
                    <a:pt x="258" y="100"/>
                  </a:lnTo>
                  <a:lnTo>
                    <a:pt x="257" y="100"/>
                  </a:lnTo>
                  <a:lnTo>
                    <a:pt x="257" y="98"/>
                  </a:lnTo>
                  <a:lnTo>
                    <a:pt x="255" y="98"/>
                  </a:lnTo>
                  <a:lnTo>
                    <a:pt x="255" y="98"/>
                  </a:lnTo>
                  <a:lnTo>
                    <a:pt x="253" y="98"/>
                  </a:lnTo>
                  <a:lnTo>
                    <a:pt x="253" y="96"/>
                  </a:lnTo>
                  <a:lnTo>
                    <a:pt x="251" y="96"/>
                  </a:lnTo>
                  <a:lnTo>
                    <a:pt x="250" y="96"/>
                  </a:lnTo>
                  <a:lnTo>
                    <a:pt x="248" y="96"/>
                  </a:lnTo>
                  <a:lnTo>
                    <a:pt x="248" y="95"/>
                  </a:lnTo>
                  <a:lnTo>
                    <a:pt x="246" y="95"/>
                  </a:lnTo>
                  <a:lnTo>
                    <a:pt x="246" y="93"/>
                  </a:lnTo>
                  <a:lnTo>
                    <a:pt x="246" y="93"/>
                  </a:lnTo>
                  <a:lnTo>
                    <a:pt x="246" y="91"/>
                  </a:lnTo>
                  <a:lnTo>
                    <a:pt x="246" y="91"/>
                  </a:lnTo>
                  <a:lnTo>
                    <a:pt x="246" y="91"/>
                  </a:lnTo>
                  <a:lnTo>
                    <a:pt x="246" y="91"/>
                  </a:lnTo>
                  <a:lnTo>
                    <a:pt x="246" y="89"/>
                  </a:lnTo>
                  <a:lnTo>
                    <a:pt x="246" y="89"/>
                  </a:lnTo>
                  <a:lnTo>
                    <a:pt x="246" y="87"/>
                  </a:lnTo>
                  <a:lnTo>
                    <a:pt x="246" y="87"/>
                  </a:lnTo>
                  <a:lnTo>
                    <a:pt x="246" y="85"/>
                  </a:lnTo>
                  <a:lnTo>
                    <a:pt x="246" y="85"/>
                  </a:lnTo>
                  <a:lnTo>
                    <a:pt x="246" y="84"/>
                  </a:lnTo>
                  <a:lnTo>
                    <a:pt x="246" y="84"/>
                  </a:lnTo>
                  <a:lnTo>
                    <a:pt x="247" y="81"/>
                  </a:lnTo>
                  <a:lnTo>
                    <a:pt x="247" y="81"/>
                  </a:lnTo>
                  <a:lnTo>
                    <a:pt x="247" y="80"/>
                  </a:lnTo>
                  <a:lnTo>
                    <a:pt x="247" y="80"/>
                  </a:lnTo>
                  <a:lnTo>
                    <a:pt x="249" y="79"/>
                  </a:lnTo>
                  <a:lnTo>
                    <a:pt x="249" y="79"/>
                  </a:lnTo>
                  <a:lnTo>
                    <a:pt x="249" y="79"/>
                  </a:lnTo>
                  <a:lnTo>
                    <a:pt x="249" y="79"/>
                  </a:lnTo>
                  <a:lnTo>
                    <a:pt x="251" y="79"/>
                  </a:lnTo>
                  <a:lnTo>
                    <a:pt x="251" y="79"/>
                  </a:lnTo>
                  <a:lnTo>
                    <a:pt x="251" y="79"/>
                  </a:lnTo>
                  <a:lnTo>
                    <a:pt x="251" y="79"/>
                  </a:lnTo>
                  <a:lnTo>
                    <a:pt x="254" y="77"/>
                  </a:lnTo>
                  <a:lnTo>
                    <a:pt x="254" y="77"/>
                  </a:lnTo>
                  <a:lnTo>
                    <a:pt x="254" y="77"/>
                  </a:lnTo>
                  <a:lnTo>
                    <a:pt x="254" y="77"/>
                  </a:lnTo>
                  <a:lnTo>
                    <a:pt x="256" y="74"/>
                  </a:lnTo>
                  <a:lnTo>
                    <a:pt x="256" y="74"/>
                  </a:lnTo>
                  <a:lnTo>
                    <a:pt x="257" y="74"/>
                  </a:lnTo>
                  <a:lnTo>
                    <a:pt x="257" y="74"/>
                  </a:lnTo>
                  <a:lnTo>
                    <a:pt x="258" y="73"/>
                  </a:lnTo>
                  <a:lnTo>
                    <a:pt x="258" y="73"/>
                  </a:lnTo>
                  <a:lnTo>
                    <a:pt x="258" y="73"/>
                  </a:lnTo>
                  <a:lnTo>
                    <a:pt x="258" y="73"/>
                  </a:lnTo>
                  <a:lnTo>
                    <a:pt x="258" y="73"/>
                  </a:lnTo>
                  <a:lnTo>
                    <a:pt x="258" y="73"/>
                  </a:lnTo>
                  <a:lnTo>
                    <a:pt x="258" y="73"/>
                  </a:lnTo>
                  <a:lnTo>
                    <a:pt x="258" y="73"/>
                  </a:lnTo>
                  <a:lnTo>
                    <a:pt x="260" y="71"/>
                  </a:lnTo>
                  <a:lnTo>
                    <a:pt x="260" y="71"/>
                  </a:lnTo>
                  <a:lnTo>
                    <a:pt x="260" y="71"/>
                  </a:lnTo>
                  <a:lnTo>
                    <a:pt x="260" y="71"/>
                  </a:lnTo>
                  <a:lnTo>
                    <a:pt x="260" y="71"/>
                  </a:lnTo>
                  <a:lnTo>
                    <a:pt x="260" y="71"/>
                  </a:lnTo>
                  <a:lnTo>
                    <a:pt x="260" y="71"/>
                  </a:lnTo>
                  <a:lnTo>
                    <a:pt x="260" y="71"/>
                  </a:lnTo>
                  <a:lnTo>
                    <a:pt x="261" y="69"/>
                  </a:lnTo>
                  <a:lnTo>
                    <a:pt x="261" y="69"/>
                  </a:lnTo>
                  <a:lnTo>
                    <a:pt x="261" y="67"/>
                  </a:lnTo>
                  <a:lnTo>
                    <a:pt x="261" y="67"/>
                  </a:lnTo>
                  <a:lnTo>
                    <a:pt x="261" y="65"/>
                  </a:lnTo>
                  <a:lnTo>
                    <a:pt x="260" y="65"/>
                  </a:lnTo>
                  <a:lnTo>
                    <a:pt x="260" y="63"/>
                  </a:lnTo>
                  <a:lnTo>
                    <a:pt x="260" y="63"/>
                  </a:lnTo>
                  <a:lnTo>
                    <a:pt x="260" y="61"/>
                  </a:lnTo>
                  <a:lnTo>
                    <a:pt x="258" y="61"/>
                  </a:lnTo>
                  <a:lnTo>
                    <a:pt x="258" y="59"/>
                  </a:lnTo>
                  <a:lnTo>
                    <a:pt x="258" y="59"/>
                  </a:lnTo>
                  <a:lnTo>
                    <a:pt x="258" y="57"/>
                  </a:lnTo>
                  <a:lnTo>
                    <a:pt x="258" y="57"/>
                  </a:lnTo>
                  <a:lnTo>
                    <a:pt x="258" y="55"/>
                  </a:lnTo>
                  <a:lnTo>
                    <a:pt x="258" y="54"/>
                  </a:lnTo>
                  <a:lnTo>
                    <a:pt x="258" y="52"/>
                  </a:lnTo>
                  <a:lnTo>
                    <a:pt x="257" y="52"/>
                  </a:lnTo>
                  <a:lnTo>
                    <a:pt x="257" y="52"/>
                  </a:lnTo>
                  <a:lnTo>
                    <a:pt x="257" y="52"/>
                  </a:lnTo>
                  <a:lnTo>
                    <a:pt x="257" y="50"/>
                  </a:lnTo>
                  <a:lnTo>
                    <a:pt x="256" y="50"/>
                  </a:lnTo>
                  <a:lnTo>
                    <a:pt x="256" y="49"/>
                  </a:lnTo>
                  <a:lnTo>
                    <a:pt x="256" y="49"/>
                  </a:lnTo>
                  <a:lnTo>
                    <a:pt x="256" y="47"/>
                  </a:lnTo>
                  <a:lnTo>
                    <a:pt x="254" y="47"/>
                  </a:lnTo>
                  <a:lnTo>
                    <a:pt x="254" y="47"/>
                  </a:lnTo>
                  <a:lnTo>
                    <a:pt x="254" y="47"/>
                  </a:lnTo>
                  <a:lnTo>
                    <a:pt x="254" y="45"/>
                  </a:lnTo>
                  <a:lnTo>
                    <a:pt x="253" y="45"/>
                  </a:lnTo>
                  <a:lnTo>
                    <a:pt x="253" y="43"/>
                  </a:lnTo>
                  <a:lnTo>
                    <a:pt x="253" y="43"/>
                  </a:lnTo>
                  <a:lnTo>
                    <a:pt x="253" y="42"/>
                  </a:lnTo>
                  <a:lnTo>
                    <a:pt x="251" y="42"/>
                  </a:lnTo>
                  <a:lnTo>
                    <a:pt x="251" y="42"/>
                  </a:lnTo>
                  <a:lnTo>
                    <a:pt x="249" y="42"/>
                  </a:lnTo>
                  <a:lnTo>
                    <a:pt x="249" y="40"/>
                  </a:lnTo>
                  <a:lnTo>
                    <a:pt x="247" y="40"/>
                  </a:lnTo>
                  <a:lnTo>
                    <a:pt x="247" y="38"/>
                  </a:lnTo>
                  <a:lnTo>
                    <a:pt x="247" y="38"/>
                  </a:lnTo>
                  <a:lnTo>
                    <a:pt x="247" y="36"/>
                  </a:lnTo>
                  <a:lnTo>
                    <a:pt x="245" y="36"/>
                  </a:lnTo>
                  <a:lnTo>
                    <a:pt x="245" y="34"/>
                  </a:lnTo>
                  <a:lnTo>
                    <a:pt x="245" y="34"/>
                  </a:lnTo>
                  <a:lnTo>
                    <a:pt x="245" y="33"/>
                  </a:lnTo>
                  <a:lnTo>
                    <a:pt x="244" y="31"/>
                  </a:lnTo>
                  <a:lnTo>
                    <a:pt x="244" y="29"/>
                  </a:lnTo>
                  <a:lnTo>
                    <a:pt x="244" y="27"/>
                  </a:lnTo>
                  <a:lnTo>
                    <a:pt x="244" y="25"/>
                  </a:lnTo>
                  <a:lnTo>
                    <a:pt x="242" y="25"/>
                  </a:lnTo>
                  <a:lnTo>
                    <a:pt x="242" y="25"/>
                  </a:lnTo>
                  <a:lnTo>
                    <a:pt x="242" y="25"/>
                  </a:lnTo>
                  <a:lnTo>
                    <a:pt x="242" y="23"/>
                  </a:lnTo>
                  <a:lnTo>
                    <a:pt x="241" y="23"/>
                  </a:lnTo>
                  <a:lnTo>
                    <a:pt x="241" y="23"/>
                  </a:lnTo>
                  <a:lnTo>
                    <a:pt x="241" y="23"/>
                  </a:lnTo>
                  <a:lnTo>
                    <a:pt x="241" y="21"/>
                  </a:lnTo>
                  <a:lnTo>
                    <a:pt x="241" y="21"/>
                  </a:lnTo>
                  <a:lnTo>
                    <a:pt x="241" y="21"/>
                  </a:lnTo>
                  <a:lnTo>
                    <a:pt x="241" y="21"/>
                  </a:lnTo>
                  <a:lnTo>
                    <a:pt x="241" y="19"/>
                  </a:lnTo>
                  <a:lnTo>
                    <a:pt x="241" y="19"/>
                  </a:lnTo>
                  <a:lnTo>
                    <a:pt x="241" y="19"/>
                  </a:lnTo>
                  <a:lnTo>
                    <a:pt x="241" y="19"/>
                  </a:lnTo>
                  <a:lnTo>
                    <a:pt x="241" y="18"/>
                  </a:lnTo>
                  <a:lnTo>
                    <a:pt x="241" y="18"/>
                  </a:lnTo>
                  <a:lnTo>
                    <a:pt x="241" y="18"/>
                  </a:lnTo>
                  <a:lnTo>
                    <a:pt x="241" y="18"/>
                  </a:lnTo>
                  <a:lnTo>
                    <a:pt x="241" y="18"/>
                  </a:lnTo>
                  <a:lnTo>
                    <a:pt x="241" y="18"/>
                  </a:lnTo>
                  <a:lnTo>
                    <a:pt x="241" y="18"/>
                  </a:lnTo>
                  <a:lnTo>
                    <a:pt x="241" y="18"/>
                  </a:lnTo>
                  <a:lnTo>
                    <a:pt x="242" y="18"/>
                  </a:lnTo>
                  <a:lnTo>
                    <a:pt x="242" y="18"/>
                  </a:lnTo>
                  <a:lnTo>
                    <a:pt x="242" y="18"/>
                  </a:lnTo>
                  <a:lnTo>
                    <a:pt x="242" y="18"/>
                  </a:lnTo>
                  <a:lnTo>
                    <a:pt x="242" y="18"/>
                  </a:lnTo>
                  <a:lnTo>
                    <a:pt x="242" y="18"/>
                  </a:lnTo>
                  <a:lnTo>
                    <a:pt x="242" y="18"/>
                  </a:lnTo>
                  <a:lnTo>
                    <a:pt x="242" y="18"/>
                  </a:lnTo>
                  <a:lnTo>
                    <a:pt x="244" y="18"/>
                  </a:lnTo>
                  <a:lnTo>
                    <a:pt x="244" y="18"/>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26" name=""/>
            <p:cNvSpPr/>
            <p:nvPr/>
          </p:nvSpPr>
          <p:spPr>
            <a:xfrm>
              <a:off x="8197920" y="6568920"/>
              <a:ext cx="260280" cy="146160"/>
            </a:xfrm>
            <a:custGeom>
              <a:avLst/>
              <a:gdLst/>
              <a:ahLst/>
              <a:rect l="l" t="t" r="r" b="b"/>
              <a:pathLst>
                <a:path w="164" h="92">
                  <a:moveTo>
                    <a:pt x="163" y="11"/>
                  </a:moveTo>
                  <a:lnTo>
                    <a:pt x="162" y="12"/>
                  </a:lnTo>
                  <a:lnTo>
                    <a:pt x="162" y="12"/>
                  </a:lnTo>
                  <a:lnTo>
                    <a:pt x="162" y="14"/>
                  </a:lnTo>
                  <a:lnTo>
                    <a:pt x="162" y="14"/>
                  </a:lnTo>
                  <a:lnTo>
                    <a:pt x="161" y="16"/>
                  </a:lnTo>
                  <a:lnTo>
                    <a:pt x="161" y="16"/>
                  </a:lnTo>
                  <a:lnTo>
                    <a:pt x="161" y="18"/>
                  </a:lnTo>
                  <a:lnTo>
                    <a:pt x="161" y="18"/>
                  </a:lnTo>
                  <a:lnTo>
                    <a:pt x="159" y="20"/>
                  </a:lnTo>
                  <a:lnTo>
                    <a:pt x="159" y="22"/>
                  </a:lnTo>
                  <a:lnTo>
                    <a:pt x="159" y="24"/>
                  </a:lnTo>
                  <a:lnTo>
                    <a:pt x="159" y="25"/>
                  </a:lnTo>
                  <a:lnTo>
                    <a:pt x="157" y="27"/>
                  </a:lnTo>
                  <a:lnTo>
                    <a:pt x="157" y="27"/>
                  </a:lnTo>
                  <a:lnTo>
                    <a:pt x="157" y="29"/>
                  </a:lnTo>
                  <a:lnTo>
                    <a:pt x="157" y="29"/>
                  </a:lnTo>
                  <a:lnTo>
                    <a:pt x="155" y="31"/>
                  </a:lnTo>
                  <a:lnTo>
                    <a:pt x="155" y="31"/>
                  </a:lnTo>
                  <a:lnTo>
                    <a:pt x="155" y="32"/>
                  </a:lnTo>
                  <a:lnTo>
                    <a:pt x="155" y="32"/>
                  </a:lnTo>
                  <a:lnTo>
                    <a:pt x="154" y="34"/>
                  </a:lnTo>
                  <a:lnTo>
                    <a:pt x="154" y="34"/>
                  </a:lnTo>
                  <a:lnTo>
                    <a:pt x="154" y="34"/>
                  </a:lnTo>
                  <a:lnTo>
                    <a:pt x="154" y="34"/>
                  </a:lnTo>
                  <a:lnTo>
                    <a:pt x="154" y="36"/>
                  </a:lnTo>
                  <a:lnTo>
                    <a:pt x="154" y="36"/>
                  </a:lnTo>
                  <a:lnTo>
                    <a:pt x="154" y="36"/>
                  </a:lnTo>
                  <a:lnTo>
                    <a:pt x="154" y="36"/>
                  </a:lnTo>
                  <a:lnTo>
                    <a:pt x="154" y="37"/>
                  </a:lnTo>
                  <a:lnTo>
                    <a:pt x="154" y="37"/>
                  </a:lnTo>
                  <a:lnTo>
                    <a:pt x="154" y="37"/>
                  </a:lnTo>
                  <a:lnTo>
                    <a:pt x="154" y="37"/>
                  </a:lnTo>
                  <a:lnTo>
                    <a:pt x="154" y="39"/>
                  </a:lnTo>
                  <a:lnTo>
                    <a:pt x="154" y="39"/>
                  </a:lnTo>
                  <a:lnTo>
                    <a:pt x="154" y="39"/>
                  </a:lnTo>
                  <a:lnTo>
                    <a:pt x="154" y="39"/>
                  </a:lnTo>
                  <a:lnTo>
                    <a:pt x="154" y="40"/>
                  </a:lnTo>
                  <a:lnTo>
                    <a:pt x="154" y="40"/>
                  </a:lnTo>
                  <a:lnTo>
                    <a:pt x="154" y="40"/>
                  </a:lnTo>
                  <a:lnTo>
                    <a:pt x="154" y="40"/>
                  </a:lnTo>
                  <a:lnTo>
                    <a:pt x="154" y="42"/>
                  </a:lnTo>
                  <a:lnTo>
                    <a:pt x="154" y="42"/>
                  </a:lnTo>
                  <a:lnTo>
                    <a:pt x="154" y="42"/>
                  </a:lnTo>
                  <a:lnTo>
                    <a:pt x="154" y="42"/>
                  </a:lnTo>
                  <a:lnTo>
                    <a:pt x="154" y="43"/>
                  </a:lnTo>
                  <a:lnTo>
                    <a:pt x="154" y="43"/>
                  </a:lnTo>
                  <a:lnTo>
                    <a:pt x="154" y="43"/>
                  </a:lnTo>
                  <a:lnTo>
                    <a:pt x="154" y="43"/>
                  </a:lnTo>
                  <a:lnTo>
                    <a:pt x="152" y="45"/>
                  </a:lnTo>
                  <a:lnTo>
                    <a:pt x="152" y="45"/>
                  </a:lnTo>
                  <a:lnTo>
                    <a:pt x="152" y="45"/>
                  </a:lnTo>
                  <a:lnTo>
                    <a:pt x="152" y="45"/>
                  </a:lnTo>
                  <a:lnTo>
                    <a:pt x="150" y="47"/>
                  </a:lnTo>
                  <a:lnTo>
                    <a:pt x="150" y="47"/>
                  </a:lnTo>
                  <a:lnTo>
                    <a:pt x="148" y="47"/>
                  </a:lnTo>
                  <a:lnTo>
                    <a:pt x="148" y="47"/>
                  </a:lnTo>
                  <a:lnTo>
                    <a:pt x="146" y="47"/>
                  </a:lnTo>
                  <a:lnTo>
                    <a:pt x="144" y="47"/>
                  </a:lnTo>
                  <a:lnTo>
                    <a:pt x="143" y="47"/>
                  </a:lnTo>
                  <a:lnTo>
                    <a:pt x="143" y="47"/>
                  </a:lnTo>
                  <a:lnTo>
                    <a:pt x="141" y="47"/>
                  </a:lnTo>
                  <a:lnTo>
                    <a:pt x="141" y="47"/>
                  </a:lnTo>
                  <a:lnTo>
                    <a:pt x="140" y="47"/>
                  </a:lnTo>
                  <a:lnTo>
                    <a:pt x="140" y="47"/>
                  </a:lnTo>
                  <a:lnTo>
                    <a:pt x="139" y="47"/>
                  </a:lnTo>
                  <a:lnTo>
                    <a:pt x="139" y="47"/>
                  </a:lnTo>
                  <a:lnTo>
                    <a:pt x="139" y="47"/>
                  </a:lnTo>
                  <a:lnTo>
                    <a:pt x="139" y="47"/>
                  </a:lnTo>
                  <a:lnTo>
                    <a:pt x="139" y="47"/>
                  </a:lnTo>
                  <a:lnTo>
                    <a:pt x="139" y="47"/>
                  </a:lnTo>
                  <a:lnTo>
                    <a:pt x="139" y="47"/>
                  </a:lnTo>
                  <a:lnTo>
                    <a:pt x="139" y="45"/>
                  </a:lnTo>
                  <a:lnTo>
                    <a:pt x="139" y="45"/>
                  </a:lnTo>
                  <a:lnTo>
                    <a:pt x="139" y="45"/>
                  </a:lnTo>
                  <a:lnTo>
                    <a:pt x="139" y="45"/>
                  </a:lnTo>
                  <a:lnTo>
                    <a:pt x="139" y="45"/>
                  </a:lnTo>
                  <a:lnTo>
                    <a:pt x="139" y="45"/>
                  </a:lnTo>
                  <a:lnTo>
                    <a:pt x="139" y="45"/>
                  </a:lnTo>
                  <a:lnTo>
                    <a:pt x="139" y="45"/>
                  </a:lnTo>
                  <a:lnTo>
                    <a:pt x="139" y="43"/>
                  </a:lnTo>
                  <a:lnTo>
                    <a:pt x="137" y="43"/>
                  </a:lnTo>
                  <a:lnTo>
                    <a:pt x="137" y="43"/>
                  </a:lnTo>
                  <a:lnTo>
                    <a:pt x="137" y="43"/>
                  </a:lnTo>
                  <a:lnTo>
                    <a:pt x="137" y="43"/>
                  </a:lnTo>
                  <a:lnTo>
                    <a:pt x="135" y="43"/>
                  </a:lnTo>
                  <a:lnTo>
                    <a:pt x="135" y="43"/>
                  </a:lnTo>
                  <a:lnTo>
                    <a:pt x="135" y="43"/>
                  </a:lnTo>
                  <a:lnTo>
                    <a:pt x="135" y="41"/>
                  </a:lnTo>
                  <a:lnTo>
                    <a:pt x="133" y="41"/>
                  </a:lnTo>
                  <a:lnTo>
                    <a:pt x="133" y="41"/>
                  </a:lnTo>
                  <a:lnTo>
                    <a:pt x="133" y="41"/>
                  </a:lnTo>
                  <a:lnTo>
                    <a:pt x="133" y="41"/>
                  </a:lnTo>
                  <a:lnTo>
                    <a:pt x="133" y="41"/>
                  </a:lnTo>
                  <a:lnTo>
                    <a:pt x="133" y="41"/>
                  </a:lnTo>
                  <a:lnTo>
                    <a:pt x="133" y="41"/>
                  </a:lnTo>
                  <a:lnTo>
                    <a:pt x="133" y="40"/>
                  </a:lnTo>
                  <a:lnTo>
                    <a:pt x="131" y="41"/>
                  </a:lnTo>
                  <a:lnTo>
                    <a:pt x="131" y="41"/>
                  </a:lnTo>
                  <a:lnTo>
                    <a:pt x="131" y="41"/>
                  </a:lnTo>
                  <a:lnTo>
                    <a:pt x="131" y="41"/>
                  </a:lnTo>
                  <a:lnTo>
                    <a:pt x="129" y="42"/>
                  </a:lnTo>
                  <a:lnTo>
                    <a:pt x="129" y="42"/>
                  </a:lnTo>
                  <a:lnTo>
                    <a:pt x="129" y="42"/>
                  </a:lnTo>
                  <a:lnTo>
                    <a:pt x="129" y="42"/>
                  </a:lnTo>
                  <a:lnTo>
                    <a:pt x="127" y="43"/>
                  </a:lnTo>
                  <a:lnTo>
                    <a:pt x="127" y="43"/>
                  </a:lnTo>
                  <a:lnTo>
                    <a:pt x="127" y="43"/>
                  </a:lnTo>
                  <a:lnTo>
                    <a:pt x="127" y="43"/>
                  </a:lnTo>
                  <a:lnTo>
                    <a:pt x="126" y="43"/>
                  </a:lnTo>
                  <a:lnTo>
                    <a:pt x="126" y="43"/>
                  </a:lnTo>
                  <a:lnTo>
                    <a:pt x="126" y="43"/>
                  </a:lnTo>
                  <a:lnTo>
                    <a:pt x="126" y="43"/>
                  </a:lnTo>
                  <a:lnTo>
                    <a:pt x="124" y="43"/>
                  </a:lnTo>
                  <a:lnTo>
                    <a:pt x="123" y="43"/>
                  </a:lnTo>
                  <a:lnTo>
                    <a:pt x="121" y="43"/>
                  </a:lnTo>
                  <a:lnTo>
                    <a:pt x="121" y="43"/>
                  </a:lnTo>
                  <a:lnTo>
                    <a:pt x="120" y="43"/>
                  </a:lnTo>
                  <a:lnTo>
                    <a:pt x="119" y="43"/>
                  </a:lnTo>
                  <a:lnTo>
                    <a:pt x="117" y="43"/>
                  </a:lnTo>
                  <a:lnTo>
                    <a:pt x="117" y="43"/>
                  </a:lnTo>
                  <a:lnTo>
                    <a:pt x="115" y="43"/>
                  </a:lnTo>
                  <a:lnTo>
                    <a:pt x="113" y="43"/>
                  </a:lnTo>
                  <a:lnTo>
                    <a:pt x="112" y="43"/>
                  </a:lnTo>
                  <a:lnTo>
                    <a:pt x="112" y="43"/>
                  </a:lnTo>
                  <a:lnTo>
                    <a:pt x="110" y="43"/>
                  </a:lnTo>
                  <a:lnTo>
                    <a:pt x="110" y="43"/>
                  </a:lnTo>
                  <a:lnTo>
                    <a:pt x="109" y="43"/>
                  </a:lnTo>
                  <a:lnTo>
                    <a:pt x="109" y="43"/>
                  </a:lnTo>
                  <a:lnTo>
                    <a:pt x="107" y="45"/>
                  </a:lnTo>
                  <a:lnTo>
                    <a:pt x="107" y="45"/>
                  </a:lnTo>
                  <a:lnTo>
                    <a:pt x="107" y="47"/>
                  </a:lnTo>
                  <a:lnTo>
                    <a:pt x="107" y="47"/>
                  </a:lnTo>
                  <a:lnTo>
                    <a:pt x="105" y="49"/>
                  </a:lnTo>
                  <a:lnTo>
                    <a:pt x="105" y="49"/>
                  </a:lnTo>
                  <a:lnTo>
                    <a:pt x="105" y="50"/>
                  </a:lnTo>
                  <a:lnTo>
                    <a:pt x="105" y="50"/>
                  </a:lnTo>
                  <a:lnTo>
                    <a:pt x="103" y="52"/>
                  </a:lnTo>
                  <a:lnTo>
                    <a:pt x="103" y="53"/>
                  </a:lnTo>
                  <a:lnTo>
                    <a:pt x="103" y="55"/>
                  </a:lnTo>
                  <a:lnTo>
                    <a:pt x="103" y="55"/>
                  </a:lnTo>
                  <a:lnTo>
                    <a:pt x="103" y="56"/>
                  </a:lnTo>
                  <a:lnTo>
                    <a:pt x="103" y="56"/>
                  </a:lnTo>
                  <a:lnTo>
                    <a:pt x="103" y="58"/>
                  </a:lnTo>
                  <a:lnTo>
                    <a:pt x="103" y="58"/>
                  </a:lnTo>
                  <a:lnTo>
                    <a:pt x="101" y="60"/>
                  </a:lnTo>
                  <a:lnTo>
                    <a:pt x="101" y="60"/>
                  </a:lnTo>
                  <a:lnTo>
                    <a:pt x="101" y="60"/>
                  </a:lnTo>
                  <a:lnTo>
                    <a:pt x="101" y="60"/>
                  </a:lnTo>
                  <a:lnTo>
                    <a:pt x="101" y="60"/>
                  </a:lnTo>
                  <a:lnTo>
                    <a:pt x="101" y="60"/>
                  </a:lnTo>
                  <a:lnTo>
                    <a:pt x="101" y="60"/>
                  </a:lnTo>
                  <a:lnTo>
                    <a:pt x="101" y="60"/>
                  </a:lnTo>
                  <a:lnTo>
                    <a:pt x="100" y="60"/>
                  </a:lnTo>
                  <a:lnTo>
                    <a:pt x="100" y="60"/>
                  </a:lnTo>
                  <a:lnTo>
                    <a:pt x="100" y="60"/>
                  </a:lnTo>
                  <a:lnTo>
                    <a:pt x="100" y="60"/>
                  </a:lnTo>
                  <a:lnTo>
                    <a:pt x="99" y="60"/>
                  </a:lnTo>
                  <a:lnTo>
                    <a:pt x="99" y="60"/>
                  </a:lnTo>
                  <a:lnTo>
                    <a:pt x="98" y="60"/>
                  </a:lnTo>
                  <a:lnTo>
                    <a:pt x="98" y="60"/>
                  </a:lnTo>
                  <a:lnTo>
                    <a:pt x="96" y="62"/>
                  </a:lnTo>
                  <a:lnTo>
                    <a:pt x="96" y="62"/>
                  </a:lnTo>
                  <a:lnTo>
                    <a:pt x="95" y="62"/>
                  </a:lnTo>
                  <a:lnTo>
                    <a:pt x="95" y="62"/>
                  </a:lnTo>
                  <a:lnTo>
                    <a:pt x="93" y="63"/>
                  </a:lnTo>
                  <a:lnTo>
                    <a:pt x="93" y="63"/>
                  </a:lnTo>
                  <a:lnTo>
                    <a:pt x="93" y="63"/>
                  </a:lnTo>
                  <a:lnTo>
                    <a:pt x="93" y="63"/>
                  </a:lnTo>
                  <a:lnTo>
                    <a:pt x="91" y="65"/>
                  </a:lnTo>
                  <a:lnTo>
                    <a:pt x="91" y="65"/>
                  </a:lnTo>
                  <a:lnTo>
                    <a:pt x="90" y="65"/>
                  </a:lnTo>
                  <a:lnTo>
                    <a:pt x="90" y="65"/>
                  </a:lnTo>
                  <a:lnTo>
                    <a:pt x="89" y="65"/>
                  </a:lnTo>
                  <a:lnTo>
                    <a:pt x="89" y="65"/>
                  </a:lnTo>
                  <a:lnTo>
                    <a:pt x="89" y="65"/>
                  </a:lnTo>
                  <a:lnTo>
                    <a:pt x="89" y="65"/>
                  </a:lnTo>
                  <a:lnTo>
                    <a:pt x="87" y="65"/>
                  </a:lnTo>
                  <a:lnTo>
                    <a:pt x="87" y="65"/>
                  </a:lnTo>
                  <a:lnTo>
                    <a:pt x="87" y="65"/>
                  </a:lnTo>
                  <a:lnTo>
                    <a:pt x="87" y="65"/>
                  </a:lnTo>
                  <a:lnTo>
                    <a:pt x="86" y="65"/>
                  </a:lnTo>
                  <a:lnTo>
                    <a:pt x="86" y="65"/>
                  </a:lnTo>
                  <a:lnTo>
                    <a:pt x="86" y="65"/>
                  </a:lnTo>
                  <a:lnTo>
                    <a:pt x="86" y="64"/>
                  </a:lnTo>
                  <a:lnTo>
                    <a:pt x="86" y="64"/>
                  </a:lnTo>
                  <a:lnTo>
                    <a:pt x="86" y="64"/>
                  </a:lnTo>
                  <a:lnTo>
                    <a:pt x="86" y="64"/>
                  </a:lnTo>
                  <a:lnTo>
                    <a:pt x="86" y="63"/>
                  </a:lnTo>
                  <a:lnTo>
                    <a:pt x="86" y="63"/>
                  </a:lnTo>
                  <a:lnTo>
                    <a:pt x="86" y="63"/>
                  </a:lnTo>
                  <a:lnTo>
                    <a:pt x="86" y="63"/>
                  </a:lnTo>
                  <a:lnTo>
                    <a:pt x="86" y="62"/>
                  </a:lnTo>
                  <a:lnTo>
                    <a:pt x="84" y="62"/>
                  </a:lnTo>
                  <a:lnTo>
                    <a:pt x="84" y="62"/>
                  </a:lnTo>
                  <a:lnTo>
                    <a:pt x="84" y="62"/>
                  </a:lnTo>
                  <a:lnTo>
                    <a:pt x="84" y="62"/>
                  </a:lnTo>
                  <a:lnTo>
                    <a:pt x="83" y="62"/>
                  </a:lnTo>
                  <a:lnTo>
                    <a:pt x="83" y="62"/>
                  </a:lnTo>
                  <a:lnTo>
                    <a:pt x="83" y="62"/>
                  </a:lnTo>
                  <a:lnTo>
                    <a:pt x="83" y="61"/>
                  </a:lnTo>
                  <a:lnTo>
                    <a:pt x="81" y="62"/>
                  </a:lnTo>
                  <a:lnTo>
                    <a:pt x="81" y="62"/>
                  </a:lnTo>
                  <a:lnTo>
                    <a:pt x="81" y="62"/>
                  </a:lnTo>
                  <a:lnTo>
                    <a:pt x="81" y="62"/>
                  </a:lnTo>
                  <a:lnTo>
                    <a:pt x="81" y="62"/>
                  </a:lnTo>
                  <a:lnTo>
                    <a:pt x="81" y="62"/>
                  </a:lnTo>
                  <a:lnTo>
                    <a:pt x="81" y="62"/>
                  </a:lnTo>
                  <a:lnTo>
                    <a:pt x="81" y="62"/>
                  </a:lnTo>
                  <a:lnTo>
                    <a:pt x="80" y="63"/>
                  </a:lnTo>
                  <a:lnTo>
                    <a:pt x="80" y="63"/>
                  </a:lnTo>
                  <a:lnTo>
                    <a:pt x="80" y="63"/>
                  </a:lnTo>
                  <a:lnTo>
                    <a:pt x="80" y="63"/>
                  </a:lnTo>
                  <a:lnTo>
                    <a:pt x="80" y="65"/>
                  </a:lnTo>
                  <a:lnTo>
                    <a:pt x="80" y="65"/>
                  </a:lnTo>
                  <a:lnTo>
                    <a:pt x="80" y="65"/>
                  </a:lnTo>
                  <a:lnTo>
                    <a:pt x="80" y="65"/>
                  </a:lnTo>
                  <a:lnTo>
                    <a:pt x="80" y="67"/>
                  </a:lnTo>
                  <a:lnTo>
                    <a:pt x="80" y="67"/>
                  </a:lnTo>
                  <a:lnTo>
                    <a:pt x="80" y="67"/>
                  </a:lnTo>
                  <a:lnTo>
                    <a:pt x="80" y="67"/>
                  </a:lnTo>
                  <a:lnTo>
                    <a:pt x="80" y="67"/>
                  </a:lnTo>
                  <a:lnTo>
                    <a:pt x="80" y="67"/>
                  </a:lnTo>
                  <a:lnTo>
                    <a:pt x="80" y="67"/>
                  </a:lnTo>
                  <a:lnTo>
                    <a:pt x="80" y="67"/>
                  </a:lnTo>
                  <a:lnTo>
                    <a:pt x="78" y="69"/>
                  </a:lnTo>
                  <a:lnTo>
                    <a:pt x="78" y="69"/>
                  </a:lnTo>
                  <a:lnTo>
                    <a:pt x="78" y="69"/>
                  </a:lnTo>
                  <a:lnTo>
                    <a:pt x="78" y="69"/>
                  </a:lnTo>
                  <a:lnTo>
                    <a:pt x="76" y="71"/>
                  </a:lnTo>
                  <a:lnTo>
                    <a:pt x="76" y="71"/>
                  </a:lnTo>
                  <a:lnTo>
                    <a:pt x="76" y="71"/>
                  </a:lnTo>
                  <a:lnTo>
                    <a:pt x="76" y="71"/>
                  </a:lnTo>
                  <a:lnTo>
                    <a:pt x="75" y="72"/>
                  </a:lnTo>
                  <a:lnTo>
                    <a:pt x="75" y="72"/>
                  </a:lnTo>
                  <a:lnTo>
                    <a:pt x="75" y="72"/>
                  </a:lnTo>
                  <a:lnTo>
                    <a:pt x="75" y="72"/>
                  </a:lnTo>
                  <a:lnTo>
                    <a:pt x="75" y="72"/>
                  </a:lnTo>
                  <a:lnTo>
                    <a:pt x="75" y="72"/>
                  </a:lnTo>
                  <a:lnTo>
                    <a:pt x="75" y="72"/>
                  </a:lnTo>
                  <a:lnTo>
                    <a:pt x="75" y="72"/>
                  </a:lnTo>
                  <a:lnTo>
                    <a:pt x="73" y="72"/>
                  </a:lnTo>
                  <a:lnTo>
                    <a:pt x="71" y="72"/>
                  </a:lnTo>
                  <a:lnTo>
                    <a:pt x="69" y="72"/>
                  </a:lnTo>
                  <a:lnTo>
                    <a:pt x="69" y="72"/>
                  </a:lnTo>
                  <a:lnTo>
                    <a:pt x="68" y="72"/>
                  </a:lnTo>
                  <a:lnTo>
                    <a:pt x="68" y="72"/>
                  </a:lnTo>
                  <a:lnTo>
                    <a:pt x="66" y="72"/>
                  </a:lnTo>
                  <a:lnTo>
                    <a:pt x="66" y="72"/>
                  </a:lnTo>
                  <a:lnTo>
                    <a:pt x="64" y="72"/>
                  </a:lnTo>
                  <a:lnTo>
                    <a:pt x="64" y="72"/>
                  </a:lnTo>
                  <a:lnTo>
                    <a:pt x="62" y="72"/>
                  </a:lnTo>
                  <a:lnTo>
                    <a:pt x="62" y="72"/>
                  </a:lnTo>
                  <a:lnTo>
                    <a:pt x="61" y="72"/>
                  </a:lnTo>
                  <a:lnTo>
                    <a:pt x="61" y="72"/>
                  </a:lnTo>
                  <a:lnTo>
                    <a:pt x="61" y="72"/>
                  </a:lnTo>
                  <a:lnTo>
                    <a:pt x="61" y="72"/>
                  </a:lnTo>
                  <a:lnTo>
                    <a:pt x="59" y="75"/>
                  </a:lnTo>
                  <a:lnTo>
                    <a:pt x="59" y="75"/>
                  </a:lnTo>
                  <a:lnTo>
                    <a:pt x="59" y="75"/>
                  </a:lnTo>
                  <a:lnTo>
                    <a:pt x="59" y="75"/>
                  </a:lnTo>
                  <a:lnTo>
                    <a:pt x="59" y="76"/>
                  </a:lnTo>
                  <a:lnTo>
                    <a:pt x="59" y="76"/>
                  </a:lnTo>
                  <a:lnTo>
                    <a:pt x="59" y="76"/>
                  </a:lnTo>
                  <a:lnTo>
                    <a:pt x="59" y="76"/>
                  </a:lnTo>
                  <a:lnTo>
                    <a:pt x="59" y="78"/>
                  </a:lnTo>
                  <a:lnTo>
                    <a:pt x="59" y="78"/>
                  </a:lnTo>
                  <a:lnTo>
                    <a:pt x="59" y="78"/>
                  </a:lnTo>
                  <a:lnTo>
                    <a:pt x="59" y="78"/>
                  </a:lnTo>
                  <a:lnTo>
                    <a:pt x="59" y="78"/>
                  </a:lnTo>
                  <a:lnTo>
                    <a:pt x="59" y="78"/>
                  </a:lnTo>
                  <a:lnTo>
                    <a:pt x="59" y="78"/>
                  </a:lnTo>
                  <a:lnTo>
                    <a:pt x="59" y="78"/>
                  </a:lnTo>
                  <a:lnTo>
                    <a:pt x="59" y="80"/>
                  </a:lnTo>
                  <a:lnTo>
                    <a:pt x="59" y="80"/>
                  </a:lnTo>
                  <a:lnTo>
                    <a:pt x="59" y="80"/>
                  </a:lnTo>
                  <a:lnTo>
                    <a:pt x="59" y="80"/>
                  </a:lnTo>
                  <a:lnTo>
                    <a:pt x="59" y="82"/>
                  </a:lnTo>
                  <a:lnTo>
                    <a:pt x="59" y="82"/>
                  </a:lnTo>
                  <a:lnTo>
                    <a:pt x="59" y="82"/>
                  </a:lnTo>
                  <a:lnTo>
                    <a:pt x="61" y="82"/>
                  </a:lnTo>
                  <a:lnTo>
                    <a:pt x="61" y="84"/>
                  </a:lnTo>
                  <a:lnTo>
                    <a:pt x="61" y="84"/>
                  </a:lnTo>
                  <a:lnTo>
                    <a:pt x="61" y="84"/>
                  </a:lnTo>
                  <a:lnTo>
                    <a:pt x="62" y="84"/>
                  </a:lnTo>
                  <a:lnTo>
                    <a:pt x="62" y="84"/>
                  </a:lnTo>
                  <a:lnTo>
                    <a:pt x="62" y="84"/>
                  </a:lnTo>
                  <a:lnTo>
                    <a:pt x="62" y="84"/>
                  </a:lnTo>
                  <a:lnTo>
                    <a:pt x="63" y="84"/>
                  </a:lnTo>
                  <a:lnTo>
                    <a:pt x="62" y="85"/>
                  </a:lnTo>
                  <a:lnTo>
                    <a:pt x="62" y="85"/>
                  </a:lnTo>
                  <a:lnTo>
                    <a:pt x="62" y="85"/>
                  </a:lnTo>
                  <a:lnTo>
                    <a:pt x="62" y="85"/>
                  </a:lnTo>
                  <a:lnTo>
                    <a:pt x="61" y="85"/>
                  </a:lnTo>
                  <a:lnTo>
                    <a:pt x="61" y="85"/>
                  </a:lnTo>
                  <a:lnTo>
                    <a:pt x="61" y="85"/>
                  </a:lnTo>
                  <a:lnTo>
                    <a:pt x="61" y="85"/>
                  </a:lnTo>
                  <a:lnTo>
                    <a:pt x="59" y="85"/>
                  </a:lnTo>
                  <a:lnTo>
                    <a:pt x="59" y="85"/>
                  </a:lnTo>
                  <a:lnTo>
                    <a:pt x="59" y="85"/>
                  </a:lnTo>
                  <a:lnTo>
                    <a:pt x="59" y="85"/>
                  </a:lnTo>
                  <a:lnTo>
                    <a:pt x="57" y="85"/>
                  </a:lnTo>
                  <a:lnTo>
                    <a:pt x="57" y="85"/>
                  </a:lnTo>
                  <a:lnTo>
                    <a:pt x="57" y="85"/>
                  </a:lnTo>
                  <a:lnTo>
                    <a:pt x="57" y="84"/>
                  </a:lnTo>
                  <a:lnTo>
                    <a:pt x="57" y="86"/>
                  </a:lnTo>
                  <a:lnTo>
                    <a:pt x="57" y="86"/>
                  </a:lnTo>
                  <a:lnTo>
                    <a:pt x="57" y="86"/>
                  </a:lnTo>
                  <a:lnTo>
                    <a:pt x="57" y="86"/>
                  </a:lnTo>
                  <a:lnTo>
                    <a:pt x="57" y="86"/>
                  </a:lnTo>
                  <a:lnTo>
                    <a:pt x="57" y="86"/>
                  </a:lnTo>
                  <a:lnTo>
                    <a:pt x="57" y="86"/>
                  </a:lnTo>
                  <a:lnTo>
                    <a:pt x="57" y="86"/>
                  </a:lnTo>
                  <a:lnTo>
                    <a:pt x="57" y="87"/>
                  </a:lnTo>
                  <a:lnTo>
                    <a:pt x="57" y="87"/>
                  </a:lnTo>
                  <a:lnTo>
                    <a:pt x="57" y="87"/>
                  </a:lnTo>
                  <a:lnTo>
                    <a:pt x="57" y="87"/>
                  </a:lnTo>
                  <a:lnTo>
                    <a:pt x="57" y="87"/>
                  </a:lnTo>
                  <a:lnTo>
                    <a:pt x="57" y="87"/>
                  </a:lnTo>
                  <a:lnTo>
                    <a:pt x="57" y="87"/>
                  </a:lnTo>
                  <a:lnTo>
                    <a:pt x="57" y="87"/>
                  </a:lnTo>
                  <a:lnTo>
                    <a:pt x="55" y="87"/>
                  </a:lnTo>
                  <a:lnTo>
                    <a:pt x="55" y="87"/>
                  </a:lnTo>
                  <a:lnTo>
                    <a:pt x="54" y="87"/>
                  </a:lnTo>
                  <a:lnTo>
                    <a:pt x="54" y="87"/>
                  </a:lnTo>
                  <a:lnTo>
                    <a:pt x="52" y="87"/>
                  </a:lnTo>
                  <a:lnTo>
                    <a:pt x="52" y="87"/>
                  </a:lnTo>
                  <a:lnTo>
                    <a:pt x="52" y="87"/>
                  </a:lnTo>
                  <a:lnTo>
                    <a:pt x="52" y="87"/>
                  </a:lnTo>
                  <a:lnTo>
                    <a:pt x="50" y="87"/>
                  </a:lnTo>
                  <a:lnTo>
                    <a:pt x="50" y="87"/>
                  </a:lnTo>
                  <a:lnTo>
                    <a:pt x="49" y="87"/>
                  </a:lnTo>
                  <a:lnTo>
                    <a:pt x="49" y="87"/>
                  </a:lnTo>
                  <a:lnTo>
                    <a:pt x="47" y="87"/>
                  </a:lnTo>
                  <a:lnTo>
                    <a:pt x="47" y="87"/>
                  </a:lnTo>
                  <a:lnTo>
                    <a:pt x="47" y="87"/>
                  </a:lnTo>
                  <a:lnTo>
                    <a:pt x="47" y="87"/>
                  </a:lnTo>
                  <a:lnTo>
                    <a:pt x="46" y="89"/>
                  </a:lnTo>
                  <a:lnTo>
                    <a:pt x="44" y="89"/>
                  </a:lnTo>
                  <a:lnTo>
                    <a:pt x="42" y="89"/>
                  </a:lnTo>
                  <a:lnTo>
                    <a:pt x="42" y="89"/>
                  </a:lnTo>
                  <a:lnTo>
                    <a:pt x="40" y="90"/>
                  </a:lnTo>
                  <a:lnTo>
                    <a:pt x="38" y="90"/>
                  </a:lnTo>
                  <a:lnTo>
                    <a:pt x="36" y="90"/>
                  </a:lnTo>
                  <a:lnTo>
                    <a:pt x="36" y="90"/>
                  </a:lnTo>
                  <a:lnTo>
                    <a:pt x="34" y="91"/>
                  </a:lnTo>
                  <a:lnTo>
                    <a:pt x="32" y="91"/>
                  </a:lnTo>
                  <a:lnTo>
                    <a:pt x="30" y="91"/>
                  </a:lnTo>
                  <a:lnTo>
                    <a:pt x="30" y="91"/>
                  </a:lnTo>
                  <a:lnTo>
                    <a:pt x="28" y="91"/>
                  </a:lnTo>
                  <a:lnTo>
                    <a:pt x="28" y="91"/>
                  </a:lnTo>
                  <a:lnTo>
                    <a:pt x="27" y="91"/>
                  </a:lnTo>
                  <a:lnTo>
                    <a:pt x="27" y="90"/>
                  </a:lnTo>
                  <a:lnTo>
                    <a:pt x="25" y="90"/>
                  </a:lnTo>
                  <a:lnTo>
                    <a:pt x="24" y="90"/>
                  </a:lnTo>
                  <a:lnTo>
                    <a:pt x="22" y="90"/>
                  </a:lnTo>
                  <a:lnTo>
                    <a:pt x="22" y="89"/>
                  </a:lnTo>
                  <a:lnTo>
                    <a:pt x="20" y="89"/>
                  </a:lnTo>
                  <a:lnTo>
                    <a:pt x="20" y="88"/>
                  </a:lnTo>
                  <a:lnTo>
                    <a:pt x="20" y="88"/>
                  </a:lnTo>
                  <a:lnTo>
                    <a:pt x="20" y="86"/>
                  </a:lnTo>
                  <a:lnTo>
                    <a:pt x="18" y="86"/>
                  </a:lnTo>
                  <a:lnTo>
                    <a:pt x="18" y="86"/>
                  </a:lnTo>
                  <a:lnTo>
                    <a:pt x="17" y="86"/>
                  </a:lnTo>
                  <a:lnTo>
                    <a:pt x="17" y="84"/>
                  </a:lnTo>
                  <a:lnTo>
                    <a:pt x="15" y="84"/>
                  </a:lnTo>
                  <a:lnTo>
                    <a:pt x="15" y="84"/>
                  </a:lnTo>
                  <a:lnTo>
                    <a:pt x="15" y="84"/>
                  </a:lnTo>
                  <a:lnTo>
                    <a:pt x="15" y="84"/>
                  </a:lnTo>
                  <a:lnTo>
                    <a:pt x="13" y="84"/>
                  </a:lnTo>
                  <a:lnTo>
                    <a:pt x="13" y="84"/>
                  </a:lnTo>
                  <a:lnTo>
                    <a:pt x="13" y="84"/>
                  </a:lnTo>
                  <a:lnTo>
                    <a:pt x="13" y="84"/>
                  </a:lnTo>
                  <a:lnTo>
                    <a:pt x="12" y="84"/>
                  </a:lnTo>
                  <a:lnTo>
                    <a:pt x="12" y="84"/>
                  </a:lnTo>
                  <a:lnTo>
                    <a:pt x="12" y="84"/>
                  </a:lnTo>
                  <a:lnTo>
                    <a:pt x="12" y="83"/>
                  </a:lnTo>
                  <a:lnTo>
                    <a:pt x="10" y="83"/>
                  </a:lnTo>
                  <a:lnTo>
                    <a:pt x="10" y="83"/>
                  </a:lnTo>
                  <a:lnTo>
                    <a:pt x="10" y="83"/>
                  </a:lnTo>
                  <a:lnTo>
                    <a:pt x="10" y="82"/>
                  </a:lnTo>
                  <a:lnTo>
                    <a:pt x="10" y="82"/>
                  </a:lnTo>
                  <a:lnTo>
                    <a:pt x="10" y="82"/>
                  </a:lnTo>
                  <a:lnTo>
                    <a:pt x="10" y="82"/>
                  </a:lnTo>
                  <a:lnTo>
                    <a:pt x="10" y="81"/>
                  </a:lnTo>
                  <a:lnTo>
                    <a:pt x="9" y="81"/>
                  </a:lnTo>
                  <a:lnTo>
                    <a:pt x="9" y="81"/>
                  </a:lnTo>
                  <a:lnTo>
                    <a:pt x="9" y="81"/>
                  </a:lnTo>
                  <a:lnTo>
                    <a:pt x="9" y="81"/>
                  </a:lnTo>
                  <a:lnTo>
                    <a:pt x="8" y="81"/>
                  </a:lnTo>
                  <a:lnTo>
                    <a:pt x="8" y="81"/>
                  </a:lnTo>
                  <a:lnTo>
                    <a:pt x="8" y="81"/>
                  </a:lnTo>
                  <a:lnTo>
                    <a:pt x="8" y="81"/>
                  </a:lnTo>
                  <a:lnTo>
                    <a:pt x="7" y="81"/>
                  </a:lnTo>
                  <a:lnTo>
                    <a:pt x="7" y="81"/>
                  </a:lnTo>
                  <a:lnTo>
                    <a:pt x="7" y="81"/>
                  </a:lnTo>
                  <a:lnTo>
                    <a:pt x="7" y="81"/>
                  </a:lnTo>
                  <a:lnTo>
                    <a:pt x="7" y="81"/>
                  </a:lnTo>
                  <a:lnTo>
                    <a:pt x="7" y="81"/>
                  </a:lnTo>
                  <a:lnTo>
                    <a:pt x="7" y="81"/>
                  </a:lnTo>
                  <a:lnTo>
                    <a:pt x="7" y="80"/>
                  </a:lnTo>
                  <a:lnTo>
                    <a:pt x="5" y="80"/>
                  </a:lnTo>
                  <a:lnTo>
                    <a:pt x="5" y="80"/>
                  </a:lnTo>
                  <a:lnTo>
                    <a:pt x="5" y="80"/>
                  </a:lnTo>
                  <a:lnTo>
                    <a:pt x="5" y="79"/>
                  </a:lnTo>
                  <a:lnTo>
                    <a:pt x="5" y="79"/>
                  </a:lnTo>
                  <a:lnTo>
                    <a:pt x="5" y="79"/>
                  </a:lnTo>
                  <a:lnTo>
                    <a:pt x="5" y="79"/>
                  </a:lnTo>
                  <a:lnTo>
                    <a:pt x="5" y="77"/>
                  </a:lnTo>
                  <a:lnTo>
                    <a:pt x="5" y="77"/>
                  </a:lnTo>
                  <a:lnTo>
                    <a:pt x="5" y="77"/>
                  </a:lnTo>
                  <a:lnTo>
                    <a:pt x="5" y="77"/>
                  </a:lnTo>
                  <a:lnTo>
                    <a:pt x="5" y="75"/>
                  </a:lnTo>
                  <a:lnTo>
                    <a:pt x="5" y="75"/>
                  </a:lnTo>
                  <a:lnTo>
                    <a:pt x="5" y="75"/>
                  </a:lnTo>
                  <a:lnTo>
                    <a:pt x="5" y="75"/>
                  </a:lnTo>
                  <a:lnTo>
                    <a:pt x="5" y="72"/>
                  </a:lnTo>
                  <a:lnTo>
                    <a:pt x="3" y="72"/>
                  </a:lnTo>
                  <a:lnTo>
                    <a:pt x="3" y="72"/>
                  </a:lnTo>
                  <a:lnTo>
                    <a:pt x="3" y="72"/>
                  </a:lnTo>
                  <a:lnTo>
                    <a:pt x="3" y="71"/>
                  </a:lnTo>
                  <a:lnTo>
                    <a:pt x="2" y="71"/>
                  </a:lnTo>
                  <a:lnTo>
                    <a:pt x="2" y="71"/>
                  </a:lnTo>
                  <a:lnTo>
                    <a:pt x="2" y="71"/>
                  </a:lnTo>
                  <a:lnTo>
                    <a:pt x="2" y="69"/>
                  </a:lnTo>
                  <a:lnTo>
                    <a:pt x="0" y="69"/>
                  </a:lnTo>
                  <a:lnTo>
                    <a:pt x="0" y="69"/>
                  </a:lnTo>
                  <a:lnTo>
                    <a:pt x="0" y="69"/>
                  </a:lnTo>
                  <a:lnTo>
                    <a:pt x="0" y="67"/>
                  </a:lnTo>
                  <a:lnTo>
                    <a:pt x="0" y="67"/>
                  </a:lnTo>
                  <a:lnTo>
                    <a:pt x="0" y="65"/>
                  </a:lnTo>
                  <a:lnTo>
                    <a:pt x="0" y="65"/>
                  </a:lnTo>
                  <a:lnTo>
                    <a:pt x="0" y="63"/>
                  </a:lnTo>
                  <a:lnTo>
                    <a:pt x="0" y="63"/>
                  </a:lnTo>
                  <a:lnTo>
                    <a:pt x="0" y="63"/>
                  </a:lnTo>
                  <a:lnTo>
                    <a:pt x="0" y="63"/>
                  </a:lnTo>
                  <a:lnTo>
                    <a:pt x="0" y="63"/>
                  </a:lnTo>
                  <a:lnTo>
                    <a:pt x="0" y="63"/>
                  </a:lnTo>
                  <a:lnTo>
                    <a:pt x="0" y="63"/>
                  </a:lnTo>
                  <a:lnTo>
                    <a:pt x="0" y="63"/>
                  </a:lnTo>
                  <a:lnTo>
                    <a:pt x="0" y="62"/>
                  </a:lnTo>
                  <a:lnTo>
                    <a:pt x="0" y="62"/>
                  </a:lnTo>
                  <a:lnTo>
                    <a:pt x="0" y="62"/>
                  </a:lnTo>
                  <a:lnTo>
                    <a:pt x="0" y="62"/>
                  </a:lnTo>
                  <a:lnTo>
                    <a:pt x="0" y="60"/>
                  </a:lnTo>
                  <a:lnTo>
                    <a:pt x="0" y="60"/>
                  </a:lnTo>
                  <a:lnTo>
                    <a:pt x="0" y="60"/>
                  </a:lnTo>
                  <a:lnTo>
                    <a:pt x="0" y="60"/>
                  </a:lnTo>
                  <a:lnTo>
                    <a:pt x="2" y="58"/>
                  </a:lnTo>
                  <a:lnTo>
                    <a:pt x="1" y="58"/>
                  </a:lnTo>
                  <a:lnTo>
                    <a:pt x="1" y="58"/>
                  </a:lnTo>
                  <a:lnTo>
                    <a:pt x="1" y="58"/>
                  </a:lnTo>
                  <a:lnTo>
                    <a:pt x="1" y="57"/>
                  </a:lnTo>
                  <a:lnTo>
                    <a:pt x="1" y="57"/>
                  </a:lnTo>
                  <a:lnTo>
                    <a:pt x="1" y="56"/>
                  </a:lnTo>
                  <a:lnTo>
                    <a:pt x="1" y="56"/>
                  </a:lnTo>
                  <a:lnTo>
                    <a:pt x="1" y="55"/>
                  </a:lnTo>
                  <a:lnTo>
                    <a:pt x="1" y="55"/>
                  </a:lnTo>
                  <a:lnTo>
                    <a:pt x="1" y="54"/>
                  </a:lnTo>
                  <a:lnTo>
                    <a:pt x="1" y="54"/>
                  </a:lnTo>
                  <a:lnTo>
                    <a:pt x="1" y="52"/>
                  </a:lnTo>
                  <a:lnTo>
                    <a:pt x="1" y="52"/>
                  </a:lnTo>
                  <a:lnTo>
                    <a:pt x="1" y="50"/>
                  </a:lnTo>
                  <a:lnTo>
                    <a:pt x="1" y="50"/>
                  </a:lnTo>
                  <a:lnTo>
                    <a:pt x="2" y="48"/>
                  </a:lnTo>
                  <a:lnTo>
                    <a:pt x="2" y="48"/>
                  </a:lnTo>
                  <a:lnTo>
                    <a:pt x="2" y="48"/>
                  </a:lnTo>
                  <a:lnTo>
                    <a:pt x="2" y="48"/>
                  </a:lnTo>
                  <a:lnTo>
                    <a:pt x="2" y="47"/>
                  </a:lnTo>
                  <a:lnTo>
                    <a:pt x="2" y="47"/>
                  </a:lnTo>
                  <a:lnTo>
                    <a:pt x="2" y="47"/>
                  </a:lnTo>
                  <a:lnTo>
                    <a:pt x="2" y="47"/>
                  </a:lnTo>
                  <a:lnTo>
                    <a:pt x="3" y="45"/>
                  </a:lnTo>
                  <a:lnTo>
                    <a:pt x="3" y="45"/>
                  </a:lnTo>
                  <a:lnTo>
                    <a:pt x="3" y="45"/>
                  </a:lnTo>
                  <a:lnTo>
                    <a:pt x="3" y="45"/>
                  </a:lnTo>
                  <a:lnTo>
                    <a:pt x="5" y="43"/>
                  </a:lnTo>
                  <a:lnTo>
                    <a:pt x="5" y="43"/>
                  </a:lnTo>
                  <a:lnTo>
                    <a:pt x="5" y="43"/>
                  </a:lnTo>
                  <a:lnTo>
                    <a:pt x="5" y="43"/>
                  </a:lnTo>
                  <a:lnTo>
                    <a:pt x="7" y="42"/>
                  </a:lnTo>
                  <a:lnTo>
                    <a:pt x="7" y="42"/>
                  </a:lnTo>
                  <a:lnTo>
                    <a:pt x="7" y="42"/>
                  </a:lnTo>
                  <a:lnTo>
                    <a:pt x="7" y="42"/>
                  </a:lnTo>
                  <a:lnTo>
                    <a:pt x="8" y="42"/>
                  </a:lnTo>
                  <a:lnTo>
                    <a:pt x="8" y="43"/>
                  </a:lnTo>
                  <a:lnTo>
                    <a:pt x="8" y="43"/>
                  </a:lnTo>
                  <a:lnTo>
                    <a:pt x="8" y="43"/>
                  </a:lnTo>
                  <a:lnTo>
                    <a:pt x="9" y="43"/>
                  </a:lnTo>
                  <a:lnTo>
                    <a:pt x="9" y="44"/>
                  </a:lnTo>
                  <a:lnTo>
                    <a:pt x="9" y="44"/>
                  </a:lnTo>
                  <a:lnTo>
                    <a:pt x="9" y="44"/>
                  </a:lnTo>
                  <a:lnTo>
                    <a:pt x="10" y="44"/>
                  </a:lnTo>
                  <a:lnTo>
                    <a:pt x="10" y="44"/>
                  </a:lnTo>
                  <a:lnTo>
                    <a:pt x="10" y="44"/>
                  </a:lnTo>
                  <a:lnTo>
                    <a:pt x="10" y="44"/>
                  </a:lnTo>
                  <a:lnTo>
                    <a:pt x="13" y="44"/>
                  </a:lnTo>
                  <a:lnTo>
                    <a:pt x="13" y="44"/>
                  </a:lnTo>
                  <a:lnTo>
                    <a:pt x="13" y="44"/>
                  </a:lnTo>
                  <a:lnTo>
                    <a:pt x="13" y="44"/>
                  </a:lnTo>
                  <a:lnTo>
                    <a:pt x="15" y="44"/>
                  </a:lnTo>
                  <a:lnTo>
                    <a:pt x="15" y="44"/>
                  </a:lnTo>
                  <a:lnTo>
                    <a:pt x="15" y="44"/>
                  </a:lnTo>
                  <a:lnTo>
                    <a:pt x="15" y="44"/>
                  </a:lnTo>
                  <a:lnTo>
                    <a:pt x="17" y="44"/>
                  </a:lnTo>
                  <a:lnTo>
                    <a:pt x="17" y="44"/>
                  </a:lnTo>
                  <a:lnTo>
                    <a:pt x="17" y="44"/>
                  </a:lnTo>
                  <a:lnTo>
                    <a:pt x="17" y="44"/>
                  </a:lnTo>
                  <a:lnTo>
                    <a:pt x="19" y="44"/>
                  </a:lnTo>
                  <a:lnTo>
                    <a:pt x="19" y="44"/>
                  </a:lnTo>
                  <a:lnTo>
                    <a:pt x="20" y="44"/>
                  </a:lnTo>
                  <a:lnTo>
                    <a:pt x="20" y="44"/>
                  </a:lnTo>
                  <a:lnTo>
                    <a:pt x="22" y="42"/>
                  </a:lnTo>
                  <a:lnTo>
                    <a:pt x="22" y="42"/>
                  </a:lnTo>
                  <a:lnTo>
                    <a:pt x="22" y="42"/>
                  </a:lnTo>
                  <a:lnTo>
                    <a:pt x="22" y="42"/>
                  </a:lnTo>
                  <a:lnTo>
                    <a:pt x="22" y="41"/>
                  </a:lnTo>
                  <a:lnTo>
                    <a:pt x="22" y="41"/>
                  </a:lnTo>
                  <a:lnTo>
                    <a:pt x="22" y="41"/>
                  </a:lnTo>
                  <a:lnTo>
                    <a:pt x="22" y="41"/>
                  </a:lnTo>
                  <a:lnTo>
                    <a:pt x="24" y="39"/>
                  </a:lnTo>
                  <a:lnTo>
                    <a:pt x="24" y="39"/>
                  </a:lnTo>
                  <a:lnTo>
                    <a:pt x="24" y="39"/>
                  </a:lnTo>
                  <a:lnTo>
                    <a:pt x="24" y="39"/>
                  </a:lnTo>
                  <a:lnTo>
                    <a:pt x="25" y="37"/>
                  </a:lnTo>
                  <a:lnTo>
                    <a:pt x="25" y="37"/>
                  </a:lnTo>
                  <a:lnTo>
                    <a:pt x="25" y="37"/>
                  </a:lnTo>
                  <a:lnTo>
                    <a:pt x="25" y="37"/>
                  </a:lnTo>
                  <a:lnTo>
                    <a:pt x="27" y="35"/>
                  </a:lnTo>
                  <a:lnTo>
                    <a:pt x="27" y="35"/>
                  </a:lnTo>
                  <a:lnTo>
                    <a:pt x="27" y="35"/>
                  </a:lnTo>
                  <a:lnTo>
                    <a:pt x="27" y="35"/>
                  </a:lnTo>
                  <a:lnTo>
                    <a:pt x="29" y="35"/>
                  </a:lnTo>
                  <a:lnTo>
                    <a:pt x="29" y="35"/>
                  </a:lnTo>
                  <a:lnTo>
                    <a:pt x="29" y="35"/>
                  </a:lnTo>
                  <a:lnTo>
                    <a:pt x="29" y="35"/>
                  </a:lnTo>
                  <a:lnTo>
                    <a:pt x="31" y="34"/>
                  </a:lnTo>
                  <a:lnTo>
                    <a:pt x="31" y="34"/>
                  </a:lnTo>
                  <a:lnTo>
                    <a:pt x="31" y="34"/>
                  </a:lnTo>
                  <a:lnTo>
                    <a:pt x="31" y="34"/>
                  </a:lnTo>
                  <a:lnTo>
                    <a:pt x="32" y="32"/>
                  </a:lnTo>
                  <a:lnTo>
                    <a:pt x="32" y="32"/>
                  </a:lnTo>
                  <a:lnTo>
                    <a:pt x="32" y="32"/>
                  </a:lnTo>
                  <a:lnTo>
                    <a:pt x="32" y="32"/>
                  </a:lnTo>
                  <a:lnTo>
                    <a:pt x="33" y="30"/>
                  </a:lnTo>
                  <a:lnTo>
                    <a:pt x="33" y="30"/>
                  </a:lnTo>
                  <a:lnTo>
                    <a:pt x="33" y="30"/>
                  </a:lnTo>
                  <a:lnTo>
                    <a:pt x="33" y="30"/>
                  </a:lnTo>
                  <a:lnTo>
                    <a:pt x="33" y="29"/>
                  </a:lnTo>
                  <a:lnTo>
                    <a:pt x="33" y="29"/>
                  </a:lnTo>
                  <a:lnTo>
                    <a:pt x="33" y="28"/>
                  </a:lnTo>
                  <a:lnTo>
                    <a:pt x="33" y="28"/>
                  </a:lnTo>
                  <a:lnTo>
                    <a:pt x="34" y="26"/>
                  </a:lnTo>
                  <a:lnTo>
                    <a:pt x="34" y="26"/>
                  </a:lnTo>
                  <a:lnTo>
                    <a:pt x="34" y="25"/>
                  </a:lnTo>
                  <a:lnTo>
                    <a:pt x="34" y="25"/>
                  </a:lnTo>
                  <a:lnTo>
                    <a:pt x="34" y="23"/>
                  </a:lnTo>
                  <a:lnTo>
                    <a:pt x="34" y="23"/>
                  </a:lnTo>
                  <a:lnTo>
                    <a:pt x="34" y="22"/>
                  </a:lnTo>
                  <a:lnTo>
                    <a:pt x="34" y="22"/>
                  </a:lnTo>
                  <a:lnTo>
                    <a:pt x="35" y="20"/>
                  </a:lnTo>
                  <a:lnTo>
                    <a:pt x="35" y="20"/>
                  </a:lnTo>
                  <a:lnTo>
                    <a:pt x="35" y="20"/>
                  </a:lnTo>
                  <a:lnTo>
                    <a:pt x="35" y="20"/>
                  </a:lnTo>
                  <a:lnTo>
                    <a:pt x="35" y="20"/>
                  </a:lnTo>
                  <a:lnTo>
                    <a:pt x="35" y="20"/>
                  </a:lnTo>
                  <a:lnTo>
                    <a:pt x="35" y="20"/>
                  </a:lnTo>
                  <a:lnTo>
                    <a:pt x="35" y="20"/>
                  </a:lnTo>
                  <a:lnTo>
                    <a:pt x="37" y="19"/>
                  </a:lnTo>
                  <a:lnTo>
                    <a:pt x="37" y="19"/>
                  </a:lnTo>
                  <a:lnTo>
                    <a:pt x="37" y="19"/>
                  </a:lnTo>
                  <a:lnTo>
                    <a:pt x="37" y="19"/>
                  </a:lnTo>
                  <a:lnTo>
                    <a:pt x="37" y="19"/>
                  </a:lnTo>
                  <a:lnTo>
                    <a:pt x="37" y="19"/>
                  </a:lnTo>
                  <a:lnTo>
                    <a:pt x="37" y="19"/>
                  </a:lnTo>
                  <a:lnTo>
                    <a:pt x="37" y="19"/>
                  </a:lnTo>
                  <a:lnTo>
                    <a:pt x="39" y="17"/>
                  </a:lnTo>
                  <a:lnTo>
                    <a:pt x="39" y="17"/>
                  </a:lnTo>
                  <a:lnTo>
                    <a:pt x="39" y="17"/>
                  </a:lnTo>
                  <a:lnTo>
                    <a:pt x="39" y="17"/>
                  </a:lnTo>
                  <a:lnTo>
                    <a:pt x="39" y="17"/>
                  </a:lnTo>
                  <a:lnTo>
                    <a:pt x="39" y="17"/>
                  </a:lnTo>
                  <a:lnTo>
                    <a:pt x="39" y="17"/>
                  </a:lnTo>
                  <a:lnTo>
                    <a:pt x="39" y="17"/>
                  </a:lnTo>
                  <a:lnTo>
                    <a:pt x="39" y="16"/>
                  </a:lnTo>
                  <a:lnTo>
                    <a:pt x="39" y="16"/>
                  </a:lnTo>
                  <a:lnTo>
                    <a:pt x="39" y="16"/>
                  </a:lnTo>
                  <a:lnTo>
                    <a:pt x="39" y="16"/>
                  </a:lnTo>
                  <a:lnTo>
                    <a:pt x="40" y="16"/>
                  </a:lnTo>
                  <a:lnTo>
                    <a:pt x="40" y="16"/>
                  </a:lnTo>
                  <a:lnTo>
                    <a:pt x="40" y="16"/>
                  </a:lnTo>
                  <a:lnTo>
                    <a:pt x="40" y="16"/>
                  </a:lnTo>
                  <a:lnTo>
                    <a:pt x="42" y="14"/>
                  </a:lnTo>
                  <a:lnTo>
                    <a:pt x="42" y="14"/>
                  </a:lnTo>
                  <a:lnTo>
                    <a:pt x="42" y="14"/>
                  </a:lnTo>
                  <a:lnTo>
                    <a:pt x="42" y="14"/>
                  </a:lnTo>
                  <a:lnTo>
                    <a:pt x="42" y="14"/>
                  </a:lnTo>
                  <a:lnTo>
                    <a:pt x="42" y="14"/>
                  </a:lnTo>
                  <a:lnTo>
                    <a:pt x="42" y="14"/>
                  </a:lnTo>
                  <a:lnTo>
                    <a:pt x="42" y="14"/>
                  </a:lnTo>
                  <a:lnTo>
                    <a:pt x="42" y="14"/>
                  </a:lnTo>
                  <a:lnTo>
                    <a:pt x="42" y="14"/>
                  </a:lnTo>
                  <a:lnTo>
                    <a:pt x="42" y="14"/>
                  </a:lnTo>
                  <a:lnTo>
                    <a:pt x="42" y="14"/>
                  </a:lnTo>
                  <a:lnTo>
                    <a:pt x="42" y="14"/>
                  </a:lnTo>
                  <a:lnTo>
                    <a:pt x="42" y="14"/>
                  </a:lnTo>
                  <a:lnTo>
                    <a:pt x="42" y="14"/>
                  </a:lnTo>
                  <a:lnTo>
                    <a:pt x="42" y="14"/>
                  </a:lnTo>
                  <a:lnTo>
                    <a:pt x="42" y="12"/>
                  </a:lnTo>
                  <a:lnTo>
                    <a:pt x="42" y="12"/>
                  </a:lnTo>
                  <a:lnTo>
                    <a:pt x="42" y="12"/>
                  </a:lnTo>
                  <a:lnTo>
                    <a:pt x="42" y="12"/>
                  </a:lnTo>
                  <a:lnTo>
                    <a:pt x="42" y="12"/>
                  </a:lnTo>
                  <a:lnTo>
                    <a:pt x="42" y="12"/>
                  </a:lnTo>
                  <a:lnTo>
                    <a:pt x="42" y="12"/>
                  </a:lnTo>
                  <a:lnTo>
                    <a:pt x="42" y="12"/>
                  </a:lnTo>
                  <a:lnTo>
                    <a:pt x="43" y="11"/>
                  </a:lnTo>
                  <a:lnTo>
                    <a:pt x="43" y="11"/>
                  </a:lnTo>
                  <a:lnTo>
                    <a:pt x="43" y="11"/>
                  </a:lnTo>
                  <a:lnTo>
                    <a:pt x="43" y="11"/>
                  </a:lnTo>
                  <a:lnTo>
                    <a:pt x="43" y="11"/>
                  </a:lnTo>
                  <a:lnTo>
                    <a:pt x="43" y="11"/>
                  </a:lnTo>
                  <a:lnTo>
                    <a:pt x="43" y="11"/>
                  </a:lnTo>
                  <a:lnTo>
                    <a:pt x="43" y="11"/>
                  </a:lnTo>
                  <a:lnTo>
                    <a:pt x="44" y="9"/>
                  </a:lnTo>
                  <a:lnTo>
                    <a:pt x="44" y="9"/>
                  </a:lnTo>
                  <a:lnTo>
                    <a:pt x="44" y="9"/>
                  </a:lnTo>
                  <a:lnTo>
                    <a:pt x="44" y="9"/>
                  </a:lnTo>
                  <a:lnTo>
                    <a:pt x="45" y="9"/>
                  </a:lnTo>
                  <a:lnTo>
                    <a:pt x="45" y="9"/>
                  </a:lnTo>
                  <a:lnTo>
                    <a:pt x="46" y="9"/>
                  </a:lnTo>
                  <a:lnTo>
                    <a:pt x="46" y="9"/>
                  </a:lnTo>
                  <a:lnTo>
                    <a:pt x="48" y="9"/>
                  </a:lnTo>
                  <a:lnTo>
                    <a:pt x="48" y="9"/>
                  </a:lnTo>
                  <a:lnTo>
                    <a:pt x="48" y="9"/>
                  </a:lnTo>
                  <a:lnTo>
                    <a:pt x="48" y="9"/>
                  </a:lnTo>
                  <a:lnTo>
                    <a:pt x="50" y="9"/>
                  </a:lnTo>
                  <a:lnTo>
                    <a:pt x="50" y="9"/>
                  </a:lnTo>
                  <a:lnTo>
                    <a:pt x="51" y="9"/>
                  </a:lnTo>
                  <a:lnTo>
                    <a:pt x="51" y="9"/>
                  </a:lnTo>
                  <a:lnTo>
                    <a:pt x="52" y="9"/>
                  </a:lnTo>
                  <a:lnTo>
                    <a:pt x="52" y="9"/>
                  </a:lnTo>
                  <a:lnTo>
                    <a:pt x="52" y="10"/>
                  </a:lnTo>
                  <a:lnTo>
                    <a:pt x="52" y="10"/>
                  </a:lnTo>
                  <a:lnTo>
                    <a:pt x="52" y="10"/>
                  </a:lnTo>
                  <a:lnTo>
                    <a:pt x="53" y="10"/>
                  </a:lnTo>
                  <a:lnTo>
                    <a:pt x="53" y="11"/>
                  </a:lnTo>
                  <a:lnTo>
                    <a:pt x="53" y="11"/>
                  </a:lnTo>
                  <a:lnTo>
                    <a:pt x="53" y="11"/>
                  </a:lnTo>
                  <a:lnTo>
                    <a:pt x="55" y="11"/>
                  </a:lnTo>
                  <a:lnTo>
                    <a:pt x="55" y="13"/>
                  </a:lnTo>
                  <a:lnTo>
                    <a:pt x="55" y="13"/>
                  </a:lnTo>
                  <a:lnTo>
                    <a:pt x="55" y="13"/>
                  </a:lnTo>
                  <a:lnTo>
                    <a:pt x="57" y="13"/>
                  </a:lnTo>
                  <a:lnTo>
                    <a:pt x="57" y="14"/>
                  </a:lnTo>
                  <a:lnTo>
                    <a:pt x="57" y="14"/>
                  </a:lnTo>
                  <a:lnTo>
                    <a:pt x="57" y="14"/>
                  </a:lnTo>
                  <a:lnTo>
                    <a:pt x="59" y="14"/>
                  </a:lnTo>
                  <a:lnTo>
                    <a:pt x="59" y="14"/>
                  </a:lnTo>
                  <a:lnTo>
                    <a:pt x="59" y="14"/>
                  </a:lnTo>
                  <a:lnTo>
                    <a:pt x="59" y="14"/>
                  </a:lnTo>
                  <a:lnTo>
                    <a:pt x="61" y="12"/>
                  </a:lnTo>
                  <a:lnTo>
                    <a:pt x="61" y="12"/>
                  </a:lnTo>
                  <a:lnTo>
                    <a:pt x="61" y="11"/>
                  </a:lnTo>
                  <a:lnTo>
                    <a:pt x="61" y="11"/>
                  </a:lnTo>
                  <a:lnTo>
                    <a:pt x="63" y="9"/>
                  </a:lnTo>
                  <a:lnTo>
                    <a:pt x="63" y="9"/>
                  </a:lnTo>
                  <a:lnTo>
                    <a:pt x="63" y="7"/>
                  </a:lnTo>
                  <a:lnTo>
                    <a:pt x="63" y="7"/>
                  </a:lnTo>
                  <a:lnTo>
                    <a:pt x="65" y="5"/>
                  </a:lnTo>
                  <a:lnTo>
                    <a:pt x="65" y="5"/>
                  </a:lnTo>
                  <a:lnTo>
                    <a:pt x="67" y="4"/>
                  </a:lnTo>
                  <a:lnTo>
                    <a:pt x="67" y="4"/>
                  </a:lnTo>
                  <a:lnTo>
                    <a:pt x="69" y="3"/>
                  </a:lnTo>
                  <a:lnTo>
                    <a:pt x="69" y="4"/>
                  </a:lnTo>
                  <a:lnTo>
                    <a:pt x="69" y="4"/>
                  </a:lnTo>
                  <a:lnTo>
                    <a:pt x="69" y="4"/>
                  </a:lnTo>
                  <a:lnTo>
                    <a:pt x="70" y="4"/>
                  </a:lnTo>
                  <a:lnTo>
                    <a:pt x="70" y="5"/>
                  </a:lnTo>
                  <a:lnTo>
                    <a:pt x="70" y="5"/>
                  </a:lnTo>
                  <a:lnTo>
                    <a:pt x="70" y="5"/>
                  </a:lnTo>
                  <a:lnTo>
                    <a:pt x="72" y="5"/>
                  </a:lnTo>
                  <a:lnTo>
                    <a:pt x="72" y="7"/>
                  </a:lnTo>
                  <a:lnTo>
                    <a:pt x="72" y="7"/>
                  </a:lnTo>
                  <a:lnTo>
                    <a:pt x="72" y="7"/>
                  </a:lnTo>
                  <a:lnTo>
                    <a:pt x="74" y="7"/>
                  </a:lnTo>
                  <a:lnTo>
                    <a:pt x="74" y="9"/>
                  </a:lnTo>
                  <a:lnTo>
                    <a:pt x="74" y="9"/>
                  </a:lnTo>
                  <a:lnTo>
                    <a:pt x="74" y="9"/>
                  </a:lnTo>
                  <a:lnTo>
                    <a:pt x="75" y="9"/>
                  </a:lnTo>
                  <a:lnTo>
                    <a:pt x="75" y="11"/>
                  </a:lnTo>
                  <a:lnTo>
                    <a:pt x="75" y="11"/>
                  </a:lnTo>
                  <a:lnTo>
                    <a:pt x="75" y="11"/>
                  </a:lnTo>
                  <a:lnTo>
                    <a:pt x="77" y="11"/>
                  </a:lnTo>
                  <a:lnTo>
                    <a:pt x="77" y="11"/>
                  </a:lnTo>
                  <a:lnTo>
                    <a:pt x="77" y="11"/>
                  </a:lnTo>
                  <a:lnTo>
                    <a:pt x="77" y="11"/>
                  </a:lnTo>
                  <a:lnTo>
                    <a:pt x="79" y="11"/>
                  </a:lnTo>
                  <a:lnTo>
                    <a:pt x="79" y="13"/>
                  </a:lnTo>
                  <a:lnTo>
                    <a:pt x="79" y="13"/>
                  </a:lnTo>
                  <a:lnTo>
                    <a:pt x="79" y="13"/>
                  </a:lnTo>
                  <a:lnTo>
                    <a:pt x="81" y="13"/>
                  </a:lnTo>
                  <a:lnTo>
                    <a:pt x="81" y="14"/>
                  </a:lnTo>
                  <a:lnTo>
                    <a:pt x="81" y="14"/>
                  </a:lnTo>
                  <a:lnTo>
                    <a:pt x="81" y="14"/>
                  </a:lnTo>
                  <a:lnTo>
                    <a:pt x="82" y="14"/>
                  </a:lnTo>
                  <a:lnTo>
                    <a:pt x="82" y="15"/>
                  </a:lnTo>
                  <a:lnTo>
                    <a:pt x="82" y="15"/>
                  </a:lnTo>
                  <a:lnTo>
                    <a:pt x="82" y="15"/>
                  </a:lnTo>
                  <a:lnTo>
                    <a:pt x="82" y="15"/>
                  </a:lnTo>
                  <a:lnTo>
                    <a:pt x="82" y="17"/>
                  </a:lnTo>
                  <a:lnTo>
                    <a:pt x="82" y="17"/>
                  </a:lnTo>
                  <a:lnTo>
                    <a:pt x="82" y="17"/>
                  </a:lnTo>
                  <a:lnTo>
                    <a:pt x="82" y="17"/>
                  </a:lnTo>
                  <a:lnTo>
                    <a:pt x="82" y="19"/>
                  </a:lnTo>
                  <a:lnTo>
                    <a:pt x="82" y="19"/>
                  </a:lnTo>
                  <a:lnTo>
                    <a:pt x="82" y="19"/>
                  </a:lnTo>
                  <a:lnTo>
                    <a:pt x="82" y="19"/>
                  </a:lnTo>
                  <a:lnTo>
                    <a:pt x="82" y="20"/>
                  </a:lnTo>
                  <a:lnTo>
                    <a:pt x="82" y="20"/>
                  </a:lnTo>
                  <a:lnTo>
                    <a:pt x="82" y="20"/>
                  </a:lnTo>
                  <a:lnTo>
                    <a:pt x="82" y="20"/>
                  </a:lnTo>
                  <a:lnTo>
                    <a:pt x="82" y="20"/>
                  </a:lnTo>
                  <a:lnTo>
                    <a:pt x="82" y="20"/>
                  </a:lnTo>
                  <a:lnTo>
                    <a:pt x="82" y="20"/>
                  </a:lnTo>
                  <a:lnTo>
                    <a:pt x="82" y="20"/>
                  </a:lnTo>
                  <a:lnTo>
                    <a:pt x="82" y="20"/>
                  </a:lnTo>
                  <a:lnTo>
                    <a:pt x="82" y="20"/>
                  </a:lnTo>
                  <a:lnTo>
                    <a:pt x="82" y="20"/>
                  </a:lnTo>
                  <a:lnTo>
                    <a:pt x="83" y="18"/>
                  </a:lnTo>
                  <a:lnTo>
                    <a:pt x="83" y="18"/>
                  </a:lnTo>
                  <a:lnTo>
                    <a:pt x="83" y="18"/>
                  </a:lnTo>
                  <a:lnTo>
                    <a:pt x="83" y="18"/>
                  </a:lnTo>
                  <a:lnTo>
                    <a:pt x="84" y="18"/>
                  </a:lnTo>
                  <a:lnTo>
                    <a:pt x="84" y="18"/>
                  </a:lnTo>
                  <a:lnTo>
                    <a:pt x="84" y="18"/>
                  </a:lnTo>
                  <a:lnTo>
                    <a:pt x="84" y="18"/>
                  </a:lnTo>
                  <a:lnTo>
                    <a:pt x="86" y="16"/>
                  </a:lnTo>
                  <a:lnTo>
                    <a:pt x="86" y="18"/>
                  </a:lnTo>
                  <a:lnTo>
                    <a:pt x="86" y="18"/>
                  </a:lnTo>
                  <a:lnTo>
                    <a:pt x="86" y="18"/>
                  </a:lnTo>
                  <a:lnTo>
                    <a:pt x="86" y="18"/>
                  </a:lnTo>
                  <a:lnTo>
                    <a:pt x="86" y="18"/>
                  </a:lnTo>
                  <a:lnTo>
                    <a:pt x="86" y="18"/>
                  </a:lnTo>
                  <a:lnTo>
                    <a:pt x="86" y="18"/>
                  </a:lnTo>
                  <a:lnTo>
                    <a:pt x="88" y="18"/>
                  </a:lnTo>
                  <a:lnTo>
                    <a:pt x="88" y="19"/>
                  </a:lnTo>
                  <a:lnTo>
                    <a:pt x="88" y="19"/>
                  </a:lnTo>
                  <a:lnTo>
                    <a:pt x="88" y="19"/>
                  </a:lnTo>
                  <a:lnTo>
                    <a:pt x="88" y="19"/>
                  </a:lnTo>
                  <a:lnTo>
                    <a:pt x="88" y="19"/>
                  </a:lnTo>
                  <a:lnTo>
                    <a:pt x="88" y="19"/>
                  </a:lnTo>
                  <a:lnTo>
                    <a:pt x="88" y="19"/>
                  </a:lnTo>
                  <a:lnTo>
                    <a:pt x="90" y="19"/>
                  </a:lnTo>
                  <a:lnTo>
                    <a:pt x="90" y="19"/>
                  </a:lnTo>
                  <a:lnTo>
                    <a:pt x="90" y="19"/>
                  </a:lnTo>
                  <a:lnTo>
                    <a:pt x="90" y="19"/>
                  </a:lnTo>
                  <a:lnTo>
                    <a:pt x="90" y="18"/>
                  </a:lnTo>
                  <a:lnTo>
                    <a:pt x="90" y="18"/>
                  </a:lnTo>
                  <a:lnTo>
                    <a:pt x="90" y="18"/>
                  </a:lnTo>
                  <a:lnTo>
                    <a:pt x="90" y="18"/>
                  </a:lnTo>
                  <a:lnTo>
                    <a:pt x="91" y="16"/>
                  </a:lnTo>
                  <a:lnTo>
                    <a:pt x="91" y="16"/>
                  </a:lnTo>
                  <a:lnTo>
                    <a:pt x="91" y="16"/>
                  </a:lnTo>
                  <a:lnTo>
                    <a:pt x="91" y="16"/>
                  </a:lnTo>
                  <a:lnTo>
                    <a:pt x="91" y="14"/>
                  </a:lnTo>
                  <a:lnTo>
                    <a:pt x="91" y="14"/>
                  </a:lnTo>
                  <a:lnTo>
                    <a:pt x="91" y="14"/>
                  </a:lnTo>
                  <a:lnTo>
                    <a:pt x="91" y="14"/>
                  </a:lnTo>
                  <a:lnTo>
                    <a:pt x="91" y="12"/>
                  </a:lnTo>
                  <a:lnTo>
                    <a:pt x="91" y="12"/>
                  </a:lnTo>
                  <a:lnTo>
                    <a:pt x="91" y="12"/>
                  </a:lnTo>
                  <a:lnTo>
                    <a:pt x="91" y="12"/>
                  </a:lnTo>
                  <a:lnTo>
                    <a:pt x="91" y="12"/>
                  </a:lnTo>
                  <a:lnTo>
                    <a:pt x="91" y="12"/>
                  </a:lnTo>
                  <a:lnTo>
                    <a:pt x="91" y="12"/>
                  </a:lnTo>
                  <a:lnTo>
                    <a:pt x="91" y="12"/>
                  </a:lnTo>
                  <a:lnTo>
                    <a:pt x="93" y="11"/>
                  </a:lnTo>
                  <a:lnTo>
                    <a:pt x="93" y="11"/>
                  </a:lnTo>
                  <a:lnTo>
                    <a:pt x="93" y="11"/>
                  </a:lnTo>
                  <a:lnTo>
                    <a:pt x="93" y="11"/>
                  </a:lnTo>
                  <a:lnTo>
                    <a:pt x="94" y="10"/>
                  </a:lnTo>
                  <a:lnTo>
                    <a:pt x="94" y="10"/>
                  </a:lnTo>
                  <a:lnTo>
                    <a:pt x="94" y="10"/>
                  </a:lnTo>
                  <a:lnTo>
                    <a:pt x="94" y="10"/>
                  </a:lnTo>
                  <a:lnTo>
                    <a:pt x="96" y="9"/>
                  </a:lnTo>
                  <a:lnTo>
                    <a:pt x="96" y="9"/>
                  </a:lnTo>
                  <a:lnTo>
                    <a:pt x="96" y="9"/>
                  </a:lnTo>
                  <a:lnTo>
                    <a:pt x="96" y="9"/>
                  </a:lnTo>
                  <a:lnTo>
                    <a:pt x="96" y="9"/>
                  </a:lnTo>
                  <a:lnTo>
                    <a:pt x="96" y="9"/>
                  </a:lnTo>
                  <a:lnTo>
                    <a:pt x="97" y="9"/>
                  </a:lnTo>
                  <a:lnTo>
                    <a:pt x="97" y="9"/>
                  </a:lnTo>
                  <a:lnTo>
                    <a:pt x="99" y="9"/>
                  </a:lnTo>
                  <a:lnTo>
                    <a:pt x="99" y="9"/>
                  </a:lnTo>
                  <a:lnTo>
                    <a:pt x="99" y="9"/>
                  </a:lnTo>
                  <a:lnTo>
                    <a:pt x="99" y="9"/>
                  </a:lnTo>
                  <a:lnTo>
                    <a:pt x="101" y="9"/>
                  </a:lnTo>
                  <a:lnTo>
                    <a:pt x="101" y="9"/>
                  </a:lnTo>
                  <a:lnTo>
                    <a:pt x="102" y="9"/>
                  </a:lnTo>
                  <a:lnTo>
                    <a:pt x="102" y="9"/>
                  </a:lnTo>
                  <a:lnTo>
                    <a:pt x="103" y="9"/>
                  </a:lnTo>
                  <a:lnTo>
                    <a:pt x="103" y="9"/>
                  </a:lnTo>
                  <a:lnTo>
                    <a:pt x="103" y="9"/>
                  </a:lnTo>
                  <a:lnTo>
                    <a:pt x="103" y="9"/>
                  </a:lnTo>
                  <a:lnTo>
                    <a:pt x="103" y="9"/>
                  </a:lnTo>
                  <a:lnTo>
                    <a:pt x="103" y="9"/>
                  </a:lnTo>
                  <a:lnTo>
                    <a:pt x="103" y="9"/>
                  </a:lnTo>
                  <a:lnTo>
                    <a:pt x="103" y="9"/>
                  </a:lnTo>
                  <a:lnTo>
                    <a:pt x="105" y="6"/>
                  </a:lnTo>
                  <a:lnTo>
                    <a:pt x="105" y="6"/>
                  </a:lnTo>
                  <a:lnTo>
                    <a:pt x="105" y="6"/>
                  </a:lnTo>
                  <a:lnTo>
                    <a:pt x="105" y="6"/>
                  </a:lnTo>
                  <a:lnTo>
                    <a:pt x="106" y="6"/>
                  </a:lnTo>
                  <a:lnTo>
                    <a:pt x="106" y="6"/>
                  </a:lnTo>
                  <a:lnTo>
                    <a:pt x="106" y="6"/>
                  </a:lnTo>
                  <a:lnTo>
                    <a:pt x="106" y="6"/>
                  </a:lnTo>
                  <a:lnTo>
                    <a:pt x="107" y="5"/>
                  </a:lnTo>
                  <a:lnTo>
                    <a:pt x="107" y="6"/>
                  </a:lnTo>
                  <a:lnTo>
                    <a:pt x="107" y="6"/>
                  </a:lnTo>
                  <a:lnTo>
                    <a:pt x="107" y="6"/>
                  </a:lnTo>
                  <a:lnTo>
                    <a:pt x="107" y="6"/>
                  </a:lnTo>
                  <a:lnTo>
                    <a:pt x="107" y="8"/>
                  </a:lnTo>
                  <a:lnTo>
                    <a:pt x="107" y="8"/>
                  </a:lnTo>
                  <a:lnTo>
                    <a:pt x="107" y="8"/>
                  </a:lnTo>
                  <a:lnTo>
                    <a:pt x="108" y="8"/>
                  </a:lnTo>
                  <a:lnTo>
                    <a:pt x="108" y="9"/>
                  </a:lnTo>
                  <a:lnTo>
                    <a:pt x="108" y="9"/>
                  </a:lnTo>
                  <a:lnTo>
                    <a:pt x="108" y="9"/>
                  </a:lnTo>
                  <a:lnTo>
                    <a:pt x="108" y="9"/>
                  </a:lnTo>
                  <a:lnTo>
                    <a:pt x="108" y="9"/>
                  </a:lnTo>
                  <a:lnTo>
                    <a:pt x="108" y="9"/>
                  </a:lnTo>
                  <a:lnTo>
                    <a:pt x="108" y="9"/>
                  </a:lnTo>
                  <a:lnTo>
                    <a:pt x="109" y="9"/>
                  </a:lnTo>
                  <a:lnTo>
                    <a:pt x="109" y="9"/>
                  </a:lnTo>
                  <a:lnTo>
                    <a:pt x="109" y="9"/>
                  </a:lnTo>
                  <a:lnTo>
                    <a:pt x="109" y="9"/>
                  </a:lnTo>
                  <a:lnTo>
                    <a:pt x="109" y="9"/>
                  </a:lnTo>
                  <a:lnTo>
                    <a:pt x="109" y="9"/>
                  </a:lnTo>
                  <a:lnTo>
                    <a:pt x="109" y="9"/>
                  </a:lnTo>
                  <a:lnTo>
                    <a:pt x="109" y="9"/>
                  </a:lnTo>
                  <a:lnTo>
                    <a:pt x="110" y="9"/>
                  </a:lnTo>
                  <a:lnTo>
                    <a:pt x="110" y="9"/>
                  </a:lnTo>
                  <a:lnTo>
                    <a:pt x="110" y="9"/>
                  </a:lnTo>
                  <a:lnTo>
                    <a:pt x="110" y="9"/>
                  </a:lnTo>
                  <a:lnTo>
                    <a:pt x="111" y="9"/>
                  </a:lnTo>
                  <a:lnTo>
                    <a:pt x="111" y="9"/>
                  </a:lnTo>
                  <a:lnTo>
                    <a:pt x="111" y="9"/>
                  </a:lnTo>
                  <a:lnTo>
                    <a:pt x="111" y="9"/>
                  </a:lnTo>
                  <a:lnTo>
                    <a:pt x="112" y="9"/>
                  </a:lnTo>
                  <a:lnTo>
                    <a:pt x="112" y="9"/>
                  </a:lnTo>
                  <a:lnTo>
                    <a:pt x="112" y="9"/>
                  </a:lnTo>
                  <a:lnTo>
                    <a:pt x="112" y="9"/>
                  </a:lnTo>
                  <a:lnTo>
                    <a:pt x="112" y="9"/>
                  </a:lnTo>
                  <a:lnTo>
                    <a:pt x="112" y="9"/>
                  </a:lnTo>
                  <a:lnTo>
                    <a:pt x="112" y="9"/>
                  </a:lnTo>
                  <a:lnTo>
                    <a:pt x="112" y="9"/>
                  </a:lnTo>
                  <a:lnTo>
                    <a:pt x="113" y="9"/>
                  </a:lnTo>
                  <a:lnTo>
                    <a:pt x="113" y="9"/>
                  </a:lnTo>
                  <a:lnTo>
                    <a:pt x="113" y="9"/>
                  </a:lnTo>
                  <a:lnTo>
                    <a:pt x="113" y="9"/>
                  </a:lnTo>
                  <a:lnTo>
                    <a:pt x="113" y="9"/>
                  </a:lnTo>
                  <a:lnTo>
                    <a:pt x="113" y="9"/>
                  </a:lnTo>
                  <a:lnTo>
                    <a:pt x="113" y="9"/>
                  </a:lnTo>
                  <a:lnTo>
                    <a:pt x="113" y="9"/>
                  </a:lnTo>
                  <a:lnTo>
                    <a:pt x="115" y="7"/>
                  </a:lnTo>
                  <a:lnTo>
                    <a:pt x="115" y="7"/>
                  </a:lnTo>
                  <a:lnTo>
                    <a:pt x="115" y="7"/>
                  </a:lnTo>
                  <a:lnTo>
                    <a:pt x="115" y="7"/>
                  </a:lnTo>
                  <a:lnTo>
                    <a:pt x="115" y="7"/>
                  </a:lnTo>
                  <a:lnTo>
                    <a:pt x="115" y="7"/>
                  </a:lnTo>
                  <a:lnTo>
                    <a:pt x="115" y="7"/>
                  </a:lnTo>
                  <a:lnTo>
                    <a:pt x="115" y="7"/>
                  </a:lnTo>
                  <a:lnTo>
                    <a:pt x="115" y="6"/>
                  </a:lnTo>
                  <a:lnTo>
                    <a:pt x="115" y="6"/>
                  </a:lnTo>
                  <a:lnTo>
                    <a:pt x="115" y="6"/>
                  </a:lnTo>
                  <a:lnTo>
                    <a:pt x="115" y="6"/>
                  </a:lnTo>
                  <a:lnTo>
                    <a:pt x="115" y="4"/>
                  </a:lnTo>
                  <a:lnTo>
                    <a:pt x="115" y="4"/>
                  </a:lnTo>
                  <a:lnTo>
                    <a:pt x="115" y="4"/>
                  </a:lnTo>
                  <a:lnTo>
                    <a:pt x="115" y="4"/>
                  </a:lnTo>
                  <a:lnTo>
                    <a:pt x="115" y="3"/>
                  </a:lnTo>
                  <a:lnTo>
                    <a:pt x="115" y="3"/>
                  </a:lnTo>
                  <a:lnTo>
                    <a:pt x="116" y="3"/>
                  </a:lnTo>
                  <a:lnTo>
                    <a:pt x="116" y="3"/>
                  </a:lnTo>
                  <a:lnTo>
                    <a:pt x="118" y="3"/>
                  </a:lnTo>
                  <a:lnTo>
                    <a:pt x="118" y="3"/>
                  </a:lnTo>
                  <a:lnTo>
                    <a:pt x="120" y="3"/>
                  </a:lnTo>
                  <a:lnTo>
                    <a:pt x="121" y="3"/>
                  </a:lnTo>
                  <a:lnTo>
                    <a:pt x="123" y="2"/>
                  </a:lnTo>
                  <a:lnTo>
                    <a:pt x="123" y="2"/>
                  </a:lnTo>
                  <a:lnTo>
                    <a:pt x="125" y="2"/>
                  </a:lnTo>
                  <a:lnTo>
                    <a:pt x="125" y="2"/>
                  </a:lnTo>
                  <a:lnTo>
                    <a:pt x="127" y="2"/>
                  </a:lnTo>
                  <a:lnTo>
                    <a:pt x="127" y="3"/>
                  </a:lnTo>
                  <a:lnTo>
                    <a:pt x="127" y="3"/>
                  </a:lnTo>
                  <a:lnTo>
                    <a:pt x="127" y="3"/>
                  </a:lnTo>
                  <a:lnTo>
                    <a:pt x="129" y="3"/>
                  </a:lnTo>
                  <a:lnTo>
                    <a:pt x="129" y="3"/>
                  </a:lnTo>
                  <a:lnTo>
                    <a:pt x="129" y="3"/>
                  </a:lnTo>
                  <a:lnTo>
                    <a:pt x="129" y="3"/>
                  </a:lnTo>
                  <a:lnTo>
                    <a:pt x="129" y="3"/>
                  </a:lnTo>
                  <a:lnTo>
                    <a:pt x="129" y="3"/>
                  </a:lnTo>
                  <a:lnTo>
                    <a:pt x="129" y="3"/>
                  </a:lnTo>
                  <a:lnTo>
                    <a:pt x="129" y="3"/>
                  </a:lnTo>
                  <a:lnTo>
                    <a:pt x="130" y="1"/>
                  </a:lnTo>
                  <a:lnTo>
                    <a:pt x="130" y="1"/>
                  </a:lnTo>
                  <a:lnTo>
                    <a:pt x="130" y="1"/>
                  </a:lnTo>
                  <a:lnTo>
                    <a:pt x="130" y="1"/>
                  </a:lnTo>
                  <a:lnTo>
                    <a:pt x="130" y="1"/>
                  </a:lnTo>
                  <a:lnTo>
                    <a:pt x="130" y="1"/>
                  </a:lnTo>
                  <a:lnTo>
                    <a:pt x="130" y="1"/>
                  </a:lnTo>
                  <a:lnTo>
                    <a:pt x="130" y="1"/>
                  </a:lnTo>
                  <a:lnTo>
                    <a:pt x="131" y="0"/>
                  </a:lnTo>
                  <a:lnTo>
                    <a:pt x="131" y="0"/>
                  </a:lnTo>
                  <a:lnTo>
                    <a:pt x="131" y="0"/>
                  </a:lnTo>
                  <a:lnTo>
                    <a:pt x="131" y="0"/>
                  </a:lnTo>
                  <a:lnTo>
                    <a:pt x="131" y="0"/>
                  </a:lnTo>
                  <a:lnTo>
                    <a:pt x="131" y="0"/>
                  </a:lnTo>
                  <a:lnTo>
                    <a:pt x="131" y="0"/>
                  </a:lnTo>
                  <a:lnTo>
                    <a:pt x="131" y="0"/>
                  </a:lnTo>
                  <a:lnTo>
                    <a:pt x="132" y="0"/>
                  </a:lnTo>
                  <a:lnTo>
                    <a:pt x="132" y="0"/>
                  </a:lnTo>
                  <a:lnTo>
                    <a:pt x="132" y="0"/>
                  </a:lnTo>
                  <a:lnTo>
                    <a:pt x="132" y="0"/>
                  </a:lnTo>
                  <a:lnTo>
                    <a:pt x="132" y="0"/>
                  </a:lnTo>
                  <a:lnTo>
                    <a:pt x="132" y="0"/>
                  </a:lnTo>
                  <a:lnTo>
                    <a:pt x="132" y="0"/>
                  </a:lnTo>
                  <a:lnTo>
                    <a:pt x="132" y="0"/>
                  </a:lnTo>
                  <a:lnTo>
                    <a:pt x="134" y="0"/>
                  </a:lnTo>
                  <a:lnTo>
                    <a:pt x="134" y="1"/>
                  </a:lnTo>
                  <a:lnTo>
                    <a:pt x="134" y="1"/>
                  </a:lnTo>
                  <a:lnTo>
                    <a:pt x="134" y="1"/>
                  </a:lnTo>
                  <a:lnTo>
                    <a:pt x="134" y="1"/>
                  </a:lnTo>
                  <a:lnTo>
                    <a:pt x="134" y="1"/>
                  </a:lnTo>
                  <a:lnTo>
                    <a:pt x="134" y="1"/>
                  </a:lnTo>
                  <a:lnTo>
                    <a:pt x="134" y="1"/>
                  </a:lnTo>
                  <a:lnTo>
                    <a:pt x="135" y="1"/>
                  </a:lnTo>
                  <a:lnTo>
                    <a:pt x="135" y="3"/>
                  </a:lnTo>
                  <a:lnTo>
                    <a:pt x="135" y="3"/>
                  </a:lnTo>
                  <a:lnTo>
                    <a:pt x="135" y="3"/>
                  </a:lnTo>
                  <a:lnTo>
                    <a:pt x="135" y="3"/>
                  </a:lnTo>
                  <a:lnTo>
                    <a:pt x="135" y="3"/>
                  </a:lnTo>
                  <a:lnTo>
                    <a:pt x="135" y="3"/>
                  </a:lnTo>
                  <a:lnTo>
                    <a:pt x="135" y="3"/>
                  </a:lnTo>
                  <a:lnTo>
                    <a:pt x="136" y="3"/>
                  </a:lnTo>
                  <a:lnTo>
                    <a:pt x="136" y="3"/>
                  </a:lnTo>
                  <a:lnTo>
                    <a:pt x="136" y="3"/>
                  </a:lnTo>
                  <a:lnTo>
                    <a:pt x="136" y="3"/>
                  </a:lnTo>
                  <a:lnTo>
                    <a:pt x="136" y="3"/>
                  </a:lnTo>
                  <a:lnTo>
                    <a:pt x="136" y="3"/>
                  </a:lnTo>
                  <a:lnTo>
                    <a:pt x="136" y="3"/>
                  </a:lnTo>
                  <a:lnTo>
                    <a:pt x="136" y="3"/>
                  </a:lnTo>
                  <a:lnTo>
                    <a:pt x="138" y="3"/>
                  </a:lnTo>
                  <a:lnTo>
                    <a:pt x="138" y="4"/>
                  </a:lnTo>
                  <a:lnTo>
                    <a:pt x="138" y="4"/>
                  </a:lnTo>
                  <a:lnTo>
                    <a:pt x="138" y="4"/>
                  </a:lnTo>
                  <a:lnTo>
                    <a:pt x="140" y="4"/>
                  </a:lnTo>
                  <a:lnTo>
                    <a:pt x="140" y="4"/>
                  </a:lnTo>
                  <a:lnTo>
                    <a:pt x="140" y="4"/>
                  </a:lnTo>
                  <a:lnTo>
                    <a:pt x="140" y="4"/>
                  </a:lnTo>
                  <a:lnTo>
                    <a:pt x="142" y="4"/>
                  </a:lnTo>
                  <a:lnTo>
                    <a:pt x="142" y="6"/>
                  </a:lnTo>
                  <a:lnTo>
                    <a:pt x="142" y="6"/>
                  </a:lnTo>
                  <a:lnTo>
                    <a:pt x="142" y="6"/>
                  </a:lnTo>
                  <a:lnTo>
                    <a:pt x="142" y="6"/>
                  </a:lnTo>
                  <a:lnTo>
                    <a:pt x="142" y="7"/>
                  </a:lnTo>
                  <a:lnTo>
                    <a:pt x="142" y="7"/>
                  </a:lnTo>
                  <a:lnTo>
                    <a:pt x="142" y="7"/>
                  </a:lnTo>
                  <a:lnTo>
                    <a:pt x="143" y="7"/>
                  </a:lnTo>
                  <a:lnTo>
                    <a:pt x="143" y="9"/>
                  </a:lnTo>
                  <a:lnTo>
                    <a:pt x="143" y="9"/>
                  </a:lnTo>
                  <a:lnTo>
                    <a:pt x="143" y="9"/>
                  </a:lnTo>
                  <a:lnTo>
                    <a:pt x="144" y="9"/>
                  </a:lnTo>
                  <a:lnTo>
                    <a:pt x="144" y="9"/>
                  </a:lnTo>
                  <a:lnTo>
                    <a:pt x="146" y="9"/>
                  </a:lnTo>
                  <a:lnTo>
                    <a:pt x="146" y="9"/>
                  </a:lnTo>
                  <a:lnTo>
                    <a:pt x="148" y="9"/>
                  </a:lnTo>
                  <a:lnTo>
                    <a:pt x="148" y="11"/>
                  </a:lnTo>
                  <a:lnTo>
                    <a:pt x="148" y="11"/>
                  </a:lnTo>
                  <a:lnTo>
                    <a:pt x="148" y="11"/>
                  </a:lnTo>
                  <a:lnTo>
                    <a:pt x="149" y="11"/>
                  </a:lnTo>
                  <a:lnTo>
                    <a:pt x="149" y="11"/>
                  </a:lnTo>
                  <a:lnTo>
                    <a:pt x="149" y="11"/>
                  </a:lnTo>
                  <a:lnTo>
                    <a:pt x="149" y="11"/>
                  </a:lnTo>
                  <a:lnTo>
                    <a:pt x="150" y="11"/>
                  </a:lnTo>
                  <a:lnTo>
                    <a:pt x="150" y="11"/>
                  </a:lnTo>
                  <a:lnTo>
                    <a:pt x="150" y="11"/>
                  </a:lnTo>
                  <a:lnTo>
                    <a:pt x="150" y="11"/>
                  </a:lnTo>
                  <a:lnTo>
                    <a:pt x="152" y="11"/>
                  </a:lnTo>
                  <a:lnTo>
                    <a:pt x="152" y="11"/>
                  </a:lnTo>
                  <a:lnTo>
                    <a:pt x="152" y="11"/>
                  </a:lnTo>
                  <a:lnTo>
                    <a:pt x="152" y="11"/>
                  </a:lnTo>
                  <a:lnTo>
                    <a:pt x="154" y="9"/>
                  </a:lnTo>
                  <a:lnTo>
                    <a:pt x="154" y="11"/>
                  </a:lnTo>
                  <a:lnTo>
                    <a:pt x="154" y="11"/>
                  </a:lnTo>
                  <a:lnTo>
                    <a:pt x="154" y="11"/>
                  </a:lnTo>
                  <a:lnTo>
                    <a:pt x="156" y="11"/>
                  </a:lnTo>
                  <a:lnTo>
                    <a:pt x="156" y="11"/>
                  </a:lnTo>
                  <a:lnTo>
                    <a:pt x="157" y="11"/>
                  </a:lnTo>
                  <a:lnTo>
                    <a:pt x="157" y="11"/>
                  </a:lnTo>
                  <a:lnTo>
                    <a:pt x="159" y="11"/>
                  </a:lnTo>
                  <a:lnTo>
                    <a:pt x="159" y="12"/>
                  </a:lnTo>
                  <a:lnTo>
                    <a:pt x="159" y="12"/>
                  </a:lnTo>
                  <a:lnTo>
                    <a:pt x="159" y="12"/>
                  </a:lnTo>
                  <a:lnTo>
                    <a:pt x="161" y="12"/>
                  </a:lnTo>
                  <a:lnTo>
                    <a:pt x="161" y="12"/>
                  </a:lnTo>
                  <a:lnTo>
                    <a:pt x="162" y="12"/>
                  </a:lnTo>
                  <a:lnTo>
                    <a:pt x="162" y="12"/>
                  </a:lnTo>
                  <a:lnTo>
                    <a:pt x="163" y="12"/>
                  </a:lnTo>
                  <a:lnTo>
                    <a:pt x="163" y="12"/>
                  </a:lnTo>
                  <a:lnTo>
                    <a:pt x="163" y="12"/>
                  </a:lnTo>
                  <a:lnTo>
                    <a:pt x="163" y="12"/>
                  </a:lnTo>
                  <a:lnTo>
                    <a:pt x="163" y="12"/>
                  </a:lnTo>
                  <a:lnTo>
                    <a:pt x="163" y="12"/>
                  </a:lnTo>
                  <a:lnTo>
                    <a:pt x="163" y="12"/>
                  </a:lnTo>
                  <a:lnTo>
                    <a:pt x="163" y="12"/>
                  </a:lnTo>
                  <a:lnTo>
                    <a:pt x="163" y="12"/>
                  </a:lnTo>
                  <a:lnTo>
                    <a:pt x="163" y="12"/>
                  </a:lnTo>
                  <a:lnTo>
                    <a:pt x="163" y="12"/>
                  </a:lnTo>
                  <a:lnTo>
                    <a:pt x="163" y="12"/>
                  </a:lnTo>
                  <a:lnTo>
                    <a:pt x="163" y="12"/>
                  </a:lnTo>
                  <a:lnTo>
                    <a:pt x="163" y="12"/>
                  </a:lnTo>
                  <a:lnTo>
                    <a:pt x="163" y="12"/>
                  </a:lnTo>
                  <a:lnTo>
                    <a:pt x="163" y="12"/>
                  </a:lnTo>
                  <a:lnTo>
                    <a:pt x="163" y="11"/>
                  </a:lnTo>
                  <a:lnTo>
                    <a:pt x="163" y="11"/>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27" name=""/>
            <p:cNvSpPr/>
            <p:nvPr/>
          </p:nvSpPr>
          <p:spPr>
            <a:xfrm>
              <a:off x="7964640" y="6492960"/>
              <a:ext cx="320400" cy="179280"/>
            </a:xfrm>
            <a:custGeom>
              <a:avLst/>
              <a:gdLst/>
              <a:ahLst/>
              <a:rect l="l" t="t" r="r" b="b"/>
              <a:pathLst>
                <a:path w="202" h="113">
                  <a:moveTo>
                    <a:pt x="147" y="99"/>
                  </a:moveTo>
                  <a:lnTo>
                    <a:pt x="146" y="99"/>
                  </a:lnTo>
                  <a:lnTo>
                    <a:pt x="146" y="99"/>
                  </a:lnTo>
                  <a:lnTo>
                    <a:pt x="145" y="99"/>
                  </a:lnTo>
                  <a:lnTo>
                    <a:pt x="145" y="99"/>
                  </a:lnTo>
                  <a:lnTo>
                    <a:pt x="143" y="99"/>
                  </a:lnTo>
                  <a:lnTo>
                    <a:pt x="143" y="99"/>
                  </a:lnTo>
                  <a:lnTo>
                    <a:pt x="142" y="99"/>
                  </a:lnTo>
                  <a:lnTo>
                    <a:pt x="142" y="98"/>
                  </a:lnTo>
                  <a:lnTo>
                    <a:pt x="140" y="98"/>
                  </a:lnTo>
                  <a:lnTo>
                    <a:pt x="140" y="98"/>
                  </a:lnTo>
                  <a:lnTo>
                    <a:pt x="138" y="98"/>
                  </a:lnTo>
                  <a:lnTo>
                    <a:pt x="138" y="97"/>
                  </a:lnTo>
                  <a:lnTo>
                    <a:pt x="135" y="97"/>
                  </a:lnTo>
                  <a:lnTo>
                    <a:pt x="135" y="97"/>
                  </a:lnTo>
                  <a:lnTo>
                    <a:pt x="134" y="97"/>
                  </a:lnTo>
                  <a:lnTo>
                    <a:pt x="134" y="96"/>
                  </a:lnTo>
                  <a:lnTo>
                    <a:pt x="133" y="97"/>
                  </a:lnTo>
                  <a:lnTo>
                    <a:pt x="133" y="97"/>
                  </a:lnTo>
                  <a:lnTo>
                    <a:pt x="133" y="97"/>
                  </a:lnTo>
                  <a:lnTo>
                    <a:pt x="133" y="97"/>
                  </a:lnTo>
                  <a:lnTo>
                    <a:pt x="133" y="97"/>
                  </a:lnTo>
                  <a:lnTo>
                    <a:pt x="133" y="97"/>
                  </a:lnTo>
                  <a:lnTo>
                    <a:pt x="133" y="97"/>
                  </a:lnTo>
                  <a:lnTo>
                    <a:pt x="133" y="97"/>
                  </a:lnTo>
                  <a:lnTo>
                    <a:pt x="132" y="99"/>
                  </a:lnTo>
                  <a:lnTo>
                    <a:pt x="132" y="99"/>
                  </a:lnTo>
                  <a:lnTo>
                    <a:pt x="132" y="99"/>
                  </a:lnTo>
                  <a:lnTo>
                    <a:pt x="132" y="99"/>
                  </a:lnTo>
                  <a:lnTo>
                    <a:pt x="132" y="99"/>
                  </a:lnTo>
                  <a:lnTo>
                    <a:pt x="132" y="99"/>
                  </a:lnTo>
                  <a:lnTo>
                    <a:pt x="132" y="99"/>
                  </a:lnTo>
                  <a:lnTo>
                    <a:pt x="132" y="99"/>
                  </a:lnTo>
                  <a:lnTo>
                    <a:pt x="130" y="100"/>
                  </a:lnTo>
                  <a:lnTo>
                    <a:pt x="130" y="100"/>
                  </a:lnTo>
                  <a:lnTo>
                    <a:pt x="128" y="100"/>
                  </a:lnTo>
                  <a:lnTo>
                    <a:pt x="128" y="100"/>
                  </a:lnTo>
                  <a:lnTo>
                    <a:pt x="127" y="100"/>
                  </a:lnTo>
                  <a:lnTo>
                    <a:pt x="127" y="100"/>
                  </a:lnTo>
                  <a:lnTo>
                    <a:pt x="127" y="100"/>
                  </a:lnTo>
                  <a:lnTo>
                    <a:pt x="127" y="100"/>
                  </a:lnTo>
                  <a:lnTo>
                    <a:pt x="125" y="100"/>
                  </a:lnTo>
                  <a:lnTo>
                    <a:pt x="125" y="100"/>
                  </a:lnTo>
                  <a:lnTo>
                    <a:pt x="125" y="100"/>
                  </a:lnTo>
                  <a:lnTo>
                    <a:pt x="125" y="100"/>
                  </a:lnTo>
                  <a:lnTo>
                    <a:pt x="123" y="100"/>
                  </a:lnTo>
                  <a:lnTo>
                    <a:pt x="123" y="100"/>
                  </a:lnTo>
                  <a:lnTo>
                    <a:pt x="123" y="100"/>
                  </a:lnTo>
                  <a:lnTo>
                    <a:pt x="123" y="100"/>
                  </a:lnTo>
                  <a:lnTo>
                    <a:pt x="121" y="100"/>
                  </a:lnTo>
                  <a:lnTo>
                    <a:pt x="121" y="100"/>
                  </a:lnTo>
                  <a:lnTo>
                    <a:pt x="121" y="100"/>
                  </a:lnTo>
                  <a:lnTo>
                    <a:pt x="121" y="100"/>
                  </a:lnTo>
                  <a:lnTo>
                    <a:pt x="121" y="100"/>
                  </a:lnTo>
                  <a:lnTo>
                    <a:pt x="121" y="100"/>
                  </a:lnTo>
                  <a:lnTo>
                    <a:pt x="121" y="100"/>
                  </a:lnTo>
                  <a:lnTo>
                    <a:pt x="121" y="98"/>
                  </a:lnTo>
                  <a:lnTo>
                    <a:pt x="119" y="98"/>
                  </a:lnTo>
                  <a:lnTo>
                    <a:pt x="119" y="98"/>
                  </a:lnTo>
                  <a:lnTo>
                    <a:pt x="119" y="98"/>
                  </a:lnTo>
                  <a:lnTo>
                    <a:pt x="119" y="97"/>
                  </a:lnTo>
                  <a:lnTo>
                    <a:pt x="119" y="97"/>
                  </a:lnTo>
                  <a:lnTo>
                    <a:pt x="119" y="97"/>
                  </a:lnTo>
                  <a:lnTo>
                    <a:pt x="119" y="97"/>
                  </a:lnTo>
                  <a:lnTo>
                    <a:pt x="119" y="96"/>
                  </a:lnTo>
                  <a:lnTo>
                    <a:pt x="118" y="96"/>
                  </a:lnTo>
                  <a:lnTo>
                    <a:pt x="118" y="96"/>
                  </a:lnTo>
                  <a:lnTo>
                    <a:pt x="118" y="96"/>
                  </a:lnTo>
                  <a:lnTo>
                    <a:pt x="118" y="96"/>
                  </a:lnTo>
                  <a:lnTo>
                    <a:pt x="116" y="96"/>
                  </a:lnTo>
                  <a:lnTo>
                    <a:pt x="116" y="96"/>
                  </a:lnTo>
                  <a:lnTo>
                    <a:pt x="116" y="96"/>
                  </a:lnTo>
                  <a:lnTo>
                    <a:pt x="116" y="95"/>
                  </a:lnTo>
                  <a:lnTo>
                    <a:pt x="114" y="95"/>
                  </a:lnTo>
                  <a:lnTo>
                    <a:pt x="114" y="95"/>
                  </a:lnTo>
                  <a:lnTo>
                    <a:pt x="114" y="95"/>
                  </a:lnTo>
                  <a:lnTo>
                    <a:pt x="114" y="95"/>
                  </a:lnTo>
                  <a:lnTo>
                    <a:pt x="113" y="95"/>
                  </a:lnTo>
                  <a:lnTo>
                    <a:pt x="113" y="95"/>
                  </a:lnTo>
                  <a:lnTo>
                    <a:pt x="113" y="95"/>
                  </a:lnTo>
                  <a:lnTo>
                    <a:pt x="113" y="95"/>
                  </a:lnTo>
                  <a:lnTo>
                    <a:pt x="111" y="95"/>
                  </a:lnTo>
                  <a:lnTo>
                    <a:pt x="111" y="95"/>
                  </a:lnTo>
                  <a:lnTo>
                    <a:pt x="111" y="95"/>
                  </a:lnTo>
                  <a:lnTo>
                    <a:pt x="111" y="95"/>
                  </a:lnTo>
                  <a:lnTo>
                    <a:pt x="108" y="95"/>
                  </a:lnTo>
                  <a:lnTo>
                    <a:pt x="108" y="95"/>
                  </a:lnTo>
                  <a:lnTo>
                    <a:pt x="108" y="95"/>
                  </a:lnTo>
                  <a:lnTo>
                    <a:pt x="108" y="95"/>
                  </a:lnTo>
                  <a:lnTo>
                    <a:pt x="106" y="95"/>
                  </a:lnTo>
                  <a:lnTo>
                    <a:pt x="106" y="95"/>
                  </a:lnTo>
                  <a:lnTo>
                    <a:pt x="105" y="95"/>
                  </a:lnTo>
                  <a:lnTo>
                    <a:pt x="105" y="95"/>
                  </a:lnTo>
                  <a:lnTo>
                    <a:pt x="104" y="95"/>
                  </a:lnTo>
                  <a:lnTo>
                    <a:pt x="104" y="95"/>
                  </a:lnTo>
                  <a:lnTo>
                    <a:pt x="104" y="95"/>
                  </a:lnTo>
                  <a:lnTo>
                    <a:pt x="104" y="95"/>
                  </a:lnTo>
                  <a:lnTo>
                    <a:pt x="103" y="95"/>
                  </a:lnTo>
                  <a:lnTo>
                    <a:pt x="103" y="95"/>
                  </a:lnTo>
                  <a:lnTo>
                    <a:pt x="103" y="95"/>
                  </a:lnTo>
                  <a:lnTo>
                    <a:pt x="103" y="95"/>
                  </a:lnTo>
                  <a:lnTo>
                    <a:pt x="103" y="95"/>
                  </a:lnTo>
                  <a:lnTo>
                    <a:pt x="103" y="95"/>
                  </a:lnTo>
                  <a:lnTo>
                    <a:pt x="103" y="95"/>
                  </a:lnTo>
                  <a:lnTo>
                    <a:pt x="103" y="93"/>
                  </a:lnTo>
                  <a:lnTo>
                    <a:pt x="102" y="93"/>
                  </a:lnTo>
                  <a:lnTo>
                    <a:pt x="102" y="93"/>
                  </a:lnTo>
                  <a:lnTo>
                    <a:pt x="102" y="93"/>
                  </a:lnTo>
                  <a:lnTo>
                    <a:pt x="102" y="93"/>
                  </a:lnTo>
                  <a:lnTo>
                    <a:pt x="102" y="93"/>
                  </a:lnTo>
                  <a:lnTo>
                    <a:pt x="102" y="93"/>
                  </a:lnTo>
                  <a:lnTo>
                    <a:pt x="102" y="93"/>
                  </a:lnTo>
                  <a:lnTo>
                    <a:pt x="102" y="92"/>
                  </a:lnTo>
                  <a:lnTo>
                    <a:pt x="101" y="92"/>
                  </a:lnTo>
                  <a:lnTo>
                    <a:pt x="101" y="92"/>
                  </a:lnTo>
                  <a:lnTo>
                    <a:pt x="101" y="92"/>
                  </a:lnTo>
                  <a:lnTo>
                    <a:pt x="101" y="92"/>
                  </a:lnTo>
                  <a:lnTo>
                    <a:pt x="101" y="92"/>
                  </a:lnTo>
                  <a:lnTo>
                    <a:pt x="101" y="92"/>
                  </a:lnTo>
                  <a:lnTo>
                    <a:pt x="101" y="92"/>
                  </a:lnTo>
                  <a:lnTo>
                    <a:pt x="101" y="92"/>
                  </a:lnTo>
                  <a:lnTo>
                    <a:pt x="99" y="92"/>
                  </a:lnTo>
                  <a:lnTo>
                    <a:pt x="99" y="92"/>
                  </a:lnTo>
                  <a:lnTo>
                    <a:pt x="99" y="92"/>
                  </a:lnTo>
                  <a:lnTo>
                    <a:pt x="99" y="92"/>
                  </a:lnTo>
                  <a:lnTo>
                    <a:pt x="99" y="92"/>
                  </a:lnTo>
                  <a:lnTo>
                    <a:pt x="99" y="92"/>
                  </a:lnTo>
                  <a:lnTo>
                    <a:pt x="99" y="92"/>
                  </a:lnTo>
                  <a:lnTo>
                    <a:pt x="99" y="92"/>
                  </a:lnTo>
                  <a:lnTo>
                    <a:pt x="97" y="92"/>
                  </a:lnTo>
                  <a:lnTo>
                    <a:pt x="97" y="92"/>
                  </a:lnTo>
                  <a:lnTo>
                    <a:pt x="97" y="92"/>
                  </a:lnTo>
                  <a:lnTo>
                    <a:pt x="97" y="92"/>
                  </a:lnTo>
                  <a:lnTo>
                    <a:pt x="97" y="92"/>
                  </a:lnTo>
                  <a:lnTo>
                    <a:pt x="97" y="92"/>
                  </a:lnTo>
                  <a:lnTo>
                    <a:pt x="97" y="92"/>
                  </a:lnTo>
                  <a:lnTo>
                    <a:pt x="97" y="92"/>
                  </a:lnTo>
                  <a:lnTo>
                    <a:pt x="97" y="92"/>
                  </a:lnTo>
                  <a:lnTo>
                    <a:pt x="97" y="92"/>
                  </a:lnTo>
                  <a:lnTo>
                    <a:pt x="97" y="92"/>
                  </a:lnTo>
                  <a:lnTo>
                    <a:pt x="97" y="92"/>
                  </a:lnTo>
                  <a:lnTo>
                    <a:pt x="97" y="92"/>
                  </a:lnTo>
                  <a:lnTo>
                    <a:pt x="97" y="92"/>
                  </a:lnTo>
                  <a:lnTo>
                    <a:pt x="97" y="92"/>
                  </a:lnTo>
                  <a:lnTo>
                    <a:pt x="97" y="92"/>
                  </a:lnTo>
                  <a:lnTo>
                    <a:pt x="95" y="92"/>
                  </a:lnTo>
                  <a:lnTo>
                    <a:pt x="95" y="92"/>
                  </a:lnTo>
                  <a:lnTo>
                    <a:pt x="95" y="92"/>
                  </a:lnTo>
                  <a:lnTo>
                    <a:pt x="95" y="92"/>
                  </a:lnTo>
                  <a:lnTo>
                    <a:pt x="93" y="92"/>
                  </a:lnTo>
                  <a:lnTo>
                    <a:pt x="93" y="92"/>
                  </a:lnTo>
                  <a:lnTo>
                    <a:pt x="93" y="92"/>
                  </a:lnTo>
                  <a:lnTo>
                    <a:pt x="93" y="90"/>
                  </a:lnTo>
                  <a:lnTo>
                    <a:pt x="91" y="90"/>
                  </a:lnTo>
                  <a:lnTo>
                    <a:pt x="91" y="90"/>
                  </a:lnTo>
                  <a:lnTo>
                    <a:pt x="91" y="90"/>
                  </a:lnTo>
                  <a:lnTo>
                    <a:pt x="91" y="89"/>
                  </a:lnTo>
                  <a:lnTo>
                    <a:pt x="90" y="89"/>
                  </a:lnTo>
                  <a:lnTo>
                    <a:pt x="90" y="89"/>
                  </a:lnTo>
                  <a:lnTo>
                    <a:pt x="90" y="89"/>
                  </a:lnTo>
                  <a:lnTo>
                    <a:pt x="90" y="88"/>
                  </a:lnTo>
                  <a:lnTo>
                    <a:pt x="89" y="89"/>
                  </a:lnTo>
                  <a:lnTo>
                    <a:pt x="89" y="89"/>
                  </a:lnTo>
                  <a:lnTo>
                    <a:pt x="89" y="91"/>
                  </a:lnTo>
                  <a:lnTo>
                    <a:pt x="89" y="91"/>
                  </a:lnTo>
                  <a:lnTo>
                    <a:pt x="89" y="93"/>
                  </a:lnTo>
                  <a:lnTo>
                    <a:pt x="89" y="93"/>
                  </a:lnTo>
                  <a:lnTo>
                    <a:pt x="89" y="95"/>
                  </a:lnTo>
                  <a:lnTo>
                    <a:pt x="89" y="95"/>
                  </a:lnTo>
                  <a:lnTo>
                    <a:pt x="88" y="97"/>
                  </a:lnTo>
                  <a:lnTo>
                    <a:pt x="88" y="97"/>
                  </a:lnTo>
                  <a:lnTo>
                    <a:pt x="88" y="98"/>
                  </a:lnTo>
                  <a:lnTo>
                    <a:pt x="88" y="98"/>
                  </a:lnTo>
                  <a:lnTo>
                    <a:pt x="88" y="100"/>
                  </a:lnTo>
                  <a:lnTo>
                    <a:pt x="88" y="100"/>
                  </a:lnTo>
                  <a:lnTo>
                    <a:pt x="88" y="100"/>
                  </a:lnTo>
                  <a:lnTo>
                    <a:pt x="88" y="100"/>
                  </a:lnTo>
                  <a:lnTo>
                    <a:pt x="86" y="101"/>
                  </a:lnTo>
                  <a:lnTo>
                    <a:pt x="86" y="101"/>
                  </a:lnTo>
                  <a:lnTo>
                    <a:pt x="86" y="101"/>
                  </a:lnTo>
                  <a:lnTo>
                    <a:pt x="86" y="101"/>
                  </a:lnTo>
                  <a:lnTo>
                    <a:pt x="86" y="101"/>
                  </a:lnTo>
                  <a:lnTo>
                    <a:pt x="86" y="101"/>
                  </a:lnTo>
                  <a:lnTo>
                    <a:pt x="86" y="101"/>
                  </a:lnTo>
                  <a:lnTo>
                    <a:pt x="86" y="101"/>
                  </a:lnTo>
                  <a:lnTo>
                    <a:pt x="85" y="101"/>
                  </a:lnTo>
                  <a:lnTo>
                    <a:pt x="85" y="101"/>
                  </a:lnTo>
                  <a:lnTo>
                    <a:pt x="85" y="101"/>
                  </a:lnTo>
                  <a:lnTo>
                    <a:pt x="85" y="101"/>
                  </a:lnTo>
                  <a:lnTo>
                    <a:pt x="85" y="101"/>
                  </a:lnTo>
                  <a:lnTo>
                    <a:pt x="85" y="101"/>
                  </a:lnTo>
                  <a:lnTo>
                    <a:pt x="85" y="101"/>
                  </a:lnTo>
                  <a:lnTo>
                    <a:pt x="85" y="101"/>
                  </a:lnTo>
                  <a:lnTo>
                    <a:pt x="83" y="103"/>
                  </a:lnTo>
                  <a:lnTo>
                    <a:pt x="83" y="103"/>
                  </a:lnTo>
                  <a:lnTo>
                    <a:pt x="83" y="104"/>
                  </a:lnTo>
                  <a:lnTo>
                    <a:pt x="83" y="104"/>
                  </a:lnTo>
                  <a:lnTo>
                    <a:pt x="82" y="106"/>
                  </a:lnTo>
                  <a:lnTo>
                    <a:pt x="82" y="106"/>
                  </a:lnTo>
                  <a:lnTo>
                    <a:pt x="82" y="107"/>
                  </a:lnTo>
                  <a:lnTo>
                    <a:pt x="82" y="107"/>
                  </a:lnTo>
                  <a:lnTo>
                    <a:pt x="82" y="109"/>
                  </a:lnTo>
                  <a:lnTo>
                    <a:pt x="82" y="109"/>
                  </a:lnTo>
                  <a:lnTo>
                    <a:pt x="82" y="109"/>
                  </a:lnTo>
                  <a:lnTo>
                    <a:pt x="82" y="109"/>
                  </a:lnTo>
                  <a:lnTo>
                    <a:pt x="82" y="110"/>
                  </a:lnTo>
                  <a:lnTo>
                    <a:pt x="82" y="110"/>
                  </a:lnTo>
                  <a:lnTo>
                    <a:pt x="82" y="110"/>
                  </a:lnTo>
                  <a:lnTo>
                    <a:pt x="82" y="110"/>
                  </a:lnTo>
                  <a:lnTo>
                    <a:pt x="81" y="110"/>
                  </a:lnTo>
                  <a:lnTo>
                    <a:pt x="81" y="110"/>
                  </a:lnTo>
                  <a:lnTo>
                    <a:pt x="81" y="110"/>
                  </a:lnTo>
                  <a:lnTo>
                    <a:pt x="81" y="110"/>
                  </a:lnTo>
                  <a:lnTo>
                    <a:pt x="79" y="110"/>
                  </a:lnTo>
                  <a:lnTo>
                    <a:pt x="79" y="110"/>
                  </a:lnTo>
                  <a:lnTo>
                    <a:pt x="79" y="110"/>
                  </a:lnTo>
                  <a:lnTo>
                    <a:pt x="79" y="108"/>
                  </a:lnTo>
                  <a:lnTo>
                    <a:pt x="77" y="108"/>
                  </a:lnTo>
                  <a:lnTo>
                    <a:pt x="77" y="108"/>
                  </a:lnTo>
                  <a:lnTo>
                    <a:pt x="77" y="108"/>
                  </a:lnTo>
                  <a:lnTo>
                    <a:pt x="77" y="108"/>
                  </a:lnTo>
                  <a:lnTo>
                    <a:pt x="77" y="108"/>
                  </a:lnTo>
                  <a:lnTo>
                    <a:pt x="77" y="108"/>
                  </a:lnTo>
                  <a:lnTo>
                    <a:pt x="77" y="108"/>
                  </a:lnTo>
                  <a:lnTo>
                    <a:pt x="77" y="106"/>
                  </a:lnTo>
                  <a:lnTo>
                    <a:pt x="75" y="106"/>
                  </a:lnTo>
                  <a:lnTo>
                    <a:pt x="75" y="106"/>
                  </a:lnTo>
                  <a:lnTo>
                    <a:pt x="75" y="106"/>
                  </a:lnTo>
                  <a:lnTo>
                    <a:pt x="75" y="106"/>
                  </a:lnTo>
                  <a:lnTo>
                    <a:pt x="75" y="106"/>
                  </a:lnTo>
                  <a:lnTo>
                    <a:pt x="75" y="106"/>
                  </a:lnTo>
                  <a:lnTo>
                    <a:pt x="75" y="106"/>
                  </a:lnTo>
                  <a:lnTo>
                    <a:pt x="75" y="106"/>
                  </a:lnTo>
                  <a:lnTo>
                    <a:pt x="74" y="106"/>
                  </a:lnTo>
                  <a:lnTo>
                    <a:pt x="74" y="106"/>
                  </a:lnTo>
                  <a:lnTo>
                    <a:pt x="74" y="106"/>
                  </a:lnTo>
                  <a:lnTo>
                    <a:pt x="74" y="106"/>
                  </a:lnTo>
                  <a:lnTo>
                    <a:pt x="74" y="106"/>
                  </a:lnTo>
                  <a:lnTo>
                    <a:pt x="74" y="106"/>
                  </a:lnTo>
                  <a:lnTo>
                    <a:pt x="74" y="106"/>
                  </a:lnTo>
                  <a:lnTo>
                    <a:pt x="74" y="106"/>
                  </a:lnTo>
                  <a:lnTo>
                    <a:pt x="73" y="108"/>
                  </a:lnTo>
                  <a:lnTo>
                    <a:pt x="73" y="108"/>
                  </a:lnTo>
                  <a:lnTo>
                    <a:pt x="73" y="108"/>
                  </a:lnTo>
                  <a:lnTo>
                    <a:pt x="73" y="108"/>
                  </a:lnTo>
                  <a:lnTo>
                    <a:pt x="73" y="110"/>
                  </a:lnTo>
                  <a:lnTo>
                    <a:pt x="73" y="110"/>
                  </a:lnTo>
                  <a:lnTo>
                    <a:pt x="73" y="110"/>
                  </a:lnTo>
                  <a:lnTo>
                    <a:pt x="73" y="110"/>
                  </a:lnTo>
                  <a:lnTo>
                    <a:pt x="73" y="111"/>
                  </a:lnTo>
                  <a:lnTo>
                    <a:pt x="73" y="111"/>
                  </a:lnTo>
                  <a:lnTo>
                    <a:pt x="73" y="111"/>
                  </a:lnTo>
                  <a:lnTo>
                    <a:pt x="73" y="111"/>
                  </a:lnTo>
                  <a:lnTo>
                    <a:pt x="73" y="111"/>
                  </a:lnTo>
                  <a:lnTo>
                    <a:pt x="73" y="111"/>
                  </a:lnTo>
                  <a:lnTo>
                    <a:pt x="73" y="111"/>
                  </a:lnTo>
                  <a:lnTo>
                    <a:pt x="73" y="111"/>
                  </a:lnTo>
                  <a:lnTo>
                    <a:pt x="71" y="112"/>
                  </a:lnTo>
                  <a:lnTo>
                    <a:pt x="71" y="112"/>
                  </a:lnTo>
                  <a:lnTo>
                    <a:pt x="70" y="112"/>
                  </a:lnTo>
                  <a:lnTo>
                    <a:pt x="70" y="112"/>
                  </a:lnTo>
                  <a:lnTo>
                    <a:pt x="68" y="112"/>
                  </a:lnTo>
                  <a:lnTo>
                    <a:pt x="68" y="112"/>
                  </a:lnTo>
                  <a:lnTo>
                    <a:pt x="68" y="112"/>
                  </a:lnTo>
                  <a:lnTo>
                    <a:pt x="68" y="112"/>
                  </a:lnTo>
                  <a:lnTo>
                    <a:pt x="66" y="112"/>
                  </a:lnTo>
                  <a:lnTo>
                    <a:pt x="66" y="112"/>
                  </a:lnTo>
                  <a:lnTo>
                    <a:pt x="64" y="112"/>
                  </a:lnTo>
                  <a:lnTo>
                    <a:pt x="64" y="111"/>
                  </a:lnTo>
                  <a:lnTo>
                    <a:pt x="62" y="111"/>
                  </a:lnTo>
                  <a:lnTo>
                    <a:pt x="62" y="111"/>
                  </a:lnTo>
                  <a:lnTo>
                    <a:pt x="62" y="111"/>
                  </a:lnTo>
                  <a:lnTo>
                    <a:pt x="62" y="110"/>
                  </a:lnTo>
                  <a:lnTo>
                    <a:pt x="62" y="110"/>
                  </a:lnTo>
                  <a:lnTo>
                    <a:pt x="62" y="110"/>
                  </a:lnTo>
                  <a:lnTo>
                    <a:pt x="62" y="110"/>
                  </a:lnTo>
                  <a:lnTo>
                    <a:pt x="62" y="110"/>
                  </a:lnTo>
                  <a:lnTo>
                    <a:pt x="62" y="110"/>
                  </a:lnTo>
                  <a:lnTo>
                    <a:pt x="62" y="110"/>
                  </a:lnTo>
                  <a:lnTo>
                    <a:pt x="62" y="110"/>
                  </a:lnTo>
                  <a:lnTo>
                    <a:pt x="62" y="108"/>
                  </a:lnTo>
                  <a:lnTo>
                    <a:pt x="61" y="108"/>
                  </a:lnTo>
                  <a:lnTo>
                    <a:pt x="61" y="108"/>
                  </a:lnTo>
                  <a:lnTo>
                    <a:pt x="61" y="108"/>
                  </a:lnTo>
                  <a:lnTo>
                    <a:pt x="61" y="107"/>
                  </a:lnTo>
                  <a:lnTo>
                    <a:pt x="61" y="107"/>
                  </a:lnTo>
                  <a:lnTo>
                    <a:pt x="61" y="107"/>
                  </a:lnTo>
                  <a:lnTo>
                    <a:pt x="61" y="107"/>
                  </a:lnTo>
                  <a:lnTo>
                    <a:pt x="61" y="106"/>
                  </a:lnTo>
                  <a:lnTo>
                    <a:pt x="60" y="106"/>
                  </a:lnTo>
                  <a:lnTo>
                    <a:pt x="60" y="106"/>
                  </a:lnTo>
                  <a:lnTo>
                    <a:pt x="60" y="106"/>
                  </a:lnTo>
                  <a:lnTo>
                    <a:pt x="60" y="106"/>
                  </a:lnTo>
                  <a:lnTo>
                    <a:pt x="60" y="106"/>
                  </a:lnTo>
                  <a:lnTo>
                    <a:pt x="60" y="106"/>
                  </a:lnTo>
                  <a:lnTo>
                    <a:pt x="60" y="106"/>
                  </a:lnTo>
                  <a:lnTo>
                    <a:pt x="60" y="106"/>
                  </a:lnTo>
                  <a:lnTo>
                    <a:pt x="59" y="106"/>
                  </a:lnTo>
                  <a:lnTo>
                    <a:pt x="59" y="106"/>
                  </a:lnTo>
                  <a:lnTo>
                    <a:pt x="59" y="106"/>
                  </a:lnTo>
                  <a:lnTo>
                    <a:pt x="59" y="106"/>
                  </a:lnTo>
                  <a:lnTo>
                    <a:pt x="59" y="106"/>
                  </a:lnTo>
                  <a:lnTo>
                    <a:pt x="59" y="106"/>
                  </a:lnTo>
                  <a:lnTo>
                    <a:pt x="59" y="106"/>
                  </a:lnTo>
                  <a:lnTo>
                    <a:pt x="59" y="106"/>
                  </a:lnTo>
                  <a:lnTo>
                    <a:pt x="57" y="106"/>
                  </a:lnTo>
                  <a:lnTo>
                    <a:pt x="57" y="106"/>
                  </a:lnTo>
                  <a:lnTo>
                    <a:pt x="57" y="106"/>
                  </a:lnTo>
                  <a:lnTo>
                    <a:pt x="57" y="105"/>
                  </a:lnTo>
                  <a:lnTo>
                    <a:pt x="55" y="105"/>
                  </a:lnTo>
                  <a:lnTo>
                    <a:pt x="55" y="104"/>
                  </a:lnTo>
                  <a:lnTo>
                    <a:pt x="55" y="104"/>
                  </a:lnTo>
                  <a:lnTo>
                    <a:pt x="55" y="102"/>
                  </a:lnTo>
                  <a:lnTo>
                    <a:pt x="53" y="102"/>
                  </a:lnTo>
                  <a:lnTo>
                    <a:pt x="53" y="101"/>
                  </a:lnTo>
                  <a:lnTo>
                    <a:pt x="53" y="101"/>
                  </a:lnTo>
                  <a:lnTo>
                    <a:pt x="53" y="98"/>
                  </a:lnTo>
                  <a:lnTo>
                    <a:pt x="52" y="98"/>
                  </a:lnTo>
                  <a:lnTo>
                    <a:pt x="52" y="98"/>
                  </a:lnTo>
                  <a:lnTo>
                    <a:pt x="52" y="98"/>
                  </a:lnTo>
                  <a:lnTo>
                    <a:pt x="52" y="96"/>
                  </a:lnTo>
                  <a:lnTo>
                    <a:pt x="50" y="96"/>
                  </a:lnTo>
                  <a:lnTo>
                    <a:pt x="50" y="96"/>
                  </a:lnTo>
                  <a:lnTo>
                    <a:pt x="49" y="96"/>
                  </a:lnTo>
                  <a:lnTo>
                    <a:pt x="49" y="96"/>
                  </a:lnTo>
                  <a:lnTo>
                    <a:pt x="47" y="96"/>
                  </a:lnTo>
                  <a:lnTo>
                    <a:pt x="47" y="96"/>
                  </a:lnTo>
                  <a:lnTo>
                    <a:pt x="47" y="96"/>
                  </a:lnTo>
                  <a:lnTo>
                    <a:pt x="47" y="96"/>
                  </a:lnTo>
                  <a:lnTo>
                    <a:pt x="45" y="96"/>
                  </a:lnTo>
                  <a:lnTo>
                    <a:pt x="45" y="96"/>
                  </a:lnTo>
                  <a:lnTo>
                    <a:pt x="44" y="96"/>
                  </a:lnTo>
                  <a:lnTo>
                    <a:pt x="44" y="96"/>
                  </a:lnTo>
                  <a:lnTo>
                    <a:pt x="44" y="96"/>
                  </a:lnTo>
                  <a:lnTo>
                    <a:pt x="44" y="96"/>
                  </a:lnTo>
                  <a:lnTo>
                    <a:pt x="44" y="96"/>
                  </a:lnTo>
                  <a:lnTo>
                    <a:pt x="44" y="95"/>
                  </a:lnTo>
                  <a:lnTo>
                    <a:pt x="44" y="95"/>
                  </a:lnTo>
                  <a:lnTo>
                    <a:pt x="44" y="95"/>
                  </a:lnTo>
                  <a:lnTo>
                    <a:pt x="44" y="95"/>
                  </a:lnTo>
                  <a:lnTo>
                    <a:pt x="44" y="95"/>
                  </a:lnTo>
                  <a:lnTo>
                    <a:pt x="44" y="95"/>
                  </a:lnTo>
                  <a:lnTo>
                    <a:pt x="44" y="95"/>
                  </a:lnTo>
                  <a:lnTo>
                    <a:pt x="44" y="95"/>
                  </a:lnTo>
                  <a:lnTo>
                    <a:pt x="44" y="93"/>
                  </a:lnTo>
                  <a:lnTo>
                    <a:pt x="44" y="93"/>
                  </a:lnTo>
                  <a:lnTo>
                    <a:pt x="44" y="93"/>
                  </a:lnTo>
                  <a:lnTo>
                    <a:pt x="44" y="93"/>
                  </a:lnTo>
                  <a:lnTo>
                    <a:pt x="44" y="93"/>
                  </a:lnTo>
                  <a:lnTo>
                    <a:pt x="44" y="93"/>
                  </a:lnTo>
                  <a:lnTo>
                    <a:pt x="44" y="93"/>
                  </a:lnTo>
                  <a:lnTo>
                    <a:pt x="44" y="93"/>
                  </a:lnTo>
                  <a:lnTo>
                    <a:pt x="44" y="91"/>
                  </a:lnTo>
                  <a:lnTo>
                    <a:pt x="42" y="91"/>
                  </a:lnTo>
                  <a:lnTo>
                    <a:pt x="42" y="91"/>
                  </a:lnTo>
                  <a:lnTo>
                    <a:pt x="40" y="91"/>
                  </a:lnTo>
                  <a:lnTo>
                    <a:pt x="40" y="91"/>
                  </a:lnTo>
                  <a:lnTo>
                    <a:pt x="38" y="91"/>
                  </a:lnTo>
                  <a:lnTo>
                    <a:pt x="38" y="91"/>
                  </a:lnTo>
                  <a:lnTo>
                    <a:pt x="38" y="91"/>
                  </a:lnTo>
                  <a:lnTo>
                    <a:pt x="38" y="90"/>
                  </a:lnTo>
                  <a:lnTo>
                    <a:pt x="37" y="90"/>
                  </a:lnTo>
                  <a:lnTo>
                    <a:pt x="37" y="90"/>
                  </a:lnTo>
                  <a:lnTo>
                    <a:pt x="35" y="90"/>
                  </a:lnTo>
                  <a:lnTo>
                    <a:pt x="35" y="89"/>
                  </a:lnTo>
                  <a:lnTo>
                    <a:pt x="34" y="89"/>
                  </a:lnTo>
                  <a:lnTo>
                    <a:pt x="34" y="89"/>
                  </a:lnTo>
                  <a:lnTo>
                    <a:pt x="34" y="89"/>
                  </a:lnTo>
                  <a:lnTo>
                    <a:pt x="34" y="88"/>
                  </a:lnTo>
                  <a:lnTo>
                    <a:pt x="32" y="88"/>
                  </a:lnTo>
                  <a:lnTo>
                    <a:pt x="32" y="88"/>
                  </a:lnTo>
                  <a:lnTo>
                    <a:pt x="32" y="88"/>
                  </a:lnTo>
                  <a:lnTo>
                    <a:pt x="32" y="86"/>
                  </a:lnTo>
                  <a:lnTo>
                    <a:pt x="32" y="86"/>
                  </a:lnTo>
                  <a:lnTo>
                    <a:pt x="32" y="86"/>
                  </a:lnTo>
                  <a:lnTo>
                    <a:pt x="32" y="86"/>
                  </a:lnTo>
                  <a:lnTo>
                    <a:pt x="32" y="84"/>
                  </a:lnTo>
                  <a:lnTo>
                    <a:pt x="31" y="84"/>
                  </a:lnTo>
                  <a:lnTo>
                    <a:pt x="31" y="84"/>
                  </a:lnTo>
                  <a:lnTo>
                    <a:pt x="31" y="84"/>
                  </a:lnTo>
                  <a:lnTo>
                    <a:pt x="31" y="82"/>
                  </a:lnTo>
                  <a:lnTo>
                    <a:pt x="30" y="82"/>
                  </a:lnTo>
                  <a:lnTo>
                    <a:pt x="30" y="82"/>
                  </a:lnTo>
                  <a:lnTo>
                    <a:pt x="30" y="82"/>
                  </a:lnTo>
                  <a:lnTo>
                    <a:pt x="30" y="81"/>
                  </a:lnTo>
                  <a:lnTo>
                    <a:pt x="29" y="81"/>
                  </a:lnTo>
                  <a:lnTo>
                    <a:pt x="29" y="81"/>
                  </a:lnTo>
                  <a:lnTo>
                    <a:pt x="29" y="81"/>
                  </a:lnTo>
                  <a:lnTo>
                    <a:pt x="29" y="81"/>
                  </a:lnTo>
                  <a:lnTo>
                    <a:pt x="27" y="81"/>
                  </a:lnTo>
                  <a:lnTo>
                    <a:pt x="27" y="81"/>
                  </a:lnTo>
                  <a:lnTo>
                    <a:pt x="27" y="81"/>
                  </a:lnTo>
                  <a:lnTo>
                    <a:pt x="27" y="81"/>
                  </a:lnTo>
                  <a:lnTo>
                    <a:pt x="25" y="81"/>
                  </a:lnTo>
                  <a:lnTo>
                    <a:pt x="25" y="81"/>
                  </a:lnTo>
                  <a:lnTo>
                    <a:pt x="25" y="81"/>
                  </a:lnTo>
                  <a:lnTo>
                    <a:pt x="25" y="81"/>
                  </a:lnTo>
                  <a:lnTo>
                    <a:pt x="24" y="81"/>
                  </a:lnTo>
                  <a:lnTo>
                    <a:pt x="24" y="81"/>
                  </a:lnTo>
                  <a:lnTo>
                    <a:pt x="24" y="81"/>
                  </a:lnTo>
                  <a:lnTo>
                    <a:pt x="24" y="80"/>
                  </a:lnTo>
                  <a:lnTo>
                    <a:pt x="22" y="80"/>
                  </a:lnTo>
                  <a:lnTo>
                    <a:pt x="22" y="80"/>
                  </a:lnTo>
                  <a:lnTo>
                    <a:pt x="22" y="80"/>
                  </a:lnTo>
                  <a:lnTo>
                    <a:pt x="22" y="79"/>
                  </a:lnTo>
                  <a:lnTo>
                    <a:pt x="21" y="79"/>
                  </a:lnTo>
                  <a:lnTo>
                    <a:pt x="21" y="79"/>
                  </a:lnTo>
                  <a:lnTo>
                    <a:pt x="21" y="79"/>
                  </a:lnTo>
                  <a:lnTo>
                    <a:pt x="21" y="76"/>
                  </a:lnTo>
                  <a:lnTo>
                    <a:pt x="18" y="76"/>
                  </a:lnTo>
                  <a:lnTo>
                    <a:pt x="18" y="76"/>
                  </a:lnTo>
                  <a:lnTo>
                    <a:pt x="18" y="76"/>
                  </a:lnTo>
                  <a:lnTo>
                    <a:pt x="18" y="75"/>
                  </a:lnTo>
                  <a:lnTo>
                    <a:pt x="18" y="75"/>
                  </a:lnTo>
                  <a:lnTo>
                    <a:pt x="18" y="73"/>
                  </a:lnTo>
                  <a:lnTo>
                    <a:pt x="18" y="73"/>
                  </a:lnTo>
                  <a:lnTo>
                    <a:pt x="18" y="71"/>
                  </a:lnTo>
                  <a:lnTo>
                    <a:pt x="17" y="71"/>
                  </a:lnTo>
                  <a:lnTo>
                    <a:pt x="17" y="71"/>
                  </a:lnTo>
                  <a:lnTo>
                    <a:pt x="17" y="71"/>
                  </a:lnTo>
                  <a:lnTo>
                    <a:pt x="17" y="71"/>
                  </a:lnTo>
                  <a:lnTo>
                    <a:pt x="17" y="71"/>
                  </a:lnTo>
                  <a:lnTo>
                    <a:pt x="17" y="71"/>
                  </a:lnTo>
                  <a:lnTo>
                    <a:pt x="17" y="71"/>
                  </a:lnTo>
                  <a:lnTo>
                    <a:pt x="17" y="70"/>
                  </a:lnTo>
                  <a:lnTo>
                    <a:pt x="17" y="70"/>
                  </a:lnTo>
                  <a:lnTo>
                    <a:pt x="17" y="70"/>
                  </a:lnTo>
                  <a:lnTo>
                    <a:pt x="17" y="70"/>
                  </a:lnTo>
                  <a:lnTo>
                    <a:pt x="17" y="69"/>
                  </a:lnTo>
                  <a:lnTo>
                    <a:pt x="17" y="69"/>
                  </a:lnTo>
                  <a:lnTo>
                    <a:pt x="17" y="69"/>
                  </a:lnTo>
                  <a:lnTo>
                    <a:pt x="17" y="69"/>
                  </a:lnTo>
                  <a:lnTo>
                    <a:pt x="17" y="67"/>
                  </a:lnTo>
                  <a:lnTo>
                    <a:pt x="16" y="67"/>
                  </a:lnTo>
                  <a:lnTo>
                    <a:pt x="16" y="67"/>
                  </a:lnTo>
                  <a:lnTo>
                    <a:pt x="16" y="67"/>
                  </a:lnTo>
                  <a:lnTo>
                    <a:pt x="16" y="67"/>
                  </a:lnTo>
                  <a:lnTo>
                    <a:pt x="15" y="67"/>
                  </a:lnTo>
                  <a:lnTo>
                    <a:pt x="15" y="67"/>
                  </a:lnTo>
                  <a:lnTo>
                    <a:pt x="15" y="67"/>
                  </a:lnTo>
                  <a:lnTo>
                    <a:pt x="15" y="65"/>
                  </a:lnTo>
                  <a:lnTo>
                    <a:pt x="13" y="65"/>
                  </a:lnTo>
                  <a:lnTo>
                    <a:pt x="13" y="65"/>
                  </a:lnTo>
                  <a:lnTo>
                    <a:pt x="13" y="65"/>
                  </a:lnTo>
                  <a:lnTo>
                    <a:pt x="13" y="64"/>
                  </a:lnTo>
                  <a:lnTo>
                    <a:pt x="13" y="64"/>
                  </a:lnTo>
                  <a:lnTo>
                    <a:pt x="13" y="64"/>
                  </a:lnTo>
                  <a:lnTo>
                    <a:pt x="13" y="64"/>
                  </a:lnTo>
                  <a:lnTo>
                    <a:pt x="13" y="62"/>
                  </a:lnTo>
                  <a:lnTo>
                    <a:pt x="13" y="62"/>
                  </a:lnTo>
                  <a:lnTo>
                    <a:pt x="13" y="62"/>
                  </a:lnTo>
                  <a:lnTo>
                    <a:pt x="13" y="62"/>
                  </a:lnTo>
                  <a:lnTo>
                    <a:pt x="13" y="60"/>
                  </a:lnTo>
                  <a:lnTo>
                    <a:pt x="13" y="60"/>
                  </a:lnTo>
                  <a:lnTo>
                    <a:pt x="13" y="60"/>
                  </a:lnTo>
                  <a:lnTo>
                    <a:pt x="13" y="60"/>
                  </a:lnTo>
                  <a:lnTo>
                    <a:pt x="15" y="59"/>
                  </a:lnTo>
                  <a:lnTo>
                    <a:pt x="15" y="59"/>
                  </a:lnTo>
                  <a:lnTo>
                    <a:pt x="15" y="59"/>
                  </a:lnTo>
                  <a:lnTo>
                    <a:pt x="15" y="59"/>
                  </a:lnTo>
                  <a:lnTo>
                    <a:pt x="15" y="57"/>
                  </a:lnTo>
                  <a:lnTo>
                    <a:pt x="15" y="57"/>
                  </a:lnTo>
                  <a:lnTo>
                    <a:pt x="15" y="55"/>
                  </a:lnTo>
                  <a:lnTo>
                    <a:pt x="15" y="55"/>
                  </a:lnTo>
                  <a:lnTo>
                    <a:pt x="15" y="53"/>
                  </a:lnTo>
                  <a:lnTo>
                    <a:pt x="14" y="53"/>
                  </a:lnTo>
                  <a:lnTo>
                    <a:pt x="14" y="53"/>
                  </a:lnTo>
                  <a:lnTo>
                    <a:pt x="14" y="53"/>
                  </a:lnTo>
                  <a:lnTo>
                    <a:pt x="14" y="53"/>
                  </a:lnTo>
                  <a:lnTo>
                    <a:pt x="13" y="53"/>
                  </a:lnTo>
                  <a:lnTo>
                    <a:pt x="13" y="53"/>
                  </a:lnTo>
                  <a:lnTo>
                    <a:pt x="13" y="53"/>
                  </a:lnTo>
                  <a:lnTo>
                    <a:pt x="13" y="52"/>
                  </a:lnTo>
                  <a:lnTo>
                    <a:pt x="11" y="52"/>
                  </a:lnTo>
                  <a:lnTo>
                    <a:pt x="11" y="52"/>
                  </a:lnTo>
                  <a:lnTo>
                    <a:pt x="11" y="52"/>
                  </a:lnTo>
                  <a:lnTo>
                    <a:pt x="11" y="51"/>
                  </a:lnTo>
                  <a:lnTo>
                    <a:pt x="11" y="51"/>
                  </a:lnTo>
                  <a:lnTo>
                    <a:pt x="11" y="51"/>
                  </a:lnTo>
                  <a:lnTo>
                    <a:pt x="11" y="51"/>
                  </a:lnTo>
                  <a:lnTo>
                    <a:pt x="11" y="50"/>
                  </a:lnTo>
                  <a:lnTo>
                    <a:pt x="9" y="50"/>
                  </a:lnTo>
                  <a:lnTo>
                    <a:pt x="9" y="50"/>
                  </a:lnTo>
                  <a:lnTo>
                    <a:pt x="9" y="50"/>
                  </a:lnTo>
                  <a:lnTo>
                    <a:pt x="9" y="49"/>
                  </a:lnTo>
                  <a:lnTo>
                    <a:pt x="8" y="49"/>
                  </a:lnTo>
                  <a:lnTo>
                    <a:pt x="8" y="49"/>
                  </a:lnTo>
                  <a:lnTo>
                    <a:pt x="8" y="49"/>
                  </a:lnTo>
                  <a:lnTo>
                    <a:pt x="8" y="47"/>
                  </a:lnTo>
                  <a:lnTo>
                    <a:pt x="6" y="47"/>
                  </a:lnTo>
                  <a:lnTo>
                    <a:pt x="6" y="47"/>
                  </a:lnTo>
                  <a:lnTo>
                    <a:pt x="6" y="47"/>
                  </a:lnTo>
                  <a:lnTo>
                    <a:pt x="6" y="45"/>
                  </a:lnTo>
                  <a:lnTo>
                    <a:pt x="5" y="45"/>
                  </a:lnTo>
                  <a:lnTo>
                    <a:pt x="5" y="45"/>
                  </a:lnTo>
                  <a:lnTo>
                    <a:pt x="5" y="45"/>
                  </a:lnTo>
                  <a:lnTo>
                    <a:pt x="5" y="44"/>
                  </a:lnTo>
                  <a:lnTo>
                    <a:pt x="3" y="44"/>
                  </a:lnTo>
                  <a:lnTo>
                    <a:pt x="3" y="44"/>
                  </a:lnTo>
                  <a:lnTo>
                    <a:pt x="3" y="44"/>
                  </a:lnTo>
                  <a:lnTo>
                    <a:pt x="3" y="43"/>
                  </a:lnTo>
                  <a:lnTo>
                    <a:pt x="2" y="43"/>
                  </a:lnTo>
                  <a:lnTo>
                    <a:pt x="2" y="43"/>
                  </a:lnTo>
                  <a:lnTo>
                    <a:pt x="2" y="43"/>
                  </a:lnTo>
                  <a:lnTo>
                    <a:pt x="2" y="41"/>
                  </a:lnTo>
                  <a:lnTo>
                    <a:pt x="0" y="41"/>
                  </a:lnTo>
                  <a:lnTo>
                    <a:pt x="0" y="41"/>
                  </a:lnTo>
                  <a:lnTo>
                    <a:pt x="0" y="41"/>
                  </a:lnTo>
                  <a:lnTo>
                    <a:pt x="0" y="40"/>
                  </a:lnTo>
                  <a:lnTo>
                    <a:pt x="0" y="40"/>
                  </a:lnTo>
                  <a:lnTo>
                    <a:pt x="0" y="40"/>
                  </a:lnTo>
                  <a:lnTo>
                    <a:pt x="0" y="40"/>
                  </a:lnTo>
                  <a:lnTo>
                    <a:pt x="0" y="38"/>
                  </a:lnTo>
                  <a:lnTo>
                    <a:pt x="0" y="38"/>
                  </a:lnTo>
                  <a:lnTo>
                    <a:pt x="0" y="38"/>
                  </a:lnTo>
                  <a:lnTo>
                    <a:pt x="0" y="38"/>
                  </a:lnTo>
                  <a:lnTo>
                    <a:pt x="1" y="38"/>
                  </a:lnTo>
                  <a:lnTo>
                    <a:pt x="1" y="38"/>
                  </a:lnTo>
                  <a:lnTo>
                    <a:pt x="2" y="38"/>
                  </a:lnTo>
                  <a:lnTo>
                    <a:pt x="2" y="38"/>
                  </a:lnTo>
                  <a:lnTo>
                    <a:pt x="4" y="38"/>
                  </a:lnTo>
                  <a:lnTo>
                    <a:pt x="4" y="38"/>
                  </a:lnTo>
                  <a:lnTo>
                    <a:pt x="4" y="38"/>
                  </a:lnTo>
                  <a:lnTo>
                    <a:pt x="4" y="38"/>
                  </a:lnTo>
                  <a:lnTo>
                    <a:pt x="6" y="38"/>
                  </a:lnTo>
                  <a:lnTo>
                    <a:pt x="6" y="38"/>
                  </a:lnTo>
                  <a:lnTo>
                    <a:pt x="6" y="38"/>
                  </a:lnTo>
                  <a:lnTo>
                    <a:pt x="6" y="38"/>
                  </a:lnTo>
                  <a:lnTo>
                    <a:pt x="8" y="36"/>
                  </a:lnTo>
                  <a:lnTo>
                    <a:pt x="8" y="38"/>
                  </a:lnTo>
                  <a:lnTo>
                    <a:pt x="8" y="38"/>
                  </a:lnTo>
                  <a:lnTo>
                    <a:pt x="8" y="38"/>
                  </a:lnTo>
                  <a:lnTo>
                    <a:pt x="8" y="38"/>
                  </a:lnTo>
                  <a:lnTo>
                    <a:pt x="8" y="39"/>
                  </a:lnTo>
                  <a:lnTo>
                    <a:pt x="8" y="39"/>
                  </a:lnTo>
                  <a:lnTo>
                    <a:pt x="8" y="39"/>
                  </a:lnTo>
                  <a:lnTo>
                    <a:pt x="8" y="39"/>
                  </a:lnTo>
                  <a:lnTo>
                    <a:pt x="8" y="40"/>
                  </a:lnTo>
                  <a:lnTo>
                    <a:pt x="8" y="40"/>
                  </a:lnTo>
                  <a:lnTo>
                    <a:pt x="8" y="40"/>
                  </a:lnTo>
                  <a:lnTo>
                    <a:pt x="9" y="40"/>
                  </a:lnTo>
                  <a:lnTo>
                    <a:pt x="9" y="40"/>
                  </a:lnTo>
                  <a:lnTo>
                    <a:pt x="9" y="40"/>
                  </a:lnTo>
                  <a:lnTo>
                    <a:pt x="9" y="40"/>
                  </a:lnTo>
                  <a:lnTo>
                    <a:pt x="11" y="40"/>
                  </a:lnTo>
                  <a:lnTo>
                    <a:pt x="11" y="40"/>
                  </a:lnTo>
                  <a:lnTo>
                    <a:pt x="11" y="40"/>
                  </a:lnTo>
                  <a:lnTo>
                    <a:pt x="11" y="40"/>
                  </a:lnTo>
                  <a:lnTo>
                    <a:pt x="11" y="39"/>
                  </a:lnTo>
                  <a:lnTo>
                    <a:pt x="11" y="39"/>
                  </a:lnTo>
                  <a:lnTo>
                    <a:pt x="11" y="39"/>
                  </a:lnTo>
                  <a:lnTo>
                    <a:pt x="11" y="39"/>
                  </a:lnTo>
                  <a:lnTo>
                    <a:pt x="11" y="37"/>
                  </a:lnTo>
                  <a:lnTo>
                    <a:pt x="11" y="37"/>
                  </a:lnTo>
                  <a:lnTo>
                    <a:pt x="11" y="37"/>
                  </a:lnTo>
                  <a:lnTo>
                    <a:pt x="11" y="37"/>
                  </a:lnTo>
                  <a:lnTo>
                    <a:pt x="11" y="36"/>
                  </a:lnTo>
                  <a:lnTo>
                    <a:pt x="11" y="36"/>
                  </a:lnTo>
                  <a:lnTo>
                    <a:pt x="11" y="36"/>
                  </a:lnTo>
                  <a:lnTo>
                    <a:pt x="11" y="36"/>
                  </a:lnTo>
                  <a:lnTo>
                    <a:pt x="13" y="34"/>
                  </a:lnTo>
                  <a:lnTo>
                    <a:pt x="13" y="34"/>
                  </a:lnTo>
                  <a:lnTo>
                    <a:pt x="13" y="34"/>
                  </a:lnTo>
                  <a:lnTo>
                    <a:pt x="13" y="34"/>
                  </a:lnTo>
                  <a:lnTo>
                    <a:pt x="15" y="34"/>
                  </a:lnTo>
                  <a:lnTo>
                    <a:pt x="15" y="34"/>
                  </a:lnTo>
                  <a:lnTo>
                    <a:pt x="15" y="34"/>
                  </a:lnTo>
                  <a:lnTo>
                    <a:pt x="15" y="34"/>
                  </a:lnTo>
                  <a:lnTo>
                    <a:pt x="17" y="32"/>
                  </a:lnTo>
                  <a:lnTo>
                    <a:pt x="17" y="32"/>
                  </a:lnTo>
                  <a:lnTo>
                    <a:pt x="17" y="32"/>
                  </a:lnTo>
                  <a:lnTo>
                    <a:pt x="17" y="32"/>
                  </a:lnTo>
                  <a:lnTo>
                    <a:pt x="19" y="31"/>
                  </a:lnTo>
                  <a:lnTo>
                    <a:pt x="19" y="31"/>
                  </a:lnTo>
                  <a:lnTo>
                    <a:pt x="21" y="31"/>
                  </a:lnTo>
                  <a:lnTo>
                    <a:pt x="21" y="31"/>
                  </a:lnTo>
                  <a:lnTo>
                    <a:pt x="23" y="30"/>
                  </a:lnTo>
                  <a:lnTo>
                    <a:pt x="23" y="31"/>
                  </a:lnTo>
                  <a:lnTo>
                    <a:pt x="23" y="31"/>
                  </a:lnTo>
                  <a:lnTo>
                    <a:pt x="23" y="31"/>
                  </a:lnTo>
                  <a:lnTo>
                    <a:pt x="23" y="31"/>
                  </a:lnTo>
                  <a:lnTo>
                    <a:pt x="23" y="31"/>
                  </a:lnTo>
                  <a:lnTo>
                    <a:pt x="23" y="31"/>
                  </a:lnTo>
                  <a:lnTo>
                    <a:pt x="23" y="31"/>
                  </a:lnTo>
                  <a:lnTo>
                    <a:pt x="25" y="31"/>
                  </a:lnTo>
                  <a:lnTo>
                    <a:pt x="25" y="32"/>
                  </a:lnTo>
                  <a:lnTo>
                    <a:pt x="25" y="32"/>
                  </a:lnTo>
                  <a:lnTo>
                    <a:pt x="25" y="32"/>
                  </a:lnTo>
                  <a:lnTo>
                    <a:pt x="27" y="32"/>
                  </a:lnTo>
                  <a:lnTo>
                    <a:pt x="27" y="32"/>
                  </a:lnTo>
                  <a:lnTo>
                    <a:pt x="27" y="32"/>
                  </a:lnTo>
                  <a:lnTo>
                    <a:pt x="27" y="32"/>
                  </a:lnTo>
                  <a:lnTo>
                    <a:pt x="29" y="32"/>
                  </a:lnTo>
                  <a:lnTo>
                    <a:pt x="29" y="32"/>
                  </a:lnTo>
                  <a:lnTo>
                    <a:pt x="29" y="32"/>
                  </a:lnTo>
                  <a:lnTo>
                    <a:pt x="29" y="32"/>
                  </a:lnTo>
                  <a:lnTo>
                    <a:pt x="29" y="30"/>
                  </a:lnTo>
                  <a:lnTo>
                    <a:pt x="29" y="30"/>
                  </a:lnTo>
                  <a:lnTo>
                    <a:pt x="29" y="30"/>
                  </a:lnTo>
                  <a:lnTo>
                    <a:pt x="29" y="30"/>
                  </a:lnTo>
                  <a:lnTo>
                    <a:pt x="29" y="29"/>
                  </a:lnTo>
                  <a:lnTo>
                    <a:pt x="29" y="29"/>
                  </a:lnTo>
                  <a:lnTo>
                    <a:pt x="29" y="29"/>
                  </a:lnTo>
                  <a:lnTo>
                    <a:pt x="29" y="29"/>
                  </a:lnTo>
                  <a:lnTo>
                    <a:pt x="29" y="27"/>
                  </a:lnTo>
                  <a:lnTo>
                    <a:pt x="29" y="27"/>
                  </a:lnTo>
                  <a:lnTo>
                    <a:pt x="29" y="27"/>
                  </a:lnTo>
                  <a:lnTo>
                    <a:pt x="29" y="27"/>
                  </a:lnTo>
                  <a:lnTo>
                    <a:pt x="30" y="25"/>
                  </a:lnTo>
                  <a:lnTo>
                    <a:pt x="30" y="26"/>
                  </a:lnTo>
                  <a:lnTo>
                    <a:pt x="30" y="26"/>
                  </a:lnTo>
                  <a:lnTo>
                    <a:pt x="30" y="26"/>
                  </a:lnTo>
                  <a:lnTo>
                    <a:pt x="30" y="26"/>
                  </a:lnTo>
                  <a:lnTo>
                    <a:pt x="30" y="26"/>
                  </a:lnTo>
                  <a:lnTo>
                    <a:pt x="30" y="26"/>
                  </a:lnTo>
                  <a:lnTo>
                    <a:pt x="30" y="26"/>
                  </a:lnTo>
                  <a:lnTo>
                    <a:pt x="32" y="26"/>
                  </a:lnTo>
                  <a:lnTo>
                    <a:pt x="32" y="26"/>
                  </a:lnTo>
                  <a:lnTo>
                    <a:pt x="32" y="26"/>
                  </a:lnTo>
                  <a:lnTo>
                    <a:pt x="32" y="26"/>
                  </a:lnTo>
                  <a:lnTo>
                    <a:pt x="32" y="26"/>
                  </a:lnTo>
                  <a:lnTo>
                    <a:pt x="32" y="26"/>
                  </a:lnTo>
                  <a:lnTo>
                    <a:pt x="32" y="26"/>
                  </a:lnTo>
                  <a:lnTo>
                    <a:pt x="32" y="26"/>
                  </a:lnTo>
                  <a:lnTo>
                    <a:pt x="34" y="26"/>
                  </a:lnTo>
                  <a:lnTo>
                    <a:pt x="34" y="26"/>
                  </a:lnTo>
                  <a:lnTo>
                    <a:pt x="34" y="26"/>
                  </a:lnTo>
                  <a:lnTo>
                    <a:pt x="34" y="26"/>
                  </a:lnTo>
                  <a:lnTo>
                    <a:pt x="34" y="26"/>
                  </a:lnTo>
                  <a:lnTo>
                    <a:pt x="34" y="26"/>
                  </a:lnTo>
                  <a:lnTo>
                    <a:pt x="34" y="26"/>
                  </a:lnTo>
                  <a:lnTo>
                    <a:pt x="34" y="26"/>
                  </a:lnTo>
                  <a:lnTo>
                    <a:pt x="35" y="25"/>
                  </a:lnTo>
                  <a:lnTo>
                    <a:pt x="35" y="25"/>
                  </a:lnTo>
                  <a:lnTo>
                    <a:pt x="35" y="25"/>
                  </a:lnTo>
                  <a:lnTo>
                    <a:pt x="35" y="25"/>
                  </a:lnTo>
                  <a:lnTo>
                    <a:pt x="36" y="23"/>
                  </a:lnTo>
                  <a:lnTo>
                    <a:pt x="36" y="23"/>
                  </a:lnTo>
                  <a:lnTo>
                    <a:pt x="36" y="23"/>
                  </a:lnTo>
                  <a:lnTo>
                    <a:pt x="36" y="23"/>
                  </a:lnTo>
                  <a:lnTo>
                    <a:pt x="38" y="21"/>
                  </a:lnTo>
                  <a:lnTo>
                    <a:pt x="38" y="21"/>
                  </a:lnTo>
                  <a:lnTo>
                    <a:pt x="38" y="21"/>
                  </a:lnTo>
                  <a:lnTo>
                    <a:pt x="38" y="21"/>
                  </a:lnTo>
                  <a:lnTo>
                    <a:pt x="39" y="21"/>
                  </a:lnTo>
                  <a:lnTo>
                    <a:pt x="39" y="21"/>
                  </a:lnTo>
                  <a:lnTo>
                    <a:pt x="39" y="21"/>
                  </a:lnTo>
                  <a:lnTo>
                    <a:pt x="39" y="21"/>
                  </a:lnTo>
                  <a:lnTo>
                    <a:pt x="41" y="21"/>
                  </a:lnTo>
                  <a:lnTo>
                    <a:pt x="41" y="21"/>
                  </a:lnTo>
                  <a:lnTo>
                    <a:pt x="41" y="21"/>
                  </a:lnTo>
                  <a:lnTo>
                    <a:pt x="41" y="21"/>
                  </a:lnTo>
                  <a:lnTo>
                    <a:pt x="43" y="21"/>
                  </a:lnTo>
                  <a:lnTo>
                    <a:pt x="43" y="21"/>
                  </a:lnTo>
                  <a:lnTo>
                    <a:pt x="43" y="21"/>
                  </a:lnTo>
                  <a:lnTo>
                    <a:pt x="43" y="21"/>
                  </a:lnTo>
                  <a:lnTo>
                    <a:pt x="44" y="21"/>
                  </a:lnTo>
                  <a:lnTo>
                    <a:pt x="44" y="21"/>
                  </a:lnTo>
                  <a:lnTo>
                    <a:pt x="44" y="21"/>
                  </a:lnTo>
                  <a:lnTo>
                    <a:pt x="44" y="21"/>
                  </a:lnTo>
                  <a:lnTo>
                    <a:pt x="44" y="21"/>
                  </a:lnTo>
                  <a:lnTo>
                    <a:pt x="44" y="21"/>
                  </a:lnTo>
                  <a:lnTo>
                    <a:pt x="44" y="21"/>
                  </a:lnTo>
                  <a:lnTo>
                    <a:pt x="44" y="21"/>
                  </a:lnTo>
                  <a:lnTo>
                    <a:pt x="44" y="19"/>
                  </a:lnTo>
                  <a:lnTo>
                    <a:pt x="44" y="19"/>
                  </a:lnTo>
                  <a:lnTo>
                    <a:pt x="44" y="19"/>
                  </a:lnTo>
                  <a:lnTo>
                    <a:pt x="44" y="19"/>
                  </a:lnTo>
                  <a:lnTo>
                    <a:pt x="44" y="18"/>
                  </a:lnTo>
                  <a:lnTo>
                    <a:pt x="44" y="18"/>
                  </a:lnTo>
                  <a:lnTo>
                    <a:pt x="44" y="18"/>
                  </a:lnTo>
                  <a:lnTo>
                    <a:pt x="44" y="18"/>
                  </a:lnTo>
                  <a:lnTo>
                    <a:pt x="44" y="16"/>
                  </a:lnTo>
                  <a:lnTo>
                    <a:pt x="44" y="16"/>
                  </a:lnTo>
                  <a:lnTo>
                    <a:pt x="44" y="16"/>
                  </a:lnTo>
                  <a:lnTo>
                    <a:pt x="44" y="16"/>
                  </a:lnTo>
                  <a:lnTo>
                    <a:pt x="46" y="16"/>
                  </a:lnTo>
                  <a:lnTo>
                    <a:pt x="46" y="16"/>
                  </a:lnTo>
                  <a:lnTo>
                    <a:pt x="46" y="16"/>
                  </a:lnTo>
                  <a:lnTo>
                    <a:pt x="46" y="16"/>
                  </a:lnTo>
                  <a:lnTo>
                    <a:pt x="48" y="16"/>
                  </a:lnTo>
                  <a:lnTo>
                    <a:pt x="48" y="16"/>
                  </a:lnTo>
                  <a:lnTo>
                    <a:pt x="48" y="16"/>
                  </a:lnTo>
                  <a:lnTo>
                    <a:pt x="48" y="16"/>
                  </a:lnTo>
                  <a:lnTo>
                    <a:pt x="50" y="16"/>
                  </a:lnTo>
                  <a:lnTo>
                    <a:pt x="50" y="16"/>
                  </a:lnTo>
                  <a:lnTo>
                    <a:pt x="51" y="16"/>
                  </a:lnTo>
                  <a:lnTo>
                    <a:pt x="51" y="16"/>
                  </a:lnTo>
                  <a:lnTo>
                    <a:pt x="53" y="15"/>
                  </a:lnTo>
                  <a:lnTo>
                    <a:pt x="53" y="15"/>
                  </a:lnTo>
                  <a:lnTo>
                    <a:pt x="53" y="15"/>
                  </a:lnTo>
                  <a:lnTo>
                    <a:pt x="53" y="15"/>
                  </a:lnTo>
                  <a:lnTo>
                    <a:pt x="53" y="15"/>
                  </a:lnTo>
                  <a:lnTo>
                    <a:pt x="53" y="15"/>
                  </a:lnTo>
                  <a:lnTo>
                    <a:pt x="53" y="15"/>
                  </a:lnTo>
                  <a:lnTo>
                    <a:pt x="53" y="15"/>
                  </a:lnTo>
                  <a:lnTo>
                    <a:pt x="53" y="14"/>
                  </a:lnTo>
                  <a:lnTo>
                    <a:pt x="53" y="14"/>
                  </a:lnTo>
                  <a:lnTo>
                    <a:pt x="53" y="14"/>
                  </a:lnTo>
                  <a:lnTo>
                    <a:pt x="53" y="14"/>
                  </a:lnTo>
                  <a:lnTo>
                    <a:pt x="53" y="14"/>
                  </a:lnTo>
                  <a:lnTo>
                    <a:pt x="53" y="14"/>
                  </a:lnTo>
                  <a:lnTo>
                    <a:pt x="53" y="14"/>
                  </a:lnTo>
                  <a:lnTo>
                    <a:pt x="53" y="14"/>
                  </a:lnTo>
                  <a:lnTo>
                    <a:pt x="54" y="13"/>
                  </a:lnTo>
                  <a:lnTo>
                    <a:pt x="54" y="13"/>
                  </a:lnTo>
                  <a:lnTo>
                    <a:pt x="54" y="13"/>
                  </a:lnTo>
                  <a:lnTo>
                    <a:pt x="54" y="13"/>
                  </a:lnTo>
                  <a:lnTo>
                    <a:pt x="55" y="13"/>
                  </a:lnTo>
                  <a:lnTo>
                    <a:pt x="55" y="13"/>
                  </a:lnTo>
                  <a:lnTo>
                    <a:pt x="55" y="13"/>
                  </a:lnTo>
                  <a:lnTo>
                    <a:pt x="55" y="13"/>
                  </a:lnTo>
                  <a:lnTo>
                    <a:pt x="57" y="11"/>
                  </a:lnTo>
                  <a:lnTo>
                    <a:pt x="57" y="11"/>
                  </a:lnTo>
                  <a:lnTo>
                    <a:pt x="57" y="11"/>
                  </a:lnTo>
                  <a:lnTo>
                    <a:pt x="57" y="11"/>
                  </a:lnTo>
                  <a:lnTo>
                    <a:pt x="59" y="10"/>
                  </a:lnTo>
                  <a:lnTo>
                    <a:pt x="59" y="10"/>
                  </a:lnTo>
                  <a:lnTo>
                    <a:pt x="59" y="10"/>
                  </a:lnTo>
                  <a:lnTo>
                    <a:pt x="59" y="10"/>
                  </a:lnTo>
                  <a:lnTo>
                    <a:pt x="61" y="8"/>
                  </a:lnTo>
                  <a:lnTo>
                    <a:pt x="61" y="8"/>
                  </a:lnTo>
                  <a:lnTo>
                    <a:pt x="61" y="8"/>
                  </a:lnTo>
                  <a:lnTo>
                    <a:pt x="61" y="8"/>
                  </a:lnTo>
                  <a:lnTo>
                    <a:pt x="61" y="8"/>
                  </a:lnTo>
                  <a:lnTo>
                    <a:pt x="61" y="8"/>
                  </a:lnTo>
                  <a:lnTo>
                    <a:pt x="61" y="8"/>
                  </a:lnTo>
                  <a:lnTo>
                    <a:pt x="61" y="8"/>
                  </a:lnTo>
                  <a:lnTo>
                    <a:pt x="61" y="8"/>
                  </a:lnTo>
                  <a:lnTo>
                    <a:pt x="61" y="8"/>
                  </a:lnTo>
                  <a:lnTo>
                    <a:pt x="61" y="8"/>
                  </a:lnTo>
                  <a:lnTo>
                    <a:pt x="61" y="8"/>
                  </a:lnTo>
                  <a:lnTo>
                    <a:pt x="61" y="8"/>
                  </a:lnTo>
                  <a:lnTo>
                    <a:pt x="61" y="8"/>
                  </a:lnTo>
                  <a:lnTo>
                    <a:pt x="61" y="8"/>
                  </a:lnTo>
                  <a:lnTo>
                    <a:pt x="61" y="8"/>
                  </a:lnTo>
                  <a:lnTo>
                    <a:pt x="62" y="8"/>
                  </a:lnTo>
                  <a:lnTo>
                    <a:pt x="62" y="10"/>
                  </a:lnTo>
                  <a:lnTo>
                    <a:pt x="62" y="10"/>
                  </a:lnTo>
                  <a:lnTo>
                    <a:pt x="62" y="10"/>
                  </a:lnTo>
                  <a:lnTo>
                    <a:pt x="62" y="10"/>
                  </a:lnTo>
                  <a:lnTo>
                    <a:pt x="62" y="10"/>
                  </a:lnTo>
                  <a:lnTo>
                    <a:pt x="62" y="10"/>
                  </a:lnTo>
                  <a:lnTo>
                    <a:pt x="62" y="10"/>
                  </a:lnTo>
                  <a:lnTo>
                    <a:pt x="64" y="10"/>
                  </a:lnTo>
                  <a:lnTo>
                    <a:pt x="64" y="10"/>
                  </a:lnTo>
                  <a:lnTo>
                    <a:pt x="64" y="10"/>
                  </a:lnTo>
                  <a:lnTo>
                    <a:pt x="64" y="10"/>
                  </a:lnTo>
                  <a:lnTo>
                    <a:pt x="66" y="10"/>
                  </a:lnTo>
                  <a:lnTo>
                    <a:pt x="66" y="10"/>
                  </a:lnTo>
                  <a:lnTo>
                    <a:pt x="66" y="10"/>
                  </a:lnTo>
                  <a:lnTo>
                    <a:pt x="66" y="10"/>
                  </a:lnTo>
                  <a:lnTo>
                    <a:pt x="67" y="8"/>
                  </a:lnTo>
                  <a:lnTo>
                    <a:pt x="66" y="8"/>
                  </a:lnTo>
                  <a:lnTo>
                    <a:pt x="66" y="8"/>
                  </a:lnTo>
                  <a:lnTo>
                    <a:pt x="66" y="8"/>
                  </a:lnTo>
                  <a:lnTo>
                    <a:pt x="66" y="8"/>
                  </a:lnTo>
                  <a:lnTo>
                    <a:pt x="64" y="8"/>
                  </a:lnTo>
                  <a:lnTo>
                    <a:pt x="64" y="7"/>
                  </a:lnTo>
                  <a:lnTo>
                    <a:pt x="64" y="7"/>
                  </a:lnTo>
                  <a:lnTo>
                    <a:pt x="64" y="5"/>
                  </a:lnTo>
                  <a:lnTo>
                    <a:pt x="62" y="5"/>
                  </a:lnTo>
                  <a:lnTo>
                    <a:pt x="62" y="5"/>
                  </a:lnTo>
                  <a:lnTo>
                    <a:pt x="62" y="5"/>
                  </a:lnTo>
                  <a:lnTo>
                    <a:pt x="62" y="3"/>
                  </a:lnTo>
                  <a:lnTo>
                    <a:pt x="62" y="3"/>
                  </a:lnTo>
                  <a:lnTo>
                    <a:pt x="62" y="2"/>
                  </a:lnTo>
                  <a:lnTo>
                    <a:pt x="62" y="2"/>
                  </a:lnTo>
                  <a:lnTo>
                    <a:pt x="62" y="0"/>
                  </a:lnTo>
                  <a:lnTo>
                    <a:pt x="62" y="1"/>
                  </a:lnTo>
                  <a:lnTo>
                    <a:pt x="62" y="1"/>
                  </a:lnTo>
                  <a:lnTo>
                    <a:pt x="62" y="1"/>
                  </a:lnTo>
                  <a:lnTo>
                    <a:pt x="64" y="1"/>
                  </a:lnTo>
                  <a:lnTo>
                    <a:pt x="64" y="1"/>
                  </a:lnTo>
                  <a:lnTo>
                    <a:pt x="64" y="1"/>
                  </a:lnTo>
                  <a:lnTo>
                    <a:pt x="64" y="1"/>
                  </a:lnTo>
                  <a:lnTo>
                    <a:pt x="66" y="1"/>
                  </a:lnTo>
                  <a:lnTo>
                    <a:pt x="66" y="2"/>
                  </a:lnTo>
                  <a:lnTo>
                    <a:pt x="66" y="2"/>
                  </a:lnTo>
                  <a:lnTo>
                    <a:pt x="66" y="2"/>
                  </a:lnTo>
                  <a:lnTo>
                    <a:pt x="68" y="2"/>
                  </a:lnTo>
                  <a:lnTo>
                    <a:pt x="68" y="2"/>
                  </a:lnTo>
                  <a:lnTo>
                    <a:pt x="69" y="2"/>
                  </a:lnTo>
                  <a:lnTo>
                    <a:pt x="69" y="2"/>
                  </a:lnTo>
                  <a:lnTo>
                    <a:pt x="71" y="2"/>
                  </a:lnTo>
                  <a:lnTo>
                    <a:pt x="71" y="4"/>
                  </a:lnTo>
                  <a:lnTo>
                    <a:pt x="71" y="4"/>
                  </a:lnTo>
                  <a:lnTo>
                    <a:pt x="71" y="5"/>
                  </a:lnTo>
                  <a:lnTo>
                    <a:pt x="71" y="5"/>
                  </a:lnTo>
                  <a:lnTo>
                    <a:pt x="71" y="7"/>
                  </a:lnTo>
                  <a:lnTo>
                    <a:pt x="71" y="7"/>
                  </a:lnTo>
                  <a:lnTo>
                    <a:pt x="71" y="7"/>
                  </a:lnTo>
                  <a:lnTo>
                    <a:pt x="72" y="7"/>
                  </a:lnTo>
                  <a:lnTo>
                    <a:pt x="72" y="8"/>
                  </a:lnTo>
                  <a:lnTo>
                    <a:pt x="72" y="8"/>
                  </a:lnTo>
                  <a:lnTo>
                    <a:pt x="72" y="9"/>
                  </a:lnTo>
                  <a:lnTo>
                    <a:pt x="72" y="9"/>
                  </a:lnTo>
                  <a:lnTo>
                    <a:pt x="72" y="10"/>
                  </a:lnTo>
                  <a:lnTo>
                    <a:pt x="72" y="10"/>
                  </a:lnTo>
                  <a:lnTo>
                    <a:pt x="72" y="10"/>
                  </a:lnTo>
                  <a:lnTo>
                    <a:pt x="74" y="10"/>
                  </a:lnTo>
                  <a:lnTo>
                    <a:pt x="74" y="10"/>
                  </a:lnTo>
                  <a:lnTo>
                    <a:pt x="74" y="10"/>
                  </a:lnTo>
                  <a:lnTo>
                    <a:pt x="74" y="10"/>
                  </a:lnTo>
                  <a:lnTo>
                    <a:pt x="74" y="10"/>
                  </a:lnTo>
                  <a:lnTo>
                    <a:pt x="74" y="10"/>
                  </a:lnTo>
                  <a:lnTo>
                    <a:pt x="74" y="10"/>
                  </a:lnTo>
                  <a:lnTo>
                    <a:pt x="74" y="10"/>
                  </a:lnTo>
                  <a:lnTo>
                    <a:pt x="75" y="10"/>
                  </a:lnTo>
                  <a:lnTo>
                    <a:pt x="75" y="10"/>
                  </a:lnTo>
                  <a:lnTo>
                    <a:pt x="75" y="10"/>
                  </a:lnTo>
                  <a:lnTo>
                    <a:pt x="75" y="10"/>
                  </a:lnTo>
                  <a:lnTo>
                    <a:pt x="77" y="10"/>
                  </a:lnTo>
                  <a:lnTo>
                    <a:pt x="77" y="10"/>
                  </a:lnTo>
                  <a:lnTo>
                    <a:pt x="77" y="10"/>
                  </a:lnTo>
                  <a:lnTo>
                    <a:pt x="77" y="10"/>
                  </a:lnTo>
                  <a:lnTo>
                    <a:pt x="79" y="10"/>
                  </a:lnTo>
                  <a:lnTo>
                    <a:pt x="79" y="10"/>
                  </a:lnTo>
                  <a:lnTo>
                    <a:pt x="79" y="10"/>
                  </a:lnTo>
                  <a:lnTo>
                    <a:pt x="79" y="10"/>
                  </a:lnTo>
                  <a:lnTo>
                    <a:pt x="79" y="10"/>
                  </a:lnTo>
                  <a:lnTo>
                    <a:pt x="79" y="10"/>
                  </a:lnTo>
                  <a:lnTo>
                    <a:pt x="79" y="10"/>
                  </a:lnTo>
                  <a:lnTo>
                    <a:pt x="79" y="10"/>
                  </a:lnTo>
                  <a:lnTo>
                    <a:pt x="79" y="8"/>
                  </a:lnTo>
                  <a:lnTo>
                    <a:pt x="79" y="8"/>
                  </a:lnTo>
                  <a:lnTo>
                    <a:pt x="79" y="8"/>
                  </a:lnTo>
                  <a:lnTo>
                    <a:pt x="79" y="8"/>
                  </a:lnTo>
                  <a:lnTo>
                    <a:pt x="79" y="7"/>
                  </a:lnTo>
                  <a:lnTo>
                    <a:pt x="79" y="7"/>
                  </a:lnTo>
                  <a:lnTo>
                    <a:pt x="79" y="7"/>
                  </a:lnTo>
                  <a:lnTo>
                    <a:pt x="79" y="7"/>
                  </a:lnTo>
                  <a:lnTo>
                    <a:pt x="79" y="5"/>
                  </a:lnTo>
                  <a:lnTo>
                    <a:pt x="78" y="7"/>
                  </a:lnTo>
                  <a:lnTo>
                    <a:pt x="78" y="7"/>
                  </a:lnTo>
                  <a:lnTo>
                    <a:pt x="78" y="7"/>
                  </a:lnTo>
                  <a:lnTo>
                    <a:pt x="78" y="7"/>
                  </a:lnTo>
                  <a:lnTo>
                    <a:pt x="78" y="7"/>
                  </a:lnTo>
                  <a:lnTo>
                    <a:pt x="78" y="7"/>
                  </a:lnTo>
                  <a:lnTo>
                    <a:pt x="78" y="7"/>
                  </a:lnTo>
                  <a:lnTo>
                    <a:pt x="80" y="7"/>
                  </a:lnTo>
                  <a:lnTo>
                    <a:pt x="80" y="8"/>
                  </a:lnTo>
                  <a:lnTo>
                    <a:pt x="80" y="8"/>
                  </a:lnTo>
                  <a:lnTo>
                    <a:pt x="80" y="8"/>
                  </a:lnTo>
                  <a:lnTo>
                    <a:pt x="81" y="8"/>
                  </a:lnTo>
                  <a:lnTo>
                    <a:pt x="81" y="8"/>
                  </a:lnTo>
                  <a:lnTo>
                    <a:pt x="81" y="8"/>
                  </a:lnTo>
                  <a:lnTo>
                    <a:pt x="81" y="8"/>
                  </a:lnTo>
                  <a:lnTo>
                    <a:pt x="82" y="8"/>
                  </a:lnTo>
                  <a:lnTo>
                    <a:pt x="82" y="8"/>
                  </a:lnTo>
                  <a:lnTo>
                    <a:pt x="82" y="8"/>
                  </a:lnTo>
                  <a:lnTo>
                    <a:pt x="82" y="8"/>
                  </a:lnTo>
                  <a:lnTo>
                    <a:pt x="82" y="8"/>
                  </a:lnTo>
                  <a:lnTo>
                    <a:pt x="82" y="8"/>
                  </a:lnTo>
                  <a:lnTo>
                    <a:pt x="82" y="7"/>
                  </a:lnTo>
                  <a:lnTo>
                    <a:pt x="82" y="7"/>
                  </a:lnTo>
                  <a:lnTo>
                    <a:pt x="82" y="5"/>
                  </a:lnTo>
                  <a:lnTo>
                    <a:pt x="82" y="5"/>
                  </a:lnTo>
                  <a:lnTo>
                    <a:pt x="82" y="5"/>
                  </a:lnTo>
                  <a:lnTo>
                    <a:pt x="82" y="5"/>
                  </a:lnTo>
                  <a:lnTo>
                    <a:pt x="82" y="3"/>
                  </a:lnTo>
                  <a:lnTo>
                    <a:pt x="82" y="3"/>
                  </a:lnTo>
                  <a:lnTo>
                    <a:pt x="82" y="2"/>
                  </a:lnTo>
                  <a:lnTo>
                    <a:pt x="82" y="2"/>
                  </a:lnTo>
                  <a:lnTo>
                    <a:pt x="82" y="0"/>
                  </a:lnTo>
                  <a:lnTo>
                    <a:pt x="82" y="0"/>
                  </a:lnTo>
                  <a:lnTo>
                    <a:pt x="82" y="0"/>
                  </a:lnTo>
                  <a:lnTo>
                    <a:pt x="82" y="0"/>
                  </a:lnTo>
                  <a:lnTo>
                    <a:pt x="82" y="0"/>
                  </a:lnTo>
                  <a:lnTo>
                    <a:pt x="82" y="0"/>
                  </a:lnTo>
                  <a:lnTo>
                    <a:pt x="82" y="0"/>
                  </a:lnTo>
                  <a:lnTo>
                    <a:pt x="82" y="0"/>
                  </a:lnTo>
                  <a:lnTo>
                    <a:pt x="82" y="0"/>
                  </a:lnTo>
                  <a:lnTo>
                    <a:pt x="82" y="0"/>
                  </a:lnTo>
                  <a:lnTo>
                    <a:pt x="82" y="0"/>
                  </a:lnTo>
                  <a:lnTo>
                    <a:pt x="82" y="0"/>
                  </a:lnTo>
                  <a:lnTo>
                    <a:pt x="82" y="0"/>
                  </a:lnTo>
                  <a:lnTo>
                    <a:pt x="82" y="0"/>
                  </a:lnTo>
                  <a:lnTo>
                    <a:pt x="82" y="0"/>
                  </a:lnTo>
                  <a:lnTo>
                    <a:pt x="82" y="0"/>
                  </a:lnTo>
                  <a:lnTo>
                    <a:pt x="82" y="0"/>
                  </a:lnTo>
                  <a:lnTo>
                    <a:pt x="83" y="0"/>
                  </a:lnTo>
                  <a:lnTo>
                    <a:pt x="83" y="1"/>
                  </a:lnTo>
                  <a:lnTo>
                    <a:pt x="83" y="1"/>
                  </a:lnTo>
                  <a:lnTo>
                    <a:pt x="83" y="1"/>
                  </a:lnTo>
                  <a:lnTo>
                    <a:pt x="84" y="1"/>
                  </a:lnTo>
                  <a:lnTo>
                    <a:pt x="84" y="1"/>
                  </a:lnTo>
                  <a:lnTo>
                    <a:pt x="84" y="1"/>
                  </a:lnTo>
                  <a:lnTo>
                    <a:pt x="84" y="1"/>
                  </a:lnTo>
                  <a:lnTo>
                    <a:pt x="86" y="1"/>
                  </a:lnTo>
                  <a:lnTo>
                    <a:pt x="86" y="2"/>
                  </a:lnTo>
                  <a:lnTo>
                    <a:pt x="86" y="2"/>
                  </a:lnTo>
                  <a:lnTo>
                    <a:pt x="86" y="2"/>
                  </a:lnTo>
                  <a:lnTo>
                    <a:pt x="88" y="2"/>
                  </a:lnTo>
                  <a:lnTo>
                    <a:pt x="88" y="2"/>
                  </a:lnTo>
                  <a:lnTo>
                    <a:pt x="89" y="2"/>
                  </a:lnTo>
                  <a:lnTo>
                    <a:pt x="89" y="2"/>
                  </a:lnTo>
                  <a:lnTo>
                    <a:pt x="90" y="2"/>
                  </a:lnTo>
                  <a:lnTo>
                    <a:pt x="90" y="4"/>
                  </a:lnTo>
                  <a:lnTo>
                    <a:pt x="90" y="4"/>
                  </a:lnTo>
                  <a:lnTo>
                    <a:pt x="90" y="5"/>
                  </a:lnTo>
                  <a:lnTo>
                    <a:pt x="91" y="5"/>
                  </a:lnTo>
                  <a:lnTo>
                    <a:pt x="91" y="7"/>
                  </a:lnTo>
                  <a:lnTo>
                    <a:pt x="91" y="7"/>
                  </a:lnTo>
                  <a:lnTo>
                    <a:pt x="91" y="7"/>
                  </a:lnTo>
                  <a:lnTo>
                    <a:pt x="93" y="7"/>
                  </a:lnTo>
                  <a:lnTo>
                    <a:pt x="93" y="8"/>
                  </a:lnTo>
                  <a:lnTo>
                    <a:pt x="93" y="8"/>
                  </a:lnTo>
                  <a:lnTo>
                    <a:pt x="93" y="9"/>
                  </a:lnTo>
                  <a:lnTo>
                    <a:pt x="95" y="9"/>
                  </a:lnTo>
                  <a:lnTo>
                    <a:pt x="95" y="10"/>
                  </a:lnTo>
                  <a:lnTo>
                    <a:pt x="95" y="10"/>
                  </a:lnTo>
                  <a:lnTo>
                    <a:pt x="95" y="10"/>
                  </a:lnTo>
                  <a:lnTo>
                    <a:pt x="97" y="10"/>
                  </a:lnTo>
                  <a:lnTo>
                    <a:pt x="97" y="12"/>
                  </a:lnTo>
                  <a:lnTo>
                    <a:pt x="97" y="12"/>
                  </a:lnTo>
                  <a:lnTo>
                    <a:pt x="97" y="12"/>
                  </a:lnTo>
                  <a:lnTo>
                    <a:pt x="98" y="12"/>
                  </a:lnTo>
                  <a:lnTo>
                    <a:pt x="98" y="12"/>
                  </a:lnTo>
                  <a:lnTo>
                    <a:pt x="99" y="12"/>
                  </a:lnTo>
                  <a:lnTo>
                    <a:pt x="99" y="12"/>
                  </a:lnTo>
                  <a:lnTo>
                    <a:pt x="101" y="12"/>
                  </a:lnTo>
                  <a:lnTo>
                    <a:pt x="101" y="13"/>
                  </a:lnTo>
                  <a:lnTo>
                    <a:pt x="103" y="13"/>
                  </a:lnTo>
                  <a:lnTo>
                    <a:pt x="103" y="13"/>
                  </a:lnTo>
                  <a:lnTo>
                    <a:pt x="105" y="13"/>
                  </a:lnTo>
                  <a:lnTo>
                    <a:pt x="105" y="13"/>
                  </a:lnTo>
                  <a:lnTo>
                    <a:pt x="106" y="13"/>
                  </a:lnTo>
                  <a:lnTo>
                    <a:pt x="106" y="13"/>
                  </a:lnTo>
                  <a:lnTo>
                    <a:pt x="108" y="13"/>
                  </a:lnTo>
                  <a:lnTo>
                    <a:pt x="108" y="14"/>
                  </a:lnTo>
                  <a:lnTo>
                    <a:pt x="108" y="14"/>
                  </a:lnTo>
                  <a:lnTo>
                    <a:pt x="108" y="14"/>
                  </a:lnTo>
                  <a:lnTo>
                    <a:pt x="109" y="14"/>
                  </a:lnTo>
                  <a:lnTo>
                    <a:pt x="109" y="14"/>
                  </a:lnTo>
                  <a:lnTo>
                    <a:pt x="109" y="14"/>
                  </a:lnTo>
                  <a:lnTo>
                    <a:pt x="109" y="14"/>
                  </a:lnTo>
                  <a:lnTo>
                    <a:pt x="111" y="14"/>
                  </a:lnTo>
                  <a:lnTo>
                    <a:pt x="111" y="15"/>
                  </a:lnTo>
                  <a:lnTo>
                    <a:pt x="111" y="15"/>
                  </a:lnTo>
                  <a:lnTo>
                    <a:pt x="111" y="15"/>
                  </a:lnTo>
                  <a:lnTo>
                    <a:pt x="113" y="15"/>
                  </a:lnTo>
                  <a:lnTo>
                    <a:pt x="113" y="15"/>
                  </a:lnTo>
                  <a:lnTo>
                    <a:pt x="113" y="15"/>
                  </a:lnTo>
                  <a:lnTo>
                    <a:pt x="113" y="15"/>
                  </a:lnTo>
                  <a:lnTo>
                    <a:pt x="115" y="15"/>
                  </a:lnTo>
                  <a:lnTo>
                    <a:pt x="115" y="15"/>
                  </a:lnTo>
                  <a:lnTo>
                    <a:pt x="115" y="15"/>
                  </a:lnTo>
                  <a:lnTo>
                    <a:pt x="115" y="15"/>
                  </a:lnTo>
                  <a:lnTo>
                    <a:pt x="117" y="15"/>
                  </a:lnTo>
                  <a:lnTo>
                    <a:pt x="117" y="15"/>
                  </a:lnTo>
                  <a:lnTo>
                    <a:pt x="117" y="15"/>
                  </a:lnTo>
                  <a:lnTo>
                    <a:pt x="117" y="15"/>
                  </a:lnTo>
                  <a:lnTo>
                    <a:pt x="119" y="14"/>
                  </a:lnTo>
                  <a:lnTo>
                    <a:pt x="119" y="14"/>
                  </a:lnTo>
                  <a:lnTo>
                    <a:pt x="119" y="14"/>
                  </a:lnTo>
                  <a:lnTo>
                    <a:pt x="119" y="14"/>
                  </a:lnTo>
                  <a:lnTo>
                    <a:pt x="121" y="14"/>
                  </a:lnTo>
                  <a:lnTo>
                    <a:pt x="121" y="14"/>
                  </a:lnTo>
                  <a:lnTo>
                    <a:pt x="121" y="14"/>
                  </a:lnTo>
                  <a:lnTo>
                    <a:pt x="121" y="14"/>
                  </a:lnTo>
                  <a:lnTo>
                    <a:pt x="123" y="14"/>
                  </a:lnTo>
                  <a:lnTo>
                    <a:pt x="123" y="16"/>
                  </a:lnTo>
                  <a:lnTo>
                    <a:pt x="123" y="16"/>
                  </a:lnTo>
                  <a:lnTo>
                    <a:pt x="123" y="16"/>
                  </a:lnTo>
                  <a:lnTo>
                    <a:pt x="123" y="16"/>
                  </a:lnTo>
                  <a:lnTo>
                    <a:pt x="123" y="18"/>
                  </a:lnTo>
                  <a:lnTo>
                    <a:pt x="123" y="18"/>
                  </a:lnTo>
                  <a:lnTo>
                    <a:pt x="123" y="18"/>
                  </a:lnTo>
                  <a:lnTo>
                    <a:pt x="124" y="18"/>
                  </a:lnTo>
                  <a:lnTo>
                    <a:pt x="124" y="20"/>
                  </a:lnTo>
                  <a:lnTo>
                    <a:pt x="124" y="20"/>
                  </a:lnTo>
                  <a:lnTo>
                    <a:pt x="124" y="20"/>
                  </a:lnTo>
                  <a:lnTo>
                    <a:pt x="124" y="20"/>
                  </a:lnTo>
                  <a:lnTo>
                    <a:pt x="124" y="21"/>
                  </a:lnTo>
                  <a:lnTo>
                    <a:pt x="124" y="21"/>
                  </a:lnTo>
                  <a:lnTo>
                    <a:pt x="124" y="21"/>
                  </a:lnTo>
                  <a:lnTo>
                    <a:pt x="125" y="21"/>
                  </a:lnTo>
                  <a:lnTo>
                    <a:pt x="124" y="22"/>
                  </a:lnTo>
                  <a:lnTo>
                    <a:pt x="124" y="22"/>
                  </a:lnTo>
                  <a:lnTo>
                    <a:pt x="124" y="22"/>
                  </a:lnTo>
                  <a:lnTo>
                    <a:pt x="124" y="22"/>
                  </a:lnTo>
                  <a:lnTo>
                    <a:pt x="123" y="22"/>
                  </a:lnTo>
                  <a:lnTo>
                    <a:pt x="123" y="22"/>
                  </a:lnTo>
                  <a:lnTo>
                    <a:pt x="123" y="22"/>
                  </a:lnTo>
                  <a:lnTo>
                    <a:pt x="123" y="22"/>
                  </a:lnTo>
                  <a:lnTo>
                    <a:pt x="121" y="23"/>
                  </a:lnTo>
                  <a:lnTo>
                    <a:pt x="121" y="23"/>
                  </a:lnTo>
                  <a:lnTo>
                    <a:pt x="121" y="23"/>
                  </a:lnTo>
                  <a:lnTo>
                    <a:pt x="121" y="23"/>
                  </a:lnTo>
                  <a:lnTo>
                    <a:pt x="119" y="23"/>
                  </a:lnTo>
                  <a:lnTo>
                    <a:pt x="119" y="23"/>
                  </a:lnTo>
                  <a:lnTo>
                    <a:pt x="119" y="23"/>
                  </a:lnTo>
                  <a:lnTo>
                    <a:pt x="119" y="23"/>
                  </a:lnTo>
                  <a:lnTo>
                    <a:pt x="119" y="24"/>
                  </a:lnTo>
                  <a:lnTo>
                    <a:pt x="119" y="24"/>
                  </a:lnTo>
                  <a:lnTo>
                    <a:pt x="119" y="24"/>
                  </a:lnTo>
                  <a:lnTo>
                    <a:pt x="119" y="24"/>
                  </a:lnTo>
                  <a:lnTo>
                    <a:pt x="119" y="24"/>
                  </a:lnTo>
                  <a:lnTo>
                    <a:pt x="119" y="24"/>
                  </a:lnTo>
                  <a:lnTo>
                    <a:pt x="119" y="24"/>
                  </a:lnTo>
                  <a:lnTo>
                    <a:pt x="119" y="24"/>
                  </a:lnTo>
                  <a:lnTo>
                    <a:pt x="119" y="25"/>
                  </a:lnTo>
                  <a:lnTo>
                    <a:pt x="119" y="25"/>
                  </a:lnTo>
                  <a:lnTo>
                    <a:pt x="119" y="25"/>
                  </a:lnTo>
                  <a:lnTo>
                    <a:pt x="119" y="25"/>
                  </a:lnTo>
                  <a:lnTo>
                    <a:pt x="119" y="25"/>
                  </a:lnTo>
                  <a:lnTo>
                    <a:pt x="119" y="25"/>
                  </a:lnTo>
                  <a:lnTo>
                    <a:pt x="119" y="25"/>
                  </a:lnTo>
                  <a:lnTo>
                    <a:pt x="119" y="25"/>
                  </a:lnTo>
                  <a:lnTo>
                    <a:pt x="119" y="27"/>
                  </a:lnTo>
                  <a:lnTo>
                    <a:pt x="119" y="27"/>
                  </a:lnTo>
                  <a:lnTo>
                    <a:pt x="119" y="27"/>
                  </a:lnTo>
                  <a:lnTo>
                    <a:pt x="120" y="27"/>
                  </a:lnTo>
                  <a:lnTo>
                    <a:pt x="120" y="27"/>
                  </a:lnTo>
                  <a:lnTo>
                    <a:pt x="120" y="27"/>
                  </a:lnTo>
                  <a:lnTo>
                    <a:pt x="120" y="27"/>
                  </a:lnTo>
                  <a:lnTo>
                    <a:pt x="122" y="27"/>
                  </a:lnTo>
                  <a:lnTo>
                    <a:pt x="122" y="29"/>
                  </a:lnTo>
                  <a:lnTo>
                    <a:pt x="122" y="29"/>
                  </a:lnTo>
                  <a:lnTo>
                    <a:pt x="122" y="29"/>
                  </a:lnTo>
                  <a:lnTo>
                    <a:pt x="124" y="29"/>
                  </a:lnTo>
                  <a:lnTo>
                    <a:pt x="124" y="29"/>
                  </a:lnTo>
                  <a:lnTo>
                    <a:pt x="125" y="29"/>
                  </a:lnTo>
                  <a:lnTo>
                    <a:pt x="125" y="29"/>
                  </a:lnTo>
                  <a:lnTo>
                    <a:pt x="127" y="29"/>
                  </a:lnTo>
                  <a:lnTo>
                    <a:pt x="127" y="30"/>
                  </a:lnTo>
                  <a:lnTo>
                    <a:pt x="127" y="30"/>
                  </a:lnTo>
                  <a:lnTo>
                    <a:pt x="127" y="30"/>
                  </a:lnTo>
                  <a:lnTo>
                    <a:pt x="127" y="30"/>
                  </a:lnTo>
                  <a:lnTo>
                    <a:pt x="127" y="31"/>
                  </a:lnTo>
                  <a:lnTo>
                    <a:pt x="127" y="31"/>
                  </a:lnTo>
                  <a:lnTo>
                    <a:pt x="127" y="31"/>
                  </a:lnTo>
                  <a:lnTo>
                    <a:pt x="127" y="31"/>
                  </a:lnTo>
                  <a:lnTo>
                    <a:pt x="127" y="33"/>
                  </a:lnTo>
                  <a:lnTo>
                    <a:pt x="127" y="33"/>
                  </a:lnTo>
                  <a:lnTo>
                    <a:pt x="127" y="33"/>
                  </a:lnTo>
                  <a:lnTo>
                    <a:pt x="127" y="33"/>
                  </a:lnTo>
                  <a:lnTo>
                    <a:pt x="127" y="34"/>
                  </a:lnTo>
                  <a:lnTo>
                    <a:pt x="127" y="34"/>
                  </a:lnTo>
                  <a:lnTo>
                    <a:pt x="127" y="34"/>
                  </a:lnTo>
                  <a:lnTo>
                    <a:pt x="129" y="34"/>
                  </a:lnTo>
                  <a:lnTo>
                    <a:pt x="129" y="35"/>
                  </a:lnTo>
                  <a:lnTo>
                    <a:pt x="129" y="35"/>
                  </a:lnTo>
                  <a:lnTo>
                    <a:pt x="129" y="35"/>
                  </a:lnTo>
                  <a:lnTo>
                    <a:pt x="129" y="35"/>
                  </a:lnTo>
                  <a:lnTo>
                    <a:pt x="129" y="36"/>
                  </a:lnTo>
                  <a:lnTo>
                    <a:pt x="129" y="36"/>
                  </a:lnTo>
                  <a:lnTo>
                    <a:pt x="129" y="36"/>
                  </a:lnTo>
                  <a:lnTo>
                    <a:pt x="131" y="36"/>
                  </a:lnTo>
                  <a:lnTo>
                    <a:pt x="131" y="38"/>
                  </a:lnTo>
                  <a:lnTo>
                    <a:pt x="131" y="38"/>
                  </a:lnTo>
                  <a:lnTo>
                    <a:pt x="131" y="38"/>
                  </a:lnTo>
                  <a:lnTo>
                    <a:pt x="131" y="38"/>
                  </a:lnTo>
                  <a:lnTo>
                    <a:pt x="131" y="38"/>
                  </a:lnTo>
                  <a:lnTo>
                    <a:pt x="131" y="38"/>
                  </a:lnTo>
                  <a:lnTo>
                    <a:pt x="131" y="38"/>
                  </a:lnTo>
                  <a:lnTo>
                    <a:pt x="133" y="38"/>
                  </a:lnTo>
                  <a:lnTo>
                    <a:pt x="133" y="38"/>
                  </a:lnTo>
                  <a:lnTo>
                    <a:pt x="133" y="38"/>
                  </a:lnTo>
                  <a:lnTo>
                    <a:pt x="133" y="38"/>
                  </a:lnTo>
                  <a:lnTo>
                    <a:pt x="135" y="37"/>
                  </a:lnTo>
                  <a:lnTo>
                    <a:pt x="135" y="37"/>
                  </a:lnTo>
                  <a:lnTo>
                    <a:pt x="137" y="37"/>
                  </a:lnTo>
                  <a:lnTo>
                    <a:pt x="137" y="37"/>
                  </a:lnTo>
                  <a:lnTo>
                    <a:pt x="139" y="35"/>
                  </a:lnTo>
                  <a:lnTo>
                    <a:pt x="139" y="35"/>
                  </a:lnTo>
                  <a:lnTo>
                    <a:pt x="139" y="35"/>
                  </a:lnTo>
                  <a:lnTo>
                    <a:pt x="139" y="35"/>
                  </a:lnTo>
                  <a:lnTo>
                    <a:pt x="141" y="32"/>
                  </a:lnTo>
                  <a:lnTo>
                    <a:pt x="141" y="32"/>
                  </a:lnTo>
                  <a:lnTo>
                    <a:pt x="141" y="31"/>
                  </a:lnTo>
                  <a:lnTo>
                    <a:pt x="141" y="31"/>
                  </a:lnTo>
                  <a:lnTo>
                    <a:pt x="143" y="29"/>
                  </a:lnTo>
                  <a:lnTo>
                    <a:pt x="141" y="29"/>
                  </a:lnTo>
                  <a:lnTo>
                    <a:pt x="141" y="29"/>
                  </a:lnTo>
                  <a:lnTo>
                    <a:pt x="141" y="29"/>
                  </a:lnTo>
                  <a:lnTo>
                    <a:pt x="141" y="28"/>
                  </a:lnTo>
                  <a:lnTo>
                    <a:pt x="140" y="28"/>
                  </a:lnTo>
                  <a:lnTo>
                    <a:pt x="140" y="28"/>
                  </a:lnTo>
                  <a:lnTo>
                    <a:pt x="140" y="28"/>
                  </a:lnTo>
                  <a:lnTo>
                    <a:pt x="140" y="26"/>
                  </a:lnTo>
                  <a:lnTo>
                    <a:pt x="139" y="26"/>
                  </a:lnTo>
                  <a:lnTo>
                    <a:pt x="139" y="26"/>
                  </a:lnTo>
                  <a:lnTo>
                    <a:pt x="139" y="26"/>
                  </a:lnTo>
                  <a:lnTo>
                    <a:pt x="139" y="24"/>
                  </a:lnTo>
                  <a:lnTo>
                    <a:pt x="139" y="24"/>
                  </a:lnTo>
                  <a:lnTo>
                    <a:pt x="139" y="24"/>
                  </a:lnTo>
                  <a:lnTo>
                    <a:pt x="139" y="24"/>
                  </a:lnTo>
                  <a:lnTo>
                    <a:pt x="140" y="23"/>
                  </a:lnTo>
                  <a:lnTo>
                    <a:pt x="140" y="23"/>
                  </a:lnTo>
                  <a:lnTo>
                    <a:pt x="140" y="23"/>
                  </a:lnTo>
                  <a:lnTo>
                    <a:pt x="140" y="23"/>
                  </a:lnTo>
                  <a:lnTo>
                    <a:pt x="140" y="23"/>
                  </a:lnTo>
                  <a:lnTo>
                    <a:pt x="140" y="24"/>
                  </a:lnTo>
                  <a:lnTo>
                    <a:pt x="142" y="24"/>
                  </a:lnTo>
                  <a:lnTo>
                    <a:pt x="142" y="24"/>
                  </a:lnTo>
                  <a:lnTo>
                    <a:pt x="144" y="24"/>
                  </a:lnTo>
                  <a:lnTo>
                    <a:pt x="144" y="26"/>
                  </a:lnTo>
                  <a:lnTo>
                    <a:pt x="146" y="26"/>
                  </a:lnTo>
                  <a:lnTo>
                    <a:pt x="147" y="26"/>
                  </a:lnTo>
                  <a:lnTo>
                    <a:pt x="149" y="26"/>
                  </a:lnTo>
                  <a:lnTo>
                    <a:pt x="149" y="27"/>
                  </a:lnTo>
                  <a:lnTo>
                    <a:pt x="150" y="27"/>
                  </a:lnTo>
                  <a:lnTo>
                    <a:pt x="152" y="27"/>
                  </a:lnTo>
                  <a:lnTo>
                    <a:pt x="154" y="27"/>
                  </a:lnTo>
                  <a:lnTo>
                    <a:pt x="154" y="27"/>
                  </a:lnTo>
                  <a:lnTo>
                    <a:pt x="155" y="27"/>
                  </a:lnTo>
                  <a:lnTo>
                    <a:pt x="155" y="27"/>
                  </a:lnTo>
                  <a:lnTo>
                    <a:pt x="156" y="27"/>
                  </a:lnTo>
                  <a:lnTo>
                    <a:pt x="156" y="27"/>
                  </a:lnTo>
                  <a:lnTo>
                    <a:pt x="158" y="27"/>
                  </a:lnTo>
                  <a:lnTo>
                    <a:pt x="158" y="27"/>
                  </a:lnTo>
                  <a:lnTo>
                    <a:pt x="160" y="27"/>
                  </a:lnTo>
                  <a:lnTo>
                    <a:pt x="160" y="27"/>
                  </a:lnTo>
                  <a:lnTo>
                    <a:pt x="162" y="27"/>
                  </a:lnTo>
                  <a:lnTo>
                    <a:pt x="162" y="27"/>
                  </a:lnTo>
                  <a:lnTo>
                    <a:pt x="163" y="27"/>
                  </a:lnTo>
                  <a:lnTo>
                    <a:pt x="163" y="27"/>
                  </a:lnTo>
                  <a:lnTo>
                    <a:pt x="164" y="27"/>
                  </a:lnTo>
                  <a:lnTo>
                    <a:pt x="164" y="27"/>
                  </a:lnTo>
                  <a:lnTo>
                    <a:pt x="166" y="27"/>
                  </a:lnTo>
                  <a:lnTo>
                    <a:pt x="166" y="29"/>
                  </a:lnTo>
                  <a:lnTo>
                    <a:pt x="166" y="29"/>
                  </a:lnTo>
                  <a:lnTo>
                    <a:pt x="166" y="29"/>
                  </a:lnTo>
                  <a:lnTo>
                    <a:pt x="166" y="29"/>
                  </a:lnTo>
                  <a:lnTo>
                    <a:pt x="166" y="29"/>
                  </a:lnTo>
                  <a:lnTo>
                    <a:pt x="166" y="29"/>
                  </a:lnTo>
                  <a:lnTo>
                    <a:pt x="166" y="29"/>
                  </a:lnTo>
                  <a:lnTo>
                    <a:pt x="166" y="29"/>
                  </a:lnTo>
                  <a:lnTo>
                    <a:pt x="166" y="31"/>
                  </a:lnTo>
                  <a:lnTo>
                    <a:pt x="166" y="31"/>
                  </a:lnTo>
                  <a:lnTo>
                    <a:pt x="166" y="31"/>
                  </a:lnTo>
                  <a:lnTo>
                    <a:pt x="166" y="31"/>
                  </a:lnTo>
                  <a:lnTo>
                    <a:pt x="166" y="32"/>
                  </a:lnTo>
                  <a:lnTo>
                    <a:pt x="166" y="32"/>
                  </a:lnTo>
                  <a:lnTo>
                    <a:pt x="166" y="32"/>
                  </a:lnTo>
                  <a:lnTo>
                    <a:pt x="166" y="32"/>
                  </a:lnTo>
                  <a:lnTo>
                    <a:pt x="164" y="33"/>
                  </a:lnTo>
                  <a:lnTo>
                    <a:pt x="164" y="33"/>
                  </a:lnTo>
                  <a:lnTo>
                    <a:pt x="164" y="33"/>
                  </a:lnTo>
                  <a:lnTo>
                    <a:pt x="164" y="33"/>
                  </a:lnTo>
                  <a:lnTo>
                    <a:pt x="163" y="34"/>
                  </a:lnTo>
                  <a:lnTo>
                    <a:pt x="163" y="34"/>
                  </a:lnTo>
                  <a:lnTo>
                    <a:pt x="163" y="34"/>
                  </a:lnTo>
                  <a:lnTo>
                    <a:pt x="163" y="34"/>
                  </a:lnTo>
                  <a:lnTo>
                    <a:pt x="161" y="35"/>
                  </a:lnTo>
                  <a:lnTo>
                    <a:pt x="161" y="35"/>
                  </a:lnTo>
                  <a:lnTo>
                    <a:pt x="161" y="35"/>
                  </a:lnTo>
                  <a:lnTo>
                    <a:pt x="161" y="35"/>
                  </a:lnTo>
                  <a:lnTo>
                    <a:pt x="160" y="35"/>
                  </a:lnTo>
                  <a:lnTo>
                    <a:pt x="160" y="35"/>
                  </a:lnTo>
                  <a:lnTo>
                    <a:pt x="160" y="35"/>
                  </a:lnTo>
                  <a:lnTo>
                    <a:pt x="160" y="35"/>
                  </a:lnTo>
                  <a:lnTo>
                    <a:pt x="160" y="35"/>
                  </a:lnTo>
                  <a:lnTo>
                    <a:pt x="160" y="35"/>
                  </a:lnTo>
                  <a:lnTo>
                    <a:pt x="160" y="35"/>
                  </a:lnTo>
                  <a:lnTo>
                    <a:pt x="161" y="35"/>
                  </a:lnTo>
                  <a:lnTo>
                    <a:pt x="161" y="35"/>
                  </a:lnTo>
                  <a:lnTo>
                    <a:pt x="161" y="35"/>
                  </a:lnTo>
                  <a:lnTo>
                    <a:pt x="161" y="35"/>
                  </a:lnTo>
                  <a:lnTo>
                    <a:pt x="163" y="35"/>
                  </a:lnTo>
                  <a:lnTo>
                    <a:pt x="163" y="35"/>
                  </a:lnTo>
                  <a:lnTo>
                    <a:pt x="163" y="35"/>
                  </a:lnTo>
                  <a:lnTo>
                    <a:pt x="163" y="35"/>
                  </a:lnTo>
                  <a:lnTo>
                    <a:pt x="165" y="35"/>
                  </a:lnTo>
                  <a:lnTo>
                    <a:pt x="165" y="35"/>
                  </a:lnTo>
                  <a:lnTo>
                    <a:pt x="165" y="35"/>
                  </a:lnTo>
                  <a:lnTo>
                    <a:pt x="165" y="35"/>
                  </a:lnTo>
                  <a:lnTo>
                    <a:pt x="166" y="35"/>
                  </a:lnTo>
                  <a:lnTo>
                    <a:pt x="165" y="36"/>
                  </a:lnTo>
                  <a:lnTo>
                    <a:pt x="165" y="36"/>
                  </a:lnTo>
                  <a:lnTo>
                    <a:pt x="165" y="36"/>
                  </a:lnTo>
                  <a:lnTo>
                    <a:pt x="165" y="36"/>
                  </a:lnTo>
                  <a:lnTo>
                    <a:pt x="165" y="37"/>
                  </a:lnTo>
                  <a:lnTo>
                    <a:pt x="165" y="37"/>
                  </a:lnTo>
                  <a:lnTo>
                    <a:pt x="165" y="37"/>
                  </a:lnTo>
                  <a:lnTo>
                    <a:pt x="166" y="37"/>
                  </a:lnTo>
                  <a:lnTo>
                    <a:pt x="166" y="38"/>
                  </a:lnTo>
                  <a:lnTo>
                    <a:pt x="166" y="38"/>
                  </a:lnTo>
                  <a:lnTo>
                    <a:pt x="166" y="38"/>
                  </a:lnTo>
                  <a:lnTo>
                    <a:pt x="166" y="38"/>
                  </a:lnTo>
                  <a:lnTo>
                    <a:pt x="166" y="38"/>
                  </a:lnTo>
                  <a:lnTo>
                    <a:pt x="166" y="38"/>
                  </a:lnTo>
                  <a:lnTo>
                    <a:pt x="166" y="38"/>
                  </a:lnTo>
                  <a:lnTo>
                    <a:pt x="168" y="38"/>
                  </a:lnTo>
                  <a:lnTo>
                    <a:pt x="168" y="38"/>
                  </a:lnTo>
                  <a:lnTo>
                    <a:pt x="168" y="38"/>
                  </a:lnTo>
                  <a:lnTo>
                    <a:pt x="168" y="38"/>
                  </a:lnTo>
                  <a:lnTo>
                    <a:pt x="168" y="38"/>
                  </a:lnTo>
                  <a:lnTo>
                    <a:pt x="168" y="38"/>
                  </a:lnTo>
                  <a:lnTo>
                    <a:pt x="168" y="38"/>
                  </a:lnTo>
                  <a:lnTo>
                    <a:pt x="168" y="38"/>
                  </a:lnTo>
                  <a:lnTo>
                    <a:pt x="169" y="38"/>
                  </a:lnTo>
                  <a:lnTo>
                    <a:pt x="169" y="38"/>
                  </a:lnTo>
                  <a:lnTo>
                    <a:pt x="169" y="38"/>
                  </a:lnTo>
                  <a:lnTo>
                    <a:pt x="169" y="38"/>
                  </a:lnTo>
                  <a:lnTo>
                    <a:pt x="170" y="38"/>
                  </a:lnTo>
                  <a:lnTo>
                    <a:pt x="170" y="38"/>
                  </a:lnTo>
                  <a:lnTo>
                    <a:pt x="170" y="38"/>
                  </a:lnTo>
                  <a:lnTo>
                    <a:pt x="170" y="38"/>
                  </a:lnTo>
                  <a:lnTo>
                    <a:pt x="172" y="38"/>
                  </a:lnTo>
                  <a:lnTo>
                    <a:pt x="172" y="38"/>
                  </a:lnTo>
                  <a:lnTo>
                    <a:pt x="172" y="38"/>
                  </a:lnTo>
                  <a:lnTo>
                    <a:pt x="172" y="38"/>
                  </a:lnTo>
                  <a:lnTo>
                    <a:pt x="173" y="38"/>
                  </a:lnTo>
                  <a:lnTo>
                    <a:pt x="173" y="38"/>
                  </a:lnTo>
                  <a:lnTo>
                    <a:pt x="173" y="38"/>
                  </a:lnTo>
                  <a:lnTo>
                    <a:pt x="173" y="38"/>
                  </a:lnTo>
                  <a:lnTo>
                    <a:pt x="175" y="38"/>
                  </a:lnTo>
                  <a:lnTo>
                    <a:pt x="175" y="38"/>
                  </a:lnTo>
                  <a:lnTo>
                    <a:pt x="175" y="38"/>
                  </a:lnTo>
                  <a:lnTo>
                    <a:pt x="175" y="38"/>
                  </a:lnTo>
                  <a:lnTo>
                    <a:pt x="177" y="38"/>
                  </a:lnTo>
                  <a:lnTo>
                    <a:pt x="177" y="38"/>
                  </a:lnTo>
                  <a:lnTo>
                    <a:pt x="178" y="38"/>
                  </a:lnTo>
                  <a:lnTo>
                    <a:pt x="178" y="38"/>
                  </a:lnTo>
                  <a:lnTo>
                    <a:pt x="179" y="38"/>
                  </a:lnTo>
                  <a:lnTo>
                    <a:pt x="179" y="40"/>
                  </a:lnTo>
                  <a:lnTo>
                    <a:pt x="179" y="40"/>
                  </a:lnTo>
                  <a:lnTo>
                    <a:pt x="179" y="40"/>
                  </a:lnTo>
                  <a:lnTo>
                    <a:pt x="179" y="40"/>
                  </a:lnTo>
                  <a:lnTo>
                    <a:pt x="179" y="40"/>
                  </a:lnTo>
                  <a:lnTo>
                    <a:pt x="179" y="40"/>
                  </a:lnTo>
                  <a:lnTo>
                    <a:pt x="179" y="40"/>
                  </a:lnTo>
                  <a:lnTo>
                    <a:pt x="179" y="40"/>
                  </a:lnTo>
                  <a:lnTo>
                    <a:pt x="179" y="41"/>
                  </a:lnTo>
                  <a:lnTo>
                    <a:pt x="179" y="41"/>
                  </a:lnTo>
                  <a:lnTo>
                    <a:pt x="179" y="41"/>
                  </a:lnTo>
                  <a:lnTo>
                    <a:pt x="179" y="41"/>
                  </a:lnTo>
                  <a:lnTo>
                    <a:pt x="179" y="41"/>
                  </a:lnTo>
                  <a:lnTo>
                    <a:pt x="179" y="41"/>
                  </a:lnTo>
                  <a:lnTo>
                    <a:pt x="179" y="41"/>
                  </a:lnTo>
                  <a:lnTo>
                    <a:pt x="180" y="41"/>
                  </a:lnTo>
                  <a:lnTo>
                    <a:pt x="180" y="41"/>
                  </a:lnTo>
                  <a:lnTo>
                    <a:pt x="180" y="41"/>
                  </a:lnTo>
                  <a:lnTo>
                    <a:pt x="180" y="41"/>
                  </a:lnTo>
                  <a:lnTo>
                    <a:pt x="182" y="41"/>
                  </a:lnTo>
                  <a:lnTo>
                    <a:pt x="182" y="41"/>
                  </a:lnTo>
                  <a:lnTo>
                    <a:pt x="183" y="41"/>
                  </a:lnTo>
                  <a:lnTo>
                    <a:pt x="183" y="41"/>
                  </a:lnTo>
                  <a:lnTo>
                    <a:pt x="185" y="41"/>
                  </a:lnTo>
                  <a:lnTo>
                    <a:pt x="185" y="41"/>
                  </a:lnTo>
                  <a:lnTo>
                    <a:pt x="185" y="41"/>
                  </a:lnTo>
                  <a:lnTo>
                    <a:pt x="185" y="41"/>
                  </a:lnTo>
                  <a:lnTo>
                    <a:pt x="187" y="41"/>
                  </a:lnTo>
                  <a:lnTo>
                    <a:pt x="187" y="41"/>
                  </a:lnTo>
                  <a:lnTo>
                    <a:pt x="187" y="41"/>
                  </a:lnTo>
                  <a:lnTo>
                    <a:pt x="187" y="41"/>
                  </a:lnTo>
                  <a:lnTo>
                    <a:pt x="189" y="41"/>
                  </a:lnTo>
                  <a:lnTo>
                    <a:pt x="189" y="43"/>
                  </a:lnTo>
                  <a:lnTo>
                    <a:pt x="189" y="43"/>
                  </a:lnTo>
                  <a:lnTo>
                    <a:pt x="189" y="44"/>
                  </a:lnTo>
                  <a:lnTo>
                    <a:pt x="189" y="44"/>
                  </a:lnTo>
                  <a:lnTo>
                    <a:pt x="189" y="45"/>
                  </a:lnTo>
                  <a:lnTo>
                    <a:pt x="189" y="45"/>
                  </a:lnTo>
                  <a:lnTo>
                    <a:pt x="189" y="47"/>
                  </a:lnTo>
                  <a:lnTo>
                    <a:pt x="189" y="47"/>
                  </a:lnTo>
                  <a:lnTo>
                    <a:pt x="189" y="49"/>
                  </a:lnTo>
                  <a:lnTo>
                    <a:pt x="189" y="49"/>
                  </a:lnTo>
                  <a:lnTo>
                    <a:pt x="189" y="50"/>
                  </a:lnTo>
                  <a:lnTo>
                    <a:pt x="189" y="50"/>
                  </a:lnTo>
                  <a:lnTo>
                    <a:pt x="189" y="51"/>
                  </a:lnTo>
                  <a:lnTo>
                    <a:pt x="189" y="51"/>
                  </a:lnTo>
                  <a:lnTo>
                    <a:pt x="189" y="51"/>
                  </a:lnTo>
                  <a:lnTo>
                    <a:pt x="191" y="51"/>
                  </a:lnTo>
                  <a:lnTo>
                    <a:pt x="191" y="52"/>
                  </a:lnTo>
                  <a:lnTo>
                    <a:pt x="191" y="52"/>
                  </a:lnTo>
                  <a:lnTo>
                    <a:pt x="191" y="52"/>
                  </a:lnTo>
                  <a:lnTo>
                    <a:pt x="192" y="52"/>
                  </a:lnTo>
                  <a:lnTo>
                    <a:pt x="192" y="52"/>
                  </a:lnTo>
                  <a:lnTo>
                    <a:pt x="192" y="52"/>
                  </a:lnTo>
                  <a:lnTo>
                    <a:pt x="192" y="52"/>
                  </a:lnTo>
                  <a:lnTo>
                    <a:pt x="194" y="52"/>
                  </a:lnTo>
                  <a:lnTo>
                    <a:pt x="194" y="52"/>
                  </a:lnTo>
                  <a:lnTo>
                    <a:pt x="194" y="52"/>
                  </a:lnTo>
                  <a:lnTo>
                    <a:pt x="194" y="52"/>
                  </a:lnTo>
                  <a:lnTo>
                    <a:pt x="196" y="52"/>
                  </a:lnTo>
                  <a:lnTo>
                    <a:pt x="196" y="52"/>
                  </a:lnTo>
                  <a:lnTo>
                    <a:pt x="196" y="52"/>
                  </a:lnTo>
                  <a:lnTo>
                    <a:pt x="196" y="52"/>
                  </a:lnTo>
                  <a:lnTo>
                    <a:pt x="198" y="52"/>
                  </a:lnTo>
                  <a:lnTo>
                    <a:pt x="198" y="54"/>
                  </a:lnTo>
                  <a:lnTo>
                    <a:pt x="198" y="54"/>
                  </a:lnTo>
                  <a:lnTo>
                    <a:pt x="198" y="54"/>
                  </a:lnTo>
                  <a:lnTo>
                    <a:pt x="198" y="54"/>
                  </a:lnTo>
                  <a:lnTo>
                    <a:pt x="198" y="55"/>
                  </a:lnTo>
                  <a:lnTo>
                    <a:pt x="198" y="55"/>
                  </a:lnTo>
                  <a:lnTo>
                    <a:pt x="198" y="55"/>
                  </a:lnTo>
                  <a:lnTo>
                    <a:pt x="199" y="55"/>
                  </a:lnTo>
                  <a:lnTo>
                    <a:pt x="199" y="57"/>
                  </a:lnTo>
                  <a:lnTo>
                    <a:pt x="199" y="57"/>
                  </a:lnTo>
                  <a:lnTo>
                    <a:pt x="199" y="57"/>
                  </a:lnTo>
                  <a:lnTo>
                    <a:pt x="200" y="57"/>
                  </a:lnTo>
                  <a:lnTo>
                    <a:pt x="200" y="57"/>
                  </a:lnTo>
                  <a:lnTo>
                    <a:pt x="200" y="57"/>
                  </a:lnTo>
                  <a:lnTo>
                    <a:pt x="200" y="57"/>
                  </a:lnTo>
                  <a:lnTo>
                    <a:pt x="201" y="57"/>
                  </a:lnTo>
                  <a:lnTo>
                    <a:pt x="201" y="59"/>
                  </a:lnTo>
                  <a:lnTo>
                    <a:pt x="201" y="59"/>
                  </a:lnTo>
                  <a:lnTo>
                    <a:pt x="201" y="59"/>
                  </a:lnTo>
                  <a:lnTo>
                    <a:pt x="201" y="59"/>
                  </a:lnTo>
                  <a:lnTo>
                    <a:pt x="201" y="59"/>
                  </a:lnTo>
                  <a:lnTo>
                    <a:pt x="201" y="59"/>
                  </a:lnTo>
                  <a:lnTo>
                    <a:pt x="201" y="59"/>
                  </a:lnTo>
                  <a:lnTo>
                    <a:pt x="201" y="59"/>
                  </a:lnTo>
                  <a:lnTo>
                    <a:pt x="201" y="59"/>
                  </a:lnTo>
                  <a:lnTo>
                    <a:pt x="201" y="59"/>
                  </a:lnTo>
                  <a:lnTo>
                    <a:pt x="201" y="59"/>
                  </a:lnTo>
                  <a:lnTo>
                    <a:pt x="201" y="59"/>
                  </a:lnTo>
                  <a:lnTo>
                    <a:pt x="201" y="59"/>
                  </a:lnTo>
                  <a:lnTo>
                    <a:pt x="201" y="59"/>
                  </a:lnTo>
                  <a:lnTo>
                    <a:pt x="201" y="59"/>
                  </a:lnTo>
                  <a:lnTo>
                    <a:pt x="201" y="59"/>
                  </a:lnTo>
                  <a:lnTo>
                    <a:pt x="199" y="57"/>
                  </a:lnTo>
                  <a:lnTo>
                    <a:pt x="198" y="57"/>
                  </a:lnTo>
                  <a:lnTo>
                    <a:pt x="198" y="57"/>
                  </a:lnTo>
                  <a:lnTo>
                    <a:pt x="197" y="57"/>
                  </a:lnTo>
                  <a:lnTo>
                    <a:pt x="197" y="57"/>
                  </a:lnTo>
                  <a:lnTo>
                    <a:pt x="195" y="57"/>
                  </a:lnTo>
                  <a:lnTo>
                    <a:pt x="195" y="57"/>
                  </a:lnTo>
                  <a:lnTo>
                    <a:pt x="195" y="57"/>
                  </a:lnTo>
                  <a:lnTo>
                    <a:pt x="195" y="57"/>
                  </a:lnTo>
                  <a:lnTo>
                    <a:pt x="193" y="57"/>
                  </a:lnTo>
                  <a:lnTo>
                    <a:pt x="193" y="57"/>
                  </a:lnTo>
                  <a:lnTo>
                    <a:pt x="192" y="57"/>
                  </a:lnTo>
                  <a:lnTo>
                    <a:pt x="192" y="57"/>
                  </a:lnTo>
                  <a:lnTo>
                    <a:pt x="191" y="57"/>
                  </a:lnTo>
                  <a:lnTo>
                    <a:pt x="191" y="57"/>
                  </a:lnTo>
                  <a:lnTo>
                    <a:pt x="191" y="57"/>
                  </a:lnTo>
                  <a:lnTo>
                    <a:pt x="191" y="57"/>
                  </a:lnTo>
                  <a:lnTo>
                    <a:pt x="190" y="59"/>
                  </a:lnTo>
                  <a:lnTo>
                    <a:pt x="190" y="59"/>
                  </a:lnTo>
                  <a:lnTo>
                    <a:pt x="190" y="59"/>
                  </a:lnTo>
                  <a:lnTo>
                    <a:pt x="190" y="59"/>
                  </a:lnTo>
                  <a:lnTo>
                    <a:pt x="190" y="59"/>
                  </a:lnTo>
                  <a:lnTo>
                    <a:pt x="190" y="59"/>
                  </a:lnTo>
                  <a:lnTo>
                    <a:pt x="190" y="59"/>
                  </a:lnTo>
                  <a:lnTo>
                    <a:pt x="190" y="59"/>
                  </a:lnTo>
                  <a:lnTo>
                    <a:pt x="189" y="60"/>
                  </a:lnTo>
                  <a:lnTo>
                    <a:pt x="189" y="60"/>
                  </a:lnTo>
                  <a:lnTo>
                    <a:pt x="189" y="60"/>
                  </a:lnTo>
                  <a:lnTo>
                    <a:pt x="189" y="60"/>
                  </a:lnTo>
                  <a:lnTo>
                    <a:pt x="189" y="60"/>
                  </a:lnTo>
                  <a:lnTo>
                    <a:pt x="189" y="60"/>
                  </a:lnTo>
                  <a:lnTo>
                    <a:pt x="189" y="60"/>
                  </a:lnTo>
                  <a:lnTo>
                    <a:pt x="189" y="60"/>
                  </a:lnTo>
                  <a:lnTo>
                    <a:pt x="189" y="62"/>
                  </a:lnTo>
                  <a:lnTo>
                    <a:pt x="189" y="62"/>
                  </a:lnTo>
                  <a:lnTo>
                    <a:pt x="189" y="62"/>
                  </a:lnTo>
                  <a:lnTo>
                    <a:pt x="189" y="62"/>
                  </a:lnTo>
                  <a:lnTo>
                    <a:pt x="189" y="62"/>
                  </a:lnTo>
                  <a:lnTo>
                    <a:pt x="189" y="62"/>
                  </a:lnTo>
                  <a:lnTo>
                    <a:pt x="189" y="62"/>
                  </a:lnTo>
                  <a:lnTo>
                    <a:pt x="189" y="62"/>
                  </a:lnTo>
                  <a:lnTo>
                    <a:pt x="189" y="62"/>
                  </a:lnTo>
                  <a:lnTo>
                    <a:pt x="189" y="62"/>
                  </a:lnTo>
                  <a:lnTo>
                    <a:pt x="189" y="62"/>
                  </a:lnTo>
                  <a:lnTo>
                    <a:pt x="189" y="62"/>
                  </a:lnTo>
                  <a:lnTo>
                    <a:pt x="189" y="62"/>
                  </a:lnTo>
                  <a:lnTo>
                    <a:pt x="189" y="62"/>
                  </a:lnTo>
                  <a:lnTo>
                    <a:pt x="189" y="62"/>
                  </a:lnTo>
                  <a:lnTo>
                    <a:pt x="189" y="62"/>
                  </a:lnTo>
                  <a:lnTo>
                    <a:pt x="187" y="64"/>
                  </a:lnTo>
                  <a:lnTo>
                    <a:pt x="187" y="64"/>
                  </a:lnTo>
                  <a:lnTo>
                    <a:pt x="187" y="64"/>
                  </a:lnTo>
                  <a:lnTo>
                    <a:pt x="187" y="64"/>
                  </a:lnTo>
                  <a:lnTo>
                    <a:pt x="186" y="64"/>
                  </a:lnTo>
                  <a:lnTo>
                    <a:pt x="186" y="64"/>
                  </a:lnTo>
                  <a:lnTo>
                    <a:pt x="186" y="64"/>
                  </a:lnTo>
                  <a:lnTo>
                    <a:pt x="186" y="64"/>
                  </a:lnTo>
                  <a:lnTo>
                    <a:pt x="186" y="65"/>
                  </a:lnTo>
                  <a:lnTo>
                    <a:pt x="186" y="65"/>
                  </a:lnTo>
                  <a:lnTo>
                    <a:pt x="186" y="65"/>
                  </a:lnTo>
                  <a:lnTo>
                    <a:pt x="186" y="65"/>
                  </a:lnTo>
                  <a:lnTo>
                    <a:pt x="186" y="65"/>
                  </a:lnTo>
                  <a:lnTo>
                    <a:pt x="186" y="65"/>
                  </a:lnTo>
                  <a:lnTo>
                    <a:pt x="186" y="65"/>
                  </a:lnTo>
                  <a:lnTo>
                    <a:pt x="186" y="65"/>
                  </a:lnTo>
                  <a:lnTo>
                    <a:pt x="184" y="67"/>
                  </a:lnTo>
                  <a:lnTo>
                    <a:pt x="184" y="67"/>
                  </a:lnTo>
                  <a:lnTo>
                    <a:pt x="184" y="67"/>
                  </a:lnTo>
                  <a:lnTo>
                    <a:pt x="184" y="67"/>
                  </a:lnTo>
                  <a:lnTo>
                    <a:pt x="184" y="67"/>
                  </a:lnTo>
                  <a:lnTo>
                    <a:pt x="184" y="67"/>
                  </a:lnTo>
                  <a:lnTo>
                    <a:pt x="184" y="67"/>
                  </a:lnTo>
                  <a:lnTo>
                    <a:pt x="184" y="67"/>
                  </a:lnTo>
                  <a:lnTo>
                    <a:pt x="182" y="68"/>
                  </a:lnTo>
                  <a:lnTo>
                    <a:pt x="182" y="68"/>
                  </a:lnTo>
                  <a:lnTo>
                    <a:pt x="182" y="68"/>
                  </a:lnTo>
                  <a:lnTo>
                    <a:pt x="182" y="68"/>
                  </a:lnTo>
                  <a:lnTo>
                    <a:pt x="182" y="68"/>
                  </a:lnTo>
                  <a:lnTo>
                    <a:pt x="182" y="68"/>
                  </a:lnTo>
                  <a:lnTo>
                    <a:pt x="182" y="68"/>
                  </a:lnTo>
                  <a:lnTo>
                    <a:pt x="182" y="68"/>
                  </a:lnTo>
                  <a:lnTo>
                    <a:pt x="181" y="70"/>
                  </a:lnTo>
                  <a:lnTo>
                    <a:pt x="181" y="70"/>
                  </a:lnTo>
                  <a:lnTo>
                    <a:pt x="181" y="71"/>
                  </a:lnTo>
                  <a:lnTo>
                    <a:pt x="181" y="71"/>
                  </a:lnTo>
                  <a:lnTo>
                    <a:pt x="181" y="73"/>
                  </a:lnTo>
                  <a:lnTo>
                    <a:pt x="181" y="73"/>
                  </a:lnTo>
                  <a:lnTo>
                    <a:pt x="181" y="74"/>
                  </a:lnTo>
                  <a:lnTo>
                    <a:pt x="181" y="74"/>
                  </a:lnTo>
                  <a:lnTo>
                    <a:pt x="180" y="76"/>
                  </a:lnTo>
                  <a:lnTo>
                    <a:pt x="180" y="76"/>
                  </a:lnTo>
                  <a:lnTo>
                    <a:pt x="180" y="77"/>
                  </a:lnTo>
                  <a:lnTo>
                    <a:pt x="180" y="77"/>
                  </a:lnTo>
                  <a:lnTo>
                    <a:pt x="180" y="78"/>
                  </a:lnTo>
                  <a:lnTo>
                    <a:pt x="180" y="78"/>
                  </a:lnTo>
                  <a:lnTo>
                    <a:pt x="180" y="78"/>
                  </a:lnTo>
                  <a:lnTo>
                    <a:pt x="180" y="78"/>
                  </a:lnTo>
                  <a:lnTo>
                    <a:pt x="179" y="80"/>
                  </a:lnTo>
                  <a:lnTo>
                    <a:pt x="179" y="80"/>
                  </a:lnTo>
                  <a:lnTo>
                    <a:pt x="179" y="80"/>
                  </a:lnTo>
                  <a:lnTo>
                    <a:pt x="179" y="80"/>
                  </a:lnTo>
                  <a:lnTo>
                    <a:pt x="178" y="82"/>
                  </a:lnTo>
                  <a:lnTo>
                    <a:pt x="178" y="82"/>
                  </a:lnTo>
                  <a:lnTo>
                    <a:pt x="178" y="82"/>
                  </a:lnTo>
                  <a:lnTo>
                    <a:pt x="178" y="82"/>
                  </a:lnTo>
                  <a:lnTo>
                    <a:pt x="176" y="83"/>
                  </a:lnTo>
                  <a:lnTo>
                    <a:pt x="176" y="83"/>
                  </a:lnTo>
                  <a:lnTo>
                    <a:pt x="176" y="83"/>
                  </a:lnTo>
                  <a:lnTo>
                    <a:pt x="176" y="83"/>
                  </a:lnTo>
                  <a:lnTo>
                    <a:pt x="174" y="83"/>
                  </a:lnTo>
                  <a:lnTo>
                    <a:pt x="174" y="83"/>
                  </a:lnTo>
                  <a:lnTo>
                    <a:pt x="174" y="83"/>
                  </a:lnTo>
                  <a:lnTo>
                    <a:pt x="174" y="83"/>
                  </a:lnTo>
                  <a:lnTo>
                    <a:pt x="172" y="85"/>
                  </a:lnTo>
                  <a:lnTo>
                    <a:pt x="172" y="85"/>
                  </a:lnTo>
                  <a:lnTo>
                    <a:pt x="172" y="85"/>
                  </a:lnTo>
                  <a:lnTo>
                    <a:pt x="172" y="85"/>
                  </a:lnTo>
                  <a:lnTo>
                    <a:pt x="171" y="87"/>
                  </a:lnTo>
                  <a:lnTo>
                    <a:pt x="171" y="87"/>
                  </a:lnTo>
                  <a:lnTo>
                    <a:pt x="171" y="87"/>
                  </a:lnTo>
                  <a:lnTo>
                    <a:pt x="171" y="87"/>
                  </a:lnTo>
                  <a:lnTo>
                    <a:pt x="169" y="89"/>
                  </a:lnTo>
                  <a:lnTo>
                    <a:pt x="169" y="89"/>
                  </a:lnTo>
                  <a:lnTo>
                    <a:pt x="169" y="89"/>
                  </a:lnTo>
                  <a:lnTo>
                    <a:pt x="169" y="89"/>
                  </a:lnTo>
                  <a:lnTo>
                    <a:pt x="169" y="90"/>
                  </a:lnTo>
                  <a:lnTo>
                    <a:pt x="169" y="90"/>
                  </a:lnTo>
                  <a:lnTo>
                    <a:pt x="169" y="90"/>
                  </a:lnTo>
                  <a:lnTo>
                    <a:pt x="169" y="90"/>
                  </a:lnTo>
                  <a:lnTo>
                    <a:pt x="167" y="92"/>
                  </a:lnTo>
                  <a:lnTo>
                    <a:pt x="167" y="92"/>
                  </a:lnTo>
                  <a:lnTo>
                    <a:pt x="166" y="92"/>
                  </a:lnTo>
                  <a:lnTo>
                    <a:pt x="166" y="92"/>
                  </a:lnTo>
                  <a:lnTo>
                    <a:pt x="164" y="92"/>
                  </a:lnTo>
                  <a:lnTo>
                    <a:pt x="164" y="92"/>
                  </a:lnTo>
                  <a:lnTo>
                    <a:pt x="164" y="92"/>
                  </a:lnTo>
                  <a:lnTo>
                    <a:pt x="164" y="92"/>
                  </a:lnTo>
                  <a:lnTo>
                    <a:pt x="162" y="92"/>
                  </a:lnTo>
                  <a:lnTo>
                    <a:pt x="162" y="92"/>
                  </a:lnTo>
                  <a:lnTo>
                    <a:pt x="162" y="92"/>
                  </a:lnTo>
                  <a:lnTo>
                    <a:pt x="162" y="92"/>
                  </a:lnTo>
                  <a:lnTo>
                    <a:pt x="160" y="92"/>
                  </a:lnTo>
                  <a:lnTo>
                    <a:pt x="160" y="92"/>
                  </a:lnTo>
                  <a:lnTo>
                    <a:pt x="160" y="92"/>
                  </a:lnTo>
                  <a:lnTo>
                    <a:pt x="160" y="92"/>
                  </a:lnTo>
                  <a:lnTo>
                    <a:pt x="157" y="92"/>
                  </a:lnTo>
                  <a:lnTo>
                    <a:pt x="157" y="92"/>
                  </a:lnTo>
                  <a:lnTo>
                    <a:pt x="157" y="92"/>
                  </a:lnTo>
                  <a:lnTo>
                    <a:pt x="157" y="92"/>
                  </a:lnTo>
                  <a:lnTo>
                    <a:pt x="156" y="92"/>
                  </a:lnTo>
                  <a:lnTo>
                    <a:pt x="156" y="92"/>
                  </a:lnTo>
                  <a:lnTo>
                    <a:pt x="156" y="92"/>
                  </a:lnTo>
                  <a:lnTo>
                    <a:pt x="156" y="91"/>
                  </a:lnTo>
                  <a:lnTo>
                    <a:pt x="155" y="91"/>
                  </a:lnTo>
                  <a:lnTo>
                    <a:pt x="155" y="91"/>
                  </a:lnTo>
                  <a:lnTo>
                    <a:pt x="155" y="91"/>
                  </a:lnTo>
                  <a:lnTo>
                    <a:pt x="155" y="90"/>
                  </a:lnTo>
                  <a:lnTo>
                    <a:pt x="154" y="90"/>
                  </a:lnTo>
                  <a:lnTo>
                    <a:pt x="154" y="90"/>
                  </a:lnTo>
                  <a:lnTo>
                    <a:pt x="154" y="90"/>
                  </a:lnTo>
                  <a:lnTo>
                    <a:pt x="154" y="90"/>
                  </a:lnTo>
                  <a:lnTo>
                    <a:pt x="152" y="91"/>
                  </a:lnTo>
                  <a:lnTo>
                    <a:pt x="152" y="91"/>
                  </a:lnTo>
                  <a:lnTo>
                    <a:pt x="152" y="91"/>
                  </a:lnTo>
                  <a:lnTo>
                    <a:pt x="152" y="91"/>
                  </a:lnTo>
                  <a:lnTo>
                    <a:pt x="150" y="93"/>
                  </a:lnTo>
                  <a:lnTo>
                    <a:pt x="150" y="93"/>
                  </a:lnTo>
                  <a:lnTo>
                    <a:pt x="150" y="93"/>
                  </a:lnTo>
                  <a:lnTo>
                    <a:pt x="150" y="93"/>
                  </a:lnTo>
                  <a:lnTo>
                    <a:pt x="149" y="95"/>
                  </a:lnTo>
                  <a:lnTo>
                    <a:pt x="149" y="95"/>
                  </a:lnTo>
                  <a:lnTo>
                    <a:pt x="149" y="95"/>
                  </a:lnTo>
                  <a:lnTo>
                    <a:pt x="149" y="95"/>
                  </a:lnTo>
                  <a:lnTo>
                    <a:pt x="149" y="96"/>
                  </a:lnTo>
                  <a:lnTo>
                    <a:pt x="149" y="96"/>
                  </a:lnTo>
                  <a:lnTo>
                    <a:pt x="149" y="96"/>
                  </a:lnTo>
                  <a:lnTo>
                    <a:pt x="149" y="96"/>
                  </a:lnTo>
                  <a:lnTo>
                    <a:pt x="147" y="97"/>
                  </a:lnTo>
                  <a:lnTo>
                    <a:pt x="147" y="97"/>
                  </a:lnTo>
                  <a:lnTo>
                    <a:pt x="147" y="97"/>
                  </a:lnTo>
                  <a:lnTo>
                    <a:pt x="147" y="97"/>
                  </a:lnTo>
                  <a:lnTo>
                    <a:pt x="147" y="97"/>
                  </a:lnTo>
                  <a:lnTo>
                    <a:pt x="147" y="97"/>
                  </a:lnTo>
                  <a:lnTo>
                    <a:pt x="147" y="97"/>
                  </a:lnTo>
                  <a:lnTo>
                    <a:pt x="147" y="97"/>
                  </a:lnTo>
                  <a:lnTo>
                    <a:pt x="147" y="99"/>
                  </a:lnTo>
                  <a:lnTo>
                    <a:pt x="147" y="99"/>
                  </a:lnTo>
                  <a:lnTo>
                    <a:pt x="147" y="99"/>
                  </a:lnTo>
                  <a:lnTo>
                    <a:pt x="147" y="99"/>
                  </a:lnTo>
                  <a:lnTo>
                    <a:pt x="147" y="99"/>
                  </a:lnTo>
                  <a:lnTo>
                    <a:pt x="147" y="99"/>
                  </a:lnTo>
                  <a:lnTo>
                    <a:pt x="147" y="99"/>
                  </a:lnTo>
                  <a:lnTo>
                    <a:pt x="147" y="99"/>
                  </a:lnTo>
                  <a:lnTo>
                    <a:pt x="147" y="99"/>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28" name=""/>
            <p:cNvSpPr/>
            <p:nvPr/>
          </p:nvSpPr>
          <p:spPr>
            <a:xfrm>
              <a:off x="8170920" y="6632640"/>
              <a:ext cx="315720" cy="217440"/>
            </a:xfrm>
            <a:custGeom>
              <a:avLst/>
              <a:gdLst/>
              <a:ahLst/>
              <a:rect l="l" t="t" r="r" b="b"/>
              <a:pathLst>
                <a:path w="199" h="137">
                  <a:moveTo>
                    <a:pt x="24" y="39"/>
                  </a:moveTo>
                  <a:lnTo>
                    <a:pt x="24" y="40"/>
                  </a:lnTo>
                  <a:lnTo>
                    <a:pt x="24" y="40"/>
                  </a:lnTo>
                  <a:lnTo>
                    <a:pt x="24" y="42"/>
                  </a:lnTo>
                  <a:lnTo>
                    <a:pt x="24" y="42"/>
                  </a:lnTo>
                  <a:lnTo>
                    <a:pt x="24" y="44"/>
                  </a:lnTo>
                  <a:lnTo>
                    <a:pt x="24" y="45"/>
                  </a:lnTo>
                  <a:lnTo>
                    <a:pt x="24" y="47"/>
                  </a:lnTo>
                  <a:lnTo>
                    <a:pt x="24" y="47"/>
                  </a:lnTo>
                  <a:lnTo>
                    <a:pt x="24" y="49"/>
                  </a:lnTo>
                  <a:lnTo>
                    <a:pt x="24" y="50"/>
                  </a:lnTo>
                  <a:lnTo>
                    <a:pt x="24" y="52"/>
                  </a:lnTo>
                  <a:lnTo>
                    <a:pt x="24" y="52"/>
                  </a:lnTo>
                  <a:lnTo>
                    <a:pt x="24" y="54"/>
                  </a:lnTo>
                  <a:lnTo>
                    <a:pt x="24" y="54"/>
                  </a:lnTo>
                  <a:lnTo>
                    <a:pt x="24" y="55"/>
                  </a:lnTo>
                  <a:lnTo>
                    <a:pt x="24" y="55"/>
                  </a:lnTo>
                  <a:lnTo>
                    <a:pt x="22" y="55"/>
                  </a:lnTo>
                  <a:lnTo>
                    <a:pt x="22" y="55"/>
                  </a:lnTo>
                  <a:lnTo>
                    <a:pt x="21" y="55"/>
                  </a:lnTo>
                  <a:lnTo>
                    <a:pt x="21" y="55"/>
                  </a:lnTo>
                  <a:lnTo>
                    <a:pt x="19" y="55"/>
                  </a:lnTo>
                  <a:lnTo>
                    <a:pt x="19" y="55"/>
                  </a:lnTo>
                  <a:lnTo>
                    <a:pt x="19" y="55"/>
                  </a:lnTo>
                  <a:lnTo>
                    <a:pt x="19" y="55"/>
                  </a:lnTo>
                  <a:lnTo>
                    <a:pt x="17" y="55"/>
                  </a:lnTo>
                  <a:lnTo>
                    <a:pt x="17" y="55"/>
                  </a:lnTo>
                  <a:lnTo>
                    <a:pt x="17" y="55"/>
                  </a:lnTo>
                  <a:lnTo>
                    <a:pt x="17" y="55"/>
                  </a:lnTo>
                  <a:lnTo>
                    <a:pt x="15" y="55"/>
                  </a:lnTo>
                  <a:lnTo>
                    <a:pt x="15" y="55"/>
                  </a:lnTo>
                  <a:lnTo>
                    <a:pt x="15" y="55"/>
                  </a:lnTo>
                  <a:lnTo>
                    <a:pt x="15" y="55"/>
                  </a:lnTo>
                  <a:lnTo>
                    <a:pt x="13" y="55"/>
                  </a:lnTo>
                  <a:lnTo>
                    <a:pt x="13" y="55"/>
                  </a:lnTo>
                  <a:lnTo>
                    <a:pt x="13" y="55"/>
                  </a:lnTo>
                  <a:lnTo>
                    <a:pt x="13" y="54"/>
                  </a:lnTo>
                  <a:lnTo>
                    <a:pt x="12" y="54"/>
                  </a:lnTo>
                  <a:lnTo>
                    <a:pt x="12" y="54"/>
                  </a:lnTo>
                  <a:lnTo>
                    <a:pt x="12" y="54"/>
                  </a:lnTo>
                  <a:lnTo>
                    <a:pt x="12" y="53"/>
                  </a:lnTo>
                  <a:lnTo>
                    <a:pt x="10" y="53"/>
                  </a:lnTo>
                  <a:lnTo>
                    <a:pt x="10" y="53"/>
                  </a:lnTo>
                  <a:lnTo>
                    <a:pt x="10" y="53"/>
                  </a:lnTo>
                  <a:lnTo>
                    <a:pt x="10" y="52"/>
                  </a:lnTo>
                  <a:lnTo>
                    <a:pt x="10" y="52"/>
                  </a:lnTo>
                  <a:lnTo>
                    <a:pt x="10" y="52"/>
                  </a:lnTo>
                  <a:lnTo>
                    <a:pt x="10" y="52"/>
                  </a:lnTo>
                  <a:lnTo>
                    <a:pt x="10" y="51"/>
                  </a:lnTo>
                  <a:lnTo>
                    <a:pt x="10" y="52"/>
                  </a:lnTo>
                  <a:lnTo>
                    <a:pt x="10" y="52"/>
                  </a:lnTo>
                  <a:lnTo>
                    <a:pt x="10" y="52"/>
                  </a:lnTo>
                  <a:lnTo>
                    <a:pt x="10" y="52"/>
                  </a:lnTo>
                  <a:lnTo>
                    <a:pt x="10" y="53"/>
                  </a:lnTo>
                  <a:lnTo>
                    <a:pt x="10" y="53"/>
                  </a:lnTo>
                  <a:lnTo>
                    <a:pt x="10" y="53"/>
                  </a:lnTo>
                  <a:lnTo>
                    <a:pt x="10" y="53"/>
                  </a:lnTo>
                  <a:lnTo>
                    <a:pt x="10" y="55"/>
                  </a:lnTo>
                  <a:lnTo>
                    <a:pt x="10" y="55"/>
                  </a:lnTo>
                  <a:lnTo>
                    <a:pt x="10" y="55"/>
                  </a:lnTo>
                  <a:lnTo>
                    <a:pt x="10" y="55"/>
                  </a:lnTo>
                  <a:lnTo>
                    <a:pt x="10" y="56"/>
                  </a:lnTo>
                  <a:lnTo>
                    <a:pt x="10" y="56"/>
                  </a:lnTo>
                  <a:lnTo>
                    <a:pt x="10" y="56"/>
                  </a:lnTo>
                  <a:lnTo>
                    <a:pt x="10" y="56"/>
                  </a:lnTo>
                  <a:lnTo>
                    <a:pt x="10" y="58"/>
                  </a:lnTo>
                  <a:lnTo>
                    <a:pt x="10" y="58"/>
                  </a:lnTo>
                  <a:lnTo>
                    <a:pt x="10" y="59"/>
                  </a:lnTo>
                  <a:lnTo>
                    <a:pt x="10" y="59"/>
                  </a:lnTo>
                  <a:lnTo>
                    <a:pt x="10" y="60"/>
                  </a:lnTo>
                  <a:lnTo>
                    <a:pt x="10" y="60"/>
                  </a:lnTo>
                  <a:lnTo>
                    <a:pt x="10" y="60"/>
                  </a:lnTo>
                  <a:lnTo>
                    <a:pt x="12" y="60"/>
                  </a:lnTo>
                  <a:lnTo>
                    <a:pt x="12" y="61"/>
                  </a:lnTo>
                  <a:lnTo>
                    <a:pt x="12" y="61"/>
                  </a:lnTo>
                  <a:lnTo>
                    <a:pt x="12" y="61"/>
                  </a:lnTo>
                  <a:lnTo>
                    <a:pt x="14" y="61"/>
                  </a:lnTo>
                  <a:lnTo>
                    <a:pt x="14" y="61"/>
                  </a:lnTo>
                  <a:lnTo>
                    <a:pt x="14" y="61"/>
                  </a:lnTo>
                  <a:lnTo>
                    <a:pt x="14" y="61"/>
                  </a:lnTo>
                  <a:lnTo>
                    <a:pt x="15" y="61"/>
                  </a:lnTo>
                  <a:lnTo>
                    <a:pt x="14" y="63"/>
                  </a:lnTo>
                  <a:lnTo>
                    <a:pt x="14" y="63"/>
                  </a:lnTo>
                  <a:lnTo>
                    <a:pt x="14" y="64"/>
                  </a:lnTo>
                  <a:lnTo>
                    <a:pt x="14" y="64"/>
                  </a:lnTo>
                  <a:lnTo>
                    <a:pt x="13" y="66"/>
                  </a:lnTo>
                  <a:lnTo>
                    <a:pt x="13" y="66"/>
                  </a:lnTo>
                  <a:lnTo>
                    <a:pt x="13" y="66"/>
                  </a:lnTo>
                  <a:lnTo>
                    <a:pt x="13" y="66"/>
                  </a:lnTo>
                  <a:lnTo>
                    <a:pt x="12" y="68"/>
                  </a:lnTo>
                  <a:lnTo>
                    <a:pt x="12" y="68"/>
                  </a:lnTo>
                  <a:lnTo>
                    <a:pt x="12" y="68"/>
                  </a:lnTo>
                  <a:lnTo>
                    <a:pt x="12" y="68"/>
                  </a:lnTo>
                  <a:lnTo>
                    <a:pt x="12" y="68"/>
                  </a:lnTo>
                  <a:lnTo>
                    <a:pt x="12" y="68"/>
                  </a:lnTo>
                  <a:lnTo>
                    <a:pt x="12" y="68"/>
                  </a:lnTo>
                  <a:lnTo>
                    <a:pt x="12" y="68"/>
                  </a:lnTo>
                  <a:lnTo>
                    <a:pt x="11" y="70"/>
                  </a:lnTo>
                  <a:lnTo>
                    <a:pt x="11" y="70"/>
                  </a:lnTo>
                  <a:lnTo>
                    <a:pt x="11" y="71"/>
                  </a:lnTo>
                  <a:lnTo>
                    <a:pt x="11" y="71"/>
                  </a:lnTo>
                  <a:lnTo>
                    <a:pt x="11" y="74"/>
                  </a:lnTo>
                  <a:lnTo>
                    <a:pt x="11" y="74"/>
                  </a:lnTo>
                  <a:lnTo>
                    <a:pt x="11" y="74"/>
                  </a:lnTo>
                  <a:lnTo>
                    <a:pt x="11" y="74"/>
                  </a:lnTo>
                  <a:lnTo>
                    <a:pt x="10" y="75"/>
                  </a:lnTo>
                  <a:lnTo>
                    <a:pt x="10" y="75"/>
                  </a:lnTo>
                  <a:lnTo>
                    <a:pt x="10" y="76"/>
                  </a:lnTo>
                  <a:lnTo>
                    <a:pt x="10" y="76"/>
                  </a:lnTo>
                  <a:lnTo>
                    <a:pt x="10" y="77"/>
                  </a:lnTo>
                  <a:lnTo>
                    <a:pt x="10" y="77"/>
                  </a:lnTo>
                  <a:lnTo>
                    <a:pt x="10" y="77"/>
                  </a:lnTo>
                  <a:lnTo>
                    <a:pt x="10" y="77"/>
                  </a:lnTo>
                  <a:lnTo>
                    <a:pt x="10" y="79"/>
                  </a:lnTo>
                  <a:lnTo>
                    <a:pt x="10" y="79"/>
                  </a:lnTo>
                  <a:lnTo>
                    <a:pt x="10" y="80"/>
                  </a:lnTo>
                  <a:lnTo>
                    <a:pt x="10" y="80"/>
                  </a:lnTo>
                  <a:lnTo>
                    <a:pt x="10" y="82"/>
                  </a:lnTo>
                  <a:lnTo>
                    <a:pt x="10" y="82"/>
                  </a:lnTo>
                  <a:lnTo>
                    <a:pt x="10" y="82"/>
                  </a:lnTo>
                  <a:lnTo>
                    <a:pt x="11" y="82"/>
                  </a:lnTo>
                  <a:lnTo>
                    <a:pt x="11" y="84"/>
                  </a:lnTo>
                  <a:lnTo>
                    <a:pt x="11" y="84"/>
                  </a:lnTo>
                  <a:lnTo>
                    <a:pt x="11" y="86"/>
                  </a:lnTo>
                  <a:lnTo>
                    <a:pt x="11" y="86"/>
                  </a:lnTo>
                  <a:lnTo>
                    <a:pt x="11" y="88"/>
                  </a:lnTo>
                  <a:lnTo>
                    <a:pt x="11" y="88"/>
                  </a:lnTo>
                  <a:lnTo>
                    <a:pt x="11" y="88"/>
                  </a:lnTo>
                  <a:lnTo>
                    <a:pt x="12" y="88"/>
                  </a:lnTo>
                  <a:lnTo>
                    <a:pt x="11" y="90"/>
                  </a:lnTo>
                  <a:lnTo>
                    <a:pt x="11" y="90"/>
                  </a:lnTo>
                  <a:lnTo>
                    <a:pt x="11" y="90"/>
                  </a:lnTo>
                  <a:lnTo>
                    <a:pt x="11" y="90"/>
                  </a:lnTo>
                  <a:lnTo>
                    <a:pt x="9" y="90"/>
                  </a:lnTo>
                  <a:lnTo>
                    <a:pt x="9" y="90"/>
                  </a:lnTo>
                  <a:lnTo>
                    <a:pt x="9" y="90"/>
                  </a:lnTo>
                  <a:lnTo>
                    <a:pt x="9" y="90"/>
                  </a:lnTo>
                  <a:lnTo>
                    <a:pt x="7" y="91"/>
                  </a:lnTo>
                  <a:lnTo>
                    <a:pt x="7" y="91"/>
                  </a:lnTo>
                  <a:lnTo>
                    <a:pt x="5" y="91"/>
                  </a:lnTo>
                  <a:lnTo>
                    <a:pt x="5" y="91"/>
                  </a:lnTo>
                  <a:lnTo>
                    <a:pt x="4" y="91"/>
                  </a:lnTo>
                  <a:lnTo>
                    <a:pt x="4" y="91"/>
                  </a:lnTo>
                  <a:lnTo>
                    <a:pt x="4" y="91"/>
                  </a:lnTo>
                  <a:lnTo>
                    <a:pt x="4" y="91"/>
                  </a:lnTo>
                  <a:lnTo>
                    <a:pt x="2" y="91"/>
                  </a:lnTo>
                  <a:lnTo>
                    <a:pt x="2" y="91"/>
                  </a:lnTo>
                  <a:lnTo>
                    <a:pt x="2" y="91"/>
                  </a:lnTo>
                  <a:lnTo>
                    <a:pt x="2" y="91"/>
                  </a:lnTo>
                  <a:lnTo>
                    <a:pt x="1" y="91"/>
                  </a:lnTo>
                  <a:lnTo>
                    <a:pt x="1" y="91"/>
                  </a:lnTo>
                  <a:lnTo>
                    <a:pt x="1" y="91"/>
                  </a:lnTo>
                  <a:lnTo>
                    <a:pt x="1" y="91"/>
                  </a:lnTo>
                  <a:lnTo>
                    <a:pt x="0" y="93"/>
                  </a:lnTo>
                  <a:lnTo>
                    <a:pt x="0" y="93"/>
                  </a:lnTo>
                  <a:lnTo>
                    <a:pt x="0" y="93"/>
                  </a:lnTo>
                  <a:lnTo>
                    <a:pt x="0" y="93"/>
                  </a:lnTo>
                  <a:lnTo>
                    <a:pt x="0" y="93"/>
                  </a:lnTo>
                  <a:lnTo>
                    <a:pt x="0" y="93"/>
                  </a:lnTo>
                  <a:lnTo>
                    <a:pt x="0" y="93"/>
                  </a:lnTo>
                  <a:lnTo>
                    <a:pt x="0" y="93"/>
                  </a:lnTo>
                  <a:lnTo>
                    <a:pt x="0" y="95"/>
                  </a:lnTo>
                  <a:lnTo>
                    <a:pt x="0" y="95"/>
                  </a:lnTo>
                  <a:lnTo>
                    <a:pt x="0" y="95"/>
                  </a:lnTo>
                  <a:lnTo>
                    <a:pt x="0" y="95"/>
                  </a:lnTo>
                  <a:lnTo>
                    <a:pt x="0" y="96"/>
                  </a:lnTo>
                  <a:lnTo>
                    <a:pt x="0" y="96"/>
                  </a:lnTo>
                  <a:lnTo>
                    <a:pt x="0" y="96"/>
                  </a:lnTo>
                  <a:lnTo>
                    <a:pt x="2" y="96"/>
                  </a:lnTo>
                  <a:lnTo>
                    <a:pt x="2" y="96"/>
                  </a:lnTo>
                  <a:lnTo>
                    <a:pt x="2" y="96"/>
                  </a:lnTo>
                  <a:lnTo>
                    <a:pt x="2" y="96"/>
                  </a:lnTo>
                  <a:lnTo>
                    <a:pt x="4" y="96"/>
                  </a:lnTo>
                  <a:lnTo>
                    <a:pt x="4" y="96"/>
                  </a:lnTo>
                  <a:lnTo>
                    <a:pt x="5" y="96"/>
                  </a:lnTo>
                  <a:lnTo>
                    <a:pt x="5" y="96"/>
                  </a:lnTo>
                  <a:lnTo>
                    <a:pt x="7" y="96"/>
                  </a:lnTo>
                  <a:lnTo>
                    <a:pt x="7" y="97"/>
                  </a:lnTo>
                  <a:lnTo>
                    <a:pt x="8" y="98"/>
                  </a:lnTo>
                  <a:lnTo>
                    <a:pt x="8" y="101"/>
                  </a:lnTo>
                  <a:lnTo>
                    <a:pt x="10" y="101"/>
                  </a:lnTo>
                  <a:lnTo>
                    <a:pt x="10" y="103"/>
                  </a:lnTo>
                  <a:lnTo>
                    <a:pt x="10" y="103"/>
                  </a:lnTo>
                  <a:lnTo>
                    <a:pt x="10" y="104"/>
                  </a:lnTo>
                  <a:lnTo>
                    <a:pt x="11" y="104"/>
                  </a:lnTo>
                  <a:lnTo>
                    <a:pt x="11" y="106"/>
                  </a:lnTo>
                  <a:lnTo>
                    <a:pt x="11" y="106"/>
                  </a:lnTo>
                  <a:lnTo>
                    <a:pt x="11" y="108"/>
                  </a:lnTo>
                  <a:lnTo>
                    <a:pt x="12" y="108"/>
                  </a:lnTo>
                  <a:lnTo>
                    <a:pt x="12" y="109"/>
                  </a:lnTo>
                  <a:lnTo>
                    <a:pt x="12" y="109"/>
                  </a:lnTo>
                  <a:lnTo>
                    <a:pt x="12" y="109"/>
                  </a:lnTo>
                  <a:lnTo>
                    <a:pt x="14" y="109"/>
                  </a:lnTo>
                  <a:lnTo>
                    <a:pt x="14" y="110"/>
                  </a:lnTo>
                  <a:lnTo>
                    <a:pt x="14" y="110"/>
                  </a:lnTo>
                  <a:lnTo>
                    <a:pt x="14" y="110"/>
                  </a:lnTo>
                  <a:lnTo>
                    <a:pt x="15" y="110"/>
                  </a:lnTo>
                  <a:lnTo>
                    <a:pt x="15" y="110"/>
                  </a:lnTo>
                  <a:lnTo>
                    <a:pt x="15" y="110"/>
                  </a:lnTo>
                  <a:lnTo>
                    <a:pt x="15" y="110"/>
                  </a:lnTo>
                  <a:lnTo>
                    <a:pt x="17" y="110"/>
                  </a:lnTo>
                  <a:lnTo>
                    <a:pt x="17" y="112"/>
                  </a:lnTo>
                  <a:lnTo>
                    <a:pt x="17" y="112"/>
                  </a:lnTo>
                  <a:lnTo>
                    <a:pt x="17" y="112"/>
                  </a:lnTo>
                  <a:lnTo>
                    <a:pt x="19" y="112"/>
                  </a:lnTo>
                  <a:lnTo>
                    <a:pt x="19" y="112"/>
                  </a:lnTo>
                  <a:lnTo>
                    <a:pt x="20" y="112"/>
                  </a:lnTo>
                  <a:lnTo>
                    <a:pt x="20" y="112"/>
                  </a:lnTo>
                  <a:lnTo>
                    <a:pt x="22" y="112"/>
                  </a:lnTo>
                  <a:lnTo>
                    <a:pt x="22" y="113"/>
                  </a:lnTo>
                  <a:lnTo>
                    <a:pt x="22" y="113"/>
                  </a:lnTo>
                  <a:lnTo>
                    <a:pt x="22" y="114"/>
                  </a:lnTo>
                  <a:lnTo>
                    <a:pt x="22" y="114"/>
                  </a:lnTo>
                  <a:lnTo>
                    <a:pt x="22" y="116"/>
                  </a:lnTo>
                  <a:lnTo>
                    <a:pt x="22" y="116"/>
                  </a:lnTo>
                  <a:lnTo>
                    <a:pt x="22" y="116"/>
                  </a:lnTo>
                  <a:lnTo>
                    <a:pt x="24" y="116"/>
                  </a:lnTo>
                  <a:lnTo>
                    <a:pt x="24" y="118"/>
                  </a:lnTo>
                  <a:lnTo>
                    <a:pt x="24" y="118"/>
                  </a:lnTo>
                  <a:lnTo>
                    <a:pt x="24" y="118"/>
                  </a:lnTo>
                  <a:lnTo>
                    <a:pt x="25" y="118"/>
                  </a:lnTo>
                  <a:lnTo>
                    <a:pt x="25" y="119"/>
                  </a:lnTo>
                  <a:lnTo>
                    <a:pt x="25" y="119"/>
                  </a:lnTo>
                  <a:lnTo>
                    <a:pt x="25" y="119"/>
                  </a:lnTo>
                  <a:lnTo>
                    <a:pt x="27" y="119"/>
                  </a:lnTo>
                  <a:lnTo>
                    <a:pt x="27" y="121"/>
                  </a:lnTo>
                  <a:lnTo>
                    <a:pt x="27" y="121"/>
                  </a:lnTo>
                  <a:lnTo>
                    <a:pt x="27" y="121"/>
                  </a:lnTo>
                  <a:lnTo>
                    <a:pt x="29" y="121"/>
                  </a:lnTo>
                  <a:lnTo>
                    <a:pt x="29" y="122"/>
                  </a:lnTo>
                  <a:lnTo>
                    <a:pt x="30" y="122"/>
                  </a:lnTo>
                  <a:lnTo>
                    <a:pt x="30" y="122"/>
                  </a:lnTo>
                  <a:lnTo>
                    <a:pt x="32" y="122"/>
                  </a:lnTo>
                  <a:lnTo>
                    <a:pt x="32" y="122"/>
                  </a:lnTo>
                  <a:lnTo>
                    <a:pt x="33" y="122"/>
                  </a:lnTo>
                  <a:lnTo>
                    <a:pt x="33" y="122"/>
                  </a:lnTo>
                  <a:lnTo>
                    <a:pt x="35" y="122"/>
                  </a:lnTo>
                  <a:lnTo>
                    <a:pt x="35" y="122"/>
                  </a:lnTo>
                  <a:lnTo>
                    <a:pt x="35" y="122"/>
                  </a:lnTo>
                  <a:lnTo>
                    <a:pt x="35" y="122"/>
                  </a:lnTo>
                  <a:lnTo>
                    <a:pt x="37" y="122"/>
                  </a:lnTo>
                  <a:lnTo>
                    <a:pt x="37" y="125"/>
                  </a:lnTo>
                  <a:lnTo>
                    <a:pt x="37" y="125"/>
                  </a:lnTo>
                  <a:lnTo>
                    <a:pt x="37" y="126"/>
                  </a:lnTo>
                  <a:lnTo>
                    <a:pt x="37" y="126"/>
                  </a:lnTo>
                  <a:lnTo>
                    <a:pt x="37" y="128"/>
                  </a:lnTo>
                  <a:lnTo>
                    <a:pt x="37" y="128"/>
                  </a:lnTo>
                  <a:lnTo>
                    <a:pt x="37" y="128"/>
                  </a:lnTo>
                  <a:lnTo>
                    <a:pt x="39" y="128"/>
                  </a:lnTo>
                  <a:lnTo>
                    <a:pt x="39" y="130"/>
                  </a:lnTo>
                  <a:lnTo>
                    <a:pt x="39" y="130"/>
                  </a:lnTo>
                  <a:lnTo>
                    <a:pt x="39" y="130"/>
                  </a:lnTo>
                  <a:lnTo>
                    <a:pt x="39" y="130"/>
                  </a:lnTo>
                  <a:lnTo>
                    <a:pt x="39" y="131"/>
                  </a:lnTo>
                  <a:lnTo>
                    <a:pt x="39" y="131"/>
                  </a:lnTo>
                  <a:lnTo>
                    <a:pt x="39" y="131"/>
                  </a:lnTo>
                  <a:lnTo>
                    <a:pt x="39" y="131"/>
                  </a:lnTo>
                  <a:lnTo>
                    <a:pt x="39" y="132"/>
                  </a:lnTo>
                  <a:lnTo>
                    <a:pt x="39" y="132"/>
                  </a:lnTo>
                  <a:lnTo>
                    <a:pt x="39" y="132"/>
                  </a:lnTo>
                  <a:lnTo>
                    <a:pt x="40" y="132"/>
                  </a:lnTo>
                  <a:lnTo>
                    <a:pt x="40" y="132"/>
                  </a:lnTo>
                  <a:lnTo>
                    <a:pt x="41" y="132"/>
                  </a:lnTo>
                  <a:lnTo>
                    <a:pt x="41" y="132"/>
                  </a:lnTo>
                  <a:lnTo>
                    <a:pt x="43" y="132"/>
                  </a:lnTo>
                  <a:lnTo>
                    <a:pt x="43" y="132"/>
                  </a:lnTo>
                  <a:lnTo>
                    <a:pt x="43" y="132"/>
                  </a:lnTo>
                  <a:lnTo>
                    <a:pt x="43" y="132"/>
                  </a:lnTo>
                  <a:lnTo>
                    <a:pt x="45" y="132"/>
                  </a:lnTo>
                  <a:lnTo>
                    <a:pt x="45" y="132"/>
                  </a:lnTo>
                  <a:lnTo>
                    <a:pt x="46" y="132"/>
                  </a:lnTo>
                  <a:lnTo>
                    <a:pt x="46" y="132"/>
                  </a:lnTo>
                  <a:lnTo>
                    <a:pt x="47" y="131"/>
                  </a:lnTo>
                  <a:lnTo>
                    <a:pt x="47" y="133"/>
                  </a:lnTo>
                  <a:lnTo>
                    <a:pt x="47" y="133"/>
                  </a:lnTo>
                  <a:lnTo>
                    <a:pt x="47" y="133"/>
                  </a:lnTo>
                  <a:lnTo>
                    <a:pt x="48" y="133"/>
                  </a:lnTo>
                  <a:lnTo>
                    <a:pt x="48" y="134"/>
                  </a:lnTo>
                  <a:lnTo>
                    <a:pt x="48" y="134"/>
                  </a:lnTo>
                  <a:lnTo>
                    <a:pt x="48" y="134"/>
                  </a:lnTo>
                  <a:lnTo>
                    <a:pt x="50" y="134"/>
                  </a:lnTo>
                  <a:lnTo>
                    <a:pt x="50" y="136"/>
                  </a:lnTo>
                  <a:lnTo>
                    <a:pt x="50" y="136"/>
                  </a:lnTo>
                  <a:lnTo>
                    <a:pt x="50" y="136"/>
                  </a:lnTo>
                  <a:lnTo>
                    <a:pt x="52" y="136"/>
                  </a:lnTo>
                  <a:lnTo>
                    <a:pt x="52" y="136"/>
                  </a:lnTo>
                  <a:lnTo>
                    <a:pt x="53" y="136"/>
                  </a:lnTo>
                  <a:lnTo>
                    <a:pt x="53" y="136"/>
                  </a:lnTo>
                  <a:lnTo>
                    <a:pt x="54" y="136"/>
                  </a:lnTo>
                  <a:lnTo>
                    <a:pt x="54" y="136"/>
                  </a:lnTo>
                  <a:lnTo>
                    <a:pt x="54" y="136"/>
                  </a:lnTo>
                  <a:lnTo>
                    <a:pt x="54" y="136"/>
                  </a:lnTo>
                  <a:lnTo>
                    <a:pt x="54" y="136"/>
                  </a:lnTo>
                  <a:lnTo>
                    <a:pt x="54" y="136"/>
                  </a:lnTo>
                  <a:lnTo>
                    <a:pt x="54" y="136"/>
                  </a:lnTo>
                  <a:lnTo>
                    <a:pt x="54" y="136"/>
                  </a:lnTo>
                  <a:lnTo>
                    <a:pt x="56" y="136"/>
                  </a:lnTo>
                  <a:lnTo>
                    <a:pt x="56" y="136"/>
                  </a:lnTo>
                  <a:lnTo>
                    <a:pt x="56" y="136"/>
                  </a:lnTo>
                  <a:lnTo>
                    <a:pt x="56" y="136"/>
                  </a:lnTo>
                  <a:lnTo>
                    <a:pt x="57" y="136"/>
                  </a:lnTo>
                  <a:lnTo>
                    <a:pt x="57" y="136"/>
                  </a:lnTo>
                  <a:lnTo>
                    <a:pt x="57" y="136"/>
                  </a:lnTo>
                  <a:lnTo>
                    <a:pt x="57" y="136"/>
                  </a:lnTo>
                  <a:lnTo>
                    <a:pt x="59" y="136"/>
                  </a:lnTo>
                  <a:lnTo>
                    <a:pt x="59" y="136"/>
                  </a:lnTo>
                  <a:lnTo>
                    <a:pt x="59" y="136"/>
                  </a:lnTo>
                  <a:lnTo>
                    <a:pt x="59" y="136"/>
                  </a:lnTo>
                  <a:lnTo>
                    <a:pt x="61" y="136"/>
                  </a:lnTo>
                  <a:lnTo>
                    <a:pt x="61" y="136"/>
                  </a:lnTo>
                  <a:lnTo>
                    <a:pt x="63" y="136"/>
                  </a:lnTo>
                  <a:lnTo>
                    <a:pt x="64" y="136"/>
                  </a:lnTo>
                  <a:lnTo>
                    <a:pt x="66" y="136"/>
                  </a:lnTo>
                  <a:lnTo>
                    <a:pt x="66" y="136"/>
                  </a:lnTo>
                  <a:lnTo>
                    <a:pt x="68" y="136"/>
                  </a:lnTo>
                  <a:lnTo>
                    <a:pt x="69" y="136"/>
                  </a:lnTo>
                  <a:lnTo>
                    <a:pt x="71" y="136"/>
                  </a:lnTo>
                  <a:lnTo>
                    <a:pt x="71" y="136"/>
                  </a:lnTo>
                  <a:lnTo>
                    <a:pt x="73" y="136"/>
                  </a:lnTo>
                  <a:lnTo>
                    <a:pt x="74" y="136"/>
                  </a:lnTo>
                  <a:lnTo>
                    <a:pt x="76" y="135"/>
                  </a:lnTo>
                  <a:lnTo>
                    <a:pt x="76" y="135"/>
                  </a:lnTo>
                  <a:lnTo>
                    <a:pt x="76" y="135"/>
                  </a:lnTo>
                  <a:lnTo>
                    <a:pt x="76" y="135"/>
                  </a:lnTo>
                  <a:lnTo>
                    <a:pt x="78" y="134"/>
                  </a:lnTo>
                  <a:lnTo>
                    <a:pt x="78" y="134"/>
                  </a:lnTo>
                  <a:lnTo>
                    <a:pt x="78" y="134"/>
                  </a:lnTo>
                  <a:lnTo>
                    <a:pt x="78" y="134"/>
                  </a:lnTo>
                  <a:lnTo>
                    <a:pt x="80" y="132"/>
                  </a:lnTo>
                  <a:lnTo>
                    <a:pt x="80" y="132"/>
                  </a:lnTo>
                  <a:lnTo>
                    <a:pt x="80" y="132"/>
                  </a:lnTo>
                  <a:lnTo>
                    <a:pt x="80" y="132"/>
                  </a:lnTo>
                  <a:lnTo>
                    <a:pt x="81" y="130"/>
                  </a:lnTo>
                  <a:lnTo>
                    <a:pt x="81" y="130"/>
                  </a:lnTo>
                  <a:lnTo>
                    <a:pt x="81" y="129"/>
                  </a:lnTo>
                  <a:lnTo>
                    <a:pt x="81" y="129"/>
                  </a:lnTo>
                  <a:lnTo>
                    <a:pt x="83" y="127"/>
                  </a:lnTo>
                  <a:lnTo>
                    <a:pt x="83" y="127"/>
                  </a:lnTo>
                  <a:lnTo>
                    <a:pt x="83" y="127"/>
                  </a:lnTo>
                  <a:lnTo>
                    <a:pt x="83" y="127"/>
                  </a:lnTo>
                  <a:lnTo>
                    <a:pt x="85" y="127"/>
                  </a:lnTo>
                  <a:lnTo>
                    <a:pt x="85" y="127"/>
                  </a:lnTo>
                  <a:lnTo>
                    <a:pt x="85" y="127"/>
                  </a:lnTo>
                  <a:lnTo>
                    <a:pt x="85" y="127"/>
                  </a:lnTo>
                  <a:lnTo>
                    <a:pt x="86" y="127"/>
                  </a:lnTo>
                  <a:lnTo>
                    <a:pt x="86" y="127"/>
                  </a:lnTo>
                  <a:lnTo>
                    <a:pt x="86" y="127"/>
                  </a:lnTo>
                  <a:lnTo>
                    <a:pt x="86" y="127"/>
                  </a:lnTo>
                  <a:lnTo>
                    <a:pt x="88" y="127"/>
                  </a:lnTo>
                  <a:lnTo>
                    <a:pt x="88" y="127"/>
                  </a:lnTo>
                  <a:lnTo>
                    <a:pt x="90" y="127"/>
                  </a:lnTo>
                  <a:lnTo>
                    <a:pt x="90" y="127"/>
                  </a:lnTo>
                  <a:lnTo>
                    <a:pt x="92" y="127"/>
                  </a:lnTo>
                  <a:lnTo>
                    <a:pt x="92" y="127"/>
                  </a:lnTo>
                  <a:lnTo>
                    <a:pt x="92" y="127"/>
                  </a:lnTo>
                  <a:lnTo>
                    <a:pt x="92" y="127"/>
                  </a:lnTo>
                  <a:lnTo>
                    <a:pt x="92" y="127"/>
                  </a:lnTo>
                  <a:lnTo>
                    <a:pt x="92" y="127"/>
                  </a:lnTo>
                  <a:lnTo>
                    <a:pt x="92" y="127"/>
                  </a:lnTo>
                  <a:lnTo>
                    <a:pt x="92" y="127"/>
                  </a:lnTo>
                  <a:lnTo>
                    <a:pt x="94" y="125"/>
                  </a:lnTo>
                  <a:lnTo>
                    <a:pt x="94" y="125"/>
                  </a:lnTo>
                  <a:lnTo>
                    <a:pt x="94" y="125"/>
                  </a:lnTo>
                  <a:lnTo>
                    <a:pt x="94" y="125"/>
                  </a:lnTo>
                  <a:lnTo>
                    <a:pt x="96" y="124"/>
                  </a:lnTo>
                  <a:lnTo>
                    <a:pt x="96" y="124"/>
                  </a:lnTo>
                  <a:lnTo>
                    <a:pt x="96" y="124"/>
                  </a:lnTo>
                  <a:lnTo>
                    <a:pt x="96" y="124"/>
                  </a:lnTo>
                  <a:lnTo>
                    <a:pt x="97" y="122"/>
                  </a:lnTo>
                  <a:lnTo>
                    <a:pt x="97" y="122"/>
                  </a:lnTo>
                  <a:lnTo>
                    <a:pt x="97" y="122"/>
                  </a:lnTo>
                  <a:lnTo>
                    <a:pt x="97" y="122"/>
                  </a:lnTo>
                  <a:lnTo>
                    <a:pt x="97" y="122"/>
                  </a:lnTo>
                  <a:lnTo>
                    <a:pt x="97" y="122"/>
                  </a:lnTo>
                  <a:lnTo>
                    <a:pt x="97" y="122"/>
                  </a:lnTo>
                  <a:lnTo>
                    <a:pt x="97" y="122"/>
                  </a:lnTo>
                  <a:lnTo>
                    <a:pt x="98" y="122"/>
                  </a:lnTo>
                  <a:lnTo>
                    <a:pt x="98" y="122"/>
                  </a:lnTo>
                  <a:lnTo>
                    <a:pt x="98" y="122"/>
                  </a:lnTo>
                  <a:lnTo>
                    <a:pt x="98" y="122"/>
                  </a:lnTo>
                  <a:lnTo>
                    <a:pt x="100" y="122"/>
                  </a:lnTo>
                  <a:lnTo>
                    <a:pt x="100" y="122"/>
                  </a:lnTo>
                  <a:lnTo>
                    <a:pt x="100" y="122"/>
                  </a:lnTo>
                  <a:lnTo>
                    <a:pt x="100" y="122"/>
                  </a:lnTo>
                  <a:lnTo>
                    <a:pt x="101" y="122"/>
                  </a:lnTo>
                  <a:lnTo>
                    <a:pt x="101" y="122"/>
                  </a:lnTo>
                  <a:lnTo>
                    <a:pt x="101" y="122"/>
                  </a:lnTo>
                  <a:lnTo>
                    <a:pt x="101" y="122"/>
                  </a:lnTo>
                  <a:lnTo>
                    <a:pt x="101" y="122"/>
                  </a:lnTo>
                  <a:lnTo>
                    <a:pt x="101" y="122"/>
                  </a:lnTo>
                  <a:lnTo>
                    <a:pt x="101" y="122"/>
                  </a:lnTo>
                  <a:lnTo>
                    <a:pt x="101" y="122"/>
                  </a:lnTo>
                  <a:lnTo>
                    <a:pt x="101" y="121"/>
                  </a:lnTo>
                  <a:lnTo>
                    <a:pt x="101" y="121"/>
                  </a:lnTo>
                  <a:lnTo>
                    <a:pt x="101" y="121"/>
                  </a:lnTo>
                  <a:lnTo>
                    <a:pt x="101" y="121"/>
                  </a:lnTo>
                  <a:lnTo>
                    <a:pt x="101" y="120"/>
                  </a:lnTo>
                  <a:lnTo>
                    <a:pt x="101" y="120"/>
                  </a:lnTo>
                  <a:lnTo>
                    <a:pt x="101" y="120"/>
                  </a:lnTo>
                  <a:lnTo>
                    <a:pt x="101" y="120"/>
                  </a:lnTo>
                  <a:lnTo>
                    <a:pt x="103" y="119"/>
                  </a:lnTo>
                  <a:lnTo>
                    <a:pt x="103" y="119"/>
                  </a:lnTo>
                  <a:lnTo>
                    <a:pt x="103" y="119"/>
                  </a:lnTo>
                  <a:lnTo>
                    <a:pt x="103" y="119"/>
                  </a:lnTo>
                  <a:lnTo>
                    <a:pt x="103" y="119"/>
                  </a:lnTo>
                  <a:lnTo>
                    <a:pt x="103" y="119"/>
                  </a:lnTo>
                  <a:lnTo>
                    <a:pt x="103" y="119"/>
                  </a:lnTo>
                  <a:lnTo>
                    <a:pt x="103" y="119"/>
                  </a:lnTo>
                  <a:lnTo>
                    <a:pt x="105" y="119"/>
                  </a:lnTo>
                  <a:lnTo>
                    <a:pt x="105" y="119"/>
                  </a:lnTo>
                  <a:lnTo>
                    <a:pt x="105" y="119"/>
                  </a:lnTo>
                  <a:lnTo>
                    <a:pt x="105" y="119"/>
                  </a:lnTo>
                  <a:lnTo>
                    <a:pt x="105" y="119"/>
                  </a:lnTo>
                  <a:lnTo>
                    <a:pt x="105" y="119"/>
                  </a:lnTo>
                  <a:lnTo>
                    <a:pt x="105" y="119"/>
                  </a:lnTo>
                  <a:lnTo>
                    <a:pt x="105" y="119"/>
                  </a:lnTo>
                  <a:lnTo>
                    <a:pt x="107" y="119"/>
                  </a:lnTo>
                  <a:lnTo>
                    <a:pt x="107" y="119"/>
                  </a:lnTo>
                  <a:lnTo>
                    <a:pt x="107" y="119"/>
                  </a:lnTo>
                  <a:lnTo>
                    <a:pt x="107" y="119"/>
                  </a:lnTo>
                  <a:lnTo>
                    <a:pt x="107" y="118"/>
                  </a:lnTo>
                  <a:lnTo>
                    <a:pt x="107" y="118"/>
                  </a:lnTo>
                  <a:lnTo>
                    <a:pt x="107" y="118"/>
                  </a:lnTo>
                  <a:lnTo>
                    <a:pt x="107" y="118"/>
                  </a:lnTo>
                  <a:lnTo>
                    <a:pt x="108" y="116"/>
                  </a:lnTo>
                  <a:lnTo>
                    <a:pt x="108" y="116"/>
                  </a:lnTo>
                  <a:lnTo>
                    <a:pt x="108" y="116"/>
                  </a:lnTo>
                  <a:lnTo>
                    <a:pt x="108" y="116"/>
                  </a:lnTo>
                  <a:lnTo>
                    <a:pt x="108" y="114"/>
                  </a:lnTo>
                  <a:lnTo>
                    <a:pt x="108" y="114"/>
                  </a:lnTo>
                  <a:lnTo>
                    <a:pt x="108" y="114"/>
                  </a:lnTo>
                  <a:lnTo>
                    <a:pt x="108" y="114"/>
                  </a:lnTo>
                  <a:lnTo>
                    <a:pt x="109" y="113"/>
                  </a:lnTo>
                  <a:lnTo>
                    <a:pt x="109" y="113"/>
                  </a:lnTo>
                  <a:lnTo>
                    <a:pt x="110" y="113"/>
                  </a:lnTo>
                  <a:lnTo>
                    <a:pt x="111" y="113"/>
                  </a:lnTo>
                  <a:lnTo>
                    <a:pt x="113" y="112"/>
                  </a:lnTo>
                  <a:lnTo>
                    <a:pt x="114" y="112"/>
                  </a:lnTo>
                  <a:lnTo>
                    <a:pt x="116" y="112"/>
                  </a:lnTo>
                  <a:lnTo>
                    <a:pt x="118" y="112"/>
                  </a:lnTo>
                  <a:lnTo>
                    <a:pt x="120" y="112"/>
                  </a:lnTo>
                  <a:lnTo>
                    <a:pt x="120" y="112"/>
                  </a:lnTo>
                  <a:lnTo>
                    <a:pt x="122" y="112"/>
                  </a:lnTo>
                  <a:lnTo>
                    <a:pt x="123" y="112"/>
                  </a:lnTo>
                  <a:lnTo>
                    <a:pt x="125" y="112"/>
                  </a:lnTo>
                  <a:lnTo>
                    <a:pt x="125" y="112"/>
                  </a:lnTo>
                  <a:lnTo>
                    <a:pt x="127" y="112"/>
                  </a:lnTo>
                  <a:lnTo>
                    <a:pt x="128" y="112"/>
                  </a:lnTo>
                  <a:lnTo>
                    <a:pt x="130" y="110"/>
                  </a:lnTo>
                  <a:lnTo>
                    <a:pt x="130" y="110"/>
                  </a:lnTo>
                  <a:lnTo>
                    <a:pt x="130" y="110"/>
                  </a:lnTo>
                  <a:lnTo>
                    <a:pt x="130" y="110"/>
                  </a:lnTo>
                  <a:lnTo>
                    <a:pt x="130" y="110"/>
                  </a:lnTo>
                  <a:lnTo>
                    <a:pt x="130" y="110"/>
                  </a:lnTo>
                  <a:lnTo>
                    <a:pt x="130" y="110"/>
                  </a:lnTo>
                  <a:lnTo>
                    <a:pt x="130" y="110"/>
                  </a:lnTo>
                  <a:lnTo>
                    <a:pt x="130" y="110"/>
                  </a:lnTo>
                  <a:lnTo>
                    <a:pt x="130" y="110"/>
                  </a:lnTo>
                  <a:lnTo>
                    <a:pt x="130" y="110"/>
                  </a:lnTo>
                  <a:lnTo>
                    <a:pt x="130" y="110"/>
                  </a:lnTo>
                  <a:lnTo>
                    <a:pt x="130" y="110"/>
                  </a:lnTo>
                  <a:lnTo>
                    <a:pt x="130" y="110"/>
                  </a:lnTo>
                  <a:lnTo>
                    <a:pt x="130" y="110"/>
                  </a:lnTo>
                  <a:lnTo>
                    <a:pt x="130" y="110"/>
                  </a:lnTo>
                  <a:lnTo>
                    <a:pt x="132" y="110"/>
                  </a:lnTo>
                  <a:lnTo>
                    <a:pt x="132" y="111"/>
                  </a:lnTo>
                  <a:lnTo>
                    <a:pt x="132" y="111"/>
                  </a:lnTo>
                  <a:lnTo>
                    <a:pt x="132" y="111"/>
                  </a:lnTo>
                  <a:lnTo>
                    <a:pt x="134" y="111"/>
                  </a:lnTo>
                  <a:lnTo>
                    <a:pt x="134" y="111"/>
                  </a:lnTo>
                  <a:lnTo>
                    <a:pt x="136" y="111"/>
                  </a:lnTo>
                  <a:lnTo>
                    <a:pt x="136" y="111"/>
                  </a:lnTo>
                  <a:lnTo>
                    <a:pt x="138" y="110"/>
                  </a:lnTo>
                  <a:lnTo>
                    <a:pt x="138" y="110"/>
                  </a:lnTo>
                  <a:lnTo>
                    <a:pt x="138" y="110"/>
                  </a:lnTo>
                  <a:lnTo>
                    <a:pt x="138" y="110"/>
                  </a:lnTo>
                  <a:lnTo>
                    <a:pt x="140" y="109"/>
                  </a:lnTo>
                  <a:lnTo>
                    <a:pt x="140" y="109"/>
                  </a:lnTo>
                  <a:lnTo>
                    <a:pt x="141" y="109"/>
                  </a:lnTo>
                  <a:lnTo>
                    <a:pt x="141" y="109"/>
                  </a:lnTo>
                  <a:lnTo>
                    <a:pt x="143" y="109"/>
                  </a:lnTo>
                  <a:lnTo>
                    <a:pt x="143" y="109"/>
                  </a:lnTo>
                  <a:lnTo>
                    <a:pt x="143" y="109"/>
                  </a:lnTo>
                  <a:lnTo>
                    <a:pt x="143" y="109"/>
                  </a:lnTo>
                  <a:lnTo>
                    <a:pt x="143" y="108"/>
                  </a:lnTo>
                  <a:lnTo>
                    <a:pt x="143" y="108"/>
                  </a:lnTo>
                  <a:lnTo>
                    <a:pt x="143" y="108"/>
                  </a:lnTo>
                  <a:lnTo>
                    <a:pt x="143" y="108"/>
                  </a:lnTo>
                  <a:lnTo>
                    <a:pt x="144" y="106"/>
                  </a:lnTo>
                  <a:lnTo>
                    <a:pt x="144" y="106"/>
                  </a:lnTo>
                  <a:lnTo>
                    <a:pt x="144" y="106"/>
                  </a:lnTo>
                  <a:lnTo>
                    <a:pt x="144" y="106"/>
                  </a:lnTo>
                  <a:lnTo>
                    <a:pt x="145" y="104"/>
                  </a:lnTo>
                  <a:lnTo>
                    <a:pt x="145" y="104"/>
                  </a:lnTo>
                  <a:lnTo>
                    <a:pt x="146" y="104"/>
                  </a:lnTo>
                  <a:lnTo>
                    <a:pt x="146" y="104"/>
                  </a:lnTo>
                  <a:lnTo>
                    <a:pt x="148" y="103"/>
                  </a:lnTo>
                  <a:lnTo>
                    <a:pt x="148" y="104"/>
                  </a:lnTo>
                  <a:lnTo>
                    <a:pt x="148" y="104"/>
                  </a:lnTo>
                  <a:lnTo>
                    <a:pt x="148" y="104"/>
                  </a:lnTo>
                  <a:lnTo>
                    <a:pt x="149" y="104"/>
                  </a:lnTo>
                  <a:lnTo>
                    <a:pt x="149" y="104"/>
                  </a:lnTo>
                  <a:lnTo>
                    <a:pt x="149" y="104"/>
                  </a:lnTo>
                  <a:lnTo>
                    <a:pt x="149" y="104"/>
                  </a:lnTo>
                  <a:lnTo>
                    <a:pt x="151" y="104"/>
                  </a:lnTo>
                  <a:lnTo>
                    <a:pt x="151" y="105"/>
                  </a:lnTo>
                  <a:lnTo>
                    <a:pt x="151" y="105"/>
                  </a:lnTo>
                  <a:lnTo>
                    <a:pt x="151" y="105"/>
                  </a:lnTo>
                  <a:lnTo>
                    <a:pt x="153" y="105"/>
                  </a:lnTo>
                  <a:lnTo>
                    <a:pt x="153" y="105"/>
                  </a:lnTo>
                  <a:lnTo>
                    <a:pt x="154" y="105"/>
                  </a:lnTo>
                  <a:lnTo>
                    <a:pt x="154" y="105"/>
                  </a:lnTo>
                  <a:lnTo>
                    <a:pt x="156" y="104"/>
                  </a:lnTo>
                  <a:lnTo>
                    <a:pt x="156" y="104"/>
                  </a:lnTo>
                  <a:lnTo>
                    <a:pt x="156" y="104"/>
                  </a:lnTo>
                  <a:lnTo>
                    <a:pt x="156" y="104"/>
                  </a:lnTo>
                  <a:lnTo>
                    <a:pt x="156" y="104"/>
                  </a:lnTo>
                  <a:lnTo>
                    <a:pt x="156" y="104"/>
                  </a:lnTo>
                  <a:lnTo>
                    <a:pt x="156" y="104"/>
                  </a:lnTo>
                  <a:lnTo>
                    <a:pt x="156" y="104"/>
                  </a:lnTo>
                  <a:lnTo>
                    <a:pt x="157" y="102"/>
                  </a:lnTo>
                  <a:lnTo>
                    <a:pt x="157" y="102"/>
                  </a:lnTo>
                  <a:lnTo>
                    <a:pt x="157" y="102"/>
                  </a:lnTo>
                  <a:lnTo>
                    <a:pt x="157" y="102"/>
                  </a:lnTo>
                  <a:lnTo>
                    <a:pt x="158" y="100"/>
                  </a:lnTo>
                  <a:lnTo>
                    <a:pt x="158" y="100"/>
                  </a:lnTo>
                  <a:lnTo>
                    <a:pt x="158" y="99"/>
                  </a:lnTo>
                  <a:lnTo>
                    <a:pt x="158" y="99"/>
                  </a:lnTo>
                  <a:lnTo>
                    <a:pt x="159" y="97"/>
                  </a:lnTo>
                  <a:lnTo>
                    <a:pt x="159" y="97"/>
                  </a:lnTo>
                  <a:lnTo>
                    <a:pt x="159" y="97"/>
                  </a:lnTo>
                  <a:lnTo>
                    <a:pt x="159" y="97"/>
                  </a:lnTo>
                  <a:lnTo>
                    <a:pt x="159" y="96"/>
                  </a:lnTo>
                  <a:lnTo>
                    <a:pt x="159" y="96"/>
                  </a:lnTo>
                  <a:lnTo>
                    <a:pt x="159" y="93"/>
                  </a:lnTo>
                  <a:lnTo>
                    <a:pt x="159" y="93"/>
                  </a:lnTo>
                  <a:lnTo>
                    <a:pt x="159" y="91"/>
                  </a:lnTo>
                  <a:lnTo>
                    <a:pt x="158" y="91"/>
                  </a:lnTo>
                  <a:lnTo>
                    <a:pt x="158" y="90"/>
                  </a:lnTo>
                  <a:lnTo>
                    <a:pt x="158" y="90"/>
                  </a:lnTo>
                  <a:lnTo>
                    <a:pt x="158" y="88"/>
                  </a:lnTo>
                  <a:lnTo>
                    <a:pt x="158" y="88"/>
                  </a:lnTo>
                  <a:lnTo>
                    <a:pt x="158" y="88"/>
                  </a:lnTo>
                  <a:lnTo>
                    <a:pt x="158" y="88"/>
                  </a:lnTo>
                  <a:lnTo>
                    <a:pt x="159" y="86"/>
                  </a:lnTo>
                  <a:lnTo>
                    <a:pt x="159" y="86"/>
                  </a:lnTo>
                  <a:lnTo>
                    <a:pt x="159" y="86"/>
                  </a:lnTo>
                  <a:lnTo>
                    <a:pt x="159" y="86"/>
                  </a:lnTo>
                  <a:lnTo>
                    <a:pt x="160" y="86"/>
                  </a:lnTo>
                  <a:lnTo>
                    <a:pt x="160" y="86"/>
                  </a:lnTo>
                  <a:lnTo>
                    <a:pt x="160" y="86"/>
                  </a:lnTo>
                  <a:lnTo>
                    <a:pt x="160" y="86"/>
                  </a:lnTo>
                  <a:lnTo>
                    <a:pt x="161" y="84"/>
                  </a:lnTo>
                  <a:lnTo>
                    <a:pt x="161" y="84"/>
                  </a:lnTo>
                  <a:lnTo>
                    <a:pt x="161" y="84"/>
                  </a:lnTo>
                  <a:lnTo>
                    <a:pt x="161" y="84"/>
                  </a:lnTo>
                  <a:lnTo>
                    <a:pt x="164" y="84"/>
                  </a:lnTo>
                  <a:lnTo>
                    <a:pt x="164" y="84"/>
                  </a:lnTo>
                  <a:lnTo>
                    <a:pt x="164" y="84"/>
                  </a:lnTo>
                  <a:lnTo>
                    <a:pt x="164" y="84"/>
                  </a:lnTo>
                  <a:lnTo>
                    <a:pt x="166" y="82"/>
                  </a:lnTo>
                  <a:lnTo>
                    <a:pt x="165" y="82"/>
                  </a:lnTo>
                  <a:lnTo>
                    <a:pt x="165" y="82"/>
                  </a:lnTo>
                  <a:lnTo>
                    <a:pt x="165" y="82"/>
                  </a:lnTo>
                  <a:lnTo>
                    <a:pt x="165" y="81"/>
                  </a:lnTo>
                  <a:lnTo>
                    <a:pt x="165" y="81"/>
                  </a:lnTo>
                  <a:lnTo>
                    <a:pt x="165" y="81"/>
                  </a:lnTo>
                  <a:lnTo>
                    <a:pt x="165" y="81"/>
                  </a:lnTo>
                  <a:lnTo>
                    <a:pt x="165" y="79"/>
                  </a:lnTo>
                  <a:lnTo>
                    <a:pt x="165" y="79"/>
                  </a:lnTo>
                  <a:lnTo>
                    <a:pt x="165" y="79"/>
                  </a:lnTo>
                  <a:lnTo>
                    <a:pt x="165" y="79"/>
                  </a:lnTo>
                  <a:lnTo>
                    <a:pt x="165" y="76"/>
                  </a:lnTo>
                  <a:lnTo>
                    <a:pt x="165" y="76"/>
                  </a:lnTo>
                  <a:lnTo>
                    <a:pt x="165" y="76"/>
                  </a:lnTo>
                  <a:lnTo>
                    <a:pt x="165" y="76"/>
                  </a:lnTo>
                  <a:lnTo>
                    <a:pt x="165" y="75"/>
                  </a:lnTo>
                  <a:lnTo>
                    <a:pt x="165" y="75"/>
                  </a:lnTo>
                  <a:lnTo>
                    <a:pt x="165" y="75"/>
                  </a:lnTo>
                  <a:lnTo>
                    <a:pt x="165" y="75"/>
                  </a:lnTo>
                  <a:lnTo>
                    <a:pt x="165" y="75"/>
                  </a:lnTo>
                  <a:lnTo>
                    <a:pt x="165" y="75"/>
                  </a:lnTo>
                  <a:lnTo>
                    <a:pt x="165" y="75"/>
                  </a:lnTo>
                  <a:lnTo>
                    <a:pt x="165" y="75"/>
                  </a:lnTo>
                  <a:lnTo>
                    <a:pt x="166" y="74"/>
                  </a:lnTo>
                  <a:lnTo>
                    <a:pt x="166" y="74"/>
                  </a:lnTo>
                  <a:lnTo>
                    <a:pt x="166" y="74"/>
                  </a:lnTo>
                  <a:lnTo>
                    <a:pt x="166" y="74"/>
                  </a:lnTo>
                  <a:lnTo>
                    <a:pt x="167" y="74"/>
                  </a:lnTo>
                  <a:lnTo>
                    <a:pt x="167" y="74"/>
                  </a:lnTo>
                  <a:lnTo>
                    <a:pt x="167" y="74"/>
                  </a:lnTo>
                  <a:lnTo>
                    <a:pt x="167" y="74"/>
                  </a:lnTo>
                  <a:lnTo>
                    <a:pt x="169" y="72"/>
                  </a:lnTo>
                  <a:lnTo>
                    <a:pt x="169" y="72"/>
                  </a:lnTo>
                  <a:lnTo>
                    <a:pt x="169" y="72"/>
                  </a:lnTo>
                  <a:lnTo>
                    <a:pt x="169" y="72"/>
                  </a:lnTo>
                  <a:lnTo>
                    <a:pt x="169" y="70"/>
                  </a:lnTo>
                  <a:lnTo>
                    <a:pt x="169" y="70"/>
                  </a:lnTo>
                  <a:lnTo>
                    <a:pt x="169" y="68"/>
                  </a:lnTo>
                  <a:lnTo>
                    <a:pt x="169" y="68"/>
                  </a:lnTo>
                  <a:lnTo>
                    <a:pt x="169" y="66"/>
                  </a:lnTo>
                  <a:lnTo>
                    <a:pt x="169" y="66"/>
                  </a:lnTo>
                  <a:lnTo>
                    <a:pt x="169" y="66"/>
                  </a:lnTo>
                  <a:lnTo>
                    <a:pt x="169" y="66"/>
                  </a:lnTo>
                  <a:lnTo>
                    <a:pt x="169" y="64"/>
                  </a:lnTo>
                  <a:lnTo>
                    <a:pt x="169" y="64"/>
                  </a:lnTo>
                  <a:lnTo>
                    <a:pt x="169" y="64"/>
                  </a:lnTo>
                  <a:lnTo>
                    <a:pt x="169" y="64"/>
                  </a:lnTo>
                  <a:lnTo>
                    <a:pt x="169" y="61"/>
                  </a:lnTo>
                  <a:lnTo>
                    <a:pt x="169" y="61"/>
                  </a:lnTo>
                  <a:lnTo>
                    <a:pt x="169" y="61"/>
                  </a:lnTo>
                  <a:lnTo>
                    <a:pt x="169" y="61"/>
                  </a:lnTo>
                  <a:lnTo>
                    <a:pt x="169" y="61"/>
                  </a:lnTo>
                  <a:lnTo>
                    <a:pt x="169" y="61"/>
                  </a:lnTo>
                  <a:lnTo>
                    <a:pt x="169" y="61"/>
                  </a:lnTo>
                  <a:lnTo>
                    <a:pt x="169" y="61"/>
                  </a:lnTo>
                  <a:lnTo>
                    <a:pt x="169" y="61"/>
                  </a:lnTo>
                  <a:lnTo>
                    <a:pt x="169" y="61"/>
                  </a:lnTo>
                  <a:lnTo>
                    <a:pt x="169" y="61"/>
                  </a:lnTo>
                  <a:lnTo>
                    <a:pt x="169" y="61"/>
                  </a:lnTo>
                  <a:lnTo>
                    <a:pt x="169" y="61"/>
                  </a:lnTo>
                  <a:lnTo>
                    <a:pt x="169" y="61"/>
                  </a:lnTo>
                  <a:lnTo>
                    <a:pt x="169" y="61"/>
                  </a:lnTo>
                  <a:lnTo>
                    <a:pt x="169" y="61"/>
                  </a:lnTo>
                  <a:lnTo>
                    <a:pt x="171" y="60"/>
                  </a:lnTo>
                  <a:lnTo>
                    <a:pt x="171" y="60"/>
                  </a:lnTo>
                  <a:lnTo>
                    <a:pt x="171" y="60"/>
                  </a:lnTo>
                  <a:lnTo>
                    <a:pt x="171" y="60"/>
                  </a:lnTo>
                  <a:lnTo>
                    <a:pt x="171" y="58"/>
                  </a:lnTo>
                  <a:lnTo>
                    <a:pt x="171" y="58"/>
                  </a:lnTo>
                  <a:lnTo>
                    <a:pt x="171" y="56"/>
                  </a:lnTo>
                  <a:lnTo>
                    <a:pt x="171" y="56"/>
                  </a:lnTo>
                  <a:lnTo>
                    <a:pt x="173" y="54"/>
                  </a:lnTo>
                  <a:lnTo>
                    <a:pt x="173" y="54"/>
                  </a:lnTo>
                  <a:lnTo>
                    <a:pt x="173" y="53"/>
                  </a:lnTo>
                  <a:lnTo>
                    <a:pt x="173" y="53"/>
                  </a:lnTo>
                  <a:lnTo>
                    <a:pt x="173" y="51"/>
                  </a:lnTo>
                  <a:lnTo>
                    <a:pt x="173" y="51"/>
                  </a:lnTo>
                  <a:lnTo>
                    <a:pt x="173" y="49"/>
                  </a:lnTo>
                  <a:lnTo>
                    <a:pt x="173" y="49"/>
                  </a:lnTo>
                  <a:lnTo>
                    <a:pt x="174" y="47"/>
                  </a:lnTo>
                  <a:lnTo>
                    <a:pt x="174" y="47"/>
                  </a:lnTo>
                  <a:lnTo>
                    <a:pt x="174" y="47"/>
                  </a:lnTo>
                  <a:lnTo>
                    <a:pt x="174" y="47"/>
                  </a:lnTo>
                  <a:lnTo>
                    <a:pt x="174" y="47"/>
                  </a:lnTo>
                  <a:lnTo>
                    <a:pt x="174" y="47"/>
                  </a:lnTo>
                  <a:lnTo>
                    <a:pt x="174" y="47"/>
                  </a:lnTo>
                  <a:lnTo>
                    <a:pt x="174" y="47"/>
                  </a:lnTo>
                  <a:lnTo>
                    <a:pt x="174" y="45"/>
                  </a:lnTo>
                  <a:lnTo>
                    <a:pt x="174" y="45"/>
                  </a:lnTo>
                  <a:lnTo>
                    <a:pt x="174" y="45"/>
                  </a:lnTo>
                  <a:lnTo>
                    <a:pt x="174" y="45"/>
                  </a:lnTo>
                  <a:lnTo>
                    <a:pt x="174" y="44"/>
                  </a:lnTo>
                  <a:lnTo>
                    <a:pt x="174" y="44"/>
                  </a:lnTo>
                  <a:lnTo>
                    <a:pt x="174" y="43"/>
                  </a:lnTo>
                  <a:lnTo>
                    <a:pt x="174" y="43"/>
                  </a:lnTo>
                  <a:lnTo>
                    <a:pt x="174" y="41"/>
                  </a:lnTo>
                  <a:lnTo>
                    <a:pt x="174" y="41"/>
                  </a:lnTo>
                  <a:lnTo>
                    <a:pt x="174" y="41"/>
                  </a:lnTo>
                  <a:lnTo>
                    <a:pt x="174" y="41"/>
                  </a:lnTo>
                  <a:lnTo>
                    <a:pt x="175" y="41"/>
                  </a:lnTo>
                  <a:lnTo>
                    <a:pt x="175" y="41"/>
                  </a:lnTo>
                  <a:lnTo>
                    <a:pt x="175" y="41"/>
                  </a:lnTo>
                  <a:lnTo>
                    <a:pt x="175" y="41"/>
                  </a:lnTo>
                  <a:lnTo>
                    <a:pt x="176" y="39"/>
                  </a:lnTo>
                  <a:lnTo>
                    <a:pt x="176" y="39"/>
                  </a:lnTo>
                  <a:lnTo>
                    <a:pt x="176" y="39"/>
                  </a:lnTo>
                  <a:lnTo>
                    <a:pt x="176" y="39"/>
                  </a:lnTo>
                  <a:lnTo>
                    <a:pt x="179" y="38"/>
                  </a:lnTo>
                  <a:lnTo>
                    <a:pt x="179" y="38"/>
                  </a:lnTo>
                  <a:lnTo>
                    <a:pt x="179" y="38"/>
                  </a:lnTo>
                  <a:lnTo>
                    <a:pt x="179" y="38"/>
                  </a:lnTo>
                  <a:lnTo>
                    <a:pt x="180" y="37"/>
                  </a:lnTo>
                  <a:lnTo>
                    <a:pt x="180" y="37"/>
                  </a:lnTo>
                  <a:lnTo>
                    <a:pt x="180" y="37"/>
                  </a:lnTo>
                  <a:lnTo>
                    <a:pt x="180" y="37"/>
                  </a:lnTo>
                  <a:lnTo>
                    <a:pt x="180" y="37"/>
                  </a:lnTo>
                  <a:lnTo>
                    <a:pt x="180" y="37"/>
                  </a:lnTo>
                  <a:lnTo>
                    <a:pt x="180" y="37"/>
                  </a:lnTo>
                  <a:lnTo>
                    <a:pt x="180" y="37"/>
                  </a:lnTo>
                  <a:lnTo>
                    <a:pt x="180" y="35"/>
                  </a:lnTo>
                  <a:lnTo>
                    <a:pt x="180" y="35"/>
                  </a:lnTo>
                  <a:lnTo>
                    <a:pt x="180" y="35"/>
                  </a:lnTo>
                  <a:lnTo>
                    <a:pt x="180" y="35"/>
                  </a:lnTo>
                  <a:lnTo>
                    <a:pt x="180" y="34"/>
                  </a:lnTo>
                  <a:lnTo>
                    <a:pt x="180" y="34"/>
                  </a:lnTo>
                  <a:lnTo>
                    <a:pt x="180" y="34"/>
                  </a:lnTo>
                  <a:lnTo>
                    <a:pt x="180" y="34"/>
                  </a:lnTo>
                  <a:lnTo>
                    <a:pt x="181" y="32"/>
                  </a:lnTo>
                  <a:lnTo>
                    <a:pt x="181" y="32"/>
                  </a:lnTo>
                  <a:lnTo>
                    <a:pt x="181" y="32"/>
                  </a:lnTo>
                  <a:lnTo>
                    <a:pt x="181" y="32"/>
                  </a:lnTo>
                  <a:lnTo>
                    <a:pt x="181" y="32"/>
                  </a:lnTo>
                  <a:lnTo>
                    <a:pt x="181" y="32"/>
                  </a:lnTo>
                  <a:lnTo>
                    <a:pt x="181" y="32"/>
                  </a:lnTo>
                  <a:lnTo>
                    <a:pt x="181" y="32"/>
                  </a:lnTo>
                  <a:lnTo>
                    <a:pt x="183" y="30"/>
                  </a:lnTo>
                  <a:lnTo>
                    <a:pt x="183" y="30"/>
                  </a:lnTo>
                  <a:lnTo>
                    <a:pt x="183" y="30"/>
                  </a:lnTo>
                  <a:lnTo>
                    <a:pt x="183" y="30"/>
                  </a:lnTo>
                  <a:lnTo>
                    <a:pt x="184" y="29"/>
                  </a:lnTo>
                  <a:lnTo>
                    <a:pt x="184" y="29"/>
                  </a:lnTo>
                  <a:lnTo>
                    <a:pt x="184" y="29"/>
                  </a:lnTo>
                  <a:lnTo>
                    <a:pt x="184" y="29"/>
                  </a:lnTo>
                  <a:lnTo>
                    <a:pt x="186" y="27"/>
                  </a:lnTo>
                  <a:lnTo>
                    <a:pt x="186" y="29"/>
                  </a:lnTo>
                  <a:lnTo>
                    <a:pt x="186" y="29"/>
                  </a:lnTo>
                  <a:lnTo>
                    <a:pt x="186" y="29"/>
                  </a:lnTo>
                  <a:lnTo>
                    <a:pt x="186" y="29"/>
                  </a:lnTo>
                  <a:lnTo>
                    <a:pt x="186" y="29"/>
                  </a:lnTo>
                  <a:lnTo>
                    <a:pt x="186" y="29"/>
                  </a:lnTo>
                  <a:lnTo>
                    <a:pt x="186" y="29"/>
                  </a:lnTo>
                  <a:lnTo>
                    <a:pt x="188" y="29"/>
                  </a:lnTo>
                  <a:lnTo>
                    <a:pt x="188" y="29"/>
                  </a:lnTo>
                  <a:lnTo>
                    <a:pt x="188" y="29"/>
                  </a:lnTo>
                  <a:lnTo>
                    <a:pt x="188" y="29"/>
                  </a:lnTo>
                  <a:lnTo>
                    <a:pt x="190" y="29"/>
                  </a:lnTo>
                  <a:lnTo>
                    <a:pt x="190" y="29"/>
                  </a:lnTo>
                  <a:lnTo>
                    <a:pt x="191" y="29"/>
                  </a:lnTo>
                  <a:lnTo>
                    <a:pt x="191" y="29"/>
                  </a:lnTo>
                  <a:lnTo>
                    <a:pt x="193" y="27"/>
                  </a:lnTo>
                  <a:lnTo>
                    <a:pt x="192" y="27"/>
                  </a:lnTo>
                  <a:lnTo>
                    <a:pt x="192" y="27"/>
                  </a:lnTo>
                  <a:lnTo>
                    <a:pt x="192" y="27"/>
                  </a:lnTo>
                  <a:lnTo>
                    <a:pt x="192" y="27"/>
                  </a:lnTo>
                  <a:lnTo>
                    <a:pt x="192" y="27"/>
                  </a:lnTo>
                  <a:lnTo>
                    <a:pt x="192" y="27"/>
                  </a:lnTo>
                  <a:lnTo>
                    <a:pt x="192" y="27"/>
                  </a:lnTo>
                  <a:lnTo>
                    <a:pt x="193" y="26"/>
                  </a:lnTo>
                  <a:lnTo>
                    <a:pt x="193" y="26"/>
                  </a:lnTo>
                  <a:lnTo>
                    <a:pt x="193" y="26"/>
                  </a:lnTo>
                  <a:lnTo>
                    <a:pt x="193" y="26"/>
                  </a:lnTo>
                  <a:lnTo>
                    <a:pt x="195" y="25"/>
                  </a:lnTo>
                  <a:lnTo>
                    <a:pt x="195" y="25"/>
                  </a:lnTo>
                  <a:lnTo>
                    <a:pt x="195" y="25"/>
                  </a:lnTo>
                  <a:lnTo>
                    <a:pt x="195" y="25"/>
                  </a:lnTo>
                  <a:lnTo>
                    <a:pt x="196" y="23"/>
                  </a:lnTo>
                  <a:lnTo>
                    <a:pt x="196" y="23"/>
                  </a:lnTo>
                  <a:lnTo>
                    <a:pt x="196" y="23"/>
                  </a:lnTo>
                  <a:lnTo>
                    <a:pt x="196" y="23"/>
                  </a:lnTo>
                  <a:lnTo>
                    <a:pt x="196" y="22"/>
                  </a:lnTo>
                  <a:lnTo>
                    <a:pt x="196" y="22"/>
                  </a:lnTo>
                  <a:lnTo>
                    <a:pt x="196" y="22"/>
                  </a:lnTo>
                  <a:lnTo>
                    <a:pt x="196" y="22"/>
                  </a:lnTo>
                  <a:lnTo>
                    <a:pt x="197" y="20"/>
                  </a:lnTo>
                  <a:lnTo>
                    <a:pt x="197" y="20"/>
                  </a:lnTo>
                  <a:lnTo>
                    <a:pt x="197" y="20"/>
                  </a:lnTo>
                  <a:lnTo>
                    <a:pt x="197" y="20"/>
                  </a:lnTo>
                  <a:lnTo>
                    <a:pt x="197" y="18"/>
                  </a:lnTo>
                  <a:lnTo>
                    <a:pt x="197" y="18"/>
                  </a:lnTo>
                  <a:lnTo>
                    <a:pt x="197" y="18"/>
                  </a:lnTo>
                  <a:lnTo>
                    <a:pt x="197" y="18"/>
                  </a:lnTo>
                  <a:lnTo>
                    <a:pt x="198" y="16"/>
                  </a:lnTo>
                  <a:lnTo>
                    <a:pt x="197" y="16"/>
                  </a:lnTo>
                  <a:lnTo>
                    <a:pt x="197" y="16"/>
                  </a:lnTo>
                  <a:lnTo>
                    <a:pt x="197" y="16"/>
                  </a:lnTo>
                  <a:lnTo>
                    <a:pt x="197" y="16"/>
                  </a:lnTo>
                  <a:lnTo>
                    <a:pt x="197" y="16"/>
                  </a:lnTo>
                  <a:lnTo>
                    <a:pt x="197" y="16"/>
                  </a:lnTo>
                  <a:lnTo>
                    <a:pt x="197" y="16"/>
                  </a:lnTo>
                  <a:lnTo>
                    <a:pt x="197" y="15"/>
                  </a:lnTo>
                  <a:lnTo>
                    <a:pt x="195" y="15"/>
                  </a:lnTo>
                  <a:lnTo>
                    <a:pt x="195" y="15"/>
                  </a:lnTo>
                  <a:lnTo>
                    <a:pt x="195" y="15"/>
                  </a:lnTo>
                  <a:lnTo>
                    <a:pt x="195" y="13"/>
                  </a:lnTo>
                  <a:lnTo>
                    <a:pt x="195" y="13"/>
                  </a:lnTo>
                  <a:lnTo>
                    <a:pt x="195" y="13"/>
                  </a:lnTo>
                  <a:lnTo>
                    <a:pt x="195" y="13"/>
                  </a:lnTo>
                  <a:lnTo>
                    <a:pt x="195" y="12"/>
                  </a:lnTo>
                  <a:lnTo>
                    <a:pt x="193" y="13"/>
                  </a:lnTo>
                  <a:lnTo>
                    <a:pt x="193" y="13"/>
                  </a:lnTo>
                  <a:lnTo>
                    <a:pt x="193" y="13"/>
                  </a:lnTo>
                  <a:lnTo>
                    <a:pt x="193" y="13"/>
                  </a:lnTo>
                  <a:lnTo>
                    <a:pt x="191" y="13"/>
                  </a:lnTo>
                  <a:lnTo>
                    <a:pt x="191" y="13"/>
                  </a:lnTo>
                  <a:lnTo>
                    <a:pt x="191" y="13"/>
                  </a:lnTo>
                  <a:lnTo>
                    <a:pt x="191" y="13"/>
                  </a:lnTo>
                  <a:lnTo>
                    <a:pt x="189" y="13"/>
                  </a:lnTo>
                  <a:lnTo>
                    <a:pt x="189" y="13"/>
                  </a:lnTo>
                  <a:lnTo>
                    <a:pt x="188" y="13"/>
                  </a:lnTo>
                  <a:lnTo>
                    <a:pt x="188" y="13"/>
                  </a:lnTo>
                  <a:lnTo>
                    <a:pt x="186" y="13"/>
                  </a:lnTo>
                  <a:lnTo>
                    <a:pt x="186" y="13"/>
                  </a:lnTo>
                  <a:lnTo>
                    <a:pt x="186" y="13"/>
                  </a:lnTo>
                  <a:lnTo>
                    <a:pt x="186" y="13"/>
                  </a:lnTo>
                  <a:lnTo>
                    <a:pt x="185" y="13"/>
                  </a:lnTo>
                  <a:lnTo>
                    <a:pt x="185" y="13"/>
                  </a:lnTo>
                  <a:lnTo>
                    <a:pt x="185" y="13"/>
                  </a:lnTo>
                  <a:lnTo>
                    <a:pt x="185" y="13"/>
                  </a:lnTo>
                  <a:lnTo>
                    <a:pt x="185" y="13"/>
                  </a:lnTo>
                  <a:lnTo>
                    <a:pt x="185" y="13"/>
                  </a:lnTo>
                  <a:lnTo>
                    <a:pt x="185" y="13"/>
                  </a:lnTo>
                  <a:lnTo>
                    <a:pt x="185" y="10"/>
                  </a:lnTo>
                  <a:lnTo>
                    <a:pt x="183" y="10"/>
                  </a:lnTo>
                  <a:lnTo>
                    <a:pt x="183" y="10"/>
                  </a:lnTo>
                  <a:lnTo>
                    <a:pt x="183" y="10"/>
                  </a:lnTo>
                  <a:lnTo>
                    <a:pt x="183" y="9"/>
                  </a:lnTo>
                  <a:lnTo>
                    <a:pt x="183" y="9"/>
                  </a:lnTo>
                  <a:lnTo>
                    <a:pt x="183" y="9"/>
                  </a:lnTo>
                  <a:lnTo>
                    <a:pt x="183" y="9"/>
                  </a:lnTo>
                  <a:lnTo>
                    <a:pt x="183" y="8"/>
                  </a:lnTo>
                  <a:lnTo>
                    <a:pt x="182" y="9"/>
                  </a:lnTo>
                  <a:lnTo>
                    <a:pt x="182" y="9"/>
                  </a:lnTo>
                  <a:lnTo>
                    <a:pt x="182" y="9"/>
                  </a:lnTo>
                  <a:lnTo>
                    <a:pt x="182" y="9"/>
                  </a:lnTo>
                  <a:lnTo>
                    <a:pt x="181" y="9"/>
                  </a:lnTo>
                  <a:lnTo>
                    <a:pt x="181" y="9"/>
                  </a:lnTo>
                  <a:lnTo>
                    <a:pt x="181" y="9"/>
                  </a:lnTo>
                  <a:lnTo>
                    <a:pt x="181" y="9"/>
                  </a:lnTo>
                  <a:lnTo>
                    <a:pt x="180" y="9"/>
                  </a:lnTo>
                  <a:lnTo>
                    <a:pt x="180" y="9"/>
                  </a:lnTo>
                  <a:lnTo>
                    <a:pt x="180" y="9"/>
                  </a:lnTo>
                  <a:lnTo>
                    <a:pt x="180" y="9"/>
                  </a:lnTo>
                  <a:lnTo>
                    <a:pt x="180" y="9"/>
                  </a:lnTo>
                  <a:lnTo>
                    <a:pt x="180" y="9"/>
                  </a:lnTo>
                  <a:lnTo>
                    <a:pt x="180" y="9"/>
                  </a:lnTo>
                  <a:lnTo>
                    <a:pt x="180" y="8"/>
                  </a:lnTo>
                  <a:lnTo>
                    <a:pt x="180" y="8"/>
                  </a:lnTo>
                  <a:lnTo>
                    <a:pt x="180" y="8"/>
                  </a:lnTo>
                  <a:lnTo>
                    <a:pt x="180" y="8"/>
                  </a:lnTo>
                  <a:lnTo>
                    <a:pt x="180" y="8"/>
                  </a:lnTo>
                  <a:lnTo>
                    <a:pt x="180" y="8"/>
                  </a:lnTo>
                  <a:lnTo>
                    <a:pt x="180" y="8"/>
                  </a:lnTo>
                  <a:lnTo>
                    <a:pt x="180" y="8"/>
                  </a:lnTo>
                  <a:lnTo>
                    <a:pt x="180" y="7"/>
                  </a:lnTo>
                  <a:lnTo>
                    <a:pt x="180" y="7"/>
                  </a:lnTo>
                  <a:lnTo>
                    <a:pt x="180" y="7"/>
                  </a:lnTo>
                  <a:lnTo>
                    <a:pt x="180" y="7"/>
                  </a:lnTo>
                  <a:lnTo>
                    <a:pt x="180" y="7"/>
                  </a:lnTo>
                  <a:lnTo>
                    <a:pt x="180" y="7"/>
                  </a:lnTo>
                  <a:lnTo>
                    <a:pt x="180" y="7"/>
                  </a:lnTo>
                  <a:lnTo>
                    <a:pt x="180" y="7"/>
                  </a:lnTo>
                  <a:lnTo>
                    <a:pt x="180" y="5"/>
                  </a:lnTo>
                  <a:lnTo>
                    <a:pt x="178" y="5"/>
                  </a:lnTo>
                  <a:lnTo>
                    <a:pt x="178" y="5"/>
                  </a:lnTo>
                  <a:lnTo>
                    <a:pt x="176" y="5"/>
                  </a:lnTo>
                  <a:lnTo>
                    <a:pt x="176" y="5"/>
                  </a:lnTo>
                  <a:lnTo>
                    <a:pt x="175" y="5"/>
                  </a:lnTo>
                  <a:lnTo>
                    <a:pt x="175" y="5"/>
                  </a:lnTo>
                  <a:lnTo>
                    <a:pt x="175" y="5"/>
                  </a:lnTo>
                  <a:lnTo>
                    <a:pt x="175" y="5"/>
                  </a:lnTo>
                  <a:lnTo>
                    <a:pt x="173" y="5"/>
                  </a:lnTo>
                  <a:lnTo>
                    <a:pt x="173" y="5"/>
                  </a:lnTo>
                  <a:lnTo>
                    <a:pt x="172" y="5"/>
                  </a:lnTo>
                  <a:lnTo>
                    <a:pt x="172" y="5"/>
                  </a:lnTo>
                  <a:lnTo>
                    <a:pt x="171" y="5"/>
                  </a:lnTo>
                  <a:lnTo>
                    <a:pt x="171" y="5"/>
                  </a:lnTo>
                  <a:lnTo>
                    <a:pt x="171" y="5"/>
                  </a:lnTo>
                  <a:lnTo>
                    <a:pt x="171" y="4"/>
                  </a:lnTo>
                  <a:lnTo>
                    <a:pt x="171" y="3"/>
                  </a:lnTo>
                  <a:lnTo>
                    <a:pt x="169" y="5"/>
                  </a:lnTo>
                  <a:lnTo>
                    <a:pt x="169" y="5"/>
                  </a:lnTo>
                  <a:lnTo>
                    <a:pt x="169" y="5"/>
                  </a:lnTo>
                  <a:lnTo>
                    <a:pt x="169" y="5"/>
                  </a:lnTo>
                  <a:lnTo>
                    <a:pt x="167" y="7"/>
                  </a:lnTo>
                  <a:lnTo>
                    <a:pt x="167" y="7"/>
                  </a:lnTo>
                  <a:lnTo>
                    <a:pt x="165" y="7"/>
                  </a:lnTo>
                  <a:lnTo>
                    <a:pt x="165" y="7"/>
                  </a:lnTo>
                  <a:lnTo>
                    <a:pt x="163" y="7"/>
                  </a:lnTo>
                  <a:lnTo>
                    <a:pt x="161" y="7"/>
                  </a:lnTo>
                  <a:lnTo>
                    <a:pt x="160" y="7"/>
                  </a:lnTo>
                  <a:lnTo>
                    <a:pt x="160" y="7"/>
                  </a:lnTo>
                  <a:lnTo>
                    <a:pt x="158" y="7"/>
                  </a:lnTo>
                  <a:lnTo>
                    <a:pt x="158" y="7"/>
                  </a:lnTo>
                  <a:lnTo>
                    <a:pt x="157" y="7"/>
                  </a:lnTo>
                  <a:lnTo>
                    <a:pt x="157" y="7"/>
                  </a:lnTo>
                  <a:lnTo>
                    <a:pt x="156" y="7"/>
                  </a:lnTo>
                  <a:lnTo>
                    <a:pt x="156" y="7"/>
                  </a:lnTo>
                  <a:lnTo>
                    <a:pt x="156" y="7"/>
                  </a:lnTo>
                  <a:lnTo>
                    <a:pt x="156" y="7"/>
                  </a:lnTo>
                  <a:lnTo>
                    <a:pt x="156" y="7"/>
                  </a:lnTo>
                  <a:lnTo>
                    <a:pt x="156" y="7"/>
                  </a:lnTo>
                  <a:lnTo>
                    <a:pt x="156" y="7"/>
                  </a:lnTo>
                  <a:lnTo>
                    <a:pt x="156" y="5"/>
                  </a:lnTo>
                  <a:lnTo>
                    <a:pt x="156" y="5"/>
                  </a:lnTo>
                  <a:lnTo>
                    <a:pt x="156" y="5"/>
                  </a:lnTo>
                  <a:lnTo>
                    <a:pt x="156" y="5"/>
                  </a:lnTo>
                  <a:lnTo>
                    <a:pt x="156" y="5"/>
                  </a:lnTo>
                  <a:lnTo>
                    <a:pt x="156" y="5"/>
                  </a:lnTo>
                  <a:lnTo>
                    <a:pt x="156" y="5"/>
                  </a:lnTo>
                  <a:lnTo>
                    <a:pt x="156" y="5"/>
                  </a:lnTo>
                  <a:lnTo>
                    <a:pt x="156" y="3"/>
                  </a:lnTo>
                  <a:lnTo>
                    <a:pt x="154" y="3"/>
                  </a:lnTo>
                  <a:lnTo>
                    <a:pt x="154" y="3"/>
                  </a:lnTo>
                  <a:lnTo>
                    <a:pt x="154" y="3"/>
                  </a:lnTo>
                  <a:lnTo>
                    <a:pt x="154" y="3"/>
                  </a:lnTo>
                  <a:lnTo>
                    <a:pt x="152" y="3"/>
                  </a:lnTo>
                  <a:lnTo>
                    <a:pt x="152" y="3"/>
                  </a:lnTo>
                  <a:lnTo>
                    <a:pt x="152" y="3"/>
                  </a:lnTo>
                  <a:lnTo>
                    <a:pt x="152" y="1"/>
                  </a:lnTo>
                  <a:lnTo>
                    <a:pt x="150" y="1"/>
                  </a:lnTo>
                  <a:lnTo>
                    <a:pt x="150" y="1"/>
                  </a:lnTo>
                  <a:lnTo>
                    <a:pt x="150" y="1"/>
                  </a:lnTo>
                  <a:lnTo>
                    <a:pt x="150" y="1"/>
                  </a:lnTo>
                  <a:lnTo>
                    <a:pt x="150" y="1"/>
                  </a:lnTo>
                  <a:lnTo>
                    <a:pt x="150" y="1"/>
                  </a:lnTo>
                  <a:lnTo>
                    <a:pt x="150" y="1"/>
                  </a:lnTo>
                  <a:lnTo>
                    <a:pt x="150" y="0"/>
                  </a:lnTo>
                  <a:lnTo>
                    <a:pt x="148" y="1"/>
                  </a:lnTo>
                  <a:lnTo>
                    <a:pt x="148" y="1"/>
                  </a:lnTo>
                  <a:lnTo>
                    <a:pt x="148" y="1"/>
                  </a:lnTo>
                  <a:lnTo>
                    <a:pt x="148" y="1"/>
                  </a:lnTo>
                  <a:lnTo>
                    <a:pt x="146" y="2"/>
                  </a:lnTo>
                  <a:lnTo>
                    <a:pt x="146" y="2"/>
                  </a:lnTo>
                  <a:lnTo>
                    <a:pt x="146" y="2"/>
                  </a:lnTo>
                  <a:lnTo>
                    <a:pt x="146" y="2"/>
                  </a:lnTo>
                  <a:lnTo>
                    <a:pt x="144" y="3"/>
                  </a:lnTo>
                  <a:lnTo>
                    <a:pt x="144" y="3"/>
                  </a:lnTo>
                  <a:lnTo>
                    <a:pt x="144" y="3"/>
                  </a:lnTo>
                  <a:lnTo>
                    <a:pt x="144" y="3"/>
                  </a:lnTo>
                  <a:lnTo>
                    <a:pt x="143" y="3"/>
                  </a:lnTo>
                  <a:lnTo>
                    <a:pt x="143" y="3"/>
                  </a:lnTo>
                  <a:lnTo>
                    <a:pt x="143" y="3"/>
                  </a:lnTo>
                  <a:lnTo>
                    <a:pt x="143" y="3"/>
                  </a:lnTo>
                  <a:lnTo>
                    <a:pt x="141" y="3"/>
                  </a:lnTo>
                  <a:lnTo>
                    <a:pt x="140" y="3"/>
                  </a:lnTo>
                  <a:lnTo>
                    <a:pt x="138" y="3"/>
                  </a:lnTo>
                  <a:lnTo>
                    <a:pt x="138" y="3"/>
                  </a:lnTo>
                  <a:lnTo>
                    <a:pt x="137" y="3"/>
                  </a:lnTo>
                  <a:lnTo>
                    <a:pt x="136" y="3"/>
                  </a:lnTo>
                  <a:lnTo>
                    <a:pt x="134" y="3"/>
                  </a:lnTo>
                  <a:lnTo>
                    <a:pt x="134" y="3"/>
                  </a:lnTo>
                  <a:lnTo>
                    <a:pt x="132" y="3"/>
                  </a:lnTo>
                  <a:lnTo>
                    <a:pt x="130" y="3"/>
                  </a:lnTo>
                  <a:lnTo>
                    <a:pt x="129" y="3"/>
                  </a:lnTo>
                  <a:lnTo>
                    <a:pt x="129" y="3"/>
                  </a:lnTo>
                  <a:lnTo>
                    <a:pt x="127" y="3"/>
                  </a:lnTo>
                  <a:lnTo>
                    <a:pt x="127" y="3"/>
                  </a:lnTo>
                  <a:lnTo>
                    <a:pt x="126" y="3"/>
                  </a:lnTo>
                  <a:lnTo>
                    <a:pt x="126" y="3"/>
                  </a:lnTo>
                  <a:lnTo>
                    <a:pt x="124" y="5"/>
                  </a:lnTo>
                  <a:lnTo>
                    <a:pt x="124" y="5"/>
                  </a:lnTo>
                  <a:lnTo>
                    <a:pt x="124" y="7"/>
                  </a:lnTo>
                  <a:lnTo>
                    <a:pt x="124" y="7"/>
                  </a:lnTo>
                  <a:lnTo>
                    <a:pt x="122" y="9"/>
                  </a:lnTo>
                  <a:lnTo>
                    <a:pt x="122" y="9"/>
                  </a:lnTo>
                  <a:lnTo>
                    <a:pt x="122" y="10"/>
                  </a:lnTo>
                  <a:lnTo>
                    <a:pt x="122" y="10"/>
                  </a:lnTo>
                  <a:lnTo>
                    <a:pt x="120" y="12"/>
                  </a:lnTo>
                  <a:lnTo>
                    <a:pt x="120" y="13"/>
                  </a:lnTo>
                  <a:lnTo>
                    <a:pt x="120" y="15"/>
                  </a:lnTo>
                  <a:lnTo>
                    <a:pt x="120" y="15"/>
                  </a:lnTo>
                  <a:lnTo>
                    <a:pt x="120" y="16"/>
                  </a:lnTo>
                  <a:lnTo>
                    <a:pt x="120" y="16"/>
                  </a:lnTo>
                  <a:lnTo>
                    <a:pt x="120" y="18"/>
                  </a:lnTo>
                  <a:lnTo>
                    <a:pt x="120" y="18"/>
                  </a:lnTo>
                  <a:lnTo>
                    <a:pt x="118" y="20"/>
                  </a:lnTo>
                  <a:lnTo>
                    <a:pt x="118" y="20"/>
                  </a:lnTo>
                  <a:lnTo>
                    <a:pt x="118" y="20"/>
                  </a:lnTo>
                  <a:lnTo>
                    <a:pt x="118" y="20"/>
                  </a:lnTo>
                  <a:lnTo>
                    <a:pt x="118" y="20"/>
                  </a:lnTo>
                  <a:lnTo>
                    <a:pt x="118" y="20"/>
                  </a:lnTo>
                  <a:lnTo>
                    <a:pt x="118" y="20"/>
                  </a:lnTo>
                  <a:lnTo>
                    <a:pt x="118" y="20"/>
                  </a:lnTo>
                  <a:lnTo>
                    <a:pt x="117" y="20"/>
                  </a:lnTo>
                  <a:lnTo>
                    <a:pt x="117" y="20"/>
                  </a:lnTo>
                  <a:lnTo>
                    <a:pt x="117" y="20"/>
                  </a:lnTo>
                  <a:lnTo>
                    <a:pt x="117" y="20"/>
                  </a:lnTo>
                  <a:lnTo>
                    <a:pt x="116" y="20"/>
                  </a:lnTo>
                  <a:lnTo>
                    <a:pt x="116" y="20"/>
                  </a:lnTo>
                  <a:lnTo>
                    <a:pt x="115" y="20"/>
                  </a:lnTo>
                  <a:lnTo>
                    <a:pt x="115" y="20"/>
                  </a:lnTo>
                  <a:lnTo>
                    <a:pt x="113" y="22"/>
                  </a:lnTo>
                  <a:lnTo>
                    <a:pt x="113" y="22"/>
                  </a:lnTo>
                  <a:lnTo>
                    <a:pt x="112" y="22"/>
                  </a:lnTo>
                  <a:lnTo>
                    <a:pt x="112" y="22"/>
                  </a:lnTo>
                  <a:lnTo>
                    <a:pt x="110" y="23"/>
                  </a:lnTo>
                  <a:lnTo>
                    <a:pt x="110" y="23"/>
                  </a:lnTo>
                  <a:lnTo>
                    <a:pt x="110" y="23"/>
                  </a:lnTo>
                  <a:lnTo>
                    <a:pt x="110" y="23"/>
                  </a:lnTo>
                  <a:lnTo>
                    <a:pt x="108" y="25"/>
                  </a:lnTo>
                  <a:lnTo>
                    <a:pt x="108" y="25"/>
                  </a:lnTo>
                  <a:lnTo>
                    <a:pt x="107" y="25"/>
                  </a:lnTo>
                  <a:lnTo>
                    <a:pt x="107" y="25"/>
                  </a:lnTo>
                  <a:lnTo>
                    <a:pt x="106" y="25"/>
                  </a:lnTo>
                  <a:lnTo>
                    <a:pt x="106" y="25"/>
                  </a:lnTo>
                  <a:lnTo>
                    <a:pt x="106" y="25"/>
                  </a:lnTo>
                  <a:lnTo>
                    <a:pt x="106" y="25"/>
                  </a:lnTo>
                  <a:lnTo>
                    <a:pt x="104" y="25"/>
                  </a:lnTo>
                  <a:lnTo>
                    <a:pt x="104" y="25"/>
                  </a:lnTo>
                  <a:lnTo>
                    <a:pt x="104" y="25"/>
                  </a:lnTo>
                  <a:lnTo>
                    <a:pt x="104" y="25"/>
                  </a:lnTo>
                  <a:lnTo>
                    <a:pt x="103" y="25"/>
                  </a:lnTo>
                  <a:lnTo>
                    <a:pt x="103" y="25"/>
                  </a:lnTo>
                  <a:lnTo>
                    <a:pt x="103" y="25"/>
                  </a:lnTo>
                  <a:lnTo>
                    <a:pt x="103" y="24"/>
                  </a:lnTo>
                  <a:lnTo>
                    <a:pt x="103" y="24"/>
                  </a:lnTo>
                  <a:lnTo>
                    <a:pt x="103" y="24"/>
                  </a:lnTo>
                  <a:lnTo>
                    <a:pt x="103" y="24"/>
                  </a:lnTo>
                  <a:lnTo>
                    <a:pt x="103" y="23"/>
                  </a:lnTo>
                  <a:lnTo>
                    <a:pt x="103" y="23"/>
                  </a:lnTo>
                  <a:lnTo>
                    <a:pt x="103" y="23"/>
                  </a:lnTo>
                  <a:lnTo>
                    <a:pt x="103" y="23"/>
                  </a:lnTo>
                  <a:lnTo>
                    <a:pt x="103" y="22"/>
                  </a:lnTo>
                  <a:lnTo>
                    <a:pt x="101" y="22"/>
                  </a:lnTo>
                  <a:lnTo>
                    <a:pt x="101" y="22"/>
                  </a:lnTo>
                  <a:lnTo>
                    <a:pt x="101" y="22"/>
                  </a:lnTo>
                  <a:lnTo>
                    <a:pt x="101" y="22"/>
                  </a:lnTo>
                  <a:lnTo>
                    <a:pt x="100" y="22"/>
                  </a:lnTo>
                  <a:lnTo>
                    <a:pt x="100" y="22"/>
                  </a:lnTo>
                  <a:lnTo>
                    <a:pt x="100" y="22"/>
                  </a:lnTo>
                  <a:lnTo>
                    <a:pt x="100" y="21"/>
                  </a:lnTo>
                  <a:lnTo>
                    <a:pt x="98" y="22"/>
                  </a:lnTo>
                  <a:lnTo>
                    <a:pt x="98" y="22"/>
                  </a:lnTo>
                  <a:lnTo>
                    <a:pt x="98" y="22"/>
                  </a:lnTo>
                  <a:lnTo>
                    <a:pt x="98" y="22"/>
                  </a:lnTo>
                  <a:lnTo>
                    <a:pt x="98" y="22"/>
                  </a:lnTo>
                  <a:lnTo>
                    <a:pt x="98" y="22"/>
                  </a:lnTo>
                  <a:lnTo>
                    <a:pt x="98" y="22"/>
                  </a:lnTo>
                  <a:lnTo>
                    <a:pt x="98" y="22"/>
                  </a:lnTo>
                  <a:lnTo>
                    <a:pt x="97" y="23"/>
                  </a:lnTo>
                  <a:lnTo>
                    <a:pt x="97" y="23"/>
                  </a:lnTo>
                  <a:lnTo>
                    <a:pt x="97" y="23"/>
                  </a:lnTo>
                  <a:lnTo>
                    <a:pt x="97" y="23"/>
                  </a:lnTo>
                  <a:lnTo>
                    <a:pt x="97" y="25"/>
                  </a:lnTo>
                  <a:lnTo>
                    <a:pt x="97" y="25"/>
                  </a:lnTo>
                  <a:lnTo>
                    <a:pt x="97" y="25"/>
                  </a:lnTo>
                  <a:lnTo>
                    <a:pt x="97" y="25"/>
                  </a:lnTo>
                  <a:lnTo>
                    <a:pt x="97" y="27"/>
                  </a:lnTo>
                  <a:lnTo>
                    <a:pt x="97" y="27"/>
                  </a:lnTo>
                  <a:lnTo>
                    <a:pt x="97" y="27"/>
                  </a:lnTo>
                  <a:lnTo>
                    <a:pt x="97" y="27"/>
                  </a:lnTo>
                  <a:lnTo>
                    <a:pt x="97" y="27"/>
                  </a:lnTo>
                  <a:lnTo>
                    <a:pt x="97" y="27"/>
                  </a:lnTo>
                  <a:lnTo>
                    <a:pt x="97" y="27"/>
                  </a:lnTo>
                  <a:lnTo>
                    <a:pt x="97" y="27"/>
                  </a:lnTo>
                  <a:lnTo>
                    <a:pt x="95" y="29"/>
                  </a:lnTo>
                  <a:lnTo>
                    <a:pt x="95" y="29"/>
                  </a:lnTo>
                  <a:lnTo>
                    <a:pt x="95" y="29"/>
                  </a:lnTo>
                  <a:lnTo>
                    <a:pt x="95" y="29"/>
                  </a:lnTo>
                  <a:lnTo>
                    <a:pt x="93" y="31"/>
                  </a:lnTo>
                  <a:lnTo>
                    <a:pt x="93" y="31"/>
                  </a:lnTo>
                  <a:lnTo>
                    <a:pt x="93" y="31"/>
                  </a:lnTo>
                  <a:lnTo>
                    <a:pt x="93" y="31"/>
                  </a:lnTo>
                  <a:lnTo>
                    <a:pt x="92" y="32"/>
                  </a:lnTo>
                  <a:lnTo>
                    <a:pt x="92" y="32"/>
                  </a:lnTo>
                  <a:lnTo>
                    <a:pt x="92" y="32"/>
                  </a:lnTo>
                  <a:lnTo>
                    <a:pt x="92" y="32"/>
                  </a:lnTo>
                  <a:lnTo>
                    <a:pt x="92" y="32"/>
                  </a:lnTo>
                  <a:lnTo>
                    <a:pt x="92" y="32"/>
                  </a:lnTo>
                  <a:lnTo>
                    <a:pt x="92" y="32"/>
                  </a:lnTo>
                  <a:lnTo>
                    <a:pt x="92" y="32"/>
                  </a:lnTo>
                  <a:lnTo>
                    <a:pt x="90" y="32"/>
                  </a:lnTo>
                  <a:lnTo>
                    <a:pt x="88" y="32"/>
                  </a:lnTo>
                  <a:lnTo>
                    <a:pt x="86" y="32"/>
                  </a:lnTo>
                  <a:lnTo>
                    <a:pt x="86" y="32"/>
                  </a:lnTo>
                  <a:lnTo>
                    <a:pt x="85" y="32"/>
                  </a:lnTo>
                  <a:lnTo>
                    <a:pt x="85" y="32"/>
                  </a:lnTo>
                  <a:lnTo>
                    <a:pt x="83" y="32"/>
                  </a:lnTo>
                  <a:lnTo>
                    <a:pt x="83" y="32"/>
                  </a:lnTo>
                  <a:lnTo>
                    <a:pt x="81" y="32"/>
                  </a:lnTo>
                  <a:lnTo>
                    <a:pt x="81" y="32"/>
                  </a:lnTo>
                  <a:lnTo>
                    <a:pt x="79" y="32"/>
                  </a:lnTo>
                  <a:lnTo>
                    <a:pt x="79" y="32"/>
                  </a:lnTo>
                  <a:lnTo>
                    <a:pt x="78" y="32"/>
                  </a:lnTo>
                  <a:lnTo>
                    <a:pt x="78" y="32"/>
                  </a:lnTo>
                  <a:lnTo>
                    <a:pt x="78" y="32"/>
                  </a:lnTo>
                  <a:lnTo>
                    <a:pt x="78" y="32"/>
                  </a:lnTo>
                  <a:lnTo>
                    <a:pt x="76" y="35"/>
                  </a:lnTo>
                  <a:lnTo>
                    <a:pt x="76" y="35"/>
                  </a:lnTo>
                  <a:lnTo>
                    <a:pt x="76" y="35"/>
                  </a:lnTo>
                  <a:lnTo>
                    <a:pt x="76" y="35"/>
                  </a:lnTo>
                  <a:lnTo>
                    <a:pt x="76" y="36"/>
                  </a:lnTo>
                  <a:lnTo>
                    <a:pt x="76" y="36"/>
                  </a:lnTo>
                  <a:lnTo>
                    <a:pt x="76" y="36"/>
                  </a:lnTo>
                  <a:lnTo>
                    <a:pt x="76" y="36"/>
                  </a:lnTo>
                  <a:lnTo>
                    <a:pt x="76" y="38"/>
                  </a:lnTo>
                  <a:lnTo>
                    <a:pt x="76" y="38"/>
                  </a:lnTo>
                  <a:lnTo>
                    <a:pt x="76" y="38"/>
                  </a:lnTo>
                  <a:lnTo>
                    <a:pt x="76" y="38"/>
                  </a:lnTo>
                  <a:lnTo>
                    <a:pt x="76" y="38"/>
                  </a:lnTo>
                  <a:lnTo>
                    <a:pt x="76" y="38"/>
                  </a:lnTo>
                  <a:lnTo>
                    <a:pt x="76" y="38"/>
                  </a:lnTo>
                  <a:lnTo>
                    <a:pt x="76" y="38"/>
                  </a:lnTo>
                  <a:lnTo>
                    <a:pt x="76" y="40"/>
                  </a:lnTo>
                  <a:lnTo>
                    <a:pt x="76" y="40"/>
                  </a:lnTo>
                  <a:lnTo>
                    <a:pt x="76" y="40"/>
                  </a:lnTo>
                  <a:lnTo>
                    <a:pt x="76" y="40"/>
                  </a:lnTo>
                  <a:lnTo>
                    <a:pt x="76" y="42"/>
                  </a:lnTo>
                  <a:lnTo>
                    <a:pt x="76" y="42"/>
                  </a:lnTo>
                  <a:lnTo>
                    <a:pt x="76" y="42"/>
                  </a:lnTo>
                  <a:lnTo>
                    <a:pt x="78" y="42"/>
                  </a:lnTo>
                  <a:lnTo>
                    <a:pt x="78" y="44"/>
                  </a:lnTo>
                  <a:lnTo>
                    <a:pt x="78" y="44"/>
                  </a:lnTo>
                  <a:lnTo>
                    <a:pt x="78" y="44"/>
                  </a:lnTo>
                  <a:lnTo>
                    <a:pt x="79" y="44"/>
                  </a:lnTo>
                  <a:lnTo>
                    <a:pt x="79" y="44"/>
                  </a:lnTo>
                  <a:lnTo>
                    <a:pt x="79" y="44"/>
                  </a:lnTo>
                  <a:lnTo>
                    <a:pt x="79" y="44"/>
                  </a:lnTo>
                  <a:lnTo>
                    <a:pt x="80" y="44"/>
                  </a:lnTo>
                  <a:lnTo>
                    <a:pt x="79" y="45"/>
                  </a:lnTo>
                  <a:lnTo>
                    <a:pt x="79" y="45"/>
                  </a:lnTo>
                  <a:lnTo>
                    <a:pt x="79" y="45"/>
                  </a:lnTo>
                  <a:lnTo>
                    <a:pt x="79" y="45"/>
                  </a:lnTo>
                  <a:lnTo>
                    <a:pt x="78" y="45"/>
                  </a:lnTo>
                  <a:lnTo>
                    <a:pt x="78" y="45"/>
                  </a:lnTo>
                  <a:lnTo>
                    <a:pt x="78" y="45"/>
                  </a:lnTo>
                  <a:lnTo>
                    <a:pt x="78" y="45"/>
                  </a:lnTo>
                  <a:lnTo>
                    <a:pt x="76" y="45"/>
                  </a:lnTo>
                  <a:lnTo>
                    <a:pt x="76" y="45"/>
                  </a:lnTo>
                  <a:lnTo>
                    <a:pt x="76" y="45"/>
                  </a:lnTo>
                  <a:lnTo>
                    <a:pt x="76" y="45"/>
                  </a:lnTo>
                  <a:lnTo>
                    <a:pt x="74" y="45"/>
                  </a:lnTo>
                  <a:lnTo>
                    <a:pt x="74" y="45"/>
                  </a:lnTo>
                  <a:lnTo>
                    <a:pt x="74" y="45"/>
                  </a:lnTo>
                  <a:lnTo>
                    <a:pt x="74" y="44"/>
                  </a:lnTo>
                  <a:lnTo>
                    <a:pt x="74" y="46"/>
                  </a:lnTo>
                  <a:lnTo>
                    <a:pt x="74" y="46"/>
                  </a:lnTo>
                  <a:lnTo>
                    <a:pt x="74" y="46"/>
                  </a:lnTo>
                  <a:lnTo>
                    <a:pt x="74" y="46"/>
                  </a:lnTo>
                  <a:lnTo>
                    <a:pt x="74" y="46"/>
                  </a:lnTo>
                  <a:lnTo>
                    <a:pt x="74" y="46"/>
                  </a:lnTo>
                  <a:lnTo>
                    <a:pt x="74" y="46"/>
                  </a:lnTo>
                  <a:lnTo>
                    <a:pt x="74" y="46"/>
                  </a:lnTo>
                  <a:lnTo>
                    <a:pt x="74" y="47"/>
                  </a:lnTo>
                  <a:lnTo>
                    <a:pt x="74" y="47"/>
                  </a:lnTo>
                  <a:lnTo>
                    <a:pt x="74" y="47"/>
                  </a:lnTo>
                  <a:lnTo>
                    <a:pt x="74" y="47"/>
                  </a:lnTo>
                  <a:lnTo>
                    <a:pt x="74" y="47"/>
                  </a:lnTo>
                  <a:lnTo>
                    <a:pt x="74" y="47"/>
                  </a:lnTo>
                  <a:lnTo>
                    <a:pt x="74" y="47"/>
                  </a:lnTo>
                  <a:lnTo>
                    <a:pt x="74" y="47"/>
                  </a:lnTo>
                  <a:lnTo>
                    <a:pt x="72" y="47"/>
                  </a:lnTo>
                  <a:lnTo>
                    <a:pt x="72" y="47"/>
                  </a:lnTo>
                  <a:lnTo>
                    <a:pt x="71" y="47"/>
                  </a:lnTo>
                  <a:lnTo>
                    <a:pt x="71" y="47"/>
                  </a:lnTo>
                  <a:lnTo>
                    <a:pt x="69" y="47"/>
                  </a:lnTo>
                  <a:lnTo>
                    <a:pt x="69" y="47"/>
                  </a:lnTo>
                  <a:lnTo>
                    <a:pt x="69" y="47"/>
                  </a:lnTo>
                  <a:lnTo>
                    <a:pt x="69" y="47"/>
                  </a:lnTo>
                  <a:lnTo>
                    <a:pt x="67" y="47"/>
                  </a:lnTo>
                  <a:lnTo>
                    <a:pt x="67" y="47"/>
                  </a:lnTo>
                  <a:lnTo>
                    <a:pt x="66" y="47"/>
                  </a:lnTo>
                  <a:lnTo>
                    <a:pt x="66" y="47"/>
                  </a:lnTo>
                  <a:lnTo>
                    <a:pt x="64" y="47"/>
                  </a:lnTo>
                  <a:lnTo>
                    <a:pt x="64" y="47"/>
                  </a:lnTo>
                  <a:lnTo>
                    <a:pt x="64" y="47"/>
                  </a:lnTo>
                  <a:lnTo>
                    <a:pt x="64" y="47"/>
                  </a:lnTo>
                  <a:lnTo>
                    <a:pt x="63" y="49"/>
                  </a:lnTo>
                  <a:lnTo>
                    <a:pt x="61" y="49"/>
                  </a:lnTo>
                  <a:lnTo>
                    <a:pt x="59" y="49"/>
                  </a:lnTo>
                  <a:lnTo>
                    <a:pt x="59" y="49"/>
                  </a:lnTo>
                  <a:lnTo>
                    <a:pt x="57" y="50"/>
                  </a:lnTo>
                  <a:lnTo>
                    <a:pt x="55" y="50"/>
                  </a:lnTo>
                  <a:lnTo>
                    <a:pt x="53" y="50"/>
                  </a:lnTo>
                  <a:lnTo>
                    <a:pt x="53" y="50"/>
                  </a:lnTo>
                  <a:lnTo>
                    <a:pt x="51" y="51"/>
                  </a:lnTo>
                  <a:lnTo>
                    <a:pt x="49" y="51"/>
                  </a:lnTo>
                  <a:lnTo>
                    <a:pt x="47" y="51"/>
                  </a:lnTo>
                  <a:lnTo>
                    <a:pt x="47" y="51"/>
                  </a:lnTo>
                  <a:lnTo>
                    <a:pt x="45" y="51"/>
                  </a:lnTo>
                  <a:lnTo>
                    <a:pt x="45" y="51"/>
                  </a:lnTo>
                  <a:lnTo>
                    <a:pt x="44" y="51"/>
                  </a:lnTo>
                  <a:lnTo>
                    <a:pt x="44" y="50"/>
                  </a:lnTo>
                  <a:lnTo>
                    <a:pt x="42" y="50"/>
                  </a:lnTo>
                  <a:lnTo>
                    <a:pt x="41" y="50"/>
                  </a:lnTo>
                  <a:lnTo>
                    <a:pt x="39" y="50"/>
                  </a:lnTo>
                  <a:lnTo>
                    <a:pt x="39" y="49"/>
                  </a:lnTo>
                  <a:lnTo>
                    <a:pt x="37" y="49"/>
                  </a:lnTo>
                  <a:lnTo>
                    <a:pt x="37" y="48"/>
                  </a:lnTo>
                  <a:lnTo>
                    <a:pt x="37" y="48"/>
                  </a:lnTo>
                  <a:lnTo>
                    <a:pt x="37" y="46"/>
                  </a:lnTo>
                  <a:lnTo>
                    <a:pt x="35" y="46"/>
                  </a:lnTo>
                  <a:lnTo>
                    <a:pt x="35" y="46"/>
                  </a:lnTo>
                  <a:lnTo>
                    <a:pt x="34" y="46"/>
                  </a:lnTo>
                  <a:lnTo>
                    <a:pt x="34" y="44"/>
                  </a:lnTo>
                  <a:lnTo>
                    <a:pt x="32" y="44"/>
                  </a:lnTo>
                  <a:lnTo>
                    <a:pt x="32" y="44"/>
                  </a:lnTo>
                  <a:lnTo>
                    <a:pt x="32" y="44"/>
                  </a:lnTo>
                  <a:lnTo>
                    <a:pt x="32" y="44"/>
                  </a:lnTo>
                  <a:lnTo>
                    <a:pt x="30" y="44"/>
                  </a:lnTo>
                  <a:lnTo>
                    <a:pt x="30" y="44"/>
                  </a:lnTo>
                  <a:lnTo>
                    <a:pt x="30" y="44"/>
                  </a:lnTo>
                  <a:lnTo>
                    <a:pt x="30" y="44"/>
                  </a:lnTo>
                  <a:lnTo>
                    <a:pt x="29" y="44"/>
                  </a:lnTo>
                  <a:lnTo>
                    <a:pt x="29" y="44"/>
                  </a:lnTo>
                  <a:lnTo>
                    <a:pt x="29" y="44"/>
                  </a:lnTo>
                  <a:lnTo>
                    <a:pt x="29" y="43"/>
                  </a:lnTo>
                  <a:lnTo>
                    <a:pt x="27" y="43"/>
                  </a:lnTo>
                  <a:lnTo>
                    <a:pt x="27" y="43"/>
                  </a:lnTo>
                  <a:lnTo>
                    <a:pt x="27" y="43"/>
                  </a:lnTo>
                  <a:lnTo>
                    <a:pt x="27" y="42"/>
                  </a:lnTo>
                  <a:lnTo>
                    <a:pt x="27" y="42"/>
                  </a:lnTo>
                  <a:lnTo>
                    <a:pt x="27" y="42"/>
                  </a:lnTo>
                  <a:lnTo>
                    <a:pt x="27" y="42"/>
                  </a:lnTo>
                  <a:lnTo>
                    <a:pt x="27" y="41"/>
                  </a:lnTo>
                  <a:lnTo>
                    <a:pt x="26" y="41"/>
                  </a:lnTo>
                  <a:lnTo>
                    <a:pt x="26" y="41"/>
                  </a:lnTo>
                  <a:lnTo>
                    <a:pt x="26" y="41"/>
                  </a:lnTo>
                  <a:lnTo>
                    <a:pt x="26" y="41"/>
                  </a:lnTo>
                  <a:lnTo>
                    <a:pt x="25" y="41"/>
                  </a:lnTo>
                  <a:lnTo>
                    <a:pt x="25" y="41"/>
                  </a:lnTo>
                  <a:lnTo>
                    <a:pt x="25" y="41"/>
                  </a:lnTo>
                  <a:lnTo>
                    <a:pt x="25" y="41"/>
                  </a:lnTo>
                  <a:lnTo>
                    <a:pt x="24" y="41"/>
                  </a:lnTo>
                  <a:lnTo>
                    <a:pt x="24" y="41"/>
                  </a:lnTo>
                  <a:lnTo>
                    <a:pt x="24" y="41"/>
                  </a:lnTo>
                  <a:lnTo>
                    <a:pt x="24" y="41"/>
                  </a:lnTo>
                  <a:lnTo>
                    <a:pt x="24" y="41"/>
                  </a:lnTo>
                  <a:lnTo>
                    <a:pt x="24" y="41"/>
                  </a:lnTo>
                  <a:lnTo>
                    <a:pt x="24" y="41"/>
                  </a:lnTo>
                  <a:lnTo>
                    <a:pt x="24" y="40"/>
                  </a:lnTo>
                  <a:lnTo>
                    <a:pt x="24" y="40"/>
                  </a:lnTo>
                  <a:lnTo>
                    <a:pt x="24" y="40"/>
                  </a:lnTo>
                  <a:lnTo>
                    <a:pt x="24" y="40"/>
                  </a:lnTo>
                  <a:lnTo>
                    <a:pt x="24" y="40"/>
                  </a:lnTo>
                  <a:lnTo>
                    <a:pt x="24" y="40"/>
                  </a:lnTo>
                  <a:lnTo>
                    <a:pt x="24" y="40"/>
                  </a:lnTo>
                  <a:lnTo>
                    <a:pt x="24" y="40"/>
                  </a:lnTo>
                  <a:lnTo>
                    <a:pt x="24" y="40"/>
                  </a:lnTo>
                  <a:lnTo>
                    <a:pt x="24" y="40"/>
                  </a:lnTo>
                  <a:lnTo>
                    <a:pt x="24" y="40"/>
                  </a:lnTo>
                  <a:lnTo>
                    <a:pt x="24" y="40"/>
                  </a:lnTo>
                  <a:lnTo>
                    <a:pt x="24" y="40"/>
                  </a:lnTo>
                  <a:lnTo>
                    <a:pt x="24" y="40"/>
                  </a:lnTo>
                  <a:lnTo>
                    <a:pt x="24" y="40"/>
                  </a:lnTo>
                  <a:lnTo>
                    <a:pt x="24" y="40"/>
                  </a:lnTo>
                  <a:lnTo>
                    <a:pt x="24" y="39"/>
                  </a:lnTo>
                  <a:lnTo>
                    <a:pt x="24" y="39"/>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29" name=""/>
            <p:cNvSpPr/>
            <p:nvPr/>
          </p:nvSpPr>
          <p:spPr>
            <a:xfrm>
              <a:off x="8377200" y="6602400"/>
              <a:ext cx="479520" cy="351000"/>
            </a:xfrm>
            <a:custGeom>
              <a:avLst/>
              <a:gdLst/>
              <a:ahLst/>
              <a:rect l="l" t="t" r="r" b="b"/>
              <a:pathLst>
                <a:path w="302" h="221">
                  <a:moveTo>
                    <a:pt x="68" y="36"/>
                  </a:moveTo>
                  <a:lnTo>
                    <a:pt x="68" y="36"/>
                  </a:lnTo>
                  <a:lnTo>
                    <a:pt x="68" y="36"/>
                  </a:lnTo>
                  <a:lnTo>
                    <a:pt x="68" y="36"/>
                  </a:lnTo>
                  <a:lnTo>
                    <a:pt x="68" y="36"/>
                  </a:lnTo>
                  <a:lnTo>
                    <a:pt x="68" y="36"/>
                  </a:lnTo>
                  <a:lnTo>
                    <a:pt x="68" y="36"/>
                  </a:lnTo>
                  <a:lnTo>
                    <a:pt x="68" y="36"/>
                  </a:lnTo>
                  <a:lnTo>
                    <a:pt x="68" y="36"/>
                  </a:lnTo>
                  <a:lnTo>
                    <a:pt x="68" y="36"/>
                  </a:lnTo>
                  <a:lnTo>
                    <a:pt x="68" y="36"/>
                  </a:lnTo>
                  <a:lnTo>
                    <a:pt x="68" y="36"/>
                  </a:lnTo>
                  <a:lnTo>
                    <a:pt x="68" y="36"/>
                  </a:lnTo>
                  <a:lnTo>
                    <a:pt x="68" y="36"/>
                  </a:lnTo>
                  <a:lnTo>
                    <a:pt x="68" y="36"/>
                  </a:lnTo>
                  <a:lnTo>
                    <a:pt x="68" y="36"/>
                  </a:lnTo>
                  <a:lnTo>
                    <a:pt x="68" y="36"/>
                  </a:lnTo>
                  <a:lnTo>
                    <a:pt x="68" y="36"/>
                  </a:lnTo>
                  <a:lnTo>
                    <a:pt x="68" y="36"/>
                  </a:lnTo>
                  <a:lnTo>
                    <a:pt x="68" y="36"/>
                  </a:lnTo>
                  <a:lnTo>
                    <a:pt x="68" y="36"/>
                  </a:lnTo>
                  <a:lnTo>
                    <a:pt x="68" y="36"/>
                  </a:lnTo>
                  <a:lnTo>
                    <a:pt x="68" y="36"/>
                  </a:lnTo>
                  <a:lnTo>
                    <a:pt x="68" y="36"/>
                  </a:lnTo>
                  <a:lnTo>
                    <a:pt x="70" y="36"/>
                  </a:lnTo>
                  <a:lnTo>
                    <a:pt x="70" y="36"/>
                  </a:lnTo>
                  <a:lnTo>
                    <a:pt x="70" y="36"/>
                  </a:lnTo>
                  <a:lnTo>
                    <a:pt x="70" y="36"/>
                  </a:lnTo>
                  <a:lnTo>
                    <a:pt x="70" y="36"/>
                  </a:lnTo>
                  <a:lnTo>
                    <a:pt x="70" y="36"/>
                  </a:lnTo>
                  <a:lnTo>
                    <a:pt x="70" y="36"/>
                  </a:lnTo>
                  <a:lnTo>
                    <a:pt x="70" y="36"/>
                  </a:lnTo>
                  <a:lnTo>
                    <a:pt x="71" y="35"/>
                  </a:lnTo>
                  <a:lnTo>
                    <a:pt x="71" y="35"/>
                  </a:lnTo>
                  <a:lnTo>
                    <a:pt x="71" y="35"/>
                  </a:lnTo>
                  <a:lnTo>
                    <a:pt x="71" y="35"/>
                  </a:lnTo>
                  <a:lnTo>
                    <a:pt x="71" y="35"/>
                  </a:lnTo>
                  <a:lnTo>
                    <a:pt x="71" y="35"/>
                  </a:lnTo>
                  <a:lnTo>
                    <a:pt x="71" y="35"/>
                  </a:lnTo>
                  <a:lnTo>
                    <a:pt x="71" y="35"/>
                  </a:lnTo>
                  <a:lnTo>
                    <a:pt x="73" y="33"/>
                  </a:lnTo>
                  <a:lnTo>
                    <a:pt x="73" y="33"/>
                  </a:lnTo>
                  <a:lnTo>
                    <a:pt x="73" y="33"/>
                  </a:lnTo>
                  <a:lnTo>
                    <a:pt x="73" y="33"/>
                  </a:lnTo>
                  <a:lnTo>
                    <a:pt x="73" y="32"/>
                  </a:lnTo>
                  <a:lnTo>
                    <a:pt x="73" y="32"/>
                  </a:lnTo>
                  <a:lnTo>
                    <a:pt x="73" y="32"/>
                  </a:lnTo>
                  <a:lnTo>
                    <a:pt x="73" y="32"/>
                  </a:lnTo>
                  <a:lnTo>
                    <a:pt x="75" y="30"/>
                  </a:lnTo>
                  <a:lnTo>
                    <a:pt x="75" y="30"/>
                  </a:lnTo>
                  <a:lnTo>
                    <a:pt x="75" y="30"/>
                  </a:lnTo>
                  <a:lnTo>
                    <a:pt x="75" y="30"/>
                  </a:lnTo>
                  <a:lnTo>
                    <a:pt x="75" y="30"/>
                  </a:lnTo>
                  <a:lnTo>
                    <a:pt x="75" y="30"/>
                  </a:lnTo>
                  <a:lnTo>
                    <a:pt x="75" y="30"/>
                  </a:lnTo>
                  <a:lnTo>
                    <a:pt x="75" y="30"/>
                  </a:lnTo>
                  <a:lnTo>
                    <a:pt x="75" y="30"/>
                  </a:lnTo>
                  <a:lnTo>
                    <a:pt x="75" y="30"/>
                  </a:lnTo>
                  <a:lnTo>
                    <a:pt x="75" y="30"/>
                  </a:lnTo>
                  <a:lnTo>
                    <a:pt x="75" y="30"/>
                  </a:lnTo>
                  <a:lnTo>
                    <a:pt x="75" y="30"/>
                  </a:lnTo>
                  <a:lnTo>
                    <a:pt x="75" y="30"/>
                  </a:lnTo>
                  <a:lnTo>
                    <a:pt x="75" y="30"/>
                  </a:lnTo>
                  <a:lnTo>
                    <a:pt x="75" y="30"/>
                  </a:lnTo>
                  <a:lnTo>
                    <a:pt x="77" y="30"/>
                  </a:lnTo>
                  <a:lnTo>
                    <a:pt x="77" y="32"/>
                  </a:lnTo>
                  <a:lnTo>
                    <a:pt x="77" y="32"/>
                  </a:lnTo>
                  <a:lnTo>
                    <a:pt x="77" y="32"/>
                  </a:lnTo>
                  <a:lnTo>
                    <a:pt x="78" y="32"/>
                  </a:lnTo>
                  <a:lnTo>
                    <a:pt x="78" y="32"/>
                  </a:lnTo>
                  <a:lnTo>
                    <a:pt x="78" y="32"/>
                  </a:lnTo>
                  <a:lnTo>
                    <a:pt x="78" y="32"/>
                  </a:lnTo>
                  <a:lnTo>
                    <a:pt x="80" y="32"/>
                  </a:lnTo>
                  <a:lnTo>
                    <a:pt x="80" y="32"/>
                  </a:lnTo>
                  <a:lnTo>
                    <a:pt x="80" y="32"/>
                  </a:lnTo>
                  <a:lnTo>
                    <a:pt x="80" y="32"/>
                  </a:lnTo>
                  <a:lnTo>
                    <a:pt x="81" y="32"/>
                  </a:lnTo>
                  <a:lnTo>
                    <a:pt x="81" y="32"/>
                  </a:lnTo>
                  <a:lnTo>
                    <a:pt x="81" y="32"/>
                  </a:lnTo>
                  <a:lnTo>
                    <a:pt x="81" y="32"/>
                  </a:lnTo>
                  <a:lnTo>
                    <a:pt x="83" y="32"/>
                  </a:lnTo>
                  <a:lnTo>
                    <a:pt x="83" y="34"/>
                  </a:lnTo>
                  <a:lnTo>
                    <a:pt x="84" y="34"/>
                  </a:lnTo>
                  <a:lnTo>
                    <a:pt x="84" y="34"/>
                  </a:lnTo>
                  <a:lnTo>
                    <a:pt x="86" y="34"/>
                  </a:lnTo>
                  <a:lnTo>
                    <a:pt x="86" y="34"/>
                  </a:lnTo>
                  <a:lnTo>
                    <a:pt x="88" y="34"/>
                  </a:lnTo>
                  <a:lnTo>
                    <a:pt x="88" y="34"/>
                  </a:lnTo>
                  <a:lnTo>
                    <a:pt x="90" y="34"/>
                  </a:lnTo>
                  <a:lnTo>
                    <a:pt x="90" y="34"/>
                  </a:lnTo>
                  <a:lnTo>
                    <a:pt x="92" y="34"/>
                  </a:lnTo>
                  <a:lnTo>
                    <a:pt x="92" y="34"/>
                  </a:lnTo>
                  <a:lnTo>
                    <a:pt x="94" y="34"/>
                  </a:lnTo>
                  <a:lnTo>
                    <a:pt x="94" y="34"/>
                  </a:lnTo>
                  <a:lnTo>
                    <a:pt x="96" y="34"/>
                  </a:lnTo>
                  <a:lnTo>
                    <a:pt x="96" y="34"/>
                  </a:lnTo>
                  <a:lnTo>
                    <a:pt x="97" y="32"/>
                  </a:lnTo>
                  <a:lnTo>
                    <a:pt x="97" y="32"/>
                  </a:lnTo>
                  <a:lnTo>
                    <a:pt x="97" y="32"/>
                  </a:lnTo>
                  <a:lnTo>
                    <a:pt x="97" y="32"/>
                  </a:lnTo>
                  <a:lnTo>
                    <a:pt x="97" y="32"/>
                  </a:lnTo>
                  <a:lnTo>
                    <a:pt x="97" y="32"/>
                  </a:lnTo>
                  <a:lnTo>
                    <a:pt x="97" y="32"/>
                  </a:lnTo>
                  <a:lnTo>
                    <a:pt x="97" y="32"/>
                  </a:lnTo>
                  <a:lnTo>
                    <a:pt x="97" y="32"/>
                  </a:lnTo>
                  <a:lnTo>
                    <a:pt x="97" y="32"/>
                  </a:lnTo>
                  <a:lnTo>
                    <a:pt x="97" y="32"/>
                  </a:lnTo>
                  <a:lnTo>
                    <a:pt x="97" y="32"/>
                  </a:lnTo>
                  <a:lnTo>
                    <a:pt x="98" y="32"/>
                  </a:lnTo>
                  <a:lnTo>
                    <a:pt x="98" y="32"/>
                  </a:lnTo>
                  <a:lnTo>
                    <a:pt x="98" y="32"/>
                  </a:lnTo>
                  <a:lnTo>
                    <a:pt x="98" y="32"/>
                  </a:lnTo>
                  <a:lnTo>
                    <a:pt x="100" y="31"/>
                  </a:lnTo>
                  <a:lnTo>
                    <a:pt x="100" y="32"/>
                  </a:lnTo>
                  <a:lnTo>
                    <a:pt x="100" y="32"/>
                  </a:lnTo>
                  <a:lnTo>
                    <a:pt x="100" y="32"/>
                  </a:lnTo>
                  <a:lnTo>
                    <a:pt x="102" y="32"/>
                  </a:lnTo>
                  <a:lnTo>
                    <a:pt x="102" y="32"/>
                  </a:lnTo>
                  <a:lnTo>
                    <a:pt x="102" y="32"/>
                  </a:lnTo>
                  <a:lnTo>
                    <a:pt x="102" y="32"/>
                  </a:lnTo>
                  <a:lnTo>
                    <a:pt x="104" y="32"/>
                  </a:lnTo>
                  <a:lnTo>
                    <a:pt x="104" y="32"/>
                  </a:lnTo>
                  <a:lnTo>
                    <a:pt x="104" y="32"/>
                  </a:lnTo>
                  <a:lnTo>
                    <a:pt x="104" y="32"/>
                  </a:lnTo>
                  <a:lnTo>
                    <a:pt x="105" y="32"/>
                  </a:lnTo>
                  <a:lnTo>
                    <a:pt x="105" y="32"/>
                  </a:lnTo>
                  <a:lnTo>
                    <a:pt x="105" y="32"/>
                  </a:lnTo>
                  <a:lnTo>
                    <a:pt x="105" y="32"/>
                  </a:lnTo>
                  <a:lnTo>
                    <a:pt x="107" y="31"/>
                  </a:lnTo>
                  <a:lnTo>
                    <a:pt x="107" y="31"/>
                  </a:lnTo>
                  <a:lnTo>
                    <a:pt x="107" y="31"/>
                  </a:lnTo>
                  <a:lnTo>
                    <a:pt x="107" y="31"/>
                  </a:lnTo>
                  <a:lnTo>
                    <a:pt x="107" y="31"/>
                  </a:lnTo>
                  <a:lnTo>
                    <a:pt x="107" y="31"/>
                  </a:lnTo>
                  <a:lnTo>
                    <a:pt x="107" y="31"/>
                  </a:lnTo>
                  <a:lnTo>
                    <a:pt x="107" y="31"/>
                  </a:lnTo>
                  <a:lnTo>
                    <a:pt x="110" y="31"/>
                  </a:lnTo>
                  <a:lnTo>
                    <a:pt x="110" y="31"/>
                  </a:lnTo>
                  <a:lnTo>
                    <a:pt x="110" y="31"/>
                  </a:lnTo>
                  <a:lnTo>
                    <a:pt x="110" y="31"/>
                  </a:lnTo>
                  <a:lnTo>
                    <a:pt x="110" y="31"/>
                  </a:lnTo>
                  <a:lnTo>
                    <a:pt x="110" y="31"/>
                  </a:lnTo>
                  <a:lnTo>
                    <a:pt x="110" y="31"/>
                  </a:lnTo>
                  <a:lnTo>
                    <a:pt x="110" y="31"/>
                  </a:lnTo>
                  <a:lnTo>
                    <a:pt x="112" y="30"/>
                  </a:lnTo>
                  <a:lnTo>
                    <a:pt x="112" y="30"/>
                  </a:lnTo>
                  <a:lnTo>
                    <a:pt x="112" y="30"/>
                  </a:lnTo>
                  <a:lnTo>
                    <a:pt x="112" y="30"/>
                  </a:lnTo>
                  <a:lnTo>
                    <a:pt x="112" y="30"/>
                  </a:lnTo>
                  <a:lnTo>
                    <a:pt x="112" y="30"/>
                  </a:lnTo>
                  <a:lnTo>
                    <a:pt x="112" y="30"/>
                  </a:lnTo>
                  <a:lnTo>
                    <a:pt x="112" y="30"/>
                  </a:lnTo>
                  <a:lnTo>
                    <a:pt x="114" y="29"/>
                  </a:lnTo>
                  <a:lnTo>
                    <a:pt x="114" y="29"/>
                  </a:lnTo>
                  <a:lnTo>
                    <a:pt x="114" y="29"/>
                  </a:lnTo>
                  <a:lnTo>
                    <a:pt x="114" y="29"/>
                  </a:lnTo>
                  <a:lnTo>
                    <a:pt x="117" y="28"/>
                  </a:lnTo>
                  <a:lnTo>
                    <a:pt x="117" y="28"/>
                  </a:lnTo>
                  <a:lnTo>
                    <a:pt x="117" y="28"/>
                  </a:lnTo>
                  <a:lnTo>
                    <a:pt x="117" y="28"/>
                  </a:lnTo>
                  <a:lnTo>
                    <a:pt x="118" y="27"/>
                  </a:lnTo>
                  <a:lnTo>
                    <a:pt x="118" y="28"/>
                  </a:lnTo>
                  <a:lnTo>
                    <a:pt x="118" y="28"/>
                  </a:lnTo>
                  <a:lnTo>
                    <a:pt x="118" y="28"/>
                  </a:lnTo>
                  <a:lnTo>
                    <a:pt x="119" y="28"/>
                  </a:lnTo>
                  <a:lnTo>
                    <a:pt x="119" y="29"/>
                  </a:lnTo>
                  <a:lnTo>
                    <a:pt x="119" y="29"/>
                  </a:lnTo>
                  <a:lnTo>
                    <a:pt x="119" y="29"/>
                  </a:lnTo>
                  <a:lnTo>
                    <a:pt x="121" y="29"/>
                  </a:lnTo>
                  <a:lnTo>
                    <a:pt x="121" y="32"/>
                  </a:lnTo>
                  <a:lnTo>
                    <a:pt x="121" y="32"/>
                  </a:lnTo>
                  <a:lnTo>
                    <a:pt x="121" y="32"/>
                  </a:lnTo>
                  <a:lnTo>
                    <a:pt x="123" y="32"/>
                  </a:lnTo>
                  <a:lnTo>
                    <a:pt x="123" y="32"/>
                  </a:lnTo>
                  <a:lnTo>
                    <a:pt x="123" y="32"/>
                  </a:lnTo>
                  <a:lnTo>
                    <a:pt x="123" y="32"/>
                  </a:lnTo>
                  <a:lnTo>
                    <a:pt x="125" y="32"/>
                  </a:lnTo>
                  <a:lnTo>
                    <a:pt x="125" y="34"/>
                  </a:lnTo>
                  <a:lnTo>
                    <a:pt x="125" y="34"/>
                  </a:lnTo>
                  <a:lnTo>
                    <a:pt x="125" y="34"/>
                  </a:lnTo>
                  <a:lnTo>
                    <a:pt x="125" y="34"/>
                  </a:lnTo>
                  <a:lnTo>
                    <a:pt x="125" y="35"/>
                  </a:lnTo>
                  <a:lnTo>
                    <a:pt x="125" y="35"/>
                  </a:lnTo>
                  <a:lnTo>
                    <a:pt x="125" y="35"/>
                  </a:lnTo>
                  <a:lnTo>
                    <a:pt x="125" y="35"/>
                  </a:lnTo>
                  <a:lnTo>
                    <a:pt x="125" y="36"/>
                  </a:lnTo>
                  <a:lnTo>
                    <a:pt x="125" y="36"/>
                  </a:lnTo>
                  <a:lnTo>
                    <a:pt x="125" y="36"/>
                  </a:lnTo>
                  <a:lnTo>
                    <a:pt x="125" y="36"/>
                  </a:lnTo>
                  <a:lnTo>
                    <a:pt x="125" y="36"/>
                  </a:lnTo>
                  <a:lnTo>
                    <a:pt x="125" y="36"/>
                  </a:lnTo>
                  <a:lnTo>
                    <a:pt x="125" y="36"/>
                  </a:lnTo>
                  <a:lnTo>
                    <a:pt x="126" y="36"/>
                  </a:lnTo>
                  <a:lnTo>
                    <a:pt x="126" y="36"/>
                  </a:lnTo>
                  <a:lnTo>
                    <a:pt x="126" y="36"/>
                  </a:lnTo>
                  <a:lnTo>
                    <a:pt x="126" y="36"/>
                  </a:lnTo>
                  <a:lnTo>
                    <a:pt x="127" y="36"/>
                  </a:lnTo>
                  <a:lnTo>
                    <a:pt x="127" y="36"/>
                  </a:lnTo>
                  <a:lnTo>
                    <a:pt x="127" y="36"/>
                  </a:lnTo>
                  <a:lnTo>
                    <a:pt x="127" y="36"/>
                  </a:lnTo>
                  <a:lnTo>
                    <a:pt x="129" y="36"/>
                  </a:lnTo>
                  <a:lnTo>
                    <a:pt x="129" y="36"/>
                  </a:lnTo>
                  <a:lnTo>
                    <a:pt x="129" y="36"/>
                  </a:lnTo>
                  <a:lnTo>
                    <a:pt x="129" y="36"/>
                  </a:lnTo>
                  <a:lnTo>
                    <a:pt x="131" y="36"/>
                  </a:lnTo>
                  <a:lnTo>
                    <a:pt x="131" y="36"/>
                  </a:lnTo>
                  <a:lnTo>
                    <a:pt x="131" y="36"/>
                  </a:lnTo>
                  <a:lnTo>
                    <a:pt x="131" y="36"/>
                  </a:lnTo>
                  <a:lnTo>
                    <a:pt x="133" y="35"/>
                  </a:lnTo>
                  <a:lnTo>
                    <a:pt x="133" y="35"/>
                  </a:lnTo>
                  <a:lnTo>
                    <a:pt x="133" y="35"/>
                  </a:lnTo>
                  <a:lnTo>
                    <a:pt x="133" y="35"/>
                  </a:lnTo>
                  <a:lnTo>
                    <a:pt x="133" y="35"/>
                  </a:lnTo>
                  <a:lnTo>
                    <a:pt x="133" y="35"/>
                  </a:lnTo>
                  <a:lnTo>
                    <a:pt x="133" y="35"/>
                  </a:lnTo>
                  <a:lnTo>
                    <a:pt x="133" y="35"/>
                  </a:lnTo>
                  <a:lnTo>
                    <a:pt x="134" y="34"/>
                  </a:lnTo>
                  <a:lnTo>
                    <a:pt x="134" y="34"/>
                  </a:lnTo>
                  <a:lnTo>
                    <a:pt x="134" y="34"/>
                  </a:lnTo>
                  <a:lnTo>
                    <a:pt x="134" y="34"/>
                  </a:lnTo>
                  <a:lnTo>
                    <a:pt x="135" y="32"/>
                  </a:lnTo>
                  <a:lnTo>
                    <a:pt x="135" y="32"/>
                  </a:lnTo>
                  <a:lnTo>
                    <a:pt x="135" y="32"/>
                  </a:lnTo>
                  <a:lnTo>
                    <a:pt x="135" y="32"/>
                  </a:lnTo>
                  <a:lnTo>
                    <a:pt x="136" y="31"/>
                  </a:lnTo>
                  <a:lnTo>
                    <a:pt x="136" y="31"/>
                  </a:lnTo>
                  <a:lnTo>
                    <a:pt x="136" y="31"/>
                  </a:lnTo>
                  <a:lnTo>
                    <a:pt x="136" y="31"/>
                  </a:lnTo>
                  <a:lnTo>
                    <a:pt x="136" y="30"/>
                  </a:lnTo>
                  <a:lnTo>
                    <a:pt x="136" y="30"/>
                  </a:lnTo>
                  <a:lnTo>
                    <a:pt x="136" y="30"/>
                  </a:lnTo>
                  <a:lnTo>
                    <a:pt x="136" y="30"/>
                  </a:lnTo>
                  <a:lnTo>
                    <a:pt x="136" y="28"/>
                  </a:lnTo>
                  <a:lnTo>
                    <a:pt x="136" y="28"/>
                  </a:lnTo>
                  <a:lnTo>
                    <a:pt x="136" y="28"/>
                  </a:lnTo>
                  <a:lnTo>
                    <a:pt x="136" y="28"/>
                  </a:lnTo>
                  <a:lnTo>
                    <a:pt x="136" y="27"/>
                  </a:lnTo>
                  <a:lnTo>
                    <a:pt x="136" y="27"/>
                  </a:lnTo>
                  <a:lnTo>
                    <a:pt x="136" y="27"/>
                  </a:lnTo>
                  <a:lnTo>
                    <a:pt x="136" y="27"/>
                  </a:lnTo>
                  <a:lnTo>
                    <a:pt x="136" y="26"/>
                  </a:lnTo>
                  <a:lnTo>
                    <a:pt x="136" y="26"/>
                  </a:lnTo>
                  <a:lnTo>
                    <a:pt x="136" y="26"/>
                  </a:lnTo>
                  <a:lnTo>
                    <a:pt x="136" y="26"/>
                  </a:lnTo>
                  <a:lnTo>
                    <a:pt x="137" y="25"/>
                  </a:lnTo>
                  <a:lnTo>
                    <a:pt x="137" y="25"/>
                  </a:lnTo>
                  <a:lnTo>
                    <a:pt x="139" y="25"/>
                  </a:lnTo>
                  <a:lnTo>
                    <a:pt x="139" y="25"/>
                  </a:lnTo>
                  <a:lnTo>
                    <a:pt x="141" y="24"/>
                  </a:lnTo>
                  <a:lnTo>
                    <a:pt x="141" y="24"/>
                  </a:lnTo>
                  <a:lnTo>
                    <a:pt x="143" y="24"/>
                  </a:lnTo>
                  <a:lnTo>
                    <a:pt x="143" y="24"/>
                  </a:lnTo>
                  <a:lnTo>
                    <a:pt x="145" y="24"/>
                  </a:lnTo>
                  <a:lnTo>
                    <a:pt x="145" y="24"/>
                  </a:lnTo>
                  <a:lnTo>
                    <a:pt x="147" y="24"/>
                  </a:lnTo>
                  <a:lnTo>
                    <a:pt x="148" y="24"/>
                  </a:lnTo>
                  <a:lnTo>
                    <a:pt x="149" y="23"/>
                  </a:lnTo>
                  <a:lnTo>
                    <a:pt x="149" y="23"/>
                  </a:lnTo>
                  <a:lnTo>
                    <a:pt x="150" y="23"/>
                  </a:lnTo>
                  <a:lnTo>
                    <a:pt x="150" y="23"/>
                  </a:lnTo>
                  <a:lnTo>
                    <a:pt x="152" y="22"/>
                  </a:lnTo>
                  <a:lnTo>
                    <a:pt x="152" y="22"/>
                  </a:lnTo>
                  <a:lnTo>
                    <a:pt x="154" y="22"/>
                  </a:lnTo>
                  <a:lnTo>
                    <a:pt x="154" y="22"/>
                  </a:lnTo>
                  <a:lnTo>
                    <a:pt x="156" y="20"/>
                  </a:lnTo>
                  <a:lnTo>
                    <a:pt x="156" y="20"/>
                  </a:lnTo>
                  <a:lnTo>
                    <a:pt x="157" y="20"/>
                  </a:lnTo>
                  <a:lnTo>
                    <a:pt x="157" y="20"/>
                  </a:lnTo>
                  <a:lnTo>
                    <a:pt x="159" y="19"/>
                  </a:lnTo>
                  <a:lnTo>
                    <a:pt x="159" y="19"/>
                  </a:lnTo>
                  <a:lnTo>
                    <a:pt x="161" y="19"/>
                  </a:lnTo>
                  <a:lnTo>
                    <a:pt x="161" y="19"/>
                  </a:lnTo>
                  <a:lnTo>
                    <a:pt x="162" y="17"/>
                  </a:lnTo>
                  <a:lnTo>
                    <a:pt x="162" y="17"/>
                  </a:lnTo>
                  <a:lnTo>
                    <a:pt x="162" y="17"/>
                  </a:lnTo>
                  <a:lnTo>
                    <a:pt x="162" y="17"/>
                  </a:lnTo>
                  <a:lnTo>
                    <a:pt x="163" y="16"/>
                  </a:lnTo>
                  <a:lnTo>
                    <a:pt x="163" y="16"/>
                  </a:lnTo>
                  <a:lnTo>
                    <a:pt x="163" y="15"/>
                  </a:lnTo>
                  <a:lnTo>
                    <a:pt x="163" y="15"/>
                  </a:lnTo>
                  <a:lnTo>
                    <a:pt x="165" y="13"/>
                  </a:lnTo>
                  <a:lnTo>
                    <a:pt x="165" y="13"/>
                  </a:lnTo>
                  <a:lnTo>
                    <a:pt x="165" y="13"/>
                  </a:lnTo>
                  <a:lnTo>
                    <a:pt x="165" y="13"/>
                  </a:lnTo>
                  <a:lnTo>
                    <a:pt x="165" y="11"/>
                  </a:lnTo>
                  <a:lnTo>
                    <a:pt x="165" y="11"/>
                  </a:lnTo>
                  <a:lnTo>
                    <a:pt x="165" y="10"/>
                  </a:lnTo>
                  <a:lnTo>
                    <a:pt x="165" y="10"/>
                  </a:lnTo>
                  <a:lnTo>
                    <a:pt x="166" y="8"/>
                  </a:lnTo>
                  <a:lnTo>
                    <a:pt x="166" y="8"/>
                  </a:lnTo>
                  <a:lnTo>
                    <a:pt x="166" y="8"/>
                  </a:lnTo>
                  <a:lnTo>
                    <a:pt x="166" y="8"/>
                  </a:lnTo>
                  <a:lnTo>
                    <a:pt x="166" y="8"/>
                  </a:lnTo>
                  <a:lnTo>
                    <a:pt x="166" y="8"/>
                  </a:lnTo>
                  <a:lnTo>
                    <a:pt x="166" y="8"/>
                  </a:lnTo>
                  <a:lnTo>
                    <a:pt x="166" y="8"/>
                  </a:lnTo>
                  <a:lnTo>
                    <a:pt x="168" y="7"/>
                  </a:lnTo>
                  <a:lnTo>
                    <a:pt x="168" y="7"/>
                  </a:lnTo>
                  <a:lnTo>
                    <a:pt x="168" y="7"/>
                  </a:lnTo>
                  <a:lnTo>
                    <a:pt x="168" y="7"/>
                  </a:lnTo>
                  <a:lnTo>
                    <a:pt x="168" y="7"/>
                  </a:lnTo>
                  <a:lnTo>
                    <a:pt x="168" y="7"/>
                  </a:lnTo>
                  <a:lnTo>
                    <a:pt x="168" y="7"/>
                  </a:lnTo>
                  <a:lnTo>
                    <a:pt x="168" y="7"/>
                  </a:lnTo>
                  <a:lnTo>
                    <a:pt x="169" y="7"/>
                  </a:lnTo>
                  <a:lnTo>
                    <a:pt x="169" y="7"/>
                  </a:lnTo>
                  <a:lnTo>
                    <a:pt x="169" y="7"/>
                  </a:lnTo>
                  <a:lnTo>
                    <a:pt x="169" y="7"/>
                  </a:lnTo>
                  <a:lnTo>
                    <a:pt x="170" y="6"/>
                  </a:lnTo>
                  <a:lnTo>
                    <a:pt x="170" y="6"/>
                  </a:lnTo>
                  <a:lnTo>
                    <a:pt x="171" y="6"/>
                  </a:lnTo>
                  <a:lnTo>
                    <a:pt x="171" y="6"/>
                  </a:lnTo>
                  <a:lnTo>
                    <a:pt x="173" y="4"/>
                  </a:lnTo>
                  <a:lnTo>
                    <a:pt x="173" y="4"/>
                  </a:lnTo>
                  <a:lnTo>
                    <a:pt x="173" y="4"/>
                  </a:lnTo>
                  <a:lnTo>
                    <a:pt x="173" y="4"/>
                  </a:lnTo>
                  <a:lnTo>
                    <a:pt x="175" y="2"/>
                  </a:lnTo>
                  <a:lnTo>
                    <a:pt x="175" y="2"/>
                  </a:lnTo>
                  <a:lnTo>
                    <a:pt x="176" y="2"/>
                  </a:lnTo>
                  <a:lnTo>
                    <a:pt x="176" y="2"/>
                  </a:lnTo>
                  <a:lnTo>
                    <a:pt x="178" y="0"/>
                  </a:lnTo>
                  <a:lnTo>
                    <a:pt x="178" y="2"/>
                  </a:lnTo>
                  <a:lnTo>
                    <a:pt x="178" y="2"/>
                  </a:lnTo>
                  <a:lnTo>
                    <a:pt x="178" y="2"/>
                  </a:lnTo>
                  <a:lnTo>
                    <a:pt x="180" y="2"/>
                  </a:lnTo>
                  <a:lnTo>
                    <a:pt x="180" y="3"/>
                  </a:lnTo>
                  <a:lnTo>
                    <a:pt x="180" y="3"/>
                  </a:lnTo>
                  <a:lnTo>
                    <a:pt x="180" y="3"/>
                  </a:lnTo>
                  <a:lnTo>
                    <a:pt x="183" y="3"/>
                  </a:lnTo>
                  <a:lnTo>
                    <a:pt x="183" y="5"/>
                  </a:lnTo>
                  <a:lnTo>
                    <a:pt x="183" y="5"/>
                  </a:lnTo>
                  <a:lnTo>
                    <a:pt x="183" y="6"/>
                  </a:lnTo>
                  <a:lnTo>
                    <a:pt x="185" y="6"/>
                  </a:lnTo>
                  <a:lnTo>
                    <a:pt x="185" y="8"/>
                  </a:lnTo>
                  <a:lnTo>
                    <a:pt x="187" y="8"/>
                  </a:lnTo>
                  <a:lnTo>
                    <a:pt x="187" y="8"/>
                  </a:lnTo>
                  <a:lnTo>
                    <a:pt x="189" y="8"/>
                  </a:lnTo>
                  <a:lnTo>
                    <a:pt x="189" y="10"/>
                  </a:lnTo>
                  <a:lnTo>
                    <a:pt x="189" y="11"/>
                  </a:lnTo>
                  <a:lnTo>
                    <a:pt x="189" y="13"/>
                  </a:lnTo>
                  <a:lnTo>
                    <a:pt x="191" y="13"/>
                  </a:lnTo>
                  <a:lnTo>
                    <a:pt x="191" y="15"/>
                  </a:lnTo>
                  <a:lnTo>
                    <a:pt x="192" y="15"/>
                  </a:lnTo>
                  <a:lnTo>
                    <a:pt x="192" y="17"/>
                  </a:lnTo>
                  <a:lnTo>
                    <a:pt x="193" y="17"/>
                  </a:lnTo>
                  <a:lnTo>
                    <a:pt x="193" y="19"/>
                  </a:lnTo>
                  <a:lnTo>
                    <a:pt x="193" y="20"/>
                  </a:lnTo>
                  <a:lnTo>
                    <a:pt x="193" y="22"/>
                  </a:lnTo>
                  <a:lnTo>
                    <a:pt x="195" y="22"/>
                  </a:lnTo>
                  <a:lnTo>
                    <a:pt x="195" y="24"/>
                  </a:lnTo>
                  <a:lnTo>
                    <a:pt x="197" y="24"/>
                  </a:lnTo>
                  <a:lnTo>
                    <a:pt x="197" y="24"/>
                  </a:lnTo>
                  <a:lnTo>
                    <a:pt x="199" y="24"/>
                  </a:lnTo>
                  <a:lnTo>
                    <a:pt x="199" y="26"/>
                  </a:lnTo>
                  <a:lnTo>
                    <a:pt x="201" y="28"/>
                  </a:lnTo>
                  <a:lnTo>
                    <a:pt x="202" y="30"/>
                  </a:lnTo>
                  <a:lnTo>
                    <a:pt x="205" y="30"/>
                  </a:lnTo>
                  <a:lnTo>
                    <a:pt x="206" y="32"/>
                  </a:lnTo>
                  <a:lnTo>
                    <a:pt x="208" y="32"/>
                  </a:lnTo>
                  <a:lnTo>
                    <a:pt x="210" y="34"/>
                  </a:lnTo>
                  <a:lnTo>
                    <a:pt x="212" y="34"/>
                  </a:lnTo>
                  <a:lnTo>
                    <a:pt x="213" y="36"/>
                  </a:lnTo>
                  <a:lnTo>
                    <a:pt x="215" y="37"/>
                  </a:lnTo>
                  <a:lnTo>
                    <a:pt x="217" y="39"/>
                  </a:lnTo>
                  <a:lnTo>
                    <a:pt x="219" y="39"/>
                  </a:lnTo>
                  <a:lnTo>
                    <a:pt x="219" y="41"/>
                  </a:lnTo>
                  <a:lnTo>
                    <a:pt x="221" y="41"/>
                  </a:lnTo>
                  <a:lnTo>
                    <a:pt x="223" y="42"/>
                  </a:lnTo>
                  <a:lnTo>
                    <a:pt x="224" y="42"/>
                  </a:lnTo>
                  <a:lnTo>
                    <a:pt x="224" y="44"/>
                  </a:lnTo>
                  <a:lnTo>
                    <a:pt x="226" y="45"/>
                  </a:lnTo>
                  <a:lnTo>
                    <a:pt x="226" y="47"/>
                  </a:lnTo>
                  <a:lnTo>
                    <a:pt x="228" y="47"/>
                  </a:lnTo>
                  <a:lnTo>
                    <a:pt x="228" y="49"/>
                  </a:lnTo>
                  <a:lnTo>
                    <a:pt x="230" y="51"/>
                  </a:lnTo>
                  <a:lnTo>
                    <a:pt x="231" y="53"/>
                  </a:lnTo>
                  <a:lnTo>
                    <a:pt x="233" y="53"/>
                  </a:lnTo>
                  <a:lnTo>
                    <a:pt x="233" y="55"/>
                  </a:lnTo>
                  <a:lnTo>
                    <a:pt x="235" y="57"/>
                  </a:lnTo>
                  <a:lnTo>
                    <a:pt x="235" y="58"/>
                  </a:lnTo>
                  <a:lnTo>
                    <a:pt x="237" y="60"/>
                  </a:lnTo>
                  <a:lnTo>
                    <a:pt x="237" y="62"/>
                  </a:lnTo>
                  <a:lnTo>
                    <a:pt x="239" y="64"/>
                  </a:lnTo>
                  <a:lnTo>
                    <a:pt x="239" y="66"/>
                  </a:lnTo>
                  <a:lnTo>
                    <a:pt x="241" y="66"/>
                  </a:lnTo>
                  <a:lnTo>
                    <a:pt x="240" y="68"/>
                  </a:lnTo>
                  <a:lnTo>
                    <a:pt x="240" y="69"/>
                  </a:lnTo>
                  <a:lnTo>
                    <a:pt x="240" y="71"/>
                  </a:lnTo>
                  <a:lnTo>
                    <a:pt x="240" y="71"/>
                  </a:lnTo>
                  <a:lnTo>
                    <a:pt x="240" y="73"/>
                  </a:lnTo>
                  <a:lnTo>
                    <a:pt x="240" y="75"/>
                  </a:lnTo>
                  <a:lnTo>
                    <a:pt x="240" y="77"/>
                  </a:lnTo>
                  <a:lnTo>
                    <a:pt x="240" y="77"/>
                  </a:lnTo>
                  <a:lnTo>
                    <a:pt x="240" y="79"/>
                  </a:lnTo>
                  <a:lnTo>
                    <a:pt x="240" y="80"/>
                  </a:lnTo>
                  <a:lnTo>
                    <a:pt x="240" y="83"/>
                  </a:lnTo>
                  <a:lnTo>
                    <a:pt x="240" y="83"/>
                  </a:lnTo>
                  <a:lnTo>
                    <a:pt x="240" y="85"/>
                  </a:lnTo>
                  <a:lnTo>
                    <a:pt x="240" y="85"/>
                  </a:lnTo>
                  <a:lnTo>
                    <a:pt x="240" y="87"/>
                  </a:lnTo>
                  <a:lnTo>
                    <a:pt x="241" y="87"/>
                  </a:lnTo>
                  <a:lnTo>
                    <a:pt x="241" y="89"/>
                  </a:lnTo>
                  <a:lnTo>
                    <a:pt x="241" y="90"/>
                  </a:lnTo>
                  <a:lnTo>
                    <a:pt x="241" y="93"/>
                  </a:lnTo>
                  <a:lnTo>
                    <a:pt x="241" y="93"/>
                  </a:lnTo>
                  <a:lnTo>
                    <a:pt x="241" y="94"/>
                  </a:lnTo>
                  <a:lnTo>
                    <a:pt x="243" y="94"/>
                  </a:lnTo>
                  <a:lnTo>
                    <a:pt x="243" y="96"/>
                  </a:lnTo>
                  <a:lnTo>
                    <a:pt x="245" y="96"/>
                  </a:lnTo>
                  <a:lnTo>
                    <a:pt x="245" y="98"/>
                  </a:lnTo>
                  <a:lnTo>
                    <a:pt x="245" y="98"/>
                  </a:lnTo>
                  <a:lnTo>
                    <a:pt x="245" y="100"/>
                  </a:lnTo>
                  <a:lnTo>
                    <a:pt x="246" y="100"/>
                  </a:lnTo>
                  <a:lnTo>
                    <a:pt x="246" y="102"/>
                  </a:lnTo>
                  <a:lnTo>
                    <a:pt x="247" y="102"/>
                  </a:lnTo>
                  <a:lnTo>
                    <a:pt x="247" y="102"/>
                  </a:lnTo>
                  <a:lnTo>
                    <a:pt x="249" y="102"/>
                  </a:lnTo>
                  <a:lnTo>
                    <a:pt x="247" y="103"/>
                  </a:lnTo>
                  <a:lnTo>
                    <a:pt x="247" y="103"/>
                  </a:lnTo>
                  <a:lnTo>
                    <a:pt x="247" y="103"/>
                  </a:lnTo>
                  <a:lnTo>
                    <a:pt x="247" y="103"/>
                  </a:lnTo>
                  <a:lnTo>
                    <a:pt x="246" y="103"/>
                  </a:lnTo>
                  <a:lnTo>
                    <a:pt x="246" y="103"/>
                  </a:lnTo>
                  <a:lnTo>
                    <a:pt x="246" y="103"/>
                  </a:lnTo>
                  <a:lnTo>
                    <a:pt x="246" y="103"/>
                  </a:lnTo>
                  <a:lnTo>
                    <a:pt x="245" y="105"/>
                  </a:lnTo>
                  <a:lnTo>
                    <a:pt x="245" y="105"/>
                  </a:lnTo>
                  <a:lnTo>
                    <a:pt x="245" y="105"/>
                  </a:lnTo>
                  <a:lnTo>
                    <a:pt x="245" y="105"/>
                  </a:lnTo>
                  <a:lnTo>
                    <a:pt x="245" y="105"/>
                  </a:lnTo>
                  <a:lnTo>
                    <a:pt x="245" y="105"/>
                  </a:lnTo>
                  <a:lnTo>
                    <a:pt x="245" y="105"/>
                  </a:lnTo>
                  <a:lnTo>
                    <a:pt x="245" y="105"/>
                  </a:lnTo>
                  <a:lnTo>
                    <a:pt x="245" y="107"/>
                  </a:lnTo>
                  <a:lnTo>
                    <a:pt x="245" y="107"/>
                  </a:lnTo>
                  <a:lnTo>
                    <a:pt x="245" y="107"/>
                  </a:lnTo>
                  <a:lnTo>
                    <a:pt x="245" y="107"/>
                  </a:lnTo>
                  <a:lnTo>
                    <a:pt x="245" y="109"/>
                  </a:lnTo>
                  <a:lnTo>
                    <a:pt x="245" y="109"/>
                  </a:lnTo>
                  <a:lnTo>
                    <a:pt x="245" y="109"/>
                  </a:lnTo>
                  <a:lnTo>
                    <a:pt x="246" y="109"/>
                  </a:lnTo>
                  <a:lnTo>
                    <a:pt x="246" y="110"/>
                  </a:lnTo>
                  <a:lnTo>
                    <a:pt x="246" y="110"/>
                  </a:lnTo>
                  <a:lnTo>
                    <a:pt x="246" y="110"/>
                  </a:lnTo>
                  <a:lnTo>
                    <a:pt x="248" y="110"/>
                  </a:lnTo>
                  <a:lnTo>
                    <a:pt x="248" y="110"/>
                  </a:lnTo>
                  <a:lnTo>
                    <a:pt x="248" y="110"/>
                  </a:lnTo>
                  <a:lnTo>
                    <a:pt x="248" y="110"/>
                  </a:lnTo>
                  <a:lnTo>
                    <a:pt x="250" y="110"/>
                  </a:lnTo>
                  <a:lnTo>
                    <a:pt x="250" y="112"/>
                  </a:lnTo>
                  <a:lnTo>
                    <a:pt x="252" y="112"/>
                  </a:lnTo>
                  <a:lnTo>
                    <a:pt x="252" y="113"/>
                  </a:lnTo>
                  <a:lnTo>
                    <a:pt x="254" y="113"/>
                  </a:lnTo>
                  <a:lnTo>
                    <a:pt x="254" y="115"/>
                  </a:lnTo>
                  <a:lnTo>
                    <a:pt x="256" y="115"/>
                  </a:lnTo>
                  <a:lnTo>
                    <a:pt x="257" y="116"/>
                  </a:lnTo>
                  <a:lnTo>
                    <a:pt x="259" y="116"/>
                  </a:lnTo>
                  <a:lnTo>
                    <a:pt x="259" y="117"/>
                  </a:lnTo>
                  <a:lnTo>
                    <a:pt x="261" y="117"/>
                  </a:lnTo>
                  <a:lnTo>
                    <a:pt x="262" y="118"/>
                  </a:lnTo>
                  <a:lnTo>
                    <a:pt x="264" y="118"/>
                  </a:lnTo>
                  <a:lnTo>
                    <a:pt x="264" y="118"/>
                  </a:lnTo>
                  <a:lnTo>
                    <a:pt x="266" y="118"/>
                  </a:lnTo>
                  <a:lnTo>
                    <a:pt x="267" y="118"/>
                  </a:lnTo>
                  <a:lnTo>
                    <a:pt x="269" y="117"/>
                  </a:lnTo>
                  <a:lnTo>
                    <a:pt x="269" y="117"/>
                  </a:lnTo>
                  <a:lnTo>
                    <a:pt x="269" y="117"/>
                  </a:lnTo>
                  <a:lnTo>
                    <a:pt x="269" y="117"/>
                  </a:lnTo>
                  <a:lnTo>
                    <a:pt x="269" y="117"/>
                  </a:lnTo>
                  <a:lnTo>
                    <a:pt x="269" y="117"/>
                  </a:lnTo>
                  <a:lnTo>
                    <a:pt x="269" y="117"/>
                  </a:lnTo>
                  <a:lnTo>
                    <a:pt x="269" y="117"/>
                  </a:lnTo>
                  <a:lnTo>
                    <a:pt x="269" y="116"/>
                  </a:lnTo>
                  <a:lnTo>
                    <a:pt x="269" y="116"/>
                  </a:lnTo>
                  <a:lnTo>
                    <a:pt x="269" y="116"/>
                  </a:lnTo>
                  <a:lnTo>
                    <a:pt x="269" y="116"/>
                  </a:lnTo>
                  <a:lnTo>
                    <a:pt x="269" y="115"/>
                  </a:lnTo>
                  <a:lnTo>
                    <a:pt x="269" y="115"/>
                  </a:lnTo>
                  <a:lnTo>
                    <a:pt x="269" y="115"/>
                  </a:lnTo>
                  <a:lnTo>
                    <a:pt x="269" y="115"/>
                  </a:lnTo>
                  <a:lnTo>
                    <a:pt x="271" y="114"/>
                  </a:lnTo>
                  <a:lnTo>
                    <a:pt x="271" y="114"/>
                  </a:lnTo>
                  <a:lnTo>
                    <a:pt x="271" y="114"/>
                  </a:lnTo>
                  <a:lnTo>
                    <a:pt x="271" y="114"/>
                  </a:lnTo>
                  <a:lnTo>
                    <a:pt x="271" y="114"/>
                  </a:lnTo>
                  <a:lnTo>
                    <a:pt x="271" y="114"/>
                  </a:lnTo>
                  <a:lnTo>
                    <a:pt x="271" y="114"/>
                  </a:lnTo>
                  <a:lnTo>
                    <a:pt x="271" y="114"/>
                  </a:lnTo>
                  <a:lnTo>
                    <a:pt x="273" y="112"/>
                  </a:lnTo>
                  <a:lnTo>
                    <a:pt x="273" y="112"/>
                  </a:lnTo>
                  <a:lnTo>
                    <a:pt x="273" y="112"/>
                  </a:lnTo>
                  <a:lnTo>
                    <a:pt x="273" y="112"/>
                  </a:lnTo>
                  <a:lnTo>
                    <a:pt x="274" y="112"/>
                  </a:lnTo>
                  <a:lnTo>
                    <a:pt x="274" y="112"/>
                  </a:lnTo>
                  <a:lnTo>
                    <a:pt x="274" y="112"/>
                  </a:lnTo>
                  <a:lnTo>
                    <a:pt x="274" y="112"/>
                  </a:lnTo>
                  <a:lnTo>
                    <a:pt x="276" y="112"/>
                  </a:lnTo>
                  <a:lnTo>
                    <a:pt x="276" y="112"/>
                  </a:lnTo>
                  <a:lnTo>
                    <a:pt x="276" y="112"/>
                  </a:lnTo>
                  <a:lnTo>
                    <a:pt x="276" y="112"/>
                  </a:lnTo>
                  <a:lnTo>
                    <a:pt x="278" y="111"/>
                  </a:lnTo>
                  <a:lnTo>
                    <a:pt x="278" y="111"/>
                  </a:lnTo>
                  <a:lnTo>
                    <a:pt x="278" y="110"/>
                  </a:lnTo>
                  <a:lnTo>
                    <a:pt x="278" y="110"/>
                  </a:lnTo>
                  <a:lnTo>
                    <a:pt x="280" y="109"/>
                  </a:lnTo>
                  <a:lnTo>
                    <a:pt x="280" y="109"/>
                  </a:lnTo>
                  <a:lnTo>
                    <a:pt x="280" y="108"/>
                  </a:lnTo>
                  <a:lnTo>
                    <a:pt x="280" y="108"/>
                  </a:lnTo>
                  <a:lnTo>
                    <a:pt x="282" y="106"/>
                  </a:lnTo>
                  <a:lnTo>
                    <a:pt x="282" y="106"/>
                  </a:lnTo>
                  <a:lnTo>
                    <a:pt x="283" y="105"/>
                  </a:lnTo>
                  <a:lnTo>
                    <a:pt x="283" y="105"/>
                  </a:lnTo>
                  <a:lnTo>
                    <a:pt x="285" y="103"/>
                  </a:lnTo>
                  <a:lnTo>
                    <a:pt x="285" y="103"/>
                  </a:lnTo>
                  <a:lnTo>
                    <a:pt x="285" y="103"/>
                  </a:lnTo>
                  <a:lnTo>
                    <a:pt x="285" y="103"/>
                  </a:lnTo>
                  <a:lnTo>
                    <a:pt x="286" y="103"/>
                  </a:lnTo>
                  <a:lnTo>
                    <a:pt x="286" y="103"/>
                  </a:lnTo>
                  <a:lnTo>
                    <a:pt x="288" y="103"/>
                  </a:lnTo>
                  <a:lnTo>
                    <a:pt x="288" y="103"/>
                  </a:lnTo>
                  <a:lnTo>
                    <a:pt x="289" y="103"/>
                  </a:lnTo>
                  <a:lnTo>
                    <a:pt x="289" y="103"/>
                  </a:lnTo>
                  <a:lnTo>
                    <a:pt x="290" y="103"/>
                  </a:lnTo>
                  <a:lnTo>
                    <a:pt x="290" y="103"/>
                  </a:lnTo>
                  <a:lnTo>
                    <a:pt x="292" y="103"/>
                  </a:lnTo>
                  <a:lnTo>
                    <a:pt x="292" y="103"/>
                  </a:lnTo>
                  <a:lnTo>
                    <a:pt x="294" y="103"/>
                  </a:lnTo>
                  <a:lnTo>
                    <a:pt x="294" y="103"/>
                  </a:lnTo>
                  <a:lnTo>
                    <a:pt x="296" y="103"/>
                  </a:lnTo>
                  <a:lnTo>
                    <a:pt x="296" y="105"/>
                  </a:lnTo>
                  <a:lnTo>
                    <a:pt x="296" y="105"/>
                  </a:lnTo>
                  <a:lnTo>
                    <a:pt x="296" y="105"/>
                  </a:lnTo>
                  <a:lnTo>
                    <a:pt x="296" y="105"/>
                  </a:lnTo>
                  <a:lnTo>
                    <a:pt x="296" y="107"/>
                  </a:lnTo>
                  <a:lnTo>
                    <a:pt x="296" y="107"/>
                  </a:lnTo>
                  <a:lnTo>
                    <a:pt x="296" y="107"/>
                  </a:lnTo>
                  <a:lnTo>
                    <a:pt x="296" y="107"/>
                  </a:lnTo>
                  <a:lnTo>
                    <a:pt x="296" y="109"/>
                  </a:lnTo>
                  <a:lnTo>
                    <a:pt x="296" y="109"/>
                  </a:lnTo>
                  <a:lnTo>
                    <a:pt x="296" y="109"/>
                  </a:lnTo>
                  <a:lnTo>
                    <a:pt x="296" y="109"/>
                  </a:lnTo>
                  <a:lnTo>
                    <a:pt x="296" y="110"/>
                  </a:lnTo>
                  <a:lnTo>
                    <a:pt x="296" y="110"/>
                  </a:lnTo>
                  <a:lnTo>
                    <a:pt x="296" y="110"/>
                  </a:lnTo>
                  <a:lnTo>
                    <a:pt x="296" y="110"/>
                  </a:lnTo>
                  <a:lnTo>
                    <a:pt x="296" y="111"/>
                  </a:lnTo>
                  <a:lnTo>
                    <a:pt x="296" y="111"/>
                  </a:lnTo>
                  <a:lnTo>
                    <a:pt x="296" y="111"/>
                  </a:lnTo>
                  <a:lnTo>
                    <a:pt x="296" y="111"/>
                  </a:lnTo>
                  <a:lnTo>
                    <a:pt x="296" y="112"/>
                  </a:lnTo>
                  <a:lnTo>
                    <a:pt x="296" y="112"/>
                  </a:lnTo>
                  <a:lnTo>
                    <a:pt x="296" y="112"/>
                  </a:lnTo>
                  <a:lnTo>
                    <a:pt x="297" y="112"/>
                  </a:lnTo>
                  <a:lnTo>
                    <a:pt x="297" y="114"/>
                  </a:lnTo>
                  <a:lnTo>
                    <a:pt x="297" y="114"/>
                  </a:lnTo>
                  <a:lnTo>
                    <a:pt x="297" y="114"/>
                  </a:lnTo>
                  <a:lnTo>
                    <a:pt x="297" y="114"/>
                  </a:lnTo>
                  <a:lnTo>
                    <a:pt x="297" y="114"/>
                  </a:lnTo>
                  <a:lnTo>
                    <a:pt x="297" y="114"/>
                  </a:lnTo>
                  <a:lnTo>
                    <a:pt x="297" y="114"/>
                  </a:lnTo>
                  <a:lnTo>
                    <a:pt x="299" y="114"/>
                  </a:lnTo>
                  <a:lnTo>
                    <a:pt x="299" y="116"/>
                  </a:lnTo>
                  <a:lnTo>
                    <a:pt x="299" y="116"/>
                  </a:lnTo>
                  <a:lnTo>
                    <a:pt x="299" y="117"/>
                  </a:lnTo>
                  <a:lnTo>
                    <a:pt x="300" y="117"/>
                  </a:lnTo>
                  <a:lnTo>
                    <a:pt x="300" y="119"/>
                  </a:lnTo>
                  <a:lnTo>
                    <a:pt x="300" y="119"/>
                  </a:lnTo>
                  <a:lnTo>
                    <a:pt x="300" y="120"/>
                  </a:lnTo>
                  <a:lnTo>
                    <a:pt x="301" y="120"/>
                  </a:lnTo>
                  <a:lnTo>
                    <a:pt x="300" y="122"/>
                  </a:lnTo>
                  <a:lnTo>
                    <a:pt x="300" y="122"/>
                  </a:lnTo>
                  <a:lnTo>
                    <a:pt x="300" y="124"/>
                  </a:lnTo>
                  <a:lnTo>
                    <a:pt x="300" y="124"/>
                  </a:lnTo>
                  <a:lnTo>
                    <a:pt x="299" y="125"/>
                  </a:lnTo>
                  <a:lnTo>
                    <a:pt x="299" y="125"/>
                  </a:lnTo>
                  <a:lnTo>
                    <a:pt x="299" y="125"/>
                  </a:lnTo>
                  <a:lnTo>
                    <a:pt x="299" y="125"/>
                  </a:lnTo>
                  <a:lnTo>
                    <a:pt x="297" y="127"/>
                  </a:lnTo>
                  <a:lnTo>
                    <a:pt x="297" y="127"/>
                  </a:lnTo>
                  <a:lnTo>
                    <a:pt x="296" y="129"/>
                  </a:lnTo>
                  <a:lnTo>
                    <a:pt x="296" y="129"/>
                  </a:lnTo>
                  <a:lnTo>
                    <a:pt x="295" y="131"/>
                  </a:lnTo>
                  <a:lnTo>
                    <a:pt x="295" y="131"/>
                  </a:lnTo>
                  <a:lnTo>
                    <a:pt x="293" y="131"/>
                  </a:lnTo>
                  <a:lnTo>
                    <a:pt x="293" y="131"/>
                  </a:lnTo>
                  <a:lnTo>
                    <a:pt x="291" y="133"/>
                  </a:lnTo>
                  <a:lnTo>
                    <a:pt x="291" y="133"/>
                  </a:lnTo>
                  <a:lnTo>
                    <a:pt x="289" y="133"/>
                  </a:lnTo>
                  <a:lnTo>
                    <a:pt x="289" y="133"/>
                  </a:lnTo>
                  <a:lnTo>
                    <a:pt x="288" y="133"/>
                  </a:lnTo>
                  <a:lnTo>
                    <a:pt x="288" y="133"/>
                  </a:lnTo>
                  <a:lnTo>
                    <a:pt x="287" y="133"/>
                  </a:lnTo>
                  <a:lnTo>
                    <a:pt x="287" y="132"/>
                  </a:lnTo>
                  <a:lnTo>
                    <a:pt x="285" y="132"/>
                  </a:lnTo>
                  <a:lnTo>
                    <a:pt x="285" y="132"/>
                  </a:lnTo>
                  <a:lnTo>
                    <a:pt x="285" y="132"/>
                  </a:lnTo>
                  <a:lnTo>
                    <a:pt x="285" y="132"/>
                  </a:lnTo>
                  <a:lnTo>
                    <a:pt x="285" y="132"/>
                  </a:lnTo>
                  <a:lnTo>
                    <a:pt x="285" y="132"/>
                  </a:lnTo>
                  <a:lnTo>
                    <a:pt x="285" y="132"/>
                  </a:lnTo>
                  <a:lnTo>
                    <a:pt x="285" y="131"/>
                  </a:lnTo>
                  <a:lnTo>
                    <a:pt x="285" y="131"/>
                  </a:lnTo>
                  <a:lnTo>
                    <a:pt x="285" y="131"/>
                  </a:lnTo>
                  <a:lnTo>
                    <a:pt x="285" y="131"/>
                  </a:lnTo>
                  <a:lnTo>
                    <a:pt x="285" y="130"/>
                  </a:lnTo>
                  <a:lnTo>
                    <a:pt x="285" y="130"/>
                  </a:lnTo>
                  <a:lnTo>
                    <a:pt x="285" y="130"/>
                  </a:lnTo>
                  <a:lnTo>
                    <a:pt x="285" y="130"/>
                  </a:lnTo>
                  <a:lnTo>
                    <a:pt x="285" y="129"/>
                  </a:lnTo>
                  <a:lnTo>
                    <a:pt x="283" y="129"/>
                  </a:lnTo>
                  <a:lnTo>
                    <a:pt x="283" y="129"/>
                  </a:lnTo>
                  <a:lnTo>
                    <a:pt x="283" y="129"/>
                  </a:lnTo>
                  <a:lnTo>
                    <a:pt x="283" y="129"/>
                  </a:lnTo>
                  <a:lnTo>
                    <a:pt x="283" y="129"/>
                  </a:lnTo>
                  <a:lnTo>
                    <a:pt x="283" y="129"/>
                  </a:lnTo>
                  <a:lnTo>
                    <a:pt x="283" y="129"/>
                  </a:lnTo>
                  <a:lnTo>
                    <a:pt x="283" y="129"/>
                  </a:lnTo>
                  <a:lnTo>
                    <a:pt x="282" y="129"/>
                  </a:lnTo>
                  <a:lnTo>
                    <a:pt x="282" y="129"/>
                  </a:lnTo>
                  <a:lnTo>
                    <a:pt x="282" y="129"/>
                  </a:lnTo>
                  <a:lnTo>
                    <a:pt x="282" y="129"/>
                  </a:lnTo>
                  <a:lnTo>
                    <a:pt x="282" y="129"/>
                  </a:lnTo>
                  <a:lnTo>
                    <a:pt x="282" y="129"/>
                  </a:lnTo>
                  <a:lnTo>
                    <a:pt x="282" y="129"/>
                  </a:lnTo>
                  <a:lnTo>
                    <a:pt x="282" y="128"/>
                  </a:lnTo>
                  <a:lnTo>
                    <a:pt x="282" y="128"/>
                  </a:lnTo>
                  <a:lnTo>
                    <a:pt x="282" y="128"/>
                  </a:lnTo>
                  <a:lnTo>
                    <a:pt x="282" y="128"/>
                  </a:lnTo>
                  <a:lnTo>
                    <a:pt x="282" y="128"/>
                  </a:lnTo>
                  <a:lnTo>
                    <a:pt x="282" y="128"/>
                  </a:lnTo>
                  <a:lnTo>
                    <a:pt x="282" y="128"/>
                  </a:lnTo>
                  <a:lnTo>
                    <a:pt x="282" y="128"/>
                  </a:lnTo>
                  <a:lnTo>
                    <a:pt x="282" y="127"/>
                  </a:lnTo>
                  <a:lnTo>
                    <a:pt x="282" y="127"/>
                  </a:lnTo>
                  <a:lnTo>
                    <a:pt x="282" y="127"/>
                  </a:lnTo>
                  <a:lnTo>
                    <a:pt x="282" y="127"/>
                  </a:lnTo>
                  <a:lnTo>
                    <a:pt x="282" y="125"/>
                  </a:lnTo>
                  <a:lnTo>
                    <a:pt x="282" y="125"/>
                  </a:lnTo>
                  <a:lnTo>
                    <a:pt x="282" y="125"/>
                  </a:lnTo>
                  <a:lnTo>
                    <a:pt x="282" y="125"/>
                  </a:lnTo>
                  <a:lnTo>
                    <a:pt x="282" y="124"/>
                  </a:lnTo>
                  <a:lnTo>
                    <a:pt x="281" y="125"/>
                  </a:lnTo>
                  <a:lnTo>
                    <a:pt x="281" y="125"/>
                  </a:lnTo>
                  <a:lnTo>
                    <a:pt x="281" y="125"/>
                  </a:lnTo>
                  <a:lnTo>
                    <a:pt x="281" y="125"/>
                  </a:lnTo>
                  <a:lnTo>
                    <a:pt x="280" y="125"/>
                  </a:lnTo>
                  <a:lnTo>
                    <a:pt x="280" y="125"/>
                  </a:lnTo>
                  <a:lnTo>
                    <a:pt x="280" y="125"/>
                  </a:lnTo>
                  <a:lnTo>
                    <a:pt x="280" y="125"/>
                  </a:lnTo>
                  <a:lnTo>
                    <a:pt x="278" y="125"/>
                  </a:lnTo>
                  <a:lnTo>
                    <a:pt x="278" y="125"/>
                  </a:lnTo>
                  <a:lnTo>
                    <a:pt x="278" y="125"/>
                  </a:lnTo>
                  <a:lnTo>
                    <a:pt x="278" y="125"/>
                  </a:lnTo>
                  <a:lnTo>
                    <a:pt x="278" y="125"/>
                  </a:lnTo>
                  <a:lnTo>
                    <a:pt x="278" y="125"/>
                  </a:lnTo>
                  <a:lnTo>
                    <a:pt x="278" y="125"/>
                  </a:lnTo>
                  <a:lnTo>
                    <a:pt x="278" y="125"/>
                  </a:lnTo>
                  <a:lnTo>
                    <a:pt x="277" y="127"/>
                  </a:lnTo>
                  <a:lnTo>
                    <a:pt x="277" y="127"/>
                  </a:lnTo>
                  <a:lnTo>
                    <a:pt x="277" y="127"/>
                  </a:lnTo>
                  <a:lnTo>
                    <a:pt x="277" y="127"/>
                  </a:lnTo>
                  <a:lnTo>
                    <a:pt x="277" y="127"/>
                  </a:lnTo>
                  <a:lnTo>
                    <a:pt x="277" y="127"/>
                  </a:lnTo>
                  <a:lnTo>
                    <a:pt x="277" y="127"/>
                  </a:lnTo>
                  <a:lnTo>
                    <a:pt x="277" y="127"/>
                  </a:lnTo>
                  <a:lnTo>
                    <a:pt x="276" y="128"/>
                  </a:lnTo>
                  <a:lnTo>
                    <a:pt x="276" y="128"/>
                  </a:lnTo>
                  <a:lnTo>
                    <a:pt x="276" y="128"/>
                  </a:lnTo>
                  <a:lnTo>
                    <a:pt x="276" y="128"/>
                  </a:lnTo>
                  <a:lnTo>
                    <a:pt x="276" y="128"/>
                  </a:lnTo>
                  <a:lnTo>
                    <a:pt x="276" y="128"/>
                  </a:lnTo>
                  <a:lnTo>
                    <a:pt x="276" y="128"/>
                  </a:lnTo>
                  <a:lnTo>
                    <a:pt x="276" y="128"/>
                  </a:lnTo>
                  <a:lnTo>
                    <a:pt x="276" y="129"/>
                  </a:lnTo>
                  <a:lnTo>
                    <a:pt x="276" y="129"/>
                  </a:lnTo>
                  <a:lnTo>
                    <a:pt x="276" y="129"/>
                  </a:lnTo>
                  <a:lnTo>
                    <a:pt x="276" y="129"/>
                  </a:lnTo>
                  <a:lnTo>
                    <a:pt x="276" y="130"/>
                  </a:lnTo>
                  <a:lnTo>
                    <a:pt x="276" y="130"/>
                  </a:lnTo>
                  <a:lnTo>
                    <a:pt x="276" y="130"/>
                  </a:lnTo>
                  <a:lnTo>
                    <a:pt x="278" y="130"/>
                  </a:lnTo>
                  <a:lnTo>
                    <a:pt x="278" y="132"/>
                  </a:lnTo>
                  <a:lnTo>
                    <a:pt x="278" y="132"/>
                  </a:lnTo>
                  <a:lnTo>
                    <a:pt x="278" y="132"/>
                  </a:lnTo>
                  <a:lnTo>
                    <a:pt x="278" y="132"/>
                  </a:lnTo>
                  <a:lnTo>
                    <a:pt x="278" y="132"/>
                  </a:lnTo>
                  <a:lnTo>
                    <a:pt x="278" y="132"/>
                  </a:lnTo>
                  <a:lnTo>
                    <a:pt x="278" y="132"/>
                  </a:lnTo>
                  <a:lnTo>
                    <a:pt x="279" y="132"/>
                  </a:lnTo>
                  <a:lnTo>
                    <a:pt x="278" y="134"/>
                  </a:lnTo>
                  <a:lnTo>
                    <a:pt x="278" y="134"/>
                  </a:lnTo>
                  <a:lnTo>
                    <a:pt x="278" y="134"/>
                  </a:lnTo>
                  <a:lnTo>
                    <a:pt x="278" y="134"/>
                  </a:lnTo>
                  <a:lnTo>
                    <a:pt x="278" y="137"/>
                  </a:lnTo>
                  <a:lnTo>
                    <a:pt x="278" y="137"/>
                  </a:lnTo>
                  <a:lnTo>
                    <a:pt x="278" y="137"/>
                  </a:lnTo>
                  <a:lnTo>
                    <a:pt x="278" y="137"/>
                  </a:lnTo>
                  <a:lnTo>
                    <a:pt x="276" y="138"/>
                  </a:lnTo>
                  <a:lnTo>
                    <a:pt x="276" y="138"/>
                  </a:lnTo>
                  <a:lnTo>
                    <a:pt x="276" y="138"/>
                  </a:lnTo>
                  <a:lnTo>
                    <a:pt x="276" y="138"/>
                  </a:lnTo>
                  <a:lnTo>
                    <a:pt x="276" y="139"/>
                  </a:lnTo>
                  <a:lnTo>
                    <a:pt x="276" y="139"/>
                  </a:lnTo>
                  <a:lnTo>
                    <a:pt x="276" y="139"/>
                  </a:lnTo>
                  <a:lnTo>
                    <a:pt x="276" y="139"/>
                  </a:lnTo>
                  <a:lnTo>
                    <a:pt x="276" y="141"/>
                  </a:lnTo>
                  <a:lnTo>
                    <a:pt x="276" y="141"/>
                  </a:lnTo>
                  <a:lnTo>
                    <a:pt x="276" y="141"/>
                  </a:lnTo>
                  <a:lnTo>
                    <a:pt x="276" y="141"/>
                  </a:lnTo>
                  <a:lnTo>
                    <a:pt x="276" y="143"/>
                  </a:lnTo>
                  <a:lnTo>
                    <a:pt x="276" y="143"/>
                  </a:lnTo>
                  <a:lnTo>
                    <a:pt x="276" y="143"/>
                  </a:lnTo>
                  <a:lnTo>
                    <a:pt x="277" y="143"/>
                  </a:lnTo>
                  <a:lnTo>
                    <a:pt x="277" y="145"/>
                  </a:lnTo>
                  <a:lnTo>
                    <a:pt x="277" y="145"/>
                  </a:lnTo>
                  <a:lnTo>
                    <a:pt x="277" y="145"/>
                  </a:lnTo>
                  <a:lnTo>
                    <a:pt x="277" y="145"/>
                  </a:lnTo>
                  <a:lnTo>
                    <a:pt x="277" y="146"/>
                  </a:lnTo>
                  <a:lnTo>
                    <a:pt x="277" y="146"/>
                  </a:lnTo>
                  <a:lnTo>
                    <a:pt x="277" y="146"/>
                  </a:lnTo>
                  <a:lnTo>
                    <a:pt x="278" y="146"/>
                  </a:lnTo>
                  <a:lnTo>
                    <a:pt x="278" y="147"/>
                  </a:lnTo>
                  <a:lnTo>
                    <a:pt x="278" y="147"/>
                  </a:lnTo>
                  <a:lnTo>
                    <a:pt x="278" y="147"/>
                  </a:lnTo>
                  <a:lnTo>
                    <a:pt x="278" y="147"/>
                  </a:lnTo>
                  <a:lnTo>
                    <a:pt x="278" y="147"/>
                  </a:lnTo>
                  <a:lnTo>
                    <a:pt x="278" y="147"/>
                  </a:lnTo>
                  <a:lnTo>
                    <a:pt x="278" y="147"/>
                  </a:lnTo>
                  <a:lnTo>
                    <a:pt x="280" y="147"/>
                  </a:lnTo>
                  <a:lnTo>
                    <a:pt x="280" y="147"/>
                  </a:lnTo>
                  <a:lnTo>
                    <a:pt x="280" y="147"/>
                  </a:lnTo>
                  <a:lnTo>
                    <a:pt x="280" y="147"/>
                  </a:lnTo>
                  <a:lnTo>
                    <a:pt x="281" y="147"/>
                  </a:lnTo>
                  <a:lnTo>
                    <a:pt x="281" y="147"/>
                  </a:lnTo>
                  <a:lnTo>
                    <a:pt x="281" y="147"/>
                  </a:lnTo>
                  <a:lnTo>
                    <a:pt x="281" y="147"/>
                  </a:lnTo>
                  <a:lnTo>
                    <a:pt x="282" y="147"/>
                  </a:lnTo>
                  <a:lnTo>
                    <a:pt x="281" y="149"/>
                  </a:lnTo>
                  <a:lnTo>
                    <a:pt x="281" y="149"/>
                  </a:lnTo>
                  <a:lnTo>
                    <a:pt x="281" y="149"/>
                  </a:lnTo>
                  <a:lnTo>
                    <a:pt x="281" y="149"/>
                  </a:lnTo>
                  <a:lnTo>
                    <a:pt x="279" y="151"/>
                  </a:lnTo>
                  <a:lnTo>
                    <a:pt x="279" y="151"/>
                  </a:lnTo>
                  <a:lnTo>
                    <a:pt x="279" y="151"/>
                  </a:lnTo>
                  <a:lnTo>
                    <a:pt x="279" y="151"/>
                  </a:lnTo>
                  <a:lnTo>
                    <a:pt x="277" y="153"/>
                  </a:lnTo>
                  <a:lnTo>
                    <a:pt x="277" y="153"/>
                  </a:lnTo>
                  <a:lnTo>
                    <a:pt x="277" y="153"/>
                  </a:lnTo>
                  <a:lnTo>
                    <a:pt x="277" y="153"/>
                  </a:lnTo>
                  <a:lnTo>
                    <a:pt x="276" y="154"/>
                  </a:lnTo>
                  <a:lnTo>
                    <a:pt x="276" y="154"/>
                  </a:lnTo>
                  <a:lnTo>
                    <a:pt x="276" y="154"/>
                  </a:lnTo>
                  <a:lnTo>
                    <a:pt x="276" y="154"/>
                  </a:lnTo>
                  <a:lnTo>
                    <a:pt x="276" y="156"/>
                  </a:lnTo>
                  <a:lnTo>
                    <a:pt x="276" y="156"/>
                  </a:lnTo>
                  <a:lnTo>
                    <a:pt x="276" y="156"/>
                  </a:lnTo>
                  <a:lnTo>
                    <a:pt x="276" y="156"/>
                  </a:lnTo>
                  <a:lnTo>
                    <a:pt x="276" y="158"/>
                  </a:lnTo>
                  <a:lnTo>
                    <a:pt x="276" y="158"/>
                  </a:lnTo>
                  <a:lnTo>
                    <a:pt x="276" y="158"/>
                  </a:lnTo>
                  <a:lnTo>
                    <a:pt x="276" y="158"/>
                  </a:lnTo>
                  <a:lnTo>
                    <a:pt x="276" y="160"/>
                  </a:lnTo>
                  <a:lnTo>
                    <a:pt x="276" y="160"/>
                  </a:lnTo>
                  <a:lnTo>
                    <a:pt x="276" y="160"/>
                  </a:lnTo>
                  <a:lnTo>
                    <a:pt x="276" y="160"/>
                  </a:lnTo>
                  <a:lnTo>
                    <a:pt x="276" y="161"/>
                  </a:lnTo>
                  <a:lnTo>
                    <a:pt x="276" y="161"/>
                  </a:lnTo>
                  <a:lnTo>
                    <a:pt x="276" y="161"/>
                  </a:lnTo>
                  <a:lnTo>
                    <a:pt x="276" y="161"/>
                  </a:lnTo>
                  <a:lnTo>
                    <a:pt x="276" y="162"/>
                  </a:lnTo>
                  <a:lnTo>
                    <a:pt x="276" y="162"/>
                  </a:lnTo>
                  <a:lnTo>
                    <a:pt x="276" y="163"/>
                  </a:lnTo>
                  <a:lnTo>
                    <a:pt x="278" y="163"/>
                  </a:lnTo>
                  <a:lnTo>
                    <a:pt x="278" y="165"/>
                  </a:lnTo>
                  <a:lnTo>
                    <a:pt x="278" y="165"/>
                  </a:lnTo>
                  <a:lnTo>
                    <a:pt x="278" y="165"/>
                  </a:lnTo>
                  <a:lnTo>
                    <a:pt x="280" y="165"/>
                  </a:lnTo>
                  <a:lnTo>
                    <a:pt x="280" y="167"/>
                  </a:lnTo>
                  <a:lnTo>
                    <a:pt x="280" y="167"/>
                  </a:lnTo>
                  <a:lnTo>
                    <a:pt x="280" y="168"/>
                  </a:lnTo>
                  <a:lnTo>
                    <a:pt x="282" y="168"/>
                  </a:lnTo>
                  <a:lnTo>
                    <a:pt x="282" y="169"/>
                  </a:lnTo>
                  <a:lnTo>
                    <a:pt x="282" y="169"/>
                  </a:lnTo>
                  <a:lnTo>
                    <a:pt x="282" y="169"/>
                  </a:lnTo>
                  <a:lnTo>
                    <a:pt x="283" y="169"/>
                  </a:lnTo>
                  <a:lnTo>
                    <a:pt x="281" y="171"/>
                  </a:lnTo>
                  <a:lnTo>
                    <a:pt x="281" y="171"/>
                  </a:lnTo>
                  <a:lnTo>
                    <a:pt x="280" y="173"/>
                  </a:lnTo>
                  <a:lnTo>
                    <a:pt x="280" y="173"/>
                  </a:lnTo>
                  <a:lnTo>
                    <a:pt x="280" y="175"/>
                  </a:lnTo>
                  <a:lnTo>
                    <a:pt x="280" y="175"/>
                  </a:lnTo>
                  <a:lnTo>
                    <a:pt x="280" y="176"/>
                  </a:lnTo>
                  <a:lnTo>
                    <a:pt x="280" y="176"/>
                  </a:lnTo>
                  <a:lnTo>
                    <a:pt x="280" y="178"/>
                  </a:lnTo>
                  <a:lnTo>
                    <a:pt x="280" y="178"/>
                  </a:lnTo>
                  <a:lnTo>
                    <a:pt x="280" y="180"/>
                  </a:lnTo>
                  <a:lnTo>
                    <a:pt x="281" y="180"/>
                  </a:lnTo>
                  <a:lnTo>
                    <a:pt x="281" y="182"/>
                  </a:lnTo>
                  <a:lnTo>
                    <a:pt x="281" y="182"/>
                  </a:lnTo>
                  <a:lnTo>
                    <a:pt x="281" y="184"/>
                  </a:lnTo>
                  <a:lnTo>
                    <a:pt x="283" y="184"/>
                  </a:lnTo>
                  <a:lnTo>
                    <a:pt x="281" y="184"/>
                  </a:lnTo>
                  <a:lnTo>
                    <a:pt x="280" y="184"/>
                  </a:lnTo>
                  <a:lnTo>
                    <a:pt x="278" y="184"/>
                  </a:lnTo>
                  <a:lnTo>
                    <a:pt x="278" y="184"/>
                  </a:lnTo>
                  <a:lnTo>
                    <a:pt x="276" y="184"/>
                  </a:lnTo>
                  <a:lnTo>
                    <a:pt x="276" y="184"/>
                  </a:lnTo>
                  <a:lnTo>
                    <a:pt x="274" y="184"/>
                  </a:lnTo>
                  <a:lnTo>
                    <a:pt x="274" y="184"/>
                  </a:lnTo>
                  <a:lnTo>
                    <a:pt x="272" y="184"/>
                  </a:lnTo>
                  <a:lnTo>
                    <a:pt x="272" y="184"/>
                  </a:lnTo>
                  <a:lnTo>
                    <a:pt x="270" y="184"/>
                  </a:lnTo>
                  <a:lnTo>
                    <a:pt x="270" y="184"/>
                  </a:lnTo>
                  <a:lnTo>
                    <a:pt x="268" y="184"/>
                  </a:lnTo>
                  <a:lnTo>
                    <a:pt x="267" y="184"/>
                  </a:lnTo>
                  <a:lnTo>
                    <a:pt x="265" y="184"/>
                  </a:lnTo>
                  <a:lnTo>
                    <a:pt x="265" y="184"/>
                  </a:lnTo>
                  <a:lnTo>
                    <a:pt x="264" y="184"/>
                  </a:lnTo>
                  <a:lnTo>
                    <a:pt x="264" y="184"/>
                  </a:lnTo>
                  <a:lnTo>
                    <a:pt x="264" y="184"/>
                  </a:lnTo>
                  <a:lnTo>
                    <a:pt x="264" y="183"/>
                  </a:lnTo>
                  <a:lnTo>
                    <a:pt x="262" y="183"/>
                  </a:lnTo>
                  <a:lnTo>
                    <a:pt x="262" y="183"/>
                  </a:lnTo>
                  <a:lnTo>
                    <a:pt x="262" y="183"/>
                  </a:lnTo>
                  <a:lnTo>
                    <a:pt x="262" y="181"/>
                  </a:lnTo>
                  <a:lnTo>
                    <a:pt x="260" y="181"/>
                  </a:lnTo>
                  <a:lnTo>
                    <a:pt x="260" y="181"/>
                  </a:lnTo>
                  <a:lnTo>
                    <a:pt x="259" y="181"/>
                  </a:lnTo>
                  <a:lnTo>
                    <a:pt x="259" y="180"/>
                  </a:lnTo>
                  <a:lnTo>
                    <a:pt x="257" y="180"/>
                  </a:lnTo>
                  <a:lnTo>
                    <a:pt x="257" y="180"/>
                  </a:lnTo>
                  <a:lnTo>
                    <a:pt x="256" y="180"/>
                  </a:lnTo>
                  <a:lnTo>
                    <a:pt x="256" y="178"/>
                  </a:lnTo>
                  <a:lnTo>
                    <a:pt x="254" y="178"/>
                  </a:lnTo>
                  <a:lnTo>
                    <a:pt x="254" y="178"/>
                  </a:lnTo>
                  <a:lnTo>
                    <a:pt x="254" y="178"/>
                  </a:lnTo>
                  <a:lnTo>
                    <a:pt x="254" y="178"/>
                  </a:lnTo>
                  <a:lnTo>
                    <a:pt x="253" y="178"/>
                  </a:lnTo>
                  <a:lnTo>
                    <a:pt x="253" y="178"/>
                  </a:lnTo>
                  <a:lnTo>
                    <a:pt x="253" y="178"/>
                  </a:lnTo>
                  <a:lnTo>
                    <a:pt x="253" y="178"/>
                  </a:lnTo>
                  <a:lnTo>
                    <a:pt x="251" y="178"/>
                  </a:lnTo>
                  <a:lnTo>
                    <a:pt x="251" y="178"/>
                  </a:lnTo>
                  <a:lnTo>
                    <a:pt x="251" y="178"/>
                  </a:lnTo>
                  <a:lnTo>
                    <a:pt x="251" y="178"/>
                  </a:lnTo>
                  <a:lnTo>
                    <a:pt x="250" y="178"/>
                  </a:lnTo>
                  <a:lnTo>
                    <a:pt x="250" y="178"/>
                  </a:lnTo>
                  <a:lnTo>
                    <a:pt x="250" y="178"/>
                  </a:lnTo>
                  <a:lnTo>
                    <a:pt x="250" y="178"/>
                  </a:lnTo>
                  <a:lnTo>
                    <a:pt x="248" y="178"/>
                  </a:lnTo>
                  <a:lnTo>
                    <a:pt x="248" y="178"/>
                  </a:lnTo>
                  <a:lnTo>
                    <a:pt x="247" y="178"/>
                  </a:lnTo>
                  <a:lnTo>
                    <a:pt x="247" y="178"/>
                  </a:lnTo>
                  <a:lnTo>
                    <a:pt x="245" y="178"/>
                  </a:lnTo>
                  <a:lnTo>
                    <a:pt x="245" y="178"/>
                  </a:lnTo>
                  <a:lnTo>
                    <a:pt x="245" y="178"/>
                  </a:lnTo>
                  <a:lnTo>
                    <a:pt x="245" y="178"/>
                  </a:lnTo>
                  <a:lnTo>
                    <a:pt x="243" y="178"/>
                  </a:lnTo>
                  <a:lnTo>
                    <a:pt x="243" y="178"/>
                  </a:lnTo>
                  <a:lnTo>
                    <a:pt x="242" y="178"/>
                  </a:lnTo>
                  <a:lnTo>
                    <a:pt x="242" y="178"/>
                  </a:lnTo>
                  <a:lnTo>
                    <a:pt x="241" y="178"/>
                  </a:lnTo>
                  <a:lnTo>
                    <a:pt x="241" y="178"/>
                  </a:lnTo>
                  <a:lnTo>
                    <a:pt x="241" y="178"/>
                  </a:lnTo>
                  <a:lnTo>
                    <a:pt x="241" y="178"/>
                  </a:lnTo>
                  <a:lnTo>
                    <a:pt x="239" y="178"/>
                  </a:lnTo>
                  <a:lnTo>
                    <a:pt x="239" y="178"/>
                  </a:lnTo>
                  <a:lnTo>
                    <a:pt x="239" y="178"/>
                  </a:lnTo>
                  <a:lnTo>
                    <a:pt x="239" y="178"/>
                  </a:lnTo>
                  <a:lnTo>
                    <a:pt x="239" y="178"/>
                  </a:lnTo>
                  <a:lnTo>
                    <a:pt x="239" y="178"/>
                  </a:lnTo>
                  <a:lnTo>
                    <a:pt x="239" y="178"/>
                  </a:lnTo>
                  <a:lnTo>
                    <a:pt x="239" y="178"/>
                  </a:lnTo>
                  <a:lnTo>
                    <a:pt x="237" y="178"/>
                  </a:lnTo>
                  <a:lnTo>
                    <a:pt x="237" y="178"/>
                  </a:lnTo>
                  <a:lnTo>
                    <a:pt x="237" y="178"/>
                  </a:lnTo>
                  <a:lnTo>
                    <a:pt x="237" y="178"/>
                  </a:lnTo>
                  <a:lnTo>
                    <a:pt x="237" y="178"/>
                  </a:lnTo>
                  <a:lnTo>
                    <a:pt x="237" y="178"/>
                  </a:lnTo>
                  <a:lnTo>
                    <a:pt x="237" y="178"/>
                  </a:lnTo>
                  <a:lnTo>
                    <a:pt x="237" y="177"/>
                  </a:lnTo>
                  <a:lnTo>
                    <a:pt x="235" y="177"/>
                  </a:lnTo>
                  <a:lnTo>
                    <a:pt x="235" y="177"/>
                  </a:lnTo>
                  <a:lnTo>
                    <a:pt x="234" y="177"/>
                  </a:lnTo>
                  <a:lnTo>
                    <a:pt x="234" y="177"/>
                  </a:lnTo>
                  <a:lnTo>
                    <a:pt x="232" y="177"/>
                  </a:lnTo>
                  <a:lnTo>
                    <a:pt x="232" y="177"/>
                  </a:lnTo>
                  <a:lnTo>
                    <a:pt x="231" y="177"/>
                  </a:lnTo>
                  <a:lnTo>
                    <a:pt x="231" y="177"/>
                  </a:lnTo>
                  <a:lnTo>
                    <a:pt x="229" y="177"/>
                  </a:lnTo>
                  <a:lnTo>
                    <a:pt x="229" y="177"/>
                  </a:lnTo>
                  <a:lnTo>
                    <a:pt x="228" y="177"/>
                  </a:lnTo>
                  <a:lnTo>
                    <a:pt x="228" y="177"/>
                  </a:lnTo>
                  <a:lnTo>
                    <a:pt x="226" y="177"/>
                  </a:lnTo>
                  <a:lnTo>
                    <a:pt x="226" y="177"/>
                  </a:lnTo>
                  <a:lnTo>
                    <a:pt x="226" y="177"/>
                  </a:lnTo>
                  <a:lnTo>
                    <a:pt x="226" y="177"/>
                  </a:lnTo>
                  <a:lnTo>
                    <a:pt x="224" y="179"/>
                  </a:lnTo>
                  <a:lnTo>
                    <a:pt x="224" y="179"/>
                  </a:lnTo>
                  <a:lnTo>
                    <a:pt x="224" y="179"/>
                  </a:lnTo>
                  <a:lnTo>
                    <a:pt x="224" y="179"/>
                  </a:lnTo>
                  <a:lnTo>
                    <a:pt x="223" y="181"/>
                  </a:lnTo>
                  <a:lnTo>
                    <a:pt x="223" y="181"/>
                  </a:lnTo>
                  <a:lnTo>
                    <a:pt x="223" y="181"/>
                  </a:lnTo>
                  <a:lnTo>
                    <a:pt x="223" y="181"/>
                  </a:lnTo>
                  <a:lnTo>
                    <a:pt x="221" y="183"/>
                  </a:lnTo>
                  <a:lnTo>
                    <a:pt x="221" y="183"/>
                  </a:lnTo>
                  <a:lnTo>
                    <a:pt x="221" y="183"/>
                  </a:lnTo>
                  <a:lnTo>
                    <a:pt x="221" y="183"/>
                  </a:lnTo>
                  <a:lnTo>
                    <a:pt x="219" y="184"/>
                  </a:lnTo>
                  <a:lnTo>
                    <a:pt x="219" y="184"/>
                  </a:lnTo>
                  <a:lnTo>
                    <a:pt x="219" y="184"/>
                  </a:lnTo>
                  <a:lnTo>
                    <a:pt x="219" y="184"/>
                  </a:lnTo>
                  <a:lnTo>
                    <a:pt x="217" y="186"/>
                  </a:lnTo>
                  <a:lnTo>
                    <a:pt x="217" y="186"/>
                  </a:lnTo>
                  <a:lnTo>
                    <a:pt x="215" y="186"/>
                  </a:lnTo>
                  <a:lnTo>
                    <a:pt x="215" y="186"/>
                  </a:lnTo>
                  <a:lnTo>
                    <a:pt x="214" y="188"/>
                  </a:lnTo>
                  <a:lnTo>
                    <a:pt x="214" y="188"/>
                  </a:lnTo>
                  <a:lnTo>
                    <a:pt x="212" y="188"/>
                  </a:lnTo>
                  <a:lnTo>
                    <a:pt x="212" y="188"/>
                  </a:lnTo>
                  <a:lnTo>
                    <a:pt x="210" y="189"/>
                  </a:lnTo>
                  <a:lnTo>
                    <a:pt x="210" y="189"/>
                  </a:lnTo>
                  <a:lnTo>
                    <a:pt x="208" y="189"/>
                  </a:lnTo>
                  <a:lnTo>
                    <a:pt x="208" y="189"/>
                  </a:lnTo>
                  <a:lnTo>
                    <a:pt x="206" y="189"/>
                  </a:lnTo>
                  <a:lnTo>
                    <a:pt x="206" y="189"/>
                  </a:lnTo>
                  <a:lnTo>
                    <a:pt x="205" y="189"/>
                  </a:lnTo>
                  <a:lnTo>
                    <a:pt x="205" y="189"/>
                  </a:lnTo>
                  <a:lnTo>
                    <a:pt x="203" y="191"/>
                  </a:lnTo>
                  <a:lnTo>
                    <a:pt x="201" y="193"/>
                  </a:lnTo>
                  <a:lnTo>
                    <a:pt x="199" y="195"/>
                  </a:lnTo>
                  <a:lnTo>
                    <a:pt x="199" y="197"/>
                  </a:lnTo>
                  <a:lnTo>
                    <a:pt x="197" y="199"/>
                  </a:lnTo>
                  <a:lnTo>
                    <a:pt x="197" y="201"/>
                  </a:lnTo>
                  <a:lnTo>
                    <a:pt x="195" y="203"/>
                  </a:lnTo>
                  <a:lnTo>
                    <a:pt x="195" y="204"/>
                  </a:lnTo>
                  <a:lnTo>
                    <a:pt x="193" y="206"/>
                  </a:lnTo>
                  <a:lnTo>
                    <a:pt x="191" y="207"/>
                  </a:lnTo>
                  <a:lnTo>
                    <a:pt x="189" y="209"/>
                  </a:lnTo>
                  <a:lnTo>
                    <a:pt x="189" y="209"/>
                  </a:lnTo>
                  <a:lnTo>
                    <a:pt x="187" y="211"/>
                  </a:lnTo>
                  <a:lnTo>
                    <a:pt x="186" y="211"/>
                  </a:lnTo>
                  <a:lnTo>
                    <a:pt x="185" y="212"/>
                  </a:lnTo>
                  <a:lnTo>
                    <a:pt x="185" y="212"/>
                  </a:lnTo>
                  <a:lnTo>
                    <a:pt x="183" y="212"/>
                  </a:lnTo>
                  <a:lnTo>
                    <a:pt x="182" y="212"/>
                  </a:lnTo>
                  <a:lnTo>
                    <a:pt x="180" y="212"/>
                  </a:lnTo>
                  <a:lnTo>
                    <a:pt x="180" y="212"/>
                  </a:lnTo>
                  <a:lnTo>
                    <a:pt x="178" y="212"/>
                  </a:lnTo>
                  <a:lnTo>
                    <a:pt x="177" y="212"/>
                  </a:lnTo>
                  <a:lnTo>
                    <a:pt x="175" y="212"/>
                  </a:lnTo>
                  <a:lnTo>
                    <a:pt x="175" y="212"/>
                  </a:lnTo>
                  <a:lnTo>
                    <a:pt x="173" y="212"/>
                  </a:lnTo>
                  <a:lnTo>
                    <a:pt x="171" y="212"/>
                  </a:lnTo>
                  <a:lnTo>
                    <a:pt x="169" y="212"/>
                  </a:lnTo>
                  <a:lnTo>
                    <a:pt x="169" y="212"/>
                  </a:lnTo>
                  <a:lnTo>
                    <a:pt x="167" y="212"/>
                  </a:lnTo>
                  <a:lnTo>
                    <a:pt x="167" y="212"/>
                  </a:lnTo>
                  <a:lnTo>
                    <a:pt x="166" y="212"/>
                  </a:lnTo>
                  <a:lnTo>
                    <a:pt x="166" y="212"/>
                  </a:lnTo>
                  <a:lnTo>
                    <a:pt x="164" y="213"/>
                  </a:lnTo>
                  <a:lnTo>
                    <a:pt x="164" y="213"/>
                  </a:lnTo>
                  <a:lnTo>
                    <a:pt x="164" y="213"/>
                  </a:lnTo>
                  <a:lnTo>
                    <a:pt x="164" y="213"/>
                  </a:lnTo>
                  <a:lnTo>
                    <a:pt x="162" y="213"/>
                  </a:lnTo>
                  <a:lnTo>
                    <a:pt x="162" y="213"/>
                  </a:lnTo>
                  <a:lnTo>
                    <a:pt x="162" y="213"/>
                  </a:lnTo>
                  <a:lnTo>
                    <a:pt x="162" y="213"/>
                  </a:lnTo>
                  <a:lnTo>
                    <a:pt x="160" y="213"/>
                  </a:lnTo>
                  <a:lnTo>
                    <a:pt x="160" y="213"/>
                  </a:lnTo>
                  <a:lnTo>
                    <a:pt x="160" y="213"/>
                  </a:lnTo>
                  <a:lnTo>
                    <a:pt x="160" y="213"/>
                  </a:lnTo>
                  <a:lnTo>
                    <a:pt x="160" y="213"/>
                  </a:lnTo>
                  <a:lnTo>
                    <a:pt x="160" y="213"/>
                  </a:lnTo>
                  <a:lnTo>
                    <a:pt x="160" y="213"/>
                  </a:lnTo>
                  <a:lnTo>
                    <a:pt x="160" y="213"/>
                  </a:lnTo>
                  <a:lnTo>
                    <a:pt x="158" y="213"/>
                  </a:lnTo>
                  <a:lnTo>
                    <a:pt x="158" y="213"/>
                  </a:lnTo>
                  <a:lnTo>
                    <a:pt x="157" y="213"/>
                  </a:lnTo>
                  <a:lnTo>
                    <a:pt x="157" y="213"/>
                  </a:lnTo>
                  <a:lnTo>
                    <a:pt x="155" y="213"/>
                  </a:lnTo>
                  <a:lnTo>
                    <a:pt x="155" y="213"/>
                  </a:lnTo>
                  <a:lnTo>
                    <a:pt x="155" y="213"/>
                  </a:lnTo>
                  <a:lnTo>
                    <a:pt x="155" y="212"/>
                  </a:lnTo>
                  <a:lnTo>
                    <a:pt x="154" y="212"/>
                  </a:lnTo>
                  <a:lnTo>
                    <a:pt x="154" y="212"/>
                  </a:lnTo>
                  <a:lnTo>
                    <a:pt x="154" y="212"/>
                  </a:lnTo>
                  <a:lnTo>
                    <a:pt x="154" y="211"/>
                  </a:lnTo>
                  <a:lnTo>
                    <a:pt x="153" y="211"/>
                  </a:lnTo>
                  <a:lnTo>
                    <a:pt x="153" y="211"/>
                  </a:lnTo>
                  <a:lnTo>
                    <a:pt x="153" y="211"/>
                  </a:lnTo>
                  <a:lnTo>
                    <a:pt x="153" y="210"/>
                  </a:lnTo>
                  <a:lnTo>
                    <a:pt x="151" y="211"/>
                  </a:lnTo>
                  <a:lnTo>
                    <a:pt x="151" y="211"/>
                  </a:lnTo>
                  <a:lnTo>
                    <a:pt x="151" y="211"/>
                  </a:lnTo>
                  <a:lnTo>
                    <a:pt x="151" y="211"/>
                  </a:lnTo>
                  <a:lnTo>
                    <a:pt x="151" y="212"/>
                  </a:lnTo>
                  <a:lnTo>
                    <a:pt x="151" y="212"/>
                  </a:lnTo>
                  <a:lnTo>
                    <a:pt x="151" y="212"/>
                  </a:lnTo>
                  <a:lnTo>
                    <a:pt x="151" y="212"/>
                  </a:lnTo>
                  <a:lnTo>
                    <a:pt x="151" y="214"/>
                  </a:lnTo>
                  <a:lnTo>
                    <a:pt x="151" y="214"/>
                  </a:lnTo>
                  <a:lnTo>
                    <a:pt x="151" y="214"/>
                  </a:lnTo>
                  <a:lnTo>
                    <a:pt x="151" y="214"/>
                  </a:lnTo>
                  <a:lnTo>
                    <a:pt x="151" y="215"/>
                  </a:lnTo>
                  <a:lnTo>
                    <a:pt x="151" y="215"/>
                  </a:lnTo>
                  <a:lnTo>
                    <a:pt x="151" y="215"/>
                  </a:lnTo>
                  <a:lnTo>
                    <a:pt x="151" y="215"/>
                  </a:lnTo>
                  <a:lnTo>
                    <a:pt x="149" y="217"/>
                  </a:lnTo>
                  <a:lnTo>
                    <a:pt x="149" y="217"/>
                  </a:lnTo>
                  <a:lnTo>
                    <a:pt x="148" y="217"/>
                  </a:lnTo>
                  <a:lnTo>
                    <a:pt x="148" y="217"/>
                  </a:lnTo>
                  <a:lnTo>
                    <a:pt x="146" y="217"/>
                  </a:lnTo>
                  <a:lnTo>
                    <a:pt x="146" y="217"/>
                  </a:lnTo>
                  <a:lnTo>
                    <a:pt x="145" y="217"/>
                  </a:lnTo>
                  <a:lnTo>
                    <a:pt x="145" y="217"/>
                  </a:lnTo>
                  <a:lnTo>
                    <a:pt x="143" y="217"/>
                  </a:lnTo>
                  <a:lnTo>
                    <a:pt x="143" y="217"/>
                  </a:lnTo>
                  <a:lnTo>
                    <a:pt x="141" y="217"/>
                  </a:lnTo>
                  <a:lnTo>
                    <a:pt x="141" y="217"/>
                  </a:lnTo>
                  <a:lnTo>
                    <a:pt x="139" y="217"/>
                  </a:lnTo>
                  <a:lnTo>
                    <a:pt x="139" y="217"/>
                  </a:lnTo>
                  <a:lnTo>
                    <a:pt x="139" y="217"/>
                  </a:lnTo>
                  <a:lnTo>
                    <a:pt x="139" y="217"/>
                  </a:lnTo>
                  <a:lnTo>
                    <a:pt x="137" y="217"/>
                  </a:lnTo>
                  <a:lnTo>
                    <a:pt x="137" y="217"/>
                  </a:lnTo>
                  <a:lnTo>
                    <a:pt x="137" y="217"/>
                  </a:lnTo>
                  <a:lnTo>
                    <a:pt x="137" y="217"/>
                  </a:lnTo>
                  <a:lnTo>
                    <a:pt x="136" y="217"/>
                  </a:lnTo>
                  <a:lnTo>
                    <a:pt x="136" y="217"/>
                  </a:lnTo>
                  <a:lnTo>
                    <a:pt x="136" y="217"/>
                  </a:lnTo>
                  <a:lnTo>
                    <a:pt x="136" y="217"/>
                  </a:lnTo>
                  <a:lnTo>
                    <a:pt x="135" y="217"/>
                  </a:lnTo>
                  <a:lnTo>
                    <a:pt x="135" y="217"/>
                  </a:lnTo>
                  <a:lnTo>
                    <a:pt x="135" y="217"/>
                  </a:lnTo>
                  <a:lnTo>
                    <a:pt x="135" y="217"/>
                  </a:lnTo>
                  <a:lnTo>
                    <a:pt x="135" y="217"/>
                  </a:lnTo>
                  <a:lnTo>
                    <a:pt x="135" y="217"/>
                  </a:lnTo>
                  <a:lnTo>
                    <a:pt x="135" y="217"/>
                  </a:lnTo>
                  <a:lnTo>
                    <a:pt x="135" y="215"/>
                  </a:lnTo>
                  <a:lnTo>
                    <a:pt x="133" y="215"/>
                  </a:lnTo>
                  <a:lnTo>
                    <a:pt x="133" y="215"/>
                  </a:lnTo>
                  <a:lnTo>
                    <a:pt x="132" y="215"/>
                  </a:lnTo>
                  <a:lnTo>
                    <a:pt x="132" y="215"/>
                  </a:lnTo>
                  <a:lnTo>
                    <a:pt x="130" y="215"/>
                  </a:lnTo>
                  <a:lnTo>
                    <a:pt x="130" y="215"/>
                  </a:lnTo>
                  <a:lnTo>
                    <a:pt x="129" y="215"/>
                  </a:lnTo>
                  <a:lnTo>
                    <a:pt x="129" y="215"/>
                  </a:lnTo>
                  <a:lnTo>
                    <a:pt x="127" y="215"/>
                  </a:lnTo>
                  <a:lnTo>
                    <a:pt x="127" y="215"/>
                  </a:lnTo>
                  <a:lnTo>
                    <a:pt x="125" y="215"/>
                  </a:lnTo>
                  <a:lnTo>
                    <a:pt x="125" y="215"/>
                  </a:lnTo>
                  <a:lnTo>
                    <a:pt x="123" y="215"/>
                  </a:lnTo>
                  <a:lnTo>
                    <a:pt x="123" y="215"/>
                  </a:lnTo>
                  <a:lnTo>
                    <a:pt x="122" y="215"/>
                  </a:lnTo>
                  <a:lnTo>
                    <a:pt x="122" y="215"/>
                  </a:lnTo>
                  <a:lnTo>
                    <a:pt x="120" y="215"/>
                  </a:lnTo>
                  <a:lnTo>
                    <a:pt x="120" y="215"/>
                  </a:lnTo>
                  <a:lnTo>
                    <a:pt x="120" y="215"/>
                  </a:lnTo>
                  <a:lnTo>
                    <a:pt x="120" y="215"/>
                  </a:lnTo>
                  <a:lnTo>
                    <a:pt x="120" y="215"/>
                  </a:lnTo>
                  <a:lnTo>
                    <a:pt x="120" y="215"/>
                  </a:lnTo>
                  <a:lnTo>
                    <a:pt x="120" y="215"/>
                  </a:lnTo>
                  <a:lnTo>
                    <a:pt x="120" y="215"/>
                  </a:lnTo>
                  <a:lnTo>
                    <a:pt x="118" y="215"/>
                  </a:lnTo>
                  <a:lnTo>
                    <a:pt x="118" y="215"/>
                  </a:lnTo>
                  <a:lnTo>
                    <a:pt x="118" y="215"/>
                  </a:lnTo>
                  <a:lnTo>
                    <a:pt x="118" y="215"/>
                  </a:lnTo>
                  <a:lnTo>
                    <a:pt x="118" y="215"/>
                  </a:lnTo>
                  <a:lnTo>
                    <a:pt x="118" y="215"/>
                  </a:lnTo>
                  <a:lnTo>
                    <a:pt x="118" y="215"/>
                  </a:lnTo>
                  <a:lnTo>
                    <a:pt x="118" y="215"/>
                  </a:lnTo>
                  <a:lnTo>
                    <a:pt x="117" y="215"/>
                  </a:lnTo>
                  <a:lnTo>
                    <a:pt x="117" y="215"/>
                  </a:lnTo>
                  <a:lnTo>
                    <a:pt x="115" y="215"/>
                  </a:lnTo>
                  <a:lnTo>
                    <a:pt x="115" y="215"/>
                  </a:lnTo>
                  <a:lnTo>
                    <a:pt x="113" y="215"/>
                  </a:lnTo>
                  <a:lnTo>
                    <a:pt x="113" y="215"/>
                  </a:lnTo>
                  <a:lnTo>
                    <a:pt x="113" y="215"/>
                  </a:lnTo>
                  <a:lnTo>
                    <a:pt x="113" y="215"/>
                  </a:lnTo>
                  <a:lnTo>
                    <a:pt x="111" y="215"/>
                  </a:lnTo>
                  <a:lnTo>
                    <a:pt x="111" y="215"/>
                  </a:lnTo>
                  <a:lnTo>
                    <a:pt x="111" y="215"/>
                  </a:lnTo>
                  <a:lnTo>
                    <a:pt x="111" y="215"/>
                  </a:lnTo>
                  <a:lnTo>
                    <a:pt x="110" y="215"/>
                  </a:lnTo>
                  <a:lnTo>
                    <a:pt x="110" y="215"/>
                  </a:lnTo>
                  <a:lnTo>
                    <a:pt x="110" y="215"/>
                  </a:lnTo>
                  <a:lnTo>
                    <a:pt x="110" y="215"/>
                  </a:lnTo>
                  <a:lnTo>
                    <a:pt x="110" y="217"/>
                  </a:lnTo>
                  <a:lnTo>
                    <a:pt x="110" y="217"/>
                  </a:lnTo>
                  <a:lnTo>
                    <a:pt x="110" y="217"/>
                  </a:lnTo>
                  <a:lnTo>
                    <a:pt x="110" y="217"/>
                  </a:lnTo>
                  <a:lnTo>
                    <a:pt x="110" y="218"/>
                  </a:lnTo>
                  <a:lnTo>
                    <a:pt x="110" y="218"/>
                  </a:lnTo>
                  <a:lnTo>
                    <a:pt x="110" y="218"/>
                  </a:lnTo>
                  <a:lnTo>
                    <a:pt x="110" y="218"/>
                  </a:lnTo>
                  <a:lnTo>
                    <a:pt x="110" y="220"/>
                  </a:lnTo>
                  <a:lnTo>
                    <a:pt x="110" y="220"/>
                  </a:lnTo>
                  <a:lnTo>
                    <a:pt x="110" y="220"/>
                  </a:lnTo>
                  <a:lnTo>
                    <a:pt x="110" y="220"/>
                  </a:lnTo>
                  <a:lnTo>
                    <a:pt x="110" y="220"/>
                  </a:lnTo>
                  <a:lnTo>
                    <a:pt x="110" y="220"/>
                  </a:lnTo>
                  <a:lnTo>
                    <a:pt x="110" y="220"/>
                  </a:lnTo>
                  <a:lnTo>
                    <a:pt x="110" y="220"/>
                  </a:lnTo>
                  <a:lnTo>
                    <a:pt x="108" y="220"/>
                  </a:lnTo>
                  <a:lnTo>
                    <a:pt x="108" y="220"/>
                  </a:lnTo>
                  <a:lnTo>
                    <a:pt x="107" y="220"/>
                  </a:lnTo>
                  <a:lnTo>
                    <a:pt x="107" y="219"/>
                  </a:lnTo>
                  <a:lnTo>
                    <a:pt x="105" y="219"/>
                  </a:lnTo>
                  <a:lnTo>
                    <a:pt x="105" y="219"/>
                  </a:lnTo>
                  <a:lnTo>
                    <a:pt x="105" y="219"/>
                  </a:lnTo>
                  <a:lnTo>
                    <a:pt x="105" y="219"/>
                  </a:lnTo>
                  <a:lnTo>
                    <a:pt x="103" y="220"/>
                  </a:lnTo>
                  <a:lnTo>
                    <a:pt x="103" y="220"/>
                  </a:lnTo>
                  <a:lnTo>
                    <a:pt x="102" y="220"/>
                  </a:lnTo>
                  <a:lnTo>
                    <a:pt x="102" y="220"/>
                  </a:lnTo>
                  <a:lnTo>
                    <a:pt x="100" y="220"/>
                  </a:lnTo>
                  <a:lnTo>
                    <a:pt x="100" y="220"/>
                  </a:lnTo>
                  <a:lnTo>
                    <a:pt x="100" y="220"/>
                  </a:lnTo>
                  <a:lnTo>
                    <a:pt x="100" y="220"/>
                  </a:lnTo>
                  <a:lnTo>
                    <a:pt x="99" y="220"/>
                  </a:lnTo>
                  <a:lnTo>
                    <a:pt x="99" y="220"/>
                  </a:lnTo>
                  <a:lnTo>
                    <a:pt x="99" y="220"/>
                  </a:lnTo>
                  <a:lnTo>
                    <a:pt x="99" y="220"/>
                  </a:lnTo>
                  <a:lnTo>
                    <a:pt x="99" y="220"/>
                  </a:lnTo>
                  <a:lnTo>
                    <a:pt x="99" y="220"/>
                  </a:lnTo>
                  <a:lnTo>
                    <a:pt x="99" y="220"/>
                  </a:lnTo>
                  <a:lnTo>
                    <a:pt x="99" y="219"/>
                  </a:lnTo>
                  <a:lnTo>
                    <a:pt x="97" y="219"/>
                  </a:lnTo>
                  <a:lnTo>
                    <a:pt x="97" y="219"/>
                  </a:lnTo>
                  <a:lnTo>
                    <a:pt x="97" y="219"/>
                  </a:lnTo>
                  <a:lnTo>
                    <a:pt x="97" y="217"/>
                  </a:lnTo>
                  <a:lnTo>
                    <a:pt x="97" y="217"/>
                  </a:lnTo>
                  <a:lnTo>
                    <a:pt x="97" y="217"/>
                  </a:lnTo>
                  <a:lnTo>
                    <a:pt x="97" y="217"/>
                  </a:lnTo>
                  <a:lnTo>
                    <a:pt x="97" y="215"/>
                  </a:lnTo>
                  <a:lnTo>
                    <a:pt x="96" y="215"/>
                  </a:lnTo>
                  <a:lnTo>
                    <a:pt x="96" y="215"/>
                  </a:lnTo>
                  <a:lnTo>
                    <a:pt x="96" y="215"/>
                  </a:lnTo>
                  <a:lnTo>
                    <a:pt x="96" y="215"/>
                  </a:lnTo>
                  <a:lnTo>
                    <a:pt x="96" y="215"/>
                  </a:lnTo>
                  <a:lnTo>
                    <a:pt x="96" y="215"/>
                  </a:lnTo>
                  <a:lnTo>
                    <a:pt x="96" y="215"/>
                  </a:lnTo>
                  <a:lnTo>
                    <a:pt x="97" y="214"/>
                  </a:lnTo>
                  <a:lnTo>
                    <a:pt x="97" y="214"/>
                  </a:lnTo>
                  <a:lnTo>
                    <a:pt x="97" y="214"/>
                  </a:lnTo>
                  <a:lnTo>
                    <a:pt x="97" y="214"/>
                  </a:lnTo>
                  <a:lnTo>
                    <a:pt x="97" y="213"/>
                  </a:lnTo>
                  <a:lnTo>
                    <a:pt x="97" y="213"/>
                  </a:lnTo>
                  <a:lnTo>
                    <a:pt x="97" y="213"/>
                  </a:lnTo>
                  <a:lnTo>
                    <a:pt x="97" y="213"/>
                  </a:lnTo>
                  <a:lnTo>
                    <a:pt x="98" y="212"/>
                  </a:lnTo>
                  <a:lnTo>
                    <a:pt x="98" y="212"/>
                  </a:lnTo>
                  <a:lnTo>
                    <a:pt x="98" y="212"/>
                  </a:lnTo>
                  <a:lnTo>
                    <a:pt x="98" y="212"/>
                  </a:lnTo>
                  <a:lnTo>
                    <a:pt x="98" y="212"/>
                  </a:lnTo>
                  <a:lnTo>
                    <a:pt x="98" y="212"/>
                  </a:lnTo>
                  <a:lnTo>
                    <a:pt x="98" y="212"/>
                  </a:lnTo>
                  <a:lnTo>
                    <a:pt x="98" y="212"/>
                  </a:lnTo>
                  <a:lnTo>
                    <a:pt x="100" y="211"/>
                  </a:lnTo>
                  <a:lnTo>
                    <a:pt x="100" y="211"/>
                  </a:lnTo>
                  <a:lnTo>
                    <a:pt x="100" y="211"/>
                  </a:lnTo>
                  <a:lnTo>
                    <a:pt x="100" y="211"/>
                  </a:lnTo>
                  <a:lnTo>
                    <a:pt x="100" y="211"/>
                  </a:lnTo>
                  <a:lnTo>
                    <a:pt x="100" y="211"/>
                  </a:lnTo>
                  <a:lnTo>
                    <a:pt x="100" y="211"/>
                  </a:lnTo>
                  <a:lnTo>
                    <a:pt x="100" y="211"/>
                  </a:lnTo>
                  <a:lnTo>
                    <a:pt x="102" y="210"/>
                  </a:lnTo>
                  <a:lnTo>
                    <a:pt x="102" y="210"/>
                  </a:lnTo>
                  <a:lnTo>
                    <a:pt x="102" y="210"/>
                  </a:lnTo>
                  <a:lnTo>
                    <a:pt x="102" y="210"/>
                  </a:lnTo>
                  <a:lnTo>
                    <a:pt x="102" y="210"/>
                  </a:lnTo>
                  <a:lnTo>
                    <a:pt x="102" y="210"/>
                  </a:lnTo>
                  <a:lnTo>
                    <a:pt x="102" y="210"/>
                  </a:lnTo>
                  <a:lnTo>
                    <a:pt x="102" y="210"/>
                  </a:lnTo>
                  <a:lnTo>
                    <a:pt x="102" y="208"/>
                  </a:lnTo>
                  <a:lnTo>
                    <a:pt x="102" y="208"/>
                  </a:lnTo>
                  <a:lnTo>
                    <a:pt x="102" y="208"/>
                  </a:lnTo>
                  <a:lnTo>
                    <a:pt x="102" y="208"/>
                  </a:lnTo>
                  <a:lnTo>
                    <a:pt x="102" y="207"/>
                  </a:lnTo>
                  <a:lnTo>
                    <a:pt x="102" y="207"/>
                  </a:lnTo>
                  <a:lnTo>
                    <a:pt x="102" y="207"/>
                  </a:lnTo>
                  <a:lnTo>
                    <a:pt x="102" y="207"/>
                  </a:lnTo>
                  <a:lnTo>
                    <a:pt x="102" y="206"/>
                  </a:lnTo>
                  <a:lnTo>
                    <a:pt x="100" y="206"/>
                  </a:lnTo>
                  <a:lnTo>
                    <a:pt x="100" y="206"/>
                  </a:lnTo>
                  <a:lnTo>
                    <a:pt x="100" y="206"/>
                  </a:lnTo>
                  <a:lnTo>
                    <a:pt x="100" y="206"/>
                  </a:lnTo>
                  <a:lnTo>
                    <a:pt x="98" y="206"/>
                  </a:lnTo>
                  <a:lnTo>
                    <a:pt x="98" y="206"/>
                  </a:lnTo>
                  <a:lnTo>
                    <a:pt x="97" y="206"/>
                  </a:lnTo>
                  <a:lnTo>
                    <a:pt x="97" y="204"/>
                  </a:lnTo>
                  <a:lnTo>
                    <a:pt x="95" y="204"/>
                  </a:lnTo>
                  <a:lnTo>
                    <a:pt x="95" y="204"/>
                  </a:lnTo>
                  <a:lnTo>
                    <a:pt x="92" y="204"/>
                  </a:lnTo>
                  <a:lnTo>
                    <a:pt x="92" y="202"/>
                  </a:lnTo>
                  <a:lnTo>
                    <a:pt x="90" y="202"/>
                  </a:lnTo>
                  <a:lnTo>
                    <a:pt x="90" y="202"/>
                  </a:lnTo>
                  <a:lnTo>
                    <a:pt x="89" y="202"/>
                  </a:lnTo>
                  <a:lnTo>
                    <a:pt x="89" y="200"/>
                  </a:lnTo>
                  <a:lnTo>
                    <a:pt x="88" y="200"/>
                  </a:lnTo>
                  <a:lnTo>
                    <a:pt x="88" y="200"/>
                  </a:lnTo>
                  <a:lnTo>
                    <a:pt x="87" y="200"/>
                  </a:lnTo>
                  <a:lnTo>
                    <a:pt x="87" y="200"/>
                  </a:lnTo>
                  <a:lnTo>
                    <a:pt x="85" y="200"/>
                  </a:lnTo>
                  <a:lnTo>
                    <a:pt x="85" y="200"/>
                  </a:lnTo>
                  <a:lnTo>
                    <a:pt x="85" y="200"/>
                  </a:lnTo>
                  <a:lnTo>
                    <a:pt x="85" y="200"/>
                  </a:lnTo>
                  <a:lnTo>
                    <a:pt x="83" y="200"/>
                  </a:lnTo>
                  <a:lnTo>
                    <a:pt x="83" y="200"/>
                  </a:lnTo>
                  <a:lnTo>
                    <a:pt x="83" y="200"/>
                  </a:lnTo>
                  <a:lnTo>
                    <a:pt x="83" y="199"/>
                  </a:lnTo>
                  <a:lnTo>
                    <a:pt x="83" y="199"/>
                  </a:lnTo>
                  <a:lnTo>
                    <a:pt x="83" y="199"/>
                  </a:lnTo>
                  <a:lnTo>
                    <a:pt x="83" y="199"/>
                  </a:lnTo>
                  <a:lnTo>
                    <a:pt x="83" y="197"/>
                  </a:lnTo>
                  <a:lnTo>
                    <a:pt x="81" y="197"/>
                  </a:lnTo>
                  <a:lnTo>
                    <a:pt x="81" y="197"/>
                  </a:lnTo>
                  <a:lnTo>
                    <a:pt x="81" y="197"/>
                  </a:lnTo>
                  <a:lnTo>
                    <a:pt x="81" y="197"/>
                  </a:lnTo>
                  <a:lnTo>
                    <a:pt x="81" y="197"/>
                  </a:lnTo>
                  <a:lnTo>
                    <a:pt x="81" y="197"/>
                  </a:lnTo>
                  <a:lnTo>
                    <a:pt x="81" y="197"/>
                  </a:lnTo>
                  <a:lnTo>
                    <a:pt x="81" y="195"/>
                  </a:lnTo>
                  <a:lnTo>
                    <a:pt x="81" y="195"/>
                  </a:lnTo>
                  <a:lnTo>
                    <a:pt x="81" y="195"/>
                  </a:lnTo>
                  <a:lnTo>
                    <a:pt x="81" y="195"/>
                  </a:lnTo>
                  <a:lnTo>
                    <a:pt x="81" y="194"/>
                  </a:lnTo>
                  <a:lnTo>
                    <a:pt x="81" y="194"/>
                  </a:lnTo>
                  <a:lnTo>
                    <a:pt x="81" y="194"/>
                  </a:lnTo>
                  <a:lnTo>
                    <a:pt x="81" y="194"/>
                  </a:lnTo>
                  <a:lnTo>
                    <a:pt x="81" y="192"/>
                  </a:lnTo>
                  <a:lnTo>
                    <a:pt x="81" y="192"/>
                  </a:lnTo>
                  <a:lnTo>
                    <a:pt x="81" y="192"/>
                  </a:lnTo>
                  <a:lnTo>
                    <a:pt x="81" y="192"/>
                  </a:lnTo>
                  <a:lnTo>
                    <a:pt x="81" y="192"/>
                  </a:lnTo>
                  <a:lnTo>
                    <a:pt x="81" y="192"/>
                  </a:lnTo>
                  <a:lnTo>
                    <a:pt x="81" y="192"/>
                  </a:lnTo>
                  <a:lnTo>
                    <a:pt x="81" y="192"/>
                  </a:lnTo>
                  <a:lnTo>
                    <a:pt x="83" y="191"/>
                  </a:lnTo>
                  <a:lnTo>
                    <a:pt x="83" y="191"/>
                  </a:lnTo>
                  <a:lnTo>
                    <a:pt x="83" y="191"/>
                  </a:lnTo>
                  <a:lnTo>
                    <a:pt x="83" y="191"/>
                  </a:lnTo>
                  <a:lnTo>
                    <a:pt x="84" y="190"/>
                  </a:lnTo>
                  <a:lnTo>
                    <a:pt x="84" y="190"/>
                  </a:lnTo>
                  <a:lnTo>
                    <a:pt x="84" y="190"/>
                  </a:lnTo>
                  <a:lnTo>
                    <a:pt x="84" y="190"/>
                  </a:lnTo>
                  <a:lnTo>
                    <a:pt x="85" y="189"/>
                  </a:lnTo>
                  <a:lnTo>
                    <a:pt x="85" y="190"/>
                  </a:lnTo>
                  <a:lnTo>
                    <a:pt x="85" y="190"/>
                  </a:lnTo>
                  <a:lnTo>
                    <a:pt x="85" y="190"/>
                  </a:lnTo>
                  <a:lnTo>
                    <a:pt x="85" y="190"/>
                  </a:lnTo>
                  <a:lnTo>
                    <a:pt x="85" y="190"/>
                  </a:lnTo>
                  <a:lnTo>
                    <a:pt x="85" y="190"/>
                  </a:lnTo>
                  <a:lnTo>
                    <a:pt x="85" y="190"/>
                  </a:lnTo>
                  <a:lnTo>
                    <a:pt x="88" y="190"/>
                  </a:lnTo>
                  <a:lnTo>
                    <a:pt x="88" y="190"/>
                  </a:lnTo>
                  <a:lnTo>
                    <a:pt x="88" y="190"/>
                  </a:lnTo>
                  <a:lnTo>
                    <a:pt x="88" y="190"/>
                  </a:lnTo>
                  <a:lnTo>
                    <a:pt x="89" y="190"/>
                  </a:lnTo>
                  <a:lnTo>
                    <a:pt x="89" y="190"/>
                  </a:lnTo>
                  <a:lnTo>
                    <a:pt x="89" y="190"/>
                  </a:lnTo>
                  <a:lnTo>
                    <a:pt x="89" y="190"/>
                  </a:lnTo>
                  <a:lnTo>
                    <a:pt x="91" y="189"/>
                  </a:lnTo>
                  <a:lnTo>
                    <a:pt x="91" y="189"/>
                  </a:lnTo>
                  <a:lnTo>
                    <a:pt x="91" y="189"/>
                  </a:lnTo>
                  <a:lnTo>
                    <a:pt x="91" y="189"/>
                  </a:lnTo>
                  <a:lnTo>
                    <a:pt x="91" y="189"/>
                  </a:lnTo>
                  <a:lnTo>
                    <a:pt x="91" y="189"/>
                  </a:lnTo>
                  <a:lnTo>
                    <a:pt x="91" y="189"/>
                  </a:lnTo>
                  <a:lnTo>
                    <a:pt x="91" y="189"/>
                  </a:lnTo>
                  <a:lnTo>
                    <a:pt x="92" y="188"/>
                  </a:lnTo>
                  <a:lnTo>
                    <a:pt x="92" y="188"/>
                  </a:lnTo>
                  <a:lnTo>
                    <a:pt x="92" y="188"/>
                  </a:lnTo>
                  <a:lnTo>
                    <a:pt x="92" y="188"/>
                  </a:lnTo>
                  <a:lnTo>
                    <a:pt x="92" y="188"/>
                  </a:lnTo>
                  <a:lnTo>
                    <a:pt x="92" y="188"/>
                  </a:lnTo>
                  <a:lnTo>
                    <a:pt x="92" y="188"/>
                  </a:lnTo>
                  <a:lnTo>
                    <a:pt x="92" y="188"/>
                  </a:lnTo>
                  <a:lnTo>
                    <a:pt x="93" y="186"/>
                  </a:lnTo>
                  <a:lnTo>
                    <a:pt x="91" y="186"/>
                  </a:lnTo>
                  <a:lnTo>
                    <a:pt x="91" y="186"/>
                  </a:lnTo>
                  <a:lnTo>
                    <a:pt x="90" y="186"/>
                  </a:lnTo>
                  <a:lnTo>
                    <a:pt x="90" y="186"/>
                  </a:lnTo>
                  <a:lnTo>
                    <a:pt x="88" y="186"/>
                  </a:lnTo>
                  <a:lnTo>
                    <a:pt x="88" y="186"/>
                  </a:lnTo>
                  <a:lnTo>
                    <a:pt x="86" y="186"/>
                  </a:lnTo>
                  <a:lnTo>
                    <a:pt x="86" y="185"/>
                  </a:lnTo>
                  <a:lnTo>
                    <a:pt x="84" y="185"/>
                  </a:lnTo>
                  <a:lnTo>
                    <a:pt x="84" y="185"/>
                  </a:lnTo>
                  <a:lnTo>
                    <a:pt x="82" y="185"/>
                  </a:lnTo>
                  <a:lnTo>
                    <a:pt x="82" y="185"/>
                  </a:lnTo>
                  <a:lnTo>
                    <a:pt x="81" y="185"/>
                  </a:lnTo>
                  <a:lnTo>
                    <a:pt x="81" y="185"/>
                  </a:lnTo>
                  <a:lnTo>
                    <a:pt x="81" y="185"/>
                  </a:lnTo>
                  <a:lnTo>
                    <a:pt x="81" y="184"/>
                  </a:lnTo>
                  <a:lnTo>
                    <a:pt x="81" y="184"/>
                  </a:lnTo>
                  <a:lnTo>
                    <a:pt x="82" y="184"/>
                  </a:lnTo>
                  <a:lnTo>
                    <a:pt x="82" y="184"/>
                  </a:lnTo>
                  <a:lnTo>
                    <a:pt x="83" y="184"/>
                  </a:lnTo>
                  <a:lnTo>
                    <a:pt x="83" y="184"/>
                  </a:lnTo>
                  <a:lnTo>
                    <a:pt x="83" y="184"/>
                  </a:lnTo>
                  <a:lnTo>
                    <a:pt x="83" y="184"/>
                  </a:lnTo>
                  <a:lnTo>
                    <a:pt x="83" y="184"/>
                  </a:lnTo>
                  <a:lnTo>
                    <a:pt x="81" y="184"/>
                  </a:lnTo>
                  <a:lnTo>
                    <a:pt x="81" y="184"/>
                  </a:lnTo>
                  <a:lnTo>
                    <a:pt x="80" y="184"/>
                  </a:lnTo>
                  <a:lnTo>
                    <a:pt x="80" y="184"/>
                  </a:lnTo>
                  <a:lnTo>
                    <a:pt x="79" y="184"/>
                  </a:lnTo>
                  <a:lnTo>
                    <a:pt x="79" y="184"/>
                  </a:lnTo>
                  <a:lnTo>
                    <a:pt x="79" y="184"/>
                  </a:lnTo>
                  <a:lnTo>
                    <a:pt x="79" y="184"/>
                  </a:lnTo>
                  <a:lnTo>
                    <a:pt x="77" y="185"/>
                  </a:lnTo>
                  <a:lnTo>
                    <a:pt x="77" y="185"/>
                  </a:lnTo>
                  <a:lnTo>
                    <a:pt x="77" y="185"/>
                  </a:lnTo>
                  <a:lnTo>
                    <a:pt x="77" y="185"/>
                  </a:lnTo>
                  <a:lnTo>
                    <a:pt x="76" y="185"/>
                  </a:lnTo>
                  <a:lnTo>
                    <a:pt x="76" y="185"/>
                  </a:lnTo>
                  <a:lnTo>
                    <a:pt x="76" y="185"/>
                  </a:lnTo>
                  <a:lnTo>
                    <a:pt x="76" y="185"/>
                  </a:lnTo>
                  <a:lnTo>
                    <a:pt x="75" y="186"/>
                  </a:lnTo>
                  <a:lnTo>
                    <a:pt x="75" y="186"/>
                  </a:lnTo>
                  <a:lnTo>
                    <a:pt x="75" y="186"/>
                  </a:lnTo>
                  <a:lnTo>
                    <a:pt x="75" y="186"/>
                  </a:lnTo>
                  <a:lnTo>
                    <a:pt x="75" y="186"/>
                  </a:lnTo>
                  <a:lnTo>
                    <a:pt x="75" y="186"/>
                  </a:lnTo>
                  <a:lnTo>
                    <a:pt x="75" y="186"/>
                  </a:lnTo>
                  <a:lnTo>
                    <a:pt x="75" y="186"/>
                  </a:lnTo>
                  <a:lnTo>
                    <a:pt x="74" y="188"/>
                  </a:lnTo>
                  <a:lnTo>
                    <a:pt x="74" y="188"/>
                  </a:lnTo>
                  <a:lnTo>
                    <a:pt x="74" y="190"/>
                  </a:lnTo>
                  <a:lnTo>
                    <a:pt x="74" y="190"/>
                  </a:lnTo>
                  <a:lnTo>
                    <a:pt x="74" y="191"/>
                  </a:lnTo>
                  <a:lnTo>
                    <a:pt x="74" y="191"/>
                  </a:lnTo>
                  <a:lnTo>
                    <a:pt x="74" y="191"/>
                  </a:lnTo>
                  <a:lnTo>
                    <a:pt x="74" y="191"/>
                  </a:lnTo>
                  <a:lnTo>
                    <a:pt x="73" y="193"/>
                  </a:lnTo>
                  <a:lnTo>
                    <a:pt x="73" y="193"/>
                  </a:lnTo>
                  <a:lnTo>
                    <a:pt x="73" y="193"/>
                  </a:lnTo>
                  <a:lnTo>
                    <a:pt x="73" y="193"/>
                  </a:lnTo>
                  <a:lnTo>
                    <a:pt x="73" y="195"/>
                  </a:lnTo>
                  <a:lnTo>
                    <a:pt x="73" y="195"/>
                  </a:lnTo>
                  <a:lnTo>
                    <a:pt x="73" y="195"/>
                  </a:lnTo>
                  <a:lnTo>
                    <a:pt x="73" y="195"/>
                  </a:lnTo>
                  <a:lnTo>
                    <a:pt x="71" y="195"/>
                  </a:lnTo>
                  <a:lnTo>
                    <a:pt x="71" y="195"/>
                  </a:lnTo>
                  <a:lnTo>
                    <a:pt x="71" y="195"/>
                  </a:lnTo>
                  <a:lnTo>
                    <a:pt x="71" y="195"/>
                  </a:lnTo>
                  <a:lnTo>
                    <a:pt x="70" y="195"/>
                  </a:lnTo>
                  <a:lnTo>
                    <a:pt x="70" y="195"/>
                  </a:lnTo>
                  <a:lnTo>
                    <a:pt x="70" y="195"/>
                  </a:lnTo>
                  <a:lnTo>
                    <a:pt x="70" y="195"/>
                  </a:lnTo>
                  <a:lnTo>
                    <a:pt x="68" y="195"/>
                  </a:lnTo>
                  <a:lnTo>
                    <a:pt x="68" y="195"/>
                  </a:lnTo>
                  <a:lnTo>
                    <a:pt x="68" y="195"/>
                  </a:lnTo>
                  <a:lnTo>
                    <a:pt x="68" y="195"/>
                  </a:lnTo>
                  <a:lnTo>
                    <a:pt x="68" y="195"/>
                  </a:lnTo>
                  <a:lnTo>
                    <a:pt x="68" y="195"/>
                  </a:lnTo>
                  <a:lnTo>
                    <a:pt x="68" y="195"/>
                  </a:lnTo>
                  <a:lnTo>
                    <a:pt x="68" y="193"/>
                  </a:lnTo>
                  <a:lnTo>
                    <a:pt x="67" y="193"/>
                  </a:lnTo>
                  <a:lnTo>
                    <a:pt x="67" y="193"/>
                  </a:lnTo>
                  <a:lnTo>
                    <a:pt x="67" y="193"/>
                  </a:lnTo>
                  <a:lnTo>
                    <a:pt x="67" y="193"/>
                  </a:lnTo>
                  <a:lnTo>
                    <a:pt x="67" y="193"/>
                  </a:lnTo>
                  <a:lnTo>
                    <a:pt x="67" y="193"/>
                  </a:lnTo>
                  <a:lnTo>
                    <a:pt x="67" y="193"/>
                  </a:lnTo>
                  <a:lnTo>
                    <a:pt x="67" y="191"/>
                  </a:lnTo>
                  <a:lnTo>
                    <a:pt x="66" y="191"/>
                  </a:lnTo>
                  <a:lnTo>
                    <a:pt x="66" y="191"/>
                  </a:lnTo>
                  <a:lnTo>
                    <a:pt x="66" y="191"/>
                  </a:lnTo>
                  <a:lnTo>
                    <a:pt x="66" y="190"/>
                  </a:lnTo>
                  <a:lnTo>
                    <a:pt x="66" y="190"/>
                  </a:lnTo>
                  <a:lnTo>
                    <a:pt x="66" y="190"/>
                  </a:lnTo>
                  <a:lnTo>
                    <a:pt x="66" y="190"/>
                  </a:lnTo>
                  <a:lnTo>
                    <a:pt x="66" y="188"/>
                  </a:lnTo>
                  <a:lnTo>
                    <a:pt x="64" y="189"/>
                  </a:lnTo>
                  <a:lnTo>
                    <a:pt x="64" y="189"/>
                  </a:lnTo>
                  <a:lnTo>
                    <a:pt x="63" y="189"/>
                  </a:lnTo>
                  <a:lnTo>
                    <a:pt x="63" y="189"/>
                  </a:lnTo>
                  <a:lnTo>
                    <a:pt x="61" y="190"/>
                  </a:lnTo>
                  <a:lnTo>
                    <a:pt x="61" y="190"/>
                  </a:lnTo>
                  <a:lnTo>
                    <a:pt x="59" y="190"/>
                  </a:lnTo>
                  <a:lnTo>
                    <a:pt x="59" y="190"/>
                  </a:lnTo>
                  <a:lnTo>
                    <a:pt x="58" y="191"/>
                  </a:lnTo>
                  <a:lnTo>
                    <a:pt x="58" y="191"/>
                  </a:lnTo>
                  <a:lnTo>
                    <a:pt x="56" y="191"/>
                  </a:lnTo>
                  <a:lnTo>
                    <a:pt x="56" y="191"/>
                  </a:lnTo>
                  <a:lnTo>
                    <a:pt x="53" y="191"/>
                  </a:lnTo>
                  <a:lnTo>
                    <a:pt x="53" y="191"/>
                  </a:lnTo>
                  <a:lnTo>
                    <a:pt x="53" y="191"/>
                  </a:lnTo>
                  <a:lnTo>
                    <a:pt x="53" y="189"/>
                  </a:lnTo>
                  <a:lnTo>
                    <a:pt x="52" y="189"/>
                  </a:lnTo>
                  <a:lnTo>
                    <a:pt x="52" y="189"/>
                  </a:lnTo>
                  <a:lnTo>
                    <a:pt x="52" y="189"/>
                  </a:lnTo>
                  <a:lnTo>
                    <a:pt x="52" y="189"/>
                  </a:lnTo>
                  <a:lnTo>
                    <a:pt x="52" y="189"/>
                  </a:lnTo>
                  <a:lnTo>
                    <a:pt x="52" y="189"/>
                  </a:lnTo>
                  <a:lnTo>
                    <a:pt x="52" y="189"/>
                  </a:lnTo>
                  <a:lnTo>
                    <a:pt x="52" y="188"/>
                  </a:lnTo>
                  <a:lnTo>
                    <a:pt x="52" y="188"/>
                  </a:lnTo>
                  <a:lnTo>
                    <a:pt x="52" y="188"/>
                  </a:lnTo>
                  <a:lnTo>
                    <a:pt x="52" y="188"/>
                  </a:lnTo>
                  <a:lnTo>
                    <a:pt x="52" y="187"/>
                  </a:lnTo>
                  <a:lnTo>
                    <a:pt x="52" y="187"/>
                  </a:lnTo>
                  <a:lnTo>
                    <a:pt x="52" y="187"/>
                  </a:lnTo>
                  <a:lnTo>
                    <a:pt x="52" y="187"/>
                  </a:lnTo>
                  <a:lnTo>
                    <a:pt x="53" y="185"/>
                  </a:lnTo>
                  <a:lnTo>
                    <a:pt x="51" y="185"/>
                  </a:lnTo>
                  <a:lnTo>
                    <a:pt x="51" y="185"/>
                  </a:lnTo>
                  <a:lnTo>
                    <a:pt x="51" y="185"/>
                  </a:lnTo>
                  <a:lnTo>
                    <a:pt x="51" y="185"/>
                  </a:lnTo>
                  <a:lnTo>
                    <a:pt x="49" y="185"/>
                  </a:lnTo>
                  <a:lnTo>
                    <a:pt x="49" y="185"/>
                  </a:lnTo>
                  <a:lnTo>
                    <a:pt x="49" y="185"/>
                  </a:lnTo>
                  <a:lnTo>
                    <a:pt x="49" y="185"/>
                  </a:lnTo>
                  <a:lnTo>
                    <a:pt x="46" y="185"/>
                  </a:lnTo>
                  <a:lnTo>
                    <a:pt x="46" y="185"/>
                  </a:lnTo>
                  <a:lnTo>
                    <a:pt x="46" y="185"/>
                  </a:lnTo>
                  <a:lnTo>
                    <a:pt x="46" y="185"/>
                  </a:lnTo>
                  <a:lnTo>
                    <a:pt x="44" y="185"/>
                  </a:lnTo>
                  <a:lnTo>
                    <a:pt x="44" y="185"/>
                  </a:lnTo>
                  <a:lnTo>
                    <a:pt x="44" y="185"/>
                  </a:lnTo>
                  <a:lnTo>
                    <a:pt x="44" y="185"/>
                  </a:lnTo>
                  <a:lnTo>
                    <a:pt x="43" y="185"/>
                  </a:lnTo>
                  <a:lnTo>
                    <a:pt x="43" y="185"/>
                  </a:lnTo>
                  <a:lnTo>
                    <a:pt x="43" y="185"/>
                  </a:lnTo>
                  <a:lnTo>
                    <a:pt x="43" y="185"/>
                  </a:lnTo>
                  <a:lnTo>
                    <a:pt x="43" y="185"/>
                  </a:lnTo>
                  <a:lnTo>
                    <a:pt x="43" y="185"/>
                  </a:lnTo>
                  <a:lnTo>
                    <a:pt x="43" y="185"/>
                  </a:lnTo>
                  <a:lnTo>
                    <a:pt x="43" y="185"/>
                  </a:lnTo>
                  <a:lnTo>
                    <a:pt x="43" y="185"/>
                  </a:lnTo>
                  <a:lnTo>
                    <a:pt x="43" y="185"/>
                  </a:lnTo>
                  <a:lnTo>
                    <a:pt x="43" y="185"/>
                  </a:lnTo>
                  <a:lnTo>
                    <a:pt x="43" y="184"/>
                  </a:lnTo>
                  <a:lnTo>
                    <a:pt x="43" y="184"/>
                  </a:lnTo>
                  <a:lnTo>
                    <a:pt x="43" y="184"/>
                  </a:lnTo>
                  <a:lnTo>
                    <a:pt x="43" y="184"/>
                  </a:lnTo>
                  <a:lnTo>
                    <a:pt x="43" y="182"/>
                  </a:lnTo>
                  <a:lnTo>
                    <a:pt x="43" y="182"/>
                  </a:lnTo>
                  <a:lnTo>
                    <a:pt x="43" y="182"/>
                  </a:lnTo>
                  <a:lnTo>
                    <a:pt x="43" y="182"/>
                  </a:lnTo>
                  <a:lnTo>
                    <a:pt x="43" y="182"/>
                  </a:lnTo>
                  <a:lnTo>
                    <a:pt x="43" y="182"/>
                  </a:lnTo>
                  <a:lnTo>
                    <a:pt x="44" y="182"/>
                  </a:lnTo>
                  <a:lnTo>
                    <a:pt x="44" y="182"/>
                  </a:lnTo>
                  <a:lnTo>
                    <a:pt x="46" y="181"/>
                  </a:lnTo>
                  <a:lnTo>
                    <a:pt x="46" y="181"/>
                  </a:lnTo>
                  <a:lnTo>
                    <a:pt x="46" y="181"/>
                  </a:lnTo>
                  <a:lnTo>
                    <a:pt x="46" y="181"/>
                  </a:lnTo>
                  <a:lnTo>
                    <a:pt x="48" y="181"/>
                  </a:lnTo>
                  <a:lnTo>
                    <a:pt x="48" y="181"/>
                  </a:lnTo>
                  <a:lnTo>
                    <a:pt x="49" y="181"/>
                  </a:lnTo>
                  <a:lnTo>
                    <a:pt x="49" y="181"/>
                  </a:lnTo>
                  <a:lnTo>
                    <a:pt x="50" y="178"/>
                  </a:lnTo>
                  <a:lnTo>
                    <a:pt x="49" y="178"/>
                  </a:lnTo>
                  <a:lnTo>
                    <a:pt x="49" y="178"/>
                  </a:lnTo>
                  <a:lnTo>
                    <a:pt x="49" y="178"/>
                  </a:lnTo>
                  <a:lnTo>
                    <a:pt x="49" y="178"/>
                  </a:lnTo>
                  <a:lnTo>
                    <a:pt x="46" y="178"/>
                  </a:lnTo>
                  <a:lnTo>
                    <a:pt x="46" y="178"/>
                  </a:lnTo>
                  <a:lnTo>
                    <a:pt x="46" y="178"/>
                  </a:lnTo>
                  <a:lnTo>
                    <a:pt x="46" y="178"/>
                  </a:lnTo>
                  <a:lnTo>
                    <a:pt x="45" y="178"/>
                  </a:lnTo>
                  <a:lnTo>
                    <a:pt x="45" y="178"/>
                  </a:lnTo>
                  <a:lnTo>
                    <a:pt x="45" y="178"/>
                  </a:lnTo>
                  <a:lnTo>
                    <a:pt x="45" y="178"/>
                  </a:lnTo>
                  <a:lnTo>
                    <a:pt x="44" y="178"/>
                  </a:lnTo>
                  <a:lnTo>
                    <a:pt x="44" y="178"/>
                  </a:lnTo>
                  <a:lnTo>
                    <a:pt x="44" y="178"/>
                  </a:lnTo>
                  <a:lnTo>
                    <a:pt x="44" y="177"/>
                  </a:lnTo>
                  <a:lnTo>
                    <a:pt x="43" y="177"/>
                  </a:lnTo>
                  <a:lnTo>
                    <a:pt x="43" y="177"/>
                  </a:lnTo>
                  <a:lnTo>
                    <a:pt x="43" y="177"/>
                  </a:lnTo>
                  <a:lnTo>
                    <a:pt x="43" y="176"/>
                  </a:lnTo>
                  <a:lnTo>
                    <a:pt x="43" y="176"/>
                  </a:lnTo>
                  <a:lnTo>
                    <a:pt x="43" y="176"/>
                  </a:lnTo>
                  <a:lnTo>
                    <a:pt x="43" y="176"/>
                  </a:lnTo>
                  <a:lnTo>
                    <a:pt x="45" y="174"/>
                  </a:lnTo>
                  <a:lnTo>
                    <a:pt x="45" y="174"/>
                  </a:lnTo>
                  <a:lnTo>
                    <a:pt x="45" y="174"/>
                  </a:lnTo>
                  <a:lnTo>
                    <a:pt x="45" y="174"/>
                  </a:lnTo>
                  <a:lnTo>
                    <a:pt x="46" y="172"/>
                  </a:lnTo>
                  <a:lnTo>
                    <a:pt x="46" y="172"/>
                  </a:lnTo>
                  <a:lnTo>
                    <a:pt x="46" y="172"/>
                  </a:lnTo>
                  <a:lnTo>
                    <a:pt x="46" y="172"/>
                  </a:lnTo>
                  <a:lnTo>
                    <a:pt x="47" y="170"/>
                  </a:lnTo>
                  <a:lnTo>
                    <a:pt x="47" y="170"/>
                  </a:lnTo>
                  <a:lnTo>
                    <a:pt x="47" y="170"/>
                  </a:lnTo>
                  <a:lnTo>
                    <a:pt x="47" y="170"/>
                  </a:lnTo>
                  <a:lnTo>
                    <a:pt x="47" y="170"/>
                  </a:lnTo>
                  <a:lnTo>
                    <a:pt x="47" y="170"/>
                  </a:lnTo>
                  <a:lnTo>
                    <a:pt x="47" y="170"/>
                  </a:lnTo>
                  <a:lnTo>
                    <a:pt x="47" y="170"/>
                  </a:lnTo>
                  <a:lnTo>
                    <a:pt x="47" y="169"/>
                  </a:lnTo>
                  <a:lnTo>
                    <a:pt x="47" y="169"/>
                  </a:lnTo>
                  <a:lnTo>
                    <a:pt x="47" y="169"/>
                  </a:lnTo>
                  <a:lnTo>
                    <a:pt x="47" y="169"/>
                  </a:lnTo>
                  <a:lnTo>
                    <a:pt x="47" y="169"/>
                  </a:lnTo>
                  <a:lnTo>
                    <a:pt x="47" y="169"/>
                  </a:lnTo>
                  <a:lnTo>
                    <a:pt x="47" y="169"/>
                  </a:lnTo>
                  <a:lnTo>
                    <a:pt x="47" y="169"/>
                  </a:lnTo>
                  <a:lnTo>
                    <a:pt x="47" y="167"/>
                  </a:lnTo>
                  <a:lnTo>
                    <a:pt x="45" y="167"/>
                  </a:lnTo>
                  <a:lnTo>
                    <a:pt x="45" y="167"/>
                  </a:lnTo>
                  <a:lnTo>
                    <a:pt x="43" y="167"/>
                  </a:lnTo>
                  <a:lnTo>
                    <a:pt x="43" y="167"/>
                  </a:lnTo>
                  <a:lnTo>
                    <a:pt x="41" y="167"/>
                  </a:lnTo>
                  <a:lnTo>
                    <a:pt x="41" y="167"/>
                  </a:lnTo>
                  <a:lnTo>
                    <a:pt x="41" y="167"/>
                  </a:lnTo>
                  <a:lnTo>
                    <a:pt x="41" y="166"/>
                  </a:lnTo>
                  <a:lnTo>
                    <a:pt x="39" y="166"/>
                  </a:lnTo>
                  <a:lnTo>
                    <a:pt x="39" y="166"/>
                  </a:lnTo>
                  <a:lnTo>
                    <a:pt x="38" y="166"/>
                  </a:lnTo>
                  <a:lnTo>
                    <a:pt x="38" y="166"/>
                  </a:lnTo>
                  <a:lnTo>
                    <a:pt x="37" y="166"/>
                  </a:lnTo>
                  <a:lnTo>
                    <a:pt x="37" y="166"/>
                  </a:lnTo>
                  <a:lnTo>
                    <a:pt x="37" y="166"/>
                  </a:lnTo>
                  <a:lnTo>
                    <a:pt x="37" y="166"/>
                  </a:lnTo>
                  <a:lnTo>
                    <a:pt x="35" y="166"/>
                  </a:lnTo>
                  <a:lnTo>
                    <a:pt x="34" y="166"/>
                  </a:lnTo>
                  <a:lnTo>
                    <a:pt x="32" y="166"/>
                  </a:lnTo>
                  <a:lnTo>
                    <a:pt x="32" y="164"/>
                  </a:lnTo>
                  <a:lnTo>
                    <a:pt x="30" y="164"/>
                  </a:lnTo>
                  <a:lnTo>
                    <a:pt x="30" y="163"/>
                  </a:lnTo>
                  <a:lnTo>
                    <a:pt x="29" y="163"/>
                  </a:lnTo>
                  <a:lnTo>
                    <a:pt x="29" y="161"/>
                  </a:lnTo>
                  <a:lnTo>
                    <a:pt x="27" y="161"/>
                  </a:lnTo>
                  <a:lnTo>
                    <a:pt x="26" y="161"/>
                  </a:lnTo>
                  <a:lnTo>
                    <a:pt x="24" y="161"/>
                  </a:lnTo>
                  <a:lnTo>
                    <a:pt x="24" y="159"/>
                  </a:lnTo>
                  <a:lnTo>
                    <a:pt x="22" y="159"/>
                  </a:lnTo>
                  <a:lnTo>
                    <a:pt x="22" y="157"/>
                  </a:lnTo>
                  <a:lnTo>
                    <a:pt x="22" y="157"/>
                  </a:lnTo>
                  <a:lnTo>
                    <a:pt x="22" y="155"/>
                  </a:lnTo>
                  <a:lnTo>
                    <a:pt x="21" y="155"/>
                  </a:lnTo>
                  <a:lnTo>
                    <a:pt x="21" y="155"/>
                  </a:lnTo>
                  <a:lnTo>
                    <a:pt x="21" y="155"/>
                  </a:lnTo>
                  <a:lnTo>
                    <a:pt x="21" y="154"/>
                  </a:lnTo>
                  <a:lnTo>
                    <a:pt x="21" y="154"/>
                  </a:lnTo>
                  <a:lnTo>
                    <a:pt x="21" y="154"/>
                  </a:lnTo>
                  <a:lnTo>
                    <a:pt x="21" y="154"/>
                  </a:lnTo>
                  <a:lnTo>
                    <a:pt x="21" y="152"/>
                  </a:lnTo>
                  <a:lnTo>
                    <a:pt x="21" y="152"/>
                  </a:lnTo>
                  <a:lnTo>
                    <a:pt x="21" y="151"/>
                  </a:lnTo>
                  <a:lnTo>
                    <a:pt x="21" y="151"/>
                  </a:lnTo>
                  <a:lnTo>
                    <a:pt x="21" y="149"/>
                  </a:lnTo>
                  <a:lnTo>
                    <a:pt x="21" y="149"/>
                  </a:lnTo>
                  <a:lnTo>
                    <a:pt x="21" y="148"/>
                  </a:lnTo>
                  <a:lnTo>
                    <a:pt x="21" y="148"/>
                  </a:lnTo>
                  <a:lnTo>
                    <a:pt x="21" y="146"/>
                  </a:lnTo>
                  <a:lnTo>
                    <a:pt x="19" y="146"/>
                  </a:lnTo>
                  <a:lnTo>
                    <a:pt x="19" y="146"/>
                  </a:lnTo>
                  <a:lnTo>
                    <a:pt x="19" y="146"/>
                  </a:lnTo>
                  <a:lnTo>
                    <a:pt x="19" y="146"/>
                  </a:lnTo>
                  <a:lnTo>
                    <a:pt x="17" y="146"/>
                  </a:lnTo>
                  <a:lnTo>
                    <a:pt x="17" y="146"/>
                  </a:lnTo>
                  <a:lnTo>
                    <a:pt x="17" y="146"/>
                  </a:lnTo>
                  <a:lnTo>
                    <a:pt x="17" y="144"/>
                  </a:lnTo>
                  <a:lnTo>
                    <a:pt x="15" y="144"/>
                  </a:lnTo>
                  <a:lnTo>
                    <a:pt x="15" y="144"/>
                  </a:lnTo>
                  <a:lnTo>
                    <a:pt x="14" y="144"/>
                  </a:lnTo>
                  <a:lnTo>
                    <a:pt x="14" y="143"/>
                  </a:lnTo>
                  <a:lnTo>
                    <a:pt x="13" y="143"/>
                  </a:lnTo>
                  <a:lnTo>
                    <a:pt x="13" y="143"/>
                  </a:lnTo>
                  <a:lnTo>
                    <a:pt x="13" y="143"/>
                  </a:lnTo>
                  <a:lnTo>
                    <a:pt x="13" y="141"/>
                  </a:lnTo>
                  <a:lnTo>
                    <a:pt x="11" y="141"/>
                  </a:lnTo>
                  <a:lnTo>
                    <a:pt x="11" y="141"/>
                  </a:lnTo>
                  <a:lnTo>
                    <a:pt x="10" y="141"/>
                  </a:lnTo>
                  <a:lnTo>
                    <a:pt x="10" y="141"/>
                  </a:lnTo>
                  <a:lnTo>
                    <a:pt x="8" y="141"/>
                  </a:lnTo>
                  <a:lnTo>
                    <a:pt x="8" y="141"/>
                  </a:lnTo>
                  <a:lnTo>
                    <a:pt x="8" y="141"/>
                  </a:lnTo>
                  <a:lnTo>
                    <a:pt x="8" y="140"/>
                  </a:lnTo>
                  <a:lnTo>
                    <a:pt x="7" y="140"/>
                  </a:lnTo>
                  <a:lnTo>
                    <a:pt x="7" y="140"/>
                  </a:lnTo>
                  <a:lnTo>
                    <a:pt x="7" y="140"/>
                  </a:lnTo>
                  <a:lnTo>
                    <a:pt x="7" y="139"/>
                  </a:lnTo>
                  <a:lnTo>
                    <a:pt x="6" y="139"/>
                  </a:lnTo>
                  <a:lnTo>
                    <a:pt x="6" y="139"/>
                  </a:lnTo>
                  <a:lnTo>
                    <a:pt x="6" y="139"/>
                  </a:lnTo>
                  <a:lnTo>
                    <a:pt x="6" y="138"/>
                  </a:lnTo>
                  <a:lnTo>
                    <a:pt x="4" y="138"/>
                  </a:lnTo>
                  <a:lnTo>
                    <a:pt x="4" y="138"/>
                  </a:lnTo>
                  <a:lnTo>
                    <a:pt x="4" y="138"/>
                  </a:lnTo>
                  <a:lnTo>
                    <a:pt x="4" y="137"/>
                  </a:lnTo>
                  <a:lnTo>
                    <a:pt x="2" y="137"/>
                  </a:lnTo>
                  <a:lnTo>
                    <a:pt x="2" y="137"/>
                  </a:lnTo>
                  <a:lnTo>
                    <a:pt x="2" y="137"/>
                  </a:lnTo>
                  <a:lnTo>
                    <a:pt x="2" y="134"/>
                  </a:lnTo>
                  <a:lnTo>
                    <a:pt x="0" y="134"/>
                  </a:lnTo>
                  <a:lnTo>
                    <a:pt x="0" y="134"/>
                  </a:lnTo>
                  <a:lnTo>
                    <a:pt x="0" y="134"/>
                  </a:lnTo>
                  <a:lnTo>
                    <a:pt x="0" y="132"/>
                  </a:lnTo>
                  <a:lnTo>
                    <a:pt x="0" y="132"/>
                  </a:lnTo>
                  <a:lnTo>
                    <a:pt x="0" y="132"/>
                  </a:lnTo>
                  <a:lnTo>
                    <a:pt x="0" y="132"/>
                  </a:lnTo>
                  <a:lnTo>
                    <a:pt x="0" y="131"/>
                  </a:lnTo>
                  <a:lnTo>
                    <a:pt x="2" y="129"/>
                  </a:lnTo>
                  <a:lnTo>
                    <a:pt x="2" y="130"/>
                  </a:lnTo>
                  <a:lnTo>
                    <a:pt x="2" y="130"/>
                  </a:lnTo>
                  <a:lnTo>
                    <a:pt x="2" y="130"/>
                  </a:lnTo>
                  <a:lnTo>
                    <a:pt x="4" y="130"/>
                  </a:lnTo>
                  <a:lnTo>
                    <a:pt x="4" y="130"/>
                  </a:lnTo>
                  <a:lnTo>
                    <a:pt x="6" y="130"/>
                  </a:lnTo>
                  <a:lnTo>
                    <a:pt x="6" y="130"/>
                  </a:lnTo>
                  <a:lnTo>
                    <a:pt x="8" y="129"/>
                  </a:lnTo>
                  <a:lnTo>
                    <a:pt x="8" y="129"/>
                  </a:lnTo>
                  <a:lnTo>
                    <a:pt x="8" y="129"/>
                  </a:lnTo>
                  <a:lnTo>
                    <a:pt x="8" y="129"/>
                  </a:lnTo>
                  <a:lnTo>
                    <a:pt x="10" y="128"/>
                  </a:lnTo>
                  <a:lnTo>
                    <a:pt x="10" y="128"/>
                  </a:lnTo>
                  <a:lnTo>
                    <a:pt x="11" y="128"/>
                  </a:lnTo>
                  <a:lnTo>
                    <a:pt x="11" y="128"/>
                  </a:lnTo>
                  <a:lnTo>
                    <a:pt x="13" y="128"/>
                  </a:lnTo>
                  <a:lnTo>
                    <a:pt x="13" y="128"/>
                  </a:lnTo>
                  <a:lnTo>
                    <a:pt x="13" y="128"/>
                  </a:lnTo>
                  <a:lnTo>
                    <a:pt x="13" y="128"/>
                  </a:lnTo>
                  <a:lnTo>
                    <a:pt x="13" y="127"/>
                  </a:lnTo>
                  <a:lnTo>
                    <a:pt x="13" y="127"/>
                  </a:lnTo>
                  <a:lnTo>
                    <a:pt x="13" y="127"/>
                  </a:lnTo>
                  <a:lnTo>
                    <a:pt x="13" y="127"/>
                  </a:lnTo>
                  <a:lnTo>
                    <a:pt x="14" y="125"/>
                  </a:lnTo>
                  <a:lnTo>
                    <a:pt x="14" y="125"/>
                  </a:lnTo>
                  <a:lnTo>
                    <a:pt x="14" y="125"/>
                  </a:lnTo>
                  <a:lnTo>
                    <a:pt x="14" y="125"/>
                  </a:lnTo>
                  <a:lnTo>
                    <a:pt x="15" y="123"/>
                  </a:lnTo>
                  <a:lnTo>
                    <a:pt x="15" y="123"/>
                  </a:lnTo>
                  <a:lnTo>
                    <a:pt x="16" y="123"/>
                  </a:lnTo>
                  <a:lnTo>
                    <a:pt x="16" y="123"/>
                  </a:lnTo>
                  <a:lnTo>
                    <a:pt x="18" y="122"/>
                  </a:lnTo>
                  <a:lnTo>
                    <a:pt x="18" y="123"/>
                  </a:lnTo>
                  <a:lnTo>
                    <a:pt x="18" y="123"/>
                  </a:lnTo>
                  <a:lnTo>
                    <a:pt x="18" y="123"/>
                  </a:lnTo>
                  <a:lnTo>
                    <a:pt x="19" y="123"/>
                  </a:lnTo>
                  <a:lnTo>
                    <a:pt x="19" y="123"/>
                  </a:lnTo>
                  <a:lnTo>
                    <a:pt x="19" y="123"/>
                  </a:lnTo>
                  <a:lnTo>
                    <a:pt x="19" y="123"/>
                  </a:lnTo>
                  <a:lnTo>
                    <a:pt x="21" y="123"/>
                  </a:lnTo>
                  <a:lnTo>
                    <a:pt x="21" y="124"/>
                  </a:lnTo>
                  <a:lnTo>
                    <a:pt x="21" y="124"/>
                  </a:lnTo>
                  <a:lnTo>
                    <a:pt x="21" y="124"/>
                  </a:lnTo>
                  <a:lnTo>
                    <a:pt x="23" y="124"/>
                  </a:lnTo>
                  <a:lnTo>
                    <a:pt x="23" y="124"/>
                  </a:lnTo>
                  <a:lnTo>
                    <a:pt x="24" y="124"/>
                  </a:lnTo>
                  <a:lnTo>
                    <a:pt x="24" y="124"/>
                  </a:lnTo>
                  <a:lnTo>
                    <a:pt x="26" y="123"/>
                  </a:lnTo>
                  <a:lnTo>
                    <a:pt x="26" y="123"/>
                  </a:lnTo>
                  <a:lnTo>
                    <a:pt x="26" y="123"/>
                  </a:lnTo>
                  <a:lnTo>
                    <a:pt x="26" y="123"/>
                  </a:lnTo>
                  <a:lnTo>
                    <a:pt x="26" y="123"/>
                  </a:lnTo>
                  <a:lnTo>
                    <a:pt x="26" y="123"/>
                  </a:lnTo>
                  <a:lnTo>
                    <a:pt x="26" y="123"/>
                  </a:lnTo>
                  <a:lnTo>
                    <a:pt x="26" y="123"/>
                  </a:lnTo>
                  <a:lnTo>
                    <a:pt x="27" y="121"/>
                  </a:lnTo>
                  <a:lnTo>
                    <a:pt x="27" y="121"/>
                  </a:lnTo>
                  <a:lnTo>
                    <a:pt x="27" y="121"/>
                  </a:lnTo>
                  <a:lnTo>
                    <a:pt x="27" y="121"/>
                  </a:lnTo>
                  <a:lnTo>
                    <a:pt x="28" y="119"/>
                  </a:lnTo>
                  <a:lnTo>
                    <a:pt x="28" y="119"/>
                  </a:lnTo>
                  <a:lnTo>
                    <a:pt x="28" y="118"/>
                  </a:lnTo>
                  <a:lnTo>
                    <a:pt x="28" y="118"/>
                  </a:lnTo>
                  <a:lnTo>
                    <a:pt x="29" y="116"/>
                  </a:lnTo>
                  <a:lnTo>
                    <a:pt x="29" y="116"/>
                  </a:lnTo>
                  <a:lnTo>
                    <a:pt x="29" y="116"/>
                  </a:lnTo>
                  <a:lnTo>
                    <a:pt x="29" y="116"/>
                  </a:lnTo>
                  <a:lnTo>
                    <a:pt x="29" y="115"/>
                  </a:lnTo>
                  <a:lnTo>
                    <a:pt x="29" y="115"/>
                  </a:lnTo>
                  <a:lnTo>
                    <a:pt x="29" y="112"/>
                  </a:lnTo>
                  <a:lnTo>
                    <a:pt x="29" y="112"/>
                  </a:lnTo>
                  <a:lnTo>
                    <a:pt x="29" y="110"/>
                  </a:lnTo>
                  <a:lnTo>
                    <a:pt x="28" y="110"/>
                  </a:lnTo>
                  <a:lnTo>
                    <a:pt x="28" y="109"/>
                  </a:lnTo>
                  <a:lnTo>
                    <a:pt x="28" y="109"/>
                  </a:lnTo>
                  <a:lnTo>
                    <a:pt x="28" y="107"/>
                  </a:lnTo>
                  <a:lnTo>
                    <a:pt x="28" y="107"/>
                  </a:lnTo>
                  <a:lnTo>
                    <a:pt x="28" y="107"/>
                  </a:lnTo>
                  <a:lnTo>
                    <a:pt x="28" y="107"/>
                  </a:lnTo>
                  <a:lnTo>
                    <a:pt x="29" y="105"/>
                  </a:lnTo>
                  <a:lnTo>
                    <a:pt x="29" y="105"/>
                  </a:lnTo>
                  <a:lnTo>
                    <a:pt x="29" y="105"/>
                  </a:lnTo>
                  <a:lnTo>
                    <a:pt x="29" y="105"/>
                  </a:lnTo>
                  <a:lnTo>
                    <a:pt x="30" y="105"/>
                  </a:lnTo>
                  <a:lnTo>
                    <a:pt x="30" y="105"/>
                  </a:lnTo>
                  <a:lnTo>
                    <a:pt x="30" y="105"/>
                  </a:lnTo>
                  <a:lnTo>
                    <a:pt x="30" y="105"/>
                  </a:lnTo>
                  <a:lnTo>
                    <a:pt x="31" y="103"/>
                  </a:lnTo>
                  <a:lnTo>
                    <a:pt x="31" y="103"/>
                  </a:lnTo>
                  <a:lnTo>
                    <a:pt x="31" y="103"/>
                  </a:lnTo>
                  <a:lnTo>
                    <a:pt x="31" y="103"/>
                  </a:lnTo>
                  <a:lnTo>
                    <a:pt x="34" y="103"/>
                  </a:lnTo>
                  <a:lnTo>
                    <a:pt x="34" y="103"/>
                  </a:lnTo>
                  <a:lnTo>
                    <a:pt x="34" y="103"/>
                  </a:lnTo>
                  <a:lnTo>
                    <a:pt x="34" y="103"/>
                  </a:lnTo>
                  <a:lnTo>
                    <a:pt x="36" y="101"/>
                  </a:lnTo>
                  <a:lnTo>
                    <a:pt x="35" y="101"/>
                  </a:lnTo>
                  <a:lnTo>
                    <a:pt x="35" y="101"/>
                  </a:lnTo>
                  <a:lnTo>
                    <a:pt x="35" y="101"/>
                  </a:lnTo>
                  <a:lnTo>
                    <a:pt x="35" y="100"/>
                  </a:lnTo>
                  <a:lnTo>
                    <a:pt x="35" y="100"/>
                  </a:lnTo>
                  <a:lnTo>
                    <a:pt x="35" y="100"/>
                  </a:lnTo>
                  <a:lnTo>
                    <a:pt x="35" y="100"/>
                  </a:lnTo>
                  <a:lnTo>
                    <a:pt x="35" y="98"/>
                  </a:lnTo>
                  <a:lnTo>
                    <a:pt x="35" y="98"/>
                  </a:lnTo>
                  <a:lnTo>
                    <a:pt x="35" y="98"/>
                  </a:lnTo>
                  <a:lnTo>
                    <a:pt x="35" y="98"/>
                  </a:lnTo>
                  <a:lnTo>
                    <a:pt x="35" y="95"/>
                  </a:lnTo>
                  <a:lnTo>
                    <a:pt x="35" y="95"/>
                  </a:lnTo>
                  <a:lnTo>
                    <a:pt x="35" y="95"/>
                  </a:lnTo>
                  <a:lnTo>
                    <a:pt x="35" y="95"/>
                  </a:lnTo>
                  <a:lnTo>
                    <a:pt x="35" y="94"/>
                  </a:lnTo>
                  <a:lnTo>
                    <a:pt x="35" y="94"/>
                  </a:lnTo>
                  <a:lnTo>
                    <a:pt x="35" y="94"/>
                  </a:lnTo>
                  <a:lnTo>
                    <a:pt x="35" y="94"/>
                  </a:lnTo>
                  <a:lnTo>
                    <a:pt x="35" y="94"/>
                  </a:lnTo>
                  <a:lnTo>
                    <a:pt x="35" y="94"/>
                  </a:lnTo>
                  <a:lnTo>
                    <a:pt x="35" y="94"/>
                  </a:lnTo>
                  <a:lnTo>
                    <a:pt x="35" y="94"/>
                  </a:lnTo>
                  <a:lnTo>
                    <a:pt x="36" y="93"/>
                  </a:lnTo>
                  <a:lnTo>
                    <a:pt x="36" y="93"/>
                  </a:lnTo>
                  <a:lnTo>
                    <a:pt x="36" y="93"/>
                  </a:lnTo>
                  <a:lnTo>
                    <a:pt x="36" y="93"/>
                  </a:lnTo>
                  <a:lnTo>
                    <a:pt x="37" y="93"/>
                  </a:lnTo>
                  <a:lnTo>
                    <a:pt x="37" y="93"/>
                  </a:lnTo>
                  <a:lnTo>
                    <a:pt x="37" y="93"/>
                  </a:lnTo>
                  <a:lnTo>
                    <a:pt x="37" y="93"/>
                  </a:lnTo>
                  <a:lnTo>
                    <a:pt x="39" y="91"/>
                  </a:lnTo>
                  <a:lnTo>
                    <a:pt x="39" y="91"/>
                  </a:lnTo>
                  <a:lnTo>
                    <a:pt x="39" y="91"/>
                  </a:lnTo>
                  <a:lnTo>
                    <a:pt x="39" y="91"/>
                  </a:lnTo>
                  <a:lnTo>
                    <a:pt x="39" y="89"/>
                  </a:lnTo>
                  <a:lnTo>
                    <a:pt x="39" y="89"/>
                  </a:lnTo>
                  <a:lnTo>
                    <a:pt x="39" y="87"/>
                  </a:lnTo>
                  <a:lnTo>
                    <a:pt x="39" y="87"/>
                  </a:lnTo>
                  <a:lnTo>
                    <a:pt x="39" y="85"/>
                  </a:lnTo>
                  <a:lnTo>
                    <a:pt x="39" y="85"/>
                  </a:lnTo>
                  <a:lnTo>
                    <a:pt x="39" y="85"/>
                  </a:lnTo>
                  <a:lnTo>
                    <a:pt x="39" y="85"/>
                  </a:lnTo>
                  <a:lnTo>
                    <a:pt x="39" y="83"/>
                  </a:lnTo>
                  <a:lnTo>
                    <a:pt x="39" y="83"/>
                  </a:lnTo>
                  <a:lnTo>
                    <a:pt x="39" y="83"/>
                  </a:lnTo>
                  <a:lnTo>
                    <a:pt x="39" y="83"/>
                  </a:lnTo>
                  <a:lnTo>
                    <a:pt x="39" y="80"/>
                  </a:lnTo>
                  <a:lnTo>
                    <a:pt x="39" y="80"/>
                  </a:lnTo>
                  <a:lnTo>
                    <a:pt x="39" y="80"/>
                  </a:lnTo>
                  <a:lnTo>
                    <a:pt x="39" y="80"/>
                  </a:lnTo>
                  <a:lnTo>
                    <a:pt x="39" y="80"/>
                  </a:lnTo>
                  <a:lnTo>
                    <a:pt x="39" y="80"/>
                  </a:lnTo>
                  <a:lnTo>
                    <a:pt x="39" y="80"/>
                  </a:lnTo>
                  <a:lnTo>
                    <a:pt x="39" y="80"/>
                  </a:lnTo>
                  <a:lnTo>
                    <a:pt x="39" y="80"/>
                  </a:lnTo>
                  <a:lnTo>
                    <a:pt x="39" y="80"/>
                  </a:lnTo>
                  <a:lnTo>
                    <a:pt x="39" y="80"/>
                  </a:lnTo>
                  <a:lnTo>
                    <a:pt x="39" y="80"/>
                  </a:lnTo>
                  <a:lnTo>
                    <a:pt x="39" y="80"/>
                  </a:lnTo>
                  <a:lnTo>
                    <a:pt x="39" y="80"/>
                  </a:lnTo>
                  <a:lnTo>
                    <a:pt x="39" y="80"/>
                  </a:lnTo>
                  <a:lnTo>
                    <a:pt x="39" y="80"/>
                  </a:lnTo>
                  <a:lnTo>
                    <a:pt x="41" y="79"/>
                  </a:lnTo>
                  <a:lnTo>
                    <a:pt x="41" y="79"/>
                  </a:lnTo>
                  <a:lnTo>
                    <a:pt x="41" y="79"/>
                  </a:lnTo>
                  <a:lnTo>
                    <a:pt x="41" y="79"/>
                  </a:lnTo>
                  <a:lnTo>
                    <a:pt x="41" y="77"/>
                  </a:lnTo>
                  <a:lnTo>
                    <a:pt x="41" y="77"/>
                  </a:lnTo>
                  <a:lnTo>
                    <a:pt x="41" y="75"/>
                  </a:lnTo>
                  <a:lnTo>
                    <a:pt x="41" y="75"/>
                  </a:lnTo>
                  <a:lnTo>
                    <a:pt x="43" y="73"/>
                  </a:lnTo>
                  <a:lnTo>
                    <a:pt x="43" y="73"/>
                  </a:lnTo>
                  <a:lnTo>
                    <a:pt x="43" y="72"/>
                  </a:lnTo>
                  <a:lnTo>
                    <a:pt x="43" y="72"/>
                  </a:lnTo>
                  <a:lnTo>
                    <a:pt x="43" y="70"/>
                  </a:lnTo>
                  <a:lnTo>
                    <a:pt x="43" y="70"/>
                  </a:lnTo>
                  <a:lnTo>
                    <a:pt x="43" y="68"/>
                  </a:lnTo>
                  <a:lnTo>
                    <a:pt x="43" y="68"/>
                  </a:lnTo>
                  <a:lnTo>
                    <a:pt x="44" y="66"/>
                  </a:lnTo>
                  <a:lnTo>
                    <a:pt x="44" y="66"/>
                  </a:lnTo>
                  <a:lnTo>
                    <a:pt x="44" y="66"/>
                  </a:lnTo>
                  <a:lnTo>
                    <a:pt x="44" y="66"/>
                  </a:lnTo>
                  <a:lnTo>
                    <a:pt x="44" y="66"/>
                  </a:lnTo>
                  <a:lnTo>
                    <a:pt x="44" y="66"/>
                  </a:lnTo>
                  <a:lnTo>
                    <a:pt x="44" y="66"/>
                  </a:lnTo>
                  <a:lnTo>
                    <a:pt x="44" y="66"/>
                  </a:lnTo>
                  <a:lnTo>
                    <a:pt x="44" y="64"/>
                  </a:lnTo>
                  <a:lnTo>
                    <a:pt x="44" y="64"/>
                  </a:lnTo>
                  <a:lnTo>
                    <a:pt x="44" y="64"/>
                  </a:lnTo>
                  <a:lnTo>
                    <a:pt x="44" y="64"/>
                  </a:lnTo>
                  <a:lnTo>
                    <a:pt x="44" y="63"/>
                  </a:lnTo>
                  <a:lnTo>
                    <a:pt x="44" y="63"/>
                  </a:lnTo>
                  <a:lnTo>
                    <a:pt x="44" y="62"/>
                  </a:lnTo>
                  <a:lnTo>
                    <a:pt x="44" y="62"/>
                  </a:lnTo>
                  <a:lnTo>
                    <a:pt x="44" y="60"/>
                  </a:lnTo>
                  <a:lnTo>
                    <a:pt x="44" y="60"/>
                  </a:lnTo>
                  <a:lnTo>
                    <a:pt x="44" y="60"/>
                  </a:lnTo>
                  <a:lnTo>
                    <a:pt x="44" y="60"/>
                  </a:lnTo>
                  <a:lnTo>
                    <a:pt x="45" y="60"/>
                  </a:lnTo>
                  <a:lnTo>
                    <a:pt x="45" y="60"/>
                  </a:lnTo>
                  <a:lnTo>
                    <a:pt x="45" y="60"/>
                  </a:lnTo>
                  <a:lnTo>
                    <a:pt x="45" y="60"/>
                  </a:lnTo>
                  <a:lnTo>
                    <a:pt x="46" y="58"/>
                  </a:lnTo>
                  <a:lnTo>
                    <a:pt x="46" y="58"/>
                  </a:lnTo>
                  <a:lnTo>
                    <a:pt x="46" y="58"/>
                  </a:lnTo>
                  <a:lnTo>
                    <a:pt x="46" y="58"/>
                  </a:lnTo>
                  <a:lnTo>
                    <a:pt x="49" y="57"/>
                  </a:lnTo>
                  <a:lnTo>
                    <a:pt x="49" y="57"/>
                  </a:lnTo>
                  <a:lnTo>
                    <a:pt x="49" y="57"/>
                  </a:lnTo>
                  <a:lnTo>
                    <a:pt x="49" y="57"/>
                  </a:lnTo>
                  <a:lnTo>
                    <a:pt x="50" y="56"/>
                  </a:lnTo>
                  <a:lnTo>
                    <a:pt x="50" y="56"/>
                  </a:lnTo>
                  <a:lnTo>
                    <a:pt x="50" y="56"/>
                  </a:lnTo>
                  <a:lnTo>
                    <a:pt x="50" y="56"/>
                  </a:lnTo>
                  <a:lnTo>
                    <a:pt x="50" y="56"/>
                  </a:lnTo>
                  <a:lnTo>
                    <a:pt x="50" y="56"/>
                  </a:lnTo>
                  <a:lnTo>
                    <a:pt x="50" y="56"/>
                  </a:lnTo>
                  <a:lnTo>
                    <a:pt x="50" y="56"/>
                  </a:lnTo>
                  <a:lnTo>
                    <a:pt x="50" y="54"/>
                  </a:lnTo>
                  <a:lnTo>
                    <a:pt x="50" y="54"/>
                  </a:lnTo>
                  <a:lnTo>
                    <a:pt x="50" y="54"/>
                  </a:lnTo>
                  <a:lnTo>
                    <a:pt x="50" y="54"/>
                  </a:lnTo>
                  <a:lnTo>
                    <a:pt x="50" y="53"/>
                  </a:lnTo>
                  <a:lnTo>
                    <a:pt x="50" y="53"/>
                  </a:lnTo>
                  <a:lnTo>
                    <a:pt x="50" y="53"/>
                  </a:lnTo>
                  <a:lnTo>
                    <a:pt x="50" y="53"/>
                  </a:lnTo>
                  <a:lnTo>
                    <a:pt x="51" y="51"/>
                  </a:lnTo>
                  <a:lnTo>
                    <a:pt x="51" y="51"/>
                  </a:lnTo>
                  <a:lnTo>
                    <a:pt x="51" y="51"/>
                  </a:lnTo>
                  <a:lnTo>
                    <a:pt x="51" y="51"/>
                  </a:lnTo>
                  <a:lnTo>
                    <a:pt x="51" y="51"/>
                  </a:lnTo>
                  <a:lnTo>
                    <a:pt x="51" y="51"/>
                  </a:lnTo>
                  <a:lnTo>
                    <a:pt x="51" y="51"/>
                  </a:lnTo>
                  <a:lnTo>
                    <a:pt x="51" y="51"/>
                  </a:lnTo>
                  <a:lnTo>
                    <a:pt x="53" y="49"/>
                  </a:lnTo>
                  <a:lnTo>
                    <a:pt x="53" y="49"/>
                  </a:lnTo>
                  <a:lnTo>
                    <a:pt x="53" y="49"/>
                  </a:lnTo>
                  <a:lnTo>
                    <a:pt x="53" y="49"/>
                  </a:lnTo>
                  <a:lnTo>
                    <a:pt x="54" y="48"/>
                  </a:lnTo>
                  <a:lnTo>
                    <a:pt x="54" y="48"/>
                  </a:lnTo>
                  <a:lnTo>
                    <a:pt x="54" y="48"/>
                  </a:lnTo>
                  <a:lnTo>
                    <a:pt x="54" y="48"/>
                  </a:lnTo>
                  <a:lnTo>
                    <a:pt x="56" y="46"/>
                  </a:lnTo>
                  <a:lnTo>
                    <a:pt x="56" y="48"/>
                  </a:lnTo>
                  <a:lnTo>
                    <a:pt x="56" y="48"/>
                  </a:lnTo>
                  <a:lnTo>
                    <a:pt x="56" y="48"/>
                  </a:lnTo>
                  <a:lnTo>
                    <a:pt x="56" y="48"/>
                  </a:lnTo>
                  <a:lnTo>
                    <a:pt x="56" y="48"/>
                  </a:lnTo>
                  <a:lnTo>
                    <a:pt x="56" y="48"/>
                  </a:lnTo>
                  <a:lnTo>
                    <a:pt x="56" y="48"/>
                  </a:lnTo>
                  <a:lnTo>
                    <a:pt x="58" y="48"/>
                  </a:lnTo>
                  <a:lnTo>
                    <a:pt x="58" y="48"/>
                  </a:lnTo>
                  <a:lnTo>
                    <a:pt x="58" y="48"/>
                  </a:lnTo>
                  <a:lnTo>
                    <a:pt x="58" y="48"/>
                  </a:lnTo>
                  <a:lnTo>
                    <a:pt x="60" y="48"/>
                  </a:lnTo>
                  <a:lnTo>
                    <a:pt x="60" y="48"/>
                  </a:lnTo>
                  <a:lnTo>
                    <a:pt x="61" y="48"/>
                  </a:lnTo>
                  <a:lnTo>
                    <a:pt x="61" y="48"/>
                  </a:lnTo>
                  <a:lnTo>
                    <a:pt x="63" y="46"/>
                  </a:lnTo>
                  <a:lnTo>
                    <a:pt x="62" y="46"/>
                  </a:lnTo>
                  <a:lnTo>
                    <a:pt x="62" y="46"/>
                  </a:lnTo>
                  <a:lnTo>
                    <a:pt x="62" y="46"/>
                  </a:lnTo>
                  <a:lnTo>
                    <a:pt x="62" y="46"/>
                  </a:lnTo>
                  <a:lnTo>
                    <a:pt x="62" y="46"/>
                  </a:lnTo>
                  <a:lnTo>
                    <a:pt x="62" y="46"/>
                  </a:lnTo>
                  <a:lnTo>
                    <a:pt x="62" y="46"/>
                  </a:lnTo>
                  <a:lnTo>
                    <a:pt x="63" y="45"/>
                  </a:lnTo>
                  <a:lnTo>
                    <a:pt x="63" y="45"/>
                  </a:lnTo>
                  <a:lnTo>
                    <a:pt x="63" y="45"/>
                  </a:lnTo>
                  <a:lnTo>
                    <a:pt x="63" y="45"/>
                  </a:lnTo>
                  <a:lnTo>
                    <a:pt x="65" y="44"/>
                  </a:lnTo>
                  <a:lnTo>
                    <a:pt x="65" y="44"/>
                  </a:lnTo>
                  <a:lnTo>
                    <a:pt x="65" y="44"/>
                  </a:lnTo>
                  <a:lnTo>
                    <a:pt x="65" y="44"/>
                  </a:lnTo>
                  <a:lnTo>
                    <a:pt x="66" y="42"/>
                  </a:lnTo>
                  <a:lnTo>
                    <a:pt x="66" y="42"/>
                  </a:lnTo>
                  <a:lnTo>
                    <a:pt x="66" y="42"/>
                  </a:lnTo>
                  <a:lnTo>
                    <a:pt x="66" y="42"/>
                  </a:lnTo>
                  <a:lnTo>
                    <a:pt x="66" y="41"/>
                  </a:lnTo>
                  <a:lnTo>
                    <a:pt x="66" y="41"/>
                  </a:lnTo>
                  <a:lnTo>
                    <a:pt x="66" y="41"/>
                  </a:lnTo>
                  <a:lnTo>
                    <a:pt x="66" y="41"/>
                  </a:lnTo>
                  <a:lnTo>
                    <a:pt x="67" y="39"/>
                  </a:lnTo>
                  <a:lnTo>
                    <a:pt x="67" y="39"/>
                  </a:lnTo>
                  <a:lnTo>
                    <a:pt x="67" y="39"/>
                  </a:lnTo>
                  <a:lnTo>
                    <a:pt x="67" y="39"/>
                  </a:lnTo>
                  <a:lnTo>
                    <a:pt x="67" y="37"/>
                  </a:lnTo>
                  <a:lnTo>
                    <a:pt x="67" y="37"/>
                  </a:lnTo>
                  <a:lnTo>
                    <a:pt x="67" y="37"/>
                  </a:lnTo>
                  <a:lnTo>
                    <a:pt x="67" y="37"/>
                  </a:lnTo>
                  <a:lnTo>
                    <a:pt x="68" y="35"/>
                  </a:lnTo>
                  <a:lnTo>
                    <a:pt x="67" y="35"/>
                  </a:lnTo>
                  <a:lnTo>
                    <a:pt x="67" y="35"/>
                  </a:lnTo>
                  <a:lnTo>
                    <a:pt x="67" y="35"/>
                  </a:lnTo>
                  <a:lnTo>
                    <a:pt x="67" y="35"/>
                  </a:lnTo>
                  <a:lnTo>
                    <a:pt x="67" y="35"/>
                  </a:lnTo>
                  <a:lnTo>
                    <a:pt x="67" y="35"/>
                  </a:lnTo>
                  <a:lnTo>
                    <a:pt x="67" y="35"/>
                  </a:lnTo>
                  <a:lnTo>
                    <a:pt x="67" y="34"/>
                  </a:lnTo>
                  <a:lnTo>
                    <a:pt x="65" y="34"/>
                  </a:lnTo>
                  <a:lnTo>
                    <a:pt x="65" y="34"/>
                  </a:lnTo>
                  <a:lnTo>
                    <a:pt x="65" y="34"/>
                  </a:lnTo>
                  <a:lnTo>
                    <a:pt x="65" y="32"/>
                  </a:lnTo>
                  <a:lnTo>
                    <a:pt x="65" y="32"/>
                  </a:lnTo>
                  <a:lnTo>
                    <a:pt x="65" y="32"/>
                  </a:lnTo>
                  <a:lnTo>
                    <a:pt x="65" y="32"/>
                  </a:lnTo>
                  <a:lnTo>
                    <a:pt x="65" y="31"/>
                  </a:lnTo>
                  <a:lnTo>
                    <a:pt x="65" y="32"/>
                  </a:lnTo>
                  <a:lnTo>
                    <a:pt x="65" y="32"/>
                  </a:lnTo>
                  <a:lnTo>
                    <a:pt x="65" y="32"/>
                  </a:lnTo>
                  <a:lnTo>
                    <a:pt x="65" y="32"/>
                  </a:lnTo>
                  <a:lnTo>
                    <a:pt x="65" y="34"/>
                  </a:lnTo>
                  <a:lnTo>
                    <a:pt x="65" y="34"/>
                  </a:lnTo>
                  <a:lnTo>
                    <a:pt x="65" y="34"/>
                  </a:lnTo>
                  <a:lnTo>
                    <a:pt x="67" y="34"/>
                  </a:lnTo>
                  <a:lnTo>
                    <a:pt x="67" y="35"/>
                  </a:lnTo>
                  <a:lnTo>
                    <a:pt x="67" y="35"/>
                  </a:lnTo>
                  <a:lnTo>
                    <a:pt x="67" y="35"/>
                  </a:lnTo>
                  <a:lnTo>
                    <a:pt x="67" y="35"/>
                  </a:lnTo>
                  <a:lnTo>
                    <a:pt x="67" y="36"/>
                  </a:lnTo>
                  <a:lnTo>
                    <a:pt x="67" y="36"/>
                  </a:lnTo>
                  <a:lnTo>
                    <a:pt x="67" y="36"/>
                  </a:lnTo>
                  <a:lnTo>
                    <a:pt x="68" y="36"/>
                  </a:lnTo>
                  <a:lnTo>
                    <a:pt x="68" y="36"/>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30" name=""/>
            <p:cNvSpPr/>
            <p:nvPr/>
          </p:nvSpPr>
          <p:spPr>
            <a:xfrm>
              <a:off x="7854840" y="6632640"/>
              <a:ext cx="355680" cy="190440"/>
            </a:xfrm>
            <a:custGeom>
              <a:avLst/>
              <a:gdLst/>
              <a:ahLst/>
              <a:rect l="l" t="t" r="r" b="b"/>
              <a:pathLst>
                <a:path w="224" h="120">
                  <a:moveTo>
                    <a:pt x="218" y="8"/>
                  </a:moveTo>
                  <a:lnTo>
                    <a:pt x="217" y="10"/>
                  </a:lnTo>
                  <a:lnTo>
                    <a:pt x="217" y="10"/>
                  </a:lnTo>
                  <a:lnTo>
                    <a:pt x="217" y="12"/>
                  </a:lnTo>
                  <a:lnTo>
                    <a:pt x="217" y="12"/>
                  </a:lnTo>
                  <a:lnTo>
                    <a:pt x="217" y="14"/>
                  </a:lnTo>
                  <a:lnTo>
                    <a:pt x="217" y="14"/>
                  </a:lnTo>
                  <a:lnTo>
                    <a:pt x="217" y="15"/>
                  </a:lnTo>
                  <a:lnTo>
                    <a:pt x="217" y="15"/>
                  </a:lnTo>
                  <a:lnTo>
                    <a:pt x="217" y="16"/>
                  </a:lnTo>
                  <a:lnTo>
                    <a:pt x="217" y="16"/>
                  </a:lnTo>
                  <a:lnTo>
                    <a:pt x="217" y="17"/>
                  </a:lnTo>
                  <a:lnTo>
                    <a:pt x="217" y="17"/>
                  </a:lnTo>
                  <a:lnTo>
                    <a:pt x="217" y="18"/>
                  </a:lnTo>
                  <a:lnTo>
                    <a:pt x="217" y="18"/>
                  </a:lnTo>
                  <a:lnTo>
                    <a:pt x="217" y="18"/>
                  </a:lnTo>
                  <a:lnTo>
                    <a:pt x="218" y="18"/>
                  </a:lnTo>
                  <a:lnTo>
                    <a:pt x="216" y="20"/>
                  </a:lnTo>
                  <a:lnTo>
                    <a:pt x="216" y="20"/>
                  </a:lnTo>
                  <a:lnTo>
                    <a:pt x="216" y="20"/>
                  </a:lnTo>
                  <a:lnTo>
                    <a:pt x="216" y="20"/>
                  </a:lnTo>
                  <a:lnTo>
                    <a:pt x="216" y="22"/>
                  </a:lnTo>
                  <a:lnTo>
                    <a:pt x="216" y="22"/>
                  </a:lnTo>
                  <a:lnTo>
                    <a:pt x="216" y="22"/>
                  </a:lnTo>
                  <a:lnTo>
                    <a:pt x="216" y="22"/>
                  </a:lnTo>
                  <a:lnTo>
                    <a:pt x="216" y="23"/>
                  </a:lnTo>
                  <a:lnTo>
                    <a:pt x="216" y="23"/>
                  </a:lnTo>
                  <a:lnTo>
                    <a:pt x="216" y="23"/>
                  </a:lnTo>
                  <a:lnTo>
                    <a:pt x="216" y="23"/>
                  </a:lnTo>
                  <a:lnTo>
                    <a:pt x="216" y="23"/>
                  </a:lnTo>
                  <a:lnTo>
                    <a:pt x="216" y="23"/>
                  </a:lnTo>
                  <a:lnTo>
                    <a:pt x="216" y="23"/>
                  </a:lnTo>
                  <a:lnTo>
                    <a:pt x="216" y="23"/>
                  </a:lnTo>
                  <a:lnTo>
                    <a:pt x="216" y="25"/>
                  </a:lnTo>
                  <a:lnTo>
                    <a:pt x="216" y="25"/>
                  </a:lnTo>
                  <a:lnTo>
                    <a:pt x="216" y="27"/>
                  </a:lnTo>
                  <a:lnTo>
                    <a:pt x="216" y="27"/>
                  </a:lnTo>
                  <a:lnTo>
                    <a:pt x="216" y="29"/>
                  </a:lnTo>
                  <a:lnTo>
                    <a:pt x="216" y="29"/>
                  </a:lnTo>
                  <a:lnTo>
                    <a:pt x="216" y="29"/>
                  </a:lnTo>
                  <a:lnTo>
                    <a:pt x="218" y="29"/>
                  </a:lnTo>
                  <a:lnTo>
                    <a:pt x="218" y="31"/>
                  </a:lnTo>
                  <a:lnTo>
                    <a:pt x="218" y="31"/>
                  </a:lnTo>
                  <a:lnTo>
                    <a:pt x="218" y="31"/>
                  </a:lnTo>
                  <a:lnTo>
                    <a:pt x="219" y="31"/>
                  </a:lnTo>
                  <a:lnTo>
                    <a:pt x="219" y="32"/>
                  </a:lnTo>
                  <a:lnTo>
                    <a:pt x="219" y="32"/>
                  </a:lnTo>
                  <a:lnTo>
                    <a:pt x="219" y="32"/>
                  </a:lnTo>
                  <a:lnTo>
                    <a:pt x="221" y="32"/>
                  </a:lnTo>
                  <a:lnTo>
                    <a:pt x="221" y="35"/>
                  </a:lnTo>
                  <a:lnTo>
                    <a:pt x="221" y="35"/>
                  </a:lnTo>
                  <a:lnTo>
                    <a:pt x="221" y="35"/>
                  </a:lnTo>
                  <a:lnTo>
                    <a:pt x="221" y="35"/>
                  </a:lnTo>
                  <a:lnTo>
                    <a:pt x="221" y="37"/>
                  </a:lnTo>
                  <a:lnTo>
                    <a:pt x="221" y="37"/>
                  </a:lnTo>
                  <a:lnTo>
                    <a:pt x="221" y="37"/>
                  </a:lnTo>
                  <a:lnTo>
                    <a:pt x="221" y="37"/>
                  </a:lnTo>
                  <a:lnTo>
                    <a:pt x="221" y="39"/>
                  </a:lnTo>
                  <a:lnTo>
                    <a:pt x="221" y="39"/>
                  </a:lnTo>
                  <a:lnTo>
                    <a:pt x="221" y="39"/>
                  </a:lnTo>
                  <a:lnTo>
                    <a:pt x="221" y="39"/>
                  </a:lnTo>
                  <a:lnTo>
                    <a:pt x="221" y="40"/>
                  </a:lnTo>
                  <a:lnTo>
                    <a:pt x="221" y="40"/>
                  </a:lnTo>
                  <a:lnTo>
                    <a:pt x="221" y="40"/>
                  </a:lnTo>
                  <a:lnTo>
                    <a:pt x="223" y="40"/>
                  </a:lnTo>
                  <a:lnTo>
                    <a:pt x="223" y="39"/>
                  </a:lnTo>
                  <a:lnTo>
                    <a:pt x="223" y="40"/>
                  </a:lnTo>
                  <a:lnTo>
                    <a:pt x="223" y="40"/>
                  </a:lnTo>
                  <a:lnTo>
                    <a:pt x="223" y="42"/>
                  </a:lnTo>
                  <a:lnTo>
                    <a:pt x="223" y="42"/>
                  </a:lnTo>
                  <a:lnTo>
                    <a:pt x="223" y="44"/>
                  </a:lnTo>
                  <a:lnTo>
                    <a:pt x="223" y="45"/>
                  </a:lnTo>
                  <a:lnTo>
                    <a:pt x="223" y="47"/>
                  </a:lnTo>
                  <a:lnTo>
                    <a:pt x="223" y="47"/>
                  </a:lnTo>
                  <a:lnTo>
                    <a:pt x="223" y="49"/>
                  </a:lnTo>
                  <a:lnTo>
                    <a:pt x="223" y="50"/>
                  </a:lnTo>
                  <a:lnTo>
                    <a:pt x="223" y="52"/>
                  </a:lnTo>
                  <a:lnTo>
                    <a:pt x="223" y="52"/>
                  </a:lnTo>
                  <a:lnTo>
                    <a:pt x="223" y="54"/>
                  </a:lnTo>
                  <a:lnTo>
                    <a:pt x="223" y="54"/>
                  </a:lnTo>
                  <a:lnTo>
                    <a:pt x="223" y="55"/>
                  </a:lnTo>
                  <a:lnTo>
                    <a:pt x="223" y="55"/>
                  </a:lnTo>
                  <a:lnTo>
                    <a:pt x="221" y="55"/>
                  </a:lnTo>
                  <a:lnTo>
                    <a:pt x="221" y="55"/>
                  </a:lnTo>
                  <a:lnTo>
                    <a:pt x="220" y="55"/>
                  </a:lnTo>
                  <a:lnTo>
                    <a:pt x="220" y="55"/>
                  </a:lnTo>
                  <a:lnTo>
                    <a:pt x="218" y="55"/>
                  </a:lnTo>
                  <a:lnTo>
                    <a:pt x="218" y="55"/>
                  </a:lnTo>
                  <a:lnTo>
                    <a:pt x="218" y="55"/>
                  </a:lnTo>
                  <a:lnTo>
                    <a:pt x="218" y="55"/>
                  </a:lnTo>
                  <a:lnTo>
                    <a:pt x="216" y="55"/>
                  </a:lnTo>
                  <a:lnTo>
                    <a:pt x="216" y="55"/>
                  </a:lnTo>
                  <a:lnTo>
                    <a:pt x="216" y="55"/>
                  </a:lnTo>
                  <a:lnTo>
                    <a:pt x="216" y="55"/>
                  </a:lnTo>
                  <a:lnTo>
                    <a:pt x="214" y="55"/>
                  </a:lnTo>
                  <a:lnTo>
                    <a:pt x="214" y="55"/>
                  </a:lnTo>
                  <a:lnTo>
                    <a:pt x="214" y="55"/>
                  </a:lnTo>
                  <a:lnTo>
                    <a:pt x="214" y="55"/>
                  </a:lnTo>
                  <a:lnTo>
                    <a:pt x="212" y="55"/>
                  </a:lnTo>
                  <a:lnTo>
                    <a:pt x="212" y="55"/>
                  </a:lnTo>
                  <a:lnTo>
                    <a:pt x="212" y="55"/>
                  </a:lnTo>
                  <a:lnTo>
                    <a:pt x="212" y="54"/>
                  </a:lnTo>
                  <a:lnTo>
                    <a:pt x="211" y="54"/>
                  </a:lnTo>
                  <a:lnTo>
                    <a:pt x="211" y="54"/>
                  </a:lnTo>
                  <a:lnTo>
                    <a:pt x="211" y="54"/>
                  </a:lnTo>
                  <a:lnTo>
                    <a:pt x="211" y="53"/>
                  </a:lnTo>
                  <a:lnTo>
                    <a:pt x="209" y="53"/>
                  </a:lnTo>
                  <a:lnTo>
                    <a:pt x="209" y="53"/>
                  </a:lnTo>
                  <a:lnTo>
                    <a:pt x="209" y="53"/>
                  </a:lnTo>
                  <a:lnTo>
                    <a:pt x="209" y="52"/>
                  </a:lnTo>
                  <a:lnTo>
                    <a:pt x="209" y="52"/>
                  </a:lnTo>
                  <a:lnTo>
                    <a:pt x="209" y="52"/>
                  </a:lnTo>
                  <a:lnTo>
                    <a:pt x="209" y="52"/>
                  </a:lnTo>
                  <a:lnTo>
                    <a:pt x="209" y="51"/>
                  </a:lnTo>
                  <a:lnTo>
                    <a:pt x="209" y="52"/>
                  </a:lnTo>
                  <a:lnTo>
                    <a:pt x="209" y="52"/>
                  </a:lnTo>
                  <a:lnTo>
                    <a:pt x="209" y="52"/>
                  </a:lnTo>
                  <a:lnTo>
                    <a:pt x="209" y="52"/>
                  </a:lnTo>
                  <a:lnTo>
                    <a:pt x="209" y="54"/>
                  </a:lnTo>
                  <a:lnTo>
                    <a:pt x="209" y="54"/>
                  </a:lnTo>
                  <a:lnTo>
                    <a:pt x="209" y="54"/>
                  </a:lnTo>
                  <a:lnTo>
                    <a:pt x="209" y="54"/>
                  </a:lnTo>
                  <a:lnTo>
                    <a:pt x="209" y="56"/>
                  </a:lnTo>
                  <a:lnTo>
                    <a:pt x="209" y="56"/>
                  </a:lnTo>
                  <a:lnTo>
                    <a:pt x="209" y="57"/>
                  </a:lnTo>
                  <a:lnTo>
                    <a:pt x="209" y="57"/>
                  </a:lnTo>
                  <a:lnTo>
                    <a:pt x="209" y="59"/>
                  </a:lnTo>
                  <a:lnTo>
                    <a:pt x="209" y="59"/>
                  </a:lnTo>
                  <a:lnTo>
                    <a:pt x="209" y="59"/>
                  </a:lnTo>
                  <a:lnTo>
                    <a:pt x="209" y="59"/>
                  </a:lnTo>
                  <a:lnTo>
                    <a:pt x="209" y="60"/>
                  </a:lnTo>
                  <a:lnTo>
                    <a:pt x="209" y="60"/>
                  </a:lnTo>
                  <a:lnTo>
                    <a:pt x="209" y="60"/>
                  </a:lnTo>
                  <a:lnTo>
                    <a:pt x="209" y="60"/>
                  </a:lnTo>
                  <a:lnTo>
                    <a:pt x="209" y="60"/>
                  </a:lnTo>
                  <a:lnTo>
                    <a:pt x="209" y="60"/>
                  </a:lnTo>
                  <a:lnTo>
                    <a:pt x="209" y="60"/>
                  </a:lnTo>
                  <a:lnTo>
                    <a:pt x="211" y="60"/>
                  </a:lnTo>
                  <a:lnTo>
                    <a:pt x="211" y="61"/>
                  </a:lnTo>
                  <a:lnTo>
                    <a:pt x="211" y="61"/>
                  </a:lnTo>
                  <a:lnTo>
                    <a:pt x="211" y="61"/>
                  </a:lnTo>
                  <a:lnTo>
                    <a:pt x="213" y="61"/>
                  </a:lnTo>
                  <a:lnTo>
                    <a:pt x="213" y="61"/>
                  </a:lnTo>
                  <a:lnTo>
                    <a:pt x="213" y="61"/>
                  </a:lnTo>
                  <a:lnTo>
                    <a:pt x="213" y="61"/>
                  </a:lnTo>
                  <a:lnTo>
                    <a:pt x="214" y="61"/>
                  </a:lnTo>
                  <a:lnTo>
                    <a:pt x="213" y="63"/>
                  </a:lnTo>
                  <a:lnTo>
                    <a:pt x="213" y="63"/>
                  </a:lnTo>
                  <a:lnTo>
                    <a:pt x="213" y="64"/>
                  </a:lnTo>
                  <a:lnTo>
                    <a:pt x="213" y="64"/>
                  </a:lnTo>
                  <a:lnTo>
                    <a:pt x="212" y="66"/>
                  </a:lnTo>
                  <a:lnTo>
                    <a:pt x="212" y="66"/>
                  </a:lnTo>
                  <a:lnTo>
                    <a:pt x="212" y="66"/>
                  </a:lnTo>
                  <a:lnTo>
                    <a:pt x="212" y="66"/>
                  </a:lnTo>
                  <a:lnTo>
                    <a:pt x="211" y="68"/>
                  </a:lnTo>
                  <a:lnTo>
                    <a:pt x="211" y="68"/>
                  </a:lnTo>
                  <a:lnTo>
                    <a:pt x="211" y="68"/>
                  </a:lnTo>
                  <a:lnTo>
                    <a:pt x="211" y="68"/>
                  </a:lnTo>
                  <a:lnTo>
                    <a:pt x="211" y="68"/>
                  </a:lnTo>
                  <a:lnTo>
                    <a:pt x="211" y="68"/>
                  </a:lnTo>
                  <a:lnTo>
                    <a:pt x="211" y="68"/>
                  </a:lnTo>
                  <a:lnTo>
                    <a:pt x="211" y="68"/>
                  </a:lnTo>
                  <a:lnTo>
                    <a:pt x="210" y="70"/>
                  </a:lnTo>
                  <a:lnTo>
                    <a:pt x="210" y="70"/>
                  </a:lnTo>
                  <a:lnTo>
                    <a:pt x="210" y="71"/>
                  </a:lnTo>
                  <a:lnTo>
                    <a:pt x="210" y="71"/>
                  </a:lnTo>
                  <a:lnTo>
                    <a:pt x="210" y="74"/>
                  </a:lnTo>
                  <a:lnTo>
                    <a:pt x="210" y="74"/>
                  </a:lnTo>
                  <a:lnTo>
                    <a:pt x="210" y="74"/>
                  </a:lnTo>
                  <a:lnTo>
                    <a:pt x="210" y="74"/>
                  </a:lnTo>
                  <a:lnTo>
                    <a:pt x="209" y="75"/>
                  </a:lnTo>
                  <a:lnTo>
                    <a:pt x="209" y="75"/>
                  </a:lnTo>
                  <a:lnTo>
                    <a:pt x="209" y="76"/>
                  </a:lnTo>
                  <a:lnTo>
                    <a:pt x="209" y="76"/>
                  </a:lnTo>
                  <a:lnTo>
                    <a:pt x="209" y="77"/>
                  </a:lnTo>
                  <a:lnTo>
                    <a:pt x="209" y="77"/>
                  </a:lnTo>
                  <a:lnTo>
                    <a:pt x="209" y="77"/>
                  </a:lnTo>
                  <a:lnTo>
                    <a:pt x="209" y="77"/>
                  </a:lnTo>
                  <a:lnTo>
                    <a:pt x="209" y="79"/>
                  </a:lnTo>
                  <a:lnTo>
                    <a:pt x="209" y="79"/>
                  </a:lnTo>
                  <a:lnTo>
                    <a:pt x="209" y="80"/>
                  </a:lnTo>
                  <a:lnTo>
                    <a:pt x="209" y="80"/>
                  </a:lnTo>
                  <a:lnTo>
                    <a:pt x="209" y="82"/>
                  </a:lnTo>
                  <a:lnTo>
                    <a:pt x="209" y="82"/>
                  </a:lnTo>
                  <a:lnTo>
                    <a:pt x="209" y="82"/>
                  </a:lnTo>
                  <a:lnTo>
                    <a:pt x="210" y="82"/>
                  </a:lnTo>
                  <a:lnTo>
                    <a:pt x="210" y="84"/>
                  </a:lnTo>
                  <a:lnTo>
                    <a:pt x="210" y="84"/>
                  </a:lnTo>
                  <a:lnTo>
                    <a:pt x="210" y="86"/>
                  </a:lnTo>
                  <a:lnTo>
                    <a:pt x="210" y="86"/>
                  </a:lnTo>
                  <a:lnTo>
                    <a:pt x="210" y="88"/>
                  </a:lnTo>
                  <a:lnTo>
                    <a:pt x="210" y="88"/>
                  </a:lnTo>
                  <a:lnTo>
                    <a:pt x="210" y="88"/>
                  </a:lnTo>
                  <a:lnTo>
                    <a:pt x="211" y="88"/>
                  </a:lnTo>
                  <a:lnTo>
                    <a:pt x="210" y="90"/>
                  </a:lnTo>
                  <a:lnTo>
                    <a:pt x="210" y="90"/>
                  </a:lnTo>
                  <a:lnTo>
                    <a:pt x="210" y="90"/>
                  </a:lnTo>
                  <a:lnTo>
                    <a:pt x="210" y="90"/>
                  </a:lnTo>
                  <a:lnTo>
                    <a:pt x="208" y="90"/>
                  </a:lnTo>
                  <a:lnTo>
                    <a:pt x="208" y="90"/>
                  </a:lnTo>
                  <a:lnTo>
                    <a:pt x="208" y="90"/>
                  </a:lnTo>
                  <a:lnTo>
                    <a:pt x="208" y="90"/>
                  </a:lnTo>
                  <a:lnTo>
                    <a:pt x="206" y="91"/>
                  </a:lnTo>
                  <a:lnTo>
                    <a:pt x="206" y="91"/>
                  </a:lnTo>
                  <a:lnTo>
                    <a:pt x="204" y="91"/>
                  </a:lnTo>
                  <a:lnTo>
                    <a:pt x="204" y="91"/>
                  </a:lnTo>
                  <a:lnTo>
                    <a:pt x="203" y="91"/>
                  </a:lnTo>
                  <a:lnTo>
                    <a:pt x="203" y="91"/>
                  </a:lnTo>
                  <a:lnTo>
                    <a:pt x="203" y="91"/>
                  </a:lnTo>
                  <a:lnTo>
                    <a:pt x="203" y="91"/>
                  </a:lnTo>
                  <a:lnTo>
                    <a:pt x="201" y="91"/>
                  </a:lnTo>
                  <a:lnTo>
                    <a:pt x="201" y="91"/>
                  </a:lnTo>
                  <a:lnTo>
                    <a:pt x="201" y="91"/>
                  </a:lnTo>
                  <a:lnTo>
                    <a:pt x="201" y="91"/>
                  </a:lnTo>
                  <a:lnTo>
                    <a:pt x="200" y="91"/>
                  </a:lnTo>
                  <a:lnTo>
                    <a:pt x="200" y="91"/>
                  </a:lnTo>
                  <a:lnTo>
                    <a:pt x="200" y="91"/>
                  </a:lnTo>
                  <a:lnTo>
                    <a:pt x="200" y="91"/>
                  </a:lnTo>
                  <a:lnTo>
                    <a:pt x="199" y="93"/>
                  </a:lnTo>
                  <a:lnTo>
                    <a:pt x="199" y="93"/>
                  </a:lnTo>
                  <a:lnTo>
                    <a:pt x="199" y="93"/>
                  </a:lnTo>
                  <a:lnTo>
                    <a:pt x="199" y="93"/>
                  </a:lnTo>
                  <a:lnTo>
                    <a:pt x="199" y="93"/>
                  </a:lnTo>
                  <a:lnTo>
                    <a:pt x="199" y="93"/>
                  </a:lnTo>
                  <a:lnTo>
                    <a:pt x="199" y="93"/>
                  </a:lnTo>
                  <a:lnTo>
                    <a:pt x="199" y="93"/>
                  </a:lnTo>
                  <a:lnTo>
                    <a:pt x="198" y="95"/>
                  </a:lnTo>
                  <a:lnTo>
                    <a:pt x="197" y="96"/>
                  </a:lnTo>
                  <a:lnTo>
                    <a:pt x="197" y="96"/>
                  </a:lnTo>
                  <a:lnTo>
                    <a:pt x="197" y="97"/>
                  </a:lnTo>
                  <a:lnTo>
                    <a:pt x="197" y="97"/>
                  </a:lnTo>
                  <a:lnTo>
                    <a:pt x="197" y="98"/>
                  </a:lnTo>
                  <a:lnTo>
                    <a:pt x="197" y="98"/>
                  </a:lnTo>
                  <a:lnTo>
                    <a:pt x="197" y="98"/>
                  </a:lnTo>
                  <a:lnTo>
                    <a:pt x="197" y="98"/>
                  </a:lnTo>
                  <a:lnTo>
                    <a:pt x="196" y="101"/>
                  </a:lnTo>
                  <a:lnTo>
                    <a:pt x="196" y="101"/>
                  </a:lnTo>
                  <a:lnTo>
                    <a:pt x="196" y="102"/>
                  </a:lnTo>
                  <a:lnTo>
                    <a:pt x="196" y="102"/>
                  </a:lnTo>
                  <a:lnTo>
                    <a:pt x="196" y="103"/>
                  </a:lnTo>
                  <a:lnTo>
                    <a:pt x="196" y="103"/>
                  </a:lnTo>
                  <a:lnTo>
                    <a:pt x="196" y="103"/>
                  </a:lnTo>
                  <a:lnTo>
                    <a:pt x="196" y="103"/>
                  </a:lnTo>
                  <a:lnTo>
                    <a:pt x="194" y="104"/>
                  </a:lnTo>
                  <a:lnTo>
                    <a:pt x="194" y="104"/>
                  </a:lnTo>
                  <a:lnTo>
                    <a:pt x="194" y="104"/>
                  </a:lnTo>
                  <a:lnTo>
                    <a:pt x="194" y="104"/>
                  </a:lnTo>
                  <a:lnTo>
                    <a:pt x="192" y="104"/>
                  </a:lnTo>
                  <a:lnTo>
                    <a:pt x="192" y="104"/>
                  </a:lnTo>
                  <a:lnTo>
                    <a:pt x="191" y="104"/>
                  </a:lnTo>
                  <a:lnTo>
                    <a:pt x="191" y="104"/>
                  </a:lnTo>
                  <a:lnTo>
                    <a:pt x="189" y="104"/>
                  </a:lnTo>
                  <a:lnTo>
                    <a:pt x="189" y="104"/>
                  </a:lnTo>
                  <a:lnTo>
                    <a:pt x="188" y="104"/>
                  </a:lnTo>
                  <a:lnTo>
                    <a:pt x="188" y="104"/>
                  </a:lnTo>
                  <a:lnTo>
                    <a:pt x="187" y="104"/>
                  </a:lnTo>
                  <a:lnTo>
                    <a:pt x="187" y="104"/>
                  </a:lnTo>
                  <a:lnTo>
                    <a:pt x="187" y="104"/>
                  </a:lnTo>
                  <a:lnTo>
                    <a:pt x="187" y="103"/>
                  </a:lnTo>
                  <a:lnTo>
                    <a:pt x="185" y="105"/>
                  </a:lnTo>
                  <a:lnTo>
                    <a:pt x="185" y="105"/>
                  </a:lnTo>
                  <a:lnTo>
                    <a:pt x="185" y="105"/>
                  </a:lnTo>
                  <a:lnTo>
                    <a:pt x="185" y="105"/>
                  </a:lnTo>
                  <a:lnTo>
                    <a:pt x="184" y="105"/>
                  </a:lnTo>
                  <a:lnTo>
                    <a:pt x="184" y="105"/>
                  </a:lnTo>
                  <a:lnTo>
                    <a:pt x="184" y="105"/>
                  </a:lnTo>
                  <a:lnTo>
                    <a:pt x="184" y="105"/>
                  </a:lnTo>
                  <a:lnTo>
                    <a:pt x="184" y="106"/>
                  </a:lnTo>
                  <a:lnTo>
                    <a:pt x="184" y="106"/>
                  </a:lnTo>
                  <a:lnTo>
                    <a:pt x="184" y="106"/>
                  </a:lnTo>
                  <a:lnTo>
                    <a:pt x="184" y="106"/>
                  </a:lnTo>
                  <a:lnTo>
                    <a:pt x="184" y="106"/>
                  </a:lnTo>
                  <a:lnTo>
                    <a:pt x="184" y="106"/>
                  </a:lnTo>
                  <a:lnTo>
                    <a:pt x="184" y="106"/>
                  </a:lnTo>
                  <a:lnTo>
                    <a:pt x="184" y="106"/>
                  </a:lnTo>
                  <a:lnTo>
                    <a:pt x="182" y="108"/>
                  </a:lnTo>
                  <a:lnTo>
                    <a:pt x="181" y="108"/>
                  </a:lnTo>
                  <a:lnTo>
                    <a:pt x="180" y="108"/>
                  </a:lnTo>
                  <a:lnTo>
                    <a:pt x="180" y="108"/>
                  </a:lnTo>
                  <a:lnTo>
                    <a:pt x="177" y="108"/>
                  </a:lnTo>
                  <a:lnTo>
                    <a:pt x="176" y="108"/>
                  </a:lnTo>
                  <a:lnTo>
                    <a:pt x="174" y="108"/>
                  </a:lnTo>
                  <a:lnTo>
                    <a:pt x="174" y="108"/>
                  </a:lnTo>
                  <a:lnTo>
                    <a:pt x="172" y="108"/>
                  </a:lnTo>
                  <a:lnTo>
                    <a:pt x="170" y="108"/>
                  </a:lnTo>
                  <a:lnTo>
                    <a:pt x="168" y="108"/>
                  </a:lnTo>
                  <a:lnTo>
                    <a:pt x="168" y="108"/>
                  </a:lnTo>
                  <a:lnTo>
                    <a:pt x="166" y="108"/>
                  </a:lnTo>
                  <a:lnTo>
                    <a:pt x="166" y="108"/>
                  </a:lnTo>
                  <a:lnTo>
                    <a:pt x="166" y="108"/>
                  </a:lnTo>
                  <a:lnTo>
                    <a:pt x="166" y="107"/>
                  </a:lnTo>
                  <a:lnTo>
                    <a:pt x="164" y="109"/>
                  </a:lnTo>
                  <a:lnTo>
                    <a:pt x="164" y="109"/>
                  </a:lnTo>
                  <a:lnTo>
                    <a:pt x="162" y="110"/>
                  </a:lnTo>
                  <a:lnTo>
                    <a:pt x="162" y="110"/>
                  </a:lnTo>
                  <a:lnTo>
                    <a:pt x="160" y="112"/>
                  </a:lnTo>
                  <a:lnTo>
                    <a:pt x="160" y="112"/>
                  </a:lnTo>
                  <a:lnTo>
                    <a:pt x="160" y="113"/>
                  </a:lnTo>
                  <a:lnTo>
                    <a:pt x="160" y="113"/>
                  </a:lnTo>
                  <a:lnTo>
                    <a:pt x="158" y="115"/>
                  </a:lnTo>
                  <a:lnTo>
                    <a:pt x="158" y="115"/>
                  </a:lnTo>
                  <a:lnTo>
                    <a:pt x="158" y="118"/>
                  </a:lnTo>
                  <a:lnTo>
                    <a:pt x="158" y="118"/>
                  </a:lnTo>
                  <a:lnTo>
                    <a:pt x="157" y="119"/>
                  </a:lnTo>
                  <a:lnTo>
                    <a:pt x="157" y="119"/>
                  </a:lnTo>
                  <a:lnTo>
                    <a:pt x="157" y="119"/>
                  </a:lnTo>
                  <a:lnTo>
                    <a:pt x="157" y="119"/>
                  </a:lnTo>
                  <a:lnTo>
                    <a:pt x="155" y="119"/>
                  </a:lnTo>
                  <a:lnTo>
                    <a:pt x="155" y="119"/>
                  </a:lnTo>
                  <a:lnTo>
                    <a:pt x="153" y="119"/>
                  </a:lnTo>
                  <a:lnTo>
                    <a:pt x="153" y="119"/>
                  </a:lnTo>
                  <a:lnTo>
                    <a:pt x="151" y="119"/>
                  </a:lnTo>
                  <a:lnTo>
                    <a:pt x="151" y="119"/>
                  </a:lnTo>
                  <a:lnTo>
                    <a:pt x="149" y="119"/>
                  </a:lnTo>
                  <a:lnTo>
                    <a:pt x="149" y="119"/>
                  </a:lnTo>
                  <a:lnTo>
                    <a:pt x="147" y="119"/>
                  </a:lnTo>
                  <a:lnTo>
                    <a:pt x="147" y="119"/>
                  </a:lnTo>
                  <a:lnTo>
                    <a:pt x="145" y="119"/>
                  </a:lnTo>
                  <a:lnTo>
                    <a:pt x="145" y="119"/>
                  </a:lnTo>
                  <a:lnTo>
                    <a:pt x="143" y="119"/>
                  </a:lnTo>
                  <a:lnTo>
                    <a:pt x="143" y="119"/>
                  </a:lnTo>
                  <a:lnTo>
                    <a:pt x="143" y="119"/>
                  </a:lnTo>
                  <a:lnTo>
                    <a:pt x="143" y="118"/>
                  </a:lnTo>
                  <a:lnTo>
                    <a:pt x="141" y="118"/>
                  </a:lnTo>
                  <a:lnTo>
                    <a:pt x="141" y="118"/>
                  </a:lnTo>
                  <a:lnTo>
                    <a:pt x="138" y="118"/>
                  </a:lnTo>
                  <a:lnTo>
                    <a:pt x="138" y="118"/>
                  </a:lnTo>
                  <a:lnTo>
                    <a:pt x="137" y="118"/>
                  </a:lnTo>
                  <a:lnTo>
                    <a:pt x="137" y="118"/>
                  </a:lnTo>
                  <a:lnTo>
                    <a:pt x="135" y="118"/>
                  </a:lnTo>
                  <a:lnTo>
                    <a:pt x="135" y="117"/>
                  </a:lnTo>
                  <a:lnTo>
                    <a:pt x="133" y="117"/>
                  </a:lnTo>
                  <a:lnTo>
                    <a:pt x="133" y="117"/>
                  </a:lnTo>
                  <a:lnTo>
                    <a:pt x="131" y="117"/>
                  </a:lnTo>
                  <a:lnTo>
                    <a:pt x="131" y="117"/>
                  </a:lnTo>
                  <a:lnTo>
                    <a:pt x="129" y="117"/>
                  </a:lnTo>
                  <a:lnTo>
                    <a:pt x="129" y="117"/>
                  </a:lnTo>
                  <a:lnTo>
                    <a:pt x="128" y="117"/>
                  </a:lnTo>
                  <a:lnTo>
                    <a:pt x="128" y="115"/>
                  </a:lnTo>
                  <a:lnTo>
                    <a:pt x="128" y="115"/>
                  </a:lnTo>
                  <a:lnTo>
                    <a:pt x="124" y="115"/>
                  </a:lnTo>
                  <a:lnTo>
                    <a:pt x="122" y="115"/>
                  </a:lnTo>
                  <a:lnTo>
                    <a:pt x="121" y="115"/>
                  </a:lnTo>
                  <a:lnTo>
                    <a:pt x="119" y="115"/>
                  </a:lnTo>
                  <a:lnTo>
                    <a:pt x="115" y="115"/>
                  </a:lnTo>
                  <a:lnTo>
                    <a:pt x="113" y="115"/>
                  </a:lnTo>
                  <a:lnTo>
                    <a:pt x="109" y="115"/>
                  </a:lnTo>
                  <a:lnTo>
                    <a:pt x="107" y="114"/>
                  </a:lnTo>
                  <a:lnTo>
                    <a:pt x="104" y="114"/>
                  </a:lnTo>
                  <a:lnTo>
                    <a:pt x="102" y="114"/>
                  </a:lnTo>
                  <a:lnTo>
                    <a:pt x="99" y="114"/>
                  </a:lnTo>
                  <a:lnTo>
                    <a:pt x="97" y="113"/>
                  </a:lnTo>
                  <a:lnTo>
                    <a:pt x="94" y="113"/>
                  </a:lnTo>
                  <a:lnTo>
                    <a:pt x="92" y="112"/>
                  </a:lnTo>
                  <a:lnTo>
                    <a:pt x="90" y="112"/>
                  </a:lnTo>
                  <a:lnTo>
                    <a:pt x="89" y="110"/>
                  </a:lnTo>
                  <a:lnTo>
                    <a:pt x="87" y="110"/>
                  </a:lnTo>
                  <a:lnTo>
                    <a:pt x="87" y="110"/>
                  </a:lnTo>
                  <a:lnTo>
                    <a:pt x="87" y="110"/>
                  </a:lnTo>
                  <a:lnTo>
                    <a:pt x="87" y="109"/>
                  </a:lnTo>
                  <a:lnTo>
                    <a:pt x="85" y="109"/>
                  </a:lnTo>
                  <a:lnTo>
                    <a:pt x="85" y="109"/>
                  </a:lnTo>
                  <a:lnTo>
                    <a:pt x="85" y="109"/>
                  </a:lnTo>
                  <a:lnTo>
                    <a:pt x="85" y="107"/>
                  </a:lnTo>
                  <a:lnTo>
                    <a:pt x="84" y="107"/>
                  </a:lnTo>
                  <a:lnTo>
                    <a:pt x="84" y="107"/>
                  </a:lnTo>
                  <a:lnTo>
                    <a:pt x="84" y="107"/>
                  </a:lnTo>
                  <a:lnTo>
                    <a:pt x="84" y="105"/>
                  </a:lnTo>
                  <a:lnTo>
                    <a:pt x="82" y="105"/>
                  </a:lnTo>
                  <a:lnTo>
                    <a:pt x="82" y="105"/>
                  </a:lnTo>
                  <a:lnTo>
                    <a:pt x="82" y="105"/>
                  </a:lnTo>
                  <a:lnTo>
                    <a:pt x="82" y="103"/>
                  </a:lnTo>
                  <a:lnTo>
                    <a:pt x="81" y="103"/>
                  </a:lnTo>
                  <a:lnTo>
                    <a:pt x="81" y="103"/>
                  </a:lnTo>
                  <a:lnTo>
                    <a:pt x="81" y="103"/>
                  </a:lnTo>
                  <a:lnTo>
                    <a:pt x="81" y="103"/>
                  </a:lnTo>
                  <a:lnTo>
                    <a:pt x="81" y="103"/>
                  </a:lnTo>
                  <a:lnTo>
                    <a:pt x="81" y="103"/>
                  </a:lnTo>
                  <a:lnTo>
                    <a:pt x="81" y="103"/>
                  </a:lnTo>
                  <a:lnTo>
                    <a:pt x="81" y="103"/>
                  </a:lnTo>
                  <a:lnTo>
                    <a:pt x="80" y="103"/>
                  </a:lnTo>
                  <a:lnTo>
                    <a:pt x="80" y="103"/>
                  </a:lnTo>
                  <a:lnTo>
                    <a:pt x="80" y="103"/>
                  </a:lnTo>
                  <a:lnTo>
                    <a:pt x="80" y="103"/>
                  </a:lnTo>
                  <a:lnTo>
                    <a:pt x="80" y="103"/>
                  </a:lnTo>
                  <a:lnTo>
                    <a:pt x="80" y="103"/>
                  </a:lnTo>
                  <a:lnTo>
                    <a:pt x="80" y="103"/>
                  </a:lnTo>
                  <a:lnTo>
                    <a:pt x="80" y="101"/>
                  </a:lnTo>
                  <a:lnTo>
                    <a:pt x="80" y="101"/>
                  </a:lnTo>
                  <a:lnTo>
                    <a:pt x="80" y="101"/>
                  </a:lnTo>
                  <a:lnTo>
                    <a:pt x="80" y="101"/>
                  </a:lnTo>
                  <a:lnTo>
                    <a:pt x="80" y="99"/>
                  </a:lnTo>
                  <a:lnTo>
                    <a:pt x="80" y="99"/>
                  </a:lnTo>
                  <a:lnTo>
                    <a:pt x="80" y="99"/>
                  </a:lnTo>
                  <a:lnTo>
                    <a:pt x="80" y="99"/>
                  </a:lnTo>
                  <a:lnTo>
                    <a:pt x="80" y="97"/>
                  </a:lnTo>
                  <a:lnTo>
                    <a:pt x="80" y="97"/>
                  </a:lnTo>
                  <a:lnTo>
                    <a:pt x="80" y="97"/>
                  </a:lnTo>
                  <a:lnTo>
                    <a:pt x="80" y="97"/>
                  </a:lnTo>
                  <a:lnTo>
                    <a:pt x="80" y="96"/>
                  </a:lnTo>
                  <a:lnTo>
                    <a:pt x="80" y="96"/>
                  </a:lnTo>
                  <a:lnTo>
                    <a:pt x="80" y="95"/>
                  </a:lnTo>
                  <a:lnTo>
                    <a:pt x="80" y="95"/>
                  </a:lnTo>
                  <a:lnTo>
                    <a:pt x="80" y="93"/>
                  </a:lnTo>
                  <a:lnTo>
                    <a:pt x="78" y="94"/>
                  </a:lnTo>
                  <a:lnTo>
                    <a:pt x="78" y="94"/>
                  </a:lnTo>
                  <a:lnTo>
                    <a:pt x="76" y="94"/>
                  </a:lnTo>
                  <a:lnTo>
                    <a:pt x="76" y="94"/>
                  </a:lnTo>
                  <a:lnTo>
                    <a:pt x="74" y="94"/>
                  </a:lnTo>
                  <a:lnTo>
                    <a:pt x="74" y="94"/>
                  </a:lnTo>
                  <a:lnTo>
                    <a:pt x="74" y="94"/>
                  </a:lnTo>
                  <a:lnTo>
                    <a:pt x="74" y="94"/>
                  </a:lnTo>
                  <a:lnTo>
                    <a:pt x="72" y="96"/>
                  </a:lnTo>
                  <a:lnTo>
                    <a:pt x="72" y="96"/>
                  </a:lnTo>
                  <a:lnTo>
                    <a:pt x="70" y="96"/>
                  </a:lnTo>
                  <a:lnTo>
                    <a:pt x="70" y="96"/>
                  </a:lnTo>
                  <a:lnTo>
                    <a:pt x="69" y="96"/>
                  </a:lnTo>
                  <a:lnTo>
                    <a:pt x="69" y="96"/>
                  </a:lnTo>
                  <a:lnTo>
                    <a:pt x="69" y="96"/>
                  </a:lnTo>
                  <a:lnTo>
                    <a:pt x="69" y="96"/>
                  </a:lnTo>
                  <a:lnTo>
                    <a:pt x="67" y="96"/>
                  </a:lnTo>
                  <a:lnTo>
                    <a:pt x="67" y="96"/>
                  </a:lnTo>
                  <a:lnTo>
                    <a:pt x="65" y="96"/>
                  </a:lnTo>
                  <a:lnTo>
                    <a:pt x="65" y="96"/>
                  </a:lnTo>
                  <a:lnTo>
                    <a:pt x="63" y="96"/>
                  </a:lnTo>
                  <a:lnTo>
                    <a:pt x="63" y="96"/>
                  </a:lnTo>
                  <a:lnTo>
                    <a:pt x="61" y="96"/>
                  </a:lnTo>
                  <a:lnTo>
                    <a:pt x="61" y="96"/>
                  </a:lnTo>
                  <a:lnTo>
                    <a:pt x="59" y="96"/>
                  </a:lnTo>
                  <a:lnTo>
                    <a:pt x="59" y="96"/>
                  </a:lnTo>
                  <a:lnTo>
                    <a:pt x="57" y="96"/>
                  </a:lnTo>
                  <a:lnTo>
                    <a:pt x="57" y="96"/>
                  </a:lnTo>
                  <a:lnTo>
                    <a:pt x="55" y="96"/>
                  </a:lnTo>
                  <a:lnTo>
                    <a:pt x="55" y="96"/>
                  </a:lnTo>
                  <a:lnTo>
                    <a:pt x="54" y="96"/>
                  </a:lnTo>
                  <a:lnTo>
                    <a:pt x="54" y="96"/>
                  </a:lnTo>
                  <a:lnTo>
                    <a:pt x="53" y="97"/>
                  </a:lnTo>
                  <a:lnTo>
                    <a:pt x="53" y="97"/>
                  </a:lnTo>
                  <a:lnTo>
                    <a:pt x="53" y="97"/>
                  </a:lnTo>
                  <a:lnTo>
                    <a:pt x="53" y="97"/>
                  </a:lnTo>
                  <a:lnTo>
                    <a:pt x="51" y="97"/>
                  </a:lnTo>
                  <a:lnTo>
                    <a:pt x="51" y="97"/>
                  </a:lnTo>
                  <a:lnTo>
                    <a:pt x="51" y="97"/>
                  </a:lnTo>
                  <a:lnTo>
                    <a:pt x="51" y="97"/>
                  </a:lnTo>
                  <a:lnTo>
                    <a:pt x="48" y="98"/>
                  </a:lnTo>
                  <a:lnTo>
                    <a:pt x="48" y="98"/>
                  </a:lnTo>
                  <a:lnTo>
                    <a:pt x="48" y="98"/>
                  </a:lnTo>
                  <a:lnTo>
                    <a:pt x="48" y="98"/>
                  </a:lnTo>
                  <a:lnTo>
                    <a:pt x="48" y="98"/>
                  </a:lnTo>
                  <a:lnTo>
                    <a:pt x="48" y="98"/>
                  </a:lnTo>
                  <a:lnTo>
                    <a:pt x="48" y="98"/>
                  </a:lnTo>
                  <a:lnTo>
                    <a:pt x="48" y="98"/>
                  </a:lnTo>
                  <a:lnTo>
                    <a:pt x="47" y="101"/>
                  </a:lnTo>
                  <a:lnTo>
                    <a:pt x="47" y="101"/>
                  </a:lnTo>
                  <a:lnTo>
                    <a:pt x="47" y="101"/>
                  </a:lnTo>
                  <a:lnTo>
                    <a:pt x="47" y="101"/>
                  </a:lnTo>
                  <a:lnTo>
                    <a:pt x="47" y="103"/>
                  </a:lnTo>
                  <a:lnTo>
                    <a:pt x="47" y="103"/>
                  </a:lnTo>
                  <a:lnTo>
                    <a:pt x="47" y="103"/>
                  </a:lnTo>
                  <a:lnTo>
                    <a:pt x="47" y="103"/>
                  </a:lnTo>
                  <a:lnTo>
                    <a:pt x="47" y="105"/>
                  </a:lnTo>
                  <a:lnTo>
                    <a:pt x="47" y="105"/>
                  </a:lnTo>
                  <a:lnTo>
                    <a:pt x="47" y="105"/>
                  </a:lnTo>
                  <a:lnTo>
                    <a:pt x="47" y="105"/>
                  </a:lnTo>
                  <a:lnTo>
                    <a:pt x="47" y="106"/>
                  </a:lnTo>
                  <a:lnTo>
                    <a:pt x="47" y="106"/>
                  </a:lnTo>
                  <a:lnTo>
                    <a:pt x="47" y="106"/>
                  </a:lnTo>
                  <a:lnTo>
                    <a:pt x="47" y="106"/>
                  </a:lnTo>
                  <a:lnTo>
                    <a:pt x="45" y="107"/>
                  </a:lnTo>
                  <a:lnTo>
                    <a:pt x="45" y="107"/>
                  </a:lnTo>
                  <a:lnTo>
                    <a:pt x="43" y="107"/>
                  </a:lnTo>
                  <a:lnTo>
                    <a:pt x="43" y="107"/>
                  </a:lnTo>
                  <a:lnTo>
                    <a:pt x="41" y="107"/>
                  </a:lnTo>
                  <a:lnTo>
                    <a:pt x="41" y="107"/>
                  </a:lnTo>
                  <a:lnTo>
                    <a:pt x="41" y="107"/>
                  </a:lnTo>
                  <a:lnTo>
                    <a:pt x="41" y="107"/>
                  </a:lnTo>
                  <a:lnTo>
                    <a:pt x="40" y="107"/>
                  </a:lnTo>
                  <a:lnTo>
                    <a:pt x="40" y="107"/>
                  </a:lnTo>
                  <a:lnTo>
                    <a:pt x="39" y="107"/>
                  </a:lnTo>
                  <a:lnTo>
                    <a:pt x="39" y="107"/>
                  </a:lnTo>
                  <a:lnTo>
                    <a:pt x="38" y="107"/>
                  </a:lnTo>
                  <a:lnTo>
                    <a:pt x="38" y="107"/>
                  </a:lnTo>
                  <a:lnTo>
                    <a:pt x="38" y="107"/>
                  </a:lnTo>
                  <a:lnTo>
                    <a:pt x="38" y="106"/>
                  </a:lnTo>
                  <a:lnTo>
                    <a:pt x="36" y="106"/>
                  </a:lnTo>
                  <a:lnTo>
                    <a:pt x="36" y="106"/>
                  </a:lnTo>
                  <a:lnTo>
                    <a:pt x="36" y="106"/>
                  </a:lnTo>
                  <a:lnTo>
                    <a:pt x="36" y="106"/>
                  </a:lnTo>
                  <a:lnTo>
                    <a:pt x="35" y="106"/>
                  </a:lnTo>
                  <a:lnTo>
                    <a:pt x="35" y="106"/>
                  </a:lnTo>
                  <a:lnTo>
                    <a:pt x="35" y="106"/>
                  </a:lnTo>
                  <a:lnTo>
                    <a:pt x="35" y="106"/>
                  </a:lnTo>
                  <a:lnTo>
                    <a:pt x="34" y="106"/>
                  </a:lnTo>
                  <a:lnTo>
                    <a:pt x="34" y="106"/>
                  </a:lnTo>
                  <a:lnTo>
                    <a:pt x="34" y="106"/>
                  </a:lnTo>
                  <a:lnTo>
                    <a:pt x="34" y="105"/>
                  </a:lnTo>
                  <a:lnTo>
                    <a:pt x="34" y="105"/>
                  </a:lnTo>
                  <a:lnTo>
                    <a:pt x="34" y="105"/>
                  </a:lnTo>
                  <a:lnTo>
                    <a:pt x="34" y="105"/>
                  </a:lnTo>
                  <a:lnTo>
                    <a:pt x="34" y="103"/>
                  </a:lnTo>
                  <a:lnTo>
                    <a:pt x="32" y="103"/>
                  </a:lnTo>
                  <a:lnTo>
                    <a:pt x="32" y="103"/>
                  </a:lnTo>
                  <a:lnTo>
                    <a:pt x="32" y="103"/>
                  </a:lnTo>
                  <a:lnTo>
                    <a:pt x="32" y="103"/>
                  </a:lnTo>
                  <a:lnTo>
                    <a:pt x="32" y="103"/>
                  </a:lnTo>
                  <a:lnTo>
                    <a:pt x="32" y="103"/>
                  </a:lnTo>
                  <a:lnTo>
                    <a:pt x="32" y="103"/>
                  </a:lnTo>
                  <a:lnTo>
                    <a:pt x="32" y="103"/>
                  </a:lnTo>
                  <a:lnTo>
                    <a:pt x="31" y="103"/>
                  </a:lnTo>
                  <a:lnTo>
                    <a:pt x="31" y="103"/>
                  </a:lnTo>
                  <a:lnTo>
                    <a:pt x="31" y="103"/>
                  </a:lnTo>
                  <a:lnTo>
                    <a:pt x="31" y="103"/>
                  </a:lnTo>
                  <a:lnTo>
                    <a:pt x="31" y="103"/>
                  </a:lnTo>
                  <a:lnTo>
                    <a:pt x="31" y="103"/>
                  </a:lnTo>
                  <a:lnTo>
                    <a:pt x="31" y="103"/>
                  </a:lnTo>
                  <a:lnTo>
                    <a:pt x="31" y="103"/>
                  </a:lnTo>
                  <a:lnTo>
                    <a:pt x="29" y="104"/>
                  </a:lnTo>
                  <a:lnTo>
                    <a:pt x="29" y="104"/>
                  </a:lnTo>
                  <a:lnTo>
                    <a:pt x="29" y="104"/>
                  </a:lnTo>
                  <a:lnTo>
                    <a:pt x="29" y="104"/>
                  </a:lnTo>
                  <a:lnTo>
                    <a:pt x="29" y="104"/>
                  </a:lnTo>
                  <a:lnTo>
                    <a:pt x="29" y="104"/>
                  </a:lnTo>
                  <a:lnTo>
                    <a:pt x="29" y="104"/>
                  </a:lnTo>
                  <a:lnTo>
                    <a:pt x="29" y="104"/>
                  </a:lnTo>
                  <a:lnTo>
                    <a:pt x="28" y="104"/>
                  </a:lnTo>
                  <a:lnTo>
                    <a:pt x="28" y="104"/>
                  </a:lnTo>
                  <a:lnTo>
                    <a:pt x="28" y="104"/>
                  </a:lnTo>
                  <a:lnTo>
                    <a:pt x="28" y="104"/>
                  </a:lnTo>
                  <a:lnTo>
                    <a:pt x="28" y="104"/>
                  </a:lnTo>
                  <a:lnTo>
                    <a:pt x="28" y="104"/>
                  </a:lnTo>
                  <a:lnTo>
                    <a:pt x="28" y="104"/>
                  </a:lnTo>
                  <a:lnTo>
                    <a:pt x="28" y="104"/>
                  </a:lnTo>
                  <a:lnTo>
                    <a:pt x="28" y="104"/>
                  </a:lnTo>
                  <a:lnTo>
                    <a:pt x="28" y="104"/>
                  </a:lnTo>
                  <a:lnTo>
                    <a:pt x="28" y="104"/>
                  </a:lnTo>
                  <a:lnTo>
                    <a:pt x="28" y="104"/>
                  </a:lnTo>
                  <a:lnTo>
                    <a:pt x="28" y="104"/>
                  </a:lnTo>
                  <a:lnTo>
                    <a:pt x="28" y="104"/>
                  </a:lnTo>
                  <a:lnTo>
                    <a:pt x="28" y="104"/>
                  </a:lnTo>
                  <a:lnTo>
                    <a:pt x="28" y="104"/>
                  </a:lnTo>
                  <a:lnTo>
                    <a:pt x="28" y="103"/>
                  </a:lnTo>
                  <a:lnTo>
                    <a:pt x="28" y="103"/>
                  </a:lnTo>
                  <a:lnTo>
                    <a:pt x="28" y="103"/>
                  </a:lnTo>
                  <a:lnTo>
                    <a:pt x="28" y="103"/>
                  </a:lnTo>
                  <a:lnTo>
                    <a:pt x="28" y="103"/>
                  </a:lnTo>
                  <a:lnTo>
                    <a:pt x="28" y="103"/>
                  </a:lnTo>
                  <a:lnTo>
                    <a:pt x="28" y="103"/>
                  </a:lnTo>
                  <a:lnTo>
                    <a:pt x="28" y="103"/>
                  </a:lnTo>
                  <a:lnTo>
                    <a:pt x="28" y="102"/>
                  </a:lnTo>
                  <a:lnTo>
                    <a:pt x="26" y="102"/>
                  </a:lnTo>
                  <a:lnTo>
                    <a:pt x="26" y="102"/>
                  </a:lnTo>
                  <a:lnTo>
                    <a:pt x="26" y="102"/>
                  </a:lnTo>
                  <a:lnTo>
                    <a:pt x="26" y="102"/>
                  </a:lnTo>
                  <a:lnTo>
                    <a:pt x="26" y="102"/>
                  </a:lnTo>
                  <a:lnTo>
                    <a:pt x="26" y="102"/>
                  </a:lnTo>
                  <a:lnTo>
                    <a:pt x="26" y="102"/>
                  </a:lnTo>
                  <a:lnTo>
                    <a:pt x="26" y="101"/>
                  </a:lnTo>
                  <a:lnTo>
                    <a:pt x="25" y="101"/>
                  </a:lnTo>
                  <a:lnTo>
                    <a:pt x="25" y="101"/>
                  </a:lnTo>
                  <a:lnTo>
                    <a:pt x="25" y="101"/>
                  </a:lnTo>
                  <a:lnTo>
                    <a:pt x="25" y="100"/>
                  </a:lnTo>
                  <a:lnTo>
                    <a:pt x="25" y="100"/>
                  </a:lnTo>
                  <a:lnTo>
                    <a:pt x="25" y="100"/>
                  </a:lnTo>
                  <a:lnTo>
                    <a:pt x="25" y="100"/>
                  </a:lnTo>
                  <a:lnTo>
                    <a:pt x="25" y="98"/>
                  </a:lnTo>
                  <a:lnTo>
                    <a:pt x="24" y="98"/>
                  </a:lnTo>
                  <a:lnTo>
                    <a:pt x="24" y="98"/>
                  </a:lnTo>
                  <a:lnTo>
                    <a:pt x="24" y="98"/>
                  </a:lnTo>
                  <a:lnTo>
                    <a:pt x="24" y="98"/>
                  </a:lnTo>
                  <a:lnTo>
                    <a:pt x="24" y="98"/>
                  </a:lnTo>
                  <a:lnTo>
                    <a:pt x="24" y="98"/>
                  </a:lnTo>
                  <a:lnTo>
                    <a:pt x="24" y="98"/>
                  </a:lnTo>
                  <a:lnTo>
                    <a:pt x="24" y="98"/>
                  </a:lnTo>
                  <a:lnTo>
                    <a:pt x="21" y="98"/>
                  </a:lnTo>
                  <a:lnTo>
                    <a:pt x="21" y="98"/>
                  </a:lnTo>
                  <a:lnTo>
                    <a:pt x="21" y="98"/>
                  </a:lnTo>
                  <a:lnTo>
                    <a:pt x="21" y="98"/>
                  </a:lnTo>
                  <a:lnTo>
                    <a:pt x="21" y="98"/>
                  </a:lnTo>
                  <a:lnTo>
                    <a:pt x="21" y="98"/>
                  </a:lnTo>
                  <a:lnTo>
                    <a:pt x="21" y="98"/>
                  </a:lnTo>
                  <a:lnTo>
                    <a:pt x="21" y="98"/>
                  </a:lnTo>
                  <a:lnTo>
                    <a:pt x="19" y="101"/>
                  </a:lnTo>
                  <a:lnTo>
                    <a:pt x="19" y="101"/>
                  </a:lnTo>
                  <a:lnTo>
                    <a:pt x="19" y="101"/>
                  </a:lnTo>
                  <a:lnTo>
                    <a:pt x="19" y="101"/>
                  </a:lnTo>
                  <a:lnTo>
                    <a:pt x="18" y="103"/>
                  </a:lnTo>
                  <a:lnTo>
                    <a:pt x="18" y="103"/>
                  </a:lnTo>
                  <a:lnTo>
                    <a:pt x="18" y="103"/>
                  </a:lnTo>
                  <a:lnTo>
                    <a:pt x="18" y="103"/>
                  </a:lnTo>
                  <a:lnTo>
                    <a:pt x="17" y="103"/>
                  </a:lnTo>
                  <a:lnTo>
                    <a:pt x="17" y="103"/>
                  </a:lnTo>
                  <a:lnTo>
                    <a:pt x="17" y="103"/>
                  </a:lnTo>
                  <a:lnTo>
                    <a:pt x="17" y="103"/>
                  </a:lnTo>
                  <a:lnTo>
                    <a:pt x="17" y="103"/>
                  </a:lnTo>
                  <a:lnTo>
                    <a:pt x="17" y="103"/>
                  </a:lnTo>
                  <a:lnTo>
                    <a:pt x="17" y="103"/>
                  </a:lnTo>
                  <a:lnTo>
                    <a:pt x="17" y="103"/>
                  </a:lnTo>
                  <a:lnTo>
                    <a:pt x="16" y="104"/>
                  </a:lnTo>
                  <a:lnTo>
                    <a:pt x="16" y="104"/>
                  </a:lnTo>
                  <a:lnTo>
                    <a:pt x="16" y="104"/>
                  </a:lnTo>
                  <a:lnTo>
                    <a:pt x="16" y="104"/>
                  </a:lnTo>
                  <a:lnTo>
                    <a:pt x="16" y="104"/>
                  </a:lnTo>
                  <a:lnTo>
                    <a:pt x="16" y="104"/>
                  </a:lnTo>
                  <a:lnTo>
                    <a:pt x="16" y="104"/>
                  </a:lnTo>
                  <a:lnTo>
                    <a:pt x="16" y="104"/>
                  </a:lnTo>
                  <a:lnTo>
                    <a:pt x="15" y="104"/>
                  </a:lnTo>
                  <a:lnTo>
                    <a:pt x="15" y="104"/>
                  </a:lnTo>
                  <a:lnTo>
                    <a:pt x="15" y="104"/>
                  </a:lnTo>
                  <a:lnTo>
                    <a:pt x="15" y="104"/>
                  </a:lnTo>
                  <a:lnTo>
                    <a:pt x="15" y="104"/>
                  </a:lnTo>
                  <a:lnTo>
                    <a:pt x="15" y="104"/>
                  </a:lnTo>
                  <a:lnTo>
                    <a:pt x="15" y="104"/>
                  </a:lnTo>
                  <a:lnTo>
                    <a:pt x="15" y="104"/>
                  </a:lnTo>
                  <a:lnTo>
                    <a:pt x="13" y="104"/>
                  </a:lnTo>
                  <a:lnTo>
                    <a:pt x="13" y="104"/>
                  </a:lnTo>
                  <a:lnTo>
                    <a:pt x="13" y="104"/>
                  </a:lnTo>
                  <a:lnTo>
                    <a:pt x="13" y="104"/>
                  </a:lnTo>
                  <a:lnTo>
                    <a:pt x="11" y="104"/>
                  </a:lnTo>
                  <a:lnTo>
                    <a:pt x="11" y="104"/>
                  </a:lnTo>
                  <a:lnTo>
                    <a:pt x="11" y="104"/>
                  </a:lnTo>
                  <a:lnTo>
                    <a:pt x="11" y="102"/>
                  </a:lnTo>
                  <a:lnTo>
                    <a:pt x="9" y="102"/>
                  </a:lnTo>
                  <a:lnTo>
                    <a:pt x="9" y="101"/>
                  </a:lnTo>
                  <a:lnTo>
                    <a:pt x="9" y="101"/>
                  </a:lnTo>
                  <a:lnTo>
                    <a:pt x="9" y="99"/>
                  </a:lnTo>
                  <a:lnTo>
                    <a:pt x="7" y="99"/>
                  </a:lnTo>
                  <a:lnTo>
                    <a:pt x="7" y="97"/>
                  </a:lnTo>
                  <a:lnTo>
                    <a:pt x="7" y="97"/>
                  </a:lnTo>
                  <a:lnTo>
                    <a:pt x="7" y="96"/>
                  </a:lnTo>
                  <a:lnTo>
                    <a:pt x="5" y="96"/>
                  </a:lnTo>
                  <a:lnTo>
                    <a:pt x="5" y="96"/>
                  </a:lnTo>
                  <a:lnTo>
                    <a:pt x="4" y="96"/>
                  </a:lnTo>
                  <a:lnTo>
                    <a:pt x="4" y="96"/>
                  </a:lnTo>
                  <a:lnTo>
                    <a:pt x="3" y="96"/>
                  </a:lnTo>
                  <a:lnTo>
                    <a:pt x="3" y="96"/>
                  </a:lnTo>
                  <a:lnTo>
                    <a:pt x="3" y="96"/>
                  </a:lnTo>
                  <a:lnTo>
                    <a:pt x="3" y="94"/>
                  </a:lnTo>
                  <a:lnTo>
                    <a:pt x="1" y="94"/>
                  </a:lnTo>
                  <a:lnTo>
                    <a:pt x="1" y="94"/>
                  </a:lnTo>
                  <a:lnTo>
                    <a:pt x="1" y="94"/>
                  </a:lnTo>
                  <a:lnTo>
                    <a:pt x="1" y="93"/>
                  </a:lnTo>
                  <a:lnTo>
                    <a:pt x="1" y="93"/>
                  </a:lnTo>
                  <a:lnTo>
                    <a:pt x="1" y="93"/>
                  </a:lnTo>
                  <a:lnTo>
                    <a:pt x="1" y="93"/>
                  </a:lnTo>
                  <a:lnTo>
                    <a:pt x="1" y="91"/>
                  </a:lnTo>
                  <a:lnTo>
                    <a:pt x="0" y="91"/>
                  </a:lnTo>
                  <a:lnTo>
                    <a:pt x="0" y="91"/>
                  </a:lnTo>
                  <a:lnTo>
                    <a:pt x="0" y="91"/>
                  </a:lnTo>
                  <a:lnTo>
                    <a:pt x="0" y="90"/>
                  </a:lnTo>
                  <a:lnTo>
                    <a:pt x="0" y="90"/>
                  </a:lnTo>
                  <a:lnTo>
                    <a:pt x="0" y="89"/>
                  </a:lnTo>
                  <a:lnTo>
                    <a:pt x="0" y="89"/>
                  </a:lnTo>
                  <a:lnTo>
                    <a:pt x="0" y="87"/>
                  </a:lnTo>
                  <a:lnTo>
                    <a:pt x="0" y="87"/>
                  </a:lnTo>
                  <a:lnTo>
                    <a:pt x="0" y="87"/>
                  </a:lnTo>
                  <a:lnTo>
                    <a:pt x="0" y="87"/>
                  </a:lnTo>
                  <a:lnTo>
                    <a:pt x="0" y="85"/>
                  </a:lnTo>
                  <a:lnTo>
                    <a:pt x="0" y="85"/>
                  </a:lnTo>
                  <a:lnTo>
                    <a:pt x="0" y="85"/>
                  </a:lnTo>
                  <a:lnTo>
                    <a:pt x="0" y="85"/>
                  </a:lnTo>
                  <a:lnTo>
                    <a:pt x="0" y="83"/>
                  </a:lnTo>
                  <a:lnTo>
                    <a:pt x="0" y="83"/>
                  </a:lnTo>
                  <a:lnTo>
                    <a:pt x="0" y="83"/>
                  </a:lnTo>
                  <a:lnTo>
                    <a:pt x="0" y="83"/>
                  </a:lnTo>
                  <a:lnTo>
                    <a:pt x="0" y="83"/>
                  </a:lnTo>
                  <a:lnTo>
                    <a:pt x="0" y="83"/>
                  </a:lnTo>
                  <a:lnTo>
                    <a:pt x="0" y="83"/>
                  </a:lnTo>
                  <a:lnTo>
                    <a:pt x="0" y="83"/>
                  </a:lnTo>
                  <a:lnTo>
                    <a:pt x="2" y="82"/>
                  </a:lnTo>
                  <a:lnTo>
                    <a:pt x="2" y="82"/>
                  </a:lnTo>
                  <a:lnTo>
                    <a:pt x="2" y="82"/>
                  </a:lnTo>
                  <a:lnTo>
                    <a:pt x="2" y="82"/>
                  </a:lnTo>
                  <a:lnTo>
                    <a:pt x="2" y="80"/>
                  </a:lnTo>
                  <a:lnTo>
                    <a:pt x="2" y="80"/>
                  </a:lnTo>
                  <a:lnTo>
                    <a:pt x="2" y="80"/>
                  </a:lnTo>
                  <a:lnTo>
                    <a:pt x="2" y="80"/>
                  </a:lnTo>
                  <a:lnTo>
                    <a:pt x="3" y="78"/>
                  </a:lnTo>
                  <a:lnTo>
                    <a:pt x="2" y="78"/>
                  </a:lnTo>
                  <a:lnTo>
                    <a:pt x="2" y="78"/>
                  </a:lnTo>
                  <a:lnTo>
                    <a:pt x="2" y="78"/>
                  </a:lnTo>
                  <a:lnTo>
                    <a:pt x="2" y="78"/>
                  </a:lnTo>
                  <a:lnTo>
                    <a:pt x="2" y="78"/>
                  </a:lnTo>
                  <a:lnTo>
                    <a:pt x="2" y="78"/>
                  </a:lnTo>
                  <a:lnTo>
                    <a:pt x="2" y="78"/>
                  </a:lnTo>
                  <a:lnTo>
                    <a:pt x="2" y="76"/>
                  </a:lnTo>
                  <a:lnTo>
                    <a:pt x="0" y="76"/>
                  </a:lnTo>
                  <a:lnTo>
                    <a:pt x="0" y="76"/>
                  </a:lnTo>
                  <a:lnTo>
                    <a:pt x="0" y="76"/>
                  </a:lnTo>
                  <a:lnTo>
                    <a:pt x="0" y="76"/>
                  </a:lnTo>
                  <a:lnTo>
                    <a:pt x="0" y="76"/>
                  </a:lnTo>
                  <a:lnTo>
                    <a:pt x="0" y="76"/>
                  </a:lnTo>
                  <a:lnTo>
                    <a:pt x="0" y="76"/>
                  </a:lnTo>
                  <a:lnTo>
                    <a:pt x="0" y="75"/>
                  </a:lnTo>
                  <a:lnTo>
                    <a:pt x="0" y="75"/>
                  </a:lnTo>
                  <a:lnTo>
                    <a:pt x="0" y="75"/>
                  </a:lnTo>
                  <a:lnTo>
                    <a:pt x="0" y="75"/>
                  </a:lnTo>
                  <a:lnTo>
                    <a:pt x="0" y="75"/>
                  </a:lnTo>
                  <a:lnTo>
                    <a:pt x="1" y="74"/>
                  </a:lnTo>
                  <a:lnTo>
                    <a:pt x="1" y="74"/>
                  </a:lnTo>
                  <a:lnTo>
                    <a:pt x="2" y="74"/>
                  </a:lnTo>
                  <a:lnTo>
                    <a:pt x="2" y="74"/>
                  </a:lnTo>
                  <a:lnTo>
                    <a:pt x="3" y="73"/>
                  </a:lnTo>
                  <a:lnTo>
                    <a:pt x="3" y="74"/>
                  </a:lnTo>
                  <a:lnTo>
                    <a:pt x="4" y="74"/>
                  </a:lnTo>
                  <a:lnTo>
                    <a:pt x="4" y="74"/>
                  </a:lnTo>
                  <a:lnTo>
                    <a:pt x="6" y="74"/>
                  </a:lnTo>
                  <a:lnTo>
                    <a:pt x="6" y="74"/>
                  </a:lnTo>
                  <a:lnTo>
                    <a:pt x="7" y="74"/>
                  </a:lnTo>
                  <a:lnTo>
                    <a:pt x="7" y="74"/>
                  </a:lnTo>
                  <a:lnTo>
                    <a:pt x="9" y="74"/>
                  </a:lnTo>
                  <a:lnTo>
                    <a:pt x="9" y="75"/>
                  </a:lnTo>
                  <a:lnTo>
                    <a:pt x="9" y="75"/>
                  </a:lnTo>
                  <a:lnTo>
                    <a:pt x="9" y="75"/>
                  </a:lnTo>
                  <a:lnTo>
                    <a:pt x="9" y="75"/>
                  </a:lnTo>
                  <a:lnTo>
                    <a:pt x="9" y="75"/>
                  </a:lnTo>
                  <a:lnTo>
                    <a:pt x="9" y="75"/>
                  </a:lnTo>
                  <a:lnTo>
                    <a:pt x="9" y="75"/>
                  </a:lnTo>
                  <a:lnTo>
                    <a:pt x="9" y="75"/>
                  </a:lnTo>
                  <a:lnTo>
                    <a:pt x="9" y="75"/>
                  </a:lnTo>
                  <a:lnTo>
                    <a:pt x="9" y="75"/>
                  </a:lnTo>
                  <a:lnTo>
                    <a:pt x="9" y="75"/>
                  </a:lnTo>
                  <a:lnTo>
                    <a:pt x="9" y="75"/>
                  </a:lnTo>
                  <a:lnTo>
                    <a:pt x="9" y="75"/>
                  </a:lnTo>
                  <a:lnTo>
                    <a:pt x="9" y="75"/>
                  </a:lnTo>
                  <a:lnTo>
                    <a:pt x="9" y="75"/>
                  </a:lnTo>
                  <a:lnTo>
                    <a:pt x="11" y="75"/>
                  </a:lnTo>
                  <a:lnTo>
                    <a:pt x="11" y="76"/>
                  </a:lnTo>
                  <a:lnTo>
                    <a:pt x="11" y="76"/>
                  </a:lnTo>
                  <a:lnTo>
                    <a:pt x="11" y="76"/>
                  </a:lnTo>
                  <a:lnTo>
                    <a:pt x="11" y="76"/>
                  </a:lnTo>
                  <a:lnTo>
                    <a:pt x="11" y="79"/>
                  </a:lnTo>
                  <a:lnTo>
                    <a:pt x="11" y="79"/>
                  </a:lnTo>
                  <a:lnTo>
                    <a:pt x="11" y="79"/>
                  </a:lnTo>
                  <a:lnTo>
                    <a:pt x="12" y="79"/>
                  </a:lnTo>
                  <a:lnTo>
                    <a:pt x="12" y="81"/>
                  </a:lnTo>
                  <a:lnTo>
                    <a:pt x="12" y="81"/>
                  </a:lnTo>
                  <a:lnTo>
                    <a:pt x="12" y="81"/>
                  </a:lnTo>
                  <a:lnTo>
                    <a:pt x="12" y="81"/>
                  </a:lnTo>
                  <a:lnTo>
                    <a:pt x="12" y="81"/>
                  </a:lnTo>
                  <a:lnTo>
                    <a:pt x="12" y="81"/>
                  </a:lnTo>
                  <a:lnTo>
                    <a:pt x="12" y="81"/>
                  </a:lnTo>
                  <a:lnTo>
                    <a:pt x="14" y="81"/>
                  </a:lnTo>
                  <a:lnTo>
                    <a:pt x="14" y="81"/>
                  </a:lnTo>
                  <a:lnTo>
                    <a:pt x="14" y="81"/>
                  </a:lnTo>
                  <a:lnTo>
                    <a:pt x="14" y="81"/>
                  </a:lnTo>
                  <a:lnTo>
                    <a:pt x="14" y="81"/>
                  </a:lnTo>
                  <a:lnTo>
                    <a:pt x="14" y="81"/>
                  </a:lnTo>
                  <a:lnTo>
                    <a:pt x="14" y="81"/>
                  </a:lnTo>
                  <a:lnTo>
                    <a:pt x="14" y="81"/>
                  </a:lnTo>
                  <a:lnTo>
                    <a:pt x="16" y="81"/>
                  </a:lnTo>
                  <a:lnTo>
                    <a:pt x="16" y="81"/>
                  </a:lnTo>
                  <a:lnTo>
                    <a:pt x="16" y="81"/>
                  </a:lnTo>
                  <a:lnTo>
                    <a:pt x="16" y="81"/>
                  </a:lnTo>
                  <a:lnTo>
                    <a:pt x="17" y="81"/>
                  </a:lnTo>
                  <a:lnTo>
                    <a:pt x="17" y="81"/>
                  </a:lnTo>
                  <a:lnTo>
                    <a:pt x="17" y="81"/>
                  </a:lnTo>
                  <a:lnTo>
                    <a:pt x="17" y="81"/>
                  </a:lnTo>
                  <a:lnTo>
                    <a:pt x="19" y="80"/>
                  </a:lnTo>
                  <a:lnTo>
                    <a:pt x="19" y="81"/>
                  </a:lnTo>
                  <a:lnTo>
                    <a:pt x="19" y="81"/>
                  </a:lnTo>
                  <a:lnTo>
                    <a:pt x="19" y="81"/>
                  </a:lnTo>
                  <a:lnTo>
                    <a:pt x="19" y="81"/>
                  </a:lnTo>
                  <a:lnTo>
                    <a:pt x="19" y="82"/>
                  </a:lnTo>
                  <a:lnTo>
                    <a:pt x="19" y="82"/>
                  </a:lnTo>
                  <a:lnTo>
                    <a:pt x="19" y="82"/>
                  </a:lnTo>
                  <a:lnTo>
                    <a:pt x="19" y="82"/>
                  </a:lnTo>
                  <a:lnTo>
                    <a:pt x="19" y="83"/>
                  </a:lnTo>
                  <a:lnTo>
                    <a:pt x="19" y="83"/>
                  </a:lnTo>
                  <a:lnTo>
                    <a:pt x="19" y="83"/>
                  </a:lnTo>
                  <a:lnTo>
                    <a:pt x="19" y="83"/>
                  </a:lnTo>
                  <a:lnTo>
                    <a:pt x="19" y="83"/>
                  </a:lnTo>
                  <a:lnTo>
                    <a:pt x="19" y="83"/>
                  </a:lnTo>
                  <a:lnTo>
                    <a:pt x="19" y="83"/>
                  </a:lnTo>
                  <a:lnTo>
                    <a:pt x="19" y="83"/>
                  </a:lnTo>
                  <a:lnTo>
                    <a:pt x="19" y="83"/>
                  </a:lnTo>
                  <a:lnTo>
                    <a:pt x="19" y="83"/>
                  </a:lnTo>
                  <a:lnTo>
                    <a:pt x="19" y="83"/>
                  </a:lnTo>
                  <a:lnTo>
                    <a:pt x="19" y="83"/>
                  </a:lnTo>
                  <a:lnTo>
                    <a:pt x="19" y="83"/>
                  </a:lnTo>
                  <a:lnTo>
                    <a:pt x="20" y="83"/>
                  </a:lnTo>
                  <a:lnTo>
                    <a:pt x="20" y="83"/>
                  </a:lnTo>
                  <a:lnTo>
                    <a:pt x="22" y="82"/>
                  </a:lnTo>
                  <a:lnTo>
                    <a:pt x="22" y="82"/>
                  </a:lnTo>
                  <a:lnTo>
                    <a:pt x="22" y="82"/>
                  </a:lnTo>
                  <a:lnTo>
                    <a:pt x="22" y="82"/>
                  </a:lnTo>
                  <a:lnTo>
                    <a:pt x="24" y="82"/>
                  </a:lnTo>
                  <a:lnTo>
                    <a:pt x="24" y="82"/>
                  </a:lnTo>
                  <a:lnTo>
                    <a:pt x="25" y="82"/>
                  </a:lnTo>
                  <a:lnTo>
                    <a:pt x="25" y="82"/>
                  </a:lnTo>
                  <a:lnTo>
                    <a:pt x="27" y="80"/>
                  </a:lnTo>
                  <a:lnTo>
                    <a:pt x="27" y="80"/>
                  </a:lnTo>
                  <a:lnTo>
                    <a:pt x="27" y="80"/>
                  </a:lnTo>
                  <a:lnTo>
                    <a:pt x="27" y="80"/>
                  </a:lnTo>
                  <a:lnTo>
                    <a:pt x="27" y="78"/>
                  </a:lnTo>
                  <a:lnTo>
                    <a:pt x="27" y="78"/>
                  </a:lnTo>
                  <a:lnTo>
                    <a:pt x="27" y="77"/>
                  </a:lnTo>
                  <a:lnTo>
                    <a:pt x="27" y="77"/>
                  </a:lnTo>
                  <a:lnTo>
                    <a:pt x="27" y="75"/>
                  </a:lnTo>
                  <a:lnTo>
                    <a:pt x="27" y="75"/>
                  </a:lnTo>
                  <a:lnTo>
                    <a:pt x="27" y="75"/>
                  </a:lnTo>
                  <a:lnTo>
                    <a:pt x="27" y="75"/>
                  </a:lnTo>
                  <a:lnTo>
                    <a:pt x="27" y="74"/>
                  </a:lnTo>
                  <a:lnTo>
                    <a:pt x="27" y="74"/>
                  </a:lnTo>
                  <a:lnTo>
                    <a:pt x="27" y="74"/>
                  </a:lnTo>
                  <a:lnTo>
                    <a:pt x="27" y="74"/>
                  </a:lnTo>
                  <a:lnTo>
                    <a:pt x="28" y="72"/>
                  </a:lnTo>
                  <a:lnTo>
                    <a:pt x="28" y="73"/>
                  </a:lnTo>
                  <a:lnTo>
                    <a:pt x="28" y="73"/>
                  </a:lnTo>
                  <a:lnTo>
                    <a:pt x="28" y="73"/>
                  </a:lnTo>
                  <a:lnTo>
                    <a:pt x="30" y="73"/>
                  </a:lnTo>
                  <a:lnTo>
                    <a:pt x="30" y="73"/>
                  </a:lnTo>
                  <a:lnTo>
                    <a:pt x="31" y="73"/>
                  </a:lnTo>
                  <a:lnTo>
                    <a:pt x="31" y="73"/>
                  </a:lnTo>
                  <a:lnTo>
                    <a:pt x="32" y="73"/>
                  </a:lnTo>
                  <a:lnTo>
                    <a:pt x="32" y="75"/>
                  </a:lnTo>
                  <a:lnTo>
                    <a:pt x="32" y="75"/>
                  </a:lnTo>
                  <a:lnTo>
                    <a:pt x="32" y="75"/>
                  </a:lnTo>
                  <a:lnTo>
                    <a:pt x="34" y="75"/>
                  </a:lnTo>
                  <a:lnTo>
                    <a:pt x="34" y="75"/>
                  </a:lnTo>
                  <a:lnTo>
                    <a:pt x="36" y="75"/>
                  </a:lnTo>
                  <a:lnTo>
                    <a:pt x="36" y="75"/>
                  </a:lnTo>
                  <a:lnTo>
                    <a:pt x="38" y="75"/>
                  </a:lnTo>
                  <a:lnTo>
                    <a:pt x="38" y="76"/>
                  </a:lnTo>
                  <a:lnTo>
                    <a:pt x="38" y="76"/>
                  </a:lnTo>
                  <a:lnTo>
                    <a:pt x="38" y="76"/>
                  </a:lnTo>
                  <a:lnTo>
                    <a:pt x="38" y="76"/>
                  </a:lnTo>
                  <a:lnTo>
                    <a:pt x="38" y="76"/>
                  </a:lnTo>
                  <a:lnTo>
                    <a:pt x="38" y="76"/>
                  </a:lnTo>
                  <a:lnTo>
                    <a:pt x="38" y="76"/>
                  </a:lnTo>
                  <a:lnTo>
                    <a:pt x="40" y="76"/>
                  </a:lnTo>
                  <a:lnTo>
                    <a:pt x="40" y="78"/>
                  </a:lnTo>
                  <a:lnTo>
                    <a:pt x="40" y="78"/>
                  </a:lnTo>
                  <a:lnTo>
                    <a:pt x="40" y="78"/>
                  </a:lnTo>
                  <a:lnTo>
                    <a:pt x="42" y="78"/>
                  </a:lnTo>
                  <a:lnTo>
                    <a:pt x="42" y="78"/>
                  </a:lnTo>
                  <a:lnTo>
                    <a:pt x="42" y="78"/>
                  </a:lnTo>
                  <a:lnTo>
                    <a:pt x="42" y="78"/>
                  </a:lnTo>
                  <a:lnTo>
                    <a:pt x="44" y="78"/>
                  </a:lnTo>
                  <a:lnTo>
                    <a:pt x="44" y="78"/>
                  </a:lnTo>
                  <a:lnTo>
                    <a:pt x="44" y="78"/>
                  </a:lnTo>
                  <a:lnTo>
                    <a:pt x="44" y="78"/>
                  </a:lnTo>
                  <a:lnTo>
                    <a:pt x="45" y="78"/>
                  </a:lnTo>
                  <a:lnTo>
                    <a:pt x="45" y="78"/>
                  </a:lnTo>
                  <a:lnTo>
                    <a:pt x="46" y="78"/>
                  </a:lnTo>
                  <a:lnTo>
                    <a:pt x="46" y="78"/>
                  </a:lnTo>
                  <a:lnTo>
                    <a:pt x="47" y="78"/>
                  </a:lnTo>
                  <a:lnTo>
                    <a:pt x="47" y="78"/>
                  </a:lnTo>
                  <a:lnTo>
                    <a:pt x="48" y="78"/>
                  </a:lnTo>
                  <a:lnTo>
                    <a:pt x="48" y="78"/>
                  </a:lnTo>
                  <a:lnTo>
                    <a:pt x="50" y="78"/>
                  </a:lnTo>
                  <a:lnTo>
                    <a:pt x="50" y="78"/>
                  </a:lnTo>
                  <a:lnTo>
                    <a:pt x="51" y="78"/>
                  </a:lnTo>
                  <a:lnTo>
                    <a:pt x="51" y="78"/>
                  </a:lnTo>
                  <a:lnTo>
                    <a:pt x="53" y="78"/>
                  </a:lnTo>
                  <a:lnTo>
                    <a:pt x="53" y="78"/>
                  </a:lnTo>
                  <a:lnTo>
                    <a:pt x="53" y="78"/>
                  </a:lnTo>
                  <a:lnTo>
                    <a:pt x="53" y="78"/>
                  </a:lnTo>
                  <a:lnTo>
                    <a:pt x="54" y="77"/>
                  </a:lnTo>
                  <a:lnTo>
                    <a:pt x="54" y="77"/>
                  </a:lnTo>
                  <a:lnTo>
                    <a:pt x="56" y="77"/>
                  </a:lnTo>
                  <a:lnTo>
                    <a:pt x="56" y="77"/>
                  </a:lnTo>
                  <a:lnTo>
                    <a:pt x="58" y="75"/>
                  </a:lnTo>
                  <a:lnTo>
                    <a:pt x="58" y="75"/>
                  </a:lnTo>
                  <a:lnTo>
                    <a:pt x="58" y="75"/>
                  </a:lnTo>
                  <a:lnTo>
                    <a:pt x="58" y="75"/>
                  </a:lnTo>
                  <a:lnTo>
                    <a:pt x="60" y="74"/>
                  </a:lnTo>
                  <a:lnTo>
                    <a:pt x="60" y="74"/>
                  </a:lnTo>
                  <a:lnTo>
                    <a:pt x="61" y="74"/>
                  </a:lnTo>
                  <a:lnTo>
                    <a:pt x="61" y="74"/>
                  </a:lnTo>
                  <a:lnTo>
                    <a:pt x="63" y="72"/>
                  </a:lnTo>
                  <a:lnTo>
                    <a:pt x="63" y="72"/>
                  </a:lnTo>
                  <a:lnTo>
                    <a:pt x="63" y="72"/>
                  </a:lnTo>
                  <a:lnTo>
                    <a:pt x="63" y="72"/>
                  </a:lnTo>
                  <a:lnTo>
                    <a:pt x="65" y="72"/>
                  </a:lnTo>
                  <a:lnTo>
                    <a:pt x="65" y="72"/>
                  </a:lnTo>
                  <a:lnTo>
                    <a:pt x="68" y="72"/>
                  </a:lnTo>
                  <a:lnTo>
                    <a:pt x="68" y="72"/>
                  </a:lnTo>
                  <a:lnTo>
                    <a:pt x="69" y="70"/>
                  </a:lnTo>
                  <a:lnTo>
                    <a:pt x="69" y="70"/>
                  </a:lnTo>
                  <a:lnTo>
                    <a:pt x="71" y="70"/>
                  </a:lnTo>
                  <a:lnTo>
                    <a:pt x="71" y="70"/>
                  </a:lnTo>
                  <a:lnTo>
                    <a:pt x="73" y="69"/>
                  </a:lnTo>
                  <a:lnTo>
                    <a:pt x="73" y="69"/>
                  </a:lnTo>
                  <a:lnTo>
                    <a:pt x="75" y="69"/>
                  </a:lnTo>
                  <a:lnTo>
                    <a:pt x="75" y="69"/>
                  </a:lnTo>
                  <a:lnTo>
                    <a:pt x="77" y="68"/>
                  </a:lnTo>
                  <a:lnTo>
                    <a:pt x="77" y="68"/>
                  </a:lnTo>
                  <a:lnTo>
                    <a:pt x="77" y="68"/>
                  </a:lnTo>
                  <a:lnTo>
                    <a:pt x="77" y="68"/>
                  </a:lnTo>
                  <a:lnTo>
                    <a:pt x="77" y="68"/>
                  </a:lnTo>
                  <a:lnTo>
                    <a:pt x="77" y="68"/>
                  </a:lnTo>
                  <a:lnTo>
                    <a:pt x="77" y="68"/>
                  </a:lnTo>
                  <a:lnTo>
                    <a:pt x="77" y="68"/>
                  </a:lnTo>
                  <a:lnTo>
                    <a:pt x="78" y="66"/>
                  </a:lnTo>
                  <a:lnTo>
                    <a:pt x="78" y="66"/>
                  </a:lnTo>
                  <a:lnTo>
                    <a:pt x="78" y="66"/>
                  </a:lnTo>
                  <a:lnTo>
                    <a:pt x="78" y="66"/>
                  </a:lnTo>
                  <a:lnTo>
                    <a:pt x="78" y="66"/>
                  </a:lnTo>
                  <a:lnTo>
                    <a:pt x="78" y="66"/>
                  </a:lnTo>
                  <a:lnTo>
                    <a:pt x="78" y="66"/>
                  </a:lnTo>
                  <a:lnTo>
                    <a:pt x="78" y="66"/>
                  </a:lnTo>
                  <a:lnTo>
                    <a:pt x="80" y="65"/>
                  </a:lnTo>
                  <a:lnTo>
                    <a:pt x="80" y="66"/>
                  </a:lnTo>
                  <a:lnTo>
                    <a:pt x="80" y="66"/>
                  </a:lnTo>
                  <a:lnTo>
                    <a:pt x="80" y="66"/>
                  </a:lnTo>
                  <a:lnTo>
                    <a:pt x="80" y="66"/>
                  </a:lnTo>
                  <a:lnTo>
                    <a:pt x="80" y="66"/>
                  </a:lnTo>
                  <a:lnTo>
                    <a:pt x="80" y="66"/>
                  </a:lnTo>
                  <a:lnTo>
                    <a:pt x="80" y="66"/>
                  </a:lnTo>
                  <a:lnTo>
                    <a:pt x="82" y="66"/>
                  </a:lnTo>
                  <a:lnTo>
                    <a:pt x="82" y="66"/>
                  </a:lnTo>
                  <a:lnTo>
                    <a:pt x="82" y="66"/>
                  </a:lnTo>
                  <a:lnTo>
                    <a:pt x="82" y="66"/>
                  </a:lnTo>
                  <a:lnTo>
                    <a:pt x="84" y="66"/>
                  </a:lnTo>
                  <a:lnTo>
                    <a:pt x="84" y="66"/>
                  </a:lnTo>
                  <a:lnTo>
                    <a:pt x="84" y="66"/>
                  </a:lnTo>
                  <a:lnTo>
                    <a:pt x="84" y="66"/>
                  </a:lnTo>
                  <a:lnTo>
                    <a:pt x="86" y="66"/>
                  </a:lnTo>
                  <a:lnTo>
                    <a:pt x="86" y="67"/>
                  </a:lnTo>
                  <a:lnTo>
                    <a:pt x="86" y="67"/>
                  </a:lnTo>
                  <a:lnTo>
                    <a:pt x="86" y="67"/>
                  </a:lnTo>
                  <a:lnTo>
                    <a:pt x="86" y="67"/>
                  </a:lnTo>
                  <a:lnTo>
                    <a:pt x="86" y="67"/>
                  </a:lnTo>
                  <a:lnTo>
                    <a:pt x="86" y="67"/>
                  </a:lnTo>
                  <a:lnTo>
                    <a:pt x="86" y="67"/>
                  </a:lnTo>
                  <a:lnTo>
                    <a:pt x="88" y="67"/>
                  </a:lnTo>
                  <a:lnTo>
                    <a:pt x="88" y="68"/>
                  </a:lnTo>
                  <a:lnTo>
                    <a:pt x="88" y="68"/>
                  </a:lnTo>
                  <a:lnTo>
                    <a:pt x="88" y="68"/>
                  </a:lnTo>
                  <a:lnTo>
                    <a:pt x="88" y="68"/>
                  </a:lnTo>
                  <a:lnTo>
                    <a:pt x="88" y="68"/>
                  </a:lnTo>
                  <a:lnTo>
                    <a:pt x="88" y="68"/>
                  </a:lnTo>
                  <a:lnTo>
                    <a:pt x="88" y="68"/>
                  </a:lnTo>
                  <a:lnTo>
                    <a:pt x="90" y="68"/>
                  </a:lnTo>
                  <a:lnTo>
                    <a:pt x="90" y="68"/>
                  </a:lnTo>
                  <a:lnTo>
                    <a:pt x="90" y="68"/>
                  </a:lnTo>
                  <a:lnTo>
                    <a:pt x="90" y="68"/>
                  </a:lnTo>
                  <a:lnTo>
                    <a:pt x="90" y="68"/>
                  </a:lnTo>
                  <a:lnTo>
                    <a:pt x="90" y="68"/>
                  </a:lnTo>
                  <a:lnTo>
                    <a:pt x="90" y="68"/>
                  </a:lnTo>
                  <a:lnTo>
                    <a:pt x="90" y="68"/>
                  </a:lnTo>
                  <a:lnTo>
                    <a:pt x="91" y="68"/>
                  </a:lnTo>
                  <a:lnTo>
                    <a:pt x="91" y="68"/>
                  </a:lnTo>
                  <a:lnTo>
                    <a:pt x="91" y="68"/>
                  </a:lnTo>
                  <a:lnTo>
                    <a:pt x="91" y="68"/>
                  </a:lnTo>
                  <a:lnTo>
                    <a:pt x="91" y="68"/>
                  </a:lnTo>
                  <a:lnTo>
                    <a:pt x="91" y="68"/>
                  </a:lnTo>
                  <a:lnTo>
                    <a:pt x="91" y="68"/>
                  </a:lnTo>
                  <a:lnTo>
                    <a:pt x="91" y="68"/>
                  </a:lnTo>
                  <a:lnTo>
                    <a:pt x="92" y="68"/>
                  </a:lnTo>
                  <a:lnTo>
                    <a:pt x="92" y="68"/>
                  </a:lnTo>
                  <a:lnTo>
                    <a:pt x="92" y="68"/>
                  </a:lnTo>
                  <a:lnTo>
                    <a:pt x="92" y="68"/>
                  </a:lnTo>
                  <a:lnTo>
                    <a:pt x="92" y="67"/>
                  </a:lnTo>
                  <a:lnTo>
                    <a:pt x="92" y="67"/>
                  </a:lnTo>
                  <a:lnTo>
                    <a:pt x="92" y="67"/>
                  </a:lnTo>
                  <a:lnTo>
                    <a:pt x="92" y="67"/>
                  </a:lnTo>
                  <a:lnTo>
                    <a:pt x="92" y="65"/>
                  </a:lnTo>
                  <a:lnTo>
                    <a:pt x="92" y="65"/>
                  </a:lnTo>
                  <a:lnTo>
                    <a:pt x="92" y="65"/>
                  </a:lnTo>
                  <a:lnTo>
                    <a:pt x="92" y="65"/>
                  </a:lnTo>
                  <a:lnTo>
                    <a:pt x="92" y="64"/>
                  </a:lnTo>
                  <a:lnTo>
                    <a:pt x="92" y="64"/>
                  </a:lnTo>
                  <a:lnTo>
                    <a:pt x="92" y="64"/>
                  </a:lnTo>
                  <a:lnTo>
                    <a:pt x="92" y="64"/>
                  </a:lnTo>
                  <a:lnTo>
                    <a:pt x="93" y="63"/>
                  </a:lnTo>
                  <a:lnTo>
                    <a:pt x="93" y="64"/>
                  </a:lnTo>
                  <a:lnTo>
                    <a:pt x="93" y="64"/>
                  </a:lnTo>
                  <a:lnTo>
                    <a:pt x="93" y="64"/>
                  </a:lnTo>
                  <a:lnTo>
                    <a:pt x="94" y="64"/>
                  </a:lnTo>
                  <a:lnTo>
                    <a:pt x="94" y="65"/>
                  </a:lnTo>
                  <a:lnTo>
                    <a:pt x="94" y="65"/>
                  </a:lnTo>
                  <a:lnTo>
                    <a:pt x="94" y="65"/>
                  </a:lnTo>
                  <a:lnTo>
                    <a:pt x="96" y="65"/>
                  </a:lnTo>
                  <a:lnTo>
                    <a:pt x="96" y="67"/>
                  </a:lnTo>
                  <a:lnTo>
                    <a:pt x="96" y="67"/>
                  </a:lnTo>
                  <a:lnTo>
                    <a:pt x="96" y="67"/>
                  </a:lnTo>
                  <a:lnTo>
                    <a:pt x="97" y="67"/>
                  </a:lnTo>
                  <a:lnTo>
                    <a:pt x="97" y="68"/>
                  </a:lnTo>
                  <a:lnTo>
                    <a:pt x="97" y="68"/>
                  </a:lnTo>
                  <a:lnTo>
                    <a:pt x="97" y="68"/>
                  </a:lnTo>
                  <a:lnTo>
                    <a:pt x="99" y="68"/>
                  </a:lnTo>
                  <a:lnTo>
                    <a:pt x="99" y="69"/>
                  </a:lnTo>
                  <a:lnTo>
                    <a:pt x="99" y="69"/>
                  </a:lnTo>
                  <a:lnTo>
                    <a:pt x="99" y="69"/>
                  </a:lnTo>
                  <a:lnTo>
                    <a:pt x="99" y="69"/>
                  </a:lnTo>
                  <a:lnTo>
                    <a:pt x="99" y="70"/>
                  </a:lnTo>
                  <a:lnTo>
                    <a:pt x="99" y="70"/>
                  </a:lnTo>
                  <a:lnTo>
                    <a:pt x="99" y="70"/>
                  </a:lnTo>
                  <a:lnTo>
                    <a:pt x="99" y="70"/>
                  </a:lnTo>
                  <a:lnTo>
                    <a:pt x="99" y="72"/>
                  </a:lnTo>
                  <a:lnTo>
                    <a:pt x="99" y="72"/>
                  </a:lnTo>
                  <a:lnTo>
                    <a:pt x="99" y="72"/>
                  </a:lnTo>
                  <a:lnTo>
                    <a:pt x="99" y="72"/>
                  </a:lnTo>
                  <a:lnTo>
                    <a:pt x="99" y="72"/>
                  </a:lnTo>
                  <a:lnTo>
                    <a:pt x="99" y="72"/>
                  </a:lnTo>
                  <a:lnTo>
                    <a:pt x="99" y="72"/>
                  </a:lnTo>
                  <a:lnTo>
                    <a:pt x="99" y="72"/>
                  </a:lnTo>
                  <a:lnTo>
                    <a:pt x="99" y="74"/>
                  </a:lnTo>
                  <a:lnTo>
                    <a:pt x="99" y="74"/>
                  </a:lnTo>
                  <a:lnTo>
                    <a:pt x="99" y="74"/>
                  </a:lnTo>
                  <a:lnTo>
                    <a:pt x="99" y="74"/>
                  </a:lnTo>
                  <a:lnTo>
                    <a:pt x="99" y="74"/>
                  </a:lnTo>
                  <a:lnTo>
                    <a:pt x="99" y="74"/>
                  </a:lnTo>
                  <a:lnTo>
                    <a:pt x="99" y="74"/>
                  </a:lnTo>
                  <a:lnTo>
                    <a:pt x="100" y="74"/>
                  </a:lnTo>
                  <a:lnTo>
                    <a:pt x="100" y="74"/>
                  </a:lnTo>
                  <a:lnTo>
                    <a:pt x="100" y="74"/>
                  </a:lnTo>
                  <a:lnTo>
                    <a:pt x="100" y="74"/>
                  </a:lnTo>
                  <a:lnTo>
                    <a:pt x="102" y="74"/>
                  </a:lnTo>
                  <a:lnTo>
                    <a:pt x="102" y="74"/>
                  </a:lnTo>
                  <a:lnTo>
                    <a:pt x="102" y="74"/>
                  </a:lnTo>
                  <a:lnTo>
                    <a:pt x="102" y="74"/>
                  </a:lnTo>
                  <a:lnTo>
                    <a:pt x="103" y="74"/>
                  </a:lnTo>
                  <a:lnTo>
                    <a:pt x="103" y="74"/>
                  </a:lnTo>
                  <a:lnTo>
                    <a:pt x="103" y="74"/>
                  </a:lnTo>
                  <a:lnTo>
                    <a:pt x="103" y="74"/>
                  </a:lnTo>
                  <a:lnTo>
                    <a:pt x="103" y="73"/>
                  </a:lnTo>
                  <a:lnTo>
                    <a:pt x="103" y="73"/>
                  </a:lnTo>
                  <a:lnTo>
                    <a:pt x="103" y="73"/>
                  </a:lnTo>
                  <a:lnTo>
                    <a:pt x="103" y="73"/>
                  </a:lnTo>
                  <a:lnTo>
                    <a:pt x="105" y="71"/>
                  </a:lnTo>
                  <a:lnTo>
                    <a:pt x="105" y="71"/>
                  </a:lnTo>
                  <a:lnTo>
                    <a:pt x="105" y="71"/>
                  </a:lnTo>
                  <a:lnTo>
                    <a:pt x="105" y="71"/>
                  </a:lnTo>
                  <a:lnTo>
                    <a:pt x="105" y="69"/>
                  </a:lnTo>
                  <a:lnTo>
                    <a:pt x="104" y="69"/>
                  </a:lnTo>
                  <a:lnTo>
                    <a:pt x="104" y="68"/>
                  </a:lnTo>
                  <a:lnTo>
                    <a:pt x="104" y="68"/>
                  </a:lnTo>
                  <a:lnTo>
                    <a:pt x="104" y="66"/>
                  </a:lnTo>
                  <a:lnTo>
                    <a:pt x="103" y="66"/>
                  </a:lnTo>
                  <a:lnTo>
                    <a:pt x="103" y="66"/>
                  </a:lnTo>
                  <a:lnTo>
                    <a:pt x="103" y="66"/>
                  </a:lnTo>
                  <a:lnTo>
                    <a:pt x="103" y="66"/>
                  </a:lnTo>
                  <a:lnTo>
                    <a:pt x="103" y="66"/>
                  </a:lnTo>
                  <a:lnTo>
                    <a:pt x="103" y="66"/>
                  </a:lnTo>
                  <a:lnTo>
                    <a:pt x="103" y="66"/>
                  </a:lnTo>
                  <a:lnTo>
                    <a:pt x="103" y="64"/>
                  </a:lnTo>
                  <a:lnTo>
                    <a:pt x="102" y="64"/>
                  </a:lnTo>
                  <a:lnTo>
                    <a:pt x="102" y="64"/>
                  </a:lnTo>
                  <a:lnTo>
                    <a:pt x="102" y="64"/>
                  </a:lnTo>
                  <a:lnTo>
                    <a:pt x="102" y="63"/>
                  </a:lnTo>
                  <a:lnTo>
                    <a:pt x="102" y="63"/>
                  </a:lnTo>
                  <a:lnTo>
                    <a:pt x="102" y="63"/>
                  </a:lnTo>
                  <a:lnTo>
                    <a:pt x="102" y="63"/>
                  </a:lnTo>
                  <a:lnTo>
                    <a:pt x="102" y="61"/>
                  </a:lnTo>
                  <a:lnTo>
                    <a:pt x="101" y="61"/>
                  </a:lnTo>
                  <a:lnTo>
                    <a:pt x="101" y="61"/>
                  </a:lnTo>
                  <a:lnTo>
                    <a:pt x="101" y="61"/>
                  </a:lnTo>
                  <a:lnTo>
                    <a:pt x="101" y="60"/>
                  </a:lnTo>
                  <a:lnTo>
                    <a:pt x="101" y="60"/>
                  </a:lnTo>
                  <a:lnTo>
                    <a:pt x="101" y="60"/>
                  </a:lnTo>
                  <a:lnTo>
                    <a:pt x="101" y="60"/>
                  </a:lnTo>
                  <a:lnTo>
                    <a:pt x="101" y="59"/>
                  </a:lnTo>
                  <a:lnTo>
                    <a:pt x="101" y="59"/>
                  </a:lnTo>
                  <a:lnTo>
                    <a:pt x="101" y="59"/>
                  </a:lnTo>
                  <a:lnTo>
                    <a:pt x="101" y="59"/>
                  </a:lnTo>
                  <a:lnTo>
                    <a:pt x="101" y="57"/>
                  </a:lnTo>
                  <a:lnTo>
                    <a:pt x="101" y="57"/>
                  </a:lnTo>
                  <a:lnTo>
                    <a:pt x="101" y="57"/>
                  </a:lnTo>
                  <a:lnTo>
                    <a:pt x="101" y="57"/>
                  </a:lnTo>
                  <a:lnTo>
                    <a:pt x="101" y="55"/>
                  </a:lnTo>
                  <a:lnTo>
                    <a:pt x="99" y="55"/>
                  </a:lnTo>
                  <a:lnTo>
                    <a:pt x="99" y="55"/>
                  </a:lnTo>
                  <a:lnTo>
                    <a:pt x="99" y="55"/>
                  </a:lnTo>
                  <a:lnTo>
                    <a:pt x="99" y="54"/>
                  </a:lnTo>
                  <a:lnTo>
                    <a:pt x="98" y="54"/>
                  </a:lnTo>
                  <a:lnTo>
                    <a:pt x="98" y="54"/>
                  </a:lnTo>
                  <a:lnTo>
                    <a:pt x="98" y="54"/>
                  </a:lnTo>
                  <a:lnTo>
                    <a:pt x="98" y="52"/>
                  </a:lnTo>
                  <a:lnTo>
                    <a:pt x="96" y="52"/>
                  </a:lnTo>
                  <a:lnTo>
                    <a:pt x="96" y="52"/>
                  </a:lnTo>
                  <a:lnTo>
                    <a:pt x="96" y="52"/>
                  </a:lnTo>
                  <a:lnTo>
                    <a:pt x="96" y="50"/>
                  </a:lnTo>
                  <a:lnTo>
                    <a:pt x="96" y="50"/>
                  </a:lnTo>
                  <a:lnTo>
                    <a:pt x="96" y="49"/>
                  </a:lnTo>
                  <a:lnTo>
                    <a:pt x="96" y="49"/>
                  </a:lnTo>
                  <a:lnTo>
                    <a:pt x="96" y="47"/>
                  </a:lnTo>
                  <a:lnTo>
                    <a:pt x="96" y="47"/>
                  </a:lnTo>
                  <a:lnTo>
                    <a:pt x="96" y="47"/>
                  </a:lnTo>
                  <a:lnTo>
                    <a:pt x="96" y="47"/>
                  </a:lnTo>
                  <a:lnTo>
                    <a:pt x="96" y="47"/>
                  </a:lnTo>
                  <a:lnTo>
                    <a:pt x="96" y="47"/>
                  </a:lnTo>
                  <a:lnTo>
                    <a:pt x="96" y="47"/>
                  </a:lnTo>
                  <a:lnTo>
                    <a:pt x="96" y="47"/>
                  </a:lnTo>
                  <a:lnTo>
                    <a:pt x="96" y="46"/>
                  </a:lnTo>
                  <a:lnTo>
                    <a:pt x="96" y="46"/>
                  </a:lnTo>
                  <a:lnTo>
                    <a:pt x="96" y="46"/>
                  </a:lnTo>
                  <a:lnTo>
                    <a:pt x="96" y="46"/>
                  </a:lnTo>
                  <a:lnTo>
                    <a:pt x="96" y="46"/>
                  </a:lnTo>
                  <a:lnTo>
                    <a:pt x="96" y="46"/>
                  </a:lnTo>
                  <a:lnTo>
                    <a:pt x="96" y="46"/>
                  </a:lnTo>
                  <a:lnTo>
                    <a:pt x="96" y="46"/>
                  </a:lnTo>
                  <a:lnTo>
                    <a:pt x="96" y="44"/>
                  </a:lnTo>
                  <a:lnTo>
                    <a:pt x="96" y="44"/>
                  </a:lnTo>
                  <a:lnTo>
                    <a:pt x="96" y="44"/>
                  </a:lnTo>
                  <a:lnTo>
                    <a:pt x="96" y="44"/>
                  </a:lnTo>
                  <a:lnTo>
                    <a:pt x="96" y="44"/>
                  </a:lnTo>
                  <a:lnTo>
                    <a:pt x="96" y="44"/>
                  </a:lnTo>
                  <a:lnTo>
                    <a:pt x="96" y="44"/>
                  </a:lnTo>
                  <a:lnTo>
                    <a:pt x="96" y="44"/>
                  </a:lnTo>
                  <a:lnTo>
                    <a:pt x="98" y="42"/>
                  </a:lnTo>
                  <a:lnTo>
                    <a:pt x="98" y="42"/>
                  </a:lnTo>
                  <a:lnTo>
                    <a:pt x="98" y="42"/>
                  </a:lnTo>
                  <a:lnTo>
                    <a:pt x="98" y="42"/>
                  </a:lnTo>
                  <a:lnTo>
                    <a:pt x="100" y="41"/>
                  </a:lnTo>
                  <a:lnTo>
                    <a:pt x="100" y="41"/>
                  </a:lnTo>
                  <a:lnTo>
                    <a:pt x="100" y="41"/>
                  </a:lnTo>
                  <a:lnTo>
                    <a:pt x="100" y="41"/>
                  </a:lnTo>
                  <a:lnTo>
                    <a:pt x="102" y="39"/>
                  </a:lnTo>
                  <a:lnTo>
                    <a:pt x="102" y="39"/>
                  </a:lnTo>
                  <a:lnTo>
                    <a:pt x="102" y="39"/>
                  </a:lnTo>
                  <a:lnTo>
                    <a:pt x="102" y="39"/>
                  </a:lnTo>
                  <a:lnTo>
                    <a:pt x="104" y="39"/>
                  </a:lnTo>
                  <a:lnTo>
                    <a:pt x="104" y="39"/>
                  </a:lnTo>
                  <a:lnTo>
                    <a:pt x="106" y="39"/>
                  </a:lnTo>
                  <a:lnTo>
                    <a:pt x="106" y="39"/>
                  </a:lnTo>
                  <a:lnTo>
                    <a:pt x="108" y="38"/>
                  </a:lnTo>
                  <a:lnTo>
                    <a:pt x="108" y="38"/>
                  </a:lnTo>
                  <a:lnTo>
                    <a:pt x="109" y="38"/>
                  </a:lnTo>
                  <a:lnTo>
                    <a:pt x="109" y="38"/>
                  </a:lnTo>
                  <a:lnTo>
                    <a:pt x="112" y="37"/>
                  </a:lnTo>
                  <a:lnTo>
                    <a:pt x="112" y="37"/>
                  </a:lnTo>
                  <a:lnTo>
                    <a:pt x="112" y="37"/>
                  </a:lnTo>
                  <a:lnTo>
                    <a:pt x="112" y="37"/>
                  </a:lnTo>
                  <a:lnTo>
                    <a:pt x="113" y="35"/>
                  </a:lnTo>
                  <a:lnTo>
                    <a:pt x="113" y="35"/>
                  </a:lnTo>
                  <a:lnTo>
                    <a:pt x="113" y="35"/>
                  </a:lnTo>
                  <a:lnTo>
                    <a:pt x="113" y="35"/>
                  </a:lnTo>
                  <a:lnTo>
                    <a:pt x="113" y="35"/>
                  </a:lnTo>
                  <a:lnTo>
                    <a:pt x="113" y="35"/>
                  </a:lnTo>
                  <a:lnTo>
                    <a:pt x="113" y="35"/>
                  </a:lnTo>
                  <a:lnTo>
                    <a:pt x="113" y="35"/>
                  </a:lnTo>
                  <a:lnTo>
                    <a:pt x="113" y="32"/>
                  </a:lnTo>
                  <a:lnTo>
                    <a:pt x="113" y="32"/>
                  </a:lnTo>
                  <a:lnTo>
                    <a:pt x="113" y="32"/>
                  </a:lnTo>
                  <a:lnTo>
                    <a:pt x="113" y="32"/>
                  </a:lnTo>
                  <a:lnTo>
                    <a:pt x="113" y="31"/>
                  </a:lnTo>
                  <a:lnTo>
                    <a:pt x="113" y="31"/>
                  </a:lnTo>
                  <a:lnTo>
                    <a:pt x="113" y="31"/>
                  </a:lnTo>
                  <a:lnTo>
                    <a:pt x="113" y="31"/>
                  </a:lnTo>
                  <a:lnTo>
                    <a:pt x="113" y="30"/>
                  </a:lnTo>
                  <a:lnTo>
                    <a:pt x="113" y="30"/>
                  </a:lnTo>
                  <a:lnTo>
                    <a:pt x="113" y="30"/>
                  </a:lnTo>
                  <a:lnTo>
                    <a:pt x="113" y="30"/>
                  </a:lnTo>
                  <a:lnTo>
                    <a:pt x="113" y="29"/>
                  </a:lnTo>
                  <a:lnTo>
                    <a:pt x="113" y="29"/>
                  </a:lnTo>
                  <a:lnTo>
                    <a:pt x="113" y="29"/>
                  </a:lnTo>
                  <a:lnTo>
                    <a:pt x="113" y="29"/>
                  </a:lnTo>
                  <a:lnTo>
                    <a:pt x="113" y="27"/>
                  </a:lnTo>
                  <a:lnTo>
                    <a:pt x="113" y="27"/>
                  </a:lnTo>
                  <a:lnTo>
                    <a:pt x="113" y="27"/>
                  </a:lnTo>
                  <a:lnTo>
                    <a:pt x="113" y="27"/>
                  </a:lnTo>
                  <a:lnTo>
                    <a:pt x="113" y="25"/>
                  </a:lnTo>
                  <a:lnTo>
                    <a:pt x="113" y="25"/>
                  </a:lnTo>
                  <a:lnTo>
                    <a:pt x="113" y="25"/>
                  </a:lnTo>
                  <a:lnTo>
                    <a:pt x="113" y="25"/>
                  </a:lnTo>
                  <a:lnTo>
                    <a:pt x="115" y="23"/>
                  </a:lnTo>
                  <a:lnTo>
                    <a:pt x="115" y="25"/>
                  </a:lnTo>
                  <a:lnTo>
                    <a:pt x="115" y="25"/>
                  </a:lnTo>
                  <a:lnTo>
                    <a:pt x="115" y="25"/>
                  </a:lnTo>
                  <a:lnTo>
                    <a:pt x="116" y="25"/>
                  </a:lnTo>
                  <a:lnTo>
                    <a:pt x="116" y="25"/>
                  </a:lnTo>
                  <a:lnTo>
                    <a:pt x="118" y="25"/>
                  </a:lnTo>
                  <a:lnTo>
                    <a:pt x="118" y="25"/>
                  </a:lnTo>
                  <a:lnTo>
                    <a:pt x="120" y="25"/>
                  </a:lnTo>
                  <a:lnTo>
                    <a:pt x="120" y="26"/>
                  </a:lnTo>
                  <a:lnTo>
                    <a:pt x="121" y="26"/>
                  </a:lnTo>
                  <a:lnTo>
                    <a:pt x="121" y="26"/>
                  </a:lnTo>
                  <a:lnTo>
                    <a:pt x="122" y="26"/>
                  </a:lnTo>
                  <a:lnTo>
                    <a:pt x="122" y="26"/>
                  </a:lnTo>
                  <a:lnTo>
                    <a:pt x="123" y="26"/>
                  </a:lnTo>
                  <a:lnTo>
                    <a:pt x="123" y="26"/>
                  </a:lnTo>
                  <a:lnTo>
                    <a:pt x="124" y="25"/>
                  </a:lnTo>
                  <a:lnTo>
                    <a:pt x="124" y="25"/>
                  </a:lnTo>
                  <a:lnTo>
                    <a:pt x="124" y="25"/>
                  </a:lnTo>
                  <a:lnTo>
                    <a:pt x="124" y="25"/>
                  </a:lnTo>
                  <a:lnTo>
                    <a:pt x="124" y="25"/>
                  </a:lnTo>
                  <a:lnTo>
                    <a:pt x="124" y="25"/>
                  </a:lnTo>
                  <a:lnTo>
                    <a:pt x="124" y="25"/>
                  </a:lnTo>
                  <a:lnTo>
                    <a:pt x="124" y="25"/>
                  </a:lnTo>
                  <a:lnTo>
                    <a:pt x="124" y="25"/>
                  </a:lnTo>
                  <a:lnTo>
                    <a:pt x="124" y="25"/>
                  </a:lnTo>
                  <a:lnTo>
                    <a:pt x="124" y="25"/>
                  </a:lnTo>
                  <a:lnTo>
                    <a:pt x="124" y="25"/>
                  </a:lnTo>
                  <a:lnTo>
                    <a:pt x="124" y="25"/>
                  </a:lnTo>
                  <a:lnTo>
                    <a:pt x="124" y="25"/>
                  </a:lnTo>
                  <a:lnTo>
                    <a:pt x="124" y="25"/>
                  </a:lnTo>
                  <a:lnTo>
                    <a:pt x="124" y="25"/>
                  </a:lnTo>
                  <a:lnTo>
                    <a:pt x="124" y="23"/>
                  </a:lnTo>
                  <a:lnTo>
                    <a:pt x="124" y="23"/>
                  </a:lnTo>
                  <a:lnTo>
                    <a:pt x="124" y="23"/>
                  </a:lnTo>
                  <a:lnTo>
                    <a:pt x="124" y="23"/>
                  </a:lnTo>
                  <a:lnTo>
                    <a:pt x="124" y="23"/>
                  </a:lnTo>
                  <a:lnTo>
                    <a:pt x="124" y="23"/>
                  </a:lnTo>
                  <a:lnTo>
                    <a:pt x="124" y="23"/>
                  </a:lnTo>
                  <a:lnTo>
                    <a:pt x="124" y="23"/>
                  </a:lnTo>
                  <a:lnTo>
                    <a:pt x="124" y="23"/>
                  </a:lnTo>
                  <a:lnTo>
                    <a:pt x="124" y="23"/>
                  </a:lnTo>
                  <a:lnTo>
                    <a:pt x="124" y="23"/>
                  </a:lnTo>
                  <a:lnTo>
                    <a:pt x="124" y="23"/>
                  </a:lnTo>
                  <a:lnTo>
                    <a:pt x="124" y="23"/>
                  </a:lnTo>
                  <a:lnTo>
                    <a:pt x="124" y="23"/>
                  </a:lnTo>
                  <a:lnTo>
                    <a:pt x="124" y="23"/>
                  </a:lnTo>
                  <a:lnTo>
                    <a:pt x="124" y="23"/>
                  </a:lnTo>
                  <a:lnTo>
                    <a:pt x="125" y="23"/>
                  </a:lnTo>
                  <a:lnTo>
                    <a:pt x="125" y="23"/>
                  </a:lnTo>
                  <a:lnTo>
                    <a:pt x="125" y="23"/>
                  </a:lnTo>
                  <a:lnTo>
                    <a:pt x="125" y="23"/>
                  </a:lnTo>
                  <a:lnTo>
                    <a:pt x="125" y="23"/>
                  </a:lnTo>
                  <a:lnTo>
                    <a:pt x="125" y="23"/>
                  </a:lnTo>
                  <a:lnTo>
                    <a:pt x="125" y="23"/>
                  </a:lnTo>
                  <a:lnTo>
                    <a:pt x="125" y="23"/>
                  </a:lnTo>
                  <a:lnTo>
                    <a:pt x="125" y="22"/>
                  </a:lnTo>
                  <a:lnTo>
                    <a:pt x="125" y="22"/>
                  </a:lnTo>
                  <a:lnTo>
                    <a:pt x="125" y="22"/>
                  </a:lnTo>
                  <a:lnTo>
                    <a:pt x="125" y="22"/>
                  </a:lnTo>
                  <a:lnTo>
                    <a:pt x="125" y="22"/>
                  </a:lnTo>
                  <a:lnTo>
                    <a:pt x="125" y="22"/>
                  </a:lnTo>
                  <a:lnTo>
                    <a:pt x="125" y="22"/>
                  </a:lnTo>
                  <a:lnTo>
                    <a:pt x="125" y="22"/>
                  </a:lnTo>
                  <a:lnTo>
                    <a:pt x="125" y="20"/>
                  </a:lnTo>
                  <a:lnTo>
                    <a:pt x="125" y="20"/>
                  </a:lnTo>
                  <a:lnTo>
                    <a:pt x="125" y="20"/>
                  </a:lnTo>
                  <a:lnTo>
                    <a:pt x="125" y="20"/>
                  </a:lnTo>
                  <a:lnTo>
                    <a:pt x="125" y="20"/>
                  </a:lnTo>
                  <a:lnTo>
                    <a:pt x="125" y="20"/>
                  </a:lnTo>
                  <a:lnTo>
                    <a:pt x="125" y="20"/>
                  </a:lnTo>
                  <a:lnTo>
                    <a:pt x="125" y="20"/>
                  </a:lnTo>
                  <a:lnTo>
                    <a:pt x="126" y="19"/>
                  </a:lnTo>
                  <a:lnTo>
                    <a:pt x="126" y="19"/>
                  </a:lnTo>
                  <a:lnTo>
                    <a:pt x="126" y="19"/>
                  </a:lnTo>
                  <a:lnTo>
                    <a:pt x="126" y="19"/>
                  </a:lnTo>
                  <a:lnTo>
                    <a:pt x="126" y="19"/>
                  </a:lnTo>
                  <a:lnTo>
                    <a:pt x="126" y="19"/>
                  </a:lnTo>
                  <a:lnTo>
                    <a:pt x="126" y="19"/>
                  </a:lnTo>
                  <a:lnTo>
                    <a:pt x="126" y="19"/>
                  </a:lnTo>
                  <a:lnTo>
                    <a:pt x="127" y="18"/>
                  </a:lnTo>
                  <a:lnTo>
                    <a:pt x="128" y="18"/>
                  </a:lnTo>
                  <a:lnTo>
                    <a:pt x="128" y="18"/>
                  </a:lnTo>
                  <a:lnTo>
                    <a:pt x="128" y="18"/>
                  </a:lnTo>
                  <a:lnTo>
                    <a:pt x="128" y="18"/>
                  </a:lnTo>
                  <a:lnTo>
                    <a:pt x="128" y="18"/>
                  </a:lnTo>
                  <a:lnTo>
                    <a:pt x="128" y="18"/>
                  </a:lnTo>
                  <a:lnTo>
                    <a:pt x="128" y="18"/>
                  </a:lnTo>
                  <a:lnTo>
                    <a:pt x="128" y="18"/>
                  </a:lnTo>
                  <a:lnTo>
                    <a:pt x="129" y="18"/>
                  </a:lnTo>
                  <a:lnTo>
                    <a:pt x="129" y="18"/>
                  </a:lnTo>
                  <a:lnTo>
                    <a:pt x="129" y="18"/>
                  </a:lnTo>
                  <a:lnTo>
                    <a:pt x="129" y="18"/>
                  </a:lnTo>
                  <a:lnTo>
                    <a:pt x="129" y="18"/>
                  </a:lnTo>
                  <a:lnTo>
                    <a:pt x="129" y="18"/>
                  </a:lnTo>
                  <a:lnTo>
                    <a:pt x="129" y="18"/>
                  </a:lnTo>
                  <a:lnTo>
                    <a:pt x="129" y="18"/>
                  </a:lnTo>
                  <a:lnTo>
                    <a:pt x="130" y="18"/>
                  </a:lnTo>
                  <a:lnTo>
                    <a:pt x="130" y="19"/>
                  </a:lnTo>
                  <a:lnTo>
                    <a:pt x="130" y="19"/>
                  </a:lnTo>
                  <a:lnTo>
                    <a:pt x="130" y="19"/>
                  </a:lnTo>
                  <a:lnTo>
                    <a:pt x="130" y="19"/>
                  </a:lnTo>
                  <a:lnTo>
                    <a:pt x="130" y="20"/>
                  </a:lnTo>
                  <a:lnTo>
                    <a:pt x="130" y="20"/>
                  </a:lnTo>
                  <a:lnTo>
                    <a:pt x="130" y="20"/>
                  </a:lnTo>
                  <a:lnTo>
                    <a:pt x="131" y="20"/>
                  </a:lnTo>
                  <a:lnTo>
                    <a:pt x="131" y="22"/>
                  </a:lnTo>
                  <a:lnTo>
                    <a:pt x="131" y="22"/>
                  </a:lnTo>
                  <a:lnTo>
                    <a:pt x="131" y="22"/>
                  </a:lnTo>
                  <a:lnTo>
                    <a:pt x="131" y="22"/>
                  </a:lnTo>
                  <a:lnTo>
                    <a:pt x="131" y="22"/>
                  </a:lnTo>
                  <a:lnTo>
                    <a:pt x="131" y="22"/>
                  </a:lnTo>
                  <a:lnTo>
                    <a:pt x="131" y="22"/>
                  </a:lnTo>
                  <a:lnTo>
                    <a:pt x="131" y="22"/>
                  </a:lnTo>
                  <a:lnTo>
                    <a:pt x="131" y="23"/>
                  </a:lnTo>
                  <a:lnTo>
                    <a:pt x="131" y="23"/>
                  </a:lnTo>
                  <a:lnTo>
                    <a:pt x="131" y="23"/>
                  </a:lnTo>
                  <a:lnTo>
                    <a:pt x="133" y="23"/>
                  </a:lnTo>
                  <a:lnTo>
                    <a:pt x="133" y="24"/>
                  </a:lnTo>
                  <a:lnTo>
                    <a:pt x="135" y="24"/>
                  </a:lnTo>
                  <a:lnTo>
                    <a:pt x="135" y="24"/>
                  </a:lnTo>
                  <a:lnTo>
                    <a:pt x="137" y="24"/>
                  </a:lnTo>
                  <a:lnTo>
                    <a:pt x="137" y="24"/>
                  </a:lnTo>
                  <a:lnTo>
                    <a:pt x="137" y="24"/>
                  </a:lnTo>
                  <a:lnTo>
                    <a:pt x="137" y="24"/>
                  </a:lnTo>
                  <a:lnTo>
                    <a:pt x="139" y="24"/>
                  </a:lnTo>
                  <a:lnTo>
                    <a:pt x="139" y="24"/>
                  </a:lnTo>
                  <a:lnTo>
                    <a:pt x="140" y="24"/>
                  </a:lnTo>
                  <a:lnTo>
                    <a:pt x="140" y="24"/>
                  </a:lnTo>
                  <a:lnTo>
                    <a:pt x="142" y="23"/>
                  </a:lnTo>
                  <a:lnTo>
                    <a:pt x="142" y="23"/>
                  </a:lnTo>
                  <a:lnTo>
                    <a:pt x="142" y="23"/>
                  </a:lnTo>
                  <a:lnTo>
                    <a:pt x="142" y="23"/>
                  </a:lnTo>
                  <a:lnTo>
                    <a:pt x="142" y="23"/>
                  </a:lnTo>
                  <a:lnTo>
                    <a:pt x="142" y="23"/>
                  </a:lnTo>
                  <a:lnTo>
                    <a:pt x="142" y="23"/>
                  </a:lnTo>
                  <a:lnTo>
                    <a:pt x="142" y="23"/>
                  </a:lnTo>
                  <a:lnTo>
                    <a:pt x="142" y="22"/>
                  </a:lnTo>
                  <a:lnTo>
                    <a:pt x="142" y="22"/>
                  </a:lnTo>
                  <a:lnTo>
                    <a:pt x="142" y="22"/>
                  </a:lnTo>
                  <a:lnTo>
                    <a:pt x="142" y="22"/>
                  </a:lnTo>
                  <a:lnTo>
                    <a:pt x="142" y="20"/>
                  </a:lnTo>
                  <a:lnTo>
                    <a:pt x="142" y="20"/>
                  </a:lnTo>
                  <a:lnTo>
                    <a:pt x="142" y="20"/>
                  </a:lnTo>
                  <a:lnTo>
                    <a:pt x="142" y="20"/>
                  </a:lnTo>
                  <a:lnTo>
                    <a:pt x="143" y="18"/>
                  </a:lnTo>
                  <a:lnTo>
                    <a:pt x="143" y="18"/>
                  </a:lnTo>
                  <a:lnTo>
                    <a:pt x="143" y="18"/>
                  </a:lnTo>
                  <a:lnTo>
                    <a:pt x="143" y="18"/>
                  </a:lnTo>
                  <a:lnTo>
                    <a:pt x="143" y="18"/>
                  </a:lnTo>
                  <a:lnTo>
                    <a:pt x="143" y="18"/>
                  </a:lnTo>
                  <a:lnTo>
                    <a:pt x="143" y="18"/>
                  </a:lnTo>
                  <a:lnTo>
                    <a:pt x="143" y="18"/>
                  </a:lnTo>
                  <a:lnTo>
                    <a:pt x="144" y="18"/>
                  </a:lnTo>
                  <a:lnTo>
                    <a:pt x="144" y="18"/>
                  </a:lnTo>
                  <a:lnTo>
                    <a:pt x="144" y="18"/>
                  </a:lnTo>
                  <a:lnTo>
                    <a:pt x="144" y="18"/>
                  </a:lnTo>
                  <a:lnTo>
                    <a:pt x="144" y="18"/>
                  </a:lnTo>
                  <a:lnTo>
                    <a:pt x="144" y="18"/>
                  </a:lnTo>
                  <a:lnTo>
                    <a:pt x="144" y="18"/>
                  </a:lnTo>
                  <a:lnTo>
                    <a:pt x="144" y="18"/>
                  </a:lnTo>
                  <a:lnTo>
                    <a:pt x="146" y="18"/>
                  </a:lnTo>
                  <a:lnTo>
                    <a:pt x="146" y="20"/>
                  </a:lnTo>
                  <a:lnTo>
                    <a:pt x="146" y="20"/>
                  </a:lnTo>
                  <a:lnTo>
                    <a:pt x="146" y="20"/>
                  </a:lnTo>
                  <a:lnTo>
                    <a:pt x="146" y="20"/>
                  </a:lnTo>
                  <a:lnTo>
                    <a:pt x="146" y="20"/>
                  </a:lnTo>
                  <a:lnTo>
                    <a:pt x="146" y="20"/>
                  </a:lnTo>
                  <a:lnTo>
                    <a:pt x="146" y="20"/>
                  </a:lnTo>
                  <a:lnTo>
                    <a:pt x="148" y="20"/>
                  </a:lnTo>
                  <a:lnTo>
                    <a:pt x="148" y="22"/>
                  </a:lnTo>
                  <a:lnTo>
                    <a:pt x="148" y="22"/>
                  </a:lnTo>
                  <a:lnTo>
                    <a:pt x="148" y="22"/>
                  </a:lnTo>
                  <a:lnTo>
                    <a:pt x="150" y="22"/>
                  </a:lnTo>
                  <a:lnTo>
                    <a:pt x="150" y="22"/>
                  </a:lnTo>
                  <a:lnTo>
                    <a:pt x="150" y="22"/>
                  </a:lnTo>
                  <a:lnTo>
                    <a:pt x="150" y="22"/>
                  </a:lnTo>
                  <a:lnTo>
                    <a:pt x="151" y="22"/>
                  </a:lnTo>
                  <a:lnTo>
                    <a:pt x="151" y="22"/>
                  </a:lnTo>
                  <a:lnTo>
                    <a:pt x="151" y="22"/>
                  </a:lnTo>
                  <a:lnTo>
                    <a:pt x="151" y="22"/>
                  </a:lnTo>
                  <a:lnTo>
                    <a:pt x="151" y="21"/>
                  </a:lnTo>
                  <a:lnTo>
                    <a:pt x="151" y="21"/>
                  </a:lnTo>
                  <a:lnTo>
                    <a:pt x="151" y="21"/>
                  </a:lnTo>
                  <a:lnTo>
                    <a:pt x="151" y="21"/>
                  </a:lnTo>
                  <a:lnTo>
                    <a:pt x="151" y="19"/>
                  </a:lnTo>
                  <a:lnTo>
                    <a:pt x="151" y="19"/>
                  </a:lnTo>
                  <a:lnTo>
                    <a:pt x="151" y="18"/>
                  </a:lnTo>
                  <a:lnTo>
                    <a:pt x="151" y="18"/>
                  </a:lnTo>
                  <a:lnTo>
                    <a:pt x="152" y="16"/>
                  </a:lnTo>
                  <a:lnTo>
                    <a:pt x="152" y="16"/>
                  </a:lnTo>
                  <a:lnTo>
                    <a:pt x="152" y="15"/>
                  </a:lnTo>
                  <a:lnTo>
                    <a:pt x="152" y="15"/>
                  </a:lnTo>
                  <a:lnTo>
                    <a:pt x="154" y="13"/>
                  </a:lnTo>
                  <a:lnTo>
                    <a:pt x="154" y="13"/>
                  </a:lnTo>
                  <a:lnTo>
                    <a:pt x="154" y="13"/>
                  </a:lnTo>
                  <a:lnTo>
                    <a:pt x="154" y="13"/>
                  </a:lnTo>
                  <a:lnTo>
                    <a:pt x="154" y="13"/>
                  </a:lnTo>
                  <a:lnTo>
                    <a:pt x="154" y="13"/>
                  </a:lnTo>
                  <a:lnTo>
                    <a:pt x="154" y="13"/>
                  </a:lnTo>
                  <a:lnTo>
                    <a:pt x="154" y="13"/>
                  </a:lnTo>
                  <a:lnTo>
                    <a:pt x="155" y="13"/>
                  </a:lnTo>
                  <a:lnTo>
                    <a:pt x="155" y="13"/>
                  </a:lnTo>
                  <a:lnTo>
                    <a:pt x="155" y="13"/>
                  </a:lnTo>
                  <a:lnTo>
                    <a:pt x="155" y="13"/>
                  </a:lnTo>
                  <a:lnTo>
                    <a:pt x="155" y="13"/>
                  </a:lnTo>
                  <a:lnTo>
                    <a:pt x="155" y="13"/>
                  </a:lnTo>
                  <a:lnTo>
                    <a:pt x="155" y="13"/>
                  </a:lnTo>
                  <a:lnTo>
                    <a:pt x="155" y="13"/>
                  </a:lnTo>
                  <a:lnTo>
                    <a:pt x="157" y="12"/>
                  </a:lnTo>
                  <a:lnTo>
                    <a:pt x="157" y="12"/>
                  </a:lnTo>
                  <a:lnTo>
                    <a:pt x="157" y="12"/>
                  </a:lnTo>
                  <a:lnTo>
                    <a:pt x="157" y="12"/>
                  </a:lnTo>
                  <a:lnTo>
                    <a:pt x="157" y="10"/>
                  </a:lnTo>
                  <a:lnTo>
                    <a:pt x="157" y="10"/>
                  </a:lnTo>
                  <a:lnTo>
                    <a:pt x="157" y="9"/>
                  </a:lnTo>
                  <a:lnTo>
                    <a:pt x="157" y="9"/>
                  </a:lnTo>
                  <a:lnTo>
                    <a:pt x="158" y="7"/>
                  </a:lnTo>
                  <a:lnTo>
                    <a:pt x="158" y="7"/>
                  </a:lnTo>
                  <a:lnTo>
                    <a:pt x="158" y="5"/>
                  </a:lnTo>
                  <a:lnTo>
                    <a:pt x="158" y="5"/>
                  </a:lnTo>
                  <a:lnTo>
                    <a:pt x="158" y="3"/>
                  </a:lnTo>
                  <a:lnTo>
                    <a:pt x="158" y="3"/>
                  </a:lnTo>
                  <a:lnTo>
                    <a:pt x="158" y="1"/>
                  </a:lnTo>
                  <a:lnTo>
                    <a:pt x="158" y="1"/>
                  </a:lnTo>
                  <a:lnTo>
                    <a:pt x="159" y="0"/>
                  </a:lnTo>
                  <a:lnTo>
                    <a:pt x="159" y="1"/>
                  </a:lnTo>
                  <a:lnTo>
                    <a:pt x="159" y="1"/>
                  </a:lnTo>
                  <a:lnTo>
                    <a:pt x="159" y="1"/>
                  </a:lnTo>
                  <a:lnTo>
                    <a:pt x="160" y="1"/>
                  </a:lnTo>
                  <a:lnTo>
                    <a:pt x="160" y="2"/>
                  </a:lnTo>
                  <a:lnTo>
                    <a:pt x="160" y="2"/>
                  </a:lnTo>
                  <a:lnTo>
                    <a:pt x="160" y="2"/>
                  </a:lnTo>
                  <a:lnTo>
                    <a:pt x="162" y="2"/>
                  </a:lnTo>
                  <a:lnTo>
                    <a:pt x="162" y="4"/>
                  </a:lnTo>
                  <a:lnTo>
                    <a:pt x="162" y="4"/>
                  </a:lnTo>
                  <a:lnTo>
                    <a:pt x="162" y="4"/>
                  </a:lnTo>
                  <a:lnTo>
                    <a:pt x="164" y="4"/>
                  </a:lnTo>
                  <a:lnTo>
                    <a:pt x="164" y="4"/>
                  </a:lnTo>
                  <a:lnTo>
                    <a:pt x="164" y="4"/>
                  </a:lnTo>
                  <a:lnTo>
                    <a:pt x="164" y="4"/>
                  </a:lnTo>
                  <a:lnTo>
                    <a:pt x="166" y="4"/>
                  </a:lnTo>
                  <a:lnTo>
                    <a:pt x="166" y="4"/>
                  </a:lnTo>
                  <a:lnTo>
                    <a:pt x="166" y="4"/>
                  </a:lnTo>
                  <a:lnTo>
                    <a:pt x="166" y="4"/>
                  </a:lnTo>
                  <a:lnTo>
                    <a:pt x="166" y="4"/>
                  </a:lnTo>
                  <a:lnTo>
                    <a:pt x="166" y="4"/>
                  </a:lnTo>
                  <a:lnTo>
                    <a:pt x="166" y="4"/>
                  </a:lnTo>
                  <a:lnTo>
                    <a:pt x="166" y="4"/>
                  </a:lnTo>
                  <a:lnTo>
                    <a:pt x="166" y="4"/>
                  </a:lnTo>
                  <a:lnTo>
                    <a:pt x="166" y="4"/>
                  </a:lnTo>
                  <a:lnTo>
                    <a:pt x="166" y="4"/>
                  </a:lnTo>
                  <a:lnTo>
                    <a:pt x="166" y="4"/>
                  </a:lnTo>
                  <a:lnTo>
                    <a:pt x="166" y="4"/>
                  </a:lnTo>
                  <a:lnTo>
                    <a:pt x="166" y="4"/>
                  </a:lnTo>
                  <a:lnTo>
                    <a:pt x="166" y="4"/>
                  </a:lnTo>
                  <a:lnTo>
                    <a:pt x="166" y="4"/>
                  </a:lnTo>
                  <a:lnTo>
                    <a:pt x="168" y="4"/>
                  </a:lnTo>
                  <a:lnTo>
                    <a:pt x="168" y="4"/>
                  </a:lnTo>
                  <a:lnTo>
                    <a:pt x="168" y="4"/>
                  </a:lnTo>
                  <a:lnTo>
                    <a:pt x="168" y="4"/>
                  </a:lnTo>
                  <a:lnTo>
                    <a:pt x="168" y="4"/>
                  </a:lnTo>
                  <a:lnTo>
                    <a:pt x="168" y="4"/>
                  </a:lnTo>
                  <a:lnTo>
                    <a:pt x="168" y="4"/>
                  </a:lnTo>
                  <a:lnTo>
                    <a:pt x="168" y="4"/>
                  </a:lnTo>
                  <a:lnTo>
                    <a:pt x="170" y="4"/>
                  </a:lnTo>
                  <a:lnTo>
                    <a:pt x="170" y="4"/>
                  </a:lnTo>
                  <a:lnTo>
                    <a:pt x="170" y="4"/>
                  </a:lnTo>
                  <a:lnTo>
                    <a:pt x="170" y="4"/>
                  </a:lnTo>
                  <a:lnTo>
                    <a:pt x="170" y="4"/>
                  </a:lnTo>
                  <a:lnTo>
                    <a:pt x="170" y="4"/>
                  </a:lnTo>
                  <a:lnTo>
                    <a:pt x="170" y="4"/>
                  </a:lnTo>
                  <a:lnTo>
                    <a:pt x="170" y="4"/>
                  </a:lnTo>
                  <a:lnTo>
                    <a:pt x="171" y="4"/>
                  </a:lnTo>
                  <a:lnTo>
                    <a:pt x="171" y="5"/>
                  </a:lnTo>
                  <a:lnTo>
                    <a:pt x="171" y="5"/>
                  </a:lnTo>
                  <a:lnTo>
                    <a:pt x="171" y="5"/>
                  </a:lnTo>
                  <a:lnTo>
                    <a:pt x="171" y="5"/>
                  </a:lnTo>
                  <a:lnTo>
                    <a:pt x="171" y="5"/>
                  </a:lnTo>
                  <a:lnTo>
                    <a:pt x="171" y="5"/>
                  </a:lnTo>
                  <a:lnTo>
                    <a:pt x="171" y="5"/>
                  </a:lnTo>
                  <a:lnTo>
                    <a:pt x="172" y="5"/>
                  </a:lnTo>
                  <a:lnTo>
                    <a:pt x="172" y="7"/>
                  </a:lnTo>
                  <a:lnTo>
                    <a:pt x="172" y="7"/>
                  </a:lnTo>
                  <a:lnTo>
                    <a:pt x="172" y="7"/>
                  </a:lnTo>
                  <a:lnTo>
                    <a:pt x="172" y="7"/>
                  </a:lnTo>
                  <a:lnTo>
                    <a:pt x="172" y="7"/>
                  </a:lnTo>
                  <a:lnTo>
                    <a:pt x="172" y="7"/>
                  </a:lnTo>
                  <a:lnTo>
                    <a:pt x="172" y="7"/>
                  </a:lnTo>
                  <a:lnTo>
                    <a:pt x="173" y="7"/>
                  </a:lnTo>
                  <a:lnTo>
                    <a:pt x="173" y="7"/>
                  </a:lnTo>
                  <a:lnTo>
                    <a:pt x="173" y="7"/>
                  </a:lnTo>
                  <a:lnTo>
                    <a:pt x="173" y="7"/>
                  </a:lnTo>
                  <a:lnTo>
                    <a:pt x="174" y="7"/>
                  </a:lnTo>
                  <a:lnTo>
                    <a:pt x="174" y="7"/>
                  </a:lnTo>
                  <a:lnTo>
                    <a:pt x="175" y="7"/>
                  </a:lnTo>
                  <a:lnTo>
                    <a:pt x="175" y="7"/>
                  </a:lnTo>
                  <a:lnTo>
                    <a:pt x="177" y="7"/>
                  </a:lnTo>
                  <a:lnTo>
                    <a:pt x="177" y="7"/>
                  </a:lnTo>
                  <a:lnTo>
                    <a:pt x="177" y="7"/>
                  </a:lnTo>
                  <a:lnTo>
                    <a:pt x="177" y="7"/>
                  </a:lnTo>
                  <a:lnTo>
                    <a:pt x="180" y="7"/>
                  </a:lnTo>
                  <a:lnTo>
                    <a:pt x="180" y="7"/>
                  </a:lnTo>
                  <a:lnTo>
                    <a:pt x="180" y="7"/>
                  </a:lnTo>
                  <a:lnTo>
                    <a:pt x="180" y="7"/>
                  </a:lnTo>
                  <a:lnTo>
                    <a:pt x="182" y="7"/>
                  </a:lnTo>
                  <a:lnTo>
                    <a:pt x="182" y="7"/>
                  </a:lnTo>
                  <a:lnTo>
                    <a:pt x="182" y="7"/>
                  </a:lnTo>
                  <a:lnTo>
                    <a:pt x="182" y="7"/>
                  </a:lnTo>
                  <a:lnTo>
                    <a:pt x="183" y="7"/>
                  </a:lnTo>
                  <a:lnTo>
                    <a:pt x="183" y="7"/>
                  </a:lnTo>
                  <a:lnTo>
                    <a:pt x="183" y="7"/>
                  </a:lnTo>
                  <a:lnTo>
                    <a:pt x="183" y="7"/>
                  </a:lnTo>
                  <a:lnTo>
                    <a:pt x="185" y="7"/>
                  </a:lnTo>
                  <a:lnTo>
                    <a:pt x="185" y="8"/>
                  </a:lnTo>
                  <a:lnTo>
                    <a:pt x="185" y="8"/>
                  </a:lnTo>
                  <a:lnTo>
                    <a:pt x="185" y="8"/>
                  </a:lnTo>
                  <a:lnTo>
                    <a:pt x="187" y="8"/>
                  </a:lnTo>
                  <a:lnTo>
                    <a:pt x="187" y="8"/>
                  </a:lnTo>
                  <a:lnTo>
                    <a:pt x="187" y="8"/>
                  </a:lnTo>
                  <a:lnTo>
                    <a:pt x="187" y="8"/>
                  </a:lnTo>
                  <a:lnTo>
                    <a:pt x="188" y="8"/>
                  </a:lnTo>
                  <a:lnTo>
                    <a:pt x="188" y="9"/>
                  </a:lnTo>
                  <a:lnTo>
                    <a:pt x="188" y="9"/>
                  </a:lnTo>
                  <a:lnTo>
                    <a:pt x="188" y="9"/>
                  </a:lnTo>
                  <a:lnTo>
                    <a:pt x="188" y="9"/>
                  </a:lnTo>
                  <a:lnTo>
                    <a:pt x="188" y="10"/>
                  </a:lnTo>
                  <a:lnTo>
                    <a:pt x="188" y="10"/>
                  </a:lnTo>
                  <a:lnTo>
                    <a:pt x="188" y="10"/>
                  </a:lnTo>
                  <a:lnTo>
                    <a:pt x="190" y="10"/>
                  </a:lnTo>
                  <a:lnTo>
                    <a:pt x="190" y="12"/>
                  </a:lnTo>
                  <a:lnTo>
                    <a:pt x="190" y="12"/>
                  </a:lnTo>
                  <a:lnTo>
                    <a:pt x="190" y="12"/>
                  </a:lnTo>
                  <a:lnTo>
                    <a:pt x="190" y="12"/>
                  </a:lnTo>
                  <a:lnTo>
                    <a:pt x="190" y="12"/>
                  </a:lnTo>
                  <a:lnTo>
                    <a:pt x="190" y="12"/>
                  </a:lnTo>
                  <a:lnTo>
                    <a:pt x="190" y="12"/>
                  </a:lnTo>
                  <a:lnTo>
                    <a:pt x="192" y="12"/>
                  </a:lnTo>
                  <a:lnTo>
                    <a:pt x="192" y="12"/>
                  </a:lnTo>
                  <a:lnTo>
                    <a:pt x="192" y="12"/>
                  </a:lnTo>
                  <a:lnTo>
                    <a:pt x="192" y="12"/>
                  </a:lnTo>
                  <a:lnTo>
                    <a:pt x="194" y="12"/>
                  </a:lnTo>
                  <a:lnTo>
                    <a:pt x="194" y="12"/>
                  </a:lnTo>
                  <a:lnTo>
                    <a:pt x="194" y="12"/>
                  </a:lnTo>
                  <a:lnTo>
                    <a:pt x="194" y="12"/>
                  </a:lnTo>
                  <a:lnTo>
                    <a:pt x="196" y="12"/>
                  </a:lnTo>
                  <a:lnTo>
                    <a:pt x="196" y="12"/>
                  </a:lnTo>
                  <a:lnTo>
                    <a:pt x="196" y="12"/>
                  </a:lnTo>
                  <a:lnTo>
                    <a:pt x="196" y="12"/>
                  </a:lnTo>
                  <a:lnTo>
                    <a:pt x="197" y="12"/>
                  </a:lnTo>
                  <a:lnTo>
                    <a:pt x="197" y="12"/>
                  </a:lnTo>
                  <a:lnTo>
                    <a:pt x="199" y="12"/>
                  </a:lnTo>
                  <a:lnTo>
                    <a:pt x="199" y="12"/>
                  </a:lnTo>
                  <a:lnTo>
                    <a:pt x="201" y="11"/>
                  </a:lnTo>
                  <a:lnTo>
                    <a:pt x="201" y="11"/>
                  </a:lnTo>
                  <a:lnTo>
                    <a:pt x="201" y="11"/>
                  </a:lnTo>
                  <a:lnTo>
                    <a:pt x="201" y="11"/>
                  </a:lnTo>
                  <a:lnTo>
                    <a:pt x="201" y="11"/>
                  </a:lnTo>
                  <a:lnTo>
                    <a:pt x="201" y="11"/>
                  </a:lnTo>
                  <a:lnTo>
                    <a:pt x="201" y="11"/>
                  </a:lnTo>
                  <a:lnTo>
                    <a:pt x="201" y="11"/>
                  </a:lnTo>
                  <a:lnTo>
                    <a:pt x="202" y="9"/>
                  </a:lnTo>
                  <a:lnTo>
                    <a:pt x="202" y="9"/>
                  </a:lnTo>
                  <a:lnTo>
                    <a:pt x="202" y="9"/>
                  </a:lnTo>
                  <a:lnTo>
                    <a:pt x="202" y="9"/>
                  </a:lnTo>
                  <a:lnTo>
                    <a:pt x="202" y="9"/>
                  </a:lnTo>
                  <a:lnTo>
                    <a:pt x="202" y="9"/>
                  </a:lnTo>
                  <a:lnTo>
                    <a:pt x="202" y="9"/>
                  </a:lnTo>
                  <a:lnTo>
                    <a:pt x="202" y="9"/>
                  </a:lnTo>
                  <a:lnTo>
                    <a:pt x="203" y="8"/>
                  </a:lnTo>
                  <a:lnTo>
                    <a:pt x="203" y="9"/>
                  </a:lnTo>
                  <a:lnTo>
                    <a:pt x="204" y="9"/>
                  </a:lnTo>
                  <a:lnTo>
                    <a:pt x="204" y="9"/>
                  </a:lnTo>
                  <a:lnTo>
                    <a:pt x="207" y="9"/>
                  </a:lnTo>
                  <a:lnTo>
                    <a:pt x="207" y="10"/>
                  </a:lnTo>
                  <a:lnTo>
                    <a:pt x="209" y="10"/>
                  </a:lnTo>
                  <a:lnTo>
                    <a:pt x="209" y="10"/>
                  </a:lnTo>
                  <a:lnTo>
                    <a:pt x="211" y="10"/>
                  </a:lnTo>
                  <a:lnTo>
                    <a:pt x="211" y="11"/>
                  </a:lnTo>
                  <a:lnTo>
                    <a:pt x="212" y="11"/>
                  </a:lnTo>
                  <a:lnTo>
                    <a:pt x="212" y="11"/>
                  </a:lnTo>
                  <a:lnTo>
                    <a:pt x="214" y="11"/>
                  </a:lnTo>
                  <a:lnTo>
                    <a:pt x="214" y="11"/>
                  </a:lnTo>
                  <a:lnTo>
                    <a:pt x="215" y="11"/>
                  </a:lnTo>
                  <a:lnTo>
                    <a:pt x="215" y="11"/>
                  </a:lnTo>
                  <a:lnTo>
                    <a:pt x="216" y="11"/>
                  </a:lnTo>
                  <a:lnTo>
                    <a:pt x="216" y="11"/>
                  </a:lnTo>
                  <a:lnTo>
                    <a:pt x="216" y="11"/>
                  </a:lnTo>
                  <a:lnTo>
                    <a:pt x="216" y="11"/>
                  </a:lnTo>
                  <a:lnTo>
                    <a:pt x="216" y="11"/>
                  </a:lnTo>
                  <a:lnTo>
                    <a:pt x="216" y="11"/>
                  </a:lnTo>
                  <a:lnTo>
                    <a:pt x="216" y="11"/>
                  </a:lnTo>
                  <a:lnTo>
                    <a:pt x="216" y="11"/>
                  </a:lnTo>
                  <a:lnTo>
                    <a:pt x="216" y="9"/>
                  </a:lnTo>
                  <a:lnTo>
                    <a:pt x="216" y="9"/>
                  </a:lnTo>
                  <a:lnTo>
                    <a:pt x="216" y="9"/>
                  </a:lnTo>
                  <a:lnTo>
                    <a:pt x="216" y="9"/>
                  </a:lnTo>
                  <a:lnTo>
                    <a:pt x="216" y="9"/>
                  </a:lnTo>
                  <a:lnTo>
                    <a:pt x="216" y="9"/>
                  </a:lnTo>
                  <a:lnTo>
                    <a:pt x="216" y="9"/>
                  </a:lnTo>
                  <a:lnTo>
                    <a:pt x="216" y="9"/>
                  </a:lnTo>
                  <a:lnTo>
                    <a:pt x="218" y="8"/>
                  </a:lnTo>
                  <a:lnTo>
                    <a:pt x="218" y="8"/>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31" name=""/>
            <p:cNvSpPr/>
            <p:nvPr/>
          </p:nvSpPr>
          <p:spPr>
            <a:xfrm>
              <a:off x="8647200" y="6580080"/>
              <a:ext cx="201600" cy="198720"/>
            </a:xfrm>
            <a:custGeom>
              <a:avLst/>
              <a:gdLst/>
              <a:ahLst/>
              <a:rect l="l" t="t" r="r" b="b"/>
              <a:pathLst>
                <a:path w="127" h="125">
                  <a:moveTo>
                    <a:pt x="0" y="16"/>
                  </a:moveTo>
                  <a:lnTo>
                    <a:pt x="0" y="16"/>
                  </a:lnTo>
                  <a:lnTo>
                    <a:pt x="0" y="16"/>
                  </a:lnTo>
                  <a:lnTo>
                    <a:pt x="0" y="16"/>
                  </a:lnTo>
                  <a:lnTo>
                    <a:pt x="0" y="16"/>
                  </a:lnTo>
                  <a:lnTo>
                    <a:pt x="0" y="16"/>
                  </a:lnTo>
                  <a:lnTo>
                    <a:pt x="0" y="16"/>
                  </a:lnTo>
                  <a:lnTo>
                    <a:pt x="0" y="16"/>
                  </a:lnTo>
                  <a:lnTo>
                    <a:pt x="1" y="16"/>
                  </a:lnTo>
                  <a:lnTo>
                    <a:pt x="1" y="16"/>
                  </a:lnTo>
                  <a:lnTo>
                    <a:pt x="1" y="16"/>
                  </a:lnTo>
                  <a:lnTo>
                    <a:pt x="1" y="16"/>
                  </a:lnTo>
                  <a:lnTo>
                    <a:pt x="1" y="15"/>
                  </a:lnTo>
                  <a:lnTo>
                    <a:pt x="1" y="15"/>
                  </a:lnTo>
                  <a:lnTo>
                    <a:pt x="1" y="15"/>
                  </a:lnTo>
                  <a:lnTo>
                    <a:pt x="1" y="15"/>
                  </a:lnTo>
                  <a:lnTo>
                    <a:pt x="3" y="13"/>
                  </a:lnTo>
                  <a:lnTo>
                    <a:pt x="3" y="13"/>
                  </a:lnTo>
                  <a:lnTo>
                    <a:pt x="3" y="13"/>
                  </a:lnTo>
                  <a:lnTo>
                    <a:pt x="3" y="13"/>
                  </a:lnTo>
                  <a:lnTo>
                    <a:pt x="3" y="13"/>
                  </a:lnTo>
                  <a:lnTo>
                    <a:pt x="3" y="13"/>
                  </a:lnTo>
                  <a:lnTo>
                    <a:pt x="3" y="13"/>
                  </a:lnTo>
                  <a:lnTo>
                    <a:pt x="3" y="13"/>
                  </a:lnTo>
                  <a:lnTo>
                    <a:pt x="4" y="13"/>
                  </a:lnTo>
                  <a:lnTo>
                    <a:pt x="4" y="13"/>
                  </a:lnTo>
                  <a:lnTo>
                    <a:pt x="4" y="13"/>
                  </a:lnTo>
                  <a:lnTo>
                    <a:pt x="4" y="13"/>
                  </a:lnTo>
                  <a:lnTo>
                    <a:pt x="6" y="13"/>
                  </a:lnTo>
                  <a:lnTo>
                    <a:pt x="6" y="13"/>
                  </a:lnTo>
                  <a:lnTo>
                    <a:pt x="6" y="13"/>
                  </a:lnTo>
                  <a:lnTo>
                    <a:pt x="6" y="13"/>
                  </a:lnTo>
                  <a:lnTo>
                    <a:pt x="8" y="13"/>
                  </a:lnTo>
                  <a:lnTo>
                    <a:pt x="8" y="13"/>
                  </a:lnTo>
                  <a:lnTo>
                    <a:pt x="8" y="13"/>
                  </a:lnTo>
                  <a:lnTo>
                    <a:pt x="8" y="13"/>
                  </a:lnTo>
                  <a:lnTo>
                    <a:pt x="8" y="13"/>
                  </a:lnTo>
                  <a:lnTo>
                    <a:pt x="8" y="13"/>
                  </a:lnTo>
                  <a:lnTo>
                    <a:pt x="8" y="13"/>
                  </a:lnTo>
                  <a:lnTo>
                    <a:pt x="8" y="13"/>
                  </a:lnTo>
                  <a:lnTo>
                    <a:pt x="8" y="11"/>
                  </a:lnTo>
                  <a:lnTo>
                    <a:pt x="8" y="11"/>
                  </a:lnTo>
                  <a:lnTo>
                    <a:pt x="8" y="11"/>
                  </a:lnTo>
                  <a:lnTo>
                    <a:pt x="8" y="11"/>
                  </a:lnTo>
                  <a:lnTo>
                    <a:pt x="8" y="11"/>
                  </a:lnTo>
                  <a:lnTo>
                    <a:pt x="8" y="11"/>
                  </a:lnTo>
                  <a:lnTo>
                    <a:pt x="8" y="11"/>
                  </a:lnTo>
                  <a:lnTo>
                    <a:pt x="8" y="11"/>
                  </a:lnTo>
                  <a:lnTo>
                    <a:pt x="8" y="9"/>
                  </a:lnTo>
                  <a:lnTo>
                    <a:pt x="8" y="9"/>
                  </a:lnTo>
                  <a:lnTo>
                    <a:pt x="8" y="9"/>
                  </a:lnTo>
                  <a:lnTo>
                    <a:pt x="8" y="9"/>
                  </a:lnTo>
                  <a:lnTo>
                    <a:pt x="10" y="9"/>
                  </a:lnTo>
                  <a:lnTo>
                    <a:pt x="10" y="9"/>
                  </a:lnTo>
                  <a:lnTo>
                    <a:pt x="12" y="9"/>
                  </a:lnTo>
                  <a:lnTo>
                    <a:pt x="12" y="9"/>
                  </a:lnTo>
                  <a:lnTo>
                    <a:pt x="14" y="9"/>
                  </a:lnTo>
                  <a:lnTo>
                    <a:pt x="14" y="9"/>
                  </a:lnTo>
                  <a:lnTo>
                    <a:pt x="15" y="9"/>
                  </a:lnTo>
                  <a:lnTo>
                    <a:pt x="15" y="9"/>
                  </a:lnTo>
                  <a:lnTo>
                    <a:pt x="17" y="9"/>
                  </a:lnTo>
                  <a:lnTo>
                    <a:pt x="17" y="9"/>
                  </a:lnTo>
                  <a:lnTo>
                    <a:pt x="18" y="9"/>
                  </a:lnTo>
                  <a:lnTo>
                    <a:pt x="18" y="9"/>
                  </a:lnTo>
                  <a:lnTo>
                    <a:pt x="20" y="7"/>
                  </a:lnTo>
                  <a:lnTo>
                    <a:pt x="20" y="7"/>
                  </a:lnTo>
                  <a:lnTo>
                    <a:pt x="20" y="7"/>
                  </a:lnTo>
                  <a:lnTo>
                    <a:pt x="20" y="7"/>
                  </a:lnTo>
                  <a:lnTo>
                    <a:pt x="20" y="7"/>
                  </a:lnTo>
                  <a:lnTo>
                    <a:pt x="20" y="7"/>
                  </a:lnTo>
                  <a:lnTo>
                    <a:pt x="20" y="7"/>
                  </a:lnTo>
                  <a:lnTo>
                    <a:pt x="20" y="7"/>
                  </a:lnTo>
                  <a:lnTo>
                    <a:pt x="20" y="5"/>
                  </a:lnTo>
                  <a:lnTo>
                    <a:pt x="20" y="5"/>
                  </a:lnTo>
                  <a:lnTo>
                    <a:pt x="20" y="5"/>
                  </a:lnTo>
                  <a:lnTo>
                    <a:pt x="20" y="5"/>
                  </a:lnTo>
                  <a:lnTo>
                    <a:pt x="21" y="4"/>
                  </a:lnTo>
                  <a:lnTo>
                    <a:pt x="21" y="4"/>
                  </a:lnTo>
                  <a:lnTo>
                    <a:pt x="21" y="4"/>
                  </a:lnTo>
                  <a:lnTo>
                    <a:pt x="21" y="4"/>
                  </a:lnTo>
                  <a:lnTo>
                    <a:pt x="23" y="2"/>
                  </a:lnTo>
                  <a:lnTo>
                    <a:pt x="23" y="2"/>
                  </a:lnTo>
                  <a:lnTo>
                    <a:pt x="23" y="2"/>
                  </a:lnTo>
                  <a:lnTo>
                    <a:pt x="23" y="2"/>
                  </a:lnTo>
                  <a:lnTo>
                    <a:pt x="23" y="2"/>
                  </a:lnTo>
                  <a:lnTo>
                    <a:pt x="23" y="2"/>
                  </a:lnTo>
                  <a:lnTo>
                    <a:pt x="23" y="2"/>
                  </a:lnTo>
                  <a:lnTo>
                    <a:pt x="23" y="2"/>
                  </a:lnTo>
                  <a:lnTo>
                    <a:pt x="24" y="2"/>
                  </a:lnTo>
                  <a:lnTo>
                    <a:pt x="24" y="2"/>
                  </a:lnTo>
                  <a:lnTo>
                    <a:pt x="24" y="2"/>
                  </a:lnTo>
                  <a:lnTo>
                    <a:pt x="24" y="2"/>
                  </a:lnTo>
                  <a:lnTo>
                    <a:pt x="25" y="2"/>
                  </a:lnTo>
                  <a:lnTo>
                    <a:pt x="25" y="2"/>
                  </a:lnTo>
                  <a:lnTo>
                    <a:pt x="25" y="2"/>
                  </a:lnTo>
                  <a:lnTo>
                    <a:pt x="25" y="2"/>
                  </a:lnTo>
                  <a:lnTo>
                    <a:pt x="26" y="2"/>
                  </a:lnTo>
                  <a:lnTo>
                    <a:pt x="26" y="2"/>
                  </a:lnTo>
                  <a:lnTo>
                    <a:pt x="26" y="2"/>
                  </a:lnTo>
                  <a:lnTo>
                    <a:pt x="26" y="2"/>
                  </a:lnTo>
                  <a:lnTo>
                    <a:pt x="26" y="2"/>
                  </a:lnTo>
                  <a:lnTo>
                    <a:pt x="26" y="2"/>
                  </a:lnTo>
                  <a:lnTo>
                    <a:pt x="26" y="2"/>
                  </a:lnTo>
                  <a:lnTo>
                    <a:pt x="26" y="2"/>
                  </a:lnTo>
                  <a:lnTo>
                    <a:pt x="27" y="2"/>
                  </a:lnTo>
                  <a:lnTo>
                    <a:pt x="27" y="2"/>
                  </a:lnTo>
                  <a:lnTo>
                    <a:pt x="27" y="2"/>
                  </a:lnTo>
                  <a:lnTo>
                    <a:pt x="27" y="2"/>
                  </a:lnTo>
                  <a:lnTo>
                    <a:pt x="27" y="2"/>
                  </a:lnTo>
                  <a:lnTo>
                    <a:pt x="27" y="2"/>
                  </a:lnTo>
                  <a:lnTo>
                    <a:pt x="27" y="2"/>
                  </a:lnTo>
                  <a:lnTo>
                    <a:pt x="27" y="2"/>
                  </a:lnTo>
                  <a:lnTo>
                    <a:pt x="27" y="2"/>
                  </a:lnTo>
                  <a:lnTo>
                    <a:pt x="27" y="2"/>
                  </a:lnTo>
                  <a:lnTo>
                    <a:pt x="27" y="2"/>
                  </a:lnTo>
                  <a:lnTo>
                    <a:pt x="27" y="2"/>
                  </a:lnTo>
                  <a:lnTo>
                    <a:pt x="29" y="2"/>
                  </a:lnTo>
                  <a:lnTo>
                    <a:pt x="29" y="2"/>
                  </a:lnTo>
                  <a:lnTo>
                    <a:pt x="29" y="2"/>
                  </a:lnTo>
                  <a:lnTo>
                    <a:pt x="29" y="2"/>
                  </a:lnTo>
                  <a:lnTo>
                    <a:pt x="31" y="0"/>
                  </a:lnTo>
                  <a:lnTo>
                    <a:pt x="31" y="0"/>
                  </a:lnTo>
                  <a:lnTo>
                    <a:pt x="31" y="0"/>
                  </a:lnTo>
                  <a:lnTo>
                    <a:pt x="31" y="0"/>
                  </a:lnTo>
                  <a:lnTo>
                    <a:pt x="33" y="0"/>
                  </a:lnTo>
                  <a:lnTo>
                    <a:pt x="33" y="0"/>
                  </a:lnTo>
                  <a:lnTo>
                    <a:pt x="34" y="0"/>
                  </a:lnTo>
                  <a:lnTo>
                    <a:pt x="34" y="0"/>
                  </a:lnTo>
                  <a:lnTo>
                    <a:pt x="36" y="0"/>
                  </a:lnTo>
                  <a:lnTo>
                    <a:pt x="36" y="2"/>
                  </a:lnTo>
                  <a:lnTo>
                    <a:pt x="36" y="2"/>
                  </a:lnTo>
                  <a:lnTo>
                    <a:pt x="36" y="2"/>
                  </a:lnTo>
                  <a:lnTo>
                    <a:pt x="37" y="2"/>
                  </a:lnTo>
                  <a:lnTo>
                    <a:pt x="37" y="3"/>
                  </a:lnTo>
                  <a:lnTo>
                    <a:pt x="37" y="3"/>
                  </a:lnTo>
                  <a:lnTo>
                    <a:pt x="37" y="3"/>
                  </a:lnTo>
                  <a:lnTo>
                    <a:pt x="38" y="3"/>
                  </a:lnTo>
                  <a:lnTo>
                    <a:pt x="38" y="4"/>
                  </a:lnTo>
                  <a:lnTo>
                    <a:pt x="38" y="4"/>
                  </a:lnTo>
                  <a:lnTo>
                    <a:pt x="38" y="4"/>
                  </a:lnTo>
                  <a:lnTo>
                    <a:pt x="40" y="4"/>
                  </a:lnTo>
                  <a:lnTo>
                    <a:pt x="40" y="4"/>
                  </a:lnTo>
                  <a:lnTo>
                    <a:pt x="40" y="4"/>
                  </a:lnTo>
                  <a:lnTo>
                    <a:pt x="40" y="4"/>
                  </a:lnTo>
                  <a:lnTo>
                    <a:pt x="42" y="4"/>
                  </a:lnTo>
                  <a:lnTo>
                    <a:pt x="42" y="5"/>
                  </a:lnTo>
                  <a:lnTo>
                    <a:pt x="42" y="5"/>
                  </a:lnTo>
                  <a:lnTo>
                    <a:pt x="42" y="5"/>
                  </a:lnTo>
                  <a:lnTo>
                    <a:pt x="43" y="5"/>
                  </a:lnTo>
                  <a:lnTo>
                    <a:pt x="43" y="5"/>
                  </a:lnTo>
                  <a:lnTo>
                    <a:pt x="44" y="5"/>
                  </a:lnTo>
                  <a:lnTo>
                    <a:pt x="44" y="5"/>
                  </a:lnTo>
                  <a:lnTo>
                    <a:pt x="46" y="5"/>
                  </a:lnTo>
                  <a:lnTo>
                    <a:pt x="46" y="5"/>
                  </a:lnTo>
                  <a:lnTo>
                    <a:pt x="47" y="5"/>
                  </a:lnTo>
                  <a:lnTo>
                    <a:pt x="47" y="5"/>
                  </a:lnTo>
                  <a:lnTo>
                    <a:pt x="49" y="5"/>
                  </a:lnTo>
                  <a:lnTo>
                    <a:pt x="49" y="5"/>
                  </a:lnTo>
                  <a:lnTo>
                    <a:pt x="50" y="5"/>
                  </a:lnTo>
                  <a:lnTo>
                    <a:pt x="50" y="5"/>
                  </a:lnTo>
                  <a:lnTo>
                    <a:pt x="52" y="5"/>
                  </a:lnTo>
                  <a:lnTo>
                    <a:pt x="52" y="7"/>
                  </a:lnTo>
                  <a:lnTo>
                    <a:pt x="52" y="7"/>
                  </a:lnTo>
                  <a:lnTo>
                    <a:pt x="52" y="7"/>
                  </a:lnTo>
                  <a:lnTo>
                    <a:pt x="53" y="7"/>
                  </a:lnTo>
                  <a:lnTo>
                    <a:pt x="53" y="7"/>
                  </a:lnTo>
                  <a:lnTo>
                    <a:pt x="53" y="7"/>
                  </a:lnTo>
                  <a:lnTo>
                    <a:pt x="53" y="7"/>
                  </a:lnTo>
                  <a:lnTo>
                    <a:pt x="54" y="7"/>
                  </a:lnTo>
                  <a:lnTo>
                    <a:pt x="54" y="7"/>
                  </a:lnTo>
                  <a:lnTo>
                    <a:pt x="54" y="7"/>
                  </a:lnTo>
                  <a:lnTo>
                    <a:pt x="54" y="7"/>
                  </a:lnTo>
                  <a:lnTo>
                    <a:pt x="57" y="7"/>
                  </a:lnTo>
                  <a:lnTo>
                    <a:pt x="57" y="7"/>
                  </a:lnTo>
                  <a:lnTo>
                    <a:pt x="57" y="7"/>
                  </a:lnTo>
                  <a:lnTo>
                    <a:pt x="57" y="7"/>
                  </a:lnTo>
                  <a:lnTo>
                    <a:pt x="59" y="7"/>
                  </a:lnTo>
                  <a:lnTo>
                    <a:pt x="59" y="7"/>
                  </a:lnTo>
                  <a:lnTo>
                    <a:pt x="59" y="7"/>
                  </a:lnTo>
                  <a:lnTo>
                    <a:pt x="59" y="7"/>
                  </a:lnTo>
                  <a:lnTo>
                    <a:pt x="60" y="7"/>
                  </a:lnTo>
                  <a:lnTo>
                    <a:pt x="60" y="7"/>
                  </a:lnTo>
                  <a:lnTo>
                    <a:pt x="62" y="7"/>
                  </a:lnTo>
                  <a:lnTo>
                    <a:pt x="62" y="7"/>
                  </a:lnTo>
                  <a:lnTo>
                    <a:pt x="64" y="7"/>
                  </a:lnTo>
                  <a:lnTo>
                    <a:pt x="64" y="7"/>
                  </a:lnTo>
                  <a:lnTo>
                    <a:pt x="64" y="7"/>
                  </a:lnTo>
                  <a:lnTo>
                    <a:pt x="64" y="7"/>
                  </a:lnTo>
                  <a:lnTo>
                    <a:pt x="66" y="7"/>
                  </a:lnTo>
                  <a:lnTo>
                    <a:pt x="66" y="7"/>
                  </a:lnTo>
                  <a:lnTo>
                    <a:pt x="66" y="7"/>
                  </a:lnTo>
                  <a:lnTo>
                    <a:pt x="66" y="7"/>
                  </a:lnTo>
                  <a:lnTo>
                    <a:pt x="68" y="7"/>
                  </a:lnTo>
                  <a:lnTo>
                    <a:pt x="68" y="8"/>
                  </a:lnTo>
                  <a:lnTo>
                    <a:pt x="68" y="8"/>
                  </a:lnTo>
                  <a:lnTo>
                    <a:pt x="68" y="8"/>
                  </a:lnTo>
                  <a:lnTo>
                    <a:pt x="69" y="8"/>
                  </a:lnTo>
                  <a:lnTo>
                    <a:pt x="69" y="9"/>
                  </a:lnTo>
                  <a:lnTo>
                    <a:pt x="69" y="9"/>
                  </a:lnTo>
                  <a:lnTo>
                    <a:pt x="69" y="9"/>
                  </a:lnTo>
                  <a:lnTo>
                    <a:pt x="71" y="9"/>
                  </a:lnTo>
                  <a:lnTo>
                    <a:pt x="71" y="10"/>
                  </a:lnTo>
                  <a:lnTo>
                    <a:pt x="71" y="10"/>
                  </a:lnTo>
                  <a:lnTo>
                    <a:pt x="71" y="10"/>
                  </a:lnTo>
                  <a:lnTo>
                    <a:pt x="73" y="10"/>
                  </a:lnTo>
                  <a:lnTo>
                    <a:pt x="73" y="10"/>
                  </a:lnTo>
                  <a:lnTo>
                    <a:pt x="73" y="10"/>
                  </a:lnTo>
                  <a:lnTo>
                    <a:pt x="73" y="10"/>
                  </a:lnTo>
                  <a:lnTo>
                    <a:pt x="75" y="10"/>
                  </a:lnTo>
                  <a:lnTo>
                    <a:pt x="75" y="10"/>
                  </a:lnTo>
                  <a:lnTo>
                    <a:pt x="75" y="10"/>
                  </a:lnTo>
                  <a:lnTo>
                    <a:pt x="75" y="10"/>
                  </a:lnTo>
                  <a:lnTo>
                    <a:pt x="75" y="10"/>
                  </a:lnTo>
                  <a:lnTo>
                    <a:pt x="75" y="10"/>
                  </a:lnTo>
                  <a:lnTo>
                    <a:pt x="75" y="10"/>
                  </a:lnTo>
                  <a:lnTo>
                    <a:pt x="75" y="10"/>
                  </a:lnTo>
                  <a:lnTo>
                    <a:pt x="77" y="9"/>
                  </a:lnTo>
                  <a:lnTo>
                    <a:pt x="77" y="9"/>
                  </a:lnTo>
                  <a:lnTo>
                    <a:pt x="77" y="9"/>
                  </a:lnTo>
                  <a:lnTo>
                    <a:pt x="77" y="9"/>
                  </a:lnTo>
                  <a:lnTo>
                    <a:pt x="78" y="9"/>
                  </a:lnTo>
                  <a:lnTo>
                    <a:pt x="78" y="9"/>
                  </a:lnTo>
                  <a:lnTo>
                    <a:pt x="78" y="9"/>
                  </a:lnTo>
                  <a:lnTo>
                    <a:pt x="78" y="9"/>
                  </a:lnTo>
                  <a:lnTo>
                    <a:pt x="80" y="9"/>
                  </a:lnTo>
                  <a:lnTo>
                    <a:pt x="80" y="11"/>
                  </a:lnTo>
                  <a:lnTo>
                    <a:pt x="80" y="11"/>
                  </a:lnTo>
                  <a:lnTo>
                    <a:pt x="80" y="11"/>
                  </a:lnTo>
                  <a:lnTo>
                    <a:pt x="81" y="11"/>
                  </a:lnTo>
                  <a:lnTo>
                    <a:pt x="81" y="12"/>
                  </a:lnTo>
                  <a:lnTo>
                    <a:pt x="81" y="12"/>
                  </a:lnTo>
                  <a:lnTo>
                    <a:pt x="81" y="12"/>
                  </a:lnTo>
                  <a:lnTo>
                    <a:pt x="82" y="12"/>
                  </a:lnTo>
                  <a:lnTo>
                    <a:pt x="82" y="14"/>
                  </a:lnTo>
                  <a:lnTo>
                    <a:pt x="82" y="14"/>
                  </a:lnTo>
                  <a:lnTo>
                    <a:pt x="82" y="14"/>
                  </a:lnTo>
                  <a:lnTo>
                    <a:pt x="84" y="14"/>
                  </a:lnTo>
                  <a:lnTo>
                    <a:pt x="84" y="14"/>
                  </a:lnTo>
                  <a:lnTo>
                    <a:pt x="84" y="14"/>
                  </a:lnTo>
                  <a:lnTo>
                    <a:pt x="84" y="14"/>
                  </a:lnTo>
                  <a:lnTo>
                    <a:pt x="85" y="14"/>
                  </a:lnTo>
                  <a:lnTo>
                    <a:pt x="85" y="16"/>
                  </a:lnTo>
                  <a:lnTo>
                    <a:pt x="85" y="16"/>
                  </a:lnTo>
                  <a:lnTo>
                    <a:pt x="85" y="18"/>
                  </a:lnTo>
                  <a:lnTo>
                    <a:pt x="85" y="18"/>
                  </a:lnTo>
                  <a:lnTo>
                    <a:pt x="85" y="20"/>
                  </a:lnTo>
                  <a:lnTo>
                    <a:pt x="85" y="20"/>
                  </a:lnTo>
                  <a:lnTo>
                    <a:pt x="85" y="21"/>
                  </a:lnTo>
                  <a:lnTo>
                    <a:pt x="85" y="21"/>
                  </a:lnTo>
                  <a:lnTo>
                    <a:pt x="85" y="24"/>
                  </a:lnTo>
                  <a:lnTo>
                    <a:pt x="85" y="25"/>
                  </a:lnTo>
                  <a:lnTo>
                    <a:pt x="85" y="27"/>
                  </a:lnTo>
                  <a:lnTo>
                    <a:pt x="85" y="27"/>
                  </a:lnTo>
                  <a:lnTo>
                    <a:pt x="85" y="29"/>
                  </a:lnTo>
                  <a:lnTo>
                    <a:pt x="85" y="29"/>
                  </a:lnTo>
                  <a:lnTo>
                    <a:pt x="85" y="30"/>
                  </a:lnTo>
                  <a:lnTo>
                    <a:pt x="86" y="30"/>
                  </a:lnTo>
                  <a:lnTo>
                    <a:pt x="86" y="31"/>
                  </a:lnTo>
                  <a:lnTo>
                    <a:pt x="86" y="31"/>
                  </a:lnTo>
                  <a:lnTo>
                    <a:pt x="86" y="31"/>
                  </a:lnTo>
                  <a:lnTo>
                    <a:pt x="86" y="31"/>
                  </a:lnTo>
                  <a:lnTo>
                    <a:pt x="86" y="31"/>
                  </a:lnTo>
                  <a:lnTo>
                    <a:pt x="86" y="31"/>
                  </a:lnTo>
                  <a:lnTo>
                    <a:pt x="86" y="31"/>
                  </a:lnTo>
                  <a:lnTo>
                    <a:pt x="87" y="31"/>
                  </a:lnTo>
                  <a:lnTo>
                    <a:pt x="87" y="31"/>
                  </a:lnTo>
                  <a:lnTo>
                    <a:pt x="87" y="31"/>
                  </a:lnTo>
                  <a:lnTo>
                    <a:pt x="87" y="31"/>
                  </a:lnTo>
                  <a:lnTo>
                    <a:pt x="87" y="31"/>
                  </a:lnTo>
                  <a:lnTo>
                    <a:pt x="87" y="31"/>
                  </a:lnTo>
                  <a:lnTo>
                    <a:pt x="87" y="31"/>
                  </a:lnTo>
                  <a:lnTo>
                    <a:pt x="87" y="31"/>
                  </a:lnTo>
                  <a:lnTo>
                    <a:pt x="88" y="31"/>
                  </a:lnTo>
                  <a:lnTo>
                    <a:pt x="88" y="31"/>
                  </a:lnTo>
                  <a:lnTo>
                    <a:pt x="88" y="31"/>
                  </a:lnTo>
                  <a:lnTo>
                    <a:pt x="88" y="31"/>
                  </a:lnTo>
                  <a:lnTo>
                    <a:pt x="89" y="31"/>
                  </a:lnTo>
                  <a:lnTo>
                    <a:pt x="89" y="31"/>
                  </a:lnTo>
                  <a:lnTo>
                    <a:pt x="89" y="31"/>
                  </a:lnTo>
                  <a:lnTo>
                    <a:pt x="89" y="31"/>
                  </a:lnTo>
                  <a:lnTo>
                    <a:pt x="91" y="31"/>
                  </a:lnTo>
                  <a:lnTo>
                    <a:pt x="91" y="31"/>
                  </a:lnTo>
                  <a:lnTo>
                    <a:pt x="91" y="31"/>
                  </a:lnTo>
                  <a:lnTo>
                    <a:pt x="91" y="31"/>
                  </a:lnTo>
                  <a:lnTo>
                    <a:pt x="92" y="31"/>
                  </a:lnTo>
                  <a:lnTo>
                    <a:pt x="92" y="31"/>
                  </a:lnTo>
                  <a:lnTo>
                    <a:pt x="92" y="31"/>
                  </a:lnTo>
                  <a:lnTo>
                    <a:pt x="92" y="31"/>
                  </a:lnTo>
                  <a:lnTo>
                    <a:pt x="93" y="31"/>
                  </a:lnTo>
                  <a:lnTo>
                    <a:pt x="93" y="33"/>
                  </a:lnTo>
                  <a:lnTo>
                    <a:pt x="93" y="33"/>
                  </a:lnTo>
                  <a:lnTo>
                    <a:pt x="93" y="33"/>
                  </a:lnTo>
                  <a:lnTo>
                    <a:pt x="93" y="33"/>
                  </a:lnTo>
                  <a:lnTo>
                    <a:pt x="93" y="34"/>
                  </a:lnTo>
                  <a:lnTo>
                    <a:pt x="93" y="34"/>
                  </a:lnTo>
                  <a:lnTo>
                    <a:pt x="93" y="34"/>
                  </a:lnTo>
                  <a:lnTo>
                    <a:pt x="93" y="34"/>
                  </a:lnTo>
                  <a:lnTo>
                    <a:pt x="93" y="36"/>
                  </a:lnTo>
                  <a:lnTo>
                    <a:pt x="93" y="36"/>
                  </a:lnTo>
                  <a:lnTo>
                    <a:pt x="93" y="36"/>
                  </a:lnTo>
                  <a:lnTo>
                    <a:pt x="93" y="36"/>
                  </a:lnTo>
                  <a:lnTo>
                    <a:pt x="93" y="36"/>
                  </a:lnTo>
                  <a:lnTo>
                    <a:pt x="93" y="36"/>
                  </a:lnTo>
                  <a:lnTo>
                    <a:pt x="93" y="36"/>
                  </a:lnTo>
                  <a:lnTo>
                    <a:pt x="95" y="36"/>
                  </a:lnTo>
                  <a:lnTo>
                    <a:pt x="95" y="36"/>
                  </a:lnTo>
                  <a:lnTo>
                    <a:pt x="95" y="36"/>
                  </a:lnTo>
                  <a:lnTo>
                    <a:pt x="95" y="36"/>
                  </a:lnTo>
                  <a:lnTo>
                    <a:pt x="95" y="36"/>
                  </a:lnTo>
                  <a:lnTo>
                    <a:pt x="95" y="36"/>
                  </a:lnTo>
                  <a:lnTo>
                    <a:pt x="95" y="36"/>
                  </a:lnTo>
                  <a:lnTo>
                    <a:pt x="95" y="36"/>
                  </a:lnTo>
                  <a:lnTo>
                    <a:pt x="96" y="35"/>
                  </a:lnTo>
                  <a:lnTo>
                    <a:pt x="96" y="35"/>
                  </a:lnTo>
                  <a:lnTo>
                    <a:pt x="96" y="35"/>
                  </a:lnTo>
                  <a:lnTo>
                    <a:pt x="96" y="35"/>
                  </a:lnTo>
                  <a:lnTo>
                    <a:pt x="96" y="34"/>
                  </a:lnTo>
                  <a:lnTo>
                    <a:pt x="96" y="34"/>
                  </a:lnTo>
                  <a:lnTo>
                    <a:pt x="96" y="34"/>
                  </a:lnTo>
                  <a:lnTo>
                    <a:pt x="96" y="34"/>
                  </a:lnTo>
                  <a:lnTo>
                    <a:pt x="97" y="33"/>
                  </a:lnTo>
                  <a:lnTo>
                    <a:pt x="97" y="34"/>
                  </a:lnTo>
                  <a:lnTo>
                    <a:pt x="97" y="34"/>
                  </a:lnTo>
                  <a:lnTo>
                    <a:pt x="97" y="34"/>
                  </a:lnTo>
                  <a:lnTo>
                    <a:pt x="97" y="34"/>
                  </a:lnTo>
                  <a:lnTo>
                    <a:pt x="97" y="34"/>
                  </a:lnTo>
                  <a:lnTo>
                    <a:pt x="97" y="34"/>
                  </a:lnTo>
                  <a:lnTo>
                    <a:pt x="97" y="34"/>
                  </a:lnTo>
                  <a:lnTo>
                    <a:pt x="98" y="34"/>
                  </a:lnTo>
                  <a:lnTo>
                    <a:pt x="98" y="36"/>
                  </a:lnTo>
                  <a:lnTo>
                    <a:pt x="98" y="36"/>
                  </a:lnTo>
                  <a:lnTo>
                    <a:pt x="98" y="36"/>
                  </a:lnTo>
                  <a:lnTo>
                    <a:pt x="98" y="36"/>
                  </a:lnTo>
                  <a:lnTo>
                    <a:pt x="98" y="36"/>
                  </a:lnTo>
                  <a:lnTo>
                    <a:pt x="98" y="36"/>
                  </a:lnTo>
                  <a:lnTo>
                    <a:pt x="98" y="36"/>
                  </a:lnTo>
                  <a:lnTo>
                    <a:pt x="100" y="36"/>
                  </a:lnTo>
                  <a:lnTo>
                    <a:pt x="99" y="38"/>
                  </a:lnTo>
                  <a:lnTo>
                    <a:pt x="99" y="38"/>
                  </a:lnTo>
                  <a:lnTo>
                    <a:pt x="99" y="38"/>
                  </a:lnTo>
                  <a:lnTo>
                    <a:pt x="99" y="38"/>
                  </a:lnTo>
                  <a:lnTo>
                    <a:pt x="99" y="40"/>
                  </a:lnTo>
                  <a:lnTo>
                    <a:pt x="99" y="40"/>
                  </a:lnTo>
                  <a:lnTo>
                    <a:pt x="99" y="40"/>
                  </a:lnTo>
                  <a:lnTo>
                    <a:pt x="99" y="40"/>
                  </a:lnTo>
                  <a:lnTo>
                    <a:pt x="99" y="42"/>
                  </a:lnTo>
                  <a:lnTo>
                    <a:pt x="99" y="42"/>
                  </a:lnTo>
                  <a:lnTo>
                    <a:pt x="99" y="42"/>
                  </a:lnTo>
                  <a:lnTo>
                    <a:pt x="99" y="42"/>
                  </a:lnTo>
                  <a:lnTo>
                    <a:pt x="99" y="44"/>
                  </a:lnTo>
                  <a:lnTo>
                    <a:pt x="99" y="44"/>
                  </a:lnTo>
                  <a:lnTo>
                    <a:pt x="99" y="44"/>
                  </a:lnTo>
                  <a:lnTo>
                    <a:pt x="99" y="44"/>
                  </a:lnTo>
                  <a:lnTo>
                    <a:pt x="99" y="45"/>
                  </a:lnTo>
                  <a:lnTo>
                    <a:pt x="99" y="45"/>
                  </a:lnTo>
                  <a:lnTo>
                    <a:pt x="99" y="45"/>
                  </a:lnTo>
                  <a:lnTo>
                    <a:pt x="99" y="45"/>
                  </a:lnTo>
                  <a:lnTo>
                    <a:pt x="99" y="45"/>
                  </a:lnTo>
                  <a:lnTo>
                    <a:pt x="99" y="45"/>
                  </a:lnTo>
                  <a:lnTo>
                    <a:pt x="99" y="45"/>
                  </a:lnTo>
                  <a:lnTo>
                    <a:pt x="101" y="45"/>
                  </a:lnTo>
                  <a:lnTo>
                    <a:pt x="101" y="45"/>
                  </a:lnTo>
                  <a:lnTo>
                    <a:pt x="101" y="45"/>
                  </a:lnTo>
                  <a:lnTo>
                    <a:pt x="101" y="45"/>
                  </a:lnTo>
                  <a:lnTo>
                    <a:pt x="103" y="45"/>
                  </a:lnTo>
                  <a:lnTo>
                    <a:pt x="103" y="45"/>
                  </a:lnTo>
                  <a:lnTo>
                    <a:pt x="103" y="45"/>
                  </a:lnTo>
                  <a:lnTo>
                    <a:pt x="103" y="45"/>
                  </a:lnTo>
                  <a:lnTo>
                    <a:pt x="104" y="45"/>
                  </a:lnTo>
                  <a:lnTo>
                    <a:pt x="104" y="46"/>
                  </a:lnTo>
                  <a:lnTo>
                    <a:pt x="104" y="46"/>
                  </a:lnTo>
                  <a:lnTo>
                    <a:pt x="104" y="46"/>
                  </a:lnTo>
                  <a:lnTo>
                    <a:pt x="104" y="46"/>
                  </a:lnTo>
                  <a:lnTo>
                    <a:pt x="104" y="48"/>
                  </a:lnTo>
                  <a:lnTo>
                    <a:pt x="104" y="48"/>
                  </a:lnTo>
                  <a:lnTo>
                    <a:pt x="104" y="48"/>
                  </a:lnTo>
                  <a:lnTo>
                    <a:pt x="105" y="48"/>
                  </a:lnTo>
                  <a:lnTo>
                    <a:pt x="105" y="49"/>
                  </a:lnTo>
                  <a:lnTo>
                    <a:pt x="105" y="49"/>
                  </a:lnTo>
                  <a:lnTo>
                    <a:pt x="105" y="49"/>
                  </a:lnTo>
                  <a:lnTo>
                    <a:pt x="105" y="49"/>
                  </a:lnTo>
                  <a:lnTo>
                    <a:pt x="105" y="50"/>
                  </a:lnTo>
                  <a:lnTo>
                    <a:pt x="105" y="50"/>
                  </a:lnTo>
                  <a:lnTo>
                    <a:pt x="105" y="50"/>
                  </a:lnTo>
                  <a:lnTo>
                    <a:pt x="106" y="50"/>
                  </a:lnTo>
                  <a:lnTo>
                    <a:pt x="106" y="51"/>
                  </a:lnTo>
                  <a:lnTo>
                    <a:pt x="107" y="51"/>
                  </a:lnTo>
                  <a:lnTo>
                    <a:pt x="107" y="51"/>
                  </a:lnTo>
                  <a:lnTo>
                    <a:pt x="109" y="51"/>
                  </a:lnTo>
                  <a:lnTo>
                    <a:pt x="109" y="51"/>
                  </a:lnTo>
                  <a:lnTo>
                    <a:pt x="111" y="51"/>
                  </a:lnTo>
                  <a:lnTo>
                    <a:pt x="111" y="51"/>
                  </a:lnTo>
                  <a:lnTo>
                    <a:pt x="113" y="51"/>
                  </a:lnTo>
                  <a:lnTo>
                    <a:pt x="113" y="51"/>
                  </a:lnTo>
                  <a:lnTo>
                    <a:pt x="115" y="51"/>
                  </a:lnTo>
                  <a:lnTo>
                    <a:pt x="115" y="51"/>
                  </a:lnTo>
                  <a:lnTo>
                    <a:pt x="117" y="51"/>
                  </a:lnTo>
                  <a:lnTo>
                    <a:pt x="117" y="51"/>
                  </a:lnTo>
                  <a:lnTo>
                    <a:pt x="118" y="51"/>
                  </a:lnTo>
                  <a:lnTo>
                    <a:pt x="118" y="51"/>
                  </a:lnTo>
                  <a:lnTo>
                    <a:pt x="119" y="51"/>
                  </a:lnTo>
                  <a:lnTo>
                    <a:pt x="119" y="53"/>
                  </a:lnTo>
                  <a:lnTo>
                    <a:pt x="119" y="53"/>
                  </a:lnTo>
                  <a:lnTo>
                    <a:pt x="119" y="55"/>
                  </a:lnTo>
                  <a:lnTo>
                    <a:pt x="120" y="55"/>
                  </a:lnTo>
                  <a:lnTo>
                    <a:pt x="120" y="56"/>
                  </a:lnTo>
                  <a:lnTo>
                    <a:pt x="120" y="56"/>
                  </a:lnTo>
                  <a:lnTo>
                    <a:pt x="120" y="57"/>
                  </a:lnTo>
                  <a:lnTo>
                    <a:pt x="120" y="57"/>
                  </a:lnTo>
                  <a:lnTo>
                    <a:pt x="119" y="59"/>
                  </a:lnTo>
                  <a:lnTo>
                    <a:pt x="119" y="59"/>
                  </a:lnTo>
                  <a:lnTo>
                    <a:pt x="119" y="61"/>
                  </a:lnTo>
                  <a:lnTo>
                    <a:pt x="119" y="61"/>
                  </a:lnTo>
                  <a:lnTo>
                    <a:pt x="119" y="63"/>
                  </a:lnTo>
                  <a:lnTo>
                    <a:pt x="119" y="63"/>
                  </a:lnTo>
                  <a:lnTo>
                    <a:pt x="119" y="63"/>
                  </a:lnTo>
                  <a:lnTo>
                    <a:pt x="120" y="63"/>
                  </a:lnTo>
                  <a:lnTo>
                    <a:pt x="120" y="65"/>
                  </a:lnTo>
                  <a:lnTo>
                    <a:pt x="120" y="65"/>
                  </a:lnTo>
                  <a:lnTo>
                    <a:pt x="120" y="65"/>
                  </a:lnTo>
                  <a:lnTo>
                    <a:pt x="121" y="65"/>
                  </a:lnTo>
                  <a:lnTo>
                    <a:pt x="121" y="67"/>
                  </a:lnTo>
                  <a:lnTo>
                    <a:pt x="121" y="67"/>
                  </a:lnTo>
                  <a:lnTo>
                    <a:pt x="121" y="67"/>
                  </a:lnTo>
                  <a:lnTo>
                    <a:pt x="123" y="67"/>
                  </a:lnTo>
                  <a:lnTo>
                    <a:pt x="123" y="69"/>
                  </a:lnTo>
                  <a:lnTo>
                    <a:pt x="123" y="69"/>
                  </a:lnTo>
                  <a:lnTo>
                    <a:pt x="123" y="69"/>
                  </a:lnTo>
                  <a:lnTo>
                    <a:pt x="125" y="69"/>
                  </a:lnTo>
                  <a:lnTo>
                    <a:pt x="125" y="70"/>
                  </a:lnTo>
                  <a:lnTo>
                    <a:pt x="125" y="70"/>
                  </a:lnTo>
                  <a:lnTo>
                    <a:pt x="125" y="70"/>
                  </a:lnTo>
                  <a:lnTo>
                    <a:pt x="126" y="70"/>
                  </a:lnTo>
                  <a:lnTo>
                    <a:pt x="125" y="71"/>
                  </a:lnTo>
                  <a:lnTo>
                    <a:pt x="125" y="71"/>
                  </a:lnTo>
                  <a:lnTo>
                    <a:pt x="125" y="71"/>
                  </a:lnTo>
                  <a:lnTo>
                    <a:pt x="125" y="71"/>
                  </a:lnTo>
                  <a:lnTo>
                    <a:pt x="125" y="72"/>
                  </a:lnTo>
                  <a:lnTo>
                    <a:pt x="125" y="72"/>
                  </a:lnTo>
                  <a:lnTo>
                    <a:pt x="125" y="72"/>
                  </a:lnTo>
                  <a:lnTo>
                    <a:pt x="125" y="72"/>
                  </a:lnTo>
                  <a:lnTo>
                    <a:pt x="124" y="72"/>
                  </a:lnTo>
                  <a:lnTo>
                    <a:pt x="124" y="72"/>
                  </a:lnTo>
                  <a:lnTo>
                    <a:pt x="124" y="72"/>
                  </a:lnTo>
                  <a:lnTo>
                    <a:pt x="124" y="72"/>
                  </a:lnTo>
                  <a:lnTo>
                    <a:pt x="124" y="72"/>
                  </a:lnTo>
                  <a:lnTo>
                    <a:pt x="124" y="72"/>
                  </a:lnTo>
                  <a:lnTo>
                    <a:pt x="124" y="72"/>
                  </a:lnTo>
                  <a:lnTo>
                    <a:pt x="124" y="72"/>
                  </a:lnTo>
                  <a:lnTo>
                    <a:pt x="123" y="73"/>
                  </a:lnTo>
                  <a:lnTo>
                    <a:pt x="123" y="73"/>
                  </a:lnTo>
                  <a:lnTo>
                    <a:pt x="123" y="73"/>
                  </a:lnTo>
                  <a:lnTo>
                    <a:pt x="123" y="73"/>
                  </a:lnTo>
                  <a:lnTo>
                    <a:pt x="123" y="73"/>
                  </a:lnTo>
                  <a:lnTo>
                    <a:pt x="123" y="73"/>
                  </a:lnTo>
                  <a:lnTo>
                    <a:pt x="123" y="73"/>
                  </a:lnTo>
                  <a:lnTo>
                    <a:pt x="123" y="73"/>
                  </a:lnTo>
                  <a:lnTo>
                    <a:pt x="122" y="74"/>
                  </a:lnTo>
                  <a:lnTo>
                    <a:pt x="122" y="74"/>
                  </a:lnTo>
                  <a:lnTo>
                    <a:pt x="122" y="74"/>
                  </a:lnTo>
                  <a:lnTo>
                    <a:pt x="122" y="74"/>
                  </a:lnTo>
                  <a:lnTo>
                    <a:pt x="122" y="74"/>
                  </a:lnTo>
                  <a:lnTo>
                    <a:pt x="122" y="74"/>
                  </a:lnTo>
                  <a:lnTo>
                    <a:pt x="122" y="74"/>
                  </a:lnTo>
                  <a:lnTo>
                    <a:pt x="122" y="74"/>
                  </a:lnTo>
                  <a:lnTo>
                    <a:pt x="120" y="74"/>
                  </a:lnTo>
                  <a:lnTo>
                    <a:pt x="120" y="74"/>
                  </a:lnTo>
                  <a:lnTo>
                    <a:pt x="120" y="74"/>
                  </a:lnTo>
                  <a:lnTo>
                    <a:pt x="120" y="74"/>
                  </a:lnTo>
                  <a:lnTo>
                    <a:pt x="119" y="74"/>
                  </a:lnTo>
                  <a:lnTo>
                    <a:pt x="119" y="74"/>
                  </a:lnTo>
                  <a:lnTo>
                    <a:pt x="119" y="74"/>
                  </a:lnTo>
                  <a:lnTo>
                    <a:pt x="119" y="72"/>
                  </a:lnTo>
                  <a:lnTo>
                    <a:pt x="117" y="72"/>
                  </a:lnTo>
                  <a:lnTo>
                    <a:pt x="117" y="72"/>
                  </a:lnTo>
                  <a:lnTo>
                    <a:pt x="117" y="72"/>
                  </a:lnTo>
                  <a:lnTo>
                    <a:pt x="117" y="71"/>
                  </a:lnTo>
                  <a:lnTo>
                    <a:pt x="117" y="71"/>
                  </a:lnTo>
                  <a:lnTo>
                    <a:pt x="117" y="71"/>
                  </a:lnTo>
                  <a:lnTo>
                    <a:pt x="117" y="71"/>
                  </a:lnTo>
                  <a:lnTo>
                    <a:pt x="117" y="70"/>
                  </a:lnTo>
                  <a:lnTo>
                    <a:pt x="115" y="71"/>
                  </a:lnTo>
                  <a:lnTo>
                    <a:pt x="115" y="71"/>
                  </a:lnTo>
                  <a:lnTo>
                    <a:pt x="115" y="71"/>
                  </a:lnTo>
                  <a:lnTo>
                    <a:pt x="115" y="71"/>
                  </a:lnTo>
                  <a:lnTo>
                    <a:pt x="115" y="72"/>
                  </a:lnTo>
                  <a:lnTo>
                    <a:pt x="115" y="72"/>
                  </a:lnTo>
                  <a:lnTo>
                    <a:pt x="115" y="72"/>
                  </a:lnTo>
                  <a:lnTo>
                    <a:pt x="115" y="72"/>
                  </a:lnTo>
                  <a:lnTo>
                    <a:pt x="113" y="74"/>
                  </a:lnTo>
                  <a:lnTo>
                    <a:pt x="113" y="74"/>
                  </a:lnTo>
                  <a:lnTo>
                    <a:pt x="113" y="74"/>
                  </a:lnTo>
                  <a:lnTo>
                    <a:pt x="113" y="74"/>
                  </a:lnTo>
                  <a:lnTo>
                    <a:pt x="113" y="74"/>
                  </a:lnTo>
                  <a:lnTo>
                    <a:pt x="113" y="74"/>
                  </a:lnTo>
                  <a:lnTo>
                    <a:pt x="113" y="74"/>
                  </a:lnTo>
                  <a:lnTo>
                    <a:pt x="113" y="74"/>
                  </a:lnTo>
                  <a:lnTo>
                    <a:pt x="111" y="74"/>
                  </a:lnTo>
                  <a:lnTo>
                    <a:pt x="111" y="74"/>
                  </a:lnTo>
                  <a:lnTo>
                    <a:pt x="111" y="74"/>
                  </a:lnTo>
                  <a:lnTo>
                    <a:pt x="111" y="74"/>
                  </a:lnTo>
                  <a:lnTo>
                    <a:pt x="111" y="74"/>
                  </a:lnTo>
                  <a:lnTo>
                    <a:pt x="111" y="74"/>
                  </a:lnTo>
                  <a:lnTo>
                    <a:pt x="111" y="74"/>
                  </a:lnTo>
                  <a:lnTo>
                    <a:pt x="111" y="73"/>
                  </a:lnTo>
                  <a:lnTo>
                    <a:pt x="109" y="73"/>
                  </a:lnTo>
                  <a:lnTo>
                    <a:pt x="109" y="73"/>
                  </a:lnTo>
                  <a:lnTo>
                    <a:pt x="109" y="73"/>
                  </a:lnTo>
                  <a:lnTo>
                    <a:pt x="109" y="73"/>
                  </a:lnTo>
                  <a:lnTo>
                    <a:pt x="109" y="73"/>
                  </a:lnTo>
                  <a:lnTo>
                    <a:pt x="109" y="73"/>
                  </a:lnTo>
                  <a:lnTo>
                    <a:pt x="109" y="73"/>
                  </a:lnTo>
                  <a:lnTo>
                    <a:pt x="109" y="72"/>
                  </a:lnTo>
                  <a:lnTo>
                    <a:pt x="107" y="73"/>
                  </a:lnTo>
                  <a:lnTo>
                    <a:pt x="107" y="73"/>
                  </a:lnTo>
                  <a:lnTo>
                    <a:pt x="107" y="73"/>
                  </a:lnTo>
                  <a:lnTo>
                    <a:pt x="107" y="73"/>
                  </a:lnTo>
                  <a:lnTo>
                    <a:pt x="105" y="75"/>
                  </a:lnTo>
                  <a:lnTo>
                    <a:pt x="105" y="75"/>
                  </a:lnTo>
                  <a:lnTo>
                    <a:pt x="105" y="75"/>
                  </a:lnTo>
                  <a:lnTo>
                    <a:pt x="105" y="75"/>
                  </a:lnTo>
                  <a:lnTo>
                    <a:pt x="103" y="77"/>
                  </a:lnTo>
                  <a:lnTo>
                    <a:pt x="103" y="77"/>
                  </a:lnTo>
                  <a:lnTo>
                    <a:pt x="103" y="77"/>
                  </a:lnTo>
                  <a:lnTo>
                    <a:pt x="103" y="77"/>
                  </a:lnTo>
                  <a:lnTo>
                    <a:pt x="101" y="77"/>
                  </a:lnTo>
                  <a:lnTo>
                    <a:pt x="101" y="77"/>
                  </a:lnTo>
                  <a:lnTo>
                    <a:pt x="101" y="77"/>
                  </a:lnTo>
                  <a:lnTo>
                    <a:pt x="101" y="77"/>
                  </a:lnTo>
                  <a:lnTo>
                    <a:pt x="99" y="77"/>
                  </a:lnTo>
                  <a:lnTo>
                    <a:pt x="99" y="77"/>
                  </a:lnTo>
                  <a:lnTo>
                    <a:pt x="99" y="77"/>
                  </a:lnTo>
                  <a:lnTo>
                    <a:pt x="99" y="76"/>
                  </a:lnTo>
                  <a:lnTo>
                    <a:pt x="99" y="76"/>
                  </a:lnTo>
                  <a:lnTo>
                    <a:pt x="99" y="76"/>
                  </a:lnTo>
                  <a:lnTo>
                    <a:pt x="99" y="76"/>
                  </a:lnTo>
                  <a:lnTo>
                    <a:pt x="99" y="74"/>
                  </a:lnTo>
                  <a:lnTo>
                    <a:pt x="99" y="74"/>
                  </a:lnTo>
                  <a:lnTo>
                    <a:pt x="99" y="74"/>
                  </a:lnTo>
                  <a:lnTo>
                    <a:pt x="99" y="74"/>
                  </a:lnTo>
                  <a:lnTo>
                    <a:pt x="99" y="73"/>
                  </a:lnTo>
                  <a:lnTo>
                    <a:pt x="99" y="73"/>
                  </a:lnTo>
                  <a:lnTo>
                    <a:pt x="99" y="73"/>
                  </a:lnTo>
                  <a:lnTo>
                    <a:pt x="99" y="73"/>
                  </a:lnTo>
                  <a:lnTo>
                    <a:pt x="99" y="72"/>
                  </a:lnTo>
                  <a:lnTo>
                    <a:pt x="97" y="73"/>
                  </a:lnTo>
                  <a:lnTo>
                    <a:pt x="97" y="73"/>
                  </a:lnTo>
                  <a:lnTo>
                    <a:pt x="97" y="73"/>
                  </a:lnTo>
                  <a:lnTo>
                    <a:pt x="97" y="73"/>
                  </a:lnTo>
                  <a:lnTo>
                    <a:pt x="95" y="73"/>
                  </a:lnTo>
                  <a:lnTo>
                    <a:pt x="95" y="73"/>
                  </a:lnTo>
                  <a:lnTo>
                    <a:pt x="95" y="73"/>
                  </a:lnTo>
                  <a:lnTo>
                    <a:pt x="95" y="73"/>
                  </a:lnTo>
                  <a:lnTo>
                    <a:pt x="93" y="75"/>
                  </a:lnTo>
                  <a:lnTo>
                    <a:pt x="93" y="75"/>
                  </a:lnTo>
                  <a:lnTo>
                    <a:pt x="93" y="75"/>
                  </a:lnTo>
                  <a:lnTo>
                    <a:pt x="93" y="75"/>
                  </a:lnTo>
                  <a:lnTo>
                    <a:pt x="93" y="77"/>
                  </a:lnTo>
                  <a:lnTo>
                    <a:pt x="93" y="77"/>
                  </a:lnTo>
                  <a:lnTo>
                    <a:pt x="93" y="77"/>
                  </a:lnTo>
                  <a:lnTo>
                    <a:pt x="93" y="77"/>
                  </a:lnTo>
                  <a:lnTo>
                    <a:pt x="93" y="79"/>
                  </a:lnTo>
                  <a:lnTo>
                    <a:pt x="93" y="79"/>
                  </a:lnTo>
                  <a:lnTo>
                    <a:pt x="93" y="79"/>
                  </a:lnTo>
                  <a:lnTo>
                    <a:pt x="93" y="79"/>
                  </a:lnTo>
                  <a:lnTo>
                    <a:pt x="93" y="80"/>
                  </a:lnTo>
                  <a:lnTo>
                    <a:pt x="93" y="80"/>
                  </a:lnTo>
                  <a:lnTo>
                    <a:pt x="93" y="80"/>
                  </a:lnTo>
                  <a:lnTo>
                    <a:pt x="93" y="80"/>
                  </a:lnTo>
                  <a:lnTo>
                    <a:pt x="93" y="82"/>
                  </a:lnTo>
                  <a:lnTo>
                    <a:pt x="93" y="82"/>
                  </a:lnTo>
                  <a:lnTo>
                    <a:pt x="93" y="82"/>
                  </a:lnTo>
                  <a:lnTo>
                    <a:pt x="93" y="82"/>
                  </a:lnTo>
                  <a:lnTo>
                    <a:pt x="93" y="84"/>
                  </a:lnTo>
                  <a:lnTo>
                    <a:pt x="93" y="84"/>
                  </a:lnTo>
                  <a:lnTo>
                    <a:pt x="93" y="84"/>
                  </a:lnTo>
                  <a:lnTo>
                    <a:pt x="95" y="84"/>
                  </a:lnTo>
                  <a:lnTo>
                    <a:pt x="95" y="85"/>
                  </a:lnTo>
                  <a:lnTo>
                    <a:pt x="95" y="85"/>
                  </a:lnTo>
                  <a:lnTo>
                    <a:pt x="95" y="85"/>
                  </a:lnTo>
                  <a:lnTo>
                    <a:pt x="95" y="85"/>
                  </a:lnTo>
                  <a:lnTo>
                    <a:pt x="95" y="86"/>
                  </a:lnTo>
                  <a:lnTo>
                    <a:pt x="95" y="86"/>
                  </a:lnTo>
                  <a:lnTo>
                    <a:pt x="95" y="86"/>
                  </a:lnTo>
                  <a:lnTo>
                    <a:pt x="96" y="86"/>
                  </a:lnTo>
                  <a:lnTo>
                    <a:pt x="96" y="87"/>
                  </a:lnTo>
                  <a:lnTo>
                    <a:pt x="96" y="87"/>
                  </a:lnTo>
                  <a:lnTo>
                    <a:pt x="96" y="87"/>
                  </a:lnTo>
                  <a:lnTo>
                    <a:pt x="96" y="87"/>
                  </a:lnTo>
                  <a:lnTo>
                    <a:pt x="96" y="88"/>
                  </a:lnTo>
                  <a:lnTo>
                    <a:pt x="96" y="88"/>
                  </a:lnTo>
                  <a:lnTo>
                    <a:pt x="96" y="88"/>
                  </a:lnTo>
                  <a:lnTo>
                    <a:pt x="97" y="88"/>
                  </a:lnTo>
                  <a:lnTo>
                    <a:pt x="96" y="90"/>
                  </a:lnTo>
                  <a:lnTo>
                    <a:pt x="96" y="90"/>
                  </a:lnTo>
                  <a:lnTo>
                    <a:pt x="96" y="90"/>
                  </a:lnTo>
                  <a:lnTo>
                    <a:pt x="96" y="90"/>
                  </a:lnTo>
                  <a:lnTo>
                    <a:pt x="96" y="90"/>
                  </a:lnTo>
                  <a:lnTo>
                    <a:pt x="96" y="90"/>
                  </a:lnTo>
                  <a:lnTo>
                    <a:pt x="96" y="90"/>
                  </a:lnTo>
                  <a:lnTo>
                    <a:pt x="96" y="90"/>
                  </a:lnTo>
                  <a:lnTo>
                    <a:pt x="96" y="92"/>
                  </a:lnTo>
                  <a:lnTo>
                    <a:pt x="96" y="92"/>
                  </a:lnTo>
                  <a:lnTo>
                    <a:pt x="96" y="92"/>
                  </a:lnTo>
                  <a:lnTo>
                    <a:pt x="96" y="92"/>
                  </a:lnTo>
                  <a:lnTo>
                    <a:pt x="96" y="92"/>
                  </a:lnTo>
                  <a:lnTo>
                    <a:pt x="96" y="92"/>
                  </a:lnTo>
                  <a:lnTo>
                    <a:pt x="96" y="92"/>
                  </a:lnTo>
                  <a:lnTo>
                    <a:pt x="96" y="92"/>
                  </a:lnTo>
                  <a:lnTo>
                    <a:pt x="96" y="94"/>
                  </a:lnTo>
                  <a:lnTo>
                    <a:pt x="96" y="94"/>
                  </a:lnTo>
                  <a:lnTo>
                    <a:pt x="96" y="94"/>
                  </a:lnTo>
                  <a:lnTo>
                    <a:pt x="96" y="94"/>
                  </a:lnTo>
                  <a:lnTo>
                    <a:pt x="96" y="94"/>
                  </a:lnTo>
                  <a:lnTo>
                    <a:pt x="96" y="94"/>
                  </a:lnTo>
                  <a:lnTo>
                    <a:pt x="96" y="94"/>
                  </a:lnTo>
                  <a:lnTo>
                    <a:pt x="96" y="94"/>
                  </a:lnTo>
                  <a:lnTo>
                    <a:pt x="96" y="96"/>
                  </a:lnTo>
                  <a:lnTo>
                    <a:pt x="96" y="96"/>
                  </a:lnTo>
                  <a:lnTo>
                    <a:pt x="96" y="96"/>
                  </a:lnTo>
                  <a:lnTo>
                    <a:pt x="96" y="96"/>
                  </a:lnTo>
                  <a:lnTo>
                    <a:pt x="96" y="96"/>
                  </a:lnTo>
                  <a:lnTo>
                    <a:pt x="96" y="96"/>
                  </a:lnTo>
                  <a:lnTo>
                    <a:pt x="96" y="96"/>
                  </a:lnTo>
                  <a:lnTo>
                    <a:pt x="97" y="96"/>
                  </a:lnTo>
                  <a:lnTo>
                    <a:pt x="96" y="98"/>
                  </a:lnTo>
                  <a:lnTo>
                    <a:pt x="96" y="98"/>
                  </a:lnTo>
                  <a:lnTo>
                    <a:pt x="96" y="98"/>
                  </a:lnTo>
                  <a:lnTo>
                    <a:pt x="96" y="98"/>
                  </a:lnTo>
                  <a:lnTo>
                    <a:pt x="95" y="99"/>
                  </a:lnTo>
                  <a:lnTo>
                    <a:pt x="95" y="99"/>
                  </a:lnTo>
                  <a:lnTo>
                    <a:pt x="95" y="99"/>
                  </a:lnTo>
                  <a:lnTo>
                    <a:pt x="95" y="99"/>
                  </a:lnTo>
                  <a:lnTo>
                    <a:pt x="93" y="99"/>
                  </a:lnTo>
                  <a:lnTo>
                    <a:pt x="93" y="99"/>
                  </a:lnTo>
                  <a:lnTo>
                    <a:pt x="93" y="99"/>
                  </a:lnTo>
                  <a:lnTo>
                    <a:pt x="93" y="99"/>
                  </a:lnTo>
                  <a:lnTo>
                    <a:pt x="93" y="99"/>
                  </a:lnTo>
                  <a:lnTo>
                    <a:pt x="93" y="99"/>
                  </a:lnTo>
                  <a:lnTo>
                    <a:pt x="93" y="99"/>
                  </a:lnTo>
                  <a:lnTo>
                    <a:pt x="93" y="99"/>
                  </a:lnTo>
                  <a:lnTo>
                    <a:pt x="93" y="100"/>
                  </a:lnTo>
                  <a:lnTo>
                    <a:pt x="93" y="100"/>
                  </a:lnTo>
                  <a:lnTo>
                    <a:pt x="93" y="100"/>
                  </a:lnTo>
                  <a:lnTo>
                    <a:pt x="93" y="100"/>
                  </a:lnTo>
                  <a:lnTo>
                    <a:pt x="93" y="102"/>
                  </a:lnTo>
                  <a:lnTo>
                    <a:pt x="93" y="102"/>
                  </a:lnTo>
                  <a:lnTo>
                    <a:pt x="93" y="102"/>
                  </a:lnTo>
                  <a:lnTo>
                    <a:pt x="93" y="102"/>
                  </a:lnTo>
                  <a:lnTo>
                    <a:pt x="93" y="104"/>
                  </a:lnTo>
                  <a:lnTo>
                    <a:pt x="93" y="104"/>
                  </a:lnTo>
                  <a:lnTo>
                    <a:pt x="93" y="104"/>
                  </a:lnTo>
                  <a:lnTo>
                    <a:pt x="93" y="104"/>
                  </a:lnTo>
                  <a:lnTo>
                    <a:pt x="93" y="105"/>
                  </a:lnTo>
                  <a:lnTo>
                    <a:pt x="93" y="105"/>
                  </a:lnTo>
                  <a:lnTo>
                    <a:pt x="93" y="105"/>
                  </a:lnTo>
                  <a:lnTo>
                    <a:pt x="94" y="105"/>
                  </a:lnTo>
                  <a:lnTo>
                    <a:pt x="93" y="107"/>
                  </a:lnTo>
                  <a:lnTo>
                    <a:pt x="93" y="107"/>
                  </a:lnTo>
                  <a:lnTo>
                    <a:pt x="93" y="107"/>
                  </a:lnTo>
                  <a:lnTo>
                    <a:pt x="93" y="107"/>
                  </a:lnTo>
                  <a:lnTo>
                    <a:pt x="91" y="109"/>
                  </a:lnTo>
                  <a:lnTo>
                    <a:pt x="91" y="109"/>
                  </a:lnTo>
                  <a:lnTo>
                    <a:pt x="91" y="109"/>
                  </a:lnTo>
                  <a:lnTo>
                    <a:pt x="91" y="109"/>
                  </a:lnTo>
                  <a:lnTo>
                    <a:pt x="89" y="110"/>
                  </a:lnTo>
                  <a:lnTo>
                    <a:pt x="89" y="110"/>
                  </a:lnTo>
                  <a:lnTo>
                    <a:pt x="89" y="110"/>
                  </a:lnTo>
                  <a:lnTo>
                    <a:pt x="89" y="110"/>
                  </a:lnTo>
                  <a:lnTo>
                    <a:pt x="88" y="110"/>
                  </a:lnTo>
                  <a:lnTo>
                    <a:pt x="88" y="110"/>
                  </a:lnTo>
                  <a:lnTo>
                    <a:pt x="88" y="110"/>
                  </a:lnTo>
                  <a:lnTo>
                    <a:pt x="88" y="110"/>
                  </a:lnTo>
                  <a:lnTo>
                    <a:pt x="88" y="112"/>
                  </a:lnTo>
                  <a:lnTo>
                    <a:pt x="88" y="112"/>
                  </a:lnTo>
                  <a:lnTo>
                    <a:pt x="88" y="112"/>
                  </a:lnTo>
                  <a:lnTo>
                    <a:pt x="88" y="112"/>
                  </a:lnTo>
                  <a:lnTo>
                    <a:pt x="88" y="113"/>
                  </a:lnTo>
                  <a:lnTo>
                    <a:pt x="88" y="113"/>
                  </a:lnTo>
                  <a:lnTo>
                    <a:pt x="88" y="113"/>
                  </a:lnTo>
                  <a:lnTo>
                    <a:pt x="88" y="113"/>
                  </a:lnTo>
                  <a:lnTo>
                    <a:pt x="88" y="115"/>
                  </a:lnTo>
                  <a:lnTo>
                    <a:pt x="88" y="115"/>
                  </a:lnTo>
                  <a:lnTo>
                    <a:pt x="88" y="115"/>
                  </a:lnTo>
                  <a:lnTo>
                    <a:pt x="88" y="115"/>
                  </a:lnTo>
                  <a:lnTo>
                    <a:pt x="88" y="115"/>
                  </a:lnTo>
                  <a:lnTo>
                    <a:pt x="88" y="115"/>
                  </a:lnTo>
                  <a:lnTo>
                    <a:pt x="88" y="115"/>
                  </a:lnTo>
                  <a:lnTo>
                    <a:pt x="88" y="115"/>
                  </a:lnTo>
                  <a:lnTo>
                    <a:pt x="88" y="116"/>
                  </a:lnTo>
                  <a:lnTo>
                    <a:pt x="88" y="116"/>
                  </a:lnTo>
                  <a:lnTo>
                    <a:pt x="88" y="116"/>
                  </a:lnTo>
                  <a:lnTo>
                    <a:pt x="89" y="116"/>
                  </a:lnTo>
                  <a:lnTo>
                    <a:pt x="89" y="116"/>
                  </a:lnTo>
                  <a:lnTo>
                    <a:pt x="89" y="116"/>
                  </a:lnTo>
                  <a:lnTo>
                    <a:pt x="89" y="116"/>
                  </a:lnTo>
                  <a:lnTo>
                    <a:pt x="90" y="116"/>
                  </a:lnTo>
                  <a:lnTo>
                    <a:pt x="90" y="116"/>
                  </a:lnTo>
                  <a:lnTo>
                    <a:pt x="90" y="116"/>
                  </a:lnTo>
                  <a:lnTo>
                    <a:pt x="90" y="116"/>
                  </a:lnTo>
                  <a:lnTo>
                    <a:pt x="90" y="116"/>
                  </a:lnTo>
                  <a:lnTo>
                    <a:pt x="90" y="116"/>
                  </a:lnTo>
                  <a:lnTo>
                    <a:pt x="90" y="116"/>
                  </a:lnTo>
                  <a:lnTo>
                    <a:pt x="90" y="116"/>
                  </a:lnTo>
                  <a:lnTo>
                    <a:pt x="91" y="116"/>
                  </a:lnTo>
                  <a:lnTo>
                    <a:pt x="91" y="118"/>
                  </a:lnTo>
                  <a:lnTo>
                    <a:pt x="91" y="118"/>
                  </a:lnTo>
                  <a:lnTo>
                    <a:pt x="91" y="118"/>
                  </a:lnTo>
                  <a:lnTo>
                    <a:pt x="91" y="118"/>
                  </a:lnTo>
                  <a:lnTo>
                    <a:pt x="91" y="119"/>
                  </a:lnTo>
                  <a:lnTo>
                    <a:pt x="91" y="119"/>
                  </a:lnTo>
                  <a:lnTo>
                    <a:pt x="91" y="119"/>
                  </a:lnTo>
                  <a:lnTo>
                    <a:pt x="91" y="119"/>
                  </a:lnTo>
                  <a:lnTo>
                    <a:pt x="91" y="121"/>
                  </a:lnTo>
                  <a:lnTo>
                    <a:pt x="91" y="121"/>
                  </a:lnTo>
                  <a:lnTo>
                    <a:pt x="91" y="121"/>
                  </a:lnTo>
                  <a:lnTo>
                    <a:pt x="91" y="121"/>
                  </a:lnTo>
                  <a:lnTo>
                    <a:pt x="91" y="121"/>
                  </a:lnTo>
                  <a:lnTo>
                    <a:pt x="91" y="121"/>
                  </a:lnTo>
                  <a:lnTo>
                    <a:pt x="91" y="121"/>
                  </a:lnTo>
                  <a:lnTo>
                    <a:pt x="91" y="121"/>
                  </a:lnTo>
                  <a:lnTo>
                    <a:pt x="89" y="121"/>
                  </a:lnTo>
                  <a:lnTo>
                    <a:pt x="89" y="121"/>
                  </a:lnTo>
                  <a:lnTo>
                    <a:pt x="89" y="121"/>
                  </a:lnTo>
                  <a:lnTo>
                    <a:pt x="89" y="121"/>
                  </a:lnTo>
                  <a:lnTo>
                    <a:pt x="88" y="121"/>
                  </a:lnTo>
                  <a:lnTo>
                    <a:pt x="88" y="121"/>
                  </a:lnTo>
                  <a:lnTo>
                    <a:pt x="88" y="121"/>
                  </a:lnTo>
                  <a:lnTo>
                    <a:pt x="88" y="121"/>
                  </a:lnTo>
                  <a:lnTo>
                    <a:pt x="86" y="121"/>
                  </a:lnTo>
                  <a:lnTo>
                    <a:pt x="86" y="121"/>
                  </a:lnTo>
                  <a:lnTo>
                    <a:pt x="86" y="121"/>
                  </a:lnTo>
                  <a:lnTo>
                    <a:pt x="86" y="121"/>
                  </a:lnTo>
                  <a:lnTo>
                    <a:pt x="86" y="121"/>
                  </a:lnTo>
                  <a:lnTo>
                    <a:pt x="86" y="121"/>
                  </a:lnTo>
                  <a:lnTo>
                    <a:pt x="86" y="121"/>
                  </a:lnTo>
                  <a:lnTo>
                    <a:pt x="86" y="121"/>
                  </a:lnTo>
                  <a:lnTo>
                    <a:pt x="84" y="123"/>
                  </a:lnTo>
                  <a:lnTo>
                    <a:pt x="84" y="123"/>
                  </a:lnTo>
                  <a:lnTo>
                    <a:pt x="84" y="123"/>
                  </a:lnTo>
                  <a:lnTo>
                    <a:pt x="84" y="123"/>
                  </a:lnTo>
                  <a:lnTo>
                    <a:pt x="82" y="123"/>
                  </a:lnTo>
                  <a:lnTo>
                    <a:pt x="82" y="123"/>
                  </a:lnTo>
                  <a:lnTo>
                    <a:pt x="82" y="123"/>
                  </a:lnTo>
                  <a:lnTo>
                    <a:pt x="82" y="123"/>
                  </a:lnTo>
                  <a:lnTo>
                    <a:pt x="81" y="124"/>
                  </a:lnTo>
                  <a:lnTo>
                    <a:pt x="81" y="124"/>
                  </a:lnTo>
                  <a:lnTo>
                    <a:pt x="81" y="124"/>
                  </a:lnTo>
                  <a:lnTo>
                    <a:pt x="81" y="124"/>
                  </a:lnTo>
                  <a:lnTo>
                    <a:pt x="80" y="124"/>
                  </a:lnTo>
                  <a:lnTo>
                    <a:pt x="80" y="124"/>
                  </a:lnTo>
                  <a:lnTo>
                    <a:pt x="80" y="124"/>
                  </a:lnTo>
                  <a:lnTo>
                    <a:pt x="80" y="124"/>
                  </a:lnTo>
                  <a:lnTo>
                    <a:pt x="80" y="124"/>
                  </a:lnTo>
                  <a:lnTo>
                    <a:pt x="78" y="124"/>
                  </a:lnTo>
                  <a:lnTo>
                    <a:pt x="78" y="124"/>
                  </a:lnTo>
                  <a:lnTo>
                    <a:pt x="78" y="124"/>
                  </a:lnTo>
                  <a:lnTo>
                    <a:pt x="78" y="124"/>
                  </a:lnTo>
                  <a:lnTo>
                    <a:pt x="76" y="124"/>
                  </a:lnTo>
                  <a:lnTo>
                    <a:pt x="76" y="124"/>
                  </a:lnTo>
                  <a:lnTo>
                    <a:pt x="76" y="124"/>
                  </a:lnTo>
                  <a:lnTo>
                    <a:pt x="76" y="123"/>
                  </a:lnTo>
                  <a:lnTo>
                    <a:pt x="75" y="123"/>
                  </a:lnTo>
                  <a:lnTo>
                    <a:pt x="75" y="123"/>
                  </a:lnTo>
                  <a:lnTo>
                    <a:pt x="75" y="123"/>
                  </a:lnTo>
                  <a:lnTo>
                    <a:pt x="75" y="121"/>
                  </a:lnTo>
                  <a:lnTo>
                    <a:pt x="75" y="121"/>
                  </a:lnTo>
                  <a:lnTo>
                    <a:pt x="75" y="121"/>
                  </a:lnTo>
                  <a:lnTo>
                    <a:pt x="75" y="121"/>
                  </a:lnTo>
                  <a:lnTo>
                    <a:pt x="75" y="119"/>
                  </a:lnTo>
                  <a:lnTo>
                    <a:pt x="75" y="119"/>
                  </a:lnTo>
                  <a:lnTo>
                    <a:pt x="75" y="119"/>
                  </a:lnTo>
                  <a:lnTo>
                    <a:pt x="75" y="119"/>
                  </a:lnTo>
                  <a:lnTo>
                    <a:pt x="75" y="119"/>
                  </a:lnTo>
                  <a:lnTo>
                    <a:pt x="75" y="119"/>
                  </a:lnTo>
                  <a:lnTo>
                    <a:pt x="75" y="119"/>
                  </a:lnTo>
                  <a:lnTo>
                    <a:pt x="75" y="119"/>
                  </a:lnTo>
                  <a:lnTo>
                    <a:pt x="76" y="117"/>
                  </a:lnTo>
                  <a:lnTo>
                    <a:pt x="76" y="117"/>
                  </a:lnTo>
                  <a:lnTo>
                    <a:pt x="76" y="117"/>
                  </a:lnTo>
                  <a:lnTo>
                    <a:pt x="76" y="117"/>
                  </a:lnTo>
                  <a:lnTo>
                    <a:pt x="77" y="117"/>
                  </a:lnTo>
                  <a:lnTo>
                    <a:pt x="77" y="117"/>
                  </a:lnTo>
                  <a:lnTo>
                    <a:pt x="77" y="117"/>
                  </a:lnTo>
                  <a:lnTo>
                    <a:pt x="77" y="117"/>
                  </a:lnTo>
                  <a:lnTo>
                    <a:pt x="79" y="116"/>
                  </a:lnTo>
                  <a:lnTo>
                    <a:pt x="77" y="116"/>
                  </a:lnTo>
                  <a:lnTo>
                    <a:pt x="77" y="116"/>
                  </a:lnTo>
                  <a:lnTo>
                    <a:pt x="76" y="116"/>
                  </a:lnTo>
                  <a:lnTo>
                    <a:pt x="76" y="114"/>
                  </a:lnTo>
                  <a:lnTo>
                    <a:pt x="75" y="114"/>
                  </a:lnTo>
                  <a:lnTo>
                    <a:pt x="75" y="112"/>
                  </a:lnTo>
                  <a:lnTo>
                    <a:pt x="75" y="112"/>
                  </a:lnTo>
                  <a:lnTo>
                    <a:pt x="75" y="110"/>
                  </a:lnTo>
                  <a:lnTo>
                    <a:pt x="73" y="110"/>
                  </a:lnTo>
                  <a:lnTo>
                    <a:pt x="73" y="108"/>
                  </a:lnTo>
                  <a:lnTo>
                    <a:pt x="71" y="108"/>
                  </a:lnTo>
                  <a:lnTo>
                    <a:pt x="71" y="107"/>
                  </a:lnTo>
                  <a:lnTo>
                    <a:pt x="71" y="107"/>
                  </a:lnTo>
                  <a:lnTo>
                    <a:pt x="71" y="104"/>
                  </a:lnTo>
                  <a:lnTo>
                    <a:pt x="71" y="103"/>
                  </a:lnTo>
                  <a:lnTo>
                    <a:pt x="71" y="101"/>
                  </a:lnTo>
                  <a:lnTo>
                    <a:pt x="70" y="101"/>
                  </a:lnTo>
                  <a:lnTo>
                    <a:pt x="70" y="99"/>
                  </a:lnTo>
                  <a:lnTo>
                    <a:pt x="70" y="99"/>
                  </a:lnTo>
                  <a:lnTo>
                    <a:pt x="70" y="97"/>
                  </a:lnTo>
                  <a:lnTo>
                    <a:pt x="70" y="97"/>
                  </a:lnTo>
                  <a:lnTo>
                    <a:pt x="70" y="94"/>
                  </a:lnTo>
                  <a:lnTo>
                    <a:pt x="70" y="93"/>
                  </a:lnTo>
                  <a:lnTo>
                    <a:pt x="70" y="91"/>
                  </a:lnTo>
                  <a:lnTo>
                    <a:pt x="70" y="91"/>
                  </a:lnTo>
                  <a:lnTo>
                    <a:pt x="70" y="89"/>
                  </a:lnTo>
                  <a:lnTo>
                    <a:pt x="70" y="87"/>
                  </a:lnTo>
                  <a:lnTo>
                    <a:pt x="70" y="85"/>
                  </a:lnTo>
                  <a:lnTo>
                    <a:pt x="70" y="85"/>
                  </a:lnTo>
                  <a:lnTo>
                    <a:pt x="70" y="83"/>
                  </a:lnTo>
                  <a:lnTo>
                    <a:pt x="70" y="82"/>
                  </a:lnTo>
                  <a:lnTo>
                    <a:pt x="71" y="80"/>
                  </a:lnTo>
                  <a:lnTo>
                    <a:pt x="69" y="80"/>
                  </a:lnTo>
                  <a:lnTo>
                    <a:pt x="69" y="78"/>
                  </a:lnTo>
                  <a:lnTo>
                    <a:pt x="67" y="76"/>
                  </a:lnTo>
                  <a:lnTo>
                    <a:pt x="67" y="74"/>
                  </a:lnTo>
                  <a:lnTo>
                    <a:pt x="65" y="72"/>
                  </a:lnTo>
                  <a:lnTo>
                    <a:pt x="65" y="71"/>
                  </a:lnTo>
                  <a:lnTo>
                    <a:pt x="63" y="69"/>
                  </a:lnTo>
                  <a:lnTo>
                    <a:pt x="63" y="67"/>
                  </a:lnTo>
                  <a:lnTo>
                    <a:pt x="61" y="67"/>
                  </a:lnTo>
                  <a:lnTo>
                    <a:pt x="60" y="65"/>
                  </a:lnTo>
                  <a:lnTo>
                    <a:pt x="58" y="63"/>
                  </a:lnTo>
                  <a:lnTo>
                    <a:pt x="58" y="61"/>
                  </a:lnTo>
                  <a:lnTo>
                    <a:pt x="56" y="61"/>
                  </a:lnTo>
                  <a:lnTo>
                    <a:pt x="56" y="59"/>
                  </a:lnTo>
                  <a:lnTo>
                    <a:pt x="54" y="58"/>
                  </a:lnTo>
                  <a:lnTo>
                    <a:pt x="54" y="56"/>
                  </a:lnTo>
                  <a:lnTo>
                    <a:pt x="53" y="56"/>
                  </a:lnTo>
                  <a:lnTo>
                    <a:pt x="51" y="55"/>
                  </a:lnTo>
                  <a:lnTo>
                    <a:pt x="49" y="55"/>
                  </a:lnTo>
                  <a:lnTo>
                    <a:pt x="49" y="53"/>
                  </a:lnTo>
                  <a:lnTo>
                    <a:pt x="47" y="53"/>
                  </a:lnTo>
                  <a:lnTo>
                    <a:pt x="45" y="51"/>
                  </a:lnTo>
                  <a:lnTo>
                    <a:pt x="43" y="50"/>
                  </a:lnTo>
                  <a:lnTo>
                    <a:pt x="42" y="48"/>
                  </a:lnTo>
                  <a:lnTo>
                    <a:pt x="40" y="48"/>
                  </a:lnTo>
                  <a:lnTo>
                    <a:pt x="38" y="46"/>
                  </a:lnTo>
                  <a:lnTo>
                    <a:pt x="36" y="46"/>
                  </a:lnTo>
                  <a:lnTo>
                    <a:pt x="35" y="44"/>
                  </a:lnTo>
                  <a:lnTo>
                    <a:pt x="32" y="44"/>
                  </a:lnTo>
                  <a:lnTo>
                    <a:pt x="31" y="42"/>
                  </a:lnTo>
                  <a:lnTo>
                    <a:pt x="29" y="40"/>
                  </a:lnTo>
                  <a:lnTo>
                    <a:pt x="29" y="38"/>
                  </a:lnTo>
                  <a:lnTo>
                    <a:pt x="27" y="38"/>
                  </a:lnTo>
                  <a:lnTo>
                    <a:pt x="27" y="38"/>
                  </a:lnTo>
                  <a:lnTo>
                    <a:pt x="25" y="38"/>
                  </a:lnTo>
                  <a:lnTo>
                    <a:pt x="25" y="36"/>
                  </a:lnTo>
                  <a:lnTo>
                    <a:pt x="23" y="36"/>
                  </a:lnTo>
                  <a:lnTo>
                    <a:pt x="23" y="34"/>
                  </a:lnTo>
                  <a:lnTo>
                    <a:pt x="23" y="33"/>
                  </a:lnTo>
                  <a:lnTo>
                    <a:pt x="23" y="31"/>
                  </a:lnTo>
                  <a:lnTo>
                    <a:pt x="22" y="31"/>
                  </a:lnTo>
                  <a:lnTo>
                    <a:pt x="22" y="29"/>
                  </a:lnTo>
                  <a:lnTo>
                    <a:pt x="21" y="29"/>
                  </a:lnTo>
                  <a:lnTo>
                    <a:pt x="21" y="27"/>
                  </a:lnTo>
                  <a:lnTo>
                    <a:pt x="19" y="27"/>
                  </a:lnTo>
                  <a:lnTo>
                    <a:pt x="19" y="25"/>
                  </a:lnTo>
                  <a:lnTo>
                    <a:pt x="19" y="24"/>
                  </a:lnTo>
                  <a:lnTo>
                    <a:pt x="19" y="22"/>
                  </a:lnTo>
                  <a:lnTo>
                    <a:pt x="17" y="22"/>
                  </a:lnTo>
                  <a:lnTo>
                    <a:pt x="17" y="22"/>
                  </a:lnTo>
                  <a:lnTo>
                    <a:pt x="15" y="22"/>
                  </a:lnTo>
                  <a:lnTo>
                    <a:pt x="15" y="20"/>
                  </a:lnTo>
                  <a:lnTo>
                    <a:pt x="13" y="20"/>
                  </a:lnTo>
                  <a:lnTo>
                    <a:pt x="13" y="19"/>
                  </a:lnTo>
                  <a:lnTo>
                    <a:pt x="13" y="19"/>
                  </a:lnTo>
                  <a:lnTo>
                    <a:pt x="13" y="17"/>
                  </a:lnTo>
                  <a:lnTo>
                    <a:pt x="10" y="17"/>
                  </a:lnTo>
                  <a:lnTo>
                    <a:pt x="10" y="17"/>
                  </a:lnTo>
                  <a:lnTo>
                    <a:pt x="10" y="17"/>
                  </a:lnTo>
                  <a:lnTo>
                    <a:pt x="10" y="16"/>
                  </a:lnTo>
                  <a:lnTo>
                    <a:pt x="8" y="16"/>
                  </a:lnTo>
                  <a:lnTo>
                    <a:pt x="8" y="16"/>
                  </a:lnTo>
                  <a:lnTo>
                    <a:pt x="8" y="16"/>
                  </a:lnTo>
                  <a:lnTo>
                    <a:pt x="8" y="14"/>
                  </a:lnTo>
                  <a:lnTo>
                    <a:pt x="6" y="16"/>
                  </a:lnTo>
                  <a:lnTo>
                    <a:pt x="6" y="16"/>
                  </a:lnTo>
                  <a:lnTo>
                    <a:pt x="5" y="16"/>
                  </a:lnTo>
                  <a:lnTo>
                    <a:pt x="5" y="16"/>
                  </a:lnTo>
                  <a:lnTo>
                    <a:pt x="3" y="16"/>
                  </a:lnTo>
                  <a:lnTo>
                    <a:pt x="3" y="16"/>
                  </a:lnTo>
                  <a:lnTo>
                    <a:pt x="3" y="16"/>
                  </a:lnTo>
                  <a:lnTo>
                    <a:pt x="3" y="16"/>
                  </a:lnTo>
                  <a:lnTo>
                    <a:pt x="1" y="18"/>
                  </a:lnTo>
                  <a:lnTo>
                    <a:pt x="1" y="18"/>
                  </a:lnTo>
                  <a:lnTo>
                    <a:pt x="1" y="18"/>
                  </a:lnTo>
                  <a:lnTo>
                    <a:pt x="1" y="18"/>
                  </a:lnTo>
                  <a:lnTo>
                    <a:pt x="0" y="18"/>
                  </a:lnTo>
                  <a:lnTo>
                    <a:pt x="0" y="18"/>
                  </a:lnTo>
                  <a:lnTo>
                    <a:pt x="0" y="18"/>
                  </a:lnTo>
                  <a:lnTo>
                    <a:pt x="0" y="16"/>
                  </a:lnTo>
                  <a:lnTo>
                    <a:pt x="0" y="16"/>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32" name=""/>
            <p:cNvSpPr/>
            <p:nvPr/>
          </p:nvSpPr>
          <p:spPr>
            <a:xfrm>
              <a:off x="8051760" y="6802560"/>
              <a:ext cx="293760" cy="250560"/>
            </a:xfrm>
            <a:custGeom>
              <a:avLst/>
              <a:gdLst/>
              <a:ahLst/>
              <a:rect l="l" t="t" r="r" b="b"/>
              <a:pathLst>
                <a:path w="185" h="158">
                  <a:moveTo>
                    <a:pt x="163" y="21"/>
                  </a:moveTo>
                  <a:lnTo>
                    <a:pt x="163" y="23"/>
                  </a:lnTo>
                  <a:lnTo>
                    <a:pt x="163" y="23"/>
                  </a:lnTo>
                  <a:lnTo>
                    <a:pt x="163" y="23"/>
                  </a:lnTo>
                  <a:lnTo>
                    <a:pt x="163" y="23"/>
                  </a:lnTo>
                  <a:lnTo>
                    <a:pt x="163" y="23"/>
                  </a:lnTo>
                  <a:lnTo>
                    <a:pt x="163" y="23"/>
                  </a:lnTo>
                  <a:lnTo>
                    <a:pt x="163" y="23"/>
                  </a:lnTo>
                  <a:lnTo>
                    <a:pt x="164" y="23"/>
                  </a:lnTo>
                  <a:lnTo>
                    <a:pt x="164" y="25"/>
                  </a:lnTo>
                  <a:lnTo>
                    <a:pt x="164" y="25"/>
                  </a:lnTo>
                  <a:lnTo>
                    <a:pt x="164" y="25"/>
                  </a:lnTo>
                  <a:lnTo>
                    <a:pt x="166" y="25"/>
                  </a:lnTo>
                  <a:lnTo>
                    <a:pt x="166" y="25"/>
                  </a:lnTo>
                  <a:lnTo>
                    <a:pt x="166" y="25"/>
                  </a:lnTo>
                  <a:lnTo>
                    <a:pt x="166" y="25"/>
                  </a:lnTo>
                  <a:lnTo>
                    <a:pt x="167" y="25"/>
                  </a:lnTo>
                  <a:lnTo>
                    <a:pt x="167" y="27"/>
                  </a:lnTo>
                  <a:lnTo>
                    <a:pt x="167" y="27"/>
                  </a:lnTo>
                  <a:lnTo>
                    <a:pt x="167" y="27"/>
                  </a:lnTo>
                  <a:lnTo>
                    <a:pt x="167" y="27"/>
                  </a:lnTo>
                  <a:lnTo>
                    <a:pt x="167" y="28"/>
                  </a:lnTo>
                  <a:lnTo>
                    <a:pt x="167" y="28"/>
                  </a:lnTo>
                  <a:lnTo>
                    <a:pt x="167" y="28"/>
                  </a:lnTo>
                  <a:lnTo>
                    <a:pt x="168" y="28"/>
                  </a:lnTo>
                  <a:lnTo>
                    <a:pt x="168" y="29"/>
                  </a:lnTo>
                  <a:lnTo>
                    <a:pt x="168" y="29"/>
                  </a:lnTo>
                  <a:lnTo>
                    <a:pt x="168" y="29"/>
                  </a:lnTo>
                  <a:lnTo>
                    <a:pt x="169" y="29"/>
                  </a:lnTo>
                  <a:lnTo>
                    <a:pt x="169" y="29"/>
                  </a:lnTo>
                  <a:lnTo>
                    <a:pt x="169" y="29"/>
                  </a:lnTo>
                  <a:lnTo>
                    <a:pt x="169" y="29"/>
                  </a:lnTo>
                  <a:lnTo>
                    <a:pt x="170" y="29"/>
                  </a:lnTo>
                  <a:lnTo>
                    <a:pt x="169" y="31"/>
                  </a:lnTo>
                  <a:lnTo>
                    <a:pt x="169" y="31"/>
                  </a:lnTo>
                  <a:lnTo>
                    <a:pt x="169" y="31"/>
                  </a:lnTo>
                  <a:lnTo>
                    <a:pt x="169" y="31"/>
                  </a:lnTo>
                  <a:lnTo>
                    <a:pt x="169" y="33"/>
                  </a:lnTo>
                  <a:lnTo>
                    <a:pt x="169" y="33"/>
                  </a:lnTo>
                  <a:lnTo>
                    <a:pt x="169" y="33"/>
                  </a:lnTo>
                  <a:lnTo>
                    <a:pt x="169" y="33"/>
                  </a:lnTo>
                  <a:lnTo>
                    <a:pt x="167" y="34"/>
                  </a:lnTo>
                  <a:lnTo>
                    <a:pt x="167" y="34"/>
                  </a:lnTo>
                  <a:lnTo>
                    <a:pt x="167" y="34"/>
                  </a:lnTo>
                  <a:lnTo>
                    <a:pt x="167" y="34"/>
                  </a:lnTo>
                  <a:lnTo>
                    <a:pt x="167" y="35"/>
                  </a:lnTo>
                  <a:lnTo>
                    <a:pt x="167" y="35"/>
                  </a:lnTo>
                  <a:lnTo>
                    <a:pt x="167" y="35"/>
                  </a:lnTo>
                  <a:lnTo>
                    <a:pt x="167" y="35"/>
                  </a:lnTo>
                  <a:lnTo>
                    <a:pt x="167" y="35"/>
                  </a:lnTo>
                  <a:lnTo>
                    <a:pt x="167" y="35"/>
                  </a:lnTo>
                  <a:lnTo>
                    <a:pt x="167" y="35"/>
                  </a:lnTo>
                  <a:lnTo>
                    <a:pt x="169" y="35"/>
                  </a:lnTo>
                  <a:lnTo>
                    <a:pt x="169" y="35"/>
                  </a:lnTo>
                  <a:lnTo>
                    <a:pt x="169" y="35"/>
                  </a:lnTo>
                  <a:lnTo>
                    <a:pt x="169" y="35"/>
                  </a:lnTo>
                  <a:lnTo>
                    <a:pt x="171" y="35"/>
                  </a:lnTo>
                  <a:lnTo>
                    <a:pt x="171" y="36"/>
                  </a:lnTo>
                  <a:lnTo>
                    <a:pt x="171" y="36"/>
                  </a:lnTo>
                  <a:lnTo>
                    <a:pt x="171" y="36"/>
                  </a:lnTo>
                  <a:lnTo>
                    <a:pt x="172" y="36"/>
                  </a:lnTo>
                  <a:lnTo>
                    <a:pt x="172" y="36"/>
                  </a:lnTo>
                  <a:lnTo>
                    <a:pt x="172" y="36"/>
                  </a:lnTo>
                  <a:lnTo>
                    <a:pt x="172" y="36"/>
                  </a:lnTo>
                  <a:lnTo>
                    <a:pt x="173" y="36"/>
                  </a:lnTo>
                  <a:lnTo>
                    <a:pt x="172" y="38"/>
                  </a:lnTo>
                  <a:lnTo>
                    <a:pt x="172" y="38"/>
                  </a:lnTo>
                  <a:lnTo>
                    <a:pt x="172" y="38"/>
                  </a:lnTo>
                  <a:lnTo>
                    <a:pt x="172" y="38"/>
                  </a:lnTo>
                  <a:lnTo>
                    <a:pt x="172" y="40"/>
                  </a:lnTo>
                  <a:lnTo>
                    <a:pt x="172" y="40"/>
                  </a:lnTo>
                  <a:lnTo>
                    <a:pt x="172" y="40"/>
                  </a:lnTo>
                  <a:lnTo>
                    <a:pt x="172" y="40"/>
                  </a:lnTo>
                  <a:lnTo>
                    <a:pt x="172" y="42"/>
                  </a:lnTo>
                  <a:lnTo>
                    <a:pt x="172" y="42"/>
                  </a:lnTo>
                  <a:lnTo>
                    <a:pt x="172" y="42"/>
                  </a:lnTo>
                  <a:lnTo>
                    <a:pt x="172" y="42"/>
                  </a:lnTo>
                  <a:lnTo>
                    <a:pt x="172" y="42"/>
                  </a:lnTo>
                  <a:lnTo>
                    <a:pt x="172" y="42"/>
                  </a:lnTo>
                  <a:lnTo>
                    <a:pt x="172" y="42"/>
                  </a:lnTo>
                  <a:lnTo>
                    <a:pt x="172" y="42"/>
                  </a:lnTo>
                  <a:lnTo>
                    <a:pt x="172" y="44"/>
                  </a:lnTo>
                  <a:lnTo>
                    <a:pt x="172" y="44"/>
                  </a:lnTo>
                  <a:lnTo>
                    <a:pt x="172" y="44"/>
                  </a:lnTo>
                  <a:lnTo>
                    <a:pt x="172" y="44"/>
                  </a:lnTo>
                  <a:lnTo>
                    <a:pt x="172" y="44"/>
                  </a:lnTo>
                  <a:lnTo>
                    <a:pt x="172" y="44"/>
                  </a:lnTo>
                  <a:lnTo>
                    <a:pt x="172" y="44"/>
                  </a:lnTo>
                  <a:lnTo>
                    <a:pt x="172" y="44"/>
                  </a:lnTo>
                  <a:lnTo>
                    <a:pt x="172" y="45"/>
                  </a:lnTo>
                  <a:lnTo>
                    <a:pt x="172" y="45"/>
                  </a:lnTo>
                  <a:lnTo>
                    <a:pt x="172" y="45"/>
                  </a:lnTo>
                  <a:lnTo>
                    <a:pt x="172" y="45"/>
                  </a:lnTo>
                  <a:lnTo>
                    <a:pt x="172" y="45"/>
                  </a:lnTo>
                  <a:lnTo>
                    <a:pt x="172" y="45"/>
                  </a:lnTo>
                  <a:lnTo>
                    <a:pt x="172" y="45"/>
                  </a:lnTo>
                  <a:lnTo>
                    <a:pt x="174" y="45"/>
                  </a:lnTo>
                  <a:lnTo>
                    <a:pt x="174" y="47"/>
                  </a:lnTo>
                  <a:lnTo>
                    <a:pt x="174" y="47"/>
                  </a:lnTo>
                  <a:lnTo>
                    <a:pt x="174" y="47"/>
                  </a:lnTo>
                  <a:lnTo>
                    <a:pt x="175" y="47"/>
                  </a:lnTo>
                  <a:lnTo>
                    <a:pt x="175" y="48"/>
                  </a:lnTo>
                  <a:lnTo>
                    <a:pt x="177" y="48"/>
                  </a:lnTo>
                  <a:lnTo>
                    <a:pt x="177" y="48"/>
                  </a:lnTo>
                  <a:lnTo>
                    <a:pt x="179" y="48"/>
                  </a:lnTo>
                  <a:lnTo>
                    <a:pt x="179" y="50"/>
                  </a:lnTo>
                  <a:lnTo>
                    <a:pt x="180" y="50"/>
                  </a:lnTo>
                  <a:lnTo>
                    <a:pt x="180" y="50"/>
                  </a:lnTo>
                  <a:lnTo>
                    <a:pt x="182" y="50"/>
                  </a:lnTo>
                  <a:lnTo>
                    <a:pt x="182" y="50"/>
                  </a:lnTo>
                  <a:lnTo>
                    <a:pt x="183" y="50"/>
                  </a:lnTo>
                  <a:lnTo>
                    <a:pt x="183" y="50"/>
                  </a:lnTo>
                  <a:lnTo>
                    <a:pt x="184" y="50"/>
                  </a:lnTo>
                  <a:lnTo>
                    <a:pt x="183" y="50"/>
                  </a:lnTo>
                  <a:lnTo>
                    <a:pt x="183" y="50"/>
                  </a:lnTo>
                  <a:lnTo>
                    <a:pt x="182" y="50"/>
                  </a:lnTo>
                  <a:lnTo>
                    <a:pt x="182" y="50"/>
                  </a:lnTo>
                  <a:lnTo>
                    <a:pt x="180" y="50"/>
                  </a:lnTo>
                  <a:lnTo>
                    <a:pt x="180" y="50"/>
                  </a:lnTo>
                  <a:lnTo>
                    <a:pt x="180" y="50"/>
                  </a:lnTo>
                  <a:lnTo>
                    <a:pt x="180" y="50"/>
                  </a:lnTo>
                  <a:lnTo>
                    <a:pt x="178" y="51"/>
                  </a:lnTo>
                  <a:lnTo>
                    <a:pt x="178" y="51"/>
                  </a:lnTo>
                  <a:lnTo>
                    <a:pt x="176" y="51"/>
                  </a:lnTo>
                  <a:lnTo>
                    <a:pt x="176" y="51"/>
                  </a:lnTo>
                  <a:lnTo>
                    <a:pt x="176" y="51"/>
                  </a:lnTo>
                  <a:lnTo>
                    <a:pt x="176" y="51"/>
                  </a:lnTo>
                  <a:lnTo>
                    <a:pt x="176" y="51"/>
                  </a:lnTo>
                  <a:lnTo>
                    <a:pt x="176" y="51"/>
                  </a:lnTo>
                  <a:lnTo>
                    <a:pt x="175" y="53"/>
                  </a:lnTo>
                  <a:lnTo>
                    <a:pt x="175" y="53"/>
                  </a:lnTo>
                  <a:lnTo>
                    <a:pt x="175" y="55"/>
                  </a:lnTo>
                  <a:lnTo>
                    <a:pt x="175" y="55"/>
                  </a:lnTo>
                  <a:lnTo>
                    <a:pt x="175" y="56"/>
                  </a:lnTo>
                  <a:lnTo>
                    <a:pt x="175" y="56"/>
                  </a:lnTo>
                  <a:lnTo>
                    <a:pt x="175" y="58"/>
                  </a:lnTo>
                  <a:lnTo>
                    <a:pt x="175" y="58"/>
                  </a:lnTo>
                  <a:lnTo>
                    <a:pt x="175" y="59"/>
                  </a:lnTo>
                  <a:lnTo>
                    <a:pt x="175" y="59"/>
                  </a:lnTo>
                  <a:lnTo>
                    <a:pt x="175" y="61"/>
                  </a:lnTo>
                  <a:lnTo>
                    <a:pt x="175" y="61"/>
                  </a:lnTo>
                  <a:lnTo>
                    <a:pt x="175" y="63"/>
                  </a:lnTo>
                  <a:lnTo>
                    <a:pt x="175" y="63"/>
                  </a:lnTo>
                  <a:lnTo>
                    <a:pt x="175" y="63"/>
                  </a:lnTo>
                  <a:lnTo>
                    <a:pt x="176" y="63"/>
                  </a:lnTo>
                  <a:lnTo>
                    <a:pt x="176" y="65"/>
                  </a:lnTo>
                  <a:lnTo>
                    <a:pt x="176" y="65"/>
                  </a:lnTo>
                  <a:lnTo>
                    <a:pt x="176" y="65"/>
                  </a:lnTo>
                  <a:lnTo>
                    <a:pt x="176" y="65"/>
                  </a:lnTo>
                  <a:lnTo>
                    <a:pt x="176" y="66"/>
                  </a:lnTo>
                  <a:lnTo>
                    <a:pt x="176" y="66"/>
                  </a:lnTo>
                  <a:lnTo>
                    <a:pt x="176" y="66"/>
                  </a:lnTo>
                  <a:lnTo>
                    <a:pt x="176" y="66"/>
                  </a:lnTo>
                  <a:lnTo>
                    <a:pt x="176" y="67"/>
                  </a:lnTo>
                  <a:lnTo>
                    <a:pt x="176" y="67"/>
                  </a:lnTo>
                  <a:lnTo>
                    <a:pt x="176" y="67"/>
                  </a:lnTo>
                  <a:lnTo>
                    <a:pt x="176" y="67"/>
                  </a:lnTo>
                  <a:lnTo>
                    <a:pt x="176" y="67"/>
                  </a:lnTo>
                  <a:lnTo>
                    <a:pt x="176" y="67"/>
                  </a:lnTo>
                  <a:lnTo>
                    <a:pt x="176" y="67"/>
                  </a:lnTo>
                  <a:lnTo>
                    <a:pt x="176" y="67"/>
                  </a:lnTo>
                  <a:lnTo>
                    <a:pt x="174" y="68"/>
                  </a:lnTo>
                  <a:lnTo>
                    <a:pt x="174" y="68"/>
                  </a:lnTo>
                  <a:lnTo>
                    <a:pt x="174" y="68"/>
                  </a:lnTo>
                  <a:lnTo>
                    <a:pt x="174" y="68"/>
                  </a:lnTo>
                  <a:lnTo>
                    <a:pt x="172" y="68"/>
                  </a:lnTo>
                  <a:lnTo>
                    <a:pt x="172" y="68"/>
                  </a:lnTo>
                  <a:lnTo>
                    <a:pt x="172" y="68"/>
                  </a:lnTo>
                  <a:lnTo>
                    <a:pt x="172" y="68"/>
                  </a:lnTo>
                  <a:lnTo>
                    <a:pt x="170" y="68"/>
                  </a:lnTo>
                  <a:lnTo>
                    <a:pt x="170" y="68"/>
                  </a:lnTo>
                  <a:lnTo>
                    <a:pt x="170" y="68"/>
                  </a:lnTo>
                  <a:lnTo>
                    <a:pt x="170" y="68"/>
                  </a:lnTo>
                  <a:lnTo>
                    <a:pt x="169" y="68"/>
                  </a:lnTo>
                  <a:lnTo>
                    <a:pt x="169" y="68"/>
                  </a:lnTo>
                  <a:lnTo>
                    <a:pt x="169" y="68"/>
                  </a:lnTo>
                  <a:lnTo>
                    <a:pt x="169" y="67"/>
                  </a:lnTo>
                  <a:lnTo>
                    <a:pt x="167" y="67"/>
                  </a:lnTo>
                  <a:lnTo>
                    <a:pt x="167" y="67"/>
                  </a:lnTo>
                  <a:lnTo>
                    <a:pt x="167" y="67"/>
                  </a:lnTo>
                  <a:lnTo>
                    <a:pt x="167" y="67"/>
                  </a:lnTo>
                  <a:lnTo>
                    <a:pt x="167" y="67"/>
                  </a:lnTo>
                  <a:lnTo>
                    <a:pt x="167" y="67"/>
                  </a:lnTo>
                  <a:lnTo>
                    <a:pt x="167" y="67"/>
                  </a:lnTo>
                  <a:lnTo>
                    <a:pt x="167" y="65"/>
                  </a:lnTo>
                  <a:lnTo>
                    <a:pt x="167" y="65"/>
                  </a:lnTo>
                  <a:lnTo>
                    <a:pt x="167" y="65"/>
                  </a:lnTo>
                  <a:lnTo>
                    <a:pt x="167" y="65"/>
                  </a:lnTo>
                  <a:lnTo>
                    <a:pt x="167" y="63"/>
                  </a:lnTo>
                  <a:lnTo>
                    <a:pt x="167" y="63"/>
                  </a:lnTo>
                  <a:lnTo>
                    <a:pt x="167" y="62"/>
                  </a:lnTo>
                  <a:lnTo>
                    <a:pt x="167" y="62"/>
                  </a:lnTo>
                  <a:lnTo>
                    <a:pt x="167" y="60"/>
                  </a:lnTo>
                  <a:lnTo>
                    <a:pt x="165" y="60"/>
                  </a:lnTo>
                  <a:lnTo>
                    <a:pt x="165" y="60"/>
                  </a:lnTo>
                  <a:lnTo>
                    <a:pt x="164" y="60"/>
                  </a:lnTo>
                  <a:lnTo>
                    <a:pt x="164" y="60"/>
                  </a:lnTo>
                  <a:lnTo>
                    <a:pt x="163" y="60"/>
                  </a:lnTo>
                  <a:lnTo>
                    <a:pt x="163" y="60"/>
                  </a:lnTo>
                  <a:lnTo>
                    <a:pt x="163" y="60"/>
                  </a:lnTo>
                  <a:lnTo>
                    <a:pt x="163" y="59"/>
                  </a:lnTo>
                  <a:lnTo>
                    <a:pt x="161" y="59"/>
                  </a:lnTo>
                  <a:lnTo>
                    <a:pt x="161" y="59"/>
                  </a:lnTo>
                  <a:lnTo>
                    <a:pt x="161" y="59"/>
                  </a:lnTo>
                  <a:lnTo>
                    <a:pt x="161" y="59"/>
                  </a:lnTo>
                  <a:lnTo>
                    <a:pt x="161" y="59"/>
                  </a:lnTo>
                  <a:lnTo>
                    <a:pt x="161" y="59"/>
                  </a:lnTo>
                  <a:lnTo>
                    <a:pt x="161" y="59"/>
                  </a:lnTo>
                  <a:lnTo>
                    <a:pt x="161" y="58"/>
                  </a:lnTo>
                  <a:lnTo>
                    <a:pt x="159" y="59"/>
                  </a:lnTo>
                  <a:lnTo>
                    <a:pt x="159" y="59"/>
                  </a:lnTo>
                  <a:lnTo>
                    <a:pt x="159" y="59"/>
                  </a:lnTo>
                  <a:lnTo>
                    <a:pt x="159" y="59"/>
                  </a:lnTo>
                  <a:lnTo>
                    <a:pt x="159" y="59"/>
                  </a:lnTo>
                  <a:lnTo>
                    <a:pt x="159" y="59"/>
                  </a:lnTo>
                  <a:lnTo>
                    <a:pt x="159" y="59"/>
                  </a:lnTo>
                  <a:lnTo>
                    <a:pt x="159" y="59"/>
                  </a:lnTo>
                  <a:lnTo>
                    <a:pt x="157" y="60"/>
                  </a:lnTo>
                  <a:lnTo>
                    <a:pt x="157" y="60"/>
                  </a:lnTo>
                  <a:lnTo>
                    <a:pt x="157" y="60"/>
                  </a:lnTo>
                  <a:lnTo>
                    <a:pt x="157" y="60"/>
                  </a:lnTo>
                  <a:lnTo>
                    <a:pt x="157" y="60"/>
                  </a:lnTo>
                  <a:lnTo>
                    <a:pt x="157" y="60"/>
                  </a:lnTo>
                  <a:lnTo>
                    <a:pt x="157" y="60"/>
                  </a:lnTo>
                  <a:lnTo>
                    <a:pt x="157" y="60"/>
                  </a:lnTo>
                  <a:lnTo>
                    <a:pt x="155" y="60"/>
                  </a:lnTo>
                  <a:lnTo>
                    <a:pt x="155" y="60"/>
                  </a:lnTo>
                  <a:lnTo>
                    <a:pt x="155" y="60"/>
                  </a:lnTo>
                  <a:lnTo>
                    <a:pt x="155" y="60"/>
                  </a:lnTo>
                  <a:lnTo>
                    <a:pt x="155" y="60"/>
                  </a:lnTo>
                  <a:lnTo>
                    <a:pt x="155" y="60"/>
                  </a:lnTo>
                  <a:lnTo>
                    <a:pt x="155" y="60"/>
                  </a:lnTo>
                  <a:lnTo>
                    <a:pt x="155" y="59"/>
                  </a:lnTo>
                  <a:lnTo>
                    <a:pt x="154" y="59"/>
                  </a:lnTo>
                  <a:lnTo>
                    <a:pt x="154" y="59"/>
                  </a:lnTo>
                  <a:lnTo>
                    <a:pt x="154" y="59"/>
                  </a:lnTo>
                  <a:lnTo>
                    <a:pt x="154" y="59"/>
                  </a:lnTo>
                  <a:lnTo>
                    <a:pt x="154" y="59"/>
                  </a:lnTo>
                  <a:lnTo>
                    <a:pt x="154" y="59"/>
                  </a:lnTo>
                  <a:lnTo>
                    <a:pt x="154" y="59"/>
                  </a:lnTo>
                  <a:lnTo>
                    <a:pt x="154" y="58"/>
                  </a:lnTo>
                  <a:lnTo>
                    <a:pt x="153" y="58"/>
                  </a:lnTo>
                  <a:lnTo>
                    <a:pt x="153" y="58"/>
                  </a:lnTo>
                  <a:lnTo>
                    <a:pt x="153" y="58"/>
                  </a:lnTo>
                  <a:lnTo>
                    <a:pt x="153" y="58"/>
                  </a:lnTo>
                  <a:lnTo>
                    <a:pt x="152" y="58"/>
                  </a:lnTo>
                  <a:lnTo>
                    <a:pt x="152" y="58"/>
                  </a:lnTo>
                  <a:lnTo>
                    <a:pt x="152" y="58"/>
                  </a:lnTo>
                  <a:lnTo>
                    <a:pt x="152" y="58"/>
                  </a:lnTo>
                  <a:lnTo>
                    <a:pt x="151" y="58"/>
                  </a:lnTo>
                  <a:lnTo>
                    <a:pt x="151" y="58"/>
                  </a:lnTo>
                  <a:lnTo>
                    <a:pt x="151" y="58"/>
                  </a:lnTo>
                  <a:lnTo>
                    <a:pt x="151" y="58"/>
                  </a:lnTo>
                  <a:lnTo>
                    <a:pt x="151" y="58"/>
                  </a:lnTo>
                  <a:lnTo>
                    <a:pt x="151" y="58"/>
                  </a:lnTo>
                  <a:lnTo>
                    <a:pt x="151" y="58"/>
                  </a:lnTo>
                  <a:lnTo>
                    <a:pt x="151" y="58"/>
                  </a:lnTo>
                  <a:lnTo>
                    <a:pt x="149" y="59"/>
                  </a:lnTo>
                  <a:lnTo>
                    <a:pt x="149" y="59"/>
                  </a:lnTo>
                  <a:lnTo>
                    <a:pt x="149" y="59"/>
                  </a:lnTo>
                  <a:lnTo>
                    <a:pt x="149" y="59"/>
                  </a:lnTo>
                  <a:lnTo>
                    <a:pt x="149" y="61"/>
                  </a:lnTo>
                  <a:lnTo>
                    <a:pt x="149" y="61"/>
                  </a:lnTo>
                  <a:lnTo>
                    <a:pt x="149" y="61"/>
                  </a:lnTo>
                  <a:lnTo>
                    <a:pt x="149" y="61"/>
                  </a:lnTo>
                  <a:lnTo>
                    <a:pt x="147" y="62"/>
                  </a:lnTo>
                  <a:lnTo>
                    <a:pt x="147" y="62"/>
                  </a:lnTo>
                  <a:lnTo>
                    <a:pt x="147" y="62"/>
                  </a:lnTo>
                  <a:lnTo>
                    <a:pt x="147" y="62"/>
                  </a:lnTo>
                  <a:lnTo>
                    <a:pt x="147" y="62"/>
                  </a:lnTo>
                  <a:lnTo>
                    <a:pt x="147" y="62"/>
                  </a:lnTo>
                  <a:lnTo>
                    <a:pt x="147" y="62"/>
                  </a:lnTo>
                  <a:lnTo>
                    <a:pt x="147" y="62"/>
                  </a:lnTo>
                  <a:lnTo>
                    <a:pt x="145" y="62"/>
                  </a:lnTo>
                  <a:lnTo>
                    <a:pt x="145" y="62"/>
                  </a:lnTo>
                  <a:lnTo>
                    <a:pt x="145" y="62"/>
                  </a:lnTo>
                  <a:lnTo>
                    <a:pt x="145" y="62"/>
                  </a:lnTo>
                  <a:lnTo>
                    <a:pt x="145" y="62"/>
                  </a:lnTo>
                  <a:lnTo>
                    <a:pt x="145" y="62"/>
                  </a:lnTo>
                  <a:lnTo>
                    <a:pt x="145" y="62"/>
                  </a:lnTo>
                  <a:lnTo>
                    <a:pt x="145" y="59"/>
                  </a:lnTo>
                  <a:lnTo>
                    <a:pt x="143" y="59"/>
                  </a:lnTo>
                  <a:lnTo>
                    <a:pt x="143" y="59"/>
                  </a:lnTo>
                  <a:lnTo>
                    <a:pt x="143" y="59"/>
                  </a:lnTo>
                  <a:lnTo>
                    <a:pt x="143" y="58"/>
                  </a:lnTo>
                  <a:lnTo>
                    <a:pt x="143" y="58"/>
                  </a:lnTo>
                  <a:lnTo>
                    <a:pt x="143" y="58"/>
                  </a:lnTo>
                  <a:lnTo>
                    <a:pt x="143" y="58"/>
                  </a:lnTo>
                  <a:lnTo>
                    <a:pt x="143" y="56"/>
                  </a:lnTo>
                  <a:lnTo>
                    <a:pt x="141" y="58"/>
                  </a:lnTo>
                  <a:lnTo>
                    <a:pt x="141" y="58"/>
                  </a:lnTo>
                  <a:lnTo>
                    <a:pt x="141" y="58"/>
                  </a:lnTo>
                  <a:lnTo>
                    <a:pt x="141" y="58"/>
                  </a:lnTo>
                  <a:lnTo>
                    <a:pt x="139" y="60"/>
                  </a:lnTo>
                  <a:lnTo>
                    <a:pt x="139" y="60"/>
                  </a:lnTo>
                  <a:lnTo>
                    <a:pt x="139" y="60"/>
                  </a:lnTo>
                  <a:lnTo>
                    <a:pt x="139" y="60"/>
                  </a:lnTo>
                  <a:lnTo>
                    <a:pt x="137" y="62"/>
                  </a:lnTo>
                  <a:lnTo>
                    <a:pt x="137" y="62"/>
                  </a:lnTo>
                  <a:lnTo>
                    <a:pt x="137" y="62"/>
                  </a:lnTo>
                  <a:lnTo>
                    <a:pt x="137" y="62"/>
                  </a:lnTo>
                  <a:lnTo>
                    <a:pt x="136" y="63"/>
                  </a:lnTo>
                  <a:lnTo>
                    <a:pt x="136" y="63"/>
                  </a:lnTo>
                  <a:lnTo>
                    <a:pt x="136" y="63"/>
                  </a:lnTo>
                  <a:lnTo>
                    <a:pt x="136" y="63"/>
                  </a:lnTo>
                  <a:lnTo>
                    <a:pt x="134" y="63"/>
                  </a:lnTo>
                  <a:lnTo>
                    <a:pt x="134" y="63"/>
                  </a:lnTo>
                  <a:lnTo>
                    <a:pt x="134" y="63"/>
                  </a:lnTo>
                  <a:lnTo>
                    <a:pt x="134" y="63"/>
                  </a:lnTo>
                  <a:lnTo>
                    <a:pt x="133" y="63"/>
                  </a:lnTo>
                  <a:lnTo>
                    <a:pt x="133" y="63"/>
                  </a:lnTo>
                  <a:lnTo>
                    <a:pt x="133" y="63"/>
                  </a:lnTo>
                  <a:lnTo>
                    <a:pt x="133" y="62"/>
                  </a:lnTo>
                  <a:lnTo>
                    <a:pt x="132" y="62"/>
                  </a:lnTo>
                  <a:lnTo>
                    <a:pt x="132" y="62"/>
                  </a:lnTo>
                  <a:lnTo>
                    <a:pt x="132" y="62"/>
                  </a:lnTo>
                  <a:lnTo>
                    <a:pt x="132" y="61"/>
                  </a:lnTo>
                  <a:lnTo>
                    <a:pt x="132" y="61"/>
                  </a:lnTo>
                  <a:lnTo>
                    <a:pt x="132" y="61"/>
                  </a:lnTo>
                  <a:lnTo>
                    <a:pt x="132" y="61"/>
                  </a:lnTo>
                  <a:lnTo>
                    <a:pt x="132" y="59"/>
                  </a:lnTo>
                  <a:lnTo>
                    <a:pt x="130" y="60"/>
                  </a:lnTo>
                  <a:lnTo>
                    <a:pt x="129" y="60"/>
                  </a:lnTo>
                  <a:lnTo>
                    <a:pt x="127" y="60"/>
                  </a:lnTo>
                  <a:lnTo>
                    <a:pt x="127" y="60"/>
                  </a:lnTo>
                  <a:lnTo>
                    <a:pt x="125" y="61"/>
                  </a:lnTo>
                  <a:lnTo>
                    <a:pt x="124" y="61"/>
                  </a:lnTo>
                  <a:lnTo>
                    <a:pt x="122" y="61"/>
                  </a:lnTo>
                  <a:lnTo>
                    <a:pt x="122" y="61"/>
                  </a:lnTo>
                  <a:lnTo>
                    <a:pt x="120" y="62"/>
                  </a:lnTo>
                  <a:lnTo>
                    <a:pt x="118" y="62"/>
                  </a:lnTo>
                  <a:lnTo>
                    <a:pt x="116" y="62"/>
                  </a:lnTo>
                  <a:lnTo>
                    <a:pt x="116" y="62"/>
                  </a:lnTo>
                  <a:lnTo>
                    <a:pt x="114" y="62"/>
                  </a:lnTo>
                  <a:lnTo>
                    <a:pt x="114" y="62"/>
                  </a:lnTo>
                  <a:lnTo>
                    <a:pt x="113" y="62"/>
                  </a:lnTo>
                  <a:lnTo>
                    <a:pt x="113" y="60"/>
                  </a:lnTo>
                  <a:lnTo>
                    <a:pt x="111" y="60"/>
                  </a:lnTo>
                  <a:lnTo>
                    <a:pt x="111" y="60"/>
                  </a:lnTo>
                  <a:lnTo>
                    <a:pt x="111" y="60"/>
                  </a:lnTo>
                  <a:lnTo>
                    <a:pt x="111" y="60"/>
                  </a:lnTo>
                  <a:lnTo>
                    <a:pt x="111" y="60"/>
                  </a:lnTo>
                  <a:lnTo>
                    <a:pt x="111" y="60"/>
                  </a:lnTo>
                  <a:lnTo>
                    <a:pt x="111" y="60"/>
                  </a:lnTo>
                  <a:lnTo>
                    <a:pt x="111" y="59"/>
                  </a:lnTo>
                  <a:lnTo>
                    <a:pt x="110" y="59"/>
                  </a:lnTo>
                  <a:lnTo>
                    <a:pt x="110" y="59"/>
                  </a:lnTo>
                  <a:lnTo>
                    <a:pt x="110" y="59"/>
                  </a:lnTo>
                  <a:lnTo>
                    <a:pt x="110" y="58"/>
                  </a:lnTo>
                  <a:lnTo>
                    <a:pt x="110" y="58"/>
                  </a:lnTo>
                  <a:lnTo>
                    <a:pt x="110" y="58"/>
                  </a:lnTo>
                  <a:lnTo>
                    <a:pt x="110" y="58"/>
                  </a:lnTo>
                  <a:lnTo>
                    <a:pt x="110" y="56"/>
                  </a:lnTo>
                  <a:lnTo>
                    <a:pt x="108" y="56"/>
                  </a:lnTo>
                  <a:lnTo>
                    <a:pt x="108" y="56"/>
                  </a:lnTo>
                  <a:lnTo>
                    <a:pt x="108" y="56"/>
                  </a:lnTo>
                  <a:lnTo>
                    <a:pt x="108" y="56"/>
                  </a:lnTo>
                  <a:lnTo>
                    <a:pt x="107" y="56"/>
                  </a:lnTo>
                  <a:lnTo>
                    <a:pt x="107" y="56"/>
                  </a:lnTo>
                  <a:lnTo>
                    <a:pt x="107" y="56"/>
                  </a:lnTo>
                  <a:lnTo>
                    <a:pt x="107" y="56"/>
                  </a:lnTo>
                  <a:lnTo>
                    <a:pt x="105" y="56"/>
                  </a:lnTo>
                  <a:lnTo>
                    <a:pt x="105" y="56"/>
                  </a:lnTo>
                  <a:lnTo>
                    <a:pt x="105" y="56"/>
                  </a:lnTo>
                  <a:lnTo>
                    <a:pt x="105" y="56"/>
                  </a:lnTo>
                  <a:lnTo>
                    <a:pt x="105" y="56"/>
                  </a:lnTo>
                  <a:lnTo>
                    <a:pt x="105" y="56"/>
                  </a:lnTo>
                  <a:lnTo>
                    <a:pt x="105" y="56"/>
                  </a:lnTo>
                  <a:lnTo>
                    <a:pt x="105" y="56"/>
                  </a:lnTo>
                  <a:lnTo>
                    <a:pt x="105" y="58"/>
                  </a:lnTo>
                  <a:lnTo>
                    <a:pt x="105" y="58"/>
                  </a:lnTo>
                  <a:lnTo>
                    <a:pt x="105" y="58"/>
                  </a:lnTo>
                  <a:lnTo>
                    <a:pt x="105" y="58"/>
                  </a:lnTo>
                  <a:lnTo>
                    <a:pt x="105" y="59"/>
                  </a:lnTo>
                  <a:lnTo>
                    <a:pt x="105" y="59"/>
                  </a:lnTo>
                  <a:lnTo>
                    <a:pt x="105" y="59"/>
                  </a:lnTo>
                  <a:lnTo>
                    <a:pt x="105" y="59"/>
                  </a:lnTo>
                  <a:lnTo>
                    <a:pt x="105" y="59"/>
                  </a:lnTo>
                  <a:lnTo>
                    <a:pt x="105" y="59"/>
                  </a:lnTo>
                  <a:lnTo>
                    <a:pt x="105" y="59"/>
                  </a:lnTo>
                  <a:lnTo>
                    <a:pt x="105" y="59"/>
                  </a:lnTo>
                  <a:lnTo>
                    <a:pt x="105" y="59"/>
                  </a:lnTo>
                  <a:lnTo>
                    <a:pt x="105" y="59"/>
                  </a:lnTo>
                  <a:lnTo>
                    <a:pt x="105" y="59"/>
                  </a:lnTo>
                  <a:lnTo>
                    <a:pt x="105" y="59"/>
                  </a:lnTo>
                  <a:lnTo>
                    <a:pt x="102" y="59"/>
                  </a:lnTo>
                  <a:lnTo>
                    <a:pt x="102" y="59"/>
                  </a:lnTo>
                  <a:lnTo>
                    <a:pt x="101" y="59"/>
                  </a:lnTo>
                  <a:lnTo>
                    <a:pt x="101" y="59"/>
                  </a:lnTo>
                  <a:lnTo>
                    <a:pt x="100" y="59"/>
                  </a:lnTo>
                  <a:lnTo>
                    <a:pt x="100" y="59"/>
                  </a:lnTo>
                  <a:lnTo>
                    <a:pt x="100" y="59"/>
                  </a:lnTo>
                  <a:lnTo>
                    <a:pt x="100" y="59"/>
                  </a:lnTo>
                  <a:lnTo>
                    <a:pt x="97" y="59"/>
                  </a:lnTo>
                  <a:lnTo>
                    <a:pt x="97" y="59"/>
                  </a:lnTo>
                  <a:lnTo>
                    <a:pt x="95" y="59"/>
                  </a:lnTo>
                  <a:lnTo>
                    <a:pt x="95" y="59"/>
                  </a:lnTo>
                  <a:lnTo>
                    <a:pt x="94" y="59"/>
                  </a:lnTo>
                  <a:lnTo>
                    <a:pt x="94" y="59"/>
                  </a:lnTo>
                  <a:lnTo>
                    <a:pt x="94" y="59"/>
                  </a:lnTo>
                  <a:lnTo>
                    <a:pt x="94" y="59"/>
                  </a:lnTo>
                  <a:lnTo>
                    <a:pt x="92" y="61"/>
                  </a:lnTo>
                  <a:lnTo>
                    <a:pt x="92" y="61"/>
                  </a:lnTo>
                  <a:lnTo>
                    <a:pt x="92" y="62"/>
                  </a:lnTo>
                  <a:lnTo>
                    <a:pt x="92" y="62"/>
                  </a:lnTo>
                  <a:lnTo>
                    <a:pt x="92" y="64"/>
                  </a:lnTo>
                  <a:lnTo>
                    <a:pt x="92" y="64"/>
                  </a:lnTo>
                  <a:lnTo>
                    <a:pt x="92" y="65"/>
                  </a:lnTo>
                  <a:lnTo>
                    <a:pt x="92" y="65"/>
                  </a:lnTo>
                  <a:lnTo>
                    <a:pt x="90" y="67"/>
                  </a:lnTo>
                  <a:lnTo>
                    <a:pt x="90" y="67"/>
                  </a:lnTo>
                  <a:lnTo>
                    <a:pt x="90" y="69"/>
                  </a:lnTo>
                  <a:lnTo>
                    <a:pt x="90" y="69"/>
                  </a:lnTo>
                  <a:lnTo>
                    <a:pt x="89" y="71"/>
                  </a:lnTo>
                  <a:lnTo>
                    <a:pt x="89" y="71"/>
                  </a:lnTo>
                  <a:lnTo>
                    <a:pt x="89" y="71"/>
                  </a:lnTo>
                  <a:lnTo>
                    <a:pt x="89" y="71"/>
                  </a:lnTo>
                  <a:lnTo>
                    <a:pt x="87" y="71"/>
                  </a:lnTo>
                  <a:lnTo>
                    <a:pt x="87" y="71"/>
                  </a:lnTo>
                  <a:lnTo>
                    <a:pt x="86" y="71"/>
                  </a:lnTo>
                  <a:lnTo>
                    <a:pt x="86" y="69"/>
                  </a:lnTo>
                  <a:lnTo>
                    <a:pt x="84" y="69"/>
                  </a:lnTo>
                  <a:lnTo>
                    <a:pt x="84" y="67"/>
                  </a:lnTo>
                  <a:lnTo>
                    <a:pt x="84" y="67"/>
                  </a:lnTo>
                  <a:lnTo>
                    <a:pt x="84" y="65"/>
                  </a:lnTo>
                  <a:lnTo>
                    <a:pt x="82" y="65"/>
                  </a:lnTo>
                  <a:lnTo>
                    <a:pt x="82" y="64"/>
                  </a:lnTo>
                  <a:lnTo>
                    <a:pt x="80" y="64"/>
                  </a:lnTo>
                  <a:lnTo>
                    <a:pt x="80" y="62"/>
                  </a:lnTo>
                  <a:lnTo>
                    <a:pt x="78" y="62"/>
                  </a:lnTo>
                  <a:lnTo>
                    <a:pt x="78" y="62"/>
                  </a:lnTo>
                  <a:lnTo>
                    <a:pt x="77" y="62"/>
                  </a:lnTo>
                  <a:lnTo>
                    <a:pt x="77" y="60"/>
                  </a:lnTo>
                  <a:lnTo>
                    <a:pt x="75" y="62"/>
                  </a:lnTo>
                  <a:lnTo>
                    <a:pt x="75" y="62"/>
                  </a:lnTo>
                  <a:lnTo>
                    <a:pt x="75" y="62"/>
                  </a:lnTo>
                  <a:lnTo>
                    <a:pt x="75" y="62"/>
                  </a:lnTo>
                  <a:lnTo>
                    <a:pt x="73" y="63"/>
                  </a:lnTo>
                  <a:lnTo>
                    <a:pt x="73" y="63"/>
                  </a:lnTo>
                  <a:lnTo>
                    <a:pt x="73" y="63"/>
                  </a:lnTo>
                  <a:lnTo>
                    <a:pt x="73" y="63"/>
                  </a:lnTo>
                  <a:lnTo>
                    <a:pt x="72" y="65"/>
                  </a:lnTo>
                  <a:lnTo>
                    <a:pt x="72" y="65"/>
                  </a:lnTo>
                  <a:lnTo>
                    <a:pt x="72" y="65"/>
                  </a:lnTo>
                  <a:lnTo>
                    <a:pt x="72" y="65"/>
                  </a:lnTo>
                  <a:lnTo>
                    <a:pt x="72" y="65"/>
                  </a:lnTo>
                  <a:lnTo>
                    <a:pt x="72" y="65"/>
                  </a:lnTo>
                  <a:lnTo>
                    <a:pt x="72" y="65"/>
                  </a:lnTo>
                  <a:lnTo>
                    <a:pt x="72" y="65"/>
                  </a:lnTo>
                  <a:lnTo>
                    <a:pt x="72" y="67"/>
                  </a:lnTo>
                  <a:lnTo>
                    <a:pt x="72" y="68"/>
                  </a:lnTo>
                  <a:lnTo>
                    <a:pt x="72" y="70"/>
                  </a:lnTo>
                  <a:lnTo>
                    <a:pt x="72" y="70"/>
                  </a:lnTo>
                  <a:lnTo>
                    <a:pt x="72" y="72"/>
                  </a:lnTo>
                  <a:lnTo>
                    <a:pt x="72" y="73"/>
                  </a:lnTo>
                  <a:lnTo>
                    <a:pt x="72" y="75"/>
                  </a:lnTo>
                  <a:lnTo>
                    <a:pt x="72" y="75"/>
                  </a:lnTo>
                  <a:lnTo>
                    <a:pt x="72" y="77"/>
                  </a:lnTo>
                  <a:lnTo>
                    <a:pt x="72" y="78"/>
                  </a:lnTo>
                  <a:lnTo>
                    <a:pt x="72" y="80"/>
                  </a:lnTo>
                  <a:lnTo>
                    <a:pt x="72" y="80"/>
                  </a:lnTo>
                  <a:lnTo>
                    <a:pt x="72" y="81"/>
                  </a:lnTo>
                  <a:lnTo>
                    <a:pt x="72" y="81"/>
                  </a:lnTo>
                  <a:lnTo>
                    <a:pt x="72" y="81"/>
                  </a:lnTo>
                  <a:lnTo>
                    <a:pt x="72" y="81"/>
                  </a:lnTo>
                  <a:lnTo>
                    <a:pt x="72" y="82"/>
                  </a:lnTo>
                  <a:lnTo>
                    <a:pt x="72" y="82"/>
                  </a:lnTo>
                  <a:lnTo>
                    <a:pt x="72" y="82"/>
                  </a:lnTo>
                  <a:lnTo>
                    <a:pt x="73" y="82"/>
                  </a:lnTo>
                  <a:lnTo>
                    <a:pt x="73" y="83"/>
                  </a:lnTo>
                  <a:lnTo>
                    <a:pt x="73" y="83"/>
                  </a:lnTo>
                  <a:lnTo>
                    <a:pt x="73" y="83"/>
                  </a:lnTo>
                  <a:lnTo>
                    <a:pt x="75" y="83"/>
                  </a:lnTo>
                  <a:lnTo>
                    <a:pt x="75" y="85"/>
                  </a:lnTo>
                  <a:lnTo>
                    <a:pt x="75" y="85"/>
                  </a:lnTo>
                  <a:lnTo>
                    <a:pt x="75" y="85"/>
                  </a:lnTo>
                  <a:lnTo>
                    <a:pt x="77" y="85"/>
                  </a:lnTo>
                  <a:lnTo>
                    <a:pt x="77" y="86"/>
                  </a:lnTo>
                  <a:lnTo>
                    <a:pt x="77" y="86"/>
                  </a:lnTo>
                  <a:lnTo>
                    <a:pt x="77" y="86"/>
                  </a:lnTo>
                  <a:lnTo>
                    <a:pt x="79" y="86"/>
                  </a:lnTo>
                  <a:lnTo>
                    <a:pt x="79" y="87"/>
                  </a:lnTo>
                  <a:lnTo>
                    <a:pt x="79" y="87"/>
                  </a:lnTo>
                  <a:lnTo>
                    <a:pt x="79" y="87"/>
                  </a:lnTo>
                  <a:lnTo>
                    <a:pt x="80" y="87"/>
                  </a:lnTo>
                  <a:lnTo>
                    <a:pt x="80" y="89"/>
                  </a:lnTo>
                  <a:lnTo>
                    <a:pt x="80" y="89"/>
                  </a:lnTo>
                  <a:lnTo>
                    <a:pt x="80" y="89"/>
                  </a:lnTo>
                  <a:lnTo>
                    <a:pt x="83" y="89"/>
                  </a:lnTo>
                  <a:lnTo>
                    <a:pt x="83" y="91"/>
                  </a:lnTo>
                  <a:lnTo>
                    <a:pt x="83" y="91"/>
                  </a:lnTo>
                  <a:lnTo>
                    <a:pt x="83" y="92"/>
                  </a:lnTo>
                  <a:lnTo>
                    <a:pt x="83" y="92"/>
                  </a:lnTo>
                  <a:lnTo>
                    <a:pt x="83" y="94"/>
                  </a:lnTo>
                  <a:lnTo>
                    <a:pt x="83" y="94"/>
                  </a:lnTo>
                  <a:lnTo>
                    <a:pt x="83" y="94"/>
                  </a:lnTo>
                  <a:lnTo>
                    <a:pt x="85" y="94"/>
                  </a:lnTo>
                  <a:lnTo>
                    <a:pt x="85" y="96"/>
                  </a:lnTo>
                  <a:lnTo>
                    <a:pt x="85" y="96"/>
                  </a:lnTo>
                  <a:lnTo>
                    <a:pt x="85" y="97"/>
                  </a:lnTo>
                  <a:lnTo>
                    <a:pt x="85" y="97"/>
                  </a:lnTo>
                  <a:lnTo>
                    <a:pt x="85" y="99"/>
                  </a:lnTo>
                  <a:lnTo>
                    <a:pt x="85" y="99"/>
                  </a:lnTo>
                  <a:lnTo>
                    <a:pt x="85" y="100"/>
                  </a:lnTo>
                  <a:lnTo>
                    <a:pt x="87" y="100"/>
                  </a:lnTo>
                  <a:lnTo>
                    <a:pt x="87" y="102"/>
                  </a:lnTo>
                  <a:lnTo>
                    <a:pt x="87" y="102"/>
                  </a:lnTo>
                  <a:lnTo>
                    <a:pt x="87" y="104"/>
                  </a:lnTo>
                  <a:lnTo>
                    <a:pt x="88" y="104"/>
                  </a:lnTo>
                  <a:lnTo>
                    <a:pt x="88" y="106"/>
                  </a:lnTo>
                  <a:lnTo>
                    <a:pt x="88" y="106"/>
                  </a:lnTo>
                  <a:lnTo>
                    <a:pt x="88" y="107"/>
                  </a:lnTo>
                  <a:lnTo>
                    <a:pt x="90" y="107"/>
                  </a:lnTo>
                  <a:lnTo>
                    <a:pt x="90" y="109"/>
                  </a:lnTo>
                  <a:lnTo>
                    <a:pt x="90" y="109"/>
                  </a:lnTo>
                  <a:lnTo>
                    <a:pt x="90" y="109"/>
                  </a:lnTo>
                  <a:lnTo>
                    <a:pt x="92" y="109"/>
                  </a:lnTo>
                  <a:lnTo>
                    <a:pt x="92" y="111"/>
                  </a:lnTo>
                  <a:lnTo>
                    <a:pt x="93" y="111"/>
                  </a:lnTo>
                  <a:lnTo>
                    <a:pt x="93" y="111"/>
                  </a:lnTo>
                  <a:lnTo>
                    <a:pt x="95" y="111"/>
                  </a:lnTo>
                  <a:lnTo>
                    <a:pt x="95" y="113"/>
                  </a:lnTo>
                  <a:lnTo>
                    <a:pt x="96" y="113"/>
                  </a:lnTo>
                  <a:lnTo>
                    <a:pt x="96" y="113"/>
                  </a:lnTo>
                  <a:lnTo>
                    <a:pt x="98" y="113"/>
                  </a:lnTo>
                  <a:lnTo>
                    <a:pt x="98" y="115"/>
                  </a:lnTo>
                  <a:lnTo>
                    <a:pt x="99" y="115"/>
                  </a:lnTo>
                  <a:lnTo>
                    <a:pt x="99" y="115"/>
                  </a:lnTo>
                  <a:lnTo>
                    <a:pt x="101" y="115"/>
                  </a:lnTo>
                  <a:lnTo>
                    <a:pt x="101" y="116"/>
                  </a:lnTo>
                  <a:lnTo>
                    <a:pt x="101" y="116"/>
                  </a:lnTo>
                  <a:lnTo>
                    <a:pt x="101" y="118"/>
                  </a:lnTo>
                  <a:lnTo>
                    <a:pt x="102" y="118"/>
                  </a:lnTo>
                  <a:lnTo>
                    <a:pt x="102" y="120"/>
                  </a:lnTo>
                  <a:lnTo>
                    <a:pt x="102" y="120"/>
                  </a:lnTo>
                  <a:lnTo>
                    <a:pt x="102" y="121"/>
                  </a:lnTo>
                  <a:lnTo>
                    <a:pt x="104" y="121"/>
                  </a:lnTo>
                  <a:lnTo>
                    <a:pt x="104" y="123"/>
                  </a:lnTo>
                  <a:lnTo>
                    <a:pt x="104" y="123"/>
                  </a:lnTo>
                  <a:lnTo>
                    <a:pt x="104" y="124"/>
                  </a:lnTo>
                  <a:lnTo>
                    <a:pt x="105" y="124"/>
                  </a:lnTo>
                  <a:lnTo>
                    <a:pt x="105" y="125"/>
                  </a:lnTo>
                  <a:lnTo>
                    <a:pt x="105" y="125"/>
                  </a:lnTo>
                  <a:lnTo>
                    <a:pt x="105" y="125"/>
                  </a:lnTo>
                  <a:lnTo>
                    <a:pt x="107" y="125"/>
                  </a:lnTo>
                  <a:lnTo>
                    <a:pt x="107" y="128"/>
                  </a:lnTo>
                  <a:lnTo>
                    <a:pt x="107" y="128"/>
                  </a:lnTo>
                  <a:lnTo>
                    <a:pt x="107" y="128"/>
                  </a:lnTo>
                  <a:lnTo>
                    <a:pt x="109" y="128"/>
                  </a:lnTo>
                  <a:lnTo>
                    <a:pt x="109" y="129"/>
                  </a:lnTo>
                  <a:lnTo>
                    <a:pt x="110" y="129"/>
                  </a:lnTo>
                  <a:lnTo>
                    <a:pt x="110" y="129"/>
                  </a:lnTo>
                  <a:lnTo>
                    <a:pt x="112" y="129"/>
                  </a:lnTo>
                  <a:lnTo>
                    <a:pt x="112" y="131"/>
                  </a:lnTo>
                  <a:lnTo>
                    <a:pt x="112" y="131"/>
                  </a:lnTo>
                  <a:lnTo>
                    <a:pt x="112" y="131"/>
                  </a:lnTo>
                  <a:lnTo>
                    <a:pt x="114" y="131"/>
                  </a:lnTo>
                  <a:lnTo>
                    <a:pt x="114" y="131"/>
                  </a:lnTo>
                  <a:lnTo>
                    <a:pt x="115" y="131"/>
                  </a:lnTo>
                  <a:lnTo>
                    <a:pt x="115" y="131"/>
                  </a:lnTo>
                  <a:lnTo>
                    <a:pt x="117" y="131"/>
                  </a:lnTo>
                  <a:lnTo>
                    <a:pt x="117" y="132"/>
                  </a:lnTo>
                  <a:lnTo>
                    <a:pt x="117" y="132"/>
                  </a:lnTo>
                  <a:lnTo>
                    <a:pt x="117" y="132"/>
                  </a:lnTo>
                  <a:lnTo>
                    <a:pt x="118" y="132"/>
                  </a:lnTo>
                  <a:lnTo>
                    <a:pt x="118" y="132"/>
                  </a:lnTo>
                  <a:lnTo>
                    <a:pt x="119" y="132"/>
                  </a:lnTo>
                  <a:lnTo>
                    <a:pt x="119" y="132"/>
                  </a:lnTo>
                  <a:lnTo>
                    <a:pt x="121" y="132"/>
                  </a:lnTo>
                  <a:lnTo>
                    <a:pt x="121" y="134"/>
                  </a:lnTo>
                  <a:lnTo>
                    <a:pt x="121" y="134"/>
                  </a:lnTo>
                  <a:lnTo>
                    <a:pt x="121" y="134"/>
                  </a:lnTo>
                  <a:lnTo>
                    <a:pt x="123" y="134"/>
                  </a:lnTo>
                  <a:lnTo>
                    <a:pt x="123" y="135"/>
                  </a:lnTo>
                  <a:lnTo>
                    <a:pt x="123" y="135"/>
                  </a:lnTo>
                  <a:lnTo>
                    <a:pt x="123" y="135"/>
                  </a:lnTo>
                  <a:lnTo>
                    <a:pt x="125" y="135"/>
                  </a:lnTo>
                  <a:lnTo>
                    <a:pt x="125" y="137"/>
                  </a:lnTo>
                  <a:lnTo>
                    <a:pt x="125" y="137"/>
                  </a:lnTo>
                  <a:lnTo>
                    <a:pt x="125" y="137"/>
                  </a:lnTo>
                  <a:lnTo>
                    <a:pt x="125" y="137"/>
                  </a:lnTo>
                  <a:lnTo>
                    <a:pt x="125" y="139"/>
                  </a:lnTo>
                  <a:lnTo>
                    <a:pt x="125" y="139"/>
                  </a:lnTo>
                  <a:lnTo>
                    <a:pt x="125" y="139"/>
                  </a:lnTo>
                  <a:lnTo>
                    <a:pt x="127" y="139"/>
                  </a:lnTo>
                  <a:lnTo>
                    <a:pt x="127" y="141"/>
                  </a:lnTo>
                  <a:lnTo>
                    <a:pt x="127" y="141"/>
                  </a:lnTo>
                  <a:lnTo>
                    <a:pt x="127" y="141"/>
                  </a:lnTo>
                  <a:lnTo>
                    <a:pt x="127" y="141"/>
                  </a:lnTo>
                  <a:lnTo>
                    <a:pt x="127" y="143"/>
                  </a:lnTo>
                  <a:lnTo>
                    <a:pt x="127" y="143"/>
                  </a:lnTo>
                  <a:lnTo>
                    <a:pt x="127" y="143"/>
                  </a:lnTo>
                  <a:lnTo>
                    <a:pt x="127" y="143"/>
                  </a:lnTo>
                  <a:lnTo>
                    <a:pt x="127" y="145"/>
                  </a:lnTo>
                  <a:lnTo>
                    <a:pt x="128" y="145"/>
                  </a:lnTo>
                  <a:lnTo>
                    <a:pt x="128" y="147"/>
                  </a:lnTo>
                  <a:lnTo>
                    <a:pt x="130" y="147"/>
                  </a:lnTo>
                  <a:lnTo>
                    <a:pt x="130" y="149"/>
                  </a:lnTo>
                  <a:lnTo>
                    <a:pt x="132" y="149"/>
                  </a:lnTo>
                  <a:lnTo>
                    <a:pt x="133" y="150"/>
                  </a:lnTo>
                  <a:lnTo>
                    <a:pt x="135" y="150"/>
                  </a:lnTo>
                  <a:lnTo>
                    <a:pt x="135" y="152"/>
                  </a:lnTo>
                  <a:lnTo>
                    <a:pt x="137" y="152"/>
                  </a:lnTo>
                  <a:lnTo>
                    <a:pt x="138" y="152"/>
                  </a:lnTo>
                  <a:lnTo>
                    <a:pt x="139" y="152"/>
                  </a:lnTo>
                  <a:lnTo>
                    <a:pt x="139" y="153"/>
                  </a:lnTo>
                  <a:lnTo>
                    <a:pt x="141" y="153"/>
                  </a:lnTo>
                  <a:lnTo>
                    <a:pt x="141" y="153"/>
                  </a:lnTo>
                  <a:lnTo>
                    <a:pt x="143" y="153"/>
                  </a:lnTo>
                  <a:lnTo>
                    <a:pt x="142" y="155"/>
                  </a:lnTo>
                  <a:lnTo>
                    <a:pt x="142" y="155"/>
                  </a:lnTo>
                  <a:lnTo>
                    <a:pt x="142" y="155"/>
                  </a:lnTo>
                  <a:lnTo>
                    <a:pt x="142" y="155"/>
                  </a:lnTo>
                  <a:lnTo>
                    <a:pt x="142" y="156"/>
                  </a:lnTo>
                  <a:lnTo>
                    <a:pt x="142" y="156"/>
                  </a:lnTo>
                  <a:lnTo>
                    <a:pt x="142" y="156"/>
                  </a:lnTo>
                  <a:lnTo>
                    <a:pt x="142" y="156"/>
                  </a:lnTo>
                  <a:lnTo>
                    <a:pt x="142" y="157"/>
                  </a:lnTo>
                  <a:lnTo>
                    <a:pt x="142" y="157"/>
                  </a:lnTo>
                  <a:lnTo>
                    <a:pt x="142" y="157"/>
                  </a:lnTo>
                  <a:lnTo>
                    <a:pt x="142" y="157"/>
                  </a:lnTo>
                  <a:lnTo>
                    <a:pt x="142" y="157"/>
                  </a:lnTo>
                  <a:lnTo>
                    <a:pt x="142" y="157"/>
                  </a:lnTo>
                  <a:lnTo>
                    <a:pt x="142" y="157"/>
                  </a:lnTo>
                  <a:lnTo>
                    <a:pt x="142" y="157"/>
                  </a:lnTo>
                  <a:lnTo>
                    <a:pt x="140" y="157"/>
                  </a:lnTo>
                  <a:lnTo>
                    <a:pt x="138" y="157"/>
                  </a:lnTo>
                  <a:lnTo>
                    <a:pt x="136" y="157"/>
                  </a:lnTo>
                  <a:lnTo>
                    <a:pt x="135" y="155"/>
                  </a:lnTo>
                  <a:lnTo>
                    <a:pt x="133" y="155"/>
                  </a:lnTo>
                  <a:lnTo>
                    <a:pt x="131" y="153"/>
                  </a:lnTo>
                  <a:lnTo>
                    <a:pt x="129" y="152"/>
                  </a:lnTo>
                  <a:lnTo>
                    <a:pt x="129" y="150"/>
                  </a:lnTo>
                  <a:lnTo>
                    <a:pt x="127" y="150"/>
                  </a:lnTo>
                  <a:lnTo>
                    <a:pt x="125" y="148"/>
                  </a:lnTo>
                  <a:lnTo>
                    <a:pt x="123" y="147"/>
                  </a:lnTo>
                  <a:lnTo>
                    <a:pt x="123" y="145"/>
                  </a:lnTo>
                  <a:lnTo>
                    <a:pt x="122" y="145"/>
                  </a:lnTo>
                  <a:lnTo>
                    <a:pt x="121" y="144"/>
                  </a:lnTo>
                  <a:lnTo>
                    <a:pt x="119" y="144"/>
                  </a:lnTo>
                  <a:lnTo>
                    <a:pt x="119" y="142"/>
                  </a:lnTo>
                  <a:lnTo>
                    <a:pt x="117" y="142"/>
                  </a:lnTo>
                  <a:lnTo>
                    <a:pt x="117" y="142"/>
                  </a:lnTo>
                  <a:lnTo>
                    <a:pt x="115" y="142"/>
                  </a:lnTo>
                  <a:lnTo>
                    <a:pt x="115" y="142"/>
                  </a:lnTo>
                  <a:lnTo>
                    <a:pt x="113" y="142"/>
                  </a:lnTo>
                  <a:lnTo>
                    <a:pt x="113" y="142"/>
                  </a:lnTo>
                  <a:lnTo>
                    <a:pt x="112" y="142"/>
                  </a:lnTo>
                  <a:lnTo>
                    <a:pt x="112" y="140"/>
                  </a:lnTo>
                  <a:lnTo>
                    <a:pt x="110" y="140"/>
                  </a:lnTo>
                  <a:lnTo>
                    <a:pt x="110" y="140"/>
                  </a:lnTo>
                  <a:lnTo>
                    <a:pt x="108" y="140"/>
                  </a:lnTo>
                  <a:lnTo>
                    <a:pt x="108" y="140"/>
                  </a:lnTo>
                  <a:lnTo>
                    <a:pt x="107" y="140"/>
                  </a:lnTo>
                  <a:lnTo>
                    <a:pt x="107" y="140"/>
                  </a:lnTo>
                  <a:lnTo>
                    <a:pt x="107" y="140"/>
                  </a:lnTo>
                  <a:lnTo>
                    <a:pt x="107" y="139"/>
                  </a:lnTo>
                  <a:lnTo>
                    <a:pt x="105" y="139"/>
                  </a:lnTo>
                  <a:lnTo>
                    <a:pt x="105" y="139"/>
                  </a:lnTo>
                  <a:lnTo>
                    <a:pt x="104" y="139"/>
                  </a:lnTo>
                  <a:lnTo>
                    <a:pt x="104" y="138"/>
                  </a:lnTo>
                  <a:lnTo>
                    <a:pt x="102" y="138"/>
                  </a:lnTo>
                  <a:lnTo>
                    <a:pt x="102" y="138"/>
                  </a:lnTo>
                  <a:lnTo>
                    <a:pt x="102" y="138"/>
                  </a:lnTo>
                  <a:lnTo>
                    <a:pt x="102" y="136"/>
                  </a:lnTo>
                  <a:lnTo>
                    <a:pt x="100" y="136"/>
                  </a:lnTo>
                  <a:lnTo>
                    <a:pt x="100" y="136"/>
                  </a:lnTo>
                  <a:lnTo>
                    <a:pt x="100" y="136"/>
                  </a:lnTo>
                  <a:lnTo>
                    <a:pt x="100" y="134"/>
                  </a:lnTo>
                  <a:lnTo>
                    <a:pt x="99" y="134"/>
                  </a:lnTo>
                  <a:lnTo>
                    <a:pt x="99" y="134"/>
                  </a:lnTo>
                  <a:lnTo>
                    <a:pt x="99" y="134"/>
                  </a:lnTo>
                  <a:lnTo>
                    <a:pt x="99" y="133"/>
                  </a:lnTo>
                  <a:lnTo>
                    <a:pt x="97" y="134"/>
                  </a:lnTo>
                  <a:lnTo>
                    <a:pt x="97" y="134"/>
                  </a:lnTo>
                  <a:lnTo>
                    <a:pt x="97" y="134"/>
                  </a:lnTo>
                  <a:lnTo>
                    <a:pt x="97" y="134"/>
                  </a:lnTo>
                  <a:lnTo>
                    <a:pt x="95" y="134"/>
                  </a:lnTo>
                  <a:lnTo>
                    <a:pt x="95" y="134"/>
                  </a:lnTo>
                  <a:lnTo>
                    <a:pt x="94" y="134"/>
                  </a:lnTo>
                  <a:lnTo>
                    <a:pt x="94" y="134"/>
                  </a:lnTo>
                  <a:lnTo>
                    <a:pt x="92" y="135"/>
                  </a:lnTo>
                  <a:lnTo>
                    <a:pt x="92" y="135"/>
                  </a:lnTo>
                  <a:lnTo>
                    <a:pt x="90" y="135"/>
                  </a:lnTo>
                  <a:lnTo>
                    <a:pt x="90" y="135"/>
                  </a:lnTo>
                  <a:lnTo>
                    <a:pt x="88" y="135"/>
                  </a:lnTo>
                  <a:lnTo>
                    <a:pt x="88" y="135"/>
                  </a:lnTo>
                  <a:lnTo>
                    <a:pt x="88" y="135"/>
                  </a:lnTo>
                  <a:lnTo>
                    <a:pt x="88" y="135"/>
                  </a:lnTo>
                  <a:lnTo>
                    <a:pt x="86" y="136"/>
                  </a:lnTo>
                  <a:lnTo>
                    <a:pt x="86" y="136"/>
                  </a:lnTo>
                  <a:lnTo>
                    <a:pt x="86" y="136"/>
                  </a:lnTo>
                  <a:lnTo>
                    <a:pt x="86" y="136"/>
                  </a:lnTo>
                  <a:lnTo>
                    <a:pt x="85" y="136"/>
                  </a:lnTo>
                  <a:lnTo>
                    <a:pt x="85" y="136"/>
                  </a:lnTo>
                  <a:lnTo>
                    <a:pt x="85" y="136"/>
                  </a:lnTo>
                  <a:lnTo>
                    <a:pt x="85" y="134"/>
                  </a:lnTo>
                  <a:lnTo>
                    <a:pt x="83" y="134"/>
                  </a:lnTo>
                  <a:lnTo>
                    <a:pt x="83" y="134"/>
                  </a:lnTo>
                  <a:lnTo>
                    <a:pt x="83" y="134"/>
                  </a:lnTo>
                  <a:lnTo>
                    <a:pt x="83" y="133"/>
                  </a:lnTo>
                  <a:lnTo>
                    <a:pt x="83" y="133"/>
                  </a:lnTo>
                  <a:lnTo>
                    <a:pt x="83" y="133"/>
                  </a:lnTo>
                  <a:lnTo>
                    <a:pt x="83" y="133"/>
                  </a:lnTo>
                  <a:lnTo>
                    <a:pt x="83" y="131"/>
                  </a:lnTo>
                  <a:lnTo>
                    <a:pt x="81" y="131"/>
                  </a:lnTo>
                  <a:lnTo>
                    <a:pt x="80" y="129"/>
                  </a:lnTo>
                  <a:lnTo>
                    <a:pt x="78" y="128"/>
                  </a:lnTo>
                  <a:lnTo>
                    <a:pt x="77" y="126"/>
                  </a:lnTo>
                  <a:lnTo>
                    <a:pt x="75" y="126"/>
                  </a:lnTo>
                  <a:lnTo>
                    <a:pt x="73" y="124"/>
                  </a:lnTo>
                  <a:lnTo>
                    <a:pt x="71" y="123"/>
                  </a:lnTo>
                  <a:lnTo>
                    <a:pt x="69" y="120"/>
                  </a:lnTo>
                  <a:lnTo>
                    <a:pt x="66" y="120"/>
                  </a:lnTo>
                  <a:lnTo>
                    <a:pt x="64" y="118"/>
                  </a:lnTo>
                  <a:lnTo>
                    <a:pt x="63" y="117"/>
                  </a:lnTo>
                  <a:lnTo>
                    <a:pt x="61" y="115"/>
                  </a:lnTo>
                  <a:lnTo>
                    <a:pt x="58" y="115"/>
                  </a:lnTo>
                  <a:lnTo>
                    <a:pt x="57" y="113"/>
                  </a:lnTo>
                  <a:lnTo>
                    <a:pt x="56" y="111"/>
                  </a:lnTo>
                  <a:lnTo>
                    <a:pt x="56" y="109"/>
                  </a:lnTo>
                  <a:lnTo>
                    <a:pt x="54" y="109"/>
                  </a:lnTo>
                  <a:lnTo>
                    <a:pt x="54" y="108"/>
                  </a:lnTo>
                  <a:lnTo>
                    <a:pt x="53" y="108"/>
                  </a:lnTo>
                  <a:lnTo>
                    <a:pt x="53" y="106"/>
                  </a:lnTo>
                  <a:lnTo>
                    <a:pt x="51" y="106"/>
                  </a:lnTo>
                  <a:lnTo>
                    <a:pt x="51" y="103"/>
                  </a:lnTo>
                  <a:lnTo>
                    <a:pt x="50" y="102"/>
                  </a:lnTo>
                  <a:lnTo>
                    <a:pt x="50" y="100"/>
                  </a:lnTo>
                  <a:lnTo>
                    <a:pt x="48" y="100"/>
                  </a:lnTo>
                  <a:lnTo>
                    <a:pt x="48" y="98"/>
                  </a:lnTo>
                  <a:lnTo>
                    <a:pt x="46" y="96"/>
                  </a:lnTo>
                  <a:lnTo>
                    <a:pt x="46" y="94"/>
                  </a:lnTo>
                  <a:lnTo>
                    <a:pt x="44" y="92"/>
                  </a:lnTo>
                  <a:lnTo>
                    <a:pt x="44" y="90"/>
                  </a:lnTo>
                  <a:lnTo>
                    <a:pt x="44" y="88"/>
                  </a:lnTo>
                  <a:lnTo>
                    <a:pt x="44" y="86"/>
                  </a:lnTo>
                  <a:lnTo>
                    <a:pt x="43" y="86"/>
                  </a:lnTo>
                  <a:lnTo>
                    <a:pt x="43" y="86"/>
                  </a:lnTo>
                  <a:lnTo>
                    <a:pt x="43" y="86"/>
                  </a:lnTo>
                  <a:lnTo>
                    <a:pt x="43" y="85"/>
                  </a:lnTo>
                  <a:lnTo>
                    <a:pt x="43" y="85"/>
                  </a:lnTo>
                  <a:lnTo>
                    <a:pt x="43" y="84"/>
                  </a:lnTo>
                  <a:lnTo>
                    <a:pt x="43" y="84"/>
                  </a:lnTo>
                  <a:lnTo>
                    <a:pt x="45" y="82"/>
                  </a:lnTo>
                  <a:lnTo>
                    <a:pt x="45" y="82"/>
                  </a:lnTo>
                  <a:lnTo>
                    <a:pt x="45" y="81"/>
                  </a:lnTo>
                  <a:lnTo>
                    <a:pt x="45" y="81"/>
                  </a:lnTo>
                  <a:lnTo>
                    <a:pt x="45" y="79"/>
                  </a:lnTo>
                  <a:lnTo>
                    <a:pt x="44" y="78"/>
                  </a:lnTo>
                  <a:lnTo>
                    <a:pt x="44" y="76"/>
                  </a:lnTo>
                  <a:lnTo>
                    <a:pt x="44" y="74"/>
                  </a:lnTo>
                  <a:lnTo>
                    <a:pt x="44" y="71"/>
                  </a:lnTo>
                  <a:lnTo>
                    <a:pt x="42" y="71"/>
                  </a:lnTo>
                  <a:lnTo>
                    <a:pt x="42" y="71"/>
                  </a:lnTo>
                  <a:lnTo>
                    <a:pt x="41" y="71"/>
                  </a:lnTo>
                  <a:lnTo>
                    <a:pt x="41" y="69"/>
                  </a:lnTo>
                  <a:lnTo>
                    <a:pt x="39" y="69"/>
                  </a:lnTo>
                  <a:lnTo>
                    <a:pt x="39" y="69"/>
                  </a:lnTo>
                  <a:lnTo>
                    <a:pt x="39" y="69"/>
                  </a:lnTo>
                  <a:lnTo>
                    <a:pt x="39" y="67"/>
                  </a:lnTo>
                  <a:lnTo>
                    <a:pt x="36" y="67"/>
                  </a:lnTo>
                  <a:lnTo>
                    <a:pt x="36" y="67"/>
                  </a:lnTo>
                  <a:lnTo>
                    <a:pt x="36" y="67"/>
                  </a:lnTo>
                  <a:lnTo>
                    <a:pt x="36" y="67"/>
                  </a:lnTo>
                  <a:lnTo>
                    <a:pt x="35" y="67"/>
                  </a:lnTo>
                  <a:lnTo>
                    <a:pt x="35" y="67"/>
                  </a:lnTo>
                  <a:lnTo>
                    <a:pt x="35" y="67"/>
                  </a:lnTo>
                  <a:lnTo>
                    <a:pt x="35" y="66"/>
                  </a:lnTo>
                  <a:lnTo>
                    <a:pt x="33" y="66"/>
                  </a:lnTo>
                  <a:lnTo>
                    <a:pt x="33" y="66"/>
                  </a:lnTo>
                  <a:lnTo>
                    <a:pt x="33" y="66"/>
                  </a:lnTo>
                  <a:lnTo>
                    <a:pt x="33" y="65"/>
                  </a:lnTo>
                  <a:lnTo>
                    <a:pt x="31" y="65"/>
                  </a:lnTo>
                  <a:lnTo>
                    <a:pt x="31" y="65"/>
                  </a:lnTo>
                  <a:lnTo>
                    <a:pt x="31" y="65"/>
                  </a:lnTo>
                  <a:lnTo>
                    <a:pt x="31" y="63"/>
                  </a:lnTo>
                  <a:lnTo>
                    <a:pt x="29" y="63"/>
                  </a:lnTo>
                  <a:lnTo>
                    <a:pt x="29" y="63"/>
                  </a:lnTo>
                  <a:lnTo>
                    <a:pt x="29" y="63"/>
                  </a:lnTo>
                  <a:lnTo>
                    <a:pt x="29" y="61"/>
                  </a:lnTo>
                  <a:lnTo>
                    <a:pt x="27" y="61"/>
                  </a:lnTo>
                  <a:lnTo>
                    <a:pt x="27" y="60"/>
                  </a:lnTo>
                  <a:lnTo>
                    <a:pt x="27" y="60"/>
                  </a:lnTo>
                  <a:lnTo>
                    <a:pt x="27" y="59"/>
                  </a:lnTo>
                  <a:lnTo>
                    <a:pt x="26" y="60"/>
                  </a:lnTo>
                  <a:lnTo>
                    <a:pt x="26" y="60"/>
                  </a:lnTo>
                  <a:lnTo>
                    <a:pt x="26" y="60"/>
                  </a:lnTo>
                  <a:lnTo>
                    <a:pt x="26" y="60"/>
                  </a:lnTo>
                  <a:lnTo>
                    <a:pt x="26" y="60"/>
                  </a:lnTo>
                  <a:lnTo>
                    <a:pt x="26" y="60"/>
                  </a:lnTo>
                  <a:lnTo>
                    <a:pt x="26" y="60"/>
                  </a:lnTo>
                  <a:lnTo>
                    <a:pt x="26" y="60"/>
                  </a:lnTo>
                  <a:lnTo>
                    <a:pt x="24" y="62"/>
                  </a:lnTo>
                  <a:lnTo>
                    <a:pt x="24" y="62"/>
                  </a:lnTo>
                  <a:lnTo>
                    <a:pt x="24" y="62"/>
                  </a:lnTo>
                  <a:lnTo>
                    <a:pt x="24" y="62"/>
                  </a:lnTo>
                  <a:lnTo>
                    <a:pt x="24" y="62"/>
                  </a:lnTo>
                  <a:lnTo>
                    <a:pt x="24" y="62"/>
                  </a:lnTo>
                  <a:lnTo>
                    <a:pt x="24" y="62"/>
                  </a:lnTo>
                  <a:lnTo>
                    <a:pt x="24" y="62"/>
                  </a:lnTo>
                  <a:lnTo>
                    <a:pt x="22" y="64"/>
                  </a:lnTo>
                  <a:lnTo>
                    <a:pt x="22" y="64"/>
                  </a:lnTo>
                  <a:lnTo>
                    <a:pt x="22" y="65"/>
                  </a:lnTo>
                  <a:lnTo>
                    <a:pt x="22" y="65"/>
                  </a:lnTo>
                  <a:lnTo>
                    <a:pt x="21" y="67"/>
                  </a:lnTo>
                  <a:lnTo>
                    <a:pt x="21" y="67"/>
                  </a:lnTo>
                  <a:lnTo>
                    <a:pt x="21" y="69"/>
                  </a:lnTo>
                  <a:lnTo>
                    <a:pt x="21" y="69"/>
                  </a:lnTo>
                  <a:lnTo>
                    <a:pt x="21" y="71"/>
                  </a:lnTo>
                  <a:lnTo>
                    <a:pt x="21" y="71"/>
                  </a:lnTo>
                  <a:lnTo>
                    <a:pt x="21" y="72"/>
                  </a:lnTo>
                  <a:lnTo>
                    <a:pt x="21" y="72"/>
                  </a:lnTo>
                  <a:lnTo>
                    <a:pt x="21" y="74"/>
                  </a:lnTo>
                  <a:lnTo>
                    <a:pt x="21" y="74"/>
                  </a:lnTo>
                  <a:lnTo>
                    <a:pt x="21" y="74"/>
                  </a:lnTo>
                  <a:lnTo>
                    <a:pt x="21" y="74"/>
                  </a:lnTo>
                  <a:lnTo>
                    <a:pt x="19" y="76"/>
                  </a:lnTo>
                  <a:lnTo>
                    <a:pt x="19" y="76"/>
                  </a:lnTo>
                  <a:lnTo>
                    <a:pt x="19" y="78"/>
                  </a:lnTo>
                  <a:lnTo>
                    <a:pt x="19" y="78"/>
                  </a:lnTo>
                  <a:lnTo>
                    <a:pt x="18" y="80"/>
                  </a:lnTo>
                  <a:lnTo>
                    <a:pt x="18" y="80"/>
                  </a:lnTo>
                  <a:lnTo>
                    <a:pt x="18" y="81"/>
                  </a:lnTo>
                  <a:lnTo>
                    <a:pt x="18" y="81"/>
                  </a:lnTo>
                  <a:lnTo>
                    <a:pt x="16" y="84"/>
                  </a:lnTo>
                  <a:lnTo>
                    <a:pt x="16" y="84"/>
                  </a:lnTo>
                  <a:lnTo>
                    <a:pt x="16" y="86"/>
                  </a:lnTo>
                  <a:lnTo>
                    <a:pt x="16" y="86"/>
                  </a:lnTo>
                  <a:lnTo>
                    <a:pt x="14" y="87"/>
                  </a:lnTo>
                  <a:lnTo>
                    <a:pt x="14" y="87"/>
                  </a:lnTo>
                  <a:lnTo>
                    <a:pt x="14" y="87"/>
                  </a:lnTo>
                  <a:lnTo>
                    <a:pt x="14" y="87"/>
                  </a:lnTo>
                  <a:lnTo>
                    <a:pt x="12" y="87"/>
                  </a:lnTo>
                  <a:lnTo>
                    <a:pt x="11" y="87"/>
                  </a:lnTo>
                  <a:lnTo>
                    <a:pt x="9" y="87"/>
                  </a:lnTo>
                  <a:lnTo>
                    <a:pt x="9" y="86"/>
                  </a:lnTo>
                  <a:lnTo>
                    <a:pt x="7" y="86"/>
                  </a:lnTo>
                  <a:lnTo>
                    <a:pt x="7" y="84"/>
                  </a:lnTo>
                  <a:lnTo>
                    <a:pt x="7" y="82"/>
                  </a:lnTo>
                  <a:lnTo>
                    <a:pt x="7" y="80"/>
                  </a:lnTo>
                  <a:lnTo>
                    <a:pt x="5" y="80"/>
                  </a:lnTo>
                  <a:lnTo>
                    <a:pt x="5" y="78"/>
                  </a:lnTo>
                  <a:lnTo>
                    <a:pt x="5" y="78"/>
                  </a:lnTo>
                  <a:lnTo>
                    <a:pt x="5" y="76"/>
                  </a:lnTo>
                  <a:lnTo>
                    <a:pt x="5" y="76"/>
                  </a:lnTo>
                  <a:lnTo>
                    <a:pt x="5" y="75"/>
                  </a:lnTo>
                  <a:lnTo>
                    <a:pt x="5" y="75"/>
                  </a:lnTo>
                  <a:lnTo>
                    <a:pt x="5" y="73"/>
                  </a:lnTo>
                  <a:lnTo>
                    <a:pt x="5" y="73"/>
                  </a:lnTo>
                  <a:lnTo>
                    <a:pt x="5" y="73"/>
                  </a:lnTo>
                  <a:lnTo>
                    <a:pt x="5" y="73"/>
                  </a:lnTo>
                  <a:lnTo>
                    <a:pt x="5" y="73"/>
                  </a:lnTo>
                  <a:lnTo>
                    <a:pt x="5" y="73"/>
                  </a:lnTo>
                  <a:lnTo>
                    <a:pt x="5" y="73"/>
                  </a:lnTo>
                  <a:lnTo>
                    <a:pt x="5" y="73"/>
                  </a:lnTo>
                  <a:lnTo>
                    <a:pt x="5" y="72"/>
                  </a:lnTo>
                  <a:lnTo>
                    <a:pt x="5" y="72"/>
                  </a:lnTo>
                  <a:lnTo>
                    <a:pt x="5" y="72"/>
                  </a:lnTo>
                  <a:lnTo>
                    <a:pt x="5" y="72"/>
                  </a:lnTo>
                  <a:lnTo>
                    <a:pt x="5" y="72"/>
                  </a:lnTo>
                  <a:lnTo>
                    <a:pt x="5" y="72"/>
                  </a:lnTo>
                  <a:lnTo>
                    <a:pt x="5" y="72"/>
                  </a:lnTo>
                  <a:lnTo>
                    <a:pt x="5" y="72"/>
                  </a:lnTo>
                  <a:lnTo>
                    <a:pt x="5" y="71"/>
                  </a:lnTo>
                  <a:lnTo>
                    <a:pt x="3" y="71"/>
                  </a:lnTo>
                  <a:lnTo>
                    <a:pt x="3" y="71"/>
                  </a:lnTo>
                  <a:lnTo>
                    <a:pt x="3" y="71"/>
                  </a:lnTo>
                  <a:lnTo>
                    <a:pt x="3" y="71"/>
                  </a:lnTo>
                  <a:lnTo>
                    <a:pt x="3" y="71"/>
                  </a:lnTo>
                  <a:lnTo>
                    <a:pt x="3" y="71"/>
                  </a:lnTo>
                  <a:lnTo>
                    <a:pt x="3" y="71"/>
                  </a:lnTo>
                  <a:lnTo>
                    <a:pt x="3" y="70"/>
                  </a:lnTo>
                  <a:lnTo>
                    <a:pt x="3" y="70"/>
                  </a:lnTo>
                  <a:lnTo>
                    <a:pt x="3" y="70"/>
                  </a:lnTo>
                  <a:lnTo>
                    <a:pt x="3" y="70"/>
                  </a:lnTo>
                  <a:lnTo>
                    <a:pt x="3" y="69"/>
                  </a:lnTo>
                  <a:lnTo>
                    <a:pt x="3" y="69"/>
                  </a:lnTo>
                  <a:lnTo>
                    <a:pt x="3" y="69"/>
                  </a:lnTo>
                  <a:lnTo>
                    <a:pt x="3" y="69"/>
                  </a:lnTo>
                  <a:lnTo>
                    <a:pt x="3" y="67"/>
                  </a:lnTo>
                  <a:lnTo>
                    <a:pt x="2" y="67"/>
                  </a:lnTo>
                  <a:lnTo>
                    <a:pt x="2" y="67"/>
                  </a:lnTo>
                  <a:lnTo>
                    <a:pt x="2" y="67"/>
                  </a:lnTo>
                  <a:lnTo>
                    <a:pt x="2" y="66"/>
                  </a:lnTo>
                  <a:lnTo>
                    <a:pt x="2" y="66"/>
                  </a:lnTo>
                  <a:lnTo>
                    <a:pt x="2" y="65"/>
                  </a:lnTo>
                  <a:lnTo>
                    <a:pt x="2" y="65"/>
                  </a:lnTo>
                  <a:lnTo>
                    <a:pt x="2" y="63"/>
                  </a:lnTo>
                  <a:lnTo>
                    <a:pt x="0" y="63"/>
                  </a:lnTo>
                  <a:lnTo>
                    <a:pt x="0" y="63"/>
                  </a:lnTo>
                  <a:lnTo>
                    <a:pt x="0" y="63"/>
                  </a:lnTo>
                  <a:lnTo>
                    <a:pt x="0" y="61"/>
                  </a:lnTo>
                  <a:lnTo>
                    <a:pt x="0" y="61"/>
                  </a:lnTo>
                  <a:lnTo>
                    <a:pt x="0" y="60"/>
                  </a:lnTo>
                  <a:lnTo>
                    <a:pt x="0" y="60"/>
                  </a:lnTo>
                  <a:lnTo>
                    <a:pt x="0" y="59"/>
                  </a:lnTo>
                  <a:lnTo>
                    <a:pt x="0" y="59"/>
                  </a:lnTo>
                  <a:lnTo>
                    <a:pt x="0" y="59"/>
                  </a:lnTo>
                  <a:lnTo>
                    <a:pt x="0" y="59"/>
                  </a:lnTo>
                  <a:lnTo>
                    <a:pt x="0" y="59"/>
                  </a:lnTo>
                  <a:lnTo>
                    <a:pt x="0" y="59"/>
                  </a:lnTo>
                  <a:lnTo>
                    <a:pt x="0" y="59"/>
                  </a:lnTo>
                  <a:lnTo>
                    <a:pt x="0" y="59"/>
                  </a:lnTo>
                  <a:lnTo>
                    <a:pt x="0" y="58"/>
                  </a:lnTo>
                  <a:lnTo>
                    <a:pt x="0" y="58"/>
                  </a:lnTo>
                  <a:lnTo>
                    <a:pt x="0" y="58"/>
                  </a:lnTo>
                  <a:lnTo>
                    <a:pt x="0" y="58"/>
                  </a:lnTo>
                  <a:lnTo>
                    <a:pt x="0" y="58"/>
                  </a:lnTo>
                  <a:lnTo>
                    <a:pt x="0" y="58"/>
                  </a:lnTo>
                  <a:lnTo>
                    <a:pt x="0" y="58"/>
                  </a:lnTo>
                  <a:lnTo>
                    <a:pt x="0" y="58"/>
                  </a:lnTo>
                  <a:lnTo>
                    <a:pt x="0" y="56"/>
                  </a:lnTo>
                  <a:lnTo>
                    <a:pt x="0" y="56"/>
                  </a:lnTo>
                  <a:lnTo>
                    <a:pt x="0" y="56"/>
                  </a:lnTo>
                  <a:lnTo>
                    <a:pt x="0" y="56"/>
                  </a:lnTo>
                  <a:lnTo>
                    <a:pt x="0" y="56"/>
                  </a:lnTo>
                  <a:lnTo>
                    <a:pt x="0" y="56"/>
                  </a:lnTo>
                  <a:lnTo>
                    <a:pt x="0" y="56"/>
                  </a:lnTo>
                  <a:lnTo>
                    <a:pt x="0" y="56"/>
                  </a:lnTo>
                  <a:lnTo>
                    <a:pt x="0" y="56"/>
                  </a:lnTo>
                  <a:lnTo>
                    <a:pt x="0" y="56"/>
                  </a:lnTo>
                  <a:lnTo>
                    <a:pt x="0" y="56"/>
                  </a:lnTo>
                  <a:lnTo>
                    <a:pt x="0" y="56"/>
                  </a:lnTo>
                  <a:lnTo>
                    <a:pt x="0" y="56"/>
                  </a:lnTo>
                  <a:lnTo>
                    <a:pt x="0" y="56"/>
                  </a:lnTo>
                  <a:lnTo>
                    <a:pt x="0" y="56"/>
                  </a:lnTo>
                  <a:lnTo>
                    <a:pt x="0" y="56"/>
                  </a:lnTo>
                  <a:lnTo>
                    <a:pt x="0" y="56"/>
                  </a:lnTo>
                  <a:lnTo>
                    <a:pt x="0" y="56"/>
                  </a:lnTo>
                  <a:lnTo>
                    <a:pt x="0" y="56"/>
                  </a:lnTo>
                  <a:lnTo>
                    <a:pt x="0" y="56"/>
                  </a:lnTo>
                  <a:lnTo>
                    <a:pt x="0" y="56"/>
                  </a:lnTo>
                  <a:lnTo>
                    <a:pt x="1" y="56"/>
                  </a:lnTo>
                  <a:lnTo>
                    <a:pt x="1" y="56"/>
                  </a:lnTo>
                  <a:lnTo>
                    <a:pt x="1" y="56"/>
                  </a:lnTo>
                  <a:lnTo>
                    <a:pt x="1" y="56"/>
                  </a:lnTo>
                  <a:lnTo>
                    <a:pt x="3" y="56"/>
                  </a:lnTo>
                  <a:lnTo>
                    <a:pt x="3" y="56"/>
                  </a:lnTo>
                  <a:lnTo>
                    <a:pt x="3" y="56"/>
                  </a:lnTo>
                  <a:lnTo>
                    <a:pt x="3" y="56"/>
                  </a:lnTo>
                  <a:lnTo>
                    <a:pt x="4" y="56"/>
                  </a:lnTo>
                  <a:lnTo>
                    <a:pt x="4" y="56"/>
                  </a:lnTo>
                  <a:lnTo>
                    <a:pt x="4" y="56"/>
                  </a:lnTo>
                  <a:lnTo>
                    <a:pt x="4" y="56"/>
                  </a:lnTo>
                  <a:lnTo>
                    <a:pt x="6" y="56"/>
                  </a:lnTo>
                  <a:lnTo>
                    <a:pt x="6" y="56"/>
                  </a:lnTo>
                  <a:lnTo>
                    <a:pt x="6" y="56"/>
                  </a:lnTo>
                  <a:lnTo>
                    <a:pt x="6" y="56"/>
                  </a:lnTo>
                  <a:lnTo>
                    <a:pt x="7" y="56"/>
                  </a:lnTo>
                  <a:lnTo>
                    <a:pt x="7" y="56"/>
                  </a:lnTo>
                  <a:lnTo>
                    <a:pt x="9" y="56"/>
                  </a:lnTo>
                  <a:lnTo>
                    <a:pt x="9" y="56"/>
                  </a:lnTo>
                  <a:lnTo>
                    <a:pt x="11" y="56"/>
                  </a:lnTo>
                  <a:lnTo>
                    <a:pt x="11" y="56"/>
                  </a:lnTo>
                  <a:lnTo>
                    <a:pt x="11" y="56"/>
                  </a:lnTo>
                  <a:lnTo>
                    <a:pt x="11" y="56"/>
                  </a:lnTo>
                  <a:lnTo>
                    <a:pt x="13" y="56"/>
                  </a:lnTo>
                  <a:lnTo>
                    <a:pt x="13" y="56"/>
                  </a:lnTo>
                  <a:lnTo>
                    <a:pt x="14" y="56"/>
                  </a:lnTo>
                  <a:lnTo>
                    <a:pt x="14" y="56"/>
                  </a:lnTo>
                  <a:lnTo>
                    <a:pt x="16" y="56"/>
                  </a:lnTo>
                  <a:lnTo>
                    <a:pt x="14" y="56"/>
                  </a:lnTo>
                  <a:lnTo>
                    <a:pt x="14" y="56"/>
                  </a:lnTo>
                  <a:lnTo>
                    <a:pt x="14" y="56"/>
                  </a:lnTo>
                  <a:lnTo>
                    <a:pt x="14" y="56"/>
                  </a:lnTo>
                  <a:lnTo>
                    <a:pt x="14" y="56"/>
                  </a:lnTo>
                  <a:lnTo>
                    <a:pt x="14" y="56"/>
                  </a:lnTo>
                  <a:lnTo>
                    <a:pt x="14" y="56"/>
                  </a:lnTo>
                  <a:lnTo>
                    <a:pt x="14" y="55"/>
                  </a:lnTo>
                  <a:lnTo>
                    <a:pt x="14" y="55"/>
                  </a:lnTo>
                  <a:lnTo>
                    <a:pt x="14" y="55"/>
                  </a:lnTo>
                  <a:lnTo>
                    <a:pt x="14" y="55"/>
                  </a:lnTo>
                  <a:lnTo>
                    <a:pt x="14" y="55"/>
                  </a:lnTo>
                  <a:lnTo>
                    <a:pt x="14" y="55"/>
                  </a:lnTo>
                  <a:lnTo>
                    <a:pt x="14" y="55"/>
                  </a:lnTo>
                  <a:lnTo>
                    <a:pt x="14" y="55"/>
                  </a:lnTo>
                  <a:lnTo>
                    <a:pt x="14" y="54"/>
                  </a:lnTo>
                  <a:lnTo>
                    <a:pt x="14" y="54"/>
                  </a:lnTo>
                  <a:lnTo>
                    <a:pt x="14" y="54"/>
                  </a:lnTo>
                  <a:lnTo>
                    <a:pt x="14" y="54"/>
                  </a:lnTo>
                  <a:lnTo>
                    <a:pt x="16" y="53"/>
                  </a:lnTo>
                  <a:lnTo>
                    <a:pt x="16" y="53"/>
                  </a:lnTo>
                  <a:lnTo>
                    <a:pt x="18" y="53"/>
                  </a:lnTo>
                  <a:lnTo>
                    <a:pt x="18" y="53"/>
                  </a:lnTo>
                  <a:lnTo>
                    <a:pt x="20" y="53"/>
                  </a:lnTo>
                  <a:lnTo>
                    <a:pt x="20" y="53"/>
                  </a:lnTo>
                  <a:lnTo>
                    <a:pt x="22" y="53"/>
                  </a:lnTo>
                  <a:lnTo>
                    <a:pt x="22" y="53"/>
                  </a:lnTo>
                  <a:lnTo>
                    <a:pt x="24" y="53"/>
                  </a:lnTo>
                  <a:lnTo>
                    <a:pt x="24" y="53"/>
                  </a:lnTo>
                  <a:lnTo>
                    <a:pt x="26" y="53"/>
                  </a:lnTo>
                  <a:lnTo>
                    <a:pt x="26" y="53"/>
                  </a:lnTo>
                  <a:lnTo>
                    <a:pt x="27" y="52"/>
                  </a:lnTo>
                  <a:lnTo>
                    <a:pt x="27" y="52"/>
                  </a:lnTo>
                  <a:lnTo>
                    <a:pt x="27" y="52"/>
                  </a:lnTo>
                  <a:lnTo>
                    <a:pt x="27" y="52"/>
                  </a:lnTo>
                  <a:lnTo>
                    <a:pt x="27" y="52"/>
                  </a:lnTo>
                  <a:lnTo>
                    <a:pt x="27" y="52"/>
                  </a:lnTo>
                  <a:lnTo>
                    <a:pt x="27" y="52"/>
                  </a:lnTo>
                  <a:lnTo>
                    <a:pt x="27" y="52"/>
                  </a:lnTo>
                  <a:lnTo>
                    <a:pt x="29" y="50"/>
                  </a:lnTo>
                  <a:lnTo>
                    <a:pt x="29" y="50"/>
                  </a:lnTo>
                  <a:lnTo>
                    <a:pt x="29" y="50"/>
                  </a:lnTo>
                  <a:lnTo>
                    <a:pt x="29" y="50"/>
                  </a:lnTo>
                  <a:lnTo>
                    <a:pt x="31" y="49"/>
                  </a:lnTo>
                  <a:lnTo>
                    <a:pt x="31" y="49"/>
                  </a:lnTo>
                  <a:lnTo>
                    <a:pt x="31" y="49"/>
                  </a:lnTo>
                  <a:lnTo>
                    <a:pt x="31" y="49"/>
                  </a:lnTo>
                  <a:lnTo>
                    <a:pt x="33" y="48"/>
                  </a:lnTo>
                  <a:lnTo>
                    <a:pt x="33" y="48"/>
                  </a:lnTo>
                  <a:lnTo>
                    <a:pt x="33" y="48"/>
                  </a:lnTo>
                  <a:lnTo>
                    <a:pt x="33" y="48"/>
                  </a:lnTo>
                  <a:lnTo>
                    <a:pt x="33" y="47"/>
                  </a:lnTo>
                  <a:lnTo>
                    <a:pt x="33" y="47"/>
                  </a:lnTo>
                  <a:lnTo>
                    <a:pt x="33" y="47"/>
                  </a:lnTo>
                  <a:lnTo>
                    <a:pt x="33" y="47"/>
                  </a:lnTo>
                  <a:lnTo>
                    <a:pt x="33" y="45"/>
                  </a:lnTo>
                  <a:lnTo>
                    <a:pt x="33" y="45"/>
                  </a:lnTo>
                  <a:lnTo>
                    <a:pt x="33" y="45"/>
                  </a:lnTo>
                  <a:lnTo>
                    <a:pt x="33" y="45"/>
                  </a:lnTo>
                  <a:lnTo>
                    <a:pt x="33" y="43"/>
                  </a:lnTo>
                  <a:lnTo>
                    <a:pt x="33" y="43"/>
                  </a:lnTo>
                  <a:lnTo>
                    <a:pt x="33" y="43"/>
                  </a:lnTo>
                  <a:lnTo>
                    <a:pt x="33" y="43"/>
                  </a:lnTo>
                  <a:lnTo>
                    <a:pt x="33" y="42"/>
                  </a:lnTo>
                  <a:lnTo>
                    <a:pt x="33" y="43"/>
                  </a:lnTo>
                  <a:lnTo>
                    <a:pt x="33" y="43"/>
                  </a:lnTo>
                  <a:lnTo>
                    <a:pt x="33" y="43"/>
                  </a:lnTo>
                  <a:lnTo>
                    <a:pt x="33" y="43"/>
                  </a:lnTo>
                  <a:lnTo>
                    <a:pt x="33" y="45"/>
                  </a:lnTo>
                  <a:lnTo>
                    <a:pt x="33" y="45"/>
                  </a:lnTo>
                  <a:lnTo>
                    <a:pt x="33" y="45"/>
                  </a:lnTo>
                  <a:lnTo>
                    <a:pt x="33" y="45"/>
                  </a:lnTo>
                  <a:lnTo>
                    <a:pt x="33" y="47"/>
                  </a:lnTo>
                  <a:lnTo>
                    <a:pt x="33" y="47"/>
                  </a:lnTo>
                  <a:lnTo>
                    <a:pt x="33" y="47"/>
                  </a:lnTo>
                  <a:lnTo>
                    <a:pt x="33" y="47"/>
                  </a:lnTo>
                  <a:lnTo>
                    <a:pt x="33" y="48"/>
                  </a:lnTo>
                  <a:lnTo>
                    <a:pt x="33" y="48"/>
                  </a:lnTo>
                  <a:lnTo>
                    <a:pt x="33" y="48"/>
                  </a:lnTo>
                  <a:lnTo>
                    <a:pt x="35" y="48"/>
                  </a:lnTo>
                  <a:lnTo>
                    <a:pt x="35" y="50"/>
                  </a:lnTo>
                  <a:lnTo>
                    <a:pt x="35" y="50"/>
                  </a:lnTo>
                  <a:lnTo>
                    <a:pt x="35" y="50"/>
                  </a:lnTo>
                  <a:lnTo>
                    <a:pt x="35" y="50"/>
                  </a:lnTo>
                  <a:lnTo>
                    <a:pt x="35" y="51"/>
                  </a:lnTo>
                  <a:lnTo>
                    <a:pt x="35" y="51"/>
                  </a:lnTo>
                  <a:lnTo>
                    <a:pt x="35" y="51"/>
                  </a:lnTo>
                  <a:lnTo>
                    <a:pt x="36" y="51"/>
                  </a:lnTo>
                  <a:lnTo>
                    <a:pt x="36" y="52"/>
                  </a:lnTo>
                  <a:lnTo>
                    <a:pt x="36" y="52"/>
                  </a:lnTo>
                  <a:lnTo>
                    <a:pt x="36" y="52"/>
                  </a:lnTo>
                  <a:lnTo>
                    <a:pt x="38" y="52"/>
                  </a:lnTo>
                  <a:lnTo>
                    <a:pt x="38" y="52"/>
                  </a:lnTo>
                  <a:lnTo>
                    <a:pt x="40" y="52"/>
                  </a:lnTo>
                  <a:lnTo>
                    <a:pt x="40" y="52"/>
                  </a:lnTo>
                  <a:lnTo>
                    <a:pt x="42" y="52"/>
                  </a:lnTo>
                  <a:lnTo>
                    <a:pt x="42" y="52"/>
                  </a:lnTo>
                  <a:lnTo>
                    <a:pt x="42" y="52"/>
                  </a:lnTo>
                  <a:lnTo>
                    <a:pt x="42" y="52"/>
                  </a:lnTo>
                  <a:lnTo>
                    <a:pt x="42" y="52"/>
                  </a:lnTo>
                  <a:lnTo>
                    <a:pt x="42" y="52"/>
                  </a:lnTo>
                  <a:lnTo>
                    <a:pt x="42" y="52"/>
                  </a:lnTo>
                  <a:lnTo>
                    <a:pt x="42" y="52"/>
                  </a:lnTo>
                  <a:lnTo>
                    <a:pt x="42" y="52"/>
                  </a:lnTo>
                  <a:lnTo>
                    <a:pt x="42" y="52"/>
                  </a:lnTo>
                  <a:lnTo>
                    <a:pt x="42" y="52"/>
                  </a:lnTo>
                  <a:lnTo>
                    <a:pt x="42" y="52"/>
                  </a:lnTo>
                  <a:lnTo>
                    <a:pt x="42" y="52"/>
                  </a:lnTo>
                  <a:lnTo>
                    <a:pt x="42" y="52"/>
                  </a:lnTo>
                  <a:lnTo>
                    <a:pt x="42" y="52"/>
                  </a:lnTo>
                  <a:lnTo>
                    <a:pt x="42" y="52"/>
                  </a:lnTo>
                  <a:lnTo>
                    <a:pt x="44" y="51"/>
                  </a:lnTo>
                  <a:lnTo>
                    <a:pt x="44" y="52"/>
                  </a:lnTo>
                  <a:lnTo>
                    <a:pt x="44" y="52"/>
                  </a:lnTo>
                  <a:lnTo>
                    <a:pt x="44" y="52"/>
                  </a:lnTo>
                  <a:lnTo>
                    <a:pt x="44" y="52"/>
                  </a:lnTo>
                  <a:lnTo>
                    <a:pt x="44" y="52"/>
                  </a:lnTo>
                  <a:lnTo>
                    <a:pt x="44" y="52"/>
                  </a:lnTo>
                  <a:lnTo>
                    <a:pt x="44" y="52"/>
                  </a:lnTo>
                  <a:lnTo>
                    <a:pt x="46" y="52"/>
                  </a:lnTo>
                  <a:lnTo>
                    <a:pt x="46" y="54"/>
                  </a:lnTo>
                  <a:lnTo>
                    <a:pt x="46" y="54"/>
                  </a:lnTo>
                  <a:lnTo>
                    <a:pt x="46" y="54"/>
                  </a:lnTo>
                  <a:lnTo>
                    <a:pt x="46" y="54"/>
                  </a:lnTo>
                  <a:lnTo>
                    <a:pt x="46" y="54"/>
                  </a:lnTo>
                  <a:lnTo>
                    <a:pt x="46" y="54"/>
                  </a:lnTo>
                  <a:lnTo>
                    <a:pt x="46" y="54"/>
                  </a:lnTo>
                  <a:lnTo>
                    <a:pt x="48" y="54"/>
                  </a:lnTo>
                  <a:lnTo>
                    <a:pt x="48" y="54"/>
                  </a:lnTo>
                  <a:lnTo>
                    <a:pt x="48" y="54"/>
                  </a:lnTo>
                  <a:lnTo>
                    <a:pt x="48" y="54"/>
                  </a:lnTo>
                  <a:lnTo>
                    <a:pt x="49" y="54"/>
                  </a:lnTo>
                  <a:lnTo>
                    <a:pt x="49" y="54"/>
                  </a:lnTo>
                  <a:lnTo>
                    <a:pt x="50" y="54"/>
                  </a:lnTo>
                  <a:lnTo>
                    <a:pt x="50" y="54"/>
                  </a:lnTo>
                  <a:lnTo>
                    <a:pt x="51" y="54"/>
                  </a:lnTo>
                  <a:lnTo>
                    <a:pt x="51" y="54"/>
                  </a:lnTo>
                  <a:lnTo>
                    <a:pt x="51" y="54"/>
                  </a:lnTo>
                  <a:lnTo>
                    <a:pt x="51" y="54"/>
                  </a:lnTo>
                  <a:lnTo>
                    <a:pt x="53" y="54"/>
                  </a:lnTo>
                  <a:lnTo>
                    <a:pt x="53" y="54"/>
                  </a:lnTo>
                  <a:lnTo>
                    <a:pt x="54" y="54"/>
                  </a:lnTo>
                  <a:lnTo>
                    <a:pt x="54" y="54"/>
                  </a:lnTo>
                  <a:lnTo>
                    <a:pt x="56" y="54"/>
                  </a:lnTo>
                  <a:lnTo>
                    <a:pt x="56" y="54"/>
                  </a:lnTo>
                  <a:lnTo>
                    <a:pt x="56" y="54"/>
                  </a:lnTo>
                  <a:lnTo>
                    <a:pt x="56" y="54"/>
                  </a:lnTo>
                  <a:lnTo>
                    <a:pt x="56" y="54"/>
                  </a:lnTo>
                  <a:lnTo>
                    <a:pt x="56" y="54"/>
                  </a:lnTo>
                  <a:lnTo>
                    <a:pt x="56" y="54"/>
                  </a:lnTo>
                  <a:lnTo>
                    <a:pt x="56" y="54"/>
                  </a:lnTo>
                  <a:lnTo>
                    <a:pt x="56" y="52"/>
                  </a:lnTo>
                  <a:lnTo>
                    <a:pt x="56" y="52"/>
                  </a:lnTo>
                  <a:lnTo>
                    <a:pt x="56" y="52"/>
                  </a:lnTo>
                  <a:lnTo>
                    <a:pt x="56" y="52"/>
                  </a:lnTo>
                  <a:lnTo>
                    <a:pt x="56" y="52"/>
                  </a:lnTo>
                  <a:lnTo>
                    <a:pt x="56" y="52"/>
                  </a:lnTo>
                  <a:lnTo>
                    <a:pt x="56" y="52"/>
                  </a:lnTo>
                  <a:lnTo>
                    <a:pt x="56" y="52"/>
                  </a:lnTo>
                  <a:lnTo>
                    <a:pt x="57" y="51"/>
                  </a:lnTo>
                  <a:lnTo>
                    <a:pt x="57" y="51"/>
                  </a:lnTo>
                  <a:lnTo>
                    <a:pt x="57" y="51"/>
                  </a:lnTo>
                  <a:lnTo>
                    <a:pt x="57" y="51"/>
                  </a:lnTo>
                  <a:lnTo>
                    <a:pt x="57" y="51"/>
                  </a:lnTo>
                  <a:lnTo>
                    <a:pt x="57" y="51"/>
                  </a:lnTo>
                  <a:lnTo>
                    <a:pt x="57" y="51"/>
                  </a:lnTo>
                  <a:lnTo>
                    <a:pt x="57" y="51"/>
                  </a:lnTo>
                  <a:lnTo>
                    <a:pt x="57" y="49"/>
                  </a:lnTo>
                  <a:lnTo>
                    <a:pt x="56" y="49"/>
                  </a:lnTo>
                  <a:lnTo>
                    <a:pt x="56" y="49"/>
                  </a:lnTo>
                  <a:lnTo>
                    <a:pt x="56" y="49"/>
                  </a:lnTo>
                  <a:lnTo>
                    <a:pt x="56" y="49"/>
                  </a:lnTo>
                  <a:lnTo>
                    <a:pt x="56" y="49"/>
                  </a:lnTo>
                  <a:lnTo>
                    <a:pt x="56" y="49"/>
                  </a:lnTo>
                  <a:lnTo>
                    <a:pt x="56" y="49"/>
                  </a:lnTo>
                  <a:lnTo>
                    <a:pt x="56" y="47"/>
                  </a:lnTo>
                  <a:lnTo>
                    <a:pt x="56" y="47"/>
                  </a:lnTo>
                  <a:lnTo>
                    <a:pt x="56" y="47"/>
                  </a:lnTo>
                  <a:lnTo>
                    <a:pt x="56" y="47"/>
                  </a:lnTo>
                  <a:lnTo>
                    <a:pt x="56" y="47"/>
                  </a:lnTo>
                  <a:lnTo>
                    <a:pt x="56" y="47"/>
                  </a:lnTo>
                  <a:lnTo>
                    <a:pt x="56" y="47"/>
                  </a:lnTo>
                  <a:lnTo>
                    <a:pt x="56" y="47"/>
                  </a:lnTo>
                  <a:lnTo>
                    <a:pt x="56" y="45"/>
                  </a:lnTo>
                  <a:lnTo>
                    <a:pt x="56" y="45"/>
                  </a:lnTo>
                  <a:lnTo>
                    <a:pt x="56" y="45"/>
                  </a:lnTo>
                  <a:lnTo>
                    <a:pt x="56" y="45"/>
                  </a:lnTo>
                  <a:lnTo>
                    <a:pt x="56" y="45"/>
                  </a:lnTo>
                  <a:lnTo>
                    <a:pt x="56" y="45"/>
                  </a:lnTo>
                  <a:lnTo>
                    <a:pt x="56" y="45"/>
                  </a:lnTo>
                  <a:lnTo>
                    <a:pt x="56" y="45"/>
                  </a:lnTo>
                  <a:lnTo>
                    <a:pt x="57" y="43"/>
                  </a:lnTo>
                  <a:lnTo>
                    <a:pt x="56" y="43"/>
                  </a:lnTo>
                  <a:lnTo>
                    <a:pt x="56" y="43"/>
                  </a:lnTo>
                  <a:lnTo>
                    <a:pt x="56" y="43"/>
                  </a:lnTo>
                  <a:lnTo>
                    <a:pt x="56" y="43"/>
                  </a:lnTo>
                  <a:lnTo>
                    <a:pt x="56" y="43"/>
                  </a:lnTo>
                  <a:lnTo>
                    <a:pt x="56" y="43"/>
                  </a:lnTo>
                  <a:lnTo>
                    <a:pt x="56" y="43"/>
                  </a:lnTo>
                  <a:lnTo>
                    <a:pt x="56" y="42"/>
                  </a:lnTo>
                  <a:lnTo>
                    <a:pt x="55" y="42"/>
                  </a:lnTo>
                  <a:lnTo>
                    <a:pt x="55" y="42"/>
                  </a:lnTo>
                  <a:lnTo>
                    <a:pt x="55" y="42"/>
                  </a:lnTo>
                  <a:lnTo>
                    <a:pt x="55" y="42"/>
                  </a:lnTo>
                  <a:lnTo>
                    <a:pt x="55" y="42"/>
                  </a:lnTo>
                  <a:lnTo>
                    <a:pt x="55" y="42"/>
                  </a:lnTo>
                  <a:lnTo>
                    <a:pt x="55" y="42"/>
                  </a:lnTo>
                  <a:lnTo>
                    <a:pt x="55" y="41"/>
                  </a:lnTo>
                  <a:lnTo>
                    <a:pt x="55" y="41"/>
                  </a:lnTo>
                  <a:lnTo>
                    <a:pt x="55" y="41"/>
                  </a:lnTo>
                  <a:lnTo>
                    <a:pt x="55" y="41"/>
                  </a:lnTo>
                  <a:lnTo>
                    <a:pt x="55" y="40"/>
                  </a:lnTo>
                  <a:lnTo>
                    <a:pt x="55" y="40"/>
                  </a:lnTo>
                  <a:lnTo>
                    <a:pt x="55" y="40"/>
                  </a:lnTo>
                  <a:lnTo>
                    <a:pt x="55" y="40"/>
                  </a:lnTo>
                  <a:lnTo>
                    <a:pt x="56" y="38"/>
                  </a:lnTo>
                  <a:lnTo>
                    <a:pt x="56" y="38"/>
                  </a:lnTo>
                  <a:lnTo>
                    <a:pt x="56" y="38"/>
                  </a:lnTo>
                  <a:lnTo>
                    <a:pt x="56" y="38"/>
                  </a:lnTo>
                  <a:lnTo>
                    <a:pt x="58" y="37"/>
                  </a:lnTo>
                  <a:lnTo>
                    <a:pt x="58" y="37"/>
                  </a:lnTo>
                  <a:lnTo>
                    <a:pt x="58" y="37"/>
                  </a:lnTo>
                  <a:lnTo>
                    <a:pt x="58" y="37"/>
                  </a:lnTo>
                  <a:lnTo>
                    <a:pt x="60" y="36"/>
                  </a:lnTo>
                  <a:lnTo>
                    <a:pt x="60" y="36"/>
                  </a:lnTo>
                  <a:lnTo>
                    <a:pt x="60" y="36"/>
                  </a:lnTo>
                  <a:lnTo>
                    <a:pt x="60" y="36"/>
                  </a:lnTo>
                  <a:lnTo>
                    <a:pt x="61" y="36"/>
                  </a:lnTo>
                  <a:lnTo>
                    <a:pt x="61" y="36"/>
                  </a:lnTo>
                  <a:lnTo>
                    <a:pt x="61" y="36"/>
                  </a:lnTo>
                  <a:lnTo>
                    <a:pt x="61" y="36"/>
                  </a:lnTo>
                  <a:lnTo>
                    <a:pt x="63" y="36"/>
                  </a:lnTo>
                  <a:lnTo>
                    <a:pt x="63" y="36"/>
                  </a:lnTo>
                  <a:lnTo>
                    <a:pt x="63" y="36"/>
                  </a:lnTo>
                  <a:lnTo>
                    <a:pt x="63" y="36"/>
                  </a:lnTo>
                  <a:lnTo>
                    <a:pt x="64" y="36"/>
                  </a:lnTo>
                  <a:lnTo>
                    <a:pt x="64" y="36"/>
                  </a:lnTo>
                  <a:lnTo>
                    <a:pt x="64" y="36"/>
                  </a:lnTo>
                  <a:lnTo>
                    <a:pt x="64" y="36"/>
                  </a:lnTo>
                  <a:lnTo>
                    <a:pt x="66" y="35"/>
                  </a:lnTo>
                  <a:lnTo>
                    <a:pt x="66" y="35"/>
                  </a:lnTo>
                  <a:lnTo>
                    <a:pt x="66" y="33"/>
                  </a:lnTo>
                  <a:lnTo>
                    <a:pt x="66" y="33"/>
                  </a:lnTo>
                  <a:lnTo>
                    <a:pt x="66" y="31"/>
                  </a:lnTo>
                  <a:lnTo>
                    <a:pt x="66" y="31"/>
                  </a:lnTo>
                  <a:lnTo>
                    <a:pt x="66" y="29"/>
                  </a:lnTo>
                  <a:lnTo>
                    <a:pt x="66" y="28"/>
                  </a:lnTo>
                  <a:lnTo>
                    <a:pt x="66" y="27"/>
                  </a:lnTo>
                  <a:lnTo>
                    <a:pt x="64" y="27"/>
                  </a:lnTo>
                  <a:lnTo>
                    <a:pt x="64" y="25"/>
                  </a:lnTo>
                  <a:lnTo>
                    <a:pt x="64" y="25"/>
                  </a:lnTo>
                  <a:lnTo>
                    <a:pt x="64" y="23"/>
                  </a:lnTo>
                  <a:lnTo>
                    <a:pt x="64" y="23"/>
                  </a:lnTo>
                  <a:lnTo>
                    <a:pt x="64" y="21"/>
                  </a:lnTo>
                  <a:lnTo>
                    <a:pt x="64" y="21"/>
                  </a:lnTo>
                  <a:lnTo>
                    <a:pt x="64" y="19"/>
                  </a:lnTo>
                  <a:lnTo>
                    <a:pt x="64" y="19"/>
                  </a:lnTo>
                  <a:lnTo>
                    <a:pt x="64" y="19"/>
                  </a:lnTo>
                  <a:lnTo>
                    <a:pt x="64" y="19"/>
                  </a:lnTo>
                  <a:lnTo>
                    <a:pt x="66" y="19"/>
                  </a:lnTo>
                  <a:lnTo>
                    <a:pt x="66" y="19"/>
                  </a:lnTo>
                  <a:lnTo>
                    <a:pt x="66" y="19"/>
                  </a:lnTo>
                  <a:lnTo>
                    <a:pt x="66" y="19"/>
                  </a:lnTo>
                  <a:lnTo>
                    <a:pt x="68" y="17"/>
                  </a:lnTo>
                  <a:lnTo>
                    <a:pt x="68" y="17"/>
                  </a:lnTo>
                  <a:lnTo>
                    <a:pt x="68" y="17"/>
                  </a:lnTo>
                  <a:lnTo>
                    <a:pt x="68" y="17"/>
                  </a:lnTo>
                  <a:lnTo>
                    <a:pt x="70" y="16"/>
                  </a:lnTo>
                  <a:lnTo>
                    <a:pt x="70" y="16"/>
                  </a:lnTo>
                  <a:lnTo>
                    <a:pt x="70" y="16"/>
                  </a:lnTo>
                  <a:lnTo>
                    <a:pt x="70" y="16"/>
                  </a:lnTo>
                  <a:lnTo>
                    <a:pt x="72" y="15"/>
                  </a:lnTo>
                  <a:lnTo>
                    <a:pt x="72" y="15"/>
                  </a:lnTo>
                  <a:lnTo>
                    <a:pt x="72" y="15"/>
                  </a:lnTo>
                  <a:lnTo>
                    <a:pt x="72" y="15"/>
                  </a:lnTo>
                  <a:lnTo>
                    <a:pt x="72" y="15"/>
                  </a:lnTo>
                  <a:lnTo>
                    <a:pt x="72" y="15"/>
                  </a:lnTo>
                  <a:lnTo>
                    <a:pt x="72" y="15"/>
                  </a:lnTo>
                  <a:lnTo>
                    <a:pt x="72" y="15"/>
                  </a:lnTo>
                  <a:lnTo>
                    <a:pt x="72" y="15"/>
                  </a:lnTo>
                  <a:lnTo>
                    <a:pt x="72" y="15"/>
                  </a:lnTo>
                  <a:lnTo>
                    <a:pt x="72" y="15"/>
                  </a:lnTo>
                  <a:lnTo>
                    <a:pt x="72" y="15"/>
                  </a:lnTo>
                  <a:lnTo>
                    <a:pt x="72" y="15"/>
                  </a:lnTo>
                  <a:lnTo>
                    <a:pt x="72" y="15"/>
                  </a:lnTo>
                  <a:lnTo>
                    <a:pt x="72" y="15"/>
                  </a:lnTo>
                  <a:lnTo>
                    <a:pt x="72" y="15"/>
                  </a:lnTo>
                  <a:lnTo>
                    <a:pt x="74" y="13"/>
                  </a:lnTo>
                  <a:lnTo>
                    <a:pt x="74" y="13"/>
                  </a:lnTo>
                  <a:lnTo>
                    <a:pt x="74" y="13"/>
                  </a:lnTo>
                  <a:lnTo>
                    <a:pt x="74" y="13"/>
                  </a:lnTo>
                  <a:lnTo>
                    <a:pt x="74" y="13"/>
                  </a:lnTo>
                  <a:lnTo>
                    <a:pt x="74" y="13"/>
                  </a:lnTo>
                  <a:lnTo>
                    <a:pt x="74" y="13"/>
                  </a:lnTo>
                  <a:lnTo>
                    <a:pt x="74" y="13"/>
                  </a:lnTo>
                  <a:lnTo>
                    <a:pt x="74" y="12"/>
                  </a:lnTo>
                  <a:lnTo>
                    <a:pt x="74" y="12"/>
                  </a:lnTo>
                  <a:lnTo>
                    <a:pt x="74" y="12"/>
                  </a:lnTo>
                  <a:lnTo>
                    <a:pt x="74" y="12"/>
                  </a:lnTo>
                  <a:lnTo>
                    <a:pt x="74" y="11"/>
                  </a:lnTo>
                  <a:lnTo>
                    <a:pt x="74" y="11"/>
                  </a:lnTo>
                  <a:lnTo>
                    <a:pt x="74" y="11"/>
                  </a:lnTo>
                  <a:lnTo>
                    <a:pt x="74" y="11"/>
                  </a:lnTo>
                  <a:lnTo>
                    <a:pt x="74" y="9"/>
                  </a:lnTo>
                  <a:lnTo>
                    <a:pt x="74" y="9"/>
                  </a:lnTo>
                  <a:lnTo>
                    <a:pt x="74" y="9"/>
                  </a:lnTo>
                  <a:lnTo>
                    <a:pt x="74" y="9"/>
                  </a:lnTo>
                  <a:lnTo>
                    <a:pt x="75" y="9"/>
                  </a:lnTo>
                  <a:lnTo>
                    <a:pt x="75" y="9"/>
                  </a:lnTo>
                  <a:lnTo>
                    <a:pt x="75" y="9"/>
                  </a:lnTo>
                  <a:lnTo>
                    <a:pt x="75" y="9"/>
                  </a:lnTo>
                  <a:lnTo>
                    <a:pt x="77" y="9"/>
                  </a:lnTo>
                  <a:lnTo>
                    <a:pt x="77" y="9"/>
                  </a:lnTo>
                  <a:lnTo>
                    <a:pt x="78" y="9"/>
                  </a:lnTo>
                  <a:lnTo>
                    <a:pt x="78" y="9"/>
                  </a:lnTo>
                  <a:lnTo>
                    <a:pt x="79" y="9"/>
                  </a:lnTo>
                  <a:lnTo>
                    <a:pt x="79" y="9"/>
                  </a:lnTo>
                  <a:lnTo>
                    <a:pt x="81" y="9"/>
                  </a:lnTo>
                  <a:lnTo>
                    <a:pt x="81" y="9"/>
                  </a:lnTo>
                  <a:lnTo>
                    <a:pt x="83" y="8"/>
                  </a:lnTo>
                  <a:lnTo>
                    <a:pt x="83" y="8"/>
                  </a:lnTo>
                  <a:lnTo>
                    <a:pt x="83" y="8"/>
                  </a:lnTo>
                  <a:lnTo>
                    <a:pt x="83" y="8"/>
                  </a:lnTo>
                  <a:lnTo>
                    <a:pt x="83" y="6"/>
                  </a:lnTo>
                  <a:lnTo>
                    <a:pt x="83" y="6"/>
                  </a:lnTo>
                  <a:lnTo>
                    <a:pt x="83" y="6"/>
                  </a:lnTo>
                  <a:lnTo>
                    <a:pt x="83" y="6"/>
                  </a:lnTo>
                  <a:lnTo>
                    <a:pt x="83" y="4"/>
                  </a:lnTo>
                  <a:lnTo>
                    <a:pt x="83" y="4"/>
                  </a:lnTo>
                  <a:lnTo>
                    <a:pt x="83" y="4"/>
                  </a:lnTo>
                  <a:lnTo>
                    <a:pt x="83" y="4"/>
                  </a:lnTo>
                  <a:lnTo>
                    <a:pt x="83" y="2"/>
                  </a:lnTo>
                  <a:lnTo>
                    <a:pt x="83" y="2"/>
                  </a:lnTo>
                  <a:lnTo>
                    <a:pt x="83" y="2"/>
                  </a:lnTo>
                  <a:lnTo>
                    <a:pt x="83" y="2"/>
                  </a:lnTo>
                  <a:lnTo>
                    <a:pt x="85" y="0"/>
                  </a:lnTo>
                  <a:lnTo>
                    <a:pt x="85" y="1"/>
                  </a:lnTo>
                  <a:lnTo>
                    <a:pt x="85" y="1"/>
                  </a:lnTo>
                  <a:lnTo>
                    <a:pt x="85" y="1"/>
                  </a:lnTo>
                  <a:lnTo>
                    <a:pt x="85" y="1"/>
                  </a:lnTo>
                  <a:lnTo>
                    <a:pt x="85" y="1"/>
                  </a:lnTo>
                  <a:lnTo>
                    <a:pt x="85" y="1"/>
                  </a:lnTo>
                  <a:lnTo>
                    <a:pt x="85" y="1"/>
                  </a:lnTo>
                  <a:lnTo>
                    <a:pt x="86" y="1"/>
                  </a:lnTo>
                  <a:lnTo>
                    <a:pt x="86" y="2"/>
                  </a:lnTo>
                  <a:lnTo>
                    <a:pt x="86" y="2"/>
                  </a:lnTo>
                  <a:lnTo>
                    <a:pt x="86" y="2"/>
                  </a:lnTo>
                  <a:lnTo>
                    <a:pt x="86" y="2"/>
                  </a:lnTo>
                  <a:lnTo>
                    <a:pt x="86" y="2"/>
                  </a:lnTo>
                  <a:lnTo>
                    <a:pt x="86" y="2"/>
                  </a:lnTo>
                  <a:lnTo>
                    <a:pt x="86" y="2"/>
                  </a:lnTo>
                  <a:lnTo>
                    <a:pt x="88" y="2"/>
                  </a:lnTo>
                  <a:lnTo>
                    <a:pt x="87" y="0"/>
                  </a:lnTo>
                  <a:lnTo>
                    <a:pt x="87" y="2"/>
                  </a:lnTo>
                  <a:lnTo>
                    <a:pt x="87" y="2"/>
                  </a:lnTo>
                  <a:lnTo>
                    <a:pt x="87" y="2"/>
                  </a:lnTo>
                  <a:lnTo>
                    <a:pt x="88" y="2"/>
                  </a:lnTo>
                  <a:lnTo>
                    <a:pt x="88" y="3"/>
                  </a:lnTo>
                  <a:lnTo>
                    <a:pt x="89" y="3"/>
                  </a:lnTo>
                  <a:lnTo>
                    <a:pt x="89" y="3"/>
                  </a:lnTo>
                  <a:lnTo>
                    <a:pt x="91" y="3"/>
                  </a:lnTo>
                  <a:lnTo>
                    <a:pt x="91" y="5"/>
                  </a:lnTo>
                  <a:lnTo>
                    <a:pt x="91" y="5"/>
                  </a:lnTo>
                  <a:lnTo>
                    <a:pt x="91" y="5"/>
                  </a:lnTo>
                  <a:lnTo>
                    <a:pt x="93" y="5"/>
                  </a:lnTo>
                  <a:lnTo>
                    <a:pt x="93" y="5"/>
                  </a:lnTo>
                  <a:lnTo>
                    <a:pt x="95" y="5"/>
                  </a:lnTo>
                  <a:lnTo>
                    <a:pt x="95" y="5"/>
                  </a:lnTo>
                  <a:lnTo>
                    <a:pt x="97" y="5"/>
                  </a:lnTo>
                  <a:lnTo>
                    <a:pt x="97" y="6"/>
                  </a:lnTo>
                  <a:lnTo>
                    <a:pt x="97" y="6"/>
                  </a:lnTo>
                  <a:lnTo>
                    <a:pt x="97" y="7"/>
                  </a:lnTo>
                  <a:lnTo>
                    <a:pt x="97" y="7"/>
                  </a:lnTo>
                  <a:lnTo>
                    <a:pt x="97" y="9"/>
                  </a:lnTo>
                  <a:lnTo>
                    <a:pt x="97" y="9"/>
                  </a:lnTo>
                  <a:lnTo>
                    <a:pt x="97" y="9"/>
                  </a:lnTo>
                  <a:lnTo>
                    <a:pt x="99" y="9"/>
                  </a:lnTo>
                  <a:lnTo>
                    <a:pt x="99" y="11"/>
                  </a:lnTo>
                  <a:lnTo>
                    <a:pt x="99" y="11"/>
                  </a:lnTo>
                  <a:lnTo>
                    <a:pt x="99" y="11"/>
                  </a:lnTo>
                  <a:lnTo>
                    <a:pt x="100" y="11"/>
                  </a:lnTo>
                  <a:lnTo>
                    <a:pt x="100" y="12"/>
                  </a:lnTo>
                  <a:lnTo>
                    <a:pt x="100" y="12"/>
                  </a:lnTo>
                  <a:lnTo>
                    <a:pt x="100" y="12"/>
                  </a:lnTo>
                  <a:lnTo>
                    <a:pt x="102" y="12"/>
                  </a:lnTo>
                  <a:lnTo>
                    <a:pt x="102" y="14"/>
                  </a:lnTo>
                  <a:lnTo>
                    <a:pt x="102" y="14"/>
                  </a:lnTo>
                  <a:lnTo>
                    <a:pt x="102" y="14"/>
                  </a:lnTo>
                  <a:lnTo>
                    <a:pt x="104" y="14"/>
                  </a:lnTo>
                  <a:lnTo>
                    <a:pt x="104" y="15"/>
                  </a:lnTo>
                  <a:lnTo>
                    <a:pt x="105" y="15"/>
                  </a:lnTo>
                  <a:lnTo>
                    <a:pt x="105" y="15"/>
                  </a:lnTo>
                  <a:lnTo>
                    <a:pt x="107" y="15"/>
                  </a:lnTo>
                  <a:lnTo>
                    <a:pt x="107" y="15"/>
                  </a:lnTo>
                  <a:lnTo>
                    <a:pt x="108" y="15"/>
                  </a:lnTo>
                  <a:lnTo>
                    <a:pt x="108" y="15"/>
                  </a:lnTo>
                  <a:lnTo>
                    <a:pt x="110" y="15"/>
                  </a:lnTo>
                  <a:lnTo>
                    <a:pt x="110" y="15"/>
                  </a:lnTo>
                  <a:lnTo>
                    <a:pt x="110" y="15"/>
                  </a:lnTo>
                  <a:lnTo>
                    <a:pt x="110" y="15"/>
                  </a:lnTo>
                  <a:lnTo>
                    <a:pt x="112" y="15"/>
                  </a:lnTo>
                  <a:lnTo>
                    <a:pt x="112" y="18"/>
                  </a:lnTo>
                  <a:lnTo>
                    <a:pt x="112" y="18"/>
                  </a:lnTo>
                  <a:lnTo>
                    <a:pt x="112" y="19"/>
                  </a:lnTo>
                  <a:lnTo>
                    <a:pt x="112" y="19"/>
                  </a:lnTo>
                  <a:lnTo>
                    <a:pt x="112" y="21"/>
                  </a:lnTo>
                  <a:lnTo>
                    <a:pt x="112" y="21"/>
                  </a:lnTo>
                  <a:lnTo>
                    <a:pt x="112" y="21"/>
                  </a:lnTo>
                  <a:lnTo>
                    <a:pt x="114" y="21"/>
                  </a:lnTo>
                  <a:lnTo>
                    <a:pt x="114" y="23"/>
                  </a:lnTo>
                  <a:lnTo>
                    <a:pt x="114" y="23"/>
                  </a:lnTo>
                  <a:lnTo>
                    <a:pt x="114" y="23"/>
                  </a:lnTo>
                  <a:lnTo>
                    <a:pt x="114" y="23"/>
                  </a:lnTo>
                  <a:lnTo>
                    <a:pt x="114" y="24"/>
                  </a:lnTo>
                  <a:lnTo>
                    <a:pt x="114" y="24"/>
                  </a:lnTo>
                  <a:lnTo>
                    <a:pt x="114" y="24"/>
                  </a:lnTo>
                  <a:lnTo>
                    <a:pt x="114" y="24"/>
                  </a:lnTo>
                  <a:lnTo>
                    <a:pt x="114" y="25"/>
                  </a:lnTo>
                  <a:lnTo>
                    <a:pt x="114" y="25"/>
                  </a:lnTo>
                  <a:lnTo>
                    <a:pt x="114" y="25"/>
                  </a:lnTo>
                  <a:lnTo>
                    <a:pt x="115" y="25"/>
                  </a:lnTo>
                  <a:lnTo>
                    <a:pt x="115" y="25"/>
                  </a:lnTo>
                  <a:lnTo>
                    <a:pt x="116" y="25"/>
                  </a:lnTo>
                  <a:lnTo>
                    <a:pt x="116" y="25"/>
                  </a:lnTo>
                  <a:lnTo>
                    <a:pt x="118" y="25"/>
                  </a:lnTo>
                  <a:lnTo>
                    <a:pt x="118" y="25"/>
                  </a:lnTo>
                  <a:lnTo>
                    <a:pt x="118" y="25"/>
                  </a:lnTo>
                  <a:lnTo>
                    <a:pt x="118" y="25"/>
                  </a:lnTo>
                  <a:lnTo>
                    <a:pt x="120" y="25"/>
                  </a:lnTo>
                  <a:lnTo>
                    <a:pt x="120" y="25"/>
                  </a:lnTo>
                  <a:lnTo>
                    <a:pt x="121" y="25"/>
                  </a:lnTo>
                  <a:lnTo>
                    <a:pt x="121" y="25"/>
                  </a:lnTo>
                  <a:lnTo>
                    <a:pt x="122" y="24"/>
                  </a:lnTo>
                  <a:lnTo>
                    <a:pt x="122" y="26"/>
                  </a:lnTo>
                  <a:lnTo>
                    <a:pt x="122" y="26"/>
                  </a:lnTo>
                  <a:lnTo>
                    <a:pt x="122" y="26"/>
                  </a:lnTo>
                  <a:lnTo>
                    <a:pt x="123" y="26"/>
                  </a:lnTo>
                  <a:lnTo>
                    <a:pt x="123" y="27"/>
                  </a:lnTo>
                  <a:lnTo>
                    <a:pt x="123" y="27"/>
                  </a:lnTo>
                  <a:lnTo>
                    <a:pt x="123" y="27"/>
                  </a:lnTo>
                  <a:lnTo>
                    <a:pt x="125" y="27"/>
                  </a:lnTo>
                  <a:lnTo>
                    <a:pt x="125" y="29"/>
                  </a:lnTo>
                  <a:lnTo>
                    <a:pt x="125" y="29"/>
                  </a:lnTo>
                  <a:lnTo>
                    <a:pt x="125" y="29"/>
                  </a:lnTo>
                  <a:lnTo>
                    <a:pt x="127" y="29"/>
                  </a:lnTo>
                  <a:lnTo>
                    <a:pt x="127" y="29"/>
                  </a:lnTo>
                  <a:lnTo>
                    <a:pt x="128" y="29"/>
                  </a:lnTo>
                  <a:lnTo>
                    <a:pt x="128" y="29"/>
                  </a:lnTo>
                  <a:lnTo>
                    <a:pt x="129" y="29"/>
                  </a:lnTo>
                  <a:lnTo>
                    <a:pt x="129" y="29"/>
                  </a:lnTo>
                  <a:lnTo>
                    <a:pt x="129" y="29"/>
                  </a:lnTo>
                  <a:lnTo>
                    <a:pt x="129" y="29"/>
                  </a:lnTo>
                  <a:lnTo>
                    <a:pt x="129" y="29"/>
                  </a:lnTo>
                  <a:lnTo>
                    <a:pt x="129" y="29"/>
                  </a:lnTo>
                  <a:lnTo>
                    <a:pt x="129" y="29"/>
                  </a:lnTo>
                  <a:lnTo>
                    <a:pt x="129" y="29"/>
                  </a:lnTo>
                  <a:lnTo>
                    <a:pt x="131" y="29"/>
                  </a:lnTo>
                  <a:lnTo>
                    <a:pt x="131" y="29"/>
                  </a:lnTo>
                  <a:lnTo>
                    <a:pt x="131" y="29"/>
                  </a:lnTo>
                  <a:lnTo>
                    <a:pt x="131" y="29"/>
                  </a:lnTo>
                  <a:lnTo>
                    <a:pt x="132" y="29"/>
                  </a:lnTo>
                  <a:lnTo>
                    <a:pt x="132" y="29"/>
                  </a:lnTo>
                  <a:lnTo>
                    <a:pt x="132" y="29"/>
                  </a:lnTo>
                  <a:lnTo>
                    <a:pt x="132" y="29"/>
                  </a:lnTo>
                  <a:lnTo>
                    <a:pt x="134" y="29"/>
                  </a:lnTo>
                  <a:lnTo>
                    <a:pt x="134" y="29"/>
                  </a:lnTo>
                  <a:lnTo>
                    <a:pt x="134" y="29"/>
                  </a:lnTo>
                  <a:lnTo>
                    <a:pt x="134" y="29"/>
                  </a:lnTo>
                  <a:lnTo>
                    <a:pt x="136" y="29"/>
                  </a:lnTo>
                  <a:lnTo>
                    <a:pt x="136" y="29"/>
                  </a:lnTo>
                  <a:lnTo>
                    <a:pt x="138" y="29"/>
                  </a:lnTo>
                  <a:lnTo>
                    <a:pt x="139" y="29"/>
                  </a:lnTo>
                  <a:lnTo>
                    <a:pt x="141" y="29"/>
                  </a:lnTo>
                  <a:lnTo>
                    <a:pt x="141" y="29"/>
                  </a:lnTo>
                  <a:lnTo>
                    <a:pt x="143" y="29"/>
                  </a:lnTo>
                  <a:lnTo>
                    <a:pt x="144" y="29"/>
                  </a:lnTo>
                  <a:lnTo>
                    <a:pt x="146" y="29"/>
                  </a:lnTo>
                  <a:lnTo>
                    <a:pt x="146" y="29"/>
                  </a:lnTo>
                  <a:lnTo>
                    <a:pt x="148" y="29"/>
                  </a:lnTo>
                  <a:lnTo>
                    <a:pt x="149" y="29"/>
                  </a:lnTo>
                  <a:lnTo>
                    <a:pt x="151" y="28"/>
                  </a:lnTo>
                  <a:lnTo>
                    <a:pt x="151" y="28"/>
                  </a:lnTo>
                  <a:lnTo>
                    <a:pt x="151" y="28"/>
                  </a:lnTo>
                  <a:lnTo>
                    <a:pt x="151" y="28"/>
                  </a:lnTo>
                  <a:lnTo>
                    <a:pt x="153" y="27"/>
                  </a:lnTo>
                  <a:lnTo>
                    <a:pt x="153" y="27"/>
                  </a:lnTo>
                  <a:lnTo>
                    <a:pt x="153" y="27"/>
                  </a:lnTo>
                  <a:lnTo>
                    <a:pt x="153" y="27"/>
                  </a:lnTo>
                  <a:lnTo>
                    <a:pt x="155" y="25"/>
                  </a:lnTo>
                  <a:lnTo>
                    <a:pt x="155" y="25"/>
                  </a:lnTo>
                  <a:lnTo>
                    <a:pt x="155" y="25"/>
                  </a:lnTo>
                  <a:lnTo>
                    <a:pt x="155" y="25"/>
                  </a:lnTo>
                  <a:lnTo>
                    <a:pt x="156" y="23"/>
                  </a:lnTo>
                  <a:lnTo>
                    <a:pt x="156" y="23"/>
                  </a:lnTo>
                  <a:lnTo>
                    <a:pt x="156" y="22"/>
                  </a:lnTo>
                  <a:lnTo>
                    <a:pt x="156" y="22"/>
                  </a:lnTo>
                  <a:lnTo>
                    <a:pt x="158" y="20"/>
                  </a:lnTo>
                  <a:lnTo>
                    <a:pt x="158" y="20"/>
                  </a:lnTo>
                  <a:lnTo>
                    <a:pt x="158" y="20"/>
                  </a:lnTo>
                  <a:lnTo>
                    <a:pt x="158" y="20"/>
                  </a:lnTo>
                  <a:lnTo>
                    <a:pt x="160" y="20"/>
                  </a:lnTo>
                  <a:lnTo>
                    <a:pt x="160" y="20"/>
                  </a:lnTo>
                  <a:lnTo>
                    <a:pt x="160" y="20"/>
                  </a:lnTo>
                  <a:lnTo>
                    <a:pt x="160" y="20"/>
                  </a:lnTo>
                  <a:lnTo>
                    <a:pt x="161" y="20"/>
                  </a:lnTo>
                  <a:lnTo>
                    <a:pt x="161" y="20"/>
                  </a:lnTo>
                  <a:lnTo>
                    <a:pt x="161" y="20"/>
                  </a:lnTo>
                  <a:lnTo>
                    <a:pt x="161" y="20"/>
                  </a:lnTo>
                  <a:lnTo>
                    <a:pt x="163" y="20"/>
                  </a:lnTo>
                  <a:lnTo>
                    <a:pt x="163" y="20"/>
                  </a:lnTo>
                  <a:lnTo>
                    <a:pt x="165" y="20"/>
                  </a:lnTo>
                  <a:lnTo>
                    <a:pt x="165" y="20"/>
                  </a:lnTo>
                  <a:lnTo>
                    <a:pt x="167" y="20"/>
                  </a:lnTo>
                  <a:lnTo>
                    <a:pt x="166" y="21"/>
                  </a:lnTo>
                  <a:lnTo>
                    <a:pt x="166" y="21"/>
                  </a:lnTo>
                  <a:lnTo>
                    <a:pt x="166" y="21"/>
                  </a:lnTo>
                  <a:lnTo>
                    <a:pt x="166" y="21"/>
                  </a:lnTo>
                  <a:lnTo>
                    <a:pt x="164" y="21"/>
                  </a:lnTo>
                  <a:lnTo>
                    <a:pt x="164" y="21"/>
                  </a:lnTo>
                  <a:lnTo>
                    <a:pt x="164" y="21"/>
                  </a:lnTo>
                  <a:lnTo>
                    <a:pt x="164" y="21"/>
                  </a:lnTo>
                  <a:lnTo>
                    <a:pt x="163" y="21"/>
                  </a:lnTo>
                  <a:lnTo>
                    <a:pt x="163" y="21"/>
                  </a:lnTo>
                  <a:lnTo>
                    <a:pt x="163" y="21"/>
                  </a:lnTo>
                  <a:lnTo>
                    <a:pt x="163" y="21"/>
                  </a:lnTo>
                  <a:lnTo>
                    <a:pt x="163" y="21"/>
                  </a:lnTo>
                  <a:lnTo>
                    <a:pt x="163" y="21"/>
                  </a:lnTo>
                  <a:lnTo>
                    <a:pt x="163" y="21"/>
                  </a:lnTo>
                  <a:lnTo>
                    <a:pt x="163" y="21"/>
                  </a:lnTo>
                  <a:lnTo>
                    <a:pt x="163" y="21"/>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33" name=""/>
            <p:cNvSpPr/>
            <p:nvPr/>
          </p:nvSpPr>
          <p:spPr>
            <a:xfrm>
              <a:off x="8039160" y="6783480"/>
              <a:ext cx="154080" cy="109440"/>
            </a:xfrm>
            <a:custGeom>
              <a:avLst/>
              <a:gdLst/>
              <a:ahLst/>
              <a:rect l="l" t="t" r="r" b="b"/>
              <a:pathLst>
                <a:path w="97" h="69">
                  <a:moveTo>
                    <a:pt x="96" y="14"/>
                  </a:moveTo>
                  <a:lnTo>
                    <a:pt x="94" y="14"/>
                  </a:lnTo>
                  <a:lnTo>
                    <a:pt x="94" y="14"/>
                  </a:lnTo>
                  <a:lnTo>
                    <a:pt x="94" y="14"/>
                  </a:lnTo>
                  <a:lnTo>
                    <a:pt x="94" y="14"/>
                  </a:lnTo>
                  <a:lnTo>
                    <a:pt x="94" y="14"/>
                  </a:lnTo>
                  <a:lnTo>
                    <a:pt x="94" y="14"/>
                  </a:lnTo>
                  <a:lnTo>
                    <a:pt x="94" y="14"/>
                  </a:lnTo>
                  <a:lnTo>
                    <a:pt x="94" y="13"/>
                  </a:lnTo>
                  <a:lnTo>
                    <a:pt x="93" y="13"/>
                  </a:lnTo>
                  <a:lnTo>
                    <a:pt x="93" y="13"/>
                  </a:lnTo>
                  <a:lnTo>
                    <a:pt x="93" y="13"/>
                  </a:lnTo>
                  <a:lnTo>
                    <a:pt x="93" y="13"/>
                  </a:lnTo>
                  <a:lnTo>
                    <a:pt x="93" y="13"/>
                  </a:lnTo>
                  <a:lnTo>
                    <a:pt x="93" y="13"/>
                  </a:lnTo>
                  <a:lnTo>
                    <a:pt x="93" y="13"/>
                  </a:lnTo>
                  <a:lnTo>
                    <a:pt x="93" y="12"/>
                  </a:lnTo>
                  <a:lnTo>
                    <a:pt x="91" y="14"/>
                  </a:lnTo>
                  <a:lnTo>
                    <a:pt x="91" y="14"/>
                  </a:lnTo>
                  <a:lnTo>
                    <a:pt x="91" y="14"/>
                  </a:lnTo>
                  <a:lnTo>
                    <a:pt x="91" y="14"/>
                  </a:lnTo>
                  <a:lnTo>
                    <a:pt x="91" y="16"/>
                  </a:lnTo>
                  <a:lnTo>
                    <a:pt x="91" y="16"/>
                  </a:lnTo>
                  <a:lnTo>
                    <a:pt x="91" y="16"/>
                  </a:lnTo>
                  <a:lnTo>
                    <a:pt x="91" y="16"/>
                  </a:lnTo>
                  <a:lnTo>
                    <a:pt x="91" y="18"/>
                  </a:lnTo>
                  <a:lnTo>
                    <a:pt x="91" y="18"/>
                  </a:lnTo>
                  <a:lnTo>
                    <a:pt x="91" y="18"/>
                  </a:lnTo>
                  <a:lnTo>
                    <a:pt x="91" y="18"/>
                  </a:lnTo>
                  <a:lnTo>
                    <a:pt x="91" y="20"/>
                  </a:lnTo>
                  <a:lnTo>
                    <a:pt x="91" y="20"/>
                  </a:lnTo>
                  <a:lnTo>
                    <a:pt x="91" y="20"/>
                  </a:lnTo>
                  <a:lnTo>
                    <a:pt x="91" y="20"/>
                  </a:lnTo>
                  <a:lnTo>
                    <a:pt x="89" y="21"/>
                  </a:lnTo>
                  <a:lnTo>
                    <a:pt x="89" y="21"/>
                  </a:lnTo>
                  <a:lnTo>
                    <a:pt x="87" y="21"/>
                  </a:lnTo>
                  <a:lnTo>
                    <a:pt x="87" y="21"/>
                  </a:lnTo>
                  <a:lnTo>
                    <a:pt x="86" y="21"/>
                  </a:lnTo>
                  <a:lnTo>
                    <a:pt x="86" y="21"/>
                  </a:lnTo>
                  <a:lnTo>
                    <a:pt x="85" y="21"/>
                  </a:lnTo>
                  <a:lnTo>
                    <a:pt x="85" y="21"/>
                  </a:lnTo>
                  <a:lnTo>
                    <a:pt x="83" y="21"/>
                  </a:lnTo>
                  <a:lnTo>
                    <a:pt x="83" y="21"/>
                  </a:lnTo>
                  <a:lnTo>
                    <a:pt x="83" y="21"/>
                  </a:lnTo>
                  <a:lnTo>
                    <a:pt x="83" y="21"/>
                  </a:lnTo>
                  <a:lnTo>
                    <a:pt x="82" y="21"/>
                  </a:lnTo>
                  <a:lnTo>
                    <a:pt x="82" y="21"/>
                  </a:lnTo>
                  <a:lnTo>
                    <a:pt x="82" y="21"/>
                  </a:lnTo>
                  <a:lnTo>
                    <a:pt x="82" y="21"/>
                  </a:lnTo>
                  <a:lnTo>
                    <a:pt x="82" y="23"/>
                  </a:lnTo>
                  <a:lnTo>
                    <a:pt x="82" y="23"/>
                  </a:lnTo>
                  <a:lnTo>
                    <a:pt x="82" y="23"/>
                  </a:lnTo>
                  <a:lnTo>
                    <a:pt x="82" y="23"/>
                  </a:lnTo>
                  <a:lnTo>
                    <a:pt x="82" y="24"/>
                  </a:lnTo>
                  <a:lnTo>
                    <a:pt x="82" y="24"/>
                  </a:lnTo>
                  <a:lnTo>
                    <a:pt x="82" y="24"/>
                  </a:lnTo>
                  <a:lnTo>
                    <a:pt x="82" y="24"/>
                  </a:lnTo>
                  <a:lnTo>
                    <a:pt x="82" y="25"/>
                  </a:lnTo>
                  <a:lnTo>
                    <a:pt x="82" y="25"/>
                  </a:lnTo>
                  <a:lnTo>
                    <a:pt x="82" y="25"/>
                  </a:lnTo>
                  <a:lnTo>
                    <a:pt x="82" y="25"/>
                  </a:lnTo>
                  <a:lnTo>
                    <a:pt x="82" y="25"/>
                  </a:lnTo>
                  <a:lnTo>
                    <a:pt x="82" y="25"/>
                  </a:lnTo>
                  <a:lnTo>
                    <a:pt x="82" y="25"/>
                  </a:lnTo>
                  <a:lnTo>
                    <a:pt x="82" y="25"/>
                  </a:lnTo>
                  <a:lnTo>
                    <a:pt x="80" y="27"/>
                  </a:lnTo>
                  <a:lnTo>
                    <a:pt x="80" y="27"/>
                  </a:lnTo>
                  <a:lnTo>
                    <a:pt x="80" y="27"/>
                  </a:lnTo>
                  <a:lnTo>
                    <a:pt x="80" y="27"/>
                  </a:lnTo>
                  <a:lnTo>
                    <a:pt x="80" y="27"/>
                  </a:lnTo>
                  <a:lnTo>
                    <a:pt x="80" y="27"/>
                  </a:lnTo>
                  <a:lnTo>
                    <a:pt x="80" y="27"/>
                  </a:lnTo>
                  <a:lnTo>
                    <a:pt x="80" y="27"/>
                  </a:lnTo>
                  <a:lnTo>
                    <a:pt x="80" y="27"/>
                  </a:lnTo>
                  <a:lnTo>
                    <a:pt x="80" y="27"/>
                  </a:lnTo>
                  <a:lnTo>
                    <a:pt x="80" y="27"/>
                  </a:lnTo>
                  <a:lnTo>
                    <a:pt x="80" y="27"/>
                  </a:lnTo>
                  <a:lnTo>
                    <a:pt x="80" y="27"/>
                  </a:lnTo>
                  <a:lnTo>
                    <a:pt x="80" y="27"/>
                  </a:lnTo>
                  <a:lnTo>
                    <a:pt x="80" y="27"/>
                  </a:lnTo>
                  <a:lnTo>
                    <a:pt x="80" y="27"/>
                  </a:lnTo>
                  <a:lnTo>
                    <a:pt x="78" y="28"/>
                  </a:lnTo>
                  <a:lnTo>
                    <a:pt x="78" y="28"/>
                  </a:lnTo>
                  <a:lnTo>
                    <a:pt x="78" y="28"/>
                  </a:lnTo>
                  <a:lnTo>
                    <a:pt x="78" y="28"/>
                  </a:lnTo>
                  <a:lnTo>
                    <a:pt x="76" y="29"/>
                  </a:lnTo>
                  <a:lnTo>
                    <a:pt x="76" y="29"/>
                  </a:lnTo>
                  <a:lnTo>
                    <a:pt x="76" y="29"/>
                  </a:lnTo>
                  <a:lnTo>
                    <a:pt x="76" y="29"/>
                  </a:lnTo>
                  <a:lnTo>
                    <a:pt x="74" y="31"/>
                  </a:lnTo>
                  <a:lnTo>
                    <a:pt x="74" y="31"/>
                  </a:lnTo>
                  <a:lnTo>
                    <a:pt x="74" y="31"/>
                  </a:lnTo>
                  <a:lnTo>
                    <a:pt x="74" y="31"/>
                  </a:lnTo>
                  <a:lnTo>
                    <a:pt x="72" y="31"/>
                  </a:lnTo>
                  <a:lnTo>
                    <a:pt x="72" y="31"/>
                  </a:lnTo>
                  <a:lnTo>
                    <a:pt x="72" y="31"/>
                  </a:lnTo>
                  <a:lnTo>
                    <a:pt x="72" y="31"/>
                  </a:lnTo>
                  <a:lnTo>
                    <a:pt x="72" y="33"/>
                  </a:lnTo>
                  <a:lnTo>
                    <a:pt x="72" y="33"/>
                  </a:lnTo>
                  <a:lnTo>
                    <a:pt x="72" y="35"/>
                  </a:lnTo>
                  <a:lnTo>
                    <a:pt x="72" y="35"/>
                  </a:lnTo>
                  <a:lnTo>
                    <a:pt x="72" y="37"/>
                  </a:lnTo>
                  <a:lnTo>
                    <a:pt x="72" y="37"/>
                  </a:lnTo>
                  <a:lnTo>
                    <a:pt x="72" y="39"/>
                  </a:lnTo>
                  <a:lnTo>
                    <a:pt x="74" y="39"/>
                  </a:lnTo>
                  <a:lnTo>
                    <a:pt x="74" y="40"/>
                  </a:lnTo>
                  <a:lnTo>
                    <a:pt x="74" y="41"/>
                  </a:lnTo>
                  <a:lnTo>
                    <a:pt x="74" y="43"/>
                  </a:lnTo>
                  <a:lnTo>
                    <a:pt x="74" y="43"/>
                  </a:lnTo>
                  <a:lnTo>
                    <a:pt x="74" y="45"/>
                  </a:lnTo>
                  <a:lnTo>
                    <a:pt x="74" y="45"/>
                  </a:lnTo>
                  <a:lnTo>
                    <a:pt x="74" y="47"/>
                  </a:lnTo>
                  <a:lnTo>
                    <a:pt x="74" y="47"/>
                  </a:lnTo>
                  <a:lnTo>
                    <a:pt x="72" y="48"/>
                  </a:lnTo>
                  <a:lnTo>
                    <a:pt x="72" y="48"/>
                  </a:lnTo>
                  <a:lnTo>
                    <a:pt x="72" y="48"/>
                  </a:lnTo>
                  <a:lnTo>
                    <a:pt x="72" y="48"/>
                  </a:lnTo>
                  <a:lnTo>
                    <a:pt x="71" y="48"/>
                  </a:lnTo>
                  <a:lnTo>
                    <a:pt x="71" y="48"/>
                  </a:lnTo>
                  <a:lnTo>
                    <a:pt x="71" y="48"/>
                  </a:lnTo>
                  <a:lnTo>
                    <a:pt x="71" y="48"/>
                  </a:lnTo>
                  <a:lnTo>
                    <a:pt x="69" y="48"/>
                  </a:lnTo>
                  <a:lnTo>
                    <a:pt x="69" y="48"/>
                  </a:lnTo>
                  <a:lnTo>
                    <a:pt x="69" y="48"/>
                  </a:lnTo>
                  <a:lnTo>
                    <a:pt x="69" y="48"/>
                  </a:lnTo>
                  <a:lnTo>
                    <a:pt x="68" y="48"/>
                  </a:lnTo>
                  <a:lnTo>
                    <a:pt x="68" y="48"/>
                  </a:lnTo>
                  <a:lnTo>
                    <a:pt x="68" y="48"/>
                  </a:lnTo>
                  <a:lnTo>
                    <a:pt x="68" y="48"/>
                  </a:lnTo>
                  <a:lnTo>
                    <a:pt x="66" y="49"/>
                  </a:lnTo>
                  <a:lnTo>
                    <a:pt x="66" y="49"/>
                  </a:lnTo>
                  <a:lnTo>
                    <a:pt x="66" y="49"/>
                  </a:lnTo>
                  <a:lnTo>
                    <a:pt x="66" y="49"/>
                  </a:lnTo>
                  <a:lnTo>
                    <a:pt x="64" y="50"/>
                  </a:lnTo>
                  <a:lnTo>
                    <a:pt x="64" y="50"/>
                  </a:lnTo>
                  <a:lnTo>
                    <a:pt x="64" y="50"/>
                  </a:lnTo>
                  <a:lnTo>
                    <a:pt x="64" y="50"/>
                  </a:lnTo>
                  <a:lnTo>
                    <a:pt x="63" y="52"/>
                  </a:lnTo>
                  <a:lnTo>
                    <a:pt x="63" y="52"/>
                  </a:lnTo>
                  <a:lnTo>
                    <a:pt x="63" y="52"/>
                  </a:lnTo>
                  <a:lnTo>
                    <a:pt x="63" y="52"/>
                  </a:lnTo>
                  <a:lnTo>
                    <a:pt x="63" y="53"/>
                  </a:lnTo>
                  <a:lnTo>
                    <a:pt x="63" y="53"/>
                  </a:lnTo>
                  <a:lnTo>
                    <a:pt x="63" y="53"/>
                  </a:lnTo>
                  <a:lnTo>
                    <a:pt x="63" y="53"/>
                  </a:lnTo>
                  <a:lnTo>
                    <a:pt x="63" y="54"/>
                  </a:lnTo>
                  <a:lnTo>
                    <a:pt x="63" y="54"/>
                  </a:lnTo>
                  <a:lnTo>
                    <a:pt x="63" y="54"/>
                  </a:lnTo>
                  <a:lnTo>
                    <a:pt x="63" y="54"/>
                  </a:lnTo>
                  <a:lnTo>
                    <a:pt x="63" y="54"/>
                  </a:lnTo>
                  <a:lnTo>
                    <a:pt x="63" y="54"/>
                  </a:lnTo>
                  <a:lnTo>
                    <a:pt x="63" y="54"/>
                  </a:lnTo>
                  <a:lnTo>
                    <a:pt x="64" y="54"/>
                  </a:lnTo>
                  <a:lnTo>
                    <a:pt x="64" y="55"/>
                  </a:lnTo>
                  <a:lnTo>
                    <a:pt x="64" y="55"/>
                  </a:lnTo>
                  <a:lnTo>
                    <a:pt x="64" y="55"/>
                  </a:lnTo>
                  <a:lnTo>
                    <a:pt x="64" y="55"/>
                  </a:lnTo>
                  <a:lnTo>
                    <a:pt x="64" y="55"/>
                  </a:lnTo>
                  <a:lnTo>
                    <a:pt x="64" y="55"/>
                  </a:lnTo>
                  <a:lnTo>
                    <a:pt x="64" y="55"/>
                  </a:lnTo>
                  <a:lnTo>
                    <a:pt x="65" y="55"/>
                  </a:lnTo>
                  <a:lnTo>
                    <a:pt x="64" y="57"/>
                  </a:lnTo>
                  <a:lnTo>
                    <a:pt x="64" y="57"/>
                  </a:lnTo>
                  <a:lnTo>
                    <a:pt x="64" y="57"/>
                  </a:lnTo>
                  <a:lnTo>
                    <a:pt x="64" y="57"/>
                  </a:lnTo>
                  <a:lnTo>
                    <a:pt x="64" y="57"/>
                  </a:lnTo>
                  <a:lnTo>
                    <a:pt x="64" y="57"/>
                  </a:lnTo>
                  <a:lnTo>
                    <a:pt x="64" y="57"/>
                  </a:lnTo>
                  <a:lnTo>
                    <a:pt x="64" y="57"/>
                  </a:lnTo>
                  <a:lnTo>
                    <a:pt x="64" y="59"/>
                  </a:lnTo>
                  <a:lnTo>
                    <a:pt x="64" y="59"/>
                  </a:lnTo>
                  <a:lnTo>
                    <a:pt x="64" y="59"/>
                  </a:lnTo>
                  <a:lnTo>
                    <a:pt x="64" y="59"/>
                  </a:lnTo>
                  <a:lnTo>
                    <a:pt x="64" y="59"/>
                  </a:lnTo>
                  <a:lnTo>
                    <a:pt x="64" y="59"/>
                  </a:lnTo>
                  <a:lnTo>
                    <a:pt x="64" y="59"/>
                  </a:lnTo>
                  <a:lnTo>
                    <a:pt x="64" y="59"/>
                  </a:lnTo>
                  <a:lnTo>
                    <a:pt x="64" y="61"/>
                  </a:lnTo>
                  <a:lnTo>
                    <a:pt x="64" y="61"/>
                  </a:lnTo>
                  <a:lnTo>
                    <a:pt x="64" y="61"/>
                  </a:lnTo>
                  <a:lnTo>
                    <a:pt x="64" y="61"/>
                  </a:lnTo>
                  <a:lnTo>
                    <a:pt x="64" y="61"/>
                  </a:lnTo>
                  <a:lnTo>
                    <a:pt x="64" y="61"/>
                  </a:lnTo>
                  <a:lnTo>
                    <a:pt x="64" y="61"/>
                  </a:lnTo>
                  <a:lnTo>
                    <a:pt x="65" y="61"/>
                  </a:lnTo>
                  <a:lnTo>
                    <a:pt x="65" y="63"/>
                  </a:lnTo>
                  <a:lnTo>
                    <a:pt x="65" y="63"/>
                  </a:lnTo>
                  <a:lnTo>
                    <a:pt x="65" y="63"/>
                  </a:lnTo>
                  <a:lnTo>
                    <a:pt x="65" y="63"/>
                  </a:lnTo>
                  <a:lnTo>
                    <a:pt x="65" y="63"/>
                  </a:lnTo>
                  <a:lnTo>
                    <a:pt x="65" y="63"/>
                  </a:lnTo>
                  <a:lnTo>
                    <a:pt x="65" y="63"/>
                  </a:lnTo>
                  <a:lnTo>
                    <a:pt x="65" y="63"/>
                  </a:lnTo>
                  <a:lnTo>
                    <a:pt x="64" y="64"/>
                  </a:lnTo>
                  <a:lnTo>
                    <a:pt x="64" y="64"/>
                  </a:lnTo>
                  <a:lnTo>
                    <a:pt x="64" y="64"/>
                  </a:lnTo>
                  <a:lnTo>
                    <a:pt x="64" y="64"/>
                  </a:lnTo>
                  <a:lnTo>
                    <a:pt x="64" y="64"/>
                  </a:lnTo>
                  <a:lnTo>
                    <a:pt x="64" y="64"/>
                  </a:lnTo>
                  <a:lnTo>
                    <a:pt x="64" y="64"/>
                  </a:lnTo>
                  <a:lnTo>
                    <a:pt x="64" y="64"/>
                  </a:lnTo>
                  <a:lnTo>
                    <a:pt x="64" y="66"/>
                  </a:lnTo>
                  <a:lnTo>
                    <a:pt x="64" y="66"/>
                  </a:lnTo>
                  <a:lnTo>
                    <a:pt x="64" y="66"/>
                  </a:lnTo>
                  <a:lnTo>
                    <a:pt x="64" y="66"/>
                  </a:lnTo>
                  <a:lnTo>
                    <a:pt x="64" y="66"/>
                  </a:lnTo>
                  <a:lnTo>
                    <a:pt x="64" y="66"/>
                  </a:lnTo>
                  <a:lnTo>
                    <a:pt x="64" y="66"/>
                  </a:lnTo>
                  <a:lnTo>
                    <a:pt x="64" y="66"/>
                  </a:lnTo>
                  <a:lnTo>
                    <a:pt x="62" y="66"/>
                  </a:lnTo>
                  <a:lnTo>
                    <a:pt x="62" y="66"/>
                  </a:lnTo>
                  <a:lnTo>
                    <a:pt x="61" y="66"/>
                  </a:lnTo>
                  <a:lnTo>
                    <a:pt x="61" y="66"/>
                  </a:lnTo>
                  <a:lnTo>
                    <a:pt x="59" y="66"/>
                  </a:lnTo>
                  <a:lnTo>
                    <a:pt x="59" y="66"/>
                  </a:lnTo>
                  <a:lnTo>
                    <a:pt x="59" y="66"/>
                  </a:lnTo>
                  <a:lnTo>
                    <a:pt x="59" y="66"/>
                  </a:lnTo>
                  <a:lnTo>
                    <a:pt x="58" y="66"/>
                  </a:lnTo>
                  <a:lnTo>
                    <a:pt x="58" y="66"/>
                  </a:lnTo>
                  <a:lnTo>
                    <a:pt x="57" y="66"/>
                  </a:lnTo>
                  <a:lnTo>
                    <a:pt x="57" y="66"/>
                  </a:lnTo>
                  <a:lnTo>
                    <a:pt x="56" y="66"/>
                  </a:lnTo>
                  <a:lnTo>
                    <a:pt x="56" y="66"/>
                  </a:lnTo>
                  <a:lnTo>
                    <a:pt x="56" y="66"/>
                  </a:lnTo>
                  <a:lnTo>
                    <a:pt x="56" y="66"/>
                  </a:lnTo>
                  <a:lnTo>
                    <a:pt x="54" y="66"/>
                  </a:lnTo>
                  <a:lnTo>
                    <a:pt x="54" y="66"/>
                  </a:lnTo>
                  <a:lnTo>
                    <a:pt x="54" y="66"/>
                  </a:lnTo>
                  <a:lnTo>
                    <a:pt x="54" y="66"/>
                  </a:lnTo>
                  <a:lnTo>
                    <a:pt x="54" y="66"/>
                  </a:lnTo>
                  <a:lnTo>
                    <a:pt x="54" y="66"/>
                  </a:lnTo>
                  <a:lnTo>
                    <a:pt x="54" y="66"/>
                  </a:lnTo>
                  <a:lnTo>
                    <a:pt x="54" y="64"/>
                  </a:lnTo>
                  <a:lnTo>
                    <a:pt x="52" y="64"/>
                  </a:lnTo>
                  <a:lnTo>
                    <a:pt x="52" y="64"/>
                  </a:lnTo>
                  <a:lnTo>
                    <a:pt x="52" y="64"/>
                  </a:lnTo>
                  <a:lnTo>
                    <a:pt x="52" y="64"/>
                  </a:lnTo>
                  <a:lnTo>
                    <a:pt x="52" y="64"/>
                  </a:lnTo>
                  <a:lnTo>
                    <a:pt x="52" y="64"/>
                  </a:lnTo>
                  <a:lnTo>
                    <a:pt x="52" y="64"/>
                  </a:lnTo>
                  <a:lnTo>
                    <a:pt x="52" y="63"/>
                  </a:lnTo>
                  <a:lnTo>
                    <a:pt x="50" y="64"/>
                  </a:lnTo>
                  <a:lnTo>
                    <a:pt x="50" y="64"/>
                  </a:lnTo>
                  <a:lnTo>
                    <a:pt x="50" y="64"/>
                  </a:lnTo>
                  <a:lnTo>
                    <a:pt x="50" y="64"/>
                  </a:lnTo>
                  <a:lnTo>
                    <a:pt x="50" y="64"/>
                  </a:lnTo>
                  <a:lnTo>
                    <a:pt x="50" y="64"/>
                  </a:lnTo>
                  <a:lnTo>
                    <a:pt x="50" y="64"/>
                  </a:lnTo>
                  <a:lnTo>
                    <a:pt x="50" y="64"/>
                  </a:lnTo>
                  <a:lnTo>
                    <a:pt x="50" y="64"/>
                  </a:lnTo>
                  <a:lnTo>
                    <a:pt x="50" y="64"/>
                  </a:lnTo>
                  <a:lnTo>
                    <a:pt x="50" y="64"/>
                  </a:lnTo>
                  <a:lnTo>
                    <a:pt x="50" y="64"/>
                  </a:lnTo>
                  <a:lnTo>
                    <a:pt x="50" y="64"/>
                  </a:lnTo>
                  <a:lnTo>
                    <a:pt x="50" y="64"/>
                  </a:lnTo>
                  <a:lnTo>
                    <a:pt x="50" y="64"/>
                  </a:lnTo>
                  <a:lnTo>
                    <a:pt x="50" y="64"/>
                  </a:lnTo>
                  <a:lnTo>
                    <a:pt x="48" y="64"/>
                  </a:lnTo>
                  <a:lnTo>
                    <a:pt x="48" y="64"/>
                  </a:lnTo>
                  <a:lnTo>
                    <a:pt x="46" y="64"/>
                  </a:lnTo>
                  <a:lnTo>
                    <a:pt x="46" y="64"/>
                  </a:lnTo>
                  <a:lnTo>
                    <a:pt x="44" y="64"/>
                  </a:lnTo>
                  <a:lnTo>
                    <a:pt x="44" y="64"/>
                  </a:lnTo>
                  <a:lnTo>
                    <a:pt x="44" y="64"/>
                  </a:lnTo>
                  <a:lnTo>
                    <a:pt x="44" y="63"/>
                  </a:lnTo>
                  <a:lnTo>
                    <a:pt x="43" y="63"/>
                  </a:lnTo>
                  <a:lnTo>
                    <a:pt x="43" y="63"/>
                  </a:lnTo>
                  <a:lnTo>
                    <a:pt x="43" y="63"/>
                  </a:lnTo>
                  <a:lnTo>
                    <a:pt x="43" y="62"/>
                  </a:lnTo>
                  <a:lnTo>
                    <a:pt x="43" y="62"/>
                  </a:lnTo>
                  <a:lnTo>
                    <a:pt x="43" y="62"/>
                  </a:lnTo>
                  <a:lnTo>
                    <a:pt x="43" y="62"/>
                  </a:lnTo>
                  <a:lnTo>
                    <a:pt x="43" y="60"/>
                  </a:lnTo>
                  <a:lnTo>
                    <a:pt x="41" y="60"/>
                  </a:lnTo>
                  <a:lnTo>
                    <a:pt x="41" y="60"/>
                  </a:lnTo>
                  <a:lnTo>
                    <a:pt x="41" y="60"/>
                  </a:lnTo>
                  <a:lnTo>
                    <a:pt x="41" y="59"/>
                  </a:lnTo>
                  <a:lnTo>
                    <a:pt x="41" y="59"/>
                  </a:lnTo>
                  <a:lnTo>
                    <a:pt x="41" y="59"/>
                  </a:lnTo>
                  <a:lnTo>
                    <a:pt x="41" y="59"/>
                  </a:lnTo>
                  <a:lnTo>
                    <a:pt x="41" y="57"/>
                  </a:lnTo>
                  <a:lnTo>
                    <a:pt x="41" y="57"/>
                  </a:lnTo>
                  <a:lnTo>
                    <a:pt x="41" y="57"/>
                  </a:lnTo>
                  <a:lnTo>
                    <a:pt x="41" y="57"/>
                  </a:lnTo>
                  <a:lnTo>
                    <a:pt x="41" y="55"/>
                  </a:lnTo>
                  <a:lnTo>
                    <a:pt x="41" y="55"/>
                  </a:lnTo>
                  <a:lnTo>
                    <a:pt x="41" y="55"/>
                  </a:lnTo>
                  <a:lnTo>
                    <a:pt x="41" y="55"/>
                  </a:lnTo>
                  <a:lnTo>
                    <a:pt x="41" y="54"/>
                  </a:lnTo>
                  <a:lnTo>
                    <a:pt x="41" y="55"/>
                  </a:lnTo>
                  <a:lnTo>
                    <a:pt x="41" y="55"/>
                  </a:lnTo>
                  <a:lnTo>
                    <a:pt x="41" y="55"/>
                  </a:lnTo>
                  <a:lnTo>
                    <a:pt x="41" y="55"/>
                  </a:lnTo>
                  <a:lnTo>
                    <a:pt x="41" y="57"/>
                  </a:lnTo>
                  <a:lnTo>
                    <a:pt x="41" y="57"/>
                  </a:lnTo>
                  <a:lnTo>
                    <a:pt x="41" y="57"/>
                  </a:lnTo>
                  <a:lnTo>
                    <a:pt x="41" y="57"/>
                  </a:lnTo>
                  <a:lnTo>
                    <a:pt x="41" y="59"/>
                  </a:lnTo>
                  <a:lnTo>
                    <a:pt x="41" y="59"/>
                  </a:lnTo>
                  <a:lnTo>
                    <a:pt x="41" y="59"/>
                  </a:lnTo>
                  <a:lnTo>
                    <a:pt x="41" y="59"/>
                  </a:lnTo>
                  <a:lnTo>
                    <a:pt x="41" y="60"/>
                  </a:lnTo>
                  <a:lnTo>
                    <a:pt x="41" y="60"/>
                  </a:lnTo>
                  <a:lnTo>
                    <a:pt x="41" y="60"/>
                  </a:lnTo>
                  <a:lnTo>
                    <a:pt x="41" y="60"/>
                  </a:lnTo>
                  <a:lnTo>
                    <a:pt x="39" y="61"/>
                  </a:lnTo>
                  <a:lnTo>
                    <a:pt x="39" y="61"/>
                  </a:lnTo>
                  <a:lnTo>
                    <a:pt x="39" y="61"/>
                  </a:lnTo>
                  <a:lnTo>
                    <a:pt x="39" y="61"/>
                  </a:lnTo>
                  <a:lnTo>
                    <a:pt x="37" y="62"/>
                  </a:lnTo>
                  <a:lnTo>
                    <a:pt x="37" y="62"/>
                  </a:lnTo>
                  <a:lnTo>
                    <a:pt x="37" y="62"/>
                  </a:lnTo>
                  <a:lnTo>
                    <a:pt x="37" y="62"/>
                  </a:lnTo>
                  <a:lnTo>
                    <a:pt x="35" y="64"/>
                  </a:lnTo>
                  <a:lnTo>
                    <a:pt x="35" y="64"/>
                  </a:lnTo>
                  <a:lnTo>
                    <a:pt x="35" y="64"/>
                  </a:lnTo>
                  <a:lnTo>
                    <a:pt x="35" y="64"/>
                  </a:lnTo>
                  <a:lnTo>
                    <a:pt x="35" y="64"/>
                  </a:lnTo>
                  <a:lnTo>
                    <a:pt x="35" y="64"/>
                  </a:lnTo>
                  <a:lnTo>
                    <a:pt x="35" y="64"/>
                  </a:lnTo>
                  <a:lnTo>
                    <a:pt x="35" y="64"/>
                  </a:lnTo>
                  <a:lnTo>
                    <a:pt x="34" y="65"/>
                  </a:lnTo>
                  <a:lnTo>
                    <a:pt x="34" y="65"/>
                  </a:lnTo>
                  <a:lnTo>
                    <a:pt x="32" y="65"/>
                  </a:lnTo>
                  <a:lnTo>
                    <a:pt x="32" y="65"/>
                  </a:lnTo>
                  <a:lnTo>
                    <a:pt x="30" y="65"/>
                  </a:lnTo>
                  <a:lnTo>
                    <a:pt x="30" y="65"/>
                  </a:lnTo>
                  <a:lnTo>
                    <a:pt x="28" y="65"/>
                  </a:lnTo>
                  <a:lnTo>
                    <a:pt x="28" y="65"/>
                  </a:lnTo>
                  <a:lnTo>
                    <a:pt x="26" y="65"/>
                  </a:lnTo>
                  <a:lnTo>
                    <a:pt x="26" y="65"/>
                  </a:lnTo>
                  <a:lnTo>
                    <a:pt x="24" y="65"/>
                  </a:lnTo>
                  <a:lnTo>
                    <a:pt x="24" y="65"/>
                  </a:lnTo>
                  <a:lnTo>
                    <a:pt x="22" y="66"/>
                  </a:lnTo>
                  <a:lnTo>
                    <a:pt x="22" y="66"/>
                  </a:lnTo>
                  <a:lnTo>
                    <a:pt x="22" y="66"/>
                  </a:lnTo>
                  <a:lnTo>
                    <a:pt x="22" y="66"/>
                  </a:lnTo>
                  <a:lnTo>
                    <a:pt x="22" y="67"/>
                  </a:lnTo>
                  <a:lnTo>
                    <a:pt x="22" y="67"/>
                  </a:lnTo>
                  <a:lnTo>
                    <a:pt x="22" y="67"/>
                  </a:lnTo>
                  <a:lnTo>
                    <a:pt x="22" y="67"/>
                  </a:lnTo>
                  <a:lnTo>
                    <a:pt x="22" y="67"/>
                  </a:lnTo>
                  <a:lnTo>
                    <a:pt x="22" y="67"/>
                  </a:lnTo>
                  <a:lnTo>
                    <a:pt x="22" y="67"/>
                  </a:lnTo>
                  <a:lnTo>
                    <a:pt x="22" y="67"/>
                  </a:lnTo>
                  <a:lnTo>
                    <a:pt x="22" y="68"/>
                  </a:lnTo>
                  <a:lnTo>
                    <a:pt x="22" y="68"/>
                  </a:lnTo>
                  <a:lnTo>
                    <a:pt x="22" y="68"/>
                  </a:lnTo>
                  <a:lnTo>
                    <a:pt x="22" y="68"/>
                  </a:lnTo>
                  <a:lnTo>
                    <a:pt x="22" y="68"/>
                  </a:lnTo>
                  <a:lnTo>
                    <a:pt x="22" y="68"/>
                  </a:lnTo>
                  <a:lnTo>
                    <a:pt x="22" y="68"/>
                  </a:lnTo>
                  <a:lnTo>
                    <a:pt x="24" y="68"/>
                  </a:lnTo>
                  <a:lnTo>
                    <a:pt x="22" y="68"/>
                  </a:lnTo>
                  <a:lnTo>
                    <a:pt x="22" y="68"/>
                  </a:lnTo>
                  <a:lnTo>
                    <a:pt x="21" y="68"/>
                  </a:lnTo>
                  <a:lnTo>
                    <a:pt x="21" y="68"/>
                  </a:lnTo>
                  <a:lnTo>
                    <a:pt x="19" y="68"/>
                  </a:lnTo>
                  <a:lnTo>
                    <a:pt x="19" y="68"/>
                  </a:lnTo>
                  <a:lnTo>
                    <a:pt x="19" y="68"/>
                  </a:lnTo>
                  <a:lnTo>
                    <a:pt x="19" y="68"/>
                  </a:lnTo>
                  <a:lnTo>
                    <a:pt x="17" y="68"/>
                  </a:lnTo>
                  <a:lnTo>
                    <a:pt x="17" y="68"/>
                  </a:lnTo>
                  <a:lnTo>
                    <a:pt x="15" y="68"/>
                  </a:lnTo>
                  <a:lnTo>
                    <a:pt x="15" y="68"/>
                  </a:lnTo>
                  <a:lnTo>
                    <a:pt x="14" y="68"/>
                  </a:lnTo>
                  <a:lnTo>
                    <a:pt x="14" y="68"/>
                  </a:lnTo>
                  <a:lnTo>
                    <a:pt x="14" y="68"/>
                  </a:lnTo>
                  <a:lnTo>
                    <a:pt x="14" y="68"/>
                  </a:lnTo>
                  <a:lnTo>
                    <a:pt x="12" y="68"/>
                  </a:lnTo>
                  <a:lnTo>
                    <a:pt x="12" y="68"/>
                  </a:lnTo>
                  <a:lnTo>
                    <a:pt x="12" y="68"/>
                  </a:lnTo>
                  <a:lnTo>
                    <a:pt x="12" y="68"/>
                  </a:lnTo>
                  <a:lnTo>
                    <a:pt x="11" y="68"/>
                  </a:lnTo>
                  <a:lnTo>
                    <a:pt x="11" y="68"/>
                  </a:lnTo>
                  <a:lnTo>
                    <a:pt x="11" y="68"/>
                  </a:lnTo>
                  <a:lnTo>
                    <a:pt x="11" y="68"/>
                  </a:lnTo>
                  <a:lnTo>
                    <a:pt x="9" y="68"/>
                  </a:lnTo>
                  <a:lnTo>
                    <a:pt x="9" y="68"/>
                  </a:lnTo>
                  <a:lnTo>
                    <a:pt x="9" y="68"/>
                  </a:lnTo>
                  <a:lnTo>
                    <a:pt x="9" y="68"/>
                  </a:lnTo>
                  <a:lnTo>
                    <a:pt x="8" y="68"/>
                  </a:lnTo>
                  <a:lnTo>
                    <a:pt x="8" y="68"/>
                  </a:lnTo>
                  <a:lnTo>
                    <a:pt x="8" y="68"/>
                  </a:lnTo>
                  <a:lnTo>
                    <a:pt x="8" y="68"/>
                  </a:lnTo>
                  <a:lnTo>
                    <a:pt x="8" y="68"/>
                  </a:lnTo>
                  <a:lnTo>
                    <a:pt x="8" y="68"/>
                  </a:lnTo>
                  <a:lnTo>
                    <a:pt x="8" y="68"/>
                  </a:lnTo>
                  <a:lnTo>
                    <a:pt x="8" y="67"/>
                  </a:lnTo>
                  <a:lnTo>
                    <a:pt x="8" y="67"/>
                  </a:lnTo>
                  <a:lnTo>
                    <a:pt x="8" y="67"/>
                  </a:lnTo>
                  <a:lnTo>
                    <a:pt x="8" y="67"/>
                  </a:lnTo>
                  <a:lnTo>
                    <a:pt x="10" y="64"/>
                  </a:lnTo>
                  <a:lnTo>
                    <a:pt x="10" y="64"/>
                  </a:lnTo>
                  <a:lnTo>
                    <a:pt x="10" y="64"/>
                  </a:lnTo>
                  <a:lnTo>
                    <a:pt x="10" y="64"/>
                  </a:lnTo>
                  <a:lnTo>
                    <a:pt x="12" y="62"/>
                  </a:lnTo>
                  <a:lnTo>
                    <a:pt x="12" y="62"/>
                  </a:lnTo>
                  <a:lnTo>
                    <a:pt x="12" y="62"/>
                  </a:lnTo>
                  <a:lnTo>
                    <a:pt x="12" y="62"/>
                  </a:lnTo>
                  <a:lnTo>
                    <a:pt x="14" y="60"/>
                  </a:lnTo>
                  <a:lnTo>
                    <a:pt x="14" y="61"/>
                  </a:lnTo>
                  <a:lnTo>
                    <a:pt x="14" y="61"/>
                  </a:lnTo>
                  <a:lnTo>
                    <a:pt x="14" y="61"/>
                  </a:lnTo>
                  <a:lnTo>
                    <a:pt x="15" y="61"/>
                  </a:lnTo>
                  <a:lnTo>
                    <a:pt x="15" y="61"/>
                  </a:lnTo>
                  <a:lnTo>
                    <a:pt x="15" y="61"/>
                  </a:lnTo>
                  <a:lnTo>
                    <a:pt x="15" y="61"/>
                  </a:lnTo>
                  <a:lnTo>
                    <a:pt x="17" y="61"/>
                  </a:lnTo>
                  <a:lnTo>
                    <a:pt x="17" y="61"/>
                  </a:lnTo>
                  <a:lnTo>
                    <a:pt x="17" y="61"/>
                  </a:lnTo>
                  <a:lnTo>
                    <a:pt x="17" y="61"/>
                  </a:lnTo>
                  <a:lnTo>
                    <a:pt x="19" y="61"/>
                  </a:lnTo>
                  <a:lnTo>
                    <a:pt x="19" y="61"/>
                  </a:lnTo>
                  <a:lnTo>
                    <a:pt x="19" y="61"/>
                  </a:lnTo>
                  <a:lnTo>
                    <a:pt x="19" y="61"/>
                  </a:lnTo>
                  <a:lnTo>
                    <a:pt x="20" y="60"/>
                  </a:lnTo>
                  <a:lnTo>
                    <a:pt x="19" y="60"/>
                  </a:lnTo>
                  <a:lnTo>
                    <a:pt x="19" y="60"/>
                  </a:lnTo>
                  <a:lnTo>
                    <a:pt x="19" y="60"/>
                  </a:lnTo>
                  <a:lnTo>
                    <a:pt x="19" y="59"/>
                  </a:lnTo>
                  <a:lnTo>
                    <a:pt x="18" y="59"/>
                  </a:lnTo>
                  <a:lnTo>
                    <a:pt x="18" y="59"/>
                  </a:lnTo>
                  <a:lnTo>
                    <a:pt x="18" y="59"/>
                  </a:lnTo>
                  <a:lnTo>
                    <a:pt x="18" y="57"/>
                  </a:lnTo>
                  <a:lnTo>
                    <a:pt x="16" y="57"/>
                  </a:lnTo>
                  <a:lnTo>
                    <a:pt x="16" y="57"/>
                  </a:lnTo>
                  <a:lnTo>
                    <a:pt x="16" y="57"/>
                  </a:lnTo>
                  <a:lnTo>
                    <a:pt x="16" y="56"/>
                  </a:lnTo>
                  <a:lnTo>
                    <a:pt x="15" y="56"/>
                  </a:lnTo>
                  <a:lnTo>
                    <a:pt x="15" y="56"/>
                  </a:lnTo>
                  <a:lnTo>
                    <a:pt x="15" y="56"/>
                  </a:lnTo>
                  <a:lnTo>
                    <a:pt x="15" y="54"/>
                  </a:lnTo>
                  <a:lnTo>
                    <a:pt x="13" y="54"/>
                  </a:lnTo>
                  <a:lnTo>
                    <a:pt x="13" y="54"/>
                  </a:lnTo>
                  <a:lnTo>
                    <a:pt x="13" y="54"/>
                  </a:lnTo>
                  <a:lnTo>
                    <a:pt x="13" y="54"/>
                  </a:lnTo>
                  <a:lnTo>
                    <a:pt x="11" y="54"/>
                  </a:lnTo>
                  <a:lnTo>
                    <a:pt x="11" y="54"/>
                  </a:lnTo>
                  <a:lnTo>
                    <a:pt x="11" y="54"/>
                  </a:lnTo>
                  <a:lnTo>
                    <a:pt x="11" y="52"/>
                  </a:lnTo>
                  <a:lnTo>
                    <a:pt x="9" y="52"/>
                  </a:lnTo>
                  <a:lnTo>
                    <a:pt x="9" y="52"/>
                  </a:lnTo>
                  <a:lnTo>
                    <a:pt x="8" y="52"/>
                  </a:lnTo>
                  <a:lnTo>
                    <a:pt x="8" y="50"/>
                  </a:lnTo>
                  <a:lnTo>
                    <a:pt x="6" y="50"/>
                  </a:lnTo>
                  <a:lnTo>
                    <a:pt x="6" y="50"/>
                  </a:lnTo>
                  <a:lnTo>
                    <a:pt x="6" y="50"/>
                  </a:lnTo>
                  <a:lnTo>
                    <a:pt x="6" y="48"/>
                  </a:lnTo>
                  <a:lnTo>
                    <a:pt x="5" y="48"/>
                  </a:lnTo>
                  <a:lnTo>
                    <a:pt x="5" y="48"/>
                  </a:lnTo>
                  <a:lnTo>
                    <a:pt x="5" y="48"/>
                  </a:lnTo>
                  <a:lnTo>
                    <a:pt x="5" y="47"/>
                  </a:lnTo>
                  <a:lnTo>
                    <a:pt x="5" y="47"/>
                  </a:lnTo>
                  <a:lnTo>
                    <a:pt x="5" y="47"/>
                  </a:lnTo>
                  <a:lnTo>
                    <a:pt x="5" y="47"/>
                  </a:lnTo>
                  <a:lnTo>
                    <a:pt x="5" y="45"/>
                  </a:lnTo>
                  <a:lnTo>
                    <a:pt x="5" y="45"/>
                  </a:lnTo>
                  <a:lnTo>
                    <a:pt x="5" y="45"/>
                  </a:lnTo>
                  <a:lnTo>
                    <a:pt x="5" y="45"/>
                  </a:lnTo>
                  <a:lnTo>
                    <a:pt x="5" y="43"/>
                  </a:lnTo>
                  <a:lnTo>
                    <a:pt x="5" y="43"/>
                  </a:lnTo>
                  <a:lnTo>
                    <a:pt x="5" y="42"/>
                  </a:lnTo>
                  <a:lnTo>
                    <a:pt x="5" y="42"/>
                  </a:lnTo>
                  <a:lnTo>
                    <a:pt x="6" y="41"/>
                  </a:lnTo>
                  <a:lnTo>
                    <a:pt x="6" y="41"/>
                  </a:lnTo>
                  <a:lnTo>
                    <a:pt x="6" y="41"/>
                  </a:lnTo>
                  <a:lnTo>
                    <a:pt x="6" y="41"/>
                  </a:lnTo>
                  <a:lnTo>
                    <a:pt x="6" y="41"/>
                  </a:lnTo>
                  <a:lnTo>
                    <a:pt x="6" y="41"/>
                  </a:lnTo>
                  <a:lnTo>
                    <a:pt x="6" y="41"/>
                  </a:lnTo>
                  <a:lnTo>
                    <a:pt x="6" y="41"/>
                  </a:lnTo>
                  <a:lnTo>
                    <a:pt x="7" y="40"/>
                  </a:lnTo>
                  <a:lnTo>
                    <a:pt x="7" y="40"/>
                  </a:lnTo>
                  <a:lnTo>
                    <a:pt x="7" y="40"/>
                  </a:lnTo>
                  <a:lnTo>
                    <a:pt x="7" y="40"/>
                  </a:lnTo>
                  <a:lnTo>
                    <a:pt x="8" y="39"/>
                  </a:lnTo>
                  <a:lnTo>
                    <a:pt x="8" y="39"/>
                  </a:lnTo>
                  <a:lnTo>
                    <a:pt x="8" y="39"/>
                  </a:lnTo>
                  <a:lnTo>
                    <a:pt x="8" y="39"/>
                  </a:lnTo>
                  <a:lnTo>
                    <a:pt x="9" y="37"/>
                  </a:lnTo>
                  <a:lnTo>
                    <a:pt x="8" y="37"/>
                  </a:lnTo>
                  <a:lnTo>
                    <a:pt x="8" y="37"/>
                  </a:lnTo>
                  <a:lnTo>
                    <a:pt x="8" y="37"/>
                  </a:lnTo>
                  <a:lnTo>
                    <a:pt x="8" y="37"/>
                  </a:lnTo>
                  <a:lnTo>
                    <a:pt x="8" y="37"/>
                  </a:lnTo>
                  <a:lnTo>
                    <a:pt x="8" y="37"/>
                  </a:lnTo>
                  <a:lnTo>
                    <a:pt x="8" y="37"/>
                  </a:lnTo>
                  <a:lnTo>
                    <a:pt x="8" y="35"/>
                  </a:lnTo>
                  <a:lnTo>
                    <a:pt x="7" y="35"/>
                  </a:lnTo>
                  <a:lnTo>
                    <a:pt x="7" y="35"/>
                  </a:lnTo>
                  <a:lnTo>
                    <a:pt x="7" y="35"/>
                  </a:lnTo>
                  <a:lnTo>
                    <a:pt x="7" y="35"/>
                  </a:lnTo>
                  <a:lnTo>
                    <a:pt x="7" y="35"/>
                  </a:lnTo>
                  <a:lnTo>
                    <a:pt x="7" y="35"/>
                  </a:lnTo>
                  <a:lnTo>
                    <a:pt x="7" y="35"/>
                  </a:lnTo>
                  <a:lnTo>
                    <a:pt x="7" y="33"/>
                  </a:lnTo>
                  <a:lnTo>
                    <a:pt x="5" y="34"/>
                  </a:lnTo>
                  <a:lnTo>
                    <a:pt x="5" y="34"/>
                  </a:lnTo>
                  <a:lnTo>
                    <a:pt x="5" y="34"/>
                  </a:lnTo>
                  <a:lnTo>
                    <a:pt x="5" y="34"/>
                  </a:lnTo>
                  <a:lnTo>
                    <a:pt x="3" y="34"/>
                  </a:lnTo>
                  <a:lnTo>
                    <a:pt x="3" y="34"/>
                  </a:lnTo>
                  <a:lnTo>
                    <a:pt x="3" y="34"/>
                  </a:lnTo>
                  <a:lnTo>
                    <a:pt x="3" y="34"/>
                  </a:lnTo>
                  <a:lnTo>
                    <a:pt x="1" y="34"/>
                  </a:lnTo>
                  <a:lnTo>
                    <a:pt x="1" y="34"/>
                  </a:lnTo>
                  <a:lnTo>
                    <a:pt x="1" y="34"/>
                  </a:lnTo>
                  <a:lnTo>
                    <a:pt x="1" y="34"/>
                  </a:lnTo>
                  <a:lnTo>
                    <a:pt x="0" y="34"/>
                  </a:lnTo>
                  <a:lnTo>
                    <a:pt x="0" y="34"/>
                  </a:lnTo>
                  <a:lnTo>
                    <a:pt x="0" y="34"/>
                  </a:lnTo>
                  <a:lnTo>
                    <a:pt x="0" y="33"/>
                  </a:lnTo>
                  <a:lnTo>
                    <a:pt x="0" y="33"/>
                  </a:lnTo>
                  <a:lnTo>
                    <a:pt x="0" y="33"/>
                  </a:lnTo>
                  <a:lnTo>
                    <a:pt x="0" y="33"/>
                  </a:lnTo>
                  <a:lnTo>
                    <a:pt x="0" y="33"/>
                  </a:lnTo>
                  <a:lnTo>
                    <a:pt x="0" y="33"/>
                  </a:lnTo>
                  <a:lnTo>
                    <a:pt x="0" y="33"/>
                  </a:lnTo>
                  <a:lnTo>
                    <a:pt x="0" y="33"/>
                  </a:lnTo>
                  <a:lnTo>
                    <a:pt x="1" y="31"/>
                  </a:lnTo>
                  <a:lnTo>
                    <a:pt x="1" y="31"/>
                  </a:lnTo>
                  <a:lnTo>
                    <a:pt x="1" y="31"/>
                  </a:lnTo>
                  <a:lnTo>
                    <a:pt x="1" y="31"/>
                  </a:lnTo>
                  <a:lnTo>
                    <a:pt x="3" y="30"/>
                  </a:lnTo>
                  <a:lnTo>
                    <a:pt x="3" y="30"/>
                  </a:lnTo>
                  <a:lnTo>
                    <a:pt x="3" y="30"/>
                  </a:lnTo>
                  <a:lnTo>
                    <a:pt x="3" y="30"/>
                  </a:lnTo>
                  <a:lnTo>
                    <a:pt x="5" y="27"/>
                  </a:lnTo>
                  <a:lnTo>
                    <a:pt x="5" y="27"/>
                  </a:lnTo>
                  <a:lnTo>
                    <a:pt x="5" y="27"/>
                  </a:lnTo>
                  <a:lnTo>
                    <a:pt x="5" y="27"/>
                  </a:lnTo>
                  <a:lnTo>
                    <a:pt x="5" y="27"/>
                  </a:lnTo>
                  <a:lnTo>
                    <a:pt x="5" y="27"/>
                  </a:lnTo>
                  <a:lnTo>
                    <a:pt x="5" y="27"/>
                  </a:lnTo>
                  <a:lnTo>
                    <a:pt x="5" y="27"/>
                  </a:lnTo>
                  <a:lnTo>
                    <a:pt x="6" y="26"/>
                  </a:lnTo>
                  <a:lnTo>
                    <a:pt x="6" y="26"/>
                  </a:lnTo>
                  <a:lnTo>
                    <a:pt x="6" y="26"/>
                  </a:lnTo>
                  <a:lnTo>
                    <a:pt x="6" y="26"/>
                  </a:lnTo>
                  <a:lnTo>
                    <a:pt x="7" y="25"/>
                  </a:lnTo>
                  <a:lnTo>
                    <a:pt x="7" y="25"/>
                  </a:lnTo>
                  <a:lnTo>
                    <a:pt x="7" y="25"/>
                  </a:lnTo>
                  <a:lnTo>
                    <a:pt x="7" y="25"/>
                  </a:lnTo>
                  <a:lnTo>
                    <a:pt x="9" y="24"/>
                  </a:lnTo>
                  <a:lnTo>
                    <a:pt x="9" y="24"/>
                  </a:lnTo>
                  <a:lnTo>
                    <a:pt x="9" y="24"/>
                  </a:lnTo>
                  <a:lnTo>
                    <a:pt x="9" y="24"/>
                  </a:lnTo>
                  <a:lnTo>
                    <a:pt x="10" y="24"/>
                  </a:lnTo>
                  <a:lnTo>
                    <a:pt x="10" y="24"/>
                  </a:lnTo>
                  <a:lnTo>
                    <a:pt x="10" y="24"/>
                  </a:lnTo>
                  <a:lnTo>
                    <a:pt x="10" y="24"/>
                  </a:lnTo>
                  <a:lnTo>
                    <a:pt x="12" y="23"/>
                  </a:lnTo>
                  <a:lnTo>
                    <a:pt x="12" y="23"/>
                  </a:lnTo>
                  <a:lnTo>
                    <a:pt x="12" y="23"/>
                  </a:lnTo>
                  <a:lnTo>
                    <a:pt x="12" y="23"/>
                  </a:lnTo>
                  <a:lnTo>
                    <a:pt x="13" y="22"/>
                  </a:lnTo>
                  <a:lnTo>
                    <a:pt x="13" y="22"/>
                  </a:lnTo>
                  <a:lnTo>
                    <a:pt x="13" y="22"/>
                  </a:lnTo>
                  <a:lnTo>
                    <a:pt x="13" y="22"/>
                  </a:lnTo>
                  <a:lnTo>
                    <a:pt x="14" y="20"/>
                  </a:lnTo>
                  <a:lnTo>
                    <a:pt x="12" y="20"/>
                  </a:lnTo>
                  <a:lnTo>
                    <a:pt x="12" y="22"/>
                  </a:lnTo>
                  <a:lnTo>
                    <a:pt x="13" y="22"/>
                  </a:lnTo>
                  <a:lnTo>
                    <a:pt x="13" y="22"/>
                  </a:lnTo>
                  <a:lnTo>
                    <a:pt x="15" y="22"/>
                  </a:lnTo>
                  <a:lnTo>
                    <a:pt x="15" y="22"/>
                  </a:lnTo>
                  <a:lnTo>
                    <a:pt x="17" y="22"/>
                  </a:lnTo>
                  <a:lnTo>
                    <a:pt x="17" y="22"/>
                  </a:lnTo>
                  <a:lnTo>
                    <a:pt x="19" y="22"/>
                  </a:lnTo>
                  <a:lnTo>
                    <a:pt x="19" y="23"/>
                  </a:lnTo>
                  <a:lnTo>
                    <a:pt x="21" y="23"/>
                  </a:lnTo>
                  <a:lnTo>
                    <a:pt x="21" y="23"/>
                  </a:lnTo>
                  <a:lnTo>
                    <a:pt x="22" y="23"/>
                  </a:lnTo>
                  <a:lnTo>
                    <a:pt x="22" y="23"/>
                  </a:lnTo>
                  <a:lnTo>
                    <a:pt x="25" y="23"/>
                  </a:lnTo>
                  <a:lnTo>
                    <a:pt x="25" y="23"/>
                  </a:lnTo>
                  <a:lnTo>
                    <a:pt x="27" y="23"/>
                  </a:lnTo>
                  <a:lnTo>
                    <a:pt x="27" y="24"/>
                  </a:lnTo>
                  <a:lnTo>
                    <a:pt x="27" y="24"/>
                  </a:lnTo>
                  <a:lnTo>
                    <a:pt x="27" y="24"/>
                  </a:lnTo>
                  <a:lnTo>
                    <a:pt x="29" y="24"/>
                  </a:lnTo>
                  <a:lnTo>
                    <a:pt x="29" y="24"/>
                  </a:lnTo>
                  <a:lnTo>
                    <a:pt x="31" y="24"/>
                  </a:lnTo>
                  <a:lnTo>
                    <a:pt x="31" y="24"/>
                  </a:lnTo>
                  <a:lnTo>
                    <a:pt x="33" y="24"/>
                  </a:lnTo>
                  <a:lnTo>
                    <a:pt x="33" y="24"/>
                  </a:lnTo>
                  <a:lnTo>
                    <a:pt x="35" y="24"/>
                  </a:lnTo>
                  <a:lnTo>
                    <a:pt x="35" y="24"/>
                  </a:lnTo>
                  <a:lnTo>
                    <a:pt x="37" y="24"/>
                  </a:lnTo>
                  <a:lnTo>
                    <a:pt x="37" y="24"/>
                  </a:lnTo>
                  <a:lnTo>
                    <a:pt x="39" y="24"/>
                  </a:lnTo>
                  <a:lnTo>
                    <a:pt x="39" y="24"/>
                  </a:lnTo>
                  <a:lnTo>
                    <a:pt x="41" y="24"/>
                  </a:lnTo>
                  <a:lnTo>
                    <a:pt x="41" y="24"/>
                  </a:lnTo>
                  <a:lnTo>
                    <a:pt x="41" y="24"/>
                  </a:lnTo>
                  <a:lnTo>
                    <a:pt x="41" y="24"/>
                  </a:lnTo>
                  <a:lnTo>
                    <a:pt x="42" y="23"/>
                  </a:lnTo>
                  <a:lnTo>
                    <a:pt x="42" y="23"/>
                  </a:lnTo>
                  <a:lnTo>
                    <a:pt x="42" y="20"/>
                  </a:lnTo>
                  <a:lnTo>
                    <a:pt x="42" y="20"/>
                  </a:lnTo>
                  <a:lnTo>
                    <a:pt x="44" y="18"/>
                  </a:lnTo>
                  <a:lnTo>
                    <a:pt x="44" y="18"/>
                  </a:lnTo>
                  <a:lnTo>
                    <a:pt x="44" y="17"/>
                  </a:lnTo>
                  <a:lnTo>
                    <a:pt x="44" y="17"/>
                  </a:lnTo>
                  <a:lnTo>
                    <a:pt x="46" y="15"/>
                  </a:lnTo>
                  <a:lnTo>
                    <a:pt x="46" y="15"/>
                  </a:lnTo>
                  <a:lnTo>
                    <a:pt x="48" y="14"/>
                  </a:lnTo>
                  <a:lnTo>
                    <a:pt x="48" y="14"/>
                  </a:lnTo>
                  <a:lnTo>
                    <a:pt x="50" y="12"/>
                  </a:lnTo>
                  <a:lnTo>
                    <a:pt x="50" y="13"/>
                  </a:lnTo>
                  <a:lnTo>
                    <a:pt x="50" y="13"/>
                  </a:lnTo>
                  <a:lnTo>
                    <a:pt x="50" y="13"/>
                  </a:lnTo>
                  <a:lnTo>
                    <a:pt x="52" y="13"/>
                  </a:lnTo>
                  <a:lnTo>
                    <a:pt x="52" y="13"/>
                  </a:lnTo>
                  <a:lnTo>
                    <a:pt x="54" y="13"/>
                  </a:lnTo>
                  <a:lnTo>
                    <a:pt x="56" y="13"/>
                  </a:lnTo>
                  <a:lnTo>
                    <a:pt x="58" y="13"/>
                  </a:lnTo>
                  <a:lnTo>
                    <a:pt x="58" y="13"/>
                  </a:lnTo>
                  <a:lnTo>
                    <a:pt x="60" y="13"/>
                  </a:lnTo>
                  <a:lnTo>
                    <a:pt x="61" y="13"/>
                  </a:lnTo>
                  <a:lnTo>
                    <a:pt x="64" y="13"/>
                  </a:lnTo>
                  <a:lnTo>
                    <a:pt x="64" y="13"/>
                  </a:lnTo>
                  <a:lnTo>
                    <a:pt x="65" y="13"/>
                  </a:lnTo>
                  <a:lnTo>
                    <a:pt x="66" y="13"/>
                  </a:lnTo>
                  <a:lnTo>
                    <a:pt x="68" y="11"/>
                  </a:lnTo>
                  <a:lnTo>
                    <a:pt x="68" y="11"/>
                  </a:lnTo>
                  <a:lnTo>
                    <a:pt x="68" y="11"/>
                  </a:lnTo>
                  <a:lnTo>
                    <a:pt x="68" y="11"/>
                  </a:lnTo>
                  <a:lnTo>
                    <a:pt x="68" y="11"/>
                  </a:lnTo>
                  <a:lnTo>
                    <a:pt x="68" y="11"/>
                  </a:lnTo>
                  <a:lnTo>
                    <a:pt x="68" y="11"/>
                  </a:lnTo>
                  <a:lnTo>
                    <a:pt x="68" y="11"/>
                  </a:lnTo>
                  <a:lnTo>
                    <a:pt x="68" y="10"/>
                  </a:lnTo>
                  <a:lnTo>
                    <a:pt x="68" y="10"/>
                  </a:lnTo>
                  <a:lnTo>
                    <a:pt x="68" y="10"/>
                  </a:lnTo>
                  <a:lnTo>
                    <a:pt x="68" y="10"/>
                  </a:lnTo>
                  <a:lnTo>
                    <a:pt x="69" y="10"/>
                  </a:lnTo>
                  <a:lnTo>
                    <a:pt x="69" y="10"/>
                  </a:lnTo>
                  <a:lnTo>
                    <a:pt x="69" y="10"/>
                  </a:lnTo>
                  <a:lnTo>
                    <a:pt x="69" y="10"/>
                  </a:lnTo>
                  <a:lnTo>
                    <a:pt x="71" y="8"/>
                  </a:lnTo>
                  <a:lnTo>
                    <a:pt x="71" y="9"/>
                  </a:lnTo>
                  <a:lnTo>
                    <a:pt x="71" y="9"/>
                  </a:lnTo>
                  <a:lnTo>
                    <a:pt x="71" y="9"/>
                  </a:lnTo>
                  <a:lnTo>
                    <a:pt x="72" y="9"/>
                  </a:lnTo>
                  <a:lnTo>
                    <a:pt x="72" y="9"/>
                  </a:lnTo>
                  <a:lnTo>
                    <a:pt x="73" y="9"/>
                  </a:lnTo>
                  <a:lnTo>
                    <a:pt x="73" y="9"/>
                  </a:lnTo>
                  <a:lnTo>
                    <a:pt x="75" y="9"/>
                  </a:lnTo>
                  <a:lnTo>
                    <a:pt x="75" y="9"/>
                  </a:lnTo>
                  <a:lnTo>
                    <a:pt x="76" y="9"/>
                  </a:lnTo>
                  <a:lnTo>
                    <a:pt x="76" y="9"/>
                  </a:lnTo>
                  <a:lnTo>
                    <a:pt x="78" y="9"/>
                  </a:lnTo>
                  <a:lnTo>
                    <a:pt x="78" y="9"/>
                  </a:lnTo>
                  <a:lnTo>
                    <a:pt x="78" y="9"/>
                  </a:lnTo>
                  <a:lnTo>
                    <a:pt x="78" y="9"/>
                  </a:lnTo>
                  <a:lnTo>
                    <a:pt x="80" y="8"/>
                  </a:lnTo>
                  <a:lnTo>
                    <a:pt x="80" y="8"/>
                  </a:lnTo>
                  <a:lnTo>
                    <a:pt x="80" y="8"/>
                  </a:lnTo>
                  <a:lnTo>
                    <a:pt x="80" y="8"/>
                  </a:lnTo>
                  <a:lnTo>
                    <a:pt x="80" y="7"/>
                  </a:lnTo>
                  <a:lnTo>
                    <a:pt x="80" y="7"/>
                  </a:lnTo>
                  <a:lnTo>
                    <a:pt x="80" y="6"/>
                  </a:lnTo>
                  <a:lnTo>
                    <a:pt x="80" y="6"/>
                  </a:lnTo>
                  <a:lnTo>
                    <a:pt x="81" y="3"/>
                  </a:lnTo>
                  <a:lnTo>
                    <a:pt x="81" y="3"/>
                  </a:lnTo>
                  <a:lnTo>
                    <a:pt x="81" y="3"/>
                  </a:lnTo>
                  <a:lnTo>
                    <a:pt x="81" y="3"/>
                  </a:lnTo>
                  <a:lnTo>
                    <a:pt x="81" y="2"/>
                  </a:lnTo>
                  <a:lnTo>
                    <a:pt x="81" y="2"/>
                  </a:lnTo>
                  <a:lnTo>
                    <a:pt x="81" y="1"/>
                  </a:lnTo>
                  <a:lnTo>
                    <a:pt x="81" y="1"/>
                  </a:lnTo>
                  <a:lnTo>
                    <a:pt x="82" y="0"/>
                  </a:lnTo>
                  <a:lnTo>
                    <a:pt x="82" y="0"/>
                  </a:lnTo>
                  <a:lnTo>
                    <a:pt x="82" y="0"/>
                  </a:lnTo>
                  <a:lnTo>
                    <a:pt x="82" y="0"/>
                  </a:lnTo>
                  <a:lnTo>
                    <a:pt x="83" y="0"/>
                  </a:lnTo>
                  <a:lnTo>
                    <a:pt x="83" y="0"/>
                  </a:lnTo>
                  <a:lnTo>
                    <a:pt x="83" y="0"/>
                  </a:lnTo>
                  <a:lnTo>
                    <a:pt x="83" y="0"/>
                  </a:lnTo>
                  <a:lnTo>
                    <a:pt x="85" y="0"/>
                  </a:lnTo>
                  <a:lnTo>
                    <a:pt x="85" y="2"/>
                  </a:lnTo>
                  <a:lnTo>
                    <a:pt x="85" y="2"/>
                  </a:lnTo>
                  <a:lnTo>
                    <a:pt x="85" y="2"/>
                  </a:lnTo>
                  <a:lnTo>
                    <a:pt x="87" y="2"/>
                  </a:lnTo>
                  <a:lnTo>
                    <a:pt x="87" y="2"/>
                  </a:lnTo>
                  <a:lnTo>
                    <a:pt x="88" y="2"/>
                  </a:lnTo>
                  <a:lnTo>
                    <a:pt x="88" y="2"/>
                  </a:lnTo>
                  <a:lnTo>
                    <a:pt x="90" y="2"/>
                  </a:lnTo>
                  <a:lnTo>
                    <a:pt x="90" y="4"/>
                  </a:lnTo>
                  <a:lnTo>
                    <a:pt x="91" y="4"/>
                  </a:lnTo>
                  <a:lnTo>
                    <a:pt x="91" y="6"/>
                  </a:lnTo>
                  <a:lnTo>
                    <a:pt x="93" y="6"/>
                  </a:lnTo>
                  <a:lnTo>
                    <a:pt x="93" y="8"/>
                  </a:lnTo>
                  <a:lnTo>
                    <a:pt x="93" y="8"/>
                  </a:lnTo>
                  <a:lnTo>
                    <a:pt x="93" y="9"/>
                  </a:lnTo>
                  <a:lnTo>
                    <a:pt x="94" y="9"/>
                  </a:lnTo>
                  <a:lnTo>
                    <a:pt x="94" y="11"/>
                  </a:lnTo>
                  <a:lnTo>
                    <a:pt x="94" y="11"/>
                  </a:lnTo>
                  <a:lnTo>
                    <a:pt x="94" y="13"/>
                  </a:lnTo>
                  <a:lnTo>
                    <a:pt x="95" y="13"/>
                  </a:lnTo>
                  <a:lnTo>
                    <a:pt x="95" y="14"/>
                  </a:lnTo>
                  <a:lnTo>
                    <a:pt x="95" y="14"/>
                  </a:lnTo>
                  <a:lnTo>
                    <a:pt x="95" y="14"/>
                  </a:lnTo>
                  <a:lnTo>
                    <a:pt x="96" y="14"/>
                  </a:lnTo>
                  <a:lnTo>
                    <a:pt x="96" y="14"/>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34" name=""/>
            <p:cNvSpPr/>
            <p:nvPr/>
          </p:nvSpPr>
          <p:spPr>
            <a:xfrm>
              <a:off x="8089920" y="6915240"/>
              <a:ext cx="17280" cy="28440"/>
            </a:xfrm>
            <a:custGeom>
              <a:avLst/>
              <a:gdLst/>
              <a:ahLst/>
              <a:rect l="l" t="t" r="r" b="b"/>
              <a:pathLst>
                <a:path w="11" h="18">
                  <a:moveTo>
                    <a:pt x="6" y="9"/>
                  </a:moveTo>
                  <a:lnTo>
                    <a:pt x="6" y="10"/>
                  </a:lnTo>
                  <a:lnTo>
                    <a:pt x="6" y="10"/>
                  </a:lnTo>
                  <a:lnTo>
                    <a:pt x="6" y="10"/>
                  </a:lnTo>
                  <a:lnTo>
                    <a:pt x="6" y="10"/>
                  </a:lnTo>
                  <a:lnTo>
                    <a:pt x="6" y="13"/>
                  </a:lnTo>
                  <a:lnTo>
                    <a:pt x="6" y="13"/>
                  </a:lnTo>
                  <a:lnTo>
                    <a:pt x="6" y="13"/>
                  </a:lnTo>
                  <a:lnTo>
                    <a:pt x="6" y="13"/>
                  </a:lnTo>
                  <a:lnTo>
                    <a:pt x="6" y="15"/>
                  </a:lnTo>
                  <a:lnTo>
                    <a:pt x="6" y="15"/>
                  </a:lnTo>
                  <a:lnTo>
                    <a:pt x="6" y="16"/>
                  </a:lnTo>
                  <a:lnTo>
                    <a:pt x="7" y="16"/>
                  </a:lnTo>
                  <a:lnTo>
                    <a:pt x="7" y="17"/>
                  </a:lnTo>
                  <a:lnTo>
                    <a:pt x="7" y="17"/>
                  </a:lnTo>
                  <a:lnTo>
                    <a:pt x="7" y="17"/>
                  </a:lnTo>
                  <a:lnTo>
                    <a:pt x="9" y="16"/>
                  </a:lnTo>
                  <a:lnTo>
                    <a:pt x="9" y="16"/>
                  </a:lnTo>
                  <a:lnTo>
                    <a:pt x="9" y="16"/>
                  </a:lnTo>
                  <a:lnTo>
                    <a:pt x="9" y="16"/>
                  </a:lnTo>
                  <a:lnTo>
                    <a:pt x="9" y="16"/>
                  </a:lnTo>
                  <a:lnTo>
                    <a:pt x="9" y="16"/>
                  </a:lnTo>
                  <a:lnTo>
                    <a:pt x="9" y="16"/>
                  </a:lnTo>
                  <a:lnTo>
                    <a:pt x="9" y="16"/>
                  </a:lnTo>
                  <a:lnTo>
                    <a:pt x="9" y="15"/>
                  </a:lnTo>
                  <a:lnTo>
                    <a:pt x="9" y="15"/>
                  </a:lnTo>
                  <a:lnTo>
                    <a:pt x="9" y="15"/>
                  </a:lnTo>
                  <a:lnTo>
                    <a:pt x="9" y="15"/>
                  </a:lnTo>
                  <a:lnTo>
                    <a:pt x="9" y="13"/>
                  </a:lnTo>
                  <a:lnTo>
                    <a:pt x="9" y="13"/>
                  </a:lnTo>
                  <a:lnTo>
                    <a:pt x="9" y="12"/>
                  </a:lnTo>
                  <a:lnTo>
                    <a:pt x="9" y="12"/>
                  </a:lnTo>
                  <a:lnTo>
                    <a:pt x="10" y="10"/>
                  </a:lnTo>
                  <a:lnTo>
                    <a:pt x="8" y="10"/>
                  </a:lnTo>
                  <a:lnTo>
                    <a:pt x="8" y="10"/>
                  </a:lnTo>
                  <a:lnTo>
                    <a:pt x="8" y="10"/>
                  </a:lnTo>
                  <a:lnTo>
                    <a:pt x="8" y="9"/>
                  </a:lnTo>
                  <a:lnTo>
                    <a:pt x="6" y="9"/>
                  </a:lnTo>
                  <a:lnTo>
                    <a:pt x="6" y="7"/>
                  </a:lnTo>
                  <a:lnTo>
                    <a:pt x="6" y="7"/>
                  </a:lnTo>
                  <a:lnTo>
                    <a:pt x="6" y="5"/>
                  </a:lnTo>
                  <a:lnTo>
                    <a:pt x="4" y="5"/>
                  </a:lnTo>
                  <a:lnTo>
                    <a:pt x="4" y="3"/>
                  </a:lnTo>
                  <a:lnTo>
                    <a:pt x="4" y="3"/>
                  </a:lnTo>
                  <a:lnTo>
                    <a:pt x="4" y="1"/>
                  </a:lnTo>
                  <a:lnTo>
                    <a:pt x="3" y="1"/>
                  </a:lnTo>
                  <a:lnTo>
                    <a:pt x="3" y="1"/>
                  </a:lnTo>
                  <a:lnTo>
                    <a:pt x="3" y="1"/>
                  </a:lnTo>
                  <a:lnTo>
                    <a:pt x="3" y="0"/>
                  </a:lnTo>
                  <a:lnTo>
                    <a:pt x="2" y="0"/>
                  </a:lnTo>
                  <a:lnTo>
                    <a:pt x="2" y="0"/>
                  </a:lnTo>
                  <a:lnTo>
                    <a:pt x="2" y="0"/>
                  </a:lnTo>
                  <a:lnTo>
                    <a:pt x="2" y="0"/>
                  </a:lnTo>
                  <a:lnTo>
                    <a:pt x="0" y="2"/>
                  </a:lnTo>
                  <a:lnTo>
                    <a:pt x="0" y="2"/>
                  </a:lnTo>
                  <a:lnTo>
                    <a:pt x="0" y="3"/>
                  </a:lnTo>
                  <a:lnTo>
                    <a:pt x="0" y="3"/>
                  </a:lnTo>
                  <a:lnTo>
                    <a:pt x="0" y="5"/>
                  </a:lnTo>
                  <a:lnTo>
                    <a:pt x="0" y="5"/>
                  </a:lnTo>
                  <a:lnTo>
                    <a:pt x="0" y="7"/>
                  </a:lnTo>
                  <a:lnTo>
                    <a:pt x="0" y="7"/>
                  </a:lnTo>
                  <a:lnTo>
                    <a:pt x="0" y="9"/>
                  </a:lnTo>
                  <a:lnTo>
                    <a:pt x="2" y="9"/>
                  </a:lnTo>
                  <a:lnTo>
                    <a:pt x="3" y="9"/>
                  </a:lnTo>
                  <a:lnTo>
                    <a:pt x="6" y="9"/>
                  </a:lnTo>
                  <a:lnTo>
                    <a:pt x="6" y="9"/>
                  </a:lnTo>
                </a:path>
              </a:pathLst>
            </a:custGeom>
            <a:solidFill>
              <a:srgbClr val="a1009f"/>
            </a:solidFill>
            <a:ln w="18360">
              <a:solidFill>
                <a:srgbClr val="000000"/>
              </a:solidFill>
              <a:round/>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735" name=""/>
            <p:cNvSpPr/>
            <p:nvPr/>
          </p:nvSpPr>
          <p:spPr>
            <a:xfrm>
              <a:off x="8099280" y="6908760"/>
              <a:ext cx="20880" cy="12600"/>
            </a:xfrm>
            <a:custGeom>
              <a:avLst/>
              <a:gdLst/>
              <a:ahLst/>
              <a:rect l="l" t="t" r="r" b="b"/>
              <a:pathLst>
                <a:path w="13" h="8">
                  <a:moveTo>
                    <a:pt x="3" y="4"/>
                  </a:moveTo>
                  <a:lnTo>
                    <a:pt x="3" y="5"/>
                  </a:lnTo>
                  <a:lnTo>
                    <a:pt x="3" y="5"/>
                  </a:lnTo>
                  <a:lnTo>
                    <a:pt x="3" y="5"/>
                  </a:lnTo>
                  <a:lnTo>
                    <a:pt x="3" y="5"/>
                  </a:lnTo>
                  <a:lnTo>
                    <a:pt x="3" y="5"/>
                  </a:lnTo>
                  <a:lnTo>
                    <a:pt x="3" y="5"/>
                  </a:lnTo>
                  <a:lnTo>
                    <a:pt x="3" y="5"/>
                  </a:lnTo>
                  <a:lnTo>
                    <a:pt x="3" y="5"/>
                  </a:lnTo>
                  <a:lnTo>
                    <a:pt x="3" y="7"/>
                  </a:lnTo>
                  <a:lnTo>
                    <a:pt x="3" y="7"/>
                  </a:lnTo>
                  <a:lnTo>
                    <a:pt x="3" y="7"/>
                  </a:lnTo>
                  <a:lnTo>
                    <a:pt x="3" y="7"/>
                  </a:lnTo>
                  <a:lnTo>
                    <a:pt x="3" y="7"/>
                  </a:lnTo>
                  <a:lnTo>
                    <a:pt x="3" y="7"/>
                  </a:lnTo>
                  <a:lnTo>
                    <a:pt x="3" y="7"/>
                  </a:lnTo>
                  <a:lnTo>
                    <a:pt x="5" y="7"/>
                  </a:lnTo>
                  <a:lnTo>
                    <a:pt x="5" y="7"/>
                  </a:lnTo>
                  <a:lnTo>
                    <a:pt x="5" y="7"/>
                  </a:lnTo>
                  <a:lnTo>
                    <a:pt x="5" y="7"/>
                  </a:lnTo>
                  <a:lnTo>
                    <a:pt x="5" y="7"/>
                  </a:lnTo>
                  <a:lnTo>
                    <a:pt x="5" y="7"/>
                  </a:lnTo>
                  <a:lnTo>
                    <a:pt x="5" y="7"/>
                  </a:lnTo>
                  <a:lnTo>
                    <a:pt x="5" y="7"/>
                  </a:lnTo>
                  <a:lnTo>
                    <a:pt x="6" y="7"/>
                  </a:lnTo>
                  <a:lnTo>
                    <a:pt x="6" y="7"/>
                  </a:lnTo>
                  <a:lnTo>
                    <a:pt x="6" y="7"/>
                  </a:lnTo>
                  <a:lnTo>
                    <a:pt x="6" y="7"/>
                  </a:lnTo>
                  <a:lnTo>
                    <a:pt x="6" y="7"/>
                  </a:lnTo>
                  <a:lnTo>
                    <a:pt x="6" y="7"/>
                  </a:lnTo>
                  <a:lnTo>
                    <a:pt x="6" y="7"/>
                  </a:lnTo>
                  <a:lnTo>
                    <a:pt x="6" y="7"/>
                  </a:lnTo>
                  <a:lnTo>
                    <a:pt x="7" y="7"/>
                  </a:lnTo>
                  <a:lnTo>
                    <a:pt x="7" y="7"/>
                  </a:lnTo>
                  <a:lnTo>
                    <a:pt x="7" y="7"/>
                  </a:lnTo>
                  <a:lnTo>
                    <a:pt x="7" y="7"/>
                  </a:lnTo>
                  <a:lnTo>
                    <a:pt x="8" y="7"/>
                  </a:lnTo>
                  <a:lnTo>
                    <a:pt x="8" y="7"/>
                  </a:lnTo>
                  <a:lnTo>
                    <a:pt x="8" y="7"/>
                  </a:lnTo>
                  <a:lnTo>
                    <a:pt x="8" y="7"/>
                  </a:lnTo>
                  <a:lnTo>
                    <a:pt x="10" y="7"/>
                  </a:lnTo>
                  <a:lnTo>
                    <a:pt x="10" y="7"/>
                  </a:lnTo>
                  <a:lnTo>
                    <a:pt x="10" y="7"/>
                  </a:lnTo>
                  <a:lnTo>
                    <a:pt x="10" y="7"/>
                  </a:lnTo>
                  <a:lnTo>
                    <a:pt x="11" y="7"/>
                  </a:lnTo>
                  <a:lnTo>
                    <a:pt x="11" y="7"/>
                  </a:lnTo>
                  <a:lnTo>
                    <a:pt x="11" y="7"/>
                  </a:lnTo>
                  <a:lnTo>
                    <a:pt x="11" y="7"/>
                  </a:lnTo>
                  <a:lnTo>
                    <a:pt x="12" y="7"/>
                  </a:lnTo>
                  <a:lnTo>
                    <a:pt x="12" y="7"/>
                  </a:lnTo>
                  <a:lnTo>
                    <a:pt x="12" y="7"/>
                  </a:lnTo>
                  <a:lnTo>
                    <a:pt x="12" y="7"/>
                  </a:lnTo>
                  <a:lnTo>
                    <a:pt x="12" y="7"/>
                  </a:lnTo>
                  <a:lnTo>
                    <a:pt x="12" y="7"/>
                  </a:lnTo>
                  <a:lnTo>
                    <a:pt x="12" y="7"/>
                  </a:lnTo>
                  <a:lnTo>
                    <a:pt x="12" y="7"/>
                  </a:lnTo>
                  <a:lnTo>
                    <a:pt x="12" y="5"/>
                  </a:lnTo>
                  <a:lnTo>
                    <a:pt x="10" y="5"/>
                  </a:lnTo>
                  <a:lnTo>
                    <a:pt x="10" y="5"/>
                  </a:lnTo>
                  <a:lnTo>
                    <a:pt x="10" y="5"/>
                  </a:lnTo>
                  <a:lnTo>
                    <a:pt x="10" y="5"/>
                  </a:lnTo>
                  <a:lnTo>
                    <a:pt x="10" y="5"/>
                  </a:lnTo>
                  <a:lnTo>
                    <a:pt x="10" y="5"/>
                  </a:lnTo>
                  <a:lnTo>
                    <a:pt x="10" y="5"/>
                  </a:lnTo>
                  <a:lnTo>
                    <a:pt x="10" y="4"/>
                  </a:lnTo>
                  <a:lnTo>
                    <a:pt x="9" y="4"/>
                  </a:lnTo>
                  <a:lnTo>
                    <a:pt x="9" y="4"/>
                  </a:lnTo>
                  <a:lnTo>
                    <a:pt x="9" y="4"/>
                  </a:lnTo>
                  <a:lnTo>
                    <a:pt x="9" y="4"/>
                  </a:lnTo>
                  <a:lnTo>
                    <a:pt x="7" y="4"/>
                  </a:lnTo>
                  <a:lnTo>
                    <a:pt x="7" y="4"/>
                  </a:lnTo>
                  <a:lnTo>
                    <a:pt x="7" y="4"/>
                  </a:lnTo>
                  <a:lnTo>
                    <a:pt x="7" y="2"/>
                  </a:lnTo>
                  <a:lnTo>
                    <a:pt x="5" y="2"/>
                  </a:lnTo>
                  <a:lnTo>
                    <a:pt x="5" y="2"/>
                  </a:lnTo>
                  <a:lnTo>
                    <a:pt x="5" y="2"/>
                  </a:lnTo>
                  <a:lnTo>
                    <a:pt x="5" y="2"/>
                  </a:lnTo>
                  <a:lnTo>
                    <a:pt x="5" y="2"/>
                  </a:lnTo>
                  <a:lnTo>
                    <a:pt x="5" y="2"/>
                  </a:lnTo>
                  <a:lnTo>
                    <a:pt x="5" y="2"/>
                  </a:lnTo>
                  <a:lnTo>
                    <a:pt x="5" y="0"/>
                  </a:lnTo>
                  <a:lnTo>
                    <a:pt x="4" y="1"/>
                  </a:lnTo>
                  <a:lnTo>
                    <a:pt x="4" y="1"/>
                  </a:lnTo>
                  <a:lnTo>
                    <a:pt x="4" y="1"/>
                  </a:lnTo>
                  <a:lnTo>
                    <a:pt x="4" y="1"/>
                  </a:lnTo>
                  <a:lnTo>
                    <a:pt x="2" y="1"/>
                  </a:lnTo>
                  <a:lnTo>
                    <a:pt x="2" y="1"/>
                  </a:lnTo>
                  <a:lnTo>
                    <a:pt x="2" y="1"/>
                  </a:lnTo>
                  <a:lnTo>
                    <a:pt x="2" y="1"/>
                  </a:lnTo>
                  <a:lnTo>
                    <a:pt x="0" y="1"/>
                  </a:lnTo>
                  <a:lnTo>
                    <a:pt x="0" y="1"/>
                  </a:lnTo>
                  <a:lnTo>
                    <a:pt x="0" y="1"/>
                  </a:lnTo>
                  <a:lnTo>
                    <a:pt x="0" y="1"/>
                  </a:lnTo>
                  <a:lnTo>
                    <a:pt x="0" y="1"/>
                  </a:lnTo>
                  <a:lnTo>
                    <a:pt x="0" y="1"/>
                  </a:lnTo>
                  <a:lnTo>
                    <a:pt x="0" y="1"/>
                  </a:lnTo>
                  <a:lnTo>
                    <a:pt x="0" y="0"/>
                  </a:lnTo>
                  <a:lnTo>
                    <a:pt x="0" y="2"/>
                  </a:lnTo>
                  <a:lnTo>
                    <a:pt x="0" y="2"/>
                  </a:lnTo>
                  <a:lnTo>
                    <a:pt x="0" y="2"/>
                  </a:lnTo>
                  <a:lnTo>
                    <a:pt x="0" y="2"/>
                  </a:lnTo>
                  <a:lnTo>
                    <a:pt x="0" y="2"/>
                  </a:lnTo>
                  <a:lnTo>
                    <a:pt x="0" y="2"/>
                  </a:lnTo>
                  <a:lnTo>
                    <a:pt x="0" y="2"/>
                  </a:lnTo>
                  <a:lnTo>
                    <a:pt x="1" y="2"/>
                  </a:lnTo>
                  <a:lnTo>
                    <a:pt x="1" y="4"/>
                  </a:lnTo>
                  <a:lnTo>
                    <a:pt x="1" y="4"/>
                  </a:lnTo>
                  <a:lnTo>
                    <a:pt x="1" y="4"/>
                  </a:lnTo>
                  <a:lnTo>
                    <a:pt x="1" y="4"/>
                  </a:lnTo>
                  <a:lnTo>
                    <a:pt x="1" y="4"/>
                  </a:lnTo>
                  <a:lnTo>
                    <a:pt x="1" y="4"/>
                  </a:lnTo>
                  <a:lnTo>
                    <a:pt x="1" y="4"/>
                  </a:lnTo>
                  <a:lnTo>
                    <a:pt x="3" y="4"/>
                  </a:lnTo>
                  <a:lnTo>
                    <a:pt x="3" y="4"/>
                  </a:lnTo>
                </a:path>
              </a:pathLst>
            </a:custGeom>
            <a:solidFill>
              <a:srgbClr val="a1009f"/>
            </a:solidFill>
            <a:ln w="18360">
              <a:solidFill>
                <a:srgbClr val="000000"/>
              </a:solidFill>
              <a:round/>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736" name=""/>
            <p:cNvSpPr/>
            <p:nvPr/>
          </p:nvSpPr>
          <p:spPr>
            <a:xfrm>
              <a:off x="8508960" y="6883560"/>
              <a:ext cx="325440" cy="244440"/>
            </a:xfrm>
            <a:custGeom>
              <a:avLst/>
              <a:gdLst/>
              <a:ahLst/>
              <a:rect l="l" t="t" r="r" b="b"/>
              <a:pathLst>
                <a:path w="205" h="154">
                  <a:moveTo>
                    <a:pt x="6" y="23"/>
                  </a:moveTo>
                  <a:lnTo>
                    <a:pt x="6" y="25"/>
                  </a:lnTo>
                  <a:lnTo>
                    <a:pt x="6" y="25"/>
                  </a:lnTo>
                  <a:lnTo>
                    <a:pt x="6" y="25"/>
                  </a:lnTo>
                  <a:lnTo>
                    <a:pt x="6" y="25"/>
                  </a:lnTo>
                  <a:lnTo>
                    <a:pt x="6" y="27"/>
                  </a:lnTo>
                  <a:lnTo>
                    <a:pt x="6" y="27"/>
                  </a:lnTo>
                  <a:lnTo>
                    <a:pt x="6" y="27"/>
                  </a:lnTo>
                  <a:lnTo>
                    <a:pt x="6" y="27"/>
                  </a:lnTo>
                  <a:lnTo>
                    <a:pt x="6" y="29"/>
                  </a:lnTo>
                  <a:lnTo>
                    <a:pt x="6" y="29"/>
                  </a:lnTo>
                  <a:lnTo>
                    <a:pt x="6" y="30"/>
                  </a:lnTo>
                  <a:lnTo>
                    <a:pt x="6" y="30"/>
                  </a:lnTo>
                  <a:lnTo>
                    <a:pt x="6" y="33"/>
                  </a:lnTo>
                  <a:lnTo>
                    <a:pt x="6" y="33"/>
                  </a:lnTo>
                  <a:lnTo>
                    <a:pt x="6" y="33"/>
                  </a:lnTo>
                  <a:lnTo>
                    <a:pt x="6" y="33"/>
                  </a:lnTo>
                  <a:lnTo>
                    <a:pt x="5" y="34"/>
                  </a:lnTo>
                  <a:lnTo>
                    <a:pt x="5" y="34"/>
                  </a:lnTo>
                  <a:lnTo>
                    <a:pt x="5" y="34"/>
                  </a:lnTo>
                  <a:lnTo>
                    <a:pt x="5" y="34"/>
                  </a:lnTo>
                  <a:lnTo>
                    <a:pt x="5" y="34"/>
                  </a:lnTo>
                  <a:lnTo>
                    <a:pt x="5" y="34"/>
                  </a:lnTo>
                  <a:lnTo>
                    <a:pt x="5" y="34"/>
                  </a:lnTo>
                  <a:lnTo>
                    <a:pt x="5" y="34"/>
                  </a:lnTo>
                  <a:lnTo>
                    <a:pt x="3" y="35"/>
                  </a:lnTo>
                  <a:lnTo>
                    <a:pt x="3" y="35"/>
                  </a:lnTo>
                  <a:lnTo>
                    <a:pt x="3" y="35"/>
                  </a:lnTo>
                  <a:lnTo>
                    <a:pt x="3" y="35"/>
                  </a:lnTo>
                  <a:lnTo>
                    <a:pt x="3" y="35"/>
                  </a:lnTo>
                  <a:lnTo>
                    <a:pt x="3" y="35"/>
                  </a:lnTo>
                  <a:lnTo>
                    <a:pt x="3" y="35"/>
                  </a:lnTo>
                  <a:lnTo>
                    <a:pt x="3" y="35"/>
                  </a:lnTo>
                  <a:lnTo>
                    <a:pt x="2" y="36"/>
                  </a:lnTo>
                  <a:lnTo>
                    <a:pt x="2" y="36"/>
                  </a:lnTo>
                  <a:lnTo>
                    <a:pt x="2" y="36"/>
                  </a:lnTo>
                  <a:lnTo>
                    <a:pt x="2" y="36"/>
                  </a:lnTo>
                  <a:lnTo>
                    <a:pt x="2" y="36"/>
                  </a:lnTo>
                  <a:lnTo>
                    <a:pt x="2" y="36"/>
                  </a:lnTo>
                  <a:lnTo>
                    <a:pt x="2" y="36"/>
                  </a:lnTo>
                  <a:lnTo>
                    <a:pt x="2" y="36"/>
                  </a:lnTo>
                  <a:lnTo>
                    <a:pt x="0" y="36"/>
                  </a:lnTo>
                  <a:lnTo>
                    <a:pt x="0" y="36"/>
                  </a:lnTo>
                  <a:lnTo>
                    <a:pt x="0" y="36"/>
                  </a:lnTo>
                  <a:lnTo>
                    <a:pt x="0" y="36"/>
                  </a:lnTo>
                  <a:lnTo>
                    <a:pt x="0" y="36"/>
                  </a:lnTo>
                  <a:lnTo>
                    <a:pt x="0" y="36"/>
                  </a:lnTo>
                  <a:lnTo>
                    <a:pt x="0" y="36"/>
                  </a:lnTo>
                  <a:lnTo>
                    <a:pt x="0" y="36"/>
                  </a:lnTo>
                  <a:lnTo>
                    <a:pt x="0" y="38"/>
                  </a:lnTo>
                  <a:lnTo>
                    <a:pt x="0" y="38"/>
                  </a:lnTo>
                  <a:lnTo>
                    <a:pt x="0" y="39"/>
                  </a:lnTo>
                  <a:lnTo>
                    <a:pt x="0" y="39"/>
                  </a:lnTo>
                  <a:lnTo>
                    <a:pt x="0" y="41"/>
                  </a:lnTo>
                  <a:lnTo>
                    <a:pt x="0" y="41"/>
                  </a:lnTo>
                  <a:lnTo>
                    <a:pt x="0" y="42"/>
                  </a:lnTo>
                  <a:lnTo>
                    <a:pt x="0" y="42"/>
                  </a:lnTo>
                  <a:lnTo>
                    <a:pt x="0" y="43"/>
                  </a:lnTo>
                  <a:lnTo>
                    <a:pt x="0" y="43"/>
                  </a:lnTo>
                  <a:lnTo>
                    <a:pt x="0" y="45"/>
                  </a:lnTo>
                  <a:lnTo>
                    <a:pt x="0" y="45"/>
                  </a:lnTo>
                  <a:lnTo>
                    <a:pt x="0" y="47"/>
                  </a:lnTo>
                  <a:lnTo>
                    <a:pt x="0" y="47"/>
                  </a:lnTo>
                  <a:lnTo>
                    <a:pt x="0" y="47"/>
                  </a:lnTo>
                  <a:lnTo>
                    <a:pt x="2" y="47"/>
                  </a:lnTo>
                  <a:lnTo>
                    <a:pt x="2" y="49"/>
                  </a:lnTo>
                  <a:lnTo>
                    <a:pt x="2" y="49"/>
                  </a:lnTo>
                  <a:lnTo>
                    <a:pt x="2" y="51"/>
                  </a:lnTo>
                  <a:lnTo>
                    <a:pt x="3" y="51"/>
                  </a:lnTo>
                  <a:lnTo>
                    <a:pt x="3" y="52"/>
                  </a:lnTo>
                  <a:lnTo>
                    <a:pt x="5" y="52"/>
                  </a:lnTo>
                  <a:lnTo>
                    <a:pt x="5" y="55"/>
                  </a:lnTo>
                  <a:lnTo>
                    <a:pt x="6" y="55"/>
                  </a:lnTo>
                  <a:lnTo>
                    <a:pt x="6" y="57"/>
                  </a:lnTo>
                  <a:lnTo>
                    <a:pt x="7" y="57"/>
                  </a:lnTo>
                  <a:lnTo>
                    <a:pt x="7" y="59"/>
                  </a:lnTo>
                  <a:lnTo>
                    <a:pt x="9" y="59"/>
                  </a:lnTo>
                  <a:lnTo>
                    <a:pt x="9" y="61"/>
                  </a:lnTo>
                  <a:lnTo>
                    <a:pt x="10" y="61"/>
                  </a:lnTo>
                  <a:lnTo>
                    <a:pt x="10" y="62"/>
                  </a:lnTo>
                  <a:lnTo>
                    <a:pt x="12" y="62"/>
                  </a:lnTo>
                  <a:lnTo>
                    <a:pt x="12" y="64"/>
                  </a:lnTo>
                  <a:lnTo>
                    <a:pt x="13" y="64"/>
                  </a:lnTo>
                  <a:lnTo>
                    <a:pt x="13" y="64"/>
                  </a:lnTo>
                  <a:lnTo>
                    <a:pt x="14" y="64"/>
                  </a:lnTo>
                  <a:lnTo>
                    <a:pt x="14" y="65"/>
                  </a:lnTo>
                  <a:lnTo>
                    <a:pt x="17" y="65"/>
                  </a:lnTo>
                  <a:lnTo>
                    <a:pt x="17" y="65"/>
                  </a:lnTo>
                  <a:lnTo>
                    <a:pt x="19" y="65"/>
                  </a:lnTo>
                  <a:lnTo>
                    <a:pt x="19" y="67"/>
                  </a:lnTo>
                  <a:lnTo>
                    <a:pt x="21" y="67"/>
                  </a:lnTo>
                  <a:lnTo>
                    <a:pt x="21" y="67"/>
                  </a:lnTo>
                  <a:lnTo>
                    <a:pt x="22" y="67"/>
                  </a:lnTo>
                  <a:lnTo>
                    <a:pt x="22" y="67"/>
                  </a:lnTo>
                  <a:lnTo>
                    <a:pt x="23" y="67"/>
                  </a:lnTo>
                  <a:lnTo>
                    <a:pt x="23" y="67"/>
                  </a:lnTo>
                  <a:lnTo>
                    <a:pt x="24" y="67"/>
                  </a:lnTo>
                  <a:lnTo>
                    <a:pt x="24" y="69"/>
                  </a:lnTo>
                  <a:lnTo>
                    <a:pt x="24" y="69"/>
                  </a:lnTo>
                  <a:lnTo>
                    <a:pt x="24" y="70"/>
                  </a:lnTo>
                  <a:lnTo>
                    <a:pt x="24" y="70"/>
                  </a:lnTo>
                  <a:lnTo>
                    <a:pt x="24" y="72"/>
                  </a:lnTo>
                  <a:lnTo>
                    <a:pt x="24" y="72"/>
                  </a:lnTo>
                  <a:lnTo>
                    <a:pt x="24" y="72"/>
                  </a:lnTo>
                  <a:lnTo>
                    <a:pt x="26" y="72"/>
                  </a:lnTo>
                  <a:lnTo>
                    <a:pt x="26" y="74"/>
                  </a:lnTo>
                  <a:lnTo>
                    <a:pt x="26" y="74"/>
                  </a:lnTo>
                  <a:lnTo>
                    <a:pt x="26" y="74"/>
                  </a:lnTo>
                  <a:lnTo>
                    <a:pt x="26" y="74"/>
                  </a:lnTo>
                  <a:lnTo>
                    <a:pt x="26" y="74"/>
                  </a:lnTo>
                  <a:lnTo>
                    <a:pt x="26" y="74"/>
                  </a:lnTo>
                  <a:lnTo>
                    <a:pt x="26" y="74"/>
                  </a:lnTo>
                  <a:lnTo>
                    <a:pt x="27" y="74"/>
                  </a:lnTo>
                  <a:lnTo>
                    <a:pt x="25" y="77"/>
                  </a:lnTo>
                  <a:lnTo>
                    <a:pt x="25" y="77"/>
                  </a:lnTo>
                  <a:lnTo>
                    <a:pt x="25" y="77"/>
                  </a:lnTo>
                  <a:lnTo>
                    <a:pt x="25" y="77"/>
                  </a:lnTo>
                  <a:lnTo>
                    <a:pt x="25" y="77"/>
                  </a:lnTo>
                  <a:lnTo>
                    <a:pt x="25" y="77"/>
                  </a:lnTo>
                  <a:lnTo>
                    <a:pt x="25" y="77"/>
                  </a:lnTo>
                  <a:lnTo>
                    <a:pt x="25" y="77"/>
                  </a:lnTo>
                  <a:lnTo>
                    <a:pt x="24" y="79"/>
                  </a:lnTo>
                  <a:lnTo>
                    <a:pt x="24" y="79"/>
                  </a:lnTo>
                  <a:lnTo>
                    <a:pt x="24" y="79"/>
                  </a:lnTo>
                  <a:lnTo>
                    <a:pt x="24" y="79"/>
                  </a:lnTo>
                  <a:lnTo>
                    <a:pt x="24" y="79"/>
                  </a:lnTo>
                  <a:lnTo>
                    <a:pt x="24" y="79"/>
                  </a:lnTo>
                  <a:lnTo>
                    <a:pt x="24" y="79"/>
                  </a:lnTo>
                  <a:lnTo>
                    <a:pt x="24" y="79"/>
                  </a:lnTo>
                  <a:lnTo>
                    <a:pt x="22" y="80"/>
                  </a:lnTo>
                  <a:lnTo>
                    <a:pt x="22" y="80"/>
                  </a:lnTo>
                  <a:lnTo>
                    <a:pt x="22" y="80"/>
                  </a:lnTo>
                  <a:lnTo>
                    <a:pt x="22" y="80"/>
                  </a:lnTo>
                  <a:lnTo>
                    <a:pt x="22" y="82"/>
                  </a:lnTo>
                  <a:lnTo>
                    <a:pt x="22" y="82"/>
                  </a:lnTo>
                  <a:lnTo>
                    <a:pt x="22" y="82"/>
                  </a:lnTo>
                  <a:lnTo>
                    <a:pt x="22" y="82"/>
                  </a:lnTo>
                  <a:lnTo>
                    <a:pt x="21" y="84"/>
                  </a:lnTo>
                  <a:lnTo>
                    <a:pt x="21" y="84"/>
                  </a:lnTo>
                  <a:lnTo>
                    <a:pt x="21" y="84"/>
                  </a:lnTo>
                  <a:lnTo>
                    <a:pt x="21" y="84"/>
                  </a:lnTo>
                  <a:lnTo>
                    <a:pt x="21" y="84"/>
                  </a:lnTo>
                  <a:lnTo>
                    <a:pt x="21" y="84"/>
                  </a:lnTo>
                  <a:lnTo>
                    <a:pt x="21" y="84"/>
                  </a:lnTo>
                  <a:lnTo>
                    <a:pt x="21" y="84"/>
                  </a:lnTo>
                  <a:lnTo>
                    <a:pt x="19" y="86"/>
                  </a:lnTo>
                  <a:lnTo>
                    <a:pt x="19" y="86"/>
                  </a:lnTo>
                  <a:lnTo>
                    <a:pt x="19" y="86"/>
                  </a:lnTo>
                  <a:lnTo>
                    <a:pt x="19" y="86"/>
                  </a:lnTo>
                  <a:lnTo>
                    <a:pt x="19" y="86"/>
                  </a:lnTo>
                  <a:lnTo>
                    <a:pt x="19" y="86"/>
                  </a:lnTo>
                  <a:lnTo>
                    <a:pt x="19" y="86"/>
                  </a:lnTo>
                  <a:lnTo>
                    <a:pt x="20" y="86"/>
                  </a:lnTo>
                  <a:lnTo>
                    <a:pt x="19" y="87"/>
                  </a:lnTo>
                  <a:lnTo>
                    <a:pt x="19" y="87"/>
                  </a:lnTo>
                  <a:lnTo>
                    <a:pt x="19" y="87"/>
                  </a:lnTo>
                  <a:lnTo>
                    <a:pt x="19" y="87"/>
                  </a:lnTo>
                  <a:lnTo>
                    <a:pt x="17" y="87"/>
                  </a:lnTo>
                  <a:lnTo>
                    <a:pt x="17" y="87"/>
                  </a:lnTo>
                  <a:lnTo>
                    <a:pt x="15" y="87"/>
                  </a:lnTo>
                  <a:lnTo>
                    <a:pt x="15" y="86"/>
                  </a:lnTo>
                  <a:lnTo>
                    <a:pt x="13" y="87"/>
                  </a:lnTo>
                  <a:lnTo>
                    <a:pt x="13" y="87"/>
                  </a:lnTo>
                  <a:lnTo>
                    <a:pt x="13" y="87"/>
                  </a:lnTo>
                  <a:lnTo>
                    <a:pt x="13" y="87"/>
                  </a:lnTo>
                  <a:lnTo>
                    <a:pt x="13" y="87"/>
                  </a:lnTo>
                  <a:lnTo>
                    <a:pt x="13" y="87"/>
                  </a:lnTo>
                  <a:lnTo>
                    <a:pt x="13" y="87"/>
                  </a:lnTo>
                  <a:lnTo>
                    <a:pt x="13" y="87"/>
                  </a:lnTo>
                  <a:lnTo>
                    <a:pt x="12" y="88"/>
                  </a:lnTo>
                  <a:lnTo>
                    <a:pt x="12" y="88"/>
                  </a:lnTo>
                  <a:lnTo>
                    <a:pt x="12" y="88"/>
                  </a:lnTo>
                  <a:lnTo>
                    <a:pt x="12" y="88"/>
                  </a:lnTo>
                  <a:lnTo>
                    <a:pt x="12" y="88"/>
                  </a:lnTo>
                  <a:lnTo>
                    <a:pt x="12" y="88"/>
                  </a:lnTo>
                  <a:lnTo>
                    <a:pt x="12" y="88"/>
                  </a:lnTo>
                  <a:lnTo>
                    <a:pt x="12" y="88"/>
                  </a:lnTo>
                  <a:lnTo>
                    <a:pt x="12" y="90"/>
                  </a:lnTo>
                  <a:lnTo>
                    <a:pt x="12" y="90"/>
                  </a:lnTo>
                  <a:lnTo>
                    <a:pt x="12" y="90"/>
                  </a:lnTo>
                  <a:lnTo>
                    <a:pt x="12" y="90"/>
                  </a:lnTo>
                  <a:lnTo>
                    <a:pt x="12" y="91"/>
                  </a:lnTo>
                  <a:lnTo>
                    <a:pt x="12" y="91"/>
                  </a:lnTo>
                  <a:lnTo>
                    <a:pt x="12" y="91"/>
                  </a:lnTo>
                  <a:lnTo>
                    <a:pt x="12" y="91"/>
                  </a:lnTo>
                  <a:lnTo>
                    <a:pt x="12" y="94"/>
                  </a:lnTo>
                  <a:lnTo>
                    <a:pt x="12" y="94"/>
                  </a:lnTo>
                  <a:lnTo>
                    <a:pt x="12" y="94"/>
                  </a:lnTo>
                  <a:lnTo>
                    <a:pt x="12" y="94"/>
                  </a:lnTo>
                  <a:lnTo>
                    <a:pt x="12" y="94"/>
                  </a:lnTo>
                  <a:lnTo>
                    <a:pt x="12" y="94"/>
                  </a:lnTo>
                  <a:lnTo>
                    <a:pt x="12" y="94"/>
                  </a:lnTo>
                  <a:lnTo>
                    <a:pt x="13" y="94"/>
                  </a:lnTo>
                  <a:lnTo>
                    <a:pt x="13" y="95"/>
                  </a:lnTo>
                  <a:lnTo>
                    <a:pt x="13" y="95"/>
                  </a:lnTo>
                  <a:lnTo>
                    <a:pt x="13" y="96"/>
                  </a:lnTo>
                  <a:lnTo>
                    <a:pt x="13" y="96"/>
                  </a:lnTo>
                  <a:lnTo>
                    <a:pt x="13" y="98"/>
                  </a:lnTo>
                  <a:lnTo>
                    <a:pt x="13" y="98"/>
                  </a:lnTo>
                  <a:lnTo>
                    <a:pt x="13" y="98"/>
                  </a:lnTo>
                  <a:lnTo>
                    <a:pt x="13" y="98"/>
                  </a:lnTo>
                  <a:lnTo>
                    <a:pt x="13" y="100"/>
                  </a:lnTo>
                  <a:lnTo>
                    <a:pt x="13" y="100"/>
                  </a:lnTo>
                  <a:lnTo>
                    <a:pt x="13" y="100"/>
                  </a:lnTo>
                  <a:lnTo>
                    <a:pt x="13" y="100"/>
                  </a:lnTo>
                  <a:lnTo>
                    <a:pt x="13" y="101"/>
                  </a:lnTo>
                  <a:lnTo>
                    <a:pt x="13" y="101"/>
                  </a:lnTo>
                  <a:lnTo>
                    <a:pt x="13" y="101"/>
                  </a:lnTo>
                  <a:lnTo>
                    <a:pt x="14" y="101"/>
                  </a:lnTo>
                  <a:lnTo>
                    <a:pt x="14" y="102"/>
                  </a:lnTo>
                  <a:lnTo>
                    <a:pt x="14" y="102"/>
                  </a:lnTo>
                  <a:lnTo>
                    <a:pt x="14" y="102"/>
                  </a:lnTo>
                  <a:lnTo>
                    <a:pt x="14" y="102"/>
                  </a:lnTo>
                  <a:lnTo>
                    <a:pt x="14" y="102"/>
                  </a:lnTo>
                  <a:lnTo>
                    <a:pt x="14" y="102"/>
                  </a:lnTo>
                  <a:lnTo>
                    <a:pt x="14" y="102"/>
                  </a:lnTo>
                  <a:lnTo>
                    <a:pt x="16" y="102"/>
                  </a:lnTo>
                  <a:lnTo>
                    <a:pt x="16" y="102"/>
                  </a:lnTo>
                  <a:lnTo>
                    <a:pt x="16" y="102"/>
                  </a:lnTo>
                  <a:lnTo>
                    <a:pt x="16" y="102"/>
                  </a:lnTo>
                  <a:lnTo>
                    <a:pt x="17" y="102"/>
                  </a:lnTo>
                  <a:lnTo>
                    <a:pt x="17" y="102"/>
                  </a:lnTo>
                  <a:lnTo>
                    <a:pt x="17" y="102"/>
                  </a:lnTo>
                  <a:lnTo>
                    <a:pt x="17" y="102"/>
                  </a:lnTo>
                  <a:lnTo>
                    <a:pt x="19" y="102"/>
                  </a:lnTo>
                  <a:lnTo>
                    <a:pt x="18" y="104"/>
                  </a:lnTo>
                  <a:lnTo>
                    <a:pt x="18" y="104"/>
                  </a:lnTo>
                  <a:lnTo>
                    <a:pt x="18" y="104"/>
                  </a:lnTo>
                  <a:lnTo>
                    <a:pt x="18" y="104"/>
                  </a:lnTo>
                  <a:lnTo>
                    <a:pt x="18" y="104"/>
                  </a:lnTo>
                  <a:lnTo>
                    <a:pt x="18" y="104"/>
                  </a:lnTo>
                  <a:lnTo>
                    <a:pt x="18" y="104"/>
                  </a:lnTo>
                  <a:lnTo>
                    <a:pt x="18" y="104"/>
                  </a:lnTo>
                  <a:lnTo>
                    <a:pt x="18" y="105"/>
                  </a:lnTo>
                  <a:lnTo>
                    <a:pt x="18" y="105"/>
                  </a:lnTo>
                  <a:lnTo>
                    <a:pt x="18" y="105"/>
                  </a:lnTo>
                  <a:lnTo>
                    <a:pt x="18" y="105"/>
                  </a:lnTo>
                  <a:lnTo>
                    <a:pt x="18" y="105"/>
                  </a:lnTo>
                  <a:lnTo>
                    <a:pt x="18" y="105"/>
                  </a:lnTo>
                  <a:lnTo>
                    <a:pt x="18" y="105"/>
                  </a:lnTo>
                  <a:lnTo>
                    <a:pt x="19" y="105"/>
                  </a:lnTo>
                  <a:lnTo>
                    <a:pt x="17" y="106"/>
                  </a:lnTo>
                  <a:lnTo>
                    <a:pt x="17" y="106"/>
                  </a:lnTo>
                  <a:lnTo>
                    <a:pt x="17" y="106"/>
                  </a:lnTo>
                  <a:lnTo>
                    <a:pt x="17" y="106"/>
                  </a:lnTo>
                  <a:lnTo>
                    <a:pt x="16" y="108"/>
                  </a:lnTo>
                  <a:lnTo>
                    <a:pt x="16" y="108"/>
                  </a:lnTo>
                  <a:lnTo>
                    <a:pt x="16" y="108"/>
                  </a:lnTo>
                  <a:lnTo>
                    <a:pt x="16" y="108"/>
                  </a:lnTo>
                  <a:lnTo>
                    <a:pt x="14" y="110"/>
                  </a:lnTo>
                  <a:lnTo>
                    <a:pt x="14" y="110"/>
                  </a:lnTo>
                  <a:lnTo>
                    <a:pt x="14" y="110"/>
                  </a:lnTo>
                  <a:lnTo>
                    <a:pt x="14" y="110"/>
                  </a:lnTo>
                  <a:lnTo>
                    <a:pt x="14" y="110"/>
                  </a:lnTo>
                  <a:lnTo>
                    <a:pt x="14" y="110"/>
                  </a:lnTo>
                  <a:lnTo>
                    <a:pt x="14" y="110"/>
                  </a:lnTo>
                  <a:lnTo>
                    <a:pt x="14" y="110"/>
                  </a:lnTo>
                  <a:lnTo>
                    <a:pt x="14" y="111"/>
                  </a:lnTo>
                  <a:lnTo>
                    <a:pt x="14" y="111"/>
                  </a:lnTo>
                  <a:lnTo>
                    <a:pt x="14" y="113"/>
                  </a:lnTo>
                  <a:lnTo>
                    <a:pt x="14" y="113"/>
                  </a:lnTo>
                  <a:lnTo>
                    <a:pt x="14" y="116"/>
                  </a:lnTo>
                  <a:lnTo>
                    <a:pt x="14" y="116"/>
                  </a:lnTo>
                  <a:lnTo>
                    <a:pt x="14" y="116"/>
                  </a:lnTo>
                  <a:lnTo>
                    <a:pt x="17" y="116"/>
                  </a:lnTo>
                  <a:lnTo>
                    <a:pt x="17" y="118"/>
                  </a:lnTo>
                  <a:lnTo>
                    <a:pt x="17" y="118"/>
                  </a:lnTo>
                  <a:lnTo>
                    <a:pt x="17" y="118"/>
                  </a:lnTo>
                  <a:lnTo>
                    <a:pt x="19" y="118"/>
                  </a:lnTo>
                  <a:lnTo>
                    <a:pt x="19" y="119"/>
                  </a:lnTo>
                  <a:lnTo>
                    <a:pt x="19" y="119"/>
                  </a:lnTo>
                  <a:lnTo>
                    <a:pt x="19" y="119"/>
                  </a:lnTo>
                  <a:lnTo>
                    <a:pt x="21" y="119"/>
                  </a:lnTo>
                  <a:lnTo>
                    <a:pt x="21" y="121"/>
                  </a:lnTo>
                  <a:lnTo>
                    <a:pt x="21" y="121"/>
                  </a:lnTo>
                  <a:lnTo>
                    <a:pt x="21" y="121"/>
                  </a:lnTo>
                  <a:lnTo>
                    <a:pt x="22" y="121"/>
                  </a:lnTo>
                  <a:lnTo>
                    <a:pt x="22" y="121"/>
                  </a:lnTo>
                  <a:lnTo>
                    <a:pt x="22" y="121"/>
                  </a:lnTo>
                  <a:lnTo>
                    <a:pt x="22" y="121"/>
                  </a:lnTo>
                  <a:lnTo>
                    <a:pt x="24" y="121"/>
                  </a:lnTo>
                  <a:lnTo>
                    <a:pt x="24" y="122"/>
                  </a:lnTo>
                  <a:lnTo>
                    <a:pt x="24" y="122"/>
                  </a:lnTo>
                  <a:lnTo>
                    <a:pt x="24" y="122"/>
                  </a:lnTo>
                  <a:lnTo>
                    <a:pt x="27" y="122"/>
                  </a:lnTo>
                  <a:lnTo>
                    <a:pt x="27" y="122"/>
                  </a:lnTo>
                  <a:lnTo>
                    <a:pt x="28" y="122"/>
                  </a:lnTo>
                  <a:lnTo>
                    <a:pt x="28" y="122"/>
                  </a:lnTo>
                  <a:lnTo>
                    <a:pt x="30" y="122"/>
                  </a:lnTo>
                  <a:lnTo>
                    <a:pt x="30" y="124"/>
                  </a:lnTo>
                  <a:lnTo>
                    <a:pt x="30" y="124"/>
                  </a:lnTo>
                  <a:lnTo>
                    <a:pt x="30" y="125"/>
                  </a:lnTo>
                  <a:lnTo>
                    <a:pt x="32" y="125"/>
                  </a:lnTo>
                  <a:lnTo>
                    <a:pt x="32" y="127"/>
                  </a:lnTo>
                  <a:lnTo>
                    <a:pt x="34" y="127"/>
                  </a:lnTo>
                  <a:lnTo>
                    <a:pt x="34" y="128"/>
                  </a:lnTo>
                  <a:lnTo>
                    <a:pt x="35" y="128"/>
                  </a:lnTo>
                  <a:lnTo>
                    <a:pt x="35" y="130"/>
                  </a:lnTo>
                  <a:lnTo>
                    <a:pt x="35" y="130"/>
                  </a:lnTo>
                  <a:lnTo>
                    <a:pt x="35" y="132"/>
                  </a:lnTo>
                  <a:lnTo>
                    <a:pt x="37" y="132"/>
                  </a:lnTo>
                  <a:lnTo>
                    <a:pt x="37" y="134"/>
                  </a:lnTo>
                  <a:lnTo>
                    <a:pt x="38" y="134"/>
                  </a:lnTo>
                  <a:lnTo>
                    <a:pt x="38" y="135"/>
                  </a:lnTo>
                  <a:lnTo>
                    <a:pt x="39" y="135"/>
                  </a:lnTo>
                  <a:lnTo>
                    <a:pt x="39" y="137"/>
                  </a:lnTo>
                  <a:lnTo>
                    <a:pt x="39" y="138"/>
                  </a:lnTo>
                  <a:lnTo>
                    <a:pt x="39" y="139"/>
                  </a:lnTo>
                  <a:lnTo>
                    <a:pt x="39" y="139"/>
                  </a:lnTo>
                  <a:lnTo>
                    <a:pt x="39" y="141"/>
                  </a:lnTo>
                  <a:lnTo>
                    <a:pt x="39" y="141"/>
                  </a:lnTo>
                  <a:lnTo>
                    <a:pt x="39" y="143"/>
                  </a:lnTo>
                  <a:lnTo>
                    <a:pt x="39" y="143"/>
                  </a:lnTo>
                  <a:lnTo>
                    <a:pt x="39" y="145"/>
                  </a:lnTo>
                  <a:lnTo>
                    <a:pt x="39" y="146"/>
                  </a:lnTo>
                  <a:lnTo>
                    <a:pt x="39" y="148"/>
                  </a:lnTo>
                  <a:lnTo>
                    <a:pt x="39" y="148"/>
                  </a:lnTo>
                  <a:lnTo>
                    <a:pt x="39" y="150"/>
                  </a:lnTo>
                  <a:lnTo>
                    <a:pt x="39" y="150"/>
                  </a:lnTo>
                  <a:lnTo>
                    <a:pt x="39" y="151"/>
                  </a:lnTo>
                  <a:lnTo>
                    <a:pt x="40" y="151"/>
                  </a:lnTo>
                  <a:lnTo>
                    <a:pt x="40" y="153"/>
                  </a:lnTo>
                  <a:lnTo>
                    <a:pt x="40" y="153"/>
                  </a:lnTo>
                  <a:lnTo>
                    <a:pt x="40" y="153"/>
                  </a:lnTo>
                  <a:lnTo>
                    <a:pt x="41" y="153"/>
                  </a:lnTo>
                  <a:lnTo>
                    <a:pt x="41" y="153"/>
                  </a:lnTo>
                  <a:lnTo>
                    <a:pt x="41" y="153"/>
                  </a:lnTo>
                  <a:lnTo>
                    <a:pt x="41" y="153"/>
                  </a:lnTo>
                  <a:lnTo>
                    <a:pt x="43" y="153"/>
                  </a:lnTo>
                  <a:lnTo>
                    <a:pt x="43" y="153"/>
                  </a:lnTo>
                  <a:lnTo>
                    <a:pt x="43" y="153"/>
                  </a:lnTo>
                  <a:lnTo>
                    <a:pt x="43" y="153"/>
                  </a:lnTo>
                  <a:lnTo>
                    <a:pt x="44" y="153"/>
                  </a:lnTo>
                  <a:lnTo>
                    <a:pt x="44" y="153"/>
                  </a:lnTo>
                  <a:lnTo>
                    <a:pt x="44" y="153"/>
                  </a:lnTo>
                  <a:lnTo>
                    <a:pt x="44" y="153"/>
                  </a:lnTo>
                  <a:lnTo>
                    <a:pt x="46" y="153"/>
                  </a:lnTo>
                  <a:lnTo>
                    <a:pt x="46" y="153"/>
                  </a:lnTo>
                  <a:lnTo>
                    <a:pt x="46" y="153"/>
                  </a:lnTo>
                  <a:lnTo>
                    <a:pt x="46" y="153"/>
                  </a:lnTo>
                  <a:lnTo>
                    <a:pt x="47" y="153"/>
                  </a:lnTo>
                  <a:lnTo>
                    <a:pt x="47" y="153"/>
                  </a:lnTo>
                  <a:lnTo>
                    <a:pt x="48" y="153"/>
                  </a:lnTo>
                  <a:lnTo>
                    <a:pt x="48" y="153"/>
                  </a:lnTo>
                  <a:lnTo>
                    <a:pt x="50" y="151"/>
                  </a:lnTo>
                  <a:lnTo>
                    <a:pt x="50" y="151"/>
                  </a:lnTo>
                  <a:lnTo>
                    <a:pt x="50" y="151"/>
                  </a:lnTo>
                  <a:lnTo>
                    <a:pt x="50" y="151"/>
                  </a:lnTo>
                  <a:lnTo>
                    <a:pt x="51" y="149"/>
                  </a:lnTo>
                  <a:lnTo>
                    <a:pt x="51" y="149"/>
                  </a:lnTo>
                  <a:lnTo>
                    <a:pt x="51" y="149"/>
                  </a:lnTo>
                  <a:lnTo>
                    <a:pt x="51" y="149"/>
                  </a:lnTo>
                  <a:lnTo>
                    <a:pt x="52" y="147"/>
                  </a:lnTo>
                  <a:lnTo>
                    <a:pt x="52" y="148"/>
                  </a:lnTo>
                  <a:lnTo>
                    <a:pt x="52" y="148"/>
                  </a:lnTo>
                  <a:lnTo>
                    <a:pt x="52" y="148"/>
                  </a:lnTo>
                  <a:lnTo>
                    <a:pt x="54" y="148"/>
                  </a:lnTo>
                  <a:lnTo>
                    <a:pt x="54" y="148"/>
                  </a:lnTo>
                  <a:lnTo>
                    <a:pt x="56" y="148"/>
                  </a:lnTo>
                  <a:lnTo>
                    <a:pt x="57" y="148"/>
                  </a:lnTo>
                  <a:lnTo>
                    <a:pt x="59" y="146"/>
                  </a:lnTo>
                  <a:lnTo>
                    <a:pt x="59" y="146"/>
                  </a:lnTo>
                  <a:lnTo>
                    <a:pt x="61" y="146"/>
                  </a:lnTo>
                  <a:lnTo>
                    <a:pt x="61" y="146"/>
                  </a:lnTo>
                  <a:lnTo>
                    <a:pt x="63" y="146"/>
                  </a:lnTo>
                  <a:lnTo>
                    <a:pt x="63" y="146"/>
                  </a:lnTo>
                  <a:lnTo>
                    <a:pt x="65" y="146"/>
                  </a:lnTo>
                  <a:lnTo>
                    <a:pt x="65" y="146"/>
                  </a:lnTo>
                  <a:lnTo>
                    <a:pt x="66" y="145"/>
                  </a:lnTo>
                  <a:lnTo>
                    <a:pt x="66" y="145"/>
                  </a:lnTo>
                  <a:lnTo>
                    <a:pt x="66" y="145"/>
                  </a:lnTo>
                  <a:lnTo>
                    <a:pt x="66" y="145"/>
                  </a:lnTo>
                  <a:lnTo>
                    <a:pt x="66" y="145"/>
                  </a:lnTo>
                  <a:lnTo>
                    <a:pt x="66" y="145"/>
                  </a:lnTo>
                  <a:lnTo>
                    <a:pt x="66" y="145"/>
                  </a:lnTo>
                  <a:lnTo>
                    <a:pt x="66" y="145"/>
                  </a:lnTo>
                  <a:lnTo>
                    <a:pt x="68" y="144"/>
                  </a:lnTo>
                  <a:lnTo>
                    <a:pt x="68" y="144"/>
                  </a:lnTo>
                  <a:lnTo>
                    <a:pt x="68" y="144"/>
                  </a:lnTo>
                  <a:lnTo>
                    <a:pt x="68" y="144"/>
                  </a:lnTo>
                  <a:lnTo>
                    <a:pt x="68" y="143"/>
                  </a:lnTo>
                  <a:lnTo>
                    <a:pt x="68" y="143"/>
                  </a:lnTo>
                  <a:lnTo>
                    <a:pt x="68" y="143"/>
                  </a:lnTo>
                  <a:lnTo>
                    <a:pt x="68" y="143"/>
                  </a:lnTo>
                  <a:lnTo>
                    <a:pt x="70" y="141"/>
                  </a:lnTo>
                  <a:lnTo>
                    <a:pt x="70" y="141"/>
                  </a:lnTo>
                  <a:lnTo>
                    <a:pt x="70" y="141"/>
                  </a:lnTo>
                  <a:lnTo>
                    <a:pt x="70" y="141"/>
                  </a:lnTo>
                  <a:lnTo>
                    <a:pt x="71" y="141"/>
                  </a:lnTo>
                  <a:lnTo>
                    <a:pt x="71" y="141"/>
                  </a:lnTo>
                  <a:lnTo>
                    <a:pt x="71" y="141"/>
                  </a:lnTo>
                  <a:lnTo>
                    <a:pt x="71" y="141"/>
                  </a:lnTo>
                  <a:lnTo>
                    <a:pt x="72" y="141"/>
                  </a:lnTo>
                  <a:lnTo>
                    <a:pt x="72" y="141"/>
                  </a:lnTo>
                  <a:lnTo>
                    <a:pt x="72" y="141"/>
                  </a:lnTo>
                  <a:lnTo>
                    <a:pt x="72" y="141"/>
                  </a:lnTo>
                  <a:lnTo>
                    <a:pt x="74" y="140"/>
                  </a:lnTo>
                  <a:lnTo>
                    <a:pt x="74" y="140"/>
                  </a:lnTo>
                  <a:lnTo>
                    <a:pt x="75" y="140"/>
                  </a:lnTo>
                  <a:lnTo>
                    <a:pt x="75" y="140"/>
                  </a:lnTo>
                  <a:lnTo>
                    <a:pt x="77" y="139"/>
                  </a:lnTo>
                  <a:lnTo>
                    <a:pt x="75" y="139"/>
                  </a:lnTo>
                  <a:lnTo>
                    <a:pt x="75" y="139"/>
                  </a:lnTo>
                  <a:lnTo>
                    <a:pt x="75" y="139"/>
                  </a:lnTo>
                  <a:lnTo>
                    <a:pt x="75" y="139"/>
                  </a:lnTo>
                  <a:lnTo>
                    <a:pt x="75" y="139"/>
                  </a:lnTo>
                  <a:lnTo>
                    <a:pt x="75" y="139"/>
                  </a:lnTo>
                  <a:lnTo>
                    <a:pt x="75" y="139"/>
                  </a:lnTo>
                  <a:lnTo>
                    <a:pt x="75" y="138"/>
                  </a:lnTo>
                  <a:lnTo>
                    <a:pt x="74" y="138"/>
                  </a:lnTo>
                  <a:lnTo>
                    <a:pt x="74" y="138"/>
                  </a:lnTo>
                  <a:lnTo>
                    <a:pt x="74" y="138"/>
                  </a:lnTo>
                  <a:lnTo>
                    <a:pt x="74" y="138"/>
                  </a:lnTo>
                  <a:lnTo>
                    <a:pt x="74" y="138"/>
                  </a:lnTo>
                  <a:lnTo>
                    <a:pt x="74" y="138"/>
                  </a:lnTo>
                  <a:lnTo>
                    <a:pt x="74" y="138"/>
                  </a:lnTo>
                  <a:lnTo>
                    <a:pt x="74" y="136"/>
                  </a:lnTo>
                  <a:lnTo>
                    <a:pt x="74" y="136"/>
                  </a:lnTo>
                  <a:lnTo>
                    <a:pt x="74" y="136"/>
                  </a:lnTo>
                  <a:lnTo>
                    <a:pt x="74" y="136"/>
                  </a:lnTo>
                  <a:lnTo>
                    <a:pt x="74" y="136"/>
                  </a:lnTo>
                  <a:lnTo>
                    <a:pt x="74" y="136"/>
                  </a:lnTo>
                  <a:lnTo>
                    <a:pt x="74" y="136"/>
                  </a:lnTo>
                  <a:lnTo>
                    <a:pt x="74" y="136"/>
                  </a:lnTo>
                  <a:lnTo>
                    <a:pt x="76" y="135"/>
                  </a:lnTo>
                  <a:lnTo>
                    <a:pt x="76" y="135"/>
                  </a:lnTo>
                  <a:lnTo>
                    <a:pt x="76" y="135"/>
                  </a:lnTo>
                  <a:lnTo>
                    <a:pt x="76" y="135"/>
                  </a:lnTo>
                  <a:lnTo>
                    <a:pt x="78" y="135"/>
                  </a:lnTo>
                  <a:lnTo>
                    <a:pt x="78" y="135"/>
                  </a:lnTo>
                  <a:lnTo>
                    <a:pt x="78" y="135"/>
                  </a:lnTo>
                  <a:lnTo>
                    <a:pt x="78" y="135"/>
                  </a:lnTo>
                  <a:lnTo>
                    <a:pt x="79" y="133"/>
                  </a:lnTo>
                  <a:lnTo>
                    <a:pt x="79" y="134"/>
                  </a:lnTo>
                  <a:lnTo>
                    <a:pt x="79" y="134"/>
                  </a:lnTo>
                  <a:lnTo>
                    <a:pt x="79" y="134"/>
                  </a:lnTo>
                  <a:lnTo>
                    <a:pt x="81" y="134"/>
                  </a:lnTo>
                  <a:lnTo>
                    <a:pt x="81" y="134"/>
                  </a:lnTo>
                  <a:lnTo>
                    <a:pt x="81" y="134"/>
                  </a:lnTo>
                  <a:lnTo>
                    <a:pt x="81" y="134"/>
                  </a:lnTo>
                  <a:lnTo>
                    <a:pt x="83" y="134"/>
                  </a:lnTo>
                  <a:lnTo>
                    <a:pt x="83" y="135"/>
                  </a:lnTo>
                  <a:lnTo>
                    <a:pt x="83" y="135"/>
                  </a:lnTo>
                  <a:lnTo>
                    <a:pt x="83" y="135"/>
                  </a:lnTo>
                  <a:lnTo>
                    <a:pt x="84" y="135"/>
                  </a:lnTo>
                  <a:lnTo>
                    <a:pt x="84" y="135"/>
                  </a:lnTo>
                  <a:lnTo>
                    <a:pt x="84" y="135"/>
                  </a:lnTo>
                  <a:lnTo>
                    <a:pt x="84" y="135"/>
                  </a:lnTo>
                  <a:lnTo>
                    <a:pt x="86" y="135"/>
                  </a:lnTo>
                  <a:lnTo>
                    <a:pt x="86" y="135"/>
                  </a:lnTo>
                  <a:lnTo>
                    <a:pt x="86" y="135"/>
                  </a:lnTo>
                  <a:lnTo>
                    <a:pt x="86" y="135"/>
                  </a:lnTo>
                  <a:lnTo>
                    <a:pt x="86" y="135"/>
                  </a:lnTo>
                  <a:lnTo>
                    <a:pt x="86" y="135"/>
                  </a:lnTo>
                  <a:lnTo>
                    <a:pt x="86" y="135"/>
                  </a:lnTo>
                  <a:lnTo>
                    <a:pt x="86" y="135"/>
                  </a:lnTo>
                  <a:lnTo>
                    <a:pt x="88" y="133"/>
                  </a:lnTo>
                  <a:lnTo>
                    <a:pt x="88" y="133"/>
                  </a:lnTo>
                  <a:lnTo>
                    <a:pt x="88" y="133"/>
                  </a:lnTo>
                  <a:lnTo>
                    <a:pt x="88" y="133"/>
                  </a:lnTo>
                  <a:lnTo>
                    <a:pt x="88" y="133"/>
                  </a:lnTo>
                  <a:lnTo>
                    <a:pt x="88" y="133"/>
                  </a:lnTo>
                  <a:lnTo>
                    <a:pt x="88" y="133"/>
                  </a:lnTo>
                  <a:lnTo>
                    <a:pt x="88" y="133"/>
                  </a:lnTo>
                  <a:lnTo>
                    <a:pt x="90" y="132"/>
                  </a:lnTo>
                  <a:lnTo>
                    <a:pt x="90" y="133"/>
                  </a:lnTo>
                  <a:lnTo>
                    <a:pt x="90" y="133"/>
                  </a:lnTo>
                  <a:lnTo>
                    <a:pt x="90" y="133"/>
                  </a:lnTo>
                  <a:lnTo>
                    <a:pt x="90" y="133"/>
                  </a:lnTo>
                  <a:lnTo>
                    <a:pt x="90" y="133"/>
                  </a:lnTo>
                  <a:lnTo>
                    <a:pt x="90" y="133"/>
                  </a:lnTo>
                  <a:lnTo>
                    <a:pt x="90" y="133"/>
                  </a:lnTo>
                  <a:lnTo>
                    <a:pt x="90" y="133"/>
                  </a:lnTo>
                  <a:lnTo>
                    <a:pt x="90" y="135"/>
                  </a:lnTo>
                  <a:lnTo>
                    <a:pt x="90" y="135"/>
                  </a:lnTo>
                  <a:lnTo>
                    <a:pt x="90" y="135"/>
                  </a:lnTo>
                  <a:lnTo>
                    <a:pt x="91" y="135"/>
                  </a:lnTo>
                  <a:lnTo>
                    <a:pt x="91" y="135"/>
                  </a:lnTo>
                  <a:lnTo>
                    <a:pt x="91" y="135"/>
                  </a:lnTo>
                  <a:lnTo>
                    <a:pt x="91" y="135"/>
                  </a:lnTo>
                  <a:lnTo>
                    <a:pt x="93" y="135"/>
                  </a:lnTo>
                  <a:lnTo>
                    <a:pt x="93" y="136"/>
                  </a:lnTo>
                  <a:lnTo>
                    <a:pt x="93" y="136"/>
                  </a:lnTo>
                  <a:lnTo>
                    <a:pt x="93" y="136"/>
                  </a:lnTo>
                  <a:lnTo>
                    <a:pt x="94" y="136"/>
                  </a:lnTo>
                  <a:lnTo>
                    <a:pt x="94" y="136"/>
                  </a:lnTo>
                  <a:lnTo>
                    <a:pt x="95" y="136"/>
                  </a:lnTo>
                  <a:lnTo>
                    <a:pt x="95" y="136"/>
                  </a:lnTo>
                  <a:lnTo>
                    <a:pt x="97" y="136"/>
                  </a:lnTo>
                  <a:lnTo>
                    <a:pt x="97" y="136"/>
                  </a:lnTo>
                  <a:lnTo>
                    <a:pt x="97" y="136"/>
                  </a:lnTo>
                  <a:lnTo>
                    <a:pt x="97" y="136"/>
                  </a:lnTo>
                  <a:lnTo>
                    <a:pt x="99" y="136"/>
                  </a:lnTo>
                  <a:lnTo>
                    <a:pt x="99" y="136"/>
                  </a:lnTo>
                  <a:lnTo>
                    <a:pt x="100" y="136"/>
                  </a:lnTo>
                  <a:lnTo>
                    <a:pt x="100" y="136"/>
                  </a:lnTo>
                  <a:lnTo>
                    <a:pt x="101" y="136"/>
                  </a:lnTo>
                  <a:lnTo>
                    <a:pt x="101" y="138"/>
                  </a:lnTo>
                  <a:lnTo>
                    <a:pt x="101" y="138"/>
                  </a:lnTo>
                  <a:lnTo>
                    <a:pt x="101" y="138"/>
                  </a:lnTo>
                  <a:lnTo>
                    <a:pt x="102" y="138"/>
                  </a:lnTo>
                  <a:lnTo>
                    <a:pt x="102" y="138"/>
                  </a:lnTo>
                  <a:lnTo>
                    <a:pt x="104" y="138"/>
                  </a:lnTo>
                  <a:lnTo>
                    <a:pt x="104" y="138"/>
                  </a:lnTo>
                  <a:lnTo>
                    <a:pt x="106" y="138"/>
                  </a:lnTo>
                  <a:lnTo>
                    <a:pt x="106" y="138"/>
                  </a:lnTo>
                  <a:lnTo>
                    <a:pt x="108" y="138"/>
                  </a:lnTo>
                  <a:lnTo>
                    <a:pt x="108" y="138"/>
                  </a:lnTo>
                  <a:lnTo>
                    <a:pt x="110" y="138"/>
                  </a:lnTo>
                  <a:lnTo>
                    <a:pt x="110" y="138"/>
                  </a:lnTo>
                  <a:lnTo>
                    <a:pt x="111" y="138"/>
                  </a:lnTo>
                  <a:lnTo>
                    <a:pt x="111" y="138"/>
                  </a:lnTo>
                  <a:lnTo>
                    <a:pt x="112" y="136"/>
                  </a:lnTo>
                  <a:lnTo>
                    <a:pt x="112" y="138"/>
                  </a:lnTo>
                  <a:lnTo>
                    <a:pt x="112" y="138"/>
                  </a:lnTo>
                  <a:lnTo>
                    <a:pt x="112" y="138"/>
                  </a:lnTo>
                  <a:lnTo>
                    <a:pt x="112" y="138"/>
                  </a:lnTo>
                  <a:lnTo>
                    <a:pt x="112" y="138"/>
                  </a:lnTo>
                  <a:lnTo>
                    <a:pt x="112" y="138"/>
                  </a:lnTo>
                  <a:lnTo>
                    <a:pt x="112" y="138"/>
                  </a:lnTo>
                  <a:lnTo>
                    <a:pt x="113" y="138"/>
                  </a:lnTo>
                  <a:lnTo>
                    <a:pt x="113" y="139"/>
                  </a:lnTo>
                  <a:lnTo>
                    <a:pt x="113" y="139"/>
                  </a:lnTo>
                  <a:lnTo>
                    <a:pt x="113" y="139"/>
                  </a:lnTo>
                  <a:lnTo>
                    <a:pt x="113" y="139"/>
                  </a:lnTo>
                  <a:lnTo>
                    <a:pt x="113" y="139"/>
                  </a:lnTo>
                  <a:lnTo>
                    <a:pt x="113" y="139"/>
                  </a:lnTo>
                  <a:lnTo>
                    <a:pt x="113" y="139"/>
                  </a:lnTo>
                  <a:lnTo>
                    <a:pt x="114" y="139"/>
                  </a:lnTo>
                  <a:lnTo>
                    <a:pt x="114" y="140"/>
                  </a:lnTo>
                  <a:lnTo>
                    <a:pt x="114" y="140"/>
                  </a:lnTo>
                  <a:lnTo>
                    <a:pt x="114" y="140"/>
                  </a:lnTo>
                  <a:lnTo>
                    <a:pt x="115" y="140"/>
                  </a:lnTo>
                  <a:lnTo>
                    <a:pt x="115" y="140"/>
                  </a:lnTo>
                  <a:lnTo>
                    <a:pt x="115" y="140"/>
                  </a:lnTo>
                  <a:lnTo>
                    <a:pt x="115" y="140"/>
                  </a:lnTo>
                  <a:lnTo>
                    <a:pt x="117" y="140"/>
                  </a:lnTo>
                  <a:lnTo>
                    <a:pt x="117" y="140"/>
                  </a:lnTo>
                  <a:lnTo>
                    <a:pt x="117" y="140"/>
                  </a:lnTo>
                  <a:lnTo>
                    <a:pt x="117" y="140"/>
                  </a:lnTo>
                  <a:lnTo>
                    <a:pt x="119" y="140"/>
                  </a:lnTo>
                  <a:lnTo>
                    <a:pt x="119" y="140"/>
                  </a:lnTo>
                  <a:lnTo>
                    <a:pt x="119" y="140"/>
                  </a:lnTo>
                  <a:lnTo>
                    <a:pt x="119" y="140"/>
                  </a:lnTo>
                  <a:lnTo>
                    <a:pt x="121" y="139"/>
                  </a:lnTo>
                  <a:lnTo>
                    <a:pt x="121" y="139"/>
                  </a:lnTo>
                  <a:lnTo>
                    <a:pt x="121" y="139"/>
                  </a:lnTo>
                  <a:lnTo>
                    <a:pt x="121" y="139"/>
                  </a:lnTo>
                  <a:lnTo>
                    <a:pt x="121" y="139"/>
                  </a:lnTo>
                  <a:lnTo>
                    <a:pt x="121" y="139"/>
                  </a:lnTo>
                  <a:lnTo>
                    <a:pt x="121" y="139"/>
                  </a:lnTo>
                  <a:lnTo>
                    <a:pt x="121" y="139"/>
                  </a:lnTo>
                  <a:lnTo>
                    <a:pt x="123" y="139"/>
                  </a:lnTo>
                  <a:lnTo>
                    <a:pt x="123" y="139"/>
                  </a:lnTo>
                  <a:lnTo>
                    <a:pt x="123" y="139"/>
                  </a:lnTo>
                  <a:lnTo>
                    <a:pt x="123" y="139"/>
                  </a:lnTo>
                  <a:lnTo>
                    <a:pt x="124" y="138"/>
                  </a:lnTo>
                  <a:lnTo>
                    <a:pt x="124" y="138"/>
                  </a:lnTo>
                  <a:lnTo>
                    <a:pt x="124" y="138"/>
                  </a:lnTo>
                  <a:lnTo>
                    <a:pt x="124" y="138"/>
                  </a:lnTo>
                  <a:lnTo>
                    <a:pt x="125" y="136"/>
                  </a:lnTo>
                  <a:lnTo>
                    <a:pt x="125" y="136"/>
                  </a:lnTo>
                  <a:lnTo>
                    <a:pt x="125" y="136"/>
                  </a:lnTo>
                  <a:lnTo>
                    <a:pt x="125" y="136"/>
                  </a:lnTo>
                  <a:lnTo>
                    <a:pt x="125" y="136"/>
                  </a:lnTo>
                  <a:lnTo>
                    <a:pt x="125" y="136"/>
                  </a:lnTo>
                  <a:lnTo>
                    <a:pt x="125" y="136"/>
                  </a:lnTo>
                  <a:lnTo>
                    <a:pt x="125" y="136"/>
                  </a:lnTo>
                  <a:lnTo>
                    <a:pt x="125" y="136"/>
                  </a:lnTo>
                  <a:lnTo>
                    <a:pt x="125" y="136"/>
                  </a:lnTo>
                  <a:lnTo>
                    <a:pt x="125" y="136"/>
                  </a:lnTo>
                  <a:lnTo>
                    <a:pt x="125" y="136"/>
                  </a:lnTo>
                  <a:lnTo>
                    <a:pt x="125" y="136"/>
                  </a:lnTo>
                  <a:lnTo>
                    <a:pt x="125" y="136"/>
                  </a:lnTo>
                  <a:lnTo>
                    <a:pt x="125" y="136"/>
                  </a:lnTo>
                  <a:lnTo>
                    <a:pt x="125" y="136"/>
                  </a:lnTo>
                  <a:lnTo>
                    <a:pt x="127" y="135"/>
                  </a:lnTo>
                  <a:lnTo>
                    <a:pt x="127" y="135"/>
                  </a:lnTo>
                  <a:lnTo>
                    <a:pt x="127" y="135"/>
                  </a:lnTo>
                  <a:lnTo>
                    <a:pt x="127" y="135"/>
                  </a:lnTo>
                  <a:lnTo>
                    <a:pt x="127" y="135"/>
                  </a:lnTo>
                  <a:lnTo>
                    <a:pt x="127" y="135"/>
                  </a:lnTo>
                  <a:lnTo>
                    <a:pt x="127" y="135"/>
                  </a:lnTo>
                  <a:lnTo>
                    <a:pt x="127" y="135"/>
                  </a:lnTo>
                  <a:lnTo>
                    <a:pt x="129" y="135"/>
                  </a:lnTo>
                  <a:lnTo>
                    <a:pt x="129" y="135"/>
                  </a:lnTo>
                  <a:lnTo>
                    <a:pt x="129" y="135"/>
                  </a:lnTo>
                  <a:lnTo>
                    <a:pt x="129" y="135"/>
                  </a:lnTo>
                  <a:lnTo>
                    <a:pt x="129" y="135"/>
                  </a:lnTo>
                  <a:lnTo>
                    <a:pt x="129" y="135"/>
                  </a:lnTo>
                  <a:lnTo>
                    <a:pt x="129" y="135"/>
                  </a:lnTo>
                  <a:lnTo>
                    <a:pt x="129" y="135"/>
                  </a:lnTo>
                  <a:lnTo>
                    <a:pt x="131" y="135"/>
                  </a:lnTo>
                  <a:lnTo>
                    <a:pt x="131" y="135"/>
                  </a:lnTo>
                  <a:lnTo>
                    <a:pt x="131" y="135"/>
                  </a:lnTo>
                  <a:lnTo>
                    <a:pt x="131" y="135"/>
                  </a:lnTo>
                  <a:lnTo>
                    <a:pt x="132" y="135"/>
                  </a:lnTo>
                  <a:lnTo>
                    <a:pt x="132" y="135"/>
                  </a:lnTo>
                  <a:lnTo>
                    <a:pt x="132" y="135"/>
                  </a:lnTo>
                  <a:lnTo>
                    <a:pt x="132" y="135"/>
                  </a:lnTo>
                  <a:lnTo>
                    <a:pt x="134" y="133"/>
                  </a:lnTo>
                  <a:lnTo>
                    <a:pt x="134" y="133"/>
                  </a:lnTo>
                  <a:lnTo>
                    <a:pt x="134" y="133"/>
                  </a:lnTo>
                  <a:lnTo>
                    <a:pt x="134" y="133"/>
                  </a:lnTo>
                  <a:lnTo>
                    <a:pt x="134" y="133"/>
                  </a:lnTo>
                  <a:lnTo>
                    <a:pt x="134" y="133"/>
                  </a:lnTo>
                  <a:lnTo>
                    <a:pt x="134" y="133"/>
                  </a:lnTo>
                  <a:lnTo>
                    <a:pt x="134" y="133"/>
                  </a:lnTo>
                  <a:lnTo>
                    <a:pt x="136" y="132"/>
                  </a:lnTo>
                  <a:lnTo>
                    <a:pt x="136" y="132"/>
                  </a:lnTo>
                  <a:lnTo>
                    <a:pt x="136" y="132"/>
                  </a:lnTo>
                  <a:lnTo>
                    <a:pt x="136" y="132"/>
                  </a:lnTo>
                  <a:lnTo>
                    <a:pt x="137" y="132"/>
                  </a:lnTo>
                  <a:lnTo>
                    <a:pt x="137" y="132"/>
                  </a:lnTo>
                  <a:lnTo>
                    <a:pt x="137" y="132"/>
                  </a:lnTo>
                  <a:lnTo>
                    <a:pt x="137" y="132"/>
                  </a:lnTo>
                  <a:lnTo>
                    <a:pt x="139" y="132"/>
                  </a:lnTo>
                  <a:lnTo>
                    <a:pt x="139" y="132"/>
                  </a:lnTo>
                  <a:lnTo>
                    <a:pt x="139" y="132"/>
                  </a:lnTo>
                  <a:lnTo>
                    <a:pt x="139" y="132"/>
                  </a:lnTo>
                  <a:lnTo>
                    <a:pt x="141" y="132"/>
                  </a:lnTo>
                  <a:lnTo>
                    <a:pt x="141" y="132"/>
                  </a:lnTo>
                  <a:lnTo>
                    <a:pt x="141" y="132"/>
                  </a:lnTo>
                  <a:lnTo>
                    <a:pt x="141" y="132"/>
                  </a:lnTo>
                  <a:lnTo>
                    <a:pt x="144" y="132"/>
                  </a:lnTo>
                  <a:lnTo>
                    <a:pt x="144" y="132"/>
                  </a:lnTo>
                  <a:lnTo>
                    <a:pt x="144" y="132"/>
                  </a:lnTo>
                  <a:lnTo>
                    <a:pt x="144" y="132"/>
                  </a:lnTo>
                  <a:lnTo>
                    <a:pt x="144" y="130"/>
                  </a:lnTo>
                  <a:lnTo>
                    <a:pt x="144" y="130"/>
                  </a:lnTo>
                  <a:lnTo>
                    <a:pt x="144" y="130"/>
                  </a:lnTo>
                  <a:lnTo>
                    <a:pt x="144" y="130"/>
                  </a:lnTo>
                  <a:lnTo>
                    <a:pt x="145" y="128"/>
                  </a:lnTo>
                  <a:lnTo>
                    <a:pt x="145" y="128"/>
                  </a:lnTo>
                  <a:lnTo>
                    <a:pt x="145" y="128"/>
                  </a:lnTo>
                  <a:lnTo>
                    <a:pt x="145" y="128"/>
                  </a:lnTo>
                  <a:lnTo>
                    <a:pt x="145" y="126"/>
                  </a:lnTo>
                  <a:lnTo>
                    <a:pt x="145" y="126"/>
                  </a:lnTo>
                  <a:lnTo>
                    <a:pt x="145" y="126"/>
                  </a:lnTo>
                  <a:lnTo>
                    <a:pt x="145" y="126"/>
                  </a:lnTo>
                  <a:lnTo>
                    <a:pt x="146" y="124"/>
                  </a:lnTo>
                  <a:lnTo>
                    <a:pt x="144" y="124"/>
                  </a:lnTo>
                  <a:lnTo>
                    <a:pt x="144" y="124"/>
                  </a:lnTo>
                  <a:lnTo>
                    <a:pt x="144" y="124"/>
                  </a:lnTo>
                  <a:lnTo>
                    <a:pt x="144" y="123"/>
                  </a:lnTo>
                  <a:lnTo>
                    <a:pt x="143" y="123"/>
                  </a:lnTo>
                  <a:lnTo>
                    <a:pt x="143" y="123"/>
                  </a:lnTo>
                  <a:lnTo>
                    <a:pt x="143" y="123"/>
                  </a:lnTo>
                  <a:lnTo>
                    <a:pt x="143" y="121"/>
                  </a:lnTo>
                  <a:lnTo>
                    <a:pt x="141" y="121"/>
                  </a:lnTo>
                  <a:lnTo>
                    <a:pt x="141" y="121"/>
                  </a:lnTo>
                  <a:lnTo>
                    <a:pt x="141" y="121"/>
                  </a:lnTo>
                  <a:lnTo>
                    <a:pt x="141" y="119"/>
                  </a:lnTo>
                  <a:lnTo>
                    <a:pt x="141" y="119"/>
                  </a:lnTo>
                  <a:lnTo>
                    <a:pt x="141" y="119"/>
                  </a:lnTo>
                  <a:lnTo>
                    <a:pt x="141" y="119"/>
                  </a:lnTo>
                  <a:lnTo>
                    <a:pt x="141" y="117"/>
                  </a:lnTo>
                  <a:lnTo>
                    <a:pt x="141" y="117"/>
                  </a:lnTo>
                  <a:lnTo>
                    <a:pt x="141" y="117"/>
                  </a:lnTo>
                  <a:lnTo>
                    <a:pt x="141" y="117"/>
                  </a:lnTo>
                  <a:lnTo>
                    <a:pt x="141" y="117"/>
                  </a:lnTo>
                  <a:lnTo>
                    <a:pt x="141" y="117"/>
                  </a:lnTo>
                  <a:lnTo>
                    <a:pt x="141" y="117"/>
                  </a:lnTo>
                  <a:lnTo>
                    <a:pt x="141" y="117"/>
                  </a:lnTo>
                  <a:lnTo>
                    <a:pt x="141" y="116"/>
                  </a:lnTo>
                  <a:lnTo>
                    <a:pt x="141" y="116"/>
                  </a:lnTo>
                  <a:lnTo>
                    <a:pt x="141" y="116"/>
                  </a:lnTo>
                  <a:lnTo>
                    <a:pt x="141" y="116"/>
                  </a:lnTo>
                  <a:lnTo>
                    <a:pt x="141" y="114"/>
                  </a:lnTo>
                  <a:lnTo>
                    <a:pt x="141" y="114"/>
                  </a:lnTo>
                  <a:lnTo>
                    <a:pt x="141" y="114"/>
                  </a:lnTo>
                  <a:lnTo>
                    <a:pt x="141" y="114"/>
                  </a:lnTo>
                  <a:lnTo>
                    <a:pt x="141" y="113"/>
                  </a:lnTo>
                  <a:lnTo>
                    <a:pt x="141" y="113"/>
                  </a:lnTo>
                  <a:lnTo>
                    <a:pt x="141" y="113"/>
                  </a:lnTo>
                  <a:lnTo>
                    <a:pt x="141" y="113"/>
                  </a:lnTo>
                  <a:lnTo>
                    <a:pt x="141" y="113"/>
                  </a:lnTo>
                  <a:lnTo>
                    <a:pt x="141" y="113"/>
                  </a:lnTo>
                  <a:lnTo>
                    <a:pt x="141" y="113"/>
                  </a:lnTo>
                  <a:lnTo>
                    <a:pt x="141" y="113"/>
                  </a:lnTo>
                  <a:lnTo>
                    <a:pt x="144" y="113"/>
                  </a:lnTo>
                  <a:lnTo>
                    <a:pt x="144" y="113"/>
                  </a:lnTo>
                  <a:lnTo>
                    <a:pt x="144" y="113"/>
                  </a:lnTo>
                  <a:lnTo>
                    <a:pt x="144" y="113"/>
                  </a:lnTo>
                  <a:lnTo>
                    <a:pt x="146" y="113"/>
                  </a:lnTo>
                  <a:lnTo>
                    <a:pt x="146" y="113"/>
                  </a:lnTo>
                  <a:lnTo>
                    <a:pt x="147" y="113"/>
                  </a:lnTo>
                  <a:lnTo>
                    <a:pt x="147" y="113"/>
                  </a:lnTo>
                  <a:lnTo>
                    <a:pt x="149" y="113"/>
                  </a:lnTo>
                  <a:lnTo>
                    <a:pt x="147" y="113"/>
                  </a:lnTo>
                  <a:lnTo>
                    <a:pt x="147" y="113"/>
                  </a:lnTo>
                  <a:lnTo>
                    <a:pt x="147" y="113"/>
                  </a:lnTo>
                  <a:lnTo>
                    <a:pt x="147" y="112"/>
                  </a:lnTo>
                  <a:lnTo>
                    <a:pt x="147" y="112"/>
                  </a:lnTo>
                  <a:lnTo>
                    <a:pt x="147" y="112"/>
                  </a:lnTo>
                  <a:lnTo>
                    <a:pt x="147" y="112"/>
                  </a:lnTo>
                  <a:lnTo>
                    <a:pt x="148" y="110"/>
                  </a:lnTo>
                  <a:lnTo>
                    <a:pt x="148" y="110"/>
                  </a:lnTo>
                  <a:lnTo>
                    <a:pt x="148" y="110"/>
                  </a:lnTo>
                  <a:lnTo>
                    <a:pt x="148" y="110"/>
                  </a:lnTo>
                  <a:lnTo>
                    <a:pt x="149" y="108"/>
                  </a:lnTo>
                  <a:lnTo>
                    <a:pt x="149" y="108"/>
                  </a:lnTo>
                  <a:lnTo>
                    <a:pt x="149" y="108"/>
                  </a:lnTo>
                  <a:lnTo>
                    <a:pt x="149" y="108"/>
                  </a:lnTo>
                  <a:lnTo>
                    <a:pt x="151" y="106"/>
                  </a:lnTo>
                  <a:lnTo>
                    <a:pt x="151" y="106"/>
                  </a:lnTo>
                  <a:lnTo>
                    <a:pt x="151" y="106"/>
                  </a:lnTo>
                  <a:lnTo>
                    <a:pt x="151" y="106"/>
                  </a:lnTo>
                  <a:lnTo>
                    <a:pt x="151" y="106"/>
                  </a:lnTo>
                  <a:lnTo>
                    <a:pt x="151" y="106"/>
                  </a:lnTo>
                  <a:lnTo>
                    <a:pt x="151" y="106"/>
                  </a:lnTo>
                  <a:lnTo>
                    <a:pt x="151" y="106"/>
                  </a:lnTo>
                  <a:lnTo>
                    <a:pt x="152" y="106"/>
                  </a:lnTo>
                  <a:lnTo>
                    <a:pt x="152" y="106"/>
                  </a:lnTo>
                  <a:lnTo>
                    <a:pt x="152" y="106"/>
                  </a:lnTo>
                  <a:lnTo>
                    <a:pt x="152" y="106"/>
                  </a:lnTo>
                  <a:lnTo>
                    <a:pt x="153" y="106"/>
                  </a:lnTo>
                  <a:lnTo>
                    <a:pt x="153" y="106"/>
                  </a:lnTo>
                  <a:lnTo>
                    <a:pt x="153" y="106"/>
                  </a:lnTo>
                  <a:lnTo>
                    <a:pt x="153" y="106"/>
                  </a:lnTo>
                  <a:lnTo>
                    <a:pt x="154" y="105"/>
                  </a:lnTo>
                  <a:lnTo>
                    <a:pt x="154" y="105"/>
                  </a:lnTo>
                  <a:lnTo>
                    <a:pt x="154" y="105"/>
                  </a:lnTo>
                  <a:lnTo>
                    <a:pt x="154" y="105"/>
                  </a:lnTo>
                  <a:lnTo>
                    <a:pt x="154" y="105"/>
                  </a:lnTo>
                  <a:lnTo>
                    <a:pt x="154" y="105"/>
                  </a:lnTo>
                  <a:lnTo>
                    <a:pt x="154" y="105"/>
                  </a:lnTo>
                  <a:lnTo>
                    <a:pt x="154" y="105"/>
                  </a:lnTo>
                  <a:lnTo>
                    <a:pt x="154" y="104"/>
                  </a:lnTo>
                  <a:lnTo>
                    <a:pt x="154" y="104"/>
                  </a:lnTo>
                  <a:lnTo>
                    <a:pt x="154" y="104"/>
                  </a:lnTo>
                  <a:lnTo>
                    <a:pt x="154" y="104"/>
                  </a:lnTo>
                  <a:lnTo>
                    <a:pt x="154" y="102"/>
                  </a:lnTo>
                  <a:lnTo>
                    <a:pt x="154" y="102"/>
                  </a:lnTo>
                  <a:lnTo>
                    <a:pt x="154" y="102"/>
                  </a:lnTo>
                  <a:lnTo>
                    <a:pt x="154" y="102"/>
                  </a:lnTo>
                  <a:lnTo>
                    <a:pt x="154" y="101"/>
                  </a:lnTo>
                  <a:lnTo>
                    <a:pt x="154" y="101"/>
                  </a:lnTo>
                  <a:lnTo>
                    <a:pt x="154" y="101"/>
                  </a:lnTo>
                  <a:lnTo>
                    <a:pt x="154" y="101"/>
                  </a:lnTo>
                  <a:lnTo>
                    <a:pt x="154" y="101"/>
                  </a:lnTo>
                  <a:lnTo>
                    <a:pt x="154" y="101"/>
                  </a:lnTo>
                  <a:lnTo>
                    <a:pt x="154" y="101"/>
                  </a:lnTo>
                  <a:lnTo>
                    <a:pt x="154" y="101"/>
                  </a:lnTo>
                  <a:lnTo>
                    <a:pt x="155" y="99"/>
                  </a:lnTo>
                  <a:lnTo>
                    <a:pt x="155" y="99"/>
                  </a:lnTo>
                  <a:lnTo>
                    <a:pt x="155" y="99"/>
                  </a:lnTo>
                  <a:lnTo>
                    <a:pt x="155" y="99"/>
                  </a:lnTo>
                  <a:lnTo>
                    <a:pt x="156" y="99"/>
                  </a:lnTo>
                  <a:lnTo>
                    <a:pt x="156" y="99"/>
                  </a:lnTo>
                  <a:lnTo>
                    <a:pt x="156" y="99"/>
                  </a:lnTo>
                  <a:lnTo>
                    <a:pt x="156" y="99"/>
                  </a:lnTo>
                  <a:lnTo>
                    <a:pt x="158" y="98"/>
                  </a:lnTo>
                  <a:lnTo>
                    <a:pt x="158" y="98"/>
                  </a:lnTo>
                  <a:lnTo>
                    <a:pt x="158" y="98"/>
                  </a:lnTo>
                  <a:lnTo>
                    <a:pt x="158" y="98"/>
                  </a:lnTo>
                  <a:lnTo>
                    <a:pt x="159" y="98"/>
                  </a:lnTo>
                  <a:lnTo>
                    <a:pt x="159" y="98"/>
                  </a:lnTo>
                  <a:lnTo>
                    <a:pt x="160" y="98"/>
                  </a:lnTo>
                  <a:lnTo>
                    <a:pt x="160" y="98"/>
                  </a:lnTo>
                  <a:lnTo>
                    <a:pt x="162" y="96"/>
                  </a:lnTo>
                  <a:lnTo>
                    <a:pt x="162" y="96"/>
                  </a:lnTo>
                  <a:lnTo>
                    <a:pt x="162" y="96"/>
                  </a:lnTo>
                  <a:lnTo>
                    <a:pt x="162" y="96"/>
                  </a:lnTo>
                  <a:lnTo>
                    <a:pt x="163" y="95"/>
                  </a:lnTo>
                  <a:lnTo>
                    <a:pt x="163" y="95"/>
                  </a:lnTo>
                  <a:lnTo>
                    <a:pt x="164" y="95"/>
                  </a:lnTo>
                  <a:lnTo>
                    <a:pt x="164" y="95"/>
                  </a:lnTo>
                  <a:lnTo>
                    <a:pt x="166" y="94"/>
                  </a:lnTo>
                  <a:lnTo>
                    <a:pt x="166" y="94"/>
                  </a:lnTo>
                  <a:lnTo>
                    <a:pt x="166" y="94"/>
                  </a:lnTo>
                  <a:lnTo>
                    <a:pt x="166" y="94"/>
                  </a:lnTo>
                  <a:lnTo>
                    <a:pt x="166" y="94"/>
                  </a:lnTo>
                  <a:lnTo>
                    <a:pt x="166" y="94"/>
                  </a:lnTo>
                  <a:lnTo>
                    <a:pt x="166" y="94"/>
                  </a:lnTo>
                  <a:lnTo>
                    <a:pt x="166" y="94"/>
                  </a:lnTo>
                  <a:lnTo>
                    <a:pt x="168" y="92"/>
                  </a:lnTo>
                  <a:lnTo>
                    <a:pt x="168" y="92"/>
                  </a:lnTo>
                  <a:lnTo>
                    <a:pt x="168" y="92"/>
                  </a:lnTo>
                  <a:lnTo>
                    <a:pt x="168" y="92"/>
                  </a:lnTo>
                  <a:lnTo>
                    <a:pt x="170" y="92"/>
                  </a:lnTo>
                  <a:lnTo>
                    <a:pt x="170" y="92"/>
                  </a:lnTo>
                  <a:lnTo>
                    <a:pt x="170" y="92"/>
                  </a:lnTo>
                  <a:lnTo>
                    <a:pt x="170" y="92"/>
                  </a:lnTo>
                  <a:lnTo>
                    <a:pt x="172" y="91"/>
                  </a:lnTo>
                  <a:lnTo>
                    <a:pt x="172" y="91"/>
                  </a:lnTo>
                  <a:lnTo>
                    <a:pt x="172" y="91"/>
                  </a:lnTo>
                  <a:lnTo>
                    <a:pt x="172" y="91"/>
                  </a:lnTo>
                  <a:lnTo>
                    <a:pt x="173" y="91"/>
                  </a:lnTo>
                  <a:lnTo>
                    <a:pt x="173" y="91"/>
                  </a:lnTo>
                  <a:lnTo>
                    <a:pt x="173" y="91"/>
                  </a:lnTo>
                  <a:lnTo>
                    <a:pt x="173" y="91"/>
                  </a:lnTo>
                  <a:lnTo>
                    <a:pt x="175" y="89"/>
                  </a:lnTo>
                  <a:lnTo>
                    <a:pt x="175" y="89"/>
                  </a:lnTo>
                  <a:lnTo>
                    <a:pt x="175" y="89"/>
                  </a:lnTo>
                  <a:lnTo>
                    <a:pt x="175" y="89"/>
                  </a:lnTo>
                  <a:lnTo>
                    <a:pt x="176" y="89"/>
                  </a:lnTo>
                  <a:lnTo>
                    <a:pt x="176" y="89"/>
                  </a:lnTo>
                  <a:lnTo>
                    <a:pt x="176" y="89"/>
                  </a:lnTo>
                  <a:lnTo>
                    <a:pt x="176" y="89"/>
                  </a:lnTo>
                  <a:lnTo>
                    <a:pt x="178" y="88"/>
                  </a:lnTo>
                  <a:lnTo>
                    <a:pt x="178" y="89"/>
                  </a:lnTo>
                  <a:lnTo>
                    <a:pt x="178" y="89"/>
                  </a:lnTo>
                  <a:lnTo>
                    <a:pt x="178" y="89"/>
                  </a:lnTo>
                  <a:lnTo>
                    <a:pt x="178" y="89"/>
                  </a:lnTo>
                  <a:lnTo>
                    <a:pt x="178" y="91"/>
                  </a:lnTo>
                  <a:lnTo>
                    <a:pt x="178" y="91"/>
                  </a:lnTo>
                  <a:lnTo>
                    <a:pt x="178" y="91"/>
                  </a:lnTo>
                  <a:lnTo>
                    <a:pt x="180" y="91"/>
                  </a:lnTo>
                  <a:lnTo>
                    <a:pt x="180" y="92"/>
                  </a:lnTo>
                  <a:lnTo>
                    <a:pt x="180" y="92"/>
                  </a:lnTo>
                  <a:lnTo>
                    <a:pt x="180" y="92"/>
                  </a:lnTo>
                  <a:lnTo>
                    <a:pt x="180" y="92"/>
                  </a:lnTo>
                  <a:lnTo>
                    <a:pt x="180" y="92"/>
                  </a:lnTo>
                  <a:lnTo>
                    <a:pt x="180" y="92"/>
                  </a:lnTo>
                  <a:lnTo>
                    <a:pt x="180" y="92"/>
                  </a:lnTo>
                  <a:lnTo>
                    <a:pt x="182" y="92"/>
                  </a:lnTo>
                  <a:lnTo>
                    <a:pt x="182" y="92"/>
                  </a:lnTo>
                  <a:lnTo>
                    <a:pt x="182" y="92"/>
                  </a:lnTo>
                  <a:lnTo>
                    <a:pt x="182" y="92"/>
                  </a:lnTo>
                  <a:lnTo>
                    <a:pt x="183" y="92"/>
                  </a:lnTo>
                  <a:lnTo>
                    <a:pt x="183" y="92"/>
                  </a:lnTo>
                  <a:lnTo>
                    <a:pt x="183" y="92"/>
                  </a:lnTo>
                  <a:lnTo>
                    <a:pt x="183" y="92"/>
                  </a:lnTo>
                  <a:lnTo>
                    <a:pt x="184" y="92"/>
                  </a:lnTo>
                  <a:lnTo>
                    <a:pt x="184" y="92"/>
                  </a:lnTo>
                  <a:lnTo>
                    <a:pt x="184" y="92"/>
                  </a:lnTo>
                  <a:lnTo>
                    <a:pt x="184" y="92"/>
                  </a:lnTo>
                  <a:lnTo>
                    <a:pt x="186" y="92"/>
                  </a:lnTo>
                  <a:lnTo>
                    <a:pt x="186" y="92"/>
                  </a:lnTo>
                  <a:lnTo>
                    <a:pt x="186" y="92"/>
                  </a:lnTo>
                  <a:lnTo>
                    <a:pt x="186" y="92"/>
                  </a:lnTo>
                  <a:lnTo>
                    <a:pt x="188" y="92"/>
                  </a:lnTo>
                  <a:lnTo>
                    <a:pt x="188" y="92"/>
                  </a:lnTo>
                  <a:lnTo>
                    <a:pt x="188" y="92"/>
                  </a:lnTo>
                  <a:lnTo>
                    <a:pt x="188" y="92"/>
                  </a:lnTo>
                  <a:lnTo>
                    <a:pt x="188" y="92"/>
                  </a:lnTo>
                  <a:lnTo>
                    <a:pt x="188" y="92"/>
                  </a:lnTo>
                  <a:lnTo>
                    <a:pt x="188" y="92"/>
                  </a:lnTo>
                  <a:lnTo>
                    <a:pt x="188" y="92"/>
                  </a:lnTo>
                  <a:lnTo>
                    <a:pt x="190" y="91"/>
                  </a:lnTo>
                  <a:lnTo>
                    <a:pt x="190" y="91"/>
                  </a:lnTo>
                  <a:lnTo>
                    <a:pt x="190" y="91"/>
                  </a:lnTo>
                  <a:lnTo>
                    <a:pt x="190" y="91"/>
                  </a:lnTo>
                  <a:lnTo>
                    <a:pt x="192" y="90"/>
                  </a:lnTo>
                  <a:lnTo>
                    <a:pt x="192" y="90"/>
                  </a:lnTo>
                  <a:lnTo>
                    <a:pt x="192" y="90"/>
                  </a:lnTo>
                  <a:lnTo>
                    <a:pt x="192" y="90"/>
                  </a:lnTo>
                  <a:lnTo>
                    <a:pt x="193" y="89"/>
                  </a:lnTo>
                  <a:lnTo>
                    <a:pt x="193" y="89"/>
                  </a:lnTo>
                  <a:lnTo>
                    <a:pt x="193" y="89"/>
                  </a:lnTo>
                  <a:lnTo>
                    <a:pt x="193" y="89"/>
                  </a:lnTo>
                  <a:lnTo>
                    <a:pt x="195" y="89"/>
                  </a:lnTo>
                  <a:lnTo>
                    <a:pt x="195" y="89"/>
                  </a:lnTo>
                  <a:lnTo>
                    <a:pt x="196" y="89"/>
                  </a:lnTo>
                  <a:lnTo>
                    <a:pt x="196" y="89"/>
                  </a:lnTo>
                  <a:lnTo>
                    <a:pt x="198" y="89"/>
                  </a:lnTo>
                  <a:lnTo>
                    <a:pt x="198" y="89"/>
                  </a:lnTo>
                  <a:lnTo>
                    <a:pt x="198" y="89"/>
                  </a:lnTo>
                  <a:lnTo>
                    <a:pt x="198" y="89"/>
                  </a:lnTo>
                  <a:lnTo>
                    <a:pt x="200" y="89"/>
                  </a:lnTo>
                  <a:lnTo>
                    <a:pt x="200" y="89"/>
                  </a:lnTo>
                  <a:lnTo>
                    <a:pt x="200" y="89"/>
                  </a:lnTo>
                  <a:lnTo>
                    <a:pt x="200" y="89"/>
                  </a:lnTo>
                  <a:lnTo>
                    <a:pt x="202" y="88"/>
                  </a:lnTo>
                  <a:lnTo>
                    <a:pt x="201" y="88"/>
                  </a:lnTo>
                  <a:lnTo>
                    <a:pt x="201" y="88"/>
                  </a:lnTo>
                  <a:lnTo>
                    <a:pt x="201" y="88"/>
                  </a:lnTo>
                  <a:lnTo>
                    <a:pt x="201" y="87"/>
                  </a:lnTo>
                  <a:lnTo>
                    <a:pt x="201" y="87"/>
                  </a:lnTo>
                  <a:lnTo>
                    <a:pt x="201" y="87"/>
                  </a:lnTo>
                  <a:lnTo>
                    <a:pt x="201" y="87"/>
                  </a:lnTo>
                  <a:lnTo>
                    <a:pt x="201" y="85"/>
                  </a:lnTo>
                  <a:lnTo>
                    <a:pt x="200" y="85"/>
                  </a:lnTo>
                  <a:lnTo>
                    <a:pt x="200" y="85"/>
                  </a:lnTo>
                  <a:lnTo>
                    <a:pt x="200" y="85"/>
                  </a:lnTo>
                  <a:lnTo>
                    <a:pt x="200" y="83"/>
                  </a:lnTo>
                  <a:lnTo>
                    <a:pt x="200" y="83"/>
                  </a:lnTo>
                  <a:lnTo>
                    <a:pt x="200" y="82"/>
                  </a:lnTo>
                  <a:lnTo>
                    <a:pt x="200" y="82"/>
                  </a:lnTo>
                  <a:lnTo>
                    <a:pt x="200" y="80"/>
                  </a:lnTo>
                  <a:lnTo>
                    <a:pt x="198" y="80"/>
                  </a:lnTo>
                  <a:lnTo>
                    <a:pt x="198" y="80"/>
                  </a:lnTo>
                  <a:lnTo>
                    <a:pt x="198" y="80"/>
                  </a:lnTo>
                  <a:lnTo>
                    <a:pt x="198" y="80"/>
                  </a:lnTo>
                  <a:lnTo>
                    <a:pt x="197" y="80"/>
                  </a:lnTo>
                  <a:lnTo>
                    <a:pt x="197" y="80"/>
                  </a:lnTo>
                  <a:lnTo>
                    <a:pt x="197" y="80"/>
                  </a:lnTo>
                  <a:lnTo>
                    <a:pt x="197" y="80"/>
                  </a:lnTo>
                  <a:lnTo>
                    <a:pt x="195" y="80"/>
                  </a:lnTo>
                  <a:lnTo>
                    <a:pt x="195" y="80"/>
                  </a:lnTo>
                  <a:lnTo>
                    <a:pt x="195" y="80"/>
                  </a:lnTo>
                  <a:lnTo>
                    <a:pt x="195" y="80"/>
                  </a:lnTo>
                  <a:lnTo>
                    <a:pt x="193" y="80"/>
                  </a:lnTo>
                  <a:lnTo>
                    <a:pt x="193" y="80"/>
                  </a:lnTo>
                  <a:lnTo>
                    <a:pt x="193" y="80"/>
                  </a:lnTo>
                  <a:lnTo>
                    <a:pt x="193" y="79"/>
                  </a:lnTo>
                  <a:lnTo>
                    <a:pt x="191" y="79"/>
                  </a:lnTo>
                  <a:lnTo>
                    <a:pt x="191" y="79"/>
                  </a:lnTo>
                  <a:lnTo>
                    <a:pt x="191" y="79"/>
                  </a:lnTo>
                  <a:lnTo>
                    <a:pt x="191" y="77"/>
                  </a:lnTo>
                  <a:lnTo>
                    <a:pt x="189" y="77"/>
                  </a:lnTo>
                  <a:lnTo>
                    <a:pt x="189" y="77"/>
                  </a:lnTo>
                  <a:lnTo>
                    <a:pt x="189" y="77"/>
                  </a:lnTo>
                  <a:lnTo>
                    <a:pt x="189" y="74"/>
                  </a:lnTo>
                  <a:lnTo>
                    <a:pt x="187" y="74"/>
                  </a:lnTo>
                  <a:lnTo>
                    <a:pt x="187" y="74"/>
                  </a:lnTo>
                  <a:lnTo>
                    <a:pt x="187" y="74"/>
                  </a:lnTo>
                  <a:lnTo>
                    <a:pt x="187" y="73"/>
                  </a:lnTo>
                  <a:lnTo>
                    <a:pt x="186" y="73"/>
                  </a:lnTo>
                  <a:lnTo>
                    <a:pt x="186" y="72"/>
                  </a:lnTo>
                  <a:lnTo>
                    <a:pt x="186" y="72"/>
                  </a:lnTo>
                  <a:lnTo>
                    <a:pt x="186" y="70"/>
                  </a:lnTo>
                  <a:lnTo>
                    <a:pt x="184" y="70"/>
                  </a:lnTo>
                  <a:lnTo>
                    <a:pt x="184" y="70"/>
                  </a:lnTo>
                  <a:lnTo>
                    <a:pt x="183" y="70"/>
                  </a:lnTo>
                  <a:lnTo>
                    <a:pt x="183" y="70"/>
                  </a:lnTo>
                  <a:lnTo>
                    <a:pt x="180" y="70"/>
                  </a:lnTo>
                  <a:lnTo>
                    <a:pt x="180" y="70"/>
                  </a:lnTo>
                  <a:lnTo>
                    <a:pt x="180" y="70"/>
                  </a:lnTo>
                  <a:lnTo>
                    <a:pt x="180" y="70"/>
                  </a:lnTo>
                  <a:lnTo>
                    <a:pt x="178" y="71"/>
                  </a:lnTo>
                  <a:lnTo>
                    <a:pt x="178" y="71"/>
                  </a:lnTo>
                  <a:lnTo>
                    <a:pt x="178" y="71"/>
                  </a:lnTo>
                  <a:lnTo>
                    <a:pt x="178" y="71"/>
                  </a:lnTo>
                  <a:lnTo>
                    <a:pt x="178" y="71"/>
                  </a:lnTo>
                  <a:lnTo>
                    <a:pt x="178" y="71"/>
                  </a:lnTo>
                  <a:lnTo>
                    <a:pt x="178" y="71"/>
                  </a:lnTo>
                  <a:lnTo>
                    <a:pt x="178" y="70"/>
                  </a:lnTo>
                  <a:lnTo>
                    <a:pt x="178" y="70"/>
                  </a:lnTo>
                  <a:lnTo>
                    <a:pt x="178" y="70"/>
                  </a:lnTo>
                  <a:lnTo>
                    <a:pt x="178" y="70"/>
                  </a:lnTo>
                  <a:lnTo>
                    <a:pt x="178" y="69"/>
                  </a:lnTo>
                  <a:lnTo>
                    <a:pt x="178" y="69"/>
                  </a:lnTo>
                  <a:lnTo>
                    <a:pt x="178" y="69"/>
                  </a:lnTo>
                  <a:lnTo>
                    <a:pt x="178" y="69"/>
                  </a:lnTo>
                  <a:lnTo>
                    <a:pt x="179" y="67"/>
                  </a:lnTo>
                  <a:lnTo>
                    <a:pt x="179" y="67"/>
                  </a:lnTo>
                  <a:lnTo>
                    <a:pt x="179" y="67"/>
                  </a:lnTo>
                  <a:lnTo>
                    <a:pt x="179" y="67"/>
                  </a:lnTo>
                  <a:lnTo>
                    <a:pt x="180" y="65"/>
                  </a:lnTo>
                  <a:lnTo>
                    <a:pt x="180" y="65"/>
                  </a:lnTo>
                  <a:lnTo>
                    <a:pt x="180" y="65"/>
                  </a:lnTo>
                  <a:lnTo>
                    <a:pt x="180" y="65"/>
                  </a:lnTo>
                  <a:lnTo>
                    <a:pt x="182" y="64"/>
                  </a:lnTo>
                  <a:lnTo>
                    <a:pt x="182" y="64"/>
                  </a:lnTo>
                  <a:lnTo>
                    <a:pt x="182" y="64"/>
                  </a:lnTo>
                  <a:lnTo>
                    <a:pt x="182" y="64"/>
                  </a:lnTo>
                  <a:lnTo>
                    <a:pt x="182" y="63"/>
                  </a:lnTo>
                  <a:lnTo>
                    <a:pt x="182" y="63"/>
                  </a:lnTo>
                  <a:lnTo>
                    <a:pt x="182" y="63"/>
                  </a:lnTo>
                  <a:lnTo>
                    <a:pt x="182" y="63"/>
                  </a:lnTo>
                  <a:lnTo>
                    <a:pt x="183" y="61"/>
                  </a:lnTo>
                  <a:lnTo>
                    <a:pt x="183" y="61"/>
                  </a:lnTo>
                  <a:lnTo>
                    <a:pt x="183" y="61"/>
                  </a:lnTo>
                  <a:lnTo>
                    <a:pt x="183" y="61"/>
                  </a:lnTo>
                  <a:lnTo>
                    <a:pt x="183" y="60"/>
                  </a:lnTo>
                  <a:lnTo>
                    <a:pt x="183" y="60"/>
                  </a:lnTo>
                  <a:lnTo>
                    <a:pt x="183" y="60"/>
                  </a:lnTo>
                  <a:lnTo>
                    <a:pt x="183" y="60"/>
                  </a:lnTo>
                  <a:lnTo>
                    <a:pt x="183" y="58"/>
                  </a:lnTo>
                  <a:lnTo>
                    <a:pt x="183" y="58"/>
                  </a:lnTo>
                  <a:lnTo>
                    <a:pt x="183" y="58"/>
                  </a:lnTo>
                  <a:lnTo>
                    <a:pt x="183" y="58"/>
                  </a:lnTo>
                  <a:lnTo>
                    <a:pt x="183" y="58"/>
                  </a:lnTo>
                  <a:lnTo>
                    <a:pt x="183" y="58"/>
                  </a:lnTo>
                  <a:lnTo>
                    <a:pt x="183" y="58"/>
                  </a:lnTo>
                  <a:lnTo>
                    <a:pt x="183" y="58"/>
                  </a:lnTo>
                  <a:lnTo>
                    <a:pt x="185" y="58"/>
                  </a:lnTo>
                  <a:lnTo>
                    <a:pt x="185" y="58"/>
                  </a:lnTo>
                  <a:lnTo>
                    <a:pt x="185" y="58"/>
                  </a:lnTo>
                  <a:lnTo>
                    <a:pt x="185" y="58"/>
                  </a:lnTo>
                  <a:lnTo>
                    <a:pt x="186" y="58"/>
                  </a:lnTo>
                  <a:lnTo>
                    <a:pt x="186" y="58"/>
                  </a:lnTo>
                  <a:lnTo>
                    <a:pt x="186" y="58"/>
                  </a:lnTo>
                  <a:lnTo>
                    <a:pt x="186" y="58"/>
                  </a:lnTo>
                  <a:lnTo>
                    <a:pt x="188" y="56"/>
                  </a:lnTo>
                  <a:lnTo>
                    <a:pt x="186" y="56"/>
                  </a:lnTo>
                  <a:lnTo>
                    <a:pt x="186" y="56"/>
                  </a:lnTo>
                  <a:lnTo>
                    <a:pt x="186" y="56"/>
                  </a:lnTo>
                  <a:lnTo>
                    <a:pt x="186" y="54"/>
                  </a:lnTo>
                  <a:lnTo>
                    <a:pt x="186" y="54"/>
                  </a:lnTo>
                  <a:lnTo>
                    <a:pt x="186" y="54"/>
                  </a:lnTo>
                  <a:lnTo>
                    <a:pt x="186" y="54"/>
                  </a:lnTo>
                  <a:lnTo>
                    <a:pt x="186" y="52"/>
                  </a:lnTo>
                  <a:lnTo>
                    <a:pt x="186" y="52"/>
                  </a:lnTo>
                  <a:lnTo>
                    <a:pt x="186" y="52"/>
                  </a:lnTo>
                  <a:lnTo>
                    <a:pt x="186" y="52"/>
                  </a:lnTo>
                  <a:lnTo>
                    <a:pt x="186" y="51"/>
                  </a:lnTo>
                  <a:lnTo>
                    <a:pt x="186" y="51"/>
                  </a:lnTo>
                  <a:lnTo>
                    <a:pt x="186" y="51"/>
                  </a:lnTo>
                  <a:lnTo>
                    <a:pt x="186" y="51"/>
                  </a:lnTo>
                  <a:lnTo>
                    <a:pt x="186" y="49"/>
                  </a:lnTo>
                  <a:lnTo>
                    <a:pt x="185" y="49"/>
                  </a:lnTo>
                  <a:lnTo>
                    <a:pt x="185" y="49"/>
                  </a:lnTo>
                  <a:lnTo>
                    <a:pt x="185" y="49"/>
                  </a:lnTo>
                  <a:lnTo>
                    <a:pt x="185" y="47"/>
                  </a:lnTo>
                  <a:lnTo>
                    <a:pt x="184" y="47"/>
                  </a:lnTo>
                  <a:lnTo>
                    <a:pt x="184" y="45"/>
                  </a:lnTo>
                  <a:lnTo>
                    <a:pt x="184" y="45"/>
                  </a:lnTo>
                  <a:lnTo>
                    <a:pt x="184" y="43"/>
                  </a:lnTo>
                  <a:lnTo>
                    <a:pt x="183" y="43"/>
                  </a:lnTo>
                  <a:lnTo>
                    <a:pt x="183" y="41"/>
                  </a:lnTo>
                  <a:lnTo>
                    <a:pt x="183" y="41"/>
                  </a:lnTo>
                  <a:lnTo>
                    <a:pt x="183" y="39"/>
                  </a:lnTo>
                  <a:lnTo>
                    <a:pt x="183" y="39"/>
                  </a:lnTo>
                  <a:lnTo>
                    <a:pt x="183" y="37"/>
                  </a:lnTo>
                  <a:lnTo>
                    <a:pt x="183" y="37"/>
                  </a:lnTo>
                  <a:lnTo>
                    <a:pt x="183" y="35"/>
                  </a:lnTo>
                  <a:lnTo>
                    <a:pt x="183" y="35"/>
                  </a:lnTo>
                  <a:lnTo>
                    <a:pt x="183" y="35"/>
                  </a:lnTo>
                  <a:lnTo>
                    <a:pt x="183" y="35"/>
                  </a:lnTo>
                  <a:lnTo>
                    <a:pt x="183" y="35"/>
                  </a:lnTo>
                  <a:lnTo>
                    <a:pt x="183" y="35"/>
                  </a:lnTo>
                  <a:lnTo>
                    <a:pt x="183" y="35"/>
                  </a:lnTo>
                  <a:lnTo>
                    <a:pt x="183" y="35"/>
                  </a:lnTo>
                  <a:lnTo>
                    <a:pt x="184" y="33"/>
                  </a:lnTo>
                  <a:lnTo>
                    <a:pt x="184" y="33"/>
                  </a:lnTo>
                  <a:lnTo>
                    <a:pt x="184" y="33"/>
                  </a:lnTo>
                  <a:lnTo>
                    <a:pt x="184" y="33"/>
                  </a:lnTo>
                  <a:lnTo>
                    <a:pt x="184" y="30"/>
                  </a:lnTo>
                  <a:lnTo>
                    <a:pt x="184" y="30"/>
                  </a:lnTo>
                  <a:lnTo>
                    <a:pt x="184" y="30"/>
                  </a:lnTo>
                  <a:lnTo>
                    <a:pt x="184" y="30"/>
                  </a:lnTo>
                  <a:lnTo>
                    <a:pt x="186" y="29"/>
                  </a:lnTo>
                  <a:lnTo>
                    <a:pt x="186" y="29"/>
                  </a:lnTo>
                  <a:lnTo>
                    <a:pt x="186" y="29"/>
                  </a:lnTo>
                  <a:lnTo>
                    <a:pt x="186" y="29"/>
                  </a:lnTo>
                  <a:lnTo>
                    <a:pt x="186" y="27"/>
                  </a:lnTo>
                  <a:lnTo>
                    <a:pt x="186" y="27"/>
                  </a:lnTo>
                  <a:lnTo>
                    <a:pt x="186" y="25"/>
                  </a:lnTo>
                  <a:lnTo>
                    <a:pt x="186" y="25"/>
                  </a:lnTo>
                  <a:lnTo>
                    <a:pt x="188" y="23"/>
                  </a:lnTo>
                  <a:lnTo>
                    <a:pt x="188" y="23"/>
                  </a:lnTo>
                  <a:lnTo>
                    <a:pt x="188" y="23"/>
                  </a:lnTo>
                  <a:lnTo>
                    <a:pt x="188" y="23"/>
                  </a:lnTo>
                  <a:lnTo>
                    <a:pt x="190" y="21"/>
                  </a:lnTo>
                  <a:lnTo>
                    <a:pt x="190" y="21"/>
                  </a:lnTo>
                  <a:lnTo>
                    <a:pt x="191" y="21"/>
                  </a:lnTo>
                  <a:lnTo>
                    <a:pt x="191" y="21"/>
                  </a:lnTo>
                  <a:lnTo>
                    <a:pt x="193" y="20"/>
                  </a:lnTo>
                  <a:lnTo>
                    <a:pt x="193" y="21"/>
                  </a:lnTo>
                  <a:lnTo>
                    <a:pt x="193" y="21"/>
                  </a:lnTo>
                  <a:lnTo>
                    <a:pt x="193" y="21"/>
                  </a:lnTo>
                  <a:lnTo>
                    <a:pt x="193" y="21"/>
                  </a:lnTo>
                  <a:lnTo>
                    <a:pt x="193" y="22"/>
                  </a:lnTo>
                  <a:lnTo>
                    <a:pt x="193" y="22"/>
                  </a:lnTo>
                  <a:lnTo>
                    <a:pt x="193" y="22"/>
                  </a:lnTo>
                  <a:lnTo>
                    <a:pt x="195" y="22"/>
                  </a:lnTo>
                  <a:lnTo>
                    <a:pt x="195" y="23"/>
                  </a:lnTo>
                  <a:lnTo>
                    <a:pt x="195" y="23"/>
                  </a:lnTo>
                  <a:lnTo>
                    <a:pt x="195" y="23"/>
                  </a:lnTo>
                  <a:lnTo>
                    <a:pt x="197" y="23"/>
                  </a:lnTo>
                  <a:lnTo>
                    <a:pt x="197" y="23"/>
                  </a:lnTo>
                  <a:lnTo>
                    <a:pt x="197" y="23"/>
                  </a:lnTo>
                  <a:lnTo>
                    <a:pt x="197" y="23"/>
                  </a:lnTo>
                  <a:lnTo>
                    <a:pt x="199" y="23"/>
                  </a:lnTo>
                  <a:lnTo>
                    <a:pt x="199" y="23"/>
                  </a:lnTo>
                  <a:lnTo>
                    <a:pt x="199" y="23"/>
                  </a:lnTo>
                  <a:lnTo>
                    <a:pt x="199" y="23"/>
                  </a:lnTo>
                  <a:lnTo>
                    <a:pt x="200" y="23"/>
                  </a:lnTo>
                  <a:lnTo>
                    <a:pt x="200" y="23"/>
                  </a:lnTo>
                  <a:lnTo>
                    <a:pt x="200" y="22"/>
                  </a:lnTo>
                  <a:lnTo>
                    <a:pt x="200" y="22"/>
                  </a:lnTo>
                  <a:lnTo>
                    <a:pt x="202" y="20"/>
                  </a:lnTo>
                  <a:lnTo>
                    <a:pt x="202" y="20"/>
                  </a:lnTo>
                  <a:lnTo>
                    <a:pt x="202" y="20"/>
                  </a:lnTo>
                  <a:lnTo>
                    <a:pt x="202" y="20"/>
                  </a:lnTo>
                  <a:lnTo>
                    <a:pt x="202" y="18"/>
                  </a:lnTo>
                  <a:lnTo>
                    <a:pt x="202" y="18"/>
                  </a:lnTo>
                  <a:lnTo>
                    <a:pt x="202" y="17"/>
                  </a:lnTo>
                  <a:lnTo>
                    <a:pt x="202" y="17"/>
                  </a:lnTo>
                  <a:lnTo>
                    <a:pt x="204" y="15"/>
                  </a:lnTo>
                  <a:lnTo>
                    <a:pt x="202" y="15"/>
                  </a:lnTo>
                  <a:lnTo>
                    <a:pt x="202" y="15"/>
                  </a:lnTo>
                  <a:lnTo>
                    <a:pt x="202" y="15"/>
                  </a:lnTo>
                  <a:lnTo>
                    <a:pt x="202" y="13"/>
                  </a:lnTo>
                  <a:lnTo>
                    <a:pt x="202" y="13"/>
                  </a:lnTo>
                  <a:lnTo>
                    <a:pt x="202" y="13"/>
                  </a:lnTo>
                  <a:lnTo>
                    <a:pt x="202" y="13"/>
                  </a:lnTo>
                  <a:lnTo>
                    <a:pt x="202" y="11"/>
                  </a:lnTo>
                  <a:lnTo>
                    <a:pt x="200" y="11"/>
                  </a:lnTo>
                  <a:lnTo>
                    <a:pt x="200" y="11"/>
                  </a:lnTo>
                  <a:lnTo>
                    <a:pt x="200" y="11"/>
                  </a:lnTo>
                  <a:lnTo>
                    <a:pt x="200" y="9"/>
                  </a:lnTo>
                  <a:lnTo>
                    <a:pt x="200" y="9"/>
                  </a:lnTo>
                  <a:lnTo>
                    <a:pt x="200" y="9"/>
                  </a:lnTo>
                  <a:lnTo>
                    <a:pt x="200" y="9"/>
                  </a:lnTo>
                  <a:lnTo>
                    <a:pt x="200" y="7"/>
                  </a:lnTo>
                  <a:lnTo>
                    <a:pt x="200" y="7"/>
                  </a:lnTo>
                  <a:lnTo>
                    <a:pt x="200" y="7"/>
                  </a:lnTo>
                  <a:lnTo>
                    <a:pt x="200" y="7"/>
                  </a:lnTo>
                  <a:lnTo>
                    <a:pt x="200" y="7"/>
                  </a:lnTo>
                  <a:lnTo>
                    <a:pt x="200" y="7"/>
                  </a:lnTo>
                  <a:lnTo>
                    <a:pt x="200" y="7"/>
                  </a:lnTo>
                  <a:lnTo>
                    <a:pt x="200" y="7"/>
                  </a:lnTo>
                  <a:lnTo>
                    <a:pt x="200" y="7"/>
                  </a:lnTo>
                  <a:lnTo>
                    <a:pt x="200" y="7"/>
                  </a:lnTo>
                  <a:lnTo>
                    <a:pt x="200" y="7"/>
                  </a:lnTo>
                  <a:lnTo>
                    <a:pt x="200" y="7"/>
                  </a:lnTo>
                  <a:lnTo>
                    <a:pt x="200" y="7"/>
                  </a:lnTo>
                  <a:lnTo>
                    <a:pt x="200" y="7"/>
                  </a:lnTo>
                  <a:lnTo>
                    <a:pt x="200" y="7"/>
                  </a:lnTo>
                  <a:lnTo>
                    <a:pt x="200" y="7"/>
                  </a:lnTo>
                  <a:lnTo>
                    <a:pt x="202" y="7"/>
                  </a:lnTo>
                  <a:lnTo>
                    <a:pt x="200" y="7"/>
                  </a:lnTo>
                  <a:lnTo>
                    <a:pt x="198" y="7"/>
                  </a:lnTo>
                  <a:lnTo>
                    <a:pt x="197" y="7"/>
                  </a:lnTo>
                  <a:lnTo>
                    <a:pt x="195" y="7"/>
                  </a:lnTo>
                  <a:lnTo>
                    <a:pt x="195" y="7"/>
                  </a:lnTo>
                  <a:lnTo>
                    <a:pt x="193" y="7"/>
                  </a:lnTo>
                  <a:lnTo>
                    <a:pt x="193" y="7"/>
                  </a:lnTo>
                  <a:lnTo>
                    <a:pt x="191" y="7"/>
                  </a:lnTo>
                  <a:lnTo>
                    <a:pt x="191" y="7"/>
                  </a:lnTo>
                  <a:lnTo>
                    <a:pt x="189" y="7"/>
                  </a:lnTo>
                  <a:lnTo>
                    <a:pt x="189" y="7"/>
                  </a:lnTo>
                  <a:lnTo>
                    <a:pt x="187" y="7"/>
                  </a:lnTo>
                  <a:lnTo>
                    <a:pt x="187" y="7"/>
                  </a:lnTo>
                  <a:lnTo>
                    <a:pt x="185" y="7"/>
                  </a:lnTo>
                  <a:lnTo>
                    <a:pt x="184" y="7"/>
                  </a:lnTo>
                  <a:lnTo>
                    <a:pt x="182" y="7"/>
                  </a:lnTo>
                  <a:lnTo>
                    <a:pt x="182" y="7"/>
                  </a:lnTo>
                  <a:lnTo>
                    <a:pt x="181" y="7"/>
                  </a:lnTo>
                  <a:lnTo>
                    <a:pt x="181" y="7"/>
                  </a:lnTo>
                  <a:lnTo>
                    <a:pt x="181" y="7"/>
                  </a:lnTo>
                  <a:lnTo>
                    <a:pt x="181" y="6"/>
                  </a:lnTo>
                  <a:lnTo>
                    <a:pt x="179" y="6"/>
                  </a:lnTo>
                  <a:lnTo>
                    <a:pt x="179" y="6"/>
                  </a:lnTo>
                  <a:lnTo>
                    <a:pt x="179" y="6"/>
                  </a:lnTo>
                  <a:lnTo>
                    <a:pt x="179" y="4"/>
                  </a:lnTo>
                  <a:lnTo>
                    <a:pt x="177" y="4"/>
                  </a:lnTo>
                  <a:lnTo>
                    <a:pt x="177" y="4"/>
                  </a:lnTo>
                  <a:lnTo>
                    <a:pt x="176" y="4"/>
                  </a:lnTo>
                  <a:lnTo>
                    <a:pt x="176" y="3"/>
                  </a:lnTo>
                  <a:lnTo>
                    <a:pt x="174" y="3"/>
                  </a:lnTo>
                  <a:lnTo>
                    <a:pt x="174" y="3"/>
                  </a:lnTo>
                  <a:lnTo>
                    <a:pt x="173" y="3"/>
                  </a:lnTo>
                  <a:lnTo>
                    <a:pt x="173" y="1"/>
                  </a:lnTo>
                  <a:lnTo>
                    <a:pt x="171" y="1"/>
                  </a:lnTo>
                  <a:lnTo>
                    <a:pt x="171" y="1"/>
                  </a:lnTo>
                  <a:lnTo>
                    <a:pt x="171" y="1"/>
                  </a:lnTo>
                  <a:lnTo>
                    <a:pt x="171" y="1"/>
                  </a:lnTo>
                  <a:lnTo>
                    <a:pt x="170" y="1"/>
                  </a:lnTo>
                  <a:lnTo>
                    <a:pt x="170" y="1"/>
                  </a:lnTo>
                  <a:lnTo>
                    <a:pt x="170" y="1"/>
                  </a:lnTo>
                  <a:lnTo>
                    <a:pt x="170" y="1"/>
                  </a:lnTo>
                  <a:lnTo>
                    <a:pt x="168" y="1"/>
                  </a:lnTo>
                  <a:lnTo>
                    <a:pt x="168" y="1"/>
                  </a:lnTo>
                  <a:lnTo>
                    <a:pt x="168" y="1"/>
                  </a:lnTo>
                  <a:lnTo>
                    <a:pt x="168" y="1"/>
                  </a:lnTo>
                  <a:lnTo>
                    <a:pt x="167" y="1"/>
                  </a:lnTo>
                  <a:lnTo>
                    <a:pt x="167" y="1"/>
                  </a:lnTo>
                  <a:lnTo>
                    <a:pt x="167" y="1"/>
                  </a:lnTo>
                  <a:lnTo>
                    <a:pt x="167" y="1"/>
                  </a:lnTo>
                  <a:lnTo>
                    <a:pt x="165" y="1"/>
                  </a:lnTo>
                  <a:lnTo>
                    <a:pt x="165" y="1"/>
                  </a:lnTo>
                  <a:lnTo>
                    <a:pt x="164" y="1"/>
                  </a:lnTo>
                  <a:lnTo>
                    <a:pt x="164" y="1"/>
                  </a:lnTo>
                  <a:lnTo>
                    <a:pt x="162" y="1"/>
                  </a:lnTo>
                  <a:lnTo>
                    <a:pt x="162" y="1"/>
                  </a:lnTo>
                  <a:lnTo>
                    <a:pt x="162" y="1"/>
                  </a:lnTo>
                  <a:lnTo>
                    <a:pt x="162" y="1"/>
                  </a:lnTo>
                  <a:lnTo>
                    <a:pt x="160" y="1"/>
                  </a:lnTo>
                  <a:lnTo>
                    <a:pt x="160" y="1"/>
                  </a:lnTo>
                  <a:lnTo>
                    <a:pt x="159" y="1"/>
                  </a:lnTo>
                  <a:lnTo>
                    <a:pt x="159" y="1"/>
                  </a:lnTo>
                  <a:lnTo>
                    <a:pt x="158" y="1"/>
                  </a:lnTo>
                  <a:lnTo>
                    <a:pt x="158" y="1"/>
                  </a:lnTo>
                  <a:lnTo>
                    <a:pt x="158" y="1"/>
                  </a:lnTo>
                  <a:lnTo>
                    <a:pt x="158" y="1"/>
                  </a:lnTo>
                  <a:lnTo>
                    <a:pt x="156" y="1"/>
                  </a:lnTo>
                  <a:lnTo>
                    <a:pt x="156" y="1"/>
                  </a:lnTo>
                  <a:lnTo>
                    <a:pt x="156" y="1"/>
                  </a:lnTo>
                  <a:lnTo>
                    <a:pt x="156" y="1"/>
                  </a:lnTo>
                  <a:lnTo>
                    <a:pt x="156" y="1"/>
                  </a:lnTo>
                  <a:lnTo>
                    <a:pt x="156" y="1"/>
                  </a:lnTo>
                  <a:lnTo>
                    <a:pt x="156" y="1"/>
                  </a:lnTo>
                  <a:lnTo>
                    <a:pt x="156" y="1"/>
                  </a:lnTo>
                  <a:lnTo>
                    <a:pt x="154" y="1"/>
                  </a:lnTo>
                  <a:lnTo>
                    <a:pt x="154" y="1"/>
                  </a:lnTo>
                  <a:lnTo>
                    <a:pt x="154" y="1"/>
                  </a:lnTo>
                  <a:lnTo>
                    <a:pt x="154" y="1"/>
                  </a:lnTo>
                  <a:lnTo>
                    <a:pt x="154" y="1"/>
                  </a:lnTo>
                  <a:lnTo>
                    <a:pt x="154" y="1"/>
                  </a:lnTo>
                  <a:lnTo>
                    <a:pt x="154" y="1"/>
                  </a:lnTo>
                  <a:lnTo>
                    <a:pt x="154" y="0"/>
                  </a:lnTo>
                  <a:lnTo>
                    <a:pt x="152" y="0"/>
                  </a:lnTo>
                  <a:lnTo>
                    <a:pt x="152" y="0"/>
                  </a:lnTo>
                  <a:lnTo>
                    <a:pt x="151" y="0"/>
                  </a:lnTo>
                  <a:lnTo>
                    <a:pt x="151" y="0"/>
                  </a:lnTo>
                  <a:lnTo>
                    <a:pt x="149" y="0"/>
                  </a:lnTo>
                  <a:lnTo>
                    <a:pt x="149" y="0"/>
                  </a:lnTo>
                  <a:lnTo>
                    <a:pt x="148" y="0"/>
                  </a:lnTo>
                  <a:lnTo>
                    <a:pt x="148" y="0"/>
                  </a:lnTo>
                  <a:lnTo>
                    <a:pt x="146" y="0"/>
                  </a:lnTo>
                  <a:lnTo>
                    <a:pt x="146" y="0"/>
                  </a:lnTo>
                  <a:lnTo>
                    <a:pt x="145" y="0"/>
                  </a:lnTo>
                  <a:lnTo>
                    <a:pt x="145" y="0"/>
                  </a:lnTo>
                  <a:lnTo>
                    <a:pt x="143" y="0"/>
                  </a:lnTo>
                  <a:lnTo>
                    <a:pt x="143" y="0"/>
                  </a:lnTo>
                  <a:lnTo>
                    <a:pt x="143" y="0"/>
                  </a:lnTo>
                  <a:lnTo>
                    <a:pt x="143" y="0"/>
                  </a:lnTo>
                  <a:lnTo>
                    <a:pt x="141" y="2"/>
                  </a:lnTo>
                  <a:lnTo>
                    <a:pt x="141" y="2"/>
                  </a:lnTo>
                  <a:lnTo>
                    <a:pt x="141" y="2"/>
                  </a:lnTo>
                  <a:lnTo>
                    <a:pt x="141" y="2"/>
                  </a:lnTo>
                  <a:lnTo>
                    <a:pt x="140" y="4"/>
                  </a:lnTo>
                  <a:lnTo>
                    <a:pt x="140" y="4"/>
                  </a:lnTo>
                  <a:lnTo>
                    <a:pt x="140" y="4"/>
                  </a:lnTo>
                  <a:lnTo>
                    <a:pt x="140" y="4"/>
                  </a:lnTo>
                  <a:lnTo>
                    <a:pt x="138" y="6"/>
                  </a:lnTo>
                  <a:lnTo>
                    <a:pt x="138" y="6"/>
                  </a:lnTo>
                  <a:lnTo>
                    <a:pt x="138" y="6"/>
                  </a:lnTo>
                  <a:lnTo>
                    <a:pt x="138" y="6"/>
                  </a:lnTo>
                  <a:lnTo>
                    <a:pt x="136" y="7"/>
                  </a:lnTo>
                  <a:lnTo>
                    <a:pt x="136" y="7"/>
                  </a:lnTo>
                  <a:lnTo>
                    <a:pt x="136" y="7"/>
                  </a:lnTo>
                  <a:lnTo>
                    <a:pt x="136" y="7"/>
                  </a:lnTo>
                  <a:lnTo>
                    <a:pt x="134" y="9"/>
                  </a:lnTo>
                  <a:lnTo>
                    <a:pt x="134" y="9"/>
                  </a:lnTo>
                  <a:lnTo>
                    <a:pt x="132" y="9"/>
                  </a:lnTo>
                  <a:lnTo>
                    <a:pt x="132" y="9"/>
                  </a:lnTo>
                  <a:lnTo>
                    <a:pt x="131" y="11"/>
                  </a:lnTo>
                  <a:lnTo>
                    <a:pt x="131" y="11"/>
                  </a:lnTo>
                  <a:lnTo>
                    <a:pt x="129" y="11"/>
                  </a:lnTo>
                  <a:lnTo>
                    <a:pt x="129" y="11"/>
                  </a:lnTo>
                  <a:lnTo>
                    <a:pt x="127" y="12"/>
                  </a:lnTo>
                  <a:lnTo>
                    <a:pt x="127" y="12"/>
                  </a:lnTo>
                  <a:lnTo>
                    <a:pt x="125" y="12"/>
                  </a:lnTo>
                  <a:lnTo>
                    <a:pt x="125" y="12"/>
                  </a:lnTo>
                  <a:lnTo>
                    <a:pt x="123" y="12"/>
                  </a:lnTo>
                  <a:lnTo>
                    <a:pt x="123" y="12"/>
                  </a:lnTo>
                  <a:lnTo>
                    <a:pt x="122" y="12"/>
                  </a:lnTo>
                  <a:lnTo>
                    <a:pt x="122" y="12"/>
                  </a:lnTo>
                  <a:lnTo>
                    <a:pt x="120" y="14"/>
                  </a:lnTo>
                  <a:lnTo>
                    <a:pt x="118" y="16"/>
                  </a:lnTo>
                  <a:lnTo>
                    <a:pt x="116" y="18"/>
                  </a:lnTo>
                  <a:lnTo>
                    <a:pt x="116" y="20"/>
                  </a:lnTo>
                  <a:lnTo>
                    <a:pt x="114" y="22"/>
                  </a:lnTo>
                  <a:lnTo>
                    <a:pt x="114" y="24"/>
                  </a:lnTo>
                  <a:lnTo>
                    <a:pt x="112" y="26"/>
                  </a:lnTo>
                  <a:lnTo>
                    <a:pt x="112" y="27"/>
                  </a:lnTo>
                  <a:lnTo>
                    <a:pt x="110" y="29"/>
                  </a:lnTo>
                  <a:lnTo>
                    <a:pt x="108" y="30"/>
                  </a:lnTo>
                  <a:lnTo>
                    <a:pt x="106" y="32"/>
                  </a:lnTo>
                  <a:lnTo>
                    <a:pt x="106" y="32"/>
                  </a:lnTo>
                  <a:lnTo>
                    <a:pt x="104" y="34"/>
                  </a:lnTo>
                  <a:lnTo>
                    <a:pt x="103" y="34"/>
                  </a:lnTo>
                  <a:lnTo>
                    <a:pt x="102" y="35"/>
                  </a:lnTo>
                  <a:lnTo>
                    <a:pt x="102" y="35"/>
                  </a:lnTo>
                  <a:lnTo>
                    <a:pt x="100" y="35"/>
                  </a:lnTo>
                  <a:lnTo>
                    <a:pt x="99" y="35"/>
                  </a:lnTo>
                  <a:lnTo>
                    <a:pt x="97" y="35"/>
                  </a:lnTo>
                  <a:lnTo>
                    <a:pt x="97" y="35"/>
                  </a:lnTo>
                  <a:lnTo>
                    <a:pt x="95" y="35"/>
                  </a:lnTo>
                  <a:lnTo>
                    <a:pt x="94" y="35"/>
                  </a:lnTo>
                  <a:lnTo>
                    <a:pt x="92" y="35"/>
                  </a:lnTo>
                  <a:lnTo>
                    <a:pt x="92" y="35"/>
                  </a:lnTo>
                  <a:lnTo>
                    <a:pt x="90" y="35"/>
                  </a:lnTo>
                  <a:lnTo>
                    <a:pt x="88" y="35"/>
                  </a:lnTo>
                  <a:lnTo>
                    <a:pt x="86" y="35"/>
                  </a:lnTo>
                  <a:lnTo>
                    <a:pt x="86" y="35"/>
                  </a:lnTo>
                  <a:lnTo>
                    <a:pt x="84" y="35"/>
                  </a:lnTo>
                  <a:lnTo>
                    <a:pt x="84" y="35"/>
                  </a:lnTo>
                  <a:lnTo>
                    <a:pt x="83" y="35"/>
                  </a:lnTo>
                  <a:lnTo>
                    <a:pt x="83" y="35"/>
                  </a:lnTo>
                  <a:lnTo>
                    <a:pt x="81" y="36"/>
                  </a:lnTo>
                  <a:lnTo>
                    <a:pt x="81" y="36"/>
                  </a:lnTo>
                  <a:lnTo>
                    <a:pt x="81" y="36"/>
                  </a:lnTo>
                  <a:lnTo>
                    <a:pt x="81" y="36"/>
                  </a:lnTo>
                  <a:lnTo>
                    <a:pt x="79" y="36"/>
                  </a:lnTo>
                  <a:lnTo>
                    <a:pt x="79" y="36"/>
                  </a:lnTo>
                  <a:lnTo>
                    <a:pt x="79" y="36"/>
                  </a:lnTo>
                  <a:lnTo>
                    <a:pt x="79" y="36"/>
                  </a:lnTo>
                  <a:lnTo>
                    <a:pt x="77" y="36"/>
                  </a:lnTo>
                  <a:lnTo>
                    <a:pt x="77" y="36"/>
                  </a:lnTo>
                  <a:lnTo>
                    <a:pt x="77" y="36"/>
                  </a:lnTo>
                  <a:lnTo>
                    <a:pt x="77" y="36"/>
                  </a:lnTo>
                  <a:lnTo>
                    <a:pt x="77" y="36"/>
                  </a:lnTo>
                  <a:lnTo>
                    <a:pt x="77" y="36"/>
                  </a:lnTo>
                  <a:lnTo>
                    <a:pt x="77" y="36"/>
                  </a:lnTo>
                  <a:lnTo>
                    <a:pt x="77" y="36"/>
                  </a:lnTo>
                  <a:lnTo>
                    <a:pt x="75" y="36"/>
                  </a:lnTo>
                  <a:lnTo>
                    <a:pt x="75" y="36"/>
                  </a:lnTo>
                  <a:lnTo>
                    <a:pt x="74" y="36"/>
                  </a:lnTo>
                  <a:lnTo>
                    <a:pt x="74" y="36"/>
                  </a:lnTo>
                  <a:lnTo>
                    <a:pt x="72" y="36"/>
                  </a:lnTo>
                  <a:lnTo>
                    <a:pt x="72" y="36"/>
                  </a:lnTo>
                  <a:lnTo>
                    <a:pt x="72" y="36"/>
                  </a:lnTo>
                  <a:lnTo>
                    <a:pt x="72" y="35"/>
                  </a:lnTo>
                  <a:lnTo>
                    <a:pt x="71" y="35"/>
                  </a:lnTo>
                  <a:lnTo>
                    <a:pt x="71" y="35"/>
                  </a:lnTo>
                  <a:lnTo>
                    <a:pt x="71" y="35"/>
                  </a:lnTo>
                  <a:lnTo>
                    <a:pt x="71" y="34"/>
                  </a:lnTo>
                  <a:lnTo>
                    <a:pt x="70" y="34"/>
                  </a:lnTo>
                  <a:lnTo>
                    <a:pt x="70" y="34"/>
                  </a:lnTo>
                  <a:lnTo>
                    <a:pt x="70" y="34"/>
                  </a:lnTo>
                  <a:lnTo>
                    <a:pt x="70" y="33"/>
                  </a:lnTo>
                  <a:lnTo>
                    <a:pt x="68" y="34"/>
                  </a:lnTo>
                  <a:lnTo>
                    <a:pt x="68" y="34"/>
                  </a:lnTo>
                  <a:lnTo>
                    <a:pt x="68" y="34"/>
                  </a:lnTo>
                  <a:lnTo>
                    <a:pt x="68" y="34"/>
                  </a:lnTo>
                  <a:lnTo>
                    <a:pt x="68" y="35"/>
                  </a:lnTo>
                  <a:lnTo>
                    <a:pt x="68" y="35"/>
                  </a:lnTo>
                  <a:lnTo>
                    <a:pt x="68" y="35"/>
                  </a:lnTo>
                  <a:lnTo>
                    <a:pt x="68" y="35"/>
                  </a:lnTo>
                  <a:lnTo>
                    <a:pt x="68" y="37"/>
                  </a:lnTo>
                  <a:lnTo>
                    <a:pt x="68" y="37"/>
                  </a:lnTo>
                  <a:lnTo>
                    <a:pt x="68" y="37"/>
                  </a:lnTo>
                  <a:lnTo>
                    <a:pt x="68" y="37"/>
                  </a:lnTo>
                  <a:lnTo>
                    <a:pt x="68" y="38"/>
                  </a:lnTo>
                  <a:lnTo>
                    <a:pt x="68" y="38"/>
                  </a:lnTo>
                  <a:lnTo>
                    <a:pt x="68" y="38"/>
                  </a:lnTo>
                  <a:lnTo>
                    <a:pt x="68" y="38"/>
                  </a:lnTo>
                  <a:lnTo>
                    <a:pt x="66" y="40"/>
                  </a:lnTo>
                  <a:lnTo>
                    <a:pt x="66" y="40"/>
                  </a:lnTo>
                  <a:lnTo>
                    <a:pt x="65" y="40"/>
                  </a:lnTo>
                  <a:lnTo>
                    <a:pt x="65" y="40"/>
                  </a:lnTo>
                  <a:lnTo>
                    <a:pt x="63" y="40"/>
                  </a:lnTo>
                  <a:lnTo>
                    <a:pt x="63" y="40"/>
                  </a:lnTo>
                  <a:lnTo>
                    <a:pt x="62" y="40"/>
                  </a:lnTo>
                  <a:lnTo>
                    <a:pt x="62" y="40"/>
                  </a:lnTo>
                  <a:lnTo>
                    <a:pt x="60" y="40"/>
                  </a:lnTo>
                  <a:lnTo>
                    <a:pt x="60" y="40"/>
                  </a:lnTo>
                  <a:lnTo>
                    <a:pt x="58" y="40"/>
                  </a:lnTo>
                  <a:lnTo>
                    <a:pt x="58" y="40"/>
                  </a:lnTo>
                  <a:lnTo>
                    <a:pt x="56" y="40"/>
                  </a:lnTo>
                  <a:lnTo>
                    <a:pt x="56" y="40"/>
                  </a:lnTo>
                  <a:lnTo>
                    <a:pt x="56" y="40"/>
                  </a:lnTo>
                  <a:lnTo>
                    <a:pt x="56" y="40"/>
                  </a:lnTo>
                  <a:lnTo>
                    <a:pt x="54" y="40"/>
                  </a:lnTo>
                  <a:lnTo>
                    <a:pt x="54" y="40"/>
                  </a:lnTo>
                  <a:lnTo>
                    <a:pt x="54" y="40"/>
                  </a:lnTo>
                  <a:lnTo>
                    <a:pt x="54" y="40"/>
                  </a:lnTo>
                  <a:lnTo>
                    <a:pt x="53" y="40"/>
                  </a:lnTo>
                  <a:lnTo>
                    <a:pt x="53" y="40"/>
                  </a:lnTo>
                  <a:lnTo>
                    <a:pt x="53" y="40"/>
                  </a:lnTo>
                  <a:lnTo>
                    <a:pt x="53" y="40"/>
                  </a:lnTo>
                  <a:lnTo>
                    <a:pt x="52" y="40"/>
                  </a:lnTo>
                  <a:lnTo>
                    <a:pt x="52" y="40"/>
                  </a:lnTo>
                  <a:lnTo>
                    <a:pt x="52" y="40"/>
                  </a:lnTo>
                  <a:lnTo>
                    <a:pt x="52" y="40"/>
                  </a:lnTo>
                  <a:lnTo>
                    <a:pt x="52" y="40"/>
                  </a:lnTo>
                  <a:lnTo>
                    <a:pt x="52" y="40"/>
                  </a:lnTo>
                  <a:lnTo>
                    <a:pt x="52" y="40"/>
                  </a:lnTo>
                  <a:lnTo>
                    <a:pt x="52" y="38"/>
                  </a:lnTo>
                  <a:lnTo>
                    <a:pt x="50" y="38"/>
                  </a:lnTo>
                  <a:lnTo>
                    <a:pt x="50" y="38"/>
                  </a:lnTo>
                  <a:lnTo>
                    <a:pt x="49" y="38"/>
                  </a:lnTo>
                  <a:lnTo>
                    <a:pt x="49" y="38"/>
                  </a:lnTo>
                  <a:lnTo>
                    <a:pt x="47" y="38"/>
                  </a:lnTo>
                  <a:lnTo>
                    <a:pt x="47" y="38"/>
                  </a:lnTo>
                  <a:lnTo>
                    <a:pt x="46" y="38"/>
                  </a:lnTo>
                  <a:lnTo>
                    <a:pt x="46" y="38"/>
                  </a:lnTo>
                  <a:lnTo>
                    <a:pt x="44" y="38"/>
                  </a:lnTo>
                  <a:lnTo>
                    <a:pt x="44" y="38"/>
                  </a:lnTo>
                  <a:lnTo>
                    <a:pt x="42" y="38"/>
                  </a:lnTo>
                  <a:lnTo>
                    <a:pt x="42" y="38"/>
                  </a:lnTo>
                  <a:lnTo>
                    <a:pt x="40" y="38"/>
                  </a:lnTo>
                  <a:lnTo>
                    <a:pt x="40" y="38"/>
                  </a:lnTo>
                  <a:lnTo>
                    <a:pt x="39" y="38"/>
                  </a:lnTo>
                  <a:lnTo>
                    <a:pt x="39" y="38"/>
                  </a:lnTo>
                  <a:lnTo>
                    <a:pt x="37" y="38"/>
                  </a:lnTo>
                  <a:lnTo>
                    <a:pt x="37" y="38"/>
                  </a:lnTo>
                  <a:lnTo>
                    <a:pt x="37" y="38"/>
                  </a:lnTo>
                  <a:lnTo>
                    <a:pt x="37" y="38"/>
                  </a:lnTo>
                  <a:lnTo>
                    <a:pt x="37" y="38"/>
                  </a:lnTo>
                  <a:lnTo>
                    <a:pt x="37" y="38"/>
                  </a:lnTo>
                  <a:lnTo>
                    <a:pt x="37" y="38"/>
                  </a:lnTo>
                  <a:lnTo>
                    <a:pt x="37" y="38"/>
                  </a:lnTo>
                  <a:lnTo>
                    <a:pt x="35" y="38"/>
                  </a:lnTo>
                  <a:lnTo>
                    <a:pt x="35" y="38"/>
                  </a:lnTo>
                  <a:lnTo>
                    <a:pt x="35" y="38"/>
                  </a:lnTo>
                  <a:lnTo>
                    <a:pt x="35" y="38"/>
                  </a:lnTo>
                  <a:lnTo>
                    <a:pt x="35" y="38"/>
                  </a:lnTo>
                  <a:lnTo>
                    <a:pt x="35" y="38"/>
                  </a:lnTo>
                  <a:lnTo>
                    <a:pt x="35" y="38"/>
                  </a:lnTo>
                  <a:lnTo>
                    <a:pt x="35" y="38"/>
                  </a:lnTo>
                  <a:lnTo>
                    <a:pt x="34" y="38"/>
                  </a:lnTo>
                  <a:lnTo>
                    <a:pt x="34" y="38"/>
                  </a:lnTo>
                  <a:lnTo>
                    <a:pt x="32" y="38"/>
                  </a:lnTo>
                  <a:lnTo>
                    <a:pt x="32" y="38"/>
                  </a:lnTo>
                  <a:lnTo>
                    <a:pt x="30" y="38"/>
                  </a:lnTo>
                  <a:lnTo>
                    <a:pt x="30" y="38"/>
                  </a:lnTo>
                  <a:lnTo>
                    <a:pt x="30" y="38"/>
                  </a:lnTo>
                  <a:lnTo>
                    <a:pt x="30" y="38"/>
                  </a:lnTo>
                  <a:lnTo>
                    <a:pt x="28" y="38"/>
                  </a:lnTo>
                  <a:lnTo>
                    <a:pt x="28" y="38"/>
                  </a:lnTo>
                  <a:lnTo>
                    <a:pt x="28" y="38"/>
                  </a:lnTo>
                  <a:lnTo>
                    <a:pt x="28" y="38"/>
                  </a:lnTo>
                  <a:lnTo>
                    <a:pt x="27" y="38"/>
                  </a:lnTo>
                  <a:lnTo>
                    <a:pt x="27" y="38"/>
                  </a:lnTo>
                  <a:lnTo>
                    <a:pt x="27" y="38"/>
                  </a:lnTo>
                  <a:lnTo>
                    <a:pt x="27" y="38"/>
                  </a:lnTo>
                  <a:lnTo>
                    <a:pt x="27" y="40"/>
                  </a:lnTo>
                  <a:lnTo>
                    <a:pt x="27" y="40"/>
                  </a:lnTo>
                  <a:lnTo>
                    <a:pt x="27" y="40"/>
                  </a:lnTo>
                  <a:lnTo>
                    <a:pt x="27" y="40"/>
                  </a:lnTo>
                  <a:lnTo>
                    <a:pt x="27" y="41"/>
                  </a:lnTo>
                  <a:lnTo>
                    <a:pt x="27" y="41"/>
                  </a:lnTo>
                  <a:lnTo>
                    <a:pt x="27" y="41"/>
                  </a:lnTo>
                  <a:lnTo>
                    <a:pt x="27" y="41"/>
                  </a:lnTo>
                  <a:lnTo>
                    <a:pt x="27" y="43"/>
                  </a:lnTo>
                  <a:lnTo>
                    <a:pt x="27" y="43"/>
                  </a:lnTo>
                  <a:lnTo>
                    <a:pt x="27" y="43"/>
                  </a:lnTo>
                  <a:lnTo>
                    <a:pt x="27" y="43"/>
                  </a:lnTo>
                  <a:lnTo>
                    <a:pt x="27" y="43"/>
                  </a:lnTo>
                  <a:lnTo>
                    <a:pt x="27" y="43"/>
                  </a:lnTo>
                  <a:lnTo>
                    <a:pt x="27" y="43"/>
                  </a:lnTo>
                  <a:lnTo>
                    <a:pt x="27" y="43"/>
                  </a:lnTo>
                  <a:lnTo>
                    <a:pt x="25" y="43"/>
                  </a:lnTo>
                  <a:lnTo>
                    <a:pt x="25" y="43"/>
                  </a:lnTo>
                  <a:lnTo>
                    <a:pt x="24" y="43"/>
                  </a:lnTo>
                  <a:lnTo>
                    <a:pt x="24" y="42"/>
                  </a:lnTo>
                  <a:lnTo>
                    <a:pt x="22" y="42"/>
                  </a:lnTo>
                  <a:lnTo>
                    <a:pt x="22" y="42"/>
                  </a:lnTo>
                  <a:lnTo>
                    <a:pt x="22" y="42"/>
                  </a:lnTo>
                  <a:lnTo>
                    <a:pt x="22" y="42"/>
                  </a:lnTo>
                  <a:lnTo>
                    <a:pt x="20" y="43"/>
                  </a:lnTo>
                  <a:lnTo>
                    <a:pt x="20" y="43"/>
                  </a:lnTo>
                  <a:lnTo>
                    <a:pt x="19" y="43"/>
                  </a:lnTo>
                  <a:lnTo>
                    <a:pt x="19" y="43"/>
                  </a:lnTo>
                  <a:lnTo>
                    <a:pt x="17" y="43"/>
                  </a:lnTo>
                  <a:lnTo>
                    <a:pt x="17" y="43"/>
                  </a:lnTo>
                  <a:lnTo>
                    <a:pt x="17" y="43"/>
                  </a:lnTo>
                  <a:lnTo>
                    <a:pt x="17" y="43"/>
                  </a:lnTo>
                  <a:lnTo>
                    <a:pt x="16" y="43"/>
                  </a:lnTo>
                  <a:lnTo>
                    <a:pt x="16" y="43"/>
                  </a:lnTo>
                  <a:lnTo>
                    <a:pt x="16" y="43"/>
                  </a:lnTo>
                  <a:lnTo>
                    <a:pt x="16" y="43"/>
                  </a:lnTo>
                  <a:lnTo>
                    <a:pt x="16" y="43"/>
                  </a:lnTo>
                  <a:lnTo>
                    <a:pt x="16" y="43"/>
                  </a:lnTo>
                  <a:lnTo>
                    <a:pt x="16" y="43"/>
                  </a:lnTo>
                  <a:lnTo>
                    <a:pt x="16" y="42"/>
                  </a:lnTo>
                  <a:lnTo>
                    <a:pt x="14" y="42"/>
                  </a:lnTo>
                  <a:lnTo>
                    <a:pt x="14" y="42"/>
                  </a:lnTo>
                  <a:lnTo>
                    <a:pt x="14" y="42"/>
                  </a:lnTo>
                  <a:lnTo>
                    <a:pt x="14" y="40"/>
                  </a:lnTo>
                  <a:lnTo>
                    <a:pt x="14" y="40"/>
                  </a:lnTo>
                  <a:lnTo>
                    <a:pt x="14" y="40"/>
                  </a:lnTo>
                  <a:lnTo>
                    <a:pt x="14" y="40"/>
                  </a:lnTo>
                  <a:lnTo>
                    <a:pt x="14" y="38"/>
                  </a:lnTo>
                  <a:lnTo>
                    <a:pt x="13" y="38"/>
                  </a:lnTo>
                  <a:lnTo>
                    <a:pt x="13" y="38"/>
                  </a:lnTo>
                  <a:lnTo>
                    <a:pt x="13" y="38"/>
                  </a:lnTo>
                  <a:lnTo>
                    <a:pt x="13" y="38"/>
                  </a:lnTo>
                  <a:lnTo>
                    <a:pt x="13" y="38"/>
                  </a:lnTo>
                  <a:lnTo>
                    <a:pt x="13" y="38"/>
                  </a:lnTo>
                  <a:lnTo>
                    <a:pt x="13" y="38"/>
                  </a:lnTo>
                  <a:lnTo>
                    <a:pt x="14" y="37"/>
                  </a:lnTo>
                  <a:lnTo>
                    <a:pt x="14" y="37"/>
                  </a:lnTo>
                  <a:lnTo>
                    <a:pt x="14" y="37"/>
                  </a:lnTo>
                  <a:lnTo>
                    <a:pt x="14" y="37"/>
                  </a:lnTo>
                  <a:lnTo>
                    <a:pt x="14" y="36"/>
                  </a:lnTo>
                  <a:lnTo>
                    <a:pt x="14" y="36"/>
                  </a:lnTo>
                  <a:lnTo>
                    <a:pt x="14" y="36"/>
                  </a:lnTo>
                  <a:lnTo>
                    <a:pt x="14" y="36"/>
                  </a:lnTo>
                  <a:lnTo>
                    <a:pt x="15" y="35"/>
                  </a:lnTo>
                  <a:lnTo>
                    <a:pt x="15" y="35"/>
                  </a:lnTo>
                  <a:lnTo>
                    <a:pt x="15" y="35"/>
                  </a:lnTo>
                  <a:lnTo>
                    <a:pt x="15" y="35"/>
                  </a:lnTo>
                  <a:lnTo>
                    <a:pt x="15" y="35"/>
                  </a:lnTo>
                  <a:lnTo>
                    <a:pt x="15" y="35"/>
                  </a:lnTo>
                  <a:lnTo>
                    <a:pt x="15" y="35"/>
                  </a:lnTo>
                  <a:lnTo>
                    <a:pt x="15" y="35"/>
                  </a:lnTo>
                  <a:lnTo>
                    <a:pt x="17" y="34"/>
                  </a:lnTo>
                  <a:lnTo>
                    <a:pt x="17" y="34"/>
                  </a:lnTo>
                  <a:lnTo>
                    <a:pt x="17" y="34"/>
                  </a:lnTo>
                  <a:lnTo>
                    <a:pt x="17" y="34"/>
                  </a:lnTo>
                  <a:lnTo>
                    <a:pt x="17" y="34"/>
                  </a:lnTo>
                  <a:lnTo>
                    <a:pt x="17" y="34"/>
                  </a:lnTo>
                  <a:lnTo>
                    <a:pt x="17" y="34"/>
                  </a:lnTo>
                  <a:lnTo>
                    <a:pt x="17" y="34"/>
                  </a:lnTo>
                  <a:lnTo>
                    <a:pt x="19" y="33"/>
                  </a:lnTo>
                  <a:lnTo>
                    <a:pt x="19" y="33"/>
                  </a:lnTo>
                  <a:lnTo>
                    <a:pt x="19" y="33"/>
                  </a:lnTo>
                  <a:lnTo>
                    <a:pt x="19" y="33"/>
                  </a:lnTo>
                  <a:lnTo>
                    <a:pt x="19" y="33"/>
                  </a:lnTo>
                  <a:lnTo>
                    <a:pt x="19" y="33"/>
                  </a:lnTo>
                  <a:lnTo>
                    <a:pt x="19" y="33"/>
                  </a:lnTo>
                  <a:lnTo>
                    <a:pt x="19" y="33"/>
                  </a:lnTo>
                  <a:lnTo>
                    <a:pt x="19" y="31"/>
                  </a:lnTo>
                  <a:lnTo>
                    <a:pt x="19" y="31"/>
                  </a:lnTo>
                  <a:lnTo>
                    <a:pt x="19" y="31"/>
                  </a:lnTo>
                  <a:lnTo>
                    <a:pt x="19" y="31"/>
                  </a:lnTo>
                  <a:lnTo>
                    <a:pt x="19" y="30"/>
                  </a:lnTo>
                  <a:lnTo>
                    <a:pt x="19" y="30"/>
                  </a:lnTo>
                  <a:lnTo>
                    <a:pt x="19" y="30"/>
                  </a:lnTo>
                  <a:lnTo>
                    <a:pt x="19" y="30"/>
                  </a:lnTo>
                  <a:lnTo>
                    <a:pt x="19" y="29"/>
                  </a:lnTo>
                  <a:lnTo>
                    <a:pt x="17" y="29"/>
                  </a:lnTo>
                  <a:lnTo>
                    <a:pt x="17" y="29"/>
                  </a:lnTo>
                  <a:lnTo>
                    <a:pt x="17" y="29"/>
                  </a:lnTo>
                  <a:lnTo>
                    <a:pt x="17" y="29"/>
                  </a:lnTo>
                  <a:lnTo>
                    <a:pt x="15" y="29"/>
                  </a:lnTo>
                  <a:lnTo>
                    <a:pt x="15" y="29"/>
                  </a:lnTo>
                  <a:lnTo>
                    <a:pt x="14" y="29"/>
                  </a:lnTo>
                  <a:lnTo>
                    <a:pt x="14" y="27"/>
                  </a:lnTo>
                  <a:lnTo>
                    <a:pt x="12" y="27"/>
                  </a:lnTo>
                  <a:lnTo>
                    <a:pt x="12" y="27"/>
                  </a:lnTo>
                  <a:lnTo>
                    <a:pt x="9" y="27"/>
                  </a:lnTo>
                  <a:lnTo>
                    <a:pt x="9" y="25"/>
                  </a:lnTo>
                  <a:lnTo>
                    <a:pt x="7" y="25"/>
                  </a:lnTo>
                  <a:lnTo>
                    <a:pt x="7" y="25"/>
                  </a:lnTo>
                  <a:lnTo>
                    <a:pt x="6" y="25"/>
                  </a:lnTo>
                  <a:lnTo>
                    <a:pt x="6" y="23"/>
                  </a:lnTo>
                  <a:lnTo>
                    <a:pt x="6" y="23"/>
                  </a:lnTo>
                  <a:lnTo>
                    <a:pt x="6" y="23"/>
                  </a:lnTo>
                  <a:lnTo>
                    <a:pt x="6" y="23"/>
                  </a:lnTo>
                  <a:lnTo>
                    <a:pt x="6" y="23"/>
                  </a:lnTo>
                  <a:lnTo>
                    <a:pt x="6" y="23"/>
                  </a:lnTo>
                  <a:lnTo>
                    <a:pt x="6" y="23"/>
                  </a:lnTo>
                  <a:lnTo>
                    <a:pt x="6" y="23"/>
                  </a:lnTo>
                  <a:lnTo>
                    <a:pt x="6" y="23"/>
                  </a:lnTo>
                  <a:lnTo>
                    <a:pt x="6" y="23"/>
                  </a:lnTo>
                  <a:lnTo>
                    <a:pt x="6" y="23"/>
                  </a:lnTo>
                  <a:lnTo>
                    <a:pt x="6" y="23"/>
                  </a:lnTo>
                  <a:lnTo>
                    <a:pt x="6" y="23"/>
                  </a:lnTo>
                  <a:lnTo>
                    <a:pt x="6" y="23"/>
                  </a:lnTo>
                  <a:lnTo>
                    <a:pt x="6" y="23"/>
                  </a:lnTo>
                  <a:lnTo>
                    <a:pt x="6" y="23"/>
                  </a:lnTo>
                  <a:lnTo>
                    <a:pt x="6" y="23"/>
                  </a:lnTo>
                  <a:lnTo>
                    <a:pt x="6" y="23"/>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37" name=""/>
            <p:cNvSpPr/>
            <p:nvPr/>
          </p:nvSpPr>
          <p:spPr>
            <a:xfrm>
              <a:off x="8310600" y="6807240"/>
              <a:ext cx="243000" cy="312840"/>
            </a:xfrm>
            <a:custGeom>
              <a:avLst/>
              <a:gdLst/>
              <a:ahLst/>
              <a:rect l="l" t="t" r="r" b="b"/>
              <a:pathLst>
                <a:path w="153" h="197">
                  <a:moveTo>
                    <a:pt x="42" y="2"/>
                  </a:moveTo>
                  <a:lnTo>
                    <a:pt x="42" y="3"/>
                  </a:lnTo>
                  <a:lnTo>
                    <a:pt x="42" y="3"/>
                  </a:lnTo>
                  <a:lnTo>
                    <a:pt x="42" y="3"/>
                  </a:lnTo>
                  <a:lnTo>
                    <a:pt x="42" y="3"/>
                  </a:lnTo>
                  <a:lnTo>
                    <a:pt x="42" y="5"/>
                  </a:lnTo>
                  <a:lnTo>
                    <a:pt x="42" y="5"/>
                  </a:lnTo>
                  <a:lnTo>
                    <a:pt x="42" y="5"/>
                  </a:lnTo>
                  <a:lnTo>
                    <a:pt x="44" y="5"/>
                  </a:lnTo>
                  <a:lnTo>
                    <a:pt x="44" y="8"/>
                  </a:lnTo>
                  <a:lnTo>
                    <a:pt x="44" y="8"/>
                  </a:lnTo>
                  <a:lnTo>
                    <a:pt x="44" y="8"/>
                  </a:lnTo>
                  <a:lnTo>
                    <a:pt x="46" y="8"/>
                  </a:lnTo>
                  <a:lnTo>
                    <a:pt x="46" y="9"/>
                  </a:lnTo>
                  <a:lnTo>
                    <a:pt x="46" y="9"/>
                  </a:lnTo>
                  <a:lnTo>
                    <a:pt x="46" y="9"/>
                  </a:lnTo>
                  <a:lnTo>
                    <a:pt x="48" y="9"/>
                  </a:lnTo>
                  <a:lnTo>
                    <a:pt x="48" y="10"/>
                  </a:lnTo>
                  <a:lnTo>
                    <a:pt x="48" y="10"/>
                  </a:lnTo>
                  <a:lnTo>
                    <a:pt x="48" y="10"/>
                  </a:lnTo>
                  <a:lnTo>
                    <a:pt x="49" y="10"/>
                  </a:lnTo>
                  <a:lnTo>
                    <a:pt x="49" y="11"/>
                  </a:lnTo>
                  <a:lnTo>
                    <a:pt x="49" y="11"/>
                  </a:lnTo>
                  <a:lnTo>
                    <a:pt x="49" y="11"/>
                  </a:lnTo>
                  <a:lnTo>
                    <a:pt x="50" y="11"/>
                  </a:lnTo>
                  <a:lnTo>
                    <a:pt x="50" y="12"/>
                  </a:lnTo>
                  <a:lnTo>
                    <a:pt x="50" y="12"/>
                  </a:lnTo>
                  <a:lnTo>
                    <a:pt x="50" y="12"/>
                  </a:lnTo>
                  <a:lnTo>
                    <a:pt x="52" y="12"/>
                  </a:lnTo>
                  <a:lnTo>
                    <a:pt x="52" y="12"/>
                  </a:lnTo>
                  <a:lnTo>
                    <a:pt x="53" y="12"/>
                  </a:lnTo>
                  <a:lnTo>
                    <a:pt x="53" y="12"/>
                  </a:lnTo>
                  <a:lnTo>
                    <a:pt x="55" y="12"/>
                  </a:lnTo>
                  <a:lnTo>
                    <a:pt x="55" y="14"/>
                  </a:lnTo>
                  <a:lnTo>
                    <a:pt x="55" y="14"/>
                  </a:lnTo>
                  <a:lnTo>
                    <a:pt x="55" y="14"/>
                  </a:lnTo>
                  <a:lnTo>
                    <a:pt x="56" y="14"/>
                  </a:lnTo>
                  <a:lnTo>
                    <a:pt x="56" y="15"/>
                  </a:lnTo>
                  <a:lnTo>
                    <a:pt x="57" y="15"/>
                  </a:lnTo>
                  <a:lnTo>
                    <a:pt x="57" y="15"/>
                  </a:lnTo>
                  <a:lnTo>
                    <a:pt x="59" y="15"/>
                  </a:lnTo>
                  <a:lnTo>
                    <a:pt x="59" y="17"/>
                  </a:lnTo>
                  <a:lnTo>
                    <a:pt x="59" y="17"/>
                  </a:lnTo>
                  <a:lnTo>
                    <a:pt x="59" y="17"/>
                  </a:lnTo>
                  <a:lnTo>
                    <a:pt x="61" y="17"/>
                  </a:lnTo>
                  <a:lnTo>
                    <a:pt x="61" y="17"/>
                  </a:lnTo>
                  <a:lnTo>
                    <a:pt x="61" y="17"/>
                  </a:lnTo>
                  <a:lnTo>
                    <a:pt x="61" y="17"/>
                  </a:lnTo>
                  <a:lnTo>
                    <a:pt x="63" y="17"/>
                  </a:lnTo>
                  <a:lnTo>
                    <a:pt x="63" y="19"/>
                  </a:lnTo>
                  <a:lnTo>
                    <a:pt x="63" y="19"/>
                  </a:lnTo>
                  <a:lnTo>
                    <a:pt x="63" y="20"/>
                  </a:lnTo>
                  <a:lnTo>
                    <a:pt x="63" y="20"/>
                  </a:lnTo>
                  <a:lnTo>
                    <a:pt x="63" y="22"/>
                  </a:lnTo>
                  <a:lnTo>
                    <a:pt x="63" y="22"/>
                  </a:lnTo>
                  <a:lnTo>
                    <a:pt x="63" y="23"/>
                  </a:lnTo>
                  <a:lnTo>
                    <a:pt x="63" y="23"/>
                  </a:lnTo>
                  <a:lnTo>
                    <a:pt x="63" y="25"/>
                  </a:lnTo>
                  <a:lnTo>
                    <a:pt x="63" y="25"/>
                  </a:lnTo>
                  <a:lnTo>
                    <a:pt x="63" y="25"/>
                  </a:lnTo>
                  <a:lnTo>
                    <a:pt x="63" y="25"/>
                  </a:lnTo>
                  <a:lnTo>
                    <a:pt x="63" y="26"/>
                  </a:lnTo>
                  <a:lnTo>
                    <a:pt x="63" y="26"/>
                  </a:lnTo>
                  <a:lnTo>
                    <a:pt x="63" y="26"/>
                  </a:lnTo>
                  <a:lnTo>
                    <a:pt x="64" y="26"/>
                  </a:lnTo>
                  <a:lnTo>
                    <a:pt x="64" y="28"/>
                  </a:lnTo>
                  <a:lnTo>
                    <a:pt x="64" y="28"/>
                  </a:lnTo>
                  <a:lnTo>
                    <a:pt x="64" y="30"/>
                  </a:lnTo>
                  <a:lnTo>
                    <a:pt x="66" y="30"/>
                  </a:lnTo>
                  <a:lnTo>
                    <a:pt x="66" y="32"/>
                  </a:lnTo>
                  <a:lnTo>
                    <a:pt x="68" y="32"/>
                  </a:lnTo>
                  <a:lnTo>
                    <a:pt x="69" y="32"/>
                  </a:lnTo>
                  <a:lnTo>
                    <a:pt x="71" y="32"/>
                  </a:lnTo>
                  <a:lnTo>
                    <a:pt x="71" y="34"/>
                  </a:lnTo>
                  <a:lnTo>
                    <a:pt x="72" y="34"/>
                  </a:lnTo>
                  <a:lnTo>
                    <a:pt x="72" y="35"/>
                  </a:lnTo>
                  <a:lnTo>
                    <a:pt x="74" y="35"/>
                  </a:lnTo>
                  <a:lnTo>
                    <a:pt x="74" y="37"/>
                  </a:lnTo>
                  <a:lnTo>
                    <a:pt x="76" y="37"/>
                  </a:lnTo>
                  <a:lnTo>
                    <a:pt x="77" y="37"/>
                  </a:lnTo>
                  <a:lnTo>
                    <a:pt x="79" y="37"/>
                  </a:lnTo>
                  <a:lnTo>
                    <a:pt x="79" y="37"/>
                  </a:lnTo>
                  <a:lnTo>
                    <a:pt x="79" y="37"/>
                  </a:lnTo>
                  <a:lnTo>
                    <a:pt x="79" y="37"/>
                  </a:lnTo>
                  <a:lnTo>
                    <a:pt x="80" y="37"/>
                  </a:lnTo>
                  <a:lnTo>
                    <a:pt x="80" y="37"/>
                  </a:lnTo>
                  <a:lnTo>
                    <a:pt x="81" y="37"/>
                  </a:lnTo>
                  <a:lnTo>
                    <a:pt x="81" y="37"/>
                  </a:lnTo>
                  <a:lnTo>
                    <a:pt x="83" y="37"/>
                  </a:lnTo>
                  <a:lnTo>
                    <a:pt x="83" y="38"/>
                  </a:lnTo>
                  <a:lnTo>
                    <a:pt x="83" y="38"/>
                  </a:lnTo>
                  <a:lnTo>
                    <a:pt x="83" y="38"/>
                  </a:lnTo>
                  <a:lnTo>
                    <a:pt x="85" y="38"/>
                  </a:lnTo>
                  <a:lnTo>
                    <a:pt x="85" y="38"/>
                  </a:lnTo>
                  <a:lnTo>
                    <a:pt x="87" y="38"/>
                  </a:lnTo>
                  <a:lnTo>
                    <a:pt x="87" y="38"/>
                  </a:lnTo>
                  <a:lnTo>
                    <a:pt x="89" y="38"/>
                  </a:lnTo>
                  <a:lnTo>
                    <a:pt x="89" y="40"/>
                  </a:lnTo>
                  <a:lnTo>
                    <a:pt x="89" y="40"/>
                  </a:lnTo>
                  <a:lnTo>
                    <a:pt x="89" y="40"/>
                  </a:lnTo>
                  <a:lnTo>
                    <a:pt x="89" y="40"/>
                  </a:lnTo>
                  <a:lnTo>
                    <a:pt x="89" y="40"/>
                  </a:lnTo>
                  <a:lnTo>
                    <a:pt x="89" y="40"/>
                  </a:lnTo>
                  <a:lnTo>
                    <a:pt x="89" y="40"/>
                  </a:lnTo>
                  <a:lnTo>
                    <a:pt x="89" y="40"/>
                  </a:lnTo>
                  <a:lnTo>
                    <a:pt x="89" y="41"/>
                  </a:lnTo>
                  <a:lnTo>
                    <a:pt x="89" y="41"/>
                  </a:lnTo>
                  <a:lnTo>
                    <a:pt x="89" y="41"/>
                  </a:lnTo>
                  <a:lnTo>
                    <a:pt x="89" y="41"/>
                  </a:lnTo>
                  <a:lnTo>
                    <a:pt x="89" y="41"/>
                  </a:lnTo>
                  <a:lnTo>
                    <a:pt x="89" y="41"/>
                  </a:lnTo>
                  <a:lnTo>
                    <a:pt x="89" y="41"/>
                  </a:lnTo>
                  <a:lnTo>
                    <a:pt x="89" y="41"/>
                  </a:lnTo>
                  <a:lnTo>
                    <a:pt x="88" y="43"/>
                  </a:lnTo>
                  <a:lnTo>
                    <a:pt x="88" y="43"/>
                  </a:lnTo>
                  <a:lnTo>
                    <a:pt x="88" y="43"/>
                  </a:lnTo>
                  <a:lnTo>
                    <a:pt x="88" y="43"/>
                  </a:lnTo>
                  <a:lnTo>
                    <a:pt x="87" y="45"/>
                  </a:lnTo>
                  <a:lnTo>
                    <a:pt x="87" y="45"/>
                  </a:lnTo>
                  <a:lnTo>
                    <a:pt x="87" y="45"/>
                  </a:lnTo>
                  <a:lnTo>
                    <a:pt x="87" y="45"/>
                  </a:lnTo>
                  <a:lnTo>
                    <a:pt x="85" y="47"/>
                  </a:lnTo>
                  <a:lnTo>
                    <a:pt x="85" y="47"/>
                  </a:lnTo>
                  <a:lnTo>
                    <a:pt x="85" y="47"/>
                  </a:lnTo>
                  <a:lnTo>
                    <a:pt x="85" y="47"/>
                  </a:lnTo>
                  <a:lnTo>
                    <a:pt x="85" y="48"/>
                  </a:lnTo>
                  <a:lnTo>
                    <a:pt x="85" y="48"/>
                  </a:lnTo>
                  <a:lnTo>
                    <a:pt x="85" y="48"/>
                  </a:lnTo>
                  <a:lnTo>
                    <a:pt x="86" y="48"/>
                  </a:lnTo>
                  <a:lnTo>
                    <a:pt x="86" y="49"/>
                  </a:lnTo>
                  <a:lnTo>
                    <a:pt x="86" y="49"/>
                  </a:lnTo>
                  <a:lnTo>
                    <a:pt x="86" y="49"/>
                  </a:lnTo>
                  <a:lnTo>
                    <a:pt x="87" y="49"/>
                  </a:lnTo>
                  <a:lnTo>
                    <a:pt x="87" y="49"/>
                  </a:lnTo>
                  <a:lnTo>
                    <a:pt x="87" y="49"/>
                  </a:lnTo>
                  <a:lnTo>
                    <a:pt x="87" y="49"/>
                  </a:lnTo>
                  <a:lnTo>
                    <a:pt x="88" y="49"/>
                  </a:lnTo>
                  <a:lnTo>
                    <a:pt x="88" y="49"/>
                  </a:lnTo>
                  <a:lnTo>
                    <a:pt x="88" y="49"/>
                  </a:lnTo>
                  <a:lnTo>
                    <a:pt x="88" y="49"/>
                  </a:lnTo>
                  <a:lnTo>
                    <a:pt x="91" y="49"/>
                  </a:lnTo>
                  <a:lnTo>
                    <a:pt x="91" y="49"/>
                  </a:lnTo>
                  <a:lnTo>
                    <a:pt x="91" y="49"/>
                  </a:lnTo>
                  <a:lnTo>
                    <a:pt x="91" y="49"/>
                  </a:lnTo>
                  <a:lnTo>
                    <a:pt x="92" y="49"/>
                  </a:lnTo>
                  <a:lnTo>
                    <a:pt x="91" y="52"/>
                  </a:lnTo>
                  <a:lnTo>
                    <a:pt x="91" y="52"/>
                  </a:lnTo>
                  <a:lnTo>
                    <a:pt x="90" y="52"/>
                  </a:lnTo>
                  <a:lnTo>
                    <a:pt x="90" y="52"/>
                  </a:lnTo>
                  <a:lnTo>
                    <a:pt x="88" y="52"/>
                  </a:lnTo>
                  <a:lnTo>
                    <a:pt x="88" y="52"/>
                  </a:lnTo>
                  <a:lnTo>
                    <a:pt x="88" y="52"/>
                  </a:lnTo>
                  <a:lnTo>
                    <a:pt x="88" y="52"/>
                  </a:lnTo>
                  <a:lnTo>
                    <a:pt x="86" y="53"/>
                  </a:lnTo>
                  <a:lnTo>
                    <a:pt x="86" y="53"/>
                  </a:lnTo>
                  <a:lnTo>
                    <a:pt x="85" y="53"/>
                  </a:lnTo>
                  <a:lnTo>
                    <a:pt x="85" y="53"/>
                  </a:lnTo>
                  <a:lnTo>
                    <a:pt x="85" y="53"/>
                  </a:lnTo>
                  <a:lnTo>
                    <a:pt x="85" y="53"/>
                  </a:lnTo>
                  <a:lnTo>
                    <a:pt x="85" y="53"/>
                  </a:lnTo>
                  <a:lnTo>
                    <a:pt x="85" y="53"/>
                  </a:lnTo>
                  <a:lnTo>
                    <a:pt x="85" y="55"/>
                  </a:lnTo>
                  <a:lnTo>
                    <a:pt x="85" y="55"/>
                  </a:lnTo>
                  <a:lnTo>
                    <a:pt x="85" y="55"/>
                  </a:lnTo>
                  <a:lnTo>
                    <a:pt x="85" y="55"/>
                  </a:lnTo>
                  <a:lnTo>
                    <a:pt x="85" y="56"/>
                  </a:lnTo>
                  <a:lnTo>
                    <a:pt x="85" y="56"/>
                  </a:lnTo>
                  <a:lnTo>
                    <a:pt x="85" y="56"/>
                  </a:lnTo>
                  <a:lnTo>
                    <a:pt x="85" y="56"/>
                  </a:lnTo>
                  <a:lnTo>
                    <a:pt x="85" y="56"/>
                  </a:lnTo>
                  <a:lnTo>
                    <a:pt x="85" y="56"/>
                  </a:lnTo>
                  <a:lnTo>
                    <a:pt x="85" y="56"/>
                  </a:lnTo>
                  <a:lnTo>
                    <a:pt x="85" y="56"/>
                  </a:lnTo>
                  <a:lnTo>
                    <a:pt x="85" y="56"/>
                  </a:lnTo>
                  <a:lnTo>
                    <a:pt x="85" y="56"/>
                  </a:lnTo>
                  <a:lnTo>
                    <a:pt x="85" y="56"/>
                  </a:lnTo>
                  <a:lnTo>
                    <a:pt x="86" y="56"/>
                  </a:lnTo>
                  <a:lnTo>
                    <a:pt x="86" y="56"/>
                  </a:lnTo>
                  <a:lnTo>
                    <a:pt x="86" y="56"/>
                  </a:lnTo>
                  <a:lnTo>
                    <a:pt x="86" y="56"/>
                  </a:lnTo>
                  <a:lnTo>
                    <a:pt x="88" y="56"/>
                  </a:lnTo>
                  <a:lnTo>
                    <a:pt x="88" y="56"/>
                  </a:lnTo>
                  <a:lnTo>
                    <a:pt x="88" y="56"/>
                  </a:lnTo>
                  <a:lnTo>
                    <a:pt x="88" y="56"/>
                  </a:lnTo>
                  <a:lnTo>
                    <a:pt x="91" y="56"/>
                  </a:lnTo>
                  <a:lnTo>
                    <a:pt x="91" y="56"/>
                  </a:lnTo>
                  <a:lnTo>
                    <a:pt x="91" y="56"/>
                  </a:lnTo>
                  <a:lnTo>
                    <a:pt x="91" y="56"/>
                  </a:lnTo>
                  <a:lnTo>
                    <a:pt x="93" y="56"/>
                  </a:lnTo>
                  <a:lnTo>
                    <a:pt x="93" y="56"/>
                  </a:lnTo>
                  <a:lnTo>
                    <a:pt x="93" y="56"/>
                  </a:lnTo>
                  <a:lnTo>
                    <a:pt x="93" y="56"/>
                  </a:lnTo>
                  <a:lnTo>
                    <a:pt x="95" y="56"/>
                  </a:lnTo>
                  <a:lnTo>
                    <a:pt x="94" y="58"/>
                  </a:lnTo>
                  <a:lnTo>
                    <a:pt x="94" y="58"/>
                  </a:lnTo>
                  <a:lnTo>
                    <a:pt x="94" y="58"/>
                  </a:lnTo>
                  <a:lnTo>
                    <a:pt x="94" y="58"/>
                  </a:lnTo>
                  <a:lnTo>
                    <a:pt x="94" y="59"/>
                  </a:lnTo>
                  <a:lnTo>
                    <a:pt x="94" y="59"/>
                  </a:lnTo>
                  <a:lnTo>
                    <a:pt x="94" y="59"/>
                  </a:lnTo>
                  <a:lnTo>
                    <a:pt x="94" y="59"/>
                  </a:lnTo>
                  <a:lnTo>
                    <a:pt x="94" y="60"/>
                  </a:lnTo>
                  <a:lnTo>
                    <a:pt x="94" y="60"/>
                  </a:lnTo>
                  <a:lnTo>
                    <a:pt x="94" y="60"/>
                  </a:lnTo>
                  <a:lnTo>
                    <a:pt x="94" y="60"/>
                  </a:lnTo>
                  <a:lnTo>
                    <a:pt x="94" y="60"/>
                  </a:lnTo>
                  <a:lnTo>
                    <a:pt x="94" y="60"/>
                  </a:lnTo>
                  <a:lnTo>
                    <a:pt x="94" y="60"/>
                  </a:lnTo>
                  <a:lnTo>
                    <a:pt x="95" y="60"/>
                  </a:lnTo>
                  <a:lnTo>
                    <a:pt x="95" y="62"/>
                  </a:lnTo>
                  <a:lnTo>
                    <a:pt x="95" y="62"/>
                  </a:lnTo>
                  <a:lnTo>
                    <a:pt x="95" y="62"/>
                  </a:lnTo>
                  <a:lnTo>
                    <a:pt x="98" y="62"/>
                  </a:lnTo>
                  <a:lnTo>
                    <a:pt x="98" y="62"/>
                  </a:lnTo>
                  <a:lnTo>
                    <a:pt x="100" y="62"/>
                  </a:lnTo>
                  <a:lnTo>
                    <a:pt x="100" y="62"/>
                  </a:lnTo>
                  <a:lnTo>
                    <a:pt x="101" y="61"/>
                  </a:lnTo>
                  <a:lnTo>
                    <a:pt x="101" y="61"/>
                  </a:lnTo>
                  <a:lnTo>
                    <a:pt x="103" y="61"/>
                  </a:lnTo>
                  <a:lnTo>
                    <a:pt x="103" y="61"/>
                  </a:lnTo>
                  <a:lnTo>
                    <a:pt x="105" y="60"/>
                  </a:lnTo>
                  <a:lnTo>
                    <a:pt x="105" y="60"/>
                  </a:lnTo>
                  <a:lnTo>
                    <a:pt x="106" y="60"/>
                  </a:lnTo>
                  <a:lnTo>
                    <a:pt x="106" y="60"/>
                  </a:lnTo>
                  <a:lnTo>
                    <a:pt x="108" y="59"/>
                  </a:lnTo>
                  <a:lnTo>
                    <a:pt x="108" y="61"/>
                  </a:lnTo>
                  <a:lnTo>
                    <a:pt x="108" y="61"/>
                  </a:lnTo>
                  <a:lnTo>
                    <a:pt x="108" y="61"/>
                  </a:lnTo>
                  <a:lnTo>
                    <a:pt x="108" y="61"/>
                  </a:lnTo>
                  <a:lnTo>
                    <a:pt x="108" y="62"/>
                  </a:lnTo>
                  <a:lnTo>
                    <a:pt x="108" y="62"/>
                  </a:lnTo>
                  <a:lnTo>
                    <a:pt x="108" y="62"/>
                  </a:lnTo>
                  <a:lnTo>
                    <a:pt x="109" y="62"/>
                  </a:lnTo>
                  <a:lnTo>
                    <a:pt x="109" y="64"/>
                  </a:lnTo>
                  <a:lnTo>
                    <a:pt x="109" y="64"/>
                  </a:lnTo>
                  <a:lnTo>
                    <a:pt x="109" y="64"/>
                  </a:lnTo>
                  <a:lnTo>
                    <a:pt x="109" y="64"/>
                  </a:lnTo>
                  <a:lnTo>
                    <a:pt x="109" y="64"/>
                  </a:lnTo>
                  <a:lnTo>
                    <a:pt x="109" y="64"/>
                  </a:lnTo>
                  <a:lnTo>
                    <a:pt x="109" y="64"/>
                  </a:lnTo>
                  <a:lnTo>
                    <a:pt x="110" y="64"/>
                  </a:lnTo>
                  <a:lnTo>
                    <a:pt x="110" y="66"/>
                  </a:lnTo>
                  <a:lnTo>
                    <a:pt x="110" y="66"/>
                  </a:lnTo>
                  <a:lnTo>
                    <a:pt x="110" y="66"/>
                  </a:lnTo>
                  <a:lnTo>
                    <a:pt x="110" y="66"/>
                  </a:lnTo>
                  <a:lnTo>
                    <a:pt x="110" y="66"/>
                  </a:lnTo>
                  <a:lnTo>
                    <a:pt x="110" y="66"/>
                  </a:lnTo>
                  <a:lnTo>
                    <a:pt x="110" y="66"/>
                  </a:lnTo>
                  <a:lnTo>
                    <a:pt x="112" y="66"/>
                  </a:lnTo>
                  <a:lnTo>
                    <a:pt x="112" y="66"/>
                  </a:lnTo>
                  <a:lnTo>
                    <a:pt x="112" y="66"/>
                  </a:lnTo>
                  <a:lnTo>
                    <a:pt x="112" y="66"/>
                  </a:lnTo>
                  <a:lnTo>
                    <a:pt x="113" y="66"/>
                  </a:lnTo>
                  <a:lnTo>
                    <a:pt x="113" y="66"/>
                  </a:lnTo>
                  <a:lnTo>
                    <a:pt x="113" y="66"/>
                  </a:lnTo>
                  <a:lnTo>
                    <a:pt x="113" y="66"/>
                  </a:lnTo>
                  <a:lnTo>
                    <a:pt x="115" y="66"/>
                  </a:lnTo>
                  <a:lnTo>
                    <a:pt x="115" y="66"/>
                  </a:lnTo>
                  <a:lnTo>
                    <a:pt x="115" y="66"/>
                  </a:lnTo>
                  <a:lnTo>
                    <a:pt x="115" y="66"/>
                  </a:lnTo>
                  <a:lnTo>
                    <a:pt x="115" y="64"/>
                  </a:lnTo>
                  <a:lnTo>
                    <a:pt x="115" y="64"/>
                  </a:lnTo>
                  <a:lnTo>
                    <a:pt x="115" y="64"/>
                  </a:lnTo>
                  <a:lnTo>
                    <a:pt x="115" y="64"/>
                  </a:lnTo>
                  <a:lnTo>
                    <a:pt x="116" y="62"/>
                  </a:lnTo>
                  <a:lnTo>
                    <a:pt x="116" y="62"/>
                  </a:lnTo>
                  <a:lnTo>
                    <a:pt x="116" y="62"/>
                  </a:lnTo>
                  <a:lnTo>
                    <a:pt x="116" y="62"/>
                  </a:lnTo>
                  <a:lnTo>
                    <a:pt x="116" y="61"/>
                  </a:lnTo>
                  <a:lnTo>
                    <a:pt x="116" y="61"/>
                  </a:lnTo>
                  <a:lnTo>
                    <a:pt x="116" y="59"/>
                  </a:lnTo>
                  <a:lnTo>
                    <a:pt x="116" y="59"/>
                  </a:lnTo>
                  <a:lnTo>
                    <a:pt x="117" y="57"/>
                  </a:lnTo>
                  <a:lnTo>
                    <a:pt x="117" y="57"/>
                  </a:lnTo>
                  <a:lnTo>
                    <a:pt x="117" y="57"/>
                  </a:lnTo>
                  <a:lnTo>
                    <a:pt x="117" y="57"/>
                  </a:lnTo>
                  <a:lnTo>
                    <a:pt x="117" y="57"/>
                  </a:lnTo>
                  <a:lnTo>
                    <a:pt x="117" y="57"/>
                  </a:lnTo>
                  <a:lnTo>
                    <a:pt x="117" y="57"/>
                  </a:lnTo>
                  <a:lnTo>
                    <a:pt x="117" y="57"/>
                  </a:lnTo>
                  <a:lnTo>
                    <a:pt x="118" y="56"/>
                  </a:lnTo>
                  <a:lnTo>
                    <a:pt x="118" y="56"/>
                  </a:lnTo>
                  <a:lnTo>
                    <a:pt x="118" y="56"/>
                  </a:lnTo>
                  <a:lnTo>
                    <a:pt x="118" y="56"/>
                  </a:lnTo>
                  <a:lnTo>
                    <a:pt x="119" y="56"/>
                  </a:lnTo>
                  <a:lnTo>
                    <a:pt x="119" y="56"/>
                  </a:lnTo>
                  <a:lnTo>
                    <a:pt x="119" y="56"/>
                  </a:lnTo>
                  <a:lnTo>
                    <a:pt x="119" y="56"/>
                  </a:lnTo>
                  <a:lnTo>
                    <a:pt x="121" y="55"/>
                  </a:lnTo>
                  <a:lnTo>
                    <a:pt x="121" y="55"/>
                  </a:lnTo>
                  <a:lnTo>
                    <a:pt x="121" y="55"/>
                  </a:lnTo>
                  <a:lnTo>
                    <a:pt x="121" y="55"/>
                  </a:lnTo>
                  <a:lnTo>
                    <a:pt x="122" y="55"/>
                  </a:lnTo>
                  <a:lnTo>
                    <a:pt x="122" y="55"/>
                  </a:lnTo>
                  <a:lnTo>
                    <a:pt x="123" y="55"/>
                  </a:lnTo>
                  <a:lnTo>
                    <a:pt x="123" y="55"/>
                  </a:lnTo>
                  <a:lnTo>
                    <a:pt x="125" y="55"/>
                  </a:lnTo>
                  <a:lnTo>
                    <a:pt x="125" y="55"/>
                  </a:lnTo>
                  <a:lnTo>
                    <a:pt x="125" y="55"/>
                  </a:lnTo>
                  <a:lnTo>
                    <a:pt x="125" y="55"/>
                  </a:lnTo>
                  <a:lnTo>
                    <a:pt x="125" y="55"/>
                  </a:lnTo>
                  <a:lnTo>
                    <a:pt x="124" y="55"/>
                  </a:lnTo>
                  <a:lnTo>
                    <a:pt x="124" y="55"/>
                  </a:lnTo>
                  <a:lnTo>
                    <a:pt x="123" y="55"/>
                  </a:lnTo>
                  <a:lnTo>
                    <a:pt x="123" y="55"/>
                  </a:lnTo>
                  <a:lnTo>
                    <a:pt x="123" y="56"/>
                  </a:lnTo>
                  <a:lnTo>
                    <a:pt x="123" y="56"/>
                  </a:lnTo>
                  <a:lnTo>
                    <a:pt x="123" y="56"/>
                  </a:lnTo>
                  <a:lnTo>
                    <a:pt x="124" y="56"/>
                  </a:lnTo>
                  <a:lnTo>
                    <a:pt x="124" y="56"/>
                  </a:lnTo>
                  <a:lnTo>
                    <a:pt x="126" y="56"/>
                  </a:lnTo>
                  <a:lnTo>
                    <a:pt x="126" y="56"/>
                  </a:lnTo>
                  <a:lnTo>
                    <a:pt x="128" y="56"/>
                  </a:lnTo>
                  <a:lnTo>
                    <a:pt x="128" y="57"/>
                  </a:lnTo>
                  <a:lnTo>
                    <a:pt x="130" y="57"/>
                  </a:lnTo>
                  <a:lnTo>
                    <a:pt x="130" y="57"/>
                  </a:lnTo>
                  <a:lnTo>
                    <a:pt x="132" y="57"/>
                  </a:lnTo>
                  <a:lnTo>
                    <a:pt x="132" y="57"/>
                  </a:lnTo>
                  <a:lnTo>
                    <a:pt x="133" y="57"/>
                  </a:lnTo>
                  <a:lnTo>
                    <a:pt x="133" y="57"/>
                  </a:lnTo>
                  <a:lnTo>
                    <a:pt x="135" y="57"/>
                  </a:lnTo>
                  <a:lnTo>
                    <a:pt x="134" y="59"/>
                  </a:lnTo>
                  <a:lnTo>
                    <a:pt x="134" y="59"/>
                  </a:lnTo>
                  <a:lnTo>
                    <a:pt x="134" y="59"/>
                  </a:lnTo>
                  <a:lnTo>
                    <a:pt x="134" y="59"/>
                  </a:lnTo>
                  <a:lnTo>
                    <a:pt x="134" y="59"/>
                  </a:lnTo>
                  <a:lnTo>
                    <a:pt x="134" y="59"/>
                  </a:lnTo>
                  <a:lnTo>
                    <a:pt x="134" y="59"/>
                  </a:lnTo>
                  <a:lnTo>
                    <a:pt x="134" y="59"/>
                  </a:lnTo>
                  <a:lnTo>
                    <a:pt x="133" y="60"/>
                  </a:lnTo>
                  <a:lnTo>
                    <a:pt x="133" y="60"/>
                  </a:lnTo>
                  <a:lnTo>
                    <a:pt x="133" y="60"/>
                  </a:lnTo>
                  <a:lnTo>
                    <a:pt x="133" y="60"/>
                  </a:lnTo>
                  <a:lnTo>
                    <a:pt x="133" y="60"/>
                  </a:lnTo>
                  <a:lnTo>
                    <a:pt x="133" y="60"/>
                  </a:lnTo>
                  <a:lnTo>
                    <a:pt x="133" y="60"/>
                  </a:lnTo>
                  <a:lnTo>
                    <a:pt x="133" y="60"/>
                  </a:lnTo>
                  <a:lnTo>
                    <a:pt x="131" y="61"/>
                  </a:lnTo>
                  <a:lnTo>
                    <a:pt x="131" y="61"/>
                  </a:lnTo>
                  <a:lnTo>
                    <a:pt x="131" y="61"/>
                  </a:lnTo>
                  <a:lnTo>
                    <a:pt x="131" y="61"/>
                  </a:lnTo>
                  <a:lnTo>
                    <a:pt x="130" y="61"/>
                  </a:lnTo>
                  <a:lnTo>
                    <a:pt x="130" y="61"/>
                  </a:lnTo>
                  <a:lnTo>
                    <a:pt x="130" y="61"/>
                  </a:lnTo>
                  <a:lnTo>
                    <a:pt x="130" y="61"/>
                  </a:lnTo>
                  <a:lnTo>
                    <a:pt x="127" y="61"/>
                  </a:lnTo>
                  <a:lnTo>
                    <a:pt x="127" y="61"/>
                  </a:lnTo>
                  <a:lnTo>
                    <a:pt x="127" y="61"/>
                  </a:lnTo>
                  <a:lnTo>
                    <a:pt x="127" y="61"/>
                  </a:lnTo>
                  <a:lnTo>
                    <a:pt x="127" y="61"/>
                  </a:lnTo>
                  <a:lnTo>
                    <a:pt x="127" y="61"/>
                  </a:lnTo>
                  <a:lnTo>
                    <a:pt x="127" y="61"/>
                  </a:lnTo>
                  <a:lnTo>
                    <a:pt x="127" y="60"/>
                  </a:lnTo>
                  <a:lnTo>
                    <a:pt x="126" y="61"/>
                  </a:lnTo>
                  <a:lnTo>
                    <a:pt x="126" y="61"/>
                  </a:lnTo>
                  <a:lnTo>
                    <a:pt x="126" y="61"/>
                  </a:lnTo>
                  <a:lnTo>
                    <a:pt x="126" y="61"/>
                  </a:lnTo>
                  <a:lnTo>
                    <a:pt x="125" y="62"/>
                  </a:lnTo>
                  <a:lnTo>
                    <a:pt x="125" y="62"/>
                  </a:lnTo>
                  <a:lnTo>
                    <a:pt x="125" y="62"/>
                  </a:lnTo>
                  <a:lnTo>
                    <a:pt x="125" y="62"/>
                  </a:lnTo>
                  <a:lnTo>
                    <a:pt x="123" y="63"/>
                  </a:lnTo>
                  <a:lnTo>
                    <a:pt x="123" y="63"/>
                  </a:lnTo>
                  <a:lnTo>
                    <a:pt x="123" y="63"/>
                  </a:lnTo>
                  <a:lnTo>
                    <a:pt x="123" y="63"/>
                  </a:lnTo>
                  <a:lnTo>
                    <a:pt x="123" y="63"/>
                  </a:lnTo>
                  <a:lnTo>
                    <a:pt x="123" y="63"/>
                  </a:lnTo>
                  <a:lnTo>
                    <a:pt x="123" y="63"/>
                  </a:lnTo>
                  <a:lnTo>
                    <a:pt x="123" y="63"/>
                  </a:lnTo>
                  <a:lnTo>
                    <a:pt x="123" y="65"/>
                  </a:lnTo>
                  <a:lnTo>
                    <a:pt x="123" y="65"/>
                  </a:lnTo>
                  <a:lnTo>
                    <a:pt x="123" y="65"/>
                  </a:lnTo>
                  <a:lnTo>
                    <a:pt x="123" y="65"/>
                  </a:lnTo>
                  <a:lnTo>
                    <a:pt x="123" y="66"/>
                  </a:lnTo>
                  <a:lnTo>
                    <a:pt x="123" y="66"/>
                  </a:lnTo>
                  <a:lnTo>
                    <a:pt x="123" y="66"/>
                  </a:lnTo>
                  <a:lnTo>
                    <a:pt x="123" y="66"/>
                  </a:lnTo>
                  <a:lnTo>
                    <a:pt x="123" y="68"/>
                  </a:lnTo>
                  <a:lnTo>
                    <a:pt x="123" y="68"/>
                  </a:lnTo>
                  <a:lnTo>
                    <a:pt x="123" y="68"/>
                  </a:lnTo>
                  <a:lnTo>
                    <a:pt x="123" y="68"/>
                  </a:lnTo>
                  <a:lnTo>
                    <a:pt x="123" y="68"/>
                  </a:lnTo>
                  <a:lnTo>
                    <a:pt x="123" y="68"/>
                  </a:lnTo>
                  <a:lnTo>
                    <a:pt x="123" y="68"/>
                  </a:lnTo>
                  <a:lnTo>
                    <a:pt x="125" y="68"/>
                  </a:lnTo>
                  <a:lnTo>
                    <a:pt x="125" y="70"/>
                  </a:lnTo>
                  <a:lnTo>
                    <a:pt x="125" y="70"/>
                  </a:lnTo>
                  <a:lnTo>
                    <a:pt x="125" y="70"/>
                  </a:lnTo>
                  <a:lnTo>
                    <a:pt x="125" y="70"/>
                  </a:lnTo>
                  <a:lnTo>
                    <a:pt x="125" y="71"/>
                  </a:lnTo>
                  <a:lnTo>
                    <a:pt x="125" y="71"/>
                  </a:lnTo>
                  <a:lnTo>
                    <a:pt x="125" y="71"/>
                  </a:lnTo>
                  <a:lnTo>
                    <a:pt x="127" y="71"/>
                  </a:lnTo>
                  <a:lnTo>
                    <a:pt x="127" y="71"/>
                  </a:lnTo>
                  <a:lnTo>
                    <a:pt x="127" y="71"/>
                  </a:lnTo>
                  <a:lnTo>
                    <a:pt x="127" y="71"/>
                  </a:lnTo>
                  <a:lnTo>
                    <a:pt x="129" y="71"/>
                  </a:lnTo>
                  <a:lnTo>
                    <a:pt x="129" y="71"/>
                  </a:lnTo>
                  <a:lnTo>
                    <a:pt x="130" y="71"/>
                  </a:lnTo>
                  <a:lnTo>
                    <a:pt x="130" y="71"/>
                  </a:lnTo>
                  <a:lnTo>
                    <a:pt x="131" y="71"/>
                  </a:lnTo>
                  <a:lnTo>
                    <a:pt x="131" y="71"/>
                  </a:lnTo>
                  <a:lnTo>
                    <a:pt x="131" y="73"/>
                  </a:lnTo>
                  <a:lnTo>
                    <a:pt x="131" y="73"/>
                  </a:lnTo>
                  <a:lnTo>
                    <a:pt x="131" y="73"/>
                  </a:lnTo>
                  <a:lnTo>
                    <a:pt x="131" y="73"/>
                  </a:lnTo>
                  <a:lnTo>
                    <a:pt x="131" y="75"/>
                  </a:lnTo>
                  <a:lnTo>
                    <a:pt x="131" y="75"/>
                  </a:lnTo>
                  <a:lnTo>
                    <a:pt x="131" y="75"/>
                  </a:lnTo>
                  <a:lnTo>
                    <a:pt x="131" y="75"/>
                  </a:lnTo>
                  <a:lnTo>
                    <a:pt x="131" y="77"/>
                  </a:lnTo>
                  <a:lnTo>
                    <a:pt x="131" y="77"/>
                  </a:lnTo>
                  <a:lnTo>
                    <a:pt x="131" y="78"/>
                  </a:lnTo>
                  <a:lnTo>
                    <a:pt x="131" y="78"/>
                  </a:lnTo>
                  <a:lnTo>
                    <a:pt x="131" y="81"/>
                  </a:lnTo>
                  <a:lnTo>
                    <a:pt x="131" y="81"/>
                  </a:lnTo>
                  <a:lnTo>
                    <a:pt x="131" y="81"/>
                  </a:lnTo>
                  <a:lnTo>
                    <a:pt x="131" y="81"/>
                  </a:lnTo>
                  <a:lnTo>
                    <a:pt x="130" y="82"/>
                  </a:lnTo>
                  <a:lnTo>
                    <a:pt x="130" y="82"/>
                  </a:lnTo>
                  <a:lnTo>
                    <a:pt x="130" y="82"/>
                  </a:lnTo>
                  <a:lnTo>
                    <a:pt x="130" y="82"/>
                  </a:lnTo>
                  <a:lnTo>
                    <a:pt x="130" y="82"/>
                  </a:lnTo>
                  <a:lnTo>
                    <a:pt x="130" y="82"/>
                  </a:lnTo>
                  <a:lnTo>
                    <a:pt x="130" y="82"/>
                  </a:lnTo>
                  <a:lnTo>
                    <a:pt x="130" y="82"/>
                  </a:lnTo>
                  <a:lnTo>
                    <a:pt x="128" y="83"/>
                  </a:lnTo>
                  <a:lnTo>
                    <a:pt x="128" y="83"/>
                  </a:lnTo>
                  <a:lnTo>
                    <a:pt x="128" y="83"/>
                  </a:lnTo>
                  <a:lnTo>
                    <a:pt x="128" y="83"/>
                  </a:lnTo>
                  <a:lnTo>
                    <a:pt x="128" y="83"/>
                  </a:lnTo>
                  <a:lnTo>
                    <a:pt x="128" y="83"/>
                  </a:lnTo>
                  <a:lnTo>
                    <a:pt x="128" y="83"/>
                  </a:lnTo>
                  <a:lnTo>
                    <a:pt x="128" y="83"/>
                  </a:lnTo>
                  <a:lnTo>
                    <a:pt x="127" y="84"/>
                  </a:lnTo>
                  <a:lnTo>
                    <a:pt x="127" y="84"/>
                  </a:lnTo>
                  <a:lnTo>
                    <a:pt x="127" y="84"/>
                  </a:lnTo>
                  <a:lnTo>
                    <a:pt x="127" y="84"/>
                  </a:lnTo>
                  <a:lnTo>
                    <a:pt x="127" y="84"/>
                  </a:lnTo>
                  <a:lnTo>
                    <a:pt x="127" y="84"/>
                  </a:lnTo>
                  <a:lnTo>
                    <a:pt x="127" y="84"/>
                  </a:lnTo>
                  <a:lnTo>
                    <a:pt x="127" y="84"/>
                  </a:lnTo>
                  <a:lnTo>
                    <a:pt x="125" y="84"/>
                  </a:lnTo>
                  <a:lnTo>
                    <a:pt x="125" y="84"/>
                  </a:lnTo>
                  <a:lnTo>
                    <a:pt x="125" y="84"/>
                  </a:lnTo>
                  <a:lnTo>
                    <a:pt x="125" y="84"/>
                  </a:lnTo>
                  <a:lnTo>
                    <a:pt x="125" y="84"/>
                  </a:lnTo>
                  <a:lnTo>
                    <a:pt x="125" y="84"/>
                  </a:lnTo>
                  <a:lnTo>
                    <a:pt x="125" y="84"/>
                  </a:lnTo>
                  <a:lnTo>
                    <a:pt x="125" y="84"/>
                  </a:lnTo>
                  <a:lnTo>
                    <a:pt x="125" y="86"/>
                  </a:lnTo>
                  <a:lnTo>
                    <a:pt x="125" y="86"/>
                  </a:lnTo>
                  <a:lnTo>
                    <a:pt x="125" y="87"/>
                  </a:lnTo>
                  <a:lnTo>
                    <a:pt x="125" y="87"/>
                  </a:lnTo>
                  <a:lnTo>
                    <a:pt x="125" y="89"/>
                  </a:lnTo>
                  <a:lnTo>
                    <a:pt x="125" y="89"/>
                  </a:lnTo>
                  <a:lnTo>
                    <a:pt x="125" y="90"/>
                  </a:lnTo>
                  <a:lnTo>
                    <a:pt x="125" y="90"/>
                  </a:lnTo>
                  <a:lnTo>
                    <a:pt x="125" y="91"/>
                  </a:lnTo>
                  <a:lnTo>
                    <a:pt x="125" y="91"/>
                  </a:lnTo>
                  <a:lnTo>
                    <a:pt x="125" y="93"/>
                  </a:lnTo>
                  <a:lnTo>
                    <a:pt x="125" y="93"/>
                  </a:lnTo>
                  <a:lnTo>
                    <a:pt x="125" y="95"/>
                  </a:lnTo>
                  <a:lnTo>
                    <a:pt x="125" y="95"/>
                  </a:lnTo>
                  <a:lnTo>
                    <a:pt x="125" y="95"/>
                  </a:lnTo>
                  <a:lnTo>
                    <a:pt x="127" y="95"/>
                  </a:lnTo>
                  <a:lnTo>
                    <a:pt x="127" y="97"/>
                  </a:lnTo>
                  <a:lnTo>
                    <a:pt x="127" y="97"/>
                  </a:lnTo>
                  <a:lnTo>
                    <a:pt x="127" y="99"/>
                  </a:lnTo>
                  <a:lnTo>
                    <a:pt x="128" y="99"/>
                  </a:lnTo>
                  <a:lnTo>
                    <a:pt x="128" y="100"/>
                  </a:lnTo>
                  <a:lnTo>
                    <a:pt x="130" y="100"/>
                  </a:lnTo>
                  <a:lnTo>
                    <a:pt x="130" y="103"/>
                  </a:lnTo>
                  <a:lnTo>
                    <a:pt x="131" y="103"/>
                  </a:lnTo>
                  <a:lnTo>
                    <a:pt x="131" y="105"/>
                  </a:lnTo>
                  <a:lnTo>
                    <a:pt x="132" y="105"/>
                  </a:lnTo>
                  <a:lnTo>
                    <a:pt x="132" y="107"/>
                  </a:lnTo>
                  <a:lnTo>
                    <a:pt x="134" y="107"/>
                  </a:lnTo>
                  <a:lnTo>
                    <a:pt x="134" y="109"/>
                  </a:lnTo>
                  <a:lnTo>
                    <a:pt x="135" y="109"/>
                  </a:lnTo>
                  <a:lnTo>
                    <a:pt x="135" y="110"/>
                  </a:lnTo>
                  <a:lnTo>
                    <a:pt x="137" y="110"/>
                  </a:lnTo>
                  <a:lnTo>
                    <a:pt x="137" y="112"/>
                  </a:lnTo>
                  <a:lnTo>
                    <a:pt x="138" y="112"/>
                  </a:lnTo>
                  <a:lnTo>
                    <a:pt x="138" y="112"/>
                  </a:lnTo>
                  <a:lnTo>
                    <a:pt x="139" y="112"/>
                  </a:lnTo>
                  <a:lnTo>
                    <a:pt x="139" y="113"/>
                  </a:lnTo>
                  <a:lnTo>
                    <a:pt x="142" y="113"/>
                  </a:lnTo>
                  <a:lnTo>
                    <a:pt x="142" y="113"/>
                  </a:lnTo>
                  <a:lnTo>
                    <a:pt x="144" y="113"/>
                  </a:lnTo>
                  <a:lnTo>
                    <a:pt x="144" y="115"/>
                  </a:lnTo>
                  <a:lnTo>
                    <a:pt x="146" y="115"/>
                  </a:lnTo>
                  <a:lnTo>
                    <a:pt x="146" y="115"/>
                  </a:lnTo>
                  <a:lnTo>
                    <a:pt x="147" y="115"/>
                  </a:lnTo>
                  <a:lnTo>
                    <a:pt x="147" y="115"/>
                  </a:lnTo>
                  <a:lnTo>
                    <a:pt x="148" y="115"/>
                  </a:lnTo>
                  <a:lnTo>
                    <a:pt x="148" y="115"/>
                  </a:lnTo>
                  <a:lnTo>
                    <a:pt x="149" y="115"/>
                  </a:lnTo>
                  <a:lnTo>
                    <a:pt x="149" y="117"/>
                  </a:lnTo>
                  <a:lnTo>
                    <a:pt x="149" y="117"/>
                  </a:lnTo>
                  <a:lnTo>
                    <a:pt x="149" y="118"/>
                  </a:lnTo>
                  <a:lnTo>
                    <a:pt x="149" y="118"/>
                  </a:lnTo>
                  <a:lnTo>
                    <a:pt x="149" y="120"/>
                  </a:lnTo>
                  <a:lnTo>
                    <a:pt x="149" y="120"/>
                  </a:lnTo>
                  <a:lnTo>
                    <a:pt x="149" y="120"/>
                  </a:lnTo>
                  <a:lnTo>
                    <a:pt x="151" y="120"/>
                  </a:lnTo>
                  <a:lnTo>
                    <a:pt x="151" y="122"/>
                  </a:lnTo>
                  <a:lnTo>
                    <a:pt x="151" y="122"/>
                  </a:lnTo>
                  <a:lnTo>
                    <a:pt x="151" y="122"/>
                  </a:lnTo>
                  <a:lnTo>
                    <a:pt x="151" y="122"/>
                  </a:lnTo>
                  <a:lnTo>
                    <a:pt x="151" y="122"/>
                  </a:lnTo>
                  <a:lnTo>
                    <a:pt x="151" y="122"/>
                  </a:lnTo>
                  <a:lnTo>
                    <a:pt x="151" y="122"/>
                  </a:lnTo>
                  <a:lnTo>
                    <a:pt x="152" y="122"/>
                  </a:lnTo>
                  <a:lnTo>
                    <a:pt x="150" y="125"/>
                  </a:lnTo>
                  <a:lnTo>
                    <a:pt x="150" y="125"/>
                  </a:lnTo>
                  <a:lnTo>
                    <a:pt x="150" y="125"/>
                  </a:lnTo>
                  <a:lnTo>
                    <a:pt x="150" y="125"/>
                  </a:lnTo>
                  <a:lnTo>
                    <a:pt x="150" y="125"/>
                  </a:lnTo>
                  <a:lnTo>
                    <a:pt x="150" y="125"/>
                  </a:lnTo>
                  <a:lnTo>
                    <a:pt x="150" y="125"/>
                  </a:lnTo>
                  <a:lnTo>
                    <a:pt x="150" y="125"/>
                  </a:lnTo>
                  <a:lnTo>
                    <a:pt x="149" y="127"/>
                  </a:lnTo>
                  <a:lnTo>
                    <a:pt x="149" y="127"/>
                  </a:lnTo>
                  <a:lnTo>
                    <a:pt x="149" y="127"/>
                  </a:lnTo>
                  <a:lnTo>
                    <a:pt x="149" y="127"/>
                  </a:lnTo>
                  <a:lnTo>
                    <a:pt x="149" y="127"/>
                  </a:lnTo>
                  <a:lnTo>
                    <a:pt x="149" y="127"/>
                  </a:lnTo>
                  <a:lnTo>
                    <a:pt x="149" y="127"/>
                  </a:lnTo>
                  <a:lnTo>
                    <a:pt x="149" y="127"/>
                  </a:lnTo>
                  <a:lnTo>
                    <a:pt x="147" y="128"/>
                  </a:lnTo>
                  <a:lnTo>
                    <a:pt x="147" y="128"/>
                  </a:lnTo>
                  <a:lnTo>
                    <a:pt x="147" y="128"/>
                  </a:lnTo>
                  <a:lnTo>
                    <a:pt x="147" y="128"/>
                  </a:lnTo>
                  <a:lnTo>
                    <a:pt x="147" y="130"/>
                  </a:lnTo>
                  <a:lnTo>
                    <a:pt x="147" y="130"/>
                  </a:lnTo>
                  <a:lnTo>
                    <a:pt x="147" y="130"/>
                  </a:lnTo>
                  <a:lnTo>
                    <a:pt x="147" y="130"/>
                  </a:lnTo>
                  <a:lnTo>
                    <a:pt x="146" y="132"/>
                  </a:lnTo>
                  <a:lnTo>
                    <a:pt x="146" y="132"/>
                  </a:lnTo>
                  <a:lnTo>
                    <a:pt x="146" y="132"/>
                  </a:lnTo>
                  <a:lnTo>
                    <a:pt x="146" y="132"/>
                  </a:lnTo>
                  <a:lnTo>
                    <a:pt x="146" y="132"/>
                  </a:lnTo>
                  <a:lnTo>
                    <a:pt x="146" y="132"/>
                  </a:lnTo>
                  <a:lnTo>
                    <a:pt x="146" y="132"/>
                  </a:lnTo>
                  <a:lnTo>
                    <a:pt x="146" y="132"/>
                  </a:lnTo>
                  <a:lnTo>
                    <a:pt x="144" y="134"/>
                  </a:lnTo>
                  <a:lnTo>
                    <a:pt x="144" y="134"/>
                  </a:lnTo>
                  <a:lnTo>
                    <a:pt x="144" y="134"/>
                  </a:lnTo>
                  <a:lnTo>
                    <a:pt x="144" y="134"/>
                  </a:lnTo>
                  <a:lnTo>
                    <a:pt x="144" y="134"/>
                  </a:lnTo>
                  <a:lnTo>
                    <a:pt x="144" y="134"/>
                  </a:lnTo>
                  <a:lnTo>
                    <a:pt x="144" y="134"/>
                  </a:lnTo>
                  <a:lnTo>
                    <a:pt x="145" y="134"/>
                  </a:lnTo>
                  <a:lnTo>
                    <a:pt x="144" y="135"/>
                  </a:lnTo>
                  <a:lnTo>
                    <a:pt x="144" y="135"/>
                  </a:lnTo>
                  <a:lnTo>
                    <a:pt x="144" y="135"/>
                  </a:lnTo>
                  <a:lnTo>
                    <a:pt x="144" y="135"/>
                  </a:lnTo>
                  <a:lnTo>
                    <a:pt x="142" y="135"/>
                  </a:lnTo>
                  <a:lnTo>
                    <a:pt x="142" y="135"/>
                  </a:lnTo>
                  <a:lnTo>
                    <a:pt x="140" y="135"/>
                  </a:lnTo>
                  <a:lnTo>
                    <a:pt x="140" y="134"/>
                  </a:lnTo>
                  <a:lnTo>
                    <a:pt x="138" y="135"/>
                  </a:lnTo>
                  <a:lnTo>
                    <a:pt x="138" y="135"/>
                  </a:lnTo>
                  <a:lnTo>
                    <a:pt x="138" y="135"/>
                  </a:lnTo>
                  <a:lnTo>
                    <a:pt x="138" y="135"/>
                  </a:lnTo>
                  <a:lnTo>
                    <a:pt x="138" y="135"/>
                  </a:lnTo>
                  <a:lnTo>
                    <a:pt x="138" y="135"/>
                  </a:lnTo>
                  <a:lnTo>
                    <a:pt x="138" y="135"/>
                  </a:lnTo>
                  <a:lnTo>
                    <a:pt x="138" y="135"/>
                  </a:lnTo>
                  <a:lnTo>
                    <a:pt x="137" y="136"/>
                  </a:lnTo>
                  <a:lnTo>
                    <a:pt x="137" y="136"/>
                  </a:lnTo>
                  <a:lnTo>
                    <a:pt x="137" y="136"/>
                  </a:lnTo>
                  <a:lnTo>
                    <a:pt x="137" y="136"/>
                  </a:lnTo>
                  <a:lnTo>
                    <a:pt x="137" y="136"/>
                  </a:lnTo>
                  <a:lnTo>
                    <a:pt x="137" y="136"/>
                  </a:lnTo>
                  <a:lnTo>
                    <a:pt x="137" y="136"/>
                  </a:lnTo>
                  <a:lnTo>
                    <a:pt x="137" y="136"/>
                  </a:lnTo>
                  <a:lnTo>
                    <a:pt x="137" y="138"/>
                  </a:lnTo>
                  <a:lnTo>
                    <a:pt x="137" y="138"/>
                  </a:lnTo>
                  <a:lnTo>
                    <a:pt x="137" y="138"/>
                  </a:lnTo>
                  <a:lnTo>
                    <a:pt x="137" y="138"/>
                  </a:lnTo>
                  <a:lnTo>
                    <a:pt x="137" y="139"/>
                  </a:lnTo>
                  <a:lnTo>
                    <a:pt x="137" y="139"/>
                  </a:lnTo>
                  <a:lnTo>
                    <a:pt x="137" y="139"/>
                  </a:lnTo>
                  <a:lnTo>
                    <a:pt x="137" y="139"/>
                  </a:lnTo>
                  <a:lnTo>
                    <a:pt x="137" y="142"/>
                  </a:lnTo>
                  <a:lnTo>
                    <a:pt x="137" y="142"/>
                  </a:lnTo>
                  <a:lnTo>
                    <a:pt x="137" y="142"/>
                  </a:lnTo>
                  <a:lnTo>
                    <a:pt x="137" y="142"/>
                  </a:lnTo>
                  <a:lnTo>
                    <a:pt x="137" y="142"/>
                  </a:lnTo>
                  <a:lnTo>
                    <a:pt x="137" y="142"/>
                  </a:lnTo>
                  <a:lnTo>
                    <a:pt x="137" y="142"/>
                  </a:lnTo>
                  <a:lnTo>
                    <a:pt x="138" y="142"/>
                  </a:lnTo>
                  <a:lnTo>
                    <a:pt x="138" y="143"/>
                  </a:lnTo>
                  <a:lnTo>
                    <a:pt x="138" y="143"/>
                  </a:lnTo>
                  <a:lnTo>
                    <a:pt x="138" y="144"/>
                  </a:lnTo>
                  <a:lnTo>
                    <a:pt x="138" y="144"/>
                  </a:lnTo>
                  <a:lnTo>
                    <a:pt x="138" y="146"/>
                  </a:lnTo>
                  <a:lnTo>
                    <a:pt x="138" y="146"/>
                  </a:lnTo>
                  <a:lnTo>
                    <a:pt x="138" y="146"/>
                  </a:lnTo>
                  <a:lnTo>
                    <a:pt x="138" y="146"/>
                  </a:lnTo>
                  <a:lnTo>
                    <a:pt x="138" y="148"/>
                  </a:lnTo>
                  <a:lnTo>
                    <a:pt x="138" y="148"/>
                  </a:lnTo>
                  <a:lnTo>
                    <a:pt x="138" y="148"/>
                  </a:lnTo>
                  <a:lnTo>
                    <a:pt x="138" y="148"/>
                  </a:lnTo>
                  <a:lnTo>
                    <a:pt x="138" y="149"/>
                  </a:lnTo>
                  <a:lnTo>
                    <a:pt x="138" y="149"/>
                  </a:lnTo>
                  <a:lnTo>
                    <a:pt x="138" y="149"/>
                  </a:lnTo>
                  <a:lnTo>
                    <a:pt x="139" y="149"/>
                  </a:lnTo>
                  <a:lnTo>
                    <a:pt x="139" y="150"/>
                  </a:lnTo>
                  <a:lnTo>
                    <a:pt x="139" y="150"/>
                  </a:lnTo>
                  <a:lnTo>
                    <a:pt x="139" y="150"/>
                  </a:lnTo>
                  <a:lnTo>
                    <a:pt x="139" y="150"/>
                  </a:lnTo>
                  <a:lnTo>
                    <a:pt x="139" y="150"/>
                  </a:lnTo>
                  <a:lnTo>
                    <a:pt x="139" y="150"/>
                  </a:lnTo>
                  <a:lnTo>
                    <a:pt x="139" y="150"/>
                  </a:lnTo>
                  <a:lnTo>
                    <a:pt x="141" y="150"/>
                  </a:lnTo>
                  <a:lnTo>
                    <a:pt x="141" y="150"/>
                  </a:lnTo>
                  <a:lnTo>
                    <a:pt x="141" y="150"/>
                  </a:lnTo>
                  <a:lnTo>
                    <a:pt x="141" y="150"/>
                  </a:lnTo>
                  <a:lnTo>
                    <a:pt x="142" y="150"/>
                  </a:lnTo>
                  <a:lnTo>
                    <a:pt x="142" y="150"/>
                  </a:lnTo>
                  <a:lnTo>
                    <a:pt x="142" y="150"/>
                  </a:lnTo>
                  <a:lnTo>
                    <a:pt x="142" y="150"/>
                  </a:lnTo>
                  <a:lnTo>
                    <a:pt x="144" y="150"/>
                  </a:lnTo>
                  <a:lnTo>
                    <a:pt x="143" y="152"/>
                  </a:lnTo>
                  <a:lnTo>
                    <a:pt x="143" y="152"/>
                  </a:lnTo>
                  <a:lnTo>
                    <a:pt x="143" y="152"/>
                  </a:lnTo>
                  <a:lnTo>
                    <a:pt x="143" y="152"/>
                  </a:lnTo>
                  <a:lnTo>
                    <a:pt x="143" y="152"/>
                  </a:lnTo>
                  <a:lnTo>
                    <a:pt x="143" y="152"/>
                  </a:lnTo>
                  <a:lnTo>
                    <a:pt x="143" y="152"/>
                  </a:lnTo>
                  <a:lnTo>
                    <a:pt x="143" y="152"/>
                  </a:lnTo>
                  <a:lnTo>
                    <a:pt x="143" y="153"/>
                  </a:lnTo>
                  <a:lnTo>
                    <a:pt x="143" y="153"/>
                  </a:lnTo>
                  <a:lnTo>
                    <a:pt x="143" y="153"/>
                  </a:lnTo>
                  <a:lnTo>
                    <a:pt x="143" y="153"/>
                  </a:lnTo>
                  <a:lnTo>
                    <a:pt x="143" y="153"/>
                  </a:lnTo>
                  <a:lnTo>
                    <a:pt x="143" y="153"/>
                  </a:lnTo>
                  <a:lnTo>
                    <a:pt x="143" y="153"/>
                  </a:lnTo>
                  <a:lnTo>
                    <a:pt x="144" y="153"/>
                  </a:lnTo>
                  <a:lnTo>
                    <a:pt x="142" y="154"/>
                  </a:lnTo>
                  <a:lnTo>
                    <a:pt x="142" y="154"/>
                  </a:lnTo>
                  <a:lnTo>
                    <a:pt x="142" y="154"/>
                  </a:lnTo>
                  <a:lnTo>
                    <a:pt x="142" y="154"/>
                  </a:lnTo>
                  <a:lnTo>
                    <a:pt x="141" y="156"/>
                  </a:lnTo>
                  <a:lnTo>
                    <a:pt x="141" y="156"/>
                  </a:lnTo>
                  <a:lnTo>
                    <a:pt x="141" y="156"/>
                  </a:lnTo>
                  <a:lnTo>
                    <a:pt x="141" y="156"/>
                  </a:lnTo>
                  <a:lnTo>
                    <a:pt x="139" y="158"/>
                  </a:lnTo>
                  <a:lnTo>
                    <a:pt x="139" y="158"/>
                  </a:lnTo>
                  <a:lnTo>
                    <a:pt x="139" y="158"/>
                  </a:lnTo>
                  <a:lnTo>
                    <a:pt x="139" y="158"/>
                  </a:lnTo>
                  <a:lnTo>
                    <a:pt x="139" y="158"/>
                  </a:lnTo>
                  <a:lnTo>
                    <a:pt x="139" y="158"/>
                  </a:lnTo>
                  <a:lnTo>
                    <a:pt x="139" y="158"/>
                  </a:lnTo>
                  <a:lnTo>
                    <a:pt x="139" y="158"/>
                  </a:lnTo>
                  <a:lnTo>
                    <a:pt x="139" y="158"/>
                  </a:lnTo>
                  <a:lnTo>
                    <a:pt x="138" y="158"/>
                  </a:lnTo>
                  <a:lnTo>
                    <a:pt x="138" y="158"/>
                  </a:lnTo>
                  <a:lnTo>
                    <a:pt x="138" y="158"/>
                  </a:lnTo>
                  <a:lnTo>
                    <a:pt x="138" y="158"/>
                  </a:lnTo>
                  <a:lnTo>
                    <a:pt x="136" y="158"/>
                  </a:lnTo>
                  <a:lnTo>
                    <a:pt x="136" y="158"/>
                  </a:lnTo>
                  <a:lnTo>
                    <a:pt x="136" y="158"/>
                  </a:lnTo>
                  <a:lnTo>
                    <a:pt x="136" y="158"/>
                  </a:lnTo>
                  <a:lnTo>
                    <a:pt x="134" y="158"/>
                  </a:lnTo>
                  <a:lnTo>
                    <a:pt x="134" y="158"/>
                  </a:lnTo>
                  <a:lnTo>
                    <a:pt x="132" y="158"/>
                  </a:lnTo>
                  <a:lnTo>
                    <a:pt x="132" y="158"/>
                  </a:lnTo>
                  <a:lnTo>
                    <a:pt x="131" y="158"/>
                  </a:lnTo>
                  <a:lnTo>
                    <a:pt x="131" y="158"/>
                  </a:lnTo>
                  <a:lnTo>
                    <a:pt x="131" y="158"/>
                  </a:lnTo>
                  <a:lnTo>
                    <a:pt x="131" y="158"/>
                  </a:lnTo>
                  <a:lnTo>
                    <a:pt x="130" y="159"/>
                  </a:lnTo>
                  <a:lnTo>
                    <a:pt x="130" y="159"/>
                  </a:lnTo>
                  <a:lnTo>
                    <a:pt x="130" y="159"/>
                  </a:lnTo>
                  <a:lnTo>
                    <a:pt x="130" y="159"/>
                  </a:lnTo>
                  <a:lnTo>
                    <a:pt x="128" y="161"/>
                  </a:lnTo>
                  <a:lnTo>
                    <a:pt x="128" y="161"/>
                  </a:lnTo>
                  <a:lnTo>
                    <a:pt x="128" y="161"/>
                  </a:lnTo>
                  <a:lnTo>
                    <a:pt x="128" y="161"/>
                  </a:lnTo>
                  <a:lnTo>
                    <a:pt x="127" y="163"/>
                  </a:lnTo>
                  <a:lnTo>
                    <a:pt x="127" y="163"/>
                  </a:lnTo>
                  <a:lnTo>
                    <a:pt x="127" y="163"/>
                  </a:lnTo>
                  <a:lnTo>
                    <a:pt x="127" y="163"/>
                  </a:lnTo>
                  <a:lnTo>
                    <a:pt x="127" y="164"/>
                  </a:lnTo>
                  <a:lnTo>
                    <a:pt x="127" y="164"/>
                  </a:lnTo>
                  <a:lnTo>
                    <a:pt x="127" y="164"/>
                  </a:lnTo>
                  <a:lnTo>
                    <a:pt x="127" y="164"/>
                  </a:lnTo>
                  <a:lnTo>
                    <a:pt x="125" y="164"/>
                  </a:lnTo>
                  <a:lnTo>
                    <a:pt x="125" y="164"/>
                  </a:lnTo>
                  <a:lnTo>
                    <a:pt x="124" y="164"/>
                  </a:lnTo>
                  <a:lnTo>
                    <a:pt x="124" y="164"/>
                  </a:lnTo>
                  <a:lnTo>
                    <a:pt x="122" y="164"/>
                  </a:lnTo>
                  <a:lnTo>
                    <a:pt x="122" y="164"/>
                  </a:lnTo>
                  <a:lnTo>
                    <a:pt x="122" y="164"/>
                  </a:lnTo>
                  <a:lnTo>
                    <a:pt x="122" y="164"/>
                  </a:lnTo>
                  <a:lnTo>
                    <a:pt x="120" y="165"/>
                  </a:lnTo>
                  <a:lnTo>
                    <a:pt x="120" y="165"/>
                  </a:lnTo>
                  <a:lnTo>
                    <a:pt x="120" y="165"/>
                  </a:lnTo>
                  <a:lnTo>
                    <a:pt x="120" y="165"/>
                  </a:lnTo>
                  <a:lnTo>
                    <a:pt x="119" y="165"/>
                  </a:lnTo>
                  <a:lnTo>
                    <a:pt x="119" y="165"/>
                  </a:lnTo>
                  <a:lnTo>
                    <a:pt x="119" y="165"/>
                  </a:lnTo>
                  <a:lnTo>
                    <a:pt x="119" y="165"/>
                  </a:lnTo>
                  <a:lnTo>
                    <a:pt x="117" y="166"/>
                  </a:lnTo>
                  <a:lnTo>
                    <a:pt x="117" y="166"/>
                  </a:lnTo>
                  <a:lnTo>
                    <a:pt x="117" y="166"/>
                  </a:lnTo>
                  <a:lnTo>
                    <a:pt x="117" y="166"/>
                  </a:lnTo>
                  <a:lnTo>
                    <a:pt x="117" y="166"/>
                  </a:lnTo>
                  <a:lnTo>
                    <a:pt x="117" y="166"/>
                  </a:lnTo>
                  <a:lnTo>
                    <a:pt x="117" y="166"/>
                  </a:lnTo>
                  <a:lnTo>
                    <a:pt x="117" y="166"/>
                  </a:lnTo>
                  <a:lnTo>
                    <a:pt x="115" y="167"/>
                  </a:lnTo>
                  <a:lnTo>
                    <a:pt x="115" y="167"/>
                  </a:lnTo>
                  <a:lnTo>
                    <a:pt x="115" y="167"/>
                  </a:lnTo>
                  <a:lnTo>
                    <a:pt x="115" y="167"/>
                  </a:lnTo>
                  <a:lnTo>
                    <a:pt x="115" y="167"/>
                  </a:lnTo>
                  <a:lnTo>
                    <a:pt x="115" y="167"/>
                  </a:lnTo>
                  <a:lnTo>
                    <a:pt x="115" y="167"/>
                  </a:lnTo>
                  <a:lnTo>
                    <a:pt x="115" y="167"/>
                  </a:lnTo>
                  <a:lnTo>
                    <a:pt x="113" y="168"/>
                  </a:lnTo>
                  <a:lnTo>
                    <a:pt x="113" y="168"/>
                  </a:lnTo>
                  <a:lnTo>
                    <a:pt x="113" y="168"/>
                  </a:lnTo>
                  <a:lnTo>
                    <a:pt x="113" y="168"/>
                  </a:lnTo>
                  <a:lnTo>
                    <a:pt x="111" y="168"/>
                  </a:lnTo>
                  <a:lnTo>
                    <a:pt x="111" y="168"/>
                  </a:lnTo>
                  <a:lnTo>
                    <a:pt x="111" y="168"/>
                  </a:lnTo>
                  <a:lnTo>
                    <a:pt x="111" y="168"/>
                  </a:lnTo>
                  <a:lnTo>
                    <a:pt x="109" y="168"/>
                  </a:lnTo>
                  <a:lnTo>
                    <a:pt x="109" y="168"/>
                  </a:lnTo>
                  <a:lnTo>
                    <a:pt x="109" y="168"/>
                  </a:lnTo>
                  <a:lnTo>
                    <a:pt x="109" y="168"/>
                  </a:lnTo>
                  <a:lnTo>
                    <a:pt x="108" y="168"/>
                  </a:lnTo>
                  <a:lnTo>
                    <a:pt x="108" y="168"/>
                  </a:lnTo>
                  <a:lnTo>
                    <a:pt x="108" y="168"/>
                  </a:lnTo>
                  <a:lnTo>
                    <a:pt x="108" y="167"/>
                  </a:lnTo>
                  <a:lnTo>
                    <a:pt x="106" y="169"/>
                  </a:lnTo>
                  <a:lnTo>
                    <a:pt x="106" y="169"/>
                  </a:lnTo>
                  <a:lnTo>
                    <a:pt x="106" y="169"/>
                  </a:lnTo>
                  <a:lnTo>
                    <a:pt x="106" y="169"/>
                  </a:lnTo>
                  <a:lnTo>
                    <a:pt x="106" y="169"/>
                  </a:lnTo>
                  <a:lnTo>
                    <a:pt x="106" y="169"/>
                  </a:lnTo>
                  <a:lnTo>
                    <a:pt x="106" y="169"/>
                  </a:lnTo>
                  <a:lnTo>
                    <a:pt x="106" y="169"/>
                  </a:lnTo>
                  <a:lnTo>
                    <a:pt x="105" y="170"/>
                  </a:lnTo>
                  <a:lnTo>
                    <a:pt x="105" y="170"/>
                  </a:lnTo>
                  <a:lnTo>
                    <a:pt x="105" y="170"/>
                  </a:lnTo>
                  <a:lnTo>
                    <a:pt x="105" y="170"/>
                  </a:lnTo>
                  <a:lnTo>
                    <a:pt x="105" y="170"/>
                  </a:lnTo>
                  <a:lnTo>
                    <a:pt x="105" y="170"/>
                  </a:lnTo>
                  <a:lnTo>
                    <a:pt x="105" y="170"/>
                  </a:lnTo>
                  <a:lnTo>
                    <a:pt x="105" y="170"/>
                  </a:lnTo>
                  <a:lnTo>
                    <a:pt x="105" y="171"/>
                  </a:lnTo>
                  <a:lnTo>
                    <a:pt x="105" y="171"/>
                  </a:lnTo>
                  <a:lnTo>
                    <a:pt x="105" y="171"/>
                  </a:lnTo>
                  <a:lnTo>
                    <a:pt x="105" y="171"/>
                  </a:lnTo>
                  <a:lnTo>
                    <a:pt x="105" y="172"/>
                  </a:lnTo>
                  <a:lnTo>
                    <a:pt x="105" y="172"/>
                  </a:lnTo>
                  <a:lnTo>
                    <a:pt x="105" y="172"/>
                  </a:lnTo>
                  <a:lnTo>
                    <a:pt x="105" y="172"/>
                  </a:lnTo>
                  <a:lnTo>
                    <a:pt x="105" y="174"/>
                  </a:lnTo>
                  <a:lnTo>
                    <a:pt x="105" y="174"/>
                  </a:lnTo>
                  <a:lnTo>
                    <a:pt x="105" y="174"/>
                  </a:lnTo>
                  <a:lnTo>
                    <a:pt x="105" y="174"/>
                  </a:lnTo>
                  <a:lnTo>
                    <a:pt x="105" y="174"/>
                  </a:lnTo>
                  <a:lnTo>
                    <a:pt x="105" y="174"/>
                  </a:lnTo>
                  <a:lnTo>
                    <a:pt x="105" y="174"/>
                  </a:lnTo>
                  <a:lnTo>
                    <a:pt x="105" y="174"/>
                  </a:lnTo>
                  <a:lnTo>
                    <a:pt x="103" y="174"/>
                  </a:lnTo>
                  <a:lnTo>
                    <a:pt x="103" y="174"/>
                  </a:lnTo>
                  <a:lnTo>
                    <a:pt x="102" y="174"/>
                  </a:lnTo>
                  <a:lnTo>
                    <a:pt x="102" y="174"/>
                  </a:lnTo>
                  <a:lnTo>
                    <a:pt x="100" y="174"/>
                  </a:lnTo>
                  <a:lnTo>
                    <a:pt x="100" y="174"/>
                  </a:lnTo>
                  <a:lnTo>
                    <a:pt x="100" y="174"/>
                  </a:lnTo>
                  <a:lnTo>
                    <a:pt x="100" y="174"/>
                  </a:lnTo>
                  <a:lnTo>
                    <a:pt x="98" y="174"/>
                  </a:lnTo>
                  <a:lnTo>
                    <a:pt x="98" y="174"/>
                  </a:lnTo>
                  <a:lnTo>
                    <a:pt x="98" y="174"/>
                  </a:lnTo>
                  <a:lnTo>
                    <a:pt x="98" y="174"/>
                  </a:lnTo>
                  <a:lnTo>
                    <a:pt x="98" y="174"/>
                  </a:lnTo>
                  <a:lnTo>
                    <a:pt x="98" y="174"/>
                  </a:lnTo>
                  <a:lnTo>
                    <a:pt x="98" y="174"/>
                  </a:lnTo>
                  <a:lnTo>
                    <a:pt x="98" y="172"/>
                  </a:lnTo>
                  <a:lnTo>
                    <a:pt x="95" y="174"/>
                  </a:lnTo>
                  <a:lnTo>
                    <a:pt x="95" y="174"/>
                  </a:lnTo>
                  <a:lnTo>
                    <a:pt x="95" y="174"/>
                  </a:lnTo>
                  <a:lnTo>
                    <a:pt x="95" y="174"/>
                  </a:lnTo>
                  <a:lnTo>
                    <a:pt x="94" y="174"/>
                  </a:lnTo>
                  <a:lnTo>
                    <a:pt x="94" y="174"/>
                  </a:lnTo>
                  <a:lnTo>
                    <a:pt x="94" y="174"/>
                  </a:lnTo>
                  <a:lnTo>
                    <a:pt x="94" y="174"/>
                  </a:lnTo>
                  <a:lnTo>
                    <a:pt x="93" y="176"/>
                  </a:lnTo>
                  <a:lnTo>
                    <a:pt x="93" y="176"/>
                  </a:lnTo>
                  <a:lnTo>
                    <a:pt x="93" y="176"/>
                  </a:lnTo>
                  <a:lnTo>
                    <a:pt x="93" y="176"/>
                  </a:lnTo>
                  <a:lnTo>
                    <a:pt x="93" y="176"/>
                  </a:lnTo>
                  <a:lnTo>
                    <a:pt x="93" y="176"/>
                  </a:lnTo>
                  <a:lnTo>
                    <a:pt x="93" y="176"/>
                  </a:lnTo>
                  <a:lnTo>
                    <a:pt x="93" y="176"/>
                  </a:lnTo>
                  <a:lnTo>
                    <a:pt x="91" y="178"/>
                  </a:lnTo>
                  <a:lnTo>
                    <a:pt x="91" y="178"/>
                  </a:lnTo>
                  <a:lnTo>
                    <a:pt x="91" y="178"/>
                  </a:lnTo>
                  <a:lnTo>
                    <a:pt x="91" y="178"/>
                  </a:lnTo>
                  <a:lnTo>
                    <a:pt x="91" y="178"/>
                  </a:lnTo>
                  <a:lnTo>
                    <a:pt x="91" y="178"/>
                  </a:lnTo>
                  <a:lnTo>
                    <a:pt x="91" y="178"/>
                  </a:lnTo>
                  <a:lnTo>
                    <a:pt x="91" y="178"/>
                  </a:lnTo>
                  <a:lnTo>
                    <a:pt x="89" y="180"/>
                  </a:lnTo>
                  <a:lnTo>
                    <a:pt x="89" y="180"/>
                  </a:lnTo>
                  <a:lnTo>
                    <a:pt x="89" y="180"/>
                  </a:lnTo>
                  <a:lnTo>
                    <a:pt x="89" y="180"/>
                  </a:lnTo>
                  <a:lnTo>
                    <a:pt x="89" y="180"/>
                  </a:lnTo>
                  <a:lnTo>
                    <a:pt x="89" y="180"/>
                  </a:lnTo>
                  <a:lnTo>
                    <a:pt x="89" y="180"/>
                  </a:lnTo>
                  <a:lnTo>
                    <a:pt x="89" y="180"/>
                  </a:lnTo>
                  <a:lnTo>
                    <a:pt x="89" y="181"/>
                  </a:lnTo>
                  <a:lnTo>
                    <a:pt x="89" y="181"/>
                  </a:lnTo>
                  <a:lnTo>
                    <a:pt x="89" y="182"/>
                  </a:lnTo>
                  <a:lnTo>
                    <a:pt x="89" y="182"/>
                  </a:lnTo>
                  <a:lnTo>
                    <a:pt x="89" y="184"/>
                  </a:lnTo>
                  <a:lnTo>
                    <a:pt x="89" y="184"/>
                  </a:lnTo>
                  <a:lnTo>
                    <a:pt x="89" y="184"/>
                  </a:lnTo>
                  <a:lnTo>
                    <a:pt x="89" y="184"/>
                  </a:lnTo>
                  <a:lnTo>
                    <a:pt x="89" y="186"/>
                  </a:lnTo>
                  <a:lnTo>
                    <a:pt x="89" y="186"/>
                  </a:lnTo>
                  <a:lnTo>
                    <a:pt x="89" y="187"/>
                  </a:lnTo>
                  <a:lnTo>
                    <a:pt x="89" y="187"/>
                  </a:lnTo>
                  <a:lnTo>
                    <a:pt x="89" y="189"/>
                  </a:lnTo>
                  <a:lnTo>
                    <a:pt x="89" y="189"/>
                  </a:lnTo>
                  <a:lnTo>
                    <a:pt x="89" y="189"/>
                  </a:lnTo>
                  <a:lnTo>
                    <a:pt x="89" y="189"/>
                  </a:lnTo>
                  <a:lnTo>
                    <a:pt x="87" y="191"/>
                  </a:lnTo>
                  <a:lnTo>
                    <a:pt x="87" y="191"/>
                  </a:lnTo>
                  <a:lnTo>
                    <a:pt x="86" y="191"/>
                  </a:lnTo>
                  <a:lnTo>
                    <a:pt x="86" y="191"/>
                  </a:lnTo>
                  <a:lnTo>
                    <a:pt x="84" y="191"/>
                  </a:lnTo>
                  <a:lnTo>
                    <a:pt x="84" y="191"/>
                  </a:lnTo>
                  <a:lnTo>
                    <a:pt x="84" y="191"/>
                  </a:lnTo>
                  <a:lnTo>
                    <a:pt x="84" y="191"/>
                  </a:lnTo>
                  <a:lnTo>
                    <a:pt x="82" y="193"/>
                  </a:lnTo>
                  <a:lnTo>
                    <a:pt x="82" y="193"/>
                  </a:lnTo>
                  <a:lnTo>
                    <a:pt x="82" y="193"/>
                  </a:lnTo>
                  <a:lnTo>
                    <a:pt x="82" y="193"/>
                  </a:lnTo>
                  <a:lnTo>
                    <a:pt x="81" y="193"/>
                  </a:lnTo>
                  <a:lnTo>
                    <a:pt x="81" y="193"/>
                  </a:lnTo>
                  <a:lnTo>
                    <a:pt x="81" y="193"/>
                  </a:lnTo>
                  <a:lnTo>
                    <a:pt x="81" y="193"/>
                  </a:lnTo>
                  <a:lnTo>
                    <a:pt x="81" y="193"/>
                  </a:lnTo>
                  <a:lnTo>
                    <a:pt x="81" y="193"/>
                  </a:lnTo>
                  <a:lnTo>
                    <a:pt x="81" y="193"/>
                  </a:lnTo>
                  <a:lnTo>
                    <a:pt x="81" y="191"/>
                  </a:lnTo>
                  <a:lnTo>
                    <a:pt x="81" y="191"/>
                  </a:lnTo>
                  <a:lnTo>
                    <a:pt x="81" y="188"/>
                  </a:lnTo>
                  <a:lnTo>
                    <a:pt x="81" y="188"/>
                  </a:lnTo>
                  <a:lnTo>
                    <a:pt x="81" y="187"/>
                  </a:lnTo>
                  <a:lnTo>
                    <a:pt x="81" y="187"/>
                  </a:lnTo>
                  <a:lnTo>
                    <a:pt x="81" y="186"/>
                  </a:lnTo>
                  <a:lnTo>
                    <a:pt x="81" y="186"/>
                  </a:lnTo>
                  <a:lnTo>
                    <a:pt x="81" y="183"/>
                  </a:lnTo>
                  <a:lnTo>
                    <a:pt x="81" y="183"/>
                  </a:lnTo>
                  <a:lnTo>
                    <a:pt x="81" y="182"/>
                  </a:lnTo>
                  <a:lnTo>
                    <a:pt x="81" y="182"/>
                  </a:lnTo>
                  <a:lnTo>
                    <a:pt x="81" y="180"/>
                  </a:lnTo>
                  <a:lnTo>
                    <a:pt x="79" y="180"/>
                  </a:lnTo>
                  <a:lnTo>
                    <a:pt x="79" y="180"/>
                  </a:lnTo>
                  <a:lnTo>
                    <a:pt x="79" y="180"/>
                  </a:lnTo>
                  <a:lnTo>
                    <a:pt x="79" y="180"/>
                  </a:lnTo>
                  <a:lnTo>
                    <a:pt x="78" y="180"/>
                  </a:lnTo>
                  <a:lnTo>
                    <a:pt x="78" y="180"/>
                  </a:lnTo>
                  <a:lnTo>
                    <a:pt x="78" y="180"/>
                  </a:lnTo>
                  <a:lnTo>
                    <a:pt x="78" y="178"/>
                  </a:lnTo>
                  <a:lnTo>
                    <a:pt x="77" y="178"/>
                  </a:lnTo>
                  <a:lnTo>
                    <a:pt x="77" y="178"/>
                  </a:lnTo>
                  <a:lnTo>
                    <a:pt x="77" y="178"/>
                  </a:lnTo>
                  <a:lnTo>
                    <a:pt x="77" y="176"/>
                  </a:lnTo>
                  <a:lnTo>
                    <a:pt x="77" y="176"/>
                  </a:lnTo>
                  <a:lnTo>
                    <a:pt x="77" y="174"/>
                  </a:lnTo>
                  <a:lnTo>
                    <a:pt x="77" y="174"/>
                  </a:lnTo>
                  <a:lnTo>
                    <a:pt x="77" y="172"/>
                  </a:lnTo>
                  <a:lnTo>
                    <a:pt x="75" y="172"/>
                  </a:lnTo>
                  <a:lnTo>
                    <a:pt x="75" y="172"/>
                  </a:lnTo>
                  <a:lnTo>
                    <a:pt x="73" y="172"/>
                  </a:lnTo>
                  <a:lnTo>
                    <a:pt x="73" y="172"/>
                  </a:lnTo>
                  <a:lnTo>
                    <a:pt x="71" y="172"/>
                  </a:lnTo>
                  <a:lnTo>
                    <a:pt x="71" y="172"/>
                  </a:lnTo>
                  <a:lnTo>
                    <a:pt x="70" y="172"/>
                  </a:lnTo>
                  <a:lnTo>
                    <a:pt x="70" y="171"/>
                  </a:lnTo>
                  <a:lnTo>
                    <a:pt x="68" y="171"/>
                  </a:lnTo>
                  <a:lnTo>
                    <a:pt x="68" y="171"/>
                  </a:lnTo>
                  <a:lnTo>
                    <a:pt x="67" y="171"/>
                  </a:lnTo>
                  <a:lnTo>
                    <a:pt x="67" y="171"/>
                  </a:lnTo>
                  <a:lnTo>
                    <a:pt x="65" y="171"/>
                  </a:lnTo>
                  <a:lnTo>
                    <a:pt x="65" y="171"/>
                  </a:lnTo>
                  <a:lnTo>
                    <a:pt x="65" y="171"/>
                  </a:lnTo>
                  <a:lnTo>
                    <a:pt x="65" y="169"/>
                  </a:lnTo>
                  <a:lnTo>
                    <a:pt x="63" y="169"/>
                  </a:lnTo>
                  <a:lnTo>
                    <a:pt x="63" y="169"/>
                  </a:lnTo>
                  <a:lnTo>
                    <a:pt x="63" y="169"/>
                  </a:lnTo>
                  <a:lnTo>
                    <a:pt x="63" y="167"/>
                  </a:lnTo>
                  <a:lnTo>
                    <a:pt x="62" y="167"/>
                  </a:lnTo>
                  <a:lnTo>
                    <a:pt x="62" y="167"/>
                  </a:lnTo>
                  <a:lnTo>
                    <a:pt x="62" y="167"/>
                  </a:lnTo>
                  <a:lnTo>
                    <a:pt x="62" y="165"/>
                  </a:lnTo>
                  <a:lnTo>
                    <a:pt x="60" y="165"/>
                  </a:lnTo>
                  <a:lnTo>
                    <a:pt x="60" y="165"/>
                  </a:lnTo>
                  <a:lnTo>
                    <a:pt x="60" y="165"/>
                  </a:lnTo>
                  <a:lnTo>
                    <a:pt x="60" y="164"/>
                  </a:lnTo>
                  <a:lnTo>
                    <a:pt x="60" y="164"/>
                  </a:lnTo>
                  <a:lnTo>
                    <a:pt x="60" y="164"/>
                  </a:lnTo>
                  <a:lnTo>
                    <a:pt x="60" y="164"/>
                  </a:lnTo>
                  <a:lnTo>
                    <a:pt x="60" y="162"/>
                  </a:lnTo>
                  <a:lnTo>
                    <a:pt x="58" y="164"/>
                  </a:lnTo>
                  <a:lnTo>
                    <a:pt x="58" y="164"/>
                  </a:lnTo>
                  <a:lnTo>
                    <a:pt x="58" y="164"/>
                  </a:lnTo>
                  <a:lnTo>
                    <a:pt x="58" y="164"/>
                  </a:lnTo>
                  <a:lnTo>
                    <a:pt x="57" y="164"/>
                  </a:lnTo>
                  <a:lnTo>
                    <a:pt x="57" y="164"/>
                  </a:lnTo>
                  <a:lnTo>
                    <a:pt x="57" y="164"/>
                  </a:lnTo>
                  <a:lnTo>
                    <a:pt x="57" y="164"/>
                  </a:lnTo>
                  <a:lnTo>
                    <a:pt x="57" y="165"/>
                  </a:lnTo>
                  <a:lnTo>
                    <a:pt x="57" y="165"/>
                  </a:lnTo>
                  <a:lnTo>
                    <a:pt x="57" y="165"/>
                  </a:lnTo>
                  <a:lnTo>
                    <a:pt x="57" y="165"/>
                  </a:lnTo>
                  <a:lnTo>
                    <a:pt x="57" y="165"/>
                  </a:lnTo>
                  <a:lnTo>
                    <a:pt x="57" y="165"/>
                  </a:lnTo>
                  <a:lnTo>
                    <a:pt x="57" y="165"/>
                  </a:lnTo>
                  <a:lnTo>
                    <a:pt x="57" y="165"/>
                  </a:lnTo>
                  <a:lnTo>
                    <a:pt x="56" y="165"/>
                  </a:lnTo>
                  <a:lnTo>
                    <a:pt x="56" y="165"/>
                  </a:lnTo>
                  <a:lnTo>
                    <a:pt x="56" y="165"/>
                  </a:lnTo>
                  <a:lnTo>
                    <a:pt x="56" y="165"/>
                  </a:lnTo>
                  <a:lnTo>
                    <a:pt x="56" y="165"/>
                  </a:lnTo>
                  <a:lnTo>
                    <a:pt x="56" y="165"/>
                  </a:lnTo>
                  <a:lnTo>
                    <a:pt x="56" y="165"/>
                  </a:lnTo>
                  <a:lnTo>
                    <a:pt x="56" y="165"/>
                  </a:lnTo>
                  <a:lnTo>
                    <a:pt x="54" y="165"/>
                  </a:lnTo>
                  <a:lnTo>
                    <a:pt x="54" y="165"/>
                  </a:lnTo>
                  <a:lnTo>
                    <a:pt x="54" y="165"/>
                  </a:lnTo>
                  <a:lnTo>
                    <a:pt x="54" y="165"/>
                  </a:lnTo>
                  <a:lnTo>
                    <a:pt x="54" y="165"/>
                  </a:lnTo>
                  <a:lnTo>
                    <a:pt x="54" y="165"/>
                  </a:lnTo>
                  <a:lnTo>
                    <a:pt x="54" y="165"/>
                  </a:lnTo>
                  <a:lnTo>
                    <a:pt x="54" y="165"/>
                  </a:lnTo>
                  <a:lnTo>
                    <a:pt x="53" y="166"/>
                  </a:lnTo>
                  <a:lnTo>
                    <a:pt x="53" y="166"/>
                  </a:lnTo>
                  <a:lnTo>
                    <a:pt x="53" y="166"/>
                  </a:lnTo>
                  <a:lnTo>
                    <a:pt x="53" y="166"/>
                  </a:lnTo>
                  <a:lnTo>
                    <a:pt x="53" y="166"/>
                  </a:lnTo>
                  <a:lnTo>
                    <a:pt x="53" y="166"/>
                  </a:lnTo>
                  <a:lnTo>
                    <a:pt x="53" y="166"/>
                  </a:lnTo>
                  <a:lnTo>
                    <a:pt x="53" y="166"/>
                  </a:lnTo>
                  <a:lnTo>
                    <a:pt x="52" y="167"/>
                  </a:lnTo>
                  <a:lnTo>
                    <a:pt x="52" y="167"/>
                  </a:lnTo>
                  <a:lnTo>
                    <a:pt x="52" y="167"/>
                  </a:lnTo>
                  <a:lnTo>
                    <a:pt x="52" y="167"/>
                  </a:lnTo>
                  <a:lnTo>
                    <a:pt x="52" y="167"/>
                  </a:lnTo>
                  <a:lnTo>
                    <a:pt x="52" y="167"/>
                  </a:lnTo>
                  <a:lnTo>
                    <a:pt x="52" y="167"/>
                  </a:lnTo>
                  <a:lnTo>
                    <a:pt x="52" y="167"/>
                  </a:lnTo>
                  <a:lnTo>
                    <a:pt x="50" y="167"/>
                  </a:lnTo>
                  <a:lnTo>
                    <a:pt x="50" y="167"/>
                  </a:lnTo>
                  <a:lnTo>
                    <a:pt x="50" y="167"/>
                  </a:lnTo>
                  <a:lnTo>
                    <a:pt x="50" y="166"/>
                  </a:lnTo>
                  <a:lnTo>
                    <a:pt x="50" y="166"/>
                  </a:lnTo>
                  <a:lnTo>
                    <a:pt x="50" y="165"/>
                  </a:lnTo>
                  <a:lnTo>
                    <a:pt x="50" y="165"/>
                  </a:lnTo>
                  <a:lnTo>
                    <a:pt x="50" y="163"/>
                  </a:lnTo>
                  <a:lnTo>
                    <a:pt x="49" y="163"/>
                  </a:lnTo>
                  <a:lnTo>
                    <a:pt x="49" y="161"/>
                  </a:lnTo>
                  <a:lnTo>
                    <a:pt x="49" y="161"/>
                  </a:lnTo>
                  <a:lnTo>
                    <a:pt x="49" y="159"/>
                  </a:lnTo>
                  <a:lnTo>
                    <a:pt x="48" y="159"/>
                  </a:lnTo>
                  <a:lnTo>
                    <a:pt x="48" y="159"/>
                  </a:lnTo>
                  <a:lnTo>
                    <a:pt x="48" y="159"/>
                  </a:lnTo>
                  <a:lnTo>
                    <a:pt x="48" y="158"/>
                  </a:lnTo>
                  <a:lnTo>
                    <a:pt x="46" y="159"/>
                  </a:lnTo>
                  <a:lnTo>
                    <a:pt x="46" y="159"/>
                  </a:lnTo>
                  <a:lnTo>
                    <a:pt x="46" y="159"/>
                  </a:lnTo>
                  <a:lnTo>
                    <a:pt x="46" y="159"/>
                  </a:lnTo>
                  <a:lnTo>
                    <a:pt x="44" y="161"/>
                  </a:lnTo>
                  <a:lnTo>
                    <a:pt x="44" y="161"/>
                  </a:lnTo>
                  <a:lnTo>
                    <a:pt x="44" y="162"/>
                  </a:lnTo>
                  <a:lnTo>
                    <a:pt x="44" y="162"/>
                  </a:lnTo>
                  <a:lnTo>
                    <a:pt x="42" y="164"/>
                  </a:lnTo>
                  <a:lnTo>
                    <a:pt x="42" y="164"/>
                  </a:lnTo>
                  <a:lnTo>
                    <a:pt x="42" y="166"/>
                  </a:lnTo>
                  <a:lnTo>
                    <a:pt x="42" y="166"/>
                  </a:lnTo>
                  <a:lnTo>
                    <a:pt x="42" y="167"/>
                  </a:lnTo>
                  <a:lnTo>
                    <a:pt x="42" y="167"/>
                  </a:lnTo>
                  <a:lnTo>
                    <a:pt x="42" y="167"/>
                  </a:lnTo>
                  <a:lnTo>
                    <a:pt x="42" y="167"/>
                  </a:lnTo>
                  <a:lnTo>
                    <a:pt x="40" y="169"/>
                  </a:lnTo>
                  <a:lnTo>
                    <a:pt x="40" y="169"/>
                  </a:lnTo>
                  <a:lnTo>
                    <a:pt x="40" y="170"/>
                  </a:lnTo>
                  <a:lnTo>
                    <a:pt x="40" y="170"/>
                  </a:lnTo>
                  <a:lnTo>
                    <a:pt x="39" y="172"/>
                  </a:lnTo>
                  <a:lnTo>
                    <a:pt x="39" y="172"/>
                  </a:lnTo>
                  <a:lnTo>
                    <a:pt x="39" y="172"/>
                  </a:lnTo>
                  <a:lnTo>
                    <a:pt x="39" y="172"/>
                  </a:lnTo>
                  <a:lnTo>
                    <a:pt x="38" y="174"/>
                  </a:lnTo>
                  <a:lnTo>
                    <a:pt x="38" y="174"/>
                  </a:lnTo>
                  <a:lnTo>
                    <a:pt x="38" y="175"/>
                  </a:lnTo>
                  <a:lnTo>
                    <a:pt x="38" y="175"/>
                  </a:lnTo>
                  <a:lnTo>
                    <a:pt x="38" y="177"/>
                  </a:lnTo>
                  <a:lnTo>
                    <a:pt x="38" y="177"/>
                  </a:lnTo>
                  <a:lnTo>
                    <a:pt x="38" y="177"/>
                  </a:lnTo>
                  <a:lnTo>
                    <a:pt x="38" y="177"/>
                  </a:lnTo>
                  <a:lnTo>
                    <a:pt x="38" y="179"/>
                  </a:lnTo>
                  <a:lnTo>
                    <a:pt x="38" y="179"/>
                  </a:lnTo>
                  <a:lnTo>
                    <a:pt x="38" y="179"/>
                  </a:lnTo>
                  <a:lnTo>
                    <a:pt x="38" y="179"/>
                  </a:lnTo>
                  <a:lnTo>
                    <a:pt x="38" y="180"/>
                  </a:lnTo>
                  <a:lnTo>
                    <a:pt x="38" y="180"/>
                  </a:lnTo>
                  <a:lnTo>
                    <a:pt x="38" y="180"/>
                  </a:lnTo>
                  <a:lnTo>
                    <a:pt x="38" y="180"/>
                  </a:lnTo>
                  <a:lnTo>
                    <a:pt x="38" y="182"/>
                  </a:lnTo>
                  <a:lnTo>
                    <a:pt x="38" y="182"/>
                  </a:lnTo>
                  <a:lnTo>
                    <a:pt x="38" y="182"/>
                  </a:lnTo>
                  <a:lnTo>
                    <a:pt x="38" y="182"/>
                  </a:lnTo>
                  <a:lnTo>
                    <a:pt x="38" y="183"/>
                  </a:lnTo>
                  <a:lnTo>
                    <a:pt x="38" y="183"/>
                  </a:lnTo>
                  <a:lnTo>
                    <a:pt x="38" y="183"/>
                  </a:lnTo>
                  <a:lnTo>
                    <a:pt x="38" y="183"/>
                  </a:lnTo>
                  <a:lnTo>
                    <a:pt x="38" y="184"/>
                  </a:lnTo>
                  <a:lnTo>
                    <a:pt x="38" y="184"/>
                  </a:lnTo>
                  <a:lnTo>
                    <a:pt x="38" y="184"/>
                  </a:lnTo>
                  <a:lnTo>
                    <a:pt x="38" y="184"/>
                  </a:lnTo>
                  <a:lnTo>
                    <a:pt x="38" y="184"/>
                  </a:lnTo>
                  <a:lnTo>
                    <a:pt x="38" y="184"/>
                  </a:lnTo>
                  <a:lnTo>
                    <a:pt x="38" y="184"/>
                  </a:lnTo>
                  <a:lnTo>
                    <a:pt x="38" y="184"/>
                  </a:lnTo>
                  <a:lnTo>
                    <a:pt x="38" y="186"/>
                  </a:lnTo>
                  <a:lnTo>
                    <a:pt x="38" y="186"/>
                  </a:lnTo>
                  <a:lnTo>
                    <a:pt x="38" y="186"/>
                  </a:lnTo>
                  <a:lnTo>
                    <a:pt x="38" y="186"/>
                  </a:lnTo>
                  <a:lnTo>
                    <a:pt x="38" y="186"/>
                  </a:lnTo>
                  <a:lnTo>
                    <a:pt x="38" y="186"/>
                  </a:lnTo>
                  <a:lnTo>
                    <a:pt x="38" y="186"/>
                  </a:lnTo>
                  <a:lnTo>
                    <a:pt x="39" y="186"/>
                  </a:lnTo>
                  <a:lnTo>
                    <a:pt x="39" y="188"/>
                  </a:lnTo>
                  <a:lnTo>
                    <a:pt x="39" y="191"/>
                  </a:lnTo>
                  <a:lnTo>
                    <a:pt x="39" y="193"/>
                  </a:lnTo>
                  <a:lnTo>
                    <a:pt x="39" y="194"/>
                  </a:lnTo>
                  <a:lnTo>
                    <a:pt x="39" y="196"/>
                  </a:lnTo>
                  <a:lnTo>
                    <a:pt x="39" y="196"/>
                  </a:lnTo>
                  <a:lnTo>
                    <a:pt x="39" y="196"/>
                  </a:lnTo>
                  <a:lnTo>
                    <a:pt x="41" y="196"/>
                  </a:lnTo>
                  <a:lnTo>
                    <a:pt x="39" y="196"/>
                  </a:lnTo>
                  <a:lnTo>
                    <a:pt x="39" y="196"/>
                  </a:lnTo>
                  <a:lnTo>
                    <a:pt x="39" y="196"/>
                  </a:lnTo>
                  <a:lnTo>
                    <a:pt x="39" y="196"/>
                  </a:lnTo>
                  <a:lnTo>
                    <a:pt x="39" y="196"/>
                  </a:lnTo>
                  <a:lnTo>
                    <a:pt x="39" y="196"/>
                  </a:lnTo>
                  <a:lnTo>
                    <a:pt x="39" y="196"/>
                  </a:lnTo>
                  <a:lnTo>
                    <a:pt x="39" y="195"/>
                  </a:lnTo>
                  <a:lnTo>
                    <a:pt x="38" y="196"/>
                  </a:lnTo>
                  <a:lnTo>
                    <a:pt x="38" y="196"/>
                  </a:lnTo>
                  <a:lnTo>
                    <a:pt x="38" y="196"/>
                  </a:lnTo>
                  <a:lnTo>
                    <a:pt x="38" y="196"/>
                  </a:lnTo>
                  <a:lnTo>
                    <a:pt x="36" y="196"/>
                  </a:lnTo>
                  <a:lnTo>
                    <a:pt x="36" y="196"/>
                  </a:lnTo>
                  <a:lnTo>
                    <a:pt x="36" y="196"/>
                  </a:lnTo>
                  <a:lnTo>
                    <a:pt x="36" y="196"/>
                  </a:lnTo>
                  <a:lnTo>
                    <a:pt x="34" y="196"/>
                  </a:lnTo>
                  <a:lnTo>
                    <a:pt x="34" y="196"/>
                  </a:lnTo>
                  <a:lnTo>
                    <a:pt x="34" y="196"/>
                  </a:lnTo>
                  <a:lnTo>
                    <a:pt x="34" y="194"/>
                  </a:lnTo>
                  <a:lnTo>
                    <a:pt x="32" y="194"/>
                  </a:lnTo>
                  <a:lnTo>
                    <a:pt x="32" y="194"/>
                  </a:lnTo>
                  <a:lnTo>
                    <a:pt x="32" y="194"/>
                  </a:lnTo>
                  <a:lnTo>
                    <a:pt x="32" y="193"/>
                  </a:lnTo>
                  <a:lnTo>
                    <a:pt x="32" y="193"/>
                  </a:lnTo>
                  <a:lnTo>
                    <a:pt x="32" y="193"/>
                  </a:lnTo>
                  <a:lnTo>
                    <a:pt x="32" y="193"/>
                  </a:lnTo>
                  <a:lnTo>
                    <a:pt x="32" y="193"/>
                  </a:lnTo>
                  <a:lnTo>
                    <a:pt x="32" y="193"/>
                  </a:lnTo>
                  <a:lnTo>
                    <a:pt x="32" y="193"/>
                  </a:lnTo>
                  <a:lnTo>
                    <a:pt x="32" y="193"/>
                  </a:lnTo>
                  <a:lnTo>
                    <a:pt x="32" y="191"/>
                  </a:lnTo>
                  <a:lnTo>
                    <a:pt x="32" y="191"/>
                  </a:lnTo>
                  <a:lnTo>
                    <a:pt x="32" y="191"/>
                  </a:lnTo>
                  <a:lnTo>
                    <a:pt x="32" y="191"/>
                  </a:lnTo>
                  <a:lnTo>
                    <a:pt x="32" y="189"/>
                  </a:lnTo>
                  <a:lnTo>
                    <a:pt x="32" y="189"/>
                  </a:lnTo>
                  <a:lnTo>
                    <a:pt x="32" y="188"/>
                  </a:lnTo>
                  <a:lnTo>
                    <a:pt x="32" y="188"/>
                  </a:lnTo>
                  <a:lnTo>
                    <a:pt x="32" y="187"/>
                  </a:lnTo>
                  <a:lnTo>
                    <a:pt x="30" y="187"/>
                  </a:lnTo>
                  <a:lnTo>
                    <a:pt x="30" y="187"/>
                  </a:lnTo>
                  <a:lnTo>
                    <a:pt x="30" y="187"/>
                  </a:lnTo>
                  <a:lnTo>
                    <a:pt x="30" y="187"/>
                  </a:lnTo>
                  <a:lnTo>
                    <a:pt x="28" y="187"/>
                  </a:lnTo>
                  <a:lnTo>
                    <a:pt x="28" y="187"/>
                  </a:lnTo>
                  <a:lnTo>
                    <a:pt x="28" y="187"/>
                  </a:lnTo>
                  <a:lnTo>
                    <a:pt x="28" y="187"/>
                  </a:lnTo>
                  <a:lnTo>
                    <a:pt x="27" y="187"/>
                  </a:lnTo>
                  <a:lnTo>
                    <a:pt x="27" y="187"/>
                  </a:lnTo>
                  <a:lnTo>
                    <a:pt x="27" y="187"/>
                  </a:lnTo>
                  <a:lnTo>
                    <a:pt x="27" y="187"/>
                  </a:lnTo>
                  <a:lnTo>
                    <a:pt x="27" y="187"/>
                  </a:lnTo>
                  <a:lnTo>
                    <a:pt x="27" y="187"/>
                  </a:lnTo>
                  <a:lnTo>
                    <a:pt x="27" y="187"/>
                  </a:lnTo>
                  <a:lnTo>
                    <a:pt x="27" y="186"/>
                  </a:lnTo>
                  <a:lnTo>
                    <a:pt x="25" y="186"/>
                  </a:lnTo>
                  <a:lnTo>
                    <a:pt x="25" y="186"/>
                  </a:lnTo>
                  <a:lnTo>
                    <a:pt x="25" y="186"/>
                  </a:lnTo>
                  <a:lnTo>
                    <a:pt x="25" y="186"/>
                  </a:lnTo>
                  <a:lnTo>
                    <a:pt x="25" y="186"/>
                  </a:lnTo>
                  <a:lnTo>
                    <a:pt x="25" y="186"/>
                  </a:lnTo>
                  <a:lnTo>
                    <a:pt x="25" y="186"/>
                  </a:lnTo>
                  <a:lnTo>
                    <a:pt x="25" y="183"/>
                  </a:lnTo>
                  <a:lnTo>
                    <a:pt x="25" y="183"/>
                  </a:lnTo>
                  <a:lnTo>
                    <a:pt x="25" y="183"/>
                  </a:lnTo>
                  <a:lnTo>
                    <a:pt x="25" y="183"/>
                  </a:lnTo>
                  <a:lnTo>
                    <a:pt x="25" y="183"/>
                  </a:lnTo>
                  <a:lnTo>
                    <a:pt x="25" y="183"/>
                  </a:lnTo>
                  <a:lnTo>
                    <a:pt x="25" y="183"/>
                  </a:lnTo>
                  <a:lnTo>
                    <a:pt x="25" y="183"/>
                  </a:lnTo>
                  <a:lnTo>
                    <a:pt x="25" y="181"/>
                  </a:lnTo>
                  <a:lnTo>
                    <a:pt x="23" y="181"/>
                  </a:lnTo>
                  <a:lnTo>
                    <a:pt x="23" y="181"/>
                  </a:lnTo>
                  <a:lnTo>
                    <a:pt x="22" y="181"/>
                  </a:lnTo>
                  <a:lnTo>
                    <a:pt x="22" y="181"/>
                  </a:lnTo>
                  <a:lnTo>
                    <a:pt x="20" y="181"/>
                  </a:lnTo>
                  <a:lnTo>
                    <a:pt x="20" y="181"/>
                  </a:lnTo>
                  <a:lnTo>
                    <a:pt x="20" y="181"/>
                  </a:lnTo>
                  <a:lnTo>
                    <a:pt x="20" y="181"/>
                  </a:lnTo>
                  <a:lnTo>
                    <a:pt x="19" y="181"/>
                  </a:lnTo>
                  <a:lnTo>
                    <a:pt x="19" y="181"/>
                  </a:lnTo>
                  <a:lnTo>
                    <a:pt x="19" y="181"/>
                  </a:lnTo>
                  <a:lnTo>
                    <a:pt x="19" y="181"/>
                  </a:lnTo>
                  <a:lnTo>
                    <a:pt x="18" y="181"/>
                  </a:lnTo>
                  <a:lnTo>
                    <a:pt x="18" y="181"/>
                  </a:lnTo>
                  <a:lnTo>
                    <a:pt x="18" y="181"/>
                  </a:lnTo>
                  <a:lnTo>
                    <a:pt x="18" y="180"/>
                  </a:lnTo>
                  <a:lnTo>
                    <a:pt x="16" y="180"/>
                  </a:lnTo>
                  <a:lnTo>
                    <a:pt x="16" y="180"/>
                  </a:lnTo>
                  <a:lnTo>
                    <a:pt x="15" y="180"/>
                  </a:lnTo>
                  <a:lnTo>
                    <a:pt x="15" y="180"/>
                  </a:lnTo>
                  <a:lnTo>
                    <a:pt x="13" y="180"/>
                  </a:lnTo>
                  <a:lnTo>
                    <a:pt x="13" y="180"/>
                  </a:lnTo>
                  <a:lnTo>
                    <a:pt x="13" y="180"/>
                  </a:lnTo>
                  <a:lnTo>
                    <a:pt x="13" y="178"/>
                  </a:lnTo>
                  <a:lnTo>
                    <a:pt x="11" y="178"/>
                  </a:lnTo>
                  <a:lnTo>
                    <a:pt x="11" y="178"/>
                  </a:lnTo>
                  <a:lnTo>
                    <a:pt x="10" y="178"/>
                  </a:lnTo>
                  <a:lnTo>
                    <a:pt x="10" y="176"/>
                  </a:lnTo>
                  <a:lnTo>
                    <a:pt x="9" y="176"/>
                  </a:lnTo>
                  <a:lnTo>
                    <a:pt x="9" y="176"/>
                  </a:lnTo>
                  <a:lnTo>
                    <a:pt x="9" y="176"/>
                  </a:lnTo>
                  <a:lnTo>
                    <a:pt x="9" y="174"/>
                  </a:lnTo>
                  <a:lnTo>
                    <a:pt x="8" y="174"/>
                  </a:lnTo>
                  <a:lnTo>
                    <a:pt x="8" y="174"/>
                  </a:lnTo>
                  <a:lnTo>
                    <a:pt x="8" y="174"/>
                  </a:lnTo>
                  <a:lnTo>
                    <a:pt x="8" y="173"/>
                  </a:lnTo>
                  <a:lnTo>
                    <a:pt x="8" y="173"/>
                  </a:lnTo>
                  <a:lnTo>
                    <a:pt x="8" y="172"/>
                  </a:lnTo>
                  <a:lnTo>
                    <a:pt x="8" y="172"/>
                  </a:lnTo>
                  <a:lnTo>
                    <a:pt x="8" y="171"/>
                  </a:lnTo>
                  <a:lnTo>
                    <a:pt x="7" y="171"/>
                  </a:lnTo>
                  <a:lnTo>
                    <a:pt x="7" y="171"/>
                  </a:lnTo>
                  <a:lnTo>
                    <a:pt x="7" y="171"/>
                  </a:lnTo>
                  <a:lnTo>
                    <a:pt x="7" y="169"/>
                  </a:lnTo>
                  <a:lnTo>
                    <a:pt x="7" y="169"/>
                  </a:lnTo>
                  <a:lnTo>
                    <a:pt x="7" y="169"/>
                  </a:lnTo>
                  <a:lnTo>
                    <a:pt x="7" y="169"/>
                  </a:lnTo>
                  <a:lnTo>
                    <a:pt x="7" y="167"/>
                  </a:lnTo>
                  <a:lnTo>
                    <a:pt x="9" y="167"/>
                  </a:lnTo>
                  <a:lnTo>
                    <a:pt x="9" y="167"/>
                  </a:lnTo>
                  <a:lnTo>
                    <a:pt x="9" y="167"/>
                  </a:lnTo>
                  <a:lnTo>
                    <a:pt x="9" y="167"/>
                  </a:lnTo>
                  <a:lnTo>
                    <a:pt x="9" y="167"/>
                  </a:lnTo>
                  <a:lnTo>
                    <a:pt x="9" y="167"/>
                  </a:lnTo>
                  <a:lnTo>
                    <a:pt x="9" y="167"/>
                  </a:lnTo>
                  <a:lnTo>
                    <a:pt x="9" y="167"/>
                  </a:lnTo>
                  <a:lnTo>
                    <a:pt x="10" y="167"/>
                  </a:lnTo>
                  <a:lnTo>
                    <a:pt x="10" y="167"/>
                  </a:lnTo>
                  <a:lnTo>
                    <a:pt x="10" y="167"/>
                  </a:lnTo>
                  <a:lnTo>
                    <a:pt x="10" y="167"/>
                  </a:lnTo>
                  <a:lnTo>
                    <a:pt x="10" y="167"/>
                  </a:lnTo>
                  <a:lnTo>
                    <a:pt x="10" y="167"/>
                  </a:lnTo>
                  <a:lnTo>
                    <a:pt x="10" y="167"/>
                  </a:lnTo>
                  <a:lnTo>
                    <a:pt x="10" y="167"/>
                  </a:lnTo>
                  <a:lnTo>
                    <a:pt x="11" y="167"/>
                  </a:lnTo>
                  <a:lnTo>
                    <a:pt x="11" y="167"/>
                  </a:lnTo>
                  <a:lnTo>
                    <a:pt x="11" y="167"/>
                  </a:lnTo>
                  <a:lnTo>
                    <a:pt x="11" y="167"/>
                  </a:lnTo>
                  <a:lnTo>
                    <a:pt x="11" y="167"/>
                  </a:lnTo>
                  <a:lnTo>
                    <a:pt x="11" y="167"/>
                  </a:lnTo>
                  <a:lnTo>
                    <a:pt x="11" y="167"/>
                  </a:lnTo>
                  <a:lnTo>
                    <a:pt x="11" y="167"/>
                  </a:lnTo>
                  <a:lnTo>
                    <a:pt x="11" y="166"/>
                  </a:lnTo>
                  <a:lnTo>
                    <a:pt x="11" y="166"/>
                  </a:lnTo>
                  <a:lnTo>
                    <a:pt x="11" y="166"/>
                  </a:lnTo>
                  <a:lnTo>
                    <a:pt x="11" y="166"/>
                  </a:lnTo>
                  <a:lnTo>
                    <a:pt x="11" y="166"/>
                  </a:lnTo>
                  <a:lnTo>
                    <a:pt x="11" y="166"/>
                  </a:lnTo>
                  <a:lnTo>
                    <a:pt x="11" y="166"/>
                  </a:lnTo>
                  <a:lnTo>
                    <a:pt x="11" y="166"/>
                  </a:lnTo>
                  <a:lnTo>
                    <a:pt x="11" y="165"/>
                  </a:lnTo>
                  <a:lnTo>
                    <a:pt x="9" y="165"/>
                  </a:lnTo>
                  <a:lnTo>
                    <a:pt x="9" y="165"/>
                  </a:lnTo>
                  <a:lnTo>
                    <a:pt x="9" y="165"/>
                  </a:lnTo>
                  <a:lnTo>
                    <a:pt x="9" y="164"/>
                  </a:lnTo>
                  <a:lnTo>
                    <a:pt x="8" y="164"/>
                  </a:lnTo>
                  <a:lnTo>
                    <a:pt x="8" y="163"/>
                  </a:lnTo>
                  <a:lnTo>
                    <a:pt x="8" y="163"/>
                  </a:lnTo>
                  <a:lnTo>
                    <a:pt x="8" y="161"/>
                  </a:lnTo>
                  <a:lnTo>
                    <a:pt x="7" y="161"/>
                  </a:lnTo>
                  <a:lnTo>
                    <a:pt x="7" y="160"/>
                  </a:lnTo>
                  <a:lnTo>
                    <a:pt x="7" y="160"/>
                  </a:lnTo>
                  <a:lnTo>
                    <a:pt x="7" y="158"/>
                  </a:lnTo>
                  <a:lnTo>
                    <a:pt x="7" y="158"/>
                  </a:lnTo>
                  <a:lnTo>
                    <a:pt x="7" y="158"/>
                  </a:lnTo>
                  <a:lnTo>
                    <a:pt x="7" y="158"/>
                  </a:lnTo>
                  <a:lnTo>
                    <a:pt x="7" y="156"/>
                  </a:lnTo>
                  <a:lnTo>
                    <a:pt x="6" y="156"/>
                  </a:lnTo>
                  <a:lnTo>
                    <a:pt x="6" y="156"/>
                  </a:lnTo>
                  <a:lnTo>
                    <a:pt x="6" y="156"/>
                  </a:lnTo>
                  <a:lnTo>
                    <a:pt x="6" y="154"/>
                  </a:lnTo>
                  <a:lnTo>
                    <a:pt x="6" y="154"/>
                  </a:lnTo>
                  <a:lnTo>
                    <a:pt x="6" y="154"/>
                  </a:lnTo>
                  <a:lnTo>
                    <a:pt x="6" y="154"/>
                  </a:lnTo>
                  <a:lnTo>
                    <a:pt x="6" y="152"/>
                  </a:lnTo>
                  <a:lnTo>
                    <a:pt x="6" y="152"/>
                  </a:lnTo>
                  <a:lnTo>
                    <a:pt x="6" y="152"/>
                  </a:lnTo>
                  <a:lnTo>
                    <a:pt x="6" y="152"/>
                  </a:lnTo>
                  <a:lnTo>
                    <a:pt x="6" y="150"/>
                  </a:lnTo>
                  <a:lnTo>
                    <a:pt x="6" y="150"/>
                  </a:lnTo>
                  <a:lnTo>
                    <a:pt x="6" y="150"/>
                  </a:lnTo>
                  <a:lnTo>
                    <a:pt x="6" y="150"/>
                  </a:lnTo>
                  <a:lnTo>
                    <a:pt x="6" y="149"/>
                  </a:lnTo>
                  <a:lnTo>
                    <a:pt x="6" y="149"/>
                  </a:lnTo>
                  <a:lnTo>
                    <a:pt x="6" y="149"/>
                  </a:lnTo>
                  <a:lnTo>
                    <a:pt x="6" y="149"/>
                  </a:lnTo>
                  <a:lnTo>
                    <a:pt x="6" y="149"/>
                  </a:lnTo>
                  <a:lnTo>
                    <a:pt x="6" y="149"/>
                  </a:lnTo>
                  <a:lnTo>
                    <a:pt x="6" y="149"/>
                  </a:lnTo>
                  <a:lnTo>
                    <a:pt x="6" y="149"/>
                  </a:lnTo>
                  <a:lnTo>
                    <a:pt x="8" y="149"/>
                  </a:lnTo>
                  <a:lnTo>
                    <a:pt x="8" y="149"/>
                  </a:lnTo>
                  <a:lnTo>
                    <a:pt x="8" y="149"/>
                  </a:lnTo>
                  <a:lnTo>
                    <a:pt x="8" y="149"/>
                  </a:lnTo>
                  <a:lnTo>
                    <a:pt x="9" y="149"/>
                  </a:lnTo>
                  <a:lnTo>
                    <a:pt x="9" y="149"/>
                  </a:lnTo>
                  <a:lnTo>
                    <a:pt x="9" y="149"/>
                  </a:lnTo>
                  <a:lnTo>
                    <a:pt x="9" y="149"/>
                  </a:lnTo>
                  <a:lnTo>
                    <a:pt x="11" y="149"/>
                  </a:lnTo>
                  <a:lnTo>
                    <a:pt x="10" y="149"/>
                  </a:lnTo>
                  <a:lnTo>
                    <a:pt x="10" y="149"/>
                  </a:lnTo>
                  <a:lnTo>
                    <a:pt x="10" y="149"/>
                  </a:lnTo>
                  <a:lnTo>
                    <a:pt x="10" y="147"/>
                  </a:lnTo>
                  <a:lnTo>
                    <a:pt x="10" y="147"/>
                  </a:lnTo>
                  <a:lnTo>
                    <a:pt x="10" y="144"/>
                  </a:lnTo>
                  <a:lnTo>
                    <a:pt x="10" y="144"/>
                  </a:lnTo>
                  <a:lnTo>
                    <a:pt x="10" y="142"/>
                  </a:lnTo>
                  <a:lnTo>
                    <a:pt x="10" y="142"/>
                  </a:lnTo>
                  <a:lnTo>
                    <a:pt x="10" y="141"/>
                  </a:lnTo>
                  <a:lnTo>
                    <a:pt x="10" y="141"/>
                  </a:lnTo>
                  <a:lnTo>
                    <a:pt x="10" y="139"/>
                  </a:lnTo>
                  <a:lnTo>
                    <a:pt x="10" y="139"/>
                  </a:lnTo>
                  <a:lnTo>
                    <a:pt x="10" y="138"/>
                  </a:lnTo>
                  <a:lnTo>
                    <a:pt x="10" y="138"/>
                  </a:lnTo>
                  <a:lnTo>
                    <a:pt x="11" y="136"/>
                  </a:lnTo>
                  <a:lnTo>
                    <a:pt x="11" y="136"/>
                  </a:lnTo>
                  <a:lnTo>
                    <a:pt x="11" y="136"/>
                  </a:lnTo>
                  <a:lnTo>
                    <a:pt x="11" y="136"/>
                  </a:lnTo>
                  <a:lnTo>
                    <a:pt x="11" y="136"/>
                  </a:lnTo>
                  <a:lnTo>
                    <a:pt x="11" y="136"/>
                  </a:lnTo>
                  <a:lnTo>
                    <a:pt x="11" y="136"/>
                  </a:lnTo>
                  <a:lnTo>
                    <a:pt x="11" y="136"/>
                  </a:lnTo>
                  <a:lnTo>
                    <a:pt x="12" y="135"/>
                  </a:lnTo>
                  <a:lnTo>
                    <a:pt x="12" y="135"/>
                  </a:lnTo>
                  <a:lnTo>
                    <a:pt x="12" y="135"/>
                  </a:lnTo>
                  <a:lnTo>
                    <a:pt x="12" y="135"/>
                  </a:lnTo>
                  <a:lnTo>
                    <a:pt x="13" y="134"/>
                  </a:lnTo>
                  <a:lnTo>
                    <a:pt x="13" y="134"/>
                  </a:lnTo>
                  <a:lnTo>
                    <a:pt x="13" y="134"/>
                  </a:lnTo>
                  <a:lnTo>
                    <a:pt x="13" y="134"/>
                  </a:lnTo>
                  <a:lnTo>
                    <a:pt x="15" y="132"/>
                  </a:lnTo>
                  <a:lnTo>
                    <a:pt x="15" y="132"/>
                  </a:lnTo>
                  <a:lnTo>
                    <a:pt x="15" y="132"/>
                  </a:lnTo>
                  <a:lnTo>
                    <a:pt x="15" y="132"/>
                  </a:lnTo>
                  <a:lnTo>
                    <a:pt x="15" y="132"/>
                  </a:lnTo>
                  <a:lnTo>
                    <a:pt x="15" y="132"/>
                  </a:lnTo>
                  <a:lnTo>
                    <a:pt x="15" y="132"/>
                  </a:lnTo>
                  <a:lnTo>
                    <a:pt x="15" y="132"/>
                  </a:lnTo>
                  <a:lnTo>
                    <a:pt x="16" y="132"/>
                  </a:lnTo>
                  <a:lnTo>
                    <a:pt x="16" y="132"/>
                  </a:lnTo>
                  <a:lnTo>
                    <a:pt x="16" y="132"/>
                  </a:lnTo>
                  <a:lnTo>
                    <a:pt x="16" y="132"/>
                  </a:lnTo>
                  <a:lnTo>
                    <a:pt x="17" y="132"/>
                  </a:lnTo>
                  <a:lnTo>
                    <a:pt x="17" y="132"/>
                  </a:lnTo>
                  <a:lnTo>
                    <a:pt x="17" y="132"/>
                  </a:lnTo>
                  <a:lnTo>
                    <a:pt x="17" y="132"/>
                  </a:lnTo>
                  <a:lnTo>
                    <a:pt x="19" y="132"/>
                  </a:lnTo>
                  <a:lnTo>
                    <a:pt x="19" y="134"/>
                  </a:lnTo>
                  <a:lnTo>
                    <a:pt x="19" y="134"/>
                  </a:lnTo>
                  <a:lnTo>
                    <a:pt x="19" y="134"/>
                  </a:lnTo>
                  <a:lnTo>
                    <a:pt x="19" y="134"/>
                  </a:lnTo>
                  <a:lnTo>
                    <a:pt x="19" y="135"/>
                  </a:lnTo>
                  <a:lnTo>
                    <a:pt x="19" y="135"/>
                  </a:lnTo>
                  <a:lnTo>
                    <a:pt x="19" y="135"/>
                  </a:lnTo>
                  <a:lnTo>
                    <a:pt x="20" y="135"/>
                  </a:lnTo>
                  <a:lnTo>
                    <a:pt x="20" y="136"/>
                  </a:lnTo>
                  <a:lnTo>
                    <a:pt x="20" y="136"/>
                  </a:lnTo>
                  <a:lnTo>
                    <a:pt x="20" y="136"/>
                  </a:lnTo>
                  <a:lnTo>
                    <a:pt x="20" y="136"/>
                  </a:lnTo>
                  <a:lnTo>
                    <a:pt x="20" y="136"/>
                  </a:lnTo>
                  <a:lnTo>
                    <a:pt x="20" y="136"/>
                  </a:lnTo>
                  <a:lnTo>
                    <a:pt x="20" y="136"/>
                  </a:lnTo>
                  <a:lnTo>
                    <a:pt x="20" y="136"/>
                  </a:lnTo>
                  <a:lnTo>
                    <a:pt x="20" y="136"/>
                  </a:lnTo>
                  <a:lnTo>
                    <a:pt x="20" y="136"/>
                  </a:lnTo>
                  <a:lnTo>
                    <a:pt x="20" y="136"/>
                  </a:lnTo>
                  <a:lnTo>
                    <a:pt x="20" y="136"/>
                  </a:lnTo>
                  <a:lnTo>
                    <a:pt x="20" y="136"/>
                  </a:lnTo>
                  <a:lnTo>
                    <a:pt x="20" y="136"/>
                  </a:lnTo>
                  <a:lnTo>
                    <a:pt x="20" y="136"/>
                  </a:lnTo>
                  <a:lnTo>
                    <a:pt x="20" y="136"/>
                  </a:lnTo>
                  <a:lnTo>
                    <a:pt x="20" y="136"/>
                  </a:lnTo>
                  <a:lnTo>
                    <a:pt x="20" y="136"/>
                  </a:lnTo>
                  <a:lnTo>
                    <a:pt x="20" y="136"/>
                  </a:lnTo>
                  <a:lnTo>
                    <a:pt x="20" y="136"/>
                  </a:lnTo>
                  <a:lnTo>
                    <a:pt x="20" y="136"/>
                  </a:lnTo>
                  <a:lnTo>
                    <a:pt x="20" y="136"/>
                  </a:lnTo>
                  <a:lnTo>
                    <a:pt x="20" y="136"/>
                  </a:lnTo>
                  <a:lnTo>
                    <a:pt x="21" y="136"/>
                  </a:lnTo>
                  <a:lnTo>
                    <a:pt x="21" y="136"/>
                  </a:lnTo>
                  <a:lnTo>
                    <a:pt x="21" y="136"/>
                  </a:lnTo>
                  <a:lnTo>
                    <a:pt x="21" y="136"/>
                  </a:lnTo>
                  <a:lnTo>
                    <a:pt x="21" y="134"/>
                  </a:lnTo>
                  <a:lnTo>
                    <a:pt x="21" y="134"/>
                  </a:lnTo>
                  <a:lnTo>
                    <a:pt x="21" y="134"/>
                  </a:lnTo>
                  <a:lnTo>
                    <a:pt x="21" y="134"/>
                  </a:lnTo>
                  <a:lnTo>
                    <a:pt x="22" y="132"/>
                  </a:lnTo>
                  <a:lnTo>
                    <a:pt x="22" y="132"/>
                  </a:lnTo>
                  <a:lnTo>
                    <a:pt x="22" y="132"/>
                  </a:lnTo>
                  <a:lnTo>
                    <a:pt x="22" y="132"/>
                  </a:lnTo>
                  <a:lnTo>
                    <a:pt x="22" y="130"/>
                  </a:lnTo>
                  <a:lnTo>
                    <a:pt x="22" y="130"/>
                  </a:lnTo>
                  <a:lnTo>
                    <a:pt x="22" y="130"/>
                  </a:lnTo>
                  <a:lnTo>
                    <a:pt x="22" y="130"/>
                  </a:lnTo>
                  <a:lnTo>
                    <a:pt x="23" y="128"/>
                  </a:lnTo>
                  <a:lnTo>
                    <a:pt x="21" y="128"/>
                  </a:lnTo>
                  <a:lnTo>
                    <a:pt x="21" y="128"/>
                  </a:lnTo>
                  <a:lnTo>
                    <a:pt x="21" y="128"/>
                  </a:lnTo>
                  <a:lnTo>
                    <a:pt x="21" y="128"/>
                  </a:lnTo>
                  <a:lnTo>
                    <a:pt x="20" y="128"/>
                  </a:lnTo>
                  <a:lnTo>
                    <a:pt x="20" y="128"/>
                  </a:lnTo>
                  <a:lnTo>
                    <a:pt x="20" y="128"/>
                  </a:lnTo>
                  <a:lnTo>
                    <a:pt x="20" y="128"/>
                  </a:lnTo>
                  <a:lnTo>
                    <a:pt x="19" y="128"/>
                  </a:lnTo>
                  <a:lnTo>
                    <a:pt x="19" y="128"/>
                  </a:lnTo>
                  <a:lnTo>
                    <a:pt x="19" y="128"/>
                  </a:lnTo>
                  <a:lnTo>
                    <a:pt x="19" y="128"/>
                  </a:lnTo>
                  <a:lnTo>
                    <a:pt x="19" y="128"/>
                  </a:lnTo>
                  <a:lnTo>
                    <a:pt x="19" y="128"/>
                  </a:lnTo>
                  <a:lnTo>
                    <a:pt x="19" y="128"/>
                  </a:lnTo>
                  <a:lnTo>
                    <a:pt x="19" y="128"/>
                  </a:lnTo>
                  <a:lnTo>
                    <a:pt x="17" y="128"/>
                  </a:lnTo>
                  <a:lnTo>
                    <a:pt x="17" y="128"/>
                  </a:lnTo>
                  <a:lnTo>
                    <a:pt x="17" y="128"/>
                  </a:lnTo>
                  <a:lnTo>
                    <a:pt x="17" y="128"/>
                  </a:lnTo>
                  <a:lnTo>
                    <a:pt x="17" y="128"/>
                  </a:lnTo>
                  <a:lnTo>
                    <a:pt x="17" y="128"/>
                  </a:lnTo>
                  <a:lnTo>
                    <a:pt x="17" y="128"/>
                  </a:lnTo>
                  <a:lnTo>
                    <a:pt x="17" y="126"/>
                  </a:lnTo>
                  <a:lnTo>
                    <a:pt x="15" y="126"/>
                  </a:lnTo>
                  <a:lnTo>
                    <a:pt x="15" y="126"/>
                  </a:lnTo>
                  <a:lnTo>
                    <a:pt x="15" y="126"/>
                  </a:lnTo>
                  <a:lnTo>
                    <a:pt x="15" y="126"/>
                  </a:lnTo>
                  <a:lnTo>
                    <a:pt x="15" y="126"/>
                  </a:lnTo>
                  <a:lnTo>
                    <a:pt x="15" y="126"/>
                  </a:lnTo>
                  <a:lnTo>
                    <a:pt x="15" y="126"/>
                  </a:lnTo>
                  <a:lnTo>
                    <a:pt x="15" y="125"/>
                  </a:lnTo>
                  <a:lnTo>
                    <a:pt x="15" y="125"/>
                  </a:lnTo>
                  <a:lnTo>
                    <a:pt x="15" y="125"/>
                  </a:lnTo>
                  <a:lnTo>
                    <a:pt x="15" y="125"/>
                  </a:lnTo>
                  <a:lnTo>
                    <a:pt x="15" y="125"/>
                  </a:lnTo>
                  <a:lnTo>
                    <a:pt x="15" y="125"/>
                  </a:lnTo>
                  <a:lnTo>
                    <a:pt x="15" y="125"/>
                  </a:lnTo>
                  <a:lnTo>
                    <a:pt x="15" y="125"/>
                  </a:lnTo>
                  <a:lnTo>
                    <a:pt x="17" y="125"/>
                  </a:lnTo>
                  <a:lnTo>
                    <a:pt x="17" y="125"/>
                  </a:lnTo>
                  <a:lnTo>
                    <a:pt x="17" y="125"/>
                  </a:lnTo>
                  <a:lnTo>
                    <a:pt x="17" y="125"/>
                  </a:lnTo>
                  <a:lnTo>
                    <a:pt x="17" y="125"/>
                  </a:lnTo>
                  <a:lnTo>
                    <a:pt x="17" y="125"/>
                  </a:lnTo>
                  <a:lnTo>
                    <a:pt x="17" y="125"/>
                  </a:lnTo>
                  <a:lnTo>
                    <a:pt x="17" y="125"/>
                  </a:lnTo>
                  <a:lnTo>
                    <a:pt x="19" y="124"/>
                  </a:lnTo>
                  <a:lnTo>
                    <a:pt x="19" y="125"/>
                  </a:lnTo>
                  <a:lnTo>
                    <a:pt x="19" y="125"/>
                  </a:lnTo>
                  <a:lnTo>
                    <a:pt x="19" y="125"/>
                  </a:lnTo>
                  <a:lnTo>
                    <a:pt x="20" y="125"/>
                  </a:lnTo>
                  <a:lnTo>
                    <a:pt x="20" y="125"/>
                  </a:lnTo>
                  <a:lnTo>
                    <a:pt x="20" y="125"/>
                  </a:lnTo>
                  <a:lnTo>
                    <a:pt x="20" y="125"/>
                  </a:lnTo>
                  <a:lnTo>
                    <a:pt x="22" y="125"/>
                  </a:lnTo>
                  <a:lnTo>
                    <a:pt x="22" y="125"/>
                  </a:lnTo>
                  <a:lnTo>
                    <a:pt x="22" y="125"/>
                  </a:lnTo>
                  <a:lnTo>
                    <a:pt x="22" y="125"/>
                  </a:lnTo>
                  <a:lnTo>
                    <a:pt x="23" y="125"/>
                  </a:lnTo>
                  <a:lnTo>
                    <a:pt x="23" y="125"/>
                  </a:lnTo>
                  <a:lnTo>
                    <a:pt x="23" y="125"/>
                  </a:lnTo>
                  <a:lnTo>
                    <a:pt x="23" y="125"/>
                  </a:lnTo>
                  <a:lnTo>
                    <a:pt x="25" y="124"/>
                  </a:lnTo>
                  <a:lnTo>
                    <a:pt x="25" y="124"/>
                  </a:lnTo>
                  <a:lnTo>
                    <a:pt x="25" y="124"/>
                  </a:lnTo>
                  <a:lnTo>
                    <a:pt x="25" y="124"/>
                  </a:lnTo>
                  <a:lnTo>
                    <a:pt x="25" y="124"/>
                  </a:lnTo>
                  <a:lnTo>
                    <a:pt x="25" y="124"/>
                  </a:lnTo>
                  <a:lnTo>
                    <a:pt x="25" y="124"/>
                  </a:lnTo>
                  <a:lnTo>
                    <a:pt x="25" y="124"/>
                  </a:lnTo>
                  <a:lnTo>
                    <a:pt x="26" y="123"/>
                  </a:lnTo>
                  <a:lnTo>
                    <a:pt x="26" y="123"/>
                  </a:lnTo>
                  <a:lnTo>
                    <a:pt x="26" y="123"/>
                  </a:lnTo>
                  <a:lnTo>
                    <a:pt x="26" y="123"/>
                  </a:lnTo>
                  <a:lnTo>
                    <a:pt x="26" y="122"/>
                  </a:lnTo>
                  <a:lnTo>
                    <a:pt x="26" y="122"/>
                  </a:lnTo>
                  <a:lnTo>
                    <a:pt x="26" y="122"/>
                  </a:lnTo>
                  <a:lnTo>
                    <a:pt x="26" y="122"/>
                  </a:lnTo>
                  <a:lnTo>
                    <a:pt x="27" y="121"/>
                  </a:lnTo>
                  <a:lnTo>
                    <a:pt x="27" y="121"/>
                  </a:lnTo>
                  <a:lnTo>
                    <a:pt x="27" y="121"/>
                  </a:lnTo>
                  <a:lnTo>
                    <a:pt x="27" y="121"/>
                  </a:lnTo>
                  <a:lnTo>
                    <a:pt x="28" y="121"/>
                  </a:lnTo>
                  <a:lnTo>
                    <a:pt x="28" y="121"/>
                  </a:lnTo>
                  <a:lnTo>
                    <a:pt x="29" y="121"/>
                  </a:lnTo>
                  <a:lnTo>
                    <a:pt x="29" y="121"/>
                  </a:lnTo>
                  <a:lnTo>
                    <a:pt x="31" y="121"/>
                  </a:lnTo>
                  <a:lnTo>
                    <a:pt x="31" y="121"/>
                  </a:lnTo>
                  <a:lnTo>
                    <a:pt x="32" y="121"/>
                  </a:lnTo>
                  <a:lnTo>
                    <a:pt x="32" y="121"/>
                  </a:lnTo>
                  <a:lnTo>
                    <a:pt x="34" y="121"/>
                  </a:lnTo>
                  <a:lnTo>
                    <a:pt x="34" y="121"/>
                  </a:lnTo>
                  <a:lnTo>
                    <a:pt x="35" y="121"/>
                  </a:lnTo>
                  <a:lnTo>
                    <a:pt x="35" y="121"/>
                  </a:lnTo>
                  <a:lnTo>
                    <a:pt x="36" y="121"/>
                  </a:lnTo>
                  <a:lnTo>
                    <a:pt x="36" y="121"/>
                  </a:lnTo>
                  <a:lnTo>
                    <a:pt x="36" y="121"/>
                  </a:lnTo>
                  <a:lnTo>
                    <a:pt x="36" y="121"/>
                  </a:lnTo>
                  <a:lnTo>
                    <a:pt x="36" y="120"/>
                  </a:lnTo>
                  <a:lnTo>
                    <a:pt x="36" y="120"/>
                  </a:lnTo>
                  <a:lnTo>
                    <a:pt x="36" y="120"/>
                  </a:lnTo>
                  <a:lnTo>
                    <a:pt x="36" y="120"/>
                  </a:lnTo>
                  <a:lnTo>
                    <a:pt x="36" y="117"/>
                  </a:lnTo>
                  <a:lnTo>
                    <a:pt x="36" y="117"/>
                  </a:lnTo>
                  <a:lnTo>
                    <a:pt x="36" y="117"/>
                  </a:lnTo>
                  <a:lnTo>
                    <a:pt x="36" y="117"/>
                  </a:lnTo>
                  <a:lnTo>
                    <a:pt x="36" y="115"/>
                  </a:lnTo>
                  <a:lnTo>
                    <a:pt x="36" y="115"/>
                  </a:lnTo>
                  <a:lnTo>
                    <a:pt x="36" y="115"/>
                  </a:lnTo>
                  <a:lnTo>
                    <a:pt x="36" y="115"/>
                  </a:lnTo>
                  <a:lnTo>
                    <a:pt x="36" y="113"/>
                  </a:lnTo>
                  <a:lnTo>
                    <a:pt x="34" y="113"/>
                  </a:lnTo>
                  <a:lnTo>
                    <a:pt x="34" y="113"/>
                  </a:lnTo>
                  <a:lnTo>
                    <a:pt x="33" y="113"/>
                  </a:lnTo>
                  <a:lnTo>
                    <a:pt x="33" y="112"/>
                  </a:lnTo>
                  <a:lnTo>
                    <a:pt x="31" y="112"/>
                  </a:lnTo>
                  <a:lnTo>
                    <a:pt x="31" y="112"/>
                  </a:lnTo>
                  <a:lnTo>
                    <a:pt x="31" y="112"/>
                  </a:lnTo>
                  <a:lnTo>
                    <a:pt x="31" y="110"/>
                  </a:lnTo>
                  <a:lnTo>
                    <a:pt x="29" y="110"/>
                  </a:lnTo>
                  <a:lnTo>
                    <a:pt x="29" y="110"/>
                  </a:lnTo>
                  <a:lnTo>
                    <a:pt x="29" y="110"/>
                  </a:lnTo>
                  <a:lnTo>
                    <a:pt x="29" y="109"/>
                  </a:lnTo>
                  <a:lnTo>
                    <a:pt x="28" y="109"/>
                  </a:lnTo>
                  <a:lnTo>
                    <a:pt x="28" y="109"/>
                  </a:lnTo>
                  <a:lnTo>
                    <a:pt x="28" y="109"/>
                  </a:lnTo>
                  <a:lnTo>
                    <a:pt x="28" y="107"/>
                  </a:lnTo>
                  <a:lnTo>
                    <a:pt x="26" y="107"/>
                  </a:lnTo>
                  <a:lnTo>
                    <a:pt x="26" y="107"/>
                  </a:lnTo>
                  <a:lnTo>
                    <a:pt x="26" y="107"/>
                  </a:lnTo>
                  <a:lnTo>
                    <a:pt x="26" y="107"/>
                  </a:lnTo>
                  <a:lnTo>
                    <a:pt x="26" y="107"/>
                  </a:lnTo>
                  <a:lnTo>
                    <a:pt x="26" y="107"/>
                  </a:lnTo>
                  <a:lnTo>
                    <a:pt x="26" y="107"/>
                  </a:lnTo>
                  <a:lnTo>
                    <a:pt x="26" y="106"/>
                  </a:lnTo>
                  <a:lnTo>
                    <a:pt x="25" y="106"/>
                  </a:lnTo>
                  <a:lnTo>
                    <a:pt x="25" y="106"/>
                  </a:lnTo>
                  <a:lnTo>
                    <a:pt x="25" y="106"/>
                  </a:lnTo>
                  <a:lnTo>
                    <a:pt x="25" y="105"/>
                  </a:lnTo>
                  <a:lnTo>
                    <a:pt x="25" y="105"/>
                  </a:lnTo>
                  <a:lnTo>
                    <a:pt x="25" y="105"/>
                  </a:lnTo>
                  <a:lnTo>
                    <a:pt x="25" y="105"/>
                  </a:lnTo>
                  <a:lnTo>
                    <a:pt x="25" y="104"/>
                  </a:lnTo>
                  <a:lnTo>
                    <a:pt x="25" y="104"/>
                  </a:lnTo>
                  <a:lnTo>
                    <a:pt x="25" y="104"/>
                  </a:lnTo>
                  <a:lnTo>
                    <a:pt x="25" y="104"/>
                  </a:lnTo>
                  <a:lnTo>
                    <a:pt x="26" y="104"/>
                  </a:lnTo>
                  <a:lnTo>
                    <a:pt x="26" y="104"/>
                  </a:lnTo>
                  <a:lnTo>
                    <a:pt x="28" y="104"/>
                  </a:lnTo>
                  <a:lnTo>
                    <a:pt x="28" y="104"/>
                  </a:lnTo>
                  <a:lnTo>
                    <a:pt x="30" y="103"/>
                  </a:lnTo>
                  <a:lnTo>
                    <a:pt x="30" y="103"/>
                  </a:lnTo>
                  <a:lnTo>
                    <a:pt x="32" y="103"/>
                  </a:lnTo>
                  <a:lnTo>
                    <a:pt x="32" y="103"/>
                  </a:lnTo>
                  <a:lnTo>
                    <a:pt x="34" y="103"/>
                  </a:lnTo>
                  <a:lnTo>
                    <a:pt x="34" y="103"/>
                  </a:lnTo>
                  <a:lnTo>
                    <a:pt x="35" y="103"/>
                  </a:lnTo>
                  <a:lnTo>
                    <a:pt x="35" y="103"/>
                  </a:lnTo>
                  <a:lnTo>
                    <a:pt x="36" y="100"/>
                  </a:lnTo>
                  <a:lnTo>
                    <a:pt x="35" y="100"/>
                  </a:lnTo>
                  <a:lnTo>
                    <a:pt x="35" y="100"/>
                  </a:lnTo>
                  <a:lnTo>
                    <a:pt x="35" y="100"/>
                  </a:lnTo>
                  <a:lnTo>
                    <a:pt x="35" y="100"/>
                  </a:lnTo>
                  <a:lnTo>
                    <a:pt x="35" y="100"/>
                  </a:lnTo>
                  <a:lnTo>
                    <a:pt x="35" y="100"/>
                  </a:lnTo>
                  <a:lnTo>
                    <a:pt x="35" y="100"/>
                  </a:lnTo>
                  <a:lnTo>
                    <a:pt x="35" y="99"/>
                  </a:lnTo>
                  <a:lnTo>
                    <a:pt x="34" y="99"/>
                  </a:lnTo>
                  <a:lnTo>
                    <a:pt x="34" y="99"/>
                  </a:lnTo>
                  <a:lnTo>
                    <a:pt x="34" y="99"/>
                  </a:lnTo>
                  <a:lnTo>
                    <a:pt x="34" y="99"/>
                  </a:lnTo>
                  <a:lnTo>
                    <a:pt x="34" y="99"/>
                  </a:lnTo>
                  <a:lnTo>
                    <a:pt x="34" y="99"/>
                  </a:lnTo>
                  <a:lnTo>
                    <a:pt x="34" y="99"/>
                  </a:lnTo>
                  <a:lnTo>
                    <a:pt x="34" y="97"/>
                  </a:lnTo>
                  <a:lnTo>
                    <a:pt x="32" y="97"/>
                  </a:lnTo>
                  <a:lnTo>
                    <a:pt x="32" y="97"/>
                  </a:lnTo>
                  <a:lnTo>
                    <a:pt x="32" y="97"/>
                  </a:lnTo>
                  <a:lnTo>
                    <a:pt x="32" y="97"/>
                  </a:lnTo>
                  <a:lnTo>
                    <a:pt x="30" y="97"/>
                  </a:lnTo>
                  <a:lnTo>
                    <a:pt x="30" y="97"/>
                  </a:lnTo>
                  <a:lnTo>
                    <a:pt x="30" y="97"/>
                  </a:lnTo>
                  <a:lnTo>
                    <a:pt x="30" y="95"/>
                  </a:lnTo>
                  <a:lnTo>
                    <a:pt x="28" y="95"/>
                  </a:lnTo>
                  <a:lnTo>
                    <a:pt x="28" y="95"/>
                  </a:lnTo>
                  <a:lnTo>
                    <a:pt x="28" y="95"/>
                  </a:lnTo>
                  <a:lnTo>
                    <a:pt x="28" y="95"/>
                  </a:lnTo>
                  <a:lnTo>
                    <a:pt x="27" y="95"/>
                  </a:lnTo>
                  <a:lnTo>
                    <a:pt x="27" y="95"/>
                  </a:lnTo>
                  <a:lnTo>
                    <a:pt x="27" y="95"/>
                  </a:lnTo>
                  <a:lnTo>
                    <a:pt x="27" y="93"/>
                  </a:lnTo>
                  <a:lnTo>
                    <a:pt x="25" y="93"/>
                  </a:lnTo>
                  <a:lnTo>
                    <a:pt x="25" y="93"/>
                  </a:lnTo>
                  <a:lnTo>
                    <a:pt x="25" y="93"/>
                  </a:lnTo>
                  <a:lnTo>
                    <a:pt x="25" y="93"/>
                  </a:lnTo>
                  <a:lnTo>
                    <a:pt x="25" y="93"/>
                  </a:lnTo>
                  <a:lnTo>
                    <a:pt x="25" y="93"/>
                  </a:lnTo>
                  <a:lnTo>
                    <a:pt x="25" y="93"/>
                  </a:lnTo>
                  <a:lnTo>
                    <a:pt x="25" y="91"/>
                  </a:lnTo>
                  <a:lnTo>
                    <a:pt x="23" y="91"/>
                  </a:lnTo>
                  <a:lnTo>
                    <a:pt x="23" y="91"/>
                  </a:lnTo>
                  <a:lnTo>
                    <a:pt x="23" y="91"/>
                  </a:lnTo>
                  <a:lnTo>
                    <a:pt x="23" y="90"/>
                  </a:lnTo>
                  <a:lnTo>
                    <a:pt x="23" y="90"/>
                  </a:lnTo>
                  <a:lnTo>
                    <a:pt x="23" y="90"/>
                  </a:lnTo>
                  <a:lnTo>
                    <a:pt x="23" y="90"/>
                  </a:lnTo>
                  <a:lnTo>
                    <a:pt x="23" y="88"/>
                  </a:lnTo>
                  <a:lnTo>
                    <a:pt x="22" y="90"/>
                  </a:lnTo>
                  <a:lnTo>
                    <a:pt x="22" y="90"/>
                  </a:lnTo>
                  <a:lnTo>
                    <a:pt x="22" y="90"/>
                  </a:lnTo>
                  <a:lnTo>
                    <a:pt x="22" y="90"/>
                  </a:lnTo>
                  <a:lnTo>
                    <a:pt x="20" y="90"/>
                  </a:lnTo>
                  <a:lnTo>
                    <a:pt x="20" y="90"/>
                  </a:lnTo>
                  <a:lnTo>
                    <a:pt x="20" y="90"/>
                  </a:lnTo>
                  <a:lnTo>
                    <a:pt x="20" y="90"/>
                  </a:lnTo>
                  <a:lnTo>
                    <a:pt x="19" y="91"/>
                  </a:lnTo>
                  <a:lnTo>
                    <a:pt x="19" y="91"/>
                  </a:lnTo>
                  <a:lnTo>
                    <a:pt x="19" y="91"/>
                  </a:lnTo>
                  <a:lnTo>
                    <a:pt x="19" y="91"/>
                  </a:lnTo>
                  <a:lnTo>
                    <a:pt x="19" y="91"/>
                  </a:lnTo>
                  <a:lnTo>
                    <a:pt x="19" y="91"/>
                  </a:lnTo>
                  <a:lnTo>
                    <a:pt x="19" y="91"/>
                  </a:lnTo>
                  <a:lnTo>
                    <a:pt x="19" y="91"/>
                  </a:lnTo>
                  <a:lnTo>
                    <a:pt x="17" y="91"/>
                  </a:lnTo>
                  <a:lnTo>
                    <a:pt x="17" y="90"/>
                  </a:lnTo>
                  <a:lnTo>
                    <a:pt x="17" y="90"/>
                  </a:lnTo>
                  <a:lnTo>
                    <a:pt x="17" y="88"/>
                  </a:lnTo>
                  <a:lnTo>
                    <a:pt x="17" y="88"/>
                  </a:lnTo>
                  <a:lnTo>
                    <a:pt x="17" y="86"/>
                  </a:lnTo>
                  <a:lnTo>
                    <a:pt x="17" y="86"/>
                  </a:lnTo>
                  <a:lnTo>
                    <a:pt x="17" y="84"/>
                  </a:lnTo>
                  <a:lnTo>
                    <a:pt x="17" y="84"/>
                  </a:lnTo>
                  <a:lnTo>
                    <a:pt x="17" y="83"/>
                  </a:lnTo>
                  <a:lnTo>
                    <a:pt x="17" y="83"/>
                  </a:lnTo>
                  <a:lnTo>
                    <a:pt x="17" y="81"/>
                  </a:lnTo>
                  <a:lnTo>
                    <a:pt x="17" y="81"/>
                  </a:lnTo>
                  <a:lnTo>
                    <a:pt x="17" y="78"/>
                  </a:lnTo>
                  <a:lnTo>
                    <a:pt x="17" y="78"/>
                  </a:lnTo>
                  <a:lnTo>
                    <a:pt x="18" y="77"/>
                  </a:lnTo>
                  <a:lnTo>
                    <a:pt x="18" y="77"/>
                  </a:lnTo>
                  <a:lnTo>
                    <a:pt x="18" y="77"/>
                  </a:lnTo>
                  <a:lnTo>
                    <a:pt x="18" y="77"/>
                  </a:lnTo>
                  <a:lnTo>
                    <a:pt x="19" y="75"/>
                  </a:lnTo>
                  <a:lnTo>
                    <a:pt x="19" y="75"/>
                  </a:lnTo>
                  <a:lnTo>
                    <a:pt x="19" y="75"/>
                  </a:lnTo>
                  <a:lnTo>
                    <a:pt x="19" y="75"/>
                  </a:lnTo>
                  <a:lnTo>
                    <a:pt x="20" y="73"/>
                  </a:lnTo>
                  <a:lnTo>
                    <a:pt x="20" y="73"/>
                  </a:lnTo>
                  <a:lnTo>
                    <a:pt x="20" y="73"/>
                  </a:lnTo>
                  <a:lnTo>
                    <a:pt x="20" y="73"/>
                  </a:lnTo>
                  <a:lnTo>
                    <a:pt x="22" y="71"/>
                  </a:lnTo>
                  <a:lnTo>
                    <a:pt x="22" y="71"/>
                  </a:lnTo>
                  <a:lnTo>
                    <a:pt x="22" y="70"/>
                  </a:lnTo>
                  <a:lnTo>
                    <a:pt x="22" y="70"/>
                  </a:lnTo>
                  <a:lnTo>
                    <a:pt x="23" y="68"/>
                  </a:lnTo>
                  <a:lnTo>
                    <a:pt x="23" y="68"/>
                  </a:lnTo>
                  <a:lnTo>
                    <a:pt x="23" y="68"/>
                  </a:lnTo>
                  <a:lnTo>
                    <a:pt x="23" y="68"/>
                  </a:lnTo>
                  <a:lnTo>
                    <a:pt x="23" y="68"/>
                  </a:lnTo>
                  <a:lnTo>
                    <a:pt x="23" y="68"/>
                  </a:lnTo>
                  <a:lnTo>
                    <a:pt x="23" y="67"/>
                  </a:lnTo>
                  <a:lnTo>
                    <a:pt x="23" y="67"/>
                  </a:lnTo>
                  <a:lnTo>
                    <a:pt x="23" y="65"/>
                  </a:lnTo>
                  <a:lnTo>
                    <a:pt x="23" y="65"/>
                  </a:lnTo>
                  <a:lnTo>
                    <a:pt x="23" y="65"/>
                  </a:lnTo>
                  <a:lnTo>
                    <a:pt x="23" y="65"/>
                  </a:lnTo>
                  <a:lnTo>
                    <a:pt x="23" y="63"/>
                  </a:lnTo>
                  <a:lnTo>
                    <a:pt x="23" y="63"/>
                  </a:lnTo>
                  <a:lnTo>
                    <a:pt x="23" y="62"/>
                  </a:lnTo>
                  <a:lnTo>
                    <a:pt x="23" y="62"/>
                  </a:lnTo>
                  <a:lnTo>
                    <a:pt x="23" y="60"/>
                  </a:lnTo>
                  <a:lnTo>
                    <a:pt x="21" y="60"/>
                  </a:lnTo>
                  <a:lnTo>
                    <a:pt x="21" y="60"/>
                  </a:lnTo>
                  <a:lnTo>
                    <a:pt x="20" y="60"/>
                  </a:lnTo>
                  <a:lnTo>
                    <a:pt x="20" y="60"/>
                  </a:lnTo>
                  <a:lnTo>
                    <a:pt x="18" y="60"/>
                  </a:lnTo>
                  <a:lnTo>
                    <a:pt x="18" y="60"/>
                  </a:lnTo>
                  <a:lnTo>
                    <a:pt x="17" y="60"/>
                  </a:lnTo>
                  <a:lnTo>
                    <a:pt x="17" y="60"/>
                  </a:lnTo>
                  <a:lnTo>
                    <a:pt x="15" y="60"/>
                  </a:lnTo>
                  <a:lnTo>
                    <a:pt x="15" y="60"/>
                  </a:lnTo>
                  <a:lnTo>
                    <a:pt x="13" y="60"/>
                  </a:lnTo>
                  <a:lnTo>
                    <a:pt x="13" y="60"/>
                  </a:lnTo>
                  <a:lnTo>
                    <a:pt x="13" y="60"/>
                  </a:lnTo>
                  <a:lnTo>
                    <a:pt x="13" y="60"/>
                  </a:lnTo>
                  <a:lnTo>
                    <a:pt x="13" y="60"/>
                  </a:lnTo>
                  <a:lnTo>
                    <a:pt x="13" y="60"/>
                  </a:lnTo>
                  <a:lnTo>
                    <a:pt x="13" y="60"/>
                  </a:lnTo>
                  <a:lnTo>
                    <a:pt x="12" y="60"/>
                  </a:lnTo>
                  <a:lnTo>
                    <a:pt x="12" y="60"/>
                  </a:lnTo>
                  <a:lnTo>
                    <a:pt x="12" y="60"/>
                  </a:lnTo>
                  <a:lnTo>
                    <a:pt x="12" y="58"/>
                  </a:lnTo>
                  <a:lnTo>
                    <a:pt x="12" y="58"/>
                  </a:lnTo>
                  <a:lnTo>
                    <a:pt x="12" y="56"/>
                  </a:lnTo>
                  <a:lnTo>
                    <a:pt x="12" y="56"/>
                  </a:lnTo>
                  <a:lnTo>
                    <a:pt x="12" y="55"/>
                  </a:lnTo>
                  <a:lnTo>
                    <a:pt x="12" y="55"/>
                  </a:lnTo>
                  <a:lnTo>
                    <a:pt x="12" y="53"/>
                  </a:lnTo>
                  <a:lnTo>
                    <a:pt x="12" y="53"/>
                  </a:lnTo>
                  <a:lnTo>
                    <a:pt x="12" y="52"/>
                  </a:lnTo>
                  <a:lnTo>
                    <a:pt x="12" y="52"/>
                  </a:lnTo>
                  <a:lnTo>
                    <a:pt x="12" y="50"/>
                  </a:lnTo>
                  <a:lnTo>
                    <a:pt x="12" y="50"/>
                  </a:lnTo>
                  <a:lnTo>
                    <a:pt x="13" y="48"/>
                  </a:lnTo>
                  <a:lnTo>
                    <a:pt x="13" y="48"/>
                  </a:lnTo>
                  <a:lnTo>
                    <a:pt x="13" y="48"/>
                  </a:lnTo>
                  <a:lnTo>
                    <a:pt x="13" y="48"/>
                  </a:lnTo>
                  <a:lnTo>
                    <a:pt x="13" y="48"/>
                  </a:lnTo>
                  <a:lnTo>
                    <a:pt x="13" y="48"/>
                  </a:lnTo>
                  <a:lnTo>
                    <a:pt x="15" y="48"/>
                  </a:lnTo>
                  <a:lnTo>
                    <a:pt x="15" y="48"/>
                  </a:lnTo>
                  <a:lnTo>
                    <a:pt x="17" y="47"/>
                  </a:lnTo>
                  <a:lnTo>
                    <a:pt x="17" y="47"/>
                  </a:lnTo>
                  <a:lnTo>
                    <a:pt x="17" y="47"/>
                  </a:lnTo>
                  <a:lnTo>
                    <a:pt x="17" y="47"/>
                  </a:lnTo>
                  <a:lnTo>
                    <a:pt x="19" y="47"/>
                  </a:lnTo>
                  <a:lnTo>
                    <a:pt x="19" y="47"/>
                  </a:lnTo>
                  <a:lnTo>
                    <a:pt x="20" y="47"/>
                  </a:lnTo>
                  <a:lnTo>
                    <a:pt x="20" y="47"/>
                  </a:lnTo>
                  <a:lnTo>
                    <a:pt x="21" y="47"/>
                  </a:lnTo>
                  <a:lnTo>
                    <a:pt x="20" y="47"/>
                  </a:lnTo>
                  <a:lnTo>
                    <a:pt x="20" y="47"/>
                  </a:lnTo>
                  <a:lnTo>
                    <a:pt x="19" y="47"/>
                  </a:lnTo>
                  <a:lnTo>
                    <a:pt x="19" y="47"/>
                  </a:lnTo>
                  <a:lnTo>
                    <a:pt x="17" y="47"/>
                  </a:lnTo>
                  <a:lnTo>
                    <a:pt x="17" y="47"/>
                  </a:lnTo>
                  <a:lnTo>
                    <a:pt x="16" y="47"/>
                  </a:lnTo>
                  <a:lnTo>
                    <a:pt x="16" y="45"/>
                  </a:lnTo>
                  <a:lnTo>
                    <a:pt x="14" y="45"/>
                  </a:lnTo>
                  <a:lnTo>
                    <a:pt x="14" y="45"/>
                  </a:lnTo>
                  <a:lnTo>
                    <a:pt x="12" y="45"/>
                  </a:lnTo>
                  <a:lnTo>
                    <a:pt x="12" y="44"/>
                  </a:lnTo>
                  <a:lnTo>
                    <a:pt x="11" y="44"/>
                  </a:lnTo>
                  <a:lnTo>
                    <a:pt x="11" y="44"/>
                  </a:lnTo>
                  <a:lnTo>
                    <a:pt x="11" y="44"/>
                  </a:lnTo>
                  <a:lnTo>
                    <a:pt x="11" y="42"/>
                  </a:lnTo>
                  <a:lnTo>
                    <a:pt x="9" y="42"/>
                  </a:lnTo>
                  <a:lnTo>
                    <a:pt x="9" y="42"/>
                  </a:lnTo>
                  <a:lnTo>
                    <a:pt x="9" y="42"/>
                  </a:lnTo>
                  <a:lnTo>
                    <a:pt x="9" y="42"/>
                  </a:lnTo>
                  <a:lnTo>
                    <a:pt x="9" y="42"/>
                  </a:lnTo>
                  <a:lnTo>
                    <a:pt x="9" y="42"/>
                  </a:lnTo>
                  <a:lnTo>
                    <a:pt x="9" y="42"/>
                  </a:lnTo>
                  <a:lnTo>
                    <a:pt x="9" y="41"/>
                  </a:lnTo>
                  <a:lnTo>
                    <a:pt x="9" y="41"/>
                  </a:lnTo>
                  <a:lnTo>
                    <a:pt x="9" y="41"/>
                  </a:lnTo>
                  <a:lnTo>
                    <a:pt x="9" y="41"/>
                  </a:lnTo>
                  <a:lnTo>
                    <a:pt x="9" y="41"/>
                  </a:lnTo>
                  <a:lnTo>
                    <a:pt x="9" y="41"/>
                  </a:lnTo>
                  <a:lnTo>
                    <a:pt x="9" y="41"/>
                  </a:lnTo>
                  <a:lnTo>
                    <a:pt x="9" y="41"/>
                  </a:lnTo>
                  <a:lnTo>
                    <a:pt x="9" y="39"/>
                  </a:lnTo>
                  <a:lnTo>
                    <a:pt x="9" y="39"/>
                  </a:lnTo>
                  <a:lnTo>
                    <a:pt x="9" y="39"/>
                  </a:lnTo>
                  <a:lnTo>
                    <a:pt x="9" y="39"/>
                  </a:lnTo>
                  <a:lnTo>
                    <a:pt x="9" y="39"/>
                  </a:lnTo>
                  <a:lnTo>
                    <a:pt x="9" y="39"/>
                  </a:lnTo>
                  <a:lnTo>
                    <a:pt x="9" y="39"/>
                  </a:lnTo>
                  <a:lnTo>
                    <a:pt x="9" y="39"/>
                  </a:lnTo>
                  <a:lnTo>
                    <a:pt x="9" y="37"/>
                  </a:lnTo>
                  <a:lnTo>
                    <a:pt x="9" y="37"/>
                  </a:lnTo>
                  <a:lnTo>
                    <a:pt x="9" y="37"/>
                  </a:lnTo>
                  <a:lnTo>
                    <a:pt x="9" y="37"/>
                  </a:lnTo>
                  <a:lnTo>
                    <a:pt x="9" y="35"/>
                  </a:lnTo>
                  <a:lnTo>
                    <a:pt x="9" y="35"/>
                  </a:lnTo>
                  <a:lnTo>
                    <a:pt x="9" y="35"/>
                  </a:lnTo>
                  <a:lnTo>
                    <a:pt x="9" y="35"/>
                  </a:lnTo>
                  <a:lnTo>
                    <a:pt x="10" y="33"/>
                  </a:lnTo>
                  <a:lnTo>
                    <a:pt x="9" y="33"/>
                  </a:lnTo>
                  <a:lnTo>
                    <a:pt x="9" y="33"/>
                  </a:lnTo>
                  <a:lnTo>
                    <a:pt x="9" y="33"/>
                  </a:lnTo>
                  <a:lnTo>
                    <a:pt x="9" y="33"/>
                  </a:lnTo>
                  <a:lnTo>
                    <a:pt x="8" y="33"/>
                  </a:lnTo>
                  <a:lnTo>
                    <a:pt x="8" y="33"/>
                  </a:lnTo>
                  <a:lnTo>
                    <a:pt x="8" y="33"/>
                  </a:lnTo>
                  <a:lnTo>
                    <a:pt x="8" y="32"/>
                  </a:lnTo>
                  <a:lnTo>
                    <a:pt x="6" y="32"/>
                  </a:lnTo>
                  <a:lnTo>
                    <a:pt x="6" y="32"/>
                  </a:lnTo>
                  <a:lnTo>
                    <a:pt x="6" y="32"/>
                  </a:lnTo>
                  <a:lnTo>
                    <a:pt x="6" y="32"/>
                  </a:lnTo>
                  <a:lnTo>
                    <a:pt x="4" y="32"/>
                  </a:lnTo>
                  <a:lnTo>
                    <a:pt x="4" y="32"/>
                  </a:lnTo>
                  <a:lnTo>
                    <a:pt x="4" y="32"/>
                  </a:lnTo>
                  <a:lnTo>
                    <a:pt x="4" y="32"/>
                  </a:lnTo>
                  <a:lnTo>
                    <a:pt x="4" y="32"/>
                  </a:lnTo>
                  <a:lnTo>
                    <a:pt x="4" y="32"/>
                  </a:lnTo>
                  <a:lnTo>
                    <a:pt x="4" y="32"/>
                  </a:lnTo>
                  <a:lnTo>
                    <a:pt x="4" y="31"/>
                  </a:lnTo>
                  <a:lnTo>
                    <a:pt x="4" y="31"/>
                  </a:lnTo>
                  <a:lnTo>
                    <a:pt x="4" y="31"/>
                  </a:lnTo>
                  <a:lnTo>
                    <a:pt x="4" y="31"/>
                  </a:lnTo>
                  <a:lnTo>
                    <a:pt x="6" y="30"/>
                  </a:lnTo>
                  <a:lnTo>
                    <a:pt x="6" y="30"/>
                  </a:lnTo>
                  <a:lnTo>
                    <a:pt x="6" y="30"/>
                  </a:lnTo>
                  <a:lnTo>
                    <a:pt x="6" y="30"/>
                  </a:lnTo>
                  <a:lnTo>
                    <a:pt x="6" y="28"/>
                  </a:lnTo>
                  <a:lnTo>
                    <a:pt x="6" y="28"/>
                  </a:lnTo>
                  <a:lnTo>
                    <a:pt x="6" y="28"/>
                  </a:lnTo>
                  <a:lnTo>
                    <a:pt x="6" y="28"/>
                  </a:lnTo>
                  <a:lnTo>
                    <a:pt x="7" y="26"/>
                  </a:lnTo>
                  <a:lnTo>
                    <a:pt x="6" y="26"/>
                  </a:lnTo>
                  <a:lnTo>
                    <a:pt x="6" y="26"/>
                  </a:lnTo>
                  <a:lnTo>
                    <a:pt x="6" y="26"/>
                  </a:lnTo>
                  <a:lnTo>
                    <a:pt x="6" y="26"/>
                  </a:lnTo>
                  <a:lnTo>
                    <a:pt x="5" y="26"/>
                  </a:lnTo>
                  <a:lnTo>
                    <a:pt x="5" y="26"/>
                  </a:lnTo>
                  <a:lnTo>
                    <a:pt x="5" y="26"/>
                  </a:lnTo>
                  <a:lnTo>
                    <a:pt x="5" y="25"/>
                  </a:lnTo>
                  <a:lnTo>
                    <a:pt x="4" y="25"/>
                  </a:lnTo>
                  <a:lnTo>
                    <a:pt x="4" y="25"/>
                  </a:lnTo>
                  <a:lnTo>
                    <a:pt x="4" y="25"/>
                  </a:lnTo>
                  <a:lnTo>
                    <a:pt x="4" y="24"/>
                  </a:lnTo>
                  <a:lnTo>
                    <a:pt x="4" y="24"/>
                  </a:lnTo>
                  <a:lnTo>
                    <a:pt x="4" y="24"/>
                  </a:lnTo>
                  <a:lnTo>
                    <a:pt x="4" y="24"/>
                  </a:lnTo>
                  <a:lnTo>
                    <a:pt x="4" y="22"/>
                  </a:lnTo>
                  <a:lnTo>
                    <a:pt x="3" y="22"/>
                  </a:lnTo>
                  <a:lnTo>
                    <a:pt x="3" y="22"/>
                  </a:lnTo>
                  <a:lnTo>
                    <a:pt x="3" y="22"/>
                  </a:lnTo>
                  <a:lnTo>
                    <a:pt x="3" y="22"/>
                  </a:lnTo>
                  <a:lnTo>
                    <a:pt x="1" y="22"/>
                  </a:lnTo>
                  <a:lnTo>
                    <a:pt x="1" y="22"/>
                  </a:lnTo>
                  <a:lnTo>
                    <a:pt x="1" y="22"/>
                  </a:lnTo>
                  <a:lnTo>
                    <a:pt x="1" y="20"/>
                  </a:lnTo>
                  <a:lnTo>
                    <a:pt x="0" y="20"/>
                  </a:lnTo>
                  <a:lnTo>
                    <a:pt x="0" y="20"/>
                  </a:lnTo>
                  <a:lnTo>
                    <a:pt x="0" y="20"/>
                  </a:lnTo>
                  <a:lnTo>
                    <a:pt x="0" y="20"/>
                  </a:lnTo>
                  <a:lnTo>
                    <a:pt x="0" y="20"/>
                  </a:lnTo>
                  <a:lnTo>
                    <a:pt x="0" y="20"/>
                  </a:lnTo>
                  <a:lnTo>
                    <a:pt x="0" y="20"/>
                  </a:lnTo>
                  <a:lnTo>
                    <a:pt x="0" y="18"/>
                  </a:lnTo>
                  <a:lnTo>
                    <a:pt x="4" y="17"/>
                  </a:lnTo>
                  <a:lnTo>
                    <a:pt x="4" y="17"/>
                  </a:lnTo>
                  <a:lnTo>
                    <a:pt x="4" y="17"/>
                  </a:lnTo>
                  <a:lnTo>
                    <a:pt x="4" y="17"/>
                  </a:lnTo>
                  <a:lnTo>
                    <a:pt x="4" y="17"/>
                  </a:lnTo>
                  <a:lnTo>
                    <a:pt x="4" y="17"/>
                  </a:lnTo>
                  <a:lnTo>
                    <a:pt x="4" y="17"/>
                  </a:lnTo>
                  <a:lnTo>
                    <a:pt x="4" y="17"/>
                  </a:lnTo>
                  <a:lnTo>
                    <a:pt x="6" y="15"/>
                  </a:lnTo>
                  <a:lnTo>
                    <a:pt x="6" y="15"/>
                  </a:lnTo>
                  <a:lnTo>
                    <a:pt x="6" y="15"/>
                  </a:lnTo>
                  <a:lnTo>
                    <a:pt x="6" y="15"/>
                  </a:lnTo>
                  <a:lnTo>
                    <a:pt x="8" y="14"/>
                  </a:lnTo>
                  <a:lnTo>
                    <a:pt x="8" y="14"/>
                  </a:lnTo>
                  <a:lnTo>
                    <a:pt x="8" y="14"/>
                  </a:lnTo>
                  <a:lnTo>
                    <a:pt x="8" y="14"/>
                  </a:lnTo>
                  <a:lnTo>
                    <a:pt x="9" y="12"/>
                  </a:lnTo>
                  <a:lnTo>
                    <a:pt x="9" y="12"/>
                  </a:lnTo>
                  <a:lnTo>
                    <a:pt x="9" y="12"/>
                  </a:lnTo>
                  <a:lnTo>
                    <a:pt x="9" y="12"/>
                  </a:lnTo>
                  <a:lnTo>
                    <a:pt x="9" y="12"/>
                  </a:lnTo>
                  <a:lnTo>
                    <a:pt x="9" y="12"/>
                  </a:lnTo>
                  <a:lnTo>
                    <a:pt x="9" y="12"/>
                  </a:lnTo>
                  <a:lnTo>
                    <a:pt x="9" y="12"/>
                  </a:lnTo>
                  <a:lnTo>
                    <a:pt x="10" y="12"/>
                  </a:lnTo>
                  <a:lnTo>
                    <a:pt x="10" y="12"/>
                  </a:lnTo>
                  <a:lnTo>
                    <a:pt x="10" y="12"/>
                  </a:lnTo>
                  <a:lnTo>
                    <a:pt x="10" y="12"/>
                  </a:lnTo>
                  <a:lnTo>
                    <a:pt x="12" y="12"/>
                  </a:lnTo>
                  <a:lnTo>
                    <a:pt x="12" y="12"/>
                  </a:lnTo>
                  <a:lnTo>
                    <a:pt x="12" y="12"/>
                  </a:lnTo>
                  <a:lnTo>
                    <a:pt x="12" y="12"/>
                  </a:lnTo>
                  <a:lnTo>
                    <a:pt x="13" y="12"/>
                  </a:lnTo>
                  <a:lnTo>
                    <a:pt x="13" y="12"/>
                  </a:lnTo>
                  <a:lnTo>
                    <a:pt x="13" y="12"/>
                  </a:lnTo>
                  <a:lnTo>
                    <a:pt x="13" y="12"/>
                  </a:lnTo>
                  <a:lnTo>
                    <a:pt x="13" y="12"/>
                  </a:lnTo>
                  <a:lnTo>
                    <a:pt x="13" y="12"/>
                  </a:lnTo>
                  <a:lnTo>
                    <a:pt x="13" y="12"/>
                  </a:lnTo>
                  <a:lnTo>
                    <a:pt x="13" y="12"/>
                  </a:lnTo>
                  <a:lnTo>
                    <a:pt x="13" y="11"/>
                  </a:lnTo>
                  <a:lnTo>
                    <a:pt x="13" y="11"/>
                  </a:lnTo>
                  <a:lnTo>
                    <a:pt x="13" y="11"/>
                  </a:lnTo>
                  <a:lnTo>
                    <a:pt x="13" y="11"/>
                  </a:lnTo>
                  <a:lnTo>
                    <a:pt x="13" y="10"/>
                  </a:lnTo>
                  <a:lnTo>
                    <a:pt x="13" y="10"/>
                  </a:lnTo>
                  <a:lnTo>
                    <a:pt x="13" y="10"/>
                  </a:lnTo>
                  <a:lnTo>
                    <a:pt x="13" y="10"/>
                  </a:lnTo>
                  <a:lnTo>
                    <a:pt x="15" y="9"/>
                  </a:lnTo>
                  <a:lnTo>
                    <a:pt x="15" y="9"/>
                  </a:lnTo>
                  <a:lnTo>
                    <a:pt x="15" y="9"/>
                  </a:lnTo>
                  <a:lnTo>
                    <a:pt x="15" y="9"/>
                  </a:lnTo>
                  <a:lnTo>
                    <a:pt x="15" y="9"/>
                  </a:lnTo>
                  <a:lnTo>
                    <a:pt x="15" y="9"/>
                  </a:lnTo>
                  <a:lnTo>
                    <a:pt x="15" y="9"/>
                  </a:lnTo>
                  <a:lnTo>
                    <a:pt x="15" y="9"/>
                  </a:lnTo>
                  <a:lnTo>
                    <a:pt x="17" y="9"/>
                  </a:lnTo>
                  <a:lnTo>
                    <a:pt x="17" y="9"/>
                  </a:lnTo>
                  <a:lnTo>
                    <a:pt x="17" y="9"/>
                  </a:lnTo>
                  <a:lnTo>
                    <a:pt x="17" y="9"/>
                  </a:lnTo>
                  <a:lnTo>
                    <a:pt x="17" y="9"/>
                  </a:lnTo>
                  <a:lnTo>
                    <a:pt x="17" y="9"/>
                  </a:lnTo>
                  <a:lnTo>
                    <a:pt x="17" y="9"/>
                  </a:lnTo>
                  <a:lnTo>
                    <a:pt x="17" y="9"/>
                  </a:lnTo>
                  <a:lnTo>
                    <a:pt x="19" y="9"/>
                  </a:lnTo>
                  <a:lnTo>
                    <a:pt x="19" y="9"/>
                  </a:lnTo>
                  <a:lnTo>
                    <a:pt x="19" y="9"/>
                  </a:lnTo>
                  <a:lnTo>
                    <a:pt x="19" y="9"/>
                  </a:lnTo>
                  <a:lnTo>
                    <a:pt x="19" y="8"/>
                  </a:lnTo>
                  <a:lnTo>
                    <a:pt x="19" y="8"/>
                  </a:lnTo>
                  <a:lnTo>
                    <a:pt x="19" y="8"/>
                  </a:lnTo>
                  <a:lnTo>
                    <a:pt x="19" y="8"/>
                  </a:lnTo>
                  <a:lnTo>
                    <a:pt x="20" y="6"/>
                  </a:lnTo>
                  <a:lnTo>
                    <a:pt x="20" y="6"/>
                  </a:lnTo>
                  <a:lnTo>
                    <a:pt x="20" y="6"/>
                  </a:lnTo>
                  <a:lnTo>
                    <a:pt x="20" y="6"/>
                  </a:lnTo>
                  <a:lnTo>
                    <a:pt x="20" y="4"/>
                  </a:lnTo>
                  <a:lnTo>
                    <a:pt x="20" y="4"/>
                  </a:lnTo>
                  <a:lnTo>
                    <a:pt x="20" y="4"/>
                  </a:lnTo>
                  <a:lnTo>
                    <a:pt x="20" y="4"/>
                  </a:lnTo>
                  <a:lnTo>
                    <a:pt x="21" y="3"/>
                  </a:lnTo>
                  <a:lnTo>
                    <a:pt x="21" y="3"/>
                  </a:lnTo>
                  <a:lnTo>
                    <a:pt x="22" y="3"/>
                  </a:lnTo>
                  <a:lnTo>
                    <a:pt x="23" y="3"/>
                  </a:lnTo>
                  <a:lnTo>
                    <a:pt x="25" y="2"/>
                  </a:lnTo>
                  <a:lnTo>
                    <a:pt x="26" y="2"/>
                  </a:lnTo>
                  <a:lnTo>
                    <a:pt x="28" y="2"/>
                  </a:lnTo>
                  <a:lnTo>
                    <a:pt x="30" y="2"/>
                  </a:lnTo>
                  <a:lnTo>
                    <a:pt x="32" y="2"/>
                  </a:lnTo>
                  <a:lnTo>
                    <a:pt x="32" y="2"/>
                  </a:lnTo>
                  <a:lnTo>
                    <a:pt x="34" y="2"/>
                  </a:lnTo>
                  <a:lnTo>
                    <a:pt x="35" y="2"/>
                  </a:lnTo>
                  <a:lnTo>
                    <a:pt x="37" y="2"/>
                  </a:lnTo>
                  <a:lnTo>
                    <a:pt x="37" y="2"/>
                  </a:lnTo>
                  <a:lnTo>
                    <a:pt x="39" y="2"/>
                  </a:lnTo>
                  <a:lnTo>
                    <a:pt x="40" y="2"/>
                  </a:lnTo>
                  <a:lnTo>
                    <a:pt x="42" y="0"/>
                  </a:lnTo>
                  <a:lnTo>
                    <a:pt x="42" y="0"/>
                  </a:lnTo>
                  <a:lnTo>
                    <a:pt x="42" y="0"/>
                  </a:lnTo>
                  <a:lnTo>
                    <a:pt x="42" y="0"/>
                  </a:lnTo>
                  <a:lnTo>
                    <a:pt x="42" y="0"/>
                  </a:lnTo>
                  <a:lnTo>
                    <a:pt x="42" y="0"/>
                  </a:lnTo>
                  <a:lnTo>
                    <a:pt x="42" y="0"/>
                  </a:lnTo>
                  <a:lnTo>
                    <a:pt x="42" y="0"/>
                  </a:lnTo>
                  <a:lnTo>
                    <a:pt x="42" y="0"/>
                  </a:lnTo>
                  <a:lnTo>
                    <a:pt x="42" y="0"/>
                  </a:lnTo>
                  <a:lnTo>
                    <a:pt x="42" y="0"/>
                  </a:lnTo>
                  <a:lnTo>
                    <a:pt x="42" y="0"/>
                  </a:lnTo>
                  <a:lnTo>
                    <a:pt x="42" y="0"/>
                  </a:lnTo>
                  <a:lnTo>
                    <a:pt x="42" y="0"/>
                  </a:lnTo>
                  <a:lnTo>
                    <a:pt x="42" y="0"/>
                  </a:lnTo>
                  <a:lnTo>
                    <a:pt x="42" y="0"/>
                  </a:lnTo>
                  <a:lnTo>
                    <a:pt x="44" y="0"/>
                  </a:lnTo>
                  <a:lnTo>
                    <a:pt x="42" y="1"/>
                  </a:lnTo>
                  <a:lnTo>
                    <a:pt x="42" y="1"/>
                  </a:lnTo>
                  <a:lnTo>
                    <a:pt x="42" y="1"/>
                  </a:lnTo>
                  <a:lnTo>
                    <a:pt x="42" y="1"/>
                  </a:lnTo>
                  <a:lnTo>
                    <a:pt x="42" y="1"/>
                  </a:lnTo>
                  <a:lnTo>
                    <a:pt x="42" y="1"/>
                  </a:lnTo>
                  <a:lnTo>
                    <a:pt x="42" y="1"/>
                  </a:lnTo>
                  <a:lnTo>
                    <a:pt x="42" y="1"/>
                  </a:lnTo>
                  <a:lnTo>
                    <a:pt x="42" y="2"/>
                  </a:lnTo>
                  <a:lnTo>
                    <a:pt x="42" y="2"/>
                  </a:lnTo>
                  <a:lnTo>
                    <a:pt x="42" y="2"/>
                  </a:lnTo>
                  <a:lnTo>
                    <a:pt x="42" y="2"/>
                  </a:lnTo>
                  <a:lnTo>
                    <a:pt x="42" y="2"/>
                  </a:lnTo>
                  <a:lnTo>
                    <a:pt x="42" y="2"/>
                  </a:lnTo>
                  <a:lnTo>
                    <a:pt x="42" y="2"/>
                  </a:lnTo>
                  <a:lnTo>
                    <a:pt x="42" y="2"/>
                  </a:lnTo>
                  <a:lnTo>
                    <a:pt x="42" y="2"/>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38" name=""/>
            <p:cNvSpPr/>
            <p:nvPr/>
          </p:nvSpPr>
          <p:spPr>
            <a:xfrm>
              <a:off x="8166240" y="6891480"/>
              <a:ext cx="203040" cy="183960"/>
            </a:xfrm>
            <a:custGeom>
              <a:avLst/>
              <a:gdLst/>
              <a:ahLst/>
              <a:rect l="l" t="t" r="r" b="b"/>
              <a:pathLst>
                <a:path w="128" h="116">
                  <a:moveTo>
                    <a:pt x="68" y="103"/>
                  </a:moveTo>
                  <a:lnTo>
                    <a:pt x="68" y="103"/>
                  </a:lnTo>
                  <a:lnTo>
                    <a:pt x="68" y="103"/>
                  </a:lnTo>
                  <a:lnTo>
                    <a:pt x="68" y="103"/>
                  </a:lnTo>
                  <a:lnTo>
                    <a:pt x="69" y="103"/>
                  </a:lnTo>
                  <a:lnTo>
                    <a:pt x="69" y="103"/>
                  </a:lnTo>
                  <a:lnTo>
                    <a:pt x="69" y="103"/>
                  </a:lnTo>
                  <a:lnTo>
                    <a:pt x="69" y="103"/>
                  </a:lnTo>
                  <a:lnTo>
                    <a:pt x="72" y="103"/>
                  </a:lnTo>
                  <a:lnTo>
                    <a:pt x="72" y="103"/>
                  </a:lnTo>
                  <a:lnTo>
                    <a:pt x="72" y="103"/>
                  </a:lnTo>
                  <a:lnTo>
                    <a:pt x="72" y="103"/>
                  </a:lnTo>
                  <a:lnTo>
                    <a:pt x="73" y="103"/>
                  </a:lnTo>
                  <a:lnTo>
                    <a:pt x="73" y="103"/>
                  </a:lnTo>
                  <a:lnTo>
                    <a:pt x="75" y="103"/>
                  </a:lnTo>
                  <a:lnTo>
                    <a:pt x="75" y="103"/>
                  </a:lnTo>
                  <a:lnTo>
                    <a:pt x="77" y="103"/>
                  </a:lnTo>
                  <a:lnTo>
                    <a:pt x="77" y="105"/>
                  </a:lnTo>
                  <a:lnTo>
                    <a:pt x="77" y="105"/>
                  </a:lnTo>
                  <a:lnTo>
                    <a:pt x="77" y="105"/>
                  </a:lnTo>
                  <a:lnTo>
                    <a:pt x="77" y="105"/>
                  </a:lnTo>
                  <a:lnTo>
                    <a:pt x="77" y="107"/>
                  </a:lnTo>
                  <a:lnTo>
                    <a:pt x="77" y="107"/>
                  </a:lnTo>
                  <a:lnTo>
                    <a:pt x="77" y="107"/>
                  </a:lnTo>
                  <a:lnTo>
                    <a:pt x="78" y="107"/>
                  </a:lnTo>
                  <a:lnTo>
                    <a:pt x="78" y="109"/>
                  </a:lnTo>
                  <a:lnTo>
                    <a:pt x="78" y="109"/>
                  </a:lnTo>
                  <a:lnTo>
                    <a:pt x="78" y="109"/>
                  </a:lnTo>
                  <a:lnTo>
                    <a:pt x="78" y="109"/>
                  </a:lnTo>
                  <a:lnTo>
                    <a:pt x="78" y="111"/>
                  </a:lnTo>
                  <a:lnTo>
                    <a:pt x="78" y="111"/>
                  </a:lnTo>
                  <a:lnTo>
                    <a:pt x="78" y="111"/>
                  </a:lnTo>
                  <a:lnTo>
                    <a:pt x="79" y="111"/>
                  </a:lnTo>
                  <a:lnTo>
                    <a:pt x="79" y="111"/>
                  </a:lnTo>
                  <a:lnTo>
                    <a:pt x="79" y="111"/>
                  </a:lnTo>
                  <a:lnTo>
                    <a:pt x="79" y="111"/>
                  </a:lnTo>
                  <a:lnTo>
                    <a:pt x="80" y="111"/>
                  </a:lnTo>
                  <a:lnTo>
                    <a:pt x="80" y="111"/>
                  </a:lnTo>
                  <a:lnTo>
                    <a:pt x="80" y="111"/>
                  </a:lnTo>
                  <a:lnTo>
                    <a:pt x="80" y="111"/>
                  </a:lnTo>
                  <a:lnTo>
                    <a:pt x="82" y="111"/>
                  </a:lnTo>
                  <a:lnTo>
                    <a:pt x="82" y="112"/>
                  </a:lnTo>
                  <a:lnTo>
                    <a:pt x="82" y="112"/>
                  </a:lnTo>
                  <a:lnTo>
                    <a:pt x="82" y="112"/>
                  </a:lnTo>
                  <a:lnTo>
                    <a:pt x="84" y="112"/>
                  </a:lnTo>
                  <a:lnTo>
                    <a:pt x="84" y="112"/>
                  </a:lnTo>
                  <a:lnTo>
                    <a:pt x="84" y="112"/>
                  </a:lnTo>
                  <a:lnTo>
                    <a:pt x="84" y="112"/>
                  </a:lnTo>
                  <a:lnTo>
                    <a:pt x="85" y="111"/>
                  </a:lnTo>
                  <a:lnTo>
                    <a:pt x="85" y="112"/>
                  </a:lnTo>
                  <a:lnTo>
                    <a:pt x="85" y="112"/>
                  </a:lnTo>
                  <a:lnTo>
                    <a:pt x="85" y="112"/>
                  </a:lnTo>
                  <a:lnTo>
                    <a:pt x="85" y="112"/>
                  </a:lnTo>
                  <a:lnTo>
                    <a:pt x="85" y="112"/>
                  </a:lnTo>
                  <a:lnTo>
                    <a:pt x="85" y="112"/>
                  </a:lnTo>
                  <a:lnTo>
                    <a:pt x="85" y="112"/>
                  </a:lnTo>
                  <a:lnTo>
                    <a:pt x="86" y="112"/>
                  </a:lnTo>
                  <a:lnTo>
                    <a:pt x="86" y="114"/>
                  </a:lnTo>
                  <a:lnTo>
                    <a:pt x="86" y="114"/>
                  </a:lnTo>
                  <a:lnTo>
                    <a:pt x="86" y="114"/>
                  </a:lnTo>
                  <a:lnTo>
                    <a:pt x="87" y="114"/>
                  </a:lnTo>
                  <a:lnTo>
                    <a:pt x="87" y="114"/>
                  </a:lnTo>
                  <a:lnTo>
                    <a:pt x="87" y="114"/>
                  </a:lnTo>
                  <a:lnTo>
                    <a:pt x="87" y="114"/>
                  </a:lnTo>
                  <a:lnTo>
                    <a:pt x="89" y="114"/>
                  </a:lnTo>
                  <a:lnTo>
                    <a:pt x="89" y="115"/>
                  </a:lnTo>
                  <a:lnTo>
                    <a:pt x="89" y="115"/>
                  </a:lnTo>
                  <a:lnTo>
                    <a:pt x="89" y="115"/>
                  </a:lnTo>
                  <a:lnTo>
                    <a:pt x="90" y="115"/>
                  </a:lnTo>
                  <a:lnTo>
                    <a:pt x="90" y="115"/>
                  </a:lnTo>
                  <a:lnTo>
                    <a:pt x="91" y="115"/>
                  </a:lnTo>
                  <a:lnTo>
                    <a:pt x="91" y="115"/>
                  </a:lnTo>
                  <a:lnTo>
                    <a:pt x="94" y="115"/>
                  </a:lnTo>
                  <a:lnTo>
                    <a:pt x="94" y="115"/>
                  </a:lnTo>
                  <a:lnTo>
                    <a:pt x="95" y="115"/>
                  </a:lnTo>
                  <a:lnTo>
                    <a:pt x="95" y="115"/>
                  </a:lnTo>
                  <a:lnTo>
                    <a:pt x="97" y="115"/>
                  </a:lnTo>
                  <a:lnTo>
                    <a:pt x="97" y="115"/>
                  </a:lnTo>
                  <a:lnTo>
                    <a:pt x="98" y="115"/>
                  </a:lnTo>
                  <a:lnTo>
                    <a:pt x="98" y="115"/>
                  </a:lnTo>
                  <a:lnTo>
                    <a:pt x="100" y="114"/>
                  </a:lnTo>
                  <a:lnTo>
                    <a:pt x="100" y="114"/>
                  </a:lnTo>
                  <a:lnTo>
                    <a:pt x="100" y="114"/>
                  </a:lnTo>
                  <a:lnTo>
                    <a:pt x="100" y="114"/>
                  </a:lnTo>
                  <a:lnTo>
                    <a:pt x="100" y="114"/>
                  </a:lnTo>
                  <a:lnTo>
                    <a:pt x="100" y="114"/>
                  </a:lnTo>
                  <a:lnTo>
                    <a:pt x="100" y="114"/>
                  </a:lnTo>
                  <a:lnTo>
                    <a:pt x="100" y="114"/>
                  </a:lnTo>
                  <a:lnTo>
                    <a:pt x="101" y="114"/>
                  </a:lnTo>
                  <a:lnTo>
                    <a:pt x="101" y="114"/>
                  </a:lnTo>
                  <a:lnTo>
                    <a:pt x="101" y="114"/>
                  </a:lnTo>
                  <a:lnTo>
                    <a:pt x="101" y="114"/>
                  </a:lnTo>
                  <a:lnTo>
                    <a:pt x="101" y="114"/>
                  </a:lnTo>
                  <a:lnTo>
                    <a:pt x="101" y="114"/>
                  </a:lnTo>
                  <a:lnTo>
                    <a:pt x="101" y="114"/>
                  </a:lnTo>
                  <a:lnTo>
                    <a:pt x="101" y="114"/>
                  </a:lnTo>
                  <a:lnTo>
                    <a:pt x="102" y="114"/>
                  </a:lnTo>
                  <a:lnTo>
                    <a:pt x="102" y="114"/>
                  </a:lnTo>
                  <a:lnTo>
                    <a:pt x="102" y="114"/>
                  </a:lnTo>
                  <a:lnTo>
                    <a:pt x="102" y="114"/>
                  </a:lnTo>
                  <a:lnTo>
                    <a:pt x="102" y="114"/>
                  </a:lnTo>
                  <a:lnTo>
                    <a:pt x="102" y="114"/>
                  </a:lnTo>
                  <a:lnTo>
                    <a:pt x="102" y="114"/>
                  </a:lnTo>
                  <a:lnTo>
                    <a:pt x="102" y="114"/>
                  </a:lnTo>
                  <a:lnTo>
                    <a:pt x="102" y="113"/>
                  </a:lnTo>
                  <a:lnTo>
                    <a:pt x="102" y="113"/>
                  </a:lnTo>
                  <a:lnTo>
                    <a:pt x="102" y="113"/>
                  </a:lnTo>
                  <a:lnTo>
                    <a:pt x="102" y="113"/>
                  </a:lnTo>
                  <a:lnTo>
                    <a:pt x="102" y="113"/>
                  </a:lnTo>
                  <a:lnTo>
                    <a:pt x="102" y="113"/>
                  </a:lnTo>
                  <a:lnTo>
                    <a:pt x="102" y="113"/>
                  </a:lnTo>
                  <a:lnTo>
                    <a:pt x="102" y="113"/>
                  </a:lnTo>
                  <a:lnTo>
                    <a:pt x="102" y="112"/>
                  </a:lnTo>
                  <a:lnTo>
                    <a:pt x="100" y="112"/>
                  </a:lnTo>
                  <a:lnTo>
                    <a:pt x="100" y="112"/>
                  </a:lnTo>
                  <a:lnTo>
                    <a:pt x="100" y="112"/>
                  </a:lnTo>
                  <a:lnTo>
                    <a:pt x="100" y="111"/>
                  </a:lnTo>
                  <a:lnTo>
                    <a:pt x="99" y="111"/>
                  </a:lnTo>
                  <a:lnTo>
                    <a:pt x="99" y="110"/>
                  </a:lnTo>
                  <a:lnTo>
                    <a:pt x="99" y="110"/>
                  </a:lnTo>
                  <a:lnTo>
                    <a:pt x="99" y="108"/>
                  </a:lnTo>
                  <a:lnTo>
                    <a:pt x="98" y="108"/>
                  </a:lnTo>
                  <a:lnTo>
                    <a:pt x="98" y="107"/>
                  </a:lnTo>
                  <a:lnTo>
                    <a:pt x="98" y="107"/>
                  </a:lnTo>
                  <a:lnTo>
                    <a:pt x="98" y="105"/>
                  </a:lnTo>
                  <a:lnTo>
                    <a:pt x="98" y="105"/>
                  </a:lnTo>
                  <a:lnTo>
                    <a:pt x="98" y="105"/>
                  </a:lnTo>
                  <a:lnTo>
                    <a:pt x="98" y="105"/>
                  </a:lnTo>
                  <a:lnTo>
                    <a:pt x="98" y="103"/>
                  </a:lnTo>
                  <a:lnTo>
                    <a:pt x="97" y="103"/>
                  </a:lnTo>
                  <a:lnTo>
                    <a:pt x="97" y="103"/>
                  </a:lnTo>
                  <a:lnTo>
                    <a:pt x="97" y="103"/>
                  </a:lnTo>
                  <a:lnTo>
                    <a:pt x="97" y="101"/>
                  </a:lnTo>
                  <a:lnTo>
                    <a:pt x="97" y="101"/>
                  </a:lnTo>
                  <a:lnTo>
                    <a:pt x="97" y="101"/>
                  </a:lnTo>
                  <a:lnTo>
                    <a:pt x="97" y="101"/>
                  </a:lnTo>
                  <a:lnTo>
                    <a:pt x="97" y="99"/>
                  </a:lnTo>
                  <a:lnTo>
                    <a:pt x="97" y="99"/>
                  </a:lnTo>
                  <a:lnTo>
                    <a:pt x="97" y="99"/>
                  </a:lnTo>
                  <a:lnTo>
                    <a:pt x="97" y="99"/>
                  </a:lnTo>
                  <a:lnTo>
                    <a:pt x="97" y="97"/>
                  </a:lnTo>
                  <a:lnTo>
                    <a:pt x="97" y="97"/>
                  </a:lnTo>
                  <a:lnTo>
                    <a:pt x="97" y="97"/>
                  </a:lnTo>
                  <a:lnTo>
                    <a:pt x="97" y="97"/>
                  </a:lnTo>
                  <a:lnTo>
                    <a:pt x="97" y="96"/>
                  </a:lnTo>
                  <a:lnTo>
                    <a:pt x="97" y="96"/>
                  </a:lnTo>
                  <a:lnTo>
                    <a:pt x="97" y="96"/>
                  </a:lnTo>
                  <a:lnTo>
                    <a:pt x="97" y="96"/>
                  </a:lnTo>
                  <a:lnTo>
                    <a:pt x="97" y="96"/>
                  </a:lnTo>
                  <a:lnTo>
                    <a:pt x="97" y="96"/>
                  </a:lnTo>
                  <a:lnTo>
                    <a:pt x="97" y="96"/>
                  </a:lnTo>
                  <a:lnTo>
                    <a:pt x="97" y="96"/>
                  </a:lnTo>
                  <a:lnTo>
                    <a:pt x="99" y="96"/>
                  </a:lnTo>
                  <a:lnTo>
                    <a:pt x="99" y="96"/>
                  </a:lnTo>
                  <a:lnTo>
                    <a:pt x="99" y="96"/>
                  </a:lnTo>
                  <a:lnTo>
                    <a:pt x="99" y="96"/>
                  </a:lnTo>
                  <a:lnTo>
                    <a:pt x="100" y="96"/>
                  </a:lnTo>
                  <a:lnTo>
                    <a:pt x="100" y="96"/>
                  </a:lnTo>
                  <a:lnTo>
                    <a:pt x="100" y="96"/>
                  </a:lnTo>
                  <a:lnTo>
                    <a:pt x="100" y="96"/>
                  </a:lnTo>
                  <a:lnTo>
                    <a:pt x="102" y="96"/>
                  </a:lnTo>
                  <a:lnTo>
                    <a:pt x="101" y="96"/>
                  </a:lnTo>
                  <a:lnTo>
                    <a:pt x="101" y="96"/>
                  </a:lnTo>
                  <a:lnTo>
                    <a:pt x="101" y="96"/>
                  </a:lnTo>
                  <a:lnTo>
                    <a:pt x="101" y="94"/>
                  </a:lnTo>
                  <a:lnTo>
                    <a:pt x="101" y="94"/>
                  </a:lnTo>
                  <a:lnTo>
                    <a:pt x="101" y="91"/>
                  </a:lnTo>
                  <a:lnTo>
                    <a:pt x="101" y="91"/>
                  </a:lnTo>
                  <a:lnTo>
                    <a:pt x="101" y="89"/>
                  </a:lnTo>
                  <a:lnTo>
                    <a:pt x="101" y="89"/>
                  </a:lnTo>
                  <a:lnTo>
                    <a:pt x="101" y="88"/>
                  </a:lnTo>
                  <a:lnTo>
                    <a:pt x="101" y="88"/>
                  </a:lnTo>
                  <a:lnTo>
                    <a:pt x="101" y="86"/>
                  </a:lnTo>
                  <a:lnTo>
                    <a:pt x="101" y="86"/>
                  </a:lnTo>
                  <a:lnTo>
                    <a:pt x="101" y="85"/>
                  </a:lnTo>
                  <a:lnTo>
                    <a:pt x="101" y="85"/>
                  </a:lnTo>
                  <a:lnTo>
                    <a:pt x="102" y="83"/>
                  </a:lnTo>
                  <a:lnTo>
                    <a:pt x="102" y="83"/>
                  </a:lnTo>
                  <a:lnTo>
                    <a:pt x="102" y="83"/>
                  </a:lnTo>
                  <a:lnTo>
                    <a:pt x="102" y="83"/>
                  </a:lnTo>
                  <a:lnTo>
                    <a:pt x="102" y="83"/>
                  </a:lnTo>
                  <a:lnTo>
                    <a:pt x="102" y="83"/>
                  </a:lnTo>
                  <a:lnTo>
                    <a:pt x="102" y="83"/>
                  </a:lnTo>
                  <a:lnTo>
                    <a:pt x="102" y="83"/>
                  </a:lnTo>
                  <a:lnTo>
                    <a:pt x="103" y="82"/>
                  </a:lnTo>
                  <a:lnTo>
                    <a:pt x="103" y="82"/>
                  </a:lnTo>
                  <a:lnTo>
                    <a:pt x="103" y="82"/>
                  </a:lnTo>
                  <a:lnTo>
                    <a:pt x="103" y="82"/>
                  </a:lnTo>
                  <a:lnTo>
                    <a:pt x="104" y="81"/>
                  </a:lnTo>
                  <a:lnTo>
                    <a:pt x="104" y="81"/>
                  </a:lnTo>
                  <a:lnTo>
                    <a:pt x="104" y="81"/>
                  </a:lnTo>
                  <a:lnTo>
                    <a:pt x="104" y="81"/>
                  </a:lnTo>
                  <a:lnTo>
                    <a:pt x="106" y="79"/>
                  </a:lnTo>
                  <a:lnTo>
                    <a:pt x="106" y="79"/>
                  </a:lnTo>
                  <a:lnTo>
                    <a:pt x="106" y="79"/>
                  </a:lnTo>
                  <a:lnTo>
                    <a:pt x="106" y="79"/>
                  </a:lnTo>
                  <a:lnTo>
                    <a:pt x="106" y="79"/>
                  </a:lnTo>
                  <a:lnTo>
                    <a:pt x="106" y="79"/>
                  </a:lnTo>
                  <a:lnTo>
                    <a:pt x="106" y="79"/>
                  </a:lnTo>
                  <a:lnTo>
                    <a:pt x="106" y="79"/>
                  </a:lnTo>
                  <a:lnTo>
                    <a:pt x="107" y="79"/>
                  </a:lnTo>
                  <a:lnTo>
                    <a:pt x="107" y="79"/>
                  </a:lnTo>
                  <a:lnTo>
                    <a:pt x="107" y="79"/>
                  </a:lnTo>
                  <a:lnTo>
                    <a:pt x="107" y="79"/>
                  </a:lnTo>
                  <a:lnTo>
                    <a:pt x="108" y="79"/>
                  </a:lnTo>
                  <a:lnTo>
                    <a:pt x="108" y="79"/>
                  </a:lnTo>
                  <a:lnTo>
                    <a:pt x="108" y="79"/>
                  </a:lnTo>
                  <a:lnTo>
                    <a:pt x="108" y="79"/>
                  </a:lnTo>
                  <a:lnTo>
                    <a:pt x="110" y="79"/>
                  </a:lnTo>
                  <a:lnTo>
                    <a:pt x="110" y="81"/>
                  </a:lnTo>
                  <a:lnTo>
                    <a:pt x="110" y="81"/>
                  </a:lnTo>
                  <a:lnTo>
                    <a:pt x="110" y="81"/>
                  </a:lnTo>
                  <a:lnTo>
                    <a:pt x="110" y="81"/>
                  </a:lnTo>
                  <a:lnTo>
                    <a:pt x="110" y="82"/>
                  </a:lnTo>
                  <a:lnTo>
                    <a:pt x="110" y="82"/>
                  </a:lnTo>
                  <a:lnTo>
                    <a:pt x="110" y="82"/>
                  </a:lnTo>
                  <a:lnTo>
                    <a:pt x="111" y="82"/>
                  </a:lnTo>
                  <a:lnTo>
                    <a:pt x="111" y="83"/>
                  </a:lnTo>
                  <a:lnTo>
                    <a:pt x="111" y="83"/>
                  </a:lnTo>
                  <a:lnTo>
                    <a:pt x="111" y="83"/>
                  </a:lnTo>
                  <a:lnTo>
                    <a:pt x="111" y="83"/>
                  </a:lnTo>
                  <a:lnTo>
                    <a:pt x="111" y="83"/>
                  </a:lnTo>
                  <a:lnTo>
                    <a:pt x="111" y="83"/>
                  </a:lnTo>
                  <a:lnTo>
                    <a:pt x="111" y="83"/>
                  </a:lnTo>
                  <a:lnTo>
                    <a:pt x="111" y="83"/>
                  </a:lnTo>
                  <a:lnTo>
                    <a:pt x="111" y="83"/>
                  </a:lnTo>
                  <a:lnTo>
                    <a:pt x="111" y="83"/>
                  </a:lnTo>
                  <a:lnTo>
                    <a:pt x="111" y="83"/>
                  </a:lnTo>
                  <a:lnTo>
                    <a:pt x="111" y="83"/>
                  </a:lnTo>
                  <a:lnTo>
                    <a:pt x="111" y="83"/>
                  </a:lnTo>
                  <a:lnTo>
                    <a:pt x="111" y="83"/>
                  </a:lnTo>
                  <a:lnTo>
                    <a:pt x="111" y="83"/>
                  </a:lnTo>
                  <a:lnTo>
                    <a:pt x="111" y="83"/>
                  </a:lnTo>
                  <a:lnTo>
                    <a:pt x="111" y="83"/>
                  </a:lnTo>
                  <a:lnTo>
                    <a:pt x="111" y="83"/>
                  </a:lnTo>
                  <a:lnTo>
                    <a:pt x="111" y="83"/>
                  </a:lnTo>
                  <a:lnTo>
                    <a:pt x="111" y="83"/>
                  </a:lnTo>
                  <a:lnTo>
                    <a:pt x="111" y="83"/>
                  </a:lnTo>
                  <a:lnTo>
                    <a:pt x="111" y="83"/>
                  </a:lnTo>
                  <a:lnTo>
                    <a:pt x="111" y="83"/>
                  </a:lnTo>
                  <a:lnTo>
                    <a:pt x="112" y="83"/>
                  </a:lnTo>
                  <a:lnTo>
                    <a:pt x="112" y="83"/>
                  </a:lnTo>
                  <a:lnTo>
                    <a:pt x="112" y="83"/>
                  </a:lnTo>
                  <a:lnTo>
                    <a:pt x="112" y="83"/>
                  </a:lnTo>
                  <a:lnTo>
                    <a:pt x="112" y="81"/>
                  </a:lnTo>
                  <a:lnTo>
                    <a:pt x="112" y="81"/>
                  </a:lnTo>
                  <a:lnTo>
                    <a:pt x="112" y="81"/>
                  </a:lnTo>
                  <a:lnTo>
                    <a:pt x="112" y="81"/>
                  </a:lnTo>
                  <a:lnTo>
                    <a:pt x="113" y="79"/>
                  </a:lnTo>
                  <a:lnTo>
                    <a:pt x="113" y="79"/>
                  </a:lnTo>
                  <a:lnTo>
                    <a:pt x="113" y="79"/>
                  </a:lnTo>
                  <a:lnTo>
                    <a:pt x="113" y="79"/>
                  </a:lnTo>
                  <a:lnTo>
                    <a:pt x="113" y="77"/>
                  </a:lnTo>
                  <a:lnTo>
                    <a:pt x="113" y="77"/>
                  </a:lnTo>
                  <a:lnTo>
                    <a:pt x="113" y="77"/>
                  </a:lnTo>
                  <a:lnTo>
                    <a:pt x="113" y="77"/>
                  </a:lnTo>
                  <a:lnTo>
                    <a:pt x="114" y="75"/>
                  </a:lnTo>
                  <a:lnTo>
                    <a:pt x="112" y="75"/>
                  </a:lnTo>
                  <a:lnTo>
                    <a:pt x="112" y="75"/>
                  </a:lnTo>
                  <a:lnTo>
                    <a:pt x="112" y="75"/>
                  </a:lnTo>
                  <a:lnTo>
                    <a:pt x="112" y="75"/>
                  </a:lnTo>
                  <a:lnTo>
                    <a:pt x="111" y="75"/>
                  </a:lnTo>
                  <a:lnTo>
                    <a:pt x="111" y="75"/>
                  </a:lnTo>
                  <a:lnTo>
                    <a:pt x="111" y="75"/>
                  </a:lnTo>
                  <a:lnTo>
                    <a:pt x="111" y="75"/>
                  </a:lnTo>
                  <a:lnTo>
                    <a:pt x="110" y="75"/>
                  </a:lnTo>
                  <a:lnTo>
                    <a:pt x="110" y="75"/>
                  </a:lnTo>
                  <a:lnTo>
                    <a:pt x="110" y="75"/>
                  </a:lnTo>
                  <a:lnTo>
                    <a:pt x="110" y="75"/>
                  </a:lnTo>
                  <a:lnTo>
                    <a:pt x="110" y="75"/>
                  </a:lnTo>
                  <a:lnTo>
                    <a:pt x="110" y="75"/>
                  </a:lnTo>
                  <a:lnTo>
                    <a:pt x="110" y="75"/>
                  </a:lnTo>
                  <a:lnTo>
                    <a:pt x="110" y="75"/>
                  </a:lnTo>
                  <a:lnTo>
                    <a:pt x="108" y="75"/>
                  </a:lnTo>
                  <a:lnTo>
                    <a:pt x="108" y="75"/>
                  </a:lnTo>
                  <a:lnTo>
                    <a:pt x="108" y="75"/>
                  </a:lnTo>
                  <a:lnTo>
                    <a:pt x="108" y="75"/>
                  </a:lnTo>
                  <a:lnTo>
                    <a:pt x="108" y="75"/>
                  </a:lnTo>
                  <a:lnTo>
                    <a:pt x="108" y="75"/>
                  </a:lnTo>
                  <a:lnTo>
                    <a:pt x="108" y="75"/>
                  </a:lnTo>
                  <a:lnTo>
                    <a:pt x="108" y="73"/>
                  </a:lnTo>
                  <a:lnTo>
                    <a:pt x="106" y="73"/>
                  </a:lnTo>
                  <a:lnTo>
                    <a:pt x="106" y="73"/>
                  </a:lnTo>
                  <a:lnTo>
                    <a:pt x="106" y="73"/>
                  </a:lnTo>
                  <a:lnTo>
                    <a:pt x="106" y="73"/>
                  </a:lnTo>
                  <a:lnTo>
                    <a:pt x="106" y="73"/>
                  </a:lnTo>
                  <a:lnTo>
                    <a:pt x="106" y="73"/>
                  </a:lnTo>
                  <a:lnTo>
                    <a:pt x="106" y="73"/>
                  </a:lnTo>
                  <a:lnTo>
                    <a:pt x="106" y="72"/>
                  </a:lnTo>
                  <a:lnTo>
                    <a:pt x="106" y="72"/>
                  </a:lnTo>
                  <a:lnTo>
                    <a:pt x="106" y="72"/>
                  </a:lnTo>
                  <a:lnTo>
                    <a:pt x="106" y="72"/>
                  </a:lnTo>
                  <a:lnTo>
                    <a:pt x="106" y="72"/>
                  </a:lnTo>
                  <a:lnTo>
                    <a:pt x="106" y="72"/>
                  </a:lnTo>
                  <a:lnTo>
                    <a:pt x="106" y="72"/>
                  </a:lnTo>
                  <a:lnTo>
                    <a:pt x="106" y="72"/>
                  </a:lnTo>
                  <a:lnTo>
                    <a:pt x="108" y="72"/>
                  </a:lnTo>
                  <a:lnTo>
                    <a:pt x="108" y="72"/>
                  </a:lnTo>
                  <a:lnTo>
                    <a:pt x="108" y="72"/>
                  </a:lnTo>
                  <a:lnTo>
                    <a:pt x="108" y="72"/>
                  </a:lnTo>
                  <a:lnTo>
                    <a:pt x="108" y="72"/>
                  </a:lnTo>
                  <a:lnTo>
                    <a:pt x="108" y="72"/>
                  </a:lnTo>
                  <a:lnTo>
                    <a:pt x="108" y="72"/>
                  </a:lnTo>
                  <a:lnTo>
                    <a:pt x="108" y="72"/>
                  </a:lnTo>
                  <a:lnTo>
                    <a:pt x="110" y="71"/>
                  </a:lnTo>
                  <a:lnTo>
                    <a:pt x="110" y="72"/>
                  </a:lnTo>
                  <a:lnTo>
                    <a:pt x="110" y="72"/>
                  </a:lnTo>
                  <a:lnTo>
                    <a:pt x="110" y="72"/>
                  </a:lnTo>
                  <a:lnTo>
                    <a:pt x="111" y="72"/>
                  </a:lnTo>
                  <a:lnTo>
                    <a:pt x="111" y="72"/>
                  </a:lnTo>
                  <a:lnTo>
                    <a:pt x="111" y="72"/>
                  </a:lnTo>
                  <a:lnTo>
                    <a:pt x="111" y="72"/>
                  </a:lnTo>
                  <a:lnTo>
                    <a:pt x="113" y="72"/>
                  </a:lnTo>
                  <a:lnTo>
                    <a:pt x="113" y="72"/>
                  </a:lnTo>
                  <a:lnTo>
                    <a:pt x="113" y="72"/>
                  </a:lnTo>
                  <a:lnTo>
                    <a:pt x="113" y="72"/>
                  </a:lnTo>
                  <a:lnTo>
                    <a:pt x="114" y="72"/>
                  </a:lnTo>
                  <a:lnTo>
                    <a:pt x="114" y="72"/>
                  </a:lnTo>
                  <a:lnTo>
                    <a:pt x="114" y="72"/>
                  </a:lnTo>
                  <a:lnTo>
                    <a:pt x="114" y="72"/>
                  </a:lnTo>
                  <a:lnTo>
                    <a:pt x="116" y="71"/>
                  </a:lnTo>
                  <a:lnTo>
                    <a:pt x="116" y="71"/>
                  </a:lnTo>
                  <a:lnTo>
                    <a:pt x="116" y="71"/>
                  </a:lnTo>
                  <a:lnTo>
                    <a:pt x="116" y="71"/>
                  </a:lnTo>
                  <a:lnTo>
                    <a:pt x="116" y="71"/>
                  </a:lnTo>
                  <a:lnTo>
                    <a:pt x="116" y="71"/>
                  </a:lnTo>
                  <a:lnTo>
                    <a:pt x="116" y="71"/>
                  </a:lnTo>
                  <a:lnTo>
                    <a:pt x="116" y="71"/>
                  </a:lnTo>
                  <a:lnTo>
                    <a:pt x="117" y="70"/>
                  </a:lnTo>
                  <a:lnTo>
                    <a:pt x="117" y="70"/>
                  </a:lnTo>
                  <a:lnTo>
                    <a:pt x="117" y="70"/>
                  </a:lnTo>
                  <a:lnTo>
                    <a:pt x="117" y="70"/>
                  </a:lnTo>
                  <a:lnTo>
                    <a:pt x="117" y="69"/>
                  </a:lnTo>
                  <a:lnTo>
                    <a:pt x="117" y="69"/>
                  </a:lnTo>
                  <a:lnTo>
                    <a:pt x="117" y="69"/>
                  </a:lnTo>
                  <a:lnTo>
                    <a:pt x="117" y="69"/>
                  </a:lnTo>
                  <a:lnTo>
                    <a:pt x="118" y="68"/>
                  </a:lnTo>
                  <a:lnTo>
                    <a:pt x="118" y="68"/>
                  </a:lnTo>
                  <a:lnTo>
                    <a:pt x="118" y="68"/>
                  </a:lnTo>
                  <a:lnTo>
                    <a:pt x="118" y="68"/>
                  </a:lnTo>
                  <a:lnTo>
                    <a:pt x="119" y="68"/>
                  </a:lnTo>
                  <a:lnTo>
                    <a:pt x="119" y="68"/>
                  </a:lnTo>
                  <a:lnTo>
                    <a:pt x="120" y="68"/>
                  </a:lnTo>
                  <a:lnTo>
                    <a:pt x="120" y="68"/>
                  </a:lnTo>
                  <a:lnTo>
                    <a:pt x="122" y="68"/>
                  </a:lnTo>
                  <a:lnTo>
                    <a:pt x="122" y="68"/>
                  </a:lnTo>
                  <a:lnTo>
                    <a:pt x="123" y="68"/>
                  </a:lnTo>
                  <a:lnTo>
                    <a:pt x="123" y="68"/>
                  </a:lnTo>
                  <a:lnTo>
                    <a:pt x="125" y="68"/>
                  </a:lnTo>
                  <a:lnTo>
                    <a:pt x="125" y="68"/>
                  </a:lnTo>
                  <a:lnTo>
                    <a:pt x="126" y="68"/>
                  </a:lnTo>
                  <a:lnTo>
                    <a:pt x="126" y="68"/>
                  </a:lnTo>
                  <a:lnTo>
                    <a:pt x="127" y="68"/>
                  </a:lnTo>
                  <a:lnTo>
                    <a:pt x="127" y="68"/>
                  </a:lnTo>
                  <a:lnTo>
                    <a:pt x="127" y="68"/>
                  </a:lnTo>
                  <a:lnTo>
                    <a:pt x="127" y="68"/>
                  </a:lnTo>
                  <a:lnTo>
                    <a:pt x="127" y="67"/>
                  </a:lnTo>
                  <a:lnTo>
                    <a:pt x="127" y="67"/>
                  </a:lnTo>
                  <a:lnTo>
                    <a:pt x="127" y="67"/>
                  </a:lnTo>
                  <a:lnTo>
                    <a:pt x="127" y="67"/>
                  </a:lnTo>
                  <a:lnTo>
                    <a:pt x="127" y="64"/>
                  </a:lnTo>
                  <a:lnTo>
                    <a:pt x="127" y="64"/>
                  </a:lnTo>
                  <a:lnTo>
                    <a:pt x="127" y="64"/>
                  </a:lnTo>
                  <a:lnTo>
                    <a:pt x="127" y="64"/>
                  </a:lnTo>
                  <a:lnTo>
                    <a:pt x="127" y="62"/>
                  </a:lnTo>
                  <a:lnTo>
                    <a:pt x="127" y="62"/>
                  </a:lnTo>
                  <a:lnTo>
                    <a:pt x="127" y="62"/>
                  </a:lnTo>
                  <a:lnTo>
                    <a:pt x="127" y="62"/>
                  </a:lnTo>
                  <a:lnTo>
                    <a:pt x="127" y="60"/>
                  </a:lnTo>
                  <a:lnTo>
                    <a:pt x="125" y="60"/>
                  </a:lnTo>
                  <a:lnTo>
                    <a:pt x="125" y="60"/>
                  </a:lnTo>
                  <a:lnTo>
                    <a:pt x="124" y="60"/>
                  </a:lnTo>
                  <a:lnTo>
                    <a:pt x="124" y="59"/>
                  </a:lnTo>
                  <a:lnTo>
                    <a:pt x="122" y="59"/>
                  </a:lnTo>
                  <a:lnTo>
                    <a:pt x="122" y="59"/>
                  </a:lnTo>
                  <a:lnTo>
                    <a:pt x="122" y="59"/>
                  </a:lnTo>
                  <a:lnTo>
                    <a:pt x="122" y="57"/>
                  </a:lnTo>
                  <a:lnTo>
                    <a:pt x="120" y="57"/>
                  </a:lnTo>
                  <a:lnTo>
                    <a:pt x="120" y="57"/>
                  </a:lnTo>
                  <a:lnTo>
                    <a:pt x="120" y="57"/>
                  </a:lnTo>
                  <a:lnTo>
                    <a:pt x="120" y="56"/>
                  </a:lnTo>
                  <a:lnTo>
                    <a:pt x="119" y="56"/>
                  </a:lnTo>
                  <a:lnTo>
                    <a:pt x="119" y="56"/>
                  </a:lnTo>
                  <a:lnTo>
                    <a:pt x="119" y="56"/>
                  </a:lnTo>
                  <a:lnTo>
                    <a:pt x="119" y="54"/>
                  </a:lnTo>
                  <a:lnTo>
                    <a:pt x="117" y="54"/>
                  </a:lnTo>
                  <a:lnTo>
                    <a:pt x="117" y="54"/>
                  </a:lnTo>
                  <a:lnTo>
                    <a:pt x="117" y="54"/>
                  </a:lnTo>
                  <a:lnTo>
                    <a:pt x="117" y="54"/>
                  </a:lnTo>
                  <a:lnTo>
                    <a:pt x="117" y="54"/>
                  </a:lnTo>
                  <a:lnTo>
                    <a:pt x="117" y="54"/>
                  </a:lnTo>
                  <a:lnTo>
                    <a:pt x="117" y="54"/>
                  </a:lnTo>
                  <a:lnTo>
                    <a:pt x="117" y="53"/>
                  </a:lnTo>
                  <a:lnTo>
                    <a:pt x="116" y="53"/>
                  </a:lnTo>
                  <a:lnTo>
                    <a:pt x="116" y="53"/>
                  </a:lnTo>
                  <a:lnTo>
                    <a:pt x="116" y="53"/>
                  </a:lnTo>
                  <a:lnTo>
                    <a:pt x="116" y="52"/>
                  </a:lnTo>
                  <a:lnTo>
                    <a:pt x="116" y="52"/>
                  </a:lnTo>
                  <a:lnTo>
                    <a:pt x="116" y="52"/>
                  </a:lnTo>
                  <a:lnTo>
                    <a:pt x="116" y="52"/>
                  </a:lnTo>
                  <a:lnTo>
                    <a:pt x="116" y="51"/>
                  </a:lnTo>
                  <a:lnTo>
                    <a:pt x="116" y="51"/>
                  </a:lnTo>
                  <a:lnTo>
                    <a:pt x="116" y="51"/>
                  </a:lnTo>
                  <a:lnTo>
                    <a:pt x="116" y="51"/>
                  </a:lnTo>
                  <a:lnTo>
                    <a:pt x="117" y="51"/>
                  </a:lnTo>
                  <a:lnTo>
                    <a:pt x="117" y="51"/>
                  </a:lnTo>
                  <a:lnTo>
                    <a:pt x="119" y="51"/>
                  </a:lnTo>
                  <a:lnTo>
                    <a:pt x="119" y="51"/>
                  </a:lnTo>
                  <a:lnTo>
                    <a:pt x="121" y="50"/>
                  </a:lnTo>
                  <a:lnTo>
                    <a:pt x="121" y="50"/>
                  </a:lnTo>
                  <a:lnTo>
                    <a:pt x="123" y="50"/>
                  </a:lnTo>
                  <a:lnTo>
                    <a:pt x="123" y="50"/>
                  </a:lnTo>
                  <a:lnTo>
                    <a:pt x="125" y="50"/>
                  </a:lnTo>
                  <a:lnTo>
                    <a:pt x="125" y="50"/>
                  </a:lnTo>
                  <a:lnTo>
                    <a:pt x="126" y="50"/>
                  </a:lnTo>
                  <a:lnTo>
                    <a:pt x="126" y="50"/>
                  </a:lnTo>
                  <a:lnTo>
                    <a:pt x="127" y="47"/>
                  </a:lnTo>
                  <a:lnTo>
                    <a:pt x="126" y="47"/>
                  </a:lnTo>
                  <a:lnTo>
                    <a:pt x="126" y="47"/>
                  </a:lnTo>
                  <a:lnTo>
                    <a:pt x="126" y="47"/>
                  </a:lnTo>
                  <a:lnTo>
                    <a:pt x="126" y="47"/>
                  </a:lnTo>
                  <a:lnTo>
                    <a:pt x="126" y="47"/>
                  </a:lnTo>
                  <a:lnTo>
                    <a:pt x="126" y="47"/>
                  </a:lnTo>
                  <a:lnTo>
                    <a:pt x="126" y="47"/>
                  </a:lnTo>
                  <a:lnTo>
                    <a:pt x="126" y="46"/>
                  </a:lnTo>
                  <a:lnTo>
                    <a:pt x="125" y="46"/>
                  </a:lnTo>
                  <a:lnTo>
                    <a:pt x="125" y="46"/>
                  </a:lnTo>
                  <a:lnTo>
                    <a:pt x="125" y="46"/>
                  </a:lnTo>
                  <a:lnTo>
                    <a:pt x="125" y="46"/>
                  </a:lnTo>
                  <a:lnTo>
                    <a:pt x="125" y="46"/>
                  </a:lnTo>
                  <a:lnTo>
                    <a:pt x="125" y="46"/>
                  </a:lnTo>
                  <a:lnTo>
                    <a:pt x="125" y="46"/>
                  </a:lnTo>
                  <a:lnTo>
                    <a:pt x="125" y="44"/>
                  </a:lnTo>
                  <a:lnTo>
                    <a:pt x="123" y="44"/>
                  </a:lnTo>
                  <a:lnTo>
                    <a:pt x="123" y="44"/>
                  </a:lnTo>
                  <a:lnTo>
                    <a:pt x="123" y="44"/>
                  </a:lnTo>
                  <a:lnTo>
                    <a:pt x="123" y="44"/>
                  </a:lnTo>
                  <a:lnTo>
                    <a:pt x="121" y="44"/>
                  </a:lnTo>
                  <a:lnTo>
                    <a:pt x="121" y="44"/>
                  </a:lnTo>
                  <a:lnTo>
                    <a:pt x="121" y="44"/>
                  </a:lnTo>
                  <a:lnTo>
                    <a:pt x="121" y="42"/>
                  </a:lnTo>
                  <a:lnTo>
                    <a:pt x="119" y="42"/>
                  </a:lnTo>
                  <a:lnTo>
                    <a:pt x="119" y="42"/>
                  </a:lnTo>
                  <a:lnTo>
                    <a:pt x="119" y="42"/>
                  </a:lnTo>
                  <a:lnTo>
                    <a:pt x="119" y="42"/>
                  </a:lnTo>
                  <a:lnTo>
                    <a:pt x="118" y="42"/>
                  </a:lnTo>
                  <a:lnTo>
                    <a:pt x="118" y="42"/>
                  </a:lnTo>
                  <a:lnTo>
                    <a:pt x="118" y="42"/>
                  </a:lnTo>
                  <a:lnTo>
                    <a:pt x="118" y="40"/>
                  </a:lnTo>
                  <a:lnTo>
                    <a:pt x="116" y="40"/>
                  </a:lnTo>
                  <a:lnTo>
                    <a:pt x="116" y="40"/>
                  </a:lnTo>
                  <a:lnTo>
                    <a:pt x="116" y="40"/>
                  </a:lnTo>
                  <a:lnTo>
                    <a:pt x="116" y="40"/>
                  </a:lnTo>
                  <a:lnTo>
                    <a:pt x="116" y="40"/>
                  </a:lnTo>
                  <a:lnTo>
                    <a:pt x="116" y="40"/>
                  </a:lnTo>
                  <a:lnTo>
                    <a:pt x="116" y="40"/>
                  </a:lnTo>
                  <a:lnTo>
                    <a:pt x="116" y="38"/>
                  </a:lnTo>
                  <a:lnTo>
                    <a:pt x="114" y="38"/>
                  </a:lnTo>
                  <a:lnTo>
                    <a:pt x="114" y="38"/>
                  </a:lnTo>
                  <a:lnTo>
                    <a:pt x="114" y="38"/>
                  </a:lnTo>
                  <a:lnTo>
                    <a:pt x="114" y="37"/>
                  </a:lnTo>
                  <a:lnTo>
                    <a:pt x="114" y="37"/>
                  </a:lnTo>
                  <a:lnTo>
                    <a:pt x="114" y="37"/>
                  </a:lnTo>
                  <a:lnTo>
                    <a:pt x="114" y="37"/>
                  </a:lnTo>
                  <a:lnTo>
                    <a:pt x="114" y="35"/>
                  </a:lnTo>
                  <a:lnTo>
                    <a:pt x="113" y="37"/>
                  </a:lnTo>
                  <a:lnTo>
                    <a:pt x="113" y="37"/>
                  </a:lnTo>
                  <a:lnTo>
                    <a:pt x="113" y="37"/>
                  </a:lnTo>
                  <a:lnTo>
                    <a:pt x="113" y="37"/>
                  </a:lnTo>
                  <a:lnTo>
                    <a:pt x="111" y="37"/>
                  </a:lnTo>
                  <a:lnTo>
                    <a:pt x="111" y="37"/>
                  </a:lnTo>
                  <a:lnTo>
                    <a:pt x="111" y="37"/>
                  </a:lnTo>
                  <a:lnTo>
                    <a:pt x="111" y="37"/>
                  </a:lnTo>
                  <a:lnTo>
                    <a:pt x="110" y="38"/>
                  </a:lnTo>
                  <a:lnTo>
                    <a:pt x="110" y="38"/>
                  </a:lnTo>
                  <a:lnTo>
                    <a:pt x="110" y="38"/>
                  </a:lnTo>
                  <a:lnTo>
                    <a:pt x="110" y="38"/>
                  </a:lnTo>
                  <a:lnTo>
                    <a:pt x="110" y="38"/>
                  </a:lnTo>
                  <a:lnTo>
                    <a:pt x="110" y="38"/>
                  </a:lnTo>
                  <a:lnTo>
                    <a:pt x="110" y="38"/>
                  </a:lnTo>
                  <a:lnTo>
                    <a:pt x="110" y="38"/>
                  </a:lnTo>
                  <a:lnTo>
                    <a:pt x="108" y="38"/>
                  </a:lnTo>
                  <a:lnTo>
                    <a:pt x="108" y="37"/>
                  </a:lnTo>
                  <a:lnTo>
                    <a:pt x="108" y="37"/>
                  </a:lnTo>
                  <a:lnTo>
                    <a:pt x="108" y="35"/>
                  </a:lnTo>
                  <a:lnTo>
                    <a:pt x="108" y="35"/>
                  </a:lnTo>
                  <a:lnTo>
                    <a:pt x="108" y="33"/>
                  </a:lnTo>
                  <a:lnTo>
                    <a:pt x="108" y="33"/>
                  </a:lnTo>
                  <a:lnTo>
                    <a:pt x="108" y="31"/>
                  </a:lnTo>
                  <a:lnTo>
                    <a:pt x="108" y="31"/>
                  </a:lnTo>
                  <a:lnTo>
                    <a:pt x="108" y="30"/>
                  </a:lnTo>
                  <a:lnTo>
                    <a:pt x="108" y="30"/>
                  </a:lnTo>
                  <a:lnTo>
                    <a:pt x="108" y="28"/>
                  </a:lnTo>
                  <a:lnTo>
                    <a:pt x="108" y="28"/>
                  </a:lnTo>
                  <a:lnTo>
                    <a:pt x="108" y="25"/>
                  </a:lnTo>
                  <a:lnTo>
                    <a:pt x="108" y="25"/>
                  </a:lnTo>
                  <a:lnTo>
                    <a:pt x="109" y="24"/>
                  </a:lnTo>
                  <a:lnTo>
                    <a:pt x="109" y="24"/>
                  </a:lnTo>
                  <a:lnTo>
                    <a:pt x="109" y="24"/>
                  </a:lnTo>
                  <a:lnTo>
                    <a:pt x="109" y="24"/>
                  </a:lnTo>
                  <a:lnTo>
                    <a:pt x="110" y="22"/>
                  </a:lnTo>
                  <a:lnTo>
                    <a:pt x="110" y="22"/>
                  </a:lnTo>
                  <a:lnTo>
                    <a:pt x="110" y="22"/>
                  </a:lnTo>
                  <a:lnTo>
                    <a:pt x="110" y="22"/>
                  </a:lnTo>
                  <a:lnTo>
                    <a:pt x="111" y="20"/>
                  </a:lnTo>
                  <a:lnTo>
                    <a:pt x="111" y="20"/>
                  </a:lnTo>
                  <a:lnTo>
                    <a:pt x="111" y="20"/>
                  </a:lnTo>
                  <a:lnTo>
                    <a:pt x="111" y="20"/>
                  </a:lnTo>
                  <a:lnTo>
                    <a:pt x="113" y="18"/>
                  </a:lnTo>
                  <a:lnTo>
                    <a:pt x="113" y="18"/>
                  </a:lnTo>
                  <a:lnTo>
                    <a:pt x="113" y="17"/>
                  </a:lnTo>
                  <a:lnTo>
                    <a:pt x="113" y="17"/>
                  </a:lnTo>
                  <a:lnTo>
                    <a:pt x="114" y="15"/>
                  </a:lnTo>
                  <a:lnTo>
                    <a:pt x="114" y="15"/>
                  </a:lnTo>
                  <a:lnTo>
                    <a:pt x="114" y="15"/>
                  </a:lnTo>
                  <a:lnTo>
                    <a:pt x="114" y="15"/>
                  </a:lnTo>
                  <a:lnTo>
                    <a:pt x="114" y="15"/>
                  </a:lnTo>
                  <a:lnTo>
                    <a:pt x="114" y="15"/>
                  </a:lnTo>
                  <a:lnTo>
                    <a:pt x="114" y="14"/>
                  </a:lnTo>
                  <a:lnTo>
                    <a:pt x="114" y="14"/>
                  </a:lnTo>
                  <a:lnTo>
                    <a:pt x="114" y="12"/>
                  </a:lnTo>
                  <a:lnTo>
                    <a:pt x="114" y="12"/>
                  </a:lnTo>
                  <a:lnTo>
                    <a:pt x="114" y="12"/>
                  </a:lnTo>
                  <a:lnTo>
                    <a:pt x="114" y="12"/>
                  </a:lnTo>
                  <a:lnTo>
                    <a:pt x="114" y="10"/>
                  </a:lnTo>
                  <a:lnTo>
                    <a:pt x="114" y="10"/>
                  </a:lnTo>
                  <a:lnTo>
                    <a:pt x="114" y="9"/>
                  </a:lnTo>
                  <a:lnTo>
                    <a:pt x="114" y="9"/>
                  </a:lnTo>
                  <a:lnTo>
                    <a:pt x="114" y="7"/>
                  </a:lnTo>
                  <a:lnTo>
                    <a:pt x="112" y="7"/>
                  </a:lnTo>
                  <a:lnTo>
                    <a:pt x="112" y="7"/>
                  </a:lnTo>
                  <a:lnTo>
                    <a:pt x="111" y="7"/>
                  </a:lnTo>
                  <a:lnTo>
                    <a:pt x="111" y="7"/>
                  </a:lnTo>
                  <a:lnTo>
                    <a:pt x="109" y="7"/>
                  </a:lnTo>
                  <a:lnTo>
                    <a:pt x="109" y="7"/>
                  </a:lnTo>
                  <a:lnTo>
                    <a:pt x="108" y="7"/>
                  </a:lnTo>
                  <a:lnTo>
                    <a:pt x="108" y="7"/>
                  </a:lnTo>
                  <a:lnTo>
                    <a:pt x="106" y="7"/>
                  </a:lnTo>
                  <a:lnTo>
                    <a:pt x="106" y="7"/>
                  </a:lnTo>
                  <a:lnTo>
                    <a:pt x="104" y="7"/>
                  </a:lnTo>
                  <a:lnTo>
                    <a:pt x="104" y="7"/>
                  </a:lnTo>
                  <a:lnTo>
                    <a:pt x="104" y="7"/>
                  </a:lnTo>
                  <a:lnTo>
                    <a:pt x="104" y="7"/>
                  </a:lnTo>
                  <a:lnTo>
                    <a:pt x="104" y="7"/>
                  </a:lnTo>
                  <a:lnTo>
                    <a:pt x="104" y="7"/>
                  </a:lnTo>
                  <a:lnTo>
                    <a:pt x="104" y="7"/>
                  </a:lnTo>
                  <a:lnTo>
                    <a:pt x="104" y="9"/>
                  </a:lnTo>
                  <a:lnTo>
                    <a:pt x="104" y="9"/>
                  </a:lnTo>
                  <a:lnTo>
                    <a:pt x="104" y="9"/>
                  </a:lnTo>
                  <a:lnTo>
                    <a:pt x="104" y="9"/>
                  </a:lnTo>
                  <a:lnTo>
                    <a:pt x="104" y="10"/>
                  </a:lnTo>
                  <a:lnTo>
                    <a:pt x="104" y="10"/>
                  </a:lnTo>
                  <a:lnTo>
                    <a:pt x="104" y="10"/>
                  </a:lnTo>
                  <a:lnTo>
                    <a:pt x="104" y="10"/>
                  </a:lnTo>
                  <a:lnTo>
                    <a:pt x="104" y="11"/>
                  </a:lnTo>
                  <a:lnTo>
                    <a:pt x="104" y="11"/>
                  </a:lnTo>
                  <a:lnTo>
                    <a:pt x="104" y="11"/>
                  </a:lnTo>
                  <a:lnTo>
                    <a:pt x="104" y="11"/>
                  </a:lnTo>
                  <a:lnTo>
                    <a:pt x="104" y="11"/>
                  </a:lnTo>
                  <a:lnTo>
                    <a:pt x="104" y="11"/>
                  </a:lnTo>
                  <a:lnTo>
                    <a:pt x="104" y="11"/>
                  </a:lnTo>
                  <a:lnTo>
                    <a:pt x="104" y="11"/>
                  </a:lnTo>
                  <a:lnTo>
                    <a:pt x="102" y="12"/>
                  </a:lnTo>
                  <a:lnTo>
                    <a:pt x="102" y="12"/>
                  </a:lnTo>
                  <a:lnTo>
                    <a:pt x="102" y="12"/>
                  </a:lnTo>
                  <a:lnTo>
                    <a:pt x="102" y="12"/>
                  </a:lnTo>
                  <a:lnTo>
                    <a:pt x="100" y="12"/>
                  </a:lnTo>
                  <a:lnTo>
                    <a:pt x="100" y="12"/>
                  </a:lnTo>
                  <a:lnTo>
                    <a:pt x="100" y="12"/>
                  </a:lnTo>
                  <a:lnTo>
                    <a:pt x="100" y="12"/>
                  </a:lnTo>
                  <a:lnTo>
                    <a:pt x="98" y="12"/>
                  </a:lnTo>
                  <a:lnTo>
                    <a:pt x="98" y="12"/>
                  </a:lnTo>
                  <a:lnTo>
                    <a:pt x="98" y="12"/>
                  </a:lnTo>
                  <a:lnTo>
                    <a:pt x="98" y="12"/>
                  </a:lnTo>
                  <a:lnTo>
                    <a:pt x="97" y="12"/>
                  </a:lnTo>
                  <a:lnTo>
                    <a:pt x="97" y="12"/>
                  </a:lnTo>
                  <a:lnTo>
                    <a:pt x="97" y="12"/>
                  </a:lnTo>
                  <a:lnTo>
                    <a:pt x="97" y="11"/>
                  </a:lnTo>
                  <a:lnTo>
                    <a:pt x="95" y="11"/>
                  </a:lnTo>
                  <a:lnTo>
                    <a:pt x="95" y="11"/>
                  </a:lnTo>
                  <a:lnTo>
                    <a:pt x="95" y="11"/>
                  </a:lnTo>
                  <a:lnTo>
                    <a:pt x="95" y="11"/>
                  </a:lnTo>
                  <a:lnTo>
                    <a:pt x="95" y="11"/>
                  </a:lnTo>
                  <a:lnTo>
                    <a:pt x="95" y="11"/>
                  </a:lnTo>
                  <a:lnTo>
                    <a:pt x="95" y="11"/>
                  </a:lnTo>
                  <a:lnTo>
                    <a:pt x="95" y="9"/>
                  </a:lnTo>
                  <a:lnTo>
                    <a:pt x="95" y="9"/>
                  </a:lnTo>
                  <a:lnTo>
                    <a:pt x="95" y="9"/>
                  </a:lnTo>
                  <a:lnTo>
                    <a:pt x="95" y="9"/>
                  </a:lnTo>
                  <a:lnTo>
                    <a:pt x="95" y="7"/>
                  </a:lnTo>
                  <a:lnTo>
                    <a:pt x="95" y="7"/>
                  </a:lnTo>
                  <a:lnTo>
                    <a:pt x="95" y="6"/>
                  </a:lnTo>
                  <a:lnTo>
                    <a:pt x="95" y="6"/>
                  </a:lnTo>
                  <a:lnTo>
                    <a:pt x="95" y="4"/>
                  </a:lnTo>
                  <a:lnTo>
                    <a:pt x="93" y="4"/>
                  </a:lnTo>
                  <a:lnTo>
                    <a:pt x="93" y="4"/>
                  </a:lnTo>
                  <a:lnTo>
                    <a:pt x="92" y="4"/>
                  </a:lnTo>
                  <a:lnTo>
                    <a:pt x="92" y="4"/>
                  </a:lnTo>
                  <a:lnTo>
                    <a:pt x="91" y="4"/>
                  </a:lnTo>
                  <a:lnTo>
                    <a:pt x="91" y="4"/>
                  </a:lnTo>
                  <a:lnTo>
                    <a:pt x="91" y="4"/>
                  </a:lnTo>
                  <a:lnTo>
                    <a:pt x="91" y="3"/>
                  </a:lnTo>
                  <a:lnTo>
                    <a:pt x="89" y="3"/>
                  </a:lnTo>
                  <a:lnTo>
                    <a:pt x="89" y="3"/>
                  </a:lnTo>
                  <a:lnTo>
                    <a:pt x="89" y="3"/>
                  </a:lnTo>
                  <a:lnTo>
                    <a:pt x="89" y="3"/>
                  </a:lnTo>
                  <a:lnTo>
                    <a:pt x="89" y="3"/>
                  </a:lnTo>
                  <a:lnTo>
                    <a:pt x="89" y="3"/>
                  </a:lnTo>
                  <a:lnTo>
                    <a:pt x="89" y="3"/>
                  </a:lnTo>
                  <a:lnTo>
                    <a:pt x="89" y="2"/>
                  </a:lnTo>
                  <a:lnTo>
                    <a:pt x="87" y="3"/>
                  </a:lnTo>
                  <a:lnTo>
                    <a:pt x="87" y="3"/>
                  </a:lnTo>
                  <a:lnTo>
                    <a:pt x="87" y="3"/>
                  </a:lnTo>
                  <a:lnTo>
                    <a:pt x="87" y="3"/>
                  </a:lnTo>
                  <a:lnTo>
                    <a:pt x="87" y="3"/>
                  </a:lnTo>
                  <a:lnTo>
                    <a:pt x="87" y="3"/>
                  </a:lnTo>
                  <a:lnTo>
                    <a:pt x="87" y="3"/>
                  </a:lnTo>
                  <a:lnTo>
                    <a:pt x="87" y="3"/>
                  </a:lnTo>
                  <a:lnTo>
                    <a:pt x="85" y="4"/>
                  </a:lnTo>
                  <a:lnTo>
                    <a:pt x="85" y="4"/>
                  </a:lnTo>
                  <a:lnTo>
                    <a:pt x="85" y="4"/>
                  </a:lnTo>
                  <a:lnTo>
                    <a:pt x="85" y="4"/>
                  </a:lnTo>
                  <a:lnTo>
                    <a:pt x="85" y="4"/>
                  </a:lnTo>
                  <a:lnTo>
                    <a:pt x="85" y="4"/>
                  </a:lnTo>
                  <a:lnTo>
                    <a:pt x="85" y="4"/>
                  </a:lnTo>
                  <a:lnTo>
                    <a:pt x="85" y="4"/>
                  </a:lnTo>
                  <a:lnTo>
                    <a:pt x="83" y="4"/>
                  </a:lnTo>
                  <a:lnTo>
                    <a:pt x="83" y="4"/>
                  </a:lnTo>
                  <a:lnTo>
                    <a:pt x="83" y="4"/>
                  </a:lnTo>
                  <a:lnTo>
                    <a:pt x="83" y="4"/>
                  </a:lnTo>
                  <a:lnTo>
                    <a:pt x="83" y="4"/>
                  </a:lnTo>
                  <a:lnTo>
                    <a:pt x="83" y="4"/>
                  </a:lnTo>
                  <a:lnTo>
                    <a:pt x="83" y="4"/>
                  </a:lnTo>
                  <a:lnTo>
                    <a:pt x="83" y="3"/>
                  </a:lnTo>
                  <a:lnTo>
                    <a:pt x="82" y="3"/>
                  </a:lnTo>
                  <a:lnTo>
                    <a:pt x="82" y="3"/>
                  </a:lnTo>
                  <a:lnTo>
                    <a:pt x="82" y="3"/>
                  </a:lnTo>
                  <a:lnTo>
                    <a:pt x="82" y="3"/>
                  </a:lnTo>
                  <a:lnTo>
                    <a:pt x="82" y="3"/>
                  </a:lnTo>
                  <a:lnTo>
                    <a:pt x="82" y="3"/>
                  </a:lnTo>
                  <a:lnTo>
                    <a:pt x="82" y="3"/>
                  </a:lnTo>
                  <a:lnTo>
                    <a:pt x="82" y="2"/>
                  </a:lnTo>
                  <a:lnTo>
                    <a:pt x="81" y="2"/>
                  </a:lnTo>
                  <a:lnTo>
                    <a:pt x="81" y="2"/>
                  </a:lnTo>
                  <a:lnTo>
                    <a:pt x="81" y="2"/>
                  </a:lnTo>
                  <a:lnTo>
                    <a:pt x="81" y="2"/>
                  </a:lnTo>
                  <a:lnTo>
                    <a:pt x="80" y="2"/>
                  </a:lnTo>
                  <a:lnTo>
                    <a:pt x="80" y="2"/>
                  </a:lnTo>
                  <a:lnTo>
                    <a:pt x="80" y="2"/>
                  </a:lnTo>
                  <a:lnTo>
                    <a:pt x="80" y="2"/>
                  </a:lnTo>
                  <a:lnTo>
                    <a:pt x="79" y="2"/>
                  </a:lnTo>
                  <a:lnTo>
                    <a:pt x="79" y="2"/>
                  </a:lnTo>
                  <a:lnTo>
                    <a:pt x="79" y="2"/>
                  </a:lnTo>
                  <a:lnTo>
                    <a:pt x="79" y="2"/>
                  </a:lnTo>
                  <a:lnTo>
                    <a:pt x="79" y="2"/>
                  </a:lnTo>
                  <a:lnTo>
                    <a:pt x="79" y="2"/>
                  </a:lnTo>
                  <a:lnTo>
                    <a:pt x="79" y="2"/>
                  </a:lnTo>
                  <a:lnTo>
                    <a:pt x="79" y="2"/>
                  </a:lnTo>
                  <a:lnTo>
                    <a:pt x="77" y="3"/>
                  </a:lnTo>
                  <a:lnTo>
                    <a:pt x="77" y="3"/>
                  </a:lnTo>
                  <a:lnTo>
                    <a:pt x="77" y="3"/>
                  </a:lnTo>
                  <a:lnTo>
                    <a:pt x="77" y="3"/>
                  </a:lnTo>
                  <a:lnTo>
                    <a:pt x="77" y="5"/>
                  </a:lnTo>
                  <a:lnTo>
                    <a:pt x="77" y="5"/>
                  </a:lnTo>
                  <a:lnTo>
                    <a:pt x="77" y="5"/>
                  </a:lnTo>
                  <a:lnTo>
                    <a:pt x="77" y="5"/>
                  </a:lnTo>
                  <a:lnTo>
                    <a:pt x="75" y="6"/>
                  </a:lnTo>
                  <a:lnTo>
                    <a:pt x="75" y="6"/>
                  </a:lnTo>
                  <a:lnTo>
                    <a:pt x="75" y="6"/>
                  </a:lnTo>
                  <a:lnTo>
                    <a:pt x="75" y="6"/>
                  </a:lnTo>
                  <a:lnTo>
                    <a:pt x="75" y="6"/>
                  </a:lnTo>
                  <a:lnTo>
                    <a:pt x="75" y="6"/>
                  </a:lnTo>
                  <a:lnTo>
                    <a:pt x="75" y="6"/>
                  </a:lnTo>
                  <a:lnTo>
                    <a:pt x="75" y="6"/>
                  </a:lnTo>
                  <a:lnTo>
                    <a:pt x="73" y="6"/>
                  </a:lnTo>
                  <a:lnTo>
                    <a:pt x="73" y="6"/>
                  </a:lnTo>
                  <a:lnTo>
                    <a:pt x="73" y="6"/>
                  </a:lnTo>
                  <a:lnTo>
                    <a:pt x="73" y="6"/>
                  </a:lnTo>
                  <a:lnTo>
                    <a:pt x="73" y="6"/>
                  </a:lnTo>
                  <a:lnTo>
                    <a:pt x="73" y="6"/>
                  </a:lnTo>
                  <a:lnTo>
                    <a:pt x="73" y="6"/>
                  </a:lnTo>
                  <a:lnTo>
                    <a:pt x="73" y="3"/>
                  </a:lnTo>
                  <a:lnTo>
                    <a:pt x="71" y="3"/>
                  </a:lnTo>
                  <a:lnTo>
                    <a:pt x="71" y="3"/>
                  </a:lnTo>
                  <a:lnTo>
                    <a:pt x="71" y="3"/>
                  </a:lnTo>
                  <a:lnTo>
                    <a:pt x="71" y="2"/>
                  </a:lnTo>
                  <a:lnTo>
                    <a:pt x="71" y="2"/>
                  </a:lnTo>
                  <a:lnTo>
                    <a:pt x="71" y="2"/>
                  </a:lnTo>
                  <a:lnTo>
                    <a:pt x="71" y="2"/>
                  </a:lnTo>
                  <a:lnTo>
                    <a:pt x="71" y="0"/>
                  </a:lnTo>
                  <a:lnTo>
                    <a:pt x="69" y="2"/>
                  </a:lnTo>
                  <a:lnTo>
                    <a:pt x="69" y="2"/>
                  </a:lnTo>
                  <a:lnTo>
                    <a:pt x="69" y="2"/>
                  </a:lnTo>
                  <a:lnTo>
                    <a:pt x="69" y="2"/>
                  </a:lnTo>
                  <a:lnTo>
                    <a:pt x="67" y="4"/>
                  </a:lnTo>
                  <a:lnTo>
                    <a:pt x="67" y="4"/>
                  </a:lnTo>
                  <a:lnTo>
                    <a:pt x="67" y="4"/>
                  </a:lnTo>
                  <a:lnTo>
                    <a:pt x="67" y="4"/>
                  </a:lnTo>
                  <a:lnTo>
                    <a:pt x="65" y="6"/>
                  </a:lnTo>
                  <a:lnTo>
                    <a:pt x="65" y="6"/>
                  </a:lnTo>
                  <a:lnTo>
                    <a:pt x="65" y="6"/>
                  </a:lnTo>
                  <a:lnTo>
                    <a:pt x="65" y="6"/>
                  </a:lnTo>
                  <a:lnTo>
                    <a:pt x="64" y="7"/>
                  </a:lnTo>
                  <a:lnTo>
                    <a:pt x="64" y="7"/>
                  </a:lnTo>
                  <a:lnTo>
                    <a:pt x="64" y="7"/>
                  </a:lnTo>
                  <a:lnTo>
                    <a:pt x="64" y="7"/>
                  </a:lnTo>
                  <a:lnTo>
                    <a:pt x="62" y="7"/>
                  </a:lnTo>
                  <a:lnTo>
                    <a:pt x="62" y="7"/>
                  </a:lnTo>
                  <a:lnTo>
                    <a:pt x="62" y="7"/>
                  </a:lnTo>
                  <a:lnTo>
                    <a:pt x="62" y="7"/>
                  </a:lnTo>
                  <a:lnTo>
                    <a:pt x="61" y="7"/>
                  </a:lnTo>
                  <a:lnTo>
                    <a:pt x="61" y="7"/>
                  </a:lnTo>
                  <a:lnTo>
                    <a:pt x="61" y="7"/>
                  </a:lnTo>
                  <a:lnTo>
                    <a:pt x="61" y="6"/>
                  </a:lnTo>
                  <a:lnTo>
                    <a:pt x="60" y="6"/>
                  </a:lnTo>
                  <a:lnTo>
                    <a:pt x="60" y="6"/>
                  </a:lnTo>
                  <a:lnTo>
                    <a:pt x="60" y="6"/>
                  </a:lnTo>
                  <a:lnTo>
                    <a:pt x="60" y="5"/>
                  </a:lnTo>
                  <a:lnTo>
                    <a:pt x="60" y="5"/>
                  </a:lnTo>
                  <a:lnTo>
                    <a:pt x="60" y="5"/>
                  </a:lnTo>
                  <a:lnTo>
                    <a:pt x="60" y="5"/>
                  </a:lnTo>
                  <a:lnTo>
                    <a:pt x="60" y="3"/>
                  </a:lnTo>
                  <a:lnTo>
                    <a:pt x="58" y="4"/>
                  </a:lnTo>
                  <a:lnTo>
                    <a:pt x="57" y="4"/>
                  </a:lnTo>
                  <a:lnTo>
                    <a:pt x="55" y="4"/>
                  </a:lnTo>
                  <a:lnTo>
                    <a:pt x="55" y="4"/>
                  </a:lnTo>
                  <a:lnTo>
                    <a:pt x="53" y="5"/>
                  </a:lnTo>
                  <a:lnTo>
                    <a:pt x="52" y="5"/>
                  </a:lnTo>
                  <a:lnTo>
                    <a:pt x="50" y="5"/>
                  </a:lnTo>
                  <a:lnTo>
                    <a:pt x="50" y="5"/>
                  </a:lnTo>
                  <a:lnTo>
                    <a:pt x="48" y="6"/>
                  </a:lnTo>
                  <a:lnTo>
                    <a:pt x="46" y="6"/>
                  </a:lnTo>
                  <a:lnTo>
                    <a:pt x="44" y="6"/>
                  </a:lnTo>
                  <a:lnTo>
                    <a:pt x="44" y="6"/>
                  </a:lnTo>
                  <a:lnTo>
                    <a:pt x="42" y="6"/>
                  </a:lnTo>
                  <a:lnTo>
                    <a:pt x="42" y="6"/>
                  </a:lnTo>
                  <a:lnTo>
                    <a:pt x="41" y="6"/>
                  </a:lnTo>
                  <a:lnTo>
                    <a:pt x="41" y="4"/>
                  </a:lnTo>
                  <a:lnTo>
                    <a:pt x="39" y="4"/>
                  </a:lnTo>
                  <a:lnTo>
                    <a:pt x="39" y="4"/>
                  </a:lnTo>
                  <a:lnTo>
                    <a:pt x="39" y="4"/>
                  </a:lnTo>
                  <a:lnTo>
                    <a:pt x="39" y="4"/>
                  </a:lnTo>
                  <a:lnTo>
                    <a:pt x="39" y="4"/>
                  </a:lnTo>
                  <a:lnTo>
                    <a:pt x="39" y="4"/>
                  </a:lnTo>
                  <a:lnTo>
                    <a:pt x="39" y="4"/>
                  </a:lnTo>
                  <a:lnTo>
                    <a:pt x="39" y="3"/>
                  </a:lnTo>
                  <a:lnTo>
                    <a:pt x="38" y="3"/>
                  </a:lnTo>
                  <a:lnTo>
                    <a:pt x="38" y="3"/>
                  </a:lnTo>
                  <a:lnTo>
                    <a:pt x="38" y="3"/>
                  </a:lnTo>
                  <a:lnTo>
                    <a:pt x="38" y="2"/>
                  </a:lnTo>
                  <a:lnTo>
                    <a:pt x="38" y="2"/>
                  </a:lnTo>
                  <a:lnTo>
                    <a:pt x="38" y="2"/>
                  </a:lnTo>
                  <a:lnTo>
                    <a:pt x="38" y="2"/>
                  </a:lnTo>
                  <a:lnTo>
                    <a:pt x="38" y="0"/>
                  </a:lnTo>
                  <a:lnTo>
                    <a:pt x="36" y="0"/>
                  </a:lnTo>
                  <a:lnTo>
                    <a:pt x="36" y="0"/>
                  </a:lnTo>
                  <a:lnTo>
                    <a:pt x="36" y="0"/>
                  </a:lnTo>
                  <a:lnTo>
                    <a:pt x="36" y="0"/>
                  </a:lnTo>
                  <a:lnTo>
                    <a:pt x="35" y="0"/>
                  </a:lnTo>
                  <a:lnTo>
                    <a:pt x="35" y="0"/>
                  </a:lnTo>
                  <a:lnTo>
                    <a:pt x="35" y="0"/>
                  </a:lnTo>
                  <a:lnTo>
                    <a:pt x="35" y="0"/>
                  </a:lnTo>
                  <a:lnTo>
                    <a:pt x="33" y="0"/>
                  </a:lnTo>
                  <a:lnTo>
                    <a:pt x="33" y="0"/>
                  </a:lnTo>
                  <a:lnTo>
                    <a:pt x="33" y="0"/>
                  </a:lnTo>
                  <a:lnTo>
                    <a:pt x="33" y="0"/>
                  </a:lnTo>
                  <a:lnTo>
                    <a:pt x="33" y="0"/>
                  </a:lnTo>
                  <a:lnTo>
                    <a:pt x="33" y="0"/>
                  </a:lnTo>
                  <a:lnTo>
                    <a:pt x="33" y="0"/>
                  </a:lnTo>
                  <a:lnTo>
                    <a:pt x="33" y="0"/>
                  </a:lnTo>
                  <a:lnTo>
                    <a:pt x="33" y="2"/>
                  </a:lnTo>
                  <a:lnTo>
                    <a:pt x="33" y="2"/>
                  </a:lnTo>
                  <a:lnTo>
                    <a:pt x="33" y="2"/>
                  </a:lnTo>
                  <a:lnTo>
                    <a:pt x="33" y="2"/>
                  </a:lnTo>
                  <a:lnTo>
                    <a:pt x="33" y="3"/>
                  </a:lnTo>
                  <a:lnTo>
                    <a:pt x="33" y="3"/>
                  </a:lnTo>
                  <a:lnTo>
                    <a:pt x="33" y="3"/>
                  </a:lnTo>
                  <a:lnTo>
                    <a:pt x="33" y="3"/>
                  </a:lnTo>
                  <a:lnTo>
                    <a:pt x="33" y="3"/>
                  </a:lnTo>
                  <a:lnTo>
                    <a:pt x="33" y="3"/>
                  </a:lnTo>
                  <a:lnTo>
                    <a:pt x="33" y="3"/>
                  </a:lnTo>
                  <a:lnTo>
                    <a:pt x="33" y="3"/>
                  </a:lnTo>
                  <a:lnTo>
                    <a:pt x="33" y="3"/>
                  </a:lnTo>
                  <a:lnTo>
                    <a:pt x="33" y="3"/>
                  </a:lnTo>
                  <a:lnTo>
                    <a:pt x="33" y="3"/>
                  </a:lnTo>
                  <a:lnTo>
                    <a:pt x="33" y="3"/>
                  </a:lnTo>
                  <a:lnTo>
                    <a:pt x="30" y="3"/>
                  </a:lnTo>
                  <a:lnTo>
                    <a:pt x="30" y="3"/>
                  </a:lnTo>
                  <a:lnTo>
                    <a:pt x="29" y="3"/>
                  </a:lnTo>
                  <a:lnTo>
                    <a:pt x="29" y="3"/>
                  </a:lnTo>
                  <a:lnTo>
                    <a:pt x="28" y="3"/>
                  </a:lnTo>
                  <a:lnTo>
                    <a:pt x="28" y="3"/>
                  </a:lnTo>
                  <a:lnTo>
                    <a:pt x="28" y="3"/>
                  </a:lnTo>
                  <a:lnTo>
                    <a:pt x="28" y="3"/>
                  </a:lnTo>
                  <a:lnTo>
                    <a:pt x="25" y="3"/>
                  </a:lnTo>
                  <a:lnTo>
                    <a:pt x="25" y="3"/>
                  </a:lnTo>
                  <a:lnTo>
                    <a:pt x="23" y="3"/>
                  </a:lnTo>
                  <a:lnTo>
                    <a:pt x="23" y="3"/>
                  </a:lnTo>
                  <a:lnTo>
                    <a:pt x="22" y="3"/>
                  </a:lnTo>
                  <a:lnTo>
                    <a:pt x="22" y="3"/>
                  </a:lnTo>
                  <a:lnTo>
                    <a:pt x="22" y="3"/>
                  </a:lnTo>
                  <a:lnTo>
                    <a:pt x="22" y="3"/>
                  </a:lnTo>
                  <a:lnTo>
                    <a:pt x="20" y="5"/>
                  </a:lnTo>
                  <a:lnTo>
                    <a:pt x="20" y="5"/>
                  </a:lnTo>
                  <a:lnTo>
                    <a:pt x="20" y="6"/>
                  </a:lnTo>
                  <a:lnTo>
                    <a:pt x="20" y="6"/>
                  </a:lnTo>
                  <a:lnTo>
                    <a:pt x="20" y="8"/>
                  </a:lnTo>
                  <a:lnTo>
                    <a:pt x="20" y="8"/>
                  </a:lnTo>
                  <a:lnTo>
                    <a:pt x="20" y="9"/>
                  </a:lnTo>
                  <a:lnTo>
                    <a:pt x="20" y="9"/>
                  </a:lnTo>
                  <a:lnTo>
                    <a:pt x="18" y="11"/>
                  </a:lnTo>
                  <a:lnTo>
                    <a:pt x="18" y="11"/>
                  </a:lnTo>
                  <a:lnTo>
                    <a:pt x="18" y="13"/>
                  </a:lnTo>
                  <a:lnTo>
                    <a:pt x="18" y="13"/>
                  </a:lnTo>
                  <a:lnTo>
                    <a:pt x="17" y="15"/>
                  </a:lnTo>
                  <a:lnTo>
                    <a:pt x="17" y="15"/>
                  </a:lnTo>
                  <a:lnTo>
                    <a:pt x="17" y="15"/>
                  </a:lnTo>
                  <a:lnTo>
                    <a:pt x="17" y="15"/>
                  </a:lnTo>
                  <a:lnTo>
                    <a:pt x="15" y="15"/>
                  </a:lnTo>
                  <a:lnTo>
                    <a:pt x="15" y="15"/>
                  </a:lnTo>
                  <a:lnTo>
                    <a:pt x="14" y="15"/>
                  </a:lnTo>
                  <a:lnTo>
                    <a:pt x="14" y="13"/>
                  </a:lnTo>
                  <a:lnTo>
                    <a:pt x="12" y="13"/>
                  </a:lnTo>
                  <a:lnTo>
                    <a:pt x="12" y="11"/>
                  </a:lnTo>
                  <a:lnTo>
                    <a:pt x="12" y="11"/>
                  </a:lnTo>
                  <a:lnTo>
                    <a:pt x="12" y="9"/>
                  </a:lnTo>
                  <a:lnTo>
                    <a:pt x="10" y="9"/>
                  </a:lnTo>
                  <a:lnTo>
                    <a:pt x="10" y="8"/>
                  </a:lnTo>
                  <a:lnTo>
                    <a:pt x="8" y="8"/>
                  </a:lnTo>
                  <a:lnTo>
                    <a:pt x="8" y="6"/>
                  </a:lnTo>
                  <a:lnTo>
                    <a:pt x="6" y="6"/>
                  </a:lnTo>
                  <a:lnTo>
                    <a:pt x="6" y="6"/>
                  </a:lnTo>
                  <a:lnTo>
                    <a:pt x="5" y="6"/>
                  </a:lnTo>
                  <a:lnTo>
                    <a:pt x="5" y="4"/>
                  </a:lnTo>
                  <a:lnTo>
                    <a:pt x="3" y="6"/>
                  </a:lnTo>
                  <a:lnTo>
                    <a:pt x="3" y="6"/>
                  </a:lnTo>
                  <a:lnTo>
                    <a:pt x="3" y="6"/>
                  </a:lnTo>
                  <a:lnTo>
                    <a:pt x="3" y="6"/>
                  </a:lnTo>
                  <a:lnTo>
                    <a:pt x="1" y="7"/>
                  </a:lnTo>
                  <a:lnTo>
                    <a:pt x="1" y="7"/>
                  </a:lnTo>
                  <a:lnTo>
                    <a:pt x="1" y="7"/>
                  </a:lnTo>
                  <a:lnTo>
                    <a:pt x="1" y="7"/>
                  </a:lnTo>
                  <a:lnTo>
                    <a:pt x="0" y="9"/>
                  </a:lnTo>
                  <a:lnTo>
                    <a:pt x="0" y="9"/>
                  </a:lnTo>
                  <a:lnTo>
                    <a:pt x="0" y="9"/>
                  </a:lnTo>
                  <a:lnTo>
                    <a:pt x="0" y="9"/>
                  </a:lnTo>
                  <a:lnTo>
                    <a:pt x="0" y="9"/>
                  </a:lnTo>
                  <a:lnTo>
                    <a:pt x="0" y="9"/>
                  </a:lnTo>
                  <a:lnTo>
                    <a:pt x="0" y="9"/>
                  </a:lnTo>
                  <a:lnTo>
                    <a:pt x="0" y="9"/>
                  </a:lnTo>
                  <a:lnTo>
                    <a:pt x="0" y="11"/>
                  </a:lnTo>
                  <a:lnTo>
                    <a:pt x="0" y="12"/>
                  </a:lnTo>
                  <a:lnTo>
                    <a:pt x="0" y="14"/>
                  </a:lnTo>
                  <a:lnTo>
                    <a:pt x="0" y="14"/>
                  </a:lnTo>
                  <a:lnTo>
                    <a:pt x="0" y="16"/>
                  </a:lnTo>
                  <a:lnTo>
                    <a:pt x="0" y="17"/>
                  </a:lnTo>
                  <a:lnTo>
                    <a:pt x="0" y="19"/>
                  </a:lnTo>
                  <a:lnTo>
                    <a:pt x="0" y="19"/>
                  </a:lnTo>
                  <a:lnTo>
                    <a:pt x="0" y="21"/>
                  </a:lnTo>
                  <a:lnTo>
                    <a:pt x="0" y="22"/>
                  </a:lnTo>
                  <a:lnTo>
                    <a:pt x="0" y="24"/>
                  </a:lnTo>
                  <a:lnTo>
                    <a:pt x="0" y="24"/>
                  </a:lnTo>
                  <a:lnTo>
                    <a:pt x="0" y="25"/>
                  </a:lnTo>
                  <a:lnTo>
                    <a:pt x="0" y="25"/>
                  </a:lnTo>
                  <a:lnTo>
                    <a:pt x="0" y="25"/>
                  </a:lnTo>
                  <a:lnTo>
                    <a:pt x="0" y="25"/>
                  </a:lnTo>
                  <a:lnTo>
                    <a:pt x="0" y="26"/>
                  </a:lnTo>
                  <a:lnTo>
                    <a:pt x="0" y="26"/>
                  </a:lnTo>
                  <a:lnTo>
                    <a:pt x="0" y="26"/>
                  </a:lnTo>
                  <a:lnTo>
                    <a:pt x="1" y="26"/>
                  </a:lnTo>
                  <a:lnTo>
                    <a:pt x="1" y="27"/>
                  </a:lnTo>
                  <a:lnTo>
                    <a:pt x="1" y="27"/>
                  </a:lnTo>
                  <a:lnTo>
                    <a:pt x="1" y="27"/>
                  </a:lnTo>
                  <a:lnTo>
                    <a:pt x="3" y="27"/>
                  </a:lnTo>
                  <a:lnTo>
                    <a:pt x="3" y="29"/>
                  </a:lnTo>
                  <a:lnTo>
                    <a:pt x="3" y="29"/>
                  </a:lnTo>
                  <a:lnTo>
                    <a:pt x="3" y="29"/>
                  </a:lnTo>
                  <a:lnTo>
                    <a:pt x="5" y="29"/>
                  </a:lnTo>
                  <a:lnTo>
                    <a:pt x="5" y="30"/>
                  </a:lnTo>
                  <a:lnTo>
                    <a:pt x="5" y="30"/>
                  </a:lnTo>
                  <a:lnTo>
                    <a:pt x="5" y="30"/>
                  </a:lnTo>
                  <a:lnTo>
                    <a:pt x="7" y="30"/>
                  </a:lnTo>
                  <a:lnTo>
                    <a:pt x="7" y="31"/>
                  </a:lnTo>
                  <a:lnTo>
                    <a:pt x="7" y="31"/>
                  </a:lnTo>
                  <a:lnTo>
                    <a:pt x="7" y="31"/>
                  </a:lnTo>
                  <a:lnTo>
                    <a:pt x="8" y="31"/>
                  </a:lnTo>
                  <a:lnTo>
                    <a:pt x="8" y="33"/>
                  </a:lnTo>
                  <a:lnTo>
                    <a:pt x="8" y="33"/>
                  </a:lnTo>
                  <a:lnTo>
                    <a:pt x="8" y="33"/>
                  </a:lnTo>
                  <a:lnTo>
                    <a:pt x="11" y="33"/>
                  </a:lnTo>
                  <a:lnTo>
                    <a:pt x="11" y="35"/>
                  </a:lnTo>
                  <a:lnTo>
                    <a:pt x="11" y="35"/>
                  </a:lnTo>
                  <a:lnTo>
                    <a:pt x="11" y="36"/>
                  </a:lnTo>
                  <a:lnTo>
                    <a:pt x="11" y="36"/>
                  </a:lnTo>
                  <a:lnTo>
                    <a:pt x="11" y="38"/>
                  </a:lnTo>
                  <a:lnTo>
                    <a:pt x="11" y="38"/>
                  </a:lnTo>
                  <a:lnTo>
                    <a:pt x="11" y="38"/>
                  </a:lnTo>
                  <a:lnTo>
                    <a:pt x="13" y="38"/>
                  </a:lnTo>
                  <a:lnTo>
                    <a:pt x="13" y="40"/>
                  </a:lnTo>
                  <a:lnTo>
                    <a:pt x="13" y="40"/>
                  </a:lnTo>
                  <a:lnTo>
                    <a:pt x="13" y="41"/>
                  </a:lnTo>
                  <a:lnTo>
                    <a:pt x="13" y="41"/>
                  </a:lnTo>
                  <a:lnTo>
                    <a:pt x="13" y="43"/>
                  </a:lnTo>
                  <a:lnTo>
                    <a:pt x="13" y="43"/>
                  </a:lnTo>
                  <a:lnTo>
                    <a:pt x="13" y="44"/>
                  </a:lnTo>
                  <a:lnTo>
                    <a:pt x="15" y="44"/>
                  </a:lnTo>
                  <a:lnTo>
                    <a:pt x="15" y="46"/>
                  </a:lnTo>
                  <a:lnTo>
                    <a:pt x="15" y="46"/>
                  </a:lnTo>
                  <a:lnTo>
                    <a:pt x="15" y="48"/>
                  </a:lnTo>
                  <a:lnTo>
                    <a:pt x="16" y="48"/>
                  </a:lnTo>
                  <a:lnTo>
                    <a:pt x="16" y="50"/>
                  </a:lnTo>
                  <a:lnTo>
                    <a:pt x="16" y="50"/>
                  </a:lnTo>
                  <a:lnTo>
                    <a:pt x="16" y="51"/>
                  </a:lnTo>
                  <a:lnTo>
                    <a:pt x="18" y="51"/>
                  </a:lnTo>
                  <a:lnTo>
                    <a:pt x="18" y="53"/>
                  </a:lnTo>
                  <a:lnTo>
                    <a:pt x="18" y="53"/>
                  </a:lnTo>
                  <a:lnTo>
                    <a:pt x="18" y="53"/>
                  </a:lnTo>
                  <a:lnTo>
                    <a:pt x="20" y="53"/>
                  </a:lnTo>
                  <a:lnTo>
                    <a:pt x="20" y="55"/>
                  </a:lnTo>
                  <a:lnTo>
                    <a:pt x="21" y="55"/>
                  </a:lnTo>
                  <a:lnTo>
                    <a:pt x="21" y="55"/>
                  </a:lnTo>
                  <a:lnTo>
                    <a:pt x="23" y="55"/>
                  </a:lnTo>
                  <a:lnTo>
                    <a:pt x="23" y="57"/>
                  </a:lnTo>
                  <a:lnTo>
                    <a:pt x="24" y="57"/>
                  </a:lnTo>
                  <a:lnTo>
                    <a:pt x="24" y="57"/>
                  </a:lnTo>
                  <a:lnTo>
                    <a:pt x="26" y="57"/>
                  </a:lnTo>
                  <a:lnTo>
                    <a:pt x="26" y="59"/>
                  </a:lnTo>
                  <a:lnTo>
                    <a:pt x="27" y="59"/>
                  </a:lnTo>
                  <a:lnTo>
                    <a:pt x="27" y="59"/>
                  </a:lnTo>
                  <a:lnTo>
                    <a:pt x="29" y="59"/>
                  </a:lnTo>
                  <a:lnTo>
                    <a:pt x="29" y="60"/>
                  </a:lnTo>
                  <a:lnTo>
                    <a:pt x="29" y="60"/>
                  </a:lnTo>
                  <a:lnTo>
                    <a:pt x="29" y="62"/>
                  </a:lnTo>
                  <a:lnTo>
                    <a:pt x="30" y="62"/>
                  </a:lnTo>
                  <a:lnTo>
                    <a:pt x="30" y="64"/>
                  </a:lnTo>
                  <a:lnTo>
                    <a:pt x="30" y="64"/>
                  </a:lnTo>
                  <a:lnTo>
                    <a:pt x="30" y="65"/>
                  </a:lnTo>
                  <a:lnTo>
                    <a:pt x="32" y="65"/>
                  </a:lnTo>
                  <a:lnTo>
                    <a:pt x="32" y="67"/>
                  </a:lnTo>
                  <a:lnTo>
                    <a:pt x="32" y="67"/>
                  </a:lnTo>
                  <a:lnTo>
                    <a:pt x="32" y="68"/>
                  </a:lnTo>
                  <a:lnTo>
                    <a:pt x="33" y="68"/>
                  </a:lnTo>
                  <a:lnTo>
                    <a:pt x="33" y="69"/>
                  </a:lnTo>
                  <a:lnTo>
                    <a:pt x="33" y="69"/>
                  </a:lnTo>
                  <a:lnTo>
                    <a:pt x="33" y="69"/>
                  </a:lnTo>
                  <a:lnTo>
                    <a:pt x="35" y="69"/>
                  </a:lnTo>
                  <a:lnTo>
                    <a:pt x="35" y="72"/>
                  </a:lnTo>
                  <a:lnTo>
                    <a:pt x="35" y="72"/>
                  </a:lnTo>
                  <a:lnTo>
                    <a:pt x="35" y="72"/>
                  </a:lnTo>
                  <a:lnTo>
                    <a:pt x="37" y="72"/>
                  </a:lnTo>
                  <a:lnTo>
                    <a:pt x="37" y="73"/>
                  </a:lnTo>
                  <a:lnTo>
                    <a:pt x="38" y="73"/>
                  </a:lnTo>
                  <a:lnTo>
                    <a:pt x="38" y="73"/>
                  </a:lnTo>
                  <a:lnTo>
                    <a:pt x="40" y="73"/>
                  </a:lnTo>
                  <a:lnTo>
                    <a:pt x="40" y="75"/>
                  </a:lnTo>
                  <a:lnTo>
                    <a:pt x="40" y="75"/>
                  </a:lnTo>
                  <a:lnTo>
                    <a:pt x="40" y="75"/>
                  </a:lnTo>
                  <a:lnTo>
                    <a:pt x="42" y="75"/>
                  </a:lnTo>
                  <a:lnTo>
                    <a:pt x="42" y="75"/>
                  </a:lnTo>
                  <a:lnTo>
                    <a:pt x="43" y="75"/>
                  </a:lnTo>
                  <a:lnTo>
                    <a:pt x="43" y="75"/>
                  </a:lnTo>
                  <a:lnTo>
                    <a:pt x="45" y="75"/>
                  </a:lnTo>
                  <a:lnTo>
                    <a:pt x="45" y="76"/>
                  </a:lnTo>
                  <a:lnTo>
                    <a:pt x="45" y="76"/>
                  </a:lnTo>
                  <a:lnTo>
                    <a:pt x="45" y="76"/>
                  </a:lnTo>
                  <a:lnTo>
                    <a:pt x="46" y="76"/>
                  </a:lnTo>
                  <a:lnTo>
                    <a:pt x="46" y="76"/>
                  </a:lnTo>
                  <a:lnTo>
                    <a:pt x="47" y="76"/>
                  </a:lnTo>
                  <a:lnTo>
                    <a:pt x="47" y="76"/>
                  </a:lnTo>
                  <a:lnTo>
                    <a:pt x="49" y="76"/>
                  </a:lnTo>
                  <a:lnTo>
                    <a:pt x="49" y="78"/>
                  </a:lnTo>
                  <a:lnTo>
                    <a:pt x="49" y="78"/>
                  </a:lnTo>
                  <a:lnTo>
                    <a:pt x="49" y="78"/>
                  </a:lnTo>
                  <a:lnTo>
                    <a:pt x="51" y="78"/>
                  </a:lnTo>
                  <a:lnTo>
                    <a:pt x="51" y="79"/>
                  </a:lnTo>
                  <a:lnTo>
                    <a:pt x="51" y="79"/>
                  </a:lnTo>
                  <a:lnTo>
                    <a:pt x="51" y="79"/>
                  </a:lnTo>
                  <a:lnTo>
                    <a:pt x="53" y="79"/>
                  </a:lnTo>
                  <a:lnTo>
                    <a:pt x="53" y="81"/>
                  </a:lnTo>
                  <a:lnTo>
                    <a:pt x="53" y="81"/>
                  </a:lnTo>
                  <a:lnTo>
                    <a:pt x="53" y="81"/>
                  </a:lnTo>
                  <a:lnTo>
                    <a:pt x="53" y="81"/>
                  </a:lnTo>
                  <a:lnTo>
                    <a:pt x="53" y="83"/>
                  </a:lnTo>
                  <a:lnTo>
                    <a:pt x="53" y="83"/>
                  </a:lnTo>
                  <a:lnTo>
                    <a:pt x="53" y="83"/>
                  </a:lnTo>
                  <a:lnTo>
                    <a:pt x="55" y="83"/>
                  </a:lnTo>
                  <a:lnTo>
                    <a:pt x="55" y="85"/>
                  </a:lnTo>
                  <a:lnTo>
                    <a:pt x="55" y="85"/>
                  </a:lnTo>
                  <a:lnTo>
                    <a:pt x="55" y="85"/>
                  </a:lnTo>
                  <a:lnTo>
                    <a:pt x="55" y="85"/>
                  </a:lnTo>
                  <a:lnTo>
                    <a:pt x="55" y="87"/>
                  </a:lnTo>
                  <a:lnTo>
                    <a:pt x="55" y="87"/>
                  </a:lnTo>
                  <a:lnTo>
                    <a:pt x="55" y="87"/>
                  </a:lnTo>
                  <a:lnTo>
                    <a:pt x="55" y="87"/>
                  </a:lnTo>
                  <a:lnTo>
                    <a:pt x="55" y="89"/>
                  </a:lnTo>
                  <a:lnTo>
                    <a:pt x="56" y="89"/>
                  </a:lnTo>
                  <a:lnTo>
                    <a:pt x="56" y="91"/>
                  </a:lnTo>
                  <a:lnTo>
                    <a:pt x="58" y="91"/>
                  </a:lnTo>
                  <a:lnTo>
                    <a:pt x="58" y="93"/>
                  </a:lnTo>
                  <a:lnTo>
                    <a:pt x="60" y="93"/>
                  </a:lnTo>
                  <a:lnTo>
                    <a:pt x="61" y="94"/>
                  </a:lnTo>
                  <a:lnTo>
                    <a:pt x="63" y="94"/>
                  </a:lnTo>
                  <a:lnTo>
                    <a:pt x="63" y="96"/>
                  </a:lnTo>
                  <a:lnTo>
                    <a:pt x="65" y="96"/>
                  </a:lnTo>
                  <a:lnTo>
                    <a:pt x="66" y="96"/>
                  </a:lnTo>
                  <a:lnTo>
                    <a:pt x="67" y="96"/>
                  </a:lnTo>
                  <a:lnTo>
                    <a:pt x="67" y="97"/>
                  </a:lnTo>
                  <a:lnTo>
                    <a:pt x="69" y="97"/>
                  </a:lnTo>
                  <a:lnTo>
                    <a:pt x="69" y="97"/>
                  </a:lnTo>
                  <a:lnTo>
                    <a:pt x="71" y="97"/>
                  </a:lnTo>
                  <a:lnTo>
                    <a:pt x="70" y="99"/>
                  </a:lnTo>
                  <a:lnTo>
                    <a:pt x="70" y="99"/>
                  </a:lnTo>
                  <a:lnTo>
                    <a:pt x="70" y="99"/>
                  </a:lnTo>
                  <a:lnTo>
                    <a:pt x="70" y="99"/>
                  </a:lnTo>
                  <a:lnTo>
                    <a:pt x="70" y="100"/>
                  </a:lnTo>
                  <a:lnTo>
                    <a:pt x="70" y="100"/>
                  </a:lnTo>
                  <a:lnTo>
                    <a:pt x="70" y="100"/>
                  </a:lnTo>
                  <a:lnTo>
                    <a:pt x="70" y="100"/>
                  </a:lnTo>
                  <a:lnTo>
                    <a:pt x="70" y="101"/>
                  </a:lnTo>
                  <a:lnTo>
                    <a:pt x="70" y="101"/>
                  </a:lnTo>
                  <a:lnTo>
                    <a:pt x="70" y="101"/>
                  </a:lnTo>
                  <a:lnTo>
                    <a:pt x="70" y="101"/>
                  </a:lnTo>
                  <a:lnTo>
                    <a:pt x="70" y="101"/>
                  </a:lnTo>
                  <a:lnTo>
                    <a:pt x="70" y="101"/>
                  </a:lnTo>
                  <a:lnTo>
                    <a:pt x="70" y="101"/>
                  </a:lnTo>
                  <a:lnTo>
                    <a:pt x="70" y="101"/>
                  </a:lnTo>
                  <a:lnTo>
                    <a:pt x="69" y="103"/>
                  </a:lnTo>
                  <a:lnTo>
                    <a:pt x="69" y="103"/>
                  </a:lnTo>
                  <a:lnTo>
                    <a:pt x="69" y="103"/>
                  </a:lnTo>
                  <a:lnTo>
                    <a:pt x="69" y="103"/>
                  </a:lnTo>
                  <a:lnTo>
                    <a:pt x="69" y="103"/>
                  </a:lnTo>
                  <a:lnTo>
                    <a:pt x="69" y="103"/>
                  </a:lnTo>
                  <a:lnTo>
                    <a:pt x="69" y="103"/>
                  </a:lnTo>
                  <a:lnTo>
                    <a:pt x="69" y="103"/>
                  </a:lnTo>
                  <a:lnTo>
                    <a:pt x="68" y="103"/>
                  </a:lnTo>
                  <a:lnTo>
                    <a:pt x="68" y="103"/>
                  </a:lnTo>
                  <a:lnTo>
                    <a:pt x="68" y="103"/>
                  </a:lnTo>
                  <a:lnTo>
                    <a:pt x="68" y="103"/>
                  </a:lnTo>
                  <a:lnTo>
                    <a:pt x="68" y="103"/>
                  </a:lnTo>
                  <a:lnTo>
                    <a:pt x="68" y="103"/>
                  </a:lnTo>
                  <a:lnTo>
                    <a:pt x="68" y="103"/>
                  </a:lnTo>
                  <a:lnTo>
                    <a:pt x="68" y="103"/>
                  </a:lnTo>
                  <a:lnTo>
                    <a:pt x="68" y="103"/>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39" name=""/>
            <p:cNvSpPr/>
            <p:nvPr/>
          </p:nvSpPr>
          <p:spPr>
            <a:xfrm>
              <a:off x="8439120" y="7058160"/>
              <a:ext cx="135000" cy="120600"/>
            </a:xfrm>
            <a:custGeom>
              <a:avLst/>
              <a:gdLst/>
              <a:ahLst/>
              <a:rect l="l" t="t" r="r" b="b"/>
              <a:pathLst>
                <a:path w="85" h="76">
                  <a:moveTo>
                    <a:pt x="0" y="33"/>
                  </a:moveTo>
                  <a:lnTo>
                    <a:pt x="0" y="34"/>
                  </a:lnTo>
                  <a:lnTo>
                    <a:pt x="0" y="34"/>
                  </a:lnTo>
                  <a:lnTo>
                    <a:pt x="0" y="34"/>
                  </a:lnTo>
                  <a:lnTo>
                    <a:pt x="0" y="34"/>
                  </a:lnTo>
                  <a:lnTo>
                    <a:pt x="0" y="35"/>
                  </a:lnTo>
                  <a:lnTo>
                    <a:pt x="0" y="35"/>
                  </a:lnTo>
                  <a:lnTo>
                    <a:pt x="0" y="35"/>
                  </a:lnTo>
                  <a:lnTo>
                    <a:pt x="0" y="35"/>
                  </a:lnTo>
                  <a:lnTo>
                    <a:pt x="0" y="37"/>
                  </a:lnTo>
                  <a:lnTo>
                    <a:pt x="0" y="37"/>
                  </a:lnTo>
                  <a:lnTo>
                    <a:pt x="0" y="37"/>
                  </a:lnTo>
                  <a:lnTo>
                    <a:pt x="0" y="37"/>
                  </a:lnTo>
                  <a:lnTo>
                    <a:pt x="0" y="37"/>
                  </a:lnTo>
                  <a:lnTo>
                    <a:pt x="0" y="37"/>
                  </a:lnTo>
                  <a:lnTo>
                    <a:pt x="0" y="37"/>
                  </a:lnTo>
                  <a:lnTo>
                    <a:pt x="0" y="37"/>
                  </a:lnTo>
                  <a:lnTo>
                    <a:pt x="0" y="38"/>
                  </a:lnTo>
                  <a:lnTo>
                    <a:pt x="0" y="38"/>
                  </a:lnTo>
                  <a:lnTo>
                    <a:pt x="0" y="38"/>
                  </a:lnTo>
                  <a:lnTo>
                    <a:pt x="0" y="38"/>
                  </a:lnTo>
                  <a:lnTo>
                    <a:pt x="0" y="40"/>
                  </a:lnTo>
                  <a:lnTo>
                    <a:pt x="0" y="40"/>
                  </a:lnTo>
                  <a:lnTo>
                    <a:pt x="0" y="40"/>
                  </a:lnTo>
                  <a:lnTo>
                    <a:pt x="0" y="40"/>
                  </a:lnTo>
                  <a:lnTo>
                    <a:pt x="0" y="41"/>
                  </a:lnTo>
                  <a:lnTo>
                    <a:pt x="0" y="41"/>
                  </a:lnTo>
                  <a:lnTo>
                    <a:pt x="0" y="41"/>
                  </a:lnTo>
                  <a:lnTo>
                    <a:pt x="0" y="41"/>
                  </a:lnTo>
                  <a:lnTo>
                    <a:pt x="0" y="41"/>
                  </a:lnTo>
                  <a:lnTo>
                    <a:pt x="0" y="41"/>
                  </a:lnTo>
                  <a:lnTo>
                    <a:pt x="0" y="41"/>
                  </a:lnTo>
                  <a:lnTo>
                    <a:pt x="0" y="41"/>
                  </a:lnTo>
                  <a:lnTo>
                    <a:pt x="0" y="43"/>
                  </a:lnTo>
                  <a:lnTo>
                    <a:pt x="0" y="43"/>
                  </a:lnTo>
                  <a:lnTo>
                    <a:pt x="0" y="43"/>
                  </a:lnTo>
                  <a:lnTo>
                    <a:pt x="0" y="43"/>
                  </a:lnTo>
                  <a:lnTo>
                    <a:pt x="0" y="44"/>
                  </a:lnTo>
                  <a:lnTo>
                    <a:pt x="0" y="44"/>
                  </a:lnTo>
                  <a:lnTo>
                    <a:pt x="0" y="44"/>
                  </a:lnTo>
                  <a:lnTo>
                    <a:pt x="0" y="44"/>
                  </a:lnTo>
                  <a:lnTo>
                    <a:pt x="0" y="44"/>
                  </a:lnTo>
                  <a:lnTo>
                    <a:pt x="0" y="44"/>
                  </a:lnTo>
                  <a:lnTo>
                    <a:pt x="0" y="44"/>
                  </a:lnTo>
                  <a:lnTo>
                    <a:pt x="0" y="44"/>
                  </a:lnTo>
                  <a:lnTo>
                    <a:pt x="0" y="44"/>
                  </a:lnTo>
                  <a:lnTo>
                    <a:pt x="0" y="44"/>
                  </a:lnTo>
                  <a:lnTo>
                    <a:pt x="0" y="44"/>
                  </a:lnTo>
                  <a:lnTo>
                    <a:pt x="2" y="44"/>
                  </a:lnTo>
                  <a:lnTo>
                    <a:pt x="0" y="45"/>
                  </a:lnTo>
                  <a:lnTo>
                    <a:pt x="0" y="45"/>
                  </a:lnTo>
                  <a:lnTo>
                    <a:pt x="0" y="45"/>
                  </a:lnTo>
                  <a:lnTo>
                    <a:pt x="0" y="45"/>
                  </a:lnTo>
                  <a:lnTo>
                    <a:pt x="0" y="45"/>
                  </a:lnTo>
                  <a:lnTo>
                    <a:pt x="0" y="45"/>
                  </a:lnTo>
                  <a:lnTo>
                    <a:pt x="0" y="45"/>
                  </a:lnTo>
                  <a:lnTo>
                    <a:pt x="0" y="45"/>
                  </a:lnTo>
                  <a:lnTo>
                    <a:pt x="0" y="46"/>
                  </a:lnTo>
                  <a:lnTo>
                    <a:pt x="0" y="46"/>
                  </a:lnTo>
                  <a:lnTo>
                    <a:pt x="0" y="46"/>
                  </a:lnTo>
                  <a:lnTo>
                    <a:pt x="0" y="46"/>
                  </a:lnTo>
                  <a:lnTo>
                    <a:pt x="0" y="46"/>
                  </a:lnTo>
                  <a:lnTo>
                    <a:pt x="0" y="46"/>
                  </a:lnTo>
                  <a:lnTo>
                    <a:pt x="0" y="46"/>
                  </a:lnTo>
                  <a:lnTo>
                    <a:pt x="0" y="46"/>
                  </a:lnTo>
                  <a:lnTo>
                    <a:pt x="0" y="48"/>
                  </a:lnTo>
                  <a:lnTo>
                    <a:pt x="0" y="48"/>
                  </a:lnTo>
                  <a:lnTo>
                    <a:pt x="0" y="48"/>
                  </a:lnTo>
                  <a:lnTo>
                    <a:pt x="0" y="48"/>
                  </a:lnTo>
                  <a:lnTo>
                    <a:pt x="0" y="48"/>
                  </a:lnTo>
                  <a:lnTo>
                    <a:pt x="0" y="48"/>
                  </a:lnTo>
                  <a:lnTo>
                    <a:pt x="0" y="48"/>
                  </a:lnTo>
                  <a:lnTo>
                    <a:pt x="0" y="48"/>
                  </a:lnTo>
                  <a:lnTo>
                    <a:pt x="0" y="50"/>
                  </a:lnTo>
                  <a:lnTo>
                    <a:pt x="0" y="50"/>
                  </a:lnTo>
                  <a:lnTo>
                    <a:pt x="0" y="50"/>
                  </a:lnTo>
                  <a:lnTo>
                    <a:pt x="0" y="50"/>
                  </a:lnTo>
                  <a:lnTo>
                    <a:pt x="0" y="50"/>
                  </a:lnTo>
                  <a:lnTo>
                    <a:pt x="0" y="50"/>
                  </a:lnTo>
                  <a:lnTo>
                    <a:pt x="0" y="50"/>
                  </a:lnTo>
                  <a:lnTo>
                    <a:pt x="0" y="50"/>
                  </a:lnTo>
                  <a:lnTo>
                    <a:pt x="0" y="51"/>
                  </a:lnTo>
                  <a:lnTo>
                    <a:pt x="0" y="51"/>
                  </a:lnTo>
                  <a:lnTo>
                    <a:pt x="0" y="51"/>
                  </a:lnTo>
                  <a:lnTo>
                    <a:pt x="0" y="51"/>
                  </a:lnTo>
                  <a:lnTo>
                    <a:pt x="0" y="52"/>
                  </a:lnTo>
                  <a:lnTo>
                    <a:pt x="0" y="52"/>
                  </a:lnTo>
                  <a:lnTo>
                    <a:pt x="0" y="52"/>
                  </a:lnTo>
                  <a:lnTo>
                    <a:pt x="0" y="52"/>
                  </a:lnTo>
                  <a:lnTo>
                    <a:pt x="0" y="52"/>
                  </a:lnTo>
                  <a:lnTo>
                    <a:pt x="0" y="52"/>
                  </a:lnTo>
                  <a:lnTo>
                    <a:pt x="0" y="52"/>
                  </a:lnTo>
                  <a:lnTo>
                    <a:pt x="0" y="52"/>
                  </a:lnTo>
                  <a:lnTo>
                    <a:pt x="0" y="52"/>
                  </a:lnTo>
                  <a:lnTo>
                    <a:pt x="0" y="52"/>
                  </a:lnTo>
                  <a:lnTo>
                    <a:pt x="0" y="52"/>
                  </a:lnTo>
                  <a:lnTo>
                    <a:pt x="2" y="52"/>
                  </a:lnTo>
                  <a:lnTo>
                    <a:pt x="0" y="54"/>
                  </a:lnTo>
                  <a:lnTo>
                    <a:pt x="0" y="54"/>
                  </a:lnTo>
                  <a:lnTo>
                    <a:pt x="0" y="55"/>
                  </a:lnTo>
                  <a:lnTo>
                    <a:pt x="0" y="55"/>
                  </a:lnTo>
                  <a:lnTo>
                    <a:pt x="0" y="57"/>
                  </a:lnTo>
                  <a:lnTo>
                    <a:pt x="0" y="57"/>
                  </a:lnTo>
                  <a:lnTo>
                    <a:pt x="0" y="57"/>
                  </a:lnTo>
                  <a:lnTo>
                    <a:pt x="0" y="57"/>
                  </a:lnTo>
                  <a:lnTo>
                    <a:pt x="0" y="59"/>
                  </a:lnTo>
                  <a:lnTo>
                    <a:pt x="0" y="59"/>
                  </a:lnTo>
                  <a:lnTo>
                    <a:pt x="0" y="59"/>
                  </a:lnTo>
                  <a:lnTo>
                    <a:pt x="0" y="59"/>
                  </a:lnTo>
                  <a:lnTo>
                    <a:pt x="0" y="61"/>
                  </a:lnTo>
                  <a:lnTo>
                    <a:pt x="0" y="61"/>
                  </a:lnTo>
                  <a:lnTo>
                    <a:pt x="0" y="61"/>
                  </a:lnTo>
                  <a:lnTo>
                    <a:pt x="0" y="61"/>
                  </a:lnTo>
                  <a:lnTo>
                    <a:pt x="0" y="62"/>
                  </a:lnTo>
                  <a:lnTo>
                    <a:pt x="0" y="62"/>
                  </a:lnTo>
                  <a:lnTo>
                    <a:pt x="0" y="62"/>
                  </a:lnTo>
                  <a:lnTo>
                    <a:pt x="0" y="62"/>
                  </a:lnTo>
                  <a:lnTo>
                    <a:pt x="0" y="62"/>
                  </a:lnTo>
                  <a:lnTo>
                    <a:pt x="0" y="62"/>
                  </a:lnTo>
                  <a:lnTo>
                    <a:pt x="0" y="62"/>
                  </a:lnTo>
                  <a:lnTo>
                    <a:pt x="2" y="62"/>
                  </a:lnTo>
                  <a:lnTo>
                    <a:pt x="2" y="62"/>
                  </a:lnTo>
                  <a:lnTo>
                    <a:pt x="2" y="62"/>
                  </a:lnTo>
                  <a:lnTo>
                    <a:pt x="2" y="62"/>
                  </a:lnTo>
                  <a:lnTo>
                    <a:pt x="3" y="62"/>
                  </a:lnTo>
                  <a:lnTo>
                    <a:pt x="3" y="62"/>
                  </a:lnTo>
                  <a:lnTo>
                    <a:pt x="3" y="62"/>
                  </a:lnTo>
                  <a:lnTo>
                    <a:pt x="3" y="62"/>
                  </a:lnTo>
                  <a:lnTo>
                    <a:pt x="5" y="62"/>
                  </a:lnTo>
                  <a:lnTo>
                    <a:pt x="5" y="64"/>
                  </a:lnTo>
                  <a:lnTo>
                    <a:pt x="5" y="64"/>
                  </a:lnTo>
                  <a:lnTo>
                    <a:pt x="5" y="64"/>
                  </a:lnTo>
                  <a:lnTo>
                    <a:pt x="5" y="64"/>
                  </a:lnTo>
                  <a:lnTo>
                    <a:pt x="5" y="65"/>
                  </a:lnTo>
                  <a:lnTo>
                    <a:pt x="5" y="65"/>
                  </a:lnTo>
                  <a:lnTo>
                    <a:pt x="5" y="65"/>
                  </a:lnTo>
                  <a:lnTo>
                    <a:pt x="5" y="65"/>
                  </a:lnTo>
                  <a:lnTo>
                    <a:pt x="5" y="66"/>
                  </a:lnTo>
                  <a:lnTo>
                    <a:pt x="5" y="66"/>
                  </a:lnTo>
                  <a:lnTo>
                    <a:pt x="5" y="66"/>
                  </a:lnTo>
                  <a:lnTo>
                    <a:pt x="6" y="66"/>
                  </a:lnTo>
                  <a:lnTo>
                    <a:pt x="6" y="66"/>
                  </a:lnTo>
                  <a:lnTo>
                    <a:pt x="6" y="66"/>
                  </a:lnTo>
                  <a:lnTo>
                    <a:pt x="6" y="66"/>
                  </a:lnTo>
                  <a:lnTo>
                    <a:pt x="8" y="66"/>
                  </a:lnTo>
                  <a:lnTo>
                    <a:pt x="8" y="67"/>
                  </a:lnTo>
                  <a:lnTo>
                    <a:pt x="8" y="67"/>
                  </a:lnTo>
                  <a:lnTo>
                    <a:pt x="8" y="67"/>
                  </a:lnTo>
                  <a:lnTo>
                    <a:pt x="8" y="67"/>
                  </a:lnTo>
                  <a:lnTo>
                    <a:pt x="8" y="67"/>
                  </a:lnTo>
                  <a:lnTo>
                    <a:pt x="8" y="67"/>
                  </a:lnTo>
                  <a:lnTo>
                    <a:pt x="8" y="67"/>
                  </a:lnTo>
                  <a:lnTo>
                    <a:pt x="10" y="67"/>
                  </a:lnTo>
                  <a:lnTo>
                    <a:pt x="10" y="67"/>
                  </a:lnTo>
                  <a:lnTo>
                    <a:pt x="10" y="67"/>
                  </a:lnTo>
                  <a:lnTo>
                    <a:pt x="10" y="67"/>
                  </a:lnTo>
                  <a:lnTo>
                    <a:pt x="10" y="67"/>
                  </a:lnTo>
                  <a:lnTo>
                    <a:pt x="10" y="67"/>
                  </a:lnTo>
                  <a:lnTo>
                    <a:pt x="10" y="67"/>
                  </a:lnTo>
                  <a:lnTo>
                    <a:pt x="10" y="67"/>
                  </a:lnTo>
                  <a:lnTo>
                    <a:pt x="11" y="67"/>
                  </a:lnTo>
                  <a:lnTo>
                    <a:pt x="11" y="69"/>
                  </a:lnTo>
                  <a:lnTo>
                    <a:pt x="11" y="69"/>
                  </a:lnTo>
                  <a:lnTo>
                    <a:pt x="11" y="69"/>
                  </a:lnTo>
                  <a:lnTo>
                    <a:pt x="11" y="69"/>
                  </a:lnTo>
                  <a:lnTo>
                    <a:pt x="11" y="72"/>
                  </a:lnTo>
                  <a:lnTo>
                    <a:pt x="11" y="72"/>
                  </a:lnTo>
                  <a:lnTo>
                    <a:pt x="11" y="72"/>
                  </a:lnTo>
                  <a:lnTo>
                    <a:pt x="12" y="72"/>
                  </a:lnTo>
                  <a:lnTo>
                    <a:pt x="12" y="73"/>
                  </a:lnTo>
                  <a:lnTo>
                    <a:pt x="12" y="73"/>
                  </a:lnTo>
                  <a:lnTo>
                    <a:pt x="12" y="73"/>
                  </a:lnTo>
                  <a:lnTo>
                    <a:pt x="12" y="73"/>
                  </a:lnTo>
                  <a:lnTo>
                    <a:pt x="12" y="74"/>
                  </a:lnTo>
                  <a:lnTo>
                    <a:pt x="12" y="74"/>
                  </a:lnTo>
                  <a:lnTo>
                    <a:pt x="12" y="74"/>
                  </a:lnTo>
                  <a:lnTo>
                    <a:pt x="14" y="74"/>
                  </a:lnTo>
                  <a:lnTo>
                    <a:pt x="14" y="74"/>
                  </a:lnTo>
                  <a:lnTo>
                    <a:pt x="14" y="74"/>
                  </a:lnTo>
                  <a:lnTo>
                    <a:pt x="14" y="74"/>
                  </a:lnTo>
                  <a:lnTo>
                    <a:pt x="14" y="74"/>
                  </a:lnTo>
                  <a:lnTo>
                    <a:pt x="14" y="74"/>
                  </a:lnTo>
                  <a:lnTo>
                    <a:pt x="14" y="74"/>
                  </a:lnTo>
                  <a:lnTo>
                    <a:pt x="14" y="74"/>
                  </a:lnTo>
                  <a:lnTo>
                    <a:pt x="17" y="73"/>
                  </a:lnTo>
                  <a:lnTo>
                    <a:pt x="17" y="73"/>
                  </a:lnTo>
                  <a:lnTo>
                    <a:pt x="17" y="73"/>
                  </a:lnTo>
                  <a:lnTo>
                    <a:pt x="17" y="73"/>
                  </a:lnTo>
                  <a:lnTo>
                    <a:pt x="19" y="72"/>
                  </a:lnTo>
                  <a:lnTo>
                    <a:pt x="19" y="72"/>
                  </a:lnTo>
                  <a:lnTo>
                    <a:pt x="19" y="72"/>
                  </a:lnTo>
                  <a:lnTo>
                    <a:pt x="19" y="72"/>
                  </a:lnTo>
                  <a:lnTo>
                    <a:pt x="20" y="70"/>
                  </a:lnTo>
                  <a:lnTo>
                    <a:pt x="20" y="72"/>
                  </a:lnTo>
                  <a:lnTo>
                    <a:pt x="20" y="72"/>
                  </a:lnTo>
                  <a:lnTo>
                    <a:pt x="20" y="72"/>
                  </a:lnTo>
                  <a:lnTo>
                    <a:pt x="20" y="72"/>
                  </a:lnTo>
                  <a:lnTo>
                    <a:pt x="20" y="73"/>
                  </a:lnTo>
                  <a:lnTo>
                    <a:pt x="20" y="73"/>
                  </a:lnTo>
                  <a:lnTo>
                    <a:pt x="20" y="73"/>
                  </a:lnTo>
                  <a:lnTo>
                    <a:pt x="20" y="73"/>
                  </a:lnTo>
                  <a:lnTo>
                    <a:pt x="20" y="74"/>
                  </a:lnTo>
                  <a:lnTo>
                    <a:pt x="20" y="74"/>
                  </a:lnTo>
                  <a:lnTo>
                    <a:pt x="20" y="74"/>
                  </a:lnTo>
                  <a:lnTo>
                    <a:pt x="21" y="74"/>
                  </a:lnTo>
                  <a:lnTo>
                    <a:pt x="21" y="74"/>
                  </a:lnTo>
                  <a:lnTo>
                    <a:pt x="21" y="74"/>
                  </a:lnTo>
                  <a:lnTo>
                    <a:pt x="21" y="74"/>
                  </a:lnTo>
                  <a:lnTo>
                    <a:pt x="23" y="74"/>
                  </a:lnTo>
                  <a:lnTo>
                    <a:pt x="23" y="75"/>
                  </a:lnTo>
                  <a:lnTo>
                    <a:pt x="23" y="75"/>
                  </a:lnTo>
                  <a:lnTo>
                    <a:pt x="23" y="75"/>
                  </a:lnTo>
                  <a:lnTo>
                    <a:pt x="23" y="75"/>
                  </a:lnTo>
                  <a:lnTo>
                    <a:pt x="23" y="75"/>
                  </a:lnTo>
                  <a:lnTo>
                    <a:pt x="23" y="75"/>
                  </a:lnTo>
                  <a:lnTo>
                    <a:pt x="23" y="75"/>
                  </a:lnTo>
                  <a:lnTo>
                    <a:pt x="25" y="75"/>
                  </a:lnTo>
                  <a:lnTo>
                    <a:pt x="25" y="75"/>
                  </a:lnTo>
                  <a:lnTo>
                    <a:pt x="25" y="75"/>
                  </a:lnTo>
                  <a:lnTo>
                    <a:pt x="25" y="75"/>
                  </a:lnTo>
                  <a:lnTo>
                    <a:pt x="27" y="75"/>
                  </a:lnTo>
                  <a:lnTo>
                    <a:pt x="27" y="75"/>
                  </a:lnTo>
                  <a:lnTo>
                    <a:pt x="28" y="75"/>
                  </a:lnTo>
                  <a:lnTo>
                    <a:pt x="28" y="75"/>
                  </a:lnTo>
                  <a:lnTo>
                    <a:pt x="29" y="74"/>
                  </a:lnTo>
                  <a:lnTo>
                    <a:pt x="29" y="74"/>
                  </a:lnTo>
                  <a:lnTo>
                    <a:pt x="29" y="74"/>
                  </a:lnTo>
                  <a:lnTo>
                    <a:pt x="29" y="74"/>
                  </a:lnTo>
                  <a:lnTo>
                    <a:pt x="30" y="74"/>
                  </a:lnTo>
                  <a:lnTo>
                    <a:pt x="30" y="74"/>
                  </a:lnTo>
                  <a:lnTo>
                    <a:pt x="30" y="74"/>
                  </a:lnTo>
                  <a:lnTo>
                    <a:pt x="30" y="74"/>
                  </a:lnTo>
                  <a:lnTo>
                    <a:pt x="32" y="74"/>
                  </a:lnTo>
                  <a:lnTo>
                    <a:pt x="32" y="74"/>
                  </a:lnTo>
                  <a:lnTo>
                    <a:pt x="32" y="74"/>
                  </a:lnTo>
                  <a:lnTo>
                    <a:pt x="32" y="74"/>
                  </a:lnTo>
                  <a:lnTo>
                    <a:pt x="34" y="74"/>
                  </a:lnTo>
                  <a:lnTo>
                    <a:pt x="34" y="74"/>
                  </a:lnTo>
                  <a:lnTo>
                    <a:pt x="34" y="74"/>
                  </a:lnTo>
                  <a:lnTo>
                    <a:pt x="34" y="74"/>
                  </a:lnTo>
                  <a:lnTo>
                    <a:pt x="36" y="73"/>
                  </a:lnTo>
                  <a:lnTo>
                    <a:pt x="36" y="73"/>
                  </a:lnTo>
                  <a:lnTo>
                    <a:pt x="36" y="73"/>
                  </a:lnTo>
                  <a:lnTo>
                    <a:pt x="36" y="73"/>
                  </a:lnTo>
                  <a:lnTo>
                    <a:pt x="36" y="73"/>
                  </a:lnTo>
                  <a:lnTo>
                    <a:pt x="36" y="73"/>
                  </a:lnTo>
                  <a:lnTo>
                    <a:pt x="36" y="73"/>
                  </a:lnTo>
                  <a:lnTo>
                    <a:pt x="36" y="73"/>
                  </a:lnTo>
                  <a:lnTo>
                    <a:pt x="36" y="72"/>
                  </a:lnTo>
                  <a:lnTo>
                    <a:pt x="36" y="72"/>
                  </a:lnTo>
                  <a:lnTo>
                    <a:pt x="36" y="72"/>
                  </a:lnTo>
                  <a:lnTo>
                    <a:pt x="36" y="72"/>
                  </a:lnTo>
                  <a:lnTo>
                    <a:pt x="36" y="72"/>
                  </a:lnTo>
                  <a:lnTo>
                    <a:pt x="36" y="72"/>
                  </a:lnTo>
                  <a:lnTo>
                    <a:pt x="36" y="72"/>
                  </a:lnTo>
                  <a:lnTo>
                    <a:pt x="36" y="72"/>
                  </a:lnTo>
                  <a:lnTo>
                    <a:pt x="37" y="70"/>
                  </a:lnTo>
                  <a:lnTo>
                    <a:pt x="37" y="70"/>
                  </a:lnTo>
                  <a:lnTo>
                    <a:pt x="37" y="70"/>
                  </a:lnTo>
                  <a:lnTo>
                    <a:pt x="37" y="70"/>
                  </a:lnTo>
                  <a:lnTo>
                    <a:pt x="38" y="70"/>
                  </a:lnTo>
                  <a:lnTo>
                    <a:pt x="38" y="70"/>
                  </a:lnTo>
                  <a:lnTo>
                    <a:pt x="38" y="70"/>
                  </a:lnTo>
                  <a:lnTo>
                    <a:pt x="38" y="70"/>
                  </a:lnTo>
                  <a:lnTo>
                    <a:pt x="40" y="70"/>
                  </a:lnTo>
                  <a:lnTo>
                    <a:pt x="40" y="70"/>
                  </a:lnTo>
                  <a:lnTo>
                    <a:pt x="40" y="70"/>
                  </a:lnTo>
                  <a:lnTo>
                    <a:pt x="40" y="70"/>
                  </a:lnTo>
                  <a:lnTo>
                    <a:pt x="42" y="70"/>
                  </a:lnTo>
                  <a:lnTo>
                    <a:pt x="42" y="70"/>
                  </a:lnTo>
                  <a:lnTo>
                    <a:pt x="42" y="70"/>
                  </a:lnTo>
                  <a:lnTo>
                    <a:pt x="42" y="70"/>
                  </a:lnTo>
                  <a:lnTo>
                    <a:pt x="44" y="70"/>
                  </a:lnTo>
                  <a:lnTo>
                    <a:pt x="44" y="70"/>
                  </a:lnTo>
                  <a:lnTo>
                    <a:pt x="44" y="70"/>
                  </a:lnTo>
                  <a:lnTo>
                    <a:pt x="44" y="70"/>
                  </a:lnTo>
                  <a:lnTo>
                    <a:pt x="44" y="70"/>
                  </a:lnTo>
                  <a:lnTo>
                    <a:pt x="44" y="70"/>
                  </a:lnTo>
                  <a:lnTo>
                    <a:pt x="44" y="70"/>
                  </a:lnTo>
                  <a:lnTo>
                    <a:pt x="44" y="70"/>
                  </a:lnTo>
                  <a:lnTo>
                    <a:pt x="44" y="69"/>
                  </a:lnTo>
                  <a:lnTo>
                    <a:pt x="44" y="69"/>
                  </a:lnTo>
                  <a:lnTo>
                    <a:pt x="44" y="69"/>
                  </a:lnTo>
                  <a:lnTo>
                    <a:pt x="44" y="69"/>
                  </a:lnTo>
                  <a:lnTo>
                    <a:pt x="44" y="69"/>
                  </a:lnTo>
                  <a:lnTo>
                    <a:pt x="44" y="69"/>
                  </a:lnTo>
                  <a:lnTo>
                    <a:pt x="44" y="69"/>
                  </a:lnTo>
                  <a:lnTo>
                    <a:pt x="44" y="69"/>
                  </a:lnTo>
                  <a:lnTo>
                    <a:pt x="44" y="68"/>
                  </a:lnTo>
                  <a:lnTo>
                    <a:pt x="44" y="68"/>
                  </a:lnTo>
                  <a:lnTo>
                    <a:pt x="44" y="68"/>
                  </a:lnTo>
                  <a:lnTo>
                    <a:pt x="44" y="68"/>
                  </a:lnTo>
                  <a:lnTo>
                    <a:pt x="44" y="68"/>
                  </a:lnTo>
                  <a:lnTo>
                    <a:pt x="44" y="68"/>
                  </a:lnTo>
                  <a:lnTo>
                    <a:pt x="44" y="68"/>
                  </a:lnTo>
                  <a:lnTo>
                    <a:pt x="44" y="68"/>
                  </a:lnTo>
                  <a:lnTo>
                    <a:pt x="45" y="68"/>
                  </a:lnTo>
                  <a:lnTo>
                    <a:pt x="45" y="68"/>
                  </a:lnTo>
                  <a:lnTo>
                    <a:pt x="45" y="68"/>
                  </a:lnTo>
                  <a:lnTo>
                    <a:pt x="45" y="68"/>
                  </a:lnTo>
                  <a:lnTo>
                    <a:pt x="46" y="68"/>
                  </a:lnTo>
                  <a:lnTo>
                    <a:pt x="46" y="68"/>
                  </a:lnTo>
                  <a:lnTo>
                    <a:pt x="46" y="68"/>
                  </a:lnTo>
                  <a:lnTo>
                    <a:pt x="46" y="68"/>
                  </a:lnTo>
                  <a:lnTo>
                    <a:pt x="48" y="68"/>
                  </a:lnTo>
                  <a:lnTo>
                    <a:pt x="48" y="68"/>
                  </a:lnTo>
                  <a:lnTo>
                    <a:pt x="48" y="68"/>
                  </a:lnTo>
                  <a:lnTo>
                    <a:pt x="48" y="68"/>
                  </a:lnTo>
                  <a:lnTo>
                    <a:pt x="48" y="68"/>
                  </a:lnTo>
                  <a:lnTo>
                    <a:pt x="48" y="68"/>
                  </a:lnTo>
                  <a:lnTo>
                    <a:pt x="48" y="68"/>
                  </a:lnTo>
                  <a:lnTo>
                    <a:pt x="48" y="68"/>
                  </a:lnTo>
                  <a:lnTo>
                    <a:pt x="49" y="67"/>
                  </a:lnTo>
                  <a:lnTo>
                    <a:pt x="49" y="67"/>
                  </a:lnTo>
                  <a:lnTo>
                    <a:pt x="49" y="67"/>
                  </a:lnTo>
                  <a:lnTo>
                    <a:pt x="49" y="67"/>
                  </a:lnTo>
                  <a:lnTo>
                    <a:pt x="49" y="66"/>
                  </a:lnTo>
                  <a:lnTo>
                    <a:pt x="49" y="66"/>
                  </a:lnTo>
                  <a:lnTo>
                    <a:pt x="49" y="66"/>
                  </a:lnTo>
                  <a:lnTo>
                    <a:pt x="49" y="66"/>
                  </a:lnTo>
                  <a:lnTo>
                    <a:pt x="50" y="64"/>
                  </a:lnTo>
                  <a:lnTo>
                    <a:pt x="50" y="64"/>
                  </a:lnTo>
                  <a:lnTo>
                    <a:pt x="50" y="64"/>
                  </a:lnTo>
                  <a:lnTo>
                    <a:pt x="50" y="64"/>
                  </a:lnTo>
                  <a:lnTo>
                    <a:pt x="50" y="64"/>
                  </a:lnTo>
                  <a:lnTo>
                    <a:pt x="50" y="64"/>
                  </a:lnTo>
                  <a:lnTo>
                    <a:pt x="50" y="64"/>
                  </a:lnTo>
                  <a:lnTo>
                    <a:pt x="50" y="64"/>
                  </a:lnTo>
                  <a:lnTo>
                    <a:pt x="51" y="62"/>
                  </a:lnTo>
                  <a:lnTo>
                    <a:pt x="51" y="62"/>
                  </a:lnTo>
                  <a:lnTo>
                    <a:pt x="51" y="62"/>
                  </a:lnTo>
                  <a:lnTo>
                    <a:pt x="51" y="62"/>
                  </a:lnTo>
                  <a:lnTo>
                    <a:pt x="51" y="60"/>
                  </a:lnTo>
                  <a:lnTo>
                    <a:pt x="51" y="60"/>
                  </a:lnTo>
                  <a:lnTo>
                    <a:pt x="51" y="59"/>
                  </a:lnTo>
                  <a:lnTo>
                    <a:pt x="51" y="59"/>
                  </a:lnTo>
                  <a:lnTo>
                    <a:pt x="53" y="58"/>
                  </a:lnTo>
                  <a:lnTo>
                    <a:pt x="53" y="58"/>
                  </a:lnTo>
                  <a:lnTo>
                    <a:pt x="53" y="58"/>
                  </a:lnTo>
                  <a:lnTo>
                    <a:pt x="53" y="58"/>
                  </a:lnTo>
                  <a:lnTo>
                    <a:pt x="53" y="58"/>
                  </a:lnTo>
                  <a:lnTo>
                    <a:pt x="53" y="58"/>
                  </a:lnTo>
                  <a:lnTo>
                    <a:pt x="53" y="58"/>
                  </a:lnTo>
                  <a:lnTo>
                    <a:pt x="53" y="58"/>
                  </a:lnTo>
                  <a:lnTo>
                    <a:pt x="55" y="57"/>
                  </a:lnTo>
                  <a:lnTo>
                    <a:pt x="55" y="57"/>
                  </a:lnTo>
                  <a:lnTo>
                    <a:pt x="55" y="57"/>
                  </a:lnTo>
                  <a:lnTo>
                    <a:pt x="55" y="57"/>
                  </a:lnTo>
                  <a:lnTo>
                    <a:pt x="57" y="57"/>
                  </a:lnTo>
                  <a:lnTo>
                    <a:pt x="57" y="57"/>
                  </a:lnTo>
                  <a:lnTo>
                    <a:pt x="57" y="57"/>
                  </a:lnTo>
                  <a:lnTo>
                    <a:pt x="57" y="57"/>
                  </a:lnTo>
                  <a:lnTo>
                    <a:pt x="58" y="56"/>
                  </a:lnTo>
                  <a:lnTo>
                    <a:pt x="58" y="56"/>
                  </a:lnTo>
                  <a:lnTo>
                    <a:pt x="58" y="56"/>
                  </a:lnTo>
                  <a:lnTo>
                    <a:pt x="58" y="56"/>
                  </a:lnTo>
                  <a:lnTo>
                    <a:pt x="58" y="56"/>
                  </a:lnTo>
                  <a:lnTo>
                    <a:pt x="58" y="56"/>
                  </a:lnTo>
                  <a:lnTo>
                    <a:pt x="58" y="56"/>
                  </a:lnTo>
                  <a:lnTo>
                    <a:pt x="58" y="56"/>
                  </a:lnTo>
                  <a:lnTo>
                    <a:pt x="60" y="55"/>
                  </a:lnTo>
                  <a:lnTo>
                    <a:pt x="60" y="55"/>
                  </a:lnTo>
                  <a:lnTo>
                    <a:pt x="60" y="55"/>
                  </a:lnTo>
                  <a:lnTo>
                    <a:pt x="60" y="55"/>
                  </a:lnTo>
                  <a:lnTo>
                    <a:pt x="60" y="55"/>
                  </a:lnTo>
                  <a:lnTo>
                    <a:pt x="60" y="55"/>
                  </a:lnTo>
                  <a:lnTo>
                    <a:pt x="60" y="55"/>
                  </a:lnTo>
                  <a:lnTo>
                    <a:pt x="60" y="55"/>
                  </a:lnTo>
                  <a:lnTo>
                    <a:pt x="61" y="53"/>
                  </a:lnTo>
                  <a:lnTo>
                    <a:pt x="61" y="53"/>
                  </a:lnTo>
                  <a:lnTo>
                    <a:pt x="61" y="53"/>
                  </a:lnTo>
                  <a:lnTo>
                    <a:pt x="61" y="53"/>
                  </a:lnTo>
                  <a:lnTo>
                    <a:pt x="63" y="53"/>
                  </a:lnTo>
                  <a:lnTo>
                    <a:pt x="63" y="53"/>
                  </a:lnTo>
                  <a:lnTo>
                    <a:pt x="63" y="53"/>
                  </a:lnTo>
                  <a:lnTo>
                    <a:pt x="63" y="53"/>
                  </a:lnTo>
                  <a:lnTo>
                    <a:pt x="65" y="53"/>
                  </a:lnTo>
                  <a:lnTo>
                    <a:pt x="65" y="53"/>
                  </a:lnTo>
                  <a:lnTo>
                    <a:pt x="65" y="53"/>
                  </a:lnTo>
                  <a:lnTo>
                    <a:pt x="65" y="53"/>
                  </a:lnTo>
                  <a:lnTo>
                    <a:pt x="66" y="53"/>
                  </a:lnTo>
                  <a:lnTo>
                    <a:pt x="66" y="53"/>
                  </a:lnTo>
                  <a:lnTo>
                    <a:pt x="66" y="53"/>
                  </a:lnTo>
                  <a:lnTo>
                    <a:pt x="66" y="53"/>
                  </a:lnTo>
                  <a:lnTo>
                    <a:pt x="68" y="53"/>
                  </a:lnTo>
                  <a:lnTo>
                    <a:pt x="68" y="53"/>
                  </a:lnTo>
                  <a:lnTo>
                    <a:pt x="68" y="53"/>
                  </a:lnTo>
                  <a:lnTo>
                    <a:pt x="68" y="53"/>
                  </a:lnTo>
                  <a:lnTo>
                    <a:pt x="70" y="53"/>
                  </a:lnTo>
                  <a:lnTo>
                    <a:pt x="70" y="53"/>
                  </a:lnTo>
                  <a:lnTo>
                    <a:pt x="71" y="53"/>
                  </a:lnTo>
                  <a:lnTo>
                    <a:pt x="71" y="53"/>
                  </a:lnTo>
                  <a:lnTo>
                    <a:pt x="72" y="53"/>
                  </a:lnTo>
                  <a:lnTo>
                    <a:pt x="72" y="53"/>
                  </a:lnTo>
                  <a:lnTo>
                    <a:pt x="72" y="53"/>
                  </a:lnTo>
                  <a:lnTo>
                    <a:pt x="72" y="53"/>
                  </a:lnTo>
                  <a:lnTo>
                    <a:pt x="74" y="53"/>
                  </a:lnTo>
                  <a:lnTo>
                    <a:pt x="74" y="53"/>
                  </a:lnTo>
                  <a:lnTo>
                    <a:pt x="75" y="53"/>
                  </a:lnTo>
                  <a:lnTo>
                    <a:pt x="75" y="53"/>
                  </a:lnTo>
                  <a:lnTo>
                    <a:pt x="77" y="51"/>
                  </a:lnTo>
                  <a:lnTo>
                    <a:pt x="77" y="51"/>
                  </a:lnTo>
                  <a:lnTo>
                    <a:pt x="77" y="51"/>
                  </a:lnTo>
                  <a:lnTo>
                    <a:pt x="77" y="51"/>
                  </a:lnTo>
                  <a:lnTo>
                    <a:pt x="78" y="50"/>
                  </a:lnTo>
                  <a:lnTo>
                    <a:pt x="78" y="50"/>
                  </a:lnTo>
                  <a:lnTo>
                    <a:pt x="78" y="50"/>
                  </a:lnTo>
                  <a:lnTo>
                    <a:pt x="78" y="50"/>
                  </a:lnTo>
                  <a:lnTo>
                    <a:pt x="79" y="47"/>
                  </a:lnTo>
                  <a:lnTo>
                    <a:pt x="79" y="47"/>
                  </a:lnTo>
                  <a:lnTo>
                    <a:pt x="79" y="47"/>
                  </a:lnTo>
                  <a:lnTo>
                    <a:pt x="79" y="47"/>
                  </a:lnTo>
                  <a:lnTo>
                    <a:pt x="79" y="45"/>
                  </a:lnTo>
                  <a:lnTo>
                    <a:pt x="79" y="45"/>
                  </a:lnTo>
                  <a:lnTo>
                    <a:pt x="79" y="45"/>
                  </a:lnTo>
                  <a:lnTo>
                    <a:pt x="79" y="45"/>
                  </a:lnTo>
                  <a:lnTo>
                    <a:pt x="81" y="43"/>
                  </a:lnTo>
                  <a:lnTo>
                    <a:pt x="81" y="43"/>
                  </a:lnTo>
                  <a:lnTo>
                    <a:pt x="81" y="43"/>
                  </a:lnTo>
                  <a:lnTo>
                    <a:pt x="81" y="43"/>
                  </a:lnTo>
                  <a:lnTo>
                    <a:pt x="81" y="43"/>
                  </a:lnTo>
                  <a:lnTo>
                    <a:pt x="81" y="43"/>
                  </a:lnTo>
                  <a:lnTo>
                    <a:pt x="81" y="43"/>
                  </a:lnTo>
                  <a:lnTo>
                    <a:pt x="81" y="43"/>
                  </a:lnTo>
                  <a:lnTo>
                    <a:pt x="83" y="42"/>
                  </a:lnTo>
                  <a:lnTo>
                    <a:pt x="83" y="42"/>
                  </a:lnTo>
                  <a:lnTo>
                    <a:pt x="83" y="42"/>
                  </a:lnTo>
                  <a:lnTo>
                    <a:pt x="83" y="42"/>
                  </a:lnTo>
                  <a:lnTo>
                    <a:pt x="83" y="42"/>
                  </a:lnTo>
                  <a:lnTo>
                    <a:pt x="83" y="42"/>
                  </a:lnTo>
                  <a:lnTo>
                    <a:pt x="83" y="42"/>
                  </a:lnTo>
                  <a:lnTo>
                    <a:pt x="83" y="42"/>
                  </a:lnTo>
                  <a:lnTo>
                    <a:pt x="84" y="41"/>
                  </a:lnTo>
                  <a:lnTo>
                    <a:pt x="84" y="41"/>
                  </a:lnTo>
                  <a:lnTo>
                    <a:pt x="83" y="41"/>
                  </a:lnTo>
                  <a:lnTo>
                    <a:pt x="83" y="40"/>
                  </a:lnTo>
                  <a:lnTo>
                    <a:pt x="83" y="40"/>
                  </a:lnTo>
                  <a:lnTo>
                    <a:pt x="83" y="38"/>
                  </a:lnTo>
                  <a:lnTo>
                    <a:pt x="83" y="38"/>
                  </a:lnTo>
                  <a:lnTo>
                    <a:pt x="83" y="36"/>
                  </a:lnTo>
                  <a:lnTo>
                    <a:pt x="83" y="35"/>
                  </a:lnTo>
                  <a:lnTo>
                    <a:pt x="83" y="33"/>
                  </a:lnTo>
                  <a:lnTo>
                    <a:pt x="83" y="33"/>
                  </a:lnTo>
                  <a:lnTo>
                    <a:pt x="83" y="31"/>
                  </a:lnTo>
                  <a:lnTo>
                    <a:pt x="83" y="31"/>
                  </a:lnTo>
                  <a:lnTo>
                    <a:pt x="83" y="29"/>
                  </a:lnTo>
                  <a:lnTo>
                    <a:pt x="83" y="29"/>
                  </a:lnTo>
                  <a:lnTo>
                    <a:pt x="83" y="28"/>
                  </a:lnTo>
                  <a:lnTo>
                    <a:pt x="83" y="27"/>
                  </a:lnTo>
                  <a:lnTo>
                    <a:pt x="83" y="25"/>
                  </a:lnTo>
                  <a:lnTo>
                    <a:pt x="82" y="25"/>
                  </a:lnTo>
                  <a:lnTo>
                    <a:pt x="82" y="24"/>
                  </a:lnTo>
                  <a:lnTo>
                    <a:pt x="81" y="24"/>
                  </a:lnTo>
                  <a:lnTo>
                    <a:pt x="81" y="22"/>
                  </a:lnTo>
                  <a:lnTo>
                    <a:pt x="79" y="22"/>
                  </a:lnTo>
                  <a:lnTo>
                    <a:pt x="79" y="20"/>
                  </a:lnTo>
                  <a:lnTo>
                    <a:pt x="79" y="20"/>
                  </a:lnTo>
                  <a:lnTo>
                    <a:pt x="79" y="18"/>
                  </a:lnTo>
                  <a:lnTo>
                    <a:pt x="78" y="18"/>
                  </a:lnTo>
                  <a:lnTo>
                    <a:pt x="78" y="17"/>
                  </a:lnTo>
                  <a:lnTo>
                    <a:pt x="76" y="17"/>
                  </a:lnTo>
                  <a:lnTo>
                    <a:pt x="76" y="15"/>
                  </a:lnTo>
                  <a:lnTo>
                    <a:pt x="74" y="15"/>
                  </a:lnTo>
                  <a:lnTo>
                    <a:pt x="74" y="14"/>
                  </a:lnTo>
                  <a:lnTo>
                    <a:pt x="74" y="14"/>
                  </a:lnTo>
                  <a:lnTo>
                    <a:pt x="74" y="12"/>
                  </a:lnTo>
                  <a:lnTo>
                    <a:pt x="72" y="12"/>
                  </a:lnTo>
                  <a:lnTo>
                    <a:pt x="72" y="12"/>
                  </a:lnTo>
                  <a:lnTo>
                    <a:pt x="71" y="12"/>
                  </a:lnTo>
                  <a:lnTo>
                    <a:pt x="71" y="12"/>
                  </a:lnTo>
                  <a:lnTo>
                    <a:pt x="68" y="12"/>
                  </a:lnTo>
                  <a:lnTo>
                    <a:pt x="68" y="12"/>
                  </a:lnTo>
                  <a:lnTo>
                    <a:pt x="68" y="12"/>
                  </a:lnTo>
                  <a:lnTo>
                    <a:pt x="68" y="11"/>
                  </a:lnTo>
                  <a:lnTo>
                    <a:pt x="66" y="11"/>
                  </a:lnTo>
                  <a:lnTo>
                    <a:pt x="66" y="11"/>
                  </a:lnTo>
                  <a:lnTo>
                    <a:pt x="66" y="11"/>
                  </a:lnTo>
                  <a:lnTo>
                    <a:pt x="66" y="11"/>
                  </a:lnTo>
                  <a:lnTo>
                    <a:pt x="65" y="11"/>
                  </a:lnTo>
                  <a:lnTo>
                    <a:pt x="65" y="11"/>
                  </a:lnTo>
                  <a:lnTo>
                    <a:pt x="65" y="11"/>
                  </a:lnTo>
                  <a:lnTo>
                    <a:pt x="65" y="9"/>
                  </a:lnTo>
                  <a:lnTo>
                    <a:pt x="63" y="9"/>
                  </a:lnTo>
                  <a:lnTo>
                    <a:pt x="63" y="9"/>
                  </a:lnTo>
                  <a:lnTo>
                    <a:pt x="63" y="9"/>
                  </a:lnTo>
                  <a:lnTo>
                    <a:pt x="63" y="8"/>
                  </a:lnTo>
                  <a:lnTo>
                    <a:pt x="61" y="8"/>
                  </a:lnTo>
                  <a:lnTo>
                    <a:pt x="61" y="8"/>
                  </a:lnTo>
                  <a:lnTo>
                    <a:pt x="61" y="8"/>
                  </a:lnTo>
                  <a:lnTo>
                    <a:pt x="61" y="6"/>
                  </a:lnTo>
                  <a:lnTo>
                    <a:pt x="58" y="6"/>
                  </a:lnTo>
                  <a:lnTo>
                    <a:pt x="58" y="6"/>
                  </a:lnTo>
                  <a:lnTo>
                    <a:pt x="58" y="6"/>
                  </a:lnTo>
                  <a:lnTo>
                    <a:pt x="58" y="3"/>
                  </a:lnTo>
                  <a:lnTo>
                    <a:pt x="58" y="3"/>
                  </a:lnTo>
                  <a:lnTo>
                    <a:pt x="58" y="1"/>
                  </a:lnTo>
                  <a:lnTo>
                    <a:pt x="58" y="1"/>
                  </a:lnTo>
                  <a:lnTo>
                    <a:pt x="58" y="0"/>
                  </a:lnTo>
                  <a:lnTo>
                    <a:pt x="58" y="0"/>
                  </a:lnTo>
                  <a:lnTo>
                    <a:pt x="57" y="0"/>
                  </a:lnTo>
                  <a:lnTo>
                    <a:pt x="57" y="0"/>
                  </a:lnTo>
                  <a:lnTo>
                    <a:pt x="57" y="0"/>
                  </a:lnTo>
                  <a:lnTo>
                    <a:pt x="57" y="0"/>
                  </a:lnTo>
                  <a:lnTo>
                    <a:pt x="55" y="0"/>
                  </a:lnTo>
                  <a:lnTo>
                    <a:pt x="55" y="0"/>
                  </a:lnTo>
                  <a:lnTo>
                    <a:pt x="55" y="0"/>
                  </a:lnTo>
                  <a:lnTo>
                    <a:pt x="55" y="0"/>
                  </a:lnTo>
                  <a:lnTo>
                    <a:pt x="53" y="0"/>
                  </a:lnTo>
                  <a:lnTo>
                    <a:pt x="53" y="0"/>
                  </a:lnTo>
                  <a:lnTo>
                    <a:pt x="51" y="0"/>
                  </a:lnTo>
                  <a:lnTo>
                    <a:pt x="51" y="0"/>
                  </a:lnTo>
                  <a:lnTo>
                    <a:pt x="50" y="0"/>
                  </a:lnTo>
                  <a:lnTo>
                    <a:pt x="50" y="0"/>
                  </a:lnTo>
                  <a:lnTo>
                    <a:pt x="50" y="0"/>
                  </a:lnTo>
                  <a:lnTo>
                    <a:pt x="50" y="0"/>
                  </a:lnTo>
                  <a:lnTo>
                    <a:pt x="49" y="1"/>
                  </a:lnTo>
                  <a:lnTo>
                    <a:pt x="49" y="1"/>
                  </a:lnTo>
                  <a:lnTo>
                    <a:pt x="49" y="1"/>
                  </a:lnTo>
                  <a:lnTo>
                    <a:pt x="49" y="1"/>
                  </a:lnTo>
                  <a:lnTo>
                    <a:pt x="47" y="3"/>
                  </a:lnTo>
                  <a:lnTo>
                    <a:pt x="47" y="3"/>
                  </a:lnTo>
                  <a:lnTo>
                    <a:pt x="47" y="3"/>
                  </a:lnTo>
                  <a:lnTo>
                    <a:pt x="47" y="3"/>
                  </a:lnTo>
                  <a:lnTo>
                    <a:pt x="46" y="5"/>
                  </a:lnTo>
                  <a:lnTo>
                    <a:pt x="46" y="5"/>
                  </a:lnTo>
                  <a:lnTo>
                    <a:pt x="46" y="5"/>
                  </a:lnTo>
                  <a:lnTo>
                    <a:pt x="46" y="5"/>
                  </a:lnTo>
                  <a:lnTo>
                    <a:pt x="46" y="6"/>
                  </a:lnTo>
                  <a:lnTo>
                    <a:pt x="46" y="6"/>
                  </a:lnTo>
                  <a:lnTo>
                    <a:pt x="46" y="6"/>
                  </a:lnTo>
                  <a:lnTo>
                    <a:pt x="46" y="6"/>
                  </a:lnTo>
                  <a:lnTo>
                    <a:pt x="44" y="6"/>
                  </a:lnTo>
                  <a:lnTo>
                    <a:pt x="44" y="6"/>
                  </a:lnTo>
                  <a:lnTo>
                    <a:pt x="43" y="6"/>
                  </a:lnTo>
                  <a:lnTo>
                    <a:pt x="43" y="6"/>
                  </a:lnTo>
                  <a:lnTo>
                    <a:pt x="41" y="6"/>
                  </a:lnTo>
                  <a:lnTo>
                    <a:pt x="41" y="6"/>
                  </a:lnTo>
                  <a:lnTo>
                    <a:pt x="41" y="6"/>
                  </a:lnTo>
                  <a:lnTo>
                    <a:pt x="41" y="6"/>
                  </a:lnTo>
                  <a:lnTo>
                    <a:pt x="39" y="7"/>
                  </a:lnTo>
                  <a:lnTo>
                    <a:pt x="39" y="7"/>
                  </a:lnTo>
                  <a:lnTo>
                    <a:pt x="39" y="7"/>
                  </a:lnTo>
                  <a:lnTo>
                    <a:pt x="39" y="7"/>
                  </a:lnTo>
                  <a:lnTo>
                    <a:pt x="38" y="7"/>
                  </a:lnTo>
                  <a:lnTo>
                    <a:pt x="38" y="7"/>
                  </a:lnTo>
                  <a:lnTo>
                    <a:pt x="38" y="7"/>
                  </a:lnTo>
                  <a:lnTo>
                    <a:pt x="38" y="7"/>
                  </a:lnTo>
                  <a:lnTo>
                    <a:pt x="36" y="8"/>
                  </a:lnTo>
                  <a:lnTo>
                    <a:pt x="36" y="8"/>
                  </a:lnTo>
                  <a:lnTo>
                    <a:pt x="36" y="8"/>
                  </a:lnTo>
                  <a:lnTo>
                    <a:pt x="36" y="8"/>
                  </a:lnTo>
                  <a:lnTo>
                    <a:pt x="36" y="8"/>
                  </a:lnTo>
                  <a:lnTo>
                    <a:pt x="36" y="8"/>
                  </a:lnTo>
                  <a:lnTo>
                    <a:pt x="36" y="8"/>
                  </a:lnTo>
                  <a:lnTo>
                    <a:pt x="36" y="8"/>
                  </a:lnTo>
                  <a:lnTo>
                    <a:pt x="34" y="9"/>
                  </a:lnTo>
                  <a:lnTo>
                    <a:pt x="34" y="9"/>
                  </a:lnTo>
                  <a:lnTo>
                    <a:pt x="34" y="9"/>
                  </a:lnTo>
                  <a:lnTo>
                    <a:pt x="34" y="9"/>
                  </a:lnTo>
                  <a:lnTo>
                    <a:pt x="34" y="9"/>
                  </a:lnTo>
                  <a:lnTo>
                    <a:pt x="34" y="9"/>
                  </a:lnTo>
                  <a:lnTo>
                    <a:pt x="34" y="9"/>
                  </a:lnTo>
                  <a:lnTo>
                    <a:pt x="34" y="9"/>
                  </a:lnTo>
                  <a:lnTo>
                    <a:pt x="32" y="10"/>
                  </a:lnTo>
                  <a:lnTo>
                    <a:pt x="32" y="10"/>
                  </a:lnTo>
                  <a:lnTo>
                    <a:pt x="32" y="10"/>
                  </a:lnTo>
                  <a:lnTo>
                    <a:pt x="32" y="10"/>
                  </a:lnTo>
                  <a:lnTo>
                    <a:pt x="30" y="10"/>
                  </a:lnTo>
                  <a:lnTo>
                    <a:pt x="30" y="10"/>
                  </a:lnTo>
                  <a:lnTo>
                    <a:pt x="30" y="10"/>
                  </a:lnTo>
                  <a:lnTo>
                    <a:pt x="30" y="10"/>
                  </a:lnTo>
                  <a:lnTo>
                    <a:pt x="28" y="10"/>
                  </a:lnTo>
                  <a:lnTo>
                    <a:pt x="28" y="10"/>
                  </a:lnTo>
                  <a:lnTo>
                    <a:pt x="28" y="10"/>
                  </a:lnTo>
                  <a:lnTo>
                    <a:pt x="28" y="10"/>
                  </a:lnTo>
                  <a:lnTo>
                    <a:pt x="27" y="10"/>
                  </a:lnTo>
                  <a:lnTo>
                    <a:pt x="27" y="10"/>
                  </a:lnTo>
                  <a:lnTo>
                    <a:pt x="27" y="10"/>
                  </a:lnTo>
                  <a:lnTo>
                    <a:pt x="27" y="9"/>
                  </a:lnTo>
                  <a:lnTo>
                    <a:pt x="25" y="11"/>
                  </a:lnTo>
                  <a:lnTo>
                    <a:pt x="25" y="11"/>
                  </a:lnTo>
                  <a:lnTo>
                    <a:pt x="25" y="11"/>
                  </a:lnTo>
                  <a:lnTo>
                    <a:pt x="25" y="11"/>
                  </a:lnTo>
                  <a:lnTo>
                    <a:pt x="25" y="11"/>
                  </a:lnTo>
                  <a:lnTo>
                    <a:pt x="25" y="11"/>
                  </a:lnTo>
                  <a:lnTo>
                    <a:pt x="25" y="11"/>
                  </a:lnTo>
                  <a:lnTo>
                    <a:pt x="25" y="11"/>
                  </a:lnTo>
                  <a:lnTo>
                    <a:pt x="24" y="12"/>
                  </a:lnTo>
                  <a:lnTo>
                    <a:pt x="24" y="12"/>
                  </a:lnTo>
                  <a:lnTo>
                    <a:pt x="24" y="12"/>
                  </a:lnTo>
                  <a:lnTo>
                    <a:pt x="24" y="12"/>
                  </a:lnTo>
                  <a:lnTo>
                    <a:pt x="24" y="12"/>
                  </a:lnTo>
                  <a:lnTo>
                    <a:pt x="24" y="12"/>
                  </a:lnTo>
                  <a:lnTo>
                    <a:pt x="24" y="12"/>
                  </a:lnTo>
                  <a:lnTo>
                    <a:pt x="24" y="12"/>
                  </a:lnTo>
                  <a:lnTo>
                    <a:pt x="24" y="13"/>
                  </a:lnTo>
                  <a:lnTo>
                    <a:pt x="24" y="13"/>
                  </a:lnTo>
                  <a:lnTo>
                    <a:pt x="24" y="13"/>
                  </a:lnTo>
                  <a:lnTo>
                    <a:pt x="24" y="13"/>
                  </a:lnTo>
                  <a:lnTo>
                    <a:pt x="24" y="14"/>
                  </a:lnTo>
                  <a:lnTo>
                    <a:pt x="24" y="14"/>
                  </a:lnTo>
                  <a:lnTo>
                    <a:pt x="24" y="14"/>
                  </a:lnTo>
                  <a:lnTo>
                    <a:pt x="24" y="14"/>
                  </a:lnTo>
                  <a:lnTo>
                    <a:pt x="24" y="16"/>
                  </a:lnTo>
                  <a:lnTo>
                    <a:pt x="24" y="16"/>
                  </a:lnTo>
                  <a:lnTo>
                    <a:pt x="24" y="16"/>
                  </a:lnTo>
                  <a:lnTo>
                    <a:pt x="24" y="16"/>
                  </a:lnTo>
                  <a:lnTo>
                    <a:pt x="24" y="16"/>
                  </a:lnTo>
                  <a:lnTo>
                    <a:pt x="24" y="16"/>
                  </a:lnTo>
                  <a:lnTo>
                    <a:pt x="24" y="16"/>
                  </a:lnTo>
                  <a:lnTo>
                    <a:pt x="24" y="16"/>
                  </a:lnTo>
                  <a:lnTo>
                    <a:pt x="22" y="16"/>
                  </a:lnTo>
                  <a:lnTo>
                    <a:pt x="22" y="16"/>
                  </a:lnTo>
                  <a:lnTo>
                    <a:pt x="21" y="16"/>
                  </a:lnTo>
                  <a:lnTo>
                    <a:pt x="21" y="16"/>
                  </a:lnTo>
                  <a:lnTo>
                    <a:pt x="19" y="16"/>
                  </a:lnTo>
                  <a:lnTo>
                    <a:pt x="19" y="16"/>
                  </a:lnTo>
                  <a:lnTo>
                    <a:pt x="19" y="16"/>
                  </a:lnTo>
                  <a:lnTo>
                    <a:pt x="19" y="16"/>
                  </a:lnTo>
                  <a:lnTo>
                    <a:pt x="17" y="16"/>
                  </a:lnTo>
                  <a:lnTo>
                    <a:pt x="17" y="16"/>
                  </a:lnTo>
                  <a:lnTo>
                    <a:pt x="17" y="16"/>
                  </a:lnTo>
                  <a:lnTo>
                    <a:pt x="17" y="16"/>
                  </a:lnTo>
                  <a:lnTo>
                    <a:pt x="17" y="16"/>
                  </a:lnTo>
                  <a:lnTo>
                    <a:pt x="17" y="16"/>
                  </a:lnTo>
                  <a:lnTo>
                    <a:pt x="17" y="16"/>
                  </a:lnTo>
                  <a:lnTo>
                    <a:pt x="17" y="14"/>
                  </a:lnTo>
                  <a:lnTo>
                    <a:pt x="14" y="16"/>
                  </a:lnTo>
                  <a:lnTo>
                    <a:pt x="14" y="16"/>
                  </a:lnTo>
                  <a:lnTo>
                    <a:pt x="14" y="16"/>
                  </a:lnTo>
                  <a:lnTo>
                    <a:pt x="14" y="16"/>
                  </a:lnTo>
                  <a:lnTo>
                    <a:pt x="13" y="16"/>
                  </a:lnTo>
                  <a:lnTo>
                    <a:pt x="13" y="16"/>
                  </a:lnTo>
                  <a:lnTo>
                    <a:pt x="13" y="16"/>
                  </a:lnTo>
                  <a:lnTo>
                    <a:pt x="13" y="16"/>
                  </a:lnTo>
                  <a:lnTo>
                    <a:pt x="12" y="18"/>
                  </a:lnTo>
                  <a:lnTo>
                    <a:pt x="12" y="18"/>
                  </a:lnTo>
                  <a:lnTo>
                    <a:pt x="12" y="18"/>
                  </a:lnTo>
                  <a:lnTo>
                    <a:pt x="12" y="18"/>
                  </a:lnTo>
                  <a:lnTo>
                    <a:pt x="12" y="18"/>
                  </a:lnTo>
                  <a:lnTo>
                    <a:pt x="12" y="18"/>
                  </a:lnTo>
                  <a:lnTo>
                    <a:pt x="12" y="18"/>
                  </a:lnTo>
                  <a:lnTo>
                    <a:pt x="12" y="18"/>
                  </a:lnTo>
                  <a:lnTo>
                    <a:pt x="10" y="20"/>
                  </a:lnTo>
                  <a:lnTo>
                    <a:pt x="10" y="20"/>
                  </a:lnTo>
                  <a:lnTo>
                    <a:pt x="10" y="20"/>
                  </a:lnTo>
                  <a:lnTo>
                    <a:pt x="10" y="20"/>
                  </a:lnTo>
                  <a:lnTo>
                    <a:pt x="10" y="20"/>
                  </a:lnTo>
                  <a:lnTo>
                    <a:pt x="10" y="20"/>
                  </a:lnTo>
                  <a:lnTo>
                    <a:pt x="10" y="20"/>
                  </a:lnTo>
                  <a:lnTo>
                    <a:pt x="10" y="20"/>
                  </a:lnTo>
                  <a:lnTo>
                    <a:pt x="8" y="22"/>
                  </a:lnTo>
                  <a:lnTo>
                    <a:pt x="8" y="22"/>
                  </a:lnTo>
                  <a:lnTo>
                    <a:pt x="8" y="22"/>
                  </a:lnTo>
                  <a:lnTo>
                    <a:pt x="8" y="22"/>
                  </a:lnTo>
                  <a:lnTo>
                    <a:pt x="8" y="22"/>
                  </a:lnTo>
                  <a:lnTo>
                    <a:pt x="8" y="22"/>
                  </a:lnTo>
                  <a:lnTo>
                    <a:pt x="8" y="22"/>
                  </a:lnTo>
                  <a:lnTo>
                    <a:pt x="8" y="22"/>
                  </a:lnTo>
                  <a:lnTo>
                    <a:pt x="8" y="23"/>
                  </a:lnTo>
                  <a:lnTo>
                    <a:pt x="8" y="23"/>
                  </a:lnTo>
                  <a:lnTo>
                    <a:pt x="8" y="24"/>
                  </a:lnTo>
                  <a:lnTo>
                    <a:pt x="8" y="24"/>
                  </a:lnTo>
                  <a:lnTo>
                    <a:pt x="8" y="26"/>
                  </a:lnTo>
                  <a:lnTo>
                    <a:pt x="8" y="26"/>
                  </a:lnTo>
                  <a:lnTo>
                    <a:pt x="8" y="26"/>
                  </a:lnTo>
                  <a:lnTo>
                    <a:pt x="8" y="26"/>
                  </a:lnTo>
                  <a:lnTo>
                    <a:pt x="8" y="28"/>
                  </a:lnTo>
                  <a:lnTo>
                    <a:pt x="8" y="28"/>
                  </a:lnTo>
                  <a:lnTo>
                    <a:pt x="8" y="29"/>
                  </a:lnTo>
                  <a:lnTo>
                    <a:pt x="8" y="29"/>
                  </a:lnTo>
                  <a:lnTo>
                    <a:pt x="8" y="31"/>
                  </a:lnTo>
                  <a:lnTo>
                    <a:pt x="8" y="31"/>
                  </a:lnTo>
                  <a:lnTo>
                    <a:pt x="8" y="31"/>
                  </a:lnTo>
                  <a:lnTo>
                    <a:pt x="8" y="31"/>
                  </a:lnTo>
                  <a:lnTo>
                    <a:pt x="6" y="33"/>
                  </a:lnTo>
                  <a:lnTo>
                    <a:pt x="6" y="33"/>
                  </a:lnTo>
                  <a:lnTo>
                    <a:pt x="5" y="33"/>
                  </a:lnTo>
                  <a:lnTo>
                    <a:pt x="5" y="33"/>
                  </a:lnTo>
                  <a:lnTo>
                    <a:pt x="3" y="33"/>
                  </a:lnTo>
                  <a:lnTo>
                    <a:pt x="3" y="33"/>
                  </a:lnTo>
                  <a:lnTo>
                    <a:pt x="3" y="33"/>
                  </a:lnTo>
                  <a:lnTo>
                    <a:pt x="3" y="33"/>
                  </a:lnTo>
                  <a:lnTo>
                    <a:pt x="1" y="35"/>
                  </a:lnTo>
                  <a:lnTo>
                    <a:pt x="1" y="35"/>
                  </a:lnTo>
                  <a:lnTo>
                    <a:pt x="1" y="35"/>
                  </a:lnTo>
                  <a:lnTo>
                    <a:pt x="1" y="35"/>
                  </a:lnTo>
                  <a:lnTo>
                    <a:pt x="0" y="35"/>
                  </a:lnTo>
                  <a:lnTo>
                    <a:pt x="0" y="35"/>
                  </a:lnTo>
                  <a:lnTo>
                    <a:pt x="0" y="35"/>
                  </a:lnTo>
                  <a:lnTo>
                    <a:pt x="0" y="35"/>
                  </a:lnTo>
                  <a:lnTo>
                    <a:pt x="0" y="35"/>
                  </a:lnTo>
                  <a:lnTo>
                    <a:pt x="0" y="35"/>
                  </a:lnTo>
                  <a:lnTo>
                    <a:pt x="0" y="35"/>
                  </a:lnTo>
                  <a:lnTo>
                    <a:pt x="0" y="35"/>
                  </a:lnTo>
                  <a:lnTo>
                    <a:pt x="0" y="35"/>
                  </a:lnTo>
                  <a:lnTo>
                    <a:pt x="0" y="35"/>
                  </a:lnTo>
                  <a:lnTo>
                    <a:pt x="0" y="35"/>
                  </a:lnTo>
                  <a:lnTo>
                    <a:pt x="0" y="34"/>
                  </a:lnTo>
                  <a:lnTo>
                    <a:pt x="0" y="34"/>
                  </a:lnTo>
                  <a:lnTo>
                    <a:pt x="0" y="34"/>
                  </a:lnTo>
                  <a:lnTo>
                    <a:pt x="0" y="34"/>
                  </a:lnTo>
                  <a:lnTo>
                    <a:pt x="0" y="34"/>
                  </a:lnTo>
                  <a:lnTo>
                    <a:pt x="0" y="34"/>
                  </a:lnTo>
                  <a:lnTo>
                    <a:pt x="0" y="34"/>
                  </a:lnTo>
                  <a:lnTo>
                    <a:pt x="0" y="34"/>
                  </a:lnTo>
                  <a:lnTo>
                    <a:pt x="0" y="33"/>
                  </a:lnTo>
                  <a:lnTo>
                    <a:pt x="0" y="33"/>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40" name=""/>
            <p:cNvSpPr/>
            <p:nvPr/>
          </p:nvSpPr>
          <p:spPr>
            <a:xfrm>
              <a:off x="8370720" y="7058160"/>
              <a:ext cx="111240" cy="212760"/>
            </a:xfrm>
            <a:custGeom>
              <a:avLst/>
              <a:gdLst/>
              <a:ahLst/>
              <a:rect l="l" t="t" r="r" b="b"/>
              <a:pathLst>
                <a:path w="70" h="134">
                  <a:moveTo>
                    <a:pt x="1" y="35"/>
                  </a:moveTo>
                  <a:lnTo>
                    <a:pt x="1" y="36"/>
                  </a:lnTo>
                  <a:lnTo>
                    <a:pt x="1" y="36"/>
                  </a:lnTo>
                  <a:lnTo>
                    <a:pt x="1" y="36"/>
                  </a:lnTo>
                  <a:lnTo>
                    <a:pt x="2" y="36"/>
                  </a:lnTo>
                  <a:lnTo>
                    <a:pt x="2" y="37"/>
                  </a:lnTo>
                  <a:lnTo>
                    <a:pt x="3" y="37"/>
                  </a:lnTo>
                  <a:lnTo>
                    <a:pt x="3" y="37"/>
                  </a:lnTo>
                  <a:lnTo>
                    <a:pt x="5" y="37"/>
                  </a:lnTo>
                  <a:lnTo>
                    <a:pt x="5" y="38"/>
                  </a:lnTo>
                  <a:lnTo>
                    <a:pt x="6" y="38"/>
                  </a:lnTo>
                  <a:lnTo>
                    <a:pt x="6" y="38"/>
                  </a:lnTo>
                  <a:lnTo>
                    <a:pt x="8" y="38"/>
                  </a:lnTo>
                  <a:lnTo>
                    <a:pt x="8" y="38"/>
                  </a:lnTo>
                  <a:lnTo>
                    <a:pt x="9" y="38"/>
                  </a:lnTo>
                  <a:lnTo>
                    <a:pt x="9" y="38"/>
                  </a:lnTo>
                  <a:lnTo>
                    <a:pt x="11" y="38"/>
                  </a:lnTo>
                  <a:lnTo>
                    <a:pt x="11" y="39"/>
                  </a:lnTo>
                  <a:lnTo>
                    <a:pt x="11" y="39"/>
                  </a:lnTo>
                  <a:lnTo>
                    <a:pt x="11" y="39"/>
                  </a:lnTo>
                  <a:lnTo>
                    <a:pt x="11" y="39"/>
                  </a:lnTo>
                  <a:lnTo>
                    <a:pt x="11" y="39"/>
                  </a:lnTo>
                  <a:lnTo>
                    <a:pt x="11" y="39"/>
                  </a:lnTo>
                  <a:lnTo>
                    <a:pt x="11" y="39"/>
                  </a:lnTo>
                  <a:lnTo>
                    <a:pt x="12" y="39"/>
                  </a:lnTo>
                  <a:lnTo>
                    <a:pt x="12" y="40"/>
                  </a:lnTo>
                  <a:lnTo>
                    <a:pt x="12" y="40"/>
                  </a:lnTo>
                  <a:lnTo>
                    <a:pt x="12" y="40"/>
                  </a:lnTo>
                  <a:lnTo>
                    <a:pt x="12" y="40"/>
                  </a:lnTo>
                  <a:lnTo>
                    <a:pt x="12" y="40"/>
                  </a:lnTo>
                  <a:lnTo>
                    <a:pt x="12" y="40"/>
                  </a:lnTo>
                  <a:lnTo>
                    <a:pt x="12" y="40"/>
                  </a:lnTo>
                  <a:lnTo>
                    <a:pt x="14" y="40"/>
                  </a:lnTo>
                  <a:lnTo>
                    <a:pt x="13" y="42"/>
                  </a:lnTo>
                  <a:lnTo>
                    <a:pt x="13" y="42"/>
                  </a:lnTo>
                  <a:lnTo>
                    <a:pt x="13" y="42"/>
                  </a:lnTo>
                  <a:lnTo>
                    <a:pt x="13" y="42"/>
                  </a:lnTo>
                  <a:lnTo>
                    <a:pt x="13" y="43"/>
                  </a:lnTo>
                  <a:lnTo>
                    <a:pt x="13" y="43"/>
                  </a:lnTo>
                  <a:lnTo>
                    <a:pt x="13" y="43"/>
                  </a:lnTo>
                  <a:lnTo>
                    <a:pt x="13" y="43"/>
                  </a:lnTo>
                  <a:lnTo>
                    <a:pt x="13" y="45"/>
                  </a:lnTo>
                  <a:lnTo>
                    <a:pt x="13" y="45"/>
                  </a:lnTo>
                  <a:lnTo>
                    <a:pt x="13" y="45"/>
                  </a:lnTo>
                  <a:lnTo>
                    <a:pt x="13" y="45"/>
                  </a:lnTo>
                  <a:lnTo>
                    <a:pt x="13" y="46"/>
                  </a:lnTo>
                  <a:lnTo>
                    <a:pt x="13" y="46"/>
                  </a:lnTo>
                  <a:lnTo>
                    <a:pt x="13" y="46"/>
                  </a:lnTo>
                  <a:lnTo>
                    <a:pt x="14" y="46"/>
                  </a:lnTo>
                  <a:lnTo>
                    <a:pt x="12" y="46"/>
                  </a:lnTo>
                  <a:lnTo>
                    <a:pt x="12" y="46"/>
                  </a:lnTo>
                  <a:lnTo>
                    <a:pt x="12" y="46"/>
                  </a:lnTo>
                  <a:lnTo>
                    <a:pt x="12" y="46"/>
                  </a:lnTo>
                  <a:lnTo>
                    <a:pt x="11" y="46"/>
                  </a:lnTo>
                  <a:lnTo>
                    <a:pt x="11" y="46"/>
                  </a:lnTo>
                  <a:lnTo>
                    <a:pt x="11" y="46"/>
                  </a:lnTo>
                  <a:lnTo>
                    <a:pt x="11" y="46"/>
                  </a:lnTo>
                  <a:lnTo>
                    <a:pt x="10" y="46"/>
                  </a:lnTo>
                  <a:lnTo>
                    <a:pt x="10" y="46"/>
                  </a:lnTo>
                  <a:lnTo>
                    <a:pt x="10" y="46"/>
                  </a:lnTo>
                  <a:lnTo>
                    <a:pt x="10" y="46"/>
                  </a:lnTo>
                  <a:lnTo>
                    <a:pt x="10" y="46"/>
                  </a:lnTo>
                  <a:lnTo>
                    <a:pt x="10" y="46"/>
                  </a:lnTo>
                  <a:lnTo>
                    <a:pt x="10" y="46"/>
                  </a:lnTo>
                  <a:lnTo>
                    <a:pt x="10" y="46"/>
                  </a:lnTo>
                  <a:lnTo>
                    <a:pt x="10" y="48"/>
                  </a:lnTo>
                  <a:lnTo>
                    <a:pt x="10" y="48"/>
                  </a:lnTo>
                  <a:lnTo>
                    <a:pt x="10" y="48"/>
                  </a:lnTo>
                  <a:lnTo>
                    <a:pt x="10" y="48"/>
                  </a:lnTo>
                  <a:lnTo>
                    <a:pt x="10" y="50"/>
                  </a:lnTo>
                  <a:lnTo>
                    <a:pt x="10" y="50"/>
                  </a:lnTo>
                  <a:lnTo>
                    <a:pt x="10" y="50"/>
                  </a:lnTo>
                  <a:lnTo>
                    <a:pt x="10" y="50"/>
                  </a:lnTo>
                  <a:lnTo>
                    <a:pt x="10" y="52"/>
                  </a:lnTo>
                  <a:lnTo>
                    <a:pt x="10" y="52"/>
                  </a:lnTo>
                  <a:lnTo>
                    <a:pt x="10" y="52"/>
                  </a:lnTo>
                  <a:lnTo>
                    <a:pt x="10" y="52"/>
                  </a:lnTo>
                  <a:lnTo>
                    <a:pt x="10" y="53"/>
                  </a:lnTo>
                  <a:lnTo>
                    <a:pt x="10" y="53"/>
                  </a:lnTo>
                  <a:lnTo>
                    <a:pt x="10" y="53"/>
                  </a:lnTo>
                  <a:lnTo>
                    <a:pt x="10" y="53"/>
                  </a:lnTo>
                  <a:lnTo>
                    <a:pt x="9" y="55"/>
                  </a:lnTo>
                  <a:lnTo>
                    <a:pt x="9" y="55"/>
                  </a:lnTo>
                  <a:lnTo>
                    <a:pt x="9" y="55"/>
                  </a:lnTo>
                  <a:lnTo>
                    <a:pt x="9" y="55"/>
                  </a:lnTo>
                  <a:lnTo>
                    <a:pt x="9" y="55"/>
                  </a:lnTo>
                  <a:lnTo>
                    <a:pt x="9" y="55"/>
                  </a:lnTo>
                  <a:lnTo>
                    <a:pt x="9" y="55"/>
                  </a:lnTo>
                  <a:lnTo>
                    <a:pt x="9" y="55"/>
                  </a:lnTo>
                  <a:lnTo>
                    <a:pt x="9" y="55"/>
                  </a:lnTo>
                  <a:lnTo>
                    <a:pt x="9" y="55"/>
                  </a:lnTo>
                  <a:lnTo>
                    <a:pt x="9" y="55"/>
                  </a:lnTo>
                  <a:lnTo>
                    <a:pt x="9" y="55"/>
                  </a:lnTo>
                  <a:lnTo>
                    <a:pt x="9" y="55"/>
                  </a:lnTo>
                  <a:lnTo>
                    <a:pt x="9" y="55"/>
                  </a:lnTo>
                  <a:lnTo>
                    <a:pt x="9" y="55"/>
                  </a:lnTo>
                  <a:lnTo>
                    <a:pt x="9" y="55"/>
                  </a:lnTo>
                  <a:lnTo>
                    <a:pt x="8" y="57"/>
                  </a:lnTo>
                  <a:lnTo>
                    <a:pt x="8" y="57"/>
                  </a:lnTo>
                  <a:lnTo>
                    <a:pt x="8" y="57"/>
                  </a:lnTo>
                  <a:lnTo>
                    <a:pt x="8" y="57"/>
                  </a:lnTo>
                  <a:lnTo>
                    <a:pt x="6" y="57"/>
                  </a:lnTo>
                  <a:lnTo>
                    <a:pt x="6" y="57"/>
                  </a:lnTo>
                  <a:lnTo>
                    <a:pt x="6" y="57"/>
                  </a:lnTo>
                  <a:lnTo>
                    <a:pt x="6" y="57"/>
                  </a:lnTo>
                  <a:lnTo>
                    <a:pt x="4" y="58"/>
                  </a:lnTo>
                  <a:lnTo>
                    <a:pt x="4" y="58"/>
                  </a:lnTo>
                  <a:lnTo>
                    <a:pt x="4" y="58"/>
                  </a:lnTo>
                  <a:lnTo>
                    <a:pt x="4" y="58"/>
                  </a:lnTo>
                  <a:lnTo>
                    <a:pt x="4" y="58"/>
                  </a:lnTo>
                  <a:lnTo>
                    <a:pt x="4" y="58"/>
                  </a:lnTo>
                  <a:lnTo>
                    <a:pt x="4" y="58"/>
                  </a:lnTo>
                  <a:lnTo>
                    <a:pt x="4" y="58"/>
                  </a:lnTo>
                  <a:lnTo>
                    <a:pt x="4" y="60"/>
                  </a:lnTo>
                  <a:lnTo>
                    <a:pt x="4" y="60"/>
                  </a:lnTo>
                  <a:lnTo>
                    <a:pt x="4" y="60"/>
                  </a:lnTo>
                  <a:lnTo>
                    <a:pt x="4" y="60"/>
                  </a:lnTo>
                  <a:lnTo>
                    <a:pt x="4" y="61"/>
                  </a:lnTo>
                  <a:lnTo>
                    <a:pt x="4" y="61"/>
                  </a:lnTo>
                  <a:lnTo>
                    <a:pt x="4" y="61"/>
                  </a:lnTo>
                  <a:lnTo>
                    <a:pt x="6" y="61"/>
                  </a:lnTo>
                  <a:lnTo>
                    <a:pt x="6" y="63"/>
                  </a:lnTo>
                  <a:lnTo>
                    <a:pt x="6" y="63"/>
                  </a:lnTo>
                  <a:lnTo>
                    <a:pt x="6" y="63"/>
                  </a:lnTo>
                  <a:lnTo>
                    <a:pt x="9" y="63"/>
                  </a:lnTo>
                  <a:lnTo>
                    <a:pt x="9" y="64"/>
                  </a:lnTo>
                  <a:lnTo>
                    <a:pt x="9" y="64"/>
                  </a:lnTo>
                  <a:lnTo>
                    <a:pt x="9" y="64"/>
                  </a:lnTo>
                  <a:lnTo>
                    <a:pt x="10" y="64"/>
                  </a:lnTo>
                  <a:lnTo>
                    <a:pt x="10" y="66"/>
                  </a:lnTo>
                  <a:lnTo>
                    <a:pt x="10" y="66"/>
                  </a:lnTo>
                  <a:lnTo>
                    <a:pt x="10" y="66"/>
                  </a:lnTo>
                  <a:lnTo>
                    <a:pt x="10" y="66"/>
                  </a:lnTo>
                  <a:lnTo>
                    <a:pt x="10" y="68"/>
                  </a:lnTo>
                  <a:lnTo>
                    <a:pt x="10" y="68"/>
                  </a:lnTo>
                  <a:lnTo>
                    <a:pt x="10" y="68"/>
                  </a:lnTo>
                  <a:lnTo>
                    <a:pt x="10" y="68"/>
                  </a:lnTo>
                  <a:lnTo>
                    <a:pt x="10" y="70"/>
                  </a:lnTo>
                  <a:lnTo>
                    <a:pt x="10" y="70"/>
                  </a:lnTo>
                  <a:lnTo>
                    <a:pt x="10" y="72"/>
                  </a:lnTo>
                  <a:lnTo>
                    <a:pt x="10" y="72"/>
                  </a:lnTo>
                  <a:lnTo>
                    <a:pt x="10" y="73"/>
                  </a:lnTo>
                  <a:lnTo>
                    <a:pt x="10" y="73"/>
                  </a:lnTo>
                  <a:lnTo>
                    <a:pt x="10" y="73"/>
                  </a:lnTo>
                  <a:lnTo>
                    <a:pt x="11" y="73"/>
                  </a:lnTo>
                  <a:lnTo>
                    <a:pt x="11" y="75"/>
                  </a:lnTo>
                  <a:lnTo>
                    <a:pt x="11" y="75"/>
                  </a:lnTo>
                  <a:lnTo>
                    <a:pt x="11" y="75"/>
                  </a:lnTo>
                  <a:lnTo>
                    <a:pt x="11" y="75"/>
                  </a:lnTo>
                  <a:lnTo>
                    <a:pt x="11" y="75"/>
                  </a:lnTo>
                  <a:lnTo>
                    <a:pt x="11" y="75"/>
                  </a:lnTo>
                  <a:lnTo>
                    <a:pt x="11" y="75"/>
                  </a:lnTo>
                  <a:lnTo>
                    <a:pt x="12" y="75"/>
                  </a:lnTo>
                  <a:lnTo>
                    <a:pt x="12" y="77"/>
                  </a:lnTo>
                  <a:lnTo>
                    <a:pt x="12" y="77"/>
                  </a:lnTo>
                  <a:lnTo>
                    <a:pt x="12" y="77"/>
                  </a:lnTo>
                  <a:lnTo>
                    <a:pt x="12" y="77"/>
                  </a:lnTo>
                  <a:lnTo>
                    <a:pt x="12" y="77"/>
                  </a:lnTo>
                  <a:lnTo>
                    <a:pt x="12" y="77"/>
                  </a:lnTo>
                  <a:lnTo>
                    <a:pt x="12" y="77"/>
                  </a:lnTo>
                  <a:lnTo>
                    <a:pt x="14" y="77"/>
                  </a:lnTo>
                  <a:lnTo>
                    <a:pt x="12" y="79"/>
                  </a:lnTo>
                  <a:lnTo>
                    <a:pt x="12" y="79"/>
                  </a:lnTo>
                  <a:lnTo>
                    <a:pt x="12" y="79"/>
                  </a:lnTo>
                  <a:lnTo>
                    <a:pt x="12" y="79"/>
                  </a:lnTo>
                  <a:lnTo>
                    <a:pt x="12" y="81"/>
                  </a:lnTo>
                  <a:lnTo>
                    <a:pt x="12" y="81"/>
                  </a:lnTo>
                  <a:lnTo>
                    <a:pt x="12" y="81"/>
                  </a:lnTo>
                  <a:lnTo>
                    <a:pt x="12" y="81"/>
                  </a:lnTo>
                  <a:lnTo>
                    <a:pt x="11" y="82"/>
                  </a:lnTo>
                  <a:lnTo>
                    <a:pt x="11" y="82"/>
                  </a:lnTo>
                  <a:lnTo>
                    <a:pt x="11" y="82"/>
                  </a:lnTo>
                  <a:lnTo>
                    <a:pt x="11" y="82"/>
                  </a:lnTo>
                  <a:lnTo>
                    <a:pt x="11" y="82"/>
                  </a:lnTo>
                  <a:lnTo>
                    <a:pt x="11" y="82"/>
                  </a:lnTo>
                  <a:lnTo>
                    <a:pt x="11" y="82"/>
                  </a:lnTo>
                  <a:lnTo>
                    <a:pt x="11" y="82"/>
                  </a:lnTo>
                  <a:lnTo>
                    <a:pt x="9" y="84"/>
                  </a:lnTo>
                  <a:lnTo>
                    <a:pt x="9" y="84"/>
                  </a:lnTo>
                  <a:lnTo>
                    <a:pt x="9" y="85"/>
                  </a:lnTo>
                  <a:lnTo>
                    <a:pt x="9" y="85"/>
                  </a:lnTo>
                  <a:lnTo>
                    <a:pt x="9" y="87"/>
                  </a:lnTo>
                  <a:lnTo>
                    <a:pt x="9" y="87"/>
                  </a:lnTo>
                  <a:lnTo>
                    <a:pt x="9" y="88"/>
                  </a:lnTo>
                  <a:lnTo>
                    <a:pt x="9" y="88"/>
                  </a:lnTo>
                  <a:lnTo>
                    <a:pt x="9" y="90"/>
                  </a:lnTo>
                  <a:lnTo>
                    <a:pt x="9" y="90"/>
                  </a:lnTo>
                  <a:lnTo>
                    <a:pt x="9" y="91"/>
                  </a:lnTo>
                  <a:lnTo>
                    <a:pt x="9" y="91"/>
                  </a:lnTo>
                  <a:lnTo>
                    <a:pt x="9" y="94"/>
                  </a:lnTo>
                  <a:lnTo>
                    <a:pt x="9" y="94"/>
                  </a:lnTo>
                  <a:lnTo>
                    <a:pt x="9" y="94"/>
                  </a:lnTo>
                  <a:lnTo>
                    <a:pt x="10" y="94"/>
                  </a:lnTo>
                  <a:lnTo>
                    <a:pt x="10" y="95"/>
                  </a:lnTo>
                  <a:lnTo>
                    <a:pt x="10" y="95"/>
                  </a:lnTo>
                  <a:lnTo>
                    <a:pt x="10" y="95"/>
                  </a:lnTo>
                  <a:lnTo>
                    <a:pt x="10" y="95"/>
                  </a:lnTo>
                  <a:lnTo>
                    <a:pt x="10" y="96"/>
                  </a:lnTo>
                  <a:lnTo>
                    <a:pt x="10" y="96"/>
                  </a:lnTo>
                  <a:lnTo>
                    <a:pt x="10" y="96"/>
                  </a:lnTo>
                  <a:lnTo>
                    <a:pt x="11" y="96"/>
                  </a:lnTo>
                  <a:lnTo>
                    <a:pt x="11" y="97"/>
                  </a:lnTo>
                  <a:lnTo>
                    <a:pt x="11" y="97"/>
                  </a:lnTo>
                  <a:lnTo>
                    <a:pt x="11" y="97"/>
                  </a:lnTo>
                  <a:lnTo>
                    <a:pt x="12" y="97"/>
                  </a:lnTo>
                  <a:lnTo>
                    <a:pt x="12" y="97"/>
                  </a:lnTo>
                  <a:lnTo>
                    <a:pt x="12" y="97"/>
                  </a:lnTo>
                  <a:lnTo>
                    <a:pt x="12" y="97"/>
                  </a:lnTo>
                  <a:lnTo>
                    <a:pt x="14" y="97"/>
                  </a:lnTo>
                  <a:lnTo>
                    <a:pt x="14" y="99"/>
                  </a:lnTo>
                  <a:lnTo>
                    <a:pt x="14" y="99"/>
                  </a:lnTo>
                  <a:lnTo>
                    <a:pt x="14" y="99"/>
                  </a:lnTo>
                  <a:lnTo>
                    <a:pt x="14" y="99"/>
                  </a:lnTo>
                  <a:lnTo>
                    <a:pt x="14" y="100"/>
                  </a:lnTo>
                  <a:lnTo>
                    <a:pt x="14" y="100"/>
                  </a:lnTo>
                  <a:lnTo>
                    <a:pt x="14" y="100"/>
                  </a:lnTo>
                  <a:lnTo>
                    <a:pt x="14" y="100"/>
                  </a:lnTo>
                  <a:lnTo>
                    <a:pt x="14" y="101"/>
                  </a:lnTo>
                  <a:lnTo>
                    <a:pt x="14" y="101"/>
                  </a:lnTo>
                  <a:lnTo>
                    <a:pt x="14" y="101"/>
                  </a:lnTo>
                  <a:lnTo>
                    <a:pt x="14" y="101"/>
                  </a:lnTo>
                  <a:lnTo>
                    <a:pt x="14" y="101"/>
                  </a:lnTo>
                  <a:lnTo>
                    <a:pt x="14" y="101"/>
                  </a:lnTo>
                  <a:lnTo>
                    <a:pt x="14" y="101"/>
                  </a:lnTo>
                  <a:lnTo>
                    <a:pt x="16" y="101"/>
                  </a:lnTo>
                  <a:lnTo>
                    <a:pt x="14" y="103"/>
                  </a:lnTo>
                  <a:lnTo>
                    <a:pt x="14" y="103"/>
                  </a:lnTo>
                  <a:lnTo>
                    <a:pt x="14" y="103"/>
                  </a:lnTo>
                  <a:lnTo>
                    <a:pt x="14" y="103"/>
                  </a:lnTo>
                  <a:lnTo>
                    <a:pt x="14" y="104"/>
                  </a:lnTo>
                  <a:lnTo>
                    <a:pt x="14" y="104"/>
                  </a:lnTo>
                  <a:lnTo>
                    <a:pt x="14" y="104"/>
                  </a:lnTo>
                  <a:lnTo>
                    <a:pt x="14" y="104"/>
                  </a:lnTo>
                  <a:lnTo>
                    <a:pt x="14" y="104"/>
                  </a:lnTo>
                  <a:lnTo>
                    <a:pt x="14" y="104"/>
                  </a:lnTo>
                  <a:lnTo>
                    <a:pt x="14" y="104"/>
                  </a:lnTo>
                  <a:lnTo>
                    <a:pt x="14" y="104"/>
                  </a:lnTo>
                  <a:lnTo>
                    <a:pt x="14" y="104"/>
                  </a:lnTo>
                  <a:lnTo>
                    <a:pt x="14" y="104"/>
                  </a:lnTo>
                  <a:lnTo>
                    <a:pt x="14" y="104"/>
                  </a:lnTo>
                  <a:lnTo>
                    <a:pt x="14" y="104"/>
                  </a:lnTo>
                  <a:lnTo>
                    <a:pt x="14" y="106"/>
                  </a:lnTo>
                  <a:lnTo>
                    <a:pt x="14" y="106"/>
                  </a:lnTo>
                  <a:lnTo>
                    <a:pt x="14" y="107"/>
                  </a:lnTo>
                  <a:lnTo>
                    <a:pt x="15" y="107"/>
                  </a:lnTo>
                  <a:lnTo>
                    <a:pt x="15" y="109"/>
                  </a:lnTo>
                  <a:lnTo>
                    <a:pt x="15" y="109"/>
                  </a:lnTo>
                  <a:lnTo>
                    <a:pt x="15" y="109"/>
                  </a:lnTo>
                  <a:lnTo>
                    <a:pt x="17" y="109"/>
                  </a:lnTo>
                  <a:lnTo>
                    <a:pt x="17" y="111"/>
                  </a:lnTo>
                  <a:lnTo>
                    <a:pt x="17" y="111"/>
                  </a:lnTo>
                  <a:lnTo>
                    <a:pt x="17" y="111"/>
                  </a:lnTo>
                  <a:lnTo>
                    <a:pt x="19" y="111"/>
                  </a:lnTo>
                  <a:lnTo>
                    <a:pt x="19" y="111"/>
                  </a:lnTo>
                  <a:lnTo>
                    <a:pt x="20" y="111"/>
                  </a:lnTo>
                  <a:lnTo>
                    <a:pt x="20" y="111"/>
                  </a:lnTo>
                  <a:lnTo>
                    <a:pt x="22" y="111"/>
                  </a:lnTo>
                  <a:lnTo>
                    <a:pt x="22" y="113"/>
                  </a:lnTo>
                  <a:lnTo>
                    <a:pt x="22" y="113"/>
                  </a:lnTo>
                  <a:lnTo>
                    <a:pt x="22" y="113"/>
                  </a:lnTo>
                  <a:lnTo>
                    <a:pt x="23" y="113"/>
                  </a:lnTo>
                  <a:lnTo>
                    <a:pt x="23" y="116"/>
                  </a:lnTo>
                  <a:lnTo>
                    <a:pt x="25" y="116"/>
                  </a:lnTo>
                  <a:lnTo>
                    <a:pt x="25" y="116"/>
                  </a:lnTo>
                  <a:lnTo>
                    <a:pt x="27" y="116"/>
                  </a:lnTo>
                  <a:lnTo>
                    <a:pt x="27" y="117"/>
                  </a:lnTo>
                  <a:lnTo>
                    <a:pt x="27" y="117"/>
                  </a:lnTo>
                  <a:lnTo>
                    <a:pt x="27" y="117"/>
                  </a:lnTo>
                  <a:lnTo>
                    <a:pt x="28" y="117"/>
                  </a:lnTo>
                  <a:lnTo>
                    <a:pt x="28" y="117"/>
                  </a:lnTo>
                  <a:lnTo>
                    <a:pt x="29" y="117"/>
                  </a:lnTo>
                  <a:lnTo>
                    <a:pt x="29" y="117"/>
                  </a:lnTo>
                  <a:lnTo>
                    <a:pt x="31" y="117"/>
                  </a:lnTo>
                  <a:lnTo>
                    <a:pt x="31" y="119"/>
                  </a:lnTo>
                  <a:lnTo>
                    <a:pt x="31" y="119"/>
                  </a:lnTo>
                  <a:lnTo>
                    <a:pt x="31" y="119"/>
                  </a:lnTo>
                  <a:lnTo>
                    <a:pt x="31" y="119"/>
                  </a:lnTo>
                  <a:lnTo>
                    <a:pt x="31" y="119"/>
                  </a:lnTo>
                  <a:lnTo>
                    <a:pt x="31" y="119"/>
                  </a:lnTo>
                  <a:lnTo>
                    <a:pt x="31" y="119"/>
                  </a:lnTo>
                  <a:lnTo>
                    <a:pt x="31" y="119"/>
                  </a:lnTo>
                  <a:lnTo>
                    <a:pt x="31" y="120"/>
                  </a:lnTo>
                  <a:lnTo>
                    <a:pt x="31" y="120"/>
                  </a:lnTo>
                  <a:lnTo>
                    <a:pt x="31" y="120"/>
                  </a:lnTo>
                  <a:lnTo>
                    <a:pt x="31" y="120"/>
                  </a:lnTo>
                  <a:lnTo>
                    <a:pt x="31" y="120"/>
                  </a:lnTo>
                  <a:lnTo>
                    <a:pt x="31" y="120"/>
                  </a:lnTo>
                  <a:lnTo>
                    <a:pt x="31" y="120"/>
                  </a:lnTo>
                  <a:lnTo>
                    <a:pt x="33" y="120"/>
                  </a:lnTo>
                  <a:lnTo>
                    <a:pt x="33" y="122"/>
                  </a:lnTo>
                  <a:lnTo>
                    <a:pt x="33" y="122"/>
                  </a:lnTo>
                  <a:lnTo>
                    <a:pt x="33" y="122"/>
                  </a:lnTo>
                  <a:lnTo>
                    <a:pt x="33" y="122"/>
                  </a:lnTo>
                  <a:lnTo>
                    <a:pt x="33" y="122"/>
                  </a:lnTo>
                  <a:lnTo>
                    <a:pt x="33" y="122"/>
                  </a:lnTo>
                  <a:lnTo>
                    <a:pt x="33" y="122"/>
                  </a:lnTo>
                  <a:lnTo>
                    <a:pt x="35" y="122"/>
                  </a:lnTo>
                  <a:lnTo>
                    <a:pt x="35" y="123"/>
                  </a:lnTo>
                  <a:lnTo>
                    <a:pt x="35" y="123"/>
                  </a:lnTo>
                  <a:lnTo>
                    <a:pt x="35" y="123"/>
                  </a:lnTo>
                  <a:lnTo>
                    <a:pt x="37" y="123"/>
                  </a:lnTo>
                  <a:lnTo>
                    <a:pt x="37" y="123"/>
                  </a:lnTo>
                  <a:lnTo>
                    <a:pt x="37" y="123"/>
                  </a:lnTo>
                  <a:lnTo>
                    <a:pt x="37" y="123"/>
                  </a:lnTo>
                  <a:lnTo>
                    <a:pt x="39" y="123"/>
                  </a:lnTo>
                  <a:lnTo>
                    <a:pt x="39" y="125"/>
                  </a:lnTo>
                  <a:lnTo>
                    <a:pt x="39" y="125"/>
                  </a:lnTo>
                  <a:lnTo>
                    <a:pt x="39" y="126"/>
                  </a:lnTo>
                  <a:lnTo>
                    <a:pt x="39" y="126"/>
                  </a:lnTo>
                  <a:lnTo>
                    <a:pt x="39" y="128"/>
                  </a:lnTo>
                  <a:lnTo>
                    <a:pt x="39" y="128"/>
                  </a:lnTo>
                  <a:lnTo>
                    <a:pt x="39" y="128"/>
                  </a:lnTo>
                  <a:lnTo>
                    <a:pt x="39" y="128"/>
                  </a:lnTo>
                  <a:lnTo>
                    <a:pt x="39" y="130"/>
                  </a:lnTo>
                  <a:lnTo>
                    <a:pt x="39" y="130"/>
                  </a:lnTo>
                  <a:lnTo>
                    <a:pt x="39" y="132"/>
                  </a:lnTo>
                  <a:lnTo>
                    <a:pt x="39" y="132"/>
                  </a:lnTo>
                  <a:lnTo>
                    <a:pt x="39" y="132"/>
                  </a:lnTo>
                  <a:lnTo>
                    <a:pt x="39" y="132"/>
                  </a:lnTo>
                  <a:lnTo>
                    <a:pt x="39" y="132"/>
                  </a:lnTo>
                  <a:lnTo>
                    <a:pt x="40" y="132"/>
                  </a:lnTo>
                  <a:lnTo>
                    <a:pt x="40" y="133"/>
                  </a:lnTo>
                  <a:lnTo>
                    <a:pt x="40" y="133"/>
                  </a:lnTo>
                  <a:lnTo>
                    <a:pt x="40" y="133"/>
                  </a:lnTo>
                  <a:lnTo>
                    <a:pt x="41" y="133"/>
                  </a:lnTo>
                  <a:lnTo>
                    <a:pt x="41" y="133"/>
                  </a:lnTo>
                  <a:lnTo>
                    <a:pt x="41" y="133"/>
                  </a:lnTo>
                  <a:lnTo>
                    <a:pt x="41" y="133"/>
                  </a:lnTo>
                  <a:lnTo>
                    <a:pt x="43" y="133"/>
                  </a:lnTo>
                  <a:lnTo>
                    <a:pt x="43" y="133"/>
                  </a:lnTo>
                  <a:lnTo>
                    <a:pt x="43" y="133"/>
                  </a:lnTo>
                  <a:lnTo>
                    <a:pt x="43" y="133"/>
                  </a:lnTo>
                  <a:lnTo>
                    <a:pt x="45" y="133"/>
                  </a:lnTo>
                  <a:lnTo>
                    <a:pt x="45" y="133"/>
                  </a:lnTo>
                  <a:lnTo>
                    <a:pt x="46" y="133"/>
                  </a:lnTo>
                  <a:lnTo>
                    <a:pt x="46" y="133"/>
                  </a:lnTo>
                  <a:lnTo>
                    <a:pt x="48" y="132"/>
                  </a:lnTo>
                  <a:lnTo>
                    <a:pt x="48" y="132"/>
                  </a:lnTo>
                  <a:lnTo>
                    <a:pt x="48" y="132"/>
                  </a:lnTo>
                  <a:lnTo>
                    <a:pt x="48" y="132"/>
                  </a:lnTo>
                  <a:lnTo>
                    <a:pt x="48" y="132"/>
                  </a:lnTo>
                  <a:lnTo>
                    <a:pt x="48" y="132"/>
                  </a:lnTo>
                  <a:lnTo>
                    <a:pt x="48" y="132"/>
                  </a:lnTo>
                  <a:lnTo>
                    <a:pt x="48" y="132"/>
                  </a:lnTo>
                  <a:lnTo>
                    <a:pt x="48" y="130"/>
                  </a:lnTo>
                  <a:lnTo>
                    <a:pt x="47" y="130"/>
                  </a:lnTo>
                  <a:lnTo>
                    <a:pt x="47" y="130"/>
                  </a:lnTo>
                  <a:lnTo>
                    <a:pt x="47" y="130"/>
                  </a:lnTo>
                  <a:lnTo>
                    <a:pt x="47" y="128"/>
                  </a:lnTo>
                  <a:lnTo>
                    <a:pt x="47" y="128"/>
                  </a:lnTo>
                  <a:lnTo>
                    <a:pt x="47" y="128"/>
                  </a:lnTo>
                  <a:lnTo>
                    <a:pt x="47" y="128"/>
                  </a:lnTo>
                  <a:lnTo>
                    <a:pt x="48" y="126"/>
                  </a:lnTo>
                  <a:lnTo>
                    <a:pt x="48" y="126"/>
                  </a:lnTo>
                  <a:lnTo>
                    <a:pt x="48" y="126"/>
                  </a:lnTo>
                  <a:lnTo>
                    <a:pt x="48" y="126"/>
                  </a:lnTo>
                  <a:lnTo>
                    <a:pt x="48" y="126"/>
                  </a:lnTo>
                  <a:lnTo>
                    <a:pt x="48" y="126"/>
                  </a:lnTo>
                  <a:lnTo>
                    <a:pt x="48" y="126"/>
                  </a:lnTo>
                  <a:lnTo>
                    <a:pt x="48" y="126"/>
                  </a:lnTo>
                  <a:lnTo>
                    <a:pt x="49" y="126"/>
                  </a:lnTo>
                  <a:lnTo>
                    <a:pt x="49" y="126"/>
                  </a:lnTo>
                  <a:lnTo>
                    <a:pt x="49" y="126"/>
                  </a:lnTo>
                  <a:lnTo>
                    <a:pt x="49" y="126"/>
                  </a:lnTo>
                  <a:lnTo>
                    <a:pt x="50" y="126"/>
                  </a:lnTo>
                  <a:lnTo>
                    <a:pt x="50" y="126"/>
                  </a:lnTo>
                  <a:lnTo>
                    <a:pt x="50" y="126"/>
                  </a:lnTo>
                  <a:lnTo>
                    <a:pt x="50" y="126"/>
                  </a:lnTo>
                  <a:lnTo>
                    <a:pt x="51" y="126"/>
                  </a:lnTo>
                  <a:lnTo>
                    <a:pt x="51" y="126"/>
                  </a:lnTo>
                  <a:lnTo>
                    <a:pt x="51" y="126"/>
                  </a:lnTo>
                  <a:lnTo>
                    <a:pt x="51" y="126"/>
                  </a:lnTo>
                  <a:lnTo>
                    <a:pt x="51" y="126"/>
                  </a:lnTo>
                  <a:lnTo>
                    <a:pt x="51" y="126"/>
                  </a:lnTo>
                  <a:lnTo>
                    <a:pt x="51" y="126"/>
                  </a:lnTo>
                  <a:lnTo>
                    <a:pt x="51" y="126"/>
                  </a:lnTo>
                  <a:lnTo>
                    <a:pt x="51" y="125"/>
                  </a:lnTo>
                  <a:lnTo>
                    <a:pt x="51" y="125"/>
                  </a:lnTo>
                  <a:lnTo>
                    <a:pt x="51" y="125"/>
                  </a:lnTo>
                  <a:lnTo>
                    <a:pt x="51" y="125"/>
                  </a:lnTo>
                  <a:lnTo>
                    <a:pt x="51" y="123"/>
                  </a:lnTo>
                  <a:lnTo>
                    <a:pt x="51" y="123"/>
                  </a:lnTo>
                  <a:lnTo>
                    <a:pt x="51" y="123"/>
                  </a:lnTo>
                  <a:lnTo>
                    <a:pt x="51" y="123"/>
                  </a:lnTo>
                  <a:lnTo>
                    <a:pt x="52" y="121"/>
                  </a:lnTo>
                  <a:lnTo>
                    <a:pt x="51" y="121"/>
                  </a:lnTo>
                  <a:lnTo>
                    <a:pt x="51" y="121"/>
                  </a:lnTo>
                  <a:lnTo>
                    <a:pt x="51" y="121"/>
                  </a:lnTo>
                  <a:lnTo>
                    <a:pt x="51" y="121"/>
                  </a:lnTo>
                  <a:lnTo>
                    <a:pt x="51" y="121"/>
                  </a:lnTo>
                  <a:lnTo>
                    <a:pt x="51" y="121"/>
                  </a:lnTo>
                  <a:lnTo>
                    <a:pt x="51" y="121"/>
                  </a:lnTo>
                  <a:lnTo>
                    <a:pt x="51" y="121"/>
                  </a:lnTo>
                  <a:lnTo>
                    <a:pt x="51" y="121"/>
                  </a:lnTo>
                  <a:lnTo>
                    <a:pt x="51" y="121"/>
                  </a:lnTo>
                  <a:lnTo>
                    <a:pt x="51" y="121"/>
                  </a:lnTo>
                  <a:lnTo>
                    <a:pt x="51" y="120"/>
                  </a:lnTo>
                  <a:lnTo>
                    <a:pt x="51" y="120"/>
                  </a:lnTo>
                  <a:lnTo>
                    <a:pt x="51" y="120"/>
                  </a:lnTo>
                  <a:lnTo>
                    <a:pt x="51" y="120"/>
                  </a:lnTo>
                  <a:lnTo>
                    <a:pt x="51" y="118"/>
                  </a:lnTo>
                  <a:lnTo>
                    <a:pt x="49" y="118"/>
                  </a:lnTo>
                  <a:lnTo>
                    <a:pt x="49" y="118"/>
                  </a:lnTo>
                  <a:lnTo>
                    <a:pt x="49" y="118"/>
                  </a:lnTo>
                  <a:lnTo>
                    <a:pt x="49" y="117"/>
                  </a:lnTo>
                  <a:lnTo>
                    <a:pt x="49" y="117"/>
                  </a:lnTo>
                  <a:lnTo>
                    <a:pt x="49" y="117"/>
                  </a:lnTo>
                  <a:lnTo>
                    <a:pt x="49" y="117"/>
                  </a:lnTo>
                  <a:lnTo>
                    <a:pt x="49" y="116"/>
                  </a:lnTo>
                  <a:lnTo>
                    <a:pt x="49" y="116"/>
                  </a:lnTo>
                  <a:lnTo>
                    <a:pt x="49" y="116"/>
                  </a:lnTo>
                  <a:lnTo>
                    <a:pt x="49" y="116"/>
                  </a:lnTo>
                  <a:lnTo>
                    <a:pt x="50" y="113"/>
                  </a:lnTo>
                  <a:lnTo>
                    <a:pt x="50" y="113"/>
                  </a:lnTo>
                  <a:lnTo>
                    <a:pt x="50" y="113"/>
                  </a:lnTo>
                  <a:lnTo>
                    <a:pt x="50" y="113"/>
                  </a:lnTo>
                  <a:lnTo>
                    <a:pt x="51" y="111"/>
                  </a:lnTo>
                  <a:lnTo>
                    <a:pt x="51" y="111"/>
                  </a:lnTo>
                  <a:lnTo>
                    <a:pt x="51" y="111"/>
                  </a:lnTo>
                  <a:lnTo>
                    <a:pt x="51" y="111"/>
                  </a:lnTo>
                  <a:lnTo>
                    <a:pt x="53" y="111"/>
                  </a:lnTo>
                  <a:lnTo>
                    <a:pt x="53" y="111"/>
                  </a:lnTo>
                  <a:lnTo>
                    <a:pt x="53" y="111"/>
                  </a:lnTo>
                  <a:lnTo>
                    <a:pt x="53" y="111"/>
                  </a:lnTo>
                  <a:lnTo>
                    <a:pt x="55" y="111"/>
                  </a:lnTo>
                  <a:lnTo>
                    <a:pt x="55" y="111"/>
                  </a:lnTo>
                  <a:lnTo>
                    <a:pt x="55" y="111"/>
                  </a:lnTo>
                  <a:lnTo>
                    <a:pt x="55" y="111"/>
                  </a:lnTo>
                  <a:lnTo>
                    <a:pt x="56" y="111"/>
                  </a:lnTo>
                  <a:lnTo>
                    <a:pt x="56" y="111"/>
                  </a:lnTo>
                  <a:lnTo>
                    <a:pt x="56" y="111"/>
                  </a:lnTo>
                  <a:lnTo>
                    <a:pt x="56" y="111"/>
                  </a:lnTo>
                  <a:lnTo>
                    <a:pt x="57" y="111"/>
                  </a:lnTo>
                  <a:lnTo>
                    <a:pt x="57" y="111"/>
                  </a:lnTo>
                  <a:lnTo>
                    <a:pt x="57" y="111"/>
                  </a:lnTo>
                  <a:lnTo>
                    <a:pt x="57" y="111"/>
                  </a:lnTo>
                  <a:lnTo>
                    <a:pt x="57" y="110"/>
                  </a:lnTo>
                  <a:lnTo>
                    <a:pt x="57" y="110"/>
                  </a:lnTo>
                  <a:lnTo>
                    <a:pt x="57" y="109"/>
                  </a:lnTo>
                  <a:lnTo>
                    <a:pt x="57" y="109"/>
                  </a:lnTo>
                  <a:lnTo>
                    <a:pt x="58" y="107"/>
                  </a:lnTo>
                  <a:lnTo>
                    <a:pt x="58" y="107"/>
                  </a:lnTo>
                  <a:lnTo>
                    <a:pt x="58" y="107"/>
                  </a:lnTo>
                  <a:lnTo>
                    <a:pt x="58" y="107"/>
                  </a:lnTo>
                  <a:lnTo>
                    <a:pt x="58" y="105"/>
                  </a:lnTo>
                  <a:lnTo>
                    <a:pt x="58" y="105"/>
                  </a:lnTo>
                  <a:lnTo>
                    <a:pt x="58" y="104"/>
                  </a:lnTo>
                  <a:lnTo>
                    <a:pt x="58" y="104"/>
                  </a:lnTo>
                  <a:lnTo>
                    <a:pt x="60" y="103"/>
                  </a:lnTo>
                  <a:lnTo>
                    <a:pt x="60" y="103"/>
                  </a:lnTo>
                  <a:lnTo>
                    <a:pt x="60" y="103"/>
                  </a:lnTo>
                  <a:lnTo>
                    <a:pt x="60" y="103"/>
                  </a:lnTo>
                  <a:lnTo>
                    <a:pt x="60" y="101"/>
                  </a:lnTo>
                  <a:lnTo>
                    <a:pt x="60" y="101"/>
                  </a:lnTo>
                  <a:lnTo>
                    <a:pt x="60" y="101"/>
                  </a:lnTo>
                  <a:lnTo>
                    <a:pt x="60" y="101"/>
                  </a:lnTo>
                  <a:lnTo>
                    <a:pt x="60" y="99"/>
                  </a:lnTo>
                  <a:lnTo>
                    <a:pt x="60" y="99"/>
                  </a:lnTo>
                  <a:lnTo>
                    <a:pt x="60" y="99"/>
                  </a:lnTo>
                  <a:lnTo>
                    <a:pt x="60" y="99"/>
                  </a:lnTo>
                  <a:lnTo>
                    <a:pt x="60" y="97"/>
                  </a:lnTo>
                  <a:lnTo>
                    <a:pt x="60" y="97"/>
                  </a:lnTo>
                  <a:lnTo>
                    <a:pt x="60" y="97"/>
                  </a:lnTo>
                  <a:lnTo>
                    <a:pt x="60" y="97"/>
                  </a:lnTo>
                  <a:lnTo>
                    <a:pt x="60" y="95"/>
                  </a:lnTo>
                  <a:lnTo>
                    <a:pt x="60" y="95"/>
                  </a:lnTo>
                  <a:lnTo>
                    <a:pt x="60" y="95"/>
                  </a:lnTo>
                  <a:lnTo>
                    <a:pt x="60" y="95"/>
                  </a:lnTo>
                  <a:lnTo>
                    <a:pt x="62" y="93"/>
                  </a:lnTo>
                  <a:lnTo>
                    <a:pt x="62" y="93"/>
                  </a:lnTo>
                  <a:lnTo>
                    <a:pt x="63" y="93"/>
                  </a:lnTo>
                  <a:lnTo>
                    <a:pt x="63" y="93"/>
                  </a:lnTo>
                  <a:lnTo>
                    <a:pt x="65" y="91"/>
                  </a:lnTo>
                  <a:lnTo>
                    <a:pt x="65" y="91"/>
                  </a:lnTo>
                  <a:lnTo>
                    <a:pt x="65" y="91"/>
                  </a:lnTo>
                  <a:lnTo>
                    <a:pt x="65" y="91"/>
                  </a:lnTo>
                  <a:lnTo>
                    <a:pt x="67" y="90"/>
                  </a:lnTo>
                  <a:lnTo>
                    <a:pt x="67" y="90"/>
                  </a:lnTo>
                  <a:lnTo>
                    <a:pt x="67" y="90"/>
                  </a:lnTo>
                  <a:lnTo>
                    <a:pt x="67" y="90"/>
                  </a:lnTo>
                  <a:lnTo>
                    <a:pt x="69" y="88"/>
                  </a:lnTo>
                  <a:lnTo>
                    <a:pt x="69" y="88"/>
                  </a:lnTo>
                  <a:lnTo>
                    <a:pt x="69" y="88"/>
                  </a:lnTo>
                  <a:lnTo>
                    <a:pt x="69" y="88"/>
                  </a:lnTo>
                  <a:lnTo>
                    <a:pt x="69" y="88"/>
                  </a:lnTo>
                  <a:lnTo>
                    <a:pt x="69" y="88"/>
                  </a:lnTo>
                  <a:lnTo>
                    <a:pt x="69" y="88"/>
                  </a:lnTo>
                  <a:lnTo>
                    <a:pt x="69" y="88"/>
                  </a:lnTo>
                  <a:lnTo>
                    <a:pt x="69" y="86"/>
                  </a:lnTo>
                  <a:lnTo>
                    <a:pt x="69" y="86"/>
                  </a:lnTo>
                  <a:lnTo>
                    <a:pt x="69" y="86"/>
                  </a:lnTo>
                  <a:lnTo>
                    <a:pt x="69" y="86"/>
                  </a:lnTo>
                  <a:lnTo>
                    <a:pt x="69" y="84"/>
                  </a:lnTo>
                  <a:lnTo>
                    <a:pt x="69" y="84"/>
                  </a:lnTo>
                  <a:lnTo>
                    <a:pt x="69" y="84"/>
                  </a:lnTo>
                  <a:lnTo>
                    <a:pt x="69" y="84"/>
                  </a:lnTo>
                  <a:lnTo>
                    <a:pt x="69" y="82"/>
                  </a:lnTo>
                  <a:lnTo>
                    <a:pt x="68" y="82"/>
                  </a:lnTo>
                  <a:lnTo>
                    <a:pt x="68" y="82"/>
                  </a:lnTo>
                  <a:lnTo>
                    <a:pt x="68" y="82"/>
                  </a:lnTo>
                  <a:lnTo>
                    <a:pt x="68" y="82"/>
                  </a:lnTo>
                  <a:lnTo>
                    <a:pt x="68" y="82"/>
                  </a:lnTo>
                  <a:lnTo>
                    <a:pt x="68" y="82"/>
                  </a:lnTo>
                  <a:lnTo>
                    <a:pt x="68" y="82"/>
                  </a:lnTo>
                  <a:lnTo>
                    <a:pt x="68" y="82"/>
                  </a:lnTo>
                  <a:lnTo>
                    <a:pt x="67" y="82"/>
                  </a:lnTo>
                  <a:lnTo>
                    <a:pt x="67" y="82"/>
                  </a:lnTo>
                  <a:lnTo>
                    <a:pt x="67" y="82"/>
                  </a:lnTo>
                  <a:lnTo>
                    <a:pt x="67" y="82"/>
                  </a:lnTo>
                  <a:lnTo>
                    <a:pt x="67" y="82"/>
                  </a:lnTo>
                  <a:lnTo>
                    <a:pt x="67" y="82"/>
                  </a:lnTo>
                  <a:lnTo>
                    <a:pt x="67" y="82"/>
                  </a:lnTo>
                  <a:lnTo>
                    <a:pt x="67" y="81"/>
                  </a:lnTo>
                  <a:lnTo>
                    <a:pt x="66" y="81"/>
                  </a:lnTo>
                  <a:lnTo>
                    <a:pt x="66" y="81"/>
                  </a:lnTo>
                  <a:lnTo>
                    <a:pt x="66" y="81"/>
                  </a:lnTo>
                  <a:lnTo>
                    <a:pt x="66" y="80"/>
                  </a:lnTo>
                  <a:lnTo>
                    <a:pt x="66" y="80"/>
                  </a:lnTo>
                  <a:lnTo>
                    <a:pt x="66" y="79"/>
                  </a:lnTo>
                  <a:lnTo>
                    <a:pt x="66" y="79"/>
                  </a:lnTo>
                  <a:lnTo>
                    <a:pt x="66" y="77"/>
                  </a:lnTo>
                  <a:lnTo>
                    <a:pt x="66" y="77"/>
                  </a:lnTo>
                  <a:lnTo>
                    <a:pt x="66" y="77"/>
                  </a:lnTo>
                  <a:lnTo>
                    <a:pt x="66" y="77"/>
                  </a:lnTo>
                  <a:lnTo>
                    <a:pt x="66" y="75"/>
                  </a:lnTo>
                  <a:lnTo>
                    <a:pt x="66" y="75"/>
                  </a:lnTo>
                  <a:lnTo>
                    <a:pt x="66" y="75"/>
                  </a:lnTo>
                  <a:lnTo>
                    <a:pt x="66" y="75"/>
                  </a:lnTo>
                  <a:lnTo>
                    <a:pt x="66" y="74"/>
                  </a:lnTo>
                  <a:lnTo>
                    <a:pt x="66" y="74"/>
                  </a:lnTo>
                  <a:lnTo>
                    <a:pt x="64" y="74"/>
                  </a:lnTo>
                  <a:lnTo>
                    <a:pt x="64" y="74"/>
                  </a:lnTo>
                  <a:lnTo>
                    <a:pt x="64" y="74"/>
                  </a:lnTo>
                  <a:lnTo>
                    <a:pt x="64" y="74"/>
                  </a:lnTo>
                  <a:lnTo>
                    <a:pt x="63" y="74"/>
                  </a:lnTo>
                  <a:lnTo>
                    <a:pt x="63" y="74"/>
                  </a:lnTo>
                  <a:lnTo>
                    <a:pt x="63" y="74"/>
                  </a:lnTo>
                  <a:lnTo>
                    <a:pt x="63" y="73"/>
                  </a:lnTo>
                  <a:lnTo>
                    <a:pt x="63" y="73"/>
                  </a:lnTo>
                  <a:lnTo>
                    <a:pt x="63" y="73"/>
                  </a:lnTo>
                  <a:lnTo>
                    <a:pt x="63" y="73"/>
                  </a:lnTo>
                  <a:lnTo>
                    <a:pt x="63" y="72"/>
                  </a:lnTo>
                  <a:lnTo>
                    <a:pt x="63" y="72"/>
                  </a:lnTo>
                  <a:lnTo>
                    <a:pt x="63" y="72"/>
                  </a:lnTo>
                  <a:lnTo>
                    <a:pt x="63" y="72"/>
                  </a:lnTo>
                  <a:lnTo>
                    <a:pt x="63" y="70"/>
                  </a:lnTo>
                  <a:lnTo>
                    <a:pt x="62" y="72"/>
                  </a:lnTo>
                  <a:lnTo>
                    <a:pt x="62" y="72"/>
                  </a:lnTo>
                  <a:lnTo>
                    <a:pt x="62" y="72"/>
                  </a:lnTo>
                  <a:lnTo>
                    <a:pt x="62" y="72"/>
                  </a:lnTo>
                  <a:lnTo>
                    <a:pt x="60" y="73"/>
                  </a:lnTo>
                  <a:lnTo>
                    <a:pt x="60" y="73"/>
                  </a:lnTo>
                  <a:lnTo>
                    <a:pt x="60" y="73"/>
                  </a:lnTo>
                  <a:lnTo>
                    <a:pt x="60" y="73"/>
                  </a:lnTo>
                  <a:lnTo>
                    <a:pt x="57" y="74"/>
                  </a:lnTo>
                  <a:lnTo>
                    <a:pt x="57" y="74"/>
                  </a:lnTo>
                  <a:lnTo>
                    <a:pt x="57" y="74"/>
                  </a:lnTo>
                  <a:lnTo>
                    <a:pt x="57" y="74"/>
                  </a:lnTo>
                  <a:lnTo>
                    <a:pt x="57" y="74"/>
                  </a:lnTo>
                  <a:lnTo>
                    <a:pt x="57" y="74"/>
                  </a:lnTo>
                  <a:lnTo>
                    <a:pt x="57" y="74"/>
                  </a:lnTo>
                  <a:lnTo>
                    <a:pt x="57" y="74"/>
                  </a:lnTo>
                  <a:lnTo>
                    <a:pt x="55" y="74"/>
                  </a:lnTo>
                  <a:lnTo>
                    <a:pt x="55" y="74"/>
                  </a:lnTo>
                  <a:lnTo>
                    <a:pt x="55" y="74"/>
                  </a:lnTo>
                  <a:lnTo>
                    <a:pt x="55" y="73"/>
                  </a:lnTo>
                  <a:lnTo>
                    <a:pt x="55" y="73"/>
                  </a:lnTo>
                  <a:lnTo>
                    <a:pt x="55" y="73"/>
                  </a:lnTo>
                  <a:lnTo>
                    <a:pt x="55" y="73"/>
                  </a:lnTo>
                  <a:lnTo>
                    <a:pt x="55" y="72"/>
                  </a:lnTo>
                  <a:lnTo>
                    <a:pt x="54" y="72"/>
                  </a:lnTo>
                  <a:lnTo>
                    <a:pt x="54" y="72"/>
                  </a:lnTo>
                  <a:lnTo>
                    <a:pt x="54" y="72"/>
                  </a:lnTo>
                  <a:lnTo>
                    <a:pt x="54" y="69"/>
                  </a:lnTo>
                  <a:lnTo>
                    <a:pt x="54" y="69"/>
                  </a:lnTo>
                  <a:lnTo>
                    <a:pt x="54" y="69"/>
                  </a:lnTo>
                  <a:lnTo>
                    <a:pt x="54" y="69"/>
                  </a:lnTo>
                  <a:lnTo>
                    <a:pt x="54" y="67"/>
                  </a:lnTo>
                  <a:lnTo>
                    <a:pt x="53" y="67"/>
                  </a:lnTo>
                  <a:lnTo>
                    <a:pt x="53" y="67"/>
                  </a:lnTo>
                  <a:lnTo>
                    <a:pt x="53" y="67"/>
                  </a:lnTo>
                  <a:lnTo>
                    <a:pt x="53" y="67"/>
                  </a:lnTo>
                  <a:lnTo>
                    <a:pt x="53" y="67"/>
                  </a:lnTo>
                  <a:lnTo>
                    <a:pt x="53" y="67"/>
                  </a:lnTo>
                  <a:lnTo>
                    <a:pt x="53" y="67"/>
                  </a:lnTo>
                  <a:lnTo>
                    <a:pt x="53" y="67"/>
                  </a:lnTo>
                  <a:lnTo>
                    <a:pt x="51" y="67"/>
                  </a:lnTo>
                  <a:lnTo>
                    <a:pt x="51" y="67"/>
                  </a:lnTo>
                  <a:lnTo>
                    <a:pt x="51" y="67"/>
                  </a:lnTo>
                  <a:lnTo>
                    <a:pt x="51" y="67"/>
                  </a:lnTo>
                  <a:lnTo>
                    <a:pt x="51" y="67"/>
                  </a:lnTo>
                  <a:lnTo>
                    <a:pt x="51" y="67"/>
                  </a:lnTo>
                  <a:lnTo>
                    <a:pt x="51" y="67"/>
                  </a:lnTo>
                  <a:lnTo>
                    <a:pt x="51" y="66"/>
                  </a:lnTo>
                  <a:lnTo>
                    <a:pt x="49" y="66"/>
                  </a:lnTo>
                  <a:lnTo>
                    <a:pt x="49" y="66"/>
                  </a:lnTo>
                  <a:lnTo>
                    <a:pt x="49" y="66"/>
                  </a:lnTo>
                  <a:lnTo>
                    <a:pt x="49" y="66"/>
                  </a:lnTo>
                  <a:lnTo>
                    <a:pt x="48" y="66"/>
                  </a:lnTo>
                  <a:lnTo>
                    <a:pt x="48" y="66"/>
                  </a:lnTo>
                  <a:lnTo>
                    <a:pt x="48" y="66"/>
                  </a:lnTo>
                  <a:lnTo>
                    <a:pt x="48" y="65"/>
                  </a:lnTo>
                  <a:lnTo>
                    <a:pt x="48" y="65"/>
                  </a:lnTo>
                  <a:lnTo>
                    <a:pt x="48" y="65"/>
                  </a:lnTo>
                  <a:lnTo>
                    <a:pt x="48" y="65"/>
                  </a:lnTo>
                  <a:lnTo>
                    <a:pt x="48" y="64"/>
                  </a:lnTo>
                  <a:lnTo>
                    <a:pt x="48" y="64"/>
                  </a:lnTo>
                  <a:lnTo>
                    <a:pt x="48" y="64"/>
                  </a:lnTo>
                  <a:lnTo>
                    <a:pt x="48" y="64"/>
                  </a:lnTo>
                  <a:lnTo>
                    <a:pt x="48" y="62"/>
                  </a:lnTo>
                  <a:lnTo>
                    <a:pt x="46" y="62"/>
                  </a:lnTo>
                  <a:lnTo>
                    <a:pt x="46" y="62"/>
                  </a:lnTo>
                  <a:lnTo>
                    <a:pt x="46" y="62"/>
                  </a:lnTo>
                  <a:lnTo>
                    <a:pt x="46" y="62"/>
                  </a:lnTo>
                  <a:lnTo>
                    <a:pt x="45" y="62"/>
                  </a:lnTo>
                  <a:lnTo>
                    <a:pt x="45" y="62"/>
                  </a:lnTo>
                  <a:lnTo>
                    <a:pt x="45" y="62"/>
                  </a:lnTo>
                  <a:lnTo>
                    <a:pt x="45" y="62"/>
                  </a:lnTo>
                  <a:lnTo>
                    <a:pt x="43" y="62"/>
                  </a:lnTo>
                  <a:lnTo>
                    <a:pt x="43" y="62"/>
                  </a:lnTo>
                  <a:lnTo>
                    <a:pt x="43" y="62"/>
                  </a:lnTo>
                  <a:lnTo>
                    <a:pt x="43" y="62"/>
                  </a:lnTo>
                  <a:lnTo>
                    <a:pt x="43" y="62"/>
                  </a:lnTo>
                  <a:lnTo>
                    <a:pt x="43" y="62"/>
                  </a:lnTo>
                  <a:lnTo>
                    <a:pt x="43" y="62"/>
                  </a:lnTo>
                  <a:lnTo>
                    <a:pt x="43" y="61"/>
                  </a:lnTo>
                  <a:lnTo>
                    <a:pt x="43" y="61"/>
                  </a:lnTo>
                  <a:lnTo>
                    <a:pt x="43" y="61"/>
                  </a:lnTo>
                  <a:lnTo>
                    <a:pt x="43" y="61"/>
                  </a:lnTo>
                  <a:lnTo>
                    <a:pt x="43" y="59"/>
                  </a:lnTo>
                  <a:lnTo>
                    <a:pt x="43" y="59"/>
                  </a:lnTo>
                  <a:lnTo>
                    <a:pt x="43" y="59"/>
                  </a:lnTo>
                  <a:lnTo>
                    <a:pt x="43" y="59"/>
                  </a:lnTo>
                  <a:lnTo>
                    <a:pt x="43" y="57"/>
                  </a:lnTo>
                  <a:lnTo>
                    <a:pt x="43" y="57"/>
                  </a:lnTo>
                  <a:lnTo>
                    <a:pt x="43" y="57"/>
                  </a:lnTo>
                  <a:lnTo>
                    <a:pt x="43" y="57"/>
                  </a:lnTo>
                  <a:lnTo>
                    <a:pt x="43" y="55"/>
                  </a:lnTo>
                  <a:lnTo>
                    <a:pt x="43" y="55"/>
                  </a:lnTo>
                  <a:lnTo>
                    <a:pt x="43" y="54"/>
                  </a:lnTo>
                  <a:lnTo>
                    <a:pt x="43" y="54"/>
                  </a:lnTo>
                  <a:lnTo>
                    <a:pt x="45" y="52"/>
                  </a:lnTo>
                  <a:lnTo>
                    <a:pt x="43" y="52"/>
                  </a:lnTo>
                  <a:lnTo>
                    <a:pt x="43" y="52"/>
                  </a:lnTo>
                  <a:lnTo>
                    <a:pt x="43" y="52"/>
                  </a:lnTo>
                  <a:lnTo>
                    <a:pt x="43" y="52"/>
                  </a:lnTo>
                  <a:lnTo>
                    <a:pt x="43" y="52"/>
                  </a:lnTo>
                  <a:lnTo>
                    <a:pt x="43" y="52"/>
                  </a:lnTo>
                  <a:lnTo>
                    <a:pt x="43" y="52"/>
                  </a:lnTo>
                  <a:lnTo>
                    <a:pt x="43" y="52"/>
                  </a:lnTo>
                  <a:lnTo>
                    <a:pt x="43" y="52"/>
                  </a:lnTo>
                  <a:lnTo>
                    <a:pt x="43" y="52"/>
                  </a:lnTo>
                  <a:lnTo>
                    <a:pt x="43" y="52"/>
                  </a:lnTo>
                  <a:lnTo>
                    <a:pt x="43" y="51"/>
                  </a:lnTo>
                  <a:lnTo>
                    <a:pt x="43" y="51"/>
                  </a:lnTo>
                  <a:lnTo>
                    <a:pt x="43" y="51"/>
                  </a:lnTo>
                  <a:lnTo>
                    <a:pt x="43" y="51"/>
                  </a:lnTo>
                  <a:lnTo>
                    <a:pt x="43" y="50"/>
                  </a:lnTo>
                  <a:lnTo>
                    <a:pt x="43" y="50"/>
                  </a:lnTo>
                  <a:lnTo>
                    <a:pt x="43" y="50"/>
                  </a:lnTo>
                  <a:lnTo>
                    <a:pt x="43" y="50"/>
                  </a:lnTo>
                  <a:lnTo>
                    <a:pt x="43" y="50"/>
                  </a:lnTo>
                  <a:lnTo>
                    <a:pt x="43" y="50"/>
                  </a:lnTo>
                  <a:lnTo>
                    <a:pt x="43" y="50"/>
                  </a:lnTo>
                  <a:lnTo>
                    <a:pt x="43" y="50"/>
                  </a:lnTo>
                  <a:lnTo>
                    <a:pt x="43" y="48"/>
                  </a:lnTo>
                  <a:lnTo>
                    <a:pt x="43" y="48"/>
                  </a:lnTo>
                  <a:lnTo>
                    <a:pt x="43" y="48"/>
                  </a:lnTo>
                  <a:lnTo>
                    <a:pt x="43" y="48"/>
                  </a:lnTo>
                  <a:lnTo>
                    <a:pt x="43" y="48"/>
                  </a:lnTo>
                  <a:lnTo>
                    <a:pt x="43" y="48"/>
                  </a:lnTo>
                  <a:lnTo>
                    <a:pt x="43" y="48"/>
                  </a:lnTo>
                  <a:lnTo>
                    <a:pt x="43" y="48"/>
                  </a:lnTo>
                  <a:lnTo>
                    <a:pt x="43" y="46"/>
                  </a:lnTo>
                  <a:lnTo>
                    <a:pt x="43" y="46"/>
                  </a:lnTo>
                  <a:lnTo>
                    <a:pt x="43" y="46"/>
                  </a:lnTo>
                  <a:lnTo>
                    <a:pt x="43" y="46"/>
                  </a:lnTo>
                  <a:lnTo>
                    <a:pt x="43" y="46"/>
                  </a:lnTo>
                  <a:lnTo>
                    <a:pt x="43" y="46"/>
                  </a:lnTo>
                  <a:lnTo>
                    <a:pt x="43" y="46"/>
                  </a:lnTo>
                  <a:lnTo>
                    <a:pt x="43" y="46"/>
                  </a:lnTo>
                  <a:lnTo>
                    <a:pt x="43" y="45"/>
                  </a:lnTo>
                  <a:lnTo>
                    <a:pt x="43" y="45"/>
                  </a:lnTo>
                  <a:lnTo>
                    <a:pt x="43" y="45"/>
                  </a:lnTo>
                  <a:lnTo>
                    <a:pt x="43" y="45"/>
                  </a:lnTo>
                  <a:lnTo>
                    <a:pt x="43" y="45"/>
                  </a:lnTo>
                  <a:lnTo>
                    <a:pt x="43" y="45"/>
                  </a:lnTo>
                  <a:lnTo>
                    <a:pt x="43" y="45"/>
                  </a:lnTo>
                  <a:lnTo>
                    <a:pt x="43" y="45"/>
                  </a:lnTo>
                  <a:lnTo>
                    <a:pt x="45" y="44"/>
                  </a:lnTo>
                  <a:lnTo>
                    <a:pt x="43" y="44"/>
                  </a:lnTo>
                  <a:lnTo>
                    <a:pt x="43" y="44"/>
                  </a:lnTo>
                  <a:lnTo>
                    <a:pt x="43" y="44"/>
                  </a:lnTo>
                  <a:lnTo>
                    <a:pt x="43" y="44"/>
                  </a:lnTo>
                  <a:lnTo>
                    <a:pt x="43" y="44"/>
                  </a:lnTo>
                  <a:lnTo>
                    <a:pt x="43" y="44"/>
                  </a:lnTo>
                  <a:lnTo>
                    <a:pt x="43" y="44"/>
                  </a:lnTo>
                  <a:lnTo>
                    <a:pt x="43" y="44"/>
                  </a:lnTo>
                  <a:lnTo>
                    <a:pt x="43" y="44"/>
                  </a:lnTo>
                  <a:lnTo>
                    <a:pt x="43" y="44"/>
                  </a:lnTo>
                  <a:lnTo>
                    <a:pt x="43" y="44"/>
                  </a:lnTo>
                  <a:lnTo>
                    <a:pt x="43" y="43"/>
                  </a:lnTo>
                  <a:lnTo>
                    <a:pt x="43" y="43"/>
                  </a:lnTo>
                  <a:lnTo>
                    <a:pt x="43" y="43"/>
                  </a:lnTo>
                  <a:lnTo>
                    <a:pt x="43" y="43"/>
                  </a:lnTo>
                  <a:lnTo>
                    <a:pt x="43" y="41"/>
                  </a:lnTo>
                  <a:lnTo>
                    <a:pt x="43" y="41"/>
                  </a:lnTo>
                  <a:lnTo>
                    <a:pt x="43" y="41"/>
                  </a:lnTo>
                  <a:lnTo>
                    <a:pt x="43" y="41"/>
                  </a:lnTo>
                  <a:lnTo>
                    <a:pt x="43" y="41"/>
                  </a:lnTo>
                  <a:lnTo>
                    <a:pt x="43" y="41"/>
                  </a:lnTo>
                  <a:lnTo>
                    <a:pt x="43" y="41"/>
                  </a:lnTo>
                  <a:lnTo>
                    <a:pt x="43" y="41"/>
                  </a:lnTo>
                  <a:lnTo>
                    <a:pt x="43" y="40"/>
                  </a:lnTo>
                  <a:lnTo>
                    <a:pt x="43" y="40"/>
                  </a:lnTo>
                  <a:lnTo>
                    <a:pt x="43" y="40"/>
                  </a:lnTo>
                  <a:lnTo>
                    <a:pt x="43" y="40"/>
                  </a:lnTo>
                  <a:lnTo>
                    <a:pt x="43" y="38"/>
                  </a:lnTo>
                  <a:lnTo>
                    <a:pt x="43" y="38"/>
                  </a:lnTo>
                  <a:lnTo>
                    <a:pt x="43" y="38"/>
                  </a:lnTo>
                  <a:lnTo>
                    <a:pt x="43" y="38"/>
                  </a:lnTo>
                  <a:lnTo>
                    <a:pt x="43" y="37"/>
                  </a:lnTo>
                  <a:lnTo>
                    <a:pt x="43" y="37"/>
                  </a:lnTo>
                  <a:lnTo>
                    <a:pt x="43" y="37"/>
                  </a:lnTo>
                  <a:lnTo>
                    <a:pt x="43" y="37"/>
                  </a:lnTo>
                  <a:lnTo>
                    <a:pt x="43" y="37"/>
                  </a:lnTo>
                  <a:lnTo>
                    <a:pt x="43" y="37"/>
                  </a:lnTo>
                  <a:lnTo>
                    <a:pt x="43" y="37"/>
                  </a:lnTo>
                  <a:lnTo>
                    <a:pt x="43" y="37"/>
                  </a:lnTo>
                  <a:lnTo>
                    <a:pt x="43" y="35"/>
                  </a:lnTo>
                  <a:lnTo>
                    <a:pt x="43" y="35"/>
                  </a:lnTo>
                  <a:lnTo>
                    <a:pt x="43" y="35"/>
                  </a:lnTo>
                  <a:lnTo>
                    <a:pt x="43" y="35"/>
                  </a:lnTo>
                  <a:lnTo>
                    <a:pt x="43" y="34"/>
                  </a:lnTo>
                  <a:lnTo>
                    <a:pt x="43" y="34"/>
                  </a:lnTo>
                  <a:lnTo>
                    <a:pt x="43" y="34"/>
                  </a:lnTo>
                  <a:lnTo>
                    <a:pt x="43" y="34"/>
                  </a:lnTo>
                  <a:lnTo>
                    <a:pt x="43" y="33"/>
                  </a:lnTo>
                  <a:lnTo>
                    <a:pt x="43" y="35"/>
                  </a:lnTo>
                  <a:lnTo>
                    <a:pt x="43" y="35"/>
                  </a:lnTo>
                  <a:lnTo>
                    <a:pt x="43" y="35"/>
                  </a:lnTo>
                  <a:lnTo>
                    <a:pt x="43" y="35"/>
                  </a:lnTo>
                  <a:lnTo>
                    <a:pt x="43" y="33"/>
                  </a:lnTo>
                  <a:lnTo>
                    <a:pt x="43" y="33"/>
                  </a:lnTo>
                  <a:lnTo>
                    <a:pt x="43" y="30"/>
                  </a:lnTo>
                  <a:lnTo>
                    <a:pt x="43" y="30"/>
                  </a:lnTo>
                  <a:lnTo>
                    <a:pt x="43" y="29"/>
                  </a:lnTo>
                  <a:lnTo>
                    <a:pt x="43" y="29"/>
                  </a:lnTo>
                  <a:lnTo>
                    <a:pt x="43" y="28"/>
                  </a:lnTo>
                  <a:lnTo>
                    <a:pt x="43" y="28"/>
                  </a:lnTo>
                  <a:lnTo>
                    <a:pt x="43" y="25"/>
                  </a:lnTo>
                  <a:lnTo>
                    <a:pt x="43" y="25"/>
                  </a:lnTo>
                  <a:lnTo>
                    <a:pt x="43" y="24"/>
                  </a:lnTo>
                  <a:lnTo>
                    <a:pt x="43" y="24"/>
                  </a:lnTo>
                  <a:lnTo>
                    <a:pt x="43" y="22"/>
                  </a:lnTo>
                  <a:lnTo>
                    <a:pt x="41" y="22"/>
                  </a:lnTo>
                  <a:lnTo>
                    <a:pt x="41" y="22"/>
                  </a:lnTo>
                  <a:lnTo>
                    <a:pt x="41" y="22"/>
                  </a:lnTo>
                  <a:lnTo>
                    <a:pt x="41" y="22"/>
                  </a:lnTo>
                  <a:lnTo>
                    <a:pt x="40" y="22"/>
                  </a:lnTo>
                  <a:lnTo>
                    <a:pt x="40" y="22"/>
                  </a:lnTo>
                  <a:lnTo>
                    <a:pt x="40" y="22"/>
                  </a:lnTo>
                  <a:lnTo>
                    <a:pt x="40" y="20"/>
                  </a:lnTo>
                  <a:lnTo>
                    <a:pt x="39" y="20"/>
                  </a:lnTo>
                  <a:lnTo>
                    <a:pt x="39" y="20"/>
                  </a:lnTo>
                  <a:lnTo>
                    <a:pt x="39" y="20"/>
                  </a:lnTo>
                  <a:lnTo>
                    <a:pt x="39" y="18"/>
                  </a:lnTo>
                  <a:lnTo>
                    <a:pt x="39" y="18"/>
                  </a:lnTo>
                  <a:lnTo>
                    <a:pt x="39" y="16"/>
                  </a:lnTo>
                  <a:lnTo>
                    <a:pt x="39" y="16"/>
                  </a:lnTo>
                  <a:lnTo>
                    <a:pt x="39" y="14"/>
                  </a:lnTo>
                  <a:lnTo>
                    <a:pt x="37" y="14"/>
                  </a:lnTo>
                  <a:lnTo>
                    <a:pt x="37" y="14"/>
                  </a:lnTo>
                  <a:lnTo>
                    <a:pt x="35" y="14"/>
                  </a:lnTo>
                  <a:lnTo>
                    <a:pt x="35" y="14"/>
                  </a:lnTo>
                  <a:lnTo>
                    <a:pt x="33" y="14"/>
                  </a:lnTo>
                  <a:lnTo>
                    <a:pt x="33" y="14"/>
                  </a:lnTo>
                  <a:lnTo>
                    <a:pt x="32" y="14"/>
                  </a:lnTo>
                  <a:lnTo>
                    <a:pt x="32" y="13"/>
                  </a:lnTo>
                  <a:lnTo>
                    <a:pt x="30" y="13"/>
                  </a:lnTo>
                  <a:lnTo>
                    <a:pt x="30" y="13"/>
                  </a:lnTo>
                  <a:lnTo>
                    <a:pt x="29" y="13"/>
                  </a:lnTo>
                  <a:lnTo>
                    <a:pt x="29" y="13"/>
                  </a:lnTo>
                  <a:lnTo>
                    <a:pt x="27" y="13"/>
                  </a:lnTo>
                  <a:lnTo>
                    <a:pt x="27" y="13"/>
                  </a:lnTo>
                  <a:lnTo>
                    <a:pt x="27" y="13"/>
                  </a:lnTo>
                  <a:lnTo>
                    <a:pt x="27" y="11"/>
                  </a:lnTo>
                  <a:lnTo>
                    <a:pt x="25" y="11"/>
                  </a:lnTo>
                  <a:lnTo>
                    <a:pt x="25" y="11"/>
                  </a:lnTo>
                  <a:lnTo>
                    <a:pt x="25" y="11"/>
                  </a:lnTo>
                  <a:lnTo>
                    <a:pt x="25" y="9"/>
                  </a:lnTo>
                  <a:lnTo>
                    <a:pt x="24" y="9"/>
                  </a:lnTo>
                  <a:lnTo>
                    <a:pt x="24" y="9"/>
                  </a:lnTo>
                  <a:lnTo>
                    <a:pt x="24" y="9"/>
                  </a:lnTo>
                  <a:lnTo>
                    <a:pt x="24" y="7"/>
                  </a:lnTo>
                  <a:lnTo>
                    <a:pt x="22" y="7"/>
                  </a:lnTo>
                  <a:lnTo>
                    <a:pt x="22" y="7"/>
                  </a:lnTo>
                  <a:lnTo>
                    <a:pt x="22" y="7"/>
                  </a:lnTo>
                  <a:lnTo>
                    <a:pt x="22" y="6"/>
                  </a:lnTo>
                  <a:lnTo>
                    <a:pt x="22" y="6"/>
                  </a:lnTo>
                  <a:lnTo>
                    <a:pt x="22" y="6"/>
                  </a:lnTo>
                  <a:lnTo>
                    <a:pt x="22" y="6"/>
                  </a:lnTo>
                  <a:lnTo>
                    <a:pt x="22" y="4"/>
                  </a:lnTo>
                  <a:lnTo>
                    <a:pt x="20" y="6"/>
                  </a:lnTo>
                  <a:lnTo>
                    <a:pt x="20" y="6"/>
                  </a:lnTo>
                  <a:lnTo>
                    <a:pt x="20" y="6"/>
                  </a:lnTo>
                  <a:lnTo>
                    <a:pt x="20" y="6"/>
                  </a:lnTo>
                  <a:lnTo>
                    <a:pt x="19" y="6"/>
                  </a:lnTo>
                  <a:lnTo>
                    <a:pt x="19" y="6"/>
                  </a:lnTo>
                  <a:lnTo>
                    <a:pt x="19" y="6"/>
                  </a:lnTo>
                  <a:lnTo>
                    <a:pt x="19" y="6"/>
                  </a:lnTo>
                  <a:lnTo>
                    <a:pt x="19" y="7"/>
                  </a:lnTo>
                  <a:lnTo>
                    <a:pt x="19" y="7"/>
                  </a:lnTo>
                  <a:lnTo>
                    <a:pt x="19" y="7"/>
                  </a:lnTo>
                  <a:lnTo>
                    <a:pt x="19" y="7"/>
                  </a:lnTo>
                  <a:lnTo>
                    <a:pt x="19" y="7"/>
                  </a:lnTo>
                  <a:lnTo>
                    <a:pt x="19" y="7"/>
                  </a:lnTo>
                  <a:lnTo>
                    <a:pt x="19" y="7"/>
                  </a:lnTo>
                  <a:lnTo>
                    <a:pt x="19" y="7"/>
                  </a:lnTo>
                  <a:lnTo>
                    <a:pt x="18" y="7"/>
                  </a:lnTo>
                  <a:lnTo>
                    <a:pt x="18" y="7"/>
                  </a:lnTo>
                  <a:lnTo>
                    <a:pt x="18" y="7"/>
                  </a:lnTo>
                  <a:lnTo>
                    <a:pt x="18" y="7"/>
                  </a:lnTo>
                  <a:lnTo>
                    <a:pt x="18" y="7"/>
                  </a:lnTo>
                  <a:lnTo>
                    <a:pt x="18" y="7"/>
                  </a:lnTo>
                  <a:lnTo>
                    <a:pt x="18" y="7"/>
                  </a:lnTo>
                  <a:lnTo>
                    <a:pt x="18" y="7"/>
                  </a:lnTo>
                  <a:lnTo>
                    <a:pt x="16" y="7"/>
                  </a:lnTo>
                  <a:lnTo>
                    <a:pt x="16" y="7"/>
                  </a:lnTo>
                  <a:lnTo>
                    <a:pt x="16" y="7"/>
                  </a:lnTo>
                  <a:lnTo>
                    <a:pt x="16" y="7"/>
                  </a:lnTo>
                  <a:lnTo>
                    <a:pt x="16" y="7"/>
                  </a:lnTo>
                  <a:lnTo>
                    <a:pt x="16" y="7"/>
                  </a:lnTo>
                  <a:lnTo>
                    <a:pt x="16" y="7"/>
                  </a:lnTo>
                  <a:lnTo>
                    <a:pt x="16" y="7"/>
                  </a:lnTo>
                  <a:lnTo>
                    <a:pt x="15" y="8"/>
                  </a:lnTo>
                  <a:lnTo>
                    <a:pt x="15" y="8"/>
                  </a:lnTo>
                  <a:lnTo>
                    <a:pt x="15" y="8"/>
                  </a:lnTo>
                  <a:lnTo>
                    <a:pt x="15" y="8"/>
                  </a:lnTo>
                  <a:lnTo>
                    <a:pt x="15" y="8"/>
                  </a:lnTo>
                  <a:lnTo>
                    <a:pt x="15" y="8"/>
                  </a:lnTo>
                  <a:lnTo>
                    <a:pt x="15" y="8"/>
                  </a:lnTo>
                  <a:lnTo>
                    <a:pt x="15" y="8"/>
                  </a:lnTo>
                  <a:lnTo>
                    <a:pt x="14" y="9"/>
                  </a:lnTo>
                  <a:lnTo>
                    <a:pt x="14" y="9"/>
                  </a:lnTo>
                  <a:lnTo>
                    <a:pt x="14" y="9"/>
                  </a:lnTo>
                  <a:lnTo>
                    <a:pt x="14" y="9"/>
                  </a:lnTo>
                  <a:lnTo>
                    <a:pt x="14" y="9"/>
                  </a:lnTo>
                  <a:lnTo>
                    <a:pt x="14" y="9"/>
                  </a:lnTo>
                  <a:lnTo>
                    <a:pt x="14" y="9"/>
                  </a:lnTo>
                  <a:lnTo>
                    <a:pt x="14" y="9"/>
                  </a:lnTo>
                  <a:lnTo>
                    <a:pt x="12" y="9"/>
                  </a:lnTo>
                  <a:lnTo>
                    <a:pt x="12" y="9"/>
                  </a:lnTo>
                  <a:lnTo>
                    <a:pt x="12" y="9"/>
                  </a:lnTo>
                  <a:lnTo>
                    <a:pt x="12" y="8"/>
                  </a:lnTo>
                  <a:lnTo>
                    <a:pt x="12" y="8"/>
                  </a:lnTo>
                  <a:lnTo>
                    <a:pt x="12" y="7"/>
                  </a:lnTo>
                  <a:lnTo>
                    <a:pt x="12" y="7"/>
                  </a:lnTo>
                  <a:lnTo>
                    <a:pt x="12" y="5"/>
                  </a:lnTo>
                  <a:lnTo>
                    <a:pt x="11" y="5"/>
                  </a:lnTo>
                  <a:lnTo>
                    <a:pt x="11" y="3"/>
                  </a:lnTo>
                  <a:lnTo>
                    <a:pt x="11" y="3"/>
                  </a:lnTo>
                  <a:lnTo>
                    <a:pt x="11" y="1"/>
                  </a:lnTo>
                  <a:lnTo>
                    <a:pt x="10" y="1"/>
                  </a:lnTo>
                  <a:lnTo>
                    <a:pt x="10" y="1"/>
                  </a:lnTo>
                  <a:lnTo>
                    <a:pt x="10" y="1"/>
                  </a:lnTo>
                  <a:lnTo>
                    <a:pt x="10" y="0"/>
                  </a:lnTo>
                  <a:lnTo>
                    <a:pt x="8" y="1"/>
                  </a:lnTo>
                  <a:lnTo>
                    <a:pt x="8" y="1"/>
                  </a:lnTo>
                  <a:lnTo>
                    <a:pt x="8" y="1"/>
                  </a:lnTo>
                  <a:lnTo>
                    <a:pt x="8" y="1"/>
                  </a:lnTo>
                  <a:lnTo>
                    <a:pt x="6" y="3"/>
                  </a:lnTo>
                  <a:lnTo>
                    <a:pt x="6" y="3"/>
                  </a:lnTo>
                  <a:lnTo>
                    <a:pt x="6" y="4"/>
                  </a:lnTo>
                  <a:lnTo>
                    <a:pt x="6" y="4"/>
                  </a:lnTo>
                  <a:lnTo>
                    <a:pt x="4" y="6"/>
                  </a:lnTo>
                  <a:lnTo>
                    <a:pt x="4" y="6"/>
                  </a:lnTo>
                  <a:lnTo>
                    <a:pt x="4" y="8"/>
                  </a:lnTo>
                  <a:lnTo>
                    <a:pt x="4" y="8"/>
                  </a:lnTo>
                  <a:lnTo>
                    <a:pt x="4" y="9"/>
                  </a:lnTo>
                  <a:lnTo>
                    <a:pt x="4" y="9"/>
                  </a:lnTo>
                  <a:lnTo>
                    <a:pt x="4" y="9"/>
                  </a:lnTo>
                  <a:lnTo>
                    <a:pt x="4" y="9"/>
                  </a:lnTo>
                  <a:lnTo>
                    <a:pt x="2" y="11"/>
                  </a:lnTo>
                  <a:lnTo>
                    <a:pt x="2" y="11"/>
                  </a:lnTo>
                  <a:lnTo>
                    <a:pt x="2" y="12"/>
                  </a:lnTo>
                  <a:lnTo>
                    <a:pt x="2" y="12"/>
                  </a:lnTo>
                  <a:lnTo>
                    <a:pt x="1" y="14"/>
                  </a:lnTo>
                  <a:lnTo>
                    <a:pt x="1" y="14"/>
                  </a:lnTo>
                  <a:lnTo>
                    <a:pt x="1" y="14"/>
                  </a:lnTo>
                  <a:lnTo>
                    <a:pt x="1" y="14"/>
                  </a:lnTo>
                  <a:lnTo>
                    <a:pt x="0" y="16"/>
                  </a:lnTo>
                  <a:lnTo>
                    <a:pt x="0" y="16"/>
                  </a:lnTo>
                  <a:lnTo>
                    <a:pt x="0" y="17"/>
                  </a:lnTo>
                  <a:lnTo>
                    <a:pt x="0" y="17"/>
                  </a:lnTo>
                  <a:lnTo>
                    <a:pt x="0" y="19"/>
                  </a:lnTo>
                  <a:lnTo>
                    <a:pt x="0" y="19"/>
                  </a:lnTo>
                  <a:lnTo>
                    <a:pt x="0" y="19"/>
                  </a:lnTo>
                  <a:lnTo>
                    <a:pt x="0" y="19"/>
                  </a:lnTo>
                  <a:lnTo>
                    <a:pt x="0" y="21"/>
                  </a:lnTo>
                  <a:lnTo>
                    <a:pt x="0" y="21"/>
                  </a:lnTo>
                  <a:lnTo>
                    <a:pt x="0" y="21"/>
                  </a:lnTo>
                  <a:lnTo>
                    <a:pt x="0" y="21"/>
                  </a:lnTo>
                  <a:lnTo>
                    <a:pt x="0" y="22"/>
                  </a:lnTo>
                  <a:lnTo>
                    <a:pt x="0" y="22"/>
                  </a:lnTo>
                  <a:lnTo>
                    <a:pt x="0" y="22"/>
                  </a:lnTo>
                  <a:lnTo>
                    <a:pt x="0" y="22"/>
                  </a:lnTo>
                  <a:lnTo>
                    <a:pt x="0" y="24"/>
                  </a:lnTo>
                  <a:lnTo>
                    <a:pt x="0" y="24"/>
                  </a:lnTo>
                  <a:lnTo>
                    <a:pt x="0" y="24"/>
                  </a:lnTo>
                  <a:lnTo>
                    <a:pt x="0" y="24"/>
                  </a:lnTo>
                  <a:lnTo>
                    <a:pt x="0" y="25"/>
                  </a:lnTo>
                  <a:lnTo>
                    <a:pt x="0" y="25"/>
                  </a:lnTo>
                  <a:lnTo>
                    <a:pt x="0" y="25"/>
                  </a:lnTo>
                  <a:lnTo>
                    <a:pt x="0" y="25"/>
                  </a:lnTo>
                  <a:lnTo>
                    <a:pt x="0" y="26"/>
                  </a:lnTo>
                  <a:lnTo>
                    <a:pt x="0" y="26"/>
                  </a:lnTo>
                  <a:lnTo>
                    <a:pt x="0" y="26"/>
                  </a:lnTo>
                  <a:lnTo>
                    <a:pt x="0" y="26"/>
                  </a:lnTo>
                  <a:lnTo>
                    <a:pt x="0" y="26"/>
                  </a:lnTo>
                  <a:lnTo>
                    <a:pt x="0" y="26"/>
                  </a:lnTo>
                  <a:lnTo>
                    <a:pt x="0" y="26"/>
                  </a:lnTo>
                  <a:lnTo>
                    <a:pt x="0" y="26"/>
                  </a:lnTo>
                  <a:lnTo>
                    <a:pt x="0" y="28"/>
                  </a:lnTo>
                  <a:lnTo>
                    <a:pt x="0" y="28"/>
                  </a:lnTo>
                  <a:lnTo>
                    <a:pt x="0" y="28"/>
                  </a:lnTo>
                  <a:lnTo>
                    <a:pt x="0" y="28"/>
                  </a:lnTo>
                  <a:lnTo>
                    <a:pt x="0" y="28"/>
                  </a:lnTo>
                  <a:lnTo>
                    <a:pt x="0" y="28"/>
                  </a:lnTo>
                  <a:lnTo>
                    <a:pt x="0" y="28"/>
                  </a:lnTo>
                  <a:lnTo>
                    <a:pt x="1" y="28"/>
                  </a:lnTo>
                  <a:lnTo>
                    <a:pt x="1" y="30"/>
                  </a:lnTo>
                  <a:lnTo>
                    <a:pt x="1" y="33"/>
                  </a:lnTo>
                  <a:lnTo>
                    <a:pt x="1" y="35"/>
                  </a:lnTo>
                  <a:lnTo>
                    <a:pt x="1" y="36"/>
                  </a:lnTo>
                  <a:lnTo>
                    <a:pt x="1" y="38"/>
                  </a:lnTo>
                  <a:lnTo>
                    <a:pt x="1" y="38"/>
                  </a:lnTo>
                  <a:lnTo>
                    <a:pt x="1" y="38"/>
                  </a:lnTo>
                  <a:lnTo>
                    <a:pt x="3" y="38"/>
                  </a:lnTo>
                  <a:lnTo>
                    <a:pt x="1" y="38"/>
                  </a:lnTo>
                  <a:lnTo>
                    <a:pt x="1" y="38"/>
                  </a:lnTo>
                  <a:lnTo>
                    <a:pt x="1" y="38"/>
                  </a:lnTo>
                  <a:lnTo>
                    <a:pt x="1" y="38"/>
                  </a:lnTo>
                  <a:lnTo>
                    <a:pt x="1" y="38"/>
                  </a:lnTo>
                  <a:lnTo>
                    <a:pt x="1" y="38"/>
                  </a:lnTo>
                  <a:lnTo>
                    <a:pt x="1" y="38"/>
                  </a:lnTo>
                  <a:lnTo>
                    <a:pt x="1" y="37"/>
                  </a:lnTo>
                  <a:lnTo>
                    <a:pt x="1" y="37"/>
                  </a:lnTo>
                  <a:lnTo>
                    <a:pt x="1" y="37"/>
                  </a:lnTo>
                  <a:lnTo>
                    <a:pt x="1" y="37"/>
                  </a:lnTo>
                  <a:lnTo>
                    <a:pt x="1" y="37"/>
                  </a:lnTo>
                  <a:lnTo>
                    <a:pt x="1" y="37"/>
                  </a:lnTo>
                  <a:lnTo>
                    <a:pt x="1" y="37"/>
                  </a:lnTo>
                  <a:lnTo>
                    <a:pt x="1" y="37"/>
                  </a:lnTo>
                  <a:lnTo>
                    <a:pt x="1" y="36"/>
                  </a:lnTo>
                  <a:lnTo>
                    <a:pt x="1" y="36"/>
                  </a:lnTo>
                  <a:lnTo>
                    <a:pt x="1" y="36"/>
                  </a:lnTo>
                  <a:lnTo>
                    <a:pt x="1" y="36"/>
                  </a:lnTo>
                  <a:lnTo>
                    <a:pt x="1" y="36"/>
                  </a:lnTo>
                  <a:lnTo>
                    <a:pt x="1" y="36"/>
                  </a:lnTo>
                  <a:lnTo>
                    <a:pt x="1" y="36"/>
                  </a:lnTo>
                  <a:lnTo>
                    <a:pt x="1" y="36"/>
                  </a:lnTo>
                  <a:lnTo>
                    <a:pt x="1" y="35"/>
                  </a:lnTo>
                  <a:lnTo>
                    <a:pt x="1" y="35"/>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41" name=""/>
            <p:cNvSpPr/>
            <p:nvPr/>
          </p:nvSpPr>
          <p:spPr>
            <a:xfrm>
              <a:off x="8442360" y="7058160"/>
              <a:ext cx="325440" cy="422280"/>
            </a:xfrm>
            <a:custGeom>
              <a:avLst/>
              <a:gdLst/>
              <a:ahLst/>
              <a:rect l="l" t="t" r="r" b="b"/>
              <a:pathLst>
                <a:path w="205" h="266">
                  <a:moveTo>
                    <a:pt x="0" y="132"/>
                  </a:moveTo>
                  <a:lnTo>
                    <a:pt x="0" y="133"/>
                  </a:lnTo>
                  <a:lnTo>
                    <a:pt x="0" y="133"/>
                  </a:lnTo>
                  <a:lnTo>
                    <a:pt x="0" y="134"/>
                  </a:lnTo>
                  <a:lnTo>
                    <a:pt x="0" y="134"/>
                  </a:lnTo>
                  <a:lnTo>
                    <a:pt x="0" y="136"/>
                  </a:lnTo>
                  <a:lnTo>
                    <a:pt x="0" y="136"/>
                  </a:lnTo>
                  <a:lnTo>
                    <a:pt x="0" y="137"/>
                  </a:lnTo>
                  <a:lnTo>
                    <a:pt x="0" y="137"/>
                  </a:lnTo>
                  <a:lnTo>
                    <a:pt x="0" y="139"/>
                  </a:lnTo>
                  <a:lnTo>
                    <a:pt x="0" y="139"/>
                  </a:lnTo>
                  <a:lnTo>
                    <a:pt x="0" y="140"/>
                  </a:lnTo>
                  <a:lnTo>
                    <a:pt x="0" y="140"/>
                  </a:lnTo>
                  <a:lnTo>
                    <a:pt x="0" y="141"/>
                  </a:lnTo>
                  <a:lnTo>
                    <a:pt x="0" y="141"/>
                  </a:lnTo>
                  <a:lnTo>
                    <a:pt x="0" y="141"/>
                  </a:lnTo>
                  <a:lnTo>
                    <a:pt x="2" y="141"/>
                  </a:lnTo>
                  <a:lnTo>
                    <a:pt x="2" y="142"/>
                  </a:lnTo>
                  <a:lnTo>
                    <a:pt x="2" y="142"/>
                  </a:lnTo>
                  <a:lnTo>
                    <a:pt x="2" y="142"/>
                  </a:lnTo>
                  <a:lnTo>
                    <a:pt x="2" y="142"/>
                  </a:lnTo>
                  <a:lnTo>
                    <a:pt x="2" y="145"/>
                  </a:lnTo>
                  <a:lnTo>
                    <a:pt x="2" y="145"/>
                  </a:lnTo>
                  <a:lnTo>
                    <a:pt x="2" y="145"/>
                  </a:lnTo>
                  <a:lnTo>
                    <a:pt x="2" y="145"/>
                  </a:lnTo>
                  <a:lnTo>
                    <a:pt x="2" y="147"/>
                  </a:lnTo>
                  <a:lnTo>
                    <a:pt x="2" y="147"/>
                  </a:lnTo>
                  <a:lnTo>
                    <a:pt x="2" y="147"/>
                  </a:lnTo>
                  <a:lnTo>
                    <a:pt x="4" y="147"/>
                  </a:lnTo>
                  <a:lnTo>
                    <a:pt x="4" y="147"/>
                  </a:lnTo>
                  <a:lnTo>
                    <a:pt x="4" y="147"/>
                  </a:lnTo>
                  <a:lnTo>
                    <a:pt x="4" y="147"/>
                  </a:lnTo>
                  <a:lnTo>
                    <a:pt x="6" y="147"/>
                  </a:lnTo>
                  <a:lnTo>
                    <a:pt x="6" y="148"/>
                  </a:lnTo>
                  <a:lnTo>
                    <a:pt x="6" y="148"/>
                  </a:lnTo>
                  <a:lnTo>
                    <a:pt x="6" y="148"/>
                  </a:lnTo>
                  <a:lnTo>
                    <a:pt x="6" y="148"/>
                  </a:lnTo>
                  <a:lnTo>
                    <a:pt x="6" y="148"/>
                  </a:lnTo>
                  <a:lnTo>
                    <a:pt x="6" y="148"/>
                  </a:lnTo>
                  <a:lnTo>
                    <a:pt x="6" y="148"/>
                  </a:lnTo>
                  <a:lnTo>
                    <a:pt x="8" y="148"/>
                  </a:lnTo>
                  <a:lnTo>
                    <a:pt x="8" y="148"/>
                  </a:lnTo>
                  <a:lnTo>
                    <a:pt x="8" y="148"/>
                  </a:lnTo>
                  <a:lnTo>
                    <a:pt x="8" y="148"/>
                  </a:lnTo>
                  <a:lnTo>
                    <a:pt x="10" y="148"/>
                  </a:lnTo>
                  <a:lnTo>
                    <a:pt x="10" y="148"/>
                  </a:lnTo>
                  <a:lnTo>
                    <a:pt x="11" y="148"/>
                  </a:lnTo>
                  <a:lnTo>
                    <a:pt x="11" y="148"/>
                  </a:lnTo>
                  <a:lnTo>
                    <a:pt x="12" y="148"/>
                  </a:lnTo>
                  <a:lnTo>
                    <a:pt x="12" y="150"/>
                  </a:lnTo>
                  <a:lnTo>
                    <a:pt x="12" y="150"/>
                  </a:lnTo>
                  <a:lnTo>
                    <a:pt x="12" y="150"/>
                  </a:lnTo>
                  <a:lnTo>
                    <a:pt x="12" y="150"/>
                  </a:lnTo>
                  <a:lnTo>
                    <a:pt x="12" y="150"/>
                  </a:lnTo>
                  <a:lnTo>
                    <a:pt x="12" y="150"/>
                  </a:lnTo>
                  <a:lnTo>
                    <a:pt x="12" y="150"/>
                  </a:lnTo>
                  <a:lnTo>
                    <a:pt x="14" y="150"/>
                  </a:lnTo>
                  <a:lnTo>
                    <a:pt x="14" y="152"/>
                  </a:lnTo>
                  <a:lnTo>
                    <a:pt x="14" y="152"/>
                  </a:lnTo>
                  <a:lnTo>
                    <a:pt x="14" y="152"/>
                  </a:lnTo>
                  <a:lnTo>
                    <a:pt x="14" y="152"/>
                  </a:lnTo>
                  <a:lnTo>
                    <a:pt x="14" y="152"/>
                  </a:lnTo>
                  <a:lnTo>
                    <a:pt x="14" y="152"/>
                  </a:lnTo>
                  <a:lnTo>
                    <a:pt x="14" y="152"/>
                  </a:lnTo>
                  <a:lnTo>
                    <a:pt x="15" y="152"/>
                  </a:lnTo>
                  <a:lnTo>
                    <a:pt x="15" y="154"/>
                  </a:lnTo>
                  <a:lnTo>
                    <a:pt x="15" y="154"/>
                  </a:lnTo>
                  <a:lnTo>
                    <a:pt x="15" y="154"/>
                  </a:lnTo>
                  <a:lnTo>
                    <a:pt x="17" y="154"/>
                  </a:lnTo>
                  <a:lnTo>
                    <a:pt x="17" y="154"/>
                  </a:lnTo>
                  <a:lnTo>
                    <a:pt x="17" y="154"/>
                  </a:lnTo>
                  <a:lnTo>
                    <a:pt x="17" y="154"/>
                  </a:lnTo>
                  <a:lnTo>
                    <a:pt x="18" y="154"/>
                  </a:lnTo>
                  <a:lnTo>
                    <a:pt x="18" y="155"/>
                  </a:lnTo>
                  <a:lnTo>
                    <a:pt x="18" y="155"/>
                  </a:lnTo>
                  <a:lnTo>
                    <a:pt x="18" y="155"/>
                  </a:lnTo>
                  <a:lnTo>
                    <a:pt x="20" y="155"/>
                  </a:lnTo>
                  <a:lnTo>
                    <a:pt x="20" y="155"/>
                  </a:lnTo>
                  <a:lnTo>
                    <a:pt x="20" y="155"/>
                  </a:lnTo>
                  <a:lnTo>
                    <a:pt x="20" y="155"/>
                  </a:lnTo>
                  <a:lnTo>
                    <a:pt x="22" y="155"/>
                  </a:lnTo>
                  <a:lnTo>
                    <a:pt x="22" y="157"/>
                  </a:lnTo>
                  <a:lnTo>
                    <a:pt x="22" y="157"/>
                  </a:lnTo>
                  <a:lnTo>
                    <a:pt x="22" y="158"/>
                  </a:lnTo>
                  <a:lnTo>
                    <a:pt x="22" y="158"/>
                  </a:lnTo>
                  <a:lnTo>
                    <a:pt x="22" y="160"/>
                  </a:lnTo>
                  <a:lnTo>
                    <a:pt x="22" y="160"/>
                  </a:lnTo>
                  <a:lnTo>
                    <a:pt x="22" y="160"/>
                  </a:lnTo>
                  <a:lnTo>
                    <a:pt x="23" y="160"/>
                  </a:lnTo>
                  <a:lnTo>
                    <a:pt x="23" y="162"/>
                  </a:lnTo>
                  <a:lnTo>
                    <a:pt x="23" y="162"/>
                  </a:lnTo>
                  <a:lnTo>
                    <a:pt x="23" y="162"/>
                  </a:lnTo>
                  <a:lnTo>
                    <a:pt x="23" y="162"/>
                  </a:lnTo>
                  <a:lnTo>
                    <a:pt x="23" y="162"/>
                  </a:lnTo>
                  <a:lnTo>
                    <a:pt x="23" y="162"/>
                  </a:lnTo>
                  <a:lnTo>
                    <a:pt x="23" y="162"/>
                  </a:lnTo>
                  <a:lnTo>
                    <a:pt x="24" y="162"/>
                  </a:lnTo>
                  <a:lnTo>
                    <a:pt x="24" y="162"/>
                  </a:lnTo>
                  <a:lnTo>
                    <a:pt x="24" y="162"/>
                  </a:lnTo>
                  <a:lnTo>
                    <a:pt x="24" y="162"/>
                  </a:lnTo>
                  <a:lnTo>
                    <a:pt x="24" y="161"/>
                  </a:lnTo>
                  <a:lnTo>
                    <a:pt x="24" y="161"/>
                  </a:lnTo>
                  <a:lnTo>
                    <a:pt x="24" y="161"/>
                  </a:lnTo>
                  <a:lnTo>
                    <a:pt x="24" y="161"/>
                  </a:lnTo>
                  <a:lnTo>
                    <a:pt x="24" y="159"/>
                  </a:lnTo>
                  <a:lnTo>
                    <a:pt x="24" y="159"/>
                  </a:lnTo>
                  <a:lnTo>
                    <a:pt x="24" y="159"/>
                  </a:lnTo>
                  <a:lnTo>
                    <a:pt x="24" y="159"/>
                  </a:lnTo>
                  <a:lnTo>
                    <a:pt x="24" y="157"/>
                  </a:lnTo>
                  <a:lnTo>
                    <a:pt x="24" y="157"/>
                  </a:lnTo>
                  <a:lnTo>
                    <a:pt x="24" y="156"/>
                  </a:lnTo>
                  <a:lnTo>
                    <a:pt x="24" y="156"/>
                  </a:lnTo>
                  <a:lnTo>
                    <a:pt x="25" y="155"/>
                  </a:lnTo>
                  <a:lnTo>
                    <a:pt x="25" y="155"/>
                  </a:lnTo>
                  <a:lnTo>
                    <a:pt x="25" y="155"/>
                  </a:lnTo>
                  <a:lnTo>
                    <a:pt x="25" y="155"/>
                  </a:lnTo>
                  <a:lnTo>
                    <a:pt x="26" y="155"/>
                  </a:lnTo>
                  <a:lnTo>
                    <a:pt x="26" y="155"/>
                  </a:lnTo>
                  <a:lnTo>
                    <a:pt x="27" y="155"/>
                  </a:lnTo>
                  <a:lnTo>
                    <a:pt x="27" y="155"/>
                  </a:lnTo>
                  <a:lnTo>
                    <a:pt x="30" y="155"/>
                  </a:lnTo>
                  <a:lnTo>
                    <a:pt x="30" y="155"/>
                  </a:lnTo>
                  <a:lnTo>
                    <a:pt x="30" y="155"/>
                  </a:lnTo>
                  <a:lnTo>
                    <a:pt x="30" y="155"/>
                  </a:lnTo>
                  <a:lnTo>
                    <a:pt x="32" y="155"/>
                  </a:lnTo>
                  <a:lnTo>
                    <a:pt x="32" y="155"/>
                  </a:lnTo>
                  <a:lnTo>
                    <a:pt x="33" y="155"/>
                  </a:lnTo>
                  <a:lnTo>
                    <a:pt x="33" y="155"/>
                  </a:lnTo>
                  <a:lnTo>
                    <a:pt x="34" y="155"/>
                  </a:lnTo>
                  <a:lnTo>
                    <a:pt x="34" y="155"/>
                  </a:lnTo>
                  <a:lnTo>
                    <a:pt x="34" y="155"/>
                  </a:lnTo>
                  <a:lnTo>
                    <a:pt x="34" y="155"/>
                  </a:lnTo>
                  <a:lnTo>
                    <a:pt x="34" y="155"/>
                  </a:lnTo>
                  <a:lnTo>
                    <a:pt x="34" y="155"/>
                  </a:lnTo>
                  <a:lnTo>
                    <a:pt x="34" y="155"/>
                  </a:lnTo>
                  <a:lnTo>
                    <a:pt x="34" y="155"/>
                  </a:lnTo>
                  <a:lnTo>
                    <a:pt x="36" y="155"/>
                  </a:lnTo>
                  <a:lnTo>
                    <a:pt x="36" y="155"/>
                  </a:lnTo>
                  <a:lnTo>
                    <a:pt x="36" y="155"/>
                  </a:lnTo>
                  <a:lnTo>
                    <a:pt x="36" y="155"/>
                  </a:lnTo>
                  <a:lnTo>
                    <a:pt x="37" y="155"/>
                  </a:lnTo>
                  <a:lnTo>
                    <a:pt x="37" y="155"/>
                  </a:lnTo>
                  <a:lnTo>
                    <a:pt x="37" y="155"/>
                  </a:lnTo>
                  <a:lnTo>
                    <a:pt x="37" y="155"/>
                  </a:lnTo>
                  <a:lnTo>
                    <a:pt x="39" y="155"/>
                  </a:lnTo>
                  <a:lnTo>
                    <a:pt x="39" y="157"/>
                  </a:lnTo>
                  <a:lnTo>
                    <a:pt x="39" y="157"/>
                  </a:lnTo>
                  <a:lnTo>
                    <a:pt x="39" y="159"/>
                  </a:lnTo>
                  <a:lnTo>
                    <a:pt x="39" y="159"/>
                  </a:lnTo>
                  <a:lnTo>
                    <a:pt x="39" y="161"/>
                  </a:lnTo>
                  <a:lnTo>
                    <a:pt x="39" y="161"/>
                  </a:lnTo>
                  <a:lnTo>
                    <a:pt x="39" y="161"/>
                  </a:lnTo>
                  <a:lnTo>
                    <a:pt x="39" y="161"/>
                  </a:lnTo>
                  <a:lnTo>
                    <a:pt x="39" y="163"/>
                  </a:lnTo>
                  <a:lnTo>
                    <a:pt x="39" y="163"/>
                  </a:lnTo>
                  <a:lnTo>
                    <a:pt x="39" y="163"/>
                  </a:lnTo>
                  <a:lnTo>
                    <a:pt x="39" y="163"/>
                  </a:lnTo>
                  <a:lnTo>
                    <a:pt x="39" y="164"/>
                  </a:lnTo>
                  <a:lnTo>
                    <a:pt x="39" y="164"/>
                  </a:lnTo>
                  <a:lnTo>
                    <a:pt x="39" y="164"/>
                  </a:lnTo>
                  <a:lnTo>
                    <a:pt x="39" y="164"/>
                  </a:lnTo>
                  <a:lnTo>
                    <a:pt x="37" y="164"/>
                  </a:lnTo>
                  <a:lnTo>
                    <a:pt x="37" y="164"/>
                  </a:lnTo>
                  <a:lnTo>
                    <a:pt x="37" y="164"/>
                  </a:lnTo>
                  <a:lnTo>
                    <a:pt x="37" y="164"/>
                  </a:lnTo>
                  <a:lnTo>
                    <a:pt x="36" y="164"/>
                  </a:lnTo>
                  <a:lnTo>
                    <a:pt x="36" y="164"/>
                  </a:lnTo>
                  <a:lnTo>
                    <a:pt x="36" y="164"/>
                  </a:lnTo>
                  <a:lnTo>
                    <a:pt x="36" y="163"/>
                  </a:lnTo>
                  <a:lnTo>
                    <a:pt x="34" y="163"/>
                  </a:lnTo>
                  <a:lnTo>
                    <a:pt x="34" y="163"/>
                  </a:lnTo>
                  <a:lnTo>
                    <a:pt x="34" y="163"/>
                  </a:lnTo>
                  <a:lnTo>
                    <a:pt x="34" y="162"/>
                  </a:lnTo>
                  <a:lnTo>
                    <a:pt x="34" y="162"/>
                  </a:lnTo>
                  <a:lnTo>
                    <a:pt x="34" y="162"/>
                  </a:lnTo>
                  <a:lnTo>
                    <a:pt x="34" y="162"/>
                  </a:lnTo>
                  <a:lnTo>
                    <a:pt x="34" y="161"/>
                  </a:lnTo>
                  <a:lnTo>
                    <a:pt x="32" y="161"/>
                  </a:lnTo>
                  <a:lnTo>
                    <a:pt x="32" y="161"/>
                  </a:lnTo>
                  <a:lnTo>
                    <a:pt x="32" y="161"/>
                  </a:lnTo>
                  <a:lnTo>
                    <a:pt x="32" y="161"/>
                  </a:lnTo>
                  <a:lnTo>
                    <a:pt x="30" y="161"/>
                  </a:lnTo>
                  <a:lnTo>
                    <a:pt x="30" y="161"/>
                  </a:lnTo>
                  <a:lnTo>
                    <a:pt x="30" y="161"/>
                  </a:lnTo>
                  <a:lnTo>
                    <a:pt x="30" y="161"/>
                  </a:lnTo>
                  <a:lnTo>
                    <a:pt x="28" y="163"/>
                  </a:lnTo>
                  <a:lnTo>
                    <a:pt x="28" y="163"/>
                  </a:lnTo>
                  <a:lnTo>
                    <a:pt x="28" y="163"/>
                  </a:lnTo>
                  <a:lnTo>
                    <a:pt x="28" y="163"/>
                  </a:lnTo>
                  <a:lnTo>
                    <a:pt x="27" y="163"/>
                  </a:lnTo>
                  <a:lnTo>
                    <a:pt x="27" y="163"/>
                  </a:lnTo>
                  <a:lnTo>
                    <a:pt x="27" y="163"/>
                  </a:lnTo>
                  <a:lnTo>
                    <a:pt x="27" y="163"/>
                  </a:lnTo>
                  <a:lnTo>
                    <a:pt x="26" y="164"/>
                  </a:lnTo>
                  <a:lnTo>
                    <a:pt x="26" y="164"/>
                  </a:lnTo>
                  <a:lnTo>
                    <a:pt x="26" y="164"/>
                  </a:lnTo>
                  <a:lnTo>
                    <a:pt x="26" y="164"/>
                  </a:lnTo>
                  <a:lnTo>
                    <a:pt x="26" y="164"/>
                  </a:lnTo>
                  <a:lnTo>
                    <a:pt x="26" y="164"/>
                  </a:lnTo>
                  <a:lnTo>
                    <a:pt x="26" y="164"/>
                  </a:lnTo>
                  <a:lnTo>
                    <a:pt x="26" y="164"/>
                  </a:lnTo>
                  <a:lnTo>
                    <a:pt x="24" y="165"/>
                  </a:lnTo>
                  <a:lnTo>
                    <a:pt x="24" y="165"/>
                  </a:lnTo>
                  <a:lnTo>
                    <a:pt x="24" y="165"/>
                  </a:lnTo>
                  <a:lnTo>
                    <a:pt x="24" y="165"/>
                  </a:lnTo>
                  <a:lnTo>
                    <a:pt x="24" y="165"/>
                  </a:lnTo>
                  <a:lnTo>
                    <a:pt x="24" y="165"/>
                  </a:lnTo>
                  <a:lnTo>
                    <a:pt x="24" y="165"/>
                  </a:lnTo>
                  <a:lnTo>
                    <a:pt x="24" y="165"/>
                  </a:lnTo>
                  <a:lnTo>
                    <a:pt x="22" y="167"/>
                  </a:lnTo>
                  <a:lnTo>
                    <a:pt x="22" y="167"/>
                  </a:lnTo>
                  <a:lnTo>
                    <a:pt x="22" y="167"/>
                  </a:lnTo>
                  <a:lnTo>
                    <a:pt x="22" y="167"/>
                  </a:lnTo>
                  <a:lnTo>
                    <a:pt x="22" y="169"/>
                  </a:lnTo>
                  <a:lnTo>
                    <a:pt x="22" y="169"/>
                  </a:lnTo>
                  <a:lnTo>
                    <a:pt x="22" y="169"/>
                  </a:lnTo>
                  <a:lnTo>
                    <a:pt x="22" y="169"/>
                  </a:lnTo>
                  <a:lnTo>
                    <a:pt x="21" y="171"/>
                  </a:lnTo>
                  <a:lnTo>
                    <a:pt x="21" y="171"/>
                  </a:lnTo>
                  <a:lnTo>
                    <a:pt x="21" y="171"/>
                  </a:lnTo>
                  <a:lnTo>
                    <a:pt x="21" y="171"/>
                  </a:lnTo>
                  <a:lnTo>
                    <a:pt x="21" y="173"/>
                  </a:lnTo>
                  <a:lnTo>
                    <a:pt x="21" y="173"/>
                  </a:lnTo>
                  <a:lnTo>
                    <a:pt x="21" y="173"/>
                  </a:lnTo>
                  <a:lnTo>
                    <a:pt x="21" y="173"/>
                  </a:lnTo>
                  <a:lnTo>
                    <a:pt x="20" y="174"/>
                  </a:lnTo>
                  <a:lnTo>
                    <a:pt x="20" y="174"/>
                  </a:lnTo>
                  <a:lnTo>
                    <a:pt x="20" y="174"/>
                  </a:lnTo>
                  <a:lnTo>
                    <a:pt x="20" y="174"/>
                  </a:lnTo>
                  <a:lnTo>
                    <a:pt x="20" y="174"/>
                  </a:lnTo>
                  <a:lnTo>
                    <a:pt x="20" y="174"/>
                  </a:lnTo>
                  <a:lnTo>
                    <a:pt x="20" y="174"/>
                  </a:lnTo>
                  <a:lnTo>
                    <a:pt x="20" y="174"/>
                  </a:lnTo>
                  <a:lnTo>
                    <a:pt x="18" y="176"/>
                  </a:lnTo>
                  <a:lnTo>
                    <a:pt x="18" y="176"/>
                  </a:lnTo>
                  <a:lnTo>
                    <a:pt x="18" y="176"/>
                  </a:lnTo>
                  <a:lnTo>
                    <a:pt x="18" y="176"/>
                  </a:lnTo>
                  <a:lnTo>
                    <a:pt x="18" y="176"/>
                  </a:lnTo>
                  <a:lnTo>
                    <a:pt x="18" y="176"/>
                  </a:lnTo>
                  <a:lnTo>
                    <a:pt x="18" y="176"/>
                  </a:lnTo>
                  <a:lnTo>
                    <a:pt x="18" y="176"/>
                  </a:lnTo>
                  <a:lnTo>
                    <a:pt x="18" y="176"/>
                  </a:lnTo>
                  <a:lnTo>
                    <a:pt x="18" y="176"/>
                  </a:lnTo>
                  <a:lnTo>
                    <a:pt x="18" y="176"/>
                  </a:lnTo>
                  <a:lnTo>
                    <a:pt x="19" y="176"/>
                  </a:lnTo>
                  <a:lnTo>
                    <a:pt x="19" y="176"/>
                  </a:lnTo>
                  <a:lnTo>
                    <a:pt x="19" y="176"/>
                  </a:lnTo>
                  <a:lnTo>
                    <a:pt x="19" y="176"/>
                  </a:lnTo>
                  <a:lnTo>
                    <a:pt x="21" y="176"/>
                  </a:lnTo>
                  <a:lnTo>
                    <a:pt x="21" y="176"/>
                  </a:lnTo>
                  <a:lnTo>
                    <a:pt x="21" y="176"/>
                  </a:lnTo>
                  <a:lnTo>
                    <a:pt x="21" y="176"/>
                  </a:lnTo>
                  <a:lnTo>
                    <a:pt x="23" y="176"/>
                  </a:lnTo>
                  <a:lnTo>
                    <a:pt x="23" y="176"/>
                  </a:lnTo>
                  <a:lnTo>
                    <a:pt x="23" y="176"/>
                  </a:lnTo>
                  <a:lnTo>
                    <a:pt x="23" y="176"/>
                  </a:lnTo>
                  <a:lnTo>
                    <a:pt x="24" y="176"/>
                  </a:lnTo>
                  <a:lnTo>
                    <a:pt x="24" y="176"/>
                  </a:lnTo>
                  <a:lnTo>
                    <a:pt x="24" y="176"/>
                  </a:lnTo>
                  <a:lnTo>
                    <a:pt x="24" y="176"/>
                  </a:lnTo>
                  <a:lnTo>
                    <a:pt x="24" y="176"/>
                  </a:lnTo>
                  <a:lnTo>
                    <a:pt x="24" y="176"/>
                  </a:lnTo>
                  <a:lnTo>
                    <a:pt x="24" y="176"/>
                  </a:lnTo>
                  <a:lnTo>
                    <a:pt x="24" y="176"/>
                  </a:lnTo>
                  <a:lnTo>
                    <a:pt x="24" y="175"/>
                  </a:lnTo>
                  <a:lnTo>
                    <a:pt x="24" y="175"/>
                  </a:lnTo>
                  <a:lnTo>
                    <a:pt x="24" y="175"/>
                  </a:lnTo>
                  <a:lnTo>
                    <a:pt x="24" y="175"/>
                  </a:lnTo>
                  <a:lnTo>
                    <a:pt x="24" y="175"/>
                  </a:lnTo>
                  <a:lnTo>
                    <a:pt x="24" y="175"/>
                  </a:lnTo>
                  <a:lnTo>
                    <a:pt x="24" y="175"/>
                  </a:lnTo>
                  <a:lnTo>
                    <a:pt x="24" y="175"/>
                  </a:lnTo>
                  <a:lnTo>
                    <a:pt x="25" y="173"/>
                  </a:lnTo>
                  <a:lnTo>
                    <a:pt x="25" y="173"/>
                  </a:lnTo>
                  <a:lnTo>
                    <a:pt x="25" y="173"/>
                  </a:lnTo>
                  <a:lnTo>
                    <a:pt x="25" y="173"/>
                  </a:lnTo>
                  <a:lnTo>
                    <a:pt x="25" y="173"/>
                  </a:lnTo>
                  <a:lnTo>
                    <a:pt x="25" y="173"/>
                  </a:lnTo>
                  <a:lnTo>
                    <a:pt x="25" y="173"/>
                  </a:lnTo>
                  <a:lnTo>
                    <a:pt x="25" y="173"/>
                  </a:lnTo>
                  <a:lnTo>
                    <a:pt x="26" y="172"/>
                  </a:lnTo>
                  <a:lnTo>
                    <a:pt x="26" y="172"/>
                  </a:lnTo>
                  <a:lnTo>
                    <a:pt x="26" y="172"/>
                  </a:lnTo>
                  <a:lnTo>
                    <a:pt x="26" y="172"/>
                  </a:lnTo>
                  <a:lnTo>
                    <a:pt x="26" y="170"/>
                  </a:lnTo>
                  <a:lnTo>
                    <a:pt x="26" y="170"/>
                  </a:lnTo>
                  <a:lnTo>
                    <a:pt x="26" y="170"/>
                  </a:lnTo>
                  <a:lnTo>
                    <a:pt x="26" y="170"/>
                  </a:lnTo>
                  <a:lnTo>
                    <a:pt x="27" y="168"/>
                  </a:lnTo>
                  <a:lnTo>
                    <a:pt x="27" y="169"/>
                  </a:lnTo>
                  <a:lnTo>
                    <a:pt x="27" y="169"/>
                  </a:lnTo>
                  <a:lnTo>
                    <a:pt x="27" y="169"/>
                  </a:lnTo>
                  <a:lnTo>
                    <a:pt x="27" y="169"/>
                  </a:lnTo>
                  <a:lnTo>
                    <a:pt x="27" y="169"/>
                  </a:lnTo>
                  <a:lnTo>
                    <a:pt x="27" y="169"/>
                  </a:lnTo>
                  <a:lnTo>
                    <a:pt x="27" y="169"/>
                  </a:lnTo>
                  <a:lnTo>
                    <a:pt x="30" y="169"/>
                  </a:lnTo>
                  <a:lnTo>
                    <a:pt x="30" y="170"/>
                  </a:lnTo>
                  <a:lnTo>
                    <a:pt x="30" y="170"/>
                  </a:lnTo>
                  <a:lnTo>
                    <a:pt x="30" y="170"/>
                  </a:lnTo>
                  <a:lnTo>
                    <a:pt x="30" y="170"/>
                  </a:lnTo>
                  <a:lnTo>
                    <a:pt x="30" y="170"/>
                  </a:lnTo>
                  <a:lnTo>
                    <a:pt x="30" y="170"/>
                  </a:lnTo>
                  <a:lnTo>
                    <a:pt x="30" y="170"/>
                  </a:lnTo>
                  <a:lnTo>
                    <a:pt x="32" y="170"/>
                  </a:lnTo>
                  <a:lnTo>
                    <a:pt x="32" y="171"/>
                  </a:lnTo>
                  <a:lnTo>
                    <a:pt x="32" y="171"/>
                  </a:lnTo>
                  <a:lnTo>
                    <a:pt x="32" y="171"/>
                  </a:lnTo>
                  <a:lnTo>
                    <a:pt x="33" y="171"/>
                  </a:lnTo>
                  <a:lnTo>
                    <a:pt x="33" y="172"/>
                  </a:lnTo>
                  <a:lnTo>
                    <a:pt x="33" y="172"/>
                  </a:lnTo>
                  <a:lnTo>
                    <a:pt x="33" y="172"/>
                  </a:lnTo>
                  <a:lnTo>
                    <a:pt x="34" y="172"/>
                  </a:lnTo>
                  <a:lnTo>
                    <a:pt x="34" y="174"/>
                  </a:lnTo>
                  <a:lnTo>
                    <a:pt x="34" y="174"/>
                  </a:lnTo>
                  <a:lnTo>
                    <a:pt x="34" y="174"/>
                  </a:lnTo>
                  <a:lnTo>
                    <a:pt x="35" y="174"/>
                  </a:lnTo>
                  <a:lnTo>
                    <a:pt x="35" y="174"/>
                  </a:lnTo>
                  <a:lnTo>
                    <a:pt x="35" y="174"/>
                  </a:lnTo>
                  <a:lnTo>
                    <a:pt x="35" y="174"/>
                  </a:lnTo>
                  <a:lnTo>
                    <a:pt x="36" y="174"/>
                  </a:lnTo>
                  <a:lnTo>
                    <a:pt x="36" y="175"/>
                  </a:lnTo>
                  <a:lnTo>
                    <a:pt x="36" y="175"/>
                  </a:lnTo>
                  <a:lnTo>
                    <a:pt x="36" y="175"/>
                  </a:lnTo>
                  <a:lnTo>
                    <a:pt x="36" y="175"/>
                  </a:lnTo>
                  <a:lnTo>
                    <a:pt x="36" y="177"/>
                  </a:lnTo>
                  <a:lnTo>
                    <a:pt x="36" y="177"/>
                  </a:lnTo>
                  <a:lnTo>
                    <a:pt x="36" y="177"/>
                  </a:lnTo>
                  <a:lnTo>
                    <a:pt x="36" y="177"/>
                  </a:lnTo>
                  <a:lnTo>
                    <a:pt x="36" y="179"/>
                  </a:lnTo>
                  <a:lnTo>
                    <a:pt x="36" y="179"/>
                  </a:lnTo>
                  <a:lnTo>
                    <a:pt x="36" y="179"/>
                  </a:lnTo>
                  <a:lnTo>
                    <a:pt x="36" y="179"/>
                  </a:lnTo>
                  <a:lnTo>
                    <a:pt x="36" y="179"/>
                  </a:lnTo>
                  <a:lnTo>
                    <a:pt x="36" y="179"/>
                  </a:lnTo>
                  <a:lnTo>
                    <a:pt x="36" y="179"/>
                  </a:lnTo>
                  <a:lnTo>
                    <a:pt x="36" y="179"/>
                  </a:lnTo>
                  <a:lnTo>
                    <a:pt x="36" y="179"/>
                  </a:lnTo>
                  <a:lnTo>
                    <a:pt x="36" y="179"/>
                  </a:lnTo>
                  <a:lnTo>
                    <a:pt x="36" y="179"/>
                  </a:lnTo>
                  <a:lnTo>
                    <a:pt x="36" y="179"/>
                  </a:lnTo>
                  <a:lnTo>
                    <a:pt x="36" y="179"/>
                  </a:lnTo>
                  <a:lnTo>
                    <a:pt x="36" y="179"/>
                  </a:lnTo>
                  <a:lnTo>
                    <a:pt x="36" y="179"/>
                  </a:lnTo>
                  <a:lnTo>
                    <a:pt x="37" y="179"/>
                  </a:lnTo>
                  <a:lnTo>
                    <a:pt x="37" y="179"/>
                  </a:lnTo>
                  <a:lnTo>
                    <a:pt x="37" y="179"/>
                  </a:lnTo>
                  <a:lnTo>
                    <a:pt x="37" y="179"/>
                  </a:lnTo>
                  <a:lnTo>
                    <a:pt x="38" y="179"/>
                  </a:lnTo>
                  <a:lnTo>
                    <a:pt x="38" y="179"/>
                  </a:lnTo>
                  <a:lnTo>
                    <a:pt x="38" y="179"/>
                  </a:lnTo>
                  <a:lnTo>
                    <a:pt x="38" y="179"/>
                  </a:lnTo>
                  <a:lnTo>
                    <a:pt x="40" y="179"/>
                  </a:lnTo>
                  <a:lnTo>
                    <a:pt x="40" y="182"/>
                  </a:lnTo>
                  <a:lnTo>
                    <a:pt x="40" y="182"/>
                  </a:lnTo>
                  <a:lnTo>
                    <a:pt x="40" y="183"/>
                  </a:lnTo>
                  <a:lnTo>
                    <a:pt x="40" y="183"/>
                  </a:lnTo>
                  <a:lnTo>
                    <a:pt x="40" y="185"/>
                  </a:lnTo>
                  <a:lnTo>
                    <a:pt x="40" y="185"/>
                  </a:lnTo>
                  <a:lnTo>
                    <a:pt x="40" y="185"/>
                  </a:lnTo>
                  <a:lnTo>
                    <a:pt x="42" y="185"/>
                  </a:lnTo>
                  <a:lnTo>
                    <a:pt x="42" y="186"/>
                  </a:lnTo>
                  <a:lnTo>
                    <a:pt x="42" y="186"/>
                  </a:lnTo>
                  <a:lnTo>
                    <a:pt x="42" y="187"/>
                  </a:lnTo>
                  <a:lnTo>
                    <a:pt x="42" y="187"/>
                  </a:lnTo>
                  <a:lnTo>
                    <a:pt x="42" y="188"/>
                  </a:lnTo>
                  <a:lnTo>
                    <a:pt x="42" y="188"/>
                  </a:lnTo>
                  <a:lnTo>
                    <a:pt x="42" y="188"/>
                  </a:lnTo>
                  <a:lnTo>
                    <a:pt x="44" y="188"/>
                  </a:lnTo>
                  <a:lnTo>
                    <a:pt x="44" y="188"/>
                  </a:lnTo>
                  <a:lnTo>
                    <a:pt x="44" y="188"/>
                  </a:lnTo>
                  <a:lnTo>
                    <a:pt x="44" y="188"/>
                  </a:lnTo>
                  <a:lnTo>
                    <a:pt x="44" y="187"/>
                  </a:lnTo>
                  <a:lnTo>
                    <a:pt x="44" y="187"/>
                  </a:lnTo>
                  <a:lnTo>
                    <a:pt x="44" y="186"/>
                  </a:lnTo>
                  <a:lnTo>
                    <a:pt x="44" y="186"/>
                  </a:lnTo>
                  <a:lnTo>
                    <a:pt x="47" y="184"/>
                  </a:lnTo>
                  <a:lnTo>
                    <a:pt x="47" y="184"/>
                  </a:lnTo>
                  <a:lnTo>
                    <a:pt x="47" y="184"/>
                  </a:lnTo>
                  <a:lnTo>
                    <a:pt x="47" y="184"/>
                  </a:lnTo>
                  <a:lnTo>
                    <a:pt x="48" y="182"/>
                  </a:lnTo>
                  <a:lnTo>
                    <a:pt x="48" y="182"/>
                  </a:lnTo>
                  <a:lnTo>
                    <a:pt x="48" y="181"/>
                  </a:lnTo>
                  <a:lnTo>
                    <a:pt x="48" y="181"/>
                  </a:lnTo>
                  <a:lnTo>
                    <a:pt x="50" y="179"/>
                  </a:lnTo>
                  <a:lnTo>
                    <a:pt x="50" y="181"/>
                  </a:lnTo>
                  <a:lnTo>
                    <a:pt x="50" y="181"/>
                  </a:lnTo>
                  <a:lnTo>
                    <a:pt x="50" y="182"/>
                  </a:lnTo>
                  <a:lnTo>
                    <a:pt x="50" y="182"/>
                  </a:lnTo>
                  <a:lnTo>
                    <a:pt x="50" y="184"/>
                  </a:lnTo>
                  <a:lnTo>
                    <a:pt x="50" y="184"/>
                  </a:lnTo>
                  <a:lnTo>
                    <a:pt x="50" y="184"/>
                  </a:lnTo>
                  <a:lnTo>
                    <a:pt x="52" y="184"/>
                  </a:lnTo>
                  <a:lnTo>
                    <a:pt x="52" y="185"/>
                  </a:lnTo>
                  <a:lnTo>
                    <a:pt x="52" y="185"/>
                  </a:lnTo>
                  <a:lnTo>
                    <a:pt x="52" y="185"/>
                  </a:lnTo>
                  <a:lnTo>
                    <a:pt x="53" y="185"/>
                  </a:lnTo>
                  <a:lnTo>
                    <a:pt x="53" y="186"/>
                  </a:lnTo>
                  <a:lnTo>
                    <a:pt x="53" y="186"/>
                  </a:lnTo>
                  <a:lnTo>
                    <a:pt x="53" y="186"/>
                  </a:lnTo>
                  <a:lnTo>
                    <a:pt x="55" y="186"/>
                  </a:lnTo>
                  <a:lnTo>
                    <a:pt x="55" y="186"/>
                  </a:lnTo>
                  <a:lnTo>
                    <a:pt x="55" y="186"/>
                  </a:lnTo>
                  <a:lnTo>
                    <a:pt x="55" y="186"/>
                  </a:lnTo>
                  <a:lnTo>
                    <a:pt x="56" y="186"/>
                  </a:lnTo>
                  <a:lnTo>
                    <a:pt x="56" y="186"/>
                  </a:lnTo>
                  <a:lnTo>
                    <a:pt x="56" y="186"/>
                  </a:lnTo>
                  <a:lnTo>
                    <a:pt x="56" y="186"/>
                  </a:lnTo>
                  <a:lnTo>
                    <a:pt x="58" y="185"/>
                  </a:lnTo>
                  <a:lnTo>
                    <a:pt x="58" y="185"/>
                  </a:lnTo>
                  <a:lnTo>
                    <a:pt x="58" y="185"/>
                  </a:lnTo>
                  <a:lnTo>
                    <a:pt x="58" y="185"/>
                  </a:lnTo>
                  <a:lnTo>
                    <a:pt x="60" y="184"/>
                  </a:lnTo>
                  <a:lnTo>
                    <a:pt x="60" y="184"/>
                  </a:lnTo>
                  <a:lnTo>
                    <a:pt x="61" y="184"/>
                  </a:lnTo>
                  <a:lnTo>
                    <a:pt x="61" y="184"/>
                  </a:lnTo>
                  <a:lnTo>
                    <a:pt x="63" y="182"/>
                  </a:lnTo>
                  <a:lnTo>
                    <a:pt x="63" y="182"/>
                  </a:lnTo>
                  <a:lnTo>
                    <a:pt x="63" y="182"/>
                  </a:lnTo>
                  <a:lnTo>
                    <a:pt x="63" y="182"/>
                  </a:lnTo>
                  <a:lnTo>
                    <a:pt x="64" y="182"/>
                  </a:lnTo>
                  <a:lnTo>
                    <a:pt x="64" y="182"/>
                  </a:lnTo>
                  <a:lnTo>
                    <a:pt x="64" y="182"/>
                  </a:lnTo>
                  <a:lnTo>
                    <a:pt x="64" y="182"/>
                  </a:lnTo>
                  <a:lnTo>
                    <a:pt x="66" y="179"/>
                  </a:lnTo>
                  <a:lnTo>
                    <a:pt x="66" y="179"/>
                  </a:lnTo>
                  <a:lnTo>
                    <a:pt x="66" y="179"/>
                  </a:lnTo>
                  <a:lnTo>
                    <a:pt x="66" y="179"/>
                  </a:lnTo>
                  <a:lnTo>
                    <a:pt x="69" y="178"/>
                  </a:lnTo>
                  <a:lnTo>
                    <a:pt x="69" y="178"/>
                  </a:lnTo>
                  <a:lnTo>
                    <a:pt x="70" y="178"/>
                  </a:lnTo>
                  <a:lnTo>
                    <a:pt x="70" y="178"/>
                  </a:lnTo>
                  <a:lnTo>
                    <a:pt x="72" y="177"/>
                  </a:lnTo>
                  <a:lnTo>
                    <a:pt x="72" y="178"/>
                  </a:lnTo>
                  <a:lnTo>
                    <a:pt x="72" y="178"/>
                  </a:lnTo>
                  <a:lnTo>
                    <a:pt x="72" y="178"/>
                  </a:lnTo>
                  <a:lnTo>
                    <a:pt x="72" y="178"/>
                  </a:lnTo>
                  <a:lnTo>
                    <a:pt x="72" y="178"/>
                  </a:lnTo>
                  <a:lnTo>
                    <a:pt x="72" y="178"/>
                  </a:lnTo>
                  <a:lnTo>
                    <a:pt x="72" y="178"/>
                  </a:lnTo>
                  <a:lnTo>
                    <a:pt x="73" y="178"/>
                  </a:lnTo>
                  <a:lnTo>
                    <a:pt x="73" y="179"/>
                  </a:lnTo>
                  <a:lnTo>
                    <a:pt x="73" y="179"/>
                  </a:lnTo>
                  <a:lnTo>
                    <a:pt x="73" y="179"/>
                  </a:lnTo>
                  <a:lnTo>
                    <a:pt x="73" y="179"/>
                  </a:lnTo>
                  <a:lnTo>
                    <a:pt x="73" y="179"/>
                  </a:lnTo>
                  <a:lnTo>
                    <a:pt x="73" y="179"/>
                  </a:lnTo>
                  <a:lnTo>
                    <a:pt x="73" y="179"/>
                  </a:lnTo>
                  <a:lnTo>
                    <a:pt x="75" y="179"/>
                  </a:lnTo>
                  <a:lnTo>
                    <a:pt x="75" y="179"/>
                  </a:lnTo>
                  <a:lnTo>
                    <a:pt x="75" y="179"/>
                  </a:lnTo>
                  <a:lnTo>
                    <a:pt x="75" y="179"/>
                  </a:lnTo>
                  <a:lnTo>
                    <a:pt x="77" y="179"/>
                  </a:lnTo>
                  <a:lnTo>
                    <a:pt x="77" y="179"/>
                  </a:lnTo>
                  <a:lnTo>
                    <a:pt x="79" y="179"/>
                  </a:lnTo>
                  <a:lnTo>
                    <a:pt x="79" y="179"/>
                  </a:lnTo>
                  <a:lnTo>
                    <a:pt x="81" y="179"/>
                  </a:lnTo>
                  <a:lnTo>
                    <a:pt x="81" y="179"/>
                  </a:lnTo>
                  <a:lnTo>
                    <a:pt x="81" y="179"/>
                  </a:lnTo>
                  <a:lnTo>
                    <a:pt x="81" y="179"/>
                  </a:lnTo>
                  <a:lnTo>
                    <a:pt x="83" y="179"/>
                  </a:lnTo>
                  <a:lnTo>
                    <a:pt x="83" y="179"/>
                  </a:lnTo>
                  <a:lnTo>
                    <a:pt x="83" y="179"/>
                  </a:lnTo>
                  <a:lnTo>
                    <a:pt x="83" y="179"/>
                  </a:lnTo>
                  <a:lnTo>
                    <a:pt x="85" y="177"/>
                  </a:lnTo>
                  <a:lnTo>
                    <a:pt x="85" y="177"/>
                  </a:lnTo>
                  <a:lnTo>
                    <a:pt x="85" y="177"/>
                  </a:lnTo>
                  <a:lnTo>
                    <a:pt x="85" y="177"/>
                  </a:lnTo>
                  <a:lnTo>
                    <a:pt x="85" y="177"/>
                  </a:lnTo>
                  <a:lnTo>
                    <a:pt x="85" y="177"/>
                  </a:lnTo>
                  <a:lnTo>
                    <a:pt x="85" y="177"/>
                  </a:lnTo>
                  <a:lnTo>
                    <a:pt x="85" y="177"/>
                  </a:lnTo>
                  <a:lnTo>
                    <a:pt x="86" y="177"/>
                  </a:lnTo>
                  <a:lnTo>
                    <a:pt x="86" y="177"/>
                  </a:lnTo>
                  <a:lnTo>
                    <a:pt x="86" y="177"/>
                  </a:lnTo>
                  <a:lnTo>
                    <a:pt x="86" y="177"/>
                  </a:lnTo>
                  <a:lnTo>
                    <a:pt x="86" y="177"/>
                  </a:lnTo>
                  <a:lnTo>
                    <a:pt x="86" y="177"/>
                  </a:lnTo>
                  <a:lnTo>
                    <a:pt x="86" y="177"/>
                  </a:lnTo>
                  <a:lnTo>
                    <a:pt x="86" y="177"/>
                  </a:lnTo>
                  <a:lnTo>
                    <a:pt x="86" y="176"/>
                  </a:lnTo>
                  <a:lnTo>
                    <a:pt x="86" y="176"/>
                  </a:lnTo>
                  <a:lnTo>
                    <a:pt x="86" y="176"/>
                  </a:lnTo>
                  <a:lnTo>
                    <a:pt x="86" y="176"/>
                  </a:lnTo>
                  <a:lnTo>
                    <a:pt x="86" y="176"/>
                  </a:lnTo>
                  <a:lnTo>
                    <a:pt x="86" y="176"/>
                  </a:lnTo>
                  <a:lnTo>
                    <a:pt x="86" y="176"/>
                  </a:lnTo>
                  <a:lnTo>
                    <a:pt x="86" y="176"/>
                  </a:lnTo>
                  <a:lnTo>
                    <a:pt x="88" y="175"/>
                  </a:lnTo>
                  <a:lnTo>
                    <a:pt x="88" y="175"/>
                  </a:lnTo>
                  <a:lnTo>
                    <a:pt x="88" y="175"/>
                  </a:lnTo>
                  <a:lnTo>
                    <a:pt x="88" y="175"/>
                  </a:lnTo>
                  <a:lnTo>
                    <a:pt x="90" y="175"/>
                  </a:lnTo>
                  <a:lnTo>
                    <a:pt x="90" y="175"/>
                  </a:lnTo>
                  <a:lnTo>
                    <a:pt x="90" y="175"/>
                  </a:lnTo>
                  <a:lnTo>
                    <a:pt x="90" y="175"/>
                  </a:lnTo>
                  <a:lnTo>
                    <a:pt x="92" y="175"/>
                  </a:lnTo>
                  <a:lnTo>
                    <a:pt x="92" y="176"/>
                  </a:lnTo>
                  <a:lnTo>
                    <a:pt x="92" y="176"/>
                  </a:lnTo>
                  <a:lnTo>
                    <a:pt x="92" y="176"/>
                  </a:lnTo>
                  <a:lnTo>
                    <a:pt x="92" y="176"/>
                  </a:lnTo>
                  <a:lnTo>
                    <a:pt x="92" y="178"/>
                  </a:lnTo>
                  <a:lnTo>
                    <a:pt x="92" y="178"/>
                  </a:lnTo>
                  <a:lnTo>
                    <a:pt x="92" y="178"/>
                  </a:lnTo>
                  <a:lnTo>
                    <a:pt x="92" y="178"/>
                  </a:lnTo>
                  <a:lnTo>
                    <a:pt x="92" y="179"/>
                  </a:lnTo>
                  <a:lnTo>
                    <a:pt x="92" y="179"/>
                  </a:lnTo>
                  <a:lnTo>
                    <a:pt x="92" y="179"/>
                  </a:lnTo>
                  <a:lnTo>
                    <a:pt x="92" y="179"/>
                  </a:lnTo>
                  <a:lnTo>
                    <a:pt x="92" y="179"/>
                  </a:lnTo>
                  <a:lnTo>
                    <a:pt x="92" y="179"/>
                  </a:lnTo>
                  <a:lnTo>
                    <a:pt x="92" y="179"/>
                  </a:lnTo>
                  <a:lnTo>
                    <a:pt x="92" y="179"/>
                  </a:lnTo>
                  <a:lnTo>
                    <a:pt x="92" y="179"/>
                  </a:lnTo>
                  <a:lnTo>
                    <a:pt x="92" y="179"/>
                  </a:lnTo>
                  <a:lnTo>
                    <a:pt x="92" y="179"/>
                  </a:lnTo>
                  <a:lnTo>
                    <a:pt x="92" y="179"/>
                  </a:lnTo>
                  <a:lnTo>
                    <a:pt x="92" y="179"/>
                  </a:lnTo>
                  <a:lnTo>
                    <a:pt x="92" y="179"/>
                  </a:lnTo>
                  <a:lnTo>
                    <a:pt x="92" y="179"/>
                  </a:lnTo>
                  <a:lnTo>
                    <a:pt x="93" y="178"/>
                  </a:lnTo>
                  <a:lnTo>
                    <a:pt x="93" y="178"/>
                  </a:lnTo>
                  <a:lnTo>
                    <a:pt x="93" y="178"/>
                  </a:lnTo>
                  <a:lnTo>
                    <a:pt x="93" y="178"/>
                  </a:lnTo>
                  <a:lnTo>
                    <a:pt x="94" y="177"/>
                  </a:lnTo>
                  <a:lnTo>
                    <a:pt x="94" y="177"/>
                  </a:lnTo>
                  <a:lnTo>
                    <a:pt x="94" y="177"/>
                  </a:lnTo>
                  <a:lnTo>
                    <a:pt x="94" y="177"/>
                  </a:lnTo>
                  <a:lnTo>
                    <a:pt x="96" y="176"/>
                  </a:lnTo>
                  <a:lnTo>
                    <a:pt x="96" y="177"/>
                  </a:lnTo>
                  <a:lnTo>
                    <a:pt x="96" y="177"/>
                  </a:lnTo>
                  <a:lnTo>
                    <a:pt x="96" y="177"/>
                  </a:lnTo>
                  <a:lnTo>
                    <a:pt x="97" y="177"/>
                  </a:lnTo>
                  <a:lnTo>
                    <a:pt x="97" y="178"/>
                  </a:lnTo>
                  <a:lnTo>
                    <a:pt x="97" y="178"/>
                  </a:lnTo>
                  <a:lnTo>
                    <a:pt x="97" y="178"/>
                  </a:lnTo>
                  <a:lnTo>
                    <a:pt x="99" y="178"/>
                  </a:lnTo>
                  <a:lnTo>
                    <a:pt x="99" y="179"/>
                  </a:lnTo>
                  <a:lnTo>
                    <a:pt x="99" y="179"/>
                  </a:lnTo>
                  <a:lnTo>
                    <a:pt x="99" y="179"/>
                  </a:lnTo>
                  <a:lnTo>
                    <a:pt x="99" y="179"/>
                  </a:lnTo>
                  <a:lnTo>
                    <a:pt x="99" y="179"/>
                  </a:lnTo>
                  <a:lnTo>
                    <a:pt x="99" y="179"/>
                  </a:lnTo>
                  <a:lnTo>
                    <a:pt x="99" y="179"/>
                  </a:lnTo>
                  <a:lnTo>
                    <a:pt x="99" y="179"/>
                  </a:lnTo>
                  <a:lnTo>
                    <a:pt x="99" y="179"/>
                  </a:lnTo>
                  <a:lnTo>
                    <a:pt x="99" y="179"/>
                  </a:lnTo>
                  <a:lnTo>
                    <a:pt x="99" y="179"/>
                  </a:lnTo>
                  <a:lnTo>
                    <a:pt x="101" y="179"/>
                  </a:lnTo>
                  <a:lnTo>
                    <a:pt x="101" y="179"/>
                  </a:lnTo>
                  <a:lnTo>
                    <a:pt x="101" y="179"/>
                  </a:lnTo>
                  <a:lnTo>
                    <a:pt x="101" y="179"/>
                  </a:lnTo>
                  <a:lnTo>
                    <a:pt x="103" y="179"/>
                  </a:lnTo>
                  <a:lnTo>
                    <a:pt x="103" y="179"/>
                  </a:lnTo>
                  <a:lnTo>
                    <a:pt x="103" y="179"/>
                  </a:lnTo>
                  <a:lnTo>
                    <a:pt x="103" y="179"/>
                  </a:lnTo>
                  <a:lnTo>
                    <a:pt x="105" y="179"/>
                  </a:lnTo>
                  <a:lnTo>
                    <a:pt x="105" y="179"/>
                  </a:lnTo>
                  <a:lnTo>
                    <a:pt x="106" y="179"/>
                  </a:lnTo>
                  <a:lnTo>
                    <a:pt x="106" y="179"/>
                  </a:lnTo>
                  <a:lnTo>
                    <a:pt x="107" y="179"/>
                  </a:lnTo>
                  <a:lnTo>
                    <a:pt x="107" y="179"/>
                  </a:lnTo>
                  <a:lnTo>
                    <a:pt x="107" y="179"/>
                  </a:lnTo>
                  <a:lnTo>
                    <a:pt x="107" y="179"/>
                  </a:lnTo>
                  <a:lnTo>
                    <a:pt x="108" y="179"/>
                  </a:lnTo>
                  <a:lnTo>
                    <a:pt x="108" y="179"/>
                  </a:lnTo>
                  <a:lnTo>
                    <a:pt x="108" y="179"/>
                  </a:lnTo>
                  <a:lnTo>
                    <a:pt x="108" y="179"/>
                  </a:lnTo>
                  <a:lnTo>
                    <a:pt x="110" y="178"/>
                  </a:lnTo>
                  <a:lnTo>
                    <a:pt x="110" y="178"/>
                  </a:lnTo>
                  <a:lnTo>
                    <a:pt x="110" y="178"/>
                  </a:lnTo>
                  <a:lnTo>
                    <a:pt x="110" y="178"/>
                  </a:lnTo>
                  <a:lnTo>
                    <a:pt x="112" y="178"/>
                  </a:lnTo>
                  <a:lnTo>
                    <a:pt x="112" y="178"/>
                  </a:lnTo>
                  <a:lnTo>
                    <a:pt x="113" y="178"/>
                  </a:lnTo>
                  <a:lnTo>
                    <a:pt x="113" y="178"/>
                  </a:lnTo>
                  <a:lnTo>
                    <a:pt x="114" y="177"/>
                  </a:lnTo>
                  <a:lnTo>
                    <a:pt x="114" y="178"/>
                  </a:lnTo>
                  <a:lnTo>
                    <a:pt x="114" y="178"/>
                  </a:lnTo>
                  <a:lnTo>
                    <a:pt x="114" y="178"/>
                  </a:lnTo>
                  <a:lnTo>
                    <a:pt x="114" y="178"/>
                  </a:lnTo>
                  <a:lnTo>
                    <a:pt x="114" y="179"/>
                  </a:lnTo>
                  <a:lnTo>
                    <a:pt x="114" y="179"/>
                  </a:lnTo>
                  <a:lnTo>
                    <a:pt x="114" y="179"/>
                  </a:lnTo>
                  <a:lnTo>
                    <a:pt x="116" y="179"/>
                  </a:lnTo>
                  <a:lnTo>
                    <a:pt x="116" y="181"/>
                  </a:lnTo>
                  <a:lnTo>
                    <a:pt x="116" y="181"/>
                  </a:lnTo>
                  <a:lnTo>
                    <a:pt x="116" y="181"/>
                  </a:lnTo>
                  <a:lnTo>
                    <a:pt x="117" y="181"/>
                  </a:lnTo>
                  <a:lnTo>
                    <a:pt x="117" y="182"/>
                  </a:lnTo>
                  <a:lnTo>
                    <a:pt x="117" y="182"/>
                  </a:lnTo>
                  <a:lnTo>
                    <a:pt x="117" y="182"/>
                  </a:lnTo>
                  <a:lnTo>
                    <a:pt x="119" y="182"/>
                  </a:lnTo>
                  <a:lnTo>
                    <a:pt x="117" y="184"/>
                  </a:lnTo>
                  <a:lnTo>
                    <a:pt x="117" y="184"/>
                  </a:lnTo>
                  <a:lnTo>
                    <a:pt x="117" y="184"/>
                  </a:lnTo>
                  <a:lnTo>
                    <a:pt x="117" y="184"/>
                  </a:lnTo>
                  <a:lnTo>
                    <a:pt x="117" y="185"/>
                  </a:lnTo>
                  <a:lnTo>
                    <a:pt x="117" y="185"/>
                  </a:lnTo>
                  <a:lnTo>
                    <a:pt x="117" y="185"/>
                  </a:lnTo>
                  <a:lnTo>
                    <a:pt x="117" y="185"/>
                  </a:lnTo>
                  <a:lnTo>
                    <a:pt x="115" y="187"/>
                  </a:lnTo>
                  <a:lnTo>
                    <a:pt x="115" y="187"/>
                  </a:lnTo>
                  <a:lnTo>
                    <a:pt x="115" y="187"/>
                  </a:lnTo>
                  <a:lnTo>
                    <a:pt x="115" y="187"/>
                  </a:lnTo>
                  <a:lnTo>
                    <a:pt x="115" y="188"/>
                  </a:lnTo>
                  <a:lnTo>
                    <a:pt x="115" y="188"/>
                  </a:lnTo>
                  <a:lnTo>
                    <a:pt x="115" y="188"/>
                  </a:lnTo>
                  <a:lnTo>
                    <a:pt x="115" y="188"/>
                  </a:lnTo>
                  <a:lnTo>
                    <a:pt x="114" y="188"/>
                  </a:lnTo>
                  <a:lnTo>
                    <a:pt x="114" y="188"/>
                  </a:lnTo>
                  <a:lnTo>
                    <a:pt x="114" y="188"/>
                  </a:lnTo>
                  <a:lnTo>
                    <a:pt x="114" y="188"/>
                  </a:lnTo>
                  <a:lnTo>
                    <a:pt x="113" y="188"/>
                  </a:lnTo>
                  <a:lnTo>
                    <a:pt x="113" y="188"/>
                  </a:lnTo>
                  <a:lnTo>
                    <a:pt x="113" y="188"/>
                  </a:lnTo>
                  <a:lnTo>
                    <a:pt x="113" y="187"/>
                  </a:lnTo>
                  <a:lnTo>
                    <a:pt x="112" y="187"/>
                  </a:lnTo>
                  <a:lnTo>
                    <a:pt x="112" y="187"/>
                  </a:lnTo>
                  <a:lnTo>
                    <a:pt x="112" y="187"/>
                  </a:lnTo>
                  <a:lnTo>
                    <a:pt x="112" y="187"/>
                  </a:lnTo>
                  <a:lnTo>
                    <a:pt x="112" y="187"/>
                  </a:lnTo>
                  <a:lnTo>
                    <a:pt x="112" y="187"/>
                  </a:lnTo>
                  <a:lnTo>
                    <a:pt x="112" y="187"/>
                  </a:lnTo>
                  <a:lnTo>
                    <a:pt x="112" y="186"/>
                  </a:lnTo>
                  <a:lnTo>
                    <a:pt x="110" y="187"/>
                  </a:lnTo>
                  <a:lnTo>
                    <a:pt x="110" y="187"/>
                  </a:lnTo>
                  <a:lnTo>
                    <a:pt x="110" y="187"/>
                  </a:lnTo>
                  <a:lnTo>
                    <a:pt x="110" y="187"/>
                  </a:lnTo>
                  <a:lnTo>
                    <a:pt x="110" y="187"/>
                  </a:lnTo>
                  <a:lnTo>
                    <a:pt x="110" y="187"/>
                  </a:lnTo>
                  <a:lnTo>
                    <a:pt x="110" y="187"/>
                  </a:lnTo>
                  <a:lnTo>
                    <a:pt x="110" y="187"/>
                  </a:lnTo>
                  <a:lnTo>
                    <a:pt x="108" y="188"/>
                  </a:lnTo>
                  <a:lnTo>
                    <a:pt x="108" y="188"/>
                  </a:lnTo>
                  <a:lnTo>
                    <a:pt x="108" y="188"/>
                  </a:lnTo>
                  <a:lnTo>
                    <a:pt x="108" y="188"/>
                  </a:lnTo>
                  <a:lnTo>
                    <a:pt x="108" y="188"/>
                  </a:lnTo>
                  <a:lnTo>
                    <a:pt x="108" y="188"/>
                  </a:lnTo>
                  <a:lnTo>
                    <a:pt x="108" y="188"/>
                  </a:lnTo>
                  <a:lnTo>
                    <a:pt x="108" y="188"/>
                  </a:lnTo>
                  <a:lnTo>
                    <a:pt x="108" y="190"/>
                  </a:lnTo>
                  <a:lnTo>
                    <a:pt x="108" y="190"/>
                  </a:lnTo>
                  <a:lnTo>
                    <a:pt x="108" y="190"/>
                  </a:lnTo>
                  <a:lnTo>
                    <a:pt x="108" y="190"/>
                  </a:lnTo>
                  <a:lnTo>
                    <a:pt x="108" y="192"/>
                  </a:lnTo>
                  <a:lnTo>
                    <a:pt x="108" y="192"/>
                  </a:lnTo>
                  <a:lnTo>
                    <a:pt x="108" y="192"/>
                  </a:lnTo>
                  <a:lnTo>
                    <a:pt x="108" y="192"/>
                  </a:lnTo>
                  <a:lnTo>
                    <a:pt x="108" y="194"/>
                  </a:lnTo>
                  <a:lnTo>
                    <a:pt x="108" y="194"/>
                  </a:lnTo>
                  <a:lnTo>
                    <a:pt x="108" y="194"/>
                  </a:lnTo>
                  <a:lnTo>
                    <a:pt x="108" y="194"/>
                  </a:lnTo>
                  <a:lnTo>
                    <a:pt x="108" y="194"/>
                  </a:lnTo>
                  <a:lnTo>
                    <a:pt x="108" y="194"/>
                  </a:lnTo>
                  <a:lnTo>
                    <a:pt x="108" y="194"/>
                  </a:lnTo>
                  <a:lnTo>
                    <a:pt x="108" y="194"/>
                  </a:lnTo>
                  <a:lnTo>
                    <a:pt x="107" y="194"/>
                  </a:lnTo>
                  <a:lnTo>
                    <a:pt x="107" y="194"/>
                  </a:lnTo>
                  <a:lnTo>
                    <a:pt x="107" y="194"/>
                  </a:lnTo>
                  <a:lnTo>
                    <a:pt x="107" y="194"/>
                  </a:lnTo>
                  <a:lnTo>
                    <a:pt x="107" y="194"/>
                  </a:lnTo>
                  <a:lnTo>
                    <a:pt x="107" y="194"/>
                  </a:lnTo>
                  <a:lnTo>
                    <a:pt x="107" y="194"/>
                  </a:lnTo>
                  <a:lnTo>
                    <a:pt x="107" y="194"/>
                  </a:lnTo>
                  <a:lnTo>
                    <a:pt x="105" y="194"/>
                  </a:lnTo>
                  <a:lnTo>
                    <a:pt x="105" y="194"/>
                  </a:lnTo>
                  <a:lnTo>
                    <a:pt x="105" y="194"/>
                  </a:lnTo>
                  <a:lnTo>
                    <a:pt x="105" y="194"/>
                  </a:lnTo>
                  <a:lnTo>
                    <a:pt x="104" y="194"/>
                  </a:lnTo>
                  <a:lnTo>
                    <a:pt x="104" y="194"/>
                  </a:lnTo>
                  <a:lnTo>
                    <a:pt x="104" y="194"/>
                  </a:lnTo>
                  <a:lnTo>
                    <a:pt x="104" y="194"/>
                  </a:lnTo>
                  <a:lnTo>
                    <a:pt x="102" y="194"/>
                  </a:lnTo>
                  <a:lnTo>
                    <a:pt x="102" y="194"/>
                  </a:lnTo>
                  <a:lnTo>
                    <a:pt x="101" y="194"/>
                  </a:lnTo>
                  <a:lnTo>
                    <a:pt x="101" y="194"/>
                  </a:lnTo>
                  <a:lnTo>
                    <a:pt x="99" y="194"/>
                  </a:lnTo>
                  <a:lnTo>
                    <a:pt x="99" y="194"/>
                  </a:lnTo>
                  <a:lnTo>
                    <a:pt x="99" y="194"/>
                  </a:lnTo>
                  <a:lnTo>
                    <a:pt x="99" y="193"/>
                  </a:lnTo>
                  <a:lnTo>
                    <a:pt x="98" y="193"/>
                  </a:lnTo>
                  <a:lnTo>
                    <a:pt x="98" y="193"/>
                  </a:lnTo>
                  <a:lnTo>
                    <a:pt x="98" y="193"/>
                  </a:lnTo>
                  <a:lnTo>
                    <a:pt x="98" y="192"/>
                  </a:lnTo>
                  <a:lnTo>
                    <a:pt x="96" y="192"/>
                  </a:lnTo>
                  <a:lnTo>
                    <a:pt x="96" y="192"/>
                  </a:lnTo>
                  <a:lnTo>
                    <a:pt x="96" y="192"/>
                  </a:lnTo>
                  <a:lnTo>
                    <a:pt x="96" y="191"/>
                  </a:lnTo>
                  <a:lnTo>
                    <a:pt x="94" y="191"/>
                  </a:lnTo>
                  <a:lnTo>
                    <a:pt x="94" y="191"/>
                  </a:lnTo>
                  <a:lnTo>
                    <a:pt x="93" y="191"/>
                  </a:lnTo>
                  <a:lnTo>
                    <a:pt x="93" y="191"/>
                  </a:lnTo>
                  <a:lnTo>
                    <a:pt x="91" y="191"/>
                  </a:lnTo>
                  <a:lnTo>
                    <a:pt x="91" y="191"/>
                  </a:lnTo>
                  <a:lnTo>
                    <a:pt x="90" y="191"/>
                  </a:lnTo>
                  <a:lnTo>
                    <a:pt x="90" y="189"/>
                  </a:lnTo>
                  <a:lnTo>
                    <a:pt x="88" y="189"/>
                  </a:lnTo>
                  <a:lnTo>
                    <a:pt x="88" y="189"/>
                  </a:lnTo>
                  <a:lnTo>
                    <a:pt x="86" y="189"/>
                  </a:lnTo>
                  <a:lnTo>
                    <a:pt x="86" y="188"/>
                  </a:lnTo>
                  <a:lnTo>
                    <a:pt x="84" y="188"/>
                  </a:lnTo>
                  <a:lnTo>
                    <a:pt x="84" y="188"/>
                  </a:lnTo>
                  <a:lnTo>
                    <a:pt x="84" y="188"/>
                  </a:lnTo>
                  <a:lnTo>
                    <a:pt x="84" y="186"/>
                  </a:lnTo>
                  <a:lnTo>
                    <a:pt x="82" y="186"/>
                  </a:lnTo>
                  <a:lnTo>
                    <a:pt x="82" y="186"/>
                  </a:lnTo>
                  <a:lnTo>
                    <a:pt x="81" y="186"/>
                  </a:lnTo>
                  <a:lnTo>
                    <a:pt x="81" y="185"/>
                  </a:lnTo>
                  <a:lnTo>
                    <a:pt x="79" y="185"/>
                  </a:lnTo>
                  <a:lnTo>
                    <a:pt x="79" y="185"/>
                  </a:lnTo>
                  <a:lnTo>
                    <a:pt x="79" y="185"/>
                  </a:lnTo>
                  <a:lnTo>
                    <a:pt x="79" y="184"/>
                  </a:lnTo>
                  <a:lnTo>
                    <a:pt x="77" y="184"/>
                  </a:lnTo>
                  <a:lnTo>
                    <a:pt x="77" y="184"/>
                  </a:lnTo>
                  <a:lnTo>
                    <a:pt x="76" y="184"/>
                  </a:lnTo>
                  <a:lnTo>
                    <a:pt x="76" y="184"/>
                  </a:lnTo>
                  <a:lnTo>
                    <a:pt x="73" y="184"/>
                  </a:lnTo>
                  <a:lnTo>
                    <a:pt x="73" y="184"/>
                  </a:lnTo>
                  <a:lnTo>
                    <a:pt x="73" y="184"/>
                  </a:lnTo>
                  <a:lnTo>
                    <a:pt x="73" y="182"/>
                  </a:lnTo>
                  <a:lnTo>
                    <a:pt x="71" y="183"/>
                  </a:lnTo>
                  <a:lnTo>
                    <a:pt x="71" y="183"/>
                  </a:lnTo>
                  <a:lnTo>
                    <a:pt x="71" y="183"/>
                  </a:lnTo>
                  <a:lnTo>
                    <a:pt x="71" y="183"/>
                  </a:lnTo>
                  <a:lnTo>
                    <a:pt x="70" y="183"/>
                  </a:lnTo>
                  <a:lnTo>
                    <a:pt x="70" y="183"/>
                  </a:lnTo>
                  <a:lnTo>
                    <a:pt x="70" y="183"/>
                  </a:lnTo>
                  <a:lnTo>
                    <a:pt x="70" y="183"/>
                  </a:lnTo>
                  <a:lnTo>
                    <a:pt x="68" y="184"/>
                  </a:lnTo>
                  <a:lnTo>
                    <a:pt x="68" y="184"/>
                  </a:lnTo>
                  <a:lnTo>
                    <a:pt x="68" y="184"/>
                  </a:lnTo>
                  <a:lnTo>
                    <a:pt x="68" y="184"/>
                  </a:lnTo>
                  <a:lnTo>
                    <a:pt x="66" y="184"/>
                  </a:lnTo>
                  <a:lnTo>
                    <a:pt x="66" y="184"/>
                  </a:lnTo>
                  <a:lnTo>
                    <a:pt x="66" y="184"/>
                  </a:lnTo>
                  <a:lnTo>
                    <a:pt x="66" y="184"/>
                  </a:lnTo>
                  <a:lnTo>
                    <a:pt x="66" y="185"/>
                  </a:lnTo>
                  <a:lnTo>
                    <a:pt x="66" y="185"/>
                  </a:lnTo>
                  <a:lnTo>
                    <a:pt x="66" y="186"/>
                  </a:lnTo>
                  <a:lnTo>
                    <a:pt x="66" y="186"/>
                  </a:lnTo>
                  <a:lnTo>
                    <a:pt x="66" y="189"/>
                  </a:lnTo>
                  <a:lnTo>
                    <a:pt x="66" y="189"/>
                  </a:lnTo>
                  <a:lnTo>
                    <a:pt x="66" y="189"/>
                  </a:lnTo>
                  <a:lnTo>
                    <a:pt x="66" y="189"/>
                  </a:lnTo>
                  <a:lnTo>
                    <a:pt x="65" y="191"/>
                  </a:lnTo>
                  <a:lnTo>
                    <a:pt x="65" y="191"/>
                  </a:lnTo>
                  <a:lnTo>
                    <a:pt x="65" y="191"/>
                  </a:lnTo>
                  <a:lnTo>
                    <a:pt x="65" y="191"/>
                  </a:lnTo>
                  <a:lnTo>
                    <a:pt x="65" y="192"/>
                  </a:lnTo>
                  <a:lnTo>
                    <a:pt x="65" y="192"/>
                  </a:lnTo>
                  <a:lnTo>
                    <a:pt x="65" y="192"/>
                  </a:lnTo>
                  <a:lnTo>
                    <a:pt x="65" y="192"/>
                  </a:lnTo>
                  <a:lnTo>
                    <a:pt x="63" y="192"/>
                  </a:lnTo>
                  <a:lnTo>
                    <a:pt x="63" y="192"/>
                  </a:lnTo>
                  <a:lnTo>
                    <a:pt x="62" y="192"/>
                  </a:lnTo>
                  <a:lnTo>
                    <a:pt x="62" y="192"/>
                  </a:lnTo>
                  <a:lnTo>
                    <a:pt x="60" y="192"/>
                  </a:lnTo>
                  <a:lnTo>
                    <a:pt x="60" y="192"/>
                  </a:lnTo>
                  <a:lnTo>
                    <a:pt x="59" y="192"/>
                  </a:lnTo>
                  <a:lnTo>
                    <a:pt x="59" y="192"/>
                  </a:lnTo>
                  <a:lnTo>
                    <a:pt x="57" y="192"/>
                  </a:lnTo>
                  <a:lnTo>
                    <a:pt x="57" y="192"/>
                  </a:lnTo>
                  <a:lnTo>
                    <a:pt x="56" y="192"/>
                  </a:lnTo>
                  <a:lnTo>
                    <a:pt x="56" y="192"/>
                  </a:lnTo>
                  <a:lnTo>
                    <a:pt x="54" y="192"/>
                  </a:lnTo>
                  <a:lnTo>
                    <a:pt x="54" y="192"/>
                  </a:lnTo>
                  <a:lnTo>
                    <a:pt x="54" y="192"/>
                  </a:lnTo>
                  <a:lnTo>
                    <a:pt x="54" y="192"/>
                  </a:lnTo>
                  <a:lnTo>
                    <a:pt x="52" y="193"/>
                  </a:lnTo>
                  <a:lnTo>
                    <a:pt x="52" y="193"/>
                  </a:lnTo>
                  <a:lnTo>
                    <a:pt x="52" y="193"/>
                  </a:lnTo>
                  <a:lnTo>
                    <a:pt x="52" y="193"/>
                  </a:lnTo>
                  <a:lnTo>
                    <a:pt x="51" y="194"/>
                  </a:lnTo>
                  <a:lnTo>
                    <a:pt x="51" y="194"/>
                  </a:lnTo>
                  <a:lnTo>
                    <a:pt x="51" y="194"/>
                  </a:lnTo>
                  <a:lnTo>
                    <a:pt x="51" y="194"/>
                  </a:lnTo>
                  <a:lnTo>
                    <a:pt x="51" y="196"/>
                  </a:lnTo>
                  <a:lnTo>
                    <a:pt x="51" y="196"/>
                  </a:lnTo>
                  <a:lnTo>
                    <a:pt x="51" y="196"/>
                  </a:lnTo>
                  <a:lnTo>
                    <a:pt x="51" y="196"/>
                  </a:lnTo>
                  <a:lnTo>
                    <a:pt x="51" y="196"/>
                  </a:lnTo>
                  <a:lnTo>
                    <a:pt x="51" y="196"/>
                  </a:lnTo>
                  <a:lnTo>
                    <a:pt x="51" y="196"/>
                  </a:lnTo>
                  <a:lnTo>
                    <a:pt x="51" y="196"/>
                  </a:lnTo>
                  <a:lnTo>
                    <a:pt x="51" y="198"/>
                  </a:lnTo>
                  <a:lnTo>
                    <a:pt x="51" y="198"/>
                  </a:lnTo>
                  <a:lnTo>
                    <a:pt x="51" y="198"/>
                  </a:lnTo>
                  <a:lnTo>
                    <a:pt x="51" y="198"/>
                  </a:lnTo>
                  <a:lnTo>
                    <a:pt x="51" y="200"/>
                  </a:lnTo>
                  <a:lnTo>
                    <a:pt x="51" y="200"/>
                  </a:lnTo>
                  <a:lnTo>
                    <a:pt x="51" y="200"/>
                  </a:lnTo>
                  <a:lnTo>
                    <a:pt x="51" y="200"/>
                  </a:lnTo>
                  <a:lnTo>
                    <a:pt x="51" y="202"/>
                  </a:lnTo>
                  <a:lnTo>
                    <a:pt x="51" y="202"/>
                  </a:lnTo>
                  <a:lnTo>
                    <a:pt x="51" y="202"/>
                  </a:lnTo>
                  <a:lnTo>
                    <a:pt x="51" y="202"/>
                  </a:lnTo>
                  <a:lnTo>
                    <a:pt x="51" y="203"/>
                  </a:lnTo>
                  <a:lnTo>
                    <a:pt x="51" y="203"/>
                  </a:lnTo>
                  <a:lnTo>
                    <a:pt x="51" y="203"/>
                  </a:lnTo>
                  <a:lnTo>
                    <a:pt x="51" y="203"/>
                  </a:lnTo>
                  <a:lnTo>
                    <a:pt x="49" y="204"/>
                  </a:lnTo>
                  <a:lnTo>
                    <a:pt x="49" y="204"/>
                  </a:lnTo>
                  <a:lnTo>
                    <a:pt x="49" y="204"/>
                  </a:lnTo>
                  <a:lnTo>
                    <a:pt x="49" y="204"/>
                  </a:lnTo>
                  <a:lnTo>
                    <a:pt x="47" y="206"/>
                  </a:lnTo>
                  <a:lnTo>
                    <a:pt x="47" y="206"/>
                  </a:lnTo>
                  <a:lnTo>
                    <a:pt x="47" y="206"/>
                  </a:lnTo>
                  <a:lnTo>
                    <a:pt x="47" y="206"/>
                  </a:lnTo>
                  <a:lnTo>
                    <a:pt x="45" y="207"/>
                  </a:lnTo>
                  <a:lnTo>
                    <a:pt x="45" y="207"/>
                  </a:lnTo>
                  <a:lnTo>
                    <a:pt x="45" y="207"/>
                  </a:lnTo>
                  <a:lnTo>
                    <a:pt x="45" y="207"/>
                  </a:lnTo>
                  <a:lnTo>
                    <a:pt x="44" y="207"/>
                  </a:lnTo>
                  <a:lnTo>
                    <a:pt x="44" y="207"/>
                  </a:lnTo>
                  <a:lnTo>
                    <a:pt x="44" y="207"/>
                  </a:lnTo>
                  <a:lnTo>
                    <a:pt x="44" y="207"/>
                  </a:lnTo>
                  <a:lnTo>
                    <a:pt x="44" y="208"/>
                  </a:lnTo>
                  <a:lnTo>
                    <a:pt x="44" y="208"/>
                  </a:lnTo>
                  <a:lnTo>
                    <a:pt x="44" y="208"/>
                  </a:lnTo>
                  <a:lnTo>
                    <a:pt x="44" y="208"/>
                  </a:lnTo>
                  <a:lnTo>
                    <a:pt x="44" y="209"/>
                  </a:lnTo>
                  <a:lnTo>
                    <a:pt x="44" y="209"/>
                  </a:lnTo>
                  <a:lnTo>
                    <a:pt x="44" y="209"/>
                  </a:lnTo>
                  <a:lnTo>
                    <a:pt x="44" y="209"/>
                  </a:lnTo>
                  <a:lnTo>
                    <a:pt x="44" y="211"/>
                  </a:lnTo>
                  <a:lnTo>
                    <a:pt x="44" y="211"/>
                  </a:lnTo>
                  <a:lnTo>
                    <a:pt x="44" y="211"/>
                  </a:lnTo>
                  <a:lnTo>
                    <a:pt x="44" y="211"/>
                  </a:lnTo>
                  <a:lnTo>
                    <a:pt x="44" y="211"/>
                  </a:lnTo>
                  <a:lnTo>
                    <a:pt x="44" y="211"/>
                  </a:lnTo>
                  <a:lnTo>
                    <a:pt x="44" y="211"/>
                  </a:lnTo>
                  <a:lnTo>
                    <a:pt x="44" y="211"/>
                  </a:lnTo>
                  <a:lnTo>
                    <a:pt x="44" y="211"/>
                  </a:lnTo>
                  <a:lnTo>
                    <a:pt x="44" y="211"/>
                  </a:lnTo>
                  <a:lnTo>
                    <a:pt x="44" y="211"/>
                  </a:lnTo>
                  <a:lnTo>
                    <a:pt x="44" y="211"/>
                  </a:lnTo>
                  <a:lnTo>
                    <a:pt x="44" y="211"/>
                  </a:lnTo>
                  <a:lnTo>
                    <a:pt x="44" y="211"/>
                  </a:lnTo>
                  <a:lnTo>
                    <a:pt x="44" y="211"/>
                  </a:lnTo>
                  <a:lnTo>
                    <a:pt x="47" y="211"/>
                  </a:lnTo>
                  <a:lnTo>
                    <a:pt x="47" y="211"/>
                  </a:lnTo>
                  <a:lnTo>
                    <a:pt x="47" y="211"/>
                  </a:lnTo>
                  <a:lnTo>
                    <a:pt x="47" y="211"/>
                  </a:lnTo>
                  <a:lnTo>
                    <a:pt x="48" y="211"/>
                  </a:lnTo>
                  <a:lnTo>
                    <a:pt x="48" y="211"/>
                  </a:lnTo>
                  <a:lnTo>
                    <a:pt x="48" y="211"/>
                  </a:lnTo>
                  <a:lnTo>
                    <a:pt x="48" y="211"/>
                  </a:lnTo>
                  <a:lnTo>
                    <a:pt x="50" y="209"/>
                  </a:lnTo>
                  <a:lnTo>
                    <a:pt x="50" y="211"/>
                  </a:lnTo>
                  <a:lnTo>
                    <a:pt x="50" y="211"/>
                  </a:lnTo>
                  <a:lnTo>
                    <a:pt x="50" y="211"/>
                  </a:lnTo>
                  <a:lnTo>
                    <a:pt x="51" y="211"/>
                  </a:lnTo>
                  <a:lnTo>
                    <a:pt x="51" y="213"/>
                  </a:lnTo>
                  <a:lnTo>
                    <a:pt x="51" y="213"/>
                  </a:lnTo>
                  <a:lnTo>
                    <a:pt x="51" y="213"/>
                  </a:lnTo>
                  <a:lnTo>
                    <a:pt x="53" y="213"/>
                  </a:lnTo>
                  <a:lnTo>
                    <a:pt x="53" y="215"/>
                  </a:lnTo>
                  <a:lnTo>
                    <a:pt x="53" y="215"/>
                  </a:lnTo>
                  <a:lnTo>
                    <a:pt x="53" y="216"/>
                  </a:lnTo>
                  <a:lnTo>
                    <a:pt x="55" y="216"/>
                  </a:lnTo>
                  <a:lnTo>
                    <a:pt x="55" y="217"/>
                  </a:lnTo>
                  <a:lnTo>
                    <a:pt x="55" y="217"/>
                  </a:lnTo>
                  <a:lnTo>
                    <a:pt x="55" y="217"/>
                  </a:lnTo>
                  <a:lnTo>
                    <a:pt x="56" y="217"/>
                  </a:lnTo>
                  <a:lnTo>
                    <a:pt x="56" y="219"/>
                  </a:lnTo>
                  <a:lnTo>
                    <a:pt x="56" y="219"/>
                  </a:lnTo>
                  <a:lnTo>
                    <a:pt x="56" y="219"/>
                  </a:lnTo>
                  <a:lnTo>
                    <a:pt x="57" y="219"/>
                  </a:lnTo>
                  <a:lnTo>
                    <a:pt x="57" y="221"/>
                  </a:lnTo>
                  <a:lnTo>
                    <a:pt x="59" y="221"/>
                  </a:lnTo>
                  <a:lnTo>
                    <a:pt x="59" y="221"/>
                  </a:lnTo>
                  <a:lnTo>
                    <a:pt x="61" y="221"/>
                  </a:lnTo>
                  <a:lnTo>
                    <a:pt x="61" y="223"/>
                  </a:lnTo>
                  <a:lnTo>
                    <a:pt x="62" y="223"/>
                  </a:lnTo>
                  <a:lnTo>
                    <a:pt x="62" y="223"/>
                  </a:lnTo>
                  <a:lnTo>
                    <a:pt x="64" y="223"/>
                  </a:lnTo>
                  <a:lnTo>
                    <a:pt x="64" y="223"/>
                  </a:lnTo>
                  <a:lnTo>
                    <a:pt x="64" y="223"/>
                  </a:lnTo>
                  <a:lnTo>
                    <a:pt x="64" y="223"/>
                  </a:lnTo>
                  <a:lnTo>
                    <a:pt x="66" y="223"/>
                  </a:lnTo>
                  <a:lnTo>
                    <a:pt x="66" y="225"/>
                  </a:lnTo>
                  <a:lnTo>
                    <a:pt x="66" y="225"/>
                  </a:lnTo>
                  <a:lnTo>
                    <a:pt x="66" y="225"/>
                  </a:lnTo>
                  <a:lnTo>
                    <a:pt x="66" y="225"/>
                  </a:lnTo>
                  <a:lnTo>
                    <a:pt x="66" y="228"/>
                  </a:lnTo>
                  <a:lnTo>
                    <a:pt x="66" y="228"/>
                  </a:lnTo>
                  <a:lnTo>
                    <a:pt x="66" y="228"/>
                  </a:lnTo>
                  <a:lnTo>
                    <a:pt x="68" y="228"/>
                  </a:lnTo>
                  <a:lnTo>
                    <a:pt x="68" y="229"/>
                  </a:lnTo>
                  <a:lnTo>
                    <a:pt x="68" y="229"/>
                  </a:lnTo>
                  <a:lnTo>
                    <a:pt x="68" y="229"/>
                  </a:lnTo>
                  <a:lnTo>
                    <a:pt x="68" y="229"/>
                  </a:lnTo>
                  <a:lnTo>
                    <a:pt x="68" y="230"/>
                  </a:lnTo>
                  <a:lnTo>
                    <a:pt x="68" y="230"/>
                  </a:lnTo>
                  <a:lnTo>
                    <a:pt x="68" y="230"/>
                  </a:lnTo>
                  <a:lnTo>
                    <a:pt x="69" y="230"/>
                  </a:lnTo>
                  <a:lnTo>
                    <a:pt x="68" y="232"/>
                  </a:lnTo>
                  <a:lnTo>
                    <a:pt x="68" y="232"/>
                  </a:lnTo>
                  <a:lnTo>
                    <a:pt x="68" y="232"/>
                  </a:lnTo>
                  <a:lnTo>
                    <a:pt x="68" y="232"/>
                  </a:lnTo>
                  <a:lnTo>
                    <a:pt x="68" y="234"/>
                  </a:lnTo>
                  <a:lnTo>
                    <a:pt x="68" y="234"/>
                  </a:lnTo>
                  <a:lnTo>
                    <a:pt x="68" y="234"/>
                  </a:lnTo>
                  <a:lnTo>
                    <a:pt x="68" y="234"/>
                  </a:lnTo>
                  <a:lnTo>
                    <a:pt x="66" y="236"/>
                  </a:lnTo>
                  <a:lnTo>
                    <a:pt x="66" y="236"/>
                  </a:lnTo>
                  <a:lnTo>
                    <a:pt x="66" y="236"/>
                  </a:lnTo>
                  <a:lnTo>
                    <a:pt x="66" y="236"/>
                  </a:lnTo>
                  <a:lnTo>
                    <a:pt x="66" y="236"/>
                  </a:lnTo>
                  <a:lnTo>
                    <a:pt x="66" y="236"/>
                  </a:lnTo>
                  <a:lnTo>
                    <a:pt x="66" y="236"/>
                  </a:lnTo>
                  <a:lnTo>
                    <a:pt x="66" y="236"/>
                  </a:lnTo>
                  <a:lnTo>
                    <a:pt x="66" y="238"/>
                  </a:lnTo>
                  <a:lnTo>
                    <a:pt x="66" y="238"/>
                  </a:lnTo>
                  <a:lnTo>
                    <a:pt x="66" y="238"/>
                  </a:lnTo>
                  <a:lnTo>
                    <a:pt x="66" y="238"/>
                  </a:lnTo>
                  <a:lnTo>
                    <a:pt x="66" y="238"/>
                  </a:lnTo>
                  <a:lnTo>
                    <a:pt x="66" y="238"/>
                  </a:lnTo>
                  <a:lnTo>
                    <a:pt x="66" y="238"/>
                  </a:lnTo>
                  <a:lnTo>
                    <a:pt x="67" y="238"/>
                  </a:lnTo>
                  <a:lnTo>
                    <a:pt x="67" y="240"/>
                  </a:lnTo>
                  <a:lnTo>
                    <a:pt x="67" y="240"/>
                  </a:lnTo>
                  <a:lnTo>
                    <a:pt x="67" y="240"/>
                  </a:lnTo>
                  <a:lnTo>
                    <a:pt x="67" y="240"/>
                  </a:lnTo>
                  <a:lnTo>
                    <a:pt x="67" y="240"/>
                  </a:lnTo>
                  <a:lnTo>
                    <a:pt x="67" y="240"/>
                  </a:lnTo>
                  <a:lnTo>
                    <a:pt x="67" y="240"/>
                  </a:lnTo>
                  <a:lnTo>
                    <a:pt x="69" y="240"/>
                  </a:lnTo>
                  <a:lnTo>
                    <a:pt x="69" y="243"/>
                  </a:lnTo>
                  <a:lnTo>
                    <a:pt x="69" y="243"/>
                  </a:lnTo>
                  <a:lnTo>
                    <a:pt x="69" y="243"/>
                  </a:lnTo>
                  <a:lnTo>
                    <a:pt x="69" y="243"/>
                  </a:lnTo>
                  <a:lnTo>
                    <a:pt x="69" y="244"/>
                  </a:lnTo>
                  <a:lnTo>
                    <a:pt x="69" y="244"/>
                  </a:lnTo>
                  <a:lnTo>
                    <a:pt x="69" y="244"/>
                  </a:lnTo>
                  <a:lnTo>
                    <a:pt x="71" y="244"/>
                  </a:lnTo>
                  <a:lnTo>
                    <a:pt x="71" y="245"/>
                  </a:lnTo>
                  <a:lnTo>
                    <a:pt x="71" y="245"/>
                  </a:lnTo>
                  <a:lnTo>
                    <a:pt x="71" y="245"/>
                  </a:lnTo>
                  <a:lnTo>
                    <a:pt x="72" y="245"/>
                  </a:lnTo>
                  <a:lnTo>
                    <a:pt x="72" y="245"/>
                  </a:lnTo>
                  <a:lnTo>
                    <a:pt x="72" y="245"/>
                  </a:lnTo>
                  <a:lnTo>
                    <a:pt x="72" y="245"/>
                  </a:lnTo>
                  <a:lnTo>
                    <a:pt x="73" y="245"/>
                  </a:lnTo>
                  <a:lnTo>
                    <a:pt x="72" y="247"/>
                  </a:lnTo>
                  <a:lnTo>
                    <a:pt x="72" y="247"/>
                  </a:lnTo>
                  <a:lnTo>
                    <a:pt x="72" y="247"/>
                  </a:lnTo>
                  <a:lnTo>
                    <a:pt x="72" y="247"/>
                  </a:lnTo>
                  <a:lnTo>
                    <a:pt x="72" y="249"/>
                  </a:lnTo>
                  <a:lnTo>
                    <a:pt x="72" y="249"/>
                  </a:lnTo>
                  <a:lnTo>
                    <a:pt x="72" y="249"/>
                  </a:lnTo>
                  <a:lnTo>
                    <a:pt x="72" y="249"/>
                  </a:lnTo>
                  <a:lnTo>
                    <a:pt x="72" y="251"/>
                  </a:lnTo>
                  <a:lnTo>
                    <a:pt x="72" y="251"/>
                  </a:lnTo>
                  <a:lnTo>
                    <a:pt x="72" y="251"/>
                  </a:lnTo>
                  <a:lnTo>
                    <a:pt x="72" y="251"/>
                  </a:lnTo>
                  <a:lnTo>
                    <a:pt x="72" y="251"/>
                  </a:lnTo>
                  <a:lnTo>
                    <a:pt x="72" y="251"/>
                  </a:lnTo>
                  <a:lnTo>
                    <a:pt x="72" y="251"/>
                  </a:lnTo>
                  <a:lnTo>
                    <a:pt x="72" y="251"/>
                  </a:lnTo>
                  <a:lnTo>
                    <a:pt x="72" y="251"/>
                  </a:lnTo>
                  <a:lnTo>
                    <a:pt x="72" y="251"/>
                  </a:lnTo>
                  <a:lnTo>
                    <a:pt x="72" y="251"/>
                  </a:lnTo>
                  <a:lnTo>
                    <a:pt x="73" y="251"/>
                  </a:lnTo>
                  <a:lnTo>
                    <a:pt x="73" y="251"/>
                  </a:lnTo>
                  <a:lnTo>
                    <a:pt x="73" y="251"/>
                  </a:lnTo>
                  <a:lnTo>
                    <a:pt x="73" y="251"/>
                  </a:lnTo>
                  <a:lnTo>
                    <a:pt x="76" y="251"/>
                  </a:lnTo>
                  <a:lnTo>
                    <a:pt x="76" y="251"/>
                  </a:lnTo>
                  <a:lnTo>
                    <a:pt x="76" y="251"/>
                  </a:lnTo>
                  <a:lnTo>
                    <a:pt x="76" y="251"/>
                  </a:lnTo>
                  <a:lnTo>
                    <a:pt x="77" y="251"/>
                  </a:lnTo>
                  <a:lnTo>
                    <a:pt x="77" y="251"/>
                  </a:lnTo>
                  <a:lnTo>
                    <a:pt x="78" y="251"/>
                  </a:lnTo>
                  <a:lnTo>
                    <a:pt x="78" y="251"/>
                  </a:lnTo>
                  <a:lnTo>
                    <a:pt x="80" y="251"/>
                  </a:lnTo>
                  <a:lnTo>
                    <a:pt x="80" y="253"/>
                  </a:lnTo>
                  <a:lnTo>
                    <a:pt x="80" y="253"/>
                  </a:lnTo>
                  <a:lnTo>
                    <a:pt x="80" y="253"/>
                  </a:lnTo>
                  <a:lnTo>
                    <a:pt x="80" y="253"/>
                  </a:lnTo>
                  <a:lnTo>
                    <a:pt x="80" y="253"/>
                  </a:lnTo>
                  <a:lnTo>
                    <a:pt x="80" y="253"/>
                  </a:lnTo>
                  <a:lnTo>
                    <a:pt x="80" y="253"/>
                  </a:lnTo>
                  <a:lnTo>
                    <a:pt x="80" y="253"/>
                  </a:lnTo>
                  <a:lnTo>
                    <a:pt x="80" y="254"/>
                  </a:lnTo>
                  <a:lnTo>
                    <a:pt x="80" y="254"/>
                  </a:lnTo>
                  <a:lnTo>
                    <a:pt x="80" y="254"/>
                  </a:lnTo>
                  <a:lnTo>
                    <a:pt x="80" y="254"/>
                  </a:lnTo>
                  <a:lnTo>
                    <a:pt x="80" y="254"/>
                  </a:lnTo>
                  <a:lnTo>
                    <a:pt x="80" y="254"/>
                  </a:lnTo>
                  <a:lnTo>
                    <a:pt x="80" y="254"/>
                  </a:lnTo>
                  <a:lnTo>
                    <a:pt x="81" y="254"/>
                  </a:lnTo>
                  <a:lnTo>
                    <a:pt x="81" y="254"/>
                  </a:lnTo>
                  <a:lnTo>
                    <a:pt x="81" y="254"/>
                  </a:lnTo>
                  <a:lnTo>
                    <a:pt x="81" y="254"/>
                  </a:lnTo>
                  <a:lnTo>
                    <a:pt x="81" y="254"/>
                  </a:lnTo>
                  <a:lnTo>
                    <a:pt x="81" y="254"/>
                  </a:lnTo>
                  <a:lnTo>
                    <a:pt x="81" y="254"/>
                  </a:lnTo>
                  <a:lnTo>
                    <a:pt x="81" y="254"/>
                  </a:lnTo>
                  <a:lnTo>
                    <a:pt x="83" y="254"/>
                  </a:lnTo>
                  <a:lnTo>
                    <a:pt x="83" y="254"/>
                  </a:lnTo>
                  <a:lnTo>
                    <a:pt x="83" y="254"/>
                  </a:lnTo>
                  <a:lnTo>
                    <a:pt x="83" y="254"/>
                  </a:lnTo>
                  <a:lnTo>
                    <a:pt x="83" y="254"/>
                  </a:lnTo>
                  <a:lnTo>
                    <a:pt x="83" y="254"/>
                  </a:lnTo>
                  <a:lnTo>
                    <a:pt x="83" y="254"/>
                  </a:lnTo>
                  <a:lnTo>
                    <a:pt x="83" y="254"/>
                  </a:lnTo>
                  <a:lnTo>
                    <a:pt x="84" y="254"/>
                  </a:lnTo>
                  <a:lnTo>
                    <a:pt x="84" y="254"/>
                  </a:lnTo>
                  <a:lnTo>
                    <a:pt x="84" y="253"/>
                  </a:lnTo>
                  <a:lnTo>
                    <a:pt x="84" y="253"/>
                  </a:lnTo>
                  <a:lnTo>
                    <a:pt x="84" y="251"/>
                  </a:lnTo>
                  <a:lnTo>
                    <a:pt x="84" y="251"/>
                  </a:lnTo>
                  <a:lnTo>
                    <a:pt x="84" y="250"/>
                  </a:lnTo>
                  <a:lnTo>
                    <a:pt x="84" y="249"/>
                  </a:lnTo>
                  <a:lnTo>
                    <a:pt x="84" y="247"/>
                  </a:lnTo>
                  <a:lnTo>
                    <a:pt x="84" y="247"/>
                  </a:lnTo>
                  <a:lnTo>
                    <a:pt x="84" y="245"/>
                  </a:lnTo>
                  <a:lnTo>
                    <a:pt x="84" y="245"/>
                  </a:lnTo>
                  <a:lnTo>
                    <a:pt x="84" y="243"/>
                  </a:lnTo>
                  <a:lnTo>
                    <a:pt x="84" y="243"/>
                  </a:lnTo>
                  <a:lnTo>
                    <a:pt x="84" y="242"/>
                  </a:lnTo>
                  <a:lnTo>
                    <a:pt x="84" y="242"/>
                  </a:lnTo>
                  <a:lnTo>
                    <a:pt x="84" y="240"/>
                  </a:lnTo>
                  <a:lnTo>
                    <a:pt x="84" y="240"/>
                  </a:lnTo>
                  <a:lnTo>
                    <a:pt x="84" y="240"/>
                  </a:lnTo>
                  <a:lnTo>
                    <a:pt x="84" y="240"/>
                  </a:lnTo>
                  <a:lnTo>
                    <a:pt x="85" y="240"/>
                  </a:lnTo>
                  <a:lnTo>
                    <a:pt x="85" y="240"/>
                  </a:lnTo>
                  <a:lnTo>
                    <a:pt x="85" y="240"/>
                  </a:lnTo>
                  <a:lnTo>
                    <a:pt x="85" y="240"/>
                  </a:lnTo>
                  <a:lnTo>
                    <a:pt x="86" y="240"/>
                  </a:lnTo>
                  <a:lnTo>
                    <a:pt x="86" y="240"/>
                  </a:lnTo>
                  <a:lnTo>
                    <a:pt x="86" y="240"/>
                  </a:lnTo>
                  <a:lnTo>
                    <a:pt x="86" y="240"/>
                  </a:lnTo>
                  <a:lnTo>
                    <a:pt x="88" y="240"/>
                  </a:lnTo>
                  <a:lnTo>
                    <a:pt x="88" y="240"/>
                  </a:lnTo>
                  <a:lnTo>
                    <a:pt x="88" y="240"/>
                  </a:lnTo>
                  <a:lnTo>
                    <a:pt x="88" y="240"/>
                  </a:lnTo>
                  <a:lnTo>
                    <a:pt x="90" y="239"/>
                  </a:lnTo>
                  <a:lnTo>
                    <a:pt x="90" y="240"/>
                  </a:lnTo>
                  <a:lnTo>
                    <a:pt x="90" y="240"/>
                  </a:lnTo>
                  <a:lnTo>
                    <a:pt x="90" y="240"/>
                  </a:lnTo>
                  <a:lnTo>
                    <a:pt x="90" y="240"/>
                  </a:lnTo>
                  <a:lnTo>
                    <a:pt x="90" y="243"/>
                  </a:lnTo>
                  <a:lnTo>
                    <a:pt x="90" y="243"/>
                  </a:lnTo>
                  <a:lnTo>
                    <a:pt x="90" y="243"/>
                  </a:lnTo>
                  <a:lnTo>
                    <a:pt x="90" y="243"/>
                  </a:lnTo>
                  <a:lnTo>
                    <a:pt x="89" y="244"/>
                  </a:lnTo>
                  <a:lnTo>
                    <a:pt x="89" y="244"/>
                  </a:lnTo>
                  <a:lnTo>
                    <a:pt x="89" y="244"/>
                  </a:lnTo>
                  <a:lnTo>
                    <a:pt x="89" y="244"/>
                  </a:lnTo>
                  <a:lnTo>
                    <a:pt x="89" y="245"/>
                  </a:lnTo>
                  <a:lnTo>
                    <a:pt x="89" y="245"/>
                  </a:lnTo>
                  <a:lnTo>
                    <a:pt x="89" y="245"/>
                  </a:lnTo>
                  <a:lnTo>
                    <a:pt x="89" y="245"/>
                  </a:lnTo>
                  <a:lnTo>
                    <a:pt x="89" y="246"/>
                  </a:lnTo>
                  <a:lnTo>
                    <a:pt x="89" y="246"/>
                  </a:lnTo>
                  <a:lnTo>
                    <a:pt x="89" y="246"/>
                  </a:lnTo>
                  <a:lnTo>
                    <a:pt x="90" y="246"/>
                  </a:lnTo>
                  <a:lnTo>
                    <a:pt x="90" y="246"/>
                  </a:lnTo>
                  <a:lnTo>
                    <a:pt x="90" y="246"/>
                  </a:lnTo>
                  <a:lnTo>
                    <a:pt x="90" y="246"/>
                  </a:lnTo>
                  <a:lnTo>
                    <a:pt x="92" y="246"/>
                  </a:lnTo>
                  <a:lnTo>
                    <a:pt x="92" y="246"/>
                  </a:lnTo>
                  <a:lnTo>
                    <a:pt x="92" y="246"/>
                  </a:lnTo>
                  <a:lnTo>
                    <a:pt x="92" y="246"/>
                  </a:lnTo>
                  <a:lnTo>
                    <a:pt x="93" y="246"/>
                  </a:lnTo>
                  <a:lnTo>
                    <a:pt x="93" y="246"/>
                  </a:lnTo>
                  <a:lnTo>
                    <a:pt x="93" y="246"/>
                  </a:lnTo>
                  <a:lnTo>
                    <a:pt x="93" y="246"/>
                  </a:lnTo>
                  <a:lnTo>
                    <a:pt x="94" y="245"/>
                  </a:lnTo>
                  <a:lnTo>
                    <a:pt x="93" y="247"/>
                  </a:lnTo>
                  <a:lnTo>
                    <a:pt x="93" y="247"/>
                  </a:lnTo>
                  <a:lnTo>
                    <a:pt x="93" y="248"/>
                  </a:lnTo>
                  <a:lnTo>
                    <a:pt x="94" y="248"/>
                  </a:lnTo>
                  <a:lnTo>
                    <a:pt x="94" y="250"/>
                  </a:lnTo>
                  <a:lnTo>
                    <a:pt x="95" y="250"/>
                  </a:lnTo>
                  <a:lnTo>
                    <a:pt x="95" y="250"/>
                  </a:lnTo>
                  <a:lnTo>
                    <a:pt x="97" y="250"/>
                  </a:lnTo>
                  <a:lnTo>
                    <a:pt x="97" y="252"/>
                  </a:lnTo>
                  <a:lnTo>
                    <a:pt x="97" y="252"/>
                  </a:lnTo>
                  <a:lnTo>
                    <a:pt x="97" y="252"/>
                  </a:lnTo>
                  <a:lnTo>
                    <a:pt x="99" y="252"/>
                  </a:lnTo>
                  <a:lnTo>
                    <a:pt x="99" y="254"/>
                  </a:lnTo>
                  <a:lnTo>
                    <a:pt x="99" y="254"/>
                  </a:lnTo>
                  <a:lnTo>
                    <a:pt x="99" y="254"/>
                  </a:lnTo>
                  <a:lnTo>
                    <a:pt x="101" y="254"/>
                  </a:lnTo>
                  <a:lnTo>
                    <a:pt x="99" y="256"/>
                  </a:lnTo>
                  <a:lnTo>
                    <a:pt x="99" y="256"/>
                  </a:lnTo>
                  <a:lnTo>
                    <a:pt x="99" y="256"/>
                  </a:lnTo>
                  <a:lnTo>
                    <a:pt x="99" y="256"/>
                  </a:lnTo>
                  <a:lnTo>
                    <a:pt x="99" y="258"/>
                  </a:lnTo>
                  <a:lnTo>
                    <a:pt x="99" y="258"/>
                  </a:lnTo>
                  <a:lnTo>
                    <a:pt x="99" y="258"/>
                  </a:lnTo>
                  <a:lnTo>
                    <a:pt x="99" y="258"/>
                  </a:lnTo>
                  <a:lnTo>
                    <a:pt x="99" y="260"/>
                  </a:lnTo>
                  <a:lnTo>
                    <a:pt x="99" y="260"/>
                  </a:lnTo>
                  <a:lnTo>
                    <a:pt x="99" y="260"/>
                  </a:lnTo>
                  <a:lnTo>
                    <a:pt x="99" y="260"/>
                  </a:lnTo>
                  <a:lnTo>
                    <a:pt x="99" y="260"/>
                  </a:lnTo>
                  <a:lnTo>
                    <a:pt x="99" y="260"/>
                  </a:lnTo>
                  <a:lnTo>
                    <a:pt x="99" y="260"/>
                  </a:lnTo>
                  <a:lnTo>
                    <a:pt x="99" y="260"/>
                  </a:lnTo>
                  <a:lnTo>
                    <a:pt x="99" y="262"/>
                  </a:lnTo>
                  <a:lnTo>
                    <a:pt x="99" y="262"/>
                  </a:lnTo>
                  <a:lnTo>
                    <a:pt x="99" y="262"/>
                  </a:lnTo>
                  <a:lnTo>
                    <a:pt x="100" y="262"/>
                  </a:lnTo>
                  <a:lnTo>
                    <a:pt x="100" y="264"/>
                  </a:lnTo>
                  <a:lnTo>
                    <a:pt x="101" y="264"/>
                  </a:lnTo>
                  <a:lnTo>
                    <a:pt x="101" y="264"/>
                  </a:lnTo>
                  <a:lnTo>
                    <a:pt x="103" y="264"/>
                  </a:lnTo>
                  <a:lnTo>
                    <a:pt x="103" y="265"/>
                  </a:lnTo>
                  <a:lnTo>
                    <a:pt x="104" y="265"/>
                  </a:lnTo>
                  <a:lnTo>
                    <a:pt x="104" y="265"/>
                  </a:lnTo>
                  <a:lnTo>
                    <a:pt x="106" y="265"/>
                  </a:lnTo>
                  <a:lnTo>
                    <a:pt x="106" y="265"/>
                  </a:lnTo>
                  <a:lnTo>
                    <a:pt x="107" y="265"/>
                  </a:lnTo>
                  <a:lnTo>
                    <a:pt x="107" y="265"/>
                  </a:lnTo>
                  <a:lnTo>
                    <a:pt x="108" y="265"/>
                  </a:lnTo>
                  <a:lnTo>
                    <a:pt x="108" y="265"/>
                  </a:lnTo>
                  <a:lnTo>
                    <a:pt x="108" y="265"/>
                  </a:lnTo>
                  <a:lnTo>
                    <a:pt x="108" y="265"/>
                  </a:lnTo>
                  <a:lnTo>
                    <a:pt x="108" y="262"/>
                  </a:lnTo>
                  <a:lnTo>
                    <a:pt x="107" y="262"/>
                  </a:lnTo>
                  <a:lnTo>
                    <a:pt x="107" y="260"/>
                  </a:lnTo>
                  <a:lnTo>
                    <a:pt x="107" y="260"/>
                  </a:lnTo>
                  <a:lnTo>
                    <a:pt x="107" y="259"/>
                  </a:lnTo>
                  <a:lnTo>
                    <a:pt x="105" y="259"/>
                  </a:lnTo>
                  <a:lnTo>
                    <a:pt x="105" y="257"/>
                  </a:lnTo>
                  <a:lnTo>
                    <a:pt x="105" y="257"/>
                  </a:lnTo>
                  <a:lnTo>
                    <a:pt x="105" y="255"/>
                  </a:lnTo>
                  <a:lnTo>
                    <a:pt x="104" y="255"/>
                  </a:lnTo>
                  <a:lnTo>
                    <a:pt x="104" y="253"/>
                  </a:lnTo>
                  <a:lnTo>
                    <a:pt x="104" y="253"/>
                  </a:lnTo>
                  <a:lnTo>
                    <a:pt x="104" y="251"/>
                  </a:lnTo>
                  <a:lnTo>
                    <a:pt x="104" y="251"/>
                  </a:lnTo>
                  <a:lnTo>
                    <a:pt x="104" y="251"/>
                  </a:lnTo>
                  <a:lnTo>
                    <a:pt x="104" y="251"/>
                  </a:lnTo>
                  <a:lnTo>
                    <a:pt x="104" y="251"/>
                  </a:lnTo>
                  <a:lnTo>
                    <a:pt x="104" y="251"/>
                  </a:lnTo>
                  <a:lnTo>
                    <a:pt x="104" y="251"/>
                  </a:lnTo>
                  <a:lnTo>
                    <a:pt x="104" y="251"/>
                  </a:lnTo>
                  <a:lnTo>
                    <a:pt x="106" y="250"/>
                  </a:lnTo>
                  <a:lnTo>
                    <a:pt x="106" y="250"/>
                  </a:lnTo>
                  <a:lnTo>
                    <a:pt x="106" y="250"/>
                  </a:lnTo>
                  <a:lnTo>
                    <a:pt x="106" y="250"/>
                  </a:lnTo>
                  <a:lnTo>
                    <a:pt x="107" y="248"/>
                  </a:lnTo>
                  <a:lnTo>
                    <a:pt x="107" y="248"/>
                  </a:lnTo>
                  <a:lnTo>
                    <a:pt x="107" y="248"/>
                  </a:lnTo>
                  <a:lnTo>
                    <a:pt x="107" y="248"/>
                  </a:lnTo>
                  <a:lnTo>
                    <a:pt x="108" y="247"/>
                  </a:lnTo>
                  <a:lnTo>
                    <a:pt x="108" y="247"/>
                  </a:lnTo>
                  <a:lnTo>
                    <a:pt x="108" y="247"/>
                  </a:lnTo>
                  <a:lnTo>
                    <a:pt x="108" y="247"/>
                  </a:lnTo>
                  <a:lnTo>
                    <a:pt x="108" y="247"/>
                  </a:lnTo>
                  <a:lnTo>
                    <a:pt x="108" y="247"/>
                  </a:lnTo>
                  <a:lnTo>
                    <a:pt x="108" y="247"/>
                  </a:lnTo>
                  <a:lnTo>
                    <a:pt x="108" y="247"/>
                  </a:lnTo>
                  <a:lnTo>
                    <a:pt x="110" y="246"/>
                  </a:lnTo>
                  <a:lnTo>
                    <a:pt x="110" y="246"/>
                  </a:lnTo>
                  <a:lnTo>
                    <a:pt x="110" y="246"/>
                  </a:lnTo>
                  <a:lnTo>
                    <a:pt x="110" y="246"/>
                  </a:lnTo>
                  <a:lnTo>
                    <a:pt x="110" y="246"/>
                  </a:lnTo>
                  <a:lnTo>
                    <a:pt x="110" y="246"/>
                  </a:lnTo>
                  <a:lnTo>
                    <a:pt x="110" y="246"/>
                  </a:lnTo>
                  <a:lnTo>
                    <a:pt x="110" y="246"/>
                  </a:lnTo>
                  <a:lnTo>
                    <a:pt x="112" y="245"/>
                  </a:lnTo>
                  <a:lnTo>
                    <a:pt x="112" y="247"/>
                  </a:lnTo>
                  <a:lnTo>
                    <a:pt x="112" y="247"/>
                  </a:lnTo>
                  <a:lnTo>
                    <a:pt x="112" y="247"/>
                  </a:lnTo>
                  <a:lnTo>
                    <a:pt x="112" y="247"/>
                  </a:lnTo>
                  <a:lnTo>
                    <a:pt x="112" y="248"/>
                  </a:lnTo>
                  <a:lnTo>
                    <a:pt x="112" y="248"/>
                  </a:lnTo>
                  <a:lnTo>
                    <a:pt x="112" y="248"/>
                  </a:lnTo>
                  <a:lnTo>
                    <a:pt x="113" y="248"/>
                  </a:lnTo>
                  <a:lnTo>
                    <a:pt x="113" y="250"/>
                  </a:lnTo>
                  <a:lnTo>
                    <a:pt x="113" y="250"/>
                  </a:lnTo>
                  <a:lnTo>
                    <a:pt x="113" y="250"/>
                  </a:lnTo>
                  <a:lnTo>
                    <a:pt x="113" y="250"/>
                  </a:lnTo>
                  <a:lnTo>
                    <a:pt x="113" y="251"/>
                  </a:lnTo>
                  <a:lnTo>
                    <a:pt x="113" y="251"/>
                  </a:lnTo>
                  <a:lnTo>
                    <a:pt x="113" y="251"/>
                  </a:lnTo>
                  <a:lnTo>
                    <a:pt x="113" y="251"/>
                  </a:lnTo>
                  <a:lnTo>
                    <a:pt x="113" y="253"/>
                  </a:lnTo>
                  <a:lnTo>
                    <a:pt x="113" y="253"/>
                  </a:lnTo>
                  <a:lnTo>
                    <a:pt x="113" y="253"/>
                  </a:lnTo>
                  <a:lnTo>
                    <a:pt x="114" y="253"/>
                  </a:lnTo>
                  <a:lnTo>
                    <a:pt x="114" y="253"/>
                  </a:lnTo>
                  <a:lnTo>
                    <a:pt x="114" y="253"/>
                  </a:lnTo>
                  <a:lnTo>
                    <a:pt x="114" y="253"/>
                  </a:lnTo>
                  <a:lnTo>
                    <a:pt x="116" y="253"/>
                  </a:lnTo>
                  <a:lnTo>
                    <a:pt x="116" y="254"/>
                  </a:lnTo>
                  <a:lnTo>
                    <a:pt x="116" y="254"/>
                  </a:lnTo>
                  <a:lnTo>
                    <a:pt x="116" y="254"/>
                  </a:lnTo>
                  <a:lnTo>
                    <a:pt x="118" y="254"/>
                  </a:lnTo>
                  <a:lnTo>
                    <a:pt x="118" y="254"/>
                  </a:lnTo>
                  <a:lnTo>
                    <a:pt x="118" y="254"/>
                  </a:lnTo>
                  <a:lnTo>
                    <a:pt x="118" y="254"/>
                  </a:lnTo>
                  <a:lnTo>
                    <a:pt x="120" y="254"/>
                  </a:lnTo>
                  <a:lnTo>
                    <a:pt x="120" y="256"/>
                  </a:lnTo>
                  <a:lnTo>
                    <a:pt x="120" y="256"/>
                  </a:lnTo>
                  <a:lnTo>
                    <a:pt x="120" y="257"/>
                  </a:lnTo>
                  <a:lnTo>
                    <a:pt x="122" y="257"/>
                  </a:lnTo>
                  <a:lnTo>
                    <a:pt x="122" y="259"/>
                  </a:lnTo>
                  <a:lnTo>
                    <a:pt x="122" y="259"/>
                  </a:lnTo>
                  <a:lnTo>
                    <a:pt x="122" y="259"/>
                  </a:lnTo>
                  <a:lnTo>
                    <a:pt x="124" y="259"/>
                  </a:lnTo>
                  <a:lnTo>
                    <a:pt x="124" y="260"/>
                  </a:lnTo>
                  <a:lnTo>
                    <a:pt x="124" y="260"/>
                  </a:lnTo>
                  <a:lnTo>
                    <a:pt x="124" y="260"/>
                  </a:lnTo>
                  <a:lnTo>
                    <a:pt x="126" y="260"/>
                  </a:lnTo>
                  <a:lnTo>
                    <a:pt x="126" y="261"/>
                  </a:lnTo>
                  <a:lnTo>
                    <a:pt x="126" y="261"/>
                  </a:lnTo>
                  <a:lnTo>
                    <a:pt x="126" y="261"/>
                  </a:lnTo>
                  <a:lnTo>
                    <a:pt x="128" y="261"/>
                  </a:lnTo>
                  <a:lnTo>
                    <a:pt x="128" y="261"/>
                  </a:lnTo>
                  <a:lnTo>
                    <a:pt x="128" y="261"/>
                  </a:lnTo>
                  <a:lnTo>
                    <a:pt x="128" y="261"/>
                  </a:lnTo>
                  <a:lnTo>
                    <a:pt x="128" y="261"/>
                  </a:lnTo>
                  <a:lnTo>
                    <a:pt x="128" y="261"/>
                  </a:lnTo>
                  <a:lnTo>
                    <a:pt x="128" y="261"/>
                  </a:lnTo>
                  <a:lnTo>
                    <a:pt x="128" y="261"/>
                  </a:lnTo>
                  <a:lnTo>
                    <a:pt x="130" y="259"/>
                  </a:lnTo>
                  <a:lnTo>
                    <a:pt x="130" y="259"/>
                  </a:lnTo>
                  <a:lnTo>
                    <a:pt x="130" y="259"/>
                  </a:lnTo>
                  <a:lnTo>
                    <a:pt x="130" y="259"/>
                  </a:lnTo>
                  <a:lnTo>
                    <a:pt x="130" y="258"/>
                  </a:lnTo>
                  <a:lnTo>
                    <a:pt x="130" y="258"/>
                  </a:lnTo>
                  <a:lnTo>
                    <a:pt x="130" y="258"/>
                  </a:lnTo>
                  <a:lnTo>
                    <a:pt x="130" y="258"/>
                  </a:lnTo>
                  <a:lnTo>
                    <a:pt x="132" y="256"/>
                  </a:lnTo>
                  <a:lnTo>
                    <a:pt x="130" y="256"/>
                  </a:lnTo>
                  <a:lnTo>
                    <a:pt x="130" y="256"/>
                  </a:lnTo>
                  <a:lnTo>
                    <a:pt x="129" y="256"/>
                  </a:lnTo>
                  <a:lnTo>
                    <a:pt x="129" y="255"/>
                  </a:lnTo>
                  <a:lnTo>
                    <a:pt x="127" y="255"/>
                  </a:lnTo>
                  <a:lnTo>
                    <a:pt x="127" y="255"/>
                  </a:lnTo>
                  <a:lnTo>
                    <a:pt x="127" y="255"/>
                  </a:lnTo>
                  <a:lnTo>
                    <a:pt x="127" y="253"/>
                  </a:lnTo>
                  <a:lnTo>
                    <a:pt x="125" y="253"/>
                  </a:lnTo>
                  <a:lnTo>
                    <a:pt x="125" y="253"/>
                  </a:lnTo>
                  <a:lnTo>
                    <a:pt x="125" y="253"/>
                  </a:lnTo>
                  <a:lnTo>
                    <a:pt x="125" y="252"/>
                  </a:lnTo>
                  <a:lnTo>
                    <a:pt x="125" y="252"/>
                  </a:lnTo>
                  <a:lnTo>
                    <a:pt x="125" y="252"/>
                  </a:lnTo>
                  <a:lnTo>
                    <a:pt x="125" y="252"/>
                  </a:lnTo>
                  <a:lnTo>
                    <a:pt x="125" y="250"/>
                  </a:lnTo>
                  <a:lnTo>
                    <a:pt x="123" y="250"/>
                  </a:lnTo>
                  <a:lnTo>
                    <a:pt x="123" y="250"/>
                  </a:lnTo>
                  <a:lnTo>
                    <a:pt x="123" y="250"/>
                  </a:lnTo>
                  <a:lnTo>
                    <a:pt x="123" y="250"/>
                  </a:lnTo>
                  <a:lnTo>
                    <a:pt x="123" y="250"/>
                  </a:lnTo>
                  <a:lnTo>
                    <a:pt x="123" y="250"/>
                  </a:lnTo>
                  <a:lnTo>
                    <a:pt x="123" y="250"/>
                  </a:lnTo>
                  <a:lnTo>
                    <a:pt x="123" y="247"/>
                  </a:lnTo>
                  <a:lnTo>
                    <a:pt x="123" y="247"/>
                  </a:lnTo>
                  <a:lnTo>
                    <a:pt x="123" y="247"/>
                  </a:lnTo>
                  <a:lnTo>
                    <a:pt x="123" y="247"/>
                  </a:lnTo>
                  <a:lnTo>
                    <a:pt x="123" y="246"/>
                  </a:lnTo>
                  <a:lnTo>
                    <a:pt x="123" y="246"/>
                  </a:lnTo>
                  <a:lnTo>
                    <a:pt x="123" y="246"/>
                  </a:lnTo>
                  <a:lnTo>
                    <a:pt x="123" y="246"/>
                  </a:lnTo>
                  <a:lnTo>
                    <a:pt x="125" y="244"/>
                  </a:lnTo>
                  <a:lnTo>
                    <a:pt x="123" y="244"/>
                  </a:lnTo>
                  <a:lnTo>
                    <a:pt x="123" y="244"/>
                  </a:lnTo>
                  <a:lnTo>
                    <a:pt x="123" y="244"/>
                  </a:lnTo>
                  <a:lnTo>
                    <a:pt x="123" y="243"/>
                  </a:lnTo>
                  <a:lnTo>
                    <a:pt x="122" y="243"/>
                  </a:lnTo>
                  <a:lnTo>
                    <a:pt x="122" y="241"/>
                  </a:lnTo>
                  <a:lnTo>
                    <a:pt x="122" y="241"/>
                  </a:lnTo>
                  <a:lnTo>
                    <a:pt x="122" y="239"/>
                  </a:lnTo>
                  <a:lnTo>
                    <a:pt x="120" y="239"/>
                  </a:lnTo>
                  <a:lnTo>
                    <a:pt x="120" y="239"/>
                  </a:lnTo>
                  <a:lnTo>
                    <a:pt x="120" y="239"/>
                  </a:lnTo>
                  <a:lnTo>
                    <a:pt x="120" y="238"/>
                  </a:lnTo>
                  <a:lnTo>
                    <a:pt x="120" y="238"/>
                  </a:lnTo>
                  <a:lnTo>
                    <a:pt x="120" y="238"/>
                  </a:lnTo>
                  <a:lnTo>
                    <a:pt x="120" y="238"/>
                  </a:lnTo>
                  <a:lnTo>
                    <a:pt x="120" y="236"/>
                  </a:lnTo>
                  <a:lnTo>
                    <a:pt x="118" y="236"/>
                  </a:lnTo>
                  <a:lnTo>
                    <a:pt x="118" y="236"/>
                  </a:lnTo>
                  <a:lnTo>
                    <a:pt x="117" y="236"/>
                  </a:lnTo>
                  <a:lnTo>
                    <a:pt x="117" y="235"/>
                  </a:lnTo>
                  <a:lnTo>
                    <a:pt x="115" y="235"/>
                  </a:lnTo>
                  <a:lnTo>
                    <a:pt x="115" y="234"/>
                  </a:lnTo>
                  <a:lnTo>
                    <a:pt x="115" y="234"/>
                  </a:lnTo>
                  <a:lnTo>
                    <a:pt x="115" y="232"/>
                  </a:lnTo>
                  <a:lnTo>
                    <a:pt x="114" y="232"/>
                  </a:lnTo>
                  <a:lnTo>
                    <a:pt x="114" y="232"/>
                  </a:lnTo>
                  <a:lnTo>
                    <a:pt x="113" y="232"/>
                  </a:lnTo>
                  <a:lnTo>
                    <a:pt x="113" y="230"/>
                  </a:lnTo>
                  <a:lnTo>
                    <a:pt x="112" y="230"/>
                  </a:lnTo>
                  <a:lnTo>
                    <a:pt x="112" y="228"/>
                  </a:lnTo>
                  <a:lnTo>
                    <a:pt x="112" y="228"/>
                  </a:lnTo>
                  <a:lnTo>
                    <a:pt x="112" y="226"/>
                  </a:lnTo>
                  <a:lnTo>
                    <a:pt x="110" y="226"/>
                  </a:lnTo>
                  <a:lnTo>
                    <a:pt x="110" y="226"/>
                  </a:lnTo>
                  <a:lnTo>
                    <a:pt x="110" y="226"/>
                  </a:lnTo>
                  <a:lnTo>
                    <a:pt x="110" y="224"/>
                  </a:lnTo>
                  <a:lnTo>
                    <a:pt x="110" y="224"/>
                  </a:lnTo>
                  <a:lnTo>
                    <a:pt x="110" y="224"/>
                  </a:lnTo>
                  <a:lnTo>
                    <a:pt x="110" y="224"/>
                  </a:lnTo>
                  <a:lnTo>
                    <a:pt x="110" y="222"/>
                  </a:lnTo>
                  <a:lnTo>
                    <a:pt x="108" y="222"/>
                  </a:lnTo>
                  <a:lnTo>
                    <a:pt x="108" y="222"/>
                  </a:lnTo>
                  <a:lnTo>
                    <a:pt x="108" y="222"/>
                  </a:lnTo>
                  <a:lnTo>
                    <a:pt x="108" y="221"/>
                  </a:lnTo>
                  <a:lnTo>
                    <a:pt x="108" y="221"/>
                  </a:lnTo>
                  <a:lnTo>
                    <a:pt x="108" y="221"/>
                  </a:lnTo>
                  <a:lnTo>
                    <a:pt x="108" y="221"/>
                  </a:lnTo>
                  <a:lnTo>
                    <a:pt x="108" y="218"/>
                  </a:lnTo>
                  <a:lnTo>
                    <a:pt x="108" y="218"/>
                  </a:lnTo>
                  <a:lnTo>
                    <a:pt x="108" y="218"/>
                  </a:lnTo>
                  <a:lnTo>
                    <a:pt x="108" y="218"/>
                  </a:lnTo>
                  <a:lnTo>
                    <a:pt x="108" y="217"/>
                  </a:lnTo>
                  <a:lnTo>
                    <a:pt x="108" y="217"/>
                  </a:lnTo>
                  <a:lnTo>
                    <a:pt x="108" y="217"/>
                  </a:lnTo>
                  <a:lnTo>
                    <a:pt x="108" y="217"/>
                  </a:lnTo>
                  <a:lnTo>
                    <a:pt x="108" y="215"/>
                  </a:lnTo>
                  <a:lnTo>
                    <a:pt x="107" y="215"/>
                  </a:lnTo>
                  <a:lnTo>
                    <a:pt x="107" y="215"/>
                  </a:lnTo>
                  <a:lnTo>
                    <a:pt x="107" y="215"/>
                  </a:lnTo>
                  <a:lnTo>
                    <a:pt x="107" y="213"/>
                  </a:lnTo>
                  <a:lnTo>
                    <a:pt x="107" y="213"/>
                  </a:lnTo>
                  <a:lnTo>
                    <a:pt x="107" y="213"/>
                  </a:lnTo>
                  <a:lnTo>
                    <a:pt x="107" y="213"/>
                  </a:lnTo>
                  <a:lnTo>
                    <a:pt x="107" y="211"/>
                  </a:lnTo>
                  <a:lnTo>
                    <a:pt x="107" y="213"/>
                  </a:lnTo>
                  <a:lnTo>
                    <a:pt x="107" y="213"/>
                  </a:lnTo>
                  <a:lnTo>
                    <a:pt x="107" y="213"/>
                  </a:lnTo>
                  <a:lnTo>
                    <a:pt x="108" y="213"/>
                  </a:lnTo>
                  <a:lnTo>
                    <a:pt x="108" y="213"/>
                  </a:lnTo>
                  <a:lnTo>
                    <a:pt x="110" y="213"/>
                  </a:lnTo>
                  <a:lnTo>
                    <a:pt x="110" y="213"/>
                  </a:lnTo>
                  <a:lnTo>
                    <a:pt x="112" y="213"/>
                  </a:lnTo>
                  <a:lnTo>
                    <a:pt x="112" y="213"/>
                  </a:lnTo>
                  <a:lnTo>
                    <a:pt x="112" y="213"/>
                  </a:lnTo>
                  <a:lnTo>
                    <a:pt x="112" y="213"/>
                  </a:lnTo>
                  <a:lnTo>
                    <a:pt x="114" y="213"/>
                  </a:lnTo>
                  <a:lnTo>
                    <a:pt x="114" y="213"/>
                  </a:lnTo>
                  <a:lnTo>
                    <a:pt x="114" y="213"/>
                  </a:lnTo>
                  <a:lnTo>
                    <a:pt x="114" y="213"/>
                  </a:lnTo>
                  <a:lnTo>
                    <a:pt x="115" y="211"/>
                  </a:lnTo>
                  <a:lnTo>
                    <a:pt x="115" y="213"/>
                  </a:lnTo>
                  <a:lnTo>
                    <a:pt x="115" y="213"/>
                  </a:lnTo>
                  <a:lnTo>
                    <a:pt x="115" y="213"/>
                  </a:lnTo>
                  <a:lnTo>
                    <a:pt x="115" y="213"/>
                  </a:lnTo>
                  <a:lnTo>
                    <a:pt x="115" y="213"/>
                  </a:lnTo>
                  <a:lnTo>
                    <a:pt x="115" y="213"/>
                  </a:lnTo>
                  <a:lnTo>
                    <a:pt x="115" y="213"/>
                  </a:lnTo>
                  <a:lnTo>
                    <a:pt x="117" y="213"/>
                  </a:lnTo>
                  <a:lnTo>
                    <a:pt x="117" y="214"/>
                  </a:lnTo>
                  <a:lnTo>
                    <a:pt x="117" y="214"/>
                  </a:lnTo>
                  <a:lnTo>
                    <a:pt x="117" y="214"/>
                  </a:lnTo>
                  <a:lnTo>
                    <a:pt x="118" y="214"/>
                  </a:lnTo>
                  <a:lnTo>
                    <a:pt x="118" y="214"/>
                  </a:lnTo>
                  <a:lnTo>
                    <a:pt x="118" y="214"/>
                  </a:lnTo>
                  <a:lnTo>
                    <a:pt x="118" y="214"/>
                  </a:lnTo>
                  <a:lnTo>
                    <a:pt x="120" y="214"/>
                  </a:lnTo>
                  <a:lnTo>
                    <a:pt x="119" y="216"/>
                  </a:lnTo>
                  <a:lnTo>
                    <a:pt x="119" y="216"/>
                  </a:lnTo>
                  <a:lnTo>
                    <a:pt x="119" y="216"/>
                  </a:lnTo>
                  <a:lnTo>
                    <a:pt x="119" y="216"/>
                  </a:lnTo>
                  <a:lnTo>
                    <a:pt x="119" y="218"/>
                  </a:lnTo>
                  <a:lnTo>
                    <a:pt x="119" y="218"/>
                  </a:lnTo>
                  <a:lnTo>
                    <a:pt x="119" y="218"/>
                  </a:lnTo>
                  <a:lnTo>
                    <a:pt x="119" y="218"/>
                  </a:lnTo>
                  <a:lnTo>
                    <a:pt x="119" y="220"/>
                  </a:lnTo>
                  <a:lnTo>
                    <a:pt x="119" y="220"/>
                  </a:lnTo>
                  <a:lnTo>
                    <a:pt x="119" y="220"/>
                  </a:lnTo>
                  <a:lnTo>
                    <a:pt x="119" y="220"/>
                  </a:lnTo>
                  <a:lnTo>
                    <a:pt x="119" y="220"/>
                  </a:lnTo>
                  <a:lnTo>
                    <a:pt x="119" y="220"/>
                  </a:lnTo>
                  <a:lnTo>
                    <a:pt x="119" y="220"/>
                  </a:lnTo>
                  <a:lnTo>
                    <a:pt x="119" y="220"/>
                  </a:lnTo>
                  <a:lnTo>
                    <a:pt x="119" y="222"/>
                  </a:lnTo>
                  <a:lnTo>
                    <a:pt x="119" y="222"/>
                  </a:lnTo>
                  <a:lnTo>
                    <a:pt x="119" y="222"/>
                  </a:lnTo>
                  <a:lnTo>
                    <a:pt x="120" y="222"/>
                  </a:lnTo>
                  <a:lnTo>
                    <a:pt x="120" y="222"/>
                  </a:lnTo>
                  <a:lnTo>
                    <a:pt x="120" y="222"/>
                  </a:lnTo>
                  <a:lnTo>
                    <a:pt x="120" y="222"/>
                  </a:lnTo>
                  <a:lnTo>
                    <a:pt x="122" y="222"/>
                  </a:lnTo>
                  <a:lnTo>
                    <a:pt x="122" y="222"/>
                  </a:lnTo>
                  <a:lnTo>
                    <a:pt x="122" y="222"/>
                  </a:lnTo>
                  <a:lnTo>
                    <a:pt x="122" y="222"/>
                  </a:lnTo>
                  <a:lnTo>
                    <a:pt x="123" y="222"/>
                  </a:lnTo>
                  <a:lnTo>
                    <a:pt x="123" y="222"/>
                  </a:lnTo>
                  <a:lnTo>
                    <a:pt x="123" y="222"/>
                  </a:lnTo>
                  <a:lnTo>
                    <a:pt x="123" y="222"/>
                  </a:lnTo>
                  <a:lnTo>
                    <a:pt x="125" y="221"/>
                  </a:lnTo>
                  <a:lnTo>
                    <a:pt x="125" y="221"/>
                  </a:lnTo>
                  <a:lnTo>
                    <a:pt x="125" y="221"/>
                  </a:lnTo>
                  <a:lnTo>
                    <a:pt x="125" y="221"/>
                  </a:lnTo>
                  <a:lnTo>
                    <a:pt x="125" y="221"/>
                  </a:lnTo>
                  <a:lnTo>
                    <a:pt x="125" y="221"/>
                  </a:lnTo>
                  <a:lnTo>
                    <a:pt x="125" y="221"/>
                  </a:lnTo>
                  <a:lnTo>
                    <a:pt x="125" y="221"/>
                  </a:lnTo>
                  <a:lnTo>
                    <a:pt x="126" y="219"/>
                  </a:lnTo>
                  <a:lnTo>
                    <a:pt x="126" y="219"/>
                  </a:lnTo>
                  <a:lnTo>
                    <a:pt x="126" y="219"/>
                  </a:lnTo>
                  <a:lnTo>
                    <a:pt x="126" y="219"/>
                  </a:lnTo>
                  <a:lnTo>
                    <a:pt x="126" y="217"/>
                  </a:lnTo>
                  <a:lnTo>
                    <a:pt x="126" y="217"/>
                  </a:lnTo>
                  <a:lnTo>
                    <a:pt x="126" y="217"/>
                  </a:lnTo>
                  <a:lnTo>
                    <a:pt x="126" y="217"/>
                  </a:lnTo>
                  <a:lnTo>
                    <a:pt x="128" y="215"/>
                  </a:lnTo>
                  <a:lnTo>
                    <a:pt x="128" y="215"/>
                  </a:lnTo>
                  <a:lnTo>
                    <a:pt x="128" y="215"/>
                  </a:lnTo>
                  <a:lnTo>
                    <a:pt x="128" y="215"/>
                  </a:lnTo>
                  <a:lnTo>
                    <a:pt x="129" y="215"/>
                  </a:lnTo>
                  <a:lnTo>
                    <a:pt x="129" y="215"/>
                  </a:lnTo>
                  <a:lnTo>
                    <a:pt x="129" y="215"/>
                  </a:lnTo>
                  <a:lnTo>
                    <a:pt x="129" y="215"/>
                  </a:lnTo>
                  <a:lnTo>
                    <a:pt x="131" y="214"/>
                  </a:lnTo>
                  <a:lnTo>
                    <a:pt x="131" y="214"/>
                  </a:lnTo>
                  <a:lnTo>
                    <a:pt x="131" y="214"/>
                  </a:lnTo>
                  <a:lnTo>
                    <a:pt x="131" y="214"/>
                  </a:lnTo>
                  <a:lnTo>
                    <a:pt x="133" y="214"/>
                  </a:lnTo>
                  <a:lnTo>
                    <a:pt x="133" y="214"/>
                  </a:lnTo>
                  <a:lnTo>
                    <a:pt x="134" y="213"/>
                  </a:lnTo>
                  <a:lnTo>
                    <a:pt x="134" y="213"/>
                  </a:lnTo>
                  <a:lnTo>
                    <a:pt x="135" y="211"/>
                  </a:lnTo>
                  <a:lnTo>
                    <a:pt x="134" y="211"/>
                  </a:lnTo>
                  <a:lnTo>
                    <a:pt x="134" y="211"/>
                  </a:lnTo>
                  <a:lnTo>
                    <a:pt x="134" y="211"/>
                  </a:lnTo>
                  <a:lnTo>
                    <a:pt x="134" y="211"/>
                  </a:lnTo>
                  <a:lnTo>
                    <a:pt x="134" y="211"/>
                  </a:lnTo>
                  <a:lnTo>
                    <a:pt x="134" y="211"/>
                  </a:lnTo>
                  <a:lnTo>
                    <a:pt x="134" y="211"/>
                  </a:lnTo>
                  <a:lnTo>
                    <a:pt x="134" y="210"/>
                  </a:lnTo>
                  <a:lnTo>
                    <a:pt x="132" y="210"/>
                  </a:lnTo>
                  <a:lnTo>
                    <a:pt x="132" y="210"/>
                  </a:lnTo>
                  <a:lnTo>
                    <a:pt x="132" y="210"/>
                  </a:lnTo>
                  <a:lnTo>
                    <a:pt x="132" y="210"/>
                  </a:lnTo>
                  <a:lnTo>
                    <a:pt x="132" y="210"/>
                  </a:lnTo>
                  <a:lnTo>
                    <a:pt x="132" y="210"/>
                  </a:lnTo>
                  <a:lnTo>
                    <a:pt x="132" y="210"/>
                  </a:lnTo>
                  <a:lnTo>
                    <a:pt x="132" y="208"/>
                  </a:lnTo>
                  <a:lnTo>
                    <a:pt x="130" y="209"/>
                  </a:lnTo>
                  <a:lnTo>
                    <a:pt x="130" y="209"/>
                  </a:lnTo>
                  <a:lnTo>
                    <a:pt x="130" y="209"/>
                  </a:lnTo>
                  <a:lnTo>
                    <a:pt x="130" y="209"/>
                  </a:lnTo>
                  <a:lnTo>
                    <a:pt x="129" y="209"/>
                  </a:lnTo>
                  <a:lnTo>
                    <a:pt x="129" y="209"/>
                  </a:lnTo>
                  <a:lnTo>
                    <a:pt x="129" y="209"/>
                  </a:lnTo>
                  <a:lnTo>
                    <a:pt x="129" y="209"/>
                  </a:lnTo>
                  <a:lnTo>
                    <a:pt x="128" y="209"/>
                  </a:lnTo>
                  <a:lnTo>
                    <a:pt x="128" y="209"/>
                  </a:lnTo>
                  <a:lnTo>
                    <a:pt x="128" y="209"/>
                  </a:lnTo>
                  <a:lnTo>
                    <a:pt x="128" y="209"/>
                  </a:lnTo>
                  <a:lnTo>
                    <a:pt x="128" y="209"/>
                  </a:lnTo>
                  <a:lnTo>
                    <a:pt x="128" y="209"/>
                  </a:lnTo>
                  <a:lnTo>
                    <a:pt x="128" y="209"/>
                  </a:lnTo>
                  <a:lnTo>
                    <a:pt x="128" y="209"/>
                  </a:lnTo>
                  <a:lnTo>
                    <a:pt x="127" y="209"/>
                  </a:lnTo>
                  <a:lnTo>
                    <a:pt x="127" y="209"/>
                  </a:lnTo>
                  <a:lnTo>
                    <a:pt x="127" y="209"/>
                  </a:lnTo>
                  <a:lnTo>
                    <a:pt x="127" y="209"/>
                  </a:lnTo>
                  <a:lnTo>
                    <a:pt x="127" y="209"/>
                  </a:lnTo>
                  <a:lnTo>
                    <a:pt x="127" y="209"/>
                  </a:lnTo>
                  <a:lnTo>
                    <a:pt x="127" y="209"/>
                  </a:lnTo>
                  <a:lnTo>
                    <a:pt x="127" y="208"/>
                  </a:lnTo>
                  <a:lnTo>
                    <a:pt x="127" y="208"/>
                  </a:lnTo>
                  <a:lnTo>
                    <a:pt x="127" y="208"/>
                  </a:lnTo>
                  <a:lnTo>
                    <a:pt x="127" y="208"/>
                  </a:lnTo>
                  <a:lnTo>
                    <a:pt x="127" y="208"/>
                  </a:lnTo>
                  <a:lnTo>
                    <a:pt x="127" y="208"/>
                  </a:lnTo>
                  <a:lnTo>
                    <a:pt x="127" y="208"/>
                  </a:lnTo>
                  <a:lnTo>
                    <a:pt x="127" y="208"/>
                  </a:lnTo>
                  <a:lnTo>
                    <a:pt x="128" y="207"/>
                  </a:lnTo>
                  <a:lnTo>
                    <a:pt x="128" y="207"/>
                  </a:lnTo>
                  <a:lnTo>
                    <a:pt x="128" y="207"/>
                  </a:lnTo>
                  <a:lnTo>
                    <a:pt x="128" y="207"/>
                  </a:lnTo>
                  <a:lnTo>
                    <a:pt x="128" y="207"/>
                  </a:lnTo>
                  <a:lnTo>
                    <a:pt x="128" y="207"/>
                  </a:lnTo>
                  <a:lnTo>
                    <a:pt x="128" y="207"/>
                  </a:lnTo>
                  <a:lnTo>
                    <a:pt x="128" y="207"/>
                  </a:lnTo>
                  <a:lnTo>
                    <a:pt x="130" y="207"/>
                  </a:lnTo>
                  <a:lnTo>
                    <a:pt x="130" y="207"/>
                  </a:lnTo>
                  <a:lnTo>
                    <a:pt x="130" y="207"/>
                  </a:lnTo>
                  <a:lnTo>
                    <a:pt x="130" y="207"/>
                  </a:lnTo>
                  <a:lnTo>
                    <a:pt x="130" y="207"/>
                  </a:lnTo>
                  <a:lnTo>
                    <a:pt x="130" y="207"/>
                  </a:lnTo>
                  <a:lnTo>
                    <a:pt x="130" y="207"/>
                  </a:lnTo>
                  <a:lnTo>
                    <a:pt x="130" y="207"/>
                  </a:lnTo>
                  <a:lnTo>
                    <a:pt x="132" y="206"/>
                  </a:lnTo>
                  <a:lnTo>
                    <a:pt x="130" y="206"/>
                  </a:lnTo>
                  <a:lnTo>
                    <a:pt x="130" y="206"/>
                  </a:lnTo>
                  <a:lnTo>
                    <a:pt x="130" y="206"/>
                  </a:lnTo>
                  <a:lnTo>
                    <a:pt x="130" y="206"/>
                  </a:lnTo>
                  <a:lnTo>
                    <a:pt x="130" y="206"/>
                  </a:lnTo>
                  <a:lnTo>
                    <a:pt x="130" y="206"/>
                  </a:lnTo>
                  <a:lnTo>
                    <a:pt x="130" y="206"/>
                  </a:lnTo>
                  <a:lnTo>
                    <a:pt x="130" y="205"/>
                  </a:lnTo>
                  <a:lnTo>
                    <a:pt x="129" y="205"/>
                  </a:lnTo>
                  <a:lnTo>
                    <a:pt x="129" y="205"/>
                  </a:lnTo>
                  <a:lnTo>
                    <a:pt x="129" y="205"/>
                  </a:lnTo>
                  <a:lnTo>
                    <a:pt x="129" y="204"/>
                  </a:lnTo>
                  <a:lnTo>
                    <a:pt x="129" y="204"/>
                  </a:lnTo>
                  <a:lnTo>
                    <a:pt x="129" y="204"/>
                  </a:lnTo>
                  <a:lnTo>
                    <a:pt x="129" y="204"/>
                  </a:lnTo>
                  <a:lnTo>
                    <a:pt x="129" y="203"/>
                  </a:lnTo>
                  <a:lnTo>
                    <a:pt x="127" y="203"/>
                  </a:lnTo>
                  <a:lnTo>
                    <a:pt x="127" y="203"/>
                  </a:lnTo>
                  <a:lnTo>
                    <a:pt x="127" y="203"/>
                  </a:lnTo>
                  <a:lnTo>
                    <a:pt x="127" y="203"/>
                  </a:lnTo>
                  <a:lnTo>
                    <a:pt x="126" y="203"/>
                  </a:lnTo>
                  <a:lnTo>
                    <a:pt x="126" y="203"/>
                  </a:lnTo>
                  <a:lnTo>
                    <a:pt x="126" y="203"/>
                  </a:lnTo>
                  <a:lnTo>
                    <a:pt x="126" y="203"/>
                  </a:lnTo>
                  <a:lnTo>
                    <a:pt x="125" y="203"/>
                  </a:lnTo>
                  <a:lnTo>
                    <a:pt x="125" y="203"/>
                  </a:lnTo>
                  <a:lnTo>
                    <a:pt x="125" y="203"/>
                  </a:lnTo>
                  <a:lnTo>
                    <a:pt x="125" y="203"/>
                  </a:lnTo>
                  <a:lnTo>
                    <a:pt x="125" y="203"/>
                  </a:lnTo>
                  <a:lnTo>
                    <a:pt x="125" y="203"/>
                  </a:lnTo>
                  <a:lnTo>
                    <a:pt x="125" y="203"/>
                  </a:lnTo>
                  <a:lnTo>
                    <a:pt x="125" y="203"/>
                  </a:lnTo>
                  <a:lnTo>
                    <a:pt x="125" y="205"/>
                  </a:lnTo>
                  <a:lnTo>
                    <a:pt x="125" y="205"/>
                  </a:lnTo>
                  <a:lnTo>
                    <a:pt x="125" y="207"/>
                  </a:lnTo>
                  <a:lnTo>
                    <a:pt x="125" y="207"/>
                  </a:lnTo>
                  <a:lnTo>
                    <a:pt x="125" y="208"/>
                  </a:lnTo>
                  <a:lnTo>
                    <a:pt x="125" y="208"/>
                  </a:lnTo>
                  <a:lnTo>
                    <a:pt x="125" y="208"/>
                  </a:lnTo>
                  <a:lnTo>
                    <a:pt x="125" y="208"/>
                  </a:lnTo>
                  <a:lnTo>
                    <a:pt x="125" y="211"/>
                  </a:lnTo>
                  <a:lnTo>
                    <a:pt x="125" y="211"/>
                  </a:lnTo>
                  <a:lnTo>
                    <a:pt x="125" y="211"/>
                  </a:lnTo>
                  <a:lnTo>
                    <a:pt x="125" y="211"/>
                  </a:lnTo>
                  <a:lnTo>
                    <a:pt x="125" y="213"/>
                  </a:lnTo>
                  <a:lnTo>
                    <a:pt x="125" y="213"/>
                  </a:lnTo>
                  <a:lnTo>
                    <a:pt x="125" y="213"/>
                  </a:lnTo>
                  <a:lnTo>
                    <a:pt x="125" y="213"/>
                  </a:lnTo>
                  <a:lnTo>
                    <a:pt x="125" y="213"/>
                  </a:lnTo>
                  <a:lnTo>
                    <a:pt x="125" y="213"/>
                  </a:lnTo>
                  <a:lnTo>
                    <a:pt x="125" y="213"/>
                  </a:lnTo>
                  <a:lnTo>
                    <a:pt x="125" y="211"/>
                  </a:lnTo>
                  <a:lnTo>
                    <a:pt x="125" y="211"/>
                  </a:lnTo>
                  <a:lnTo>
                    <a:pt x="125" y="211"/>
                  </a:lnTo>
                  <a:lnTo>
                    <a:pt x="125" y="211"/>
                  </a:lnTo>
                  <a:lnTo>
                    <a:pt x="125" y="209"/>
                  </a:lnTo>
                  <a:lnTo>
                    <a:pt x="125" y="209"/>
                  </a:lnTo>
                  <a:lnTo>
                    <a:pt x="125" y="209"/>
                  </a:lnTo>
                  <a:lnTo>
                    <a:pt x="125" y="209"/>
                  </a:lnTo>
                  <a:lnTo>
                    <a:pt x="125" y="208"/>
                  </a:lnTo>
                  <a:lnTo>
                    <a:pt x="125" y="208"/>
                  </a:lnTo>
                  <a:lnTo>
                    <a:pt x="125" y="208"/>
                  </a:lnTo>
                  <a:lnTo>
                    <a:pt x="125" y="208"/>
                  </a:lnTo>
                  <a:lnTo>
                    <a:pt x="125" y="207"/>
                  </a:lnTo>
                  <a:lnTo>
                    <a:pt x="123" y="207"/>
                  </a:lnTo>
                  <a:lnTo>
                    <a:pt x="123" y="207"/>
                  </a:lnTo>
                  <a:lnTo>
                    <a:pt x="123" y="207"/>
                  </a:lnTo>
                  <a:lnTo>
                    <a:pt x="123" y="207"/>
                  </a:lnTo>
                  <a:lnTo>
                    <a:pt x="121" y="207"/>
                  </a:lnTo>
                  <a:lnTo>
                    <a:pt x="121" y="207"/>
                  </a:lnTo>
                  <a:lnTo>
                    <a:pt x="121" y="207"/>
                  </a:lnTo>
                  <a:lnTo>
                    <a:pt x="121" y="207"/>
                  </a:lnTo>
                  <a:lnTo>
                    <a:pt x="120" y="207"/>
                  </a:lnTo>
                  <a:lnTo>
                    <a:pt x="120" y="207"/>
                  </a:lnTo>
                  <a:lnTo>
                    <a:pt x="120" y="207"/>
                  </a:lnTo>
                  <a:lnTo>
                    <a:pt x="120" y="207"/>
                  </a:lnTo>
                  <a:lnTo>
                    <a:pt x="120" y="207"/>
                  </a:lnTo>
                  <a:lnTo>
                    <a:pt x="120" y="207"/>
                  </a:lnTo>
                  <a:lnTo>
                    <a:pt x="120" y="207"/>
                  </a:lnTo>
                  <a:lnTo>
                    <a:pt x="120" y="206"/>
                  </a:lnTo>
                  <a:lnTo>
                    <a:pt x="118" y="206"/>
                  </a:lnTo>
                  <a:lnTo>
                    <a:pt x="118" y="206"/>
                  </a:lnTo>
                  <a:lnTo>
                    <a:pt x="118" y="206"/>
                  </a:lnTo>
                  <a:lnTo>
                    <a:pt x="118" y="205"/>
                  </a:lnTo>
                  <a:lnTo>
                    <a:pt x="118" y="205"/>
                  </a:lnTo>
                  <a:lnTo>
                    <a:pt x="118" y="203"/>
                  </a:lnTo>
                  <a:lnTo>
                    <a:pt x="118" y="203"/>
                  </a:lnTo>
                  <a:lnTo>
                    <a:pt x="118" y="201"/>
                  </a:lnTo>
                  <a:lnTo>
                    <a:pt x="117" y="201"/>
                  </a:lnTo>
                  <a:lnTo>
                    <a:pt x="117" y="201"/>
                  </a:lnTo>
                  <a:lnTo>
                    <a:pt x="117" y="201"/>
                  </a:lnTo>
                  <a:lnTo>
                    <a:pt x="117" y="200"/>
                  </a:lnTo>
                  <a:lnTo>
                    <a:pt x="116" y="200"/>
                  </a:lnTo>
                  <a:lnTo>
                    <a:pt x="116" y="199"/>
                  </a:lnTo>
                  <a:lnTo>
                    <a:pt x="116" y="199"/>
                  </a:lnTo>
                  <a:lnTo>
                    <a:pt x="116" y="197"/>
                  </a:lnTo>
                  <a:lnTo>
                    <a:pt x="115" y="197"/>
                  </a:lnTo>
                  <a:lnTo>
                    <a:pt x="115" y="197"/>
                  </a:lnTo>
                  <a:lnTo>
                    <a:pt x="115" y="197"/>
                  </a:lnTo>
                  <a:lnTo>
                    <a:pt x="115" y="197"/>
                  </a:lnTo>
                  <a:lnTo>
                    <a:pt x="114" y="197"/>
                  </a:lnTo>
                  <a:lnTo>
                    <a:pt x="114" y="197"/>
                  </a:lnTo>
                  <a:lnTo>
                    <a:pt x="114" y="197"/>
                  </a:lnTo>
                  <a:lnTo>
                    <a:pt x="114" y="195"/>
                  </a:lnTo>
                  <a:lnTo>
                    <a:pt x="112" y="195"/>
                  </a:lnTo>
                  <a:lnTo>
                    <a:pt x="112" y="195"/>
                  </a:lnTo>
                  <a:lnTo>
                    <a:pt x="112" y="195"/>
                  </a:lnTo>
                  <a:lnTo>
                    <a:pt x="112" y="194"/>
                  </a:lnTo>
                  <a:lnTo>
                    <a:pt x="112" y="194"/>
                  </a:lnTo>
                  <a:lnTo>
                    <a:pt x="112" y="194"/>
                  </a:lnTo>
                  <a:lnTo>
                    <a:pt x="112" y="194"/>
                  </a:lnTo>
                  <a:lnTo>
                    <a:pt x="112" y="192"/>
                  </a:lnTo>
                  <a:lnTo>
                    <a:pt x="112" y="194"/>
                  </a:lnTo>
                  <a:lnTo>
                    <a:pt x="112" y="194"/>
                  </a:lnTo>
                  <a:lnTo>
                    <a:pt x="112" y="194"/>
                  </a:lnTo>
                  <a:lnTo>
                    <a:pt x="112" y="194"/>
                  </a:lnTo>
                  <a:lnTo>
                    <a:pt x="112" y="194"/>
                  </a:lnTo>
                  <a:lnTo>
                    <a:pt x="112" y="194"/>
                  </a:lnTo>
                  <a:lnTo>
                    <a:pt x="112" y="194"/>
                  </a:lnTo>
                  <a:lnTo>
                    <a:pt x="114" y="194"/>
                  </a:lnTo>
                  <a:lnTo>
                    <a:pt x="114" y="194"/>
                  </a:lnTo>
                  <a:lnTo>
                    <a:pt x="114" y="194"/>
                  </a:lnTo>
                  <a:lnTo>
                    <a:pt x="114" y="194"/>
                  </a:lnTo>
                  <a:lnTo>
                    <a:pt x="114" y="194"/>
                  </a:lnTo>
                  <a:lnTo>
                    <a:pt x="114" y="194"/>
                  </a:lnTo>
                  <a:lnTo>
                    <a:pt x="114" y="194"/>
                  </a:lnTo>
                  <a:lnTo>
                    <a:pt x="114" y="194"/>
                  </a:lnTo>
                  <a:lnTo>
                    <a:pt x="115" y="194"/>
                  </a:lnTo>
                  <a:lnTo>
                    <a:pt x="115" y="194"/>
                  </a:lnTo>
                  <a:lnTo>
                    <a:pt x="115" y="194"/>
                  </a:lnTo>
                  <a:lnTo>
                    <a:pt x="115" y="194"/>
                  </a:lnTo>
                  <a:lnTo>
                    <a:pt x="115" y="194"/>
                  </a:lnTo>
                  <a:lnTo>
                    <a:pt x="115" y="194"/>
                  </a:lnTo>
                  <a:lnTo>
                    <a:pt x="115" y="194"/>
                  </a:lnTo>
                  <a:lnTo>
                    <a:pt x="115" y="194"/>
                  </a:lnTo>
                  <a:lnTo>
                    <a:pt x="115" y="192"/>
                  </a:lnTo>
                  <a:lnTo>
                    <a:pt x="115" y="192"/>
                  </a:lnTo>
                  <a:lnTo>
                    <a:pt x="115" y="192"/>
                  </a:lnTo>
                  <a:lnTo>
                    <a:pt x="115" y="192"/>
                  </a:lnTo>
                  <a:lnTo>
                    <a:pt x="115" y="192"/>
                  </a:lnTo>
                  <a:lnTo>
                    <a:pt x="115" y="192"/>
                  </a:lnTo>
                  <a:lnTo>
                    <a:pt x="115" y="192"/>
                  </a:lnTo>
                  <a:lnTo>
                    <a:pt x="115" y="192"/>
                  </a:lnTo>
                  <a:lnTo>
                    <a:pt x="116" y="191"/>
                  </a:lnTo>
                  <a:lnTo>
                    <a:pt x="116" y="192"/>
                  </a:lnTo>
                  <a:lnTo>
                    <a:pt x="116" y="192"/>
                  </a:lnTo>
                  <a:lnTo>
                    <a:pt x="116" y="192"/>
                  </a:lnTo>
                  <a:lnTo>
                    <a:pt x="116" y="192"/>
                  </a:lnTo>
                  <a:lnTo>
                    <a:pt x="116" y="192"/>
                  </a:lnTo>
                  <a:lnTo>
                    <a:pt x="116" y="192"/>
                  </a:lnTo>
                  <a:lnTo>
                    <a:pt x="116" y="192"/>
                  </a:lnTo>
                  <a:lnTo>
                    <a:pt x="117" y="192"/>
                  </a:lnTo>
                  <a:lnTo>
                    <a:pt x="117" y="192"/>
                  </a:lnTo>
                  <a:lnTo>
                    <a:pt x="117" y="192"/>
                  </a:lnTo>
                  <a:lnTo>
                    <a:pt x="117" y="192"/>
                  </a:lnTo>
                  <a:lnTo>
                    <a:pt x="117" y="192"/>
                  </a:lnTo>
                  <a:lnTo>
                    <a:pt x="117" y="192"/>
                  </a:lnTo>
                  <a:lnTo>
                    <a:pt x="117" y="192"/>
                  </a:lnTo>
                  <a:lnTo>
                    <a:pt x="117" y="192"/>
                  </a:lnTo>
                  <a:lnTo>
                    <a:pt x="119" y="192"/>
                  </a:lnTo>
                  <a:lnTo>
                    <a:pt x="119" y="192"/>
                  </a:lnTo>
                  <a:lnTo>
                    <a:pt x="119" y="192"/>
                  </a:lnTo>
                  <a:lnTo>
                    <a:pt x="119" y="192"/>
                  </a:lnTo>
                  <a:lnTo>
                    <a:pt x="119" y="192"/>
                  </a:lnTo>
                  <a:lnTo>
                    <a:pt x="119" y="192"/>
                  </a:lnTo>
                  <a:lnTo>
                    <a:pt x="119" y="192"/>
                  </a:lnTo>
                  <a:lnTo>
                    <a:pt x="119" y="192"/>
                  </a:lnTo>
                  <a:lnTo>
                    <a:pt x="119" y="192"/>
                  </a:lnTo>
                  <a:lnTo>
                    <a:pt x="119" y="192"/>
                  </a:lnTo>
                  <a:lnTo>
                    <a:pt x="119" y="192"/>
                  </a:lnTo>
                  <a:lnTo>
                    <a:pt x="119" y="192"/>
                  </a:lnTo>
                  <a:lnTo>
                    <a:pt x="119" y="192"/>
                  </a:lnTo>
                  <a:lnTo>
                    <a:pt x="119" y="192"/>
                  </a:lnTo>
                  <a:lnTo>
                    <a:pt x="119" y="192"/>
                  </a:lnTo>
                  <a:lnTo>
                    <a:pt x="119" y="192"/>
                  </a:lnTo>
                  <a:lnTo>
                    <a:pt x="119" y="191"/>
                  </a:lnTo>
                  <a:lnTo>
                    <a:pt x="119" y="191"/>
                  </a:lnTo>
                  <a:lnTo>
                    <a:pt x="119" y="191"/>
                  </a:lnTo>
                  <a:lnTo>
                    <a:pt x="119" y="191"/>
                  </a:lnTo>
                  <a:lnTo>
                    <a:pt x="120" y="191"/>
                  </a:lnTo>
                  <a:lnTo>
                    <a:pt x="120" y="191"/>
                  </a:lnTo>
                  <a:lnTo>
                    <a:pt x="120" y="191"/>
                  </a:lnTo>
                  <a:lnTo>
                    <a:pt x="120" y="191"/>
                  </a:lnTo>
                  <a:lnTo>
                    <a:pt x="121" y="190"/>
                  </a:lnTo>
                  <a:lnTo>
                    <a:pt x="121" y="190"/>
                  </a:lnTo>
                  <a:lnTo>
                    <a:pt x="121" y="190"/>
                  </a:lnTo>
                  <a:lnTo>
                    <a:pt x="121" y="190"/>
                  </a:lnTo>
                  <a:lnTo>
                    <a:pt x="123" y="190"/>
                  </a:lnTo>
                  <a:lnTo>
                    <a:pt x="123" y="190"/>
                  </a:lnTo>
                  <a:lnTo>
                    <a:pt x="123" y="190"/>
                  </a:lnTo>
                  <a:lnTo>
                    <a:pt x="123" y="190"/>
                  </a:lnTo>
                  <a:lnTo>
                    <a:pt x="125" y="189"/>
                  </a:lnTo>
                  <a:lnTo>
                    <a:pt x="125" y="191"/>
                  </a:lnTo>
                  <a:lnTo>
                    <a:pt x="125" y="191"/>
                  </a:lnTo>
                  <a:lnTo>
                    <a:pt x="125" y="191"/>
                  </a:lnTo>
                  <a:lnTo>
                    <a:pt x="125" y="191"/>
                  </a:lnTo>
                  <a:lnTo>
                    <a:pt x="125" y="192"/>
                  </a:lnTo>
                  <a:lnTo>
                    <a:pt x="125" y="192"/>
                  </a:lnTo>
                  <a:lnTo>
                    <a:pt x="125" y="192"/>
                  </a:lnTo>
                  <a:lnTo>
                    <a:pt x="127" y="192"/>
                  </a:lnTo>
                  <a:lnTo>
                    <a:pt x="127" y="194"/>
                  </a:lnTo>
                  <a:lnTo>
                    <a:pt x="127" y="194"/>
                  </a:lnTo>
                  <a:lnTo>
                    <a:pt x="127" y="194"/>
                  </a:lnTo>
                  <a:lnTo>
                    <a:pt x="127" y="194"/>
                  </a:lnTo>
                  <a:lnTo>
                    <a:pt x="127" y="194"/>
                  </a:lnTo>
                  <a:lnTo>
                    <a:pt x="127" y="194"/>
                  </a:lnTo>
                  <a:lnTo>
                    <a:pt x="127" y="194"/>
                  </a:lnTo>
                  <a:lnTo>
                    <a:pt x="128" y="194"/>
                  </a:lnTo>
                  <a:lnTo>
                    <a:pt x="128" y="194"/>
                  </a:lnTo>
                  <a:lnTo>
                    <a:pt x="128" y="194"/>
                  </a:lnTo>
                  <a:lnTo>
                    <a:pt x="128" y="194"/>
                  </a:lnTo>
                  <a:lnTo>
                    <a:pt x="128" y="194"/>
                  </a:lnTo>
                  <a:lnTo>
                    <a:pt x="128" y="194"/>
                  </a:lnTo>
                  <a:lnTo>
                    <a:pt x="128" y="194"/>
                  </a:lnTo>
                  <a:lnTo>
                    <a:pt x="128" y="194"/>
                  </a:lnTo>
                  <a:lnTo>
                    <a:pt x="129" y="192"/>
                  </a:lnTo>
                  <a:lnTo>
                    <a:pt x="129" y="192"/>
                  </a:lnTo>
                  <a:lnTo>
                    <a:pt x="129" y="192"/>
                  </a:lnTo>
                  <a:lnTo>
                    <a:pt x="129" y="192"/>
                  </a:lnTo>
                  <a:lnTo>
                    <a:pt x="129" y="190"/>
                  </a:lnTo>
                  <a:lnTo>
                    <a:pt x="129" y="190"/>
                  </a:lnTo>
                  <a:lnTo>
                    <a:pt x="129" y="189"/>
                  </a:lnTo>
                  <a:lnTo>
                    <a:pt x="129" y="189"/>
                  </a:lnTo>
                  <a:lnTo>
                    <a:pt x="129" y="188"/>
                  </a:lnTo>
                  <a:lnTo>
                    <a:pt x="129" y="188"/>
                  </a:lnTo>
                  <a:lnTo>
                    <a:pt x="129" y="188"/>
                  </a:lnTo>
                  <a:lnTo>
                    <a:pt x="129" y="188"/>
                  </a:lnTo>
                  <a:lnTo>
                    <a:pt x="130" y="188"/>
                  </a:lnTo>
                  <a:lnTo>
                    <a:pt x="130" y="188"/>
                  </a:lnTo>
                  <a:lnTo>
                    <a:pt x="130" y="188"/>
                  </a:lnTo>
                  <a:lnTo>
                    <a:pt x="130" y="188"/>
                  </a:lnTo>
                  <a:lnTo>
                    <a:pt x="132" y="188"/>
                  </a:lnTo>
                  <a:lnTo>
                    <a:pt x="132" y="189"/>
                  </a:lnTo>
                  <a:lnTo>
                    <a:pt x="132" y="189"/>
                  </a:lnTo>
                  <a:lnTo>
                    <a:pt x="132" y="189"/>
                  </a:lnTo>
                  <a:lnTo>
                    <a:pt x="134" y="189"/>
                  </a:lnTo>
                  <a:lnTo>
                    <a:pt x="134" y="189"/>
                  </a:lnTo>
                  <a:lnTo>
                    <a:pt x="135" y="189"/>
                  </a:lnTo>
                  <a:lnTo>
                    <a:pt x="135" y="189"/>
                  </a:lnTo>
                  <a:lnTo>
                    <a:pt x="137" y="189"/>
                  </a:lnTo>
                  <a:lnTo>
                    <a:pt x="137" y="191"/>
                  </a:lnTo>
                  <a:lnTo>
                    <a:pt x="137" y="191"/>
                  </a:lnTo>
                  <a:lnTo>
                    <a:pt x="137" y="191"/>
                  </a:lnTo>
                  <a:lnTo>
                    <a:pt x="137" y="191"/>
                  </a:lnTo>
                  <a:lnTo>
                    <a:pt x="137" y="192"/>
                  </a:lnTo>
                  <a:lnTo>
                    <a:pt x="137" y="192"/>
                  </a:lnTo>
                  <a:lnTo>
                    <a:pt x="137" y="192"/>
                  </a:lnTo>
                  <a:lnTo>
                    <a:pt x="139" y="192"/>
                  </a:lnTo>
                  <a:lnTo>
                    <a:pt x="139" y="194"/>
                  </a:lnTo>
                  <a:lnTo>
                    <a:pt x="139" y="194"/>
                  </a:lnTo>
                  <a:lnTo>
                    <a:pt x="139" y="194"/>
                  </a:lnTo>
                  <a:lnTo>
                    <a:pt x="141" y="194"/>
                  </a:lnTo>
                  <a:lnTo>
                    <a:pt x="141" y="194"/>
                  </a:lnTo>
                  <a:lnTo>
                    <a:pt x="141" y="194"/>
                  </a:lnTo>
                  <a:lnTo>
                    <a:pt x="141" y="194"/>
                  </a:lnTo>
                  <a:lnTo>
                    <a:pt x="143" y="194"/>
                  </a:lnTo>
                  <a:lnTo>
                    <a:pt x="143" y="196"/>
                  </a:lnTo>
                  <a:lnTo>
                    <a:pt x="143" y="196"/>
                  </a:lnTo>
                  <a:lnTo>
                    <a:pt x="143" y="196"/>
                  </a:lnTo>
                  <a:lnTo>
                    <a:pt x="144" y="196"/>
                  </a:lnTo>
                  <a:lnTo>
                    <a:pt x="144" y="198"/>
                  </a:lnTo>
                  <a:lnTo>
                    <a:pt x="144" y="198"/>
                  </a:lnTo>
                  <a:lnTo>
                    <a:pt x="144" y="198"/>
                  </a:lnTo>
                  <a:lnTo>
                    <a:pt x="145" y="198"/>
                  </a:lnTo>
                  <a:lnTo>
                    <a:pt x="145" y="200"/>
                  </a:lnTo>
                  <a:lnTo>
                    <a:pt x="145" y="200"/>
                  </a:lnTo>
                  <a:lnTo>
                    <a:pt x="145" y="200"/>
                  </a:lnTo>
                  <a:lnTo>
                    <a:pt x="147" y="200"/>
                  </a:lnTo>
                  <a:lnTo>
                    <a:pt x="147" y="201"/>
                  </a:lnTo>
                  <a:lnTo>
                    <a:pt x="148" y="201"/>
                  </a:lnTo>
                  <a:lnTo>
                    <a:pt x="148" y="201"/>
                  </a:lnTo>
                  <a:lnTo>
                    <a:pt x="150" y="201"/>
                  </a:lnTo>
                  <a:lnTo>
                    <a:pt x="150" y="201"/>
                  </a:lnTo>
                  <a:lnTo>
                    <a:pt x="150" y="200"/>
                  </a:lnTo>
                  <a:lnTo>
                    <a:pt x="150" y="200"/>
                  </a:lnTo>
                  <a:lnTo>
                    <a:pt x="151" y="198"/>
                  </a:lnTo>
                  <a:lnTo>
                    <a:pt x="151" y="198"/>
                  </a:lnTo>
                  <a:lnTo>
                    <a:pt x="151" y="196"/>
                  </a:lnTo>
                  <a:lnTo>
                    <a:pt x="151" y="196"/>
                  </a:lnTo>
                  <a:lnTo>
                    <a:pt x="152" y="194"/>
                  </a:lnTo>
                  <a:lnTo>
                    <a:pt x="152" y="194"/>
                  </a:lnTo>
                  <a:lnTo>
                    <a:pt x="152" y="192"/>
                  </a:lnTo>
                  <a:lnTo>
                    <a:pt x="152" y="192"/>
                  </a:lnTo>
                  <a:lnTo>
                    <a:pt x="152" y="191"/>
                  </a:lnTo>
                  <a:lnTo>
                    <a:pt x="152" y="191"/>
                  </a:lnTo>
                  <a:lnTo>
                    <a:pt x="152" y="190"/>
                  </a:lnTo>
                  <a:lnTo>
                    <a:pt x="152" y="190"/>
                  </a:lnTo>
                  <a:lnTo>
                    <a:pt x="152" y="188"/>
                  </a:lnTo>
                  <a:lnTo>
                    <a:pt x="150" y="188"/>
                  </a:lnTo>
                  <a:lnTo>
                    <a:pt x="150" y="188"/>
                  </a:lnTo>
                  <a:lnTo>
                    <a:pt x="150" y="188"/>
                  </a:lnTo>
                  <a:lnTo>
                    <a:pt x="150" y="188"/>
                  </a:lnTo>
                  <a:lnTo>
                    <a:pt x="148" y="188"/>
                  </a:lnTo>
                  <a:lnTo>
                    <a:pt x="148" y="188"/>
                  </a:lnTo>
                  <a:lnTo>
                    <a:pt x="148" y="188"/>
                  </a:lnTo>
                  <a:lnTo>
                    <a:pt x="148" y="186"/>
                  </a:lnTo>
                  <a:lnTo>
                    <a:pt x="146" y="186"/>
                  </a:lnTo>
                  <a:lnTo>
                    <a:pt x="146" y="186"/>
                  </a:lnTo>
                  <a:lnTo>
                    <a:pt x="146" y="186"/>
                  </a:lnTo>
                  <a:lnTo>
                    <a:pt x="146" y="186"/>
                  </a:lnTo>
                  <a:lnTo>
                    <a:pt x="145" y="186"/>
                  </a:lnTo>
                  <a:lnTo>
                    <a:pt x="145" y="186"/>
                  </a:lnTo>
                  <a:lnTo>
                    <a:pt x="145" y="186"/>
                  </a:lnTo>
                  <a:lnTo>
                    <a:pt x="145" y="186"/>
                  </a:lnTo>
                  <a:lnTo>
                    <a:pt x="145" y="186"/>
                  </a:lnTo>
                  <a:lnTo>
                    <a:pt x="145" y="186"/>
                  </a:lnTo>
                  <a:lnTo>
                    <a:pt x="145" y="186"/>
                  </a:lnTo>
                  <a:lnTo>
                    <a:pt x="145" y="185"/>
                  </a:lnTo>
                  <a:lnTo>
                    <a:pt x="145" y="185"/>
                  </a:lnTo>
                  <a:lnTo>
                    <a:pt x="145" y="185"/>
                  </a:lnTo>
                  <a:lnTo>
                    <a:pt x="145" y="185"/>
                  </a:lnTo>
                  <a:lnTo>
                    <a:pt x="145" y="184"/>
                  </a:lnTo>
                  <a:lnTo>
                    <a:pt x="145" y="184"/>
                  </a:lnTo>
                  <a:lnTo>
                    <a:pt x="145" y="184"/>
                  </a:lnTo>
                  <a:lnTo>
                    <a:pt x="145" y="184"/>
                  </a:lnTo>
                  <a:lnTo>
                    <a:pt x="145" y="182"/>
                  </a:lnTo>
                  <a:lnTo>
                    <a:pt x="145" y="182"/>
                  </a:lnTo>
                  <a:lnTo>
                    <a:pt x="145" y="182"/>
                  </a:lnTo>
                  <a:lnTo>
                    <a:pt x="145" y="182"/>
                  </a:lnTo>
                  <a:lnTo>
                    <a:pt x="145" y="179"/>
                  </a:lnTo>
                  <a:lnTo>
                    <a:pt x="145" y="179"/>
                  </a:lnTo>
                  <a:lnTo>
                    <a:pt x="145" y="179"/>
                  </a:lnTo>
                  <a:lnTo>
                    <a:pt x="145" y="179"/>
                  </a:lnTo>
                  <a:lnTo>
                    <a:pt x="145" y="179"/>
                  </a:lnTo>
                  <a:lnTo>
                    <a:pt x="145" y="179"/>
                  </a:lnTo>
                  <a:lnTo>
                    <a:pt x="145" y="179"/>
                  </a:lnTo>
                  <a:lnTo>
                    <a:pt x="145" y="179"/>
                  </a:lnTo>
                  <a:lnTo>
                    <a:pt x="145" y="177"/>
                  </a:lnTo>
                  <a:lnTo>
                    <a:pt x="145" y="177"/>
                  </a:lnTo>
                  <a:lnTo>
                    <a:pt x="145" y="177"/>
                  </a:lnTo>
                  <a:lnTo>
                    <a:pt x="145" y="177"/>
                  </a:lnTo>
                  <a:lnTo>
                    <a:pt x="145" y="176"/>
                  </a:lnTo>
                  <a:lnTo>
                    <a:pt x="145" y="176"/>
                  </a:lnTo>
                  <a:lnTo>
                    <a:pt x="145" y="176"/>
                  </a:lnTo>
                  <a:lnTo>
                    <a:pt x="145" y="176"/>
                  </a:lnTo>
                  <a:lnTo>
                    <a:pt x="145" y="174"/>
                  </a:lnTo>
                  <a:lnTo>
                    <a:pt x="144" y="174"/>
                  </a:lnTo>
                  <a:lnTo>
                    <a:pt x="144" y="174"/>
                  </a:lnTo>
                  <a:lnTo>
                    <a:pt x="142" y="174"/>
                  </a:lnTo>
                  <a:lnTo>
                    <a:pt x="142" y="174"/>
                  </a:lnTo>
                  <a:lnTo>
                    <a:pt x="140" y="174"/>
                  </a:lnTo>
                  <a:lnTo>
                    <a:pt x="140" y="174"/>
                  </a:lnTo>
                  <a:lnTo>
                    <a:pt x="139" y="174"/>
                  </a:lnTo>
                  <a:lnTo>
                    <a:pt x="139" y="174"/>
                  </a:lnTo>
                  <a:lnTo>
                    <a:pt x="137" y="174"/>
                  </a:lnTo>
                  <a:lnTo>
                    <a:pt x="137" y="174"/>
                  </a:lnTo>
                  <a:lnTo>
                    <a:pt x="136" y="174"/>
                  </a:lnTo>
                  <a:lnTo>
                    <a:pt x="136" y="172"/>
                  </a:lnTo>
                  <a:lnTo>
                    <a:pt x="135" y="172"/>
                  </a:lnTo>
                  <a:lnTo>
                    <a:pt x="135" y="172"/>
                  </a:lnTo>
                  <a:lnTo>
                    <a:pt x="135" y="172"/>
                  </a:lnTo>
                  <a:lnTo>
                    <a:pt x="135" y="170"/>
                  </a:lnTo>
                  <a:lnTo>
                    <a:pt x="134" y="170"/>
                  </a:lnTo>
                  <a:lnTo>
                    <a:pt x="134" y="170"/>
                  </a:lnTo>
                  <a:lnTo>
                    <a:pt x="134" y="170"/>
                  </a:lnTo>
                  <a:lnTo>
                    <a:pt x="134" y="170"/>
                  </a:lnTo>
                  <a:lnTo>
                    <a:pt x="134" y="170"/>
                  </a:lnTo>
                  <a:lnTo>
                    <a:pt x="134" y="170"/>
                  </a:lnTo>
                  <a:lnTo>
                    <a:pt x="134" y="170"/>
                  </a:lnTo>
                  <a:lnTo>
                    <a:pt x="134" y="168"/>
                  </a:lnTo>
                  <a:lnTo>
                    <a:pt x="134" y="168"/>
                  </a:lnTo>
                  <a:lnTo>
                    <a:pt x="134" y="168"/>
                  </a:lnTo>
                  <a:lnTo>
                    <a:pt x="134" y="168"/>
                  </a:lnTo>
                  <a:lnTo>
                    <a:pt x="134" y="167"/>
                  </a:lnTo>
                  <a:lnTo>
                    <a:pt x="134" y="167"/>
                  </a:lnTo>
                  <a:lnTo>
                    <a:pt x="134" y="167"/>
                  </a:lnTo>
                  <a:lnTo>
                    <a:pt x="134" y="167"/>
                  </a:lnTo>
                  <a:lnTo>
                    <a:pt x="134" y="164"/>
                  </a:lnTo>
                  <a:lnTo>
                    <a:pt x="134" y="164"/>
                  </a:lnTo>
                  <a:lnTo>
                    <a:pt x="134" y="164"/>
                  </a:lnTo>
                  <a:lnTo>
                    <a:pt x="134" y="164"/>
                  </a:lnTo>
                  <a:lnTo>
                    <a:pt x="135" y="164"/>
                  </a:lnTo>
                  <a:lnTo>
                    <a:pt x="135" y="164"/>
                  </a:lnTo>
                  <a:lnTo>
                    <a:pt x="136" y="164"/>
                  </a:lnTo>
                  <a:lnTo>
                    <a:pt x="136" y="164"/>
                  </a:lnTo>
                  <a:lnTo>
                    <a:pt x="138" y="164"/>
                  </a:lnTo>
                  <a:lnTo>
                    <a:pt x="138" y="165"/>
                  </a:lnTo>
                  <a:lnTo>
                    <a:pt x="138" y="165"/>
                  </a:lnTo>
                  <a:lnTo>
                    <a:pt x="138" y="165"/>
                  </a:lnTo>
                  <a:lnTo>
                    <a:pt x="140" y="165"/>
                  </a:lnTo>
                  <a:lnTo>
                    <a:pt x="140" y="165"/>
                  </a:lnTo>
                  <a:lnTo>
                    <a:pt x="141" y="165"/>
                  </a:lnTo>
                  <a:lnTo>
                    <a:pt x="141" y="165"/>
                  </a:lnTo>
                  <a:lnTo>
                    <a:pt x="143" y="165"/>
                  </a:lnTo>
                  <a:lnTo>
                    <a:pt x="143" y="167"/>
                  </a:lnTo>
                  <a:lnTo>
                    <a:pt x="143" y="167"/>
                  </a:lnTo>
                  <a:lnTo>
                    <a:pt x="143" y="167"/>
                  </a:lnTo>
                  <a:lnTo>
                    <a:pt x="144" y="167"/>
                  </a:lnTo>
                  <a:lnTo>
                    <a:pt x="144" y="169"/>
                  </a:lnTo>
                  <a:lnTo>
                    <a:pt x="144" y="169"/>
                  </a:lnTo>
                  <a:lnTo>
                    <a:pt x="144" y="169"/>
                  </a:lnTo>
                  <a:lnTo>
                    <a:pt x="145" y="169"/>
                  </a:lnTo>
                  <a:lnTo>
                    <a:pt x="145" y="171"/>
                  </a:lnTo>
                  <a:lnTo>
                    <a:pt x="145" y="171"/>
                  </a:lnTo>
                  <a:lnTo>
                    <a:pt x="145" y="171"/>
                  </a:lnTo>
                  <a:lnTo>
                    <a:pt x="147" y="171"/>
                  </a:lnTo>
                  <a:lnTo>
                    <a:pt x="147" y="173"/>
                  </a:lnTo>
                  <a:lnTo>
                    <a:pt x="148" y="173"/>
                  </a:lnTo>
                  <a:lnTo>
                    <a:pt x="148" y="173"/>
                  </a:lnTo>
                  <a:lnTo>
                    <a:pt x="150" y="173"/>
                  </a:lnTo>
                  <a:lnTo>
                    <a:pt x="150" y="175"/>
                  </a:lnTo>
                  <a:lnTo>
                    <a:pt x="150" y="175"/>
                  </a:lnTo>
                  <a:lnTo>
                    <a:pt x="150" y="175"/>
                  </a:lnTo>
                  <a:lnTo>
                    <a:pt x="151" y="175"/>
                  </a:lnTo>
                  <a:lnTo>
                    <a:pt x="151" y="175"/>
                  </a:lnTo>
                  <a:lnTo>
                    <a:pt x="151" y="175"/>
                  </a:lnTo>
                  <a:lnTo>
                    <a:pt x="151" y="175"/>
                  </a:lnTo>
                  <a:lnTo>
                    <a:pt x="152" y="175"/>
                  </a:lnTo>
                  <a:lnTo>
                    <a:pt x="152" y="176"/>
                  </a:lnTo>
                  <a:lnTo>
                    <a:pt x="152" y="176"/>
                  </a:lnTo>
                  <a:lnTo>
                    <a:pt x="152" y="176"/>
                  </a:lnTo>
                  <a:lnTo>
                    <a:pt x="153" y="176"/>
                  </a:lnTo>
                  <a:lnTo>
                    <a:pt x="153" y="176"/>
                  </a:lnTo>
                  <a:lnTo>
                    <a:pt x="153" y="176"/>
                  </a:lnTo>
                  <a:lnTo>
                    <a:pt x="153" y="176"/>
                  </a:lnTo>
                  <a:lnTo>
                    <a:pt x="155" y="176"/>
                  </a:lnTo>
                  <a:lnTo>
                    <a:pt x="155" y="178"/>
                  </a:lnTo>
                  <a:lnTo>
                    <a:pt x="155" y="178"/>
                  </a:lnTo>
                  <a:lnTo>
                    <a:pt x="155" y="178"/>
                  </a:lnTo>
                  <a:lnTo>
                    <a:pt x="155" y="178"/>
                  </a:lnTo>
                  <a:lnTo>
                    <a:pt x="155" y="179"/>
                  </a:lnTo>
                  <a:lnTo>
                    <a:pt x="155" y="179"/>
                  </a:lnTo>
                  <a:lnTo>
                    <a:pt x="155" y="179"/>
                  </a:lnTo>
                  <a:lnTo>
                    <a:pt x="157" y="179"/>
                  </a:lnTo>
                  <a:lnTo>
                    <a:pt x="157" y="182"/>
                  </a:lnTo>
                  <a:lnTo>
                    <a:pt x="157" y="182"/>
                  </a:lnTo>
                  <a:lnTo>
                    <a:pt x="157" y="182"/>
                  </a:lnTo>
                  <a:lnTo>
                    <a:pt x="158" y="182"/>
                  </a:lnTo>
                  <a:lnTo>
                    <a:pt x="158" y="182"/>
                  </a:lnTo>
                  <a:lnTo>
                    <a:pt x="158" y="182"/>
                  </a:lnTo>
                  <a:lnTo>
                    <a:pt x="158" y="182"/>
                  </a:lnTo>
                  <a:lnTo>
                    <a:pt x="160" y="182"/>
                  </a:lnTo>
                  <a:lnTo>
                    <a:pt x="160" y="182"/>
                  </a:lnTo>
                  <a:lnTo>
                    <a:pt x="160" y="182"/>
                  </a:lnTo>
                  <a:lnTo>
                    <a:pt x="160" y="182"/>
                  </a:lnTo>
                  <a:lnTo>
                    <a:pt x="162" y="182"/>
                  </a:lnTo>
                  <a:lnTo>
                    <a:pt x="162" y="182"/>
                  </a:lnTo>
                  <a:lnTo>
                    <a:pt x="162" y="182"/>
                  </a:lnTo>
                  <a:lnTo>
                    <a:pt x="162" y="182"/>
                  </a:lnTo>
                  <a:lnTo>
                    <a:pt x="164" y="181"/>
                  </a:lnTo>
                  <a:lnTo>
                    <a:pt x="164" y="181"/>
                  </a:lnTo>
                  <a:lnTo>
                    <a:pt x="164" y="181"/>
                  </a:lnTo>
                  <a:lnTo>
                    <a:pt x="164" y="181"/>
                  </a:lnTo>
                  <a:lnTo>
                    <a:pt x="166" y="180"/>
                  </a:lnTo>
                  <a:lnTo>
                    <a:pt x="166" y="180"/>
                  </a:lnTo>
                  <a:lnTo>
                    <a:pt x="166" y="180"/>
                  </a:lnTo>
                  <a:lnTo>
                    <a:pt x="166" y="180"/>
                  </a:lnTo>
                  <a:lnTo>
                    <a:pt x="167" y="179"/>
                  </a:lnTo>
                  <a:lnTo>
                    <a:pt x="167" y="179"/>
                  </a:lnTo>
                  <a:lnTo>
                    <a:pt x="167" y="179"/>
                  </a:lnTo>
                  <a:lnTo>
                    <a:pt x="167" y="179"/>
                  </a:lnTo>
                  <a:lnTo>
                    <a:pt x="167" y="179"/>
                  </a:lnTo>
                  <a:lnTo>
                    <a:pt x="167" y="179"/>
                  </a:lnTo>
                  <a:lnTo>
                    <a:pt x="167" y="179"/>
                  </a:lnTo>
                  <a:lnTo>
                    <a:pt x="167" y="179"/>
                  </a:lnTo>
                  <a:lnTo>
                    <a:pt x="167" y="178"/>
                  </a:lnTo>
                  <a:lnTo>
                    <a:pt x="167" y="178"/>
                  </a:lnTo>
                  <a:lnTo>
                    <a:pt x="167" y="178"/>
                  </a:lnTo>
                  <a:lnTo>
                    <a:pt x="167" y="178"/>
                  </a:lnTo>
                  <a:lnTo>
                    <a:pt x="167" y="176"/>
                  </a:lnTo>
                  <a:lnTo>
                    <a:pt x="167" y="176"/>
                  </a:lnTo>
                  <a:lnTo>
                    <a:pt x="167" y="176"/>
                  </a:lnTo>
                  <a:lnTo>
                    <a:pt x="167" y="176"/>
                  </a:lnTo>
                  <a:lnTo>
                    <a:pt x="167" y="175"/>
                  </a:lnTo>
                  <a:lnTo>
                    <a:pt x="166" y="175"/>
                  </a:lnTo>
                  <a:lnTo>
                    <a:pt x="166" y="175"/>
                  </a:lnTo>
                  <a:lnTo>
                    <a:pt x="166" y="175"/>
                  </a:lnTo>
                  <a:lnTo>
                    <a:pt x="166" y="175"/>
                  </a:lnTo>
                  <a:lnTo>
                    <a:pt x="164" y="175"/>
                  </a:lnTo>
                  <a:lnTo>
                    <a:pt x="164" y="175"/>
                  </a:lnTo>
                  <a:lnTo>
                    <a:pt x="164" y="175"/>
                  </a:lnTo>
                  <a:lnTo>
                    <a:pt x="164" y="174"/>
                  </a:lnTo>
                  <a:lnTo>
                    <a:pt x="162" y="174"/>
                  </a:lnTo>
                  <a:lnTo>
                    <a:pt x="162" y="174"/>
                  </a:lnTo>
                  <a:lnTo>
                    <a:pt x="162" y="174"/>
                  </a:lnTo>
                  <a:lnTo>
                    <a:pt x="162" y="174"/>
                  </a:lnTo>
                  <a:lnTo>
                    <a:pt x="160" y="174"/>
                  </a:lnTo>
                  <a:lnTo>
                    <a:pt x="160" y="174"/>
                  </a:lnTo>
                  <a:lnTo>
                    <a:pt x="160" y="174"/>
                  </a:lnTo>
                  <a:lnTo>
                    <a:pt x="160" y="173"/>
                  </a:lnTo>
                  <a:lnTo>
                    <a:pt x="158" y="173"/>
                  </a:lnTo>
                  <a:lnTo>
                    <a:pt x="158" y="173"/>
                  </a:lnTo>
                  <a:lnTo>
                    <a:pt x="158" y="173"/>
                  </a:lnTo>
                  <a:lnTo>
                    <a:pt x="158" y="172"/>
                  </a:lnTo>
                  <a:lnTo>
                    <a:pt x="156" y="172"/>
                  </a:lnTo>
                  <a:lnTo>
                    <a:pt x="156" y="172"/>
                  </a:lnTo>
                  <a:lnTo>
                    <a:pt x="156" y="172"/>
                  </a:lnTo>
                  <a:lnTo>
                    <a:pt x="156" y="172"/>
                  </a:lnTo>
                  <a:lnTo>
                    <a:pt x="154" y="173"/>
                  </a:lnTo>
                  <a:lnTo>
                    <a:pt x="154" y="173"/>
                  </a:lnTo>
                  <a:lnTo>
                    <a:pt x="154" y="173"/>
                  </a:lnTo>
                  <a:lnTo>
                    <a:pt x="154" y="173"/>
                  </a:lnTo>
                  <a:lnTo>
                    <a:pt x="152" y="173"/>
                  </a:lnTo>
                  <a:lnTo>
                    <a:pt x="152" y="173"/>
                  </a:lnTo>
                  <a:lnTo>
                    <a:pt x="152" y="173"/>
                  </a:lnTo>
                  <a:lnTo>
                    <a:pt x="152" y="173"/>
                  </a:lnTo>
                  <a:lnTo>
                    <a:pt x="151" y="173"/>
                  </a:lnTo>
                  <a:lnTo>
                    <a:pt x="151" y="173"/>
                  </a:lnTo>
                  <a:lnTo>
                    <a:pt x="151" y="173"/>
                  </a:lnTo>
                  <a:lnTo>
                    <a:pt x="151" y="172"/>
                  </a:lnTo>
                  <a:lnTo>
                    <a:pt x="151" y="172"/>
                  </a:lnTo>
                  <a:lnTo>
                    <a:pt x="151" y="172"/>
                  </a:lnTo>
                  <a:lnTo>
                    <a:pt x="151" y="172"/>
                  </a:lnTo>
                  <a:lnTo>
                    <a:pt x="151" y="170"/>
                  </a:lnTo>
                  <a:lnTo>
                    <a:pt x="150" y="170"/>
                  </a:lnTo>
                  <a:lnTo>
                    <a:pt x="150" y="170"/>
                  </a:lnTo>
                  <a:lnTo>
                    <a:pt x="150" y="170"/>
                  </a:lnTo>
                  <a:lnTo>
                    <a:pt x="150" y="169"/>
                  </a:lnTo>
                  <a:lnTo>
                    <a:pt x="150" y="169"/>
                  </a:lnTo>
                  <a:lnTo>
                    <a:pt x="150" y="169"/>
                  </a:lnTo>
                  <a:lnTo>
                    <a:pt x="150" y="169"/>
                  </a:lnTo>
                  <a:lnTo>
                    <a:pt x="150" y="167"/>
                  </a:lnTo>
                  <a:lnTo>
                    <a:pt x="150" y="167"/>
                  </a:lnTo>
                  <a:lnTo>
                    <a:pt x="150" y="167"/>
                  </a:lnTo>
                  <a:lnTo>
                    <a:pt x="150" y="167"/>
                  </a:lnTo>
                  <a:lnTo>
                    <a:pt x="150" y="165"/>
                  </a:lnTo>
                  <a:lnTo>
                    <a:pt x="150" y="165"/>
                  </a:lnTo>
                  <a:lnTo>
                    <a:pt x="150" y="164"/>
                  </a:lnTo>
                  <a:lnTo>
                    <a:pt x="150" y="164"/>
                  </a:lnTo>
                  <a:lnTo>
                    <a:pt x="151" y="162"/>
                  </a:lnTo>
                  <a:lnTo>
                    <a:pt x="151" y="162"/>
                  </a:lnTo>
                  <a:lnTo>
                    <a:pt x="151" y="161"/>
                  </a:lnTo>
                  <a:lnTo>
                    <a:pt x="151" y="161"/>
                  </a:lnTo>
                  <a:lnTo>
                    <a:pt x="151" y="159"/>
                  </a:lnTo>
                  <a:lnTo>
                    <a:pt x="151" y="159"/>
                  </a:lnTo>
                  <a:lnTo>
                    <a:pt x="151" y="157"/>
                  </a:lnTo>
                  <a:lnTo>
                    <a:pt x="151" y="157"/>
                  </a:lnTo>
                  <a:lnTo>
                    <a:pt x="152" y="155"/>
                  </a:lnTo>
                  <a:lnTo>
                    <a:pt x="150" y="155"/>
                  </a:lnTo>
                  <a:lnTo>
                    <a:pt x="150" y="155"/>
                  </a:lnTo>
                  <a:lnTo>
                    <a:pt x="149" y="155"/>
                  </a:lnTo>
                  <a:lnTo>
                    <a:pt x="149" y="155"/>
                  </a:lnTo>
                  <a:lnTo>
                    <a:pt x="147" y="155"/>
                  </a:lnTo>
                  <a:lnTo>
                    <a:pt x="147" y="155"/>
                  </a:lnTo>
                  <a:lnTo>
                    <a:pt x="146" y="155"/>
                  </a:lnTo>
                  <a:lnTo>
                    <a:pt x="146" y="155"/>
                  </a:lnTo>
                  <a:lnTo>
                    <a:pt x="144" y="155"/>
                  </a:lnTo>
                  <a:lnTo>
                    <a:pt x="144" y="155"/>
                  </a:lnTo>
                  <a:lnTo>
                    <a:pt x="143" y="155"/>
                  </a:lnTo>
                  <a:lnTo>
                    <a:pt x="143" y="155"/>
                  </a:lnTo>
                  <a:lnTo>
                    <a:pt x="142" y="155"/>
                  </a:lnTo>
                  <a:lnTo>
                    <a:pt x="142" y="155"/>
                  </a:lnTo>
                  <a:lnTo>
                    <a:pt x="142" y="155"/>
                  </a:lnTo>
                  <a:lnTo>
                    <a:pt x="142" y="154"/>
                  </a:lnTo>
                  <a:lnTo>
                    <a:pt x="139" y="154"/>
                  </a:lnTo>
                  <a:lnTo>
                    <a:pt x="139" y="154"/>
                  </a:lnTo>
                  <a:lnTo>
                    <a:pt x="138" y="154"/>
                  </a:lnTo>
                  <a:lnTo>
                    <a:pt x="138" y="154"/>
                  </a:lnTo>
                  <a:lnTo>
                    <a:pt x="136" y="154"/>
                  </a:lnTo>
                  <a:lnTo>
                    <a:pt x="136" y="154"/>
                  </a:lnTo>
                  <a:lnTo>
                    <a:pt x="136" y="154"/>
                  </a:lnTo>
                  <a:lnTo>
                    <a:pt x="136" y="154"/>
                  </a:lnTo>
                  <a:lnTo>
                    <a:pt x="134" y="154"/>
                  </a:lnTo>
                  <a:lnTo>
                    <a:pt x="134" y="154"/>
                  </a:lnTo>
                  <a:lnTo>
                    <a:pt x="133" y="154"/>
                  </a:lnTo>
                  <a:lnTo>
                    <a:pt x="133" y="154"/>
                  </a:lnTo>
                  <a:lnTo>
                    <a:pt x="131" y="154"/>
                  </a:lnTo>
                  <a:lnTo>
                    <a:pt x="131" y="154"/>
                  </a:lnTo>
                  <a:lnTo>
                    <a:pt x="131" y="154"/>
                  </a:lnTo>
                  <a:lnTo>
                    <a:pt x="131" y="152"/>
                  </a:lnTo>
                  <a:lnTo>
                    <a:pt x="129" y="152"/>
                  </a:lnTo>
                  <a:lnTo>
                    <a:pt x="129" y="152"/>
                  </a:lnTo>
                  <a:lnTo>
                    <a:pt x="127" y="152"/>
                  </a:lnTo>
                  <a:lnTo>
                    <a:pt x="127" y="152"/>
                  </a:lnTo>
                  <a:lnTo>
                    <a:pt x="125" y="152"/>
                  </a:lnTo>
                  <a:lnTo>
                    <a:pt x="125" y="152"/>
                  </a:lnTo>
                  <a:lnTo>
                    <a:pt x="125" y="152"/>
                  </a:lnTo>
                  <a:lnTo>
                    <a:pt x="125" y="150"/>
                  </a:lnTo>
                  <a:lnTo>
                    <a:pt x="123" y="150"/>
                  </a:lnTo>
                  <a:lnTo>
                    <a:pt x="123" y="150"/>
                  </a:lnTo>
                  <a:lnTo>
                    <a:pt x="122" y="150"/>
                  </a:lnTo>
                  <a:lnTo>
                    <a:pt x="122" y="150"/>
                  </a:lnTo>
                  <a:lnTo>
                    <a:pt x="120" y="150"/>
                  </a:lnTo>
                  <a:lnTo>
                    <a:pt x="120" y="150"/>
                  </a:lnTo>
                  <a:lnTo>
                    <a:pt x="120" y="150"/>
                  </a:lnTo>
                  <a:lnTo>
                    <a:pt x="120" y="148"/>
                  </a:lnTo>
                  <a:lnTo>
                    <a:pt x="118" y="148"/>
                  </a:lnTo>
                  <a:lnTo>
                    <a:pt x="118" y="148"/>
                  </a:lnTo>
                  <a:lnTo>
                    <a:pt x="118" y="148"/>
                  </a:lnTo>
                  <a:lnTo>
                    <a:pt x="118" y="147"/>
                  </a:lnTo>
                  <a:lnTo>
                    <a:pt x="117" y="147"/>
                  </a:lnTo>
                  <a:lnTo>
                    <a:pt x="117" y="147"/>
                  </a:lnTo>
                  <a:lnTo>
                    <a:pt x="117" y="147"/>
                  </a:lnTo>
                  <a:lnTo>
                    <a:pt x="117" y="145"/>
                  </a:lnTo>
                  <a:lnTo>
                    <a:pt x="115" y="145"/>
                  </a:lnTo>
                  <a:lnTo>
                    <a:pt x="115" y="145"/>
                  </a:lnTo>
                  <a:lnTo>
                    <a:pt x="115" y="145"/>
                  </a:lnTo>
                  <a:lnTo>
                    <a:pt x="115" y="142"/>
                  </a:lnTo>
                  <a:lnTo>
                    <a:pt x="113" y="142"/>
                  </a:lnTo>
                  <a:lnTo>
                    <a:pt x="113" y="142"/>
                  </a:lnTo>
                  <a:lnTo>
                    <a:pt x="113" y="142"/>
                  </a:lnTo>
                  <a:lnTo>
                    <a:pt x="113" y="141"/>
                  </a:lnTo>
                  <a:lnTo>
                    <a:pt x="111" y="142"/>
                  </a:lnTo>
                  <a:lnTo>
                    <a:pt x="111" y="142"/>
                  </a:lnTo>
                  <a:lnTo>
                    <a:pt x="110" y="142"/>
                  </a:lnTo>
                  <a:lnTo>
                    <a:pt x="110" y="142"/>
                  </a:lnTo>
                  <a:lnTo>
                    <a:pt x="108" y="145"/>
                  </a:lnTo>
                  <a:lnTo>
                    <a:pt x="108" y="145"/>
                  </a:lnTo>
                  <a:lnTo>
                    <a:pt x="108" y="146"/>
                  </a:lnTo>
                  <a:lnTo>
                    <a:pt x="108" y="146"/>
                  </a:lnTo>
                  <a:lnTo>
                    <a:pt x="107" y="148"/>
                  </a:lnTo>
                  <a:lnTo>
                    <a:pt x="107" y="148"/>
                  </a:lnTo>
                  <a:lnTo>
                    <a:pt x="106" y="149"/>
                  </a:lnTo>
                  <a:lnTo>
                    <a:pt x="106" y="149"/>
                  </a:lnTo>
                  <a:lnTo>
                    <a:pt x="104" y="150"/>
                  </a:lnTo>
                  <a:lnTo>
                    <a:pt x="104" y="150"/>
                  </a:lnTo>
                  <a:lnTo>
                    <a:pt x="104" y="150"/>
                  </a:lnTo>
                  <a:lnTo>
                    <a:pt x="104" y="150"/>
                  </a:lnTo>
                  <a:lnTo>
                    <a:pt x="102" y="150"/>
                  </a:lnTo>
                  <a:lnTo>
                    <a:pt x="102" y="150"/>
                  </a:lnTo>
                  <a:lnTo>
                    <a:pt x="102" y="150"/>
                  </a:lnTo>
                  <a:lnTo>
                    <a:pt x="102" y="150"/>
                  </a:lnTo>
                  <a:lnTo>
                    <a:pt x="102" y="150"/>
                  </a:lnTo>
                  <a:lnTo>
                    <a:pt x="102" y="150"/>
                  </a:lnTo>
                  <a:lnTo>
                    <a:pt x="102" y="150"/>
                  </a:lnTo>
                  <a:lnTo>
                    <a:pt x="102" y="148"/>
                  </a:lnTo>
                  <a:lnTo>
                    <a:pt x="102" y="148"/>
                  </a:lnTo>
                  <a:lnTo>
                    <a:pt x="102" y="148"/>
                  </a:lnTo>
                  <a:lnTo>
                    <a:pt x="102" y="148"/>
                  </a:lnTo>
                  <a:lnTo>
                    <a:pt x="102" y="148"/>
                  </a:lnTo>
                  <a:lnTo>
                    <a:pt x="102" y="148"/>
                  </a:lnTo>
                  <a:lnTo>
                    <a:pt x="102" y="148"/>
                  </a:lnTo>
                  <a:lnTo>
                    <a:pt x="102" y="148"/>
                  </a:lnTo>
                  <a:lnTo>
                    <a:pt x="102" y="147"/>
                  </a:lnTo>
                  <a:lnTo>
                    <a:pt x="101" y="147"/>
                  </a:lnTo>
                  <a:lnTo>
                    <a:pt x="101" y="147"/>
                  </a:lnTo>
                  <a:lnTo>
                    <a:pt x="101" y="147"/>
                  </a:lnTo>
                  <a:lnTo>
                    <a:pt x="101" y="145"/>
                  </a:lnTo>
                  <a:lnTo>
                    <a:pt x="101" y="145"/>
                  </a:lnTo>
                  <a:lnTo>
                    <a:pt x="101" y="145"/>
                  </a:lnTo>
                  <a:lnTo>
                    <a:pt x="101" y="145"/>
                  </a:lnTo>
                  <a:lnTo>
                    <a:pt x="101" y="143"/>
                  </a:lnTo>
                  <a:lnTo>
                    <a:pt x="101" y="143"/>
                  </a:lnTo>
                  <a:lnTo>
                    <a:pt x="101" y="143"/>
                  </a:lnTo>
                  <a:lnTo>
                    <a:pt x="101" y="143"/>
                  </a:lnTo>
                  <a:lnTo>
                    <a:pt x="101" y="142"/>
                  </a:lnTo>
                  <a:lnTo>
                    <a:pt x="101" y="142"/>
                  </a:lnTo>
                  <a:lnTo>
                    <a:pt x="101" y="142"/>
                  </a:lnTo>
                  <a:lnTo>
                    <a:pt x="101" y="142"/>
                  </a:lnTo>
                  <a:lnTo>
                    <a:pt x="101" y="141"/>
                  </a:lnTo>
                  <a:lnTo>
                    <a:pt x="99" y="141"/>
                  </a:lnTo>
                  <a:lnTo>
                    <a:pt x="99" y="141"/>
                  </a:lnTo>
                  <a:lnTo>
                    <a:pt x="99" y="141"/>
                  </a:lnTo>
                  <a:lnTo>
                    <a:pt x="99" y="140"/>
                  </a:lnTo>
                  <a:lnTo>
                    <a:pt x="99" y="140"/>
                  </a:lnTo>
                  <a:lnTo>
                    <a:pt x="99" y="140"/>
                  </a:lnTo>
                  <a:lnTo>
                    <a:pt x="99" y="140"/>
                  </a:lnTo>
                  <a:lnTo>
                    <a:pt x="99" y="138"/>
                  </a:lnTo>
                  <a:lnTo>
                    <a:pt x="98" y="138"/>
                  </a:lnTo>
                  <a:lnTo>
                    <a:pt x="98" y="138"/>
                  </a:lnTo>
                  <a:lnTo>
                    <a:pt x="98" y="138"/>
                  </a:lnTo>
                  <a:lnTo>
                    <a:pt x="98" y="138"/>
                  </a:lnTo>
                  <a:lnTo>
                    <a:pt x="98" y="138"/>
                  </a:lnTo>
                  <a:lnTo>
                    <a:pt x="98" y="138"/>
                  </a:lnTo>
                  <a:lnTo>
                    <a:pt x="98" y="138"/>
                  </a:lnTo>
                  <a:lnTo>
                    <a:pt x="98" y="135"/>
                  </a:lnTo>
                  <a:lnTo>
                    <a:pt x="97" y="135"/>
                  </a:lnTo>
                  <a:lnTo>
                    <a:pt x="97" y="135"/>
                  </a:lnTo>
                  <a:lnTo>
                    <a:pt x="97" y="135"/>
                  </a:lnTo>
                  <a:lnTo>
                    <a:pt x="97" y="135"/>
                  </a:lnTo>
                  <a:lnTo>
                    <a:pt x="97" y="135"/>
                  </a:lnTo>
                  <a:lnTo>
                    <a:pt x="97" y="135"/>
                  </a:lnTo>
                  <a:lnTo>
                    <a:pt x="97" y="135"/>
                  </a:lnTo>
                  <a:lnTo>
                    <a:pt x="97" y="133"/>
                  </a:lnTo>
                  <a:lnTo>
                    <a:pt x="97" y="133"/>
                  </a:lnTo>
                  <a:lnTo>
                    <a:pt x="97" y="133"/>
                  </a:lnTo>
                  <a:lnTo>
                    <a:pt x="97" y="133"/>
                  </a:lnTo>
                  <a:lnTo>
                    <a:pt x="97" y="132"/>
                  </a:lnTo>
                  <a:lnTo>
                    <a:pt x="97" y="132"/>
                  </a:lnTo>
                  <a:lnTo>
                    <a:pt x="97" y="132"/>
                  </a:lnTo>
                  <a:lnTo>
                    <a:pt x="97" y="132"/>
                  </a:lnTo>
                  <a:lnTo>
                    <a:pt x="98" y="131"/>
                  </a:lnTo>
                  <a:lnTo>
                    <a:pt x="98" y="132"/>
                  </a:lnTo>
                  <a:lnTo>
                    <a:pt x="98" y="132"/>
                  </a:lnTo>
                  <a:lnTo>
                    <a:pt x="98" y="132"/>
                  </a:lnTo>
                  <a:lnTo>
                    <a:pt x="98" y="132"/>
                  </a:lnTo>
                  <a:lnTo>
                    <a:pt x="98" y="132"/>
                  </a:lnTo>
                  <a:lnTo>
                    <a:pt x="98" y="132"/>
                  </a:lnTo>
                  <a:lnTo>
                    <a:pt x="98" y="132"/>
                  </a:lnTo>
                  <a:lnTo>
                    <a:pt x="100" y="132"/>
                  </a:lnTo>
                  <a:lnTo>
                    <a:pt x="100" y="132"/>
                  </a:lnTo>
                  <a:lnTo>
                    <a:pt x="100" y="132"/>
                  </a:lnTo>
                  <a:lnTo>
                    <a:pt x="100" y="132"/>
                  </a:lnTo>
                  <a:lnTo>
                    <a:pt x="102" y="132"/>
                  </a:lnTo>
                  <a:lnTo>
                    <a:pt x="102" y="132"/>
                  </a:lnTo>
                  <a:lnTo>
                    <a:pt x="102" y="132"/>
                  </a:lnTo>
                  <a:lnTo>
                    <a:pt x="102" y="132"/>
                  </a:lnTo>
                  <a:lnTo>
                    <a:pt x="104" y="132"/>
                  </a:lnTo>
                  <a:lnTo>
                    <a:pt x="104" y="133"/>
                  </a:lnTo>
                  <a:lnTo>
                    <a:pt x="104" y="133"/>
                  </a:lnTo>
                  <a:lnTo>
                    <a:pt x="104" y="133"/>
                  </a:lnTo>
                  <a:lnTo>
                    <a:pt x="104" y="133"/>
                  </a:lnTo>
                  <a:lnTo>
                    <a:pt x="104" y="134"/>
                  </a:lnTo>
                  <a:lnTo>
                    <a:pt x="104" y="134"/>
                  </a:lnTo>
                  <a:lnTo>
                    <a:pt x="104" y="134"/>
                  </a:lnTo>
                  <a:lnTo>
                    <a:pt x="106" y="134"/>
                  </a:lnTo>
                  <a:lnTo>
                    <a:pt x="106" y="135"/>
                  </a:lnTo>
                  <a:lnTo>
                    <a:pt x="106" y="135"/>
                  </a:lnTo>
                  <a:lnTo>
                    <a:pt x="106" y="135"/>
                  </a:lnTo>
                  <a:lnTo>
                    <a:pt x="107" y="135"/>
                  </a:lnTo>
                  <a:lnTo>
                    <a:pt x="107" y="135"/>
                  </a:lnTo>
                  <a:lnTo>
                    <a:pt x="107" y="135"/>
                  </a:lnTo>
                  <a:lnTo>
                    <a:pt x="107" y="135"/>
                  </a:lnTo>
                  <a:lnTo>
                    <a:pt x="108" y="135"/>
                  </a:lnTo>
                  <a:lnTo>
                    <a:pt x="107" y="138"/>
                  </a:lnTo>
                  <a:lnTo>
                    <a:pt x="107" y="138"/>
                  </a:lnTo>
                  <a:lnTo>
                    <a:pt x="107" y="138"/>
                  </a:lnTo>
                  <a:lnTo>
                    <a:pt x="107" y="138"/>
                  </a:lnTo>
                  <a:lnTo>
                    <a:pt x="107" y="140"/>
                  </a:lnTo>
                  <a:lnTo>
                    <a:pt x="107" y="140"/>
                  </a:lnTo>
                  <a:lnTo>
                    <a:pt x="107" y="140"/>
                  </a:lnTo>
                  <a:lnTo>
                    <a:pt x="107" y="140"/>
                  </a:lnTo>
                  <a:lnTo>
                    <a:pt x="107" y="141"/>
                  </a:lnTo>
                  <a:lnTo>
                    <a:pt x="107" y="141"/>
                  </a:lnTo>
                  <a:lnTo>
                    <a:pt x="107" y="141"/>
                  </a:lnTo>
                  <a:lnTo>
                    <a:pt x="107" y="141"/>
                  </a:lnTo>
                  <a:lnTo>
                    <a:pt x="107" y="141"/>
                  </a:lnTo>
                  <a:lnTo>
                    <a:pt x="107" y="141"/>
                  </a:lnTo>
                  <a:lnTo>
                    <a:pt x="107" y="141"/>
                  </a:lnTo>
                  <a:lnTo>
                    <a:pt x="107" y="141"/>
                  </a:lnTo>
                  <a:lnTo>
                    <a:pt x="107" y="141"/>
                  </a:lnTo>
                  <a:lnTo>
                    <a:pt x="107" y="141"/>
                  </a:lnTo>
                  <a:lnTo>
                    <a:pt x="107" y="141"/>
                  </a:lnTo>
                  <a:lnTo>
                    <a:pt x="107" y="141"/>
                  </a:lnTo>
                  <a:lnTo>
                    <a:pt x="107" y="141"/>
                  </a:lnTo>
                  <a:lnTo>
                    <a:pt x="107" y="141"/>
                  </a:lnTo>
                  <a:lnTo>
                    <a:pt x="107" y="141"/>
                  </a:lnTo>
                  <a:lnTo>
                    <a:pt x="108" y="141"/>
                  </a:lnTo>
                  <a:lnTo>
                    <a:pt x="108" y="141"/>
                  </a:lnTo>
                  <a:lnTo>
                    <a:pt x="108" y="141"/>
                  </a:lnTo>
                  <a:lnTo>
                    <a:pt x="108" y="141"/>
                  </a:lnTo>
                  <a:lnTo>
                    <a:pt x="110" y="140"/>
                  </a:lnTo>
                  <a:lnTo>
                    <a:pt x="110" y="140"/>
                  </a:lnTo>
                  <a:lnTo>
                    <a:pt x="110" y="140"/>
                  </a:lnTo>
                  <a:lnTo>
                    <a:pt x="110" y="140"/>
                  </a:lnTo>
                  <a:lnTo>
                    <a:pt x="112" y="138"/>
                  </a:lnTo>
                  <a:lnTo>
                    <a:pt x="112" y="138"/>
                  </a:lnTo>
                  <a:lnTo>
                    <a:pt x="112" y="138"/>
                  </a:lnTo>
                  <a:lnTo>
                    <a:pt x="112" y="138"/>
                  </a:lnTo>
                  <a:lnTo>
                    <a:pt x="112" y="138"/>
                  </a:lnTo>
                  <a:lnTo>
                    <a:pt x="112" y="138"/>
                  </a:lnTo>
                  <a:lnTo>
                    <a:pt x="112" y="138"/>
                  </a:lnTo>
                  <a:lnTo>
                    <a:pt x="112" y="138"/>
                  </a:lnTo>
                  <a:lnTo>
                    <a:pt x="113" y="137"/>
                  </a:lnTo>
                  <a:lnTo>
                    <a:pt x="113" y="137"/>
                  </a:lnTo>
                  <a:lnTo>
                    <a:pt x="113" y="137"/>
                  </a:lnTo>
                  <a:lnTo>
                    <a:pt x="113" y="137"/>
                  </a:lnTo>
                  <a:lnTo>
                    <a:pt x="113" y="136"/>
                  </a:lnTo>
                  <a:lnTo>
                    <a:pt x="113" y="136"/>
                  </a:lnTo>
                  <a:lnTo>
                    <a:pt x="113" y="136"/>
                  </a:lnTo>
                  <a:lnTo>
                    <a:pt x="113" y="136"/>
                  </a:lnTo>
                  <a:lnTo>
                    <a:pt x="114" y="134"/>
                  </a:lnTo>
                  <a:lnTo>
                    <a:pt x="113" y="134"/>
                  </a:lnTo>
                  <a:lnTo>
                    <a:pt x="113" y="134"/>
                  </a:lnTo>
                  <a:lnTo>
                    <a:pt x="113" y="134"/>
                  </a:lnTo>
                  <a:lnTo>
                    <a:pt x="113" y="132"/>
                  </a:lnTo>
                  <a:lnTo>
                    <a:pt x="110" y="132"/>
                  </a:lnTo>
                  <a:lnTo>
                    <a:pt x="110" y="131"/>
                  </a:lnTo>
                  <a:lnTo>
                    <a:pt x="110" y="131"/>
                  </a:lnTo>
                  <a:lnTo>
                    <a:pt x="110" y="129"/>
                  </a:lnTo>
                  <a:lnTo>
                    <a:pt x="108" y="129"/>
                  </a:lnTo>
                  <a:lnTo>
                    <a:pt x="108" y="129"/>
                  </a:lnTo>
                  <a:lnTo>
                    <a:pt x="106" y="129"/>
                  </a:lnTo>
                  <a:lnTo>
                    <a:pt x="106" y="127"/>
                  </a:lnTo>
                  <a:lnTo>
                    <a:pt x="104" y="127"/>
                  </a:lnTo>
                  <a:lnTo>
                    <a:pt x="104" y="127"/>
                  </a:lnTo>
                  <a:lnTo>
                    <a:pt x="104" y="127"/>
                  </a:lnTo>
                  <a:lnTo>
                    <a:pt x="104" y="125"/>
                  </a:lnTo>
                  <a:lnTo>
                    <a:pt x="102" y="125"/>
                  </a:lnTo>
                  <a:lnTo>
                    <a:pt x="102" y="125"/>
                  </a:lnTo>
                  <a:lnTo>
                    <a:pt x="101" y="125"/>
                  </a:lnTo>
                  <a:lnTo>
                    <a:pt x="101" y="125"/>
                  </a:lnTo>
                  <a:lnTo>
                    <a:pt x="99" y="125"/>
                  </a:lnTo>
                  <a:lnTo>
                    <a:pt x="99" y="125"/>
                  </a:lnTo>
                  <a:lnTo>
                    <a:pt x="99" y="125"/>
                  </a:lnTo>
                  <a:lnTo>
                    <a:pt x="99" y="123"/>
                  </a:lnTo>
                  <a:lnTo>
                    <a:pt x="97" y="123"/>
                  </a:lnTo>
                  <a:lnTo>
                    <a:pt x="97" y="123"/>
                  </a:lnTo>
                  <a:lnTo>
                    <a:pt x="96" y="123"/>
                  </a:lnTo>
                  <a:lnTo>
                    <a:pt x="96" y="122"/>
                  </a:lnTo>
                  <a:lnTo>
                    <a:pt x="95" y="122"/>
                  </a:lnTo>
                  <a:lnTo>
                    <a:pt x="95" y="122"/>
                  </a:lnTo>
                  <a:lnTo>
                    <a:pt x="95" y="122"/>
                  </a:lnTo>
                  <a:lnTo>
                    <a:pt x="95" y="120"/>
                  </a:lnTo>
                  <a:lnTo>
                    <a:pt x="93" y="120"/>
                  </a:lnTo>
                  <a:lnTo>
                    <a:pt x="93" y="120"/>
                  </a:lnTo>
                  <a:lnTo>
                    <a:pt x="92" y="120"/>
                  </a:lnTo>
                  <a:lnTo>
                    <a:pt x="92" y="118"/>
                  </a:lnTo>
                  <a:lnTo>
                    <a:pt x="91" y="118"/>
                  </a:lnTo>
                  <a:lnTo>
                    <a:pt x="91" y="117"/>
                  </a:lnTo>
                  <a:lnTo>
                    <a:pt x="91" y="117"/>
                  </a:lnTo>
                  <a:lnTo>
                    <a:pt x="91" y="115"/>
                  </a:lnTo>
                  <a:lnTo>
                    <a:pt x="88" y="115"/>
                  </a:lnTo>
                  <a:lnTo>
                    <a:pt x="88" y="113"/>
                  </a:lnTo>
                  <a:lnTo>
                    <a:pt x="88" y="113"/>
                  </a:lnTo>
                  <a:lnTo>
                    <a:pt x="88" y="111"/>
                  </a:lnTo>
                  <a:lnTo>
                    <a:pt x="86" y="111"/>
                  </a:lnTo>
                  <a:lnTo>
                    <a:pt x="86" y="110"/>
                  </a:lnTo>
                  <a:lnTo>
                    <a:pt x="86" y="110"/>
                  </a:lnTo>
                  <a:lnTo>
                    <a:pt x="86" y="108"/>
                  </a:lnTo>
                  <a:lnTo>
                    <a:pt x="85" y="108"/>
                  </a:lnTo>
                  <a:lnTo>
                    <a:pt x="85" y="108"/>
                  </a:lnTo>
                  <a:lnTo>
                    <a:pt x="85" y="108"/>
                  </a:lnTo>
                  <a:lnTo>
                    <a:pt x="85" y="106"/>
                  </a:lnTo>
                  <a:lnTo>
                    <a:pt x="83" y="106"/>
                  </a:lnTo>
                  <a:lnTo>
                    <a:pt x="83" y="104"/>
                  </a:lnTo>
                  <a:lnTo>
                    <a:pt x="83" y="104"/>
                  </a:lnTo>
                  <a:lnTo>
                    <a:pt x="83" y="103"/>
                  </a:lnTo>
                  <a:lnTo>
                    <a:pt x="81" y="103"/>
                  </a:lnTo>
                  <a:lnTo>
                    <a:pt x="81" y="102"/>
                  </a:lnTo>
                  <a:lnTo>
                    <a:pt x="81" y="102"/>
                  </a:lnTo>
                  <a:lnTo>
                    <a:pt x="81" y="100"/>
                  </a:lnTo>
                  <a:lnTo>
                    <a:pt x="79" y="100"/>
                  </a:lnTo>
                  <a:lnTo>
                    <a:pt x="79" y="99"/>
                  </a:lnTo>
                  <a:lnTo>
                    <a:pt x="79" y="99"/>
                  </a:lnTo>
                  <a:lnTo>
                    <a:pt x="79" y="97"/>
                  </a:lnTo>
                  <a:lnTo>
                    <a:pt x="79" y="97"/>
                  </a:lnTo>
                  <a:lnTo>
                    <a:pt x="79" y="97"/>
                  </a:lnTo>
                  <a:lnTo>
                    <a:pt x="79" y="97"/>
                  </a:lnTo>
                  <a:lnTo>
                    <a:pt x="79" y="96"/>
                  </a:lnTo>
                  <a:lnTo>
                    <a:pt x="79" y="96"/>
                  </a:lnTo>
                  <a:lnTo>
                    <a:pt x="79" y="95"/>
                  </a:lnTo>
                  <a:lnTo>
                    <a:pt x="79" y="95"/>
                  </a:lnTo>
                  <a:lnTo>
                    <a:pt x="79" y="93"/>
                  </a:lnTo>
                  <a:lnTo>
                    <a:pt x="79" y="93"/>
                  </a:lnTo>
                  <a:lnTo>
                    <a:pt x="79" y="93"/>
                  </a:lnTo>
                  <a:lnTo>
                    <a:pt x="79" y="93"/>
                  </a:lnTo>
                  <a:lnTo>
                    <a:pt x="79" y="91"/>
                  </a:lnTo>
                  <a:lnTo>
                    <a:pt x="79" y="91"/>
                  </a:lnTo>
                  <a:lnTo>
                    <a:pt x="79" y="90"/>
                  </a:lnTo>
                  <a:lnTo>
                    <a:pt x="79" y="90"/>
                  </a:lnTo>
                  <a:lnTo>
                    <a:pt x="79" y="88"/>
                  </a:lnTo>
                  <a:lnTo>
                    <a:pt x="79" y="88"/>
                  </a:lnTo>
                  <a:lnTo>
                    <a:pt x="79" y="88"/>
                  </a:lnTo>
                  <a:lnTo>
                    <a:pt x="79" y="88"/>
                  </a:lnTo>
                  <a:lnTo>
                    <a:pt x="79" y="86"/>
                  </a:lnTo>
                  <a:lnTo>
                    <a:pt x="79" y="86"/>
                  </a:lnTo>
                  <a:lnTo>
                    <a:pt x="79" y="86"/>
                  </a:lnTo>
                  <a:lnTo>
                    <a:pt x="79" y="86"/>
                  </a:lnTo>
                  <a:lnTo>
                    <a:pt x="79" y="84"/>
                  </a:lnTo>
                  <a:lnTo>
                    <a:pt x="79" y="84"/>
                  </a:lnTo>
                  <a:lnTo>
                    <a:pt x="79" y="84"/>
                  </a:lnTo>
                  <a:lnTo>
                    <a:pt x="79" y="84"/>
                  </a:lnTo>
                  <a:lnTo>
                    <a:pt x="79" y="83"/>
                  </a:lnTo>
                  <a:lnTo>
                    <a:pt x="79" y="83"/>
                  </a:lnTo>
                  <a:lnTo>
                    <a:pt x="79" y="83"/>
                  </a:lnTo>
                  <a:lnTo>
                    <a:pt x="79" y="83"/>
                  </a:lnTo>
                  <a:lnTo>
                    <a:pt x="79" y="82"/>
                  </a:lnTo>
                  <a:lnTo>
                    <a:pt x="79" y="82"/>
                  </a:lnTo>
                  <a:lnTo>
                    <a:pt x="79" y="82"/>
                  </a:lnTo>
                  <a:lnTo>
                    <a:pt x="79" y="82"/>
                  </a:lnTo>
                  <a:lnTo>
                    <a:pt x="79" y="81"/>
                  </a:lnTo>
                  <a:lnTo>
                    <a:pt x="79" y="81"/>
                  </a:lnTo>
                  <a:lnTo>
                    <a:pt x="79" y="81"/>
                  </a:lnTo>
                  <a:lnTo>
                    <a:pt x="79" y="81"/>
                  </a:lnTo>
                  <a:lnTo>
                    <a:pt x="81" y="79"/>
                  </a:lnTo>
                  <a:lnTo>
                    <a:pt x="81" y="79"/>
                  </a:lnTo>
                  <a:lnTo>
                    <a:pt x="81" y="79"/>
                  </a:lnTo>
                  <a:lnTo>
                    <a:pt x="81" y="79"/>
                  </a:lnTo>
                  <a:lnTo>
                    <a:pt x="83" y="78"/>
                  </a:lnTo>
                  <a:lnTo>
                    <a:pt x="83" y="78"/>
                  </a:lnTo>
                  <a:lnTo>
                    <a:pt x="83" y="78"/>
                  </a:lnTo>
                  <a:lnTo>
                    <a:pt x="83" y="78"/>
                  </a:lnTo>
                  <a:lnTo>
                    <a:pt x="84" y="76"/>
                  </a:lnTo>
                  <a:lnTo>
                    <a:pt x="84" y="76"/>
                  </a:lnTo>
                  <a:lnTo>
                    <a:pt x="84" y="76"/>
                  </a:lnTo>
                  <a:lnTo>
                    <a:pt x="84" y="76"/>
                  </a:lnTo>
                  <a:lnTo>
                    <a:pt x="84" y="76"/>
                  </a:lnTo>
                  <a:lnTo>
                    <a:pt x="84" y="76"/>
                  </a:lnTo>
                  <a:lnTo>
                    <a:pt x="84" y="76"/>
                  </a:lnTo>
                  <a:lnTo>
                    <a:pt x="84" y="76"/>
                  </a:lnTo>
                  <a:lnTo>
                    <a:pt x="86" y="76"/>
                  </a:lnTo>
                  <a:lnTo>
                    <a:pt x="86" y="76"/>
                  </a:lnTo>
                  <a:lnTo>
                    <a:pt x="86" y="76"/>
                  </a:lnTo>
                  <a:lnTo>
                    <a:pt x="86" y="76"/>
                  </a:lnTo>
                  <a:lnTo>
                    <a:pt x="87" y="76"/>
                  </a:lnTo>
                  <a:lnTo>
                    <a:pt x="87" y="76"/>
                  </a:lnTo>
                  <a:lnTo>
                    <a:pt x="87" y="76"/>
                  </a:lnTo>
                  <a:lnTo>
                    <a:pt x="87" y="76"/>
                  </a:lnTo>
                  <a:lnTo>
                    <a:pt x="89" y="76"/>
                  </a:lnTo>
                  <a:lnTo>
                    <a:pt x="89" y="77"/>
                  </a:lnTo>
                  <a:lnTo>
                    <a:pt x="89" y="77"/>
                  </a:lnTo>
                  <a:lnTo>
                    <a:pt x="89" y="77"/>
                  </a:lnTo>
                  <a:lnTo>
                    <a:pt x="89" y="77"/>
                  </a:lnTo>
                  <a:lnTo>
                    <a:pt x="89" y="77"/>
                  </a:lnTo>
                  <a:lnTo>
                    <a:pt x="89" y="77"/>
                  </a:lnTo>
                  <a:lnTo>
                    <a:pt x="89" y="77"/>
                  </a:lnTo>
                  <a:lnTo>
                    <a:pt x="89" y="77"/>
                  </a:lnTo>
                  <a:lnTo>
                    <a:pt x="89" y="79"/>
                  </a:lnTo>
                  <a:lnTo>
                    <a:pt x="89" y="79"/>
                  </a:lnTo>
                  <a:lnTo>
                    <a:pt x="89" y="79"/>
                  </a:lnTo>
                  <a:lnTo>
                    <a:pt x="89" y="79"/>
                  </a:lnTo>
                  <a:lnTo>
                    <a:pt x="89" y="79"/>
                  </a:lnTo>
                  <a:lnTo>
                    <a:pt x="89" y="79"/>
                  </a:lnTo>
                  <a:lnTo>
                    <a:pt x="89" y="79"/>
                  </a:lnTo>
                  <a:lnTo>
                    <a:pt x="89" y="79"/>
                  </a:lnTo>
                  <a:lnTo>
                    <a:pt x="88" y="79"/>
                  </a:lnTo>
                  <a:lnTo>
                    <a:pt x="88" y="79"/>
                  </a:lnTo>
                  <a:lnTo>
                    <a:pt x="88" y="79"/>
                  </a:lnTo>
                  <a:lnTo>
                    <a:pt x="88" y="79"/>
                  </a:lnTo>
                  <a:lnTo>
                    <a:pt x="88" y="79"/>
                  </a:lnTo>
                  <a:lnTo>
                    <a:pt x="88" y="79"/>
                  </a:lnTo>
                  <a:lnTo>
                    <a:pt x="88" y="79"/>
                  </a:lnTo>
                  <a:lnTo>
                    <a:pt x="88" y="79"/>
                  </a:lnTo>
                  <a:lnTo>
                    <a:pt x="88" y="79"/>
                  </a:lnTo>
                  <a:lnTo>
                    <a:pt x="88" y="79"/>
                  </a:lnTo>
                  <a:lnTo>
                    <a:pt x="88" y="79"/>
                  </a:lnTo>
                  <a:lnTo>
                    <a:pt x="88" y="79"/>
                  </a:lnTo>
                  <a:lnTo>
                    <a:pt x="88" y="79"/>
                  </a:lnTo>
                  <a:lnTo>
                    <a:pt x="88" y="79"/>
                  </a:lnTo>
                  <a:lnTo>
                    <a:pt x="88" y="79"/>
                  </a:lnTo>
                  <a:lnTo>
                    <a:pt x="88" y="79"/>
                  </a:lnTo>
                  <a:lnTo>
                    <a:pt x="86" y="81"/>
                  </a:lnTo>
                  <a:lnTo>
                    <a:pt x="86" y="81"/>
                  </a:lnTo>
                  <a:lnTo>
                    <a:pt x="86" y="81"/>
                  </a:lnTo>
                  <a:lnTo>
                    <a:pt x="86" y="81"/>
                  </a:lnTo>
                  <a:lnTo>
                    <a:pt x="85" y="81"/>
                  </a:lnTo>
                  <a:lnTo>
                    <a:pt x="85" y="81"/>
                  </a:lnTo>
                  <a:lnTo>
                    <a:pt x="85" y="81"/>
                  </a:lnTo>
                  <a:lnTo>
                    <a:pt x="85" y="81"/>
                  </a:lnTo>
                  <a:lnTo>
                    <a:pt x="85" y="82"/>
                  </a:lnTo>
                  <a:lnTo>
                    <a:pt x="85" y="82"/>
                  </a:lnTo>
                  <a:lnTo>
                    <a:pt x="85" y="82"/>
                  </a:lnTo>
                  <a:lnTo>
                    <a:pt x="85" y="82"/>
                  </a:lnTo>
                  <a:lnTo>
                    <a:pt x="85" y="82"/>
                  </a:lnTo>
                  <a:lnTo>
                    <a:pt x="85" y="82"/>
                  </a:lnTo>
                  <a:lnTo>
                    <a:pt x="85" y="82"/>
                  </a:lnTo>
                  <a:lnTo>
                    <a:pt x="85" y="82"/>
                  </a:lnTo>
                  <a:lnTo>
                    <a:pt x="85" y="83"/>
                  </a:lnTo>
                  <a:lnTo>
                    <a:pt x="85" y="83"/>
                  </a:lnTo>
                  <a:lnTo>
                    <a:pt x="85" y="83"/>
                  </a:lnTo>
                  <a:lnTo>
                    <a:pt x="86" y="83"/>
                  </a:lnTo>
                  <a:lnTo>
                    <a:pt x="86" y="83"/>
                  </a:lnTo>
                  <a:lnTo>
                    <a:pt x="86" y="83"/>
                  </a:lnTo>
                  <a:lnTo>
                    <a:pt x="86" y="83"/>
                  </a:lnTo>
                  <a:lnTo>
                    <a:pt x="88" y="83"/>
                  </a:lnTo>
                  <a:lnTo>
                    <a:pt x="88" y="84"/>
                  </a:lnTo>
                  <a:lnTo>
                    <a:pt x="88" y="84"/>
                  </a:lnTo>
                  <a:lnTo>
                    <a:pt x="88" y="84"/>
                  </a:lnTo>
                  <a:lnTo>
                    <a:pt x="90" y="84"/>
                  </a:lnTo>
                  <a:lnTo>
                    <a:pt x="90" y="84"/>
                  </a:lnTo>
                  <a:lnTo>
                    <a:pt x="90" y="84"/>
                  </a:lnTo>
                  <a:lnTo>
                    <a:pt x="90" y="84"/>
                  </a:lnTo>
                  <a:lnTo>
                    <a:pt x="92" y="84"/>
                  </a:lnTo>
                  <a:lnTo>
                    <a:pt x="92" y="86"/>
                  </a:lnTo>
                  <a:lnTo>
                    <a:pt x="92" y="86"/>
                  </a:lnTo>
                  <a:lnTo>
                    <a:pt x="92" y="86"/>
                  </a:lnTo>
                  <a:lnTo>
                    <a:pt x="93" y="86"/>
                  </a:lnTo>
                  <a:lnTo>
                    <a:pt x="93" y="87"/>
                  </a:lnTo>
                  <a:lnTo>
                    <a:pt x="93" y="87"/>
                  </a:lnTo>
                  <a:lnTo>
                    <a:pt x="93" y="87"/>
                  </a:lnTo>
                  <a:lnTo>
                    <a:pt x="95" y="87"/>
                  </a:lnTo>
                  <a:lnTo>
                    <a:pt x="95" y="89"/>
                  </a:lnTo>
                  <a:lnTo>
                    <a:pt x="95" y="89"/>
                  </a:lnTo>
                  <a:lnTo>
                    <a:pt x="95" y="89"/>
                  </a:lnTo>
                  <a:lnTo>
                    <a:pt x="98" y="89"/>
                  </a:lnTo>
                  <a:lnTo>
                    <a:pt x="98" y="89"/>
                  </a:lnTo>
                  <a:lnTo>
                    <a:pt x="98" y="89"/>
                  </a:lnTo>
                  <a:lnTo>
                    <a:pt x="98" y="89"/>
                  </a:lnTo>
                  <a:lnTo>
                    <a:pt x="99" y="89"/>
                  </a:lnTo>
                  <a:lnTo>
                    <a:pt x="99" y="91"/>
                  </a:lnTo>
                  <a:lnTo>
                    <a:pt x="99" y="91"/>
                  </a:lnTo>
                  <a:lnTo>
                    <a:pt x="99" y="91"/>
                  </a:lnTo>
                  <a:lnTo>
                    <a:pt x="99" y="91"/>
                  </a:lnTo>
                  <a:lnTo>
                    <a:pt x="99" y="91"/>
                  </a:lnTo>
                  <a:lnTo>
                    <a:pt x="99" y="91"/>
                  </a:lnTo>
                  <a:lnTo>
                    <a:pt x="99" y="91"/>
                  </a:lnTo>
                  <a:lnTo>
                    <a:pt x="101" y="91"/>
                  </a:lnTo>
                  <a:lnTo>
                    <a:pt x="101" y="91"/>
                  </a:lnTo>
                  <a:lnTo>
                    <a:pt x="101" y="91"/>
                  </a:lnTo>
                  <a:lnTo>
                    <a:pt x="101" y="91"/>
                  </a:lnTo>
                  <a:lnTo>
                    <a:pt x="101" y="91"/>
                  </a:lnTo>
                  <a:lnTo>
                    <a:pt x="101" y="91"/>
                  </a:lnTo>
                  <a:lnTo>
                    <a:pt x="101" y="91"/>
                  </a:lnTo>
                  <a:lnTo>
                    <a:pt x="101" y="91"/>
                  </a:lnTo>
                  <a:lnTo>
                    <a:pt x="102" y="91"/>
                  </a:lnTo>
                  <a:lnTo>
                    <a:pt x="102" y="93"/>
                  </a:lnTo>
                  <a:lnTo>
                    <a:pt x="102" y="93"/>
                  </a:lnTo>
                  <a:lnTo>
                    <a:pt x="102" y="93"/>
                  </a:lnTo>
                  <a:lnTo>
                    <a:pt x="102" y="93"/>
                  </a:lnTo>
                  <a:lnTo>
                    <a:pt x="102" y="94"/>
                  </a:lnTo>
                  <a:lnTo>
                    <a:pt x="102" y="94"/>
                  </a:lnTo>
                  <a:lnTo>
                    <a:pt x="102" y="94"/>
                  </a:lnTo>
                  <a:lnTo>
                    <a:pt x="104" y="94"/>
                  </a:lnTo>
                  <a:lnTo>
                    <a:pt x="104" y="96"/>
                  </a:lnTo>
                  <a:lnTo>
                    <a:pt x="104" y="96"/>
                  </a:lnTo>
                  <a:lnTo>
                    <a:pt x="104" y="96"/>
                  </a:lnTo>
                  <a:lnTo>
                    <a:pt x="105" y="96"/>
                  </a:lnTo>
                  <a:lnTo>
                    <a:pt x="105" y="97"/>
                  </a:lnTo>
                  <a:lnTo>
                    <a:pt x="105" y="97"/>
                  </a:lnTo>
                  <a:lnTo>
                    <a:pt x="105" y="97"/>
                  </a:lnTo>
                  <a:lnTo>
                    <a:pt x="106" y="97"/>
                  </a:lnTo>
                  <a:lnTo>
                    <a:pt x="106" y="98"/>
                  </a:lnTo>
                  <a:lnTo>
                    <a:pt x="106" y="98"/>
                  </a:lnTo>
                  <a:lnTo>
                    <a:pt x="106" y="98"/>
                  </a:lnTo>
                  <a:lnTo>
                    <a:pt x="106" y="98"/>
                  </a:lnTo>
                  <a:lnTo>
                    <a:pt x="106" y="99"/>
                  </a:lnTo>
                  <a:lnTo>
                    <a:pt x="106" y="99"/>
                  </a:lnTo>
                  <a:lnTo>
                    <a:pt x="106" y="99"/>
                  </a:lnTo>
                  <a:lnTo>
                    <a:pt x="108" y="99"/>
                  </a:lnTo>
                  <a:lnTo>
                    <a:pt x="108" y="101"/>
                  </a:lnTo>
                  <a:lnTo>
                    <a:pt x="108" y="101"/>
                  </a:lnTo>
                  <a:lnTo>
                    <a:pt x="108" y="101"/>
                  </a:lnTo>
                  <a:lnTo>
                    <a:pt x="109" y="101"/>
                  </a:lnTo>
                  <a:lnTo>
                    <a:pt x="109" y="101"/>
                  </a:lnTo>
                  <a:lnTo>
                    <a:pt x="109" y="101"/>
                  </a:lnTo>
                  <a:lnTo>
                    <a:pt x="109" y="101"/>
                  </a:lnTo>
                  <a:lnTo>
                    <a:pt x="110" y="101"/>
                  </a:lnTo>
                  <a:lnTo>
                    <a:pt x="110" y="101"/>
                  </a:lnTo>
                  <a:lnTo>
                    <a:pt x="110" y="101"/>
                  </a:lnTo>
                  <a:lnTo>
                    <a:pt x="110" y="101"/>
                  </a:lnTo>
                  <a:lnTo>
                    <a:pt x="111" y="100"/>
                  </a:lnTo>
                  <a:lnTo>
                    <a:pt x="111" y="100"/>
                  </a:lnTo>
                  <a:lnTo>
                    <a:pt x="112" y="100"/>
                  </a:lnTo>
                  <a:lnTo>
                    <a:pt x="112" y="100"/>
                  </a:lnTo>
                  <a:lnTo>
                    <a:pt x="114" y="99"/>
                  </a:lnTo>
                  <a:lnTo>
                    <a:pt x="114" y="101"/>
                  </a:lnTo>
                  <a:lnTo>
                    <a:pt x="114" y="101"/>
                  </a:lnTo>
                  <a:lnTo>
                    <a:pt x="114" y="101"/>
                  </a:lnTo>
                  <a:lnTo>
                    <a:pt x="116" y="101"/>
                  </a:lnTo>
                  <a:lnTo>
                    <a:pt x="116" y="101"/>
                  </a:lnTo>
                  <a:lnTo>
                    <a:pt x="118" y="101"/>
                  </a:lnTo>
                  <a:lnTo>
                    <a:pt x="118" y="101"/>
                  </a:lnTo>
                  <a:lnTo>
                    <a:pt x="120" y="101"/>
                  </a:lnTo>
                  <a:lnTo>
                    <a:pt x="118" y="101"/>
                  </a:lnTo>
                  <a:lnTo>
                    <a:pt x="118" y="101"/>
                  </a:lnTo>
                  <a:lnTo>
                    <a:pt x="118" y="101"/>
                  </a:lnTo>
                  <a:lnTo>
                    <a:pt x="118" y="101"/>
                  </a:lnTo>
                  <a:lnTo>
                    <a:pt x="117" y="101"/>
                  </a:lnTo>
                  <a:lnTo>
                    <a:pt x="117" y="101"/>
                  </a:lnTo>
                  <a:lnTo>
                    <a:pt x="117" y="101"/>
                  </a:lnTo>
                  <a:lnTo>
                    <a:pt x="117" y="99"/>
                  </a:lnTo>
                  <a:lnTo>
                    <a:pt x="115" y="99"/>
                  </a:lnTo>
                  <a:lnTo>
                    <a:pt x="115" y="99"/>
                  </a:lnTo>
                  <a:lnTo>
                    <a:pt x="115" y="99"/>
                  </a:lnTo>
                  <a:lnTo>
                    <a:pt x="115" y="98"/>
                  </a:lnTo>
                  <a:lnTo>
                    <a:pt x="114" y="98"/>
                  </a:lnTo>
                  <a:lnTo>
                    <a:pt x="114" y="98"/>
                  </a:lnTo>
                  <a:lnTo>
                    <a:pt x="114" y="98"/>
                  </a:lnTo>
                  <a:lnTo>
                    <a:pt x="114" y="97"/>
                  </a:lnTo>
                  <a:lnTo>
                    <a:pt x="113" y="97"/>
                  </a:lnTo>
                  <a:lnTo>
                    <a:pt x="113" y="97"/>
                  </a:lnTo>
                  <a:lnTo>
                    <a:pt x="113" y="97"/>
                  </a:lnTo>
                  <a:lnTo>
                    <a:pt x="113" y="97"/>
                  </a:lnTo>
                  <a:lnTo>
                    <a:pt x="111" y="97"/>
                  </a:lnTo>
                  <a:lnTo>
                    <a:pt x="111" y="97"/>
                  </a:lnTo>
                  <a:lnTo>
                    <a:pt x="111" y="97"/>
                  </a:lnTo>
                  <a:lnTo>
                    <a:pt x="111" y="95"/>
                  </a:lnTo>
                  <a:lnTo>
                    <a:pt x="109" y="95"/>
                  </a:lnTo>
                  <a:lnTo>
                    <a:pt x="109" y="95"/>
                  </a:lnTo>
                  <a:lnTo>
                    <a:pt x="109" y="95"/>
                  </a:lnTo>
                  <a:lnTo>
                    <a:pt x="109" y="95"/>
                  </a:lnTo>
                  <a:lnTo>
                    <a:pt x="108" y="95"/>
                  </a:lnTo>
                  <a:lnTo>
                    <a:pt x="108" y="95"/>
                  </a:lnTo>
                  <a:lnTo>
                    <a:pt x="108" y="95"/>
                  </a:lnTo>
                  <a:lnTo>
                    <a:pt x="108" y="94"/>
                  </a:lnTo>
                  <a:lnTo>
                    <a:pt x="107" y="94"/>
                  </a:lnTo>
                  <a:lnTo>
                    <a:pt x="107" y="94"/>
                  </a:lnTo>
                  <a:lnTo>
                    <a:pt x="107" y="94"/>
                  </a:lnTo>
                  <a:lnTo>
                    <a:pt x="107" y="93"/>
                  </a:lnTo>
                  <a:lnTo>
                    <a:pt x="107" y="93"/>
                  </a:lnTo>
                  <a:lnTo>
                    <a:pt x="107" y="93"/>
                  </a:lnTo>
                  <a:lnTo>
                    <a:pt x="107" y="93"/>
                  </a:lnTo>
                  <a:lnTo>
                    <a:pt x="107" y="91"/>
                  </a:lnTo>
                  <a:lnTo>
                    <a:pt x="106" y="91"/>
                  </a:lnTo>
                  <a:lnTo>
                    <a:pt x="106" y="91"/>
                  </a:lnTo>
                  <a:lnTo>
                    <a:pt x="106" y="91"/>
                  </a:lnTo>
                  <a:lnTo>
                    <a:pt x="106" y="89"/>
                  </a:lnTo>
                  <a:lnTo>
                    <a:pt x="106" y="89"/>
                  </a:lnTo>
                  <a:lnTo>
                    <a:pt x="106" y="89"/>
                  </a:lnTo>
                  <a:lnTo>
                    <a:pt x="106" y="89"/>
                  </a:lnTo>
                  <a:lnTo>
                    <a:pt x="106" y="88"/>
                  </a:lnTo>
                  <a:lnTo>
                    <a:pt x="106" y="88"/>
                  </a:lnTo>
                  <a:lnTo>
                    <a:pt x="106" y="88"/>
                  </a:lnTo>
                  <a:lnTo>
                    <a:pt x="106" y="88"/>
                  </a:lnTo>
                  <a:lnTo>
                    <a:pt x="107" y="88"/>
                  </a:lnTo>
                  <a:lnTo>
                    <a:pt x="107" y="88"/>
                  </a:lnTo>
                  <a:lnTo>
                    <a:pt x="108" y="88"/>
                  </a:lnTo>
                  <a:lnTo>
                    <a:pt x="108" y="88"/>
                  </a:lnTo>
                  <a:lnTo>
                    <a:pt x="110" y="88"/>
                  </a:lnTo>
                  <a:lnTo>
                    <a:pt x="110" y="89"/>
                  </a:lnTo>
                  <a:lnTo>
                    <a:pt x="110" y="89"/>
                  </a:lnTo>
                  <a:lnTo>
                    <a:pt x="110" y="89"/>
                  </a:lnTo>
                  <a:lnTo>
                    <a:pt x="113" y="89"/>
                  </a:lnTo>
                  <a:lnTo>
                    <a:pt x="113" y="89"/>
                  </a:lnTo>
                  <a:lnTo>
                    <a:pt x="114" y="89"/>
                  </a:lnTo>
                  <a:lnTo>
                    <a:pt x="114" y="89"/>
                  </a:lnTo>
                  <a:lnTo>
                    <a:pt x="115" y="89"/>
                  </a:lnTo>
                  <a:lnTo>
                    <a:pt x="115" y="90"/>
                  </a:lnTo>
                  <a:lnTo>
                    <a:pt x="115" y="90"/>
                  </a:lnTo>
                  <a:lnTo>
                    <a:pt x="115" y="90"/>
                  </a:lnTo>
                  <a:lnTo>
                    <a:pt x="115" y="90"/>
                  </a:lnTo>
                  <a:lnTo>
                    <a:pt x="115" y="90"/>
                  </a:lnTo>
                  <a:lnTo>
                    <a:pt x="115" y="90"/>
                  </a:lnTo>
                  <a:lnTo>
                    <a:pt x="115" y="90"/>
                  </a:lnTo>
                  <a:lnTo>
                    <a:pt x="117" y="90"/>
                  </a:lnTo>
                  <a:lnTo>
                    <a:pt x="117" y="91"/>
                  </a:lnTo>
                  <a:lnTo>
                    <a:pt x="117" y="91"/>
                  </a:lnTo>
                  <a:lnTo>
                    <a:pt x="117" y="91"/>
                  </a:lnTo>
                  <a:lnTo>
                    <a:pt x="117" y="91"/>
                  </a:lnTo>
                  <a:lnTo>
                    <a:pt x="117" y="91"/>
                  </a:lnTo>
                  <a:lnTo>
                    <a:pt x="117" y="91"/>
                  </a:lnTo>
                  <a:lnTo>
                    <a:pt x="117" y="91"/>
                  </a:lnTo>
                  <a:lnTo>
                    <a:pt x="119" y="91"/>
                  </a:lnTo>
                  <a:lnTo>
                    <a:pt x="119" y="93"/>
                  </a:lnTo>
                  <a:lnTo>
                    <a:pt x="119" y="93"/>
                  </a:lnTo>
                  <a:lnTo>
                    <a:pt x="119" y="93"/>
                  </a:lnTo>
                  <a:lnTo>
                    <a:pt x="119" y="93"/>
                  </a:lnTo>
                  <a:lnTo>
                    <a:pt x="119" y="94"/>
                  </a:lnTo>
                  <a:lnTo>
                    <a:pt x="119" y="94"/>
                  </a:lnTo>
                  <a:lnTo>
                    <a:pt x="119" y="94"/>
                  </a:lnTo>
                  <a:lnTo>
                    <a:pt x="119" y="94"/>
                  </a:lnTo>
                  <a:lnTo>
                    <a:pt x="119" y="96"/>
                  </a:lnTo>
                  <a:lnTo>
                    <a:pt x="119" y="96"/>
                  </a:lnTo>
                  <a:lnTo>
                    <a:pt x="119" y="96"/>
                  </a:lnTo>
                  <a:lnTo>
                    <a:pt x="119" y="96"/>
                  </a:lnTo>
                  <a:lnTo>
                    <a:pt x="119" y="96"/>
                  </a:lnTo>
                  <a:lnTo>
                    <a:pt x="119" y="96"/>
                  </a:lnTo>
                  <a:lnTo>
                    <a:pt x="119" y="96"/>
                  </a:lnTo>
                  <a:lnTo>
                    <a:pt x="120" y="96"/>
                  </a:lnTo>
                  <a:lnTo>
                    <a:pt x="120" y="96"/>
                  </a:lnTo>
                  <a:lnTo>
                    <a:pt x="120" y="96"/>
                  </a:lnTo>
                  <a:lnTo>
                    <a:pt x="120" y="96"/>
                  </a:lnTo>
                  <a:lnTo>
                    <a:pt x="120" y="96"/>
                  </a:lnTo>
                  <a:lnTo>
                    <a:pt x="120" y="96"/>
                  </a:lnTo>
                  <a:lnTo>
                    <a:pt x="120" y="96"/>
                  </a:lnTo>
                  <a:lnTo>
                    <a:pt x="120" y="96"/>
                  </a:lnTo>
                  <a:lnTo>
                    <a:pt x="122" y="96"/>
                  </a:lnTo>
                  <a:lnTo>
                    <a:pt x="122" y="96"/>
                  </a:lnTo>
                  <a:lnTo>
                    <a:pt x="122" y="96"/>
                  </a:lnTo>
                  <a:lnTo>
                    <a:pt x="122" y="96"/>
                  </a:lnTo>
                  <a:lnTo>
                    <a:pt x="123" y="96"/>
                  </a:lnTo>
                  <a:lnTo>
                    <a:pt x="123" y="96"/>
                  </a:lnTo>
                  <a:lnTo>
                    <a:pt x="123" y="96"/>
                  </a:lnTo>
                  <a:lnTo>
                    <a:pt x="123" y="96"/>
                  </a:lnTo>
                  <a:lnTo>
                    <a:pt x="125" y="96"/>
                  </a:lnTo>
                  <a:lnTo>
                    <a:pt x="125" y="97"/>
                  </a:lnTo>
                  <a:lnTo>
                    <a:pt x="125" y="97"/>
                  </a:lnTo>
                  <a:lnTo>
                    <a:pt x="125" y="97"/>
                  </a:lnTo>
                  <a:lnTo>
                    <a:pt x="125" y="97"/>
                  </a:lnTo>
                  <a:lnTo>
                    <a:pt x="125" y="97"/>
                  </a:lnTo>
                  <a:lnTo>
                    <a:pt x="125" y="97"/>
                  </a:lnTo>
                  <a:lnTo>
                    <a:pt x="125" y="97"/>
                  </a:lnTo>
                  <a:lnTo>
                    <a:pt x="126" y="97"/>
                  </a:lnTo>
                  <a:lnTo>
                    <a:pt x="126" y="97"/>
                  </a:lnTo>
                  <a:lnTo>
                    <a:pt x="126" y="97"/>
                  </a:lnTo>
                  <a:lnTo>
                    <a:pt x="126" y="97"/>
                  </a:lnTo>
                  <a:lnTo>
                    <a:pt x="127" y="97"/>
                  </a:lnTo>
                  <a:lnTo>
                    <a:pt x="127" y="97"/>
                  </a:lnTo>
                  <a:lnTo>
                    <a:pt x="127" y="97"/>
                  </a:lnTo>
                  <a:lnTo>
                    <a:pt x="127" y="97"/>
                  </a:lnTo>
                  <a:lnTo>
                    <a:pt x="128" y="97"/>
                  </a:lnTo>
                  <a:lnTo>
                    <a:pt x="128" y="97"/>
                  </a:lnTo>
                  <a:lnTo>
                    <a:pt x="128" y="97"/>
                  </a:lnTo>
                  <a:lnTo>
                    <a:pt x="128" y="97"/>
                  </a:lnTo>
                  <a:lnTo>
                    <a:pt x="128" y="97"/>
                  </a:lnTo>
                  <a:lnTo>
                    <a:pt x="128" y="97"/>
                  </a:lnTo>
                  <a:lnTo>
                    <a:pt x="128" y="97"/>
                  </a:lnTo>
                  <a:lnTo>
                    <a:pt x="128" y="97"/>
                  </a:lnTo>
                  <a:lnTo>
                    <a:pt x="130" y="96"/>
                  </a:lnTo>
                  <a:lnTo>
                    <a:pt x="130" y="96"/>
                  </a:lnTo>
                  <a:lnTo>
                    <a:pt x="130" y="96"/>
                  </a:lnTo>
                  <a:lnTo>
                    <a:pt x="130" y="96"/>
                  </a:lnTo>
                  <a:lnTo>
                    <a:pt x="130" y="95"/>
                  </a:lnTo>
                  <a:lnTo>
                    <a:pt x="130" y="95"/>
                  </a:lnTo>
                  <a:lnTo>
                    <a:pt x="130" y="95"/>
                  </a:lnTo>
                  <a:lnTo>
                    <a:pt x="130" y="95"/>
                  </a:lnTo>
                  <a:lnTo>
                    <a:pt x="131" y="94"/>
                  </a:lnTo>
                  <a:lnTo>
                    <a:pt x="130" y="94"/>
                  </a:lnTo>
                  <a:lnTo>
                    <a:pt x="130" y="94"/>
                  </a:lnTo>
                  <a:lnTo>
                    <a:pt x="130" y="94"/>
                  </a:lnTo>
                  <a:lnTo>
                    <a:pt x="130" y="93"/>
                  </a:lnTo>
                  <a:lnTo>
                    <a:pt x="129" y="93"/>
                  </a:lnTo>
                  <a:lnTo>
                    <a:pt x="129" y="93"/>
                  </a:lnTo>
                  <a:lnTo>
                    <a:pt x="129" y="93"/>
                  </a:lnTo>
                  <a:lnTo>
                    <a:pt x="129" y="91"/>
                  </a:lnTo>
                  <a:lnTo>
                    <a:pt x="127" y="91"/>
                  </a:lnTo>
                  <a:lnTo>
                    <a:pt x="127" y="91"/>
                  </a:lnTo>
                  <a:lnTo>
                    <a:pt x="127" y="91"/>
                  </a:lnTo>
                  <a:lnTo>
                    <a:pt x="127" y="89"/>
                  </a:lnTo>
                  <a:lnTo>
                    <a:pt x="127" y="89"/>
                  </a:lnTo>
                  <a:lnTo>
                    <a:pt x="127" y="89"/>
                  </a:lnTo>
                  <a:lnTo>
                    <a:pt x="127" y="89"/>
                  </a:lnTo>
                  <a:lnTo>
                    <a:pt x="127" y="88"/>
                  </a:lnTo>
                  <a:lnTo>
                    <a:pt x="125" y="88"/>
                  </a:lnTo>
                  <a:lnTo>
                    <a:pt x="125" y="88"/>
                  </a:lnTo>
                  <a:lnTo>
                    <a:pt x="124" y="88"/>
                  </a:lnTo>
                  <a:lnTo>
                    <a:pt x="124" y="88"/>
                  </a:lnTo>
                  <a:lnTo>
                    <a:pt x="122" y="88"/>
                  </a:lnTo>
                  <a:lnTo>
                    <a:pt x="122" y="88"/>
                  </a:lnTo>
                  <a:lnTo>
                    <a:pt x="122" y="88"/>
                  </a:lnTo>
                  <a:lnTo>
                    <a:pt x="122" y="86"/>
                  </a:lnTo>
                  <a:lnTo>
                    <a:pt x="120" y="86"/>
                  </a:lnTo>
                  <a:lnTo>
                    <a:pt x="120" y="86"/>
                  </a:lnTo>
                  <a:lnTo>
                    <a:pt x="120" y="86"/>
                  </a:lnTo>
                  <a:lnTo>
                    <a:pt x="120" y="86"/>
                  </a:lnTo>
                  <a:lnTo>
                    <a:pt x="119" y="86"/>
                  </a:lnTo>
                  <a:lnTo>
                    <a:pt x="119" y="86"/>
                  </a:lnTo>
                  <a:lnTo>
                    <a:pt x="119" y="86"/>
                  </a:lnTo>
                  <a:lnTo>
                    <a:pt x="119" y="84"/>
                  </a:lnTo>
                  <a:lnTo>
                    <a:pt x="117" y="84"/>
                  </a:lnTo>
                  <a:lnTo>
                    <a:pt x="117" y="84"/>
                  </a:lnTo>
                  <a:lnTo>
                    <a:pt x="117" y="84"/>
                  </a:lnTo>
                  <a:lnTo>
                    <a:pt x="117" y="84"/>
                  </a:lnTo>
                  <a:lnTo>
                    <a:pt x="117" y="84"/>
                  </a:lnTo>
                  <a:lnTo>
                    <a:pt x="117" y="84"/>
                  </a:lnTo>
                  <a:lnTo>
                    <a:pt x="117" y="84"/>
                  </a:lnTo>
                  <a:lnTo>
                    <a:pt x="117" y="84"/>
                  </a:lnTo>
                  <a:lnTo>
                    <a:pt x="115" y="84"/>
                  </a:lnTo>
                  <a:lnTo>
                    <a:pt x="115" y="84"/>
                  </a:lnTo>
                  <a:lnTo>
                    <a:pt x="115" y="84"/>
                  </a:lnTo>
                  <a:lnTo>
                    <a:pt x="115" y="84"/>
                  </a:lnTo>
                  <a:lnTo>
                    <a:pt x="115" y="84"/>
                  </a:lnTo>
                  <a:lnTo>
                    <a:pt x="115" y="84"/>
                  </a:lnTo>
                  <a:lnTo>
                    <a:pt x="115" y="84"/>
                  </a:lnTo>
                  <a:lnTo>
                    <a:pt x="115" y="82"/>
                  </a:lnTo>
                  <a:lnTo>
                    <a:pt x="115" y="82"/>
                  </a:lnTo>
                  <a:lnTo>
                    <a:pt x="115" y="82"/>
                  </a:lnTo>
                  <a:lnTo>
                    <a:pt x="115" y="82"/>
                  </a:lnTo>
                  <a:lnTo>
                    <a:pt x="115" y="82"/>
                  </a:lnTo>
                  <a:lnTo>
                    <a:pt x="115" y="82"/>
                  </a:lnTo>
                  <a:lnTo>
                    <a:pt x="115" y="82"/>
                  </a:lnTo>
                  <a:lnTo>
                    <a:pt x="115" y="82"/>
                  </a:lnTo>
                  <a:lnTo>
                    <a:pt x="117" y="81"/>
                  </a:lnTo>
                  <a:lnTo>
                    <a:pt x="117" y="81"/>
                  </a:lnTo>
                  <a:lnTo>
                    <a:pt x="117" y="81"/>
                  </a:lnTo>
                  <a:lnTo>
                    <a:pt x="117" y="81"/>
                  </a:lnTo>
                  <a:lnTo>
                    <a:pt x="118" y="81"/>
                  </a:lnTo>
                  <a:lnTo>
                    <a:pt x="118" y="81"/>
                  </a:lnTo>
                  <a:lnTo>
                    <a:pt x="118" y="81"/>
                  </a:lnTo>
                  <a:lnTo>
                    <a:pt x="118" y="81"/>
                  </a:lnTo>
                  <a:lnTo>
                    <a:pt x="120" y="79"/>
                  </a:lnTo>
                  <a:lnTo>
                    <a:pt x="120" y="79"/>
                  </a:lnTo>
                  <a:lnTo>
                    <a:pt x="120" y="79"/>
                  </a:lnTo>
                  <a:lnTo>
                    <a:pt x="120" y="79"/>
                  </a:lnTo>
                  <a:lnTo>
                    <a:pt x="120" y="79"/>
                  </a:lnTo>
                  <a:lnTo>
                    <a:pt x="120" y="79"/>
                  </a:lnTo>
                  <a:lnTo>
                    <a:pt x="120" y="79"/>
                  </a:lnTo>
                  <a:lnTo>
                    <a:pt x="120" y="79"/>
                  </a:lnTo>
                  <a:lnTo>
                    <a:pt x="122" y="79"/>
                  </a:lnTo>
                  <a:lnTo>
                    <a:pt x="122" y="79"/>
                  </a:lnTo>
                  <a:lnTo>
                    <a:pt x="122" y="79"/>
                  </a:lnTo>
                  <a:lnTo>
                    <a:pt x="122" y="79"/>
                  </a:lnTo>
                  <a:lnTo>
                    <a:pt x="123" y="79"/>
                  </a:lnTo>
                  <a:lnTo>
                    <a:pt x="123" y="79"/>
                  </a:lnTo>
                  <a:lnTo>
                    <a:pt x="123" y="79"/>
                  </a:lnTo>
                  <a:lnTo>
                    <a:pt x="123" y="79"/>
                  </a:lnTo>
                  <a:lnTo>
                    <a:pt x="125" y="79"/>
                  </a:lnTo>
                  <a:lnTo>
                    <a:pt x="125" y="80"/>
                  </a:lnTo>
                  <a:lnTo>
                    <a:pt x="125" y="80"/>
                  </a:lnTo>
                  <a:lnTo>
                    <a:pt x="125" y="80"/>
                  </a:lnTo>
                  <a:lnTo>
                    <a:pt x="125" y="80"/>
                  </a:lnTo>
                  <a:lnTo>
                    <a:pt x="125" y="81"/>
                  </a:lnTo>
                  <a:lnTo>
                    <a:pt x="125" y="81"/>
                  </a:lnTo>
                  <a:lnTo>
                    <a:pt x="125" y="81"/>
                  </a:lnTo>
                  <a:lnTo>
                    <a:pt x="125" y="81"/>
                  </a:lnTo>
                  <a:lnTo>
                    <a:pt x="125" y="82"/>
                  </a:lnTo>
                  <a:lnTo>
                    <a:pt x="125" y="82"/>
                  </a:lnTo>
                  <a:lnTo>
                    <a:pt x="125" y="82"/>
                  </a:lnTo>
                  <a:lnTo>
                    <a:pt x="125" y="82"/>
                  </a:lnTo>
                  <a:lnTo>
                    <a:pt x="125" y="82"/>
                  </a:lnTo>
                  <a:lnTo>
                    <a:pt x="125" y="82"/>
                  </a:lnTo>
                  <a:lnTo>
                    <a:pt x="125" y="82"/>
                  </a:lnTo>
                  <a:lnTo>
                    <a:pt x="127" y="82"/>
                  </a:lnTo>
                  <a:lnTo>
                    <a:pt x="127" y="82"/>
                  </a:lnTo>
                  <a:lnTo>
                    <a:pt x="127" y="82"/>
                  </a:lnTo>
                  <a:lnTo>
                    <a:pt x="127" y="82"/>
                  </a:lnTo>
                  <a:lnTo>
                    <a:pt x="127" y="82"/>
                  </a:lnTo>
                  <a:lnTo>
                    <a:pt x="127" y="82"/>
                  </a:lnTo>
                  <a:lnTo>
                    <a:pt x="127" y="82"/>
                  </a:lnTo>
                  <a:lnTo>
                    <a:pt x="127" y="82"/>
                  </a:lnTo>
                  <a:lnTo>
                    <a:pt x="129" y="82"/>
                  </a:lnTo>
                  <a:lnTo>
                    <a:pt x="129" y="82"/>
                  </a:lnTo>
                  <a:lnTo>
                    <a:pt x="129" y="82"/>
                  </a:lnTo>
                  <a:lnTo>
                    <a:pt x="129" y="82"/>
                  </a:lnTo>
                  <a:lnTo>
                    <a:pt x="130" y="82"/>
                  </a:lnTo>
                  <a:lnTo>
                    <a:pt x="130" y="82"/>
                  </a:lnTo>
                  <a:lnTo>
                    <a:pt x="130" y="82"/>
                  </a:lnTo>
                  <a:lnTo>
                    <a:pt x="130" y="82"/>
                  </a:lnTo>
                  <a:lnTo>
                    <a:pt x="132" y="82"/>
                  </a:lnTo>
                  <a:lnTo>
                    <a:pt x="132" y="84"/>
                  </a:lnTo>
                  <a:lnTo>
                    <a:pt x="132" y="84"/>
                  </a:lnTo>
                  <a:lnTo>
                    <a:pt x="132" y="85"/>
                  </a:lnTo>
                  <a:lnTo>
                    <a:pt x="132" y="85"/>
                  </a:lnTo>
                  <a:lnTo>
                    <a:pt x="132" y="87"/>
                  </a:lnTo>
                  <a:lnTo>
                    <a:pt x="132" y="87"/>
                  </a:lnTo>
                  <a:lnTo>
                    <a:pt x="132" y="87"/>
                  </a:lnTo>
                  <a:lnTo>
                    <a:pt x="134" y="87"/>
                  </a:lnTo>
                  <a:lnTo>
                    <a:pt x="134" y="89"/>
                  </a:lnTo>
                  <a:lnTo>
                    <a:pt x="134" y="89"/>
                  </a:lnTo>
                  <a:lnTo>
                    <a:pt x="134" y="89"/>
                  </a:lnTo>
                  <a:lnTo>
                    <a:pt x="136" y="89"/>
                  </a:lnTo>
                  <a:lnTo>
                    <a:pt x="136" y="89"/>
                  </a:lnTo>
                  <a:lnTo>
                    <a:pt x="136" y="89"/>
                  </a:lnTo>
                  <a:lnTo>
                    <a:pt x="136" y="89"/>
                  </a:lnTo>
                  <a:lnTo>
                    <a:pt x="137" y="89"/>
                  </a:lnTo>
                  <a:lnTo>
                    <a:pt x="137" y="89"/>
                  </a:lnTo>
                  <a:lnTo>
                    <a:pt x="137" y="89"/>
                  </a:lnTo>
                  <a:lnTo>
                    <a:pt x="137" y="89"/>
                  </a:lnTo>
                  <a:lnTo>
                    <a:pt x="137" y="89"/>
                  </a:lnTo>
                  <a:lnTo>
                    <a:pt x="137" y="89"/>
                  </a:lnTo>
                  <a:lnTo>
                    <a:pt x="137" y="89"/>
                  </a:lnTo>
                  <a:lnTo>
                    <a:pt x="137" y="89"/>
                  </a:lnTo>
                  <a:lnTo>
                    <a:pt x="139" y="89"/>
                  </a:lnTo>
                  <a:lnTo>
                    <a:pt x="139" y="89"/>
                  </a:lnTo>
                  <a:lnTo>
                    <a:pt x="139" y="89"/>
                  </a:lnTo>
                  <a:lnTo>
                    <a:pt x="139" y="89"/>
                  </a:lnTo>
                  <a:lnTo>
                    <a:pt x="139" y="89"/>
                  </a:lnTo>
                  <a:lnTo>
                    <a:pt x="139" y="89"/>
                  </a:lnTo>
                  <a:lnTo>
                    <a:pt x="139" y="89"/>
                  </a:lnTo>
                  <a:lnTo>
                    <a:pt x="139" y="89"/>
                  </a:lnTo>
                  <a:lnTo>
                    <a:pt x="140" y="88"/>
                  </a:lnTo>
                  <a:lnTo>
                    <a:pt x="140" y="88"/>
                  </a:lnTo>
                  <a:lnTo>
                    <a:pt x="140" y="88"/>
                  </a:lnTo>
                  <a:lnTo>
                    <a:pt x="140" y="88"/>
                  </a:lnTo>
                  <a:lnTo>
                    <a:pt x="140" y="86"/>
                  </a:lnTo>
                  <a:lnTo>
                    <a:pt x="140" y="86"/>
                  </a:lnTo>
                  <a:lnTo>
                    <a:pt x="140" y="86"/>
                  </a:lnTo>
                  <a:lnTo>
                    <a:pt x="140" y="86"/>
                  </a:lnTo>
                  <a:lnTo>
                    <a:pt x="140" y="84"/>
                  </a:lnTo>
                  <a:lnTo>
                    <a:pt x="139" y="84"/>
                  </a:lnTo>
                  <a:lnTo>
                    <a:pt x="139" y="84"/>
                  </a:lnTo>
                  <a:lnTo>
                    <a:pt x="139" y="84"/>
                  </a:lnTo>
                  <a:lnTo>
                    <a:pt x="139" y="83"/>
                  </a:lnTo>
                  <a:lnTo>
                    <a:pt x="139" y="83"/>
                  </a:lnTo>
                  <a:lnTo>
                    <a:pt x="139" y="83"/>
                  </a:lnTo>
                  <a:lnTo>
                    <a:pt x="139" y="83"/>
                  </a:lnTo>
                  <a:lnTo>
                    <a:pt x="139" y="82"/>
                  </a:lnTo>
                  <a:lnTo>
                    <a:pt x="137" y="82"/>
                  </a:lnTo>
                  <a:lnTo>
                    <a:pt x="137" y="82"/>
                  </a:lnTo>
                  <a:lnTo>
                    <a:pt x="137" y="82"/>
                  </a:lnTo>
                  <a:lnTo>
                    <a:pt x="137" y="82"/>
                  </a:lnTo>
                  <a:lnTo>
                    <a:pt x="135" y="82"/>
                  </a:lnTo>
                  <a:lnTo>
                    <a:pt x="135" y="82"/>
                  </a:lnTo>
                  <a:lnTo>
                    <a:pt x="135" y="82"/>
                  </a:lnTo>
                  <a:lnTo>
                    <a:pt x="135" y="82"/>
                  </a:lnTo>
                  <a:lnTo>
                    <a:pt x="133" y="82"/>
                  </a:lnTo>
                  <a:lnTo>
                    <a:pt x="133" y="82"/>
                  </a:lnTo>
                  <a:lnTo>
                    <a:pt x="133" y="82"/>
                  </a:lnTo>
                  <a:lnTo>
                    <a:pt x="133" y="82"/>
                  </a:lnTo>
                  <a:lnTo>
                    <a:pt x="132" y="82"/>
                  </a:lnTo>
                  <a:lnTo>
                    <a:pt x="132" y="82"/>
                  </a:lnTo>
                  <a:lnTo>
                    <a:pt x="132" y="82"/>
                  </a:lnTo>
                  <a:lnTo>
                    <a:pt x="132" y="81"/>
                  </a:lnTo>
                  <a:lnTo>
                    <a:pt x="132" y="81"/>
                  </a:lnTo>
                  <a:lnTo>
                    <a:pt x="132" y="81"/>
                  </a:lnTo>
                  <a:lnTo>
                    <a:pt x="132" y="81"/>
                  </a:lnTo>
                  <a:lnTo>
                    <a:pt x="132" y="81"/>
                  </a:lnTo>
                  <a:lnTo>
                    <a:pt x="132" y="81"/>
                  </a:lnTo>
                  <a:lnTo>
                    <a:pt x="132" y="81"/>
                  </a:lnTo>
                  <a:lnTo>
                    <a:pt x="132" y="81"/>
                  </a:lnTo>
                  <a:lnTo>
                    <a:pt x="132" y="79"/>
                  </a:lnTo>
                  <a:lnTo>
                    <a:pt x="132" y="79"/>
                  </a:lnTo>
                  <a:lnTo>
                    <a:pt x="132" y="79"/>
                  </a:lnTo>
                  <a:lnTo>
                    <a:pt x="132" y="79"/>
                  </a:lnTo>
                  <a:lnTo>
                    <a:pt x="132" y="79"/>
                  </a:lnTo>
                  <a:lnTo>
                    <a:pt x="132" y="79"/>
                  </a:lnTo>
                  <a:lnTo>
                    <a:pt x="132" y="79"/>
                  </a:lnTo>
                  <a:lnTo>
                    <a:pt x="132" y="79"/>
                  </a:lnTo>
                  <a:lnTo>
                    <a:pt x="132" y="77"/>
                  </a:lnTo>
                  <a:lnTo>
                    <a:pt x="130" y="77"/>
                  </a:lnTo>
                  <a:lnTo>
                    <a:pt x="130" y="77"/>
                  </a:lnTo>
                  <a:lnTo>
                    <a:pt x="129" y="77"/>
                  </a:lnTo>
                  <a:lnTo>
                    <a:pt x="129" y="77"/>
                  </a:lnTo>
                  <a:lnTo>
                    <a:pt x="127" y="77"/>
                  </a:lnTo>
                  <a:lnTo>
                    <a:pt x="127" y="77"/>
                  </a:lnTo>
                  <a:lnTo>
                    <a:pt x="125" y="77"/>
                  </a:lnTo>
                  <a:lnTo>
                    <a:pt x="125" y="77"/>
                  </a:lnTo>
                  <a:lnTo>
                    <a:pt x="123" y="77"/>
                  </a:lnTo>
                  <a:lnTo>
                    <a:pt x="123" y="77"/>
                  </a:lnTo>
                  <a:lnTo>
                    <a:pt x="121" y="77"/>
                  </a:lnTo>
                  <a:lnTo>
                    <a:pt x="121" y="76"/>
                  </a:lnTo>
                  <a:lnTo>
                    <a:pt x="120" y="76"/>
                  </a:lnTo>
                  <a:lnTo>
                    <a:pt x="120" y="76"/>
                  </a:lnTo>
                  <a:lnTo>
                    <a:pt x="120" y="76"/>
                  </a:lnTo>
                  <a:lnTo>
                    <a:pt x="120" y="74"/>
                  </a:lnTo>
                  <a:lnTo>
                    <a:pt x="118" y="74"/>
                  </a:lnTo>
                  <a:lnTo>
                    <a:pt x="118" y="74"/>
                  </a:lnTo>
                  <a:lnTo>
                    <a:pt x="118" y="74"/>
                  </a:lnTo>
                  <a:lnTo>
                    <a:pt x="118" y="74"/>
                  </a:lnTo>
                  <a:lnTo>
                    <a:pt x="118" y="74"/>
                  </a:lnTo>
                  <a:lnTo>
                    <a:pt x="118" y="74"/>
                  </a:lnTo>
                  <a:lnTo>
                    <a:pt x="118" y="74"/>
                  </a:lnTo>
                  <a:lnTo>
                    <a:pt x="118" y="72"/>
                  </a:lnTo>
                  <a:lnTo>
                    <a:pt x="117" y="72"/>
                  </a:lnTo>
                  <a:lnTo>
                    <a:pt x="117" y="72"/>
                  </a:lnTo>
                  <a:lnTo>
                    <a:pt x="117" y="72"/>
                  </a:lnTo>
                  <a:lnTo>
                    <a:pt x="117" y="70"/>
                  </a:lnTo>
                  <a:lnTo>
                    <a:pt x="116" y="70"/>
                  </a:lnTo>
                  <a:lnTo>
                    <a:pt x="116" y="70"/>
                  </a:lnTo>
                  <a:lnTo>
                    <a:pt x="116" y="70"/>
                  </a:lnTo>
                  <a:lnTo>
                    <a:pt x="116" y="68"/>
                  </a:lnTo>
                  <a:lnTo>
                    <a:pt x="114" y="68"/>
                  </a:lnTo>
                  <a:lnTo>
                    <a:pt x="114" y="68"/>
                  </a:lnTo>
                  <a:lnTo>
                    <a:pt x="114" y="68"/>
                  </a:lnTo>
                  <a:lnTo>
                    <a:pt x="114" y="68"/>
                  </a:lnTo>
                  <a:lnTo>
                    <a:pt x="113" y="68"/>
                  </a:lnTo>
                  <a:lnTo>
                    <a:pt x="113" y="68"/>
                  </a:lnTo>
                  <a:lnTo>
                    <a:pt x="113" y="68"/>
                  </a:lnTo>
                  <a:lnTo>
                    <a:pt x="113" y="68"/>
                  </a:lnTo>
                  <a:lnTo>
                    <a:pt x="111" y="68"/>
                  </a:lnTo>
                  <a:lnTo>
                    <a:pt x="111" y="68"/>
                  </a:lnTo>
                  <a:lnTo>
                    <a:pt x="111" y="68"/>
                  </a:lnTo>
                  <a:lnTo>
                    <a:pt x="111" y="68"/>
                  </a:lnTo>
                  <a:lnTo>
                    <a:pt x="110" y="68"/>
                  </a:lnTo>
                  <a:lnTo>
                    <a:pt x="110" y="68"/>
                  </a:lnTo>
                  <a:lnTo>
                    <a:pt x="110" y="68"/>
                  </a:lnTo>
                  <a:lnTo>
                    <a:pt x="110" y="67"/>
                  </a:lnTo>
                  <a:lnTo>
                    <a:pt x="110" y="67"/>
                  </a:lnTo>
                  <a:lnTo>
                    <a:pt x="110" y="67"/>
                  </a:lnTo>
                  <a:lnTo>
                    <a:pt x="110" y="67"/>
                  </a:lnTo>
                  <a:lnTo>
                    <a:pt x="110" y="67"/>
                  </a:lnTo>
                  <a:lnTo>
                    <a:pt x="110" y="67"/>
                  </a:lnTo>
                  <a:lnTo>
                    <a:pt x="110" y="67"/>
                  </a:lnTo>
                  <a:lnTo>
                    <a:pt x="110" y="67"/>
                  </a:lnTo>
                  <a:lnTo>
                    <a:pt x="110" y="66"/>
                  </a:lnTo>
                  <a:lnTo>
                    <a:pt x="110" y="66"/>
                  </a:lnTo>
                  <a:lnTo>
                    <a:pt x="110" y="66"/>
                  </a:lnTo>
                  <a:lnTo>
                    <a:pt x="110" y="66"/>
                  </a:lnTo>
                  <a:lnTo>
                    <a:pt x="110" y="66"/>
                  </a:lnTo>
                  <a:lnTo>
                    <a:pt x="110" y="66"/>
                  </a:lnTo>
                  <a:lnTo>
                    <a:pt x="110" y="66"/>
                  </a:lnTo>
                  <a:lnTo>
                    <a:pt x="110" y="66"/>
                  </a:lnTo>
                  <a:lnTo>
                    <a:pt x="110" y="64"/>
                  </a:lnTo>
                  <a:lnTo>
                    <a:pt x="110" y="64"/>
                  </a:lnTo>
                  <a:lnTo>
                    <a:pt x="110" y="64"/>
                  </a:lnTo>
                  <a:lnTo>
                    <a:pt x="110" y="64"/>
                  </a:lnTo>
                  <a:lnTo>
                    <a:pt x="111" y="64"/>
                  </a:lnTo>
                  <a:lnTo>
                    <a:pt x="111" y="64"/>
                  </a:lnTo>
                  <a:lnTo>
                    <a:pt x="111" y="64"/>
                  </a:lnTo>
                  <a:lnTo>
                    <a:pt x="111" y="64"/>
                  </a:lnTo>
                  <a:lnTo>
                    <a:pt x="113" y="63"/>
                  </a:lnTo>
                  <a:lnTo>
                    <a:pt x="113" y="63"/>
                  </a:lnTo>
                  <a:lnTo>
                    <a:pt x="113" y="63"/>
                  </a:lnTo>
                  <a:lnTo>
                    <a:pt x="113" y="63"/>
                  </a:lnTo>
                  <a:lnTo>
                    <a:pt x="114" y="62"/>
                  </a:lnTo>
                  <a:lnTo>
                    <a:pt x="114" y="62"/>
                  </a:lnTo>
                  <a:lnTo>
                    <a:pt x="114" y="62"/>
                  </a:lnTo>
                  <a:lnTo>
                    <a:pt x="114" y="62"/>
                  </a:lnTo>
                  <a:lnTo>
                    <a:pt x="116" y="61"/>
                  </a:lnTo>
                  <a:lnTo>
                    <a:pt x="116" y="62"/>
                  </a:lnTo>
                  <a:lnTo>
                    <a:pt x="116" y="62"/>
                  </a:lnTo>
                  <a:lnTo>
                    <a:pt x="116" y="62"/>
                  </a:lnTo>
                  <a:lnTo>
                    <a:pt x="118" y="62"/>
                  </a:lnTo>
                  <a:lnTo>
                    <a:pt x="118" y="62"/>
                  </a:lnTo>
                  <a:lnTo>
                    <a:pt x="120" y="62"/>
                  </a:lnTo>
                  <a:lnTo>
                    <a:pt x="120" y="62"/>
                  </a:lnTo>
                  <a:lnTo>
                    <a:pt x="122" y="62"/>
                  </a:lnTo>
                  <a:lnTo>
                    <a:pt x="122" y="63"/>
                  </a:lnTo>
                  <a:lnTo>
                    <a:pt x="123" y="63"/>
                  </a:lnTo>
                  <a:lnTo>
                    <a:pt x="123" y="63"/>
                  </a:lnTo>
                  <a:lnTo>
                    <a:pt x="125" y="63"/>
                  </a:lnTo>
                  <a:lnTo>
                    <a:pt x="125" y="63"/>
                  </a:lnTo>
                  <a:lnTo>
                    <a:pt x="126" y="63"/>
                  </a:lnTo>
                  <a:lnTo>
                    <a:pt x="126" y="63"/>
                  </a:lnTo>
                  <a:lnTo>
                    <a:pt x="128" y="62"/>
                  </a:lnTo>
                  <a:lnTo>
                    <a:pt x="128" y="62"/>
                  </a:lnTo>
                  <a:lnTo>
                    <a:pt x="128" y="62"/>
                  </a:lnTo>
                  <a:lnTo>
                    <a:pt x="128" y="62"/>
                  </a:lnTo>
                  <a:lnTo>
                    <a:pt x="128" y="62"/>
                  </a:lnTo>
                  <a:lnTo>
                    <a:pt x="128" y="62"/>
                  </a:lnTo>
                  <a:lnTo>
                    <a:pt x="128" y="62"/>
                  </a:lnTo>
                  <a:lnTo>
                    <a:pt x="128" y="62"/>
                  </a:lnTo>
                  <a:lnTo>
                    <a:pt x="129" y="60"/>
                  </a:lnTo>
                  <a:lnTo>
                    <a:pt x="129" y="60"/>
                  </a:lnTo>
                  <a:lnTo>
                    <a:pt x="129" y="60"/>
                  </a:lnTo>
                  <a:lnTo>
                    <a:pt x="129" y="60"/>
                  </a:lnTo>
                  <a:lnTo>
                    <a:pt x="129" y="59"/>
                  </a:lnTo>
                  <a:lnTo>
                    <a:pt x="129" y="59"/>
                  </a:lnTo>
                  <a:lnTo>
                    <a:pt x="129" y="59"/>
                  </a:lnTo>
                  <a:lnTo>
                    <a:pt x="129" y="59"/>
                  </a:lnTo>
                  <a:lnTo>
                    <a:pt x="131" y="58"/>
                  </a:lnTo>
                  <a:lnTo>
                    <a:pt x="131" y="58"/>
                  </a:lnTo>
                  <a:lnTo>
                    <a:pt x="131" y="58"/>
                  </a:lnTo>
                  <a:lnTo>
                    <a:pt x="131" y="58"/>
                  </a:lnTo>
                  <a:lnTo>
                    <a:pt x="131" y="56"/>
                  </a:lnTo>
                  <a:lnTo>
                    <a:pt x="131" y="56"/>
                  </a:lnTo>
                  <a:lnTo>
                    <a:pt x="131" y="55"/>
                  </a:lnTo>
                  <a:lnTo>
                    <a:pt x="131" y="55"/>
                  </a:lnTo>
                  <a:lnTo>
                    <a:pt x="132" y="53"/>
                  </a:lnTo>
                  <a:lnTo>
                    <a:pt x="132" y="53"/>
                  </a:lnTo>
                  <a:lnTo>
                    <a:pt x="132" y="53"/>
                  </a:lnTo>
                  <a:lnTo>
                    <a:pt x="132" y="53"/>
                  </a:lnTo>
                  <a:lnTo>
                    <a:pt x="134" y="51"/>
                  </a:lnTo>
                  <a:lnTo>
                    <a:pt x="134" y="51"/>
                  </a:lnTo>
                  <a:lnTo>
                    <a:pt x="135" y="51"/>
                  </a:lnTo>
                  <a:lnTo>
                    <a:pt x="135" y="51"/>
                  </a:lnTo>
                  <a:lnTo>
                    <a:pt x="137" y="50"/>
                  </a:lnTo>
                  <a:lnTo>
                    <a:pt x="137" y="51"/>
                  </a:lnTo>
                  <a:lnTo>
                    <a:pt x="137" y="51"/>
                  </a:lnTo>
                  <a:lnTo>
                    <a:pt x="137" y="51"/>
                  </a:lnTo>
                  <a:lnTo>
                    <a:pt x="137" y="51"/>
                  </a:lnTo>
                  <a:lnTo>
                    <a:pt x="137" y="51"/>
                  </a:lnTo>
                  <a:lnTo>
                    <a:pt x="137" y="51"/>
                  </a:lnTo>
                  <a:lnTo>
                    <a:pt x="137" y="51"/>
                  </a:lnTo>
                  <a:lnTo>
                    <a:pt x="138" y="51"/>
                  </a:lnTo>
                  <a:lnTo>
                    <a:pt x="138" y="51"/>
                  </a:lnTo>
                  <a:lnTo>
                    <a:pt x="138" y="51"/>
                  </a:lnTo>
                  <a:lnTo>
                    <a:pt x="138" y="51"/>
                  </a:lnTo>
                  <a:lnTo>
                    <a:pt x="139" y="51"/>
                  </a:lnTo>
                  <a:lnTo>
                    <a:pt x="139" y="51"/>
                  </a:lnTo>
                  <a:lnTo>
                    <a:pt x="139" y="51"/>
                  </a:lnTo>
                  <a:lnTo>
                    <a:pt x="139" y="51"/>
                  </a:lnTo>
                  <a:lnTo>
                    <a:pt x="140" y="51"/>
                  </a:lnTo>
                  <a:lnTo>
                    <a:pt x="140" y="51"/>
                  </a:lnTo>
                  <a:lnTo>
                    <a:pt x="140" y="51"/>
                  </a:lnTo>
                  <a:lnTo>
                    <a:pt x="140" y="51"/>
                  </a:lnTo>
                  <a:lnTo>
                    <a:pt x="142" y="51"/>
                  </a:lnTo>
                  <a:lnTo>
                    <a:pt x="142" y="51"/>
                  </a:lnTo>
                  <a:lnTo>
                    <a:pt x="142" y="51"/>
                  </a:lnTo>
                  <a:lnTo>
                    <a:pt x="142" y="51"/>
                  </a:lnTo>
                  <a:lnTo>
                    <a:pt x="144" y="51"/>
                  </a:lnTo>
                  <a:lnTo>
                    <a:pt x="144" y="51"/>
                  </a:lnTo>
                  <a:lnTo>
                    <a:pt x="144" y="51"/>
                  </a:lnTo>
                  <a:lnTo>
                    <a:pt x="144" y="51"/>
                  </a:lnTo>
                  <a:lnTo>
                    <a:pt x="146" y="51"/>
                  </a:lnTo>
                  <a:lnTo>
                    <a:pt x="146" y="51"/>
                  </a:lnTo>
                  <a:lnTo>
                    <a:pt x="147" y="51"/>
                  </a:lnTo>
                  <a:lnTo>
                    <a:pt x="147" y="51"/>
                  </a:lnTo>
                  <a:lnTo>
                    <a:pt x="148" y="50"/>
                  </a:lnTo>
                  <a:lnTo>
                    <a:pt x="148" y="50"/>
                  </a:lnTo>
                  <a:lnTo>
                    <a:pt x="148" y="50"/>
                  </a:lnTo>
                  <a:lnTo>
                    <a:pt x="148" y="50"/>
                  </a:lnTo>
                  <a:lnTo>
                    <a:pt x="149" y="49"/>
                  </a:lnTo>
                  <a:lnTo>
                    <a:pt x="149" y="49"/>
                  </a:lnTo>
                  <a:lnTo>
                    <a:pt x="149" y="49"/>
                  </a:lnTo>
                  <a:lnTo>
                    <a:pt x="149" y="49"/>
                  </a:lnTo>
                  <a:lnTo>
                    <a:pt x="151" y="47"/>
                  </a:lnTo>
                  <a:lnTo>
                    <a:pt x="151" y="47"/>
                  </a:lnTo>
                  <a:lnTo>
                    <a:pt x="151" y="47"/>
                  </a:lnTo>
                  <a:lnTo>
                    <a:pt x="151" y="47"/>
                  </a:lnTo>
                  <a:lnTo>
                    <a:pt x="152" y="45"/>
                  </a:lnTo>
                  <a:lnTo>
                    <a:pt x="152" y="45"/>
                  </a:lnTo>
                  <a:lnTo>
                    <a:pt x="152" y="44"/>
                  </a:lnTo>
                  <a:lnTo>
                    <a:pt x="152" y="44"/>
                  </a:lnTo>
                  <a:lnTo>
                    <a:pt x="154" y="43"/>
                  </a:lnTo>
                  <a:lnTo>
                    <a:pt x="154" y="43"/>
                  </a:lnTo>
                  <a:lnTo>
                    <a:pt x="154" y="43"/>
                  </a:lnTo>
                  <a:lnTo>
                    <a:pt x="154" y="43"/>
                  </a:lnTo>
                  <a:lnTo>
                    <a:pt x="154" y="43"/>
                  </a:lnTo>
                  <a:lnTo>
                    <a:pt x="154" y="43"/>
                  </a:lnTo>
                  <a:lnTo>
                    <a:pt x="154" y="43"/>
                  </a:lnTo>
                  <a:lnTo>
                    <a:pt x="154" y="43"/>
                  </a:lnTo>
                  <a:lnTo>
                    <a:pt x="156" y="43"/>
                  </a:lnTo>
                  <a:lnTo>
                    <a:pt x="156" y="43"/>
                  </a:lnTo>
                  <a:lnTo>
                    <a:pt x="156" y="43"/>
                  </a:lnTo>
                  <a:lnTo>
                    <a:pt x="156" y="43"/>
                  </a:lnTo>
                  <a:lnTo>
                    <a:pt x="156" y="43"/>
                  </a:lnTo>
                  <a:lnTo>
                    <a:pt x="156" y="43"/>
                  </a:lnTo>
                  <a:lnTo>
                    <a:pt x="156" y="43"/>
                  </a:lnTo>
                  <a:lnTo>
                    <a:pt x="156" y="43"/>
                  </a:lnTo>
                  <a:lnTo>
                    <a:pt x="158" y="43"/>
                  </a:lnTo>
                  <a:lnTo>
                    <a:pt x="158" y="44"/>
                  </a:lnTo>
                  <a:lnTo>
                    <a:pt x="158" y="44"/>
                  </a:lnTo>
                  <a:lnTo>
                    <a:pt x="158" y="44"/>
                  </a:lnTo>
                  <a:lnTo>
                    <a:pt x="158" y="44"/>
                  </a:lnTo>
                  <a:lnTo>
                    <a:pt x="158" y="45"/>
                  </a:lnTo>
                  <a:lnTo>
                    <a:pt x="158" y="45"/>
                  </a:lnTo>
                  <a:lnTo>
                    <a:pt x="158" y="45"/>
                  </a:lnTo>
                  <a:lnTo>
                    <a:pt x="160" y="45"/>
                  </a:lnTo>
                  <a:lnTo>
                    <a:pt x="160" y="46"/>
                  </a:lnTo>
                  <a:lnTo>
                    <a:pt x="160" y="46"/>
                  </a:lnTo>
                  <a:lnTo>
                    <a:pt x="160" y="46"/>
                  </a:lnTo>
                  <a:lnTo>
                    <a:pt x="162" y="46"/>
                  </a:lnTo>
                  <a:lnTo>
                    <a:pt x="162" y="46"/>
                  </a:lnTo>
                  <a:lnTo>
                    <a:pt x="162" y="46"/>
                  </a:lnTo>
                  <a:lnTo>
                    <a:pt x="162" y="46"/>
                  </a:lnTo>
                  <a:lnTo>
                    <a:pt x="164" y="46"/>
                  </a:lnTo>
                  <a:lnTo>
                    <a:pt x="164" y="46"/>
                  </a:lnTo>
                  <a:lnTo>
                    <a:pt x="164" y="46"/>
                  </a:lnTo>
                  <a:lnTo>
                    <a:pt x="164" y="46"/>
                  </a:lnTo>
                  <a:lnTo>
                    <a:pt x="166" y="46"/>
                  </a:lnTo>
                  <a:lnTo>
                    <a:pt x="166" y="46"/>
                  </a:lnTo>
                  <a:lnTo>
                    <a:pt x="167" y="46"/>
                  </a:lnTo>
                  <a:lnTo>
                    <a:pt x="167" y="46"/>
                  </a:lnTo>
                  <a:lnTo>
                    <a:pt x="169" y="46"/>
                  </a:lnTo>
                  <a:lnTo>
                    <a:pt x="169" y="46"/>
                  </a:lnTo>
                  <a:lnTo>
                    <a:pt x="170" y="46"/>
                  </a:lnTo>
                  <a:lnTo>
                    <a:pt x="170" y="46"/>
                  </a:lnTo>
                  <a:lnTo>
                    <a:pt x="172" y="46"/>
                  </a:lnTo>
                  <a:lnTo>
                    <a:pt x="172" y="46"/>
                  </a:lnTo>
                  <a:lnTo>
                    <a:pt x="174" y="46"/>
                  </a:lnTo>
                  <a:lnTo>
                    <a:pt x="174" y="46"/>
                  </a:lnTo>
                  <a:lnTo>
                    <a:pt x="176" y="46"/>
                  </a:lnTo>
                  <a:lnTo>
                    <a:pt x="176" y="46"/>
                  </a:lnTo>
                  <a:lnTo>
                    <a:pt x="176" y="46"/>
                  </a:lnTo>
                  <a:lnTo>
                    <a:pt x="176" y="46"/>
                  </a:lnTo>
                  <a:lnTo>
                    <a:pt x="178" y="46"/>
                  </a:lnTo>
                  <a:lnTo>
                    <a:pt x="178" y="46"/>
                  </a:lnTo>
                  <a:lnTo>
                    <a:pt x="180" y="46"/>
                  </a:lnTo>
                  <a:lnTo>
                    <a:pt x="180" y="46"/>
                  </a:lnTo>
                  <a:lnTo>
                    <a:pt x="182" y="46"/>
                  </a:lnTo>
                  <a:lnTo>
                    <a:pt x="182" y="46"/>
                  </a:lnTo>
                  <a:lnTo>
                    <a:pt x="182" y="46"/>
                  </a:lnTo>
                  <a:lnTo>
                    <a:pt x="182" y="46"/>
                  </a:lnTo>
                  <a:lnTo>
                    <a:pt x="184" y="46"/>
                  </a:lnTo>
                  <a:lnTo>
                    <a:pt x="184" y="46"/>
                  </a:lnTo>
                  <a:lnTo>
                    <a:pt x="186" y="46"/>
                  </a:lnTo>
                  <a:lnTo>
                    <a:pt x="186" y="46"/>
                  </a:lnTo>
                  <a:lnTo>
                    <a:pt x="188" y="46"/>
                  </a:lnTo>
                  <a:lnTo>
                    <a:pt x="188" y="47"/>
                  </a:lnTo>
                  <a:lnTo>
                    <a:pt x="188" y="47"/>
                  </a:lnTo>
                  <a:lnTo>
                    <a:pt x="188" y="47"/>
                  </a:lnTo>
                  <a:lnTo>
                    <a:pt x="188" y="47"/>
                  </a:lnTo>
                  <a:lnTo>
                    <a:pt x="188" y="47"/>
                  </a:lnTo>
                  <a:lnTo>
                    <a:pt x="188" y="47"/>
                  </a:lnTo>
                  <a:lnTo>
                    <a:pt x="188" y="47"/>
                  </a:lnTo>
                  <a:lnTo>
                    <a:pt x="189" y="47"/>
                  </a:lnTo>
                  <a:lnTo>
                    <a:pt x="189" y="49"/>
                  </a:lnTo>
                  <a:lnTo>
                    <a:pt x="189" y="49"/>
                  </a:lnTo>
                  <a:lnTo>
                    <a:pt x="189" y="49"/>
                  </a:lnTo>
                  <a:lnTo>
                    <a:pt x="191" y="49"/>
                  </a:lnTo>
                  <a:lnTo>
                    <a:pt x="191" y="49"/>
                  </a:lnTo>
                  <a:lnTo>
                    <a:pt x="191" y="49"/>
                  </a:lnTo>
                  <a:lnTo>
                    <a:pt x="191" y="49"/>
                  </a:lnTo>
                  <a:lnTo>
                    <a:pt x="193" y="49"/>
                  </a:lnTo>
                  <a:lnTo>
                    <a:pt x="193" y="49"/>
                  </a:lnTo>
                  <a:lnTo>
                    <a:pt x="193" y="49"/>
                  </a:lnTo>
                  <a:lnTo>
                    <a:pt x="193" y="49"/>
                  </a:lnTo>
                  <a:lnTo>
                    <a:pt x="193" y="48"/>
                  </a:lnTo>
                  <a:lnTo>
                    <a:pt x="193" y="48"/>
                  </a:lnTo>
                  <a:lnTo>
                    <a:pt x="193" y="48"/>
                  </a:lnTo>
                  <a:lnTo>
                    <a:pt x="193" y="48"/>
                  </a:lnTo>
                  <a:lnTo>
                    <a:pt x="193" y="46"/>
                  </a:lnTo>
                  <a:lnTo>
                    <a:pt x="193" y="46"/>
                  </a:lnTo>
                  <a:lnTo>
                    <a:pt x="193" y="46"/>
                  </a:lnTo>
                  <a:lnTo>
                    <a:pt x="193" y="46"/>
                  </a:lnTo>
                  <a:lnTo>
                    <a:pt x="194" y="44"/>
                  </a:lnTo>
                  <a:lnTo>
                    <a:pt x="194" y="44"/>
                  </a:lnTo>
                  <a:lnTo>
                    <a:pt x="194" y="43"/>
                  </a:lnTo>
                  <a:lnTo>
                    <a:pt x="194" y="43"/>
                  </a:lnTo>
                  <a:lnTo>
                    <a:pt x="196" y="41"/>
                  </a:lnTo>
                  <a:lnTo>
                    <a:pt x="196" y="41"/>
                  </a:lnTo>
                  <a:lnTo>
                    <a:pt x="196" y="41"/>
                  </a:lnTo>
                  <a:lnTo>
                    <a:pt x="196" y="41"/>
                  </a:lnTo>
                  <a:lnTo>
                    <a:pt x="196" y="41"/>
                  </a:lnTo>
                  <a:lnTo>
                    <a:pt x="196" y="41"/>
                  </a:lnTo>
                  <a:lnTo>
                    <a:pt x="196" y="41"/>
                  </a:lnTo>
                  <a:lnTo>
                    <a:pt x="196" y="41"/>
                  </a:lnTo>
                  <a:lnTo>
                    <a:pt x="197" y="40"/>
                  </a:lnTo>
                  <a:lnTo>
                    <a:pt x="197" y="40"/>
                  </a:lnTo>
                  <a:lnTo>
                    <a:pt x="197" y="40"/>
                  </a:lnTo>
                  <a:lnTo>
                    <a:pt x="197" y="40"/>
                  </a:lnTo>
                  <a:lnTo>
                    <a:pt x="197" y="38"/>
                  </a:lnTo>
                  <a:lnTo>
                    <a:pt x="197" y="38"/>
                  </a:lnTo>
                  <a:lnTo>
                    <a:pt x="197" y="38"/>
                  </a:lnTo>
                  <a:lnTo>
                    <a:pt x="197" y="38"/>
                  </a:lnTo>
                  <a:lnTo>
                    <a:pt x="198" y="37"/>
                  </a:lnTo>
                  <a:lnTo>
                    <a:pt x="197" y="37"/>
                  </a:lnTo>
                  <a:lnTo>
                    <a:pt x="197" y="37"/>
                  </a:lnTo>
                  <a:lnTo>
                    <a:pt x="197" y="37"/>
                  </a:lnTo>
                  <a:lnTo>
                    <a:pt x="197" y="36"/>
                  </a:lnTo>
                  <a:lnTo>
                    <a:pt x="197" y="36"/>
                  </a:lnTo>
                  <a:lnTo>
                    <a:pt x="197" y="36"/>
                  </a:lnTo>
                  <a:lnTo>
                    <a:pt x="197" y="36"/>
                  </a:lnTo>
                  <a:lnTo>
                    <a:pt x="197" y="35"/>
                  </a:lnTo>
                  <a:lnTo>
                    <a:pt x="197" y="35"/>
                  </a:lnTo>
                  <a:lnTo>
                    <a:pt x="197" y="35"/>
                  </a:lnTo>
                  <a:lnTo>
                    <a:pt x="197" y="35"/>
                  </a:lnTo>
                  <a:lnTo>
                    <a:pt x="197" y="33"/>
                  </a:lnTo>
                  <a:lnTo>
                    <a:pt x="197" y="33"/>
                  </a:lnTo>
                  <a:lnTo>
                    <a:pt x="197" y="33"/>
                  </a:lnTo>
                  <a:lnTo>
                    <a:pt x="197" y="33"/>
                  </a:lnTo>
                  <a:lnTo>
                    <a:pt x="197" y="31"/>
                  </a:lnTo>
                  <a:lnTo>
                    <a:pt x="196" y="31"/>
                  </a:lnTo>
                  <a:lnTo>
                    <a:pt x="196" y="31"/>
                  </a:lnTo>
                  <a:lnTo>
                    <a:pt x="196" y="31"/>
                  </a:lnTo>
                  <a:lnTo>
                    <a:pt x="196" y="30"/>
                  </a:lnTo>
                  <a:lnTo>
                    <a:pt x="196" y="30"/>
                  </a:lnTo>
                  <a:lnTo>
                    <a:pt x="196" y="30"/>
                  </a:lnTo>
                  <a:lnTo>
                    <a:pt x="196" y="30"/>
                  </a:lnTo>
                  <a:lnTo>
                    <a:pt x="196" y="28"/>
                  </a:lnTo>
                  <a:lnTo>
                    <a:pt x="196" y="28"/>
                  </a:lnTo>
                  <a:lnTo>
                    <a:pt x="196" y="28"/>
                  </a:lnTo>
                  <a:lnTo>
                    <a:pt x="196" y="28"/>
                  </a:lnTo>
                  <a:lnTo>
                    <a:pt x="196" y="27"/>
                  </a:lnTo>
                  <a:lnTo>
                    <a:pt x="196" y="27"/>
                  </a:lnTo>
                  <a:lnTo>
                    <a:pt x="196" y="27"/>
                  </a:lnTo>
                  <a:lnTo>
                    <a:pt x="196" y="27"/>
                  </a:lnTo>
                  <a:lnTo>
                    <a:pt x="196" y="25"/>
                  </a:lnTo>
                  <a:lnTo>
                    <a:pt x="196" y="25"/>
                  </a:lnTo>
                  <a:lnTo>
                    <a:pt x="196" y="25"/>
                  </a:lnTo>
                  <a:lnTo>
                    <a:pt x="196" y="25"/>
                  </a:lnTo>
                  <a:lnTo>
                    <a:pt x="196" y="25"/>
                  </a:lnTo>
                  <a:lnTo>
                    <a:pt x="196" y="25"/>
                  </a:lnTo>
                  <a:lnTo>
                    <a:pt x="196" y="25"/>
                  </a:lnTo>
                  <a:lnTo>
                    <a:pt x="196" y="25"/>
                  </a:lnTo>
                  <a:lnTo>
                    <a:pt x="196" y="23"/>
                  </a:lnTo>
                  <a:lnTo>
                    <a:pt x="196" y="23"/>
                  </a:lnTo>
                  <a:lnTo>
                    <a:pt x="196" y="23"/>
                  </a:lnTo>
                  <a:lnTo>
                    <a:pt x="196" y="23"/>
                  </a:lnTo>
                  <a:lnTo>
                    <a:pt x="196" y="23"/>
                  </a:lnTo>
                  <a:lnTo>
                    <a:pt x="196" y="23"/>
                  </a:lnTo>
                  <a:lnTo>
                    <a:pt x="196" y="23"/>
                  </a:lnTo>
                  <a:lnTo>
                    <a:pt x="196" y="23"/>
                  </a:lnTo>
                  <a:lnTo>
                    <a:pt x="197" y="22"/>
                  </a:lnTo>
                  <a:lnTo>
                    <a:pt x="197" y="22"/>
                  </a:lnTo>
                  <a:lnTo>
                    <a:pt x="197" y="22"/>
                  </a:lnTo>
                  <a:lnTo>
                    <a:pt x="197" y="22"/>
                  </a:lnTo>
                  <a:lnTo>
                    <a:pt x="198" y="20"/>
                  </a:lnTo>
                  <a:lnTo>
                    <a:pt x="198" y="20"/>
                  </a:lnTo>
                  <a:lnTo>
                    <a:pt x="198" y="20"/>
                  </a:lnTo>
                  <a:lnTo>
                    <a:pt x="198" y="20"/>
                  </a:lnTo>
                  <a:lnTo>
                    <a:pt x="200" y="18"/>
                  </a:lnTo>
                  <a:lnTo>
                    <a:pt x="200" y="18"/>
                  </a:lnTo>
                  <a:lnTo>
                    <a:pt x="200" y="18"/>
                  </a:lnTo>
                  <a:lnTo>
                    <a:pt x="200" y="18"/>
                  </a:lnTo>
                  <a:lnTo>
                    <a:pt x="202" y="16"/>
                  </a:lnTo>
                  <a:lnTo>
                    <a:pt x="202" y="16"/>
                  </a:lnTo>
                  <a:lnTo>
                    <a:pt x="203" y="16"/>
                  </a:lnTo>
                  <a:lnTo>
                    <a:pt x="203" y="16"/>
                  </a:lnTo>
                  <a:lnTo>
                    <a:pt x="204" y="14"/>
                  </a:lnTo>
                  <a:lnTo>
                    <a:pt x="203" y="14"/>
                  </a:lnTo>
                  <a:lnTo>
                    <a:pt x="203" y="14"/>
                  </a:lnTo>
                  <a:lnTo>
                    <a:pt x="203" y="14"/>
                  </a:lnTo>
                  <a:lnTo>
                    <a:pt x="203" y="14"/>
                  </a:lnTo>
                  <a:lnTo>
                    <a:pt x="203" y="14"/>
                  </a:lnTo>
                  <a:lnTo>
                    <a:pt x="203" y="14"/>
                  </a:lnTo>
                  <a:lnTo>
                    <a:pt x="203" y="14"/>
                  </a:lnTo>
                  <a:lnTo>
                    <a:pt x="203" y="13"/>
                  </a:lnTo>
                  <a:lnTo>
                    <a:pt x="203" y="13"/>
                  </a:lnTo>
                  <a:lnTo>
                    <a:pt x="203" y="13"/>
                  </a:lnTo>
                  <a:lnTo>
                    <a:pt x="203" y="13"/>
                  </a:lnTo>
                  <a:lnTo>
                    <a:pt x="203" y="13"/>
                  </a:lnTo>
                  <a:lnTo>
                    <a:pt x="203" y="13"/>
                  </a:lnTo>
                  <a:lnTo>
                    <a:pt x="203" y="13"/>
                  </a:lnTo>
                  <a:lnTo>
                    <a:pt x="203" y="13"/>
                  </a:lnTo>
                  <a:lnTo>
                    <a:pt x="204" y="11"/>
                  </a:lnTo>
                  <a:lnTo>
                    <a:pt x="202" y="11"/>
                  </a:lnTo>
                  <a:lnTo>
                    <a:pt x="202" y="11"/>
                  </a:lnTo>
                  <a:lnTo>
                    <a:pt x="202" y="11"/>
                  </a:lnTo>
                  <a:lnTo>
                    <a:pt x="202" y="9"/>
                  </a:lnTo>
                  <a:lnTo>
                    <a:pt x="201" y="9"/>
                  </a:lnTo>
                  <a:lnTo>
                    <a:pt x="201" y="9"/>
                  </a:lnTo>
                  <a:lnTo>
                    <a:pt x="201" y="9"/>
                  </a:lnTo>
                  <a:lnTo>
                    <a:pt x="201" y="7"/>
                  </a:lnTo>
                  <a:lnTo>
                    <a:pt x="200" y="7"/>
                  </a:lnTo>
                  <a:lnTo>
                    <a:pt x="200" y="7"/>
                  </a:lnTo>
                  <a:lnTo>
                    <a:pt x="200" y="7"/>
                  </a:lnTo>
                  <a:lnTo>
                    <a:pt x="200" y="6"/>
                  </a:lnTo>
                  <a:lnTo>
                    <a:pt x="200" y="6"/>
                  </a:lnTo>
                  <a:lnTo>
                    <a:pt x="200" y="6"/>
                  </a:lnTo>
                  <a:lnTo>
                    <a:pt x="200" y="6"/>
                  </a:lnTo>
                  <a:lnTo>
                    <a:pt x="200" y="4"/>
                  </a:lnTo>
                  <a:lnTo>
                    <a:pt x="198" y="4"/>
                  </a:lnTo>
                  <a:lnTo>
                    <a:pt x="198" y="4"/>
                  </a:lnTo>
                  <a:lnTo>
                    <a:pt x="197" y="4"/>
                  </a:lnTo>
                  <a:lnTo>
                    <a:pt x="197" y="4"/>
                  </a:lnTo>
                  <a:lnTo>
                    <a:pt x="195" y="4"/>
                  </a:lnTo>
                  <a:lnTo>
                    <a:pt x="195" y="4"/>
                  </a:lnTo>
                  <a:lnTo>
                    <a:pt x="195" y="4"/>
                  </a:lnTo>
                  <a:lnTo>
                    <a:pt x="195" y="2"/>
                  </a:lnTo>
                  <a:lnTo>
                    <a:pt x="193" y="2"/>
                  </a:lnTo>
                  <a:lnTo>
                    <a:pt x="193" y="2"/>
                  </a:lnTo>
                  <a:lnTo>
                    <a:pt x="192" y="2"/>
                  </a:lnTo>
                  <a:lnTo>
                    <a:pt x="192" y="1"/>
                  </a:lnTo>
                  <a:lnTo>
                    <a:pt x="191" y="1"/>
                  </a:lnTo>
                  <a:lnTo>
                    <a:pt x="191" y="1"/>
                  </a:lnTo>
                  <a:lnTo>
                    <a:pt x="191" y="1"/>
                  </a:lnTo>
                  <a:lnTo>
                    <a:pt x="191" y="0"/>
                  </a:lnTo>
                  <a:lnTo>
                    <a:pt x="191" y="3"/>
                  </a:lnTo>
                  <a:lnTo>
                    <a:pt x="189" y="3"/>
                  </a:lnTo>
                  <a:lnTo>
                    <a:pt x="189" y="3"/>
                  </a:lnTo>
                  <a:lnTo>
                    <a:pt x="188" y="3"/>
                  </a:lnTo>
                  <a:lnTo>
                    <a:pt x="188" y="3"/>
                  </a:lnTo>
                  <a:lnTo>
                    <a:pt x="186" y="3"/>
                  </a:lnTo>
                  <a:lnTo>
                    <a:pt x="186" y="3"/>
                  </a:lnTo>
                  <a:lnTo>
                    <a:pt x="186" y="3"/>
                  </a:lnTo>
                  <a:lnTo>
                    <a:pt x="186" y="3"/>
                  </a:lnTo>
                  <a:lnTo>
                    <a:pt x="183" y="3"/>
                  </a:lnTo>
                  <a:lnTo>
                    <a:pt x="183" y="3"/>
                  </a:lnTo>
                  <a:lnTo>
                    <a:pt x="183" y="3"/>
                  </a:lnTo>
                  <a:lnTo>
                    <a:pt x="183" y="3"/>
                  </a:lnTo>
                  <a:lnTo>
                    <a:pt x="183" y="3"/>
                  </a:lnTo>
                  <a:lnTo>
                    <a:pt x="183" y="3"/>
                  </a:lnTo>
                  <a:lnTo>
                    <a:pt x="183" y="3"/>
                  </a:lnTo>
                  <a:lnTo>
                    <a:pt x="183" y="3"/>
                  </a:lnTo>
                  <a:lnTo>
                    <a:pt x="183" y="4"/>
                  </a:lnTo>
                  <a:lnTo>
                    <a:pt x="183" y="4"/>
                  </a:lnTo>
                  <a:lnTo>
                    <a:pt x="183" y="4"/>
                  </a:lnTo>
                  <a:lnTo>
                    <a:pt x="183" y="4"/>
                  </a:lnTo>
                  <a:lnTo>
                    <a:pt x="183" y="6"/>
                  </a:lnTo>
                  <a:lnTo>
                    <a:pt x="183" y="6"/>
                  </a:lnTo>
                  <a:lnTo>
                    <a:pt x="183" y="6"/>
                  </a:lnTo>
                  <a:lnTo>
                    <a:pt x="183" y="6"/>
                  </a:lnTo>
                  <a:lnTo>
                    <a:pt x="183" y="7"/>
                  </a:lnTo>
                  <a:lnTo>
                    <a:pt x="183" y="7"/>
                  </a:lnTo>
                  <a:lnTo>
                    <a:pt x="183" y="7"/>
                  </a:lnTo>
                  <a:lnTo>
                    <a:pt x="183" y="7"/>
                  </a:lnTo>
                  <a:lnTo>
                    <a:pt x="183" y="7"/>
                  </a:lnTo>
                  <a:lnTo>
                    <a:pt x="183" y="7"/>
                  </a:lnTo>
                  <a:lnTo>
                    <a:pt x="183" y="7"/>
                  </a:lnTo>
                  <a:lnTo>
                    <a:pt x="183" y="7"/>
                  </a:lnTo>
                  <a:lnTo>
                    <a:pt x="183" y="9"/>
                  </a:lnTo>
                  <a:lnTo>
                    <a:pt x="183" y="9"/>
                  </a:lnTo>
                  <a:lnTo>
                    <a:pt x="183" y="9"/>
                  </a:lnTo>
                  <a:lnTo>
                    <a:pt x="183" y="9"/>
                  </a:lnTo>
                  <a:lnTo>
                    <a:pt x="183" y="11"/>
                  </a:lnTo>
                  <a:lnTo>
                    <a:pt x="183" y="11"/>
                  </a:lnTo>
                  <a:lnTo>
                    <a:pt x="183" y="11"/>
                  </a:lnTo>
                  <a:lnTo>
                    <a:pt x="185" y="11"/>
                  </a:lnTo>
                  <a:lnTo>
                    <a:pt x="185" y="13"/>
                  </a:lnTo>
                  <a:lnTo>
                    <a:pt x="185" y="13"/>
                  </a:lnTo>
                  <a:lnTo>
                    <a:pt x="185" y="13"/>
                  </a:lnTo>
                  <a:lnTo>
                    <a:pt x="186" y="13"/>
                  </a:lnTo>
                  <a:lnTo>
                    <a:pt x="186" y="14"/>
                  </a:lnTo>
                  <a:lnTo>
                    <a:pt x="186" y="14"/>
                  </a:lnTo>
                  <a:lnTo>
                    <a:pt x="186" y="14"/>
                  </a:lnTo>
                  <a:lnTo>
                    <a:pt x="188" y="14"/>
                  </a:lnTo>
                  <a:lnTo>
                    <a:pt x="187" y="16"/>
                  </a:lnTo>
                  <a:lnTo>
                    <a:pt x="187" y="16"/>
                  </a:lnTo>
                  <a:lnTo>
                    <a:pt x="187" y="16"/>
                  </a:lnTo>
                  <a:lnTo>
                    <a:pt x="187" y="16"/>
                  </a:lnTo>
                  <a:lnTo>
                    <a:pt x="187" y="18"/>
                  </a:lnTo>
                  <a:lnTo>
                    <a:pt x="187" y="18"/>
                  </a:lnTo>
                  <a:lnTo>
                    <a:pt x="187" y="18"/>
                  </a:lnTo>
                  <a:lnTo>
                    <a:pt x="187" y="18"/>
                  </a:lnTo>
                  <a:lnTo>
                    <a:pt x="186" y="20"/>
                  </a:lnTo>
                  <a:lnTo>
                    <a:pt x="186" y="20"/>
                  </a:lnTo>
                  <a:lnTo>
                    <a:pt x="186" y="20"/>
                  </a:lnTo>
                  <a:lnTo>
                    <a:pt x="186" y="20"/>
                  </a:lnTo>
                  <a:lnTo>
                    <a:pt x="186" y="22"/>
                  </a:lnTo>
                  <a:lnTo>
                    <a:pt x="186" y="22"/>
                  </a:lnTo>
                  <a:lnTo>
                    <a:pt x="186" y="22"/>
                  </a:lnTo>
                  <a:lnTo>
                    <a:pt x="186" y="22"/>
                  </a:lnTo>
                  <a:lnTo>
                    <a:pt x="183" y="22"/>
                  </a:lnTo>
                  <a:lnTo>
                    <a:pt x="183" y="22"/>
                  </a:lnTo>
                  <a:lnTo>
                    <a:pt x="183" y="22"/>
                  </a:lnTo>
                  <a:lnTo>
                    <a:pt x="183" y="22"/>
                  </a:lnTo>
                  <a:lnTo>
                    <a:pt x="181" y="22"/>
                  </a:lnTo>
                  <a:lnTo>
                    <a:pt x="181" y="22"/>
                  </a:lnTo>
                  <a:lnTo>
                    <a:pt x="181" y="22"/>
                  </a:lnTo>
                  <a:lnTo>
                    <a:pt x="181" y="22"/>
                  </a:lnTo>
                  <a:lnTo>
                    <a:pt x="179" y="22"/>
                  </a:lnTo>
                  <a:lnTo>
                    <a:pt x="179" y="22"/>
                  </a:lnTo>
                  <a:lnTo>
                    <a:pt x="179" y="22"/>
                  </a:lnTo>
                  <a:lnTo>
                    <a:pt x="179" y="22"/>
                  </a:lnTo>
                  <a:lnTo>
                    <a:pt x="178" y="22"/>
                  </a:lnTo>
                  <a:lnTo>
                    <a:pt x="178" y="22"/>
                  </a:lnTo>
                  <a:lnTo>
                    <a:pt x="178" y="22"/>
                  </a:lnTo>
                  <a:lnTo>
                    <a:pt x="178" y="22"/>
                  </a:lnTo>
                  <a:lnTo>
                    <a:pt x="176" y="23"/>
                  </a:lnTo>
                  <a:lnTo>
                    <a:pt x="176" y="23"/>
                  </a:lnTo>
                  <a:lnTo>
                    <a:pt x="176" y="23"/>
                  </a:lnTo>
                  <a:lnTo>
                    <a:pt x="176" y="23"/>
                  </a:lnTo>
                  <a:lnTo>
                    <a:pt x="176" y="23"/>
                  </a:lnTo>
                  <a:lnTo>
                    <a:pt x="176" y="23"/>
                  </a:lnTo>
                  <a:lnTo>
                    <a:pt x="176" y="23"/>
                  </a:lnTo>
                  <a:lnTo>
                    <a:pt x="176" y="23"/>
                  </a:lnTo>
                  <a:lnTo>
                    <a:pt x="174" y="25"/>
                  </a:lnTo>
                  <a:lnTo>
                    <a:pt x="174" y="25"/>
                  </a:lnTo>
                  <a:lnTo>
                    <a:pt x="174" y="25"/>
                  </a:lnTo>
                  <a:lnTo>
                    <a:pt x="174" y="25"/>
                  </a:lnTo>
                  <a:lnTo>
                    <a:pt x="173" y="25"/>
                  </a:lnTo>
                  <a:lnTo>
                    <a:pt x="173" y="25"/>
                  </a:lnTo>
                  <a:lnTo>
                    <a:pt x="173" y="25"/>
                  </a:lnTo>
                  <a:lnTo>
                    <a:pt x="173" y="25"/>
                  </a:lnTo>
                  <a:lnTo>
                    <a:pt x="171" y="25"/>
                  </a:lnTo>
                  <a:lnTo>
                    <a:pt x="171" y="25"/>
                  </a:lnTo>
                  <a:lnTo>
                    <a:pt x="171" y="25"/>
                  </a:lnTo>
                  <a:lnTo>
                    <a:pt x="171" y="25"/>
                  </a:lnTo>
                  <a:lnTo>
                    <a:pt x="171" y="25"/>
                  </a:lnTo>
                  <a:lnTo>
                    <a:pt x="171" y="25"/>
                  </a:lnTo>
                  <a:lnTo>
                    <a:pt x="171" y="25"/>
                  </a:lnTo>
                  <a:lnTo>
                    <a:pt x="171" y="25"/>
                  </a:lnTo>
                  <a:lnTo>
                    <a:pt x="169" y="25"/>
                  </a:lnTo>
                  <a:lnTo>
                    <a:pt x="169" y="25"/>
                  </a:lnTo>
                  <a:lnTo>
                    <a:pt x="169" y="25"/>
                  </a:lnTo>
                  <a:lnTo>
                    <a:pt x="169" y="25"/>
                  </a:lnTo>
                  <a:lnTo>
                    <a:pt x="169" y="25"/>
                  </a:lnTo>
                  <a:lnTo>
                    <a:pt x="169" y="25"/>
                  </a:lnTo>
                  <a:lnTo>
                    <a:pt x="169" y="25"/>
                  </a:lnTo>
                  <a:lnTo>
                    <a:pt x="169" y="25"/>
                  </a:lnTo>
                  <a:lnTo>
                    <a:pt x="167" y="26"/>
                  </a:lnTo>
                  <a:lnTo>
                    <a:pt x="167" y="26"/>
                  </a:lnTo>
                  <a:lnTo>
                    <a:pt x="167" y="26"/>
                  </a:lnTo>
                  <a:lnTo>
                    <a:pt x="167" y="26"/>
                  </a:lnTo>
                  <a:lnTo>
                    <a:pt x="167" y="26"/>
                  </a:lnTo>
                  <a:lnTo>
                    <a:pt x="167" y="26"/>
                  </a:lnTo>
                  <a:lnTo>
                    <a:pt x="167" y="26"/>
                  </a:lnTo>
                  <a:lnTo>
                    <a:pt x="167" y="26"/>
                  </a:lnTo>
                  <a:lnTo>
                    <a:pt x="167" y="26"/>
                  </a:lnTo>
                  <a:lnTo>
                    <a:pt x="167" y="26"/>
                  </a:lnTo>
                  <a:lnTo>
                    <a:pt x="167" y="26"/>
                  </a:lnTo>
                  <a:lnTo>
                    <a:pt x="167" y="26"/>
                  </a:lnTo>
                  <a:lnTo>
                    <a:pt x="167" y="26"/>
                  </a:lnTo>
                  <a:lnTo>
                    <a:pt x="167" y="26"/>
                  </a:lnTo>
                  <a:lnTo>
                    <a:pt x="167" y="26"/>
                  </a:lnTo>
                  <a:lnTo>
                    <a:pt x="167" y="26"/>
                  </a:lnTo>
                  <a:lnTo>
                    <a:pt x="166" y="28"/>
                  </a:lnTo>
                  <a:lnTo>
                    <a:pt x="166" y="28"/>
                  </a:lnTo>
                  <a:lnTo>
                    <a:pt x="166" y="28"/>
                  </a:lnTo>
                  <a:lnTo>
                    <a:pt x="166" y="28"/>
                  </a:lnTo>
                  <a:lnTo>
                    <a:pt x="165" y="29"/>
                  </a:lnTo>
                  <a:lnTo>
                    <a:pt x="165" y="29"/>
                  </a:lnTo>
                  <a:lnTo>
                    <a:pt x="165" y="29"/>
                  </a:lnTo>
                  <a:lnTo>
                    <a:pt x="165" y="29"/>
                  </a:lnTo>
                  <a:lnTo>
                    <a:pt x="163" y="29"/>
                  </a:lnTo>
                  <a:lnTo>
                    <a:pt x="163" y="29"/>
                  </a:lnTo>
                  <a:lnTo>
                    <a:pt x="163" y="29"/>
                  </a:lnTo>
                  <a:lnTo>
                    <a:pt x="163" y="29"/>
                  </a:lnTo>
                  <a:lnTo>
                    <a:pt x="163" y="29"/>
                  </a:lnTo>
                  <a:lnTo>
                    <a:pt x="163" y="29"/>
                  </a:lnTo>
                  <a:lnTo>
                    <a:pt x="163" y="29"/>
                  </a:lnTo>
                  <a:lnTo>
                    <a:pt x="163" y="29"/>
                  </a:lnTo>
                  <a:lnTo>
                    <a:pt x="161" y="30"/>
                  </a:lnTo>
                  <a:lnTo>
                    <a:pt x="161" y="30"/>
                  </a:lnTo>
                  <a:lnTo>
                    <a:pt x="161" y="30"/>
                  </a:lnTo>
                  <a:lnTo>
                    <a:pt x="161" y="30"/>
                  </a:lnTo>
                  <a:lnTo>
                    <a:pt x="159" y="30"/>
                  </a:lnTo>
                  <a:lnTo>
                    <a:pt x="159" y="30"/>
                  </a:lnTo>
                  <a:lnTo>
                    <a:pt x="159" y="30"/>
                  </a:lnTo>
                  <a:lnTo>
                    <a:pt x="159" y="30"/>
                  </a:lnTo>
                  <a:lnTo>
                    <a:pt x="157" y="30"/>
                  </a:lnTo>
                  <a:lnTo>
                    <a:pt x="157" y="30"/>
                  </a:lnTo>
                  <a:lnTo>
                    <a:pt x="157" y="30"/>
                  </a:lnTo>
                  <a:lnTo>
                    <a:pt x="157" y="30"/>
                  </a:lnTo>
                  <a:lnTo>
                    <a:pt x="156" y="30"/>
                  </a:lnTo>
                  <a:lnTo>
                    <a:pt x="156" y="30"/>
                  </a:lnTo>
                  <a:lnTo>
                    <a:pt x="156" y="30"/>
                  </a:lnTo>
                  <a:lnTo>
                    <a:pt x="156" y="29"/>
                  </a:lnTo>
                  <a:lnTo>
                    <a:pt x="155" y="29"/>
                  </a:lnTo>
                  <a:lnTo>
                    <a:pt x="155" y="29"/>
                  </a:lnTo>
                  <a:lnTo>
                    <a:pt x="155" y="29"/>
                  </a:lnTo>
                  <a:lnTo>
                    <a:pt x="155" y="29"/>
                  </a:lnTo>
                  <a:lnTo>
                    <a:pt x="155" y="29"/>
                  </a:lnTo>
                  <a:lnTo>
                    <a:pt x="155" y="29"/>
                  </a:lnTo>
                  <a:lnTo>
                    <a:pt x="155" y="29"/>
                  </a:lnTo>
                  <a:lnTo>
                    <a:pt x="155" y="28"/>
                  </a:lnTo>
                  <a:lnTo>
                    <a:pt x="154" y="28"/>
                  </a:lnTo>
                  <a:lnTo>
                    <a:pt x="154" y="28"/>
                  </a:lnTo>
                  <a:lnTo>
                    <a:pt x="154" y="28"/>
                  </a:lnTo>
                  <a:lnTo>
                    <a:pt x="154" y="28"/>
                  </a:lnTo>
                  <a:lnTo>
                    <a:pt x="154" y="28"/>
                  </a:lnTo>
                  <a:lnTo>
                    <a:pt x="154" y="28"/>
                  </a:lnTo>
                  <a:lnTo>
                    <a:pt x="154" y="28"/>
                  </a:lnTo>
                  <a:lnTo>
                    <a:pt x="154" y="26"/>
                  </a:lnTo>
                  <a:lnTo>
                    <a:pt x="153" y="28"/>
                  </a:lnTo>
                  <a:lnTo>
                    <a:pt x="153" y="28"/>
                  </a:lnTo>
                  <a:lnTo>
                    <a:pt x="152" y="28"/>
                  </a:lnTo>
                  <a:lnTo>
                    <a:pt x="152" y="28"/>
                  </a:lnTo>
                  <a:lnTo>
                    <a:pt x="150" y="28"/>
                  </a:lnTo>
                  <a:lnTo>
                    <a:pt x="150" y="28"/>
                  </a:lnTo>
                  <a:lnTo>
                    <a:pt x="148" y="28"/>
                  </a:lnTo>
                  <a:lnTo>
                    <a:pt x="148" y="28"/>
                  </a:lnTo>
                  <a:lnTo>
                    <a:pt x="146" y="28"/>
                  </a:lnTo>
                  <a:lnTo>
                    <a:pt x="146" y="28"/>
                  </a:lnTo>
                  <a:lnTo>
                    <a:pt x="144" y="28"/>
                  </a:lnTo>
                  <a:lnTo>
                    <a:pt x="144" y="28"/>
                  </a:lnTo>
                  <a:lnTo>
                    <a:pt x="143" y="28"/>
                  </a:lnTo>
                  <a:lnTo>
                    <a:pt x="143" y="28"/>
                  </a:lnTo>
                  <a:lnTo>
                    <a:pt x="143" y="28"/>
                  </a:lnTo>
                  <a:lnTo>
                    <a:pt x="143" y="26"/>
                  </a:lnTo>
                  <a:lnTo>
                    <a:pt x="142" y="26"/>
                  </a:lnTo>
                  <a:lnTo>
                    <a:pt x="142" y="26"/>
                  </a:lnTo>
                  <a:lnTo>
                    <a:pt x="141" y="26"/>
                  </a:lnTo>
                  <a:lnTo>
                    <a:pt x="141" y="26"/>
                  </a:lnTo>
                  <a:lnTo>
                    <a:pt x="139" y="26"/>
                  </a:lnTo>
                  <a:lnTo>
                    <a:pt x="139" y="26"/>
                  </a:lnTo>
                  <a:lnTo>
                    <a:pt x="139" y="26"/>
                  </a:lnTo>
                  <a:lnTo>
                    <a:pt x="139" y="26"/>
                  </a:lnTo>
                  <a:lnTo>
                    <a:pt x="137" y="26"/>
                  </a:lnTo>
                  <a:lnTo>
                    <a:pt x="137" y="26"/>
                  </a:lnTo>
                  <a:lnTo>
                    <a:pt x="136" y="26"/>
                  </a:lnTo>
                  <a:lnTo>
                    <a:pt x="136" y="26"/>
                  </a:lnTo>
                  <a:lnTo>
                    <a:pt x="135" y="26"/>
                  </a:lnTo>
                  <a:lnTo>
                    <a:pt x="135" y="26"/>
                  </a:lnTo>
                  <a:lnTo>
                    <a:pt x="135" y="26"/>
                  </a:lnTo>
                  <a:lnTo>
                    <a:pt x="135" y="25"/>
                  </a:lnTo>
                  <a:lnTo>
                    <a:pt x="133" y="25"/>
                  </a:lnTo>
                  <a:lnTo>
                    <a:pt x="133" y="25"/>
                  </a:lnTo>
                  <a:lnTo>
                    <a:pt x="133" y="25"/>
                  </a:lnTo>
                  <a:lnTo>
                    <a:pt x="133" y="25"/>
                  </a:lnTo>
                  <a:lnTo>
                    <a:pt x="132" y="25"/>
                  </a:lnTo>
                  <a:lnTo>
                    <a:pt x="132" y="25"/>
                  </a:lnTo>
                  <a:lnTo>
                    <a:pt x="132" y="25"/>
                  </a:lnTo>
                  <a:lnTo>
                    <a:pt x="132" y="23"/>
                  </a:lnTo>
                  <a:lnTo>
                    <a:pt x="132" y="23"/>
                  </a:lnTo>
                  <a:lnTo>
                    <a:pt x="132" y="23"/>
                  </a:lnTo>
                  <a:lnTo>
                    <a:pt x="132" y="23"/>
                  </a:lnTo>
                  <a:lnTo>
                    <a:pt x="132" y="23"/>
                  </a:lnTo>
                  <a:lnTo>
                    <a:pt x="132" y="23"/>
                  </a:lnTo>
                  <a:lnTo>
                    <a:pt x="132" y="23"/>
                  </a:lnTo>
                  <a:lnTo>
                    <a:pt x="132" y="23"/>
                  </a:lnTo>
                  <a:lnTo>
                    <a:pt x="132" y="22"/>
                  </a:lnTo>
                  <a:lnTo>
                    <a:pt x="130" y="23"/>
                  </a:lnTo>
                  <a:lnTo>
                    <a:pt x="130" y="23"/>
                  </a:lnTo>
                  <a:lnTo>
                    <a:pt x="130" y="23"/>
                  </a:lnTo>
                  <a:lnTo>
                    <a:pt x="130" y="23"/>
                  </a:lnTo>
                  <a:lnTo>
                    <a:pt x="130" y="23"/>
                  </a:lnTo>
                  <a:lnTo>
                    <a:pt x="130" y="23"/>
                  </a:lnTo>
                  <a:lnTo>
                    <a:pt x="130" y="23"/>
                  </a:lnTo>
                  <a:lnTo>
                    <a:pt x="130" y="23"/>
                  </a:lnTo>
                  <a:lnTo>
                    <a:pt x="128" y="25"/>
                  </a:lnTo>
                  <a:lnTo>
                    <a:pt x="128" y="25"/>
                  </a:lnTo>
                  <a:lnTo>
                    <a:pt x="128" y="25"/>
                  </a:lnTo>
                  <a:lnTo>
                    <a:pt x="128" y="25"/>
                  </a:lnTo>
                  <a:lnTo>
                    <a:pt x="128" y="25"/>
                  </a:lnTo>
                  <a:lnTo>
                    <a:pt x="128" y="25"/>
                  </a:lnTo>
                  <a:lnTo>
                    <a:pt x="128" y="25"/>
                  </a:lnTo>
                  <a:lnTo>
                    <a:pt x="128" y="25"/>
                  </a:lnTo>
                  <a:lnTo>
                    <a:pt x="126" y="25"/>
                  </a:lnTo>
                  <a:lnTo>
                    <a:pt x="126" y="25"/>
                  </a:lnTo>
                  <a:lnTo>
                    <a:pt x="126" y="25"/>
                  </a:lnTo>
                  <a:lnTo>
                    <a:pt x="126" y="25"/>
                  </a:lnTo>
                  <a:lnTo>
                    <a:pt x="125" y="25"/>
                  </a:lnTo>
                  <a:lnTo>
                    <a:pt x="125" y="25"/>
                  </a:lnTo>
                  <a:lnTo>
                    <a:pt x="125" y="25"/>
                  </a:lnTo>
                  <a:lnTo>
                    <a:pt x="125" y="24"/>
                  </a:lnTo>
                  <a:lnTo>
                    <a:pt x="123" y="24"/>
                  </a:lnTo>
                  <a:lnTo>
                    <a:pt x="123" y="24"/>
                  </a:lnTo>
                  <a:lnTo>
                    <a:pt x="123" y="24"/>
                  </a:lnTo>
                  <a:lnTo>
                    <a:pt x="123" y="24"/>
                  </a:lnTo>
                  <a:lnTo>
                    <a:pt x="121" y="24"/>
                  </a:lnTo>
                  <a:lnTo>
                    <a:pt x="121" y="24"/>
                  </a:lnTo>
                  <a:lnTo>
                    <a:pt x="121" y="24"/>
                  </a:lnTo>
                  <a:lnTo>
                    <a:pt x="121" y="23"/>
                  </a:lnTo>
                  <a:lnTo>
                    <a:pt x="120" y="25"/>
                  </a:lnTo>
                  <a:lnTo>
                    <a:pt x="120" y="25"/>
                  </a:lnTo>
                  <a:lnTo>
                    <a:pt x="120" y="25"/>
                  </a:lnTo>
                  <a:lnTo>
                    <a:pt x="120" y="25"/>
                  </a:lnTo>
                  <a:lnTo>
                    <a:pt x="118" y="25"/>
                  </a:lnTo>
                  <a:lnTo>
                    <a:pt x="118" y="25"/>
                  </a:lnTo>
                  <a:lnTo>
                    <a:pt x="118" y="25"/>
                  </a:lnTo>
                  <a:lnTo>
                    <a:pt x="118" y="25"/>
                  </a:lnTo>
                  <a:lnTo>
                    <a:pt x="116" y="26"/>
                  </a:lnTo>
                  <a:lnTo>
                    <a:pt x="116" y="26"/>
                  </a:lnTo>
                  <a:lnTo>
                    <a:pt x="116" y="26"/>
                  </a:lnTo>
                  <a:lnTo>
                    <a:pt x="116" y="26"/>
                  </a:lnTo>
                  <a:lnTo>
                    <a:pt x="116" y="26"/>
                  </a:lnTo>
                  <a:lnTo>
                    <a:pt x="116" y="26"/>
                  </a:lnTo>
                  <a:lnTo>
                    <a:pt x="116" y="26"/>
                  </a:lnTo>
                  <a:lnTo>
                    <a:pt x="116" y="26"/>
                  </a:lnTo>
                  <a:lnTo>
                    <a:pt x="116" y="28"/>
                  </a:lnTo>
                  <a:lnTo>
                    <a:pt x="116" y="28"/>
                  </a:lnTo>
                  <a:lnTo>
                    <a:pt x="116" y="28"/>
                  </a:lnTo>
                  <a:lnTo>
                    <a:pt x="116" y="28"/>
                  </a:lnTo>
                  <a:lnTo>
                    <a:pt x="116" y="28"/>
                  </a:lnTo>
                  <a:lnTo>
                    <a:pt x="116" y="28"/>
                  </a:lnTo>
                  <a:lnTo>
                    <a:pt x="116" y="28"/>
                  </a:lnTo>
                  <a:lnTo>
                    <a:pt x="117" y="28"/>
                  </a:lnTo>
                  <a:lnTo>
                    <a:pt x="117" y="29"/>
                  </a:lnTo>
                  <a:lnTo>
                    <a:pt x="117" y="29"/>
                  </a:lnTo>
                  <a:lnTo>
                    <a:pt x="117" y="29"/>
                  </a:lnTo>
                  <a:lnTo>
                    <a:pt x="117" y="29"/>
                  </a:lnTo>
                  <a:lnTo>
                    <a:pt x="117" y="29"/>
                  </a:lnTo>
                  <a:lnTo>
                    <a:pt x="117" y="29"/>
                  </a:lnTo>
                  <a:lnTo>
                    <a:pt x="117" y="29"/>
                  </a:lnTo>
                  <a:lnTo>
                    <a:pt x="119" y="29"/>
                  </a:lnTo>
                  <a:lnTo>
                    <a:pt x="117" y="30"/>
                  </a:lnTo>
                  <a:lnTo>
                    <a:pt x="117" y="30"/>
                  </a:lnTo>
                  <a:lnTo>
                    <a:pt x="116" y="30"/>
                  </a:lnTo>
                  <a:lnTo>
                    <a:pt x="116" y="30"/>
                  </a:lnTo>
                  <a:lnTo>
                    <a:pt x="114" y="31"/>
                  </a:lnTo>
                  <a:lnTo>
                    <a:pt x="114" y="31"/>
                  </a:lnTo>
                  <a:lnTo>
                    <a:pt x="114" y="31"/>
                  </a:lnTo>
                  <a:lnTo>
                    <a:pt x="114" y="31"/>
                  </a:lnTo>
                  <a:lnTo>
                    <a:pt x="113" y="31"/>
                  </a:lnTo>
                  <a:lnTo>
                    <a:pt x="113" y="31"/>
                  </a:lnTo>
                  <a:lnTo>
                    <a:pt x="113" y="31"/>
                  </a:lnTo>
                  <a:lnTo>
                    <a:pt x="113" y="31"/>
                  </a:lnTo>
                  <a:lnTo>
                    <a:pt x="112" y="31"/>
                  </a:lnTo>
                  <a:lnTo>
                    <a:pt x="112" y="31"/>
                  </a:lnTo>
                  <a:lnTo>
                    <a:pt x="112" y="31"/>
                  </a:lnTo>
                  <a:lnTo>
                    <a:pt x="112" y="31"/>
                  </a:lnTo>
                  <a:lnTo>
                    <a:pt x="110" y="33"/>
                  </a:lnTo>
                  <a:lnTo>
                    <a:pt x="110" y="33"/>
                  </a:lnTo>
                  <a:lnTo>
                    <a:pt x="110" y="33"/>
                  </a:lnTo>
                  <a:lnTo>
                    <a:pt x="110" y="33"/>
                  </a:lnTo>
                  <a:lnTo>
                    <a:pt x="110" y="34"/>
                  </a:lnTo>
                  <a:lnTo>
                    <a:pt x="110" y="34"/>
                  </a:lnTo>
                  <a:lnTo>
                    <a:pt x="110" y="34"/>
                  </a:lnTo>
                  <a:lnTo>
                    <a:pt x="110" y="34"/>
                  </a:lnTo>
                  <a:lnTo>
                    <a:pt x="108" y="35"/>
                  </a:lnTo>
                  <a:lnTo>
                    <a:pt x="108" y="35"/>
                  </a:lnTo>
                  <a:lnTo>
                    <a:pt x="108" y="35"/>
                  </a:lnTo>
                  <a:lnTo>
                    <a:pt x="108" y="35"/>
                  </a:lnTo>
                  <a:lnTo>
                    <a:pt x="108" y="35"/>
                  </a:lnTo>
                  <a:lnTo>
                    <a:pt x="108" y="35"/>
                  </a:lnTo>
                  <a:lnTo>
                    <a:pt x="108" y="35"/>
                  </a:lnTo>
                  <a:lnTo>
                    <a:pt x="108" y="35"/>
                  </a:lnTo>
                  <a:lnTo>
                    <a:pt x="107" y="36"/>
                  </a:lnTo>
                  <a:lnTo>
                    <a:pt x="107" y="36"/>
                  </a:lnTo>
                  <a:lnTo>
                    <a:pt x="105" y="36"/>
                  </a:lnTo>
                  <a:lnTo>
                    <a:pt x="105" y="36"/>
                  </a:lnTo>
                  <a:lnTo>
                    <a:pt x="103" y="36"/>
                  </a:lnTo>
                  <a:lnTo>
                    <a:pt x="103" y="36"/>
                  </a:lnTo>
                  <a:lnTo>
                    <a:pt x="101" y="36"/>
                  </a:lnTo>
                  <a:lnTo>
                    <a:pt x="101" y="36"/>
                  </a:lnTo>
                  <a:lnTo>
                    <a:pt x="99" y="38"/>
                  </a:lnTo>
                  <a:lnTo>
                    <a:pt x="98" y="38"/>
                  </a:lnTo>
                  <a:lnTo>
                    <a:pt x="96" y="38"/>
                  </a:lnTo>
                  <a:lnTo>
                    <a:pt x="96" y="38"/>
                  </a:lnTo>
                  <a:lnTo>
                    <a:pt x="94" y="38"/>
                  </a:lnTo>
                  <a:lnTo>
                    <a:pt x="94" y="38"/>
                  </a:lnTo>
                  <a:lnTo>
                    <a:pt x="94" y="38"/>
                  </a:lnTo>
                  <a:lnTo>
                    <a:pt x="94" y="37"/>
                  </a:lnTo>
                  <a:lnTo>
                    <a:pt x="93" y="39"/>
                  </a:lnTo>
                  <a:lnTo>
                    <a:pt x="93" y="39"/>
                  </a:lnTo>
                  <a:lnTo>
                    <a:pt x="93" y="39"/>
                  </a:lnTo>
                  <a:lnTo>
                    <a:pt x="93" y="39"/>
                  </a:lnTo>
                  <a:lnTo>
                    <a:pt x="92" y="41"/>
                  </a:lnTo>
                  <a:lnTo>
                    <a:pt x="92" y="41"/>
                  </a:lnTo>
                  <a:lnTo>
                    <a:pt x="92" y="41"/>
                  </a:lnTo>
                  <a:lnTo>
                    <a:pt x="92" y="41"/>
                  </a:lnTo>
                  <a:lnTo>
                    <a:pt x="90" y="43"/>
                  </a:lnTo>
                  <a:lnTo>
                    <a:pt x="90" y="43"/>
                  </a:lnTo>
                  <a:lnTo>
                    <a:pt x="89" y="43"/>
                  </a:lnTo>
                  <a:lnTo>
                    <a:pt x="89" y="43"/>
                  </a:lnTo>
                  <a:lnTo>
                    <a:pt x="88" y="43"/>
                  </a:lnTo>
                  <a:lnTo>
                    <a:pt x="88" y="43"/>
                  </a:lnTo>
                  <a:lnTo>
                    <a:pt x="88" y="43"/>
                  </a:lnTo>
                  <a:lnTo>
                    <a:pt x="88" y="43"/>
                  </a:lnTo>
                  <a:lnTo>
                    <a:pt x="86" y="43"/>
                  </a:lnTo>
                  <a:lnTo>
                    <a:pt x="86" y="43"/>
                  </a:lnTo>
                  <a:lnTo>
                    <a:pt x="86" y="43"/>
                  </a:lnTo>
                  <a:lnTo>
                    <a:pt x="86" y="43"/>
                  </a:lnTo>
                  <a:lnTo>
                    <a:pt x="85" y="43"/>
                  </a:lnTo>
                  <a:lnTo>
                    <a:pt x="85" y="43"/>
                  </a:lnTo>
                  <a:lnTo>
                    <a:pt x="85" y="43"/>
                  </a:lnTo>
                  <a:lnTo>
                    <a:pt x="85" y="43"/>
                  </a:lnTo>
                  <a:lnTo>
                    <a:pt x="83" y="43"/>
                  </a:lnTo>
                  <a:lnTo>
                    <a:pt x="83" y="43"/>
                  </a:lnTo>
                  <a:lnTo>
                    <a:pt x="83" y="43"/>
                  </a:lnTo>
                  <a:lnTo>
                    <a:pt x="83" y="43"/>
                  </a:lnTo>
                  <a:lnTo>
                    <a:pt x="82" y="43"/>
                  </a:lnTo>
                  <a:lnTo>
                    <a:pt x="82" y="43"/>
                  </a:lnTo>
                  <a:lnTo>
                    <a:pt x="82" y="43"/>
                  </a:lnTo>
                  <a:lnTo>
                    <a:pt x="82" y="41"/>
                  </a:lnTo>
                  <a:lnTo>
                    <a:pt x="82" y="41"/>
                  </a:lnTo>
                  <a:lnTo>
                    <a:pt x="81" y="42"/>
                  </a:lnTo>
                  <a:lnTo>
                    <a:pt x="81" y="42"/>
                  </a:lnTo>
                  <a:lnTo>
                    <a:pt x="81" y="42"/>
                  </a:lnTo>
                  <a:lnTo>
                    <a:pt x="81" y="42"/>
                  </a:lnTo>
                  <a:lnTo>
                    <a:pt x="81" y="42"/>
                  </a:lnTo>
                  <a:lnTo>
                    <a:pt x="81" y="42"/>
                  </a:lnTo>
                  <a:lnTo>
                    <a:pt x="81" y="42"/>
                  </a:lnTo>
                  <a:lnTo>
                    <a:pt x="81" y="42"/>
                  </a:lnTo>
                  <a:lnTo>
                    <a:pt x="79" y="43"/>
                  </a:lnTo>
                  <a:lnTo>
                    <a:pt x="79" y="43"/>
                  </a:lnTo>
                  <a:lnTo>
                    <a:pt x="79" y="43"/>
                  </a:lnTo>
                  <a:lnTo>
                    <a:pt x="79" y="43"/>
                  </a:lnTo>
                  <a:lnTo>
                    <a:pt x="79" y="43"/>
                  </a:lnTo>
                  <a:lnTo>
                    <a:pt x="79" y="43"/>
                  </a:lnTo>
                  <a:lnTo>
                    <a:pt x="79" y="43"/>
                  </a:lnTo>
                  <a:lnTo>
                    <a:pt x="79" y="43"/>
                  </a:lnTo>
                  <a:lnTo>
                    <a:pt x="77" y="45"/>
                  </a:lnTo>
                  <a:lnTo>
                    <a:pt x="77" y="45"/>
                  </a:lnTo>
                  <a:lnTo>
                    <a:pt x="77" y="45"/>
                  </a:lnTo>
                  <a:lnTo>
                    <a:pt x="77" y="45"/>
                  </a:lnTo>
                  <a:lnTo>
                    <a:pt x="77" y="47"/>
                  </a:lnTo>
                  <a:lnTo>
                    <a:pt x="77" y="47"/>
                  </a:lnTo>
                  <a:lnTo>
                    <a:pt x="77" y="47"/>
                  </a:lnTo>
                  <a:lnTo>
                    <a:pt x="77" y="47"/>
                  </a:lnTo>
                  <a:lnTo>
                    <a:pt x="76" y="50"/>
                  </a:lnTo>
                  <a:lnTo>
                    <a:pt x="76" y="50"/>
                  </a:lnTo>
                  <a:lnTo>
                    <a:pt x="76" y="50"/>
                  </a:lnTo>
                  <a:lnTo>
                    <a:pt x="76" y="50"/>
                  </a:lnTo>
                  <a:lnTo>
                    <a:pt x="75" y="51"/>
                  </a:lnTo>
                  <a:lnTo>
                    <a:pt x="75" y="51"/>
                  </a:lnTo>
                  <a:lnTo>
                    <a:pt x="75" y="51"/>
                  </a:lnTo>
                  <a:lnTo>
                    <a:pt x="75" y="51"/>
                  </a:lnTo>
                  <a:lnTo>
                    <a:pt x="73" y="53"/>
                  </a:lnTo>
                  <a:lnTo>
                    <a:pt x="73" y="53"/>
                  </a:lnTo>
                  <a:lnTo>
                    <a:pt x="72" y="53"/>
                  </a:lnTo>
                  <a:lnTo>
                    <a:pt x="72" y="53"/>
                  </a:lnTo>
                  <a:lnTo>
                    <a:pt x="70" y="53"/>
                  </a:lnTo>
                  <a:lnTo>
                    <a:pt x="70" y="53"/>
                  </a:lnTo>
                  <a:lnTo>
                    <a:pt x="70" y="53"/>
                  </a:lnTo>
                  <a:lnTo>
                    <a:pt x="70" y="53"/>
                  </a:lnTo>
                  <a:lnTo>
                    <a:pt x="69" y="53"/>
                  </a:lnTo>
                  <a:lnTo>
                    <a:pt x="69" y="53"/>
                  </a:lnTo>
                  <a:lnTo>
                    <a:pt x="68" y="53"/>
                  </a:lnTo>
                  <a:lnTo>
                    <a:pt x="68" y="53"/>
                  </a:lnTo>
                  <a:lnTo>
                    <a:pt x="66" y="53"/>
                  </a:lnTo>
                  <a:lnTo>
                    <a:pt x="66" y="53"/>
                  </a:lnTo>
                  <a:lnTo>
                    <a:pt x="66" y="53"/>
                  </a:lnTo>
                  <a:lnTo>
                    <a:pt x="66" y="53"/>
                  </a:lnTo>
                  <a:lnTo>
                    <a:pt x="64" y="53"/>
                  </a:lnTo>
                  <a:lnTo>
                    <a:pt x="64" y="53"/>
                  </a:lnTo>
                  <a:lnTo>
                    <a:pt x="64" y="53"/>
                  </a:lnTo>
                  <a:lnTo>
                    <a:pt x="64" y="53"/>
                  </a:lnTo>
                  <a:lnTo>
                    <a:pt x="63" y="53"/>
                  </a:lnTo>
                  <a:lnTo>
                    <a:pt x="63" y="53"/>
                  </a:lnTo>
                  <a:lnTo>
                    <a:pt x="63" y="53"/>
                  </a:lnTo>
                  <a:lnTo>
                    <a:pt x="63" y="53"/>
                  </a:lnTo>
                  <a:lnTo>
                    <a:pt x="61" y="53"/>
                  </a:lnTo>
                  <a:lnTo>
                    <a:pt x="61" y="53"/>
                  </a:lnTo>
                  <a:lnTo>
                    <a:pt x="61" y="53"/>
                  </a:lnTo>
                  <a:lnTo>
                    <a:pt x="61" y="53"/>
                  </a:lnTo>
                  <a:lnTo>
                    <a:pt x="59" y="53"/>
                  </a:lnTo>
                  <a:lnTo>
                    <a:pt x="59" y="53"/>
                  </a:lnTo>
                  <a:lnTo>
                    <a:pt x="59" y="53"/>
                  </a:lnTo>
                  <a:lnTo>
                    <a:pt x="59" y="53"/>
                  </a:lnTo>
                  <a:lnTo>
                    <a:pt x="58" y="55"/>
                  </a:lnTo>
                  <a:lnTo>
                    <a:pt x="58" y="55"/>
                  </a:lnTo>
                  <a:lnTo>
                    <a:pt x="58" y="55"/>
                  </a:lnTo>
                  <a:lnTo>
                    <a:pt x="58" y="55"/>
                  </a:lnTo>
                  <a:lnTo>
                    <a:pt x="58" y="55"/>
                  </a:lnTo>
                  <a:lnTo>
                    <a:pt x="58" y="55"/>
                  </a:lnTo>
                  <a:lnTo>
                    <a:pt x="58" y="55"/>
                  </a:lnTo>
                  <a:lnTo>
                    <a:pt x="58" y="55"/>
                  </a:lnTo>
                  <a:lnTo>
                    <a:pt x="56" y="56"/>
                  </a:lnTo>
                  <a:lnTo>
                    <a:pt x="56" y="56"/>
                  </a:lnTo>
                  <a:lnTo>
                    <a:pt x="56" y="56"/>
                  </a:lnTo>
                  <a:lnTo>
                    <a:pt x="56" y="56"/>
                  </a:lnTo>
                  <a:lnTo>
                    <a:pt x="56" y="56"/>
                  </a:lnTo>
                  <a:lnTo>
                    <a:pt x="56" y="56"/>
                  </a:lnTo>
                  <a:lnTo>
                    <a:pt x="56" y="56"/>
                  </a:lnTo>
                  <a:lnTo>
                    <a:pt x="56" y="56"/>
                  </a:lnTo>
                  <a:lnTo>
                    <a:pt x="55" y="57"/>
                  </a:lnTo>
                  <a:lnTo>
                    <a:pt x="55" y="57"/>
                  </a:lnTo>
                  <a:lnTo>
                    <a:pt x="55" y="57"/>
                  </a:lnTo>
                  <a:lnTo>
                    <a:pt x="55" y="57"/>
                  </a:lnTo>
                  <a:lnTo>
                    <a:pt x="53" y="57"/>
                  </a:lnTo>
                  <a:lnTo>
                    <a:pt x="53" y="57"/>
                  </a:lnTo>
                  <a:lnTo>
                    <a:pt x="53" y="57"/>
                  </a:lnTo>
                  <a:lnTo>
                    <a:pt x="53" y="57"/>
                  </a:lnTo>
                  <a:lnTo>
                    <a:pt x="51" y="58"/>
                  </a:lnTo>
                  <a:lnTo>
                    <a:pt x="51" y="58"/>
                  </a:lnTo>
                  <a:lnTo>
                    <a:pt x="51" y="58"/>
                  </a:lnTo>
                  <a:lnTo>
                    <a:pt x="51" y="58"/>
                  </a:lnTo>
                  <a:lnTo>
                    <a:pt x="51" y="58"/>
                  </a:lnTo>
                  <a:lnTo>
                    <a:pt x="51" y="58"/>
                  </a:lnTo>
                  <a:lnTo>
                    <a:pt x="51" y="58"/>
                  </a:lnTo>
                  <a:lnTo>
                    <a:pt x="51" y="58"/>
                  </a:lnTo>
                  <a:lnTo>
                    <a:pt x="49" y="59"/>
                  </a:lnTo>
                  <a:lnTo>
                    <a:pt x="49" y="59"/>
                  </a:lnTo>
                  <a:lnTo>
                    <a:pt x="49" y="60"/>
                  </a:lnTo>
                  <a:lnTo>
                    <a:pt x="49" y="60"/>
                  </a:lnTo>
                  <a:lnTo>
                    <a:pt x="49" y="62"/>
                  </a:lnTo>
                  <a:lnTo>
                    <a:pt x="49" y="62"/>
                  </a:lnTo>
                  <a:lnTo>
                    <a:pt x="49" y="62"/>
                  </a:lnTo>
                  <a:lnTo>
                    <a:pt x="49" y="62"/>
                  </a:lnTo>
                  <a:lnTo>
                    <a:pt x="48" y="64"/>
                  </a:lnTo>
                  <a:lnTo>
                    <a:pt x="48" y="64"/>
                  </a:lnTo>
                  <a:lnTo>
                    <a:pt x="48" y="64"/>
                  </a:lnTo>
                  <a:lnTo>
                    <a:pt x="48" y="64"/>
                  </a:lnTo>
                  <a:lnTo>
                    <a:pt x="48" y="64"/>
                  </a:lnTo>
                  <a:lnTo>
                    <a:pt x="48" y="64"/>
                  </a:lnTo>
                  <a:lnTo>
                    <a:pt x="48" y="64"/>
                  </a:lnTo>
                  <a:lnTo>
                    <a:pt x="48" y="64"/>
                  </a:lnTo>
                  <a:lnTo>
                    <a:pt x="47" y="66"/>
                  </a:lnTo>
                  <a:lnTo>
                    <a:pt x="47" y="66"/>
                  </a:lnTo>
                  <a:lnTo>
                    <a:pt x="47" y="66"/>
                  </a:lnTo>
                  <a:lnTo>
                    <a:pt x="47" y="66"/>
                  </a:lnTo>
                  <a:lnTo>
                    <a:pt x="47" y="67"/>
                  </a:lnTo>
                  <a:lnTo>
                    <a:pt x="47" y="67"/>
                  </a:lnTo>
                  <a:lnTo>
                    <a:pt x="47" y="67"/>
                  </a:lnTo>
                  <a:lnTo>
                    <a:pt x="47" y="67"/>
                  </a:lnTo>
                  <a:lnTo>
                    <a:pt x="46" y="68"/>
                  </a:lnTo>
                  <a:lnTo>
                    <a:pt x="46" y="68"/>
                  </a:lnTo>
                  <a:lnTo>
                    <a:pt x="46" y="68"/>
                  </a:lnTo>
                  <a:lnTo>
                    <a:pt x="46" y="68"/>
                  </a:lnTo>
                  <a:lnTo>
                    <a:pt x="46" y="68"/>
                  </a:lnTo>
                  <a:lnTo>
                    <a:pt x="46" y="68"/>
                  </a:lnTo>
                  <a:lnTo>
                    <a:pt x="46" y="68"/>
                  </a:lnTo>
                  <a:lnTo>
                    <a:pt x="46" y="68"/>
                  </a:lnTo>
                  <a:lnTo>
                    <a:pt x="44" y="68"/>
                  </a:lnTo>
                  <a:lnTo>
                    <a:pt x="44" y="68"/>
                  </a:lnTo>
                  <a:lnTo>
                    <a:pt x="44" y="68"/>
                  </a:lnTo>
                  <a:lnTo>
                    <a:pt x="44" y="68"/>
                  </a:lnTo>
                  <a:lnTo>
                    <a:pt x="43" y="68"/>
                  </a:lnTo>
                  <a:lnTo>
                    <a:pt x="43" y="68"/>
                  </a:lnTo>
                  <a:lnTo>
                    <a:pt x="43" y="68"/>
                  </a:lnTo>
                  <a:lnTo>
                    <a:pt x="43" y="68"/>
                  </a:lnTo>
                  <a:lnTo>
                    <a:pt x="42" y="68"/>
                  </a:lnTo>
                  <a:lnTo>
                    <a:pt x="42" y="68"/>
                  </a:lnTo>
                  <a:lnTo>
                    <a:pt x="42" y="68"/>
                  </a:lnTo>
                  <a:lnTo>
                    <a:pt x="42" y="68"/>
                  </a:lnTo>
                  <a:lnTo>
                    <a:pt x="42" y="68"/>
                  </a:lnTo>
                  <a:lnTo>
                    <a:pt x="42" y="68"/>
                  </a:lnTo>
                  <a:lnTo>
                    <a:pt x="42" y="68"/>
                  </a:lnTo>
                  <a:lnTo>
                    <a:pt x="42" y="68"/>
                  </a:lnTo>
                  <a:lnTo>
                    <a:pt x="42" y="69"/>
                  </a:lnTo>
                  <a:lnTo>
                    <a:pt x="42" y="69"/>
                  </a:lnTo>
                  <a:lnTo>
                    <a:pt x="42" y="69"/>
                  </a:lnTo>
                  <a:lnTo>
                    <a:pt x="42" y="69"/>
                  </a:lnTo>
                  <a:lnTo>
                    <a:pt x="42" y="69"/>
                  </a:lnTo>
                  <a:lnTo>
                    <a:pt x="42" y="69"/>
                  </a:lnTo>
                  <a:lnTo>
                    <a:pt x="42" y="69"/>
                  </a:lnTo>
                  <a:lnTo>
                    <a:pt x="42" y="69"/>
                  </a:lnTo>
                  <a:lnTo>
                    <a:pt x="42" y="70"/>
                  </a:lnTo>
                  <a:lnTo>
                    <a:pt x="42" y="70"/>
                  </a:lnTo>
                  <a:lnTo>
                    <a:pt x="42" y="70"/>
                  </a:lnTo>
                  <a:lnTo>
                    <a:pt x="42" y="70"/>
                  </a:lnTo>
                  <a:lnTo>
                    <a:pt x="42" y="70"/>
                  </a:lnTo>
                  <a:lnTo>
                    <a:pt x="42" y="70"/>
                  </a:lnTo>
                  <a:lnTo>
                    <a:pt x="42" y="70"/>
                  </a:lnTo>
                  <a:lnTo>
                    <a:pt x="42" y="70"/>
                  </a:lnTo>
                  <a:lnTo>
                    <a:pt x="40" y="70"/>
                  </a:lnTo>
                  <a:lnTo>
                    <a:pt x="40" y="70"/>
                  </a:lnTo>
                  <a:lnTo>
                    <a:pt x="40" y="70"/>
                  </a:lnTo>
                  <a:lnTo>
                    <a:pt x="40" y="70"/>
                  </a:lnTo>
                  <a:lnTo>
                    <a:pt x="38" y="70"/>
                  </a:lnTo>
                  <a:lnTo>
                    <a:pt x="38" y="70"/>
                  </a:lnTo>
                  <a:lnTo>
                    <a:pt x="38" y="70"/>
                  </a:lnTo>
                  <a:lnTo>
                    <a:pt x="38" y="70"/>
                  </a:lnTo>
                  <a:lnTo>
                    <a:pt x="36" y="70"/>
                  </a:lnTo>
                  <a:lnTo>
                    <a:pt x="36" y="70"/>
                  </a:lnTo>
                  <a:lnTo>
                    <a:pt x="36" y="70"/>
                  </a:lnTo>
                  <a:lnTo>
                    <a:pt x="36" y="70"/>
                  </a:lnTo>
                  <a:lnTo>
                    <a:pt x="35" y="70"/>
                  </a:lnTo>
                  <a:lnTo>
                    <a:pt x="35" y="70"/>
                  </a:lnTo>
                  <a:lnTo>
                    <a:pt x="35" y="70"/>
                  </a:lnTo>
                  <a:lnTo>
                    <a:pt x="35" y="70"/>
                  </a:lnTo>
                  <a:lnTo>
                    <a:pt x="34" y="72"/>
                  </a:lnTo>
                  <a:lnTo>
                    <a:pt x="34" y="72"/>
                  </a:lnTo>
                  <a:lnTo>
                    <a:pt x="34" y="72"/>
                  </a:lnTo>
                  <a:lnTo>
                    <a:pt x="34" y="72"/>
                  </a:lnTo>
                  <a:lnTo>
                    <a:pt x="34" y="72"/>
                  </a:lnTo>
                  <a:lnTo>
                    <a:pt x="34" y="72"/>
                  </a:lnTo>
                  <a:lnTo>
                    <a:pt x="34" y="72"/>
                  </a:lnTo>
                  <a:lnTo>
                    <a:pt x="34" y="72"/>
                  </a:lnTo>
                  <a:lnTo>
                    <a:pt x="34" y="73"/>
                  </a:lnTo>
                  <a:lnTo>
                    <a:pt x="34" y="73"/>
                  </a:lnTo>
                  <a:lnTo>
                    <a:pt x="34" y="73"/>
                  </a:lnTo>
                  <a:lnTo>
                    <a:pt x="34" y="73"/>
                  </a:lnTo>
                  <a:lnTo>
                    <a:pt x="34" y="73"/>
                  </a:lnTo>
                  <a:lnTo>
                    <a:pt x="34" y="73"/>
                  </a:lnTo>
                  <a:lnTo>
                    <a:pt x="34" y="73"/>
                  </a:lnTo>
                  <a:lnTo>
                    <a:pt x="34" y="73"/>
                  </a:lnTo>
                  <a:lnTo>
                    <a:pt x="32" y="74"/>
                  </a:lnTo>
                  <a:lnTo>
                    <a:pt x="32" y="74"/>
                  </a:lnTo>
                  <a:lnTo>
                    <a:pt x="32" y="74"/>
                  </a:lnTo>
                  <a:lnTo>
                    <a:pt x="32" y="74"/>
                  </a:lnTo>
                  <a:lnTo>
                    <a:pt x="30" y="74"/>
                  </a:lnTo>
                  <a:lnTo>
                    <a:pt x="30" y="74"/>
                  </a:lnTo>
                  <a:lnTo>
                    <a:pt x="30" y="74"/>
                  </a:lnTo>
                  <a:lnTo>
                    <a:pt x="30" y="74"/>
                  </a:lnTo>
                  <a:lnTo>
                    <a:pt x="28" y="74"/>
                  </a:lnTo>
                  <a:lnTo>
                    <a:pt x="28" y="74"/>
                  </a:lnTo>
                  <a:lnTo>
                    <a:pt x="28" y="74"/>
                  </a:lnTo>
                  <a:lnTo>
                    <a:pt x="28" y="74"/>
                  </a:lnTo>
                  <a:lnTo>
                    <a:pt x="27" y="74"/>
                  </a:lnTo>
                  <a:lnTo>
                    <a:pt x="27" y="74"/>
                  </a:lnTo>
                  <a:lnTo>
                    <a:pt x="27" y="74"/>
                  </a:lnTo>
                  <a:lnTo>
                    <a:pt x="27" y="74"/>
                  </a:lnTo>
                  <a:lnTo>
                    <a:pt x="26" y="75"/>
                  </a:lnTo>
                  <a:lnTo>
                    <a:pt x="26" y="75"/>
                  </a:lnTo>
                  <a:lnTo>
                    <a:pt x="25" y="75"/>
                  </a:lnTo>
                  <a:lnTo>
                    <a:pt x="25" y="75"/>
                  </a:lnTo>
                  <a:lnTo>
                    <a:pt x="23" y="75"/>
                  </a:lnTo>
                  <a:lnTo>
                    <a:pt x="23" y="75"/>
                  </a:lnTo>
                  <a:lnTo>
                    <a:pt x="23" y="75"/>
                  </a:lnTo>
                  <a:lnTo>
                    <a:pt x="23" y="75"/>
                  </a:lnTo>
                  <a:lnTo>
                    <a:pt x="21" y="75"/>
                  </a:lnTo>
                  <a:lnTo>
                    <a:pt x="21" y="75"/>
                  </a:lnTo>
                  <a:lnTo>
                    <a:pt x="21" y="75"/>
                  </a:lnTo>
                  <a:lnTo>
                    <a:pt x="21" y="75"/>
                  </a:lnTo>
                  <a:lnTo>
                    <a:pt x="21" y="75"/>
                  </a:lnTo>
                  <a:lnTo>
                    <a:pt x="21" y="75"/>
                  </a:lnTo>
                  <a:lnTo>
                    <a:pt x="21" y="75"/>
                  </a:lnTo>
                  <a:lnTo>
                    <a:pt x="21" y="74"/>
                  </a:lnTo>
                  <a:lnTo>
                    <a:pt x="21" y="74"/>
                  </a:lnTo>
                  <a:lnTo>
                    <a:pt x="21" y="75"/>
                  </a:lnTo>
                  <a:lnTo>
                    <a:pt x="21" y="75"/>
                  </a:lnTo>
                  <a:lnTo>
                    <a:pt x="21" y="75"/>
                  </a:lnTo>
                  <a:lnTo>
                    <a:pt x="21" y="75"/>
                  </a:lnTo>
                  <a:lnTo>
                    <a:pt x="21" y="77"/>
                  </a:lnTo>
                  <a:lnTo>
                    <a:pt x="21" y="77"/>
                  </a:lnTo>
                  <a:lnTo>
                    <a:pt x="21" y="77"/>
                  </a:lnTo>
                  <a:lnTo>
                    <a:pt x="21" y="77"/>
                  </a:lnTo>
                  <a:lnTo>
                    <a:pt x="21" y="79"/>
                  </a:lnTo>
                  <a:lnTo>
                    <a:pt x="21" y="79"/>
                  </a:lnTo>
                  <a:lnTo>
                    <a:pt x="21" y="80"/>
                  </a:lnTo>
                  <a:lnTo>
                    <a:pt x="21" y="80"/>
                  </a:lnTo>
                  <a:lnTo>
                    <a:pt x="21" y="81"/>
                  </a:lnTo>
                  <a:lnTo>
                    <a:pt x="21" y="81"/>
                  </a:lnTo>
                  <a:lnTo>
                    <a:pt x="21" y="81"/>
                  </a:lnTo>
                  <a:lnTo>
                    <a:pt x="22" y="81"/>
                  </a:lnTo>
                  <a:lnTo>
                    <a:pt x="22" y="82"/>
                  </a:lnTo>
                  <a:lnTo>
                    <a:pt x="22" y="82"/>
                  </a:lnTo>
                  <a:lnTo>
                    <a:pt x="22" y="82"/>
                  </a:lnTo>
                  <a:lnTo>
                    <a:pt x="22" y="82"/>
                  </a:lnTo>
                  <a:lnTo>
                    <a:pt x="22" y="82"/>
                  </a:lnTo>
                  <a:lnTo>
                    <a:pt x="22" y="82"/>
                  </a:lnTo>
                  <a:lnTo>
                    <a:pt x="22" y="82"/>
                  </a:lnTo>
                  <a:lnTo>
                    <a:pt x="23" y="82"/>
                  </a:lnTo>
                  <a:lnTo>
                    <a:pt x="23" y="82"/>
                  </a:lnTo>
                  <a:lnTo>
                    <a:pt x="23" y="82"/>
                  </a:lnTo>
                  <a:lnTo>
                    <a:pt x="23" y="82"/>
                  </a:lnTo>
                  <a:lnTo>
                    <a:pt x="23" y="82"/>
                  </a:lnTo>
                  <a:lnTo>
                    <a:pt x="23" y="82"/>
                  </a:lnTo>
                  <a:lnTo>
                    <a:pt x="23" y="82"/>
                  </a:lnTo>
                  <a:lnTo>
                    <a:pt x="23" y="82"/>
                  </a:lnTo>
                  <a:lnTo>
                    <a:pt x="24" y="82"/>
                  </a:lnTo>
                  <a:lnTo>
                    <a:pt x="24" y="84"/>
                  </a:lnTo>
                  <a:lnTo>
                    <a:pt x="24" y="84"/>
                  </a:lnTo>
                  <a:lnTo>
                    <a:pt x="24" y="84"/>
                  </a:lnTo>
                  <a:lnTo>
                    <a:pt x="24" y="84"/>
                  </a:lnTo>
                  <a:lnTo>
                    <a:pt x="24" y="86"/>
                  </a:lnTo>
                  <a:lnTo>
                    <a:pt x="24" y="86"/>
                  </a:lnTo>
                  <a:lnTo>
                    <a:pt x="24" y="86"/>
                  </a:lnTo>
                  <a:lnTo>
                    <a:pt x="24" y="86"/>
                  </a:lnTo>
                  <a:lnTo>
                    <a:pt x="24" y="88"/>
                  </a:lnTo>
                  <a:lnTo>
                    <a:pt x="24" y="88"/>
                  </a:lnTo>
                  <a:lnTo>
                    <a:pt x="24" y="88"/>
                  </a:lnTo>
                  <a:lnTo>
                    <a:pt x="24" y="88"/>
                  </a:lnTo>
                  <a:lnTo>
                    <a:pt x="24" y="88"/>
                  </a:lnTo>
                  <a:lnTo>
                    <a:pt x="24" y="88"/>
                  </a:lnTo>
                  <a:lnTo>
                    <a:pt x="24" y="88"/>
                  </a:lnTo>
                  <a:lnTo>
                    <a:pt x="24" y="88"/>
                  </a:lnTo>
                  <a:lnTo>
                    <a:pt x="22" y="90"/>
                  </a:lnTo>
                  <a:lnTo>
                    <a:pt x="22" y="90"/>
                  </a:lnTo>
                  <a:lnTo>
                    <a:pt x="22" y="90"/>
                  </a:lnTo>
                  <a:lnTo>
                    <a:pt x="22" y="90"/>
                  </a:lnTo>
                  <a:lnTo>
                    <a:pt x="20" y="91"/>
                  </a:lnTo>
                  <a:lnTo>
                    <a:pt x="20" y="91"/>
                  </a:lnTo>
                  <a:lnTo>
                    <a:pt x="20" y="91"/>
                  </a:lnTo>
                  <a:lnTo>
                    <a:pt x="20" y="91"/>
                  </a:lnTo>
                  <a:lnTo>
                    <a:pt x="18" y="93"/>
                  </a:lnTo>
                  <a:lnTo>
                    <a:pt x="18" y="93"/>
                  </a:lnTo>
                  <a:lnTo>
                    <a:pt x="17" y="93"/>
                  </a:lnTo>
                  <a:lnTo>
                    <a:pt x="17" y="93"/>
                  </a:lnTo>
                  <a:lnTo>
                    <a:pt x="15" y="95"/>
                  </a:lnTo>
                  <a:lnTo>
                    <a:pt x="15" y="95"/>
                  </a:lnTo>
                  <a:lnTo>
                    <a:pt x="15" y="95"/>
                  </a:lnTo>
                  <a:lnTo>
                    <a:pt x="15" y="95"/>
                  </a:lnTo>
                  <a:lnTo>
                    <a:pt x="15" y="97"/>
                  </a:lnTo>
                  <a:lnTo>
                    <a:pt x="15" y="97"/>
                  </a:lnTo>
                  <a:lnTo>
                    <a:pt x="15" y="97"/>
                  </a:lnTo>
                  <a:lnTo>
                    <a:pt x="15" y="97"/>
                  </a:lnTo>
                  <a:lnTo>
                    <a:pt x="15" y="99"/>
                  </a:lnTo>
                  <a:lnTo>
                    <a:pt x="15" y="99"/>
                  </a:lnTo>
                  <a:lnTo>
                    <a:pt x="15" y="99"/>
                  </a:lnTo>
                  <a:lnTo>
                    <a:pt x="15" y="99"/>
                  </a:lnTo>
                  <a:lnTo>
                    <a:pt x="15" y="101"/>
                  </a:lnTo>
                  <a:lnTo>
                    <a:pt x="15" y="101"/>
                  </a:lnTo>
                  <a:lnTo>
                    <a:pt x="15" y="101"/>
                  </a:lnTo>
                  <a:lnTo>
                    <a:pt x="15" y="101"/>
                  </a:lnTo>
                  <a:lnTo>
                    <a:pt x="15" y="103"/>
                  </a:lnTo>
                  <a:lnTo>
                    <a:pt x="15" y="103"/>
                  </a:lnTo>
                  <a:lnTo>
                    <a:pt x="15" y="103"/>
                  </a:lnTo>
                  <a:lnTo>
                    <a:pt x="15" y="103"/>
                  </a:lnTo>
                  <a:lnTo>
                    <a:pt x="13" y="104"/>
                  </a:lnTo>
                  <a:lnTo>
                    <a:pt x="13" y="104"/>
                  </a:lnTo>
                  <a:lnTo>
                    <a:pt x="13" y="105"/>
                  </a:lnTo>
                  <a:lnTo>
                    <a:pt x="13" y="105"/>
                  </a:lnTo>
                  <a:lnTo>
                    <a:pt x="13" y="107"/>
                  </a:lnTo>
                  <a:lnTo>
                    <a:pt x="13" y="107"/>
                  </a:lnTo>
                  <a:lnTo>
                    <a:pt x="13" y="107"/>
                  </a:lnTo>
                  <a:lnTo>
                    <a:pt x="13" y="107"/>
                  </a:lnTo>
                  <a:lnTo>
                    <a:pt x="12" y="109"/>
                  </a:lnTo>
                  <a:lnTo>
                    <a:pt x="12" y="109"/>
                  </a:lnTo>
                  <a:lnTo>
                    <a:pt x="12" y="110"/>
                  </a:lnTo>
                  <a:lnTo>
                    <a:pt x="12" y="110"/>
                  </a:lnTo>
                  <a:lnTo>
                    <a:pt x="12" y="111"/>
                  </a:lnTo>
                  <a:lnTo>
                    <a:pt x="12" y="111"/>
                  </a:lnTo>
                  <a:lnTo>
                    <a:pt x="12" y="111"/>
                  </a:lnTo>
                  <a:lnTo>
                    <a:pt x="12" y="111"/>
                  </a:lnTo>
                  <a:lnTo>
                    <a:pt x="11" y="111"/>
                  </a:lnTo>
                  <a:lnTo>
                    <a:pt x="11" y="111"/>
                  </a:lnTo>
                  <a:lnTo>
                    <a:pt x="11" y="111"/>
                  </a:lnTo>
                  <a:lnTo>
                    <a:pt x="11" y="111"/>
                  </a:lnTo>
                  <a:lnTo>
                    <a:pt x="10" y="111"/>
                  </a:lnTo>
                  <a:lnTo>
                    <a:pt x="10" y="111"/>
                  </a:lnTo>
                  <a:lnTo>
                    <a:pt x="10" y="111"/>
                  </a:lnTo>
                  <a:lnTo>
                    <a:pt x="10" y="111"/>
                  </a:lnTo>
                  <a:lnTo>
                    <a:pt x="8" y="111"/>
                  </a:lnTo>
                  <a:lnTo>
                    <a:pt x="8" y="111"/>
                  </a:lnTo>
                  <a:lnTo>
                    <a:pt x="8" y="111"/>
                  </a:lnTo>
                  <a:lnTo>
                    <a:pt x="8" y="111"/>
                  </a:lnTo>
                  <a:lnTo>
                    <a:pt x="6" y="111"/>
                  </a:lnTo>
                  <a:lnTo>
                    <a:pt x="6" y="111"/>
                  </a:lnTo>
                  <a:lnTo>
                    <a:pt x="6" y="111"/>
                  </a:lnTo>
                  <a:lnTo>
                    <a:pt x="6" y="111"/>
                  </a:lnTo>
                  <a:lnTo>
                    <a:pt x="5" y="113"/>
                  </a:lnTo>
                  <a:lnTo>
                    <a:pt x="5" y="113"/>
                  </a:lnTo>
                  <a:lnTo>
                    <a:pt x="5" y="113"/>
                  </a:lnTo>
                  <a:lnTo>
                    <a:pt x="5" y="113"/>
                  </a:lnTo>
                  <a:lnTo>
                    <a:pt x="4" y="116"/>
                  </a:lnTo>
                  <a:lnTo>
                    <a:pt x="4" y="116"/>
                  </a:lnTo>
                  <a:lnTo>
                    <a:pt x="4" y="116"/>
                  </a:lnTo>
                  <a:lnTo>
                    <a:pt x="4" y="116"/>
                  </a:lnTo>
                  <a:lnTo>
                    <a:pt x="4" y="117"/>
                  </a:lnTo>
                  <a:lnTo>
                    <a:pt x="4" y="117"/>
                  </a:lnTo>
                  <a:lnTo>
                    <a:pt x="4" y="117"/>
                  </a:lnTo>
                  <a:lnTo>
                    <a:pt x="4" y="117"/>
                  </a:lnTo>
                  <a:lnTo>
                    <a:pt x="4" y="118"/>
                  </a:lnTo>
                  <a:lnTo>
                    <a:pt x="4" y="118"/>
                  </a:lnTo>
                  <a:lnTo>
                    <a:pt x="4" y="118"/>
                  </a:lnTo>
                  <a:lnTo>
                    <a:pt x="6" y="118"/>
                  </a:lnTo>
                  <a:lnTo>
                    <a:pt x="6" y="120"/>
                  </a:lnTo>
                  <a:lnTo>
                    <a:pt x="6" y="120"/>
                  </a:lnTo>
                  <a:lnTo>
                    <a:pt x="6" y="120"/>
                  </a:lnTo>
                  <a:lnTo>
                    <a:pt x="6" y="120"/>
                  </a:lnTo>
                  <a:lnTo>
                    <a:pt x="6" y="121"/>
                  </a:lnTo>
                  <a:lnTo>
                    <a:pt x="6" y="121"/>
                  </a:lnTo>
                  <a:lnTo>
                    <a:pt x="6" y="121"/>
                  </a:lnTo>
                  <a:lnTo>
                    <a:pt x="6" y="121"/>
                  </a:lnTo>
                  <a:lnTo>
                    <a:pt x="6" y="121"/>
                  </a:lnTo>
                  <a:lnTo>
                    <a:pt x="6" y="121"/>
                  </a:lnTo>
                  <a:lnTo>
                    <a:pt x="6" y="121"/>
                  </a:lnTo>
                  <a:lnTo>
                    <a:pt x="6" y="121"/>
                  </a:lnTo>
                  <a:lnTo>
                    <a:pt x="6" y="121"/>
                  </a:lnTo>
                  <a:lnTo>
                    <a:pt x="6" y="121"/>
                  </a:lnTo>
                  <a:lnTo>
                    <a:pt x="6" y="121"/>
                  </a:lnTo>
                  <a:lnTo>
                    <a:pt x="7" y="121"/>
                  </a:lnTo>
                  <a:lnTo>
                    <a:pt x="6" y="123"/>
                  </a:lnTo>
                  <a:lnTo>
                    <a:pt x="6" y="123"/>
                  </a:lnTo>
                  <a:lnTo>
                    <a:pt x="6" y="123"/>
                  </a:lnTo>
                  <a:lnTo>
                    <a:pt x="6" y="123"/>
                  </a:lnTo>
                  <a:lnTo>
                    <a:pt x="6" y="125"/>
                  </a:lnTo>
                  <a:lnTo>
                    <a:pt x="6" y="125"/>
                  </a:lnTo>
                  <a:lnTo>
                    <a:pt x="6" y="125"/>
                  </a:lnTo>
                  <a:lnTo>
                    <a:pt x="6" y="125"/>
                  </a:lnTo>
                  <a:lnTo>
                    <a:pt x="6" y="126"/>
                  </a:lnTo>
                  <a:lnTo>
                    <a:pt x="6" y="126"/>
                  </a:lnTo>
                  <a:lnTo>
                    <a:pt x="6" y="126"/>
                  </a:lnTo>
                  <a:lnTo>
                    <a:pt x="6" y="126"/>
                  </a:lnTo>
                  <a:lnTo>
                    <a:pt x="6" y="126"/>
                  </a:lnTo>
                  <a:lnTo>
                    <a:pt x="6" y="126"/>
                  </a:lnTo>
                  <a:lnTo>
                    <a:pt x="6" y="126"/>
                  </a:lnTo>
                  <a:lnTo>
                    <a:pt x="6" y="126"/>
                  </a:lnTo>
                  <a:lnTo>
                    <a:pt x="5" y="126"/>
                  </a:lnTo>
                  <a:lnTo>
                    <a:pt x="5" y="126"/>
                  </a:lnTo>
                  <a:lnTo>
                    <a:pt x="5" y="126"/>
                  </a:lnTo>
                  <a:lnTo>
                    <a:pt x="5" y="126"/>
                  </a:lnTo>
                  <a:lnTo>
                    <a:pt x="4" y="126"/>
                  </a:lnTo>
                  <a:lnTo>
                    <a:pt x="4" y="126"/>
                  </a:lnTo>
                  <a:lnTo>
                    <a:pt x="4" y="126"/>
                  </a:lnTo>
                  <a:lnTo>
                    <a:pt x="4" y="126"/>
                  </a:lnTo>
                  <a:lnTo>
                    <a:pt x="3" y="126"/>
                  </a:lnTo>
                  <a:lnTo>
                    <a:pt x="3" y="126"/>
                  </a:lnTo>
                  <a:lnTo>
                    <a:pt x="3" y="126"/>
                  </a:lnTo>
                  <a:lnTo>
                    <a:pt x="3" y="126"/>
                  </a:lnTo>
                  <a:lnTo>
                    <a:pt x="3" y="126"/>
                  </a:lnTo>
                  <a:lnTo>
                    <a:pt x="3" y="126"/>
                  </a:lnTo>
                  <a:lnTo>
                    <a:pt x="3" y="126"/>
                  </a:lnTo>
                  <a:lnTo>
                    <a:pt x="3" y="126"/>
                  </a:lnTo>
                  <a:lnTo>
                    <a:pt x="2" y="128"/>
                  </a:lnTo>
                  <a:lnTo>
                    <a:pt x="2" y="128"/>
                  </a:lnTo>
                  <a:lnTo>
                    <a:pt x="2" y="128"/>
                  </a:lnTo>
                  <a:lnTo>
                    <a:pt x="2" y="128"/>
                  </a:lnTo>
                  <a:lnTo>
                    <a:pt x="2" y="130"/>
                  </a:lnTo>
                  <a:lnTo>
                    <a:pt x="2" y="130"/>
                  </a:lnTo>
                  <a:lnTo>
                    <a:pt x="2" y="130"/>
                  </a:lnTo>
                  <a:lnTo>
                    <a:pt x="3" y="130"/>
                  </a:lnTo>
                  <a:lnTo>
                    <a:pt x="3" y="132"/>
                  </a:lnTo>
                  <a:lnTo>
                    <a:pt x="3" y="132"/>
                  </a:lnTo>
                  <a:lnTo>
                    <a:pt x="3" y="132"/>
                  </a:lnTo>
                  <a:lnTo>
                    <a:pt x="3" y="132"/>
                  </a:lnTo>
                  <a:lnTo>
                    <a:pt x="3" y="132"/>
                  </a:lnTo>
                  <a:lnTo>
                    <a:pt x="3" y="132"/>
                  </a:lnTo>
                  <a:lnTo>
                    <a:pt x="3" y="132"/>
                  </a:lnTo>
                  <a:lnTo>
                    <a:pt x="3" y="132"/>
                  </a:lnTo>
                  <a:lnTo>
                    <a:pt x="2" y="132"/>
                  </a:lnTo>
                  <a:lnTo>
                    <a:pt x="2" y="132"/>
                  </a:lnTo>
                  <a:lnTo>
                    <a:pt x="2" y="132"/>
                  </a:lnTo>
                  <a:lnTo>
                    <a:pt x="2" y="132"/>
                  </a:lnTo>
                  <a:lnTo>
                    <a:pt x="2" y="132"/>
                  </a:lnTo>
                  <a:lnTo>
                    <a:pt x="2" y="132"/>
                  </a:lnTo>
                  <a:lnTo>
                    <a:pt x="2" y="132"/>
                  </a:lnTo>
                  <a:lnTo>
                    <a:pt x="2" y="132"/>
                  </a:lnTo>
                  <a:lnTo>
                    <a:pt x="0" y="132"/>
                  </a:lnTo>
                  <a:lnTo>
                    <a:pt x="0" y="132"/>
                  </a:lnTo>
                  <a:lnTo>
                    <a:pt x="0" y="132"/>
                  </a:lnTo>
                  <a:lnTo>
                    <a:pt x="0" y="132"/>
                  </a:lnTo>
                  <a:lnTo>
                    <a:pt x="0" y="132"/>
                  </a:lnTo>
                  <a:lnTo>
                    <a:pt x="0" y="132"/>
                  </a:lnTo>
                  <a:lnTo>
                    <a:pt x="0" y="132"/>
                  </a:lnTo>
                  <a:lnTo>
                    <a:pt x="0" y="132"/>
                  </a:lnTo>
                  <a:lnTo>
                    <a:pt x="0" y="132"/>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42" name=""/>
            <p:cNvSpPr/>
            <p:nvPr/>
          </p:nvSpPr>
          <p:spPr>
            <a:xfrm>
              <a:off x="8412120" y="7257960"/>
              <a:ext cx="28440" cy="36720"/>
            </a:xfrm>
            <a:custGeom>
              <a:avLst/>
              <a:gdLst/>
              <a:ahLst/>
              <a:rect l="l" t="t" r="r" b="b"/>
              <a:pathLst>
                <a:path w="18" h="23">
                  <a:moveTo>
                    <a:pt x="7" y="0"/>
                  </a:moveTo>
                  <a:lnTo>
                    <a:pt x="6" y="2"/>
                  </a:lnTo>
                  <a:lnTo>
                    <a:pt x="6" y="2"/>
                  </a:lnTo>
                  <a:lnTo>
                    <a:pt x="6" y="2"/>
                  </a:lnTo>
                  <a:lnTo>
                    <a:pt x="6" y="2"/>
                  </a:lnTo>
                  <a:lnTo>
                    <a:pt x="5" y="2"/>
                  </a:lnTo>
                  <a:lnTo>
                    <a:pt x="5" y="2"/>
                  </a:lnTo>
                  <a:lnTo>
                    <a:pt x="5" y="2"/>
                  </a:lnTo>
                  <a:lnTo>
                    <a:pt x="5" y="2"/>
                  </a:lnTo>
                  <a:lnTo>
                    <a:pt x="4" y="3"/>
                  </a:lnTo>
                  <a:lnTo>
                    <a:pt x="4" y="3"/>
                  </a:lnTo>
                  <a:lnTo>
                    <a:pt x="4" y="3"/>
                  </a:lnTo>
                  <a:lnTo>
                    <a:pt x="4" y="3"/>
                  </a:lnTo>
                  <a:lnTo>
                    <a:pt x="4" y="3"/>
                  </a:lnTo>
                  <a:lnTo>
                    <a:pt x="4" y="3"/>
                  </a:lnTo>
                  <a:lnTo>
                    <a:pt x="4" y="3"/>
                  </a:lnTo>
                  <a:lnTo>
                    <a:pt x="4" y="3"/>
                  </a:lnTo>
                  <a:lnTo>
                    <a:pt x="2" y="4"/>
                  </a:lnTo>
                  <a:lnTo>
                    <a:pt x="2" y="4"/>
                  </a:lnTo>
                  <a:lnTo>
                    <a:pt x="2" y="4"/>
                  </a:lnTo>
                  <a:lnTo>
                    <a:pt x="2" y="4"/>
                  </a:lnTo>
                  <a:lnTo>
                    <a:pt x="1" y="4"/>
                  </a:lnTo>
                  <a:lnTo>
                    <a:pt x="1" y="4"/>
                  </a:lnTo>
                  <a:lnTo>
                    <a:pt x="1" y="4"/>
                  </a:lnTo>
                  <a:lnTo>
                    <a:pt x="1" y="4"/>
                  </a:lnTo>
                  <a:lnTo>
                    <a:pt x="0" y="4"/>
                  </a:lnTo>
                  <a:lnTo>
                    <a:pt x="0" y="4"/>
                  </a:lnTo>
                  <a:lnTo>
                    <a:pt x="0" y="4"/>
                  </a:lnTo>
                  <a:lnTo>
                    <a:pt x="0" y="4"/>
                  </a:lnTo>
                  <a:lnTo>
                    <a:pt x="0" y="4"/>
                  </a:lnTo>
                  <a:lnTo>
                    <a:pt x="0" y="4"/>
                  </a:lnTo>
                  <a:lnTo>
                    <a:pt x="0" y="4"/>
                  </a:lnTo>
                  <a:lnTo>
                    <a:pt x="0" y="3"/>
                  </a:lnTo>
                  <a:lnTo>
                    <a:pt x="0" y="5"/>
                  </a:lnTo>
                  <a:lnTo>
                    <a:pt x="0" y="5"/>
                  </a:lnTo>
                  <a:lnTo>
                    <a:pt x="0" y="5"/>
                  </a:lnTo>
                  <a:lnTo>
                    <a:pt x="0" y="5"/>
                  </a:lnTo>
                  <a:lnTo>
                    <a:pt x="0" y="7"/>
                  </a:lnTo>
                  <a:lnTo>
                    <a:pt x="0" y="7"/>
                  </a:lnTo>
                  <a:lnTo>
                    <a:pt x="0" y="7"/>
                  </a:lnTo>
                  <a:lnTo>
                    <a:pt x="2" y="7"/>
                  </a:lnTo>
                  <a:lnTo>
                    <a:pt x="2" y="9"/>
                  </a:lnTo>
                  <a:lnTo>
                    <a:pt x="2" y="9"/>
                  </a:lnTo>
                  <a:lnTo>
                    <a:pt x="2" y="9"/>
                  </a:lnTo>
                  <a:lnTo>
                    <a:pt x="2" y="9"/>
                  </a:lnTo>
                  <a:lnTo>
                    <a:pt x="2" y="9"/>
                  </a:lnTo>
                  <a:lnTo>
                    <a:pt x="2" y="9"/>
                  </a:lnTo>
                  <a:lnTo>
                    <a:pt x="2" y="9"/>
                  </a:lnTo>
                  <a:lnTo>
                    <a:pt x="4" y="9"/>
                  </a:lnTo>
                  <a:lnTo>
                    <a:pt x="4" y="12"/>
                  </a:lnTo>
                  <a:lnTo>
                    <a:pt x="4" y="12"/>
                  </a:lnTo>
                  <a:lnTo>
                    <a:pt x="4" y="13"/>
                  </a:lnTo>
                  <a:lnTo>
                    <a:pt x="4" y="13"/>
                  </a:lnTo>
                  <a:lnTo>
                    <a:pt x="4" y="15"/>
                  </a:lnTo>
                  <a:lnTo>
                    <a:pt x="4" y="15"/>
                  </a:lnTo>
                  <a:lnTo>
                    <a:pt x="4" y="15"/>
                  </a:lnTo>
                  <a:lnTo>
                    <a:pt x="5" y="15"/>
                  </a:lnTo>
                  <a:lnTo>
                    <a:pt x="5" y="16"/>
                  </a:lnTo>
                  <a:lnTo>
                    <a:pt x="5" y="16"/>
                  </a:lnTo>
                  <a:lnTo>
                    <a:pt x="5" y="16"/>
                  </a:lnTo>
                  <a:lnTo>
                    <a:pt x="7" y="16"/>
                  </a:lnTo>
                  <a:lnTo>
                    <a:pt x="7" y="19"/>
                  </a:lnTo>
                  <a:lnTo>
                    <a:pt x="7" y="19"/>
                  </a:lnTo>
                  <a:lnTo>
                    <a:pt x="7" y="19"/>
                  </a:lnTo>
                  <a:lnTo>
                    <a:pt x="8" y="19"/>
                  </a:lnTo>
                  <a:lnTo>
                    <a:pt x="8" y="21"/>
                  </a:lnTo>
                  <a:lnTo>
                    <a:pt x="8" y="21"/>
                  </a:lnTo>
                  <a:lnTo>
                    <a:pt x="8" y="21"/>
                  </a:lnTo>
                  <a:lnTo>
                    <a:pt x="10" y="21"/>
                  </a:lnTo>
                  <a:lnTo>
                    <a:pt x="10" y="22"/>
                  </a:lnTo>
                  <a:lnTo>
                    <a:pt x="12" y="22"/>
                  </a:lnTo>
                  <a:lnTo>
                    <a:pt x="12" y="22"/>
                  </a:lnTo>
                  <a:lnTo>
                    <a:pt x="14" y="22"/>
                  </a:lnTo>
                  <a:lnTo>
                    <a:pt x="14" y="22"/>
                  </a:lnTo>
                  <a:lnTo>
                    <a:pt x="14" y="22"/>
                  </a:lnTo>
                  <a:lnTo>
                    <a:pt x="14" y="22"/>
                  </a:lnTo>
                  <a:lnTo>
                    <a:pt x="15" y="22"/>
                  </a:lnTo>
                  <a:lnTo>
                    <a:pt x="15" y="22"/>
                  </a:lnTo>
                  <a:lnTo>
                    <a:pt x="16" y="22"/>
                  </a:lnTo>
                  <a:lnTo>
                    <a:pt x="16" y="22"/>
                  </a:lnTo>
                  <a:lnTo>
                    <a:pt x="17" y="21"/>
                  </a:lnTo>
                  <a:lnTo>
                    <a:pt x="17" y="21"/>
                  </a:lnTo>
                  <a:lnTo>
                    <a:pt x="17" y="21"/>
                  </a:lnTo>
                  <a:lnTo>
                    <a:pt x="17" y="21"/>
                  </a:lnTo>
                  <a:lnTo>
                    <a:pt x="17" y="21"/>
                  </a:lnTo>
                  <a:lnTo>
                    <a:pt x="17" y="21"/>
                  </a:lnTo>
                  <a:lnTo>
                    <a:pt x="17" y="21"/>
                  </a:lnTo>
                  <a:lnTo>
                    <a:pt x="17" y="21"/>
                  </a:lnTo>
                  <a:lnTo>
                    <a:pt x="17" y="19"/>
                  </a:lnTo>
                  <a:lnTo>
                    <a:pt x="17" y="19"/>
                  </a:lnTo>
                  <a:lnTo>
                    <a:pt x="17" y="19"/>
                  </a:lnTo>
                  <a:lnTo>
                    <a:pt x="17" y="19"/>
                  </a:lnTo>
                  <a:lnTo>
                    <a:pt x="17" y="17"/>
                  </a:lnTo>
                  <a:lnTo>
                    <a:pt x="17" y="17"/>
                  </a:lnTo>
                  <a:lnTo>
                    <a:pt x="17" y="17"/>
                  </a:lnTo>
                  <a:lnTo>
                    <a:pt x="17" y="17"/>
                  </a:lnTo>
                  <a:lnTo>
                    <a:pt x="17" y="16"/>
                  </a:lnTo>
                  <a:lnTo>
                    <a:pt x="15" y="16"/>
                  </a:lnTo>
                  <a:lnTo>
                    <a:pt x="15" y="16"/>
                  </a:lnTo>
                  <a:lnTo>
                    <a:pt x="15" y="16"/>
                  </a:lnTo>
                  <a:lnTo>
                    <a:pt x="15" y="16"/>
                  </a:lnTo>
                  <a:lnTo>
                    <a:pt x="14" y="16"/>
                  </a:lnTo>
                  <a:lnTo>
                    <a:pt x="14" y="16"/>
                  </a:lnTo>
                  <a:lnTo>
                    <a:pt x="14" y="16"/>
                  </a:lnTo>
                  <a:lnTo>
                    <a:pt x="14" y="15"/>
                  </a:lnTo>
                  <a:lnTo>
                    <a:pt x="13" y="15"/>
                  </a:lnTo>
                  <a:lnTo>
                    <a:pt x="13" y="15"/>
                  </a:lnTo>
                  <a:lnTo>
                    <a:pt x="13" y="15"/>
                  </a:lnTo>
                  <a:lnTo>
                    <a:pt x="13" y="15"/>
                  </a:lnTo>
                  <a:lnTo>
                    <a:pt x="13" y="15"/>
                  </a:lnTo>
                  <a:lnTo>
                    <a:pt x="13" y="15"/>
                  </a:lnTo>
                  <a:lnTo>
                    <a:pt x="13" y="15"/>
                  </a:lnTo>
                  <a:lnTo>
                    <a:pt x="13" y="15"/>
                  </a:lnTo>
                  <a:lnTo>
                    <a:pt x="11" y="15"/>
                  </a:lnTo>
                  <a:lnTo>
                    <a:pt x="11" y="15"/>
                  </a:lnTo>
                  <a:lnTo>
                    <a:pt x="11" y="15"/>
                  </a:lnTo>
                  <a:lnTo>
                    <a:pt x="11" y="14"/>
                  </a:lnTo>
                  <a:lnTo>
                    <a:pt x="9" y="14"/>
                  </a:lnTo>
                  <a:lnTo>
                    <a:pt x="9" y="14"/>
                  </a:lnTo>
                  <a:lnTo>
                    <a:pt x="9" y="14"/>
                  </a:lnTo>
                  <a:lnTo>
                    <a:pt x="9" y="12"/>
                  </a:lnTo>
                  <a:lnTo>
                    <a:pt x="7" y="12"/>
                  </a:lnTo>
                  <a:lnTo>
                    <a:pt x="7" y="12"/>
                  </a:lnTo>
                  <a:lnTo>
                    <a:pt x="7" y="12"/>
                  </a:lnTo>
                  <a:lnTo>
                    <a:pt x="7" y="11"/>
                  </a:lnTo>
                  <a:lnTo>
                    <a:pt x="7" y="11"/>
                  </a:lnTo>
                  <a:lnTo>
                    <a:pt x="7" y="11"/>
                  </a:lnTo>
                  <a:lnTo>
                    <a:pt x="7" y="11"/>
                  </a:lnTo>
                  <a:lnTo>
                    <a:pt x="7" y="9"/>
                  </a:lnTo>
                  <a:lnTo>
                    <a:pt x="7" y="9"/>
                  </a:lnTo>
                  <a:lnTo>
                    <a:pt x="7" y="9"/>
                  </a:lnTo>
                  <a:lnTo>
                    <a:pt x="7" y="9"/>
                  </a:lnTo>
                  <a:lnTo>
                    <a:pt x="7" y="9"/>
                  </a:lnTo>
                  <a:lnTo>
                    <a:pt x="7" y="9"/>
                  </a:lnTo>
                  <a:lnTo>
                    <a:pt x="7" y="9"/>
                  </a:lnTo>
                  <a:lnTo>
                    <a:pt x="7" y="9"/>
                  </a:lnTo>
                  <a:lnTo>
                    <a:pt x="7" y="8"/>
                  </a:lnTo>
                  <a:lnTo>
                    <a:pt x="7" y="8"/>
                  </a:lnTo>
                  <a:lnTo>
                    <a:pt x="7" y="8"/>
                  </a:lnTo>
                  <a:lnTo>
                    <a:pt x="7" y="8"/>
                  </a:lnTo>
                  <a:lnTo>
                    <a:pt x="7" y="7"/>
                  </a:lnTo>
                  <a:lnTo>
                    <a:pt x="7" y="7"/>
                  </a:lnTo>
                  <a:lnTo>
                    <a:pt x="7" y="7"/>
                  </a:lnTo>
                  <a:lnTo>
                    <a:pt x="7" y="7"/>
                  </a:lnTo>
                  <a:lnTo>
                    <a:pt x="7" y="6"/>
                  </a:lnTo>
                  <a:lnTo>
                    <a:pt x="7" y="6"/>
                  </a:lnTo>
                  <a:lnTo>
                    <a:pt x="7" y="6"/>
                  </a:lnTo>
                  <a:lnTo>
                    <a:pt x="7" y="6"/>
                  </a:lnTo>
                  <a:lnTo>
                    <a:pt x="7" y="6"/>
                  </a:lnTo>
                  <a:lnTo>
                    <a:pt x="7" y="6"/>
                  </a:lnTo>
                  <a:lnTo>
                    <a:pt x="7" y="6"/>
                  </a:lnTo>
                  <a:lnTo>
                    <a:pt x="7" y="6"/>
                  </a:lnTo>
                  <a:lnTo>
                    <a:pt x="9" y="6"/>
                  </a:lnTo>
                  <a:lnTo>
                    <a:pt x="9" y="6"/>
                  </a:lnTo>
                  <a:lnTo>
                    <a:pt x="9" y="6"/>
                  </a:lnTo>
                  <a:lnTo>
                    <a:pt x="9" y="6"/>
                  </a:lnTo>
                  <a:lnTo>
                    <a:pt x="9" y="6"/>
                  </a:lnTo>
                  <a:lnTo>
                    <a:pt x="9" y="6"/>
                  </a:lnTo>
                  <a:lnTo>
                    <a:pt x="9" y="6"/>
                  </a:lnTo>
                  <a:lnTo>
                    <a:pt x="9" y="6"/>
                  </a:lnTo>
                  <a:lnTo>
                    <a:pt x="11" y="5"/>
                  </a:lnTo>
                  <a:lnTo>
                    <a:pt x="9" y="5"/>
                  </a:lnTo>
                  <a:lnTo>
                    <a:pt x="9" y="5"/>
                  </a:lnTo>
                  <a:lnTo>
                    <a:pt x="9" y="5"/>
                  </a:lnTo>
                  <a:lnTo>
                    <a:pt x="9" y="5"/>
                  </a:lnTo>
                  <a:lnTo>
                    <a:pt x="9" y="5"/>
                  </a:lnTo>
                  <a:lnTo>
                    <a:pt x="9" y="5"/>
                  </a:lnTo>
                  <a:lnTo>
                    <a:pt x="9" y="5"/>
                  </a:lnTo>
                  <a:lnTo>
                    <a:pt x="9" y="3"/>
                  </a:lnTo>
                  <a:lnTo>
                    <a:pt x="7" y="3"/>
                  </a:lnTo>
                  <a:lnTo>
                    <a:pt x="7" y="3"/>
                  </a:lnTo>
                  <a:lnTo>
                    <a:pt x="7" y="3"/>
                  </a:lnTo>
                  <a:lnTo>
                    <a:pt x="7" y="2"/>
                  </a:lnTo>
                  <a:lnTo>
                    <a:pt x="7" y="2"/>
                  </a:lnTo>
                  <a:lnTo>
                    <a:pt x="7" y="2"/>
                  </a:lnTo>
                  <a:lnTo>
                    <a:pt x="7" y="2"/>
                  </a:lnTo>
                  <a:lnTo>
                    <a:pt x="7" y="0"/>
                  </a:lnTo>
                  <a:lnTo>
                    <a:pt x="7" y="0"/>
                  </a:lnTo>
                </a:path>
              </a:pathLst>
            </a:custGeom>
            <a:solidFill>
              <a:srgbClr val="a1009f"/>
            </a:solidFill>
            <a:ln w="18360">
              <a:solidFill>
                <a:srgbClr val="000000"/>
              </a:solidFill>
              <a:round/>
            </a:ln>
          </p:spPr>
          <p:style>
            <a:lnRef idx="0"/>
            <a:fillRef idx="0"/>
            <a:effectRef idx="0"/>
            <a:fontRef idx="minor"/>
          </p:style>
          <p:txBody>
            <a:bodyPr lIns="90000" rIns="90000" tIns="-10080" bIns="-10080" anchor="t">
              <a:noAutofit/>
            </a:bodyPr>
            <a:p>
              <a:endParaRPr b="0" lang="en-IN" sz="2400" strike="noStrike" u="none">
                <a:solidFill>
                  <a:srgbClr val="ffffff"/>
                </a:solidFill>
                <a:effectLst/>
                <a:uFillTx/>
                <a:latin typeface="Times New Roman"/>
              </a:endParaRPr>
            </a:p>
          </p:txBody>
        </p:sp>
        <p:sp>
          <p:nvSpPr>
            <p:cNvPr id="743" name=""/>
            <p:cNvSpPr/>
            <p:nvPr/>
          </p:nvSpPr>
          <p:spPr>
            <a:xfrm>
              <a:off x="8461440" y="7350120"/>
              <a:ext cx="36360" cy="31680"/>
            </a:xfrm>
            <a:custGeom>
              <a:avLst/>
              <a:gdLst/>
              <a:ahLst/>
              <a:rect l="l" t="t" r="r" b="b"/>
              <a:pathLst>
                <a:path w="23" h="20">
                  <a:moveTo>
                    <a:pt x="18" y="7"/>
                  </a:moveTo>
                  <a:lnTo>
                    <a:pt x="18" y="7"/>
                  </a:lnTo>
                  <a:lnTo>
                    <a:pt x="18" y="7"/>
                  </a:lnTo>
                  <a:lnTo>
                    <a:pt x="18" y="7"/>
                  </a:lnTo>
                  <a:lnTo>
                    <a:pt x="18" y="7"/>
                  </a:lnTo>
                  <a:lnTo>
                    <a:pt x="18" y="7"/>
                  </a:lnTo>
                  <a:lnTo>
                    <a:pt x="18" y="7"/>
                  </a:lnTo>
                  <a:lnTo>
                    <a:pt x="18" y="7"/>
                  </a:lnTo>
                  <a:lnTo>
                    <a:pt x="18" y="6"/>
                  </a:lnTo>
                  <a:lnTo>
                    <a:pt x="18" y="6"/>
                  </a:lnTo>
                  <a:lnTo>
                    <a:pt x="18" y="6"/>
                  </a:lnTo>
                  <a:lnTo>
                    <a:pt x="18" y="6"/>
                  </a:lnTo>
                  <a:lnTo>
                    <a:pt x="18" y="6"/>
                  </a:lnTo>
                  <a:lnTo>
                    <a:pt x="18" y="6"/>
                  </a:lnTo>
                  <a:lnTo>
                    <a:pt x="18" y="6"/>
                  </a:lnTo>
                  <a:lnTo>
                    <a:pt x="18" y="6"/>
                  </a:lnTo>
                  <a:lnTo>
                    <a:pt x="18" y="5"/>
                  </a:lnTo>
                  <a:lnTo>
                    <a:pt x="17" y="5"/>
                  </a:lnTo>
                  <a:lnTo>
                    <a:pt x="17" y="5"/>
                  </a:lnTo>
                  <a:lnTo>
                    <a:pt x="17" y="5"/>
                  </a:lnTo>
                  <a:lnTo>
                    <a:pt x="17" y="4"/>
                  </a:lnTo>
                  <a:lnTo>
                    <a:pt x="16" y="4"/>
                  </a:lnTo>
                  <a:lnTo>
                    <a:pt x="16" y="4"/>
                  </a:lnTo>
                  <a:lnTo>
                    <a:pt x="16" y="4"/>
                  </a:lnTo>
                  <a:lnTo>
                    <a:pt x="16" y="2"/>
                  </a:lnTo>
                  <a:lnTo>
                    <a:pt x="15" y="2"/>
                  </a:lnTo>
                  <a:lnTo>
                    <a:pt x="15" y="2"/>
                  </a:lnTo>
                  <a:lnTo>
                    <a:pt x="15" y="2"/>
                  </a:lnTo>
                  <a:lnTo>
                    <a:pt x="15" y="1"/>
                  </a:lnTo>
                  <a:lnTo>
                    <a:pt x="15" y="1"/>
                  </a:lnTo>
                  <a:lnTo>
                    <a:pt x="15" y="1"/>
                  </a:lnTo>
                  <a:lnTo>
                    <a:pt x="15" y="1"/>
                  </a:lnTo>
                  <a:lnTo>
                    <a:pt x="15" y="0"/>
                  </a:lnTo>
                  <a:lnTo>
                    <a:pt x="13" y="1"/>
                  </a:lnTo>
                  <a:lnTo>
                    <a:pt x="13" y="1"/>
                  </a:lnTo>
                  <a:lnTo>
                    <a:pt x="13" y="1"/>
                  </a:lnTo>
                  <a:lnTo>
                    <a:pt x="13" y="1"/>
                  </a:lnTo>
                  <a:lnTo>
                    <a:pt x="11" y="1"/>
                  </a:lnTo>
                  <a:lnTo>
                    <a:pt x="11" y="1"/>
                  </a:lnTo>
                  <a:lnTo>
                    <a:pt x="11" y="1"/>
                  </a:lnTo>
                  <a:lnTo>
                    <a:pt x="11" y="1"/>
                  </a:lnTo>
                  <a:lnTo>
                    <a:pt x="10" y="2"/>
                  </a:lnTo>
                  <a:lnTo>
                    <a:pt x="10" y="2"/>
                  </a:lnTo>
                  <a:lnTo>
                    <a:pt x="10" y="2"/>
                  </a:lnTo>
                  <a:lnTo>
                    <a:pt x="10" y="2"/>
                  </a:lnTo>
                  <a:lnTo>
                    <a:pt x="10" y="2"/>
                  </a:lnTo>
                  <a:lnTo>
                    <a:pt x="10" y="2"/>
                  </a:lnTo>
                  <a:lnTo>
                    <a:pt x="10" y="2"/>
                  </a:lnTo>
                  <a:lnTo>
                    <a:pt x="10" y="2"/>
                  </a:lnTo>
                  <a:lnTo>
                    <a:pt x="10" y="3"/>
                  </a:lnTo>
                  <a:lnTo>
                    <a:pt x="10" y="3"/>
                  </a:lnTo>
                  <a:lnTo>
                    <a:pt x="10" y="3"/>
                  </a:lnTo>
                  <a:lnTo>
                    <a:pt x="10" y="3"/>
                  </a:lnTo>
                  <a:lnTo>
                    <a:pt x="10" y="3"/>
                  </a:lnTo>
                  <a:lnTo>
                    <a:pt x="10" y="3"/>
                  </a:lnTo>
                  <a:lnTo>
                    <a:pt x="10" y="3"/>
                  </a:lnTo>
                  <a:lnTo>
                    <a:pt x="10" y="3"/>
                  </a:lnTo>
                  <a:lnTo>
                    <a:pt x="10" y="5"/>
                  </a:lnTo>
                  <a:lnTo>
                    <a:pt x="10" y="5"/>
                  </a:lnTo>
                  <a:lnTo>
                    <a:pt x="10" y="5"/>
                  </a:lnTo>
                  <a:lnTo>
                    <a:pt x="10" y="5"/>
                  </a:lnTo>
                  <a:lnTo>
                    <a:pt x="10" y="5"/>
                  </a:lnTo>
                  <a:lnTo>
                    <a:pt x="10" y="5"/>
                  </a:lnTo>
                  <a:lnTo>
                    <a:pt x="10" y="5"/>
                  </a:lnTo>
                  <a:lnTo>
                    <a:pt x="10" y="5"/>
                  </a:lnTo>
                  <a:lnTo>
                    <a:pt x="8" y="6"/>
                  </a:lnTo>
                  <a:lnTo>
                    <a:pt x="8" y="6"/>
                  </a:lnTo>
                  <a:lnTo>
                    <a:pt x="8" y="6"/>
                  </a:lnTo>
                  <a:lnTo>
                    <a:pt x="8" y="6"/>
                  </a:lnTo>
                  <a:lnTo>
                    <a:pt x="7" y="7"/>
                  </a:lnTo>
                  <a:lnTo>
                    <a:pt x="7" y="7"/>
                  </a:lnTo>
                  <a:lnTo>
                    <a:pt x="7" y="7"/>
                  </a:lnTo>
                  <a:lnTo>
                    <a:pt x="7" y="7"/>
                  </a:lnTo>
                  <a:lnTo>
                    <a:pt x="5" y="8"/>
                  </a:lnTo>
                  <a:lnTo>
                    <a:pt x="5" y="8"/>
                  </a:lnTo>
                  <a:lnTo>
                    <a:pt x="5" y="8"/>
                  </a:lnTo>
                  <a:lnTo>
                    <a:pt x="5" y="8"/>
                  </a:lnTo>
                  <a:lnTo>
                    <a:pt x="5" y="8"/>
                  </a:lnTo>
                  <a:lnTo>
                    <a:pt x="5" y="8"/>
                  </a:lnTo>
                  <a:lnTo>
                    <a:pt x="5" y="8"/>
                  </a:lnTo>
                  <a:lnTo>
                    <a:pt x="5" y="8"/>
                  </a:lnTo>
                  <a:lnTo>
                    <a:pt x="3" y="8"/>
                  </a:lnTo>
                  <a:lnTo>
                    <a:pt x="3" y="8"/>
                  </a:lnTo>
                  <a:lnTo>
                    <a:pt x="3" y="8"/>
                  </a:lnTo>
                  <a:lnTo>
                    <a:pt x="3" y="8"/>
                  </a:lnTo>
                  <a:lnTo>
                    <a:pt x="3" y="8"/>
                  </a:lnTo>
                  <a:lnTo>
                    <a:pt x="3" y="8"/>
                  </a:lnTo>
                  <a:lnTo>
                    <a:pt x="3" y="8"/>
                  </a:lnTo>
                  <a:lnTo>
                    <a:pt x="3" y="7"/>
                  </a:lnTo>
                  <a:lnTo>
                    <a:pt x="0" y="7"/>
                  </a:lnTo>
                  <a:lnTo>
                    <a:pt x="0" y="7"/>
                  </a:lnTo>
                  <a:lnTo>
                    <a:pt x="0" y="7"/>
                  </a:lnTo>
                  <a:lnTo>
                    <a:pt x="0" y="6"/>
                  </a:lnTo>
                  <a:lnTo>
                    <a:pt x="0" y="6"/>
                  </a:lnTo>
                  <a:lnTo>
                    <a:pt x="0" y="6"/>
                  </a:lnTo>
                  <a:lnTo>
                    <a:pt x="0" y="6"/>
                  </a:lnTo>
                  <a:lnTo>
                    <a:pt x="0" y="5"/>
                  </a:lnTo>
                  <a:lnTo>
                    <a:pt x="0" y="7"/>
                  </a:lnTo>
                  <a:lnTo>
                    <a:pt x="0" y="7"/>
                  </a:lnTo>
                  <a:lnTo>
                    <a:pt x="0" y="7"/>
                  </a:lnTo>
                  <a:lnTo>
                    <a:pt x="0" y="7"/>
                  </a:lnTo>
                  <a:lnTo>
                    <a:pt x="0" y="9"/>
                  </a:lnTo>
                  <a:lnTo>
                    <a:pt x="0" y="9"/>
                  </a:lnTo>
                  <a:lnTo>
                    <a:pt x="0" y="9"/>
                  </a:lnTo>
                  <a:lnTo>
                    <a:pt x="1" y="9"/>
                  </a:lnTo>
                  <a:lnTo>
                    <a:pt x="1" y="11"/>
                  </a:lnTo>
                  <a:lnTo>
                    <a:pt x="1" y="11"/>
                  </a:lnTo>
                  <a:lnTo>
                    <a:pt x="1" y="11"/>
                  </a:lnTo>
                  <a:lnTo>
                    <a:pt x="1" y="11"/>
                  </a:lnTo>
                  <a:lnTo>
                    <a:pt x="1" y="12"/>
                  </a:lnTo>
                  <a:lnTo>
                    <a:pt x="1" y="12"/>
                  </a:lnTo>
                  <a:lnTo>
                    <a:pt x="1" y="12"/>
                  </a:lnTo>
                  <a:lnTo>
                    <a:pt x="3" y="12"/>
                  </a:lnTo>
                  <a:lnTo>
                    <a:pt x="3" y="13"/>
                  </a:lnTo>
                  <a:lnTo>
                    <a:pt x="3" y="13"/>
                  </a:lnTo>
                  <a:lnTo>
                    <a:pt x="3" y="13"/>
                  </a:lnTo>
                  <a:lnTo>
                    <a:pt x="5" y="13"/>
                  </a:lnTo>
                  <a:lnTo>
                    <a:pt x="5" y="13"/>
                  </a:lnTo>
                  <a:lnTo>
                    <a:pt x="5" y="13"/>
                  </a:lnTo>
                  <a:lnTo>
                    <a:pt x="5" y="13"/>
                  </a:lnTo>
                  <a:lnTo>
                    <a:pt x="6" y="13"/>
                  </a:lnTo>
                  <a:lnTo>
                    <a:pt x="6" y="13"/>
                  </a:lnTo>
                  <a:lnTo>
                    <a:pt x="6" y="13"/>
                  </a:lnTo>
                  <a:lnTo>
                    <a:pt x="6" y="13"/>
                  </a:lnTo>
                  <a:lnTo>
                    <a:pt x="8" y="13"/>
                  </a:lnTo>
                  <a:lnTo>
                    <a:pt x="8" y="13"/>
                  </a:lnTo>
                  <a:lnTo>
                    <a:pt x="8" y="13"/>
                  </a:lnTo>
                  <a:lnTo>
                    <a:pt x="8" y="13"/>
                  </a:lnTo>
                  <a:lnTo>
                    <a:pt x="10" y="12"/>
                  </a:lnTo>
                  <a:lnTo>
                    <a:pt x="10" y="14"/>
                  </a:lnTo>
                  <a:lnTo>
                    <a:pt x="10" y="14"/>
                  </a:lnTo>
                  <a:lnTo>
                    <a:pt x="10" y="14"/>
                  </a:lnTo>
                  <a:lnTo>
                    <a:pt x="10" y="14"/>
                  </a:lnTo>
                  <a:lnTo>
                    <a:pt x="10" y="16"/>
                  </a:lnTo>
                  <a:lnTo>
                    <a:pt x="10" y="16"/>
                  </a:lnTo>
                  <a:lnTo>
                    <a:pt x="10" y="16"/>
                  </a:lnTo>
                  <a:lnTo>
                    <a:pt x="10" y="16"/>
                  </a:lnTo>
                  <a:lnTo>
                    <a:pt x="10" y="17"/>
                  </a:lnTo>
                  <a:lnTo>
                    <a:pt x="10" y="17"/>
                  </a:lnTo>
                  <a:lnTo>
                    <a:pt x="10" y="17"/>
                  </a:lnTo>
                  <a:lnTo>
                    <a:pt x="10" y="17"/>
                  </a:lnTo>
                  <a:lnTo>
                    <a:pt x="10" y="18"/>
                  </a:lnTo>
                  <a:lnTo>
                    <a:pt x="10" y="18"/>
                  </a:lnTo>
                  <a:lnTo>
                    <a:pt x="10" y="18"/>
                  </a:lnTo>
                  <a:lnTo>
                    <a:pt x="11" y="18"/>
                  </a:lnTo>
                  <a:lnTo>
                    <a:pt x="11" y="19"/>
                  </a:lnTo>
                  <a:lnTo>
                    <a:pt x="11" y="19"/>
                  </a:lnTo>
                  <a:lnTo>
                    <a:pt x="11" y="19"/>
                  </a:lnTo>
                  <a:lnTo>
                    <a:pt x="12" y="19"/>
                  </a:lnTo>
                  <a:lnTo>
                    <a:pt x="12" y="19"/>
                  </a:lnTo>
                  <a:lnTo>
                    <a:pt x="13" y="19"/>
                  </a:lnTo>
                  <a:lnTo>
                    <a:pt x="13" y="19"/>
                  </a:lnTo>
                  <a:lnTo>
                    <a:pt x="15" y="19"/>
                  </a:lnTo>
                  <a:lnTo>
                    <a:pt x="15" y="19"/>
                  </a:lnTo>
                  <a:lnTo>
                    <a:pt x="15" y="19"/>
                  </a:lnTo>
                  <a:lnTo>
                    <a:pt x="15" y="19"/>
                  </a:lnTo>
                  <a:lnTo>
                    <a:pt x="17" y="19"/>
                  </a:lnTo>
                  <a:lnTo>
                    <a:pt x="17" y="19"/>
                  </a:lnTo>
                  <a:lnTo>
                    <a:pt x="18" y="19"/>
                  </a:lnTo>
                  <a:lnTo>
                    <a:pt x="18" y="19"/>
                  </a:lnTo>
                  <a:lnTo>
                    <a:pt x="20" y="18"/>
                  </a:lnTo>
                  <a:lnTo>
                    <a:pt x="20" y="18"/>
                  </a:lnTo>
                  <a:lnTo>
                    <a:pt x="20" y="18"/>
                  </a:lnTo>
                  <a:lnTo>
                    <a:pt x="20" y="18"/>
                  </a:lnTo>
                  <a:lnTo>
                    <a:pt x="20" y="17"/>
                  </a:lnTo>
                  <a:lnTo>
                    <a:pt x="20" y="17"/>
                  </a:lnTo>
                  <a:lnTo>
                    <a:pt x="20" y="17"/>
                  </a:lnTo>
                  <a:lnTo>
                    <a:pt x="20" y="17"/>
                  </a:lnTo>
                  <a:lnTo>
                    <a:pt x="21" y="16"/>
                  </a:lnTo>
                  <a:lnTo>
                    <a:pt x="21" y="16"/>
                  </a:lnTo>
                  <a:lnTo>
                    <a:pt x="21" y="16"/>
                  </a:lnTo>
                  <a:lnTo>
                    <a:pt x="21" y="16"/>
                  </a:lnTo>
                  <a:lnTo>
                    <a:pt x="21" y="14"/>
                  </a:lnTo>
                  <a:lnTo>
                    <a:pt x="21" y="14"/>
                  </a:lnTo>
                  <a:lnTo>
                    <a:pt x="21" y="14"/>
                  </a:lnTo>
                  <a:lnTo>
                    <a:pt x="21" y="14"/>
                  </a:lnTo>
                  <a:lnTo>
                    <a:pt x="22" y="12"/>
                  </a:lnTo>
                  <a:lnTo>
                    <a:pt x="21" y="12"/>
                  </a:lnTo>
                  <a:lnTo>
                    <a:pt x="21" y="12"/>
                  </a:lnTo>
                  <a:lnTo>
                    <a:pt x="21" y="12"/>
                  </a:lnTo>
                  <a:lnTo>
                    <a:pt x="21" y="12"/>
                  </a:lnTo>
                  <a:lnTo>
                    <a:pt x="19" y="12"/>
                  </a:lnTo>
                  <a:lnTo>
                    <a:pt x="19" y="12"/>
                  </a:lnTo>
                  <a:lnTo>
                    <a:pt x="19" y="12"/>
                  </a:lnTo>
                  <a:lnTo>
                    <a:pt x="19" y="10"/>
                  </a:lnTo>
                  <a:lnTo>
                    <a:pt x="17" y="10"/>
                  </a:lnTo>
                  <a:lnTo>
                    <a:pt x="17" y="10"/>
                  </a:lnTo>
                  <a:lnTo>
                    <a:pt x="17" y="10"/>
                  </a:lnTo>
                  <a:lnTo>
                    <a:pt x="17" y="10"/>
                  </a:lnTo>
                  <a:lnTo>
                    <a:pt x="15" y="10"/>
                  </a:lnTo>
                  <a:lnTo>
                    <a:pt x="15" y="10"/>
                  </a:lnTo>
                  <a:lnTo>
                    <a:pt x="15" y="10"/>
                  </a:lnTo>
                  <a:lnTo>
                    <a:pt x="15" y="8"/>
                  </a:lnTo>
                  <a:lnTo>
                    <a:pt x="14" y="8"/>
                  </a:lnTo>
                  <a:lnTo>
                    <a:pt x="14" y="8"/>
                  </a:lnTo>
                  <a:lnTo>
                    <a:pt x="14" y="8"/>
                  </a:lnTo>
                  <a:lnTo>
                    <a:pt x="14" y="8"/>
                  </a:lnTo>
                  <a:lnTo>
                    <a:pt x="14" y="8"/>
                  </a:lnTo>
                  <a:lnTo>
                    <a:pt x="14" y="8"/>
                  </a:lnTo>
                  <a:lnTo>
                    <a:pt x="14" y="8"/>
                  </a:lnTo>
                  <a:lnTo>
                    <a:pt x="14" y="7"/>
                  </a:lnTo>
                  <a:lnTo>
                    <a:pt x="12" y="7"/>
                  </a:lnTo>
                  <a:lnTo>
                    <a:pt x="12" y="7"/>
                  </a:lnTo>
                  <a:lnTo>
                    <a:pt x="12" y="7"/>
                  </a:lnTo>
                  <a:lnTo>
                    <a:pt x="12" y="6"/>
                  </a:lnTo>
                  <a:lnTo>
                    <a:pt x="12" y="6"/>
                  </a:lnTo>
                  <a:lnTo>
                    <a:pt x="12" y="6"/>
                  </a:lnTo>
                  <a:lnTo>
                    <a:pt x="12" y="6"/>
                  </a:lnTo>
                  <a:lnTo>
                    <a:pt x="12" y="5"/>
                  </a:lnTo>
                  <a:lnTo>
                    <a:pt x="12" y="6"/>
                  </a:lnTo>
                  <a:lnTo>
                    <a:pt x="12" y="6"/>
                  </a:lnTo>
                  <a:lnTo>
                    <a:pt x="12" y="6"/>
                  </a:lnTo>
                  <a:lnTo>
                    <a:pt x="12" y="6"/>
                  </a:lnTo>
                  <a:lnTo>
                    <a:pt x="12" y="7"/>
                  </a:lnTo>
                  <a:lnTo>
                    <a:pt x="12" y="7"/>
                  </a:lnTo>
                  <a:lnTo>
                    <a:pt x="12" y="7"/>
                  </a:lnTo>
                  <a:lnTo>
                    <a:pt x="14" y="7"/>
                  </a:lnTo>
                  <a:lnTo>
                    <a:pt x="14" y="8"/>
                  </a:lnTo>
                  <a:lnTo>
                    <a:pt x="14" y="8"/>
                  </a:lnTo>
                  <a:lnTo>
                    <a:pt x="14" y="8"/>
                  </a:lnTo>
                  <a:lnTo>
                    <a:pt x="15" y="8"/>
                  </a:lnTo>
                  <a:lnTo>
                    <a:pt x="15" y="8"/>
                  </a:lnTo>
                  <a:lnTo>
                    <a:pt x="15" y="8"/>
                  </a:lnTo>
                  <a:lnTo>
                    <a:pt x="15" y="8"/>
                  </a:lnTo>
                  <a:lnTo>
                    <a:pt x="18" y="8"/>
                  </a:lnTo>
                  <a:lnTo>
                    <a:pt x="18" y="8"/>
                  </a:lnTo>
                  <a:lnTo>
                    <a:pt x="18" y="8"/>
                  </a:lnTo>
                  <a:lnTo>
                    <a:pt x="18" y="8"/>
                  </a:lnTo>
                  <a:lnTo>
                    <a:pt x="18" y="8"/>
                  </a:lnTo>
                  <a:lnTo>
                    <a:pt x="18" y="8"/>
                  </a:lnTo>
                  <a:lnTo>
                    <a:pt x="18" y="8"/>
                  </a:lnTo>
                  <a:lnTo>
                    <a:pt x="18" y="8"/>
                  </a:lnTo>
                  <a:lnTo>
                    <a:pt x="18" y="7"/>
                  </a:lnTo>
                  <a:lnTo>
                    <a:pt x="18" y="7"/>
                  </a:lnTo>
                  <a:lnTo>
                    <a:pt x="18" y="7"/>
                  </a:lnTo>
                  <a:lnTo>
                    <a:pt x="18" y="7"/>
                  </a:lnTo>
                  <a:lnTo>
                    <a:pt x="18" y="6"/>
                  </a:lnTo>
                  <a:lnTo>
                    <a:pt x="18" y="6"/>
                  </a:lnTo>
                  <a:lnTo>
                    <a:pt x="18" y="6"/>
                  </a:lnTo>
                  <a:lnTo>
                    <a:pt x="18" y="6"/>
                  </a:lnTo>
                  <a:lnTo>
                    <a:pt x="20" y="5"/>
                  </a:lnTo>
                  <a:lnTo>
                    <a:pt x="18" y="6"/>
                  </a:lnTo>
                  <a:lnTo>
                    <a:pt x="18" y="6"/>
                  </a:lnTo>
                  <a:lnTo>
                    <a:pt x="18" y="6"/>
                  </a:lnTo>
                  <a:lnTo>
                    <a:pt x="18" y="6"/>
                  </a:lnTo>
                  <a:lnTo>
                    <a:pt x="18" y="6"/>
                  </a:lnTo>
                  <a:lnTo>
                    <a:pt x="18" y="6"/>
                  </a:lnTo>
                  <a:lnTo>
                    <a:pt x="18" y="6"/>
                  </a:lnTo>
                  <a:lnTo>
                    <a:pt x="18" y="6"/>
                  </a:lnTo>
                  <a:lnTo>
                    <a:pt x="18" y="7"/>
                  </a:lnTo>
                  <a:lnTo>
                    <a:pt x="18" y="7"/>
                  </a:lnTo>
                  <a:lnTo>
                    <a:pt x="18" y="7"/>
                  </a:lnTo>
                  <a:lnTo>
                    <a:pt x="18" y="7"/>
                  </a:lnTo>
                  <a:lnTo>
                    <a:pt x="18" y="7"/>
                  </a:lnTo>
                  <a:lnTo>
                    <a:pt x="18" y="7"/>
                  </a:lnTo>
                  <a:lnTo>
                    <a:pt x="18" y="7"/>
                  </a:lnTo>
                  <a:lnTo>
                    <a:pt x="18" y="7"/>
                  </a:lnTo>
                  <a:lnTo>
                    <a:pt x="18" y="7"/>
                  </a:lnTo>
                </a:path>
              </a:pathLst>
            </a:custGeom>
            <a:solidFill>
              <a:srgbClr val="a1009f"/>
            </a:solidFill>
            <a:ln w="18360">
              <a:solidFill>
                <a:srgbClr val="000000"/>
              </a:solidFill>
              <a:round/>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744" name=""/>
            <p:cNvSpPr/>
            <p:nvPr/>
          </p:nvSpPr>
          <p:spPr>
            <a:xfrm>
              <a:off x="8485200" y="7388280"/>
              <a:ext cx="25560" cy="22320"/>
            </a:xfrm>
            <a:custGeom>
              <a:avLst/>
              <a:gdLst/>
              <a:ahLst/>
              <a:rect l="l" t="t" r="r" b="b"/>
              <a:pathLst>
                <a:path w="16" h="14">
                  <a:moveTo>
                    <a:pt x="12" y="6"/>
                  </a:moveTo>
                  <a:lnTo>
                    <a:pt x="12" y="6"/>
                  </a:lnTo>
                  <a:lnTo>
                    <a:pt x="12" y="6"/>
                  </a:lnTo>
                  <a:lnTo>
                    <a:pt x="12" y="6"/>
                  </a:lnTo>
                  <a:lnTo>
                    <a:pt x="12" y="6"/>
                  </a:lnTo>
                  <a:lnTo>
                    <a:pt x="12" y="6"/>
                  </a:lnTo>
                  <a:lnTo>
                    <a:pt x="12" y="6"/>
                  </a:lnTo>
                  <a:lnTo>
                    <a:pt x="12" y="6"/>
                  </a:lnTo>
                  <a:lnTo>
                    <a:pt x="12" y="6"/>
                  </a:lnTo>
                  <a:lnTo>
                    <a:pt x="12" y="6"/>
                  </a:lnTo>
                  <a:lnTo>
                    <a:pt x="12" y="6"/>
                  </a:lnTo>
                  <a:lnTo>
                    <a:pt x="12" y="6"/>
                  </a:lnTo>
                  <a:lnTo>
                    <a:pt x="12" y="6"/>
                  </a:lnTo>
                  <a:lnTo>
                    <a:pt x="12" y="6"/>
                  </a:lnTo>
                  <a:lnTo>
                    <a:pt x="12" y="6"/>
                  </a:lnTo>
                  <a:lnTo>
                    <a:pt x="12" y="6"/>
                  </a:lnTo>
                  <a:lnTo>
                    <a:pt x="13" y="5"/>
                  </a:lnTo>
                  <a:lnTo>
                    <a:pt x="11" y="5"/>
                  </a:lnTo>
                  <a:lnTo>
                    <a:pt x="11" y="5"/>
                  </a:lnTo>
                  <a:lnTo>
                    <a:pt x="11" y="5"/>
                  </a:lnTo>
                  <a:lnTo>
                    <a:pt x="11" y="5"/>
                  </a:lnTo>
                  <a:lnTo>
                    <a:pt x="10" y="5"/>
                  </a:lnTo>
                  <a:lnTo>
                    <a:pt x="10" y="5"/>
                  </a:lnTo>
                  <a:lnTo>
                    <a:pt x="10" y="5"/>
                  </a:lnTo>
                  <a:lnTo>
                    <a:pt x="10" y="3"/>
                  </a:lnTo>
                  <a:lnTo>
                    <a:pt x="7" y="3"/>
                  </a:lnTo>
                  <a:lnTo>
                    <a:pt x="7" y="3"/>
                  </a:lnTo>
                  <a:lnTo>
                    <a:pt x="6" y="3"/>
                  </a:lnTo>
                  <a:lnTo>
                    <a:pt x="6" y="3"/>
                  </a:lnTo>
                  <a:lnTo>
                    <a:pt x="5" y="3"/>
                  </a:lnTo>
                  <a:lnTo>
                    <a:pt x="5" y="3"/>
                  </a:lnTo>
                  <a:lnTo>
                    <a:pt x="5" y="3"/>
                  </a:lnTo>
                  <a:lnTo>
                    <a:pt x="5"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0"/>
                  </a:lnTo>
                  <a:lnTo>
                    <a:pt x="1" y="2"/>
                  </a:lnTo>
                  <a:lnTo>
                    <a:pt x="1" y="2"/>
                  </a:lnTo>
                  <a:lnTo>
                    <a:pt x="1" y="2"/>
                  </a:lnTo>
                  <a:lnTo>
                    <a:pt x="1" y="2"/>
                  </a:lnTo>
                  <a:lnTo>
                    <a:pt x="1" y="2"/>
                  </a:lnTo>
                  <a:lnTo>
                    <a:pt x="1" y="2"/>
                  </a:lnTo>
                  <a:lnTo>
                    <a:pt x="1" y="2"/>
                  </a:lnTo>
                  <a:lnTo>
                    <a:pt x="1" y="2"/>
                  </a:lnTo>
                  <a:lnTo>
                    <a:pt x="0" y="3"/>
                  </a:lnTo>
                  <a:lnTo>
                    <a:pt x="0" y="3"/>
                  </a:lnTo>
                  <a:lnTo>
                    <a:pt x="0" y="3"/>
                  </a:lnTo>
                  <a:lnTo>
                    <a:pt x="0" y="3"/>
                  </a:lnTo>
                  <a:lnTo>
                    <a:pt x="0" y="3"/>
                  </a:lnTo>
                  <a:lnTo>
                    <a:pt x="0" y="3"/>
                  </a:lnTo>
                  <a:lnTo>
                    <a:pt x="0" y="3"/>
                  </a:lnTo>
                  <a:lnTo>
                    <a:pt x="0" y="3"/>
                  </a:lnTo>
                  <a:lnTo>
                    <a:pt x="0" y="5"/>
                  </a:lnTo>
                  <a:lnTo>
                    <a:pt x="0" y="5"/>
                  </a:lnTo>
                  <a:lnTo>
                    <a:pt x="0" y="6"/>
                  </a:lnTo>
                  <a:lnTo>
                    <a:pt x="0" y="6"/>
                  </a:lnTo>
                  <a:lnTo>
                    <a:pt x="0" y="8"/>
                  </a:lnTo>
                  <a:lnTo>
                    <a:pt x="0" y="8"/>
                  </a:lnTo>
                  <a:lnTo>
                    <a:pt x="0" y="8"/>
                  </a:lnTo>
                  <a:lnTo>
                    <a:pt x="2" y="8"/>
                  </a:lnTo>
                  <a:lnTo>
                    <a:pt x="2" y="10"/>
                  </a:lnTo>
                  <a:lnTo>
                    <a:pt x="3" y="10"/>
                  </a:lnTo>
                  <a:lnTo>
                    <a:pt x="3" y="10"/>
                  </a:lnTo>
                  <a:lnTo>
                    <a:pt x="5" y="10"/>
                  </a:lnTo>
                  <a:lnTo>
                    <a:pt x="5" y="13"/>
                  </a:lnTo>
                  <a:lnTo>
                    <a:pt x="6" y="13"/>
                  </a:lnTo>
                  <a:lnTo>
                    <a:pt x="6" y="13"/>
                  </a:lnTo>
                  <a:lnTo>
                    <a:pt x="8" y="13"/>
                  </a:lnTo>
                  <a:lnTo>
                    <a:pt x="8" y="13"/>
                  </a:lnTo>
                  <a:lnTo>
                    <a:pt x="8" y="13"/>
                  </a:lnTo>
                  <a:lnTo>
                    <a:pt x="8" y="13"/>
                  </a:lnTo>
                  <a:lnTo>
                    <a:pt x="8" y="13"/>
                  </a:lnTo>
                  <a:lnTo>
                    <a:pt x="8" y="13"/>
                  </a:lnTo>
                  <a:lnTo>
                    <a:pt x="8" y="13"/>
                  </a:lnTo>
                  <a:lnTo>
                    <a:pt x="8" y="13"/>
                  </a:lnTo>
                  <a:lnTo>
                    <a:pt x="10" y="12"/>
                  </a:lnTo>
                  <a:lnTo>
                    <a:pt x="10" y="12"/>
                  </a:lnTo>
                  <a:lnTo>
                    <a:pt x="10" y="12"/>
                  </a:lnTo>
                  <a:lnTo>
                    <a:pt x="10" y="12"/>
                  </a:lnTo>
                  <a:lnTo>
                    <a:pt x="11" y="12"/>
                  </a:lnTo>
                  <a:lnTo>
                    <a:pt x="11" y="12"/>
                  </a:lnTo>
                  <a:lnTo>
                    <a:pt x="11" y="12"/>
                  </a:lnTo>
                  <a:lnTo>
                    <a:pt x="11" y="12"/>
                  </a:lnTo>
                  <a:lnTo>
                    <a:pt x="12" y="10"/>
                  </a:lnTo>
                  <a:lnTo>
                    <a:pt x="11" y="10"/>
                  </a:lnTo>
                  <a:lnTo>
                    <a:pt x="11" y="10"/>
                  </a:lnTo>
                  <a:lnTo>
                    <a:pt x="11" y="10"/>
                  </a:lnTo>
                  <a:lnTo>
                    <a:pt x="11" y="10"/>
                  </a:lnTo>
                  <a:lnTo>
                    <a:pt x="10" y="10"/>
                  </a:lnTo>
                  <a:lnTo>
                    <a:pt x="10" y="10"/>
                  </a:lnTo>
                  <a:lnTo>
                    <a:pt x="10" y="10"/>
                  </a:lnTo>
                  <a:lnTo>
                    <a:pt x="10" y="8"/>
                  </a:lnTo>
                  <a:lnTo>
                    <a:pt x="9" y="8"/>
                  </a:lnTo>
                  <a:lnTo>
                    <a:pt x="9" y="8"/>
                  </a:lnTo>
                  <a:lnTo>
                    <a:pt x="9" y="8"/>
                  </a:lnTo>
                  <a:lnTo>
                    <a:pt x="9" y="8"/>
                  </a:lnTo>
                  <a:lnTo>
                    <a:pt x="9" y="8"/>
                  </a:lnTo>
                  <a:lnTo>
                    <a:pt x="9" y="8"/>
                  </a:lnTo>
                  <a:lnTo>
                    <a:pt x="9" y="8"/>
                  </a:lnTo>
                  <a:lnTo>
                    <a:pt x="9" y="7"/>
                  </a:lnTo>
                  <a:lnTo>
                    <a:pt x="9" y="7"/>
                  </a:lnTo>
                  <a:lnTo>
                    <a:pt x="9" y="7"/>
                  </a:lnTo>
                  <a:lnTo>
                    <a:pt x="9" y="7"/>
                  </a:lnTo>
                  <a:lnTo>
                    <a:pt x="10" y="7"/>
                  </a:lnTo>
                  <a:lnTo>
                    <a:pt x="10" y="7"/>
                  </a:lnTo>
                  <a:lnTo>
                    <a:pt x="10" y="7"/>
                  </a:lnTo>
                  <a:lnTo>
                    <a:pt x="10" y="7"/>
                  </a:lnTo>
                  <a:lnTo>
                    <a:pt x="12" y="7"/>
                  </a:lnTo>
                  <a:lnTo>
                    <a:pt x="12" y="7"/>
                  </a:lnTo>
                  <a:lnTo>
                    <a:pt x="12" y="7"/>
                  </a:lnTo>
                  <a:lnTo>
                    <a:pt x="12" y="7"/>
                  </a:lnTo>
                  <a:lnTo>
                    <a:pt x="13" y="7"/>
                  </a:lnTo>
                  <a:lnTo>
                    <a:pt x="13" y="7"/>
                  </a:lnTo>
                  <a:lnTo>
                    <a:pt x="13" y="7"/>
                  </a:lnTo>
                  <a:lnTo>
                    <a:pt x="13" y="7"/>
                  </a:lnTo>
                  <a:lnTo>
                    <a:pt x="15" y="7"/>
                  </a:lnTo>
                  <a:lnTo>
                    <a:pt x="13" y="7"/>
                  </a:lnTo>
                  <a:lnTo>
                    <a:pt x="13" y="7"/>
                  </a:lnTo>
                  <a:lnTo>
                    <a:pt x="13" y="7"/>
                  </a:lnTo>
                  <a:lnTo>
                    <a:pt x="13" y="7"/>
                  </a:lnTo>
                  <a:lnTo>
                    <a:pt x="13" y="7"/>
                  </a:lnTo>
                  <a:lnTo>
                    <a:pt x="13" y="7"/>
                  </a:lnTo>
                  <a:lnTo>
                    <a:pt x="13" y="7"/>
                  </a:lnTo>
                  <a:lnTo>
                    <a:pt x="13" y="7"/>
                  </a:lnTo>
                  <a:lnTo>
                    <a:pt x="12" y="7"/>
                  </a:lnTo>
                  <a:lnTo>
                    <a:pt x="12" y="7"/>
                  </a:lnTo>
                  <a:lnTo>
                    <a:pt x="12" y="7"/>
                  </a:lnTo>
                  <a:lnTo>
                    <a:pt x="12" y="7"/>
                  </a:lnTo>
                  <a:lnTo>
                    <a:pt x="12" y="7"/>
                  </a:lnTo>
                  <a:lnTo>
                    <a:pt x="12" y="7"/>
                  </a:lnTo>
                  <a:lnTo>
                    <a:pt x="12" y="7"/>
                  </a:lnTo>
                  <a:lnTo>
                    <a:pt x="12" y="6"/>
                  </a:lnTo>
                  <a:lnTo>
                    <a:pt x="12" y="6"/>
                  </a:lnTo>
                </a:path>
              </a:pathLst>
            </a:custGeom>
            <a:solidFill>
              <a:srgbClr val="a1009f"/>
            </a:solidFill>
            <a:ln w="18360">
              <a:solidFill>
                <a:srgbClr val="000000"/>
              </a:solidFill>
              <a:round/>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745" name=""/>
            <p:cNvSpPr/>
            <p:nvPr/>
          </p:nvSpPr>
          <p:spPr>
            <a:xfrm>
              <a:off x="8637480" y="7473960"/>
              <a:ext cx="11160" cy="19080"/>
            </a:xfrm>
            <a:custGeom>
              <a:avLst/>
              <a:gdLst/>
              <a:ahLst/>
              <a:rect l="l" t="t" r="r" b="b"/>
              <a:pathLst>
                <a:path w="7" h="12">
                  <a:moveTo>
                    <a:pt x="0" y="3"/>
                  </a:moveTo>
                  <a:lnTo>
                    <a:pt x="0" y="3"/>
                  </a:lnTo>
                  <a:lnTo>
                    <a:pt x="0" y="3"/>
                  </a:lnTo>
                  <a:lnTo>
                    <a:pt x="0" y="3"/>
                  </a:lnTo>
                  <a:lnTo>
                    <a:pt x="0" y="3"/>
                  </a:lnTo>
                  <a:lnTo>
                    <a:pt x="0" y="3"/>
                  </a:lnTo>
                  <a:lnTo>
                    <a:pt x="0" y="3"/>
                  </a:lnTo>
                  <a:lnTo>
                    <a:pt x="0" y="3"/>
                  </a:lnTo>
                  <a:lnTo>
                    <a:pt x="0" y="2"/>
                  </a:lnTo>
                  <a:lnTo>
                    <a:pt x="0" y="2"/>
                  </a:lnTo>
                  <a:lnTo>
                    <a:pt x="0" y="2"/>
                  </a:lnTo>
                  <a:lnTo>
                    <a:pt x="0" y="2"/>
                  </a:lnTo>
                  <a:lnTo>
                    <a:pt x="0" y="2"/>
                  </a:lnTo>
                  <a:lnTo>
                    <a:pt x="0" y="2"/>
                  </a:lnTo>
                  <a:lnTo>
                    <a:pt x="0" y="2"/>
                  </a:lnTo>
                  <a:lnTo>
                    <a:pt x="0" y="2"/>
                  </a:lnTo>
                  <a:lnTo>
                    <a:pt x="0" y="0"/>
                  </a:lnTo>
                  <a:lnTo>
                    <a:pt x="0" y="3"/>
                  </a:lnTo>
                  <a:lnTo>
                    <a:pt x="0" y="3"/>
                  </a:lnTo>
                  <a:lnTo>
                    <a:pt x="0" y="3"/>
                  </a:lnTo>
                  <a:lnTo>
                    <a:pt x="1" y="3"/>
                  </a:lnTo>
                  <a:lnTo>
                    <a:pt x="1" y="3"/>
                  </a:lnTo>
                  <a:lnTo>
                    <a:pt x="1" y="3"/>
                  </a:lnTo>
                  <a:lnTo>
                    <a:pt x="1" y="3"/>
                  </a:lnTo>
                  <a:lnTo>
                    <a:pt x="3" y="3"/>
                  </a:lnTo>
                  <a:lnTo>
                    <a:pt x="3" y="5"/>
                  </a:lnTo>
                  <a:lnTo>
                    <a:pt x="3" y="5"/>
                  </a:lnTo>
                  <a:lnTo>
                    <a:pt x="3" y="5"/>
                  </a:lnTo>
                  <a:lnTo>
                    <a:pt x="5" y="5"/>
                  </a:lnTo>
                  <a:lnTo>
                    <a:pt x="5" y="5"/>
                  </a:lnTo>
                  <a:lnTo>
                    <a:pt x="5" y="5"/>
                  </a:lnTo>
                  <a:lnTo>
                    <a:pt x="5" y="5"/>
                  </a:lnTo>
                  <a:lnTo>
                    <a:pt x="6" y="5"/>
                  </a:lnTo>
                  <a:lnTo>
                    <a:pt x="5" y="7"/>
                  </a:lnTo>
                  <a:lnTo>
                    <a:pt x="5" y="7"/>
                  </a:lnTo>
                  <a:lnTo>
                    <a:pt x="5" y="7"/>
                  </a:lnTo>
                  <a:lnTo>
                    <a:pt x="5" y="7"/>
                  </a:lnTo>
                  <a:lnTo>
                    <a:pt x="5" y="8"/>
                  </a:lnTo>
                  <a:lnTo>
                    <a:pt x="5" y="8"/>
                  </a:lnTo>
                  <a:lnTo>
                    <a:pt x="5" y="8"/>
                  </a:lnTo>
                  <a:lnTo>
                    <a:pt x="5" y="8"/>
                  </a:lnTo>
                  <a:lnTo>
                    <a:pt x="4" y="10"/>
                  </a:lnTo>
                  <a:lnTo>
                    <a:pt x="4" y="10"/>
                  </a:lnTo>
                  <a:lnTo>
                    <a:pt x="4" y="10"/>
                  </a:lnTo>
                  <a:lnTo>
                    <a:pt x="4" y="10"/>
                  </a:lnTo>
                  <a:lnTo>
                    <a:pt x="4" y="11"/>
                  </a:lnTo>
                  <a:lnTo>
                    <a:pt x="4" y="11"/>
                  </a:lnTo>
                  <a:lnTo>
                    <a:pt x="4" y="11"/>
                  </a:lnTo>
                  <a:lnTo>
                    <a:pt x="5" y="11"/>
                  </a:lnTo>
                  <a:lnTo>
                    <a:pt x="3" y="11"/>
                  </a:lnTo>
                  <a:lnTo>
                    <a:pt x="3" y="11"/>
                  </a:lnTo>
                  <a:lnTo>
                    <a:pt x="3" y="11"/>
                  </a:lnTo>
                  <a:lnTo>
                    <a:pt x="3" y="11"/>
                  </a:lnTo>
                  <a:lnTo>
                    <a:pt x="3" y="11"/>
                  </a:lnTo>
                  <a:lnTo>
                    <a:pt x="3" y="11"/>
                  </a:lnTo>
                  <a:lnTo>
                    <a:pt x="3" y="11"/>
                  </a:lnTo>
                  <a:lnTo>
                    <a:pt x="3" y="11"/>
                  </a:lnTo>
                  <a:lnTo>
                    <a:pt x="2" y="11"/>
                  </a:lnTo>
                  <a:lnTo>
                    <a:pt x="2" y="11"/>
                  </a:lnTo>
                  <a:lnTo>
                    <a:pt x="2" y="11"/>
                  </a:lnTo>
                  <a:lnTo>
                    <a:pt x="2" y="11"/>
                  </a:lnTo>
                  <a:lnTo>
                    <a:pt x="2" y="11"/>
                  </a:lnTo>
                  <a:lnTo>
                    <a:pt x="2" y="11"/>
                  </a:lnTo>
                  <a:lnTo>
                    <a:pt x="2" y="11"/>
                  </a:lnTo>
                  <a:lnTo>
                    <a:pt x="2" y="11"/>
                  </a:lnTo>
                  <a:lnTo>
                    <a:pt x="2" y="11"/>
                  </a:lnTo>
                  <a:lnTo>
                    <a:pt x="2" y="11"/>
                  </a:lnTo>
                  <a:lnTo>
                    <a:pt x="2" y="11"/>
                  </a:lnTo>
                  <a:lnTo>
                    <a:pt x="2" y="10"/>
                  </a:lnTo>
                  <a:lnTo>
                    <a:pt x="2" y="10"/>
                  </a:lnTo>
                  <a:lnTo>
                    <a:pt x="2" y="10"/>
                  </a:lnTo>
                  <a:lnTo>
                    <a:pt x="2" y="10"/>
                  </a:lnTo>
                  <a:lnTo>
                    <a:pt x="2" y="8"/>
                  </a:lnTo>
                  <a:lnTo>
                    <a:pt x="2" y="8"/>
                  </a:lnTo>
                  <a:lnTo>
                    <a:pt x="2" y="8"/>
                  </a:lnTo>
                  <a:lnTo>
                    <a:pt x="2" y="8"/>
                  </a:lnTo>
                  <a:lnTo>
                    <a:pt x="2" y="7"/>
                  </a:lnTo>
                  <a:lnTo>
                    <a:pt x="2" y="7"/>
                  </a:lnTo>
                  <a:lnTo>
                    <a:pt x="2" y="7"/>
                  </a:lnTo>
                  <a:lnTo>
                    <a:pt x="2" y="7"/>
                  </a:lnTo>
                  <a:lnTo>
                    <a:pt x="2" y="5"/>
                  </a:lnTo>
                  <a:lnTo>
                    <a:pt x="0" y="5"/>
                  </a:lnTo>
                  <a:lnTo>
                    <a:pt x="0" y="5"/>
                  </a:lnTo>
                  <a:lnTo>
                    <a:pt x="0" y="5"/>
                  </a:lnTo>
                  <a:lnTo>
                    <a:pt x="0" y="5"/>
                  </a:lnTo>
                  <a:lnTo>
                    <a:pt x="0" y="5"/>
                  </a:lnTo>
                  <a:lnTo>
                    <a:pt x="0" y="5"/>
                  </a:lnTo>
                  <a:lnTo>
                    <a:pt x="0" y="5"/>
                  </a:lnTo>
                  <a:lnTo>
                    <a:pt x="0" y="4"/>
                  </a:lnTo>
                  <a:lnTo>
                    <a:pt x="0" y="4"/>
                  </a:lnTo>
                  <a:lnTo>
                    <a:pt x="0" y="4"/>
                  </a:lnTo>
                  <a:lnTo>
                    <a:pt x="0" y="4"/>
                  </a:lnTo>
                  <a:lnTo>
                    <a:pt x="0" y="4"/>
                  </a:lnTo>
                  <a:lnTo>
                    <a:pt x="0" y="4"/>
                  </a:lnTo>
                  <a:lnTo>
                    <a:pt x="0" y="4"/>
                  </a:lnTo>
                  <a:lnTo>
                    <a:pt x="0" y="4"/>
                  </a:lnTo>
                  <a:lnTo>
                    <a:pt x="0" y="3"/>
                  </a:lnTo>
                  <a:lnTo>
                    <a:pt x="0" y="3"/>
                  </a:lnTo>
                </a:path>
              </a:pathLst>
            </a:custGeom>
            <a:solidFill>
              <a:srgbClr val="a1009f"/>
            </a:solidFill>
            <a:ln w="18360">
              <a:solidFill>
                <a:srgbClr val="000000"/>
              </a:solidFill>
              <a:round/>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746" name=""/>
            <p:cNvSpPr/>
            <p:nvPr/>
          </p:nvSpPr>
          <p:spPr>
            <a:xfrm>
              <a:off x="8664480" y="7149960"/>
              <a:ext cx="20880" cy="14400"/>
            </a:xfrm>
            <a:custGeom>
              <a:avLst/>
              <a:gdLst/>
              <a:ahLst/>
              <a:rect l="l" t="t" r="r" b="b"/>
              <a:pathLst>
                <a:path w="13" h="9">
                  <a:moveTo>
                    <a:pt x="8" y="0"/>
                  </a:moveTo>
                  <a:lnTo>
                    <a:pt x="7" y="0"/>
                  </a:lnTo>
                  <a:lnTo>
                    <a:pt x="7" y="0"/>
                  </a:lnTo>
                  <a:lnTo>
                    <a:pt x="7" y="0"/>
                  </a:lnTo>
                  <a:lnTo>
                    <a:pt x="7" y="0"/>
                  </a:lnTo>
                  <a:lnTo>
                    <a:pt x="5" y="0"/>
                  </a:lnTo>
                  <a:lnTo>
                    <a:pt x="5" y="0"/>
                  </a:lnTo>
                  <a:lnTo>
                    <a:pt x="5" y="0"/>
                  </a:lnTo>
                  <a:lnTo>
                    <a:pt x="5" y="0"/>
                  </a:lnTo>
                  <a:lnTo>
                    <a:pt x="4" y="0"/>
                  </a:lnTo>
                  <a:lnTo>
                    <a:pt x="4" y="0"/>
                  </a:lnTo>
                  <a:lnTo>
                    <a:pt x="4" y="0"/>
                  </a:lnTo>
                  <a:lnTo>
                    <a:pt x="4" y="0"/>
                  </a:lnTo>
                  <a:lnTo>
                    <a:pt x="3" y="0"/>
                  </a:lnTo>
                  <a:lnTo>
                    <a:pt x="3" y="0"/>
                  </a:lnTo>
                  <a:lnTo>
                    <a:pt x="3" y="0"/>
                  </a:lnTo>
                  <a:lnTo>
                    <a:pt x="3" y="0"/>
                  </a:lnTo>
                  <a:lnTo>
                    <a:pt x="1" y="1"/>
                  </a:lnTo>
                  <a:lnTo>
                    <a:pt x="1" y="1"/>
                  </a:lnTo>
                  <a:lnTo>
                    <a:pt x="1" y="1"/>
                  </a:lnTo>
                  <a:lnTo>
                    <a:pt x="1" y="1"/>
                  </a:lnTo>
                  <a:lnTo>
                    <a:pt x="1" y="1"/>
                  </a:lnTo>
                  <a:lnTo>
                    <a:pt x="1" y="1"/>
                  </a:lnTo>
                  <a:lnTo>
                    <a:pt x="1" y="1"/>
                  </a:lnTo>
                  <a:lnTo>
                    <a:pt x="1" y="1"/>
                  </a:lnTo>
                  <a:lnTo>
                    <a:pt x="0" y="1"/>
                  </a:lnTo>
                  <a:lnTo>
                    <a:pt x="0" y="1"/>
                  </a:lnTo>
                  <a:lnTo>
                    <a:pt x="0" y="1"/>
                  </a:lnTo>
                  <a:lnTo>
                    <a:pt x="0" y="1"/>
                  </a:lnTo>
                  <a:lnTo>
                    <a:pt x="0" y="1"/>
                  </a:lnTo>
                  <a:lnTo>
                    <a:pt x="0" y="1"/>
                  </a:lnTo>
                  <a:lnTo>
                    <a:pt x="0" y="1"/>
                  </a:lnTo>
                  <a:lnTo>
                    <a:pt x="0" y="1"/>
                  </a:lnTo>
                  <a:lnTo>
                    <a:pt x="0" y="3"/>
                  </a:lnTo>
                  <a:lnTo>
                    <a:pt x="0" y="3"/>
                  </a:lnTo>
                  <a:lnTo>
                    <a:pt x="0" y="3"/>
                  </a:lnTo>
                  <a:lnTo>
                    <a:pt x="0" y="3"/>
                  </a:lnTo>
                  <a:lnTo>
                    <a:pt x="0" y="4"/>
                  </a:lnTo>
                  <a:lnTo>
                    <a:pt x="0" y="4"/>
                  </a:lnTo>
                  <a:lnTo>
                    <a:pt x="0" y="4"/>
                  </a:lnTo>
                  <a:lnTo>
                    <a:pt x="1" y="4"/>
                  </a:lnTo>
                  <a:lnTo>
                    <a:pt x="1" y="4"/>
                  </a:lnTo>
                  <a:lnTo>
                    <a:pt x="1" y="4"/>
                  </a:lnTo>
                  <a:lnTo>
                    <a:pt x="1" y="4"/>
                  </a:lnTo>
                  <a:lnTo>
                    <a:pt x="1" y="4"/>
                  </a:lnTo>
                  <a:lnTo>
                    <a:pt x="1" y="4"/>
                  </a:lnTo>
                  <a:lnTo>
                    <a:pt x="1" y="4"/>
                  </a:lnTo>
                  <a:lnTo>
                    <a:pt x="1" y="4"/>
                  </a:lnTo>
                  <a:lnTo>
                    <a:pt x="3" y="4"/>
                  </a:lnTo>
                  <a:lnTo>
                    <a:pt x="3" y="6"/>
                  </a:lnTo>
                  <a:lnTo>
                    <a:pt x="3" y="6"/>
                  </a:lnTo>
                  <a:lnTo>
                    <a:pt x="3" y="6"/>
                  </a:lnTo>
                  <a:lnTo>
                    <a:pt x="3" y="6"/>
                  </a:lnTo>
                  <a:lnTo>
                    <a:pt x="3" y="7"/>
                  </a:lnTo>
                  <a:lnTo>
                    <a:pt x="3" y="7"/>
                  </a:lnTo>
                  <a:lnTo>
                    <a:pt x="3" y="7"/>
                  </a:lnTo>
                  <a:lnTo>
                    <a:pt x="4" y="7"/>
                  </a:lnTo>
                  <a:lnTo>
                    <a:pt x="4" y="8"/>
                  </a:lnTo>
                  <a:lnTo>
                    <a:pt x="4" y="8"/>
                  </a:lnTo>
                  <a:lnTo>
                    <a:pt x="4" y="8"/>
                  </a:lnTo>
                  <a:lnTo>
                    <a:pt x="6" y="8"/>
                  </a:lnTo>
                  <a:lnTo>
                    <a:pt x="6" y="8"/>
                  </a:lnTo>
                  <a:lnTo>
                    <a:pt x="6" y="8"/>
                  </a:lnTo>
                  <a:lnTo>
                    <a:pt x="6" y="8"/>
                  </a:lnTo>
                  <a:lnTo>
                    <a:pt x="8" y="8"/>
                  </a:lnTo>
                  <a:lnTo>
                    <a:pt x="8" y="8"/>
                  </a:lnTo>
                  <a:lnTo>
                    <a:pt x="8" y="8"/>
                  </a:lnTo>
                  <a:lnTo>
                    <a:pt x="8" y="8"/>
                  </a:lnTo>
                  <a:lnTo>
                    <a:pt x="8" y="8"/>
                  </a:lnTo>
                  <a:lnTo>
                    <a:pt x="8" y="8"/>
                  </a:lnTo>
                  <a:lnTo>
                    <a:pt x="8" y="8"/>
                  </a:lnTo>
                  <a:lnTo>
                    <a:pt x="8" y="8"/>
                  </a:lnTo>
                  <a:lnTo>
                    <a:pt x="9" y="8"/>
                  </a:lnTo>
                  <a:lnTo>
                    <a:pt x="9" y="8"/>
                  </a:lnTo>
                  <a:lnTo>
                    <a:pt x="9" y="8"/>
                  </a:lnTo>
                  <a:lnTo>
                    <a:pt x="9" y="8"/>
                  </a:lnTo>
                  <a:lnTo>
                    <a:pt x="11" y="8"/>
                  </a:lnTo>
                  <a:lnTo>
                    <a:pt x="11" y="8"/>
                  </a:lnTo>
                  <a:lnTo>
                    <a:pt x="11" y="8"/>
                  </a:lnTo>
                  <a:lnTo>
                    <a:pt x="11" y="8"/>
                  </a:lnTo>
                  <a:lnTo>
                    <a:pt x="12" y="8"/>
                  </a:lnTo>
                  <a:lnTo>
                    <a:pt x="11" y="8"/>
                  </a:lnTo>
                  <a:lnTo>
                    <a:pt x="11" y="8"/>
                  </a:lnTo>
                  <a:lnTo>
                    <a:pt x="11" y="8"/>
                  </a:lnTo>
                  <a:lnTo>
                    <a:pt x="11" y="8"/>
                  </a:lnTo>
                  <a:lnTo>
                    <a:pt x="9" y="8"/>
                  </a:lnTo>
                  <a:lnTo>
                    <a:pt x="9" y="8"/>
                  </a:lnTo>
                  <a:lnTo>
                    <a:pt x="9" y="8"/>
                  </a:lnTo>
                  <a:lnTo>
                    <a:pt x="9" y="6"/>
                  </a:lnTo>
                  <a:lnTo>
                    <a:pt x="8" y="6"/>
                  </a:lnTo>
                  <a:lnTo>
                    <a:pt x="8" y="6"/>
                  </a:lnTo>
                  <a:lnTo>
                    <a:pt x="8" y="6"/>
                  </a:lnTo>
                  <a:lnTo>
                    <a:pt x="8" y="6"/>
                  </a:lnTo>
                  <a:lnTo>
                    <a:pt x="8" y="6"/>
                  </a:lnTo>
                  <a:lnTo>
                    <a:pt x="8" y="6"/>
                  </a:lnTo>
                  <a:lnTo>
                    <a:pt x="8" y="6"/>
                  </a:lnTo>
                  <a:lnTo>
                    <a:pt x="8" y="4"/>
                  </a:lnTo>
                  <a:lnTo>
                    <a:pt x="8" y="4"/>
                  </a:lnTo>
                  <a:lnTo>
                    <a:pt x="8" y="4"/>
                  </a:lnTo>
                  <a:lnTo>
                    <a:pt x="8" y="4"/>
                  </a:lnTo>
                  <a:lnTo>
                    <a:pt x="8" y="4"/>
                  </a:lnTo>
                  <a:lnTo>
                    <a:pt x="8" y="4"/>
                  </a:lnTo>
                  <a:lnTo>
                    <a:pt x="8" y="4"/>
                  </a:lnTo>
                  <a:lnTo>
                    <a:pt x="8" y="4"/>
                  </a:lnTo>
                  <a:lnTo>
                    <a:pt x="9" y="4"/>
                  </a:lnTo>
                  <a:lnTo>
                    <a:pt x="9" y="4"/>
                  </a:lnTo>
                  <a:lnTo>
                    <a:pt x="9" y="4"/>
                  </a:lnTo>
                  <a:lnTo>
                    <a:pt x="9" y="4"/>
                  </a:lnTo>
                  <a:lnTo>
                    <a:pt x="9" y="4"/>
                  </a:lnTo>
                  <a:lnTo>
                    <a:pt x="9" y="4"/>
                  </a:lnTo>
                  <a:lnTo>
                    <a:pt x="9" y="4"/>
                  </a:lnTo>
                  <a:lnTo>
                    <a:pt x="9" y="4"/>
                  </a:lnTo>
                  <a:lnTo>
                    <a:pt x="10" y="3"/>
                  </a:lnTo>
                  <a:lnTo>
                    <a:pt x="9" y="3"/>
                  </a:lnTo>
                  <a:lnTo>
                    <a:pt x="9" y="3"/>
                  </a:lnTo>
                  <a:lnTo>
                    <a:pt x="9" y="3"/>
                  </a:lnTo>
                  <a:lnTo>
                    <a:pt x="9" y="3"/>
                  </a:lnTo>
                  <a:lnTo>
                    <a:pt x="9" y="3"/>
                  </a:lnTo>
                  <a:lnTo>
                    <a:pt x="9" y="3"/>
                  </a:lnTo>
                  <a:lnTo>
                    <a:pt x="9" y="3"/>
                  </a:lnTo>
                  <a:lnTo>
                    <a:pt x="9" y="2"/>
                  </a:lnTo>
                  <a:lnTo>
                    <a:pt x="8" y="2"/>
                  </a:lnTo>
                  <a:lnTo>
                    <a:pt x="8" y="2"/>
                  </a:lnTo>
                  <a:lnTo>
                    <a:pt x="8" y="2"/>
                  </a:lnTo>
                  <a:lnTo>
                    <a:pt x="8" y="1"/>
                  </a:lnTo>
                  <a:lnTo>
                    <a:pt x="8" y="1"/>
                  </a:lnTo>
                  <a:lnTo>
                    <a:pt x="8" y="1"/>
                  </a:lnTo>
                  <a:lnTo>
                    <a:pt x="8" y="1"/>
                  </a:lnTo>
                  <a:lnTo>
                    <a:pt x="8" y="0"/>
                  </a:lnTo>
                  <a:lnTo>
                    <a:pt x="8" y="0"/>
                  </a:lnTo>
                </a:path>
              </a:pathLst>
            </a:custGeom>
            <a:solidFill>
              <a:srgbClr val="a1009f"/>
            </a:solidFill>
            <a:ln w="18360">
              <a:solidFill>
                <a:srgbClr val="000000"/>
              </a:solidFill>
              <a:round/>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747" name=""/>
            <p:cNvSpPr/>
            <p:nvPr/>
          </p:nvSpPr>
          <p:spPr>
            <a:xfrm>
              <a:off x="8707320" y="7197840"/>
              <a:ext cx="15840" cy="14040"/>
            </a:xfrm>
            <a:custGeom>
              <a:avLst/>
              <a:gdLst/>
              <a:ahLst/>
              <a:rect l="l" t="t" r="r" b="b"/>
              <a:pathLst>
                <a:path w="10" h="9">
                  <a:moveTo>
                    <a:pt x="9" y="1"/>
                  </a:moveTo>
                  <a:lnTo>
                    <a:pt x="7" y="1"/>
                  </a:lnTo>
                  <a:lnTo>
                    <a:pt x="7" y="1"/>
                  </a:lnTo>
                  <a:lnTo>
                    <a:pt x="7" y="1"/>
                  </a:lnTo>
                  <a:lnTo>
                    <a:pt x="7" y="1"/>
                  </a:lnTo>
                  <a:lnTo>
                    <a:pt x="5" y="1"/>
                  </a:lnTo>
                  <a:lnTo>
                    <a:pt x="5" y="1"/>
                  </a:lnTo>
                  <a:lnTo>
                    <a:pt x="5" y="1"/>
                  </a:lnTo>
                  <a:lnTo>
                    <a:pt x="5" y="0"/>
                  </a:lnTo>
                  <a:lnTo>
                    <a:pt x="3" y="0"/>
                  </a:lnTo>
                  <a:lnTo>
                    <a:pt x="3" y="0"/>
                  </a:lnTo>
                  <a:lnTo>
                    <a:pt x="3" y="0"/>
                  </a:lnTo>
                  <a:lnTo>
                    <a:pt x="3" y="0"/>
                  </a:lnTo>
                  <a:lnTo>
                    <a:pt x="2" y="0"/>
                  </a:lnTo>
                  <a:lnTo>
                    <a:pt x="2" y="0"/>
                  </a:lnTo>
                  <a:lnTo>
                    <a:pt x="2" y="0"/>
                  </a:lnTo>
                  <a:lnTo>
                    <a:pt x="2" y="0"/>
                  </a:lnTo>
                  <a:lnTo>
                    <a:pt x="0" y="1"/>
                  </a:lnTo>
                  <a:lnTo>
                    <a:pt x="0" y="1"/>
                  </a:lnTo>
                  <a:lnTo>
                    <a:pt x="0" y="1"/>
                  </a:lnTo>
                  <a:lnTo>
                    <a:pt x="0" y="1"/>
                  </a:lnTo>
                  <a:lnTo>
                    <a:pt x="0" y="3"/>
                  </a:lnTo>
                  <a:lnTo>
                    <a:pt x="0" y="3"/>
                  </a:lnTo>
                  <a:lnTo>
                    <a:pt x="0" y="3"/>
                  </a:lnTo>
                  <a:lnTo>
                    <a:pt x="0" y="3"/>
                  </a:lnTo>
                  <a:lnTo>
                    <a:pt x="0" y="5"/>
                  </a:lnTo>
                  <a:lnTo>
                    <a:pt x="0" y="5"/>
                  </a:lnTo>
                  <a:lnTo>
                    <a:pt x="0" y="5"/>
                  </a:lnTo>
                  <a:lnTo>
                    <a:pt x="0" y="5"/>
                  </a:lnTo>
                  <a:lnTo>
                    <a:pt x="0" y="6"/>
                  </a:lnTo>
                  <a:lnTo>
                    <a:pt x="0" y="6"/>
                  </a:lnTo>
                  <a:lnTo>
                    <a:pt x="0" y="6"/>
                  </a:lnTo>
                  <a:lnTo>
                    <a:pt x="0" y="6"/>
                  </a:lnTo>
                  <a:lnTo>
                    <a:pt x="0" y="7"/>
                  </a:lnTo>
                  <a:lnTo>
                    <a:pt x="0" y="7"/>
                  </a:lnTo>
                  <a:lnTo>
                    <a:pt x="0" y="7"/>
                  </a:lnTo>
                  <a:lnTo>
                    <a:pt x="0" y="7"/>
                  </a:lnTo>
                  <a:lnTo>
                    <a:pt x="0" y="7"/>
                  </a:lnTo>
                  <a:lnTo>
                    <a:pt x="0" y="7"/>
                  </a:lnTo>
                  <a:lnTo>
                    <a:pt x="0" y="7"/>
                  </a:lnTo>
                  <a:lnTo>
                    <a:pt x="1" y="7"/>
                  </a:lnTo>
                  <a:lnTo>
                    <a:pt x="1" y="8"/>
                  </a:lnTo>
                  <a:lnTo>
                    <a:pt x="1" y="8"/>
                  </a:lnTo>
                  <a:lnTo>
                    <a:pt x="1" y="8"/>
                  </a:lnTo>
                  <a:lnTo>
                    <a:pt x="2" y="8"/>
                  </a:lnTo>
                  <a:lnTo>
                    <a:pt x="2" y="8"/>
                  </a:lnTo>
                  <a:lnTo>
                    <a:pt x="2" y="8"/>
                  </a:lnTo>
                  <a:lnTo>
                    <a:pt x="2" y="8"/>
                  </a:lnTo>
                  <a:lnTo>
                    <a:pt x="4" y="8"/>
                  </a:lnTo>
                  <a:lnTo>
                    <a:pt x="4" y="8"/>
                  </a:lnTo>
                  <a:lnTo>
                    <a:pt x="4" y="8"/>
                  </a:lnTo>
                  <a:lnTo>
                    <a:pt x="4" y="8"/>
                  </a:lnTo>
                  <a:lnTo>
                    <a:pt x="4" y="8"/>
                  </a:lnTo>
                  <a:lnTo>
                    <a:pt x="4" y="8"/>
                  </a:lnTo>
                  <a:lnTo>
                    <a:pt x="4" y="8"/>
                  </a:lnTo>
                  <a:lnTo>
                    <a:pt x="4" y="8"/>
                  </a:lnTo>
                  <a:lnTo>
                    <a:pt x="4" y="7"/>
                  </a:lnTo>
                  <a:lnTo>
                    <a:pt x="4" y="7"/>
                  </a:lnTo>
                  <a:lnTo>
                    <a:pt x="4" y="7"/>
                  </a:lnTo>
                  <a:lnTo>
                    <a:pt x="4" y="7"/>
                  </a:lnTo>
                  <a:lnTo>
                    <a:pt x="4" y="7"/>
                  </a:lnTo>
                  <a:lnTo>
                    <a:pt x="4" y="7"/>
                  </a:lnTo>
                  <a:lnTo>
                    <a:pt x="4" y="7"/>
                  </a:lnTo>
                  <a:lnTo>
                    <a:pt x="4" y="7"/>
                  </a:lnTo>
                  <a:lnTo>
                    <a:pt x="4" y="6"/>
                  </a:lnTo>
                  <a:lnTo>
                    <a:pt x="4" y="6"/>
                  </a:lnTo>
                  <a:lnTo>
                    <a:pt x="4" y="6"/>
                  </a:lnTo>
                  <a:lnTo>
                    <a:pt x="4" y="6"/>
                  </a:lnTo>
                  <a:lnTo>
                    <a:pt x="4" y="6"/>
                  </a:lnTo>
                  <a:lnTo>
                    <a:pt x="4" y="6"/>
                  </a:lnTo>
                  <a:lnTo>
                    <a:pt x="4" y="6"/>
                  </a:lnTo>
                  <a:lnTo>
                    <a:pt x="4" y="6"/>
                  </a:lnTo>
                  <a:lnTo>
                    <a:pt x="6" y="6"/>
                  </a:lnTo>
                  <a:lnTo>
                    <a:pt x="6" y="7"/>
                  </a:lnTo>
                  <a:lnTo>
                    <a:pt x="6" y="7"/>
                  </a:lnTo>
                  <a:lnTo>
                    <a:pt x="6" y="7"/>
                  </a:lnTo>
                  <a:lnTo>
                    <a:pt x="7" y="7"/>
                  </a:lnTo>
                  <a:lnTo>
                    <a:pt x="7" y="7"/>
                  </a:lnTo>
                  <a:lnTo>
                    <a:pt x="7" y="7"/>
                  </a:lnTo>
                  <a:lnTo>
                    <a:pt x="7" y="7"/>
                  </a:lnTo>
                  <a:lnTo>
                    <a:pt x="9" y="7"/>
                  </a:lnTo>
                  <a:lnTo>
                    <a:pt x="9" y="7"/>
                  </a:lnTo>
                  <a:lnTo>
                    <a:pt x="9" y="7"/>
                  </a:lnTo>
                  <a:lnTo>
                    <a:pt x="9" y="7"/>
                  </a:lnTo>
                  <a:lnTo>
                    <a:pt x="9" y="7"/>
                  </a:lnTo>
                  <a:lnTo>
                    <a:pt x="9" y="7"/>
                  </a:lnTo>
                  <a:lnTo>
                    <a:pt x="9" y="7"/>
                  </a:lnTo>
                  <a:lnTo>
                    <a:pt x="9" y="7"/>
                  </a:lnTo>
                  <a:lnTo>
                    <a:pt x="9" y="5"/>
                  </a:lnTo>
                  <a:lnTo>
                    <a:pt x="9" y="5"/>
                  </a:lnTo>
                  <a:lnTo>
                    <a:pt x="9" y="5"/>
                  </a:lnTo>
                  <a:lnTo>
                    <a:pt x="9" y="5"/>
                  </a:lnTo>
                  <a:lnTo>
                    <a:pt x="9" y="4"/>
                  </a:lnTo>
                  <a:lnTo>
                    <a:pt x="9" y="4"/>
                  </a:lnTo>
                  <a:lnTo>
                    <a:pt x="9" y="4"/>
                  </a:lnTo>
                  <a:lnTo>
                    <a:pt x="9" y="4"/>
                  </a:lnTo>
                  <a:lnTo>
                    <a:pt x="9" y="3"/>
                  </a:lnTo>
                  <a:lnTo>
                    <a:pt x="9" y="3"/>
                  </a:lnTo>
                  <a:lnTo>
                    <a:pt x="9" y="3"/>
                  </a:lnTo>
                  <a:lnTo>
                    <a:pt x="9" y="3"/>
                  </a:lnTo>
                  <a:lnTo>
                    <a:pt x="9" y="3"/>
                  </a:lnTo>
                  <a:lnTo>
                    <a:pt x="9" y="3"/>
                  </a:lnTo>
                  <a:lnTo>
                    <a:pt x="9" y="3"/>
                  </a:lnTo>
                  <a:lnTo>
                    <a:pt x="9" y="3"/>
                  </a:lnTo>
                  <a:lnTo>
                    <a:pt x="9" y="2"/>
                  </a:lnTo>
                  <a:lnTo>
                    <a:pt x="9" y="2"/>
                  </a:lnTo>
                  <a:lnTo>
                    <a:pt x="9" y="2"/>
                  </a:lnTo>
                  <a:lnTo>
                    <a:pt x="9" y="2"/>
                  </a:lnTo>
                  <a:lnTo>
                    <a:pt x="9" y="2"/>
                  </a:lnTo>
                  <a:lnTo>
                    <a:pt x="9" y="2"/>
                  </a:lnTo>
                  <a:lnTo>
                    <a:pt x="9" y="2"/>
                  </a:lnTo>
                  <a:lnTo>
                    <a:pt x="9" y="2"/>
                  </a:lnTo>
                  <a:lnTo>
                    <a:pt x="9" y="1"/>
                  </a:lnTo>
                  <a:lnTo>
                    <a:pt x="9" y="1"/>
                  </a:lnTo>
                </a:path>
              </a:pathLst>
            </a:custGeom>
            <a:solidFill>
              <a:srgbClr val="a1009f"/>
            </a:solidFill>
            <a:ln w="18360">
              <a:solidFill>
                <a:srgbClr val="000000"/>
              </a:solidFill>
              <a:round/>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748" name=""/>
            <p:cNvSpPr/>
            <p:nvPr/>
          </p:nvSpPr>
          <p:spPr>
            <a:xfrm>
              <a:off x="7709040" y="6780240"/>
              <a:ext cx="639720" cy="736560"/>
            </a:xfrm>
            <a:custGeom>
              <a:avLst/>
              <a:gdLst/>
              <a:ahLst/>
              <a:rect l="l" t="t" r="r" b="b"/>
              <a:pathLst>
                <a:path w="403" h="464">
                  <a:moveTo>
                    <a:pt x="221" y="57"/>
                  </a:moveTo>
                  <a:lnTo>
                    <a:pt x="220" y="57"/>
                  </a:lnTo>
                  <a:lnTo>
                    <a:pt x="220" y="57"/>
                  </a:lnTo>
                  <a:lnTo>
                    <a:pt x="219" y="57"/>
                  </a:lnTo>
                  <a:lnTo>
                    <a:pt x="219" y="57"/>
                  </a:lnTo>
                  <a:lnTo>
                    <a:pt x="217" y="57"/>
                  </a:lnTo>
                  <a:lnTo>
                    <a:pt x="217" y="57"/>
                  </a:lnTo>
                  <a:lnTo>
                    <a:pt x="217" y="57"/>
                  </a:lnTo>
                  <a:lnTo>
                    <a:pt x="217" y="57"/>
                  </a:lnTo>
                  <a:lnTo>
                    <a:pt x="215" y="57"/>
                  </a:lnTo>
                  <a:lnTo>
                    <a:pt x="215" y="57"/>
                  </a:lnTo>
                  <a:lnTo>
                    <a:pt x="215" y="57"/>
                  </a:lnTo>
                  <a:lnTo>
                    <a:pt x="215" y="57"/>
                  </a:lnTo>
                  <a:lnTo>
                    <a:pt x="214" y="57"/>
                  </a:lnTo>
                  <a:lnTo>
                    <a:pt x="214" y="57"/>
                  </a:lnTo>
                  <a:lnTo>
                    <a:pt x="214" y="57"/>
                  </a:lnTo>
                  <a:lnTo>
                    <a:pt x="214" y="56"/>
                  </a:lnTo>
                  <a:lnTo>
                    <a:pt x="212" y="56"/>
                  </a:lnTo>
                  <a:lnTo>
                    <a:pt x="212" y="56"/>
                  </a:lnTo>
                  <a:lnTo>
                    <a:pt x="210" y="56"/>
                  </a:lnTo>
                  <a:lnTo>
                    <a:pt x="210" y="56"/>
                  </a:lnTo>
                  <a:lnTo>
                    <a:pt x="208" y="56"/>
                  </a:lnTo>
                  <a:lnTo>
                    <a:pt x="208" y="56"/>
                  </a:lnTo>
                  <a:lnTo>
                    <a:pt x="208" y="56"/>
                  </a:lnTo>
                  <a:lnTo>
                    <a:pt x="208" y="56"/>
                  </a:lnTo>
                  <a:lnTo>
                    <a:pt x="206" y="56"/>
                  </a:lnTo>
                  <a:lnTo>
                    <a:pt x="206" y="56"/>
                  </a:lnTo>
                  <a:lnTo>
                    <a:pt x="205" y="56"/>
                  </a:lnTo>
                  <a:lnTo>
                    <a:pt x="205" y="56"/>
                  </a:lnTo>
                  <a:lnTo>
                    <a:pt x="203" y="56"/>
                  </a:lnTo>
                  <a:lnTo>
                    <a:pt x="203" y="56"/>
                  </a:lnTo>
                  <a:lnTo>
                    <a:pt x="203" y="56"/>
                  </a:lnTo>
                  <a:lnTo>
                    <a:pt x="203" y="56"/>
                  </a:lnTo>
                  <a:lnTo>
                    <a:pt x="203" y="58"/>
                  </a:lnTo>
                  <a:lnTo>
                    <a:pt x="203" y="58"/>
                  </a:lnTo>
                  <a:lnTo>
                    <a:pt x="203" y="58"/>
                  </a:lnTo>
                  <a:lnTo>
                    <a:pt x="203" y="58"/>
                  </a:lnTo>
                  <a:lnTo>
                    <a:pt x="203" y="59"/>
                  </a:lnTo>
                  <a:lnTo>
                    <a:pt x="203" y="59"/>
                  </a:lnTo>
                  <a:lnTo>
                    <a:pt x="203" y="59"/>
                  </a:lnTo>
                  <a:lnTo>
                    <a:pt x="203" y="59"/>
                  </a:lnTo>
                  <a:lnTo>
                    <a:pt x="203" y="61"/>
                  </a:lnTo>
                  <a:lnTo>
                    <a:pt x="203" y="61"/>
                  </a:lnTo>
                  <a:lnTo>
                    <a:pt x="203" y="61"/>
                  </a:lnTo>
                  <a:lnTo>
                    <a:pt x="203" y="61"/>
                  </a:lnTo>
                  <a:lnTo>
                    <a:pt x="203" y="62"/>
                  </a:lnTo>
                  <a:lnTo>
                    <a:pt x="203" y="62"/>
                  </a:lnTo>
                  <a:lnTo>
                    <a:pt x="203" y="62"/>
                  </a:lnTo>
                  <a:lnTo>
                    <a:pt x="203" y="62"/>
                  </a:lnTo>
                  <a:lnTo>
                    <a:pt x="201" y="62"/>
                  </a:lnTo>
                  <a:lnTo>
                    <a:pt x="201" y="62"/>
                  </a:lnTo>
                  <a:lnTo>
                    <a:pt x="200" y="62"/>
                  </a:lnTo>
                  <a:lnTo>
                    <a:pt x="200" y="62"/>
                  </a:lnTo>
                  <a:lnTo>
                    <a:pt x="198" y="62"/>
                  </a:lnTo>
                  <a:lnTo>
                    <a:pt x="198" y="62"/>
                  </a:lnTo>
                  <a:lnTo>
                    <a:pt x="198" y="62"/>
                  </a:lnTo>
                  <a:lnTo>
                    <a:pt x="198" y="62"/>
                  </a:lnTo>
                  <a:lnTo>
                    <a:pt x="196" y="62"/>
                  </a:lnTo>
                  <a:lnTo>
                    <a:pt x="196" y="62"/>
                  </a:lnTo>
                  <a:lnTo>
                    <a:pt x="196" y="62"/>
                  </a:lnTo>
                  <a:lnTo>
                    <a:pt x="196" y="62"/>
                  </a:lnTo>
                  <a:lnTo>
                    <a:pt x="195" y="62"/>
                  </a:lnTo>
                  <a:lnTo>
                    <a:pt x="195" y="62"/>
                  </a:lnTo>
                  <a:lnTo>
                    <a:pt x="195" y="62"/>
                  </a:lnTo>
                  <a:lnTo>
                    <a:pt x="195" y="62"/>
                  </a:lnTo>
                  <a:lnTo>
                    <a:pt x="193" y="63"/>
                  </a:lnTo>
                  <a:lnTo>
                    <a:pt x="193" y="63"/>
                  </a:lnTo>
                  <a:lnTo>
                    <a:pt x="193" y="63"/>
                  </a:lnTo>
                  <a:lnTo>
                    <a:pt x="193" y="63"/>
                  </a:lnTo>
                  <a:lnTo>
                    <a:pt x="191" y="64"/>
                  </a:lnTo>
                  <a:lnTo>
                    <a:pt x="191" y="64"/>
                  </a:lnTo>
                  <a:lnTo>
                    <a:pt x="191" y="64"/>
                  </a:lnTo>
                  <a:lnTo>
                    <a:pt x="191" y="64"/>
                  </a:lnTo>
                  <a:lnTo>
                    <a:pt x="190" y="66"/>
                  </a:lnTo>
                  <a:lnTo>
                    <a:pt x="190" y="66"/>
                  </a:lnTo>
                  <a:lnTo>
                    <a:pt x="190" y="66"/>
                  </a:lnTo>
                  <a:lnTo>
                    <a:pt x="190" y="66"/>
                  </a:lnTo>
                  <a:lnTo>
                    <a:pt x="190" y="68"/>
                  </a:lnTo>
                  <a:lnTo>
                    <a:pt x="190" y="68"/>
                  </a:lnTo>
                  <a:lnTo>
                    <a:pt x="190" y="68"/>
                  </a:lnTo>
                  <a:lnTo>
                    <a:pt x="190" y="68"/>
                  </a:lnTo>
                  <a:lnTo>
                    <a:pt x="188" y="68"/>
                  </a:lnTo>
                  <a:lnTo>
                    <a:pt x="188" y="68"/>
                  </a:lnTo>
                  <a:lnTo>
                    <a:pt x="186" y="68"/>
                  </a:lnTo>
                  <a:lnTo>
                    <a:pt x="186" y="68"/>
                  </a:lnTo>
                  <a:lnTo>
                    <a:pt x="184" y="68"/>
                  </a:lnTo>
                  <a:lnTo>
                    <a:pt x="184" y="68"/>
                  </a:lnTo>
                  <a:lnTo>
                    <a:pt x="183" y="68"/>
                  </a:lnTo>
                  <a:lnTo>
                    <a:pt x="183" y="67"/>
                  </a:lnTo>
                  <a:lnTo>
                    <a:pt x="182" y="67"/>
                  </a:lnTo>
                  <a:lnTo>
                    <a:pt x="182" y="67"/>
                  </a:lnTo>
                  <a:lnTo>
                    <a:pt x="180" y="67"/>
                  </a:lnTo>
                  <a:lnTo>
                    <a:pt x="180" y="67"/>
                  </a:lnTo>
                  <a:lnTo>
                    <a:pt x="178" y="67"/>
                  </a:lnTo>
                  <a:lnTo>
                    <a:pt x="178" y="67"/>
                  </a:lnTo>
                  <a:lnTo>
                    <a:pt x="178" y="67"/>
                  </a:lnTo>
                  <a:lnTo>
                    <a:pt x="178" y="66"/>
                  </a:lnTo>
                  <a:lnTo>
                    <a:pt x="176" y="69"/>
                  </a:lnTo>
                  <a:lnTo>
                    <a:pt x="176" y="69"/>
                  </a:lnTo>
                  <a:lnTo>
                    <a:pt x="176" y="69"/>
                  </a:lnTo>
                  <a:lnTo>
                    <a:pt x="176" y="69"/>
                  </a:lnTo>
                  <a:lnTo>
                    <a:pt x="176" y="71"/>
                  </a:lnTo>
                  <a:lnTo>
                    <a:pt x="176" y="71"/>
                  </a:lnTo>
                  <a:lnTo>
                    <a:pt x="176" y="71"/>
                  </a:lnTo>
                  <a:lnTo>
                    <a:pt x="176" y="71"/>
                  </a:lnTo>
                  <a:lnTo>
                    <a:pt x="176" y="73"/>
                  </a:lnTo>
                  <a:lnTo>
                    <a:pt x="176" y="73"/>
                  </a:lnTo>
                  <a:lnTo>
                    <a:pt x="176" y="74"/>
                  </a:lnTo>
                  <a:lnTo>
                    <a:pt x="176" y="74"/>
                  </a:lnTo>
                  <a:lnTo>
                    <a:pt x="176" y="76"/>
                  </a:lnTo>
                  <a:lnTo>
                    <a:pt x="176" y="76"/>
                  </a:lnTo>
                  <a:lnTo>
                    <a:pt x="176" y="76"/>
                  </a:lnTo>
                  <a:lnTo>
                    <a:pt x="176" y="76"/>
                  </a:lnTo>
                  <a:lnTo>
                    <a:pt x="174" y="78"/>
                  </a:lnTo>
                  <a:lnTo>
                    <a:pt x="174" y="78"/>
                  </a:lnTo>
                  <a:lnTo>
                    <a:pt x="174" y="78"/>
                  </a:lnTo>
                  <a:lnTo>
                    <a:pt x="174" y="78"/>
                  </a:lnTo>
                  <a:lnTo>
                    <a:pt x="174" y="79"/>
                  </a:lnTo>
                  <a:lnTo>
                    <a:pt x="174" y="79"/>
                  </a:lnTo>
                  <a:lnTo>
                    <a:pt x="174" y="79"/>
                  </a:lnTo>
                  <a:lnTo>
                    <a:pt x="174" y="79"/>
                  </a:lnTo>
                  <a:lnTo>
                    <a:pt x="174" y="80"/>
                  </a:lnTo>
                  <a:lnTo>
                    <a:pt x="174" y="80"/>
                  </a:lnTo>
                  <a:lnTo>
                    <a:pt x="174" y="80"/>
                  </a:lnTo>
                  <a:lnTo>
                    <a:pt x="174" y="80"/>
                  </a:lnTo>
                  <a:lnTo>
                    <a:pt x="174" y="80"/>
                  </a:lnTo>
                  <a:lnTo>
                    <a:pt x="174" y="80"/>
                  </a:lnTo>
                  <a:lnTo>
                    <a:pt x="174" y="80"/>
                  </a:lnTo>
                  <a:lnTo>
                    <a:pt x="174" y="80"/>
                  </a:lnTo>
                  <a:lnTo>
                    <a:pt x="174" y="81"/>
                  </a:lnTo>
                  <a:lnTo>
                    <a:pt x="174" y="81"/>
                  </a:lnTo>
                  <a:lnTo>
                    <a:pt x="174" y="81"/>
                  </a:lnTo>
                  <a:lnTo>
                    <a:pt x="175" y="81"/>
                  </a:lnTo>
                  <a:lnTo>
                    <a:pt x="175" y="81"/>
                  </a:lnTo>
                  <a:lnTo>
                    <a:pt x="175" y="81"/>
                  </a:lnTo>
                  <a:lnTo>
                    <a:pt x="175" y="81"/>
                  </a:lnTo>
                  <a:lnTo>
                    <a:pt x="177" y="81"/>
                  </a:lnTo>
                  <a:lnTo>
                    <a:pt x="177" y="81"/>
                  </a:lnTo>
                  <a:lnTo>
                    <a:pt x="177" y="81"/>
                  </a:lnTo>
                  <a:lnTo>
                    <a:pt x="177" y="81"/>
                  </a:lnTo>
                  <a:lnTo>
                    <a:pt x="179" y="81"/>
                  </a:lnTo>
                  <a:lnTo>
                    <a:pt x="179" y="81"/>
                  </a:lnTo>
                  <a:lnTo>
                    <a:pt x="179" y="81"/>
                  </a:lnTo>
                  <a:lnTo>
                    <a:pt x="179" y="81"/>
                  </a:lnTo>
                  <a:lnTo>
                    <a:pt x="181" y="81"/>
                  </a:lnTo>
                  <a:lnTo>
                    <a:pt x="181" y="83"/>
                  </a:lnTo>
                  <a:lnTo>
                    <a:pt x="181" y="83"/>
                  </a:lnTo>
                  <a:lnTo>
                    <a:pt x="181" y="83"/>
                  </a:lnTo>
                  <a:lnTo>
                    <a:pt x="181" y="83"/>
                  </a:lnTo>
                  <a:lnTo>
                    <a:pt x="181" y="85"/>
                  </a:lnTo>
                  <a:lnTo>
                    <a:pt x="181" y="85"/>
                  </a:lnTo>
                  <a:lnTo>
                    <a:pt x="181" y="85"/>
                  </a:lnTo>
                  <a:lnTo>
                    <a:pt x="181" y="85"/>
                  </a:lnTo>
                  <a:lnTo>
                    <a:pt x="181" y="87"/>
                  </a:lnTo>
                  <a:lnTo>
                    <a:pt x="181" y="87"/>
                  </a:lnTo>
                  <a:lnTo>
                    <a:pt x="181" y="87"/>
                  </a:lnTo>
                  <a:lnTo>
                    <a:pt x="181" y="87"/>
                  </a:lnTo>
                  <a:lnTo>
                    <a:pt x="181" y="88"/>
                  </a:lnTo>
                  <a:lnTo>
                    <a:pt x="181" y="88"/>
                  </a:lnTo>
                  <a:lnTo>
                    <a:pt x="181" y="88"/>
                  </a:lnTo>
                  <a:lnTo>
                    <a:pt x="181" y="88"/>
                  </a:lnTo>
                  <a:lnTo>
                    <a:pt x="181" y="88"/>
                  </a:lnTo>
                  <a:lnTo>
                    <a:pt x="181" y="88"/>
                  </a:lnTo>
                  <a:lnTo>
                    <a:pt x="181" y="88"/>
                  </a:lnTo>
                  <a:lnTo>
                    <a:pt x="181" y="88"/>
                  </a:lnTo>
                  <a:lnTo>
                    <a:pt x="181" y="88"/>
                  </a:lnTo>
                  <a:lnTo>
                    <a:pt x="181" y="88"/>
                  </a:lnTo>
                  <a:lnTo>
                    <a:pt x="181" y="88"/>
                  </a:lnTo>
                  <a:lnTo>
                    <a:pt x="182" y="88"/>
                  </a:lnTo>
                  <a:lnTo>
                    <a:pt x="182" y="88"/>
                  </a:lnTo>
                  <a:lnTo>
                    <a:pt x="182" y="88"/>
                  </a:lnTo>
                  <a:lnTo>
                    <a:pt x="182" y="88"/>
                  </a:lnTo>
                  <a:lnTo>
                    <a:pt x="183" y="88"/>
                  </a:lnTo>
                  <a:lnTo>
                    <a:pt x="183" y="88"/>
                  </a:lnTo>
                  <a:lnTo>
                    <a:pt x="183" y="88"/>
                  </a:lnTo>
                  <a:lnTo>
                    <a:pt x="183" y="88"/>
                  </a:lnTo>
                  <a:lnTo>
                    <a:pt x="185" y="88"/>
                  </a:lnTo>
                  <a:lnTo>
                    <a:pt x="185" y="89"/>
                  </a:lnTo>
                  <a:lnTo>
                    <a:pt x="185" y="89"/>
                  </a:lnTo>
                  <a:lnTo>
                    <a:pt x="185" y="89"/>
                  </a:lnTo>
                  <a:lnTo>
                    <a:pt x="185" y="89"/>
                  </a:lnTo>
                  <a:lnTo>
                    <a:pt x="185" y="91"/>
                  </a:lnTo>
                  <a:lnTo>
                    <a:pt x="185" y="91"/>
                  </a:lnTo>
                  <a:lnTo>
                    <a:pt x="185" y="91"/>
                  </a:lnTo>
                  <a:lnTo>
                    <a:pt x="185" y="91"/>
                  </a:lnTo>
                  <a:lnTo>
                    <a:pt x="185" y="93"/>
                  </a:lnTo>
                  <a:lnTo>
                    <a:pt x="185" y="93"/>
                  </a:lnTo>
                  <a:lnTo>
                    <a:pt x="185" y="93"/>
                  </a:lnTo>
                  <a:lnTo>
                    <a:pt x="185" y="93"/>
                  </a:lnTo>
                  <a:lnTo>
                    <a:pt x="185" y="94"/>
                  </a:lnTo>
                  <a:lnTo>
                    <a:pt x="185" y="94"/>
                  </a:lnTo>
                  <a:lnTo>
                    <a:pt x="185" y="94"/>
                  </a:lnTo>
                  <a:lnTo>
                    <a:pt x="186" y="94"/>
                  </a:lnTo>
                  <a:lnTo>
                    <a:pt x="185" y="95"/>
                  </a:lnTo>
                  <a:lnTo>
                    <a:pt x="185" y="95"/>
                  </a:lnTo>
                  <a:lnTo>
                    <a:pt x="185" y="95"/>
                  </a:lnTo>
                  <a:lnTo>
                    <a:pt x="185" y="95"/>
                  </a:lnTo>
                  <a:lnTo>
                    <a:pt x="185" y="97"/>
                  </a:lnTo>
                  <a:lnTo>
                    <a:pt x="185" y="97"/>
                  </a:lnTo>
                  <a:lnTo>
                    <a:pt x="185" y="97"/>
                  </a:lnTo>
                  <a:lnTo>
                    <a:pt x="185" y="97"/>
                  </a:lnTo>
                  <a:lnTo>
                    <a:pt x="183" y="99"/>
                  </a:lnTo>
                  <a:lnTo>
                    <a:pt x="183" y="99"/>
                  </a:lnTo>
                  <a:lnTo>
                    <a:pt x="183" y="99"/>
                  </a:lnTo>
                  <a:lnTo>
                    <a:pt x="183" y="99"/>
                  </a:lnTo>
                  <a:lnTo>
                    <a:pt x="182" y="100"/>
                  </a:lnTo>
                  <a:lnTo>
                    <a:pt x="182" y="100"/>
                  </a:lnTo>
                  <a:lnTo>
                    <a:pt x="182" y="100"/>
                  </a:lnTo>
                  <a:lnTo>
                    <a:pt x="182" y="100"/>
                  </a:lnTo>
                  <a:lnTo>
                    <a:pt x="179" y="100"/>
                  </a:lnTo>
                  <a:lnTo>
                    <a:pt x="179" y="100"/>
                  </a:lnTo>
                  <a:lnTo>
                    <a:pt x="179" y="100"/>
                  </a:lnTo>
                  <a:lnTo>
                    <a:pt x="179" y="100"/>
                  </a:lnTo>
                  <a:lnTo>
                    <a:pt x="178" y="100"/>
                  </a:lnTo>
                  <a:lnTo>
                    <a:pt x="178" y="100"/>
                  </a:lnTo>
                  <a:lnTo>
                    <a:pt x="178" y="100"/>
                  </a:lnTo>
                  <a:lnTo>
                    <a:pt x="178" y="99"/>
                  </a:lnTo>
                  <a:lnTo>
                    <a:pt x="176" y="99"/>
                  </a:lnTo>
                  <a:lnTo>
                    <a:pt x="176" y="99"/>
                  </a:lnTo>
                  <a:lnTo>
                    <a:pt x="176" y="99"/>
                  </a:lnTo>
                  <a:lnTo>
                    <a:pt x="176" y="99"/>
                  </a:lnTo>
                  <a:lnTo>
                    <a:pt x="176" y="99"/>
                  </a:lnTo>
                  <a:lnTo>
                    <a:pt x="176" y="99"/>
                  </a:lnTo>
                  <a:lnTo>
                    <a:pt x="176" y="99"/>
                  </a:lnTo>
                  <a:lnTo>
                    <a:pt x="176" y="98"/>
                  </a:lnTo>
                  <a:lnTo>
                    <a:pt x="174" y="100"/>
                  </a:lnTo>
                  <a:lnTo>
                    <a:pt x="174" y="101"/>
                  </a:lnTo>
                  <a:lnTo>
                    <a:pt x="174" y="103"/>
                  </a:lnTo>
                  <a:lnTo>
                    <a:pt x="174" y="104"/>
                  </a:lnTo>
                  <a:lnTo>
                    <a:pt x="174" y="107"/>
                  </a:lnTo>
                  <a:lnTo>
                    <a:pt x="174" y="109"/>
                  </a:lnTo>
                  <a:lnTo>
                    <a:pt x="174" y="111"/>
                  </a:lnTo>
                  <a:lnTo>
                    <a:pt x="176" y="113"/>
                  </a:lnTo>
                  <a:lnTo>
                    <a:pt x="176" y="117"/>
                  </a:lnTo>
                  <a:lnTo>
                    <a:pt x="176" y="119"/>
                  </a:lnTo>
                  <a:lnTo>
                    <a:pt x="176" y="121"/>
                  </a:lnTo>
                  <a:lnTo>
                    <a:pt x="177" y="123"/>
                  </a:lnTo>
                  <a:lnTo>
                    <a:pt x="177" y="125"/>
                  </a:lnTo>
                  <a:lnTo>
                    <a:pt x="179" y="127"/>
                  </a:lnTo>
                  <a:lnTo>
                    <a:pt x="179" y="129"/>
                  </a:lnTo>
                  <a:lnTo>
                    <a:pt x="182" y="129"/>
                  </a:lnTo>
                  <a:lnTo>
                    <a:pt x="182" y="130"/>
                  </a:lnTo>
                  <a:lnTo>
                    <a:pt x="182" y="130"/>
                  </a:lnTo>
                  <a:lnTo>
                    <a:pt x="182" y="130"/>
                  </a:lnTo>
                  <a:lnTo>
                    <a:pt x="183" y="130"/>
                  </a:lnTo>
                  <a:lnTo>
                    <a:pt x="183" y="130"/>
                  </a:lnTo>
                  <a:lnTo>
                    <a:pt x="183" y="130"/>
                  </a:lnTo>
                  <a:lnTo>
                    <a:pt x="183" y="130"/>
                  </a:lnTo>
                  <a:lnTo>
                    <a:pt x="185" y="130"/>
                  </a:lnTo>
                  <a:lnTo>
                    <a:pt x="185" y="130"/>
                  </a:lnTo>
                  <a:lnTo>
                    <a:pt x="185" y="130"/>
                  </a:lnTo>
                  <a:lnTo>
                    <a:pt x="185" y="130"/>
                  </a:lnTo>
                  <a:lnTo>
                    <a:pt x="187" y="130"/>
                  </a:lnTo>
                  <a:lnTo>
                    <a:pt x="187" y="130"/>
                  </a:lnTo>
                  <a:lnTo>
                    <a:pt x="188" y="130"/>
                  </a:lnTo>
                  <a:lnTo>
                    <a:pt x="188" y="130"/>
                  </a:lnTo>
                  <a:lnTo>
                    <a:pt x="190" y="130"/>
                  </a:lnTo>
                  <a:lnTo>
                    <a:pt x="190" y="132"/>
                  </a:lnTo>
                  <a:lnTo>
                    <a:pt x="190" y="132"/>
                  </a:lnTo>
                  <a:lnTo>
                    <a:pt x="190" y="132"/>
                  </a:lnTo>
                  <a:lnTo>
                    <a:pt x="190" y="132"/>
                  </a:lnTo>
                  <a:lnTo>
                    <a:pt x="190" y="134"/>
                  </a:lnTo>
                  <a:lnTo>
                    <a:pt x="190" y="134"/>
                  </a:lnTo>
                  <a:lnTo>
                    <a:pt x="190" y="134"/>
                  </a:lnTo>
                  <a:lnTo>
                    <a:pt x="190" y="134"/>
                  </a:lnTo>
                  <a:lnTo>
                    <a:pt x="190" y="136"/>
                  </a:lnTo>
                  <a:lnTo>
                    <a:pt x="190" y="136"/>
                  </a:lnTo>
                  <a:lnTo>
                    <a:pt x="190" y="136"/>
                  </a:lnTo>
                  <a:lnTo>
                    <a:pt x="190" y="136"/>
                  </a:lnTo>
                  <a:lnTo>
                    <a:pt x="190" y="136"/>
                  </a:lnTo>
                  <a:lnTo>
                    <a:pt x="190" y="136"/>
                  </a:lnTo>
                  <a:lnTo>
                    <a:pt x="190" y="136"/>
                  </a:lnTo>
                  <a:lnTo>
                    <a:pt x="190" y="136"/>
                  </a:lnTo>
                  <a:lnTo>
                    <a:pt x="190" y="138"/>
                  </a:lnTo>
                  <a:lnTo>
                    <a:pt x="190" y="138"/>
                  </a:lnTo>
                  <a:lnTo>
                    <a:pt x="190" y="138"/>
                  </a:lnTo>
                  <a:lnTo>
                    <a:pt x="191" y="138"/>
                  </a:lnTo>
                  <a:lnTo>
                    <a:pt x="191" y="138"/>
                  </a:lnTo>
                  <a:lnTo>
                    <a:pt x="192" y="138"/>
                  </a:lnTo>
                  <a:lnTo>
                    <a:pt x="192" y="138"/>
                  </a:lnTo>
                  <a:lnTo>
                    <a:pt x="194" y="138"/>
                  </a:lnTo>
                  <a:lnTo>
                    <a:pt x="194" y="139"/>
                  </a:lnTo>
                  <a:lnTo>
                    <a:pt x="194" y="139"/>
                  </a:lnTo>
                  <a:lnTo>
                    <a:pt x="194" y="139"/>
                  </a:lnTo>
                  <a:lnTo>
                    <a:pt x="196" y="139"/>
                  </a:lnTo>
                  <a:lnTo>
                    <a:pt x="196" y="139"/>
                  </a:lnTo>
                  <a:lnTo>
                    <a:pt x="198" y="139"/>
                  </a:lnTo>
                  <a:lnTo>
                    <a:pt x="198" y="139"/>
                  </a:lnTo>
                  <a:lnTo>
                    <a:pt x="200" y="139"/>
                  </a:lnTo>
                  <a:lnTo>
                    <a:pt x="200" y="141"/>
                  </a:lnTo>
                  <a:lnTo>
                    <a:pt x="201" y="141"/>
                  </a:lnTo>
                  <a:lnTo>
                    <a:pt x="201" y="142"/>
                  </a:lnTo>
                  <a:lnTo>
                    <a:pt x="204" y="142"/>
                  </a:lnTo>
                  <a:lnTo>
                    <a:pt x="204" y="144"/>
                  </a:lnTo>
                  <a:lnTo>
                    <a:pt x="205" y="144"/>
                  </a:lnTo>
                  <a:lnTo>
                    <a:pt x="206" y="144"/>
                  </a:lnTo>
                  <a:lnTo>
                    <a:pt x="208" y="144"/>
                  </a:lnTo>
                  <a:lnTo>
                    <a:pt x="208" y="146"/>
                  </a:lnTo>
                  <a:lnTo>
                    <a:pt x="209" y="146"/>
                  </a:lnTo>
                  <a:lnTo>
                    <a:pt x="209" y="148"/>
                  </a:lnTo>
                  <a:lnTo>
                    <a:pt x="211" y="148"/>
                  </a:lnTo>
                  <a:lnTo>
                    <a:pt x="211" y="150"/>
                  </a:lnTo>
                  <a:lnTo>
                    <a:pt x="212" y="150"/>
                  </a:lnTo>
                  <a:lnTo>
                    <a:pt x="212" y="151"/>
                  </a:lnTo>
                  <a:lnTo>
                    <a:pt x="213" y="151"/>
                  </a:lnTo>
                  <a:lnTo>
                    <a:pt x="213" y="151"/>
                  </a:lnTo>
                  <a:lnTo>
                    <a:pt x="213" y="151"/>
                  </a:lnTo>
                  <a:lnTo>
                    <a:pt x="213" y="151"/>
                  </a:lnTo>
                  <a:lnTo>
                    <a:pt x="214" y="151"/>
                  </a:lnTo>
                  <a:lnTo>
                    <a:pt x="214" y="151"/>
                  </a:lnTo>
                  <a:lnTo>
                    <a:pt x="216" y="151"/>
                  </a:lnTo>
                  <a:lnTo>
                    <a:pt x="216" y="151"/>
                  </a:lnTo>
                  <a:lnTo>
                    <a:pt x="218" y="151"/>
                  </a:lnTo>
                  <a:lnTo>
                    <a:pt x="218" y="152"/>
                  </a:lnTo>
                  <a:lnTo>
                    <a:pt x="219" y="152"/>
                  </a:lnTo>
                  <a:lnTo>
                    <a:pt x="219" y="152"/>
                  </a:lnTo>
                  <a:lnTo>
                    <a:pt x="221" y="152"/>
                  </a:lnTo>
                  <a:lnTo>
                    <a:pt x="221" y="152"/>
                  </a:lnTo>
                  <a:lnTo>
                    <a:pt x="221" y="152"/>
                  </a:lnTo>
                  <a:lnTo>
                    <a:pt x="221" y="152"/>
                  </a:lnTo>
                  <a:lnTo>
                    <a:pt x="223" y="151"/>
                  </a:lnTo>
                  <a:lnTo>
                    <a:pt x="223" y="153"/>
                  </a:lnTo>
                  <a:lnTo>
                    <a:pt x="223" y="154"/>
                  </a:lnTo>
                  <a:lnTo>
                    <a:pt x="223" y="156"/>
                  </a:lnTo>
                  <a:lnTo>
                    <a:pt x="223" y="156"/>
                  </a:lnTo>
                  <a:lnTo>
                    <a:pt x="223" y="158"/>
                  </a:lnTo>
                  <a:lnTo>
                    <a:pt x="224" y="160"/>
                  </a:lnTo>
                  <a:lnTo>
                    <a:pt x="224" y="161"/>
                  </a:lnTo>
                  <a:lnTo>
                    <a:pt x="226" y="161"/>
                  </a:lnTo>
                  <a:lnTo>
                    <a:pt x="226" y="164"/>
                  </a:lnTo>
                  <a:lnTo>
                    <a:pt x="227" y="166"/>
                  </a:lnTo>
                  <a:lnTo>
                    <a:pt x="227" y="167"/>
                  </a:lnTo>
                  <a:lnTo>
                    <a:pt x="229" y="168"/>
                  </a:lnTo>
                  <a:lnTo>
                    <a:pt x="229" y="170"/>
                  </a:lnTo>
                  <a:lnTo>
                    <a:pt x="230" y="171"/>
                  </a:lnTo>
                  <a:lnTo>
                    <a:pt x="230" y="173"/>
                  </a:lnTo>
                  <a:lnTo>
                    <a:pt x="233" y="173"/>
                  </a:lnTo>
                  <a:lnTo>
                    <a:pt x="233" y="175"/>
                  </a:lnTo>
                  <a:lnTo>
                    <a:pt x="233" y="176"/>
                  </a:lnTo>
                  <a:lnTo>
                    <a:pt x="233" y="178"/>
                  </a:lnTo>
                  <a:lnTo>
                    <a:pt x="234" y="179"/>
                  </a:lnTo>
                  <a:lnTo>
                    <a:pt x="234" y="181"/>
                  </a:lnTo>
                  <a:lnTo>
                    <a:pt x="234" y="183"/>
                  </a:lnTo>
                  <a:lnTo>
                    <a:pt x="234" y="185"/>
                  </a:lnTo>
                  <a:lnTo>
                    <a:pt x="236" y="186"/>
                  </a:lnTo>
                  <a:lnTo>
                    <a:pt x="236" y="188"/>
                  </a:lnTo>
                  <a:lnTo>
                    <a:pt x="236" y="190"/>
                  </a:lnTo>
                  <a:lnTo>
                    <a:pt x="236" y="192"/>
                  </a:lnTo>
                  <a:lnTo>
                    <a:pt x="238" y="193"/>
                  </a:lnTo>
                  <a:lnTo>
                    <a:pt x="238" y="195"/>
                  </a:lnTo>
                  <a:lnTo>
                    <a:pt x="240" y="196"/>
                  </a:lnTo>
                  <a:lnTo>
                    <a:pt x="240" y="197"/>
                  </a:lnTo>
                  <a:lnTo>
                    <a:pt x="242" y="197"/>
                  </a:lnTo>
                  <a:lnTo>
                    <a:pt x="242" y="199"/>
                  </a:lnTo>
                  <a:lnTo>
                    <a:pt x="242" y="200"/>
                  </a:lnTo>
                  <a:lnTo>
                    <a:pt x="242" y="202"/>
                  </a:lnTo>
                  <a:lnTo>
                    <a:pt x="244" y="202"/>
                  </a:lnTo>
                  <a:lnTo>
                    <a:pt x="244" y="204"/>
                  </a:lnTo>
                  <a:lnTo>
                    <a:pt x="246" y="204"/>
                  </a:lnTo>
                  <a:lnTo>
                    <a:pt x="247" y="205"/>
                  </a:lnTo>
                  <a:lnTo>
                    <a:pt x="249" y="205"/>
                  </a:lnTo>
                  <a:lnTo>
                    <a:pt x="249" y="208"/>
                  </a:lnTo>
                  <a:lnTo>
                    <a:pt x="251" y="208"/>
                  </a:lnTo>
                  <a:lnTo>
                    <a:pt x="251" y="210"/>
                  </a:lnTo>
                  <a:lnTo>
                    <a:pt x="252" y="210"/>
                  </a:lnTo>
                  <a:lnTo>
                    <a:pt x="252" y="211"/>
                  </a:lnTo>
                  <a:lnTo>
                    <a:pt x="255" y="211"/>
                  </a:lnTo>
                  <a:lnTo>
                    <a:pt x="256" y="212"/>
                  </a:lnTo>
                  <a:lnTo>
                    <a:pt x="258" y="212"/>
                  </a:lnTo>
                  <a:lnTo>
                    <a:pt x="258" y="214"/>
                  </a:lnTo>
                  <a:lnTo>
                    <a:pt x="258" y="214"/>
                  </a:lnTo>
                  <a:lnTo>
                    <a:pt x="258" y="215"/>
                  </a:lnTo>
                  <a:lnTo>
                    <a:pt x="260" y="215"/>
                  </a:lnTo>
                  <a:lnTo>
                    <a:pt x="260" y="217"/>
                  </a:lnTo>
                  <a:lnTo>
                    <a:pt x="262" y="217"/>
                  </a:lnTo>
                  <a:lnTo>
                    <a:pt x="264" y="218"/>
                  </a:lnTo>
                  <a:lnTo>
                    <a:pt x="266" y="218"/>
                  </a:lnTo>
                  <a:lnTo>
                    <a:pt x="266" y="220"/>
                  </a:lnTo>
                  <a:lnTo>
                    <a:pt x="267" y="220"/>
                  </a:lnTo>
                  <a:lnTo>
                    <a:pt x="267" y="222"/>
                  </a:lnTo>
                  <a:lnTo>
                    <a:pt x="269" y="222"/>
                  </a:lnTo>
                  <a:lnTo>
                    <a:pt x="269" y="224"/>
                  </a:lnTo>
                  <a:lnTo>
                    <a:pt x="272" y="224"/>
                  </a:lnTo>
                  <a:lnTo>
                    <a:pt x="272" y="224"/>
                  </a:lnTo>
                  <a:lnTo>
                    <a:pt x="274" y="224"/>
                  </a:lnTo>
                  <a:lnTo>
                    <a:pt x="274" y="225"/>
                  </a:lnTo>
                  <a:lnTo>
                    <a:pt x="275" y="225"/>
                  </a:lnTo>
                  <a:lnTo>
                    <a:pt x="275" y="225"/>
                  </a:lnTo>
                  <a:lnTo>
                    <a:pt x="277" y="225"/>
                  </a:lnTo>
                  <a:lnTo>
                    <a:pt x="277" y="225"/>
                  </a:lnTo>
                  <a:lnTo>
                    <a:pt x="279" y="225"/>
                  </a:lnTo>
                  <a:lnTo>
                    <a:pt x="280" y="225"/>
                  </a:lnTo>
                  <a:lnTo>
                    <a:pt x="282" y="225"/>
                  </a:lnTo>
                  <a:lnTo>
                    <a:pt x="282" y="225"/>
                  </a:lnTo>
                  <a:lnTo>
                    <a:pt x="283" y="225"/>
                  </a:lnTo>
                  <a:lnTo>
                    <a:pt x="283" y="225"/>
                  </a:lnTo>
                  <a:lnTo>
                    <a:pt x="285" y="225"/>
                  </a:lnTo>
                  <a:lnTo>
                    <a:pt x="285" y="225"/>
                  </a:lnTo>
                  <a:lnTo>
                    <a:pt x="286" y="225"/>
                  </a:lnTo>
                  <a:lnTo>
                    <a:pt x="286" y="225"/>
                  </a:lnTo>
                  <a:lnTo>
                    <a:pt x="288" y="225"/>
                  </a:lnTo>
                  <a:lnTo>
                    <a:pt x="288" y="225"/>
                  </a:lnTo>
                  <a:lnTo>
                    <a:pt x="288" y="225"/>
                  </a:lnTo>
                  <a:lnTo>
                    <a:pt x="288" y="225"/>
                  </a:lnTo>
                  <a:lnTo>
                    <a:pt x="290" y="225"/>
                  </a:lnTo>
                  <a:lnTo>
                    <a:pt x="290" y="225"/>
                  </a:lnTo>
                  <a:lnTo>
                    <a:pt x="292" y="225"/>
                  </a:lnTo>
                  <a:lnTo>
                    <a:pt x="292" y="225"/>
                  </a:lnTo>
                  <a:lnTo>
                    <a:pt x="294" y="223"/>
                  </a:lnTo>
                  <a:lnTo>
                    <a:pt x="294" y="223"/>
                  </a:lnTo>
                  <a:lnTo>
                    <a:pt x="295" y="223"/>
                  </a:lnTo>
                  <a:lnTo>
                    <a:pt x="295" y="223"/>
                  </a:lnTo>
                  <a:lnTo>
                    <a:pt x="296" y="223"/>
                  </a:lnTo>
                  <a:lnTo>
                    <a:pt x="296" y="223"/>
                  </a:lnTo>
                  <a:lnTo>
                    <a:pt x="297" y="223"/>
                  </a:lnTo>
                  <a:lnTo>
                    <a:pt x="297" y="223"/>
                  </a:lnTo>
                  <a:lnTo>
                    <a:pt x="299" y="222"/>
                  </a:lnTo>
                  <a:lnTo>
                    <a:pt x="299" y="222"/>
                  </a:lnTo>
                  <a:lnTo>
                    <a:pt x="299" y="222"/>
                  </a:lnTo>
                  <a:lnTo>
                    <a:pt x="299" y="222"/>
                  </a:lnTo>
                  <a:lnTo>
                    <a:pt x="301" y="221"/>
                  </a:lnTo>
                  <a:lnTo>
                    <a:pt x="301" y="221"/>
                  </a:lnTo>
                  <a:lnTo>
                    <a:pt x="301" y="221"/>
                  </a:lnTo>
                  <a:lnTo>
                    <a:pt x="301" y="221"/>
                  </a:lnTo>
                  <a:lnTo>
                    <a:pt x="302" y="219"/>
                  </a:lnTo>
                  <a:lnTo>
                    <a:pt x="302" y="219"/>
                  </a:lnTo>
                  <a:lnTo>
                    <a:pt x="302" y="219"/>
                  </a:lnTo>
                  <a:lnTo>
                    <a:pt x="302" y="219"/>
                  </a:lnTo>
                  <a:lnTo>
                    <a:pt x="304" y="219"/>
                  </a:lnTo>
                  <a:lnTo>
                    <a:pt x="304" y="219"/>
                  </a:lnTo>
                  <a:lnTo>
                    <a:pt x="306" y="219"/>
                  </a:lnTo>
                  <a:lnTo>
                    <a:pt x="306" y="219"/>
                  </a:lnTo>
                  <a:lnTo>
                    <a:pt x="308" y="218"/>
                  </a:lnTo>
                  <a:lnTo>
                    <a:pt x="308" y="220"/>
                  </a:lnTo>
                  <a:lnTo>
                    <a:pt x="308" y="220"/>
                  </a:lnTo>
                  <a:lnTo>
                    <a:pt x="308" y="220"/>
                  </a:lnTo>
                  <a:lnTo>
                    <a:pt x="310" y="220"/>
                  </a:lnTo>
                  <a:lnTo>
                    <a:pt x="310" y="222"/>
                  </a:lnTo>
                  <a:lnTo>
                    <a:pt x="310" y="222"/>
                  </a:lnTo>
                  <a:lnTo>
                    <a:pt x="310" y="224"/>
                  </a:lnTo>
                  <a:lnTo>
                    <a:pt x="311" y="224"/>
                  </a:lnTo>
                  <a:lnTo>
                    <a:pt x="311" y="226"/>
                  </a:lnTo>
                  <a:lnTo>
                    <a:pt x="311" y="226"/>
                  </a:lnTo>
                  <a:lnTo>
                    <a:pt x="311" y="227"/>
                  </a:lnTo>
                  <a:lnTo>
                    <a:pt x="313" y="227"/>
                  </a:lnTo>
                  <a:lnTo>
                    <a:pt x="313" y="228"/>
                  </a:lnTo>
                  <a:lnTo>
                    <a:pt x="313" y="228"/>
                  </a:lnTo>
                  <a:lnTo>
                    <a:pt x="313" y="228"/>
                  </a:lnTo>
                  <a:lnTo>
                    <a:pt x="315" y="228"/>
                  </a:lnTo>
                  <a:lnTo>
                    <a:pt x="313" y="230"/>
                  </a:lnTo>
                  <a:lnTo>
                    <a:pt x="313" y="230"/>
                  </a:lnTo>
                  <a:lnTo>
                    <a:pt x="313" y="230"/>
                  </a:lnTo>
                  <a:lnTo>
                    <a:pt x="313" y="230"/>
                  </a:lnTo>
                  <a:lnTo>
                    <a:pt x="311" y="232"/>
                  </a:lnTo>
                  <a:lnTo>
                    <a:pt x="311" y="232"/>
                  </a:lnTo>
                  <a:lnTo>
                    <a:pt x="310" y="232"/>
                  </a:lnTo>
                  <a:lnTo>
                    <a:pt x="310" y="232"/>
                  </a:lnTo>
                  <a:lnTo>
                    <a:pt x="308" y="234"/>
                  </a:lnTo>
                  <a:lnTo>
                    <a:pt x="308" y="234"/>
                  </a:lnTo>
                  <a:lnTo>
                    <a:pt x="306" y="234"/>
                  </a:lnTo>
                  <a:lnTo>
                    <a:pt x="306" y="234"/>
                  </a:lnTo>
                  <a:lnTo>
                    <a:pt x="305" y="236"/>
                  </a:lnTo>
                  <a:lnTo>
                    <a:pt x="305" y="236"/>
                  </a:lnTo>
                  <a:lnTo>
                    <a:pt x="305" y="236"/>
                  </a:lnTo>
                  <a:lnTo>
                    <a:pt x="305" y="236"/>
                  </a:lnTo>
                  <a:lnTo>
                    <a:pt x="305" y="238"/>
                  </a:lnTo>
                  <a:lnTo>
                    <a:pt x="305" y="238"/>
                  </a:lnTo>
                  <a:lnTo>
                    <a:pt x="305" y="238"/>
                  </a:lnTo>
                  <a:lnTo>
                    <a:pt x="305" y="238"/>
                  </a:lnTo>
                  <a:lnTo>
                    <a:pt x="305" y="239"/>
                  </a:lnTo>
                  <a:lnTo>
                    <a:pt x="305" y="239"/>
                  </a:lnTo>
                  <a:lnTo>
                    <a:pt x="305" y="239"/>
                  </a:lnTo>
                  <a:lnTo>
                    <a:pt x="306" y="239"/>
                  </a:lnTo>
                  <a:lnTo>
                    <a:pt x="306" y="241"/>
                  </a:lnTo>
                  <a:lnTo>
                    <a:pt x="306" y="241"/>
                  </a:lnTo>
                  <a:lnTo>
                    <a:pt x="306" y="241"/>
                  </a:lnTo>
                  <a:lnTo>
                    <a:pt x="307" y="241"/>
                  </a:lnTo>
                  <a:lnTo>
                    <a:pt x="307" y="242"/>
                  </a:lnTo>
                  <a:lnTo>
                    <a:pt x="307" y="242"/>
                  </a:lnTo>
                  <a:lnTo>
                    <a:pt x="307" y="242"/>
                  </a:lnTo>
                  <a:lnTo>
                    <a:pt x="309" y="242"/>
                  </a:lnTo>
                  <a:lnTo>
                    <a:pt x="309" y="244"/>
                  </a:lnTo>
                  <a:lnTo>
                    <a:pt x="310" y="244"/>
                  </a:lnTo>
                  <a:lnTo>
                    <a:pt x="310" y="246"/>
                  </a:lnTo>
                  <a:lnTo>
                    <a:pt x="311" y="246"/>
                  </a:lnTo>
                  <a:lnTo>
                    <a:pt x="311" y="248"/>
                  </a:lnTo>
                  <a:lnTo>
                    <a:pt x="313" y="248"/>
                  </a:lnTo>
                  <a:lnTo>
                    <a:pt x="313" y="248"/>
                  </a:lnTo>
                  <a:lnTo>
                    <a:pt x="316" y="248"/>
                  </a:lnTo>
                  <a:lnTo>
                    <a:pt x="316" y="250"/>
                  </a:lnTo>
                  <a:lnTo>
                    <a:pt x="317" y="250"/>
                  </a:lnTo>
                  <a:lnTo>
                    <a:pt x="317" y="251"/>
                  </a:lnTo>
                  <a:lnTo>
                    <a:pt x="318" y="251"/>
                  </a:lnTo>
                  <a:lnTo>
                    <a:pt x="318" y="252"/>
                  </a:lnTo>
                  <a:lnTo>
                    <a:pt x="321" y="252"/>
                  </a:lnTo>
                  <a:lnTo>
                    <a:pt x="321" y="252"/>
                  </a:lnTo>
                  <a:lnTo>
                    <a:pt x="323" y="252"/>
                  </a:lnTo>
                  <a:lnTo>
                    <a:pt x="323" y="253"/>
                  </a:lnTo>
                  <a:lnTo>
                    <a:pt x="324" y="253"/>
                  </a:lnTo>
                  <a:lnTo>
                    <a:pt x="326" y="253"/>
                  </a:lnTo>
                  <a:lnTo>
                    <a:pt x="328" y="253"/>
                  </a:lnTo>
                  <a:lnTo>
                    <a:pt x="330" y="253"/>
                  </a:lnTo>
                  <a:lnTo>
                    <a:pt x="332" y="253"/>
                  </a:lnTo>
                  <a:lnTo>
                    <a:pt x="333" y="253"/>
                  </a:lnTo>
                  <a:lnTo>
                    <a:pt x="335" y="253"/>
                  </a:lnTo>
                  <a:lnTo>
                    <a:pt x="336" y="254"/>
                  </a:lnTo>
                  <a:lnTo>
                    <a:pt x="338" y="254"/>
                  </a:lnTo>
                  <a:lnTo>
                    <a:pt x="340" y="254"/>
                  </a:lnTo>
                  <a:lnTo>
                    <a:pt x="342" y="254"/>
                  </a:lnTo>
                  <a:lnTo>
                    <a:pt x="343" y="254"/>
                  </a:lnTo>
                  <a:lnTo>
                    <a:pt x="345" y="254"/>
                  </a:lnTo>
                  <a:lnTo>
                    <a:pt x="346" y="254"/>
                  </a:lnTo>
                  <a:lnTo>
                    <a:pt x="348" y="254"/>
                  </a:lnTo>
                  <a:lnTo>
                    <a:pt x="348" y="257"/>
                  </a:lnTo>
                  <a:lnTo>
                    <a:pt x="350" y="259"/>
                  </a:lnTo>
                  <a:lnTo>
                    <a:pt x="352" y="261"/>
                  </a:lnTo>
                  <a:lnTo>
                    <a:pt x="354" y="263"/>
                  </a:lnTo>
                  <a:lnTo>
                    <a:pt x="356" y="264"/>
                  </a:lnTo>
                  <a:lnTo>
                    <a:pt x="358" y="264"/>
                  </a:lnTo>
                  <a:lnTo>
                    <a:pt x="360" y="266"/>
                  </a:lnTo>
                  <a:lnTo>
                    <a:pt x="363" y="266"/>
                  </a:lnTo>
                  <a:lnTo>
                    <a:pt x="365" y="268"/>
                  </a:lnTo>
                  <a:lnTo>
                    <a:pt x="367" y="268"/>
                  </a:lnTo>
                  <a:lnTo>
                    <a:pt x="369" y="268"/>
                  </a:lnTo>
                  <a:lnTo>
                    <a:pt x="372" y="268"/>
                  </a:lnTo>
                  <a:lnTo>
                    <a:pt x="373" y="269"/>
                  </a:lnTo>
                  <a:lnTo>
                    <a:pt x="375" y="269"/>
                  </a:lnTo>
                  <a:lnTo>
                    <a:pt x="377" y="270"/>
                  </a:lnTo>
                  <a:lnTo>
                    <a:pt x="379" y="270"/>
                  </a:lnTo>
                  <a:lnTo>
                    <a:pt x="379" y="272"/>
                  </a:lnTo>
                  <a:lnTo>
                    <a:pt x="379" y="272"/>
                  </a:lnTo>
                  <a:lnTo>
                    <a:pt x="379" y="272"/>
                  </a:lnTo>
                  <a:lnTo>
                    <a:pt x="379" y="272"/>
                  </a:lnTo>
                  <a:lnTo>
                    <a:pt x="379" y="273"/>
                  </a:lnTo>
                  <a:lnTo>
                    <a:pt x="379" y="273"/>
                  </a:lnTo>
                  <a:lnTo>
                    <a:pt x="379" y="273"/>
                  </a:lnTo>
                  <a:lnTo>
                    <a:pt x="382" y="273"/>
                  </a:lnTo>
                  <a:lnTo>
                    <a:pt x="382" y="275"/>
                  </a:lnTo>
                  <a:lnTo>
                    <a:pt x="382" y="275"/>
                  </a:lnTo>
                  <a:lnTo>
                    <a:pt x="382" y="275"/>
                  </a:lnTo>
                  <a:lnTo>
                    <a:pt x="383" y="275"/>
                  </a:lnTo>
                  <a:lnTo>
                    <a:pt x="383" y="276"/>
                  </a:lnTo>
                  <a:lnTo>
                    <a:pt x="383" y="276"/>
                  </a:lnTo>
                  <a:lnTo>
                    <a:pt x="383" y="276"/>
                  </a:lnTo>
                  <a:lnTo>
                    <a:pt x="385" y="276"/>
                  </a:lnTo>
                  <a:lnTo>
                    <a:pt x="385" y="278"/>
                  </a:lnTo>
                  <a:lnTo>
                    <a:pt x="385" y="278"/>
                  </a:lnTo>
                  <a:lnTo>
                    <a:pt x="385" y="278"/>
                  </a:lnTo>
                  <a:lnTo>
                    <a:pt x="386" y="278"/>
                  </a:lnTo>
                  <a:lnTo>
                    <a:pt x="386" y="278"/>
                  </a:lnTo>
                  <a:lnTo>
                    <a:pt x="386" y="278"/>
                  </a:lnTo>
                  <a:lnTo>
                    <a:pt x="386" y="278"/>
                  </a:lnTo>
                  <a:lnTo>
                    <a:pt x="388" y="278"/>
                  </a:lnTo>
                  <a:lnTo>
                    <a:pt x="388" y="279"/>
                  </a:lnTo>
                  <a:lnTo>
                    <a:pt x="388" y="279"/>
                  </a:lnTo>
                  <a:lnTo>
                    <a:pt x="388" y="279"/>
                  </a:lnTo>
                  <a:lnTo>
                    <a:pt x="390" y="279"/>
                  </a:lnTo>
                  <a:lnTo>
                    <a:pt x="390" y="279"/>
                  </a:lnTo>
                  <a:lnTo>
                    <a:pt x="390" y="279"/>
                  </a:lnTo>
                  <a:lnTo>
                    <a:pt x="390" y="279"/>
                  </a:lnTo>
                  <a:lnTo>
                    <a:pt x="392" y="279"/>
                  </a:lnTo>
                  <a:lnTo>
                    <a:pt x="392" y="281"/>
                  </a:lnTo>
                  <a:lnTo>
                    <a:pt x="392" y="281"/>
                  </a:lnTo>
                  <a:lnTo>
                    <a:pt x="392" y="283"/>
                  </a:lnTo>
                  <a:lnTo>
                    <a:pt x="394" y="283"/>
                  </a:lnTo>
                  <a:lnTo>
                    <a:pt x="394" y="285"/>
                  </a:lnTo>
                  <a:lnTo>
                    <a:pt x="395" y="285"/>
                  </a:lnTo>
                  <a:lnTo>
                    <a:pt x="395" y="285"/>
                  </a:lnTo>
                  <a:lnTo>
                    <a:pt x="397" y="285"/>
                  </a:lnTo>
                  <a:lnTo>
                    <a:pt x="397" y="287"/>
                  </a:lnTo>
                  <a:lnTo>
                    <a:pt x="397" y="287"/>
                  </a:lnTo>
                  <a:lnTo>
                    <a:pt x="397" y="289"/>
                  </a:lnTo>
                  <a:lnTo>
                    <a:pt x="399" y="289"/>
                  </a:lnTo>
                  <a:lnTo>
                    <a:pt x="399" y="291"/>
                  </a:lnTo>
                  <a:lnTo>
                    <a:pt x="400" y="291"/>
                  </a:lnTo>
                  <a:lnTo>
                    <a:pt x="400" y="292"/>
                  </a:lnTo>
                  <a:lnTo>
                    <a:pt x="402" y="292"/>
                  </a:lnTo>
                  <a:lnTo>
                    <a:pt x="401" y="294"/>
                  </a:lnTo>
                  <a:lnTo>
                    <a:pt x="401" y="294"/>
                  </a:lnTo>
                  <a:lnTo>
                    <a:pt x="401" y="294"/>
                  </a:lnTo>
                  <a:lnTo>
                    <a:pt x="401" y="294"/>
                  </a:lnTo>
                  <a:lnTo>
                    <a:pt x="401" y="296"/>
                  </a:lnTo>
                  <a:lnTo>
                    <a:pt x="401" y="296"/>
                  </a:lnTo>
                  <a:lnTo>
                    <a:pt x="401" y="296"/>
                  </a:lnTo>
                  <a:lnTo>
                    <a:pt x="401" y="296"/>
                  </a:lnTo>
                  <a:lnTo>
                    <a:pt x="399" y="298"/>
                  </a:lnTo>
                  <a:lnTo>
                    <a:pt x="399" y="298"/>
                  </a:lnTo>
                  <a:lnTo>
                    <a:pt x="399" y="298"/>
                  </a:lnTo>
                  <a:lnTo>
                    <a:pt x="399" y="298"/>
                  </a:lnTo>
                  <a:lnTo>
                    <a:pt x="399" y="300"/>
                  </a:lnTo>
                  <a:lnTo>
                    <a:pt x="399" y="300"/>
                  </a:lnTo>
                  <a:lnTo>
                    <a:pt x="399" y="300"/>
                  </a:lnTo>
                  <a:lnTo>
                    <a:pt x="399" y="300"/>
                  </a:lnTo>
                  <a:lnTo>
                    <a:pt x="398" y="302"/>
                  </a:lnTo>
                  <a:lnTo>
                    <a:pt x="398" y="302"/>
                  </a:lnTo>
                  <a:lnTo>
                    <a:pt x="398" y="303"/>
                  </a:lnTo>
                  <a:lnTo>
                    <a:pt x="398" y="303"/>
                  </a:lnTo>
                  <a:lnTo>
                    <a:pt x="398" y="305"/>
                  </a:lnTo>
                  <a:lnTo>
                    <a:pt x="398" y="305"/>
                  </a:lnTo>
                  <a:lnTo>
                    <a:pt x="398" y="305"/>
                  </a:lnTo>
                  <a:lnTo>
                    <a:pt x="398" y="305"/>
                  </a:lnTo>
                  <a:lnTo>
                    <a:pt x="396" y="307"/>
                  </a:lnTo>
                  <a:lnTo>
                    <a:pt x="396" y="307"/>
                  </a:lnTo>
                  <a:lnTo>
                    <a:pt x="396" y="307"/>
                  </a:lnTo>
                  <a:lnTo>
                    <a:pt x="396" y="307"/>
                  </a:lnTo>
                  <a:lnTo>
                    <a:pt x="394" y="307"/>
                  </a:lnTo>
                  <a:lnTo>
                    <a:pt x="394" y="307"/>
                  </a:lnTo>
                  <a:lnTo>
                    <a:pt x="394" y="307"/>
                  </a:lnTo>
                  <a:lnTo>
                    <a:pt x="394" y="307"/>
                  </a:lnTo>
                  <a:lnTo>
                    <a:pt x="392" y="307"/>
                  </a:lnTo>
                  <a:lnTo>
                    <a:pt x="392" y="307"/>
                  </a:lnTo>
                  <a:lnTo>
                    <a:pt x="391" y="307"/>
                  </a:lnTo>
                  <a:lnTo>
                    <a:pt x="391" y="305"/>
                  </a:lnTo>
                  <a:lnTo>
                    <a:pt x="389" y="305"/>
                  </a:lnTo>
                  <a:lnTo>
                    <a:pt x="389" y="303"/>
                  </a:lnTo>
                  <a:lnTo>
                    <a:pt x="387" y="301"/>
                  </a:lnTo>
                  <a:lnTo>
                    <a:pt x="387" y="299"/>
                  </a:lnTo>
                  <a:lnTo>
                    <a:pt x="385" y="298"/>
                  </a:lnTo>
                  <a:lnTo>
                    <a:pt x="385" y="296"/>
                  </a:lnTo>
                  <a:lnTo>
                    <a:pt x="383" y="294"/>
                  </a:lnTo>
                  <a:lnTo>
                    <a:pt x="383" y="292"/>
                  </a:lnTo>
                  <a:lnTo>
                    <a:pt x="382" y="292"/>
                  </a:lnTo>
                  <a:lnTo>
                    <a:pt x="382" y="290"/>
                  </a:lnTo>
                  <a:lnTo>
                    <a:pt x="379" y="288"/>
                  </a:lnTo>
                  <a:lnTo>
                    <a:pt x="379" y="286"/>
                  </a:lnTo>
                  <a:lnTo>
                    <a:pt x="377" y="286"/>
                  </a:lnTo>
                  <a:lnTo>
                    <a:pt x="377" y="286"/>
                  </a:lnTo>
                  <a:lnTo>
                    <a:pt x="375" y="286"/>
                  </a:lnTo>
                  <a:lnTo>
                    <a:pt x="375" y="286"/>
                  </a:lnTo>
                  <a:lnTo>
                    <a:pt x="373" y="286"/>
                  </a:lnTo>
                  <a:lnTo>
                    <a:pt x="372" y="286"/>
                  </a:lnTo>
                  <a:lnTo>
                    <a:pt x="370" y="286"/>
                  </a:lnTo>
                  <a:lnTo>
                    <a:pt x="370" y="286"/>
                  </a:lnTo>
                  <a:lnTo>
                    <a:pt x="368" y="286"/>
                  </a:lnTo>
                  <a:lnTo>
                    <a:pt x="366" y="286"/>
                  </a:lnTo>
                  <a:lnTo>
                    <a:pt x="364" y="286"/>
                  </a:lnTo>
                  <a:lnTo>
                    <a:pt x="363" y="286"/>
                  </a:lnTo>
                  <a:lnTo>
                    <a:pt x="361" y="286"/>
                  </a:lnTo>
                  <a:lnTo>
                    <a:pt x="361" y="286"/>
                  </a:lnTo>
                  <a:lnTo>
                    <a:pt x="359" y="286"/>
                  </a:lnTo>
                  <a:lnTo>
                    <a:pt x="359" y="286"/>
                  </a:lnTo>
                  <a:lnTo>
                    <a:pt x="357" y="286"/>
                  </a:lnTo>
                  <a:lnTo>
                    <a:pt x="357" y="286"/>
                  </a:lnTo>
                  <a:lnTo>
                    <a:pt x="355" y="286"/>
                  </a:lnTo>
                  <a:lnTo>
                    <a:pt x="355" y="285"/>
                  </a:lnTo>
                  <a:lnTo>
                    <a:pt x="354" y="285"/>
                  </a:lnTo>
                  <a:lnTo>
                    <a:pt x="354" y="285"/>
                  </a:lnTo>
                  <a:lnTo>
                    <a:pt x="352" y="285"/>
                  </a:lnTo>
                  <a:lnTo>
                    <a:pt x="352" y="283"/>
                  </a:lnTo>
                  <a:lnTo>
                    <a:pt x="350" y="283"/>
                  </a:lnTo>
                  <a:lnTo>
                    <a:pt x="350" y="283"/>
                  </a:lnTo>
                  <a:lnTo>
                    <a:pt x="349" y="283"/>
                  </a:lnTo>
                  <a:lnTo>
                    <a:pt x="349" y="281"/>
                  </a:lnTo>
                  <a:lnTo>
                    <a:pt x="348" y="281"/>
                  </a:lnTo>
                  <a:lnTo>
                    <a:pt x="348" y="281"/>
                  </a:lnTo>
                  <a:lnTo>
                    <a:pt x="348" y="281"/>
                  </a:lnTo>
                  <a:lnTo>
                    <a:pt x="348" y="280"/>
                  </a:lnTo>
                  <a:lnTo>
                    <a:pt x="346" y="282"/>
                  </a:lnTo>
                  <a:lnTo>
                    <a:pt x="346" y="282"/>
                  </a:lnTo>
                  <a:lnTo>
                    <a:pt x="345" y="284"/>
                  </a:lnTo>
                  <a:lnTo>
                    <a:pt x="345" y="284"/>
                  </a:lnTo>
                  <a:lnTo>
                    <a:pt x="343" y="286"/>
                  </a:lnTo>
                  <a:lnTo>
                    <a:pt x="343" y="286"/>
                  </a:lnTo>
                  <a:lnTo>
                    <a:pt x="343" y="288"/>
                  </a:lnTo>
                  <a:lnTo>
                    <a:pt x="343" y="288"/>
                  </a:lnTo>
                  <a:lnTo>
                    <a:pt x="340" y="290"/>
                  </a:lnTo>
                  <a:lnTo>
                    <a:pt x="340" y="291"/>
                  </a:lnTo>
                  <a:lnTo>
                    <a:pt x="340" y="292"/>
                  </a:lnTo>
                  <a:lnTo>
                    <a:pt x="340" y="292"/>
                  </a:lnTo>
                  <a:lnTo>
                    <a:pt x="340" y="294"/>
                  </a:lnTo>
                  <a:lnTo>
                    <a:pt x="340" y="294"/>
                  </a:lnTo>
                  <a:lnTo>
                    <a:pt x="340" y="295"/>
                  </a:lnTo>
                  <a:lnTo>
                    <a:pt x="340" y="295"/>
                  </a:lnTo>
                  <a:lnTo>
                    <a:pt x="339" y="297"/>
                  </a:lnTo>
                  <a:lnTo>
                    <a:pt x="339" y="299"/>
                  </a:lnTo>
                  <a:lnTo>
                    <a:pt x="338" y="301"/>
                  </a:lnTo>
                  <a:lnTo>
                    <a:pt x="338" y="301"/>
                  </a:lnTo>
                  <a:lnTo>
                    <a:pt x="335" y="303"/>
                  </a:lnTo>
                  <a:lnTo>
                    <a:pt x="335" y="305"/>
                  </a:lnTo>
                  <a:lnTo>
                    <a:pt x="334" y="307"/>
                  </a:lnTo>
                  <a:lnTo>
                    <a:pt x="334" y="308"/>
                  </a:lnTo>
                  <a:lnTo>
                    <a:pt x="332" y="310"/>
                  </a:lnTo>
                  <a:lnTo>
                    <a:pt x="332" y="313"/>
                  </a:lnTo>
                  <a:lnTo>
                    <a:pt x="332" y="315"/>
                  </a:lnTo>
                  <a:lnTo>
                    <a:pt x="332" y="316"/>
                  </a:lnTo>
                  <a:lnTo>
                    <a:pt x="332" y="318"/>
                  </a:lnTo>
                  <a:lnTo>
                    <a:pt x="332" y="320"/>
                  </a:lnTo>
                  <a:lnTo>
                    <a:pt x="332" y="322"/>
                  </a:lnTo>
                  <a:lnTo>
                    <a:pt x="333" y="322"/>
                  </a:lnTo>
                  <a:lnTo>
                    <a:pt x="333" y="323"/>
                  </a:lnTo>
                  <a:lnTo>
                    <a:pt x="333" y="323"/>
                  </a:lnTo>
                  <a:lnTo>
                    <a:pt x="333" y="323"/>
                  </a:lnTo>
                  <a:lnTo>
                    <a:pt x="335" y="323"/>
                  </a:lnTo>
                  <a:lnTo>
                    <a:pt x="335" y="323"/>
                  </a:lnTo>
                  <a:lnTo>
                    <a:pt x="337" y="323"/>
                  </a:lnTo>
                  <a:lnTo>
                    <a:pt x="337" y="323"/>
                  </a:lnTo>
                  <a:lnTo>
                    <a:pt x="339" y="323"/>
                  </a:lnTo>
                  <a:lnTo>
                    <a:pt x="339" y="323"/>
                  </a:lnTo>
                  <a:lnTo>
                    <a:pt x="340" y="323"/>
                  </a:lnTo>
                  <a:lnTo>
                    <a:pt x="340" y="323"/>
                  </a:lnTo>
                  <a:lnTo>
                    <a:pt x="343" y="323"/>
                  </a:lnTo>
                  <a:lnTo>
                    <a:pt x="343" y="323"/>
                  </a:lnTo>
                  <a:lnTo>
                    <a:pt x="345" y="323"/>
                  </a:lnTo>
                  <a:lnTo>
                    <a:pt x="345" y="323"/>
                  </a:lnTo>
                  <a:lnTo>
                    <a:pt x="347" y="323"/>
                  </a:lnTo>
                  <a:lnTo>
                    <a:pt x="347" y="325"/>
                  </a:lnTo>
                  <a:lnTo>
                    <a:pt x="347" y="325"/>
                  </a:lnTo>
                  <a:lnTo>
                    <a:pt x="347" y="325"/>
                  </a:lnTo>
                  <a:lnTo>
                    <a:pt x="348" y="325"/>
                  </a:lnTo>
                  <a:lnTo>
                    <a:pt x="348" y="326"/>
                  </a:lnTo>
                  <a:lnTo>
                    <a:pt x="350" y="326"/>
                  </a:lnTo>
                  <a:lnTo>
                    <a:pt x="350" y="326"/>
                  </a:lnTo>
                  <a:lnTo>
                    <a:pt x="352" y="326"/>
                  </a:lnTo>
                  <a:lnTo>
                    <a:pt x="352" y="328"/>
                  </a:lnTo>
                  <a:lnTo>
                    <a:pt x="353" y="328"/>
                  </a:lnTo>
                  <a:lnTo>
                    <a:pt x="353" y="328"/>
                  </a:lnTo>
                  <a:lnTo>
                    <a:pt x="355" y="328"/>
                  </a:lnTo>
                  <a:lnTo>
                    <a:pt x="355" y="329"/>
                  </a:lnTo>
                  <a:lnTo>
                    <a:pt x="355" y="329"/>
                  </a:lnTo>
                  <a:lnTo>
                    <a:pt x="355" y="329"/>
                  </a:lnTo>
                  <a:lnTo>
                    <a:pt x="356" y="329"/>
                  </a:lnTo>
                  <a:lnTo>
                    <a:pt x="356" y="331"/>
                  </a:lnTo>
                  <a:lnTo>
                    <a:pt x="356" y="331"/>
                  </a:lnTo>
                  <a:lnTo>
                    <a:pt x="356" y="331"/>
                  </a:lnTo>
                  <a:lnTo>
                    <a:pt x="356" y="331"/>
                  </a:lnTo>
                  <a:lnTo>
                    <a:pt x="356" y="333"/>
                  </a:lnTo>
                  <a:lnTo>
                    <a:pt x="356" y="333"/>
                  </a:lnTo>
                  <a:lnTo>
                    <a:pt x="356" y="335"/>
                  </a:lnTo>
                  <a:lnTo>
                    <a:pt x="356" y="335"/>
                  </a:lnTo>
                  <a:lnTo>
                    <a:pt x="355" y="337"/>
                  </a:lnTo>
                  <a:lnTo>
                    <a:pt x="355" y="337"/>
                  </a:lnTo>
                  <a:lnTo>
                    <a:pt x="355" y="338"/>
                  </a:lnTo>
                  <a:lnTo>
                    <a:pt x="355" y="338"/>
                  </a:lnTo>
                  <a:lnTo>
                    <a:pt x="355" y="339"/>
                  </a:lnTo>
                  <a:lnTo>
                    <a:pt x="355" y="339"/>
                  </a:lnTo>
                  <a:lnTo>
                    <a:pt x="355" y="339"/>
                  </a:lnTo>
                  <a:lnTo>
                    <a:pt x="356" y="339"/>
                  </a:lnTo>
                  <a:lnTo>
                    <a:pt x="356" y="342"/>
                  </a:lnTo>
                  <a:lnTo>
                    <a:pt x="356" y="342"/>
                  </a:lnTo>
                  <a:lnTo>
                    <a:pt x="356" y="342"/>
                  </a:lnTo>
                  <a:lnTo>
                    <a:pt x="356" y="342"/>
                  </a:lnTo>
                  <a:lnTo>
                    <a:pt x="356" y="342"/>
                  </a:lnTo>
                  <a:lnTo>
                    <a:pt x="356" y="342"/>
                  </a:lnTo>
                  <a:lnTo>
                    <a:pt x="356" y="342"/>
                  </a:lnTo>
                  <a:lnTo>
                    <a:pt x="357" y="342"/>
                  </a:lnTo>
                  <a:lnTo>
                    <a:pt x="357" y="344"/>
                  </a:lnTo>
                  <a:lnTo>
                    <a:pt x="357" y="344"/>
                  </a:lnTo>
                  <a:lnTo>
                    <a:pt x="357" y="344"/>
                  </a:lnTo>
                  <a:lnTo>
                    <a:pt x="357" y="344"/>
                  </a:lnTo>
                  <a:lnTo>
                    <a:pt x="357" y="345"/>
                  </a:lnTo>
                  <a:lnTo>
                    <a:pt x="357" y="345"/>
                  </a:lnTo>
                  <a:lnTo>
                    <a:pt x="357" y="345"/>
                  </a:lnTo>
                  <a:lnTo>
                    <a:pt x="359" y="345"/>
                  </a:lnTo>
                  <a:lnTo>
                    <a:pt x="357" y="347"/>
                  </a:lnTo>
                  <a:lnTo>
                    <a:pt x="357" y="347"/>
                  </a:lnTo>
                  <a:lnTo>
                    <a:pt x="357" y="347"/>
                  </a:lnTo>
                  <a:lnTo>
                    <a:pt x="357" y="347"/>
                  </a:lnTo>
                  <a:lnTo>
                    <a:pt x="357" y="349"/>
                  </a:lnTo>
                  <a:lnTo>
                    <a:pt x="357" y="349"/>
                  </a:lnTo>
                  <a:lnTo>
                    <a:pt x="357" y="349"/>
                  </a:lnTo>
                  <a:lnTo>
                    <a:pt x="357" y="349"/>
                  </a:lnTo>
                  <a:lnTo>
                    <a:pt x="355" y="351"/>
                  </a:lnTo>
                  <a:lnTo>
                    <a:pt x="355" y="351"/>
                  </a:lnTo>
                  <a:lnTo>
                    <a:pt x="355" y="351"/>
                  </a:lnTo>
                  <a:lnTo>
                    <a:pt x="355" y="351"/>
                  </a:lnTo>
                  <a:lnTo>
                    <a:pt x="355" y="352"/>
                  </a:lnTo>
                  <a:lnTo>
                    <a:pt x="355" y="352"/>
                  </a:lnTo>
                  <a:lnTo>
                    <a:pt x="355" y="352"/>
                  </a:lnTo>
                  <a:lnTo>
                    <a:pt x="355" y="352"/>
                  </a:lnTo>
                  <a:lnTo>
                    <a:pt x="354" y="352"/>
                  </a:lnTo>
                  <a:lnTo>
                    <a:pt x="354" y="352"/>
                  </a:lnTo>
                  <a:lnTo>
                    <a:pt x="354" y="352"/>
                  </a:lnTo>
                  <a:lnTo>
                    <a:pt x="354" y="352"/>
                  </a:lnTo>
                  <a:lnTo>
                    <a:pt x="352" y="352"/>
                  </a:lnTo>
                  <a:lnTo>
                    <a:pt x="352" y="352"/>
                  </a:lnTo>
                  <a:lnTo>
                    <a:pt x="352" y="352"/>
                  </a:lnTo>
                  <a:lnTo>
                    <a:pt x="352" y="352"/>
                  </a:lnTo>
                  <a:lnTo>
                    <a:pt x="350" y="352"/>
                  </a:lnTo>
                  <a:lnTo>
                    <a:pt x="350" y="352"/>
                  </a:lnTo>
                  <a:lnTo>
                    <a:pt x="350" y="352"/>
                  </a:lnTo>
                  <a:lnTo>
                    <a:pt x="350" y="352"/>
                  </a:lnTo>
                  <a:lnTo>
                    <a:pt x="350" y="352"/>
                  </a:lnTo>
                  <a:lnTo>
                    <a:pt x="350" y="352"/>
                  </a:lnTo>
                  <a:lnTo>
                    <a:pt x="350" y="352"/>
                  </a:lnTo>
                  <a:lnTo>
                    <a:pt x="350" y="352"/>
                  </a:lnTo>
                  <a:lnTo>
                    <a:pt x="348" y="353"/>
                  </a:lnTo>
                  <a:lnTo>
                    <a:pt x="348" y="353"/>
                  </a:lnTo>
                  <a:lnTo>
                    <a:pt x="347" y="353"/>
                  </a:lnTo>
                  <a:lnTo>
                    <a:pt x="347" y="353"/>
                  </a:lnTo>
                  <a:lnTo>
                    <a:pt x="345" y="355"/>
                  </a:lnTo>
                  <a:lnTo>
                    <a:pt x="345" y="355"/>
                  </a:lnTo>
                  <a:lnTo>
                    <a:pt x="345" y="355"/>
                  </a:lnTo>
                  <a:lnTo>
                    <a:pt x="345" y="355"/>
                  </a:lnTo>
                  <a:lnTo>
                    <a:pt x="343" y="357"/>
                  </a:lnTo>
                  <a:lnTo>
                    <a:pt x="343" y="357"/>
                  </a:lnTo>
                  <a:lnTo>
                    <a:pt x="341" y="357"/>
                  </a:lnTo>
                  <a:lnTo>
                    <a:pt x="341" y="357"/>
                  </a:lnTo>
                  <a:lnTo>
                    <a:pt x="340" y="359"/>
                  </a:lnTo>
                  <a:lnTo>
                    <a:pt x="340" y="359"/>
                  </a:lnTo>
                  <a:lnTo>
                    <a:pt x="340" y="359"/>
                  </a:lnTo>
                  <a:lnTo>
                    <a:pt x="340" y="359"/>
                  </a:lnTo>
                  <a:lnTo>
                    <a:pt x="339" y="360"/>
                  </a:lnTo>
                  <a:lnTo>
                    <a:pt x="339" y="361"/>
                  </a:lnTo>
                  <a:lnTo>
                    <a:pt x="339" y="364"/>
                  </a:lnTo>
                  <a:lnTo>
                    <a:pt x="339" y="364"/>
                  </a:lnTo>
                  <a:lnTo>
                    <a:pt x="339" y="366"/>
                  </a:lnTo>
                  <a:lnTo>
                    <a:pt x="339" y="366"/>
                  </a:lnTo>
                  <a:lnTo>
                    <a:pt x="339" y="368"/>
                  </a:lnTo>
                  <a:lnTo>
                    <a:pt x="341" y="368"/>
                  </a:lnTo>
                  <a:lnTo>
                    <a:pt x="341" y="370"/>
                  </a:lnTo>
                  <a:lnTo>
                    <a:pt x="341" y="371"/>
                  </a:lnTo>
                  <a:lnTo>
                    <a:pt x="341" y="373"/>
                  </a:lnTo>
                  <a:lnTo>
                    <a:pt x="343" y="373"/>
                  </a:lnTo>
                  <a:lnTo>
                    <a:pt x="343" y="375"/>
                  </a:lnTo>
                  <a:lnTo>
                    <a:pt x="343" y="375"/>
                  </a:lnTo>
                  <a:lnTo>
                    <a:pt x="343" y="376"/>
                  </a:lnTo>
                  <a:lnTo>
                    <a:pt x="343" y="376"/>
                  </a:lnTo>
                  <a:lnTo>
                    <a:pt x="341" y="378"/>
                  </a:lnTo>
                  <a:lnTo>
                    <a:pt x="341" y="378"/>
                  </a:lnTo>
                  <a:lnTo>
                    <a:pt x="339" y="380"/>
                  </a:lnTo>
                  <a:lnTo>
                    <a:pt x="339" y="380"/>
                  </a:lnTo>
                  <a:lnTo>
                    <a:pt x="338" y="382"/>
                  </a:lnTo>
                  <a:lnTo>
                    <a:pt x="338" y="382"/>
                  </a:lnTo>
                  <a:lnTo>
                    <a:pt x="335" y="383"/>
                  </a:lnTo>
                  <a:lnTo>
                    <a:pt x="335" y="383"/>
                  </a:lnTo>
                  <a:lnTo>
                    <a:pt x="333" y="385"/>
                  </a:lnTo>
                  <a:lnTo>
                    <a:pt x="332" y="385"/>
                  </a:lnTo>
                  <a:lnTo>
                    <a:pt x="330" y="387"/>
                  </a:lnTo>
                  <a:lnTo>
                    <a:pt x="330" y="387"/>
                  </a:lnTo>
                  <a:lnTo>
                    <a:pt x="329" y="389"/>
                  </a:lnTo>
                  <a:lnTo>
                    <a:pt x="329" y="389"/>
                  </a:lnTo>
                  <a:lnTo>
                    <a:pt x="329" y="389"/>
                  </a:lnTo>
                  <a:lnTo>
                    <a:pt x="329" y="389"/>
                  </a:lnTo>
                  <a:lnTo>
                    <a:pt x="328" y="391"/>
                  </a:lnTo>
                  <a:lnTo>
                    <a:pt x="328" y="391"/>
                  </a:lnTo>
                  <a:lnTo>
                    <a:pt x="328" y="393"/>
                  </a:lnTo>
                  <a:lnTo>
                    <a:pt x="328" y="393"/>
                  </a:lnTo>
                  <a:lnTo>
                    <a:pt x="328" y="395"/>
                  </a:lnTo>
                  <a:lnTo>
                    <a:pt x="328" y="395"/>
                  </a:lnTo>
                  <a:lnTo>
                    <a:pt x="328" y="395"/>
                  </a:lnTo>
                  <a:lnTo>
                    <a:pt x="328" y="395"/>
                  </a:lnTo>
                  <a:lnTo>
                    <a:pt x="328" y="397"/>
                  </a:lnTo>
                  <a:lnTo>
                    <a:pt x="328" y="397"/>
                  </a:lnTo>
                  <a:lnTo>
                    <a:pt x="328" y="397"/>
                  </a:lnTo>
                  <a:lnTo>
                    <a:pt x="328" y="397"/>
                  </a:lnTo>
                  <a:lnTo>
                    <a:pt x="328" y="398"/>
                  </a:lnTo>
                  <a:lnTo>
                    <a:pt x="328" y="398"/>
                  </a:lnTo>
                  <a:lnTo>
                    <a:pt x="328" y="398"/>
                  </a:lnTo>
                  <a:lnTo>
                    <a:pt x="328" y="398"/>
                  </a:lnTo>
                  <a:lnTo>
                    <a:pt x="326" y="400"/>
                  </a:lnTo>
                  <a:lnTo>
                    <a:pt x="326" y="400"/>
                  </a:lnTo>
                  <a:lnTo>
                    <a:pt x="324" y="401"/>
                  </a:lnTo>
                  <a:lnTo>
                    <a:pt x="324" y="401"/>
                  </a:lnTo>
                  <a:lnTo>
                    <a:pt x="323" y="403"/>
                  </a:lnTo>
                  <a:lnTo>
                    <a:pt x="323" y="403"/>
                  </a:lnTo>
                  <a:lnTo>
                    <a:pt x="321" y="403"/>
                  </a:lnTo>
                  <a:lnTo>
                    <a:pt x="321" y="403"/>
                  </a:lnTo>
                  <a:lnTo>
                    <a:pt x="318" y="404"/>
                  </a:lnTo>
                  <a:lnTo>
                    <a:pt x="318" y="404"/>
                  </a:lnTo>
                  <a:lnTo>
                    <a:pt x="317" y="404"/>
                  </a:lnTo>
                  <a:lnTo>
                    <a:pt x="317" y="404"/>
                  </a:lnTo>
                  <a:lnTo>
                    <a:pt x="315" y="404"/>
                  </a:lnTo>
                  <a:lnTo>
                    <a:pt x="315" y="404"/>
                  </a:lnTo>
                  <a:lnTo>
                    <a:pt x="314" y="404"/>
                  </a:lnTo>
                  <a:lnTo>
                    <a:pt x="314" y="403"/>
                  </a:lnTo>
                  <a:lnTo>
                    <a:pt x="312" y="403"/>
                  </a:lnTo>
                  <a:lnTo>
                    <a:pt x="312" y="403"/>
                  </a:lnTo>
                  <a:lnTo>
                    <a:pt x="312" y="403"/>
                  </a:lnTo>
                  <a:lnTo>
                    <a:pt x="312" y="403"/>
                  </a:lnTo>
                  <a:lnTo>
                    <a:pt x="311" y="403"/>
                  </a:lnTo>
                  <a:lnTo>
                    <a:pt x="311" y="403"/>
                  </a:lnTo>
                  <a:lnTo>
                    <a:pt x="311" y="403"/>
                  </a:lnTo>
                  <a:lnTo>
                    <a:pt x="311" y="402"/>
                  </a:lnTo>
                  <a:lnTo>
                    <a:pt x="309" y="402"/>
                  </a:lnTo>
                  <a:lnTo>
                    <a:pt x="309" y="402"/>
                  </a:lnTo>
                  <a:lnTo>
                    <a:pt x="309" y="402"/>
                  </a:lnTo>
                  <a:lnTo>
                    <a:pt x="309" y="401"/>
                  </a:lnTo>
                  <a:lnTo>
                    <a:pt x="309" y="401"/>
                  </a:lnTo>
                  <a:lnTo>
                    <a:pt x="309" y="401"/>
                  </a:lnTo>
                  <a:lnTo>
                    <a:pt x="309" y="401"/>
                  </a:lnTo>
                  <a:lnTo>
                    <a:pt x="309" y="399"/>
                  </a:lnTo>
                  <a:lnTo>
                    <a:pt x="308" y="399"/>
                  </a:lnTo>
                  <a:lnTo>
                    <a:pt x="308" y="399"/>
                  </a:lnTo>
                  <a:lnTo>
                    <a:pt x="308" y="399"/>
                  </a:lnTo>
                  <a:lnTo>
                    <a:pt x="308" y="397"/>
                  </a:lnTo>
                  <a:lnTo>
                    <a:pt x="308" y="397"/>
                  </a:lnTo>
                  <a:lnTo>
                    <a:pt x="308" y="396"/>
                  </a:lnTo>
                  <a:lnTo>
                    <a:pt x="308" y="396"/>
                  </a:lnTo>
                  <a:lnTo>
                    <a:pt x="308" y="394"/>
                  </a:lnTo>
                  <a:lnTo>
                    <a:pt x="306" y="394"/>
                  </a:lnTo>
                  <a:lnTo>
                    <a:pt x="306" y="393"/>
                  </a:lnTo>
                  <a:lnTo>
                    <a:pt x="306" y="393"/>
                  </a:lnTo>
                  <a:lnTo>
                    <a:pt x="306" y="391"/>
                  </a:lnTo>
                  <a:lnTo>
                    <a:pt x="306" y="391"/>
                  </a:lnTo>
                  <a:lnTo>
                    <a:pt x="306" y="391"/>
                  </a:lnTo>
                  <a:lnTo>
                    <a:pt x="306" y="391"/>
                  </a:lnTo>
                  <a:lnTo>
                    <a:pt x="306" y="389"/>
                  </a:lnTo>
                  <a:lnTo>
                    <a:pt x="304" y="391"/>
                  </a:lnTo>
                  <a:lnTo>
                    <a:pt x="304" y="391"/>
                  </a:lnTo>
                  <a:lnTo>
                    <a:pt x="303" y="393"/>
                  </a:lnTo>
                  <a:lnTo>
                    <a:pt x="303" y="393"/>
                  </a:lnTo>
                  <a:lnTo>
                    <a:pt x="301" y="395"/>
                  </a:lnTo>
                  <a:lnTo>
                    <a:pt x="301" y="396"/>
                  </a:lnTo>
                  <a:lnTo>
                    <a:pt x="301" y="398"/>
                  </a:lnTo>
                  <a:lnTo>
                    <a:pt x="301" y="398"/>
                  </a:lnTo>
                  <a:lnTo>
                    <a:pt x="299" y="400"/>
                  </a:lnTo>
                  <a:lnTo>
                    <a:pt x="299" y="402"/>
                  </a:lnTo>
                  <a:lnTo>
                    <a:pt x="299" y="404"/>
                  </a:lnTo>
                  <a:lnTo>
                    <a:pt x="299" y="405"/>
                  </a:lnTo>
                  <a:lnTo>
                    <a:pt x="298" y="407"/>
                  </a:lnTo>
                  <a:lnTo>
                    <a:pt x="298" y="408"/>
                  </a:lnTo>
                  <a:lnTo>
                    <a:pt x="298" y="410"/>
                  </a:lnTo>
                  <a:lnTo>
                    <a:pt x="298" y="410"/>
                  </a:lnTo>
                  <a:lnTo>
                    <a:pt x="296" y="412"/>
                  </a:lnTo>
                  <a:lnTo>
                    <a:pt x="296" y="412"/>
                  </a:lnTo>
                  <a:lnTo>
                    <a:pt x="295" y="414"/>
                  </a:lnTo>
                  <a:lnTo>
                    <a:pt x="295" y="414"/>
                  </a:lnTo>
                  <a:lnTo>
                    <a:pt x="293" y="416"/>
                  </a:lnTo>
                  <a:lnTo>
                    <a:pt x="293" y="417"/>
                  </a:lnTo>
                  <a:lnTo>
                    <a:pt x="293" y="419"/>
                  </a:lnTo>
                  <a:lnTo>
                    <a:pt x="293" y="419"/>
                  </a:lnTo>
                  <a:lnTo>
                    <a:pt x="291" y="420"/>
                  </a:lnTo>
                  <a:lnTo>
                    <a:pt x="291" y="422"/>
                  </a:lnTo>
                  <a:lnTo>
                    <a:pt x="291" y="425"/>
                  </a:lnTo>
                  <a:lnTo>
                    <a:pt x="291" y="425"/>
                  </a:lnTo>
                  <a:lnTo>
                    <a:pt x="291" y="426"/>
                  </a:lnTo>
                  <a:lnTo>
                    <a:pt x="291" y="426"/>
                  </a:lnTo>
                  <a:lnTo>
                    <a:pt x="291" y="428"/>
                  </a:lnTo>
                  <a:lnTo>
                    <a:pt x="291" y="428"/>
                  </a:lnTo>
                  <a:lnTo>
                    <a:pt x="291" y="430"/>
                  </a:lnTo>
                  <a:lnTo>
                    <a:pt x="291" y="430"/>
                  </a:lnTo>
                  <a:lnTo>
                    <a:pt x="291" y="430"/>
                  </a:lnTo>
                  <a:lnTo>
                    <a:pt x="292" y="430"/>
                  </a:lnTo>
                  <a:lnTo>
                    <a:pt x="292" y="432"/>
                  </a:lnTo>
                  <a:lnTo>
                    <a:pt x="292" y="432"/>
                  </a:lnTo>
                  <a:lnTo>
                    <a:pt x="292" y="432"/>
                  </a:lnTo>
                  <a:lnTo>
                    <a:pt x="294" y="432"/>
                  </a:lnTo>
                  <a:lnTo>
                    <a:pt x="294" y="434"/>
                  </a:lnTo>
                  <a:lnTo>
                    <a:pt x="294" y="434"/>
                  </a:lnTo>
                  <a:lnTo>
                    <a:pt x="294" y="434"/>
                  </a:lnTo>
                  <a:lnTo>
                    <a:pt x="296" y="434"/>
                  </a:lnTo>
                  <a:lnTo>
                    <a:pt x="296" y="436"/>
                  </a:lnTo>
                  <a:lnTo>
                    <a:pt x="296" y="436"/>
                  </a:lnTo>
                  <a:lnTo>
                    <a:pt x="296" y="436"/>
                  </a:lnTo>
                  <a:lnTo>
                    <a:pt x="298" y="436"/>
                  </a:lnTo>
                  <a:lnTo>
                    <a:pt x="298" y="438"/>
                  </a:lnTo>
                  <a:lnTo>
                    <a:pt x="298" y="438"/>
                  </a:lnTo>
                  <a:lnTo>
                    <a:pt x="298" y="439"/>
                  </a:lnTo>
                  <a:lnTo>
                    <a:pt x="299" y="439"/>
                  </a:lnTo>
                  <a:lnTo>
                    <a:pt x="299" y="441"/>
                  </a:lnTo>
                  <a:lnTo>
                    <a:pt x="299" y="441"/>
                  </a:lnTo>
                  <a:lnTo>
                    <a:pt x="299" y="441"/>
                  </a:lnTo>
                  <a:lnTo>
                    <a:pt x="301" y="441"/>
                  </a:lnTo>
                  <a:lnTo>
                    <a:pt x="301" y="442"/>
                  </a:lnTo>
                  <a:lnTo>
                    <a:pt x="301" y="442"/>
                  </a:lnTo>
                  <a:lnTo>
                    <a:pt x="301" y="444"/>
                  </a:lnTo>
                  <a:lnTo>
                    <a:pt x="302" y="444"/>
                  </a:lnTo>
                  <a:lnTo>
                    <a:pt x="302" y="447"/>
                  </a:lnTo>
                  <a:lnTo>
                    <a:pt x="302" y="447"/>
                  </a:lnTo>
                  <a:lnTo>
                    <a:pt x="302" y="447"/>
                  </a:lnTo>
                  <a:lnTo>
                    <a:pt x="303" y="447"/>
                  </a:lnTo>
                  <a:lnTo>
                    <a:pt x="301" y="448"/>
                  </a:lnTo>
                  <a:lnTo>
                    <a:pt x="301" y="448"/>
                  </a:lnTo>
                  <a:lnTo>
                    <a:pt x="300" y="448"/>
                  </a:lnTo>
                  <a:lnTo>
                    <a:pt x="300" y="448"/>
                  </a:lnTo>
                  <a:lnTo>
                    <a:pt x="298" y="450"/>
                  </a:lnTo>
                  <a:lnTo>
                    <a:pt x="298" y="450"/>
                  </a:lnTo>
                  <a:lnTo>
                    <a:pt x="296" y="450"/>
                  </a:lnTo>
                  <a:lnTo>
                    <a:pt x="296" y="450"/>
                  </a:lnTo>
                  <a:lnTo>
                    <a:pt x="295" y="452"/>
                  </a:lnTo>
                  <a:lnTo>
                    <a:pt x="295" y="452"/>
                  </a:lnTo>
                  <a:lnTo>
                    <a:pt x="294" y="452"/>
                  </a:lnTo>
                  <a:lnTo>
                    <a:pt x="294" y="452"/>
                  </a:lnTo>
                  <a:lnTo>
                    <a:pt x="293" y="453"/>
                  </a:lnTo>
                  <a:lnTo>
                    <a:pt x="293" y="453"/>
                  </a:lnTo>
                  <a:lnTo>
                    <a:pt x="293" y="453"/>
                  </a:lnTo>
                  <a:lnTo>
                    <a:pt x="293" y="453"/>
                  </a:lnTo>
                  <a:lnTo>
                    <a:pt x="293" y="455"/>
                  </a:lnTo>
                  <a:lnTo>
                    <a:pt x="293" y="455"/>
                  </a:lnTo>
                  <a:lnTo>
                    <a:pt x="293" y="456"/>
                  </a:lnTo>
                  <a:lnTo>
                    <a:pt x="294" y="456"/>
                  </a:lnTo>
                  <a:lnTo>
                    <a:pt x="294" y="458"/>
                  </a:lnTo>
                  <a:lnTo>
                    <a:pt x="294" y="458"/>
                  </a:lnTo>
                  <a:lnTo>
                    <a:pt x="294" y="458"/>
                  </a:lnTo>
                  <a:lnTo>
                    <a:pt x="295" y="458"/>
                  </a:lnTo>
                  <a:lnTo>
                    <a:pt x="295" y="460"/>
                  </a:lnTo>
                  <a:lnTo>
                    <a:pt x="295" y="460"/>
                  </a:lnTo>
                  <a:lnTo>
                    <a:pt x="295" y="461"/>
                  </a:lnTo>
                  <a:lnTo>
                    <a:pt x="297" y="461"/>
                  </a:lnTo>
                  <a:lnTo>
                    <a:pt x="297" y="462"/>
                  </a:lnTo>
                  <a:lnTo>
                    <a:pt x="297" y="462"/>
                  </a:lnTo>
                  <a:lnTo>
                    <a:pt x="297" y="462"/>
                  </a:lnTo>
                  <a:lnTo>
                    <a:pt x="298" y="462"/>
                  </a:lnTo>
                  <a:lnTo>
                    <a:pt x="296" y="463"/>
                  </a:lnTo>
                  <a:lnTo>
                    <a:pt x="295" y="463"/>
                  </a:lnTo>
                  <a:lnTo>
                    <a:pt x="294" y="463"/>
                  </a:lnTo>
                  <a:lnTo>
                    <a:pt x="294" y="463"/>
                  </a:lnTo>
                  <a:lnTo>
                    <a:pt x="291" y="463"/>
                  </a:lnTo>
                  <a:lnTo>
                    <a:pt x="291" y="463"/>
                  </a:lnTo>
                  <a:lnTo>
                    <a:pt x="289" y="463"/>
                  </a:lnTo>
                  <a:lnTo>
                    <a:pt x="289" y="463"/>
                  </a:lnTo>
                  <a:lnTo>
                    <a:pt x="288" y="463"/>
                  </a:lnTo>
                  <a:lnTo>
                    <a:pt x="286" y="463"/>
                  </a:lnTo>
                  <a:lnTo>
                    <a:pt x="284" y="463"/>
                  </a:lnTo>
                  <a:lnTo>
                    <a:pt x="284" y="461"/>
                  </a:lnTo>
                  <a:lnTo>
                    <a:pt x="282" y="461"/>
                  </a:lnTo>
                  <a:lnTo>
                    <a:pt x="282" y="460"/>
                  </a:lnTo>
                  <a:lnTo>
                    <a:pt x="280" y="460"/>
                  </a:lnTo>
                  <a:lnTo>
                    <a:pt x="280" y="458"/>
                  </a:lnTo>
                  <a:lnTo>
                    <a:pt x="279" y="458"/>
                  </a:lnTo>
                  <a:lnTo>
                    <a:pt x="279" y="458"/>
                  </a:lnTo>
                  <a:lnTo>
                    <a:pt x="278" y="458"/>
                  </a:lnTo>
                  <a:lnTo>
                    <a:pt x="278" y="458"/>
                  </a:lnTo>
                  <a:lnTo>
                    <a:pt x="276" y="458"/>
                  </a:lnTo>
                  <a:lnTo>
                    <a:pt x="276" y="458"/>
                  </a:lnTo>
                  <a:lnTo>
                    <a:pt x="276" y="458"/>
                  </a:lnTo>
                  <a:lnTo>
                    <a:pt x="276" y="458"/>
                  </a:lnTo>
                  <a:lnTo>
                    <a:pt x="274" y="458"/>
                  </a:lnTo>
                  <a:lnTo>
                    <a:pt x="274" y="458"/>
                  </a:lnTo>
                  <a:lnTo>
                    <a:pt x="274" y="458"/>
                  </a:lnTo>
                  <a:lnTo>
                    <a:pt x="274" y="457"/>
                  </a:lnTo>
                  <a:lnTo>
                    <a:pt x="273" y="457"/>
                  </a:lnTo>
                  <a:lnTo>
                    <a:pt x="273" y="457"/>
                  </a:lnTo>
                  <a:lnTo>
                    <a:pt x="273" y="457"/>
                  </a:lnTo>
                  <a:lnTo>
                    <a:pt x="273" y="456"/>
                  </a:lnTo>
                  <a:lnTo>
                    <a:pt x="272" y="456"/>
                  </a:lnTo>
                  <a:lnTo>
                    <a:pt x="272" y="456"/>
                  </a:lnTo>
                  <a:lnTo>
                    <a:pt x="269" y="456"/>
                  </a:lnTo>
                  <a:lnTo>
                    <a:pt x="269" y="454"/>
                  </a:lnTo>
                  <a:lnTo>
                    <a:pt x="267" y="454"/>
                  </a:lnTo>
                  <a:lnTo>
                    <a:pt x="267" y="452"/>
                  </a:lnTo>
                  <a:lnTo>
                    <a:pt x="266" y="452"/>
                  </a:lnTo>
                  <a:lnTo>
                    <a:pt x="266" y="450"/>
                  </a:lnTo>
                  <a:lnTo>
                    <a:pt x="264" y="450"/>
                  </a:lnTo>
                  <a:lnTo>
                    <a:pt x="264" y="448"/>
                  </a:lnTo>
                  <a:lnTo>
                    <a:pt x="262" y="448"/>
                  </a:lnTo>
                  <a:lnTo>
                    <a:pt x="262" y="446"/>
                  </a:lnTo>
                  <a:lnTo>
                    <a:pt x="260" y="446"/>
                  </a:lnTo>
                  <a:lnTo>
                    <a:pt x="260" y="444"/>
                  </a:lnTo>
                  <a:lnTo>
                    <a:pt x="260" y="444"/>
                  </a:lnTo>
                  <a:lnTo>
                    <a:pt x="260" y="442"/>
                  </a:lnTo>
                  <a:lnTo>
                    <a:pt x="258" y="444"/>
                  </a:lnTo>
                  <a:lnTo>
                    <a:pt x="258" y="444"/>
                  </a:lnTo>
                  <a:lnTo>
                    <a:pt x="257" y="444"/>
                  </a:lnTo>
                  <a:lnTo>
                    <a:pt x="257" y="444"/>
                  </a:lnTo>
                  <a:lnTo>
                    <a:pt x="255" y="445"/>
                  </a:lnTo>
                  <a:lnTo>
                    <a:pt x="255" y="445"/>
                  </a:lnTo>
                  <a:lnTo>
                    <a:pt x="255" y="445"/>
                  </a:lnTo>
                  <a:lnTo>
                    <a:pt x="255" y="445"/>
                  </a:lnTo>
                  <a:lnTo>
                    <a:pt x="253" y="447"/>
                  </a:lnTo>
                  <a:lnTo>
                    <a:pt x="253" y="447"/>
                  </a:lnTo>
                  <a:lnTo>
                    <a:pt x="252" y="447"/>
                  </a:lnTo>
                  <a:lnTo>
                    <a:pt x="252" y="447"/>
                  </a:lnTo>
                  <a:lnTo>
                    <a:pt x="251" y="447"/>
                  </a:lnTo>
                  <a:lnTo>
                    <a:pt x="251" y="447"/>
                  </a:lnTo>
                  <a:lnTo>
                    <a:pt x="251" y="447"/>
                  </a:lnTo>
                  <a:lnTo>
                    <a:pt x="251" y="447"/>
                  </a:lnTo>
                  <a:lnTo>
                    <a:pt x="249" y="447"/>
                  </a:lnTo>
                  <a:lnTo>
                    <a:pt x="249" y="447"/>
                  </a:lnTo>
                  <a:lnTo>
                    <a:pt x="249" y="447"/>
                  </a:lnTo>
                  <a:lnTo>
                    <a:pt x="249" y="446"/>
                  </a:lnTo>
                  <a:lnTo>
                    <a:pt x="247" y="446"/>
                  </a:lnTo>
                  <a:lnTo>
                    <a:pt x="247" y="446"/>
                  </a:lnTo>
                  <a:lnTo>
                    <a:pt x="247" y="446"/>
                  </a:lnTo>
                  <a:lnTo>
                    <a:pt x="247" y="444"/>
                  </a:lnTo>
                  <a:lnTo>
                    <a:pt x="245" y="444"/>
                  </a:lnTo>
                  <a:lnTo>
                    <a:pt x="245" y="444"/>
                  </a:lnTo>
                  <a:lnTo>
                    <a:pt x="245" y="444"/>
                  </a:lnTo>
                  <a:lnTo>
                    <a:pt x="245" y="442"/>
                  </a:lnTo>
                  <a:lnTo>
                    <a:pt x="243" y="442"/>
                  </a:lnTo>
                  <a:lnTo>
                    <a:pt x="243" y="442"/>
                  </a:lnTo>
                  <a:lnTo>
                    <a:pt x="243" y="442"/>
                  </a:lnTo>
                  <a:lnTo>
                    <a:pt x="243" y="441"/>
                  </a:lnTo>
                  <a:lnTo>
                    <a:pt x="242" y="441"/>
                  </a:lnTo>
                  <a:lnTo>
                    <a:pt x="242" y="441"/>
                  </a:lnTo>
                  <a:lnTo>
                    <a:pt x="241" y="441"/>
                  </a:lnTo>
                  <a:lnTo>
                    <a:pt x="241" y="440"/>
                  </a:lnTo>
                  <a:lnTo>
                    <a:pt x="239" y="440"/>
                  </a:lnTo>
                  <a:lnTo>
                    <a:pt x="239" y="440"/>
                  </a:lnTo>
                  <a:lnTo>
                    <a:pt x="238" y="440"/>
                  </a:lnTo>
                  <a:lnTo>
                    <a:pt x="238" y="438"/>
                  </a:lnTo>
                  <a:lnTo>
                    <a:pt x="236" y="438"/>
                  </a:lnTo>
                  <a:lnTo>
                    <a:pt x="236" y="438"/>
                  </a:lnTo>
                  <a:lnTo>
                    <a:pt x="234" y="438"/>
                  </a:lnTo>
                  <a:lnTo>
                    <a:pt x="234" y="436"/>
                  </a:lnTo>
                  <a:lnTo>
                    <a:pt x="233" y="436"/>
                  </a:lnTo>
                  <a:lnTo>
                    <a:pt x="233" y="435"/>
                  </a:lnTo>
                  <a:lnTo>
                    <a:pt x="233" y="435"/>
                  </a:lnTo>
                  <a:lnTo>
                    <a:pt x="233" y="434"/>
                  </a:lnTo>
                  <a:lnTo>
                    <a:pt x="230" y="434"/>
                  </a:lnTo>
                  <a:lnTo>
                    <a:pt x="230" y="434"/>
                  </a:lnTo>
                  <a:lnTo>
                    <a:pt x="229" y="434"/>
                  </a:lnTo>
                  <a:lnTo>
                    <a:pt x="229" y="432"/>
                  </a:lnTo>
                  <a:lnTo>
                    <a:pt x="227" y="432"/>
                  </a:lnTo>
                  <a:lnTo>
                    <a:pt x="227" y="431"/>
                  </a:lnTo>
                  <a:lnTo>
                    <a:pt x="225" y="431"/>
                  </a:lnTo>
                  <a:lnTo>
                    <a:pt x="225" y="429"/>
                  </a:lnTo>
                  <a:lnTo>
                    <a:pt x="223" y="429"/>
                  </a:lnTo>
                  <a:lnTo>
                    <a:pt x="221" y="429"/>
                  </a:lnTo>
                  <a:lnTo>
                    <a:pt x="220" y="429"/>
                  </a:lnTo>
                  <a:lnTo>
                    <a:pt x="220" y="427"/>
                  </a:lnTo>
                  <a:lnTo>
                    <a:pt x="218" y="427"/>
                  </a:lnTo>
                  <a:lnTo>
                    <a:pt x="218" y="427"/>
                  </a:lnTo>
                  <a:lnTo>
                    <a:pt x="216" y="427"/>
                  </a:lnTo>
                  <a:lnTo>
                    <a:pt x="216" y="426"/>
                  </a:lnTo>
                  <a:lnTo>
                    <a:pt x="214" y="427"/>
                  </a:lnTo>
                  <a:lnTo>
                    <a:pt x="214" y="427"/>
                  </a:lnTo>
                  <a:lnTo>
                    <a:pt x="213" y="427"/>
                  </a:lnTo>
                  <a:lnTo>
                    <a:pt x="213" y="427"/>
                  </a:lnTo>
                  <a:lnTo>
                    <a:pt x="211" y="427"/>
                  </a:lnTo>
                  <a:lnTo>
                    <a:pt x="211" y="427"/>
                  </a:lnTo>
                  <a:lnTo>
                    <a:pt x="210" y="427"/>
                  </a:lnTo>
                  <a:lnTo>
                    <a:pt x="210" y="427"/>
                  </a:lnTo>
                  <a:lnTo>
                    <a:pt x="208" y="428"/>
                  </a:lnTo>
                  <a:lnTo>
                    <a:pt x="208" y="428"/>
                  </a:lnTo>
                  <a:lnTo>
                    <a:pt x="206" y="428"/>
                  </a:lnTo>
                  <a:lnTo>
                    <a:pt x="206" y="428"/>
                  </a:lnTo>
                  <a:lnTo>
                    <a:pt x="204" y="428"/>
                  </a:lnTo>
                  <a:lnTo>
                    <a:pt x="204" y="428"/>
                  </a:lnTo>
                  <a:lnTo>
                    <a:pt x="203" y="428"/>
                  </a:lnTo>
                  <a:lnTo>
                    <a:pt x="203" y="426"/>
                  </a:lnTo>
                  <a:lnTo>
                    <a:pt x="201" y="426"/>
                  </a:lnTo>
                  <a:lnTo>
                    <a:pt x="201" y="426"/>
                  </a:lnTo>
                  <a:lnTo>
                    <a:pt x="199" y="426"/>
                  </a:lnTo>
                  <a:lnTo>
                    <a:pt x="199" y="426"/>
                  </a:lnTo>
                  <a:lnTo>
                    <a:pt x="198" y="426"/>
                  </a:lnTo>
                  <a:lnTo>
                    <a:pt x="198" y="425"/>
                  </a:lnTo>
                  <a:lnTo>
                    <a:pt x="197" y="425"/>
                  </a:lnTo>
                  <a:lnTo>
                    <a:pt x="197" y="423"/>
                  </a:lnTo>
                  <a:lnTo>
                    <a:pt x="195" y="423"/>
                  </a:lnTo>
                  <a:lnTo>
                    <a:pt x="195" y="423"/>
                  </a:lnTo>
                  <a:lnTo>
                    <a:pt x="194" y="423"/>
                  </a:lnTo>
                  <a:lnTo>
                    <a:pt x="194" y="421"/>
                  </a:lnTo>
                  <a:lnTo>
                    <a:pt x="194" y="421"/>
                  </a:lnTo>
                  <a:lnTo>
                    <a:pt x="194" y="419"/>
                  </a:lnTo>
                  <a:lnTo>
                    <a:pt x="194" y="419"/>
                  </a:lnTo>
                  <a:lnTo>
                    <a:pt x="194" y="418"/>
                  </a:lnTo>
                  <a:lnTo>
                    <a:pt x="193" y="418"/>
                  </a:lnTo>
                  <a:lnTo>
                    <a:pt x="193" y="417"/>
                  </a:lnTo>
                  <a:lnTo>
                    <a:pt x="193" y="417"/>
                  </a:lnTo>
                  <a:lnTo>
                    <a:pt x="193" y="415"/>
                  </a:lnTo>
                  <a:lnTo>
                    <a:pt x="193" y="415"/>
                  </a:lnTo>
                  <a:lnTo>
                    <a:pt x="193" y="413"/>
                  </a:lnTo>
                  <a:lnTo>
                    <a:pt x="193" y="413"/>
                  </a:lnTo>
                  <a:lnTo>
                    <a:pt x="193" y="411"/>
                  </a:lnTo>
                  <a:lnTo>
                    <a:pt x="193" y="411"/>
                  </a:lnTo>
                  <a:lnTo>
                    <a:pt x="193" y="410"/>
                  </a:lnTo>
                  <a:lnTo>
                    <a:pt x="193" y="410"/>
                  </a:lnTo>
                  <a:lnTo>
                    <a:pt x="193" y="408"/>
                  </a:lnTo>
                  <a:lnTo>
                    <a:pt x="193" y="408"/>
                  </a:lnTo>
                  <a:lnTo>
                    <a:pt x="193" y="406"/>
                  </a:lnTo>
                  <a:lnTo>
                    <a:pt x="193" y="406"/>
                  </a:lnTo>
                  <a:lnTo>
                    <a:pt x="195" y="404"/>
                  </a:lnTo>
                  <a:lnTo>
                    <a:pt x="195" y="404"/>
                  </a:lnTo>
                  <a:lnTo>
                    <a:pt x="195" y="404"/>
                  </a:lnTo>
                  <a:lnTo>
                    <a:pt x="195" y="404"/>
                  </a:lnTo>
                  <a:lnTo>
                    <a:pt x="196" y="403"/>
                  </a:lnTo>
                  <a:lnTo>
                    <a:pt x="196" y="403"/>
                  </a:lnTo>
                  <a:lnTo>
                    <a:pt x="198" y="403"/>
                  </a:lnTo>
                  <a:lnTo>
                    <a:pt x="198" y="403"/>
                  </a:lnTo>
                  <a:lnTo>
                    <a:pt x="199" y="400"/>
                  </a:lnTo>
                  <a:lnTo>
                    <a:pt x="199" y="400"/>
                  </a:lnTo>
                  <a:lnTo>
                    <a:pt x="200" y="400"/>
                  </a:lnTo>
                  <a:lnTo>
                    <a:pt x="200" y="400"/>
                  </a:lnTo>
                  <a:lnTo>
                    <a:pt x="202" y="398"/>
                  </a:lnTo>
                  <a:lnTo>
                    <a:pt x="202" y="398"/>
                  </a:lnTo>
                  <a:lnTo>
                    <a:pt x="204" y="398"/>
                  </a:lnTo>
                  <a:lnTo>
                    <a:pt x="204" y="398"/>
                  </a:lnTo>
                  <a:lnTo>
                    <a:pt x="205" y="397"/>
                  </a:lnTo>
                  <a:lnTo>
                    <a:pt x="205" y="398"/>
                  </a:lnTo>
                  <a:lnTo>
                    <a:pt x="205" y="398"/>
                  </a:lnTo>
                  <a:lnTo>
                    <a:pt x="205" y="398"/>
                  </a:lnTo>
                  <a:lnTo>
                    <a:pt x="205" y="398"/>
                  </a:lnTo>
                  <a:lnTo>
                    <a:pt x="205" y="399"/>
                  </a:lnTo>
                  <a:lnTo>
                    <a:pt x="205" y="399"/>
                  </a:lnTo>
                  <a:lnTo>
                    <a:pt x="205" y="399"/>
                  </a:lnTo>
                  <a:lnTo>
                    <a:pt x="207" y="399"/>
                  </a:lnTo>
                  <a:lnTo>
                    <a:pt x="207" y="401"/>
                  </a:lnTo>
                  <a:lnTo>
                    <a:pt x="207" y="401"/>
                  </a:lnTo>
                  <a:lnTo>
                    <a:pt x="207" y="401"/>
                  </a:lnTo>
                  <a:lnTo>
                    <a:pt x="207" y="401"/>
                  </a:lnTo>
                  <a:lnTo>
                    <a:pt x="207" y="403"/>
                  </a:lnTo>
                  <a:lnTo>
                    <a:pt x="207" y="403"/>
                  </a:lnTo>
                  <a:lnTo>
                    <a:pt x="207" y="403"/>
                  </a:lnTo>
                  <a:lnTo>
                    <a:pt x="208" y="403"/>
                  </a:lnTo>
                  <a:lnTo>
                    <a:pt x="208" y="404"/>
                  </a:lnTo>
                  <a:lnTo>
                    <a:pt x="208" y="404"/>
                  </a:lnTo>
                  <a:lnTo>
                    <a:pt x="208" y="404"/>
                  </a:lnTo>
                  <a:lnTo>
                    <a:pt x="208" y="404"/>
                  </a:lnTo>
                  <a:lnTo>
                    <a:pt x="208" y="404"/>
                  </a:lnTo>
                  <a:lnTo>
                    <a:pt x="208" y="404"/>
                  </a:lnTo>
                  <a:lnTo>
                    <a:pt x="208" y="404"/>
                  </a:lnTo>
                  <a:lnTo>
                    <a:pt x="211" y="404"/>
                  </a:lnTo>
                  <a:lnTo>
                    <a:pt x="211" y="405"/>
                  </a:lnTo>
                  <a:lnTo>
                    <a:pt x="211" y="405"/>
                  </a:lnTo>
                  <a:lnTo>
                    <a:pt x="211" y="405"/>
                  </a:lnTo>
                  <a:lnTo>
                    <a:pt x="212" y="405"/>
                  </a:lnTo>
                  <a:lnTo>
                    <a:pt x="212" y="405"/>
                  </a:lnTo>
                  <a:lnTo>
                    <a:pt x="212" y="405"/>
                  </a:lnTo>
                  <a:lnTo>
                    <a:pt x="212" y="405"/>
                  </a:lnTo>
                  <a:lnTo>
                    <a:pt x="214" y="405"/>
                  </a:lnTo>
                  <a:lnTo>
                    <a:pt x="213" y="405"/>
                  </a:lnTo>
                  <a:lnTo>
                    <a:pt x="213" y="405"/>
                  </a:lnTo>
                  <a:lnTo>
                    <a:pt x="213" y="405"/>
                  </a:lnTo>
                  <a:lnTo>
                    <a:pt x="213" y="405"/>
                  </a:lnTo>
                  <a:lnTo>
                    <a:pt x="213" y="405"/>
                  </a:lnTo>
                  <a:lnTo>
                    <a:pt x="213" y="405"/>
                  </a:lnTo>
                  <a:lnTo>
                    <a:pt x="213" y="405"/>
                  </a:lnTo>
                  <a:lnTo>
                    <a:pt x="213" y="403"/>
                  </a:lnTo>
                  <a:lnTo>
                    <a:pt x="213" y="403"/>
                  </a:lnTo>
                  <a:lnTo>
                    <a:pt x="213" y="403"/>
                  </a:lnTo>
                  <a:lnTo>
                    <a:pt x="213" y="403"/>
                  </a:lnTo>
                  <a:lnTo>
                    <a:pt x="213" y="401"/>
                  </a:lnTo>
                  <a:lnTo>
                    <a:pt x="213" y="401"/>
                  </a:lnTo>
                  <a:lnTo>
                    <a:pt x="213" y="401"/>
                  </a:lnTo>
                  <a:lnTo>
                    <a:pt x="213" y="401"/>
                  </a:lnTo>
                  <a:lnTo>
                    <a:pt x="213" y="399"/>
                  </a:lnTo>
                  <a:lnTo>
                    <a:pt x="213" y="399"/>
                  </a:lnTo>
                  <a:lnTo>
                    <a:pt x="213" y="399"/>
                  </a:lnTo>
                  <a:lnTo>
                    <a:pt x="213" y="399"/>
                  </a:lnTo>
                  <a:lnTo>
                    <a:pt x="213" y="399"/>
                  </a:lnTo>
                  <a:lnTo>
                    <a:pt x="213" y="399"/>
                  </a:lnTo>
                  <a:lnTo>
                    <a:pt x="213" y="399"/>
                  </a:lnTo>
                  <a:lnTo>
                    <a:pt x="213" y="399"/>
                  </a:lnTo>
                  <a:lnTo>
                    <a:pt x="214" y="398"/>
                  </a:lnTo>
                  <a:lnTo>
                    <a:pt x="214" y="398"/>
                  </a:lnTo>
                  <a:lnTo>
                    <a:pt x="214" y="398"/>
                  </a:lnTo>
                  <a:lnTo>
                    <a:pt x="214" y="398"/>
                  </a:lnTo>
                  <a:lnTo>
                    <a:pt x="215" y="397"/>
                  </a:lnTo>
                  <a:lnTo>
                    <a:pt x="215" y="397"/>
                  </a:lnTo>
                  <a:lnTo>
                    <a:pt x="215" y="397"/>
                  </a:lnTo>
                  <a:lnTo>
                    <a:pt x="215" y="397"/>
                  </a:lnTo>
                  <a:lnTo>
                    <a:pt x="217" y="396"/>
                  </a:lnTo>
                  <a:lnTo>
                    <a:pt x="217" y="397"/>
                  </a:lnTo>
                  <a:lnTo>
                    <a:pt x="217" y="397"/>
                  </a:lnTo>
                  <a:lnTo>
                    <a:pt x="217" y="397"/>
                  </a:lnTo>
                  <a:lnTo>
                    <a:pt x="219" y="397"/>
                  </a:lnTo>
                  <a:lnTo>
                    <a:pt x="219" y="397"/>
                  </a:lnTo>
                  <a:lnTo>
                    <a:pt x="219" y="397"/>
                  </a:lnTo>
                  <a:lnTo>
                    <a:pt x="219" y="397"/>
                  </a:lnTo>
                  <a:lnTo>
                    <a:pt x="221" y="397"/>
                  </a:lnTo>
                  <a:lnTo>
                    <a:pt x="221" y="398"/>
                  </a:lnTo>
                  <a:lnTo>
                    <a:pt x="221" y="398"/>
                  </a:lnTo>
                  <a:lnTo>
                    <a:pt x="221" y="398"/>
                  </a:lnTo>
                  <a:lnTo>
                    <a:pt x="223" y="398"/>
                  </a:lnTo>
                  <a:lnTo>
                    <a:pt x="223" y="398"/>
                  </a:lnTo>
                  <a:lnTo>
                    <a:pt x="223" y="398"/>
                  </a:lnTo>
                  <a:lnTo>
                    <a:pt x="223" y="398"/>
                  </a:lnTo>
                  <a:lnTo>
                    <a:pt x="225" y="398"/>
                  </a:lnTo>
                  <a:lnTo>
                    <a:pt x="225" y="399"/>
                  </a:lnTo>
                  <a:lnTo>
                    <a:pt x="225" y="399"/>
                  </a:lnTo>
                  <a:lnTo>
                    <a:pt x="225" y="399"/>
                  </a:lnTo>
                  <a:lnTo>
                    <a:pt x="227" y="399"/>
                  </a:lnTo>
                  <a:lnTo>
                    <a:pt x="227" y="399"/>
                  </a:lnTo>
                  <a:lnTo>
                    <a:pt x="227" y="399"/>
                  </a:lnTo>
                  <a:lnTo>
                    <a:pt x="227" y="399"/>
                  </a:lnTo>
                  <a:lnTo>
                    <a:pt x="229" y="399"/>
                  </a:lnTo>
                  <a:lnTo>
                    <a:pt x="229" y="399"/>
                  </a:lnTo>
                  <a:lnTo>
                    <a:pt x="229" y="399"/>
                  </a:lnTo>
                  <a:lnTo>
                    <a:pt x="229" y="399"/>
                  </a:lnTo>
                  <a:lnTo>
                    <a:pt x="231" y="399"/>
                  </a:lnTo>
                  <a:lnTo>
                    <a:pt x="231" y="399"/>
                  </a:lnTo>
                  <a:lnTo>
                    <a:pt x="232" y="399"/>
                  </a:lnTo>
                  <a:lnTo>
                    <a:pt x="232" y="399"/>
                  </a:lnTo>
                  <a:lnTo>
                    <a:pt x="234" y="399"/>
                  </a:lnTo>
                  <a:lnTo>
                    <a:pt x="234" y="400"/>
                  </a:lnTo>
                  <a:lnTo>
                    <a:pt x="234" y="400"/>
                  </a:lnTo>
                  <a:lnTo>
                    <a:pt x="234" y="400"/>
                  </a:lnTo>
                  <a:lnTo>
                    <a:pt x="235" y="400"/>
                  </a:lnTo>
                  <a:lnTo>
                    <a:pt x="235" y="403"/>
                  </a:lnTo>
                  <a:lnTo>
                    <a:pt x="236" y="403"/>
                  </a:lnTo>
                  <a:lnTo>
                    <a:pt x="236" y="403"/>
                  </a:lnTo>
                  <a:lnTo>
                    <a:pt x="238" y="403"/>
                  </a:lnTo>
                  <a:lnTo>
                    <a:pt x="238" y="404"/>
                  </a:lnTo>
                  <a:lnTo>
                    <a:pt x="238" y="404"/>
                  </a:lnTo>
                  <a:lnTo>
                    <a:pt x="238" y="404"/>
                  </a:lnTo>
                  <a:lnTo>
                    <a:pt x="240" y="404"/>
                  </a:lnTo>
                  <a:lnTo>
                    <a:pt x="240" y="405"/>
                  </a:lnTo>
                  <a:lnTo>
                    <a:pt x="242" y="405"/>
                  </a:lnTo>
                  <a:lnTo>
                    <a:pt x="242" y="405"/>
                  </a:lnTo>
                  <a:lnTo>
                    <a:pt x="243" y="405"/>
                  </a:lnTo>
                  <a:lnTo>
                    <a:pt x="243" y="405"/>
                  </a:lnTo>
                  <a:lnTo>
                    <a:pt x="243" y="405"/>
                  </a:lnTo>
                  <a:lnTo>
                    <a:pt x="243" y="405"/>
                  </a:lnTo>
                  <a:lnTo>
                    <a:pt x="243" y="405"/>
                  </a:lnTo>
                  <a:lnTo>
                    <a:pt x="243" y="405"/>
                  </a:lnTo>
                  <a:lnTo>
                    <a:pt x="243" y="405"/>
                  </a:lnTo>
                  <a:lnTo>
                    <a:pt x="243" y="405"/>
                  </a:lnTo>
                  <a:lnTo>
                    <a:pt x="245" y="404"/>
                  </a:lnTo>
                  <a:lnTo>
                    <a:pt x="245" y="404"/>
                  </a:lnTo>
                  <a:lnTo>
                    <a:pt x="245" y="404"/>
                  </a:lnTo>
                  <a:lnTo>
                    <a:pt x="245" y="404"/>
                  </a:lnTo>
                  <a:lnTo>
                    <a:pt x="245" y="404"/>
                  </a:lnTo>
                  <a:lnTo>
                    <a:pt x="245" y="404"/>
                  </a:lnTo>
                  <a:lnTo>
                    <a:pt x="245" y="404"/>
                  </a:lnTo>
                  <a:lnTo>
                    <a:pt x="245" y="404"/>
                  </a:lnTo>
                  <a:lnTo>
                    <a:pt x="247" y="403"/>
                  </a:lnTo>
                  <a:lnTo>
                    <a:pt x="247" y="403"/>
                  </a:lnTo>
                  <a:lnTo>
                    <a:pt x="247" y="403"/>
                  </a:lnTo>
                  <a:lnTo>
                    <a:pt x="247" y="403"/>
                  </a:lnTo>
                  <a:lnTo>
                    <a:pt x="247" y="403"/>
                  </a:lnTo>
                  <a:lnTo>
                    <a:pt x="247" y="403"/>
                  </a:lnTo>
                  <a:lnTo>
                    <a:pt x="247" y="403"/>
                  </a:lnTo>
                  <a:lnTo>
                    <a:pt x="247" y="403"/>
                  </a:lnTo>
                  <a:lnTo>
                    <a:pt x="250" y="403"/>
                  </a:lnTo>
                  <a:lnTo>
                    <a:pt x="250" y="403"/>
                  </a:lnTo>
                  <a:lnTo>
                    <a:pt x="250" y="403"/>
                  </a:lnTo>
                  <a:lnTo>
                    <a:pt x="250" y="403"/>
                  </a:lnTo>
                  <a:lnTo>
                    <a:pt x="251" y="403"/>
                  </a:lnTo>
                  <a:lnTo>
                    <a:pt x="251" y="403"/>
                  </a:lnTo>
                  <a:lnTo>
                    <a:pt x="251" y="403"/>
                  </a:lnTo>
                  <a:lnTo>
                    <a:pt x="251" y="403"/>
                  </a:lnTo>
                  <a:lnTo>
                    <a:pt x="252" y="403"/>
                  </a:lnTo>
                  <a:lnTo>
                    <a:pt x="252" y="404"/>
                  </a:lnTo>
                  <a:lnTo>
                    <a:pt x="252" y="404"/>
                  </a:lnTo>
                  <a:lnTo>
                    <a:pt x="252" y="404"/>
                  </a:lnTo>
                  <a:lnTo>
                    <a:pt x="254" y="404"/>
                  </a:lnTo>
                  <a:lnTo>
                    <a:pt x="254" y="404"/>
                  </a:lnTo>
                  <a:lnTo>
                    <a:pt x="256" y="404"/>
                  </a:lnTo>
                  <a:lnTo>
                    <a:pt x="256" y="404"/>
                  </a:lnTo>
                  <a:lnTo>
                    <a:pt x="258" y="404"/>
                  </a:lnTo>
                  <a:lnTo>
                    <a:pt x="258" y="404"/>
                  </a:lnTo>
                  <a:lnTo>
                    <a:pt x="259" y="404"/>
                  </a:lnTo>
                  <a:lnTo>
                    <a:pt x="259" y="404"/>
                  </a:lnTo>
                  <a:lnTo>
                    <a:pt x="261" y="404"/>
                  </a:lnTo>
                  <a:lnTo>
                    <a:pt x="261" y="404"/>
                  </a:lnTo>
                  <a:lnTo>
                    <a:pt x="262" y="404"/>
                  </a:lnTo>
                  <a:lnTo>
                    <a:pt x="262" y="404"/>
                  </a:lnTo>
                  <a:lnTo>
                    <a:pt x="263" y="404"/>
                  </a:lnTo>
                  <a:lnTo>
                    <a:pt x="263" y="401"/>
                  </a:lnTo>
                  <a:lnTo>
                    <a:pt x="263" y="401"/>
                  </a:lnTo>
                  <a:lnTo>
                    <a:pt x="263" y="401"/>
                  </a:lnTo>
                  <a:lnTo>
                    <a:pt x="263" y="401"/>
                  </a:lnTo>
                  <a:lnTo>
                    <a:pt x="264" y="401"/>
                  </a:lnTo>
                  <a:lnTo>
                    <a:pt x="264" y="401"/>
                  </a:lnTo>
                  <a:lnTo>
                    <a:pt x="265" y="401"/>
                  </a:lnTo>
                  <a:lnTo>
                    <a:pt x="265" y="401"/>
                  </a:lnTo>
                  <a:lnTo>
                    <a:pt x="267" y="400"/>
                  </a:lnTo>
                  <a:lnTo>
                    <a:pt x="267" y="400"/>
                  </a:lnTo>
                  <a:lnTo>
                    <a:pt x="267" y="400"/>
                  </a:lnTo>
                  <a:lnTo>
                    <a:pt x="267" y="400"/>
                  </a:lnTo>
                  <a:lnTo>
                    <a:pt x="269" y="398"/>
                  </a:lnTo>
                  <a:lnTo>
                    <a:pt x="269" y="398"/>
                  </a:lnTo>
                  <a:lnTo>
                    <a:pt x="270" y="398"/>
                  </a:lnTo>
                  <a:lnTo>
                    <a:pt x="270" y="398"/>
                  </a:lnTo>
                  <a:lnTo>
                    <a:pt x="272" y="397"/>
                  </a:lnTo>
                  <a:lnTo>
                    <a:pt x="272" y="397"/>
                  </a:lnTo>
                  <a:lnTo>
                    <a:pt x="272" y="397"/>
                  </a:lnTo>
                  <a:lnTo>
                    <a:pt x="272" y="397"/>
                  </a:lnTo>
                  <a:lnTo>
                    <a:pt x="272" y="397"/>
                  </a:lnTo>
                  <a:lnTo>
                    <a:pt x="272" y="397"/>
                  </a:lnTo>
                  <a:lnTo>
                    <a:pt x="272" y="397"/>
                  </a:lnTo>
                  <a:lnTo>
                    <a:pt x="272" y="397"/>
                  </a:lnTo>
                  <a:lnTo>
                    <a:pt x="273" y="396"/>
                  </a:lnTo>
                  <a:lnTo>
                    <a:pt x="273" y="396"/>
                  </a:lnTo>
                  <a:lnTo>
                    <a:pt x="273" y="396"/>
                  </a:lnTo>
                  <a:lnTo>
                    <a:pt x="273" y="396"/>
                  </a:lnTo>
                  <a:lnTo>
                    <a:pt x="274" y="395"/>
                  </a:lnTo>
                  <a:lnTo>
                    <a:pt x="274" y="395"/>
                  </a:lnTo>
                  <a:lnTo>
                    <a:pt x="274" y="395"/>
                  </a:lnTo>
                  <a:lnTo>
                    <a:pt x="274" y="395"/>
                  </a:lnTo>
                  <a:lnTo>
                    <a:pt x="276" y="393"/>
                  </a:lnTo>
                  <a:lnTo>
                    <a:pt x="276" y="393"/>
                  </a:lnTo>
                  <a:lnTo>
                    <a:pt x="276" y="393"/>
                  </a:lnTo>
                  <a:lnTo>
                    <a:pt x="276" y="393"/>
                  </a:lnTo>
                  <a:lnTo>
                    <a:pt x="277" y="393"/>
                  </a:lnTo>
                  <a:lnTo>
                    <a:pt x="277" y="393"/>
                  </a:lnTo>
                  <a:lnTo>
                    <a:pt x="277" y="393"/>
                  </a:lnTo>
                  <a:lnTo>
                    <a:pt x="277" y="393"/>
                  </a:lnTo>
                  <a:lnTo>
                    <a:pt x="279" y="393"/>
                  </a:lnTo>
                  <a:lnTo>
                    <a:pt x="279" y="393"/>
                  </a:lnTo>
                  <a:lnTo>
                    <a:pt x="279" y="393"/>
                  </a:lnTo>
                  <a:lnTo>
                    <a:pt x="279" y="393"/>
                  </a:lnTo>
                  <a:lnTo>
                    <a:pt x="280" y="393"/>
                  </a:lnTo>
                  <a:lnTo>
                    <a:pt x="280" y="393"/>
                  </a:lnTo>
                  <a:lnTo>
                    <a:pt x="282" y="393"/>
                  </a:lnTo>
                  <a:lnTo>
                    <a:pt x="282" y="393"/>
                  </a:lnTo>
                  <a:lnTo>
                    <a:pt x="284" y="392"/>
                  </a:lnTo>
                  <a:lnTo>
                    <a:pt x="284" y="393"/>
                  </a:lnTo>
                  <a:lnTo>
                    <a:pt x="284" y="393"/>
                  </a:lnTo>
                  <a:lnTo>
                    <a:pt x="284" y="393"/>
                  </a:lnTo>
                  <a:lnTo>
                    <a:pt x="284" y="393"/>
                  </a:lnTo>
                  <a:lnTo>
                    <a:pt x="284" y="393"/>
                  </a:lnTo>
                  <a:lnTo>
                    <a:pt x="284" y="393"/>
                  </a:lnTo>
                  <a:lnTo>
                    <a:pt x="284" y="393"/>
                  </a:lnTo>
                  <a:lnTo>
                    <a:pt x="286" y="393"/>
                  </a:lnTo>
                  <a:lnTo>
                    <a:pt x="286" y="395"/>
                  </a:lnTo>
                  <a:lnTo>
                    <a:pt x="286" y="395"/>
                  </a:lnTo>
                  <a:lnTo>
                    <a:pt x="286" y="395"/>
                  </a:lnTo>
                  <a:lnTo>
                    <a:pt x="286" y="395"/>
                  </a:lnTo>
                  <a:lnTo>
                    <a:pt x="286" y="395"/>
                  </a:lnTo>
                  <a:lnTo>
                    <a:pt x="286" y="395"/>
                  </a:lnTo>
                  <a:lnTo>
                    <a:pt x="286" y="395"/>
                  </a:lnTo>
                  <a:lnTo>
                    <a:pt x="288" y="395"/>
                  </a:lnTo>
                  <a:lnTo>
                    <a:pt x="288" y="395"/>
                  </a:lnTo>
                  <a:lnTo>
                    <a:pt x="288" y="395"/>
                  </a:lnTo>
                  <a:lnTo>
                    <a:pt x="288" y="395"/>
                  </a:lnTo>
                  <a:lnTo>
                    <a:pt x="288" y="394"/>
                  </a:lnTo>
                  <a:lnTo>
                    <a:pt x="288" y="394"/>
                  </a:lnTo>
                  <a:lnTo>
                    <a:pt x="288" y="394"/>
                  </a:lnTo>
                  <a:lnTo>
                    <a:pt x="288" y="394"/>
                  </a:lnTo>
                  <a:lnTo>
                    <a:pt x="290" y="392"/>
                  </a:lnTo>
                  <a:lnTo>
                    <a:pt x="290" y="392"/>
                  </a:lnTo>
                  <a:lnTo>
                    <a:pt x="290" y="392"/>
                  </a:lnTo>
                  <a:lnTo>
                    <a:pt x="290" y="392"/>
                  </a:lnTo>
                  <a:lnTo>
                    <a:pt x="291" y="391"/>
                  </a:lnTo>
                  <a:lnTo>
                    <a:pt x="291" y="391"/>
                  </a:lnTo>
                  <a:lnTo>
                    <a:pt x="291" y="391"/>
                  </a:lnTo>
                  <a:lnTo>
                    <a:pt x="291" y="391"/>
                  </a:lnTo>
                  <a:lnTo>
                    <a:pt x="293" y="389"/>
                  </a:lnTo>
                  <a:lnTo>
                    <a:pt x="293" y="389"/>
                  </a:lnTo>
                  <a:lnTo>
                    <a:pt x="293" y="389"/>
                  </a:lnTo>
                  <a:lnTo>
                    <a:pt x="293" y="389"/>
                  </a:lnTo>
                  <a:lnTo>
                    <a:pt x="294" y="389"/>
                  </a:lnTo>
                  <a:lnTo>
                    <a:pt x="294" y="389"/>
                  </a:lnTo>
                  <a:lnTo>
                    <a:pt x="294" y="389"/>
                  </a:lnTo>
                  <a:lnTo>
                    <a:pt x="294" y="389"/>
                  </a:lnTo>
                  <a:lnTo>
                    <a:pt x="295" y="388"/>
                  </a:lnTo>
                  <a:lnTo>
                    <a:pt x="295" y="388"/>
                  </a:lnTo>
                  <a:lnTo>
                    <a:pt x="295" y="388"/>
                  </a:lnTo>
                  <a:lnTo>
                    <a:pt x="295" y="388"/>
                  </a:lnTo>
                  <a:lnTo>
                    <a:pt x="296" y="388"/>
                  </a:lnTo>
                  <a:lnTo>
                    <a:pt x="296" y="388"/>
                  </a:lnTo>
                  <a:lnTo>
                    <a:pt x="296" y="388"/>
                  </a:lnTo>
                  <a:lnTo>
                    <a:pt x="296" y="388"/>
                  </a:lnTo>
                  <a:lnTo>
                    <a:pt x="298" y="388"/>
                  </a:lnTo>
                  <a:lnTo>
                    <a:pt x="298" y="388"/>
                  </a:lnTo>
                  <a:lnTo>
                    <a:pt x="298" y="388"/>
                  </a:lnTo>
                  <a:lnTo>
                    <a:pt x="298" y="388"/>
                  </a:lnTo>
                  <a:lnTo>
                    <a:pt x="299" y="388"/>
                  </a:lnTo>
                  <a:lnTo>
                    <a:pt x="299" y="388"/>
                  </a:lnTo>
                  <a:lnTo>
                    <a:pt x="299" y="388"/>
                  </a:lnTo>
                  <a:lnTo>
                    <a:pt x="299" y="388"/>
                  </a:lnTo>
                  <a:lnTo>
                    <a:pt x="301" y="386"/>
                  </a:lnTo>
                  <a:lnTo>
                    <a:pt x="301" y="386"/>
                  </a:lnTo>
                  <a:lnTo>
                    <a:pt x="301" y="386"/>
                  </a:lnTo>
                  <a:lnTo>
                    <a:pt x="301" y="386"/>
                  </a:lnTo>
                  <a:lnTo>
                    <a:pt x="302" y="385"/>
                  </a:lnTo>
                  <a:lnTo>
                    <a:pt x="302" y="385"/>
                  </a:lnTo>
                  <a:lnTo>
                    <a:pt x="302" y="385"/>
                  </a:lnTo>
                  <a:lnTo>
                    <a:pt x="302" y="385"/>
                  </a:lnTo>
                  <a:lnTo>
                    <a:pt x="303" y="383"/>
                  </a:lnTo>
                  <a:lnTo>
                    <a:pt x="303" y="385"/>
                  </a:lnTo>
                  <a:lnTo>
                    <a:pt x="303" y="385"/>
                  </a:lnTo>
                  <a:lnTo>
                    <a:pt x="303" y="385"/>
                  </a:lnTo>
                  <a:lnTo>
                    <a:pt x="304" y="385"/>
                  </a:lnTo>
                  <a:lnTo>
                    <a:pt x="304" y="385"/>
                  </a:lnTo>
                  <a:lnTo>
                    <a:pt x="304" y="385"/>
                  </a:lnTo>
                  <a:lnTo>
                    <a:pt x="304" y="385"/>
                  </a:lnTo>
                  <a:lnTo>
                    <a:pt x="306" y="385"/>
                  </a:lnTo>
                  <a:lnTo>
                    <a:pt x="306" y="386"/>
                  </a:lnTo>
                  <a:lnTo>
                    <a:pt x="306" y="386"/>
                  </a:lnTo>
                  <a:lnTo>
                    <a:pt x="306" y="386"/>
                  </a:lnTo>
                  <a:lnTo>
                    <a:pt x="308" y="386"/>
                  </a:lnTo>
                  <a:lnTo>
                    <a:pt x="308" y="386"/>
                  </a:lnTo>
                  <a:lnTo>
                    <a:pt x="308" y="386"/>
                  </a:lnTo>
                  <a:lnTo>
                    <a:pt x="308" y="386"/>
                  </a:lnTo>
                  <a:lnTo>
                    <a:pt x="310" y="386"/>
                  </a:lnTo>
                  <a:lnTo>
                    <a:pt x="310" y="386"/>
                  </a:lnTo>
                  <a:lnTo>
                    <a:pt x="310" y="386"/>
                  </a:lnTo>
                  <a:lnTo>
                    <a:pt x="310" y="386"/>
                  </a:lnTo>
                  <a:lnTo>
                    <a:pt x="311" y="386"/>
                  </a:lnTo>
                  <a:lnTo>
                    <a:pt x="311" y="386"/>
                  </a:lnTo>
                  <a:lnTo>
                    <a:pt x="311" y="386"/>
                  </a:lnTo>
                  <a:lnTo>
                    <a:pt x="311" y="386"/>
                  </a:lnTo>
                  <a:lnTo>
                    <a:pt x="313" y="385"/>
                  </a:lnTo>
                  <a:lnTo>
                    <a:pt x="313" y="385"/>
                  </a:lnTo>
                  <a:lnTo>
                    <a:pt x="313" y="385"/>
                  </a:lnTo>
                  <a:lnTo>
                    <a:pt x="313" y="385"/>
                  </a:lnTo>
                  <a:lnTo>
                    <a:pt x="313" y="383"/>
                  </a:lnTo>
                  <a:lnTo>
                    <a:pt x="313" y="383"/>
                  </a:lnTo>
                  <a:lnTo>
                    <a:pt x="313" y="383"/>
                  </a:lnTo>
                  <a:lnTo>
                    <a:pt x="313" y="383"/>
                  </a:lnTo>
                  <a:lnTo>
                    <a:pt x="316" y="382"/>
                  </a:lnTo>
                  <a:lnTo>
                    <a:pt x="315" y="382"/>
                  </a:lnTo>
                  <a:lnTo>
                    <a:pt x="315" y="382"/>
                  </a:lnTo>
                  <a:lnTo>
                    <a:pt x="315" y="382"/>
                  </a:lnTo>
                  <a:lnTo>
                    <a:pt x="315" y="381"/>
                  </a:lnTo>
                  <a:lnTo>
                    <a:pt x="315" y="381"/>
                  </a:lnTo>
                  <a:lnTo>
                    <a:pt x="315" y="381"/>
                  </a:lnTo>
                  <a:lnTo>
                    <a:pt x="315" y="381"/>
                  </a:lnTo>
                  <a:lnTo>
                    <a:pt x="315" y="378"/>
                  </a:lnTo>
                  <a:lnTo>
                    <a:pt x="315" y="378"/>
                  </a:lnTo>
                  <a:lnTo>
                    <a:pt x="315" y="378"/>
                  </a:lnTo>
                  <a:lnTo>
                    <a:pt x="315" y="378"/>
                  </a:lnTo>
                  <a:lnTo>
                    <a:pt x="315" y="376"/>
                  </a:lnTo>
                  <a:lnTo>
                    <a:pt x="315" y="376"/>
                  </a:lnTo>
                  <a:lnTo>
                    <a:pt x="315" y="375"/>
                  </a:lnTo>
                  <a:lnTo>
                    <a:pt x="315" y="375"/>
                  </a:lnTo>
                  <a:lnTo>
                    <a:pt x="315" y="373"/>
                  </a:lnTo>
                  <a:lnTo>
                    <a:pt x="314" y="373"/>
                  </a:lnTo>
                  <a:lnTo>
                    <a:pt x="314" y="373"/>
                  </a:lnTo>
                  <a:lnTo>
                    <a:pt x="314" y="373"/>
                  </a:lnTo>
                  <a:lnTo>
                    <a:pt x="314" y="372"/>
                  </a:lnTo>
                  <a:lnTo>
                    <a:pt x="314" y="372"/>
                  </a:lnTo>
                  <a:lnTo>
                    <a:pt x="314" y="372"/>
                  </a:lnTo>
                  <a:lnTo>
                    <a:pt x="314" y="372"/>
                  </a:lnTo>
                  <a:lnTo>
                    <a:pt x="314" y="370"/>
                  </a:lnTo>
                  <a:lnTo>
                    <a:pt x="314" y="370"/>
                  </a:lnTo>
                  <a:lnTo>
                    <a:pt x="314" y="370"/>
                  </a:lnTo>
                  <a:lnTo>
                    <a:pt x="314" y="370"/>
                  </a:lnTo>
                  <a:lnTo>
                    <a:pt x="314" y="369"/>
                  </a:lnTo>
                  <a:lnTo>
                    <a:pt x="314" y="369"/>
                  </a:lnTo>
                  <a:lnTo>
                    <a:pt x="314" y="369"/>
                  </a:lnTo>
                  <a:lnTo>
                    <a:pt x="314" y="369"/>
                  </a:lnTo>
                  <a:lnTo>
                    <a:pt x="314" y="367"/>
                  </a:lnTo>
                  <a:lnTo>
                    <a:pt x="314" y="367"/>
                  </a:lnTo>
                  <a:lnTo>
                    <a:pt x="314" y="367"/>
                  </a:lnTo>
                  <a:lnTo>
                    <a:pt x="314" y="367"/>
                  </a:lnTo>
                  <a:lnTo>
                    <a:pt x="314" y="367"/>
                  </a:lnTo>
                  <a:lnTo>
                    <a:pt x="314" y="367"/>
                  </a:lnTo>
                  <a:lnTo>
                    <a:pt x="314" y="367"/>
                  </a:lnTo>
                  <a:lnTo>
                    <a:pt x="314" y="367"/>
                  </a:lnTo>
                  <a:lnTo>
                    <a:pt x="316" y="365"/>
                  </a:lnTo>
                  <a:lnTo>
                    <a:pt x="316" y="365"/>
                  </a:lnTo>
                  <a:lnTo>
                    <a:pt x="316" y="365"/>
                  </a:lnTo>
                  <a:lnTo>
                    <a:pt x="316" y="365"/>
                  </a:lnTo>
                  <a:lnTo>
                    <a:pt x="316" y="364"/>
                  </a:lnTo>
                  <a:lnTo>
                    <a:pt x="316" y="364"/>
                  </a:lnTo>
                  <a:lnTo>
                    <a:pt x="316" y="364"/>
                  </a:lnTo>
                  <a:lnTo>
                    <a:pt x="316" y="364"/>
                  </a:lnTo>
                  <a:lnTo>
                    <a:pt x="317" y="363"/>
                  </a:lnTo>
                  <a:lnTo>
                    <a:pt x="317" y="364"/>
                  </a:lnTo>
                  <a:lnTo>
                    <a:pt x="317" y="364"/>
                  </a:lnTo>
                  <a:lnTo>
                    <a:pt x="317" y="364"/>
                  </a:lnTo>
                  <a:lnTo>
                    <a:pt x="318" y="364"/>
                  </a:lnTo>
                  <a:lnTo>
                    <a:pt x="318" y="366"/>
                  </a:lnTo>
                  <a:lnTo>
                    <a:pt x="318" y="366"/>
                  </a:lnTo>
                  <a:lnTo>
                    <a:pt x="318" y="366"/>
                  </a:lnTo>
                  <a:lnTo>
                    <a:pt x="320" y="366"/>
                  </a:lnTo>
                  <a:lnTo>
                    <a:pt x="320" y="367"/>
                  </a:lnTo>
                  <a:lnTo>
                    <a:pt x="320" y="367"/>
                  </a:lnTo>
                  <a:lnTo>
                    <a:pt x="320" y="367"/>
                  </a:lnTo>
                  <a:lnTo>
                    <a:pt x="321" y="367"/>
                  </a:lnTo>
                  <a:lnTo>
                    <a:pt x="321" y="367"/>
                  </a:lnTo>
                  <a:lnTo>
                    <a:pt x="321" y="367"/>
                  </a:lnTo>
                  <a:lnTo>
                    <a:pt x="321" y="367"/>
                  </a:lnTo>
                  <a:lnTo>
                    <a:pt x="323" y="367"/>
                  </a:lnTo>
                  <a:lnTo>
                    <a:pt x="323" y="367"/>
                  </a:lnTo>
                  <a:lnTo>
                    <a:pt x="323" y="367"/>
                  </a:lnTo>
                  <a:lnTo>
                    <a:pt x="323" y="367"/>
                  </a:lnTo>
                  <a:lnTo>
                    <a:pt x="324" y="366"/>
                  </a:lnTo>
                  <a:lnTo>
                    <a:pt x="324" y="366"/>
                  </a:lnTo>
                  <a:lnTo>
                    <a:pt x="324" y="366"/>
                  </a:lnTo>
                  <a:lnTo>
                    <a:pt x="324" y="366"/>
                  </a:lnTo>
                  <a:lnTo>
                    <a:pt x="325" y="364"/>
                  </a:lnTo>
                  <a:lnTo>
                    <a:pt x="325" y="364"/>
                  </a:lnTo>
                  <a:lnTo>
                    <a:pt x="325" y="364"/>
                  </a:lnTo>
                  <a:lnTo>
                    <a:pt x="325" y="364"/>
                  </a:lnTo>
                  <a:lnTo>
                    <a:pt x="325" y="361"/>
                  </a:lnTo>
                  <a:lnTo>
                    <a:pt x="325" y="361"/>
                  </a:lnTo>
                  <a:lnTo>
                    <a:pt x="325" y="360"/>
                  </a:lnTo>
                  <a:lnTo>
                    <a:pt x="325" y="360"/>
                  </a:lnTo>
                  <a:lnTo>
                    <a:pt x="326" y="359"/>
                  </a:lnTo>
                  <a:lnTo>
                    <a:pt x="324" y="359"/>
                  </a:lnTo>
                  <a:lnTo>
                    <a:pt x="324" y="359"/>
                  </a:lnTo>
                  <a:lnTo>
                    <a:pt x="324" y="359"/>
                  </a:lnTo>
                  <a:lnTo>
                    <a:pt x="324" y="357"/>
                  </a:lnTo>
                  <a:lnTo>
                    <a:pt x="322" y="357"/>
                  </a:lnTo>
                  <a:lnTo>
                    <a:pt x="322" y="355"/>
                  </a:lnTo>
                  <a:lnTo>
                    <a:pt x="321" y="355"/>
                  </a:lnTo>
                  <a:lnTo>
                    <a:pt x="321" y="353"/>
                  </a:lnTo>
                  <a:lnTo>
                    <a:pt x="319" y="353"/>
                  </a:lnTo>
                  <a:lnTo>
                    <a:pt x="319" y="353"/>
                  </a:lnTo>
                  <a:lnTo>
                    <a:pt x="318" y="353"/>
                  </a:lnTo>
                  <a:lnTo>
                    <a:pt x="318" y="351"/>
                  </a:lnTo>
                  <a:lnTo>
                    <a:pt x="317" y="351"/>
                  </a:lnTo>
                  <a:lnTo>
                    <a:pt x="317" y="350"/>
                  </a:lnTo>
                  <a:lnTo>
                    <a:pt x="317" y="350"/>
                  </a:lnTo>
                  <a:lnTo>
                    <a:pt x="317" y="348"/>
                  </a:lnTo>
                  <a:lnTo>
                    <a:pt x="317" y="348"/>
                  </a:lnTo>
                  <a:lnTo>
                    <a:pt x="317" y="348"/>
                  </a:lnTo>
                  <a:lnTo>
                    <a:pt x="317" y="348"/>
                  </a:lnTo>
                  <a:lnTo>
                    <a:pt x="317" y="346"/>
                  </a:lnTo>
                  <a:lnTo>
                    <a:pt x="317" y="346"/>
                  </a:lnTo>
                  <a:lnTo>
                    <a:pt x="317" y="345"/>
                  </a:lnTo>
                  <a:lnTo>
                    <a:pt x="317" y="345"/>
                  </a:lnTo>
                  <a:lnTo>
                    <a:pt x="317" y="343"/>
                  </a:lnTo>
                  <a:lnTo>
                    <a:pt x="317" y="343"/>
                  </a:lnTo>
                  <a:lnTo>
                    <a:pt x="317" y="343"/>
                  </a:lnTo>
                  <a:lnTo>
                    <a:pt x="317" y="343"/>
                  </a:lnTo>
                  <a:lnTo>
                    <a:pt x="317" y="341"/>
                  </a:lnTo>
                  <a:lnTo>
                    <a:pt x="317" y="341"/>
                  </a:lnTo>
                  <a:lnTo>
                    <a:pt x="317" y="339"/>
                  </a:lnTo>
                  <a:lnTo>
                    <a:pt x="317" y="339"/>
                  </a:lnTo>
                  <a:lnTo>
                    <a:pt x="318" y="338"/>
                  </a:lnTo>
                  <a:lnTo>
                    <a:pt x="317" y="338"/>
                  </a:lnTo>
                  <a:lnTo>
                    <a:pt x="317" y="338"/>
                  </a:lnTo>
                  <a:lnTo>
                    <a:pt x="317" y="338"/>
                  </a:lnTo>
                  <a:lnTo>
                    <a:pt x="317" y="337"/>
                  </a:lnTo>
                  <a:lnTo>
                    <a:pt x="316" y="337"/>
                  </a:lnTo>
                  <a:lnTo>
                    <a:pt x="316" y="335"/>
                  </a:lnTo>
                  <a:lnTo>
                    <a:pt x="316" y="335"/>
                  </a:lnTo>
                  <a:lnTo>
                    <a:pt x="316" y="333"/>
                  </a:lnTo>
                  <a:lnTo>
                    <a:pt x="313" y="333"/>
                  </a:lnTo>
                  <a:lnTo>
                    <a:pt x="313" y="332"/>
                  </a:lnTo>
                  <a:lnTo>
                    <a:pt x="313" y="332"/>
                  </a:lnTo>
                  <a:lnTo>
                    <a:pt x="313" y="331"/>
                  </a:lnTo>
                  <a:lnTo>
                    <a:pt x="313" y="331"/>
                  </a:lnTo>
                  <a:lnTo>
                    <a:pt x="313" y="329"/>
                  </a:lnTo>
                  <a:lnTo>
                    <a:pt x="313" y="329"/>
                  </a:lnTo>
                  <a:lnTo>
                    <a:pt x="313" y="327"/>
                  </a:lnTo>
                  <a:lnTo>
                    <a:pt x="311" y="327"/>
                  </a:lnTo>
                  <a:lnTo>
                    <a:pt x="311" y="327"/>
                  </a:lnTo>
                  <a:lnTo>
                    <a:pt x="310" y="327"/>
                  </a:lnTo>
                  <a:lnTo>
                    <a:pt x="310" y="325"/>
                  </a:lnTo>
                  <a:lnTo>
                    <a:pt x="308" y="325"/>
                  </a:lnTo>
                  <a:lnTo>
                    <a:pt x="308" y="323"/>
                  </a:lnTo>
                  <a:lnTo>
                    <a:pt x="308" y="323"/>
                  </a:lnTo>
                  <a:lnTo>
                    <a:pt x="308" y="322"/>
                  </a:lnTo>
                  <a:lnTo>
                    <a:pt x="306" y="322"/>
                  </a:lnTo>
                  <a:lnTo>
                    <a:pt x="306" y="320"/>
                  </a:lnTo>
                  <a:lnTo>
                    <a:pt x="306" y="320"/>
                  </a:lnTo>
                  <a:lnTo>
                    <a:pt x="306" y="318"/>
                  </a:lnTo>
                  <a:lnTo>
                    <a:pt x="306" y="318"/>
                  </a:lnTo>
                  <a:lnTo>
                    <a:pt x="306" y="317"/>
                  </a:lnTo>
                  <a:lnTo>
                    <a:pt x="306" y="317"/>
                  </a:lnTo>
                  <a:lnTo>
                    <a:pt x="306" y="315"/>
                  </a:lnTo>
                  <a:lnTo>
                    <a:pt x="305" y="315"/>
                  </a:lnTo>
                  <a:lnTo>
                    <a:pt x="305" y="315"/>
                  </a:lnTo>
                  <a:lnTo>
                    <a:pt x="305" y="315"/>
                  </a:lnTo>
                  <a:lnTo>
                    <a:pt x="305" y="314"/>
                  </a:lnTo>
                  <a:lnTo>
                    <a:pt x="305" y="314"/>
                  </a:lnTo>
                  <a:lnTo>
                    <a:pt x="305" y="313"/>
                  </a:lnTo>
                  <a:lnTo>
                    <a:pt x="305" y="313"/>
                  </a:lnTo>
                  <a:lnTo>
                    <a:pt x="305" y="311"/>
                  </a:lnTo>
                  <a:lnTo>
                    <a:pt x="304" y="311"/>
                  </a:lnTo>
                  <a:lnTo>
                    <a:pt x="304" y="311"/>
                  </a:lnTo>
                  <a:lnTo>
                    <a:pt x="304" y="311"/>
                  </a:lnTo>
                  <a:lnTo>
                    <a:pt x="304" y="309"/>
                  </a:lnTo>
                  <a:lnTo>
                    <a:pt x="304" y="309"/>
                  </a:lnTo>
                  <a:lnTo>
                    <a:pt x="304" y="308"/>
                  </a:lnTo>
                  <a:lnTo>
                    <a:pt x="304" y="308"/>
                  </a:lnTo>
                  <a:lnTo>
                    <a:pt x="304" y="307"/>
                  </a:lnTo>
                  <a:lnTo>
                    <a:pt x="304" y="307"/>
                  </a:lnTo>
                  <a:lnTo>
                    <a:pt x="304" y="307"/>
                  </a:lnTo>
                  <a:lnTo>
                    <a:pt x="304" y="307"/>
                  </a:lnTo>
                  <a:lnTo>
                    <a:pt x="304" y="307"/>
                  </a:lnTo>
                  <a:lnTo>
                    <a:pt x="304" y="307"/>
                  </a:lnTo>
                  <a:lnTo>
                    <a:pt x="304" y="307"/>
                  </a:lnTo>
                  <a:lnTo>
                    <a:pt x="304" y="307"/>
                  </a:lnTo>
                  <a:lnTo>
                    <a:pt x="304" y="305"/>
                  </a:lnTo>
                  <a:lnTo>
                    <a:pt x="304" y="305"/>
                  </a:lnTo>
                  <a:lnTo>
                    <a:pt x="304" y="305"/>
                  </a:lnTo>
                  <a:lnTo>
                    <a:pt x="304" y="305"/>
                  </a:lnTo>
                  <a:lnTo>
                    <a:pt x="304" y="303"/>
                  </a:lnTo>
                  <a:lnTo>
                    <a:pt x="304" y="303"/>
                  </a:lnTo>
                  <a:lnTo>
                    <a:pt x="304" y="302"/>
                  </a:lnTo>
                  <a:lnTo>
                    <a:pt x="304" y="302"/>
                  </a:lnTo>
                  <a:lnTo>
                    <a:pt x="304" y="300"/>
                  </a:lnTo>
                  <a:lnTo>
                    <a:pt x="302" y="301"/>
                  </a:lnTo>
                  <a:lnTo>
                    <a:pt x="302" y="301"/>
                  </a:lnTo>
                  <a:lnTo>
                    <a:pt x="302" y="301"/>
                  </a:lnTo>
                  <a:lnTo>
                    <a:pt x="302" y="301"/>
                  </a:lnTo>
                  <a:lnTo>
                    <a:pt x="302" y="301"/>
                  </a:lnTo>
                  <a:lnTo>
                    <a:pt x="302" y="301"/>
                  </a:lnTo>
                  <a:lnTo>
                    <a:pt x="302" y="301"/>
                  </a:lnTo>
                  <a:lnTo>
                    <a:pt x="302" y="301"/>
                  </a:lnTo>
                  <a:lnTo>
                    <a:pt x="301" y="301"/>
                  </a:lnTo>
                  <a:lnTo>
                    <a:pt x="301" y="301"/>
                  </a:lnTo>
                  <a:lnTo>
                    <a:pt x="301" y="301"/>
                  </a:lnTo>
                  <a:lnTo>
                    <a:pt x="301" y="301"/>
                  </a:lnTo>
                  <a:lnTo>
                    <a:pt x="301" y="301"/>
                  </a:lnTo>
                  <a:lnTo>
                    <a:pt x="301" y="301"/>
                  </a:lnTo>
                  <a:lnTo>
                    <a:pt x="301" y="301"/>
                  </a:lnTo>
                  <a:lnTo>
                    <a:pt x="301" y="301"/>
                  </a:lnTo>
                  <a:lnTo>
                    <a:pt x="301" y="302"/>
                  </a:lnTo>
                  <a:lnTo>
                    <a:pt x="301" y="302"/>
                  </a:lnTo>
                  <a:lnTo>
                    <a:pt x="301" y="302"/>
                  </a:lnTo>
                  <a:lnTo>
                    <a:pt x="301" y="302"/>
                  </a:lnTo>
                  <a:lnTo>
                    <a:pt x="301" y="304"/>
                  </a:lnTo>
                  <a:lnTo>
                    <a:pt x="301" y="304"/>
                  </a:lnTo>
                  <a:lnTo>
                    <a:pt x="301" y="304"/>
                  </a:lnTo>
                  <a:lnTo>
                    <a:pt x="301" y="304"/>
                  </a:lnTo>
                  <a:lnTo>
                    <a:pt x="301" y="306"/>
                  </a:lnTo>
                  <a:lnTo>
                    <a:pt x="301" y="306"/>
                  </a:lnTo>
                  <a:lnTo>
                    <a:pt x="301" y="306"/>
                  </a:lnTo>
                  <a:lnTo>
                    <a:pt x="301" y="306"/>
                  </a:lnTo>
                  <a:lnTo>
                    <a:pt x="301" y="307"/>
                  </a:lnTo>
                  <a:lnTo>
                    <a:pt x="301" y="307"/>
                  </a:lnTo>
                  <a:lnTo>
                    <a:pt x="301" y="307"/>
                  </a:lnTo>
                  <a:lnTo>
                    <a:pt x="301" y="307"/>
                  </a:lnTo>
                  <a:lnTo>
                    <a:pt x="299" y="307"/>
                  </a:lnTo>
                  <a:lnTo>
                    <a:pt x="299" y="307"/>
                  </a:lnTo>
                  <a:lnTo>
                    <a:pt x="298" y="307"/>
                  </a:lnTo>
                  <a:lnTo>
                    <a:pt x="298" y="307"/>
                  </a:lnTo>
                  <a:lnTo>
                    <a:pt x="296" y="307"/>
                  </a:lnTo>
                  <a:lnTo>
                    <a:pt x="296" y="307"/>
                  </a:lnTo>
                  <a:lnTo>
                    <a:pt x="296" y="307"/>
                  </a:lnTo>
                  <a:lnTo>
                    <a:pt x="296" y="307"/>
                  </a:lnTo>
                  <a:lnTo>
                    <a:pt x="294" y="307"/>
                  </a:lnTo>
                  <a:lnTo>
                    <a:pt x="294" y="307"/>
                  </a:lnTo>
                  <a:lnTo>
                    <a:pt x="294" y="307"/>
                  </a:lnTo>
                  <a:lnTo>
                    <a:pt x="294" y="307"/>
                  </a:lnTo>
                  <a:lnTo>
                    <a:pt x="291" y="307"/>
                  </a:lnTo>
                  <a:lnTo>
                    <a:pt x="291" y="307"/>
                  </a:lnTo>
                  <a:lnTo>
                    <a:pt x="291" y="307"/>
                  </a:lnTo>
                  <a:lnTo>
                    <a:pt x="291" y="307"/>
                  </a:lnTo>
                  <a:lnTo>
                    <a:pt x="289" y="307"/>
                  </a:lnTo>
                  <a:lnTo>
                    <a:pt x="289" y="307"/>
                  </a:lnTo>
                  <a:lnTo>
                    <a:pt x="288" y="307"/>
                  </a:lnTo>
                  <a:lnTo>
                    <a:pt x="288" y="307"/>
                  </a:lnTo>
                  <a:lnTo>
                    <a:pt x="286" y="307"/>
                  </a:lnTo>
                  <a:lnTo>
                    <a:pt x="286" y="307"/>
                  </a:lnTo>
                  <a:lnTo>
                    <a:pt x="285" y="307"/>
                  </a:lnTo>
                  <a:lnTo>
                    <a:pt x="285" y="306"/>
                  </a:lnTo>
                  <a:lnTo>
                    <a:pt x="283" y="306"/>
                  </a:lnTo>
                  <a:lnTo>
                    <a:pt x="283" y="306"/>
                  </a:lnTo>
                  <a:lnTo>
                    <a:pt x="282" y="306"/>
                  </a:lnTo>
                  <a:lnTo>
                    <a:pt x="282" y="304"/>
                  </a:lnTo>
                  <a:lnTo>
                    <a:pt x="280" y="304"/>
                  </a:lnTo>
                  <a:lnTo>
                    <a:pt x="280" y="303"/>
                  </a:lnTo>
                  <a:lnTo>
                    <a:pt x="280" y="303"/>
                  </a:lnTo>
                  <a:lnTo>
                    <a:pt x="280" y="301"/>
                  </a:lnTo>
                  <a:lnTo>
                    <a:pt x="279" y="301"/>
                  </a:lnTo>
                  <a:lnTo>
                    <a:pt x="279" y="301"/>
                  </a:lnTo>
                  <a:lnTo>
                    <a:pt x="279" y="301"/>
                  </a:lnTo>
                  <a:lnTo>
                    <a:pt x="279" y="301"/>
                  </a:lnTo>
                  <a:lnTo>
                    <a:pt x="279" y="301"/>
                  </a:lnTo>
                  <a:lnTo>
                    <a:pt x="279" y="301"/>
                  </a:lnTo>
                  <a:lnTo>
                    <a:pt x="279" y="301"/>
                  </a:lnTo>
                  <a:lnTo>
                    <a:pt x="279" y="300"/>
                  </a:lnTo>
                  <a:lnTo>
                    <a:pt x="277" y="300"/>
                  </a:lnTo>
                  <a:lnTo>
                    <a:pt x="277" y="300"/>
                  </a:lnTo>
                  <a:lnTo>
                    <a:pt x="277" y="300"/>
                  </a:lnTo>
                  <a:lnTo>
                    <a:pt x="277" y="298"/>
                  </a:lnTo>
                  <a:lnTo>
                    <a:pt x="277" y="298"/>
                  </a:lnTo>
                  <a:lnTo>
                    <a:pt x="277" y="298"/>
                  </a:lnTo>
                  <a:lnTo>
                    <a:pt x="277" y="298"/>
                  </a:lnTo>
                  <a:lnTo>
                    <a:pt x="277" y="296"/>
                  </a:lnTo>
                  <a:lnTo>
                    <a:pt x="277" y="296"/>
                  </a:lnTo>
                  <a:lnTo>
                    <a:pt x="277" y="296"/>
                  </a:lnTo>
                  <a:lnTo>
                    <a:pt x="277" y="296"/>
                  </a:lnTo>
                  <a:lnTo>
                    <a:pt x="277" y="295"/>
                  </a:lnTo>
                  <a:lnTo>
                    <a:pt x="277" y="295"/>
                  </a:lnTo>
                  <a:lnTo>
                    <a:pt x="277" y="294"/>
                  </a:lnTo>
                  <a:lnTo>
                    <a:pt x="277" y="294"/>
                  </a:lnTo>
                  <a:lnTo>
                    <a:pt x="277" y="292"/>
                  </a:lnTo>
                  <a:lnTo>
                    <a:pt x="277" y="292"/>
                  </a:lnTo>
                  <a:lnTo>
                    <a:pt x="277" y="291"/>
                  </a:lnTo>
                  <a:lnTo>
                    <a:pt x="277" y="291"/>
                  </a:lnTo>
                  <a:lnTo>
                    <a:pt x="277" y="289"/>
                  </a:lnTo>
                  <a:lnTo>
                    <a:pt x="277" y="289"/>
                  </a:lnTo>
                  <a:lnTo>
                    <a:pt x="277" y="288"/>
                  </a:lnTo>
                  <a:lnTo>
                    <a:pt x="277" y="288"/>
                  </a:lnTo>
                  <a:lnTo>
                    <a:pt x="277" y="286"/>
                  </a:lnTo>
                  <a:lnTo>
                    <a:pt x="274" y="286"/>
                  </a:lnTo>
                  <a:lnTo>
                    <a:pt x="274" y="286"/>
                  </a:lnTo>
                  <a:lnTo>
                    <a:pt x="273" y="286"/>
                  </a:lnTo>
                  <a:lnTo>
                    <a:pt x="273" y="285"/>
                  </a:lnTo>
                  <a:lnTo>
                    <a:pt x="272" y="285"/>
                  </a:lnTo>
                  <a:lnTo>
                    <a:pt x="272" y="285"/>
                  </a:lnTo>
                  <a:lnTo>
                    <a:pt x="271" y="285"/>
                  </a:lnTo>
                  <a:lnTo>
                    <a:pt x="271" y="283"/>
                  </a:lnTo>
                  <a:lnTo>
                    <a:pt x="269" y="283"/>
                  </a:lnTo>
                  <a:lnTo>
                    <a:pt x="269" y="283"/>
                  </a:lnTo>
                  <a:lnTo>
                    <a:pt x="267" y="283"/>
                  </a:lnTo>
                  <a:lnTo>
                    <a:pt x="267" y="281"/>
                  </a:lnTo>
                  <a:lnTo>
                    <a:pt x="265" y="281"/>
                  </a:lnTo>
                  <a:lnTo>
                    <a:pt x="265" y="281"/>
                  </a:lnTo>
                  <a:lnTo>
                    <a:pt x="265" y="281"/>
                  </a:lnTo>
                  <a:lnTo>
                    <a:pt x="265" y="280"/>
                  </a:lnTo>
                  <a:lnTo>
                    <a:pt x="263" y="281"/>
                  </a:lnTo>
                  <a:lnTo>
                    <a:pt x="263" y="281"/>
                  </a:lnTo>
                  <a:lnTo>
                    <a:pt x="263" y="282"/>
                  </a:lnTo>
                  <a:lnTo>
                    <a:pt x="263" y="282"/>
                  </a:lnTo>
                  <a:lnTo>
                    <a:pt x="262" y="284"/>
                  </a:lnTo>
                  <a:lnTo>
                    <a:pt x="262" y="284"/>
                  </a:lnTo>
                  <a:lnTo>
                    <a:pt x="262" y="285"/>
                  </a:lnTo>
                  <a:lnTo>
                    <a:pt x="262" y="285"/>
                  </a:lnTo>
                  <a:lnTo>
                    <a:pt x="260" y="286"/>
                  </a:lnTo>
                  <a:lnTo>
                    <a:pt x="260" y="286"/>
                  </a:lnTo>
                  <a:lnTo>
                    <a:pt x="260" y="288"/>
                  </a:lnTo>
                  <a:lnTo>
                    <a:pt x="260" y="288"/>
                  </a:lnTo>
                  <a:lnTo>
                    <a:pt x="260" y="288"/>
                  </a:lnTo>
                  <a:lnTo>
                    <a:pt x="260" y="288"/>
                  </a:lnTo>
                  <a:lnTo>
                    <a:pt x="260" y="288"/>
                  </a:lnTo>
                  <a:lnTo>
                    <a:pt x="260" y="288"/>
                  </a:lnTo>
                  <a:lnTo>
                    <a:pt x="258" y="288"/>
                  </a:lnTo>
                  <a:lnTo>
                    <a:pt x="258" y="288"/>
                  </a:lnTo>
                  <a:lnTo>
                    <a:pt x="258" y="288"/>
                  </a:lnTo>
                  <a:lnTo>
                    <a:pt x="258" y="288"/>
                  </a:lnTo>
                  <a:lnTo>
                    <a:pt x="258" y="288"/>
                  </a:lnTo>
                  <a:lnTo>
                    <a:pt x="258" y="288"/>
                  </a:lnTo>
                  <a:lnTo>
                    <a:pt x="258" y="288"/>
                  </a:lnTo>
                  <a:lnTo>
                    <a:pt x="258" y="287"/>
                  </a:lnTo>
                  <a:lnTo>
                    <a:pt x="258" y="287"/>
                  </a:lnTo>
                  <a:lnTo>
                    <a:pt x="258" y="287"/>
                  </a:lnTo>
                  <a:lnTo>
                    <a:pt x="258" y="287"/>
                  </a:lnTo>
                  <a:lnTo>
                    <a:pt x="258" y="287"/>
                  </a:lnTo>
                  <a:lnTo>
                    <a:pt x="258" y="287"/>
                  </a:lnTo>
                  <a:lnTo>
                    <a:pt x="258" y="287"/>
                  </a:lnTo>
                  <a:lnTo>
                    <a:pt x="258" y="287"/>
                  </a:lnTo>
                  <a:lnTo>
                    <a:pt x="258" y="285"/>
                  </a:lnTo>
                  <a:lnTo>
                    <a:pt x="258" y="285"/>
                  </a:lnTo>
                  <a:lnTo>
                    <a:pt x="258" y="285"/>
                  </a:lnTo>
                  <a:lnTo>
                    <a:pt x="258" y="285"/>
                  </a:lnTo>
                  <a:lnTo>
                    <a:pt x="258" y="284"/>
                  </a:lnTo>
                  <a:lnTo>
                    <a:pt x="258" y="284"/>
                  </a:lnTo>
                  <a:lnTo>
                    <a:pt x="258" y="284"/>
                  </a:lnTo>
                  <a:lnTo>
                    <a:pt x="258" y="284"/>
                  </a:lnTo>
                  <a:lnTo>
                    <a:pt x="258" y="282"/>
                  </a:lnTo>
                  <a:lnTo>
                    <a:pt x="258" y="282"/>
                  </a:lnTo>
                  <a:lnTo>
                    <a:pt x="258" y="282"/>
                  </a:lnTo>
                  <a:lnTo>
                    <a:pt x="258" y="282"/>
                  </a:lnTo>
                  <a:lnTo>
                    <a:pt x="258" y="280"/>
                  </a:lnTo>
                  <a:lnTo>
                    <a:pt x="258" y="280"/>
                  </a:lnTo>
                  <a:lnTo>
                    <a:pt x="258" y="280"/>
                  </a:lnTo>
                  <a:lnTo>
                    <a:pt x="258" y="280"/>
                  </a:lnTo>
                  <a:lnTo>
                    <a:pt x="259" y="278"/>
                  </a:lnTo>
                  <a:lnTo>
                    <a:pt x="258" y="278"/>
                  </a:lnTo>
                  <a:lnTo>
                    <a:pt x="258" y="278"/>
                  </a:lnTo>
                  <a:lnTo>
                    <a:pt x="257" y="278"/>
                  </a:lnTo>
                  <a:lnTo>
                    <a:pt x="257" y="278"/>
                  </a:lnTo>
                  <a:lnTo>
                    <a:pt x="255" y="278"/>
                  </a:lnTo>
                  <a:lnTo>
                    <a:pt x="255" y="278"/>
                  </a:lnTo>
                  <a:lnTo>
                    <a:pt x="255" y="278"/>
                  </a:lnTo>
                  <a:lnTo>
                    <a:pt x="255" y="278"/>
                  </a:lnTo>
                  <a:lnTo>
                    <a:pt x="253" y="278"/>
                  </a:lnTo>
                  <a:lnTo>
                    <a:pt x="253" y="278"/>
                  </a:lnTo>
                  <a:lnTo>
                    <a:pt x="252" y="278"/>
                  </a:lnTo>
                  <a:lnTo>
                    <a:pt x="252" y="278"/>
                  </a:lnTo>
                  <a:lnTo>
                    <a:pt x="251" y="278"/>
                  </a:lnTo>
                  <a:lnTo>
                    <a:pt x="251" y="278"/>
                  </a:lnTo>
                  <a:lnTo>
                    <a:pt x="251" y="278"/>
                  </a:lnTo>
                  <a:lnTo>
                    <a:pt x="251" y="278"/>
                  </a:lnTo>
                  <a:lnTo>
                    <a:pt x="249" y="278"/>
                  </a:lnTo>
                  <a:lnTo>
                    <a:pt x="249" y="278"/>
                  </a:lnTo>
                  <a:lnTo>
                    <a:pt x="249" y="278"/>
                  </a:lnTo>
                  <a:lnTo>
                    <a:pt x="249" y="278"/>
                  </a:lnTo>
                  <a:lnTo>
                    <a:pt x="247" y="278"/>
                  </a:lnTo>
                  <a:lnTo>
                    <a:pt x="247" y="278"/>
                  </a:lnTo>
                  <a:lnTo>
                    <a:pt x="247" y="278"/>
                  </a:lnTo>
                  <a:lnTo>
                    <a:pt x="247" y="278"/>
                  </a:lnTo>
                  <a:lnTo>
                    <a:pt x="245" y="278"/>
                  </a:lnTo>
                  <a:lnTo>
                    <a:pt x="245" y="278"/>
                  </a:lnTo>
                  <a:lnTo>
                    <a:pt x="245" y="278"/>
                  </a:lnTo>
                  <a:lnTo>
                    <a:pt x="245" y="278"/>
                  </a:lnTo>
                  <a:lnTo>
                    <a:pt x="244" y="278"/>
                  </a:lnTo>
                  <a:lnTo>
                    <a:pt x="244" y="278"/>
                  </a:lnTo>
                  <a:lnTo>
                    <a:pt x="244" y="278"/>
                  </a:lnTo>
                  <a:lnTo>
                    <a:pt x="244" y="276"/>
                  </a:lnTo>
                  <a:lnTo>
                    <a:pt x="242" y="276"/>
                  </a:lnTo>
                  <a:lnTo>
                    <a:pt x="242" y="275"/>
                  </a:lnTo>
                  <a:lnTo>
                    <a:pt x="242" y="274"/>
                  </a:lnTo>
                  <a:lnTo>
                    <a:pt x="242" y="272"/>
                  </a:lnTo>
                  <a:lnTo>
                    <a:pt x="242" y="272"/>
                  </a:lnTo>
                  <a:lnTo>
                    <a:pt x="242" y="270"/>
                  </a:lnTo>
                  <a:lnTo>
                    <a:pt x="242" y="269"/>
                  </a:lnTo>
                  <a:lnTo>
                    <a:pt x="242" y="266"/>
                  </a:lnTo>
                  <a:lnTo>
                    <a:pt x="240" y="266"/>
                  </a:lnTo>
                  <a:lnTo>
                    <a:pt x="240" y="264"/>
                  </a:lnTo>
                  <a:lnTo>
                    <a:pt x="240" y="263"/>
                  </a:lnTo>
                  <a:lnTo>
                    <a:pt x="240" y="261"/>
                  </a:lnTo>
                  <a:lnTo>
                    <a:pt x="238" y="261"/>
                  </a:lnTo>
                  <a:lnTo>
                    <a:pt x="238" y="259"/>
                  </a:lnTo>
                  <a:lnTo>
                    <a:pt x="237" y="259"/>
                  </a:lnTo>
                  <a:lnTo>
                    <a:pt x="237" y="257"/>
                  </a:lnTo>
                  <a:lnTo>
                    <a:pt x="235" y="257"/>
                  </a:lnTo>
                  <a:lnTo>
                    <a:pt x="235" y="257"/>
                  </a:lnTo>
                  <a:lnTo>
                    <a:pt x="233" y="257"/>
                  </a:lnTo>
                  <a:lnTo>
                    <a:pt x="233" y="257"/>
                  </a:lnTo>
                  <a:lnTo>
                    <a:pt x="231" y="257"/>
                  </a:lnTo>
                  <a:lnTo>
                    <a:pt x="230" y="257"/>
                  </a:lnTo>
                  <a:lnTo>
                    <a:pt x="228" y="257"/>
                  </a:lnTo>
                  <a:lnTo>
                    <a:pt x="228" y="256"/>
                  </a:lnTo>
                  <a:lnTo>
                    <a:pt x="226" y="256"/>
                  </a:lnTo>
                  <a:lnTo>
                    <a:pt x="224" y="256"/>
                  </a:lnTo>
                  <a:lnTo>
                    <a:pt x="222" y="256"/>
                  </a:lnTo>
                  <a:lnTo>
                    <a:pt x="222" y="256"/>
                  </a:lnTo>
                  <a:lnTo>
                    <a:pt x="220" y="257"/>
                  </a:lnTo>
                  <a:lnTo>
                    <a:pt x="220" y="257"/>
                  </a:lnTo>
                  <a:lnTo>
                    <a:pt x="219" y="257"/>
                  </a:lnTo>
                  <a:lnTo>
                    <a:pt x="219" y="257"/>
                  </a:lnTo>
                  <a:lnTo>
                    <a:pt x="217" y="258"/>
                  </a:lnTo>
                  <a:lnTo>
                    <a:pt x="217" y="258"/>
                  </a:lnTo>
                  <a:lnTo>
                    <a:pt x="217" y="258"/>
                  </a:lnTo>
                  <a:lnTo>
                    <a:pt x="217" y="258"/>
                  </a:lnTo>
                  <a:lnTo>
                    <a:pt x="216" y="259"/>
                  </a:lnTo>
                  <a:lnTo>
                    <a:pt x="216" y="259"/>
                  </a:lnTo>
                  <a:lnTo>
                    <a:pt x="216" y="259"/>
                  </a:lnTo>
                  <a:lnTo>
                    <a:pt x="216" y="259"/>
                  </a:lnTo>
                  <a:lnTo>
                    <a:pt x="215" y="260"/>
                  </a:lnTo>
                  <a:lnTo>
                    <a:pt x="215" y="260"/>
                  </a:lnTo>
                  <a:lnTo>
                    <a:pt x="215" y="260"/>
                  </a:lnTo>
                  <a:lnTo>
                    <a:pt x="215" y="260"/>
                  </a:lnTo>
                  <a:lnTo>
                    <a:pt x="215" y="260"/>
                  </a:lnTo>
                  <a:lnTo>
                    <a:pt x="215" y="260"/>
                  </a:lnTo>
                  <a:lnTo>
                    <a:pt x="215" y="260"/>
                  </a:lnTo>
                  <a:lnTo>
                    <a:pt x="215" y="260"/>
                  </a:lnTo>
                  <a:lnTo>
                    <a:pt x="213" y="260"/>
                  </a:lnTo>
                  <a:lnTo>
                    <a:pt x="213" y="260"/>
                  </a:lnTo>
                  <a:lnTo>
                    <a:pt x="211" y="260"/>
                  </a:lnTo>
                  <a:lnTo>
                    <a:pt x="211" y="259"/>
                  </a:lnTo>
                  <a:lnTo>
                    <a:pt x="209" y="259"/>
                  </a:lnTo>
                  <a:lnTo>
                    <a:pt x="209" y="259"/>
                  </a:lnTo>
                  <a:lnTo>
                    <a:pt x="208" y="259"/>
                  </a:lnTo>
                  <a:lnTo>
                    <a:pt x="208" y="257"/>
                  </a:lnTo>
                  <a:lnTo>
                    <a:pt x="207" y="257"/>
                  </a:lnTo>
                  <a:lnTo>
                    <a:pt x="207" y="257"/>
                  </a:lnTo>
                  <a:lnTo>
                    <a:pt x="205" y="257"/>
                  </a:lnTo>
                  <a:lnTo>
                    <a:pt x="205" y="255"/>
                  </a:lnTo>
                  <a:lnTo>
                    <a:pt x="203" y="255"/>
                  </a:lnTo>
                  <a:lnTo>
                    <a:pt x="203" y="254"/>
                  </a:lnTo>
                  <a:lnTo>
                    <a:pt x="203" y="254"/>
                  </a:lnTo>
                  <a:lnTo>
                    <a:pt x="203" y="252"/>
                  </a:lnTo>
                  <a:lnTo>
                    <a:pt x="201" y="252"/>
                  </a:lnTo>
                  <a:lnTo>
                    <a:pt x="201" y="252"/>
                  </a:lnTo>
                  <a:lnTo>
                    <a:pt x="201" y="252"/>
                  </a:lnTo>
                  <a:lnTo>
                    <a:pt x="201" y="252"/>
                  </a:lnTo>
                  <a:lnTo>
                    <a:pt x="199" y="252"/>
                  </a:lnTo>
                  <a:lnTo>
                    <a:pt x="199" y="252"/>
                  </a:lnTo>
                  <a:lnTo>
                    <a:pt x="199" y="252"/>
                  </a:lnTo>
                  <a:lnTo>
                    <a:pt x="199" y="250"/>
                  </a:lnTo>
                  <a:lnTo>
                    <a:pt x="198" y="250"/>
                  </a:lnTo>
                  <a:lnTo>
                    <a:pt x="198" y="250"/>
                  </a:lnTo>
                  <a:lnTo>
                    <a:pt x="198" y="250"/>
                  </a:lnTo>
                  <a:lnTo>
                    <a:pt x="198" y="250"/>
                  </a:lnTo>
                  <a:lnTo>
                    <a:pt x="196" y="250"/>
                  </a:lnTo>
                  <a:lnTo>
                    <a:pt x="196" y="250"/>
                  </a:lnTo>
                  <a:lnTo>
                    <a:pt x="196" y="250"/>
                  </a:lnTo>
                  <a:lnTo>
                    <a:pt x="196" y="249"/>
                  </a:lnTo>
                  <a:lnTo>
                    <a:pt x="194" y="249"/>
                  </a:lnTo>
                  <a:lnTo>
                    <a:pt x="194" y="249"/>
                  </a:lnTo>
                  <a:lnTo>
                    <a:pt x="192" y="249"/>
                  </a:lnTo>
                  <a:lnTo>
                    <a:pt x="192" y="247"/>
                  </a:lnTo>
                  <a:lnTo>
                    <a:pt x="190" y="247"/>
                  </a:lnTo>
                  <a:lnTo>
                    <a:pt x="190" y="247"/>
                  </a:lnTo>
                  <a:lnTo>
                    <a:pt x="188" y="247"/>
                  </a:lnTo>
                  <a:lnTo>
                    <a:pt x="188" y="244"/>
                  </a:lnTo>
                  <a:lnTo>
                    <a:pt x="186" y="244"/>
                  </a:lnTo>
                  <a:lnTo>
                    <a:pt x="185" y="244"/>
                  </a:lnTo>
                  <a:lnTo>
                    <a:pt x="183" y="244"/>
                  </a:lnTo>
                  <a:lnTo>
                    <a:pt x="183" y="242"/>
                  </a:lnTo>
                  <a:lnTo>
                    <a:pt x="182" y="242"/>
                  </a:lnTo>
                  <a:lnTo>
                    <a:pt x="182" y="241"/>
                  </a:lnTo>
                  <a:lnTo>
                    <a:pt x="181" y="241"/>
                  </a:lnTo>
                  <a:lnTo>
                    <a:pt x="181" y="239"/>
                  </a:lnTo>
                  <a:lnTo>
                    <a:pt x="179" y="239"/>
                  </a:lnTo>
                  <a:lnTo>
                    <a:pt x="179" y="239"/>
                  </a:lnTo>
                  <a:lnTo>
                    <a:pt x="179" y="239"/>
                  </a:lnTo>
                  <a:lnTo>
                    <a:pt x="179" y="237"/>
                  </a:lnTo>
                  <a:lnTo>
                    <a:pt x="177" y="237"/>
                  </a:lnTo>
                  <a:lnTo>
                    <a:pt x="177" y="235"/>
                  </a:lnTo>
                  <a:lnTo>
                    <a:pt x="177" y="235"/>
                  </a:lnTo>
                  <a:lnTo>
                    <a:pt x="177" y="233"/>
                  </a:lnTo>
                  <a:lnTo>
                    <a:pt x="175" y="233"/>
                  </a:lnTo>
                  <a:lnTo>
                    <a:pt x="175" y="232"/>
                  </a:lnTo>
                  <a:lnTo>
                    <a:pt x="175" y="232"/>
                  </a:lnTo>
                  <a:lnTo>
                    <a:pt x="175" y="230"/>
                  </a:lnTo>
                  <a:lnTo>
                    <a:pt x="174" y="230"/>
                  </a:lnTo>
                  <a:lnTo>
                    <a:pt x="174" y="229"/>
                  </a:lnTo>
                  <a:lnTo>
                    <a:pt x="174" y="229"/>
                  </a:lnTo>
                  <a:lnTo>
                    <a:pt x="174" y="227"/>
                  </a:lnTo>
                  <a:lnTo>
                    <a:pt x="172" y="227"/>
                  </a:lnTo>
                  <a:lnTo>
                    <a:pt x="172" y="227"/>
                  </a:lnTo>
                  <a:lnTo>
                    <a:pt x="172" y="227"/>
                  </a:lnTo>
                  <a:lnTo>
                    <a:pt x="172" y="227"/>
                  </a:lnTo>
                  <a:lnTo>
                    <a:pt x="170" y="227"/>
                  </a:lnTo>
                  <a:lnTo>
                    <a:pt x="170" y="227"/>
                  </a:lnTo>
                  <a:lnTo>
                    <a:pt x="170" y="227"/>
                  </a:lnTo>
                  <a:lnTo>
                    <a:pt x="170" y="226"/>
                  </a:lnTo>
                  <a:lnTo>
                    <a:pt x="169" y="226"/>
                  </a:lnTo>
                  <a:lnTo>
                    <a:pt x="169" y="226"/>
                  </a:lnTo>
                  <a:lnTo>
                    <a:pt x="169" y="226"/>
                  </a:lnTo>
                  <a:lnTo>
                    <a:pt x="169" y="226"/>
                  </a:lnTo>
                  <a:lnTo>
                    <a:pt x="167" y="226"/>
                  </a:lnTo>
                  <a:lnTo>
                    <a:pt x="167" y="226"/>
                  </a:lnTo>
                  <a:lnTo>
                    <a:pt x="167" y="226"/>
                  </a:lnTo>
                  <a:lnTo>
                    <a:pt x="167" y="224"/>
                  </a:lnTo>
                  <a:lnTo>
                    <a:pt x="165" y="224"/>
                  </a:lnTo>
                  <a:lnTo>
                    <a:pt x="165" y="224"/>
                  </a:lnTo>
                  <a:lnTo>
                    <a:pt x="163" y="224"/>
                  </a:lnTo>
                  <a:lnTo>
                    <a:pt x="163" y="222"/>
                  </a:lnTo>
                  <a:lnTo>
                    <a:pt x="161" y="222"/>
                  </a:lnTo>
                  <a:lnTo>
                    <a:pt x="161" y="220"/>
                  </a:lnTo>
                  <a:lnTo>
                    <a:pt x="161" y="220"/>
                  </a:lnTo>
                  <a:lnTo>
                    <a:pt x="161" y="218"/>
                  </a:lnTo>
                  <a:lnTo>
                    <a:pt x="160" y="218"/>
                  </a:lnTo>
                  <a:lnTo>
                    <a:pt x="160" y="217"/>
                  </a:lnTo>
                  <a:lnTo>
                    <a:pt x="160" y="217"/>
                  </a:lnTo>
                  <a:lnTo>
                    <a:pt x="160" y="215"/>
                  </a:lnTo>
                  <a:lnTo>
                    <a:pt x="157" y="215"/>
                  </a:lnTo>
                  <a:lnTo>
                    <a:pt x="157" y="214"/>
                  </a:lnTo>
                  <a:lnTo>
                    <a:pt x="157" y="214"/>
                  </a:lnTo>
                  <a:lnTo>
                    <a:pt x="157" y="212"/>
                  </a:lnTo>
                  <a:lnTo>
                    <a:pt x="155" y="212"/>
                  </a:lnTo>
                  <a:lnTo>
                    <a:pt x="155" y="212"/>
                  </a:lnTo>
                  <a:lnTo>
                    <a:pt x="154" y="212"/>
                  </a:lnTo>
                  <a:lnTo>
                    <a:pt x="154" y="212"/>
                  </a:lnTo>
                  <a:lnTo>
                    <a:pt x="152" y="212"/>
                  </a:lnTo>
                  <a:lnTo>
                    <a:pt x="150" y="212"/>
                  </a:lnTo>
                  <a:lnTo>
                    <a:pt x="148" y="212"/>
                  </a:lnTo>
                  <a:lnTo>
                    <a:pt x="148" y="211"/>
                  </a:lnTo>
                  <a:lnTo>
                    <a:pt x="146" y="211"/>
                  </a:lnTo>
                  <a:lnTo>
                    <a:pt x="146" y="211"/>
                  </a:lnTo>
                  <a:lnTo>
                    <a:pt x="144" y="211"/>
                  </a:lnTo>
                  <a:lnTo>
                    <a:pt x="144" y="211"/>
                  </a:lnTo>
                  <a:lnTo>
                    <a:pt x="143" y="211"/>
                  </a:lnTo>
                  <a:lnTo>
                    <a:pt x="143" y="211"/>
                  </a:lnTo>
                  <a:lnTo>
                    <a:pt x="143" y="211"/>
                  </a:lnTo>
                  <a:lnTo>
                    <a:pt x="143" y="210"/>
                  </a:lnTo>
                  <a:lnTo>
                    <a:pt x="143" y="210"/>
                  </a:lnTo>
                  <a:lnTo>
                    <a:pt x="143" y="210"/>
                  </a:lnTo>
                  <a:lnTo>
                    <a:pt x="143" y="210"/>
                  </a:lnTo>
                  <a:lnTo>
                    <a:pt x="143" y="208"/>
                  </a:lnTo>
                  <a:lnTo>
                    <a:pt x="143" y="208"/>
                  </a:lnTo>
                  <a:lnTo>
                    <a:pt x="143" y="208"/>
                  </a:lnTo>
                  <a:lnTo>
                    <a:pt x="143" y="208"/>
                  </a:lnTo>
                  <a:lnTo>
                    <a:pt x="145" y="206"/>
                  </a:lnTo>
                  <a:lnTo>
                    <a:pt x="145" y="206"/>
                  </a:lnTo>
                  <a:lnTo>
                    <a:pt x="145" y="206"/>
                  </a:lnTo>
                  <a:lnTo>
                    <a:pt x="145" y="206"/>
                  </a:lnTo>
                  <a:lnTo>
                    <a:pt x="146" y="204"/>
                  </a:lnTo>
                  <a:lnTo>
                    <a:pt x="146" y="204"/>
                  </a:lnTo>
                  <a:lnTo>
                    <a:pt x="146" y="203"/>
                  </a:lnTo>
                  <a:lnTo>
                    <a:pt x="146" y="203"/>
                  </a:lnTo>
                  <a:lnTo>
                    <a:pt x="147" y="201"/>
                  </a:lnTo>
                  <a:lnTo>
                    <a:pt x="146" y="201"/>
                  </a:lnTo>
                  <a:lnTo>
                    <a:pt x="146" y="201"/>
                  </a:lnTo>
                  <a:lnTo>
                    <a:pt x="145" y="201"/>
                  </a:lnTo>
                  <a:lnTo>
                    <a:pt x="145" y="201"/>
                  </a:lnTo>
                  <a:lnTo>
                    <a:pt x="143" y="201"/>
                  </a:lnTo>
                  <a:lnTo>
                    <a:pt x="143" y="201"/>
                  </a:lnTo>
                  <a:lnTo>
                    <a:pt x="143" y="201"/>
                  </a:lnTo>
                  <a:lnTo>
                    <a:pt x="143" y="199"/>
                  </a:lnTo>
                  <a:lnTo>
                    <a:pt x="140" y="199"/>
                  </a:lnTo>
                  <a:lnTo>
                    <a:pt x="140" y="199"/>
                  </a:lnTo>
                  <a:lnTo>
                    <a:pt x="139" y="199"/>
                  </a:lnTo>
                  <a:lnTo>
                    <a:pt x="139" y="199"/>
                  </a:lnTo>
                  <a:lnTo>
                    <a:pt x="137" y="199"/>
                  </a:lnTo>
                  <a:lnTo>
                    <a:pt x="137" y="199"/>
                  </a:lnTo>
                  <a:lnTo>
                    <a:pt x="137" y="199"/>
                  </a:lnTo>
                  <a:lnTo>
                    <a:pt x="137" y="197"/>
                  </a:lnTo>
                  <a:lnTo>
                    <a:pt x="135" y="197"/>
                  </a:lnTo>
                  <a:lnTo>
                    <a:pt x="135" y="197"/>
                  </a:lnTo>
                  <a:lnTo>
                    <a:pt x="135" y="197"/>
                  </a:lnTo>
                  <a:lnTo>
                    <a:pt x="135" y="197"/>
                  </a:lnTo>
                  <a:lnTo>
                    <a:pt x="133" y="197"/>
                  </a:lnTo>
                  <a:lnTo>
                    <a:pt x="133" y="197"/>
                  </a:lnTo>
                  <a:lnTo>
                    <a:pt x="133" y="197"/>
                  </a:lnTo>
                  <a:lnTo>
                    <a:pt x="133" y="195"/>
                  </a:lnTo>
                  <a:lnTo>
                    <a:pt x="131" y="195"/>
                  </a:lnTo>
                  <a:lnTo>
                    <a:pt x="131" y="195"/>
                  </a:lnTo>
                  <a:lnTo>
                    <a:pt x="131" y="195"/>
                  </a:lnTo>
                  <a:lnTo>
                    <a:pt x="131" y="193"/>
                  </a:lnTo>
                  <a:lnTo>
                    <a:pt x="130" y="193"/>
                  </a:lnTo>
                  <a:lnTo>
                    <a:pt x="130" y="191"/>
                  </a:lnTo>
                  <a:lnTo>
                    <a:pt x="130" y="191"/>
                  </a:lnTo>
                  <a:lnTo>
                    <a:pt x="130" y="189"/>
                  </a:lnTo>
                  <a:lnTo>
                    <a:pt x="128" y="189"/>
                  </a:lnTo>
                  <a:lnTo>
                    <a:pt x="128" y="189"/>
                  </a:lnTo>
                  <a:lnTo>
                    <a:pt x="128" y="189"/>
                  </a:lnTo>
                  <a:lnTo>
                    <a:pt x="128" y="189"/>
                  </a:lnTo>
                  <a:lnTo>
                    <a:pt x="127" y="189"/>
                  </a:lnTo>
                  <a:lnTo>
                    <a:pt x="127" y="189"/>
                  </a:lnTo>
                  <a:lnTo>
                    <a:pt x="127" y="189"/>
                  </a:lnTo>
                  <a:lnTo>
                    <a:pt x="127" y="188"/>
                  </a:lnTo>
                  <a:lnTo>
                    <a:pt x="125" y="188"/>
                  </a:lnTo>
                  <a:lnTo>
                    <a:pt x="125" y="188"/>
                  </a:lnTo>
                  <a:lnTo>
                    <a:pt x="125" y="188"/>
                  </a:lnTo>
                  <a:lnTo>
                    <a:pt x="125" y="186"/>
                  </a:lnTo>
                  <a:lnTo>
                    <a:pt x="124" y="186"/>
                  </a:lnTo>
                  <a:lnTo>
                    <a:pt x="124" y="185"/>
                  </a:lnTo>
                  <a:lnTo>
                    <a:pt x="124" y="185"/>
                  </a:lnTo>
                  <a:lnTo>
                    <a:pt x="124" y="183"/>
                  </a:lnTo>
                  <a:lnTo>
                    <a:pt x="123" y="183"/>
                  </a:lnTo>
                  <a:lnTo>
                    <a:pt x="123" y="182"/>
                  </a:lnTo>
                  <a:lnTo>
                    <a:pt x="123" y="182"/>
                  </a:lnTo>
                  <a:lnTo>
                    <a:pt x="123" y="181"/>
                  </a:lnTo>
                  <a:lnTo>
                    <a:pt x="123" y="181"/>
                  </a:lnTo>
                  <a:lnTo>
                    <a:pt x="123" y="178"/>
                  </a:lnTo>
                  <a:lnTo>
                    <a:pt x="123" y="178"/>
                  </a:lnTo>
                  <a:lnTo>
                    <a:pt x="123" y="176"/>
                  </a:lnTo>
                  <a:lnTo>
                    <a:pt x="123" y="176"/>
                  </a:lnTo>
                  <a:lnTo>
                    <a:pt x="123" y="175"/>
                  </a:lnTo>
                  <a:lnTo>
                    <a:pt x="123" y="175"/>
                  </a:lnTo>
                  <a:lnTo>
                    <a:pt x="123" y="173"/>
                  </a:lnTo>
                  <a:lnTo>
                    <a:pt x="123" y="173"/>
                  </a:lnTo>
                  <a:lnTo>
                    <a:pt x="123" y="171"/>
                  </a:lnTo>
                  <a:lnTo>
                    <a:pt x="123" y="170"/>
                  </a:lnTo>
                  <a:lnTo>
                    <a:pt x="123" y="168"/>
                  </a:lnTo>
                  <a:lnTo>
                    <a:pt x="121" y="168"/>
                  </a:lnTo>
                  <a:lnTo>
                    <a:pt x="121" y="168"/>
                  </a:lnTo>
                  <a:lnTo>
                    <a:pt x="121" y="168"/>
                  </a:lnTo>
                  <a:lnTo>
                    <a:pt x="121" y="167"/>
                  </a:lnTo>
                  <a:lnTo>
                    <a:pt x="119" y="167"/>
                  </a:lnTo>
                  <a:lnTo>
                    <a:pt x="119" y="166"/>
                  </a:lnTo>
                  <a:lnTo>
                    <a:pt x="119" y="166"/>
                  </a:lnTo>
                  <a:lnTo>
                    <a:pt x="119" y="164"/>
                  </a:lnTo>
                  <a:lnTo>
                    <a:pt x="117" y="164"/>
                  </a:lnTo>
                  <a:lnTo>
                    <a:pt x="117" y="162"/>
                  </a:lnTo>
                  <a:lnTo>
                    <a:pt x="117" y="162"/>
                  </a:lnTo>
                  <a:lnTo>
                    <a:pt x="117" y="160"/>
                  </a:lnTo>
                  <a:lnTo>
                    <a:pt x="116" y="160"/>
                  </a:lnTo>
                  <a:lnTo>
                    <a:pt x="116" y="159"/>
                  </a:lnTo>
                  <a:lnTo>
                    <a:pt x="116" y="159"/>
                  </a:lnTo>
                  <a:lnTo>
                    <a:pt x="116" y="157"/>
                  </a:lnTo>
                  <a:lnTo>
                    <a:pt x="116" y="157"/>
                  </a:lnTo>
                  <a:lnTo>
                    <a:pt x="116" y="157"/>
                  </a:lnTo>
                  <a:lnTo>
                    <a:pt x="116" y="157"/>
                  </a:lnTo>
                  <a:lnTo>
                    <a:pt x="116" y="155"/>
                  </a:lnTo>
                  <a:lnTo>
                    <a:pt x="116" y="155"/>
                  </a:lnTo>
                  <a:lnTo>
                    <a:pt x="116" y="153"/>
                  </a:lnTo>
                  <a:lnTo>
                    <a:pt x="116" y="153"/>
                  </a:lnTo>
                  <a:lnTo>
                    <a:pt x="116" y="151"/>
                  </a:lnTo>
                  <a:lnTo>
                    <a:pt x="116" y="151"/>
                  </a:lnTo>
                  <a:lnTo>
                    <a:pt x="116" y="150"/>
                  </a:lnTo>
                  <a:lnTo>
                    <a:pt x="116" y="150"/>
                  </a:lnTo>
                  <a:lnTo>
                    <a:pt x="116" y="148"/>
                  </a:lnTo>
                  <a:lnTo>
                    <a:pt x="116" y="148"/>
                  </a:lnTo>
                  <a:lnTo>
                    <a:pt x="116" y="147"/>
                  </a:lnTo>
                  <a:lnTo>
                    <a:pt x="116" y="147"/>
                  </a:lnTo>
                  <a:lnTo>
                    <a:pt x="116" y="145"/>
                  </a:lnTo>
                  <a:lnTo>
                    <a:pt x="113" y="145"/>
                  </a:lnTo>
                  <a:lnTo>
                    <a:pt x="113" y="145"/>
                  </a:lnTo>
                  <a:lnTo>
                    <a:pt x="112" y="145"/>
                  </a:lnTo>
                  <a:lnTo>
                    <a:pt x="112" y="143"/>
                  </a:lnTo>
                  <a:lnTo>
                    <a:pt x="110" y="143"/>
                  </a:lnTo>
                  <a:lnTo>
                    <a:pt x="110" y="143"/>
                  </a:lnTo>
                  <a:lnTo>
                    <a:pt x="108" y="143"/>
                  </a:lnTo>
                  <a:lnTo>
                    <a:pt x="108" y="141"/>
                  </a:lnTo>
                  <a:lnTo>
                    <a:pt x="106" y="141"/>
                  </a:lnTo>
                  <a:lnTo>
                    <a:pt x="106" y="141"/>
                  </a:lnTo>
                  <a:lnTo>
                    <a:pt x="104" y="141"/>
                  </a:lnTo>
                  <a:lnTo>
                    <a:pt x="104" y="139"/>
                  </a:lnTo>
                  <a:lnTo>
                    <a:pt x="102" y="139"/>
                  </a:lnTo>
                  <a:lnTo>
                    <a:pt x="102" y="138"/>
                  </a:lnTo>
                  <a:lnTo>
                    <a:pt x="102" y="138"/>
                  </a:lnTo>
                  <a:lnTo>
                    <a:pt x="102" y="136"/>
                  </a:lnTo>
                  <a:lnTo>
                    <a:pt x="101" y="136"/>
                  </a:lnTo>
                  <a:lnTo>
                    <a:pt x="101" y="136"/>
                  </a:lnTo>
                  <a:lnTo>
                    <a:pt x="101" y="136"/>
                  </a:lnTo>
                  <a:lnTo>
                    <a:pt x="101" y="136"/>
                  </a:lnTo>
                  <a:lnTo>
                    <a:pt x="101" y="136"/>
                  </a:lnTo>
                  <a:lnTo>
                    <a:pt x="101" y="136"/>
                  </a:lnTo>
                  <a:lnTo>
                    <a:pt x="101" y="136"/>
                  </a:lnTo>
                  <a:lnTo>
                    <a:pt x="101" y="134"/>
                  </a:lnTo>
                  <a:lnTo>
                    <a:pt x="101" y="134"/>
                  </a:lnTo>
                  <a:lnTo>
                    <a:pt x="101" y="134"/>
                  </a:lnTo>
                  <a:lnTo>
                    <a:pt x="101" y="134"/>
                  </a:lnTo>
                  <a:lnTo>
                    <a:pt x="101" y="133"/>
                  </a:lnTo>
                  <a:lnTo>
                    <a:pt x="101" y="133"/>
                  </a:lnTo>
                  <a:lnTo>
                    <a:pt x="101" y="133"/>
                  </a:lnTo>
                  <a:lnTo>
                    <a:pt x="101" y="133"/>
                  </a:lnTo>
                  <a:lnTo>
                    <a:pt x="101" y="131"/>
                  </a:lnTo>
                  <a:lnTo>
                    <a:pt x="99" y="131"/>
                  </a:lnTo>
                  <a:lnTo>
                    <a:pt x="97" y="131"/>
                  </a:lnTo>
                  <a:lnTo>
                    <a:pt x="95" y="131"/>
                  </a:lnTo>
                  <a:lnTo>
                    <a:pt x="95" y="129"/>
                  </a:lnTo>
                  <a:lnTo>
                    <a:pt x="94" y="129"/>
                  </a:lnTo>
                  <a:lnTo>
                    <a:pt x="92" y="129"/>
                  </a:lnTo>
                  <a:lnTo>
                    <a:pt x="90" y="129"/>
                  </a:lnTo>
                  <a:lnTo>
                    <a:pt x="90" y="127"/>
                  </a:lnTo>
                  <a:lnTo>
                    <a:pt x="88" y="127"/>
                  </a:lnTo>
                  <a:lnTo>
                    <a:pt x="87" y="127"/>
                  </a:lnTo>
                  <a:lnTo>
                    <a:pt x="85" y="127"/>
                  </a:lnTo>
                  <a:lnTo>
                    <a:pt x="85" y="125"/>
                  </a:lnTo>
                  <a:lnTo>
                    <a:pt x="83" y="125"/>
                  </a:lnTo>
                  <a:lnTo>
                    <a:pt x="83" y="125"/>
                  </a:lnTo>
                  <a:lnTo>
                    <a:pt x="81" y="125"/>
                  </a:lnTo>
                  <a:lnTo>
                    <a:pt x="81" y="123"/>
                  </a:lnTo>
                  <a:lnTo>
                    <a:pt x="79" y="123"/>
                  </a:lnTo>
                  <a:lnTo>
                    <a:pt x="79" y="123"/>
                  </a:lnTo>
                  <a:lnTo>
                    <a:pt x="77" y="123"/>
                  </a:lnTo>
                  <a:lnTo>
                    <a:pt x="77" y="122"/>
                  </a:lnTo>
                  <a:lnTo>
                    <a:pt x="74" y="122"/>
                  </a:lnTo>
                  <a:lnTo>
                    <a:pt x="73" y="122"/>
                  </a:lnTo>
                  <a:lnTo>
                    <a:pt x="72" y="122"/>
                  </a:lnTo>
                  <a:lnTo>
                    <a:pt x="72" y="120"/>
                  </a:lnTo>
                  <a:lnTo>
                    <a:pt x="69" y="120"/>
                  </a:lnTo>
                  <a:lnTo>
                    <a:pt x="67" y="120"/>
                  </a:lnTo>
                  <a:lnTo>
                    <a:pt x="65" y="120"/>
                  </a:lnTo>
                  <a:lnTo>
                    <a:pt x="65" y="120"/>
                  </a:lnTo>
                  <a:lnTo>
                    <a:pt x="64" y="120"/>
                  </a:lnTo>
                  <a:lnTo>
                    <a:pt x="63" y="120"/>
                  </a:lnTo>
                  <a:lnTo>
                    <a:pt x="62" y="120"/>
                  </a:lnTo>
                  <a:lnTo>
                    <a:pt x="62" y="118"/>
                  </a:lnTo>
                  <a:lnTo>
                    <a:pt x="60" y="120"/>
                  </a:lnTo>
                  <a:lnTo>
                    <a:pt x="60" y="120"/>
                  </a:lnTo>
                  <a:lnTo>
                    <a:pt x="58" y="122"/>
                  </a:lnTo>
                  <a:lnTo>
                    <a:pt x="58" y="122"/>
                  </a:lnTo>
                  <a:lnTo>
                    <a:pt x="57" y="124"/>
                  </a:lnTo>
                  <a:lnTo>
                    <a:pt x="57" y="124"/>
                  </a:lnTo>
                  <a:lnTo>
                    <a:pt x="56" y="126"/>
                  </a:lnTo>
                  <a:lnTo>
                    <a:pt x="56" y="126"/>
                  </a:lnTo>
                  <a:lnTo>
                    <a:pt x="54" y="128"/>
                  </a:lnTo>
                  <a:lnTo>
                    <a:pt x="54" y="128"/>
                  </a:lnTo>
                  <a:lnTo>
                    <a:pt x="52" y="130"/>
                  </a:lnTo>
                  <a:lnTo>
                    <a:pt x="52" y="130"/>
                  </a:lnTo>
                  <a:lnTo>
                    <a:pt x="51" y="132"/>
                  </a:lnTo>
                  <a:lnTo>
                    <a:pt x="51" y="132"/>
                  </a:lnTo>
                  <a:lnTo>
                    <a:pt x="51" y="132"/>
                  </a:lnTo>
                  <a:lnTo>
                    <a:pt x="51" y="132"/>
                  </a:lnTo>
                  <a:lnTo>
                    <a:pt x="49" y="134"/>
                  </a:lnTo>
                  <a:lnTo>
                    <a:pt x="49" y="134"/>
                  </a:lnTo>
                  <a:lnTo>
                    <a:pt x="47" y="137"/>
                  </a:lnTo>
                  <a:lnTo>
                    <a:pt x="47" y="137"/>
                  </a:lnTo>
                  <a:lnTo>
                    <a:pt x="45" y="138"/>
                  </a:lnTo>
                  <a:lnTo>
                    <a:pt x="45" y="138"/>
                  </a:lnTo>
                  <a:lnTo>
                    <a:pt x="44" y="139"/>
                  </a:lnTo>
                  <a:lnTo>
                    <a:pt x="44" y="139"/>
                  </a:lnTo>
                  <a:lnTo>
                    <a:pt x="42" y="142"/>
                  </a:lnTo>
                  <a:lnTo>
                    <a:pt x="42" y="142"/>
                  </a:lnTo>
                  <a:lnTo>
                    <a:pt x="40" y="144"/>
                  </a:lnTo>
                  <a:lnTo>
                    <a:pt x="40" y="144"/>
                  </a:lnTo>
                  <a:lnTo>
                    <a:pt x="38" y="145"/>
                  </a:lnTo>
                  <a:lnTo>
                    <a:pt x="38" y="145"/>
                  </a:lnTo>
                  <a:lnTo>
                    <a:pt x="38" y="145"/>
                  </a:lnTo>
                  <a:lnTo>
                    <a:pt x="38" y="145"/>
                  </a:lnTo>
                  <a:lnTo>
                    <a:pt x="36" y="147"/>
                  </a:lnTo>
                  <a:lnTo>
                    <a:pt x="36" y="147"/>
                  </a:lnTo>
                  <a:lnTo>
                    <a:pt x="34" y="147"/>
                  </a:lnTo>
                  <a:lnTo>
                    <a:pt x="34" y="147"/>
                  </a:lnTo>
                  <a:lnTo>
                    <a:pt x="32" y="147"/>
                  </a:lnTo>
                  <a:lnTo>
                    <a:pt x="31" y="147"/>
                  </a:lnTo>
                  <a:lnTo>
                    <a:pt x="29" y="147"/>
                  </a:lnTo>
                  <a:lnTo>
                    <a:pt x="29" y="147"/>
                  </a:lnTo>
                  <a:lnTo>
                    <a:pt x="27" y="147"/>
                  </a:lnTo>
                  <a:lnTo>
                    <a:pt x="26" y="147"/>
                  </a:lnTo>
                  <a:lnTo>
                    <a:pt x="24" y="147"/>
                  </a:lnTo>
                  <a:lnTo>
                    <a:pt x="24" y="147"/>
                  </a:lnTo>
                  <a:lnTo>
                    <a:pt x="22" y="147"/>
                  </a:lnTo>
                  <a:lnTo>
                    <a:pt x="22" y="147"/>
                  </a:lnTo>
                  <a:lnTo>
                    <a:pt x="22" y="147"/>
                  </a:lnTo>
                  <a:lnTo>
                    <a:pt x="22" y="145"/>
                  </a:lnTo>
                  <a:lnTo>
                    <a:pt x="21" y="145"/>
                  </a:lnTo>
                  <a:lnTo>
                    <a:pt x="21" y="145"/>
                  </a:lnTo>
                  <a:lnTo>
                    <a:pt x="21" y="145"/>
                  </a:lnTo>
                  <a:lnTo>
                    <a:pt x="23" y="144"/>
                  </a:lnTo>
                  <a:lnTo>
                    <a:pt x="23" y="144"/>
                  </a:lnTo>
                  <a:lnTo>
                    <a:pt x="25" y="143"/>
                  </a:lnTo>
                  <a:lnTo>
                    <a:pt x="25" y="143"/>
                  </a:lnTo>
                  <a:lnTo>
                    <a:pt x="27" y="141"/>
                  </a:lnTo>
                  <a:lnTo>
                    <a:pt x="27" y="141"/>
                  </a:lnTo>
                  <a:lnTo>
                    <a:pt x="28" y="140"/>
                  </a:lnTo>
                  <a:lnTo>
                    <a:pt x="28" y="140"/>
                  </a:lnTo>
                  <a:lnTo>
                    <a:pt x="30" y="138"/>
                  </a:lnTo>
                  <a:lnTo>
                    <a:pt x="30" y="138"/>
                  </a:lnTo>
                  <a:lnTo>
                    <a:pt x="31" y="137"/>
                  </a:lnTo>
                  <a:lnTo>
                    <a:pt x="31" y="137"/>
                  </a:lnTo>
                  <a:lnTo>
                    <a:pt x="33" y="135"/>
                  </a:lnTo>
                  <a:lnTo>
                    <a:pt x="31" y="135"/>
                  </a:lnTo>
                  <a:lnTo>
                    <a:pt x="31" y="135"/>
                  </a:lnTo>
                  <a:lnTo>
                    <a:pt x="31" y="135"/>
                  </a:lnTo>
                  <a:lnTo>
                    <a:pt x="31" y="134"/>
                  </a:lnTo>
                  <a:lnTo>
                    <a:pt x="30" y="134"/>
                  </a:lnTo>
                  <a:lnTo>
                    <a:pt x="30" y="134"/>
                  </a:lnTo>
                  <a:lnTo>
                    <a:pt x="30" y="134"/>
                  </a:lnTo>
                  <a:lnTo>
                    <a:pt x="30" y="132"/>
                  </a:lnTo>
                  <a:lnTo>
                    <a:pt x="29" y="132"/>
                  </a:lnTo>
                  <a:lnTo>
                    <a:pt x="29" y="132"/>
                  </a:lnTo>
                  <a:lnTo>
                    <a:pt x="29" y="132"/>
                  </a:lnTo>
                  <a:lnTo>
                    <a:pt x="29" y="131"/>
                  </a:lnTo>
                  <a:lnTo>
                    <a:pt x="29" y="131"/>
                  </a:lnTo>
                  <a:lnTo>
                    <a:pt x="29" y="131"/>
                  </a:lnTo>
                  <a:lnTo>
                    <a:pt x="29" y="131"/>
                  </a:lnTo>
                  <a:lnTo>
                    <a:pt x="29" y="130"/>
                  </a:lnTo>
                  <a:lnTo>
                    <a:pt x="27" y="130"/>
                  </a:lnTo>
                  <a:lnTo>
                    <a:pt x="27" y="130"/>
                  </a:lnTo>
                  <a:lnTo>
                    <a:pt x="25" y="130"/>
                  </a:lnTo>
                  <a:lnTo>
                    <a:pt x="25" y="130"/>
                  </a:lnTo>
                  <a:lnTo>
                    <a:pt x="23" y="130"/>
                  </a:lnTo>
                  <a:lnTo>
                    <a:pt x="23" y="130"/>
                  </a:lnTo>
                  <a:lnTo>
                    <a:pt x="23" y="130"/>
                  </a:lnTo>
                  <a:lnTo>
                    <a:pt x="23" y="130"/>
                  </a:lnTo>
                  <a:lnTo>
                    <a:pt x="21" y="130"/>
                  </a:lnTo>
                  <a:lnTo>
                    <a:pt x="21" y="130"/>
                  </a:lnTo>
                  <a:lnTo>
                    <a:pt x="20" y="130"/>
                  </a:lnTo>
                  <a:lnTo>
                    <a:pt x="20" y="130"/>
                  </a:lnTo>
                  <a:lnTo>
                    <a:pt x="18" y="130"/>
                  </a:lnTo>
                  <a:lnTo>
                    <a:pt x="18" y="130"/>
                  </a:lnTo>
                  <a:lnTo>
                    <a:pt x="18" y="130"/>
                  </a:lnTo>
                  <a:lnTo>
                    <a:pt x="18" y="130"/>
                  </a:lnTo>
                  <a:lnTo>
                    <a:pt x="16" y="130"/>
                  </a:lnTo>
                  <a:lnTo>
                    <a:pt x="16" y="130"/>
                  </a:lnTo>
                  <a:lnTo>
                    <a:pt x="14" y="130"/>
                  </a:lnTo>
                  <a:lnTo>
                    <a:pt x="14" y="130"/>
                  </a:lnTo>
                  <a:lnTo>
                    <a:pt x="13" y="130"/>
                  </a:lnTo>
                  <a:lnTo>
                    <a:pt x="13" y="130"/>
                  </a:lnTo>
                  <a:lnTo>
                    <a:pt x="12" y="130"/>
                  </a:lnTo>
                  <a:lnTo>
                    <a:pt x="12" y="129"/>
                  </a:lnTo>
                  <a:lnTo>
                    <a:pt x="10" y="129"/>
                  </a:lnTo>
                  <a:lnTo>
                    <a:pt x="10" y="129"/>
                  </a:lnTo>
                  <a:lnTo>
                    <a:pt x="8" y="129"/>
                  </a:lnTo>
                  <a:lnTo>
                    <a:pt x="8" y="127"/>
                  </a:lnTo>
                  <a:lnTo>
                    <a:pt x="7" y="127"/>
                  </a:lnTo>
                  <a:lnTo>
                    <a:pt x="7" y="126"/>
                  </a:lnTo>
                  <a:lnTo>
                    <a:pt x="7" y="126"/>
                  </a:lnTo>
                  <a:lnTo>
                    <a:pt x="7" y="124"/>
                  </a:lnTo>
                  <a:lnTo>
                    <a:pt x="5" y="124"/>
                  </a:lnTo>
                  <a:lnTo>
                    <a:pt x="5" y="124"/>
                  </a:lnTo>
                  <a:lnTo>
                    <a:pt x="5" y="124"/>
                  </a:lnTo>
                  <a:lnTo>
                    <a:pt x="5" y="123"/>
                  </a:lnTo>
                  <a:lnTo>
                    <a:pt x="5" y="123"/>
                  </a:lnTo>
                  <a:lnTo>
                    <a:pt x="5" y="122"/>
                  </a:lnTo>
                  <a:lnTo>
                    <a:pt x="5" y="122"/>
                  </a:lnTo>
                  <a:lnTo>
                    <a:pt x="5" y="120"/>
                  </a:lnTo>
                  <a:lnTo>
                    <a:pt x="5" y="120"/>
                  </a:lnTo>
                  <a:lnTo>
                    <a:pt x="5" y="120"/>
                  </a:lnTo>
                  <a:lnTo>
                    <a:pt x="5" y="120"/>
                  </a:lnTo>
                  <a:lnTo>
                    <a:pt x="5" y="117"/>
                  </a:lnTo>
                  <a:lnTo>
                    <a:pt x="5" y="117"/>
                  </a:lnTo>
                  <a:lnTo>
                    <a:pt x="5" y="116"/>
                  </a:lnTo>
                  <a:lnTo>
                    <a:pt x="5" y="116"/>
                  </a:lnTo>
                  <a:lnTo>
                    <a:pt x="5" y="114"/>
                  </a:lnTo>
                  <a:lnTo>
                    <a:pt x="5" y="114"/>
                  </a:lnTo>
                  <a:lnTo>
                    <a:pt x="5" y="114"/>
                  </a:lnTo>
                  <a:lnTo>
                    <a:pt x="5" y="114"/>
                  </a:lnTo>
                  <a:lnTo>
                    <a:pt x="5" y="112"/>
                  </a:lnTo>
                  <a:lnTo>
                    <a:pt x="5" y="112"/>
                  </a:lnTo>
                  <a:lnTo>
                    <a:pt x="5" y="111"/>
                  </a:lnTo>
                  <a:lnTo>
                    <a:pt x="5" y="111"/>
                  </a:lnTo>
                  <a:lnTo>
                    <a:pt x="7" y="109"/>
                  </a:lnTo>
                  <a:lnTo>
                    <a:pt x="7" y="109"/>
                  </a:lnTo>
                  <a:lnTo>
                    <a:pt x="7" y="108"/>
                  </a:lnTo>
                  <a:lnTo>
                    <a:pt x="7" y="108"/>
                  </a:lnTo>
                  <a:lnTo>
                    <a:pt x="8" y="106"/>
                  </a:lnTo>
                  <a:lnTo>
                    <a:pt x="8" y="106"/>
                  </a:lnTo>
                  <a:lnTo>
                    <a:pt x="8" y="105"/>
                  </a:lnTo>
                  <a:lnTo>
                    <a:pt x="8" y="105"/>
                  </a:lnTo>
                  <a:lnTo>
                    <a:pt x="10" y="103"/>
                  </a:lnTo>
                  <a:lnTo>
                    <a:pt x="9" y="103"/>
                  </a:lnTo>
                  <a:lnTo>
                    <a:pt x="9" y="103"/>
                  </a:lnTo>
                  <a:lnTo>
                    <a:pt x="9" y="103"/>
                  </a:lnTo>
                  <a:lnTo>
                    <a:pt x="9" y="103"/>
                  </a:lnTo>
                  <a:lnTo>
                    <a:pt x="9" y="103"/>
                  </a:lnTo>
                  <a:lnTo>
                    <a:pt x="9" y="103"/>
                  </a:lnTo>
                  <a:lnTo>
                    <a:pt x="9" y="103"/>
                  </a:lnTo>
                  <a:lnTo>
                    <a:pt x="9" y="101"/>
                  </a:lnTo>
                  <a:lnTo>
                    <a:pt x="9" y="101"/>
                  </a:lnTo>
                  <a:lnTo>
                    <a:pt x="9" y="101"/>
                  </a:lnTo>
                  <a:lnTo>
                    <a:pt x="9" y="101"/>
                  </a:lnTo>
                  <a:lnTo>
                    <a:pt x="9" y="101"/>
                  </a:lnTo>
                  <a:lnTo>
                    <a:pt x="9" y="101"/>
                  </a:lnTo>
                  <a:lnTo>
                    <a:pt x="9" y="101"/>
                  </a:lnTo>
                  <a:lnTo>
                    <a:pt x="9" y="101"/>
                  </a:lnTo>
                  <a:lnTo>
                    <a:pt x="9" y="100"/>
                  </a:lnTo>
                  <a:lnTo>
                    <a:pt x="7" y="100"/>
                  </a:lnTo>
                  <a:lnTo>
                    <a:pt x="7" y="100"/>
                  </a:lnTo>
                  <a:lnTo>
                    <a:pt x="7" y="100"/>
                  </a:lnTo>
                  <a:lnTo>
                    <a:pt x="7" y="100"/>
                  </a:lnTo>
                  <a:lnTo>
                    <a:pt x="5" y="100"/>
                  </a:lnTo>
                  <a:lnTo>
                    <a:pt x="5" y="100"/>
                  </a:lnTo>
                  <a:lnTo>
                    <a:pt x="5" y="100"/>
                  </a:lnTo>
                  <a:lnTo>
                    <a:pt x="5" y="98"/>
                  </a:lnTo>
                  <a:lnTo>
                    <a:pt x="3" y="98"/>
                  </a:lnTo>
                  <a:lnTo>
                    <a:pt x="3" y="98"/>
                  </a:lnTo>
                  <a:lnTo>
                    <a:pt x="3" y="98"/>
                  </a:lnTo>
                  <a:lnTo>
                    <a:pt x="3" y="98"/>
                  </a:lnTo>
                  <a:lnTo>
                    <a:pt x="1" y="98"/>
                  </a:lnTo>
                  <a:lnTo>
                    <a:pt x="1" y="98"/>
                  </a:lnTo>
                  <a:lnTo>
                    <a:pt x="1" y="98"/>
                  </a:lnTo>
                  <a:lnTo>
                    <a:pt x="1" y="97"/>
                  </a:lnTo>
                  <a:lnTo>
                    <a:pt x="1" y="97"/>
                  </a:lnTo>
                  <a:lnTo>
                    <a:pt x="1" y="97"/>
                  </a:lnTo>
                  <a:lnTo>
                    <a:pt x="1" y="97"/>
                  </a:lnTo>
                  <a:lnTo>
                    <a:pt x="1" y="96"/>
                  </a:lnTo>
                  <a:lnTo>
                    <a:pt x="1" y="96"/>
                  </a:lnTo>
                  <a:lnTo>
                    <a:pt x="1" y="96"/>
                  </a:lnTo>
                  <a:lnTo>
                    <a:pt x="1" y="96"/>
                  </a:lnTo>
                  <a:lnTo>
                    <a:pt x="1" y="94"/>
                  </a:lnTo>
                  <a:lnTo>
                    <a:pt x="1" y="94"/>
                  </a:lnTo>
                  <a:lnTo>
                    <a:pt x="1" y="94"/>
                  </a:lnTo>
                  <a:lnTo>
                    <a:pt x="1" y="94"/>
                  </a:lnTo>
                  <a:lnTo>
                    <a:pt x="1" y="92"/>
                  </a:lnTo>
                  <a:lnTo>
                    <a:pt x="1" y="92"/>
                  </a:lnTo>
                  <a:lnTo>
                    <a:pt x="1" y="92"/>
                  </a:lnTo>
                  <a:lnTo>
                    <a:pt x="1" y="92"/>
                  </a:lnTo>
                  <a:lnTo>
                    <a:pt x="1" y="90"/>
                  </a:lnTo>
                  <a:lnTo>
                    <a:pt x="0" y="90"/>
                  </a:lnTo>
                  <a:lnTo>
                    <a:pt x="0" y="90"/>
                  </a:lnTo>
                  <a:lnTo>
                    <a:pt x="0" y="90"/>
                  </a:lnTo>
                  <a:lnTo>
                    <a:pt x="0" y="90"/>
                  </a:lnTo>
                  <a:lnTo>
                    <a:pt x="0" y="90"/>
                  </a:lnTo>
                  <a:lnTo>
                    <a:pt x="0" y="90"/>
                  </a:lnTo>
                  <a:lnTo>
                    <a:pt x="0" y="90"/>
                  </a:lnTo>
                  <a:lnTo>
                    <a:pt x="0" y="88"/>
                  </a:lnTo>
                  <a:lnTo>
                    <a:pt x="0" y="88"/>
                  </a:lnTo>
                  <a:lnTo>
                    <a:pt x="0" y="88"/>
                  </a:lnTo>
                  <a:lnTo>
                    <a:pt x="0" y="88"/>
                  </a:lnTo>
                  <a:lnTo>
                    <a:pt x="0" y="86"/>
                  </a:lnTo>
                  <a:lnTo>
                    <a:pt x="0" y="86"/>
                  </a:lnTo>
                  <a:lnTo>
                    <a:pt x="0" y="86"/>
                  </a:lnTo>
                  <a:lnTo>
                    <a:pt x="0" y="86"/>
                  </a:lnTo>
                  <a:lnTo>
                    <a:pt x="0" y="85"/>
                  </a:lnTo>
                  <a:lnTo>
                    <a:pt x="0" y="85"/>
                  </a:lnTo>
                  <a:lnTo>
                    <a:pt x="0" y="85"/>
                  </a:lnTo>
                  <a:lnTo>
                    <a:pt x="0" y="85"/>
                  </a:lnTo>
                  <a:lnTo>
                    <a:pt x="0" y="85"/>
                  </a:lnTo>
                  <a:lnTo>
                    <a:pt x="0" y="85"/>
                  </a:lnTo>
                  <a:lnTo>
                    <a:pt x="0" y="85"/>
                  </a:lnTo>
                  <a:lnTo>
                    <a:pt x="0" y="85"/>
                  </a:lnTo>
                  <a:lnTo>
                    <a:pt x="1" y="85"/>
                  </a:lnTo>
                  <a:lnTo>
                    <a:pt x="1" y="85"/>
                  </a:lnTo>
                  <a:lnTo>
                    <a:pt x="1" y="85"/>
                  </a:lnTo>
                  <a:lnTo>
                    <a:pt x="1" y="85"/>
                  </a:lnTo>
                  <a:lnTo>
                    <a:pt x="2" y="85"/>
                  </a:lnTo>
                  <a:lnTo>
                    <a:pt x="2" y="85"/>
                  </a:lnTo>
                  <a:lnTo>
                    <a:pt x="2" y="85"/>
                  </a:lnTo>
                  <a:lnTo>
                    <a:pt x="2" y="85"/>
                  </a:lnTo>
                  <a:lnTo>
                    <a:pt x="3" y="85"/>
                  </a:lnTo>
                  <a:lnTo>
                    <a:pt x="3" y="85"/>
                  </a:lnTo>
                  <a:lnTo>
                    <a:pt x="3" y="85"/>
                  </a:lnTo>
                  <a:lnTo>
                    <a:pt x="3" y="85"/>
                  </a:lnTo>
                  <a:lnTo>
                    <a:pt x="3" y="85"/>
                  </a:lnTo>
                  <a:lnTo>
                    <a:pt x="3" y="85"/>
                  </a:lnTo>
                  <a:lnTo>
                    <a:pt x="3" y="85"/>
                  </a:lnTo>
                  <a:lnTo>
                    <a:pt x="3" y="85"/>
                  </a:lnTo>
                  <a:lnTo>
                    <a:pt x="5" y="85"/>
                  </a:lnTo>
                  <a:lnTo>
                    <a:pt x="5" y="85"/>
                  </a:lnTo>
                  <a:lnTo>
                    <a:pt x="5" y="85"/>
                  </a:lnTo>
                  <a:lnTo>
                    <a:pt x="5" y="85"/>
                  </a:lnTo>
                  <a:lnTo>
                    <a:pt x="6" y="85"/>
                  </a:lnTo>
                  <a:lnTo>
                    <a:pt x="6" y="85"/>
                  </a:lnTo>
                  <a:lnTo>
                    <a:pt x="6" y="85"/>
                  </a:lnTo>
                  <a:lnTo>
                    <a:pt x="6" y="85"/>
                  </a:lnTo>
                  <a:lnTo>
                    <a:pt x="7" y="85"/>
                  </a:lnTo>
                  <a:lnTo>
                    <a:pt x="7" y="85"/>
                  </a:lnTo>
                  <a:lnTo>
                    <a:pt x="7" y="85"/>
                  </a:lnTo>
                  <a:lnTo>
                    <a:pt x="7" y="85"/>
                  </a:lnTo>
                  <a:lnTo>
                    <a:pt x="8" y="85"/>
                  </a:lnTo>
                  <a:lnTo>
                    <a:pt x="8" y="85"/>
                  </a:lnTo>
                  <a:lnTo>
                    <a:pt x="8" y="85"/>
                  </a:lnTo>
                  <a:lnTo>
                    <a:pt x="8" y="85"/>
                  </a:lnTo>
                  <a:lnTo>
                    <a:pt x="11" y="84"/>
                  </a:lnTo>
                  <a:lnTo>
                    <a:pt x="11" y="84"/>
                  </a:lnTo>
                  <a:lnTo>
                    <a:pt x="11" y="84"/>
                  </a:lnTo>
                  <a:lnTo>
                    <a:pt x="11" y="84"/>
                  </a:lnTo>
                  <a:lnTo>
                    <a:pt x="13" y="83"/>
                  </a:lnTo>
                  <a:lnTo>
                    <a:pt x="13" y="83"/>
                  </a:lnTo>
                  <a:lnTo>
                    <a:pt x="13" y="83"/>
                  </a:lnTo>
                  <a:lnTo>
                    <a:pt x="13" y="83"/>
                  </a:lnTo>
                  <a:lnTo>
                    <a:pt x="14" y="81"/>
                  </a:lnTo>
                  <a:lnTo>
                    <a:pt x="14" y="81"/>
                  </a:lnTo>
                  <a:lnTo>
                    <a:pt x="14" y="81"/>
                  </a:lnTo>
                  <a:lnTo>
                    <a:pt x="14" y="81"/>
                  </a:lnTo>
                  <a:lnTo>
                    <a:pt x="14" y="81"/>
                  </a:lnTo>
                  <a:lnTo>
                    <a:pt x="14" y="81"/>
                  </a:lnTo>
                  <a:lnTo>
                    <a:pt x="14" y="81"/>
                  </a:lnTo>
                  <a:lnTo>
                    <a:pt x="14" y="81"/>
                  </a:lnTo>
                  <a:lnTo>
                    <a:pt x="14" y="80"/>
                  </a:lnTo>
                  <a:lnTo>
                    <a:pt x="14" y="80"/>
                  </a:lnTo>
                  <a:lnTo>
                    <a:pt x="14" y="80"/>
                  </a:lnTo>
                  <a:lnTo>
                    <a:pt x="14" y="80"/>
                  </a:lnTo>
                  <a:lnTo>
                    <a:pt x="14" y="79"/>
                  </a:lnTo>
                  <a:lnTo>
                    <a:pt x="14" y="79"/>
                  </a:lnTo>
                  <a:lnTo>
                    <a:pt x="14" y="79"/>
                  </a:lnTo>
                  <a:lnTo>
                    <a:pt x="14" y="79"/>
                  </a:lnTo>
                  <a:lnTo>
                    <a:pt x="16" y="77"/>
                  </a:lnTo>
                  <a:lnTo>
                    <a:pt x="14" y="77"/>
                  </a:lnTo>
                  <a:lnTo>
                    <a:pt x="14" y="77"/>
                  </a:lnTo>
                  <a:lnTo>
                    <a:pt x="14" y="77"/>
                  </a:lnTo>
                  <a:lnTo>
                    <a:pt x="14" y="77"/>
                  </a:lnTo>
                  <a:lnTo>
                    <a:pt x="14" y="77"/>
                  </a:lnTo>
                  <a:lnTo>
                    <a:pt x="14" y="77"/>
                  </a:lnTo>
                  <a:lnTo>
                    <a:pt x="14" y="77"/>
                  </a:lnTo>
                  <a:lnTo>
                    <a:pt x="14" y="76"/>
                  </a:lnTo>
                  <a:lnTo>
                    <a:pt x="14" y="76"/>
                  </a:lnTo>
                  <a:lnTo>
                    <a:pt x="14" y="76"/>
                  </a:lnTo>
                  <a:lnTo>
                    <a:pt x="14" y="76"/>
                  </a:lnTo>
                  <a:lnTo>
                    <a:pt x="14" y="74"/>
                  </a:lnTo>
                  <a:lnTo>
                    <a:pt x="14" y="74"/>
                  </a:lnTo>
                  <a:lnTo>
                    <a:pt x="14" y="74"/>
                  </a:lnTo>
                  <a:lnTo>
                    <a:pt x="14" y="74"/>
                  </a:lnTo>
                  <a:lnTo>
                    <a:pt x="14" y="72"/>
                  </a:lnTo>
                  <a:lnTo>
                    <a:pt x="13" y="72"/>
                  </a:lnTo>
                  <a:lnTo>
                    <a:pt x="13" y="72"/>
                  </a:lnTo>
                  <a:lnTo>
                    <a:pt x="13" y="72"/>
                  </a:lnTo>
                  <a:lnTo>
                    <a:pt x="13" y="72"/>
                  </a:lnTo>
                  <a:lnTo>
                    <a:pt x="11" y="72"/>
                  </a:lnTo>
                  <a:lnTo>
                    <a:pt x="11" y="72"/>
                  </a:lnTo>
                  <a:lnTo>
                    <a:pt x="11" y="72"/>
                  </a:lnTo>
                  <a:lnTo>
                    <a:pt x="11" y="70"/>
                  </a:lnTo>
                  <a:lnTo>
                    <a:pt x="9" y="70"/>
                  </a:lnTo>
                  <a:lnTo>
                    <a:pt x="9" y="70"/>
                  </a:lnTo>
                  <a:lnTo>
                    <a:pt x="9" y="70"/>
                  </a:lnTo>
                  <a:lnTo>
                    <a:pt x="9" y="70"/>
                  </a:lnTo>
                  <a:lnTo>
                    <a:pt x="9" y="70"/>
                  </a:lnTo>
                  <a:lnTo>
                    <a:pt x="9" y="70"/>
                  </a:lnTo>
                  <a:lnTo>
                    <a:pt x="9" y="70"/>
                  </a:lnTo>
                  <a:lnTo>
                    <a:pt x="9" y="68"/>
                  </a:lnTo>
                  <a:lnTo>
                    <a:pt x="8" y="68"/>
                  </a:lnTo>
                  <a:lnTo>
                    <a:pt x="8" y="68"/>
                  </a:lnTo>
                  <a:lnTo>
                    <a:pt x="8" y="68"/>
                  </a:lnTo>
                  <a:lnTo>
                    <a:pt x="8" y="68"/>
                  </a:lnTo>
                  <a:lnTo>
                    <a:pt x="8" y="68"/>
                  </a:lnTo>
                  <a:lnTo>
                    <a:pt x="8" y="68"/>
                  </a:lnTo>
                  <a:lnTo>
                    <a:pt x="8" y="68"/>
                  </a:lnTo>
                  <a:lnTo>
                    <a:pt x="8" y="66"/>
                  </a:lnTo>
                  <a:lnTo>
                    <a:pt x="7" y="66"/>
                  </a:lnTo>
                  <a:lnTo>
                    <a:pt x="7" y="66"/>
                  </a:lnTo>
                  <a:lnTo>
                    <a:pt x="7" y="66"/>
                  </a:lnTo>
                  <a:lnTo>
                    <a:pt x="7" y="66"/>
                  </a:lnTo>
                  <a:lnTo>
                    <a:pt x="7" y="66"/>
                  </a:lnTo>
                  <a:lnTo>
                    <a:pt x="7" y="66"/>
                  </a:lnTo>
                  <a:lnTo>
                    <a:pt x="7" y="66"/>
                  </a:lnTo>
                  <a:lnTo>
                    <a:pt x="7" y="64"/>
                  </a:lnTo>
                  <a:lnTo>
                    <a:pt x="7" y="64"/>
                  </a:lnTo>
                  <a:lnTo>
                    <a:pt x="7" y="64"/>
                  </a:lnTo>
                  <a:lnTo>
                    <a:pt x="7" y="64"/>
                  </a:lnTo>
                  <a:lnTo>
                    <a:pt x="7" y="63"/>
                  </a:lnTo>
                  <a:lnTo>
                    <a:pt x="7" y="63"/>
                  </a:lnTo>
                  <a:lnTo>
                    <a:pt x="7" y="63"/>
                  </a:lnTo>
                  <a:lnTo>
                    <a:pt x="7" y="63"/>
                  </a:lnTo>
                  <a:lnTo>
                    <a:pt x="7" y="61"/>
                  </a:lnTo>
                  <a:lnTo>
                    <a:pt x="7" y="61"/>
                  </a:lnTo>
                  <a:lnTo>
                    <a:pt x="7" y="61"/>
                  </a:lnTo>
                  <a:lnTo>
                    <a:pt x="7" y="61"/>
                  </a:lnTo>
                  <a:lnTo>
                    <a:pt x="7" y="61"/>
                  </a:lnTo>
                  <a:lnTo>
                    <a:pt x="7" y="61"/>
                  </a:lnTo>
                  <a:lnTo>
                    <a:pt x="7" y="61"/>
                  </a:lnTo>
                  <a:lnTo>
                    <a:pt x="7" y="61"/>
                  </a:lnTo>
                  <a:lnTo>
                    <a:pt x="7" y="59"/>
                  </a:lnTo>
                  <a:lnTo>
                    <a:pt x="7" y="59"/>
                  </a:lnTo>
                  <a:lnTo>
                    <a:pt x="7" y="59"/>
                  </a:lnTo>
                  <a:lnTo>
                    <a:pt x="7" y="59"/>
                  </a:lnTo>
                  <a:lnTo>
                    <a:pt x="7" y="59"/>
                  </a:lnTo>
                  <a:lnTo>
                    <a:pt x="7" y="59"/>
                  </a:lnTo>
                  <a:lnTo>
                    <a:pt x="7" y="59"/>
                  </a:lnTo>
                  <a:lnTo>
                    <a:pt x="7" y="59"/>
                  </a:lnTo>
                  <a:lnTo>
                    <a:pt x="7" y="57"/>
                  </a:lnTo>
                  <a:lnTo>
                    <a:pt x="7" y="57"/>
                  </a:lnTo>
                  <a:lnTo>
                    <a:pt x="7" y="57"/>
                  </a:lnTo>
                  <a:lnTo>
                    <a:pt x="7" y="57"/>
                  </a:lnTo>
                  <a:lnTo>
                    <a:pt x="7" y="56"/>
                  </a:lnTo>
                  <a:lnTo>
                    <a:pt x="7" y="56"/>
                  </a:lnTo>
                  <a:lnTo>
                    <a:pt x="7" y="56"/>
                  </a:lnTo>
                  <a:lnTo>
                    <a:pt x="7" y="56"/>
                  </a:lnTo>
                  <a:lnTo>
                    <a:pt x="7" y="55"/>
                  </a:lnTo>
                  <a:lnTo>
                    <a:pt x="7" y="55"/>
                  </a:lnTo>
                  <a:lnTo>
                    <a:pt x="7" y="55"/>
                  </a:lnTo>
                  <a:lnTo>
                    <a:pt x="7" y="55"/>
                  </a:lnTo>
                  <a:lnTo>
                    <a:pt x="7" y="55"/>
                  </a:lnTo>
                  <a:lnTo>
                    <a:pt x="7" y="55"/>
                  </a:lnTo>
                  <a:lnTo>
                    <a:pt x="7" y="55"/>
                  </a:lnTo>
                  <a:lnTo>
                    <a:pt x="7" y="55"/>
                  </a:lnTo>
                  <a:lnTo>
                    <a:pt x="9" y="54"/>
                  </a:lnTo>
                  <a:lnTo>
                    <a:pt x="9" y="54"/>
                  </a:lnTo>
                  <a:lnTo>
                    <a:pt x="9" y="54"/>
                  </a:lnTo>
                  <a:lnTo>
                    <a:pt x="9" y="54"/>
                  </a:lnTo>
                  <a:lnTo>
                    <a:pt x="11" y="54"/>
                  </a:lnTo>
                  <a:lnTo>
                    <a:pt x="11" y="54"/>
                  </a:lnTo>
                  <a:lnTo>
                    <a:pt x="11" y="54"/>
                  </a:lnTo>
                  <a:lnTo>
                    <a:pt x="11" y="54"/>
                  </a:lnTo>
                  <a:lnTo>
                    <a:pt x="12" y="52"/>
                  </a:lnTo>
                  <a:lnTo>
                    <a:pt x="12" y="52"/>
                  </a:lnTo>
                  <a:lnTo>
                    <a:pt x="12" y="52"/>
                  </a:lnTo>
                  <a:lnTo>
                    <a:pt x="12" y="52"/>
                  </a:lnTo>
                  <a:lnTo>
                    <a:pt x="12" y="52"/>
                  </a:lnTo>
                  <a:lnTo>
                    <a:pt x="12" y="52"/>
                  </a:lnTo>
                  <a:lnTo>
                    <a:pt x="12" y="52"/>
                  </a:lnTo>
                  <a:lnTo>
                    <a:pt x="12" y="52"/>
                  </a:lnTo>
                  <a:lnTo>
                    <a:pt x="13" y="52"/>
                  </a:lnTo>
                  <a:lnTo>
                    <a:pt x="13" y="52"/>
                  </a:lnTo>
                  <a:lnTo>
                    <a:pt x="13" y="52"/>
                  </a:lnTo>
                  <a:lnTo>
                    <a:pt x="13" y="52"/>
                  </a:lnTo>
                  <a:lnTo>
                    <a:pt x="13" y="52"/>
                  </a:lnTo>
                  <a:lnTo>
                    <a:pt x="13" y="52"/>
                  </a:lnTo>
                  <a:lnTo>
                    <a:pt x="13" y="52"/>
                  </a:lnTo>
                  <a:lnTo>
                    <a:pt x="13" y="52"/>
                  </a:lnTo>
                  <a:lnTo>
                    <a:pt x="14" y="52"/>
                  </a:lnTo>
                  <a:lnTo>
                    <a:pt x="14" y="54"/>
                  </a:lnTo>
                  <a:lnTo>
                    <a:pt x="14" y="54"/>
                  </a:lnTo>
                  <a:lnTo>
                    <a:pt x="14" y="54"/>
                  </a:lnTo>
                  <a:lnTo>
                    <a:pt x="14" y="54"/>
                  </a:lnTo>
                  <a:lnTo>
                    <a:pt x="14" y="54"/>
                  </a:lnTo>
                  <a:lnTo>
                    <a:pt x="14" y="54"/>
                  </a:lnTo>
                  <a:lnTo>
                    <a:pt x="14" y="54"/>
                  </a:lnTo>
                  <a:lnTo>
                    <a:pt x="16" y="54"/>
                  </a:lnTo>
                  <a:lnTo>
                    <a:pt x="16" y="54"/>
                  </a:lnTo>
                  <a:lnTo>
                    <a:pt x="16" y="54"/>
                  </a:lnTo>
                  <a:lnTo>
                    <a:pt x="16" y="54"/>
                  </a:lnTo>
                  <a:lnTo>
                    <a:pt x="18" y="54"/>
                  </a:lnTo>
                  <a:lnTo>
                    <a:pt x="18" y="54"/>
                  </a:lnTo>
                  <a:lnTo>
                    <a:pt x="18" y="54"/>
                  </a:lnTo>
                  <a:lnTo>
                    <a:pt x="18" y="54"/>
                  </a:lnTo>
                  <a:lnTo>
                    <a:pt x="20" y="54"/>
                  </a:lnTo>
                  <a:lnTo>
                    <a:pt x="20" y="54"/>
                  </a:lnTo>
                  <a:lnTo>
                    <a:pt x="20" y="54"/>
                  </a:lnTo>
                  <a:lnTo>
                    <a:pt x="20" y="54"/>
                  </a:lnTo>
                  <a:lnTo>
                    <a:pt x="20" y="54"/>
                  </a:lnTo>
                  <a:lnTo>
                    <a:pt x="20" y="54"/>
                  </a:lnTo>
                  <a:lnTo>
                    <a:pt x="20" y="54"/>
                  </a:lnTo>
                  <a:lnTo>
                    <a:pt x="20" y="54"/>
                  </a:lnTo>
                  <a:lnTo>
                    <a:pt x="22" y="53"/>
                  </a:lnTo>
                  <a:lnTo>
                    <a:pt x="22" y="53"/>
                  </a:lnTo>
                  <a:lnTo>
                    <a:pt x="22" y="53"/>
                  </a:lnTo>
                  <a:lnTo>
                    <a:pt x="22" y="53"/>
                  </a:lnTo>
                  <a:lnTo>
                    <a:pt x="24" y="52"/>
                  </a:lnTo>
                  <a:lnTo>
                    <a:pt x="24" y="52"/>
                  </a:lnTo>
                  <a:lnTo>
                    <a:pt x="24" y="52"/>
                  </a:lnTo>
                  <a:lnTo>
                    <a:pt x="24" y="52"/>
                  </a:lnTo>
                  <a:lnTo>
                    <a:pt x="26" y="50"/>
                  </a:lnTo>
                  <a:lnTo>
                    <a:pt x="26" y="50"/>
                  </a:lnTo>
                  <a:lnTo>
                    <a:pt x="26" y="50"/>
                  </a:lnTo>
                  <a:lnTo>
                    <a:pt x="26" y="50"/>
                  </a:lnTo>
                  <a:lnTo>
                    <a:pt x="26" y="50"/>
                  </a:lnTo>
                  <a:lnTo>
                    <a:pt x="26" y="50"/>
                  </a:lnTo>
                  <a:lnTo>
                    <a:pt x="26" y="50"/>
                  </a:lnTo>
                  <a:lnTo>
                    <a:pt x="26" y="50"/>
                  </a:lnTo>
                  <a:lnTo>
                    <a:pt x="27" y="49"/>
                  </a:lnTo>
                  <a:lnTo>
                    <a:pt x="27" y="49"/>
                  </a:lnTo>
                  <a:lnTo>
                    <a:pt x="27" y="49"/>
                  </a:lnTo>
                  <a:lnTo>
                    <a:pt x="27" y="49"/>
                  </a:lnTo>
                  <a:lnTo>
                    <a:pt x="29" y="49"/>
                  </a:lnTo>
                  <a:lnTo>
                    <a:pt x="29" y="49"/>
                  </a:lnTo>
                  <a:lnTo>
                    <a:pt x="29" y="49"/>
                  </a:lnTo>
                  <a:lnTo>
                    <a:pt x="29" y="49"/>
                  </a:lnTo>
                  <a:lnTo>
                    <a:pt x="30" y="49"/>
                  </a:lnTo>
                  <a:lnTo>
                    <a:pt x="30" y="50"/>
                  </a:lnTo>
                  <a:lnTo>
                    <a:pt x="30" y="50"/>
                  </a:lnTo>
                  <a:lnTo>
                    <a:pt x="30" y="50"/>
                  </a:lnTo>
                  <a:lnTo>
                    <a:pt x="31" y="50"/>
                  </a:lnTo>
                  <a:lnTo>
                    <a:pt x="31" y="50"/>
                  </a:lnTo>
                  <a:lnTo>
                    <a:pt x="31" y="50"/>
                  </a:lnTo>
                  <a:lnTo>
                    <a:pt x="31" y="50"/>
                  </a:lnTo>
                  <a:lnTo>
                    <a:pt x="33" y="50"/>
                  </a:lnTo>
                  <a:lnTo>
                    <a:pt x="33" y="52"/>
                  </a:lnTo>
                  <a:lnTo>
                    <a:pt x="33" y="52"/>
                  </a:lnTo>
                  <a:lnTo>
                    <a:pt x="33" y="52"/>
                  </a:lnTo>
                  <a:lnTo>
                    <a:pt x="33" y="52"/>
                  </a:lnTo>
                  <a:lnTo>
                    <a:pt x="33" y="52"/>
                  </a:lnTo>
                  <a:lnTo>
                    <a:pt x="33" y="52"/>
                  </a:lnTo>
                  <a:lnTo>
                    <a:pt x="33" y="52"/>
                  </a:lnTo>
                  <a:lnTo>
                    <a:pt x="34" y="52"/>
                  </a:lnTo>
                  <a:lnTo>
                    <a:pt x="34" y="52"/>
                  </a:lnTo>
                  <a:lnTo>
                    <a:pt x="34" y="52"/>
                  </a:lnTo>
                  <a:lnTo>
                    <a:pt x="34" y="52"/>
                  </a:lnTo>
                  <a:lnTo>
                    <a:pt x="34" y="52"/>
                  </a:lnTo>
                  <a:lnTo>
                    <a:pt x="34" y="52"/>
                  </a:lnTo>
                  <a:lnTo>
                    <a:pt x="34" y="52"/>
                  </a:lnTo>
                  <a:lnTo>
                    <a:pt x="34" y="52"/>
                  </a:lnTo>
                  <a:lnTo>
                    <a:pt x="36" y="52"/>
                  </a:lnTo>
                  <a:lnTo>
                    <a:pt x="36" y="52"/>
                  </a:lnTo>
                  <a:lnTo>
                    <a:pt x="36" y="52"/>
                  </a:lnTo>
                  <a:lnTo>
                    <a:pt x="36" y="52"/>
                  </a:lnTo>
                  <a:lnTo>
                    <a:pt x="37" y="52"/>
                  </a:lnTo>
                  <a:lnTo>
                    <a:pt x="37" y="52"/>
                  </a:lnTo>
                  <a:lnTo>
                    <a:pt x="37" y="52"/>
                  </a:lnTo>
                  <a:lnTo>
                    <a:pt x="37" y="52"/>
                  </a:lnTo>
                  <a:lnTo>
                    <a:pt x="38" y="52"/>
                  </a:lnTo>
                  <a:lnTo>
                    <a:pt x="38" y="52"/>
                  </a:lnTo>
                  <a:lnTo>
                    <a:pt x="38" y="52"/>
                  </a:lnTo>
                  <a:lnTo>
                    <a:pt x="38" y="52"/>
                  </a:lnTo>
                  <a:lnTo>
                    <a:pt x="39" y="52"/>
                  </a:lnTo>
                  <a:lnTo>
                    <a:pt x="39" y="52"/>
                  </a:lnTo>
                  <a:lnTo>
                    <a:pt x="39" y="52"/>
                  </a:lnTo>
                  <a:lnTo>
                    <a:pt x="39" y="52"/>
                  </a:lnTo>
                  <a:lnTo>
                    <a:pt x="41" y="51"/>
                  </a:lnTo>
                  <a:lnTo>
                    <a:pt x="41" y="51"/>
                  </a:lnTo>
                  <a:lnTo>
                    <a:pt x="41" y="51"/>
                  </a:lnTo>
                  <a:lnTo>
                    <a:pt x="41" y="51"/>
                  </a:lnTo>
                  <a:lnTo>
                    <a:pt x="43" y="50"/>
                  </a:lnTo>
                  <a:lnTo>
                    <a:pt x="43" y="50"/>
                  </a:lnTo>
                  <a:lnTo>
                    <a:pt x="43" y="50"/>
                  </a:lnTo>
                  <a:lnTo>
                    <a:pt x="43" y="50"/>
                  </a:lnTo>
                  <a:lnTo>
                    <a:pt x="44" y="49"/>
                  </a:lnTo>
                  <a:lnTo>
                    <a:pt x="44" y="49"/>
                  </a:lnTo>
                  <a:lnTo>
                    <a:pt x="44" y="49"/>
                  </a:lnTo>
                  <a:lnTo>
                    <a:pt x="44" y="49"/>
                  </a:lnTo>
                  <a:lnTo>
                    <a:pt x="44" y="48"/>
                  </a:lnTo>
                  <a:lnTo>
                    <a:pt x="44" y="48"/>
                  </a:lnTo>
                  <a:lnTo>
                    <a:pt x="44" y="48"/>
                  </a:lnTo>
                  <a:lnTo>
                    <a:pt x="44" y="48"/>
                  </a:lnTo>
                  <a:lnTo>
                    <a:pt x="44" y="47"/>
                  </a:lnTo>
                  <a:lnTo>
                    <a:pt x="44" y="47"/>
                  </a:lnTo>
                  <a:lnTo>
                    <a:pt x="44" y="47"/>
                  </a:lnTo>
                  <a:lnTo>
                    <a:pt x="44" y="47"/>
                  </a:lnTo>
                  <a:lnTo>
                    <a:pt x="44" y="45"/>
                  </a:lnTo>
                  <a:lnTo>
                    <a:pt x="44" y="45"/>
                  </a:lnTo>
                  <a:lnTo>
                    <a:pt x="44" y="45"/>
                  </a:lnTo>
                  <a:lnTo>
                    <a:pt x="44" y="45"/>
                  </a:lnTo>
                  <a:lnTo>
                    <a:pt x="45" y="43"/>
                  </a:lnTo>
                  <a:lnTo>
                    <a:pt x="45" y="43"/>
                  </a:lnTo>
                  <a:lnTo>
                    <a:pt x="45" y="43"/>
                  </a:lnTo>
                  <a:lnTo>
                    <a:pt x="45" y="43"/>
                  </a:lnTo>
                  <a:lnTo>
                    <a:pt x="45" y="43"/>
                  </a:lnTo>
                  <a:lnTo>
                    <a:pt x="45" y="43"/>
                  </a:lnTo>
                  <a:lnTo>
                    <a:pt x="45" y="43"/>
                  </a:lnTo>
                  <a:lnTo>
                    <a:pt x="45" y="43"/>
                  </a:lnTo>
                  <a:lnTo>
                    <a:pt x="46" y="42"/>
                  </a:lnTo>
                  <a:lnTo>
                    <a:pt x="46" y="42"/>
                  </a:lnTo>
                  <a:lnTo>
                    <a:pt x="46" y="42"/>
                  </a:lnTo>
                  <a:lnTo>
                    <a:pt x="46" y="42"/>
                  </a:lnTo>
                  <a:lnTo>
                    <a:pt x="46" y="42"/>
                  </a:lnTo>
                  <a:lnTo>
                    <a:pt x="46" y="42"/>
                  </a:lnTo>
                  <a:lnTo>
                    <a:pt x="46" y="42"/>
                  </a:lnTo>
                  <a:lnTo>
                    <a:pt x="46" y="42"/>
                  </a:lnTo>
                  <a:lnTo>
                    <a:pt x="47" y="41"/>
                  </a:lnTo>
                  <a:lnTo>
                    <a:pt x="47" y="41"/>
                  </a:lnTo>
                  <a:lnTo>
                    <a:pt x="47" y="41"/>
                  </a:lnTo>
                  <a:lnTo>
                    <a:pt x="47" y="41"/>
                  </a:lnTo>
                  <a:lnTo>
                    <a:pt x="47" y="39"/>
                  </a:lnTo>
                  <a:lnTo>
                    <a:pt x="47" y="39"/>
                  </a:lnTo>
                  <a:lnTo>
                    <a:pt x="47" y="39"/>
                  </a:lnTo>
                  <a:lnTo>
                    <a:pt x="47" y="39"/>
                  </a:lnTo>
                  <a:lnTo>
                    <a:pt x="47" y="37"/>
                  </a:lnTo>
                  <a:lnTo>
                    <a:pt x="47" y="37"/>
                  </a:lnTo>
                  <a:lnTo>
                    <a:pt x="47" y="37"/>
                  </a:lnTo>
                  <a:lnTo>
                    <a:pt x="47" y="37"/>
                  </a:lnTo>
                  <a:lnTo>
                    <a:pt x="47" y="36"/>
                  </a:lnTo>
                  <a:lnTo>
                    <a:pt x="47" y="36"/>
                  </a:lnTo>
                  <a:lnTo>
                    <a:pt x="47" y="36"/>
                  </a:lnTo>
                  <a:lnTo>
                    <a:pt x="47" y="36"/>
                  </a:lnTo>
                  <a:lnTo>
                    <a:pt x="47" y="34"/>
                  </a:lnTo>
                  <a:lnTo>
                    <a:pt x="47" y="34"/>
                  </a:lnTo>
                  <a:lnTo>
                    <a:pt x="47" y="34"/>
                  </a:lnTo>
                  <a:lnTo>
                    <a:pt x="47" y="34"/>
                  </a:lnTo>
                  <a:lnTo>
                    <a:pt x="47" y="34"/>
                  </a:lnTo>
                  <a:lnTo>
                    <a:pt x="47" y="34"/>
                  </a:lnTo>
                  <a:lnTo>
                    <a:pt x="47" y="34"/>
                  </a:lnTo>
                  <a:lnTo>
                    <a:pt x="47" y="34"/>
                  </a:lnTo>
                  <a:lnTo>
                    <a:pt x="49" y="34"/>
                  </a:lnTo>
                  <a:lnTo>
                    <a:pt x="49" y="34"/>
                  </a:lnTo>
                  <a:lnTo>
                    <a:pt x="49" y="34"/>
                  </a:lnTo>
                  <a:lnTo>
                    <a:pt x="49" y="34"/>
                  </a:lnTo>
                  <a:lnTo>
                    <a:pt x="49" y="34"/>
                  </a:lnTo>
                  <a:lnTo>
                    <a:pt x="49" y="34"/>
                  </a:lnTo>
                  <a:lnTo>
                    <a:pt x="49" y="34"/>
                  </a:lnTo>
                  <a:lnTo>
                    <a:pt x="49" y="34"/>
                  </a:lnTo>
                  <a:lnTo>
                    <a:pt x="51" y="33"/>
                  </a:lnTo>
                  <a:lnTo>
                    <a:pt x="51" y="33"/>
                  </a:lnTo>
                  <a:lnTo>
                    <a:pt x="51" y="33"/>
                  </a:lnTo>
                  <a:lnTo>
                    <a:pt x="51" y="33"/>
                  </a:lnTo>
                  <a:lnTo>
                    <a:pt x="51" y="33"/>
                  </a:lnTo>
                  <a:lnTo>
                    <a:pt x="51" y="33"/>
                  </a:lnTo>
                  <a:lnTo>
                    <a:pt x="51" y="33"/>
                  </a:lnTo>
                  <a:lnTo>
                    <a:pt x="51" y="33"/>
                  </a:lnTo>
                  <a:lnTo>
                    <a:pt x="52" y="31"/>
                  </a:lnTo>
                  <a:lnTo>
                    <a:pt x="52" y="31"/>
                  </a:lnTo>
                  <a:lnTo>
                    <a:pt x="52" y="31"/>
                  </a:lnTo>
                  <a:lnTo>
                    <a:pt x="52" y="31"/>
                  </a:lnTo>
                  <a:lnTo>
                    <a:pt x="52" y="30"/>
                  </a:lnTo>
                  <a:lnTo>
                    <a:pt x="52" y="30"/>
                  </a:lnTo>
                  <a:lnTo>
                    <a:pt x="52" y="30"/>
                  </a:lnTo>
                  <a:lnTo>
                    <a:pt x="52" y="30"/>
                  </a:lnTo>
                  <a:lnTo>
                    <a:pt x="53" y="29"/>
                  </a:lnTo>
                  <a:lnTo>
                    <a:pt x="53" y="29"/>
                  </a:lnTo>
                  <a:lnTo>
                    <a:pt x="53" y="29"/>
                  </a:lnTo>
                  <a:lnTo>
                    <a:pt x="53" y="29"/>
                  </a:lnTo>
                  <a:lnTo>
                    <a:pt x="54" y="29"/>
                  </a:lnTo>
                  <a:lnTo>
                    <a:pt x="54" y="29"/>
                  </a:lnTo>
                  <a:lnTo>
                    <a:pt x="54" y="29"/>
                  </a:lnTo>
                  <a:lnTo>
                    <a:pt x="54" y="29"/>
                  </a:lnTo>
                  <a:lnTo>
                    <a:pt x="56" y="29"/>
                  </a:lnTo>
                  <a:lnTo>
                    <a:pt x="56" y="29"/>
                  </a:lnTo>
                  <a:lnTo>
                    <a:pt x="56" y="29"/>
                  </a:lnTo>
                  <a:lnTo>
                    <a:pt x="56" y="29"/>
                  </a:lnTo>
                  <a:lnTo>
                    <a:pt x="57" y="29"/>
                  </a:lnTo>
                  <a:lnTo>
                    <a:pt x="57" y="29"/>
                  </a:lnTo>
                  <a:lnTo>
                    <a:pt x="57" y="29"/>
                  </a:lnTo>
                  <a:lnTo>
                    <a:pt x="57" y="29"/>
                  </a:lnTo>
                  <a:lnTo>
                    <a:pt x="58" y="29"/>
                  </a:lnTo>
                  <a:lnTo>
                    <a:pt x="58" y="30"/>
                  </a:lnTo>
                  <a:lnTo>
                    <a:pt x="58" y="30"/>
                  </a:lnTo>
                  <a:lnTo>
                    <a:pt x="58" y="30"/>
                  </a:lnTo>
                  <a:lnTo>
                    <a:pt x="58" y="30"/>
                  </a:lnTo>
                  <a:lnTo>
                    <a:pt x="58" y="32"/>
                  </a:lnTo>
                  <a:lnTo>
                    <a:pt x="58" y="32"/>
                  </a:lnTo>
                  <a:lnTo>
                    <a:pt x="58" y="32"/>
                  </a:lnTo>
                  <a:lnTo>
                    <a:pt x="58" y="32"/>
                  </a:lnTo>
                  <a:lnTo>
                    <a:pt x="57" y="33"/>
                  </a:lnTo>
                  <a:lnTo>
                    <a:pt x="57" y="33"/>
                  </a:lnTo>
                  <a:lnTo>
                    <a:pt x="57" y="33"/>
                  </a:lnTo>
                  <a:lnTo>
                    <a:pt x="57" y="33"/>
                  </a:lnTo>
                  <a:lnTo>
                    <a:pt x="57" y="34"/>
                  </a:lnTo>
                  <a:lnTo>
                    <a:pt x="57" y="34"/>
                  </a:lnTo>
                  <a:lnTo>
                    <a:pt x="57" y="34"/>
                  </a:lnTo>
                  <a:lnTo>
                    <a:pt x="57" y="34"/>
                  </a:lnTo>
                  <a:lnTo>
                    <a:pt x="57" y="35"/>
                  </a:lnTo>
                  <a:lnTo>
                    <a:pt x="57" y="35"/>
                  </a:lnTo>
                  <a:lnTo>
                    <a:pt x="57" y="35"/>
                  </a:lnTo>
                  <a:lnTo>
                    <a:pt x="57" y="35"/>
                  </a:lnTo>
                  <a:lnTo>
                    <a:pt x="57" y="37"/>
                  </a:lnTo>
                  <a:lnTo>
                    <a:pt x="57" y="37"/>
                  </a:lnTo>
                  <a:lnTo>
                    <a:pt x="57" y="37"/>
                  </a:lnTo>
                  <a:lnTo>
                    <a:pt x="57" y="37"/>
                  </a:lnTo>
                  <a:lnTo>
                    <a:pt x="57" y="39"/>
                  </a:lnTo>
                  <a:lnTo>
                    <a:pt x="57" y="39"/>
                  </a:lnTo>
                  <a:lnTo>
                    <a:pt x="57" y="39"/>
                  </a:lnTo>
                  <a:lnTo>
                    <a:pt x="57" y="39"/>
                  </a:lnTo>
                  <a:lnTo>
                    <a:pt x="57" y="41"/>
                  </a:lnTo>
                  <a:lnTo>
                    <a:pt x="57" y="41"/>
                  </a:lnTo>
                  <a:lnTo>
                    <a:pt x="57" y="41"/>
                  </a:lnTo>
                  <a:lnTo>
                    <a:pt x="57" y="41"/>
                  </a:lnTo>
                  <a:lnTo>
                    <a:pt x="57" y="42"/>
                  </a:lnTo>
                  <a:lnTo>
                    <a:pt x="57" y="42"/>
                  </a:lnTo>
                  <a:lnTo>
                    <a:pt x="57" y="42"/>
                  </a:lnTo>
                  <a:lnTo>
                    <a:pt x="57" y="42"/>
                  </a:lnTo>
                  <a:lnTo>
                    <a:pt x="57" y="42"/>
                  </a:lnTo>
                  <a:lnTo>
                    <a:pt x="57" y="42"/>
                  </a:lnTo>
                  <a:lnTo>
                    <a:pt x="57" y="42"/>
                  </a:lnTo>
                  <a:lnTo>
                    <a:pt x="59" y="42"/>
                  </a:lnTo>
                  <a:lnTo>
                    <a:pt x="59" y="43"/>
                  </a:lnTo>
                  <a:lnTo>
                    <a:pt x="59" y="43"/>
                  </a:lnTo>
                  <a:lnTo>
                    <a:pt x="59" y="43"/>
                  </a:lnTo>
                  <a:lnTo>
                    <a:pt x="60" y="43"/>
                  </a:lnTo>
                  <a:lnTo>
                    <a:pt x="60" y="43"/>
                  </a:lnTo>
                  <a:lnTo>
                    <a:pt x="60" y="43"/>
                  </a:lnTo>
                  <a:lnTo>
                    <a:pt x="60" y="43"/>
                  </a:lnTo>
                  <a:lnTo>
                    <a:pt x="62" y="43"/>
                  </a:lnTo>
                  <a:lnTo>
                    <a:pt x="62" y="43"/>
                  </a:lnTo>
                  <a:lnTo>
                    <a:pt x="62" y="43"/>
                  </a:lnTo>
                  <a:lnTo>
                    <a:pt x="62" y="43"/>
                  </a:lnTo>
                  <a:lnTo>
                    <a:pt x="62" y="43"/>
                  </a:lnTo>
                  <a:lnTo>
                    <a:pt x="62" y="43"/>
                  </a:lnTo>
                  <a:lnTo>
                    <a:pt x="62" y="43"/>
                  </a:lnTo>
                  <a:lnTo>
                    <a:pt x="62" y="43"/>
                  </a:lnTo>
                  <a:lnTo>
                    <a:pt x="64" y="43"/>
                  </a:lnTo>
                  <a:lnTo>
                    <a:pt x="64" y="43"/>
                  </a:lnTo>
                  <a:lnTo>
                    <a:pt x="64" y="43"/>
                  </a:lnTo>
                  <a:lnTo>
                    <a:pt x="64" y="43"/>
                  </a:lnTo>
                  <a:lnTo>
                    <a:pt x="65" y="43"/>
                  </a:lnTo>
                  <a:lnTo>
                    <a:pt x="65" y="43"/>
                  </a:lnTo>
                  <a:lnTo>
                    <a:pt x="66" y="43"/>
                  </a:lnTo>
                  <a:lnTo>
                    <a:pt x="66" y="43"/>
                  </a:lnTo>
                  <a:lnTo>
                    <a:pt x="68" y="43"/>
                  </a:lnTo>
                  <a:lnTo>
                    <a:pt x="68" y="45"/>
                  </a:lnTo>
                  <a:lnTo>
                    <a:pt x="68" y="45"/>
                  </a:lnTo>
                  <a:lnTo>
                    <a:pt x="68" y="45"/>
                  </a:lnTo>
                  <a:lnTo>
                    <a:pt x="68" y="45"/>
                  </a:lnTo>
                  <a:lnTo>
                    <a:pt x="68" y="47"/>
                  </a:lnTo>
                  <a:lnTo>
                    <a:pt x="68" y="47"/>
                  </a:lnTo>
                  <a:lnTo>
                    <a:pt x="68" y="47"/>
                  </a:lnTo>
                  <a:lnTo>
                    <a:pt x="68" y="47"/>
                  </a:lnTo>
                  <a:lnTo>
                    <a:pt x="68" y="48"/>
                  </a:lnTo>
                  <a:lnTo>
                    <a:pt x="68" y="48"/>
                  </a:lnTo>
                  <a:lnTo>
                    <a:pt x="68" y="48"/>
                  </a:lnTo>
                  <a:lnTo>
                    <a:pt x="68" y="48"/>
                  </a:lnTo>
                  <a:lnTo>
                    <a:pt x="68" y="49"/>
                  </a:lnTo>
                  <a:lnTo>
                    <a:pt x="68" y="49"/>
                  </a:lnTo>
                  <a:lnTo>
                    <a:pt x="68" y="49"/>
                  </a:lnTo>
                  <a:lnTo>
                    <a:pt x="68" y="49"/>
                  </a:lnTo>
                  <a:lnTo>
                    <a:pt x="68" y="50"/>
                  </a:lnTo>
                  <a:lnTo>
                    <a:pt x="68" y="50"/>
                  </a:lnTo>
                  <a:lnTo>
                    <a:pt x="68" y="51"/>
                  </a:lnTo>
                  <a:lnTo>
                    <a:pt x="68" y="51"/>
                  </a:lnTo>
                  <a:lnTo>
                    <a:pt x="68" y="53"/>
                  </a:lnTo>
                  <a:lnTo>
                    <a:pt x="68" y="53"/>
                  </a:lnTo>
                  <a:lnTo>
                    <a:pt x="68" y="53"/>
                  </a:lnTo>
                  <a:lnTo>
                    <a:pt x="69" y="53"/>
                  </a:lnTo>
                  <a:lnTo>
                    <a:pt x="69" y="55"/>
                  </a:lnTo>
                  <a:lnTo>
                    <a:pt x="69" y="55"/>
                  </a:lnTo>
                  <a:lnTo>
                    <a:pt x="69" y="55"/>
                  </a:lnTo>
                  <a:lnTo>
                    <a:pt x="70" y="55"/>
                  </a:lnTo>
                  <a:lnTo>
                    <a:pt x="70" y="56"/>
                  </a:lnTo>
                  <a:lnTo>
                    <a:pt x="70" y="56"/>
                  </a:lnTo>
                  <a:lnTo>
                    <a:pt x="70" y="56"/>
                  </a:lnTo>
                  <a:lnTo>
                    <a:pt x="72" y="56"/>
                  </a:lnTo>
                  <a:lnTo>
                    <a:pt x="72" y="57"/>
                  </a:lnTo>
                  <a:lnTo>
                    <a:pt x="72" y="57"/>
                  </a:lnTo>
                  <a:lnTo>
                    <a:pt x="72" y="57"/>
                  </a:lnTo>
                  <a:lnTo>
                    <a:pt x="72" y="57"/>
                  </a:lnTo>
                  <a:lnTo>
                    <a:pt x="72" y="57"/>
                  </a:lnTo>
                  <a:lnTo>
                    <a:pt x="72" y="57"/>
                  </a:lnTo>
                  <a:lnTo>
                    <a:pt x="72" y="57"/>
                  </a:lnTo>
                  <a:lnTo>
                    <a:pt x="73" y="57"/>
                  </a:lnTo>
                  <a:lnTo>
                    <a:pt x="73" y="57"/>
                  </a:lnTo>
                  <a:lnTo>
                    <a:pt x="73" y="57"/>
                  </a:lnTo>
                  <a:lnTo>
                    <a:pt x="73" y="57"/>
                  </a:lnTo>
                  <a:lnTo>
                    <a:pt x="74" y="57"/>
                  </a:lnTo>
                  <a:lnTo>
                    <a:pt x="74" y="57"/>
                  </a:lnTo>
                  <a:lnTo>
                    <a:pt x="74" y="57"/>
                  </a:lnTo>
                  <a:lnTo>
                    <a:pt x="74" y="57"/>
                  </a:lnTo>
                  <a:lnTo>
                    <a:pt x="75" y="57"/>
                  </a:lnTo>
                  <a:lnTo>
                    <a:pt x="75" y="57"/>
                  </a:lnTo>
                  <a:lnTo>
                    <a:pt x="75" y="57"/>
                  </a:lnTo>
                  <a:lnTo>
                    <a:pt x="75" y="57"/>
                  </a:lnTo>
                  <a:lnTo>
                    <a:pt x="75" y="57"/>
                  </a:lnTo>
                  <a:lnTo>
                    <a:pt x="75" y="57"/>
                  </a:lnTo>
                  <a:lnTo>
                    <a:pt x="75" y="57"/>
                  </a:lnTo>
                  <a:lnTo>
                    <a:pt x="75" y="57"/>
                  </a:lnTo>
                  <a:lnTo>
                    <a:pt x="75" y="55"/>
                  </a:lnTo>
                  <a:lnTo>
                    <a:pt x="75" y="55"/>
                  </a:lnTo>
                  <a:lnTo>
                    <a:pt x="75" y="55"/>
                  </a:lnTo>
                  <a:lnTo>
                    <a:pt x="75" y="55"/>
                  </a:lnTo>
                  <a:lnTo>
                    <a:pt x="75" y="54"/>
                  </a:lnTo>
                  <a:lnTo>
                    <a:pt x="75" y="54"/>
                  </a:lnTo>
                  <a:lnTo>
                    <a:pt x="75" y="54"/>
                  </a:lnTo>
                  <a:lnTo>
                    <a:pt x="75" y="54"/>
                  </a:lnTo>
                  <a:lnTo>
                    <a:pt x="75" y="52"/>
                  </a:lnTo>
                  <a:lnTo>
                    <a:pt x="75" y="52"/>
                  </a:lnTo>
                  <a:lnTo>
                    <a:pt x="75" y="52"/>
                  </a:lnTo>
                  <a:lnTo>
                    <a:pt x="75" y="52"/>
                  </a:lnTo>
                  <a:lnTo>
                    <a:pt x="75" y="51"/>
                  </a:lnTo>
                  <a:lnTo>
                    <a:pt x="75" y="51"/>
                  </a:lnTo>
                  <a:lnTo>
                    <a:pt x="75" y="51"/>
                  </a:lnTo>
                  <a:lnTo>
                    <a:pt x="75" y="51"/>
                  </a:lnTo>
                  <a:lnTo>
                    <a:pt x="75" y="49"/>
                  </a:lnTo>
                  <a:lnTo>
                    <a:pt x="75" y="49"/>
                  </a:lnTo>
                  <a:lnTo>
                    <a:pt x="75" y="49"/>
                  </a:lnTo>
                  <a:lnTo>
                    <a:pt x="75" y="49"/>
                  </a:lnTo>
                  <a:lnTo>
                    <a:pt x="75" y="47"/>
                  </a:lnTo>
                  <a:lnTo>
                    <a:pt x="75" y="47"/>
                  </a:lnTo>
                  <a:lnTo>
                    <a:pt x="75" y="47"/>
                  </a:lnTo>
                  <a:lnTo>
                    <a:pt x="75" y="47"/>
                  </a:lnTo>
                  <a:lnTo>
                    <a:pt x="75" y="46"/>
                  </a:lnTo>
                  <a:lnTo>
                    <a:pt x="75" y="46"/>
                  </a:lnTo>
                  <a:lnTo>
                    <a:pt x="75" y="46"/>
                  </a:lnTo>
                  <a:lnTo>
                    <a:pt x="75" y="46"/>
                  </a:lnTo>
                  <a:lnTo>
                    <a:pt x="75" y="45"/>
                  </a:lnTo>
                  <a:lnTo>
                    <a:pt x="75" y="45"/>
                  </a:lnTo>
                  <a:lnTo>
                    <a:pt x="75" y="45"/>
                  </a:lnTo>
                  <a:lnTo>
                    <a:pt x="75" y="45"/>
                  </a:lnTo>
                  <a:lnTo>
                    <a:pt x="77" y="43"/>
                  </a:lnTo>
                  <a:lnTo>
                    <a:pt x="77" y="43"/>
                  </a:lnTo>
                  <a:lnTo>
                    <a:pt x="77" y="43"/>
                  </a:lnTo>
                  <a:lnTo>
                    <a:pt x="77" y="43"/>
                  </a:lnTo>
                  <a:lnTo>
                    <a:pt x="78" y="42"/>
                  </a:lnTo>
                  <a:lnTo>
                    <a:pt x="78" y="42"/>
                  </a:lnTo>
                  <a:lnTo>
                    <a:pt x="78" y="42"/>
                  </a:lnTo>
                  <a:lnTo>
                    <a:pt x="78" y="42"/>
                  </a:lnTo>
                  <a:lnTo>
                    <a:pt x="80" y="41"/>
                  </a:lnTo>
                  <a:lnTo>
                    <a:pt x="80" y="41"/>
                  </a:lnTo>
                  <a:lnTo>
                    <a:pt x="80" y="41"/>
                  </a:lnTo>
                  <a:lnTo>
                    <a:pt x="80" y="41"/>
                  </a:lnTo>
                  <a:lnTo>
                    <a:pt x="80" y="39"/>
                  </a:lnTo>
                  <a:lnTo>
                    <a:pt x="80" y="39"/>
                  </a:lnTo>
                  <a:lnTo>
                    <a:pt x="80" y="39"/>
                  </a:lnTo>
                  <a:lnTo>
                    <a:pt x="80" y="39"/>
                  </a:lnTo>
                  <a:lnTo>
                    <a:pt x="80" y="37"/>
                  </a:lnTo>
                  <a:lnTo>
                    <a:pt x="80" y="37"/>
                  </a:lnTo>
                  <a:lnTo>
                    <a:pt x="80" y="37"/>
                  </a:lnTo>
                  <a:lnTo>
                    <a:pt x="80" y="37"/>
                  </a:lnTo>
                  <a:lnTo>
                    <a:pt x="80" y="36"/>
                  </a:lnTo>
                  <a:lnTo>
                    <a:pt x="80" y="36"/>
                  </a:lnTo>
                  <a:lnTo>
                    <a:pt x="80" y="36"/>
                  </a:lnTo>
                  <a:lnTo>
                    <a:pt x="80" y="36"/>
                  </a:lnTo>
                  <a:lnTo>
                    <a:pt x="81" y="34"/>
                  </a:lnTo>
                  <a:lnTo>
                    <a:pt x="81" y="34"/>
                  </a:lnTo>
                  <a:lnTo>
                    <a:pt x="81" y="34"/>
                  </a:lnTo>
                  <a:lnTo>
                    <a:pt x="81" y="34"/>
                  </a:lnTo>
                  <a:lnTo>
                    <a:pt x="81" y="33"/>
                  </a:lnTo>
                  <a:lnTo>
                    <a:pt x="81" y="33"/>
                  </a:lnTo>
                  <a:lnTo>
                    <a:pt x="81" y="33"/>
                  </a:lnTo>
                  <a:lnTo>
                    <a:pt x="81" y="33"/>
                  </a:lnTo>
                  <a:lnTo>
                    <a:pt x="81" y="32"/>
                  </a:lnTo>
                  <a:lnTo>
                    <a:pt x="81" y="32"/>
                  </a:lnTo>
                  <a:lnTo>
                    <a:pt x="81" y="32"/>
                  </a:lnTo>
                  <a:lnTo>
                    <a:pt x="81" y="32"/>
                  </a:lnTo>
                  <a:lnTo>
                    <a:pt x="81" y="30"/>
                  </a:lnTo>
                  <a:lnTo>
                    <a:pt x="81" y="30"/>
                  </a:lnTo>
                  <a:lnTo>
                    <a:pt x="81" y="30"/>
                  </a:lnTo>
                  <a:lnTo>
                    <a:pt x="81" y="30"/>
                  </a:lnTo>
                  <a:lnTo>
                    <a:pt x="81" y="29"/>
                  </a:lnTo>
                  <a:lnTo>
                    <a:pt x="81" y="29"/>
                  </a:lnTo>
                  <a:lnTo>
                    <a:pt x="81" y="29"/>
                  </a:lnTo>
                  <a:lnTo>
                    <a:pt x="81" y="29"/>
                  </a:lnTo>
                  <a:lnTo>
                    <a:pt x="81" y="29"/>
                  </a:lnTo>
                  <a:lnTo>
                    <a:pt x="81" y="29"/>
                  </a:lnTo>
                  <a:lnTo>
                    <a:pt x="83" y="29"/>
                  </a:lnTo>
                  <a:lnTo>
                    <a:pt x="83" y="29"/>
                  </a:lnTo>
                  <a:lnTo>
                    <a:pt x="85" y="28"/>
                  </a:lnTo>
                  <a:lnTo>
                    <a:pt x="85" y="28"/>
                  </a:lnTo>
                  <a:lnTo>
                    <a:pt x="85" y="28"/>
                  </a:lnTo>
                  <a:lnTo>
                    <a:pt x="85" y="28"/>
                  </a:lnTo>
                  <a:lnTo>
                    <a:pt x="87" y="28"/>
                  </a:lnTo>
                  <a:lnTo>
                    <a:pt x="87" y="28"/>
                  </a:lnTo>
                  <a:lnTo>
                    <a:pt x="88" y="28"/>
                  </a:lnTo>
                  <a:lnTo>
                    <a:pt x="88" y="28"/>
                  </a:lnTo>
                  <a:lnTo>
                    <a:pt x="89" y="27"/>
                  </a:lnTo>
                  <a:lnTo>
                    <a:pt x="89" y="29"/>
                  </a:lnTo>
                  <a:lnTo>
                    <a:pt x="89" y="29"/>
                  </a:lnTo>
                  <a:lnTo>
                    <a:pt x="89" y="29"/>
                  </a:lnTo>
                  <a:lnTo>
                    <a:pt x="89" y="29"/>
                  </a:lnTo>
                  <a:lnTo>
                    <a:pt x="89" y="30"/>
                  </a:lnTo>
                  <a:lnTo>
                    <a:pt x="89" y="30"/>
                  </a:lnTo>
                  <a:lnTo>
                    <a:pt x="89" y="30"/>
                  </a:lnTo>
                  <a:lnTo>
                    <a:pt x="89" y="30"/>
                  </a:lnTo>
                  <a:lnTo>
                    <a:pt x="89" y="32"/>
                  </a:lnTo>
                  <a:lnTo>
                    <a:pt x="89" y="32"/>
                  </a:lnTo>
                  <a:lnTo>
                    <a:pt x="89" y="32"/>
                  </a:lnTo>
                  <a:lnTo>
                    <a:pt x="89" y="32"/>
                  </a:lnTo>
                  <a:lnTo>
                    <a:pt x="89" y="32"/>
                  </a:lnTo>
                  <a:lnTo>
                    <a:pt x="89" y="32"/>
                  </a:lnTo>
                  <a:lnTo>
                    <a:pt x="89" y="32"/>
                  </a:lnTo>
                  <a:lnTo>
                    <a:pt x="89" y="32"/>
                  </a:lnTo>
                  <a:lnTo>
                    <a:pt x="89" y="33"/>
                  </a:lnTo>
                  <a:lnTo>
                    <a:pt x="89" y="33"/>
                  </a:lnTo>
                  <a:lnTo>
                    <a:pt x="89" y="33"/>
                  </a:lnTo>
                  <a:lnTo>
                    <a:pt x="89" y="33"/>
                  </a:lnTo>
                  <a:lnTo>
                    <a:pt x="89" y="34"/>
                  </a:lnTo>
                  <a:lnTo>
                    <a:pt x="89" y="34"/>
                  </a:lnTo>
                  <a:lnTo>
                    <a:pt x="89" y="34"/>
                  </a:lnTo>
                  <a:lnTo>
                    <a:pt x="89" y="34"/>
                  </a:lnTo>
                  <a:lnTo>
                    <a:pt x="89" y="35"/>
                  </a:lnTo>
                  <a:lnTo>
                    <a:pt x="89" y="35"/>
                  </a:lnTo>
                  <a:lnTo>
                    <a:pt x="89" y="35"/>
                  </a:lnTo>
                  <a:lnTo>
                    <a:pt x="90" y="35"/>
                  </a:lnTo>
                  <a:lnTo>
                    <a:pt x="90" y="35"/>
                  </a:lnTo>
                  <a:lnTo>
                    <a:pt x="90" y="35"/>
                  </a:lnTo>
                  <a:lnTo>
                    <a:pt x="90" y="35"/>
                  </a:lnTo>
                  <a:lnTo>
                    <a:pt x="92" y="35"/>
                  </a:lnTo>
                  <a:lnTo>
                    <a:pt x="92" y="36"/>
                  </a:lnTo>
                  <a:lnTo>
                    <a:pt x="92" y="36"/>
                  </a:lnTo>
                  <a:lnTo>
                    <a:pt x="92" y="36"/>
                  </a:lnTo>
                  <a:lnTo>
                    <a:pt x="92" y="36"/>
                  </a:lnTo>
                  <a:lnTo>
                    <a:pt x="92" y="36"/>
                  </a:lnTo>
                  <a:lnTo>
                    <a:pt x="92" y="36"/>
                  </a:lnTo>
                  <a:lnTo>
                    <a:pt x="92" y="36"/>
                  </a:lnTo>
                  <a:lnTo>
                    <a:pt x="94" y="35"/>
                  </a:lnTo>
                  <a:lnTo>
                    <a:pt x="94" y="35"/>
                  </a:lnTo>
                  <a:lnTo>
                    <a:pt x="94" y="35"/>
                  </a:lnTo>
                  <a:lnTo>
                    <a:pt x="94" y="35"/>
                  </a:lnTo>
                  <a:lnTo>
                    <a:pt x="94" y="35"/>
                  </a:lnTo>
                  <a:lnTo>
                    <a:pt x="94" y="35"/>
                  </a:lnTo>
                  <a:lnTo>
                    <a:pt x="94" y="35"/>
                  </a:lnTo>
                  <a:lnTo>
                    <a:pt x="94" y="35"/>
                  </a:lnTo>
                  <a:lnTo>
                    <a:pt x="95" y="34"/>
                  </a:lnTo>
                  <a:lnTo>
                    <a:pt x="95" y="34"/>
                  </a:lnTo>
                  <a:lnTo>
                    <a:pt x="95" y="34"/>
                  </a:lnTo>
                  <a:lnTo>
                    <a:pt x="95" y="34"/>
                  </a:lnTo>
                  <a:lnTo>
                    <a:pt x="95" y="34"/>
                  </a:lnTo>
                  <a:lnTo>
                    <a:pt x="95" y="34"/>
                  </a:lnTo>
                  <a:lnTo>
                    <a:pt x="95" y="34"/>
                  </a:lnTo>
                  <a:lnTo>
                    <a:pt x="95" y="34"/>
                  </a:lnTo>
                  <a:lnTo>
                    <a:pt x="95" y="33"/>
                  </a:lnTo>
                  <a:lnTo>
                    <a:pt x="95" y="33"/>
                  </a:lnTo>
                  <a:lnTo>
                    <a:pt x="95" y="33"/>
                  </a:lnTo>
                  <a:lnTo>
                    <a:pt x="95" y="33"/>
                  </a:lnTo>
                  <a:lnTo>
                    <a:pt x="95" y="33"/>
                  </a:lnTo>
                  <a:lnTo>
                    <a:pt x="95" y="33"/>
                  </a:lnTo>
                  <a:lnTo>
                    <a:pt x="95" y="33"/>
                  </a:lnTo>
                  <a:lnTo>
                    <a:pt x="95" y="33"/>
                  </a:lnTo>
                  <a:lnTo>
                    <a:pt x="95" y="32"/>
                  </a:lnTo>
                  <a:lnTo>
                    <a:pt x="95" y="32"/>
                  </a:lnTo>
                  <a:lnTo>
                    <a:pt x="95" y="32"/>
                  </a:lnTo>
                  <a:lnTo>
                    <a:pt x="95" y="32"/>
                  </a:lnTo>
                  <a:lnTo>
                    <a:pt x="97" y="32"/>
                  </a:lnTo>
                  <a:lnTo>
                    <a:pt x="97" y="32"/>
                  </a:lnTo>
                  <a:lnTo>
                    <a:pt x="98" y="32"/>
                  </a:lnTo>
                  <a:lnTo>
                    <a:pt x="98" y="32"/>
                  </a:lnTo>
                  <a:lnTo>
                    <a:pt x="100" y="32"/>
                  </a:lnTo>
                  <a:lnTo>
                    <a:pt x="100" y="32"/>
                  </a:lnTo>
                  <a:lnTo>
                    <a:pt x="100" y="32"/>
                  </a:lnTo>
                  <a:lnTo>
                    <a:pt x="100" y="32"/>
                  </a:lnTo>
                  <a:lnTo>
                    <a:pt x="101" y="32"/>
                  </a:lnTo>
                  <a:lnTo>
                    <a:pt x="101" y="32"/>
                  </a:lnTo>
                  <a:lnTo>
                    <a:pt x="101" y="32"/>
                  </a:lnTo>
                  <a:lnTo>
                    <a:pt x="101" y="32"/>
                  </a:lnTo>
                  <a:lnTo>
                    <a:pt x="102" y="32"/>
                  </a:lnTo>
                  <a:lnTo>
                    <a:pt x="102" y="33"/>
                  </a:lnTo>
                  <a:lnTo>
                    <a:pt x="102" y="33"/>
                  </a:lnTo>
                  <a:lnTo>
                    <a:pt x="102" y="33"/>
                  </a:lnTo>
                  <a:lnTo>
                    <a:pt x="102" y="33"/>
                  </a:lnTo>
                  <a:lnTo>
                    <a:pt x="102" y="34"/>
                  </a:lnTo>
                  <a:lnTo>
                    <a:pt x="102" y="34"/>
                  </a:lnTo>
                  <a:lnTo>
                    <a:pt x="102" y="34"/>
                  </a:lnTo>
                  <a:lnTo>
                    <a:pt x="102" y="34"/>
                  </a:lnTo>
                  <a:lnTo>
                    <a:pt x="102" y="36"/>
                  </a:lnTo>
                  <a:lnTo>
                    <a:pt x="102" y="36"/>
                  </a:lnTo>
                  <a:lnTo>
                    <a:pt x="102" y="36"/>
                  </a:lnTo>
                  <a:lnTo>
                    <a:pt x="102" y="36"/>
                  </a:lnTo>
                  <a:lnTo>
                    <a:pt x="102" y="37"/>
                  </a:lnTo>
                  <a:lnTo>
                    <a:pt x="102" y="37"/>
                  </a:lnTo>
                  <a:lnTo>
                    <a:pt x="102" y="37"/>
                  </a:lnTo>
                  <a:lnTo>
                    <a:pt x="103" y="37"/>
                  </a:lnTo>
                  <a:lnTo>
                    <a:pt x="103" y="38"/>
                  </a:lnTo>
                  <a:lnTo>
                    <a:pt x="103" y="38"/>
                  </a:lnTo>
                  <a:lnTo>
                    <a:pt x="103" y="38"/>
                  </a:lnTo>
                  <a:lnTo>
                    <a:pt x="103" y="38"/>
                  </a:lnTo>
                  <a:lnTo>
                    <a:pt x="103" y="38"/>
                  </a:lnTo>
                  <a:lnTo>
                    <a:pt x="103" y="38"/>
                  </a:lnTo>
                  <a:lnTo>
                    <a:pt x="103" y="38"/>
                  </a:lnTo>
                  <a:lnTo>
                    <a:pt x="105" y="38"/>
                  </a:lnTo>
                  <a:lnTo>
                    <a:pt x="105" y="38"/>
                  </a:lnTo>
                  <a:lnTo>
                    <a:pt x="105" y="38"/>
                  </a:lnTo>
                  <a:lnTo>
                    <a:pt x="105" y="38"/>
                  </a:lnTo>
                  <a:lnTo>
                    <a:pt x="107" y="38"/>
                  </a:lnTo>
                  <a:lnTo>
                    <a:pt x="107" y="38"/>
                  </a:lnTo>
                  <a:lnTo>
                    <a:pt x="107" y="38"/>
                  </a:lnTo>
                  <a:lnTo>
                    <a:pt x="107" y="38"/>
                  </a:lnTo>
                  <a:lnTo>
                    <a:pt x="109" y="38"/>
                  </a:lnTo>
                  <a:lnTo>
                    <a:pt x="109" y="38"/>
                  </a:lnTo>
                  <a:lnTo>
                    <a:pt x="109" y="38"/>
                  </a:lnTo>
                  <a:lnTo>
                    <a:pt x="109" y="38"/>
                  </a:lnTo>
                  <a:lnTo>
                    <a:pt x="109" y="38"/>
                  </a:lnTo>
                  <a:lnTo>
                    <a:pt x="109" y="38"/>
                  </a:lnTo>
                  <a:lnTo>
                    <a:pt x="109" y="38"/>
                  </a:lnTo>
                  <a:lnTo>
                    <a:pt x="109" y="38"/>
                  </a:lnTo>
                  <a:lnTo>
                    <a:pt x="111" y="38"/>
                  </a:lnTo>
                  <a:lnTo>
                    <a:pt x="111" y="38"/>
                  </a:lnTo>
                  <a:lnTo>
                    <a:pt x="111" y="38"/>
                  </a:lnTo>
                  <a:lnTo>
                    <a:pt x="111" y="38"/>
                  </a:lnTo>
                  <a:lnTo>
                    <a:pt x="112" y="38"/>
                  </a:lnTo>
                  <a:lnTo>
                    <a:pt x="112" y="38"/>
                  </a:lnTo>
                  <a:lnTo>
                    <a:pt x="112" y="38"/>
                  </a:lnTo>
                  <a:lnTo>
                    <a:pt x="112" y="38"/>
                  </a:lnTo>
                  <a:lnTo>
                    <a:pt x="113" y="37"/>
                  </a:lnTo>
                  <a:lnTo>
                    <a:pt x="112" y="37"/>
                  </a:lnTo>
                  <a:lnTo>
                    <a:pt x="112" y="37"/>
                  </a:lnTo>
                  <a:lnTo>
                    <a:pt x="112" y="37"/>
                  </a:lnTo>
                  <a:lnTo>
                    <a:pt x="112" y="35"/>
                  </a:lnTo>
                  <a:lnTo>
                    <a:pt x="111" y="35"/>
                  </a:lnTo>
                  <a:lnTo>
                    <a:pt x="111" y="35"/>
                  </a:lnTo>
                  <a:lnTo>
                    <a:pt x="111" y="35"/>
                  </a:lnTo>
                  <a:lnTo>
                    <a:pt x="111" y="33"/>
                  </a:lnTo>
                  <a:lnTo>
                    <a:pt x="109" y="33"/>
                  </a:lnTo>
                  <a:lnTo>
                    <a:pt x="109" y="33"/>
                  </a:lnTo>
                  <a:lnTo>
                    <a:pt x="109" y="33"/>
                  </a:lnTo>
                  <a:lnTo>
                    <a:pt x="109" y="32"/>
                  </a:lnTo>
                  <a:lnTo>
                    <a:pt x="109" y="32"/>
                  </a:lnTo>
                  <a:lnTo>
                    <a:pt x="109" y="31"/>
                  </a:lnTo>
                  <a:lnTo>
                    <a:pt x="109" y="31"/>
                  </a:lnTo>
                  <a:lnTo>
                    <a:pt x="109" y="29"/>
                  </a:lnTo>
                  <a:lnTo>
                    <a:pt x="107" y="29"/>
                  </a:lnTo>
                  <a:lnTo>
                    <a:pt x="107" y="29"/>
                  </a:lnTo>
                  <a:lnTo>
                    <a:pt x="107" y="29"/>
                  </a:lnTo>
                  <a:lnTo>
                    <a:pt x="107" y="29"/>
                  </a:lnTo>
                  <a:lnTo>
                    <a:pt x="106" y="29"/>
                  </a:lnTo>
                  <a:lnTo>
                    <a:pt x="106" y="29"/>
                  </a:lnTo>
                  <a:lnTo>
                    <a:pt x="106" y="29"/>
                  </a:lnTo>
                  <a:lnTo>
                    <a:pt x="106" y="27"/>
                  </a:lnTo>
                  <a:lnTo>
                    <a:pt x="106" y="27"/>
                  </a:lnTo>
                  <a:lnTo>
                    <a:pt x="106" y="27"/>
                  </a:lnTo>
                  <a:lnTo>
                    <a:pt x="106" y="27"/>
                  </a:lnTo>
                  <a:lnTo>
                    <a:pt x="106" y="27"/>
                  </a:lnTo>
                  <a:lnTo>
                    <a:pt x="106" y="27"/>
                  </a:lnTo>
                  <a:lnTo>
                    <a:pt x="106" y="27"/>
                  </a:lnTo>
                  <a:lnTo>
                    <a:pt x="106" y="27"/>
                  </a:lnTo>
                  <a:lnTo>
                    <a:pt x="106" y="26"/>
                  </a:lnTo>
                  <a:lnTo>
                    <a:pt x="106" y="26"/>
                  </a:lnTo>
                  <a:lnTo>
                    <a:pt x="106" y="26"/>
                  </a:lnTo>
                  <a:lnTo>
                    <a:pt x="106" y="26"/>
                  </a:lnTo>
                  <a:lnTo>
                    <a:pt x="106" y="26"/>
                  </a:lnTo>
                  <a:lnTo>
                    <a:pt x="106" y="26"/>
                  </a:lnTo>
                  <a:lnTo>
                    <a:pt x="106" y="26"/>
                  </a:lnTo>
                  <a:lnTo>
                    <a:pt x="106" y="26"/>
                  </a:lnTo>
                  <a:lnTo>
                    <a:pt x="106" y="24"/>
                  </a:lnTo>
                  <a:lnTo>
                    <a:pt x="106" y="24"/>
                  </a:lnTo>
                  <a:lnTo>
                    <a:pt x="106" y="24"/>
                  </a:lnTo>
                  <a:lnTo>
                    <a:pt x="106" y="24"/>
                  </a:lnTo>
                  <a:lnTo>
                    <a:pt x="106" y="22"/>
                  </a:lnTo>
                  <a:lnTo>
                    <a:pt x="106" y="22"/>
                  </a:lnTo>
                  <a:lnTo>
                    <a:pt x="106" y="22"/>
                  </a:lnTo>
                  <a:lnTo>
                    <a:pt x="106" y="22"/>
                  </a:lnTo>
                  <a:lnTo>
                    <a:pt x="107" y="20"/>
                  </a:lnTo>
                  <a:lnTo>
                    <a:pt x="107" y="22"/>
                  </a:lnTo>
                  <a:lnTo>
                    <a:pt x="107" y="22"/>
                  </a:lnTo>
                  <a:lnTo>
                    <a:pt x="107" y="22"/>
                  </a:lnTo>
                  <a:lnTo>
                    <a:pt x="107" y="22"/>
                  </a:lnTo>
                  <a:lnTo>
                    <a:pt x="107" y="22"/>
                  </a:lnTo>
                  <a:lnTo>
                    <a:pt x="107" y="22"/>
                  </a:lnTo>
                  <a:lnTo>
                    <a:pt x="107" y="22"/>
                  </a:lnTo>
                  <a:lnTo>
                    <a:pt x="108" y="22"/>
                  </a:lnTo>
                  <a:lnTo>
                    <a:pt x="108" y="22"/>
                  </a:lnTo>
                  <a:lnTo>
                    <a:pt x="108" y="22"/>
                  </a:lnTo>
                  <a:lnTo>
                    <a:pt x="108" y="22"/>
                  </a:lnTo>
                  <a:lnTo>
                    <a:pt x="108" y="22"/>
                  </a:lnTo>
                  <a:lnTo>
                    <a:pt x="108" y="22"/>
                  </a:lnTo>
                  <a:lnTo>
                    <a:pt x="108" y="22"/>
                  </a:lnTo>
                  <a:lnTo>
                    <a:pt x="108" y="22"/>
                  </a:lnTo>
                  <a:lnTo>
                    <a:pt x="110" y="20"/>
                  </a:lnTo>
                  <a:lnTo>
                    <a:pt x="110" y="22"/>
                  </a:lnTo>
                  <a:lnTo>
                    <a:pt x="110" y="22"/>
                  </a:lnTo>
                  <a:lnTo>
                    <a:pt x="110" y="22"/>
                  </a:lnTo>
                  <a:lnTo>
                    <a:pt x="110" y="22"/>
                  </a:lnTo>
                  <a:lnTo>
                    <a:pt x="110" y="24"/>
                  </a:lnTo>
                  <a:lnTo>
                    <a:pt x="110" y="24"/>
                  </a:lnTo>
                  <a:lnTo>
                    <a:pt x="110" y="24"/>
                  </a:lnTo>
                  <a:lnTo>
                    <a:pt x="111" y="24"/>
                  </a:lnTo>
                  <a:lnTo>
                    <a:pt x="111" y="26"/>
                  </a:lnTo>
                  <a:lnTo>
                    <a:pt x="111" y="26"/>
                  </a:lnTo>
                  <a:lnTo>
                    <a:pt x="111" y="26"/>
                  </a:lnTo>
                  <a:lnTo>
                    <a:pt x="113" y="26"/>
                  </a:lnTo>
                  <a:lnTo>
                    <a:pt x="113" y="26"/>
                  </a:lnTo>
                  <a:lnTo>
                    <a:pt x="113" y="26"/>
                  </a:lnTo>
                  <a:lnTo>
                    <a:pt x="113" y="26"/>
                  </a:lnTo>
                  <a:lnTo>
                    <a:pt x="116" y="26"/>
                  </a:lnTo>
                  <a:lnTo>
                    <a:pt x="116" y="27"/>
                  </a:lnTo>
                  <a:lnTo>
                    <a:pt x="116" y="27"/>
                  </a:lnTo>
                  <a:lnTo>
                    <a:pt x="116" y="27"/>
                  </a:lnTo>
                  <a:lnTo>
                    <a:pt x="116" y="27"/>
                  </a:lnTo>
                  <a:lnTo>
                    <a:pt x="116" y="27"/>
                  </a:lnTo>
                  <a:lnTo>
                    <a:pt x="116" y="27"/>
                  </a:lnTo>
                  <a:lnTo>
                    <a:pt x="116" y="27"/>
                  </a:lnTo>
                  <a:lnTo>
                    <a:pt x="117" y="27"/>
                  </a:lnTo>
                  <a:lnTo>
                    <a:pt x="117" y="27"/>
                  </a:lnTo>
                  <a:lnTo>
                    <a:pt x="117" y="27"/>
                  </a:lnTo>
                  <a:lnTo>
                    <a:pt x="117" y="27"/>
                  </a:lnTo>
                  <a:lnTo>
                    <a:pt x="118" y="27"/>
                  </a:lnTo>
                  <a:lnTo>
                    <a:pt x="118" y="27"/>
                  </a:lnTo>
                  <a:lnTo>
                    <a:pt x="118" y="27"/>
                  </a:lnTo>
                  <a:lnTo>
                    <a:pt x="118" y="27"/>
                  </a:lnTo>
                  <a:lnTo>
                    <a:pt x="119" y="27"/>
                  </a:lnTo>
                  <a:lnTo>
                    <a:pt x="119" y="27"/>
                  </a:lnTo>
                  <a:lnTo>
                    <a:pt x="119" y="27"/>
                  </a:lnTo>
                  <a:lnTo>
                    <a:pt x="119" y="27"/>
                  </a:lnTo>
                  <a:lnTo>
                    <a:pt x="119" y="26"/>
                  </a:lnTo>
                  <a:lnTo>
                    <a:pt x="119" y="26"/>
                  </a:lnTo>
                  <a:lnTo>
                    <a:pt x="119" y="26"/>
                  </a:lnTo>
                  <a:lnTo>
                    <a:pt x="119" y="26"/>
                  </a:lnTo>
                  <a:lnTo>
                    <a:pt x="119" y="25"/>
                  </a:lnTo>
                  <a:lnTo>
                    <a:pt x="119" y="25"/>
                  </a:lnTo>
                  <a:lnTo>
                    <a:pt x="119" y="25"/>
                  </a:lnTo>
                  <a:lnTo>
                    <a:pt x="119" y="25"/>
                  </a:lnTo>
                  <a:lnTo>
                    <a:pt x="119" y="22"/>
                  </a:lnTo>
                  <a:lnTo>
                    <a:pt x="119" y="22"/>
                  </a:lnTo>
                  <a:lnTo>
                    <a:pt x="119" y="22"/>
                  </a:lnTo>
                  <a:lnTo>
                    <a:pt x="119" y="22"/>
                  </a:lnTo>
                  <a:lnTo>
                    <a:pt x="120" y="20"/>
                  </a:lnTo>
                  <a:lnTo>
                    <a:pt x="118" y="20"/>
                  </a:lnTo>
                  <a:lnTo>
                    <a:pt x="118" y="20"/>
                  </a:lnTo>
                  <a:lnTo>
                    <a:pt x="118" y="20"/>
                  </a:lnTo>
                  <a:lnTo>
                    <a:pt x="118" y="19"/>
                  </a:lnTo>
                  <a:lnTo>
                    <a:pt x="118" y="19"/>
                  </a:lnTo>
                  <a:lnTo>
                    <a:pt x="118" y="19"/>
                  </a:lnTo>
                  <a:lnTo>
                    <a:pt x="118" y="19"/>
                  </a:lnTo>
                  <a:lnTo>
                    <a:pt x="118" y="17"/>
                  </a:lnTo>
                  <a:lnTo>
                    <a:pt x="117" y="17"/>
                  </a:lnTo>
                  <a:lnTo>
                    <a:pt x="117" y="17"/>
                  </a:lnTo>
                  <a:lnTo>
                    <a:pt x="117" y="17"/>
                  </a:lnTo>
                  <a:lnTo>
                    <a:pt x="117" y="15"/>
                  </a:lnTo>
                  <a:lnTo>
                    <a:pt x="117" y="15"/>
                  </a:lnTo>
                  <a:lnTo>
                    <a:pt x="117" y="15"/>
                  </a:lnTo>
                  <a:lnTo>
                    <a:pt x="117" y="15"/>
                  </a:lnTo>
                  <a:lnTo>
                    <a:pt x="117" y="14"/>
                  </a:lnTo>
                  <a:lnTo>
                    <a:pt x="117" y="14"/>
                  </a:lnTo>
                  <a:lnTo>
                    <a:pt x="117" y="14"/>
                  </a:lnTo>
                  <a:lnTo>
                    <a:pt x="117" y="14"/>
                  </a:lnTo>
                  <a:lnTo>
                    <a:pt x="117" y="14"/>
                  </a:lnTo>
                  <a:lnTo>
                    <a:pt x="117" y="14"/>
                  </a:lnTo>
                  <a:lnTo>
                    <a:pt x="117" y="14"/>
                  </a:lnTo>
                  <a:lnTo>
                    <a:pt x="117" y="14"/>
                  </a:lnTo>
                  <a:lnTo>
                    <a:pt x="118" y="13"/>
                  </a:lnTo>
                  <a:lnTo>
                    <a:pt x="118" y="13"/>
                  </a:lnTo>
                  <a:lnTo>
                    <a:pt x="118" y="13"/>
                  </a:lnTo>
                  <a:lnTo>
                    <a:pt x="118" y="13"/>
                  </a:lnTo>
                  <a:lnTo>
                    <a:pt x="118" y="13"/>
                  </a:lnTo>
                  <a:lnTo>
                    <a:pt x="118" y="13"/>
                  </a:lnTo>
                  <a:lnTo>
                    <a:pt x="118" y="13"/>
                  </a:lnTo>
                  <a:lnTo>
                    <a:pt x="118" y="13"/>
                  </a:lnTo>
                  <a:lnTo>
                    <a:pt x="120" y="11"/>
                  </a:lnTo>
                  <a:lnTo>
                    <a:pt x="120" y="11"/>
                  </a:lnTo>
                  <a:lnTo>
                    <a:pt x="120" y="11"/>
                  </a:lnTo>
                  <a:lnTo>
                    <a:pt x="120" y="11"/>
                  </a:lnTo>
                  <a:lnTo>
                    <a:pt x="120" y="11"/>
                  </a:lnTo>
                  <a:lnTo>
                    <a:pt x="120" y="11"/>
                  </a:lnTo>
                  <a:lnTo>
                    <a:pt x="120" y="11"/>
                  </a:lnTo>
                  <a:lnTo>
                    <a:pt x="120" y="11"/>
                  </a:lnTo>
                  <a:lnTo>
                    <a:pt x="120" y="11"/>
                  </a:lnTo>
                  <a:lnTo>
                    <a:pt x="121" y="11"/>
                  </a:lnTo>
                  <a:lnTo>
                    <a:pt x="121" y="11"/>
                  </a:lnTo>
                  <a:lnTo>
                    <a:pt x="121" y="11"/>
                  </a:lnTo>
                  <a:lnTo>
                    <a:pt x="121" y="11"/>
                  </a:lnTo>
                  <a:lnTo>
                    <a:pt x="121" y="11"/>
                  </a:lnTo>
                  <a:lnTo>
                    <a:pt x="121" y="11"/>
                  </a:lnTo>
                  <a:lnTo>
                    <a:pt x="121" y="11"/>
                  </a:lnTo>
                  <a:lnTo>
                    <a:pt x="121" y="11"/>
                  </a:lnTo>
                  <a:lnTo>
                    <a:pt x="123" y="10"/>
                  </a:lnTo>
                  <a:lnTo>
                    <a:pt x="123" y="10"/>
                  </a:lnTo>
                  <a:lnTo>
                    <a:pt x="123" y="10"/>
                  </a:lnTo>
                  <a:lnTo>
                    <a:pt x="123" y="10"/>
                  </a:lnTo>
                  <a:lnTo>
                    <a:pt x="123" y="10"/>
                  </a:lnTo>
                  <a:lnTo>
                    <a:pt x="123" y="10"/>
                  </a:lnTo>
                  <a:lnTo>
                    <a:pt x="123" y="10"/>
                  </a:lnTo>
                  <a:lnTo>
                    <a:pt x="123" y="10"/>
                  </a:lnTo>
                  <a:lnTo>
                    <a:pt x="124" y="10"/>
                  </a:lnTo>
                  <a:lnTo>
                    <a:pt x="124" y="10"/>
                  </a:lnTo>
                  <a:lnTo>
                    <a:pt x="124" y="10"/>
                  </a:lnTo>
                  <a:lnTo>
                    <a:pt x="124" y="10"/>
                  </a:lnTo>
                  <a:lnTo>
                    <a:pt x="124" y="10"/>
                  </a:lnTo>
                  <a:lnTo>
                    <a:pt x="124" y="10"/>
                  </a:lnTo>
                  <a:lnTo>
                    <a:pt x="124" y="10"/>
                  </a:lnTo>
                  <a:lnTo>
                    <a:pt x="124" y="10"/>
                  </a:lnTo>
                  <a:lnTo>
                    <a:pt x="126" y="10"/>
                  </a:lnTo>
                  <a:lnTo>
                    <a:pt x="126" y="12"/>
                  </a:lnTo>
                  <a:lnTo>
                    <a:pt x="126" y="12"/>
                  </a:lnTo>
                  <a:lnTo>
                    <a:pt x="126" y="12"/>
                  </a:lnTo>
                  <a:lnTo>
                    <a:pt x="126" y="12"/>
                  </a:lnTo>
                  <a:lnTo>
                    <a:pt x="126" y="13"/>
                  </a:lnTo>
                  <a:lnTo>
                    <a:pt x="126" y="13"/>
                  </a:lnTo>
                  <a:lnTo>
                    <a:pt x="126" y="13"/>
                  </a:lnTo>
                  <a:lnTo>
                    <a:pt x="127" y="13"/>
                  </a:lnTo>
                  <a:lnTo>
                    <a:pt x="127" y="13"/>
                  </a:lnTo>
                  <a:lnTo>
                    <a:pt x="127" y="13"/>
                  </a:lnTo>
                  <a:lnTo>
                    <a:pt x="127" y="13"/>
                  </a:lnTo>
                  <a:lnTo>
                    <a:pt x="128" y="13"/>
                  </a:lnTo>
                  <a:lnTo>
                    <a:pt x="128" y="13"/>
                  </a:lnTo>
                  <a:lnTo>
                    <a:pt x="128" y="13"/>
                  </a:lnTo>
                  <a:lnTo>
                    <a:pt x="128" y="13"/>
                  </a:lnTo>
                  <a:lnTo>
                    <a:pt x="130" y="13"/>
                  </a:lnTo>
                  <a:lnTo>
                    <a:pt x="130" y="14"/>
                  </a:lnTo>
                  <a:lnTo>
                    <a:pt x="130" y="14"/>
                  </a:lnTo>
                  <a:lnTo>
                    <a:pt x="130" y="14"/>
                  </a:lnTo>
                  <a:lnTo>
                    <a:pt x="131" y="14"/>
                  </a:lnTo>
                  <a:lnTo>
                    <a:pt x="131" y="14"/>
                  </a:lnTo>
                  <a:lnTo>
                    <a:pt x="132" y="14"/>
                  </a:lnTo>
                  <a:lnTo>
                    <a:pt x="132" y="14"/>
                  </a:lnTo>
                  <a:lnTo>
                    <a:pt x="133" y="14"/>
                  </a:lnTo>
                  <a:lnTo>
                    <a:pt x="133" y="14"/>
                  </a:lnTo>
                  <a:lnTo>
                    <a:pt x="133" y="14"/>
                  </a:lnTo>
                  <a:lnTo>
                    <a:pt x="133" y="14"/>
                  </a:lnTo>
                  <a:lnTo>
                    <a:pt x="135" y="14"/>
                  </a:lnTo>
                  <a:lnTo>
                    <a:pt x="135" y="14"/>
                  </a:lnTo>
                  <a:lnTo>
                    <a:pt x="137" y="14"/>
                  </a:lnTo>
                  <a:lnTo>
                    <a:pt x="137" y="14"/>
                  </a:lnTo>
                  <a:lnTo>
                    <a:pt x="139" y="13"/>
                  </a:lnTo>
                  <a:lnTo>
                    <a:pt x="139" y="13"/>
                  </a:lnTo>
                  <a:lnTo>
                    <a:pt x="139" y="13"/>
                  </a:lnTo>
                  <a:lnTo>
                    <a:pt x="139" y="13"/>
                  </a:lnTo>
                  <a:lnTo>
                    <a:pt x="139" y="12"/>
                  </a:lnTo>
                  <a:lnTo>
                    <a:pt x="139" y="12"/>
                  </a:lnTo>
                  <a:lnTo>
                    <a:pt x="139" y="12"/>
                  </a:lnTo>
                  <a:lnTo>
                    <a:pt x="139" y="12"/>
                  </a:lnTo>
                  <a:lnTo>
                    <a:pt x="139" y="10"/>
                  </a:lnTo>
                  <a:lnTo>
                    <a:pt x="139" y="10"/>
                  </a:lnTo>
                  <a:lnTo>
                    <a:pt x="139" y="10"/>
                  </a:lnTo>
                  <a:lnTo>
                    <a:pt x="139" y="10"/>
                  </a:lnTo>
                  <a:lnTo>
                    <a:pt x="139" y="8"/>
                  </a:lnTo>
                  <a:lnTo>
                    <a:pt x="139" y="8"/>
                  </a:lnTo>
                  <a:lnTo>
                    <a:pt x="139" y="8"/>
                  </a:lnTo>
                  <a:lnTo>
                    <a:pt x="139" y="8"/>
                  </a:lnTo>
                  <a:lnTo>
                    <a:pt x="140" y="5"/>
                  </a:lnTo>
                  <a:lnTo>
                    <a:pt x="140" y="5"/>
                  </a:lnTo>
                  <a:lnTo>
                    <a:pt x="140" y="5"/>
                  </a:lnTo>
                  <a:lnTo>
                    <a:pt x="140" y="5"/>
                  </a:lnTo>
                  <a:lnTo>
                    <a:pt x="140" y="5"/>
                  </a:lnTo>
                  <a:lnTo>
                    <a:pt x="140" y="5"/>
                  </a:lnTo>
                  <a:lnTo>
                    <a:pt x="140" y="5"/>
                  </a:lnTo>
                  <a:lnTo>
                    <a:pt x="140" y="5"/>
                  </a:lnTo>
                  <a:lnTo>
                    <a:pt x="143" y="4"/>
                  </a:lnTo>
                  <a:lnTo>
                    <a:pt x="143" y="4"/>
                  </a:lnTo>
                  <a:lnTo>
                    <a:pt x="143" y="4"/>
                  </a:lnTo>
                  <a:lnTo>
                    <a:pt x="143" y="4"/>
                  </a:lnTo>
                  <a:lnTo>
                    <a:pt x="145" y="4"/>
                  </a:lnTo>
                  <a:lnTo>
                    <a:pt x="145" y="4"/>
                  </a:lnTo>
                  <a:lnTo>
                    <a:pt x="145" y="4"/>
                  </a:lnTo>
                  <a:lnTo>
                    <a:pt x="145" y="4"/>
                  </a:lnTo>
                  <a:lnTo>
                    <a:pt x="146" y="3"/>
                  </a:lnTo>
                  <a:lnTo>
                    <a:pt x="146" y="3"/>
                  </a:lnTo>
                  <a:lnTo>
                    <a:pt x="147" y="3"/>
                  </a:lnTo>
                  <a:lnTo>
                    <a:pt x="147" y="3"/>
                  </a:lnTo>
                  <a:lnTo>
                    <a:pt x="149" y="3"/>
                  </a:lnTo>
                  <a:lnTo>
                    <a:pt x="149" y="3"/>
                  </a:lnTo>
                  <a:lnTo>
                    <a:pt x="151" y="3"/>
                  </a:lnTo>
                  <a:lnTo>
                    <a:pt x="151" y="3"/>
                  </a:lnTo>
                  <a:lnTo>
                    <a:pt x="153" y="3"/>
                  </a:lnTo>
                  <a:lnTo>
                    <a:pt x="153" y="3"/>
                  </a:lnTo>
                  <a:lnTo>
                    <a:pt x="155" y="3"/>
                  </a:lnTo>
                  <a:lnTo>
                    <a:pt x="155" y="3"/>
                  </a:lnTo>
                  <a:lnTo>
                    <a:pt x="157" y="3"/>
                  </a:lnTo>
                  <a:lnTo>
                    <a:pt x="157" y="3"/>
                  </a:lnTo>
                  <a:lnTo>
                    <a:pt x="159" y="3"/>
                  </a:lnTo>
                  <a:lnTo>
                    <a:pt x="159" y="3"/>
                  </a:lnTo>
                  <a:lnTo>
                    <a:pt x="161" y="3"/>
                  </a:lnTo>
                  <a:lnTo>
                    <a:pt x="161" y="3"/>
                  </a:lnTo>
                  <a:lnTo>
                    <a:pt x="161" y="3"/>
                  </a:lnTo>
                  <a:lnTo>
                    <a:pt x="161" y="3"/>
                  </a:lnTo>
                  <a:lnTo>
                    <a:pt x="162" y="3"/>
                  </a:lnTo>
                  <a:lnTo>
                    <a:pt x="162" y="3"/>
                  </a:lnTo>
                  <a:lnTo>
                    <a:pt x="164" y="3"/>
                  </a:lnTo>
                  <a:lnTo>
                    <a:pt x="164" y="3"/>
                  </a:lnTo>
                  <a:lnTo>
                    <a:pt x="166" y="1"/>
                  </a:lnTo>
                  <a:lnTo>
                    <a:pt x="166" y="1"/>
                  </a:lnTo>
                  <a:lnTo>
                    <a:pt x="166" y="1"/>
                  </a:lnTo>
                  <a:lnTo>
                    <a:pt x="166" y="1"/>
                  </a:lnTo>
                  <a:lnTo>
                    <a:pt x="168" y="1"/>
                  </a:lnTo>
                  <a:lnTo>
                    <a:pt x="168" y="1"/>
                  </a:lnTo>
                  <a:lnTo>
                    <a:pt x="170" y="1"/>
                  </a:lnTo>
                  <a:lnTo>
                    <a:pt x="170" y="1"/>
                  </a:lnTo>
                  <a:lnTo>
                    <a:pt x="172" y="0"/>
                  </a:lnTo>
                  <a:lnTo>
                    <a:pt x="172" y="2"/>
                  </a:lnTo>
                  <a:lnTo>
                    <a:pt x="172" y="2"/>
                  </a:lnTo>
                  <a:lnTo>
                    <a:pt x="172" y="3"/>
                  </a:lnTo>
                  <a:lnTo>
                    <a:pt x="172" y="3"/>
                  </a:lnTo>
                  <a:lnTo>
                    <a:pt x="172" y="4"/>
                  </a:lnTo>
                  <a:lnTo>
                    <a:pt x="172" y="4"/>
                  </a:lnTo>
                  <a:lnTo>
                    <a:pt x="172" y="4"/>
                  </a:lnTo>
                  <a:lnTo>
                    <a:pt x="172" y="4"/>
                  </a:lnTo>
                  <a:lnTo>
                    <a:pt x="172" y="6"/>
                  </a:lnTo>
                  <a:lnTo>
                    <a:pt x="172" y="6"/>
                  </a:lnTo>
                  <a:lnTo>
                    <a:pt x="172" y="6"/>
                  </a:lnTo>
                  <a:lnTo>
                    <a:pt x="172" y="6"/>
                  </a:lnTo>
                  <a:lnTo>
                    <a:pt x="172" y="8"/>
                  </a:lnTo>
                  <a:lnTo>
                    <a:pt x="172" y="8"/>
                  </a:lnTo>
                  <a:lnTo>
                    <a:pt x="172" y="8"/>
                  </a:lnTo>
                  <a:lnTo>
                    <a:pt x="172" y="8"/>
                  </a:lnTo>
                  <a:lnTo>
                    <a:pt x="172" y="10"/>
                  </a:lnTo>
                  <a:lnTo>
                    <a:pt x="172" y="10"/>
                  </a:lnTo>
                  <a:lnTo>
                    <a:pt x="172" y="10"/>
                  </a:lnTo>
                  <a:lnTo>
                    <a:pt x="172" y="10"/>
                  </a:lnTo>
                  <a:lnTo>
                    <a:pt x="172" y="10"/>
                  </a:lnTo>
                  <a:lnTo>
                    <a:pt x="172" y="10"/>
                  </a:lnTo>
                  <a:lnTo>
                    <a:pt x="172" y="10"/>
                  </a:lnTo>
                  <a:lnTo>
                    <a:pt x="173" y="10"/>
                  </a:lnTo>
                  <a:lnTo>
                    <a:pt x="173" y="10"/>
                  </a:lnTo>
                  <a:lnTo>
                    <a:pt x="173" y="10"/>
                  </a:lnTo>
                  <a:lnTo>
                    <a:pt x="173" y="10"/>
                  </a:lnTo>
                  <a:lnTo>
                    <a:pt x="173" y="10"/>
                  </a:lnTo>
                  <a:lnTo>
                    <a:pt x="173" y="10"/>
                  </a:lnTo>
                  <a:lnTo>
                    <a:pt x="173" y="10"/>
                  </a:lnTo>
                  <a:lnTo>
                    <a:pt x="173" y="10"/>
                  </a:lnTo>
                  <a:lnTo>
                    <a:pt x="174" y="10"/>
                  </a:lnTo>
                  <a:lnTo>
                    <a:pt x="174" y="12"/>
                  </a:lnTo>
                  <a:lnTo>
                    <a:pt x="174" y="12"/>
                  </a:lnTo>
                  <a:lnTo>
                    <a:pt x="174" y="12"/>
                  </a:lnTo>
                  <a:lnTo>
                    <a:pt x="176" y="12"/>
                  </a:lnTo>
                  <a:lnTo>
                    <a:pt x="176" y="14"/>
                  </a:lnTo>
                  <a:lnTo>
                    <a:pt x="176" y="14"/>
                  </a:lnTo>
                  <a:lnTo>
                    <a:pt x="176" y="14"/>
                  </a:lnTo>
                  <a:lnTo>
                    <a:pt x="177" y="14"/>
                  </a:lnTo>
                  <a:lnTo>
                    <a:pt x="177" y="16"/>
                  </a:lnTo>
                  <a:lnTo>
                    <a:pt x="177" y="16"/>
                  </a:lnTo>
                  <a:lnTo>
                    <a:pt x="177" y="16"/>
                  </a:lnTo>
                  <a:lnTo>
                    <a:pt x="179" y="16"/>
                  </a:lnTo>
                  <a:lnTo>
                    <a:pt x="179" y="17"/>
                  </a:lnTo>
                  <a:lnTo>
                    <a:pt x="179" y="17"/>
                  </a:lnTo>
                  <a:lnTo>
                    <a:pt x="179" y="17"/>
                  </a:lnTo>
                  <a:lnTo>
                    <a:pt x="181" y="17"/>
                  </a:lnTo>
                  <a:lnTo>
                    <a:pt x="182" y="19"/>
                  </a:lnTo>
                  <a:lnTo>
                    <a:pt x="184" y="19"/>
                  </a:lnTo>
                  <a:lnTo>
                    <a:pt x="186" y="20"/>
                  </a:lnTo>
                  <a:lnTo>
                    <a:pt x="189" y="20"/>
                  </a:lnTo>
                  <a:lnTo>
                    <a:pt x="191" y="21"/>
                  </a:lnTo>
                  <a:lnTo>
                    <a:pt x="194" y="21"/>
                  </a:lnTo>
                  <a:lnTo>
                    <a:pt x="196" y="21"/>
                  </a:lnTo>
                  <a:lnTo>
                    <a:pt x="199" y="21"/>
                  </a:lnTo>
                  <a:lnTo>
                    <a:pt x="201" y="22"/>
                  </a:lnTo>
                  <a:lnTo>
                    <a:pt x="205" y="22"/>
                  </a:lnTo>
                  <a:lnTo>
                    <a:pt x="207" y="22"/>
                  </a:lnTo>
                  <a:lnTo>
                    <a:pt x="211" y="22"/>
                  </a:lnTo>
                  <a:lnTo>
                    <a:pt x="213" y="22"/>
                  </a:lnTo>
                  <a:lnTo>
                    <a:pt x="214" y="22"/>
                  </a:lnTo>
                  <a:lnTo>
                    <a:pt x="216" y="22"/>
                  </a:lnTo>
                  <a:lnTo>
                    <a:pt x="220" y="22"/>
                  </a:lnTo>
                  <a:lnTo>
                    <a:pt x="222" y="22"/>
                  </a:lnTo>
                  <a:lnTo>
                    <a:pt x="221" y="24"/>
                  </a:lnTo>
                  <a:lnTo>
                    <a:pt x="221" y="24"/>
                  </a:lnTo>
                  <a:lnTo>
                    <a:pt x="221" y="24"/>
                  </a:lnTo>
                  <a:lnTo>
                    <a:pt x="221" y="24"/>
                  </a:lnTo>
                  <a:lnTo>
                    <a:pt x="220" y="25"/>
                  </a:lnTo>
                  <a:lnTo>
                    <a:pt x="220" y="25"/>
                  </a:lnTo>
                  <a:lnTo>
                    <a:pt x="220" y="25"/>
                  </a:lnTo>
                  <a:lnTo>
                    <a:pt x="220" y="25"/>
                  </a:lnTo>
                  <a:lnTo>
                    <a:pt x="218" y="26"/>
                  </a:lnTo>
                  <a:lnTo>
                    <a:pt x="218" y="26"/>
                  </a:lnTo>
                  <a:lnTo>
                    <a:pt x="218" y="26"/>
                  </a:lnTo>
                  <a:lnTo>
                    <a:pt x="218" y="26"/>
                  </a:lnTo>
                  <a:lnTo>
                    <a:pt x="217" y="26"/>
                  </a:lnTo>
                  <a:lnTo>
                    <a:pt x="217" y="26"/>
                  </a:lnTo>
                  <a:lnTo>
                    <a:pt x="217" y="26"/>
                  </a:lnTo>
                  <a:lnTo>
                    <a:pt x="217" y="26"/>
                  </a:lnTo>
                  <a:lnTo>
                    <a:pt x="215" y="27"/>
                  </a:lnTo>
                  <a:lnTo>
                    <a:pt x="215" y="27"/>
                  </a:lnTo>
                  <a:lnTo>
                    <a:pt x="215" y="27"/>
                  </a:lnTo>
                  <a:lnTo>
                    <a:pt x="215" y="27"/>
                  </a:lnTo>
                  <a:lnTo>
                    <a:pt x="214" y="28"/>
                  </a:lnTo>
                  <a:lnTo>
                    <a:pt x="214" y="28"/>
                  </a:lnTo>
                  <a:lnTo>
                    <a:pt x="214" y="28"/>
                  </a:lnTo>
                  <a:lnTo>
                    <a:pt x="214" y="28"/>
                  </a:lnTo>
                  <a:lnTo>
                    <a:pt x="213" y="29"/>
                  </a:lnTo>
                  <a:lnTo>
                    <a:pt x="213" y="29"/>
                  </a:lnTo>
                  <a:lnTo>
                    <a:pt x="213" y="29"/>
                  </a:lnTo>
                  <a:lnTo>
                    <a:pt x="213" y="29"/>
                  </a:lnTo>
                  <a:lnTo>
                    <a:pt x="213" y="29"/>
                  </a:lnTo>
                  <a:lnTo>
                    <a:pt x="213" y="29"/>
                  </a:lnTo>
                  <a:lnTo>
                    <a:pt x="213" y="29"/>
                  </a:lnTo>
                  <a:lnTo>
                    <a:pt x="213" y="29"/>
                  </a:lnTo>
                  <a:lnTo>
                    <a:pt x="211" y="32"/>
                  </a:lnTo>
                  <a:lnTo>
                    <a:pt x="211" y="32"/>
                  </a:lnTo>
                  <a:lnTo>
                    <a:pt x="211" y="32"/>
                  </a:lnTo>
                  <a:lnTo>
                    <a:pt x="211" y="32"/>
                  </a:lnTo>
                  <a:lnTo>
                    <a:pt x="209" y="33"/>
                  </a:lnTo>
                  <a:lnTo>
                    <a:pt x="209" y="33"/>
                  </a:lnTo>
                  <a:lnTo>
                    <a:pt x="209" y="33"/>
                  </a:lnTo>
                  <a:lnTo>
                    <a:pt x="209" y="33"/>
                  </a:lnTo>
                  <a:lnTo>
                    <a:pt x="208" y="35"/>
                  </a:lnTo>
                  <a:lnTo>
                    <a:pt x="208" y="35"/>
                  </a:lnTo>
                  <a:lnTo>
                    <a:pt x="208" y="35"/>
                  </a:lnTo>
                  <a:lnTo>
                    <a:pt x="208" y="35"/>
                  </a:lnTo>
                  <a:lnTo>
                    <a:pt x="208" y="35"/>
                  </a:lnTo>
                  <a:lnTo>
                    <a:pt x="208" y="35"/>
                  </a:lnTo>
                  <a:lnTo>
                    <a:pt x="208" y="35"/>
                  </a:lnTo>
                  <a:lnTo>
                    <a:pt x="208" y="35"/>
                  </a:lnTo>
                  <a:lnTo>
                    <a:pt x="208" y="36"/>
                  </a:lnTo>
                  <a:lnTo>
                    <a:pt x="208" y="36"/>
                  </a:lnTo>
                  <a:lnTo>
                    <a:pt x="208" y="36"/>
                  </a:lnTo>
                  <a:lnTo>
                    <a:pt x="209" y="36"/>
                  </a:lnTo>
                  <a:lnTo>
                    <a:pt x="209" y="36"/>
                  </a:lnTo>
                  <a:lnTo>
                    <a:pt x="209" y="36"/>
                  </a:lnTo>
                  <a:lnTo>
                    <a:pt x="209" y="36"/>
                  </a:lnTo>
                  <a:lnTo>
                    <a:pt x="211" y="36"/>
                  </a:lnTo>
                  <a:lnTo>
                    <a:pt x="211" y="36"/>
                  </a:lnTo>
                  <a:lnTo>
                    <a:pt x="211" y="36"/>
                  </a:lnTo>
                  <a:lnTo>
                    <a:pt x="211" y="36"/>
                  </a:lnTo>
                  <a:lnTo>
                    <a:pt x="213" y="36"/>
                  </a:lnTo>
                  <a:lnTo>
                    <a:pt x="213" y="36"/>
                  </a:lnTo>
                  <a:lnTo>
                    <a:pt x="213" y="36"/>
                  </a:lnTo>
                  <a:lnTo>
                    <a:pt x="213" y="36"/>
                  </a:lnTo>
                  <a:lnTo>
                    <a:pt x="215" y="35"/>
                  </a:lnTo>
                  <a:lnTo>
                    <a:pt x="215" y="37"/>
                  </a:lnTo>
                  <a:lnTo>
                    <a:pt x="215" y="37"/>
                  </a:lnTo>
                  <a:lnTo>
                    <a:pt x="215" y="37"/>
                  </a:lnTo>
                  <a:lnTo>
                    <a:pt x="215" y="37"/>
                  </a:lnTo>
                  <a:lnTo>
                    <a:pt x="215" y="37"/>
                  </a:lnTo>
                  <a:lnTo>
                    <a:pt x="215" y="37"/>
                  </a:lnTo>
                  <a:lnTo>
                    <a:pt x="215" y="37"/>
                  </a:lnTo>
                  <a:lnTo>
                    <a:pt x="216" y="37"/>
                  </a:lnTo>
                  <a:lnTo>
                    <a:pt x="216" y="39"/>
                  </a:lnTo>
                  <a:lnTo>
                    <a:pt x="216" y="39"/>
                  </a:lnTo>
                  <a:lnTo>
                    <a:pt x="216" y="39"/>
                  </a:lnTo>
                  <a:lnTo>
                    <a:pt x="216" y="39"/>
                  </a:lnTo>
                  <a:lnTo>
                    <a:pt x="216" y="39"/>
                  </a:lnTo>
                  <a:lnTo>
                    <a:pt x="216" y="39"/>
                  </a:lnTo>
                  <a:lnTo>
                    <a:pt x="216" y="39"/>
                  </a:lnTo>
                  <a:lnTo>
                    <a:pt x="217" y="39"/>
                  </a:lnTo>
                  <a:lnTo>
                    <a:pt x="216" y="41"/>
                  </a:lnTo>
                  <a:lnTo>
                    <a:pt x="216" y="41"/>
                  </a:lnTo>
                  <a:lnTo>
                    <a:pt x="216" y="41"/>
                  </a:lnTo>
                  <a:lnTo>
                    <a:pt x="216" y="41"/>
                  </a:lnTo>
                  <a:lnTo>
                    <a:pt x="215" y="42"/>
                  </a:lnTo>
                  <a:lnTo>
                    <a:pt x="215" y="42"/>
                  </a:lnTo>
                  <a:lnTo>
                    <a:pt x="215" y="42"/>
                  </a:lnTo>
                  <a:lnTo>
                    <a:pt x="215" y="42"/>
                  </a:lnTo>
                  <a:lnTo>
                    <a:pt x="214" y="43"/>
                  </a:lnTo>
                  <a:lnTo>
                    <a:pt x="214" y="43"/>
                  </a:lnTo>
                  <a:lnTo>
                    <a:pt x="214" y="43"/>
                  </a:lnTo>
                  <a:lnTo>
                    <a:pt x="214" y="43"/>
                  </a:lnTo>
                  <a:lnTo>
                    <a:pt x="214" y="43"/>
                  </a:lnTo>
                  <a:lnTo>
                    <a:pt x="214" y="43"/>
                  </a:lnTo>
                  <a:lnTo>
                    <a:pt x="214" y="43"/>
                  </a:lnTo>
                  <a:lnTo>
                    <a:pt x="214" y="43"/>
                  </a:lnTo>
                  <a:lnTo>
                    <a:pt x="213" y="44"/>
                  </a:lnTo>
                  <a:lnTo>
                    <a:pt x="213" y="44"/>
                  </a:lnTo>
                  <a:lnTo>
                    <a:pt x="213" y="45"/>
                  </a:lnTo>
                  <a:lnTo>
                    <a:pt x="213" y="45"/>
                  </a:lnTo>
                  <a:lnTo>
                    <a:pt x="213" y="47"/>
                  </a:lnTo>
                  <a:lnTo>
                    <a:pt x="213" y="47"/>
                  </a:lnTo>
                  <a:lnTo>
                    <a:pt x="213" y="47"/>
                  </a:lnTo>
                  <a:lnTo>
                    <a:pt x="213" y="47"/>
                  </a:lnTo>
                  <a:lnTo>
                    <a:pt x="213" y="49"/>
                  </a:lnTo>
                  <a:lnTo>
                    <a:pt x="213" y="49"/>
                  </a:lnTo>
                  <a:lnTo>
                    <a:pt x="213" y="49"/>
                  </a:lnTo>
                  <a:lnTo>
                    <a:pt x="213" y="49"/>
                  </a:lnTo>
                  <a:lnTo>
                    <a:pt x="213" y="50"/>
                  </a:lnTo>
                  <a:lnTo>
                    <a:pt x="213" y="50"/>
                  </a:lnTo>
                  <a:lnTo>
                    <a:pt x="213" y="50"/>
                  </a:lnTo>
                  <a:lnTo>
                    <a:pt x="214" y="50"/>
                  </a:lnTo>
                  <a:lnTo>
                    <a:pt x="214" y="52"/>
                  </a:lnTo>
                  <a:lnTo>
                    <a:pt x="214" y="52"/>
                  </a:lnTo>
                  <a:lnTo>
                    <a:pt x="214" y="52"/>
                  </a:lnTo>
                  <a:lnTo>
                    <a:pt x="216" y="52"/>
                  </a:lnTo>
                  <a:lnTo>
                    <a:pt x="216" y="54"/>
                  </a:lnTo>
                  <a:lnTo>
                    <a:pt x="217" y="54"/>
                  </a:lnTo>
                  <a:lnTo>
                    <a:pt x="217" y="54"/>
                  </a:lnTo>
                  <a:lnTo>
                    <a:pt x="219" y="54"/>
                  </a:lnTo>
                  <a:lnTo>
                    <a:pt x="219" y="56"/>
                  </a:lnTo>
                  <a:lnTo>
                    <a:pt x="219" y="56"/>
                  </a:lnTo>
                  <a:lnTo>
                    <a:pt x="219" y="56"/>
                  </a:lnTo>
                  <a:lnTo>
                    <a:pt x="221" y="56"/>
                  </a:lnTo>
                  <a:lnTo>
                    <a:pt x="221" y="56"/>
                  </a:lnTo>
                  <a:lnTo>
                    <a:pt x="221" y="56"/>
                  </a:lnTo>
                  <a:lnTo>
                    <a:pt x="221" y="56"/>
                  </a:lnTo>
                  <a:lnTo>
                    <a:pt x="223" y="56"/>
                  </a:lnTo>
                  <a:lnTo>
                    <a:pt x="222" y="57"/>
                  </a:lnTo>
                  <a:lnTo>
                    <a:pt x="222" y="57"/>
                  </a:lnTo>
                  <a:lnTo>
                    <a:pt x="222" y="57"/>
                  </a:lnTo>
                  <a:lnTo>
                    <a:pt x="222" y="57"/>
                  </a:lnTo>
                  <a:lnTo>
                    <a:pt x="222" y="57"/>
                  </a:lnTo>
                  <a:lnTo>
                    <a:pt x="222" y="57"/>
                  </a:lnTo>
                  <a:lnTo>
                    <a:pt x="222" y="57"/>
                  </a:lnTo>
                  <a:lnTo>
                    <a:pt x="222" y="57"/>
                  </a:lnTo>
                  <a:lnTo>
                    <a:pt x="221" y="57"/>
                  </a:lnTo>
                  <a:lnTo>
                    <a:pt x="221" y="57"/>
                  </a:lnTo>
                  <a:lnTo>
                    <a:pt x="221" y="57"/>
                  </a:lnTo>
                  <a:lnTo>
                    <a:pt x="221" y="57"/>
                  </a:lnTo>
                  <a:lnTo>
                    <a:pt x="221" y="57"/>
                  </a:lnTo>
                  <a:lnTo>
                    <a:pt x="221" y="57"/>
                  </a:lnTo>
                  <a:lnTo>
                    <a:pt x="221" y="57"/>
                  </a:lnTo>
                  <a:lnTo>
                    <a:pt x="221" y="57"/>
                  </a:lnTo>
                  <a:lnTo>
                    <a:pt x="221" y="57"/>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49" name=""/>
            <p:cNvSpPr/>
            <p:nvPr/>
          </p:nvSpPr>
          <p:spPr>
            <a:xfrm>
              <a:off x="8759880" y="7224840"/>
              <a:ext cx="41400" cy="29880"/>
            </a:xfrm>
            <a:custGeom>
              <a:avLst/>
              <a:gdLst/>
              <a:ahLst/>
              <a:rect l="l" t="t" r="r" b="b"/>
              <a:pathLst>
                <a:path w="26" h="19">
                  <a:moveTo>
                    <a:pt x="11" y="0"/>
                  </a:moveTo>
                  <a:lnTo>
                    <a:pt x="11" y="0"/>
                  </a:lnTo>
                  <a:lnTo>
                    <a:pt x="11" y="0"/>
                  </a:lnTo>
                  <a:lnTo>
                    <a:pt x="11" y="0"/>
                  </a:lnTo>
                  <a:lnTo>
                    <a:pt x="11" y="0"/>
                  </a:lnTo>
                  <a:lnTo>
                    <a:pt x="11" y="0"/>
                  </a:lnTo>
                  <a:lnTo>
                    <a:pt x="12" y="0"/>
                  </a:lnTo>
                  <a:lnTo>
                    <a:pt x="12" y="0"/>
                  </a:lnTo>
                  <a:lnTo>
                    <a:pt x="14" y="0"/>
                  </a:lnTo>
                  <a:lnTo>
                    <a:pt x="14" y="0"/>
                  </a:lnTo>
                  <a:lnTo>
                    <a:pt x="15" y="0"/>
                  </a:lnTo>
                  <a:lnTo>
                    <a:pt x="15" y="0"/>
                  </a:lnTo>
                  <a:lnTo>
                    <a:pt x="17" y="0"/>
                  </a:lnTo>
                  <a:lnTo>
                    <a:pt x="17" y="0"/>
                  </a:lnTo>
                  <a:lnTo>
                    <a:pt x="18" y="0"/>
                  </a:lnTo>
                  <a:lnTo>
                    <a:pt x="18" y="0"/>
                  </a:lnTo>
                  <a:lnTo>
                    <a:pt x="20" y="0"/>
                  </a:lnTo>
                  <a:lnTo>
                    <a:pt x="20" y="2"/>
                  </a:lnTo>
                  <a:lnTo>
                    <a:pt x="20" y="2"/>
                  </a:lnTo>
                  <a:lnTo>
                    <a:pt x="20" y="2"/>
                  </a:lnTo>
                  <a:lnTo>
                    <a:pt x="20" y="2"/>
                  </a:lnTo>
                  <a:lnTo>
                    <a:pt x="20" y="4"/>
                  </a:lnTo>
                  <a:lnTo>
                    <a:pt x="20" y="4"/>
                  </a:lnTo>
                  <a:lnTo>
                    <a:pt x="20" y="4"/>
                  </a:lnTo>
                  <a:lnTo>
                    <a:pt x="21" y="4"/>
                  </a:lnTo>
                  <a:lnTo>
                    <a:pt x="21" y="6"/>
                  </a:lnTo>
                  <a:lnTo>
                    <a:pt x="21" y="6"/>
                  </a:lnTo>
                  <a:lnTo>
                    <a:pt x="21" y="6"/>
                  </a:lnTo>
                  <a:lnTo>
                    <a:pt x="21" y="6"/>
                  </a:lnTo>
                  <a:lnTo>
                    <a:pt x="21" y="6"/>
                  </a:lnTo>
                  <a:lnTo>
                    <a:pt x="21" y="6"/>
                  </a:lnTo>
                  <a:lnTo>
                    <a:pt x="21" y="6"/>
                  </a:lnTo>
                  <a:lnTo>
                    <a:pt x="23" y="6"/>
                  </a:lnTo>
                  <a:lnTo>
                    <a:pt x="23" y="8"/>
                  </a:lnTo>
                  <a:lnTo>
                    <a:pt x="23" y="8"/>
                  </a:lnTo>
                  <a:lnTo>
                    <a:pt x="23" y="8"/>
                  </a:lnTo>
                  <a:lnTo>
                    <a:pt x="23" y="8"/>
                  </a:lnTo>
                  <a:lnTo>
                    <a:pt x="23" y="9"/>
                  </a:lnTo>
                  <a:lnTo>
                    <a:pt x="23" y="9"/>
                  </a:lnTo>
                  <a:lnTo>
                    <a:pt x="23" y="9"/>
                  </a:lnTo>
                  <a:lnTo>
                    <a:pt x="24" y="9"/>
                  </a:lnTo>
                  <a:lnTo>
                    <a:pt x="24" y="11"/>
                  </a:lnTo>
                  <a:lnTo>
                    <a:pt x="24" y="11"/>
                  </a:lnTo>
                  <a:lnTo>
                    <a:pt x="24" y="11"/>
                  </a:lnTo>
                  <a:lnTo>
                    <a:pt x="24" y="11"/>
                  </a:lnTo>
                  <a:lnTo>
                    <a:pt x="24" y="12"/>
                  </a:lnTo>
                  <a:lnTo>
                    <a:pt x="24" y="12"/>
                  </a:lnTo>
                  <a:lnTo>
                    <a:pt x="24" y="12"/>
                  </a:lnTo>
                  <a:lnTo>
                    <a:pt x="25" y="12"/>
                  </a:lnTo>
                  <a:lnTo>
                    <a:pt x="24" y="14"/>
                  </a:lnTo>
                  <a:lnTo>
                    <a:pt x="24" y="14"/>
                  </a:lnTo>
                  <a:lnTo>
                    <a:pt x="24" y="14"/>
                  </a:lnTo>
                  <a:lnTo>
                    <a:pt x="24" y="14"/>
                  </a:lnTo>
                  <a:lnTo>
                    <a:pt x="22" y="16"/>
                  </a:lnTo>
                  <a:lnTo>
                    <a:pt x="22" y="16"/>
                  </a:lnTo>
                  <a:lnTo>
                    <a:pt x="22" y="16"/>
                  </a:lnTo>
                  <a:lnTo>
                    <a:pt x="22" y="16"/>
                  </a:lnTo>
                  <a:lnTo>
                    <a:pt x="20" y="18"/>
                  </a:lnTo>
                  <a:lnTo>
                    <a:pt x="20" y="18"/>
                  </a:lnTo>
                  <a:lnTo>
                    <a:pt x="20" y="18"/>
                  </a:lnTo>
                  <a:lnTo>
                    <a:pt x="20" y="18"/>
                  </a:lnTo>
                  <a:lnTo>
                    <a:pt x="20" y="18"/>
                  </a:lnTo>
                  <a:lnTo>
                    <a:pt x="20" y="18"/>
                  </a:lnTo>
                  <a:lnTo>
                    <a:pt x="20" y="18"/>
                  </a:lnTo>
                  <a:lnTo>
                    <a:pt x="20" y="18"/>
                  </a:lnTo>
                  <a:lnTo>
                    <a:pt x="18" y="18"/>
                  </a:lnTo>
                  <a:lnTo>
                    <a:pt x="18" y="18"/>
                  </a:lnTo>
                  <a:lnTo>
                    <a:pt x="18" y="18"/>
                  </a:lnTo>
                  <a:lnTo>
                    <a:pt x="18" y="18"/>
                  </a:lnTo>
                  <a:lnTo>
                    <a:pt x="16" y="18"/>
                  </a:lnTo>
                  <a:lnTo>
                    <a:pt x="16" y="18"/>
                  </a:lnTo>
                  <a:lnTo>
                    <a:pt x="15" y="18"/>
                  </a:lnTo>
                  <a:lnTo>
                    <a:pt x="15" y="18"/>
                  </a:lnTo>
                  <a:lnTo>
                    <a:pt x="13" y="18"/>
                  </a:lnTo>
                  <a:lnTo>
                    <a:pt x="13" y="18"/>
                  </a:lnTo>
                  <a:lnTo>
                    <a:pt x="11" y="18"/>
                  </a:lnTo>
                  <a:lnTo>
                    <a:pt x="11" y="17"/>
                  </a:lnTo>
                  <a:lnTo>
                    <a:pt x="10" y="17"/>
                  </a:lnTo>
                  <a:lnTo>
                    <a:pt x="10" y="16"/>
                  </a:lnTo>
                  <a:lnTo>
                    <a:pt x="8" y="15"/>
                  </a:lnTo>
                  <a:lnTo>
                    <a:pt x="8" y="13"/>
                  </a:lnTo>
                  <a:lnTo>
                    <a:pt x="7" y="14"/>
                  </a:lnTo>
                  <a:lnTo>
                    <a:pt x="7" y="14"/>
                  </a:lnTo>
                  <a:lnTo>
                    <a:pt x="7" y="14"/>
                  </a:lnTo>
                  <a:lnTo>
                    <a:pt x="7" y="14"/>
                  </a:lnTo>
                  <a:lnTo>
                    <a:pt x="5" y="14"/>
                  </a:lnTo>
                  <a:lnTo>
                    <a:pt x="5" y="14"/>
                  </a:lnTo>
                  <a:lnTo>
                    <a:pt x="5" y="14"/>
                  </a:lnTo>
                  <a:lnTo>
                    <a:pt x="5" y="14"/>
                  </a:lnTo>
                  <a:lnTo>
                    <a:pt x="4" y="15"/>
                  </a:lnTo>
                  <a:lnTo>
                    <a:pt x="4" y="15"/>
                  </a:lnTo>
                  <a:lnTo>
                    <a:pt x="4" y="15"/>
                  </a:lnTo>
                  <a:lnTo>
                    <a:pt x="4" y="15"/>
                  </a:lnTo>
                  <a:lnTo>
                    <a:pt x="4" y="15"/>
                  </a:lnTo>
                  <a:lnTo>
                    <a:pt x="4" y="15"/>
                  </a:lnTo>
                  <a:lnTo>
                    <a:pt x="4" y="15"/>
                  </a:lnTo>
                  <a:lnTo>
                    <a:pt x="4" y="15"/>
                  </a:lnTo>
                  <a:lnTo>
                    <a:pt x="2" y="15"/>
                  </a:lnTo>
                  <a:lnTo>
                    <a:pt x="2" y="15"/>
                  </a:lnTo>
                  <a:lnTo>
                    <a:pt x="2" y="15"/>
                  </a:lnTo>
                  <a:lnTo>
                    <a:pt x="2" y="14"/>
                  </a:lnTo>
                  <a:lnTo>
                    <a:pt x="0" y="14"/>
                  </a:lnTo>
                  <a:lnTo>
                    <a:pt x="0" y="14"/>
                  </a:lnTo>
                  <a:lnTo>
                    <a:pt x="0" y="14"/>
                  </a:lnTo>
                  <a:lnTo>
                    <a:pt x="0" y="12"/>
                  </a:lnTo>
                  <a:lnTo>
                    <a:pt x="0" y="12"/>
                  </a:lnTo>
                  <a:lnTo>
                    <a:pt x="0" y="12"/>
                  </a:lnTo>
                  <a:lnTo>
                    <a:pt x="0" y="12"/>
                  </a:lnTo>
                  <a:lnTo>
                    <a:pt x="0" y="10"/>
                  </a:lnTo>
                  <a:lnTo>
                    <a:pt x="0" y="10"/>
                  </a:lnTo>
                  <a:lnTo>
                    <a:pt x="0" y="8"/>
                  </a:lnTo>
                  <a:lnTo>
                    <a:pt x="0" y="8"/>
                  </a:lnTo>
                  <a:lnTo>
                    <a:pt x="0" y="6"/>
                  </a:lnTo>
                  <a:lnTo>
                    <a:pt x="0" y="6"/>
                  </a:lnTo>
                  <a:lnTo>
                    <a:pt x="0" y="6"/>
                  </a:lnTo>
                  <a:lnTo>
                    <a:pt x="0" y="6"/>
                  </a:lnTo>
                  <a:lnTo>
                    <a:pt x="0" y="6"/>
                  </a:lnTo>
                  <a:lnTo>
                    <a:pt x="0" y="6"/>
                  </a:lnTo>
                  <a:lnTo>
                    <a:pt x="2" y="6"/>
                  </a:lnTo>
                  <a:lnTo>
                    <a:pt x="2" y="6"/>
                  </a:lnTo>
                  <a:lnTo>
                    <a:pt x="4" y="6"/>
                  </a:lnTo>
                  <a:lnTo>
                    <a:pt x="4" y="6"/>
                  </a:lnTo>
                  <a:lnTo>
                    <a:pt x="4" y="6"/>
                  </a:lnTo>
                  <a:lnTo>
                    <a:pt x="4" y="6"/>
                  </a:lnTo>
                  <a:lnTo>
                    <a:pt x="6" y="6"/>
                  </a:lnTo>
                  <a:lnTo>
                    <a:pt x="6" y="6"/>
                  </a:lnTo>
                  <a:lnTo>
                    <a:pt x="7" y="6"/>
                  </a:lnTo>
                  <a:lnTo>
                    <a:pt x="7" y="6"/>
                  </a:lnTo>
                  <a:lnTo>
                    <a:pt x="8" y="5"/>
                  </a:lnTo>
                  <a:lnTo>
                    <a:pt x="8" y="5"/>
                  </a:lnTo>
                  <a:lnTo>
                    <a:pt x="8" y="5"/>
                  </a:lnTo>
                  <a:lnTo>
                    <a:pt x="8" y="5"/>
                  </a:lnTo>
                  <a:lnTo>
                    <a:pt x="8" y="5"/>
                  </a:lnTo>
                  <a:lnTo>
                    <a:pt x="8" y="5"/>
                  </a:lnTo>
                  <a:lnTo>
                    <a:pt x="8" y="5"/>
                  </a:lnTo>
                  <a:lnTo>
                    <a:pt x="8" y="5"/>
                  </a:lnTo>
                  <a:lnTo>
                    <a:pt x="8" y="3"/>
                  </a:lnTo>
                  <a:lnTo>
                    <a:pt x="8" y="3"/>
                  </a:lnTo>
                  <a:lnTo>
                    <a:pt x="8" y="3"/>
                  </a:lnTo>
                  <a:lnTo>
                    <a:pt x="8" y="3"/>
                  </a:lnTo>
                  <a:lnTo>
                    <a:pt x="9" y="1"/>
                  </a:lnTo>
                  <a:lnTo>
                    <a:pt x="9" y="1"/>
                  </a:lnTo>
                  <a:lnTo>
                    <a:pt x="9" y="1"/>
                  </a:lnTo>
                  <a:lnTo>
                    <a:pt x="9" y="1"/>
                  </a:lnTo>
                  <a:lnTo>
                    <a:pt x="11" y="0"/>
                  </a:lnTo>
                  <a:lnTo>
                    <a:pt x="11" y="0"/>
                  </a:lnTo>
                </a:path>
              </a:pathLst>
            </a:custGeom>
            <a:solidFill>
              <a:srgbClr val="a1009f"/>
            </a:solidFill>
            <a:ln w="18360">
              <a:solidFill>
                <a:srgbClr val="000000"/>
              </a:solidFill>
              <a:round/>
            </a:ln>
          </p:spPr>
          <p:style>
            <a:lnRef idx="0"/>
            <a:fillRef idx="0"/>
            <a:effectRef idx="0"/>
            <a:fontRef idx="minor"/>
          </p:style>
          <p:txBody>
            <a:bodyPr lIns="90000" rIns="90000" tIns="-16920" bIns="-16920" anchor="t">
              <a:noAutofit/>
            </a:bodyPr>
            <a:p>
              <a:endParaRPr b="0" lang="en-IN" sz="2400" strike="noStrike" u="none">
                <a:solidFill>
                  <a:srgbClr val="ffffff"/>
                </a:solidFill>
                <a:effectLst/>
                <a:uFillTx/>
                <a:latin typeface="Times New Roman"/>
              </a:endParaRPr>
            </a:p>
          </p:txBody>
        </p:sp>
        <p:sp>
          <p:nvSpPr>
            <p:cNvPr id="750" name=""/>
            <p:cNvSpPr/>
            <p:nvPr/>
          </p:nvSpPr>
          <p:spPr>
            <a:xfrm>
              <a:off x="8772480" y="7281720"/>
              <a:ext cx="20520" cy="34920"/>
            </a:xfrm>
            <a:custGeom>
              <a:avLst/>
              <a:gdLst/>
              <a:ahLst/>
              <a:rect l="l" t="t" r="r" b="b"/>
              <a:pathLst>
                <a:path w="13" h="22">
                  <a:moveTo>
                    <a:pt x="0" y="4"/>
                  </a:moveTo>
                  <a:lnTo>
                    <a:pt x="0" y="4"/>
                  </a:lnTo>
                  <a:lnTo>
                    <a:pt x="0" y="4"/>
                  </a:lnTo>
                  <a:lnTo>
                    <a:pt x="0" y="4"/>
                  </a:lnTo>
                  <a:lnTo>
                    <a:pt x="0" y="4"/>
                  </a:lnTo>
                  <a:lnTo>
                    <a:pt x="0" y="4"/>
                  </a:lnTo>
                  <a:lnTo>
                    <a:pt x="0" y="4"/>
                  </a:lnTo>
                  <a:lnTo>
                    <a:pt x="0" y="4"/>
                  </a:lnTo>
                  <a:lnTo>
                    <a:pt x="2" y="2"/>
                  </a:lnTo>
                  <a:lnTo>
                    <a:pt x="2" y="2"/>
                  </a:lnTo>
                  <a:lnTo>
                    <a:pt x="2" y="2"/>
                  </a:lnTo>
                  <a:lnTo>
                    <a:pt x="2" y="2"/>
                  </a:lnTo>
                  <a:lnTo>
                    <a:pt x="3" y="1"/>
                  </a:lnTo>
                  <a:lnTo>
                    <a:pt x="3" y="1"/>
                  </a:lnTo>
                  <a:lnTo>
                    <a:pt x="4" y="1"/>
                  </a:lnTo>
                  <a:lnTo>
                    <a:pt x="4" y="1"/>
                  </a:lnTo>
                  <a:lnTo>
                    <a:pt x="6" y="0"/>
                  </a:lnTo>
                  <a:lnTo>
                    <a:pt x="6" y="1"/>
                  </a:lnTo>
                  <a:lnTo>
                    <a:pt x="6" y="1"/>
                  </a:lnTo>
                  <a:lnTo>
                    <a:pt x="6" y="1"/>
                  </a:lnTo>
                  <a:lnTo>
                    <a:pt x="8" y="1"/>
                  </a:lnTo>
                  <a:lnTo>
                    <a:pt x="8" y="4"/>
                  </a:lnTo>
                  <a:lnTo>
                    <a:pt x="8" y="4"/>
                  </a:lnTo>
                  <a:lnTo>
                    <a:pt x="8" y="4"/>
                  </a:lnTo>
                  <a:lnTo>
                    <a:pt x="10" y="4"/>
                  </a:lnTo>
                  <a:lnTo>
                    <a:pt x="10" y="6"/>
                  </a:lnTo>
                  <a:lnTo>
                    <a:pt x="10" y="6"/>
                  </a:lnTo>
                  <a:lnTo>
                    <a:pt x="10" y="8"/>
                  </a:lnTo>
                  <a:lnTo>
                    <a:pt x="11" y="8"/>
                  </a:lnTo>
                  <a:lnTo>
                    <a:pt x="11" y="10"/>
                  </a:lnTo>
                  <a:lnTo>
                    <a:pt x="11" y="10"/>
                  </a:lnTo>
                  <a:lnTo>
                    <a:pt x="11" y="11"/>
                  </a:lnTo>
                  <a:lnTo>
                    <a:pt x="12" y="11"/>
                  </a:lnTo>
                  <a:lnTo>
                    <a:pt x="11" y="13"/>
                  </a:lnTo>
                  <a:lnTo>
                    <a:pt x="11" y="13"/>
                  </a:lnTo>
                  <a:lnTo>
                    <a:pt x="11" y="15"/>
                  </a:lnTo>
                  <a:lnTo>
                    <a:pt x="11" y="15"/>
                  </a:lnTo>
                  <a:lnTo>
                    <a:pt x="10" y="16"/>
                  </a:lnTo>
                  <a:lnTo>
                    <a:pt x="10" y="16"/>
                  </a:lnTo>
                  <a:lnTo>
                    <a:pt x="10" y="17"/>
                  </a:lnTo>
                  <a:lnTo>
                    <a:pt x="10" y="17"/>
                  </a:lnTo>
                  <a:lnTo>
                    <a:pt x="8" y="19"/>
                  </a:lnTo>
                  <a:lnTo>
                    <a:pt x="8" y="19"/>
                  </a:lnTo>
                  <a:lnTo>
                    <a:pt x="8" y="20"/>
                  </a:lnTo>
                  <a:lnTo>
                    <a:pt x="8" y="20"/>
                  </a:lnTo>
                  <a:lnTo>
                    <a:pt x="7" y="21"/>
                  </a:lnTo>
                  <a:lnTo>
                    <a:pt x="7" y="21"/>
                  </a:lnTo>
                  <a:lnTo>
                    <a:pt x="7" y="21"/>
                  </a:lnTo>
                  <a:lnTo>
                    <a:pt x="7" y="21"/>
                  </a:lnTo>
                  <a:lnTo>
                    <a:pt x="5" y="21"/>
                  </a:lnTo>
                  <a:lnTo>
                    <a:pt x="5" y="21"/>
                  </a:lnTo>
                  <a:lnTo>
                    <a:pt x="5" y="21"/>
                  </a:lnTo>
                  <a:lnTo>
                    <a:pt x="5" y="21"/>
                  </a:lnTo>
                  <a:lnTo>
                    <a:pt x="4" y="21"/>
                  </a:lnTo>
                  <a:lnTo>
                    <a:pt x="4" y="21"/>
                  </a:lnTo>
                  <a:lnTo>
                    <a:pt x="4" y="21"/>
                  </a:lnTo>
                  <a:lnTo>
                    <a:pt x="4" y="21"/>
                  </a:lnTo>
                  <a:lnTo>
                    <a:pt x="3" y="21"/>
                  </a:lnTo>
                  <a:lnTo>
                    <a:pt x="3" y="21"/>
                  </a:lnTo>
                  <a:lnTo>
                    <a:pt x="3" y="21"/>
                  </a:lnTo>
                  <a:lnTo>
                    <a:pt x="3" y="20"/>
                  </a:lnTo>
                  <a:lnTo>
                    <a:pt x="3" y="20"/>
                  </a:lnTo>
                  <a:lnTo>
                    <a:pt x="3" y="20"/>
                  </a:lnTo>
                  <a:lnTo>
                    <a:pt x="3" y="20"/>
                  </a:lnTo>
                  <a:lnTo>
                    <a:pt x="3" y="18"/>
                  </a:lnTo>
                  <a:lnTo>
                    <a:pt x="3" y="18"/>
                  </a:lnTo>
                  <a:lnTo>
                    <a:pt x="3" y="18"/>
                  </a:lnTo>
                  <a:lnTo>
                    <a:pt x="3" y="18"/>
                  </a:lnTo>
                  <a:lnTo>
                    <a:pt x="3" y="18"/>
                  </a:lnTo>
                  <a:lnTo>
                    <a:pt x="3" y="18"/>
                  </a:lnTo>
                  <a:lnTo>
                    <a:pt x="3" y="18"/>
                  </a:lnTo>
                  <a:lnTo>
                    <a:pt x="3" y="18"/>
                  </a:lnTo>
                  <a:lnTo>
                    <a:pt x="4" y="16"/>
                  </a:lnTo>
                  <a:lnTo>
                    <a:pt x="4" y="16"/>
                  </a:lnTo>
                  <a:lnTo>
                    <a:pt x="4" y="16"/>
                  </a:lnTo>
                  <a:lnTo>
                    <a:pt x="4" y="16"/>
                  </a:lnTo>
                  <a:lnTo>
                    <a:pt x="5" y="15"/>
                  </a:lnTo>
                  <a:lnTo>
                    <a:pt x="5" y="15"/>
                  </a:lnTo>
                  <a:lnTo>
                    <a:pt x="5" y="15"/>
                  </a:lnTo>
                  <a:lnTo>
                    <a:pt x="5" y="15"/>
                  </a:lnTo>
                  <a:lnTo>
                    <a:pt x="6" y="13"/>
                  </a:lnTo>
                  <a:lnTo>
                    <a:pt x="5" y="13"/>
                  </a:lnTo>
                  <a:lnTo>
                    <a:pt x="5" y="13"/>
                  </a:lnTo>
                  <a:lnTo>
                    <a:pt x="5" y="13"/>
                  </a:lnTo>
                  <a:lnTo>
                    <a:pt x="5" y="12"/>
                  </a:lnTo>
                  <a:lnTo>
                    <a:pt x="5" y="12"/>
                  </a:lnTo>
                  <a:lnTo>
                    <a:pt x="5" y="12"/>
                  </a:lnTo>
                  <a:lnTo>
                    <a:pt x="5" y="12"/>
                  </a:lnTo>
                  <a:lnTo>
                    <a:pt x="5" y="10"/>
                  </a:lnTo>
                  <a:lnTo>
                    <a:pt x="4" y="10"/>
                  </a:lnTo>
                  <a:lnTo>
                    <a:pt x="4" y="10"/>
                  </a:lnTo>
                  <a:lnTo>
                    <a:pt x="4" y="10"/>
                  </a:lnTo>
                  <a:lnTo>
                    <a:pt x="4" y="9"/>
                  </a:lnTo>
                  <a:lnTo>
                    <a:pt x="4" y="9"/>
                  </a:lnTo>
                  <a:lnTo>
                    <a:pt x="4" y="9"/>
                  </a:lnTo>
                  <a:lnTo>
                    <a:pt x="4" y="9"/>
                  </a:lnTo>
                  <a:lnTo>
                    <a:pt x="4" y="7"/>
                  </a:lnTo>
                  <a:lnTo>
                    <a:pt x="3" y="7"/>
                  </a:lnTo>
                  <a:lnTo>
                    <a:pt x="3" y="7"/>
                  </a:lnTo>
                  <a:lnTo>
                    <a:pt x="3" y="7"/>
                  </a:lnTo>
                  <a:lnTo>
                    <a:pt x="3" y="7"/>
                  </a:lnTo>
                  <a:lnTo>
                    <a:pt x="2" y="7"/>
                  </a:lnTo>
                  <a:lnTo>
                    <a:pt x="2" y="7"/>
                  </a:lnTo>
                  <a:lnTo>
                    <a:pt x="2" y="7"/>
                  </a:lnTo>
                  <a:lnTo>
                    <a:pt x="2"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6"/>
                  </a:lnTo>
                  <a:lnTo>
                    <a:pt x="0" y="6"/>
                  </a:lnTo>
                  <a:lnTo>
                    <a:pt x="0" y="6"/>
                  </a:lnTo>
                  <a:lnTo>
                    <a:pt x="0" y="6"/>
                  </a:lnTo>
                  <a:lnTo>
                    <a:pt x="0" y="4"/>
                  </a:lnTo>
                  <a:lnTo>
                    <a:pt x="0" y="4"/>
                  </a:lnTo>
                </a:path>
              </a:pathLst>
            </a:custGeom>
            <a:solidFill>
              <a:srgbClr val="a1009f"/>
            </a:solidFill>
            <a:ln w="18360">
              <a:solidFill>
                <a:srgbClr val="000000"/>
              </a:solidFill>
              <a:round/>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751" name=""/>
            <p:cNvSpPr/>
            <p:nvPr/>
          </p:nvSpPr>
          <p:spPr>
            <a:xfrm>
              <a:off x="8915400" y="7407360"/>
              <a:ext cx="27000" cy="46080"/>
            </a:xfrm>
            <a:custGeom>
              <a:avLst/>
              <a:gdLst/>
              <a:ahLst/>
              <a:rect l="l" t="t" r="r" b="b"/>
              <a:pathLst>
                <a:path w="17" h="29">
                  <a:moveTo>
                    <a:pt x="14" y="2"/>
                  </a:moveTo>
                  <a:lnTo>
                    <a:pt x="13" y="2"/>
                  </a:lnTo>
                  <a:lnTo>
                    <a:pt x="13" y="2"/>
                  </a:lnTo>
                  <a:lnTo>
                    <a:pt x="13" y="2"/>
                  </a:lnTo>
                  <a:lnTo>
                    <a:pt x="13" y="2"/>
                  </a:lnTo>
                  <a:lnTo>
                    <a:pt x="13" y="2"/>
                  </a:lnTo>
                  <a:lnTo>
                    <a:pt x="13" y="2"/>
                  </a:lnTo>
                  <a:lnTo>
                    <a:pt x="13" y="2"/>
                  </a:lnTo>
                  <a:lnTo>
                    <a:pt x="13" y="1"/>
                  </a:lnTo>
                  <a:lnTo>
                    <a:pt x="12" y="1"/>
                  </a:lnTo>
                  <a:lnTo>
                    <a:pt x="12" y="1"/>
                  </a:lnTo>
                  <a:lnTo>
                    <a:pt x="12" y="1"/>
                  </a:lnTo>
                  <a:lnTo>
                    <a:pt x="12" y="1"/>
                  </a:lnTo>
                  <a:lnTo>
                    <a:pt x="12" y="1"/>
                  </a:lnTo>
                  <a:lnTo>
                    <a:pt x="12" y="1"/>
                  </a:lnTo>
                  <a:lnTo>
                    <a:pt x="12" y="1"/>
                  </a:lnTo>
                  <a:lnTo>
                    <a:pt x="12" y="0"/>
                  </a:lnTo>
                  <a:lnTo>
                    <a:pt x="10" y="1"/>
                  </a:lnTo>
                  <a:lnTo>
                    <a:pt x="10" y="1"/>
                  </a:lnTo>
                  <a:lnTo>
                    <a:pt x="9" y="2"/>
                  </a:lnTo>
                  <a:lnTo>
                    <a:pt x="9" y="2"/>
                  </a:lnTo>
                  <a:lnTo>
                    <a:pt x="7" y="3"/>
                  </a:lnTo>
                  <a:lnTo>
                    <a:pt x="7" y="3"/>
                  </a:lnTo>
                  <a:lnTo>
                    <a:pt x="7" y="4"/>
                  </a:lnTo>
                  <a:lnTo>
                    <a:pt x="7" y="4"/>
                  </a:lnTo>
                  <a:lnTo>
                    <a:pt x="5" y="6"/>
                  </a:lnTo>
                  <a:lnTo>
                    <a:pt x="5" y="8"/>
                  </a:lnTo>
                  <a:lnTo>
                    <a:pt x="5" y="9"/>
                  </a:lnTo>
                  <a:lnTo>
                    <a:pt x="5" y="9"/>
                  </a:lnTo>
                  <a:lnTo>
                    <a:pt x="3" y="11"/>
                  </a:lnTo>
                  <a:lnTo>
                    <a:pt x="3" y="11"/>
                  </a:lnTo>
                  <a:lnTo>
                    <a:pt x="1" y="13"/>
                  </a:lnTo>
                  <a:lnTo>
                    <a:pt x="1" y="13"/>
                  </a:lnTo>
                  <a:lnTo>
                    <a:pt x="0" y="15"/>
                  </a:lnTo>
                  <a:lnTo>
                    <a:pt x="0" y="15"/>
                  </a:lnTo>
                  <a:lnTo>
                    <a:pt x="0" y="17"/>
                  </a:lnTo>
                  <a:lnTo>
                    <a:pt x="0" y="17"/>
                  </a:lnTo>
                  <a:lnTo>
                    <a:pt x="0" y="18"/>
                  </a:lnTo>
                  <a:lnTo>
                    <a:pt x="0" y="19"/>
                  </a:lnTo>
                  <a:lnTo>
                    <a:pt x="0" y="21"/>
                  </a:lnTo>
                  <a:lnTo>
                    <a:pt x="2" y="21"/>
                  </a:lnTo>
                  <a:lnTo>
                    <a:pt x="2" y="23"/>
                  </a:lnTo>
                  <a:lnTo>
                    <a:pt x="2" y="24"/>
                  </a:lnTo>
                  <a:lnTo>
                    <a:pt x="2" y="26"/>
                  </a:lnTo>
                  <a:lnTo>
                    <a:pt x="4" y="26"/>
                  </a:lnTo>
                  <a:lnTo>
                    <a:pt x="4" y="28"/>
                  </a:lnTo>
                  <a:lnTo>
                    <a:pt x="5" y="28"/>
                  </a:lnTo>
                  <a:lnTo>
                    <a:pt x="5" y="28"/>
                  </a:lnTo>
                  <a:lnTo>
                    <a:pt x="7" y="28"/>
                  </a:lnTo>
                  <a:lnTo>
                    <a:pt x="7" y="28"/>
                  </a:lnTo>
                  <a:lnTo>
                    <a:pt x="7" y="28"/>
                  </a:lnTo>
                  <a:lnTo>
                    <a:pt x="7" y="28"/>
                  </a:lnTo>
                  <a:lnTo>
                    <a:pt x="7" y="27"/>
                  </a:lnTo>
                  <a:lnTo>
                    <a:pt x="7" y="27"/>
                  </a:lnTo>
                  <a:lnTo>
                    <a:pt x="7" y="26"/>
                  </a:lnTo>
                  <a:lnTo>
                    <a:pt x="7" y="26"/>
                  </a:lnTo>
                  <a:lnTo>
                    <a:pt x="7" y="24"/>
                  </a:lnTo>
                  <a:lnTo>
                    <a:pt x="7" y="24"/>
                  </a:lnTo>
                  <a:lnTo>
                    <a:pt x="7" y="24"/>
                  </a:lnTo>
                  <a:lnTo>
                    <a:pt x="7" y="24"/>
                  </a:lnTo>
                  <a:lnTo>
                    <a:pt x="8" y="22"/>
                  </a:lnTo>
                  <a:lnTo>
                    <a:pt x="8" y="22"/>
                  </a:lnTo>
                  <a:lnTo>
                    <a:pt x="8" y="21"/>
                  </a:lnTo>
                  <a:lnTo>
                    <a:pt x="8" y="21"/>
                  </a:lnTo>
                  <a:lnTo>
                    <a:pt x="10" y="19"/>
                  </a:lnTo>
                  <a:lnTo>
                    <a:pt x="10" y="19"/>
                  </a:lnTo>
                  <a:lnTo>
                    <a:pt x="10" y="19"/>
                  </a:lnTo>
                  <a:lnTo>
                    <a:pt x="10" y="19"/>
                  </a:lnTo>
                  <a:lnTo>
                    <a:pt x="10" y="19"/>
                  </a:lnTo>
                  <a:lnTo>
                    <a:pt x="10" y="19"/>
                  </a:lnTo>
                  <a:lnTo>
                    <a:pt x="10" y="19"/>
                  </a:lnTo>
                  <a:lnTo>
                    <a:pt x="10" y="19"/>
                  </a:lnTo>
                  <a:lnTo>
                    <a:pt x="12" y="18"/>
                  </a:lnTo>
                  <a:lnTo>
                    <a:pt x="12" y="18"/>
                  </a:lnTo>
                  <a:lnTo>
                    <a:pt x="12" y="18"/>
                  </a:lnTo>
                  <a:lnTo>
                    <a:pt x="12" y="18"/>
                  </a:lnTo>
                  <a:lnTo>
                    <a:pt x="12" y="18"/>
                  </a:lnTo>
                  <a:lnTo>
                    <a:pt x="12" y="18"/>
                  </a:lnTo>
                  <a:lnTo>
                    <a:pt x="12" y="18"/>
                  </a:lnTo>
                  <a:lnTo>
                    <a:pt x="12" y="18"/>
                  </a:lnTo>
                  <a:lnTo>
                    <a:pt x="14" y="17"/>
                  </a:lnTo>
                  <a:lnTo>
                    <a:pt x="13" y="17"/>
                  </a:lnTo>
                  <a:lnTo>
                    <a:pt x="13" y="17"/>
                  </a:lnTo>
                  <a:lnTo>
                    <a:pt x="13" y="17"/>
                  </a:lnTo>
                  <a:lnTo>
                    <a:pt x="13" y="17"/>
                  </a:lnTo>
                  <a:lnTo>
                    <a:pt x="13" y="17"/>
                  </a:lnTo>
                  <a:lnTo>
                    <a:pt x="13" y="17"/>
                  </a:lnTo>
                  <a:lnTo>
                    <a:pt x="13" y="17"/>
                  </a:lnTo>
                  <a:lnTo>
                    <a:pt x="13" y="15"/>
                  </a:lnTo>
                  <a:lnTo>
                    <a:pt x="12" y="15"/>
                  </a:lnTo>
                  <a:lnTo>
                    <a:pt x="12" y="15"/>
                  </a:lnTo>
                  <a:lnTo>
                    <a:pt x="12" y="15"/>
                  </a:lnTo>
                  <a:lnTo>
                    <a:pt x="12" y="14"/>
                  </a:lnTo>
                  <a:lnTo>
                    <a:pt x="12" y="14"/>
                  </a:lnTo>
                  <a:lnTo>
                    <a:pt x="12" y="14"/>
                  </a:lnTo>
                  <a:lnTo>
                    <a:pt x="12" y="14"/>
                  </a:lnTo>
                  <a:lnTo>
                    <a:pt x="12" y="12"/>
                  </a:lnTo>
                  <a:lnTo>
                    <a:pt x="12" y="12"/>
                  </a:lnTo>
                  <a:lnTo>
                    <a:pt x="12" y="12"/>
                  </a:lnTo>
                  <a:lnTo>
                    <a:pt x="12" y="12"/>
                  </a:lnTo>
                  <a:lnTo>
                    <a:pt x="12" y="11"/>
                  </a:lnTo>
                  <a:lnTo>
                    <a:pt x="12" y="11"/>
                  </a:lnTo>
                  <a:lnTo>
                    <a:pt x="12" y="11"/>
                  </a:lnTo>
                  <a:lnTo>
                    <a:pt x="12" y="11"/>
                  </a:lnTo>
                  <a:lnTo>
                    <a:pt x="14" y="9"/>
                  </a:lnTo>
                  <a:lnTo>
                    <a:pt x="14" y="9"/>
                  </a:lnTo>
                  <a:lnTo>
                    <a:pt x="14" y="9"/>
                  </a:lnTo>
                  <a:lnTo>
                    <a:pt x="14" y="9"/>
                  </a:lnTo>
                  <a:lnTo>
                    <a:pt x="14" y="8"/>
                  </a:lnTo>
                  <a:lnTo>
                    <a:pt x="14" y="8"/>
                  </a:lnTo>
                  <a:lnTo>
                    <a:pt x="14" y="8"/>
                  </a:lnTo>
                  <a:lnTo>
                    <a:pt x="14" y="8"/>
                  </a:lnTo>
                  <a:lnTo>
                    <a:pt x="16" y="6"/>
                  </a:lnTo>
                  <a:lnTo>
                    <a:pt x="15" y="6"/>
                  </a:lnTo>
                  <a:lnTo>
                    <a:pt x="15" y="6"/>
                  </a:lnTo>
                  <a:lnTo>
                    <a:pt x="15" y="6"/>
                  </a:lnTo>
                  <a:lnTo>
                    <a:pt x="15" y="5"/>
                  </a:lnTo>
                  <a:lnTo>
                    <a:pt x="15" y="5"/>
                  </a:lnTo>
                  <a:lnTo>
                    <a:pt x="15" y="5"/>
                  </a:lnTo>
                  <a:lnTo>
                    <a:pt x="15" y="5"/>
                  </a:lnTo>
                  <a:lnTo>
                    <a:pt x="15" y="3"/>
                  </a:lnTo>
                  <a:lnTo>
                    <a:pt x="15" y="3"/>
                  </a:lnTo>
                  <a:lnTo>
                    <a:pt x="15" y="3"/>
                  </a:lnTo>
                  <a:lnTo>
                    <a:pt x="15" y="3"/>
                  </a:lnTo>
                  <a:lnTo>
                    <a:pt x="15" y="2"/>
                  </a:lnTo>
                  <a:lnTo>
                    <a:pt x="15" y="2"/>
                  </a:lnTo>
                  <a:lnTo>
                    <a:pt x="15" y="2"/>
                  </a:lnTo>
                  <a:lnTo>
                    <a:pt x="15" y="2"/>
                  </a:lnTo>
                  <a:lnTo>
                    <a:pt x="16" y="1"/>
                  </a:lnTo>
                  <a:lnTo>
                    <a:pt x="15" y="2"/>
                  </a:lnTo>
                  <a:lnTo>
                    <a:pt x="15" y="2"/>
                  </a:lnTo>
                  <a:lnTo>
                    <a:pt x="15" y="2"/>
                  </a:lnTo>
                  <a:lnTo>
                    <a:pt x="15" y="2"/>
                  </a:lnTo>
                  <a:lnTo>
                    <a:pt x="15" y="2"/>
                  </a:lnTo>
                  <a:lnTo>
                    <a:pt x="15" y="2"/>
                  </a:lnTo>
                  <a:lnTo>
                    <a:pt x="15" y="2"/>
                  </a:lnTo>
                  <a:lnTo>
                    <a:pt x="15" y="2"/>
                  </a:lnTo>
                  <a:lnTo>
                    <a:pt x="14" y="2"/>
                  </a:lnTo>
                  <a:lnTo>
                    <a:pt x="14" y="2"/>
                  </a:lnTo>
                  <a:lnTo>
                    <a:pt x="14" y="2"/>
                  </a:lnTo>
                  <a:lnTo>
                    <a:pt x="14" y="2"/>
                  </a:lnTo>
                  <a:lnTo>
                    <a:pt x="14" y="2"/>
                  </a:lnTo>
                  <a:lnTo>
                    <a:pt x="14" y="2"/>
                  </a:lnTo>
                  <a:lnTo>
                    <a:pt x="14" y="2"/>
                  </a:lnTo>
                  <a:lnTo>
                    <a:pt x="14" y="2"/>
                  </a:lnTo>
                  <a:lnTo>
                    <a:pt x="14" y="2"/>
                  </a:lnTo>
                </a:path>
              </a:pathLst>
            </a:custGeom>
            <a:solidFill>
              <a:srgbClr val="a1009f"/>
            </a:solidFill>
            <a:ln w="18360">
              <a:solidFill>
                <a:srgbClr val="000000"/>
              </a:solidFill>
              <a:round/>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752" name=""/>
            <p:cNvSpPr/>
            <p:nvPr/>
          </p:nvSpPr>
          <p:spPr>
            <a:xfrm>
              <a:off x="8682120" y="7516800"/>
              <a:ext cx="171360" cy="47520"/>
            </a:xfrm>
            <a:custGeom>
              <a:avLst/>
              <a:gdLst/>
              <a:ahLst/>
              <a:rect l="l" t="t" r="r" b="b"/>
              <a:pathLst>
                <a:path w="108" h="30">
                  <a:moveTo>
                    <a:pt x="107" y="5"/>
                  </a:moveTo>
                  <a:lnTo>
                    <a:pt x="106" y="6"/>
                  </a:lnTo>
                  <a:lnTo>
                    <a:pt x="106" y="6"/>
                  </a:lnTo>
                  <a:lnTo>
                    <a:pt x="106" y="7"/>
                  </a:lnTo>
                  <a:lnTo>
                    <a:pt x="106" y="7"/>
                  </a:lnTo>
                  <a:lnTo>
                    <a:pt x="104" y="9"/>
                  </a:lnTo>
                  <a:lnTo>
                    <a:pt x="104" y="9"/>
                  </a:lnTo>
                  <a:lnTo>
                    <a:pt x="104" y="10"/>
                  </a:lnTo>
                  <a:lnTo>
                    <a:pt x="104" y="10"/>
                  </a:lnTo>
                  <a:lnTo>
                    <a:pt x="102" y="12"/>
                  </a:lnTo>
                  <a:lnTo>
                    <a:pt x="102" y="12"/>
                  </a:lnTo>
                  <a:lnTo>
                    <a:pt x="102" y="13"/>
                  </a:lnTo>
                  <a:lnTo>
                    <a:pt x="102" y="13"/>
                  </a:lnTo>
                  <a:lnTo>
                    <a:pt x="101" y="15"/>
                  </a:lnTo>
                  <a:lnTo>
                    <a:pt x="101" y="15"/>
                  </a:lnTo>
                  <a:lnTo>
                    <a:pt x="101" y="15"/>
                  </a:lnTo>
                  <a:lnTo>
                    <a:pt x="102" y="15"/>
                  </a:lnTo>
                  <a:lnTo>
                    <a:pt x="100" y="15"/>
                  </a:lnTo>
                  <a:lnTo>
                    <a:pt x="100" y="15"/>
                  </a:lnTo>
                  <a:lnTo>
                    <a:pt x="99" y="15"/>
                  </a:lnTo>
                  <a:lnTo>
                    <a:pt x="99" y="14"/>
                  </a:lnTo>
                  <a:lnTo>
                    <a:pt x="97" y="14"/>
                  </a:lnTo>
                  <a:lnTo>
                    <a:pt x="97" y="14"/>
                  </a:lnTo>
                  <a:lnTo>
                    <a:pt x="97" y="14"/>
                  </a:lnTo>
                  <a:lnTo>
                    <a:pt x="97" y="14"/>
                  </a:lnTo>
                  <a:lnTo>
                    <a:pt x="95" y="15"/>
                  </a:lnTo>
                  <a:lnTo>
                    <a:pt x="95" y="15"/>
                  </a:lnTo>
                  <a:lnTo>
                    <a:pt x="93" y="15"/>
                  </a:lnTo>
                  <a:lnTo>
                    <a:pt x="93" y="15"/>
                  </a:lnTo>
                  <a:lnTo>
                    <a:pt x="93" y="15"/>
                  </a:lnTo>
                  <a:lnTo>
                    <a:pt x="93" y="15"/>
                  </a:lnTo>
                  <a:lnTo>
                    <a:pt x="93" y="15"/>
                  </a:lnTo>
                  <a:lnTo>
                    <a:pt x="93" y="15"/>
                  </a:lnTo>
                  <a:lnTo>
                    <a:pt x="91" y="16"/>
                  </a:lnTo>
                  <a:lnTo>
                    <a:pt x="91" y="16"/>
                  </a:lnTo>
                  <a:lnTo>
                    <a:pt x="91" y="16"/>
                  </a:lnTo>
                  <a:lnTo>
                    <a:pt x="91" y="16"/>
                  </a:lnTo>
                  <a:lnTo>
                    <a:pt x="89" y="16"/>
                  </a:lnTo>
                  <a:lnTo>
                    <a:pt x="89" y="16"/>
                  </a:lnTo>
                  <a:lnTo>
                    <a:pt x="88" y="16"/>
                  </a:lnTo>
                  <a:lnTo>
                    <a:pt x="88" y="16"/>
                  </a:lnTo>
                  <a:lnTo>
                    <a:pt x="86" y="17"/>
                  </a:lnTo>
                  <a:lnTo>
                    <a:pt x="86" y="17"/>
                  </a:lnTo>
                  <a:lnTo>
                    <a:pt x="84" y="17"/>
                  </a:lnTo>
                  <a:lnTo>
                    <a:pt x="84" y="17"/>
                  </a:lnTo>
                  <a:lnTo>
                    <a:pt x="82" y="17"/>
                  </a:lnTo>
                  <a:lnTo>
                    <a:pt x="82" y="17"/>
                  </a:lnTo>
                  <a:lnTo>
                    <a:pt x="82" y="17"/>
                  </a:lnTo>
                  <a:lnTo>
                    <a:pt x="82" y="17"/>
                  </a:lnTo>
                  <a:lnTo>
                    <a:pt x="80" y="17"/>
                  </a:lnTo>
                  <a:lnTo>
                    <a:pt x="80" y="17"/>
                  </a:lnTo>
                  <a:lnTo>
                    <a:pt x="79" y="17"/>
                  </a:lnTo>
                  <a:lnTo>
                    <a:pt x="79" y="17"/>
                  </a:lnTo>
                  <a:lnTo>
                    <a:pt x="78" y="17"/>
                  </a:lnTo>
                  <a:lnTo>
                    <a:pt x="78" y="17"/>
                  </a:lnTo>
                  <a:lnTo>
                    <a:pt x="78" y="17"/>
                  </a:lnTo>
                  <a:lnTo>
                    <a:pt x="78" y="17"/>
                  </a:lnTo>
                  <a:lnTo>
                    <a:pt x="77" y="17"/>
                  </a:lnTo>
                  <a:lnTo>
                    <a:pt x="77" y="17"/>
                  </a:lnTo>
                  <a:lnTo>
                    <a:pt x="77" y="17"/>
                  </a:lnTo>
                  <a:lnTo>
                    <a:pt x="77" y="17"/>
                  </a:lnTo>
                  <a:lnTo>
                    <a:pt x="77" y="17"/>
                  </a:lnTo>
                  <a:lnTo>
                    <a:pt x="77" y="17"/>
                  </a:lnTo>
                  <a:lnTo>
                    <a:pt x="77" y="17"/>
                  </a:lnTo>
                  <a:lnTo>
                    <a:pt x="77" y="17"/>
                  </a:lnTo>
                  <a:lnTo>
                    <a:pt x="75" y="19"/>
                  </a:lnTo>
                  <a:lnTo>
                    <a:pt x="75" y="19"/>
                  </a:lnTo>
                  <a:lnTo>
                    <a:pt x="75" y="19"/>
                  </a:lnTo>
                  <a:lnTo>
                    <a:pt x="75" y="19"/>
                  </a:lnTo>
                  <a:lnTo>
                    <a:pt x="74" y="19"/>
                  </a:lnTo>
                  <a:lnTo>
                    <a:pt x="74" y="19"/>
                  </a:lnTo>
                  <a:lnTo>
                    <a:pt x="74" y="19"/>
                  </a:lnTo>
                  <a:lnTo>
                    <a:pt x="74" y="19"/>
                  </a:lnTo>
                  <a:lnTo>
                    <a:pt x="71" y="19"/>
                  </a:lnTo>
                  <a:lnTo>
                    <a:pt x="71" y="19"/>
                  </a:lnTo>
                  <a:lnTo>
                    <a:pt x="71" y="19"/>
                  </a:lnTo>
                  <a:lnTo>
                    <a:pt x="71" y="19"/>
                  </a:lnTo>
                  <a:lnTo>
                    <a:pt x="71" y="19"/>
                  </a:lnTo>
                  <a:lnTo>
                    <a:pt x="71" y="19"/>
                  </a:lnTo>
                  <a:lnTo>
                    <a:pt x="71" y="19"/>
                  </a:lnTo>
                  <a:lnTo>
                    <a:pt x="71" y="19"/>
                  </a:lnTo>
                  <a:lnTo>
                    <a:pt x="69" y="21"/>
                  </a:lnTo>
                  <a:lnTo>
                    <a:pt x="69" y="21"/>
                  </a:lnTo>
                  <a:lnTo>
                    <a:pt x="69" y="21"/>
                  </a:lnTo>
                  <a:lnTo>
                    <a:pt x="69" y="21"/>
                  </a:lnTo>
                  <a:lnTo>
                    <a:pt x="67" y="21"/>
                  </a:lnTo>
                  <a:lnTo>
                    <a:pt x="67" y="21"/>
                  </a:lnTo>
                  <a:lnTo>
                    <a:pt x="67" y="21"/>
                  </a:lnTo>
                  <a:lnTo>
                    <a:pt x="67" y="21"/>
                  </a:lnTo>
                  <a:lnTo>
                    <a:pt x="66" y="21"/>
                  </a:lnTo>
                  <a:lnTo>
                    <a:pt x="66" y="21"/>
                  </a:lnTo>
                  <a:lnTo>
                    <a:pt x="66" y="21"/>
                  </a:lnTo>
                  <a:lnTo>
                    <a:pt x="66" y="21"/>
                  </a:lnTo>
                  <a:lnTo>
                    <a:pt x="64" y="21"/>
                  </a:lnTo>
                  <a:lnTo>
                    <a:pt x="64" y="21"/>
                  </a:lnTo>
                  <a:lnTo>
                    <a:pt x="64" y="21"/>
                  </a:lnTo>
                  <a:lnTo>
                    <a:pt x="64" y="21"/>
                  </a:lnTo>
                  <a:lnTo>
                    <a:pt x="62" y="23"/>
                  </a:lnTo>
                  <a:lnTo>
                    <a:pt x="62" y="23"/>
                  </a:lnTo>
                  <a:lnTo>
                    <a:pt x="62" y="24"/>
                  </a:lnTo>
                  <a:lnTo>
                    <a:pt x="62" y="24"/>
                  </a:lnTo>
                  <a:lnTo>
                    <a:pt x="60" y="27"/>
                  </a:lnTo>
                  <a:lnTo>
                    <a:pt x="60" y="27"/>
                  </a:lnTo>
                  <a:lnTo>
                    <a:pt x="58" y="27"/>
                  </a:lnTo>
                  <a:lnTo>
                    <a:pt x="58" y="27"/>
                  </a:lnTo>
                  <a:lnTo>
                    <a:pt x="56" y="29"/>
                  </a:lnTo>
                  <a:lnTo>
                    <a:pt x="56" y="29"/>
                  </a:lnTo>
                  <a:lnTo>
                    <a:pt x="54" y="29"/>
                  </a:lnTo>
                  <a:lnTo>
                    <a:pt x="54" y="29"/>
                  </a:lnTo>
                  <a:lnTo>
                    <a:pt x="52" y="29"/>
                  </a:lnTo>
                  <a:lnTo>
                    <a:pt x="52" y="29"/>
                  </a:lnTo>
                  <a:lnTo>
                    <a:pt x="51" y="29"/>
                  </a:lnTo>
                  <a:lnTo>
                    <a:pt x="51" y="27"/>
                  </a:lnTo>
                  <a:lnTo>
                    <a:pt x="49" y="27"/>
                  </a:lnTo>
                  <a:lnTo>
                    <a:pt x="49" y="27"/>
                  </a:lnTo>
                  <a:lnTo>
                    <a:pt x="49" y="27"/>
                  </a:lnTo>
                  <a:lnTo>
                    <a:pt x="49" y="26"/>
                  </a:lnTo>
                  <a:lnTo>
                    <a:pt x="49" y="26"/>
                  </a:lnTo>
                  <a:lnTo>
                    <a:pt x="49" y="26"/>
                  </a:lnTo>
                  <a:lnTo>
                    <a:pt x="49" y="26"/>
                  </a:lnTo>
                  <a:lnTo>
                    <a:pt x="49" y="24"/>
                  </a:lnTo>
                  <a:lnTo>
                    <a:pt x="49" y="24"/>
                  </a:lnTo>
                  <a:lnTo>
                    <a:pt x="49" y="24"/>
                  </a:lnTo>
                  <a:lnTo>
                    <a:pt x="49" y="24"/>
                  </a:lnTo>
                  <a:lnTo>
                    <a:pt x="49" y="22"/>
                  </a:lnTo>
                  <a:lnTo>
                    <a:pt x="49" y="22"/>
                  </a:lnTo>
                  <a:lnTo>
                    <a:pt x="49" y="21"/>
                  </a:lnTo>
                  <a:lnTo>
                    <a:pt x="49" y="21"/>
                  </a:lnTo>
                  <a:lnTo>
                    <a:pt x="49" y="19"/>
                  </a:lnTo>
                  <a:lnTo>
                    <a:pt x="47" y="19"/>
                  </a:lnTo>
                  <a:lnTo>
                    <a:pt x="47" y="19"/>
                  </a:lnTo>
                  <a:lnTo>
                    <a:pt x="45" y="19"/>
                  </a:lnTo>
                  <a:lnTo>
                    <a:pt x="45" y="19"/>
                  </a:lnTo>
                  <a:lnTo>
                    <a:pt x="44" y="19"/>
                  </a:lnTo>
                  <a:lnTo>
                    <a:pt x="44" y="19"/>
                  </a:lnTo>
                  <a:lnTo>
                    <a:pt x="42" y="19"/>
                  </a:lnTo>
                  <a:lnTo>
                    <a:pt x="42" y="18"/>
                  </a:lnTo>
                  <a:lnTo>
                    <a:pt x="40" y="18"/>
                  </a:lnTo>
                  <a:lnTo>
                    <a:pt x="39" y="18"/>
                  </a:lnTo>
                  <a:lnTo>
                    <a:pt x="37" y="18"/>
                  </a:lnTo>
                  <a:lnTo>
                    <a:pt x="37" y="18"/>
                  </a:lnTo>
                  <a:lnTo>
                    <a:pt x="35" y="18"/>
                  </a:lnTo>
                  <a:lnTo>
                    <a:pt x="35" y="18"/>
                  </a:lnTo>
                  <a:lnTo>
                    <a:pt x="35" y="18"/>
                  </a:lnTo>
                  <a:lnTo>
                    <a:pt x="35" y="17"/>
                  </a:lnTo>
                  <a:lnTo>
                    <a:pt x="32" y="19"/>
                  </a:lnTo>
                  <a:lnTo>
                    <a:pt x="32" y="19"/>
                  </a:lnTo>
                  <a:lnTo>
                    <a:pt x="31" y="19"/>
                  </a:lnTo>
                  <a:lnTo>
                    <a:pt x="31" y="19"/>
                  </a:lnTo>
                  <a:lnTo>
                    <a:pt x="29" y="19"/>
                  </a:lnTo>
                  <a:lnTo>
                    <a:pt x="29" y="19"/>
                  </a:lnTo>
                  <a:lnTo>
                    <a:pt x="27" y="19"/>
                  </a:lnTo>
                  <a:lnTo>
                    <a:pt x="27" y="19"/>
                  </a:lnTo>
                  <a:lnTo>
                    <a:pt x="25" y="19"/>
                  </a:lnTo>
                  <a:lnTo>
                    <a:pt x="25" y="19"/>
                  </a:lnTo>
                  <a:lnTo>
                    <a:pt x="23" y="19"/>
                  </a:lnTo>
                  <a:lnTo>
                    <a:pt x="23" y="19"/>
                  </a:lnTo>
                  <a:lnTo>
                    <a:pt x="22" y="19"/>
                  </a:lnTo>
                  <a:lnTo>
                    <a:pt x="22" y="19"/>
                  </a:lnTo>
                  <a:lnTo>
                    <a:pt x="22" y="19"/>
                  </a:lnTo>
                  <a:lnTo>
                    <a:pt x="22" y="19"/>
                  </a:lnTo>
                  <a:lnTo>
                    <a:pt x="21" y="20"/>
                  </a:lnTo>
                  <a:lnTo>
                    <a:pt x="21" y="20"/>
                  </a:lnTo>
                  <a:lnTo>
                    <a:pt x="20" y="20"/>
                  </a:lnTo>
                  <a:lnTo>
                    <a:pt x="20" y="20"/>
                  </a:lnTo>
                  <a:lnTo>
                    <a:pt x="18" y="20"/>
                  </a:lnTo>
                  <a:lnTo>
                    <a:pt x="18" y="20"/>
                  </a:lnTo>
                  <a:lnTo>
                    <a:pt x="16" y="20"/>
                  </a:lnTo>
                  <a:lnTo>
                    <a:pt x="16" y="20"/>
                  </a:lnTo>
                  <a:lnTo>
                    <a:pt x="14" y="20"/>
                  </a:lnTo>
                  <a:lnTo>
                    <a:pt x="13" y="20"/>
                  </a:lnTo>
                  <a:lnTo>
                    <a:pt x="10" y="20"/>
                  </a:lnTo>
                  <a:lnTo>
                    <a:pt x="10" y="20"/>
                  </a:lnTo>
                  <a:lnTo>
                    <a:pt x="9" y="20"/>
                  </a:lnTo>
                  <a:lnTo>
                    <a:pt x="9" y="20"/>
                  </a:lnTo>
                  <a:lnTo>
                    <a:pt x="9" y="20"/>
                  </a:lnTo>
                  <a:lnTo>
                    <a:pt x="9" y="19"/>
                  </a:lnTo>
                  <a:lnTo>
                    <a:pt x="8" y="21"/>
                  </a:lnTo>
                  <a:lnTo>
                    <a:pt x="8" y="21"/>
                  </a:lnTo>
                  <a:lnTo>
                    <a:pt x="8" y="21"/>
                  </a:lnTo>
                  <a:lnTo>
                    <a:pt x="8" y="21"/>
                  </a:lnTo>
                  <a:lnTo>
                    <a:pt x="8" y="21"/>
                  </a:lnTo>
                  <a:lnTo>
                    <a:pt x="8" y="21"/>
                  </a:lnTo>
                  <a:lnTo>
                    <a:pt x="8" y="21"/>
                  </a:lnTo>
                  <a:lnTo>
                    <a:pt x="8" y="21"/>
                  </a:lnTo>
                  <a:lnTo>
                    <a:pt x="7" y="21"/>
                  </a:lnTo>
                  <a:lnTo>
                    <a:pt x="7" y="21"/>
                  </a:lnTo>
                  <a:lnTo>
                    <a:pt x="7" y="21"/>
                  </a:lnTo>
                  <a:lnTo>
                    <a:pt x="7" y="21"/>
                  </a:lnTo>
                  <a:lnTo>
                    <a:pt x="7" y="21"/>
                  </a:lnTo>
                  <a:lnTo>
                    <a:pt x="7" y="21"/>
                  </a:lnTo>
                  <a:lnTo>
                    <a:pt x="7" y="21"/>
                  </a:lnTo>
                  <a:lnTo>
                    <a:pt x="7" y="21"/>
                  </a:lnTo>
                  <a:lnTo>
                    <a:pt x="5" y="21"/>
                  </a:lnTo>
                  <a:lnTo>
                    <a:pt x="5" y="21"/>
                  </a:lnTo>
                  <a:lnTo>
                    <a:pt x="5" y="21"/>
                  </a:lnTo>
                  <a:lnTo>
                    <a:pt x="5" y="21"/>
                  </a:lnTo>
                  <a:lnTo>
                    <a:pt x="3" y="21"/>
                  </a:lnTo>
                  <a:lnTo>
                    <a:pt x="3" y="21"/>
                  </a:lnTo>
                  <a:lnTo>
                    <a:pt x="3" y="21"/>
                  </a:lnTo>
                  <a:lnTo>
                    <a:pt x="3" y="19"/>
                  </a:lnTo>
                  <a:lnTo>
                    <a:pt x="1" y="19"/>
                  </a:lnTo>
                  <a:lnTo>
                    <a:pt x="1" y="19"/>
                  </a:lnTo>
                  <a:lnTo>
                    <a:pt x="1" y="19"/>
                  </a:lnTo>
                  <a:lnTo>
                    <a:pt x="1" y="19"/>
                  </a:lnTo>
                  <a:lnTo>
                    <a:pt x="1" y="19"/>
                  </a:lnTo>
                  <a:lnTo>
                    <a:pt x="1" y="19"/>
                  </a:lnTo>
                  <a:lnTo>
                    <a:pt x="1" y="19"/>
                  </a:lnTo>
                  <a:lnTo>
                    <a:pt x="1" y="17"/>
                  </a:lnTo>
                  <a:lnTo>
                    <a:pt x="0" y="17"/>
                  </a:lnTo>
                  <a:lnTo>
                    <a:pt x="0" y="17"/>
                  </a:lnTo>
                  <a:lnTo>
                    <a:pt x="0" y="17"/>
                  </a:lnTo>
                  <a:lnTo>
                    <a:pt x="0" y="15"/>
                  </a:lnTo>
                  <a:lnTo>
                    <a:pt x="0" y="15"/>
                  </a:lnTo>
                  <a:lnTo>
                    <a:pt x="0" y="14"/>
                  </a:lnTo>
                  <a:lnTo>
                    <a:pt x="0" y="14"/>
                  </a:lnTo>
                  <a:lnTo>
                    <a:pt x="0" y="12"/>
                  </a:lnTo>
                  <a:lnTo>
                    <a:pt x="0" y="12"/>
                  </a:lnTo>
                  <a:lnTo>
                    <a:pt x="0" y="10"/>
                  </a:lnTo>
                  <a:lnTo>
                    <a:pt x="0" y="10"/>
                  </a:lnTo>
                  <a:lnTo>
                    <a:pt x="0" y="8"/>
                  </a:lnTo>
                  <a:lnTo>
                    <a:pt x="0" y="8"/>
                  </a:lnTo>
                  <a:lnTo>
                    <a:pt x="0" y="7"/>
                  </a:lnTo>
                  <a:lnTo>
                    <a:pt x="0" y="7"/>
                  </a:lnTo>
                  <a:lnTo>
                    <a:pt x="1" y="6"/>
                  </a:lnTo>
                  <a:lnTo>
                    <a:pt x="1" y="7"/>
                  </a:lnTo>
                  <a:lnTo>
                    <a:pt x="1" y="7"/>
                  </a:lnTo>
                  <a:lnTo>
                    <a:pt x="1" y="7"/>
                  </a:lnTo>
                  <a:lnTo>
                    <a:pt x="1" y="7"/>
                  </a:lnTo>
                  <a:lnTo>
                    <a:pt x="1" y="9"/>
                  </a:lnTo>
                  <a:lnTo>
                    <a:pt x="1" y="9"/>
                  </a:lnTo>
                  <a:lnTo>
                    <a:pt x="1" y="9"/>
                  </a:lnTo>
                  <a:lnTo>
                    <a:pt x="3" y="9"/>
                  </a:lnTo>
                  <a:lnTo>
                    <a:pt x="3" y="11"/>
                  </a:lnTo>
                  <a:lnTo>
                    <a:pt x="3" y="11"/>
                  </a:lnTo>
                  <a:lnTo>
                    <a:pt x="3" y="11"/>
                  </a:lnTo>
                  <a:lnTo>
                    <a:pt x="3" y="11"/>
                  </a:lnTo>
                  <a:lnTo>
                    <a:pt x="3" y="12"/>
                  </a:lnTo>
                  <a:lnTo>
                    <a:pt x="3" y="12"/>
                  </a:lnTo>
                  <a:lnTo>
                    <a:pt x="3" y="12"/>
                  </a:lnTo>
                  <a:lnTo>
                    <a:pt x="5" y="12"/>
                  </a:lnTo>
                  <a:lnTo>
                    <a:pt x="5" y="12"/>
                  </a:lnTo>
                  <a:lnTo>
                    <a:pt x="5" y="12"/>
                  </a:lnTo>
                  <a:lnTo>
                    <a:pt x="5" y="12"/>
                  </a:lnTo>
                  <a:lnTo>
                    <a:pt x="5" y="11"/>
                  </a:lnTo>
                  <a:lnTo>
                    <a:pt x="5" y="11"/>
                  </a:lnTo>
                  <a:lnTo>
                    <a:pt x="5" y="10"/>
                  </a:lnTo>
                  <a:lnTo>
                    <a:pt x="5" y="10"/>
                  </a:lnTo>
                  <a:lnTo>
                    <a:pt x="6" y="8"/>
                  </a:lnTo>
                  <a:lnTo>
                    <a:pt x="6" y="8"/>
                  </a:lnTo>
                  <a:lnTo>
                    <a:pt x="6" y="7"/>
                  </a:lnTo>
                  <a:lnTo>
                    <a:pt x="6" y="7"/>
                  </a:lnTo>
                  <a:lnTo>
                    <a:pt x="6" y="5"/>
                  </a:lnTo>
                  <a:lnTo>
                    <a:pt x="6" y="5"/>
                  </a:lnTo>
                  <a:lnTo>
                    <a:pt x="6" y="5"/>
                  </a:lnTo>
                  <a:lnTo>
                    <a:pt x="6" y="5"/>
                  </a:lnTo>
                  <a:lnTo>
                    <a:pt x="7" y="3"/>
                  </a:lnTo>
                  <a:lnTo>
                    <a:pt x="7" y="5"/>
                  </a:lnTo>
                  <a:lnTo>
                    <a:pt x="7" y="5"/>
                  </a:lnTo>
                  <a:lnTo>
                    <a:pt x="7" y="5"/>
                  </a:lnTo>
                  <a:lnTo>
                    <a:pt x="9" y="5"/>
                  </a:lnTo>
                  <a:lnTo>
                    <a:pt x="9" y="5"/>
                  </a:lnTo>
                  <a:lnTo>
                    <a:pt x="9" y="5"/>
                  </a:lnTo>
                  <a:lnTo>
                    <a:pt x="9" y="5"/>
                  </a:lnTo>
                  <a:lnTo>
                    <a:pt x="10" y="5"/>
                  </a:lnTo>
                  <a:lnTo>
                    <a:pt x="10" y="6"/>
                  </a:lnTo>
                  <a:lnTo>
                    <a:pt x="10" y="6"/>
                  </a:lnTo>
                  <a:lnTo>
                    <a:pt x="10" y="6"/>
                  </a:lnTo>
                  <a:lnTo>
                    <a:pt x="12" y="6"/>
                  </a:lnTo>
                  <a:lnTo>
                    <a:pt x="12" y="6"/>
                  </a:lnTo>
                  <a:lnTo>
                    <a:pt x="12" y="6"/>
                  </a:lnTo>
                  <a:lnTo>
                    <a:pt x="12" y="6"/>
                  </a:lnTo>
                  <a:lnTo>
                    <a:pt x="13" y="6"/>
                  </a:lnTo>
                  <a:lnTo>
                    <a:pt x="13" y="6"/>
                  </a:lnTo>
                  <a:lnTo>
                    <a:pt x="13" y="6"/>
                  </a:lnTo>
                  <a:lnTo>
                    <a:pt x="13" y="6"/>
                  </a:lnTo>
                  <a:lnTo>
                    <a:pt x="15" y="6"/>
                  </a:lnTo>
                  <a:lnTo>
                    <a:pt x="15" y="6"/>
                  </a:lnTo>
                  <a:lnTo>
                    <a:pt x="15" y="6"/>
                  </a:lnTo>
                  <a:lnTo>
                    <a:pt x="15" y="6"/>
                  </a:lnTo>
                  <a:lnTo>
                    <a:pt x="17" y="5"/>
                  </a:lnTo>
                  <a:lnTo>
                    <a:pt x="17" y="5"/>
                  </a:lnTo>
                  <a:lnTo>
                    <a:pt x="17" y="5"/>
                  </a:lnTo>
                  <a:lnTo>
                    <a:pt x="17" y="5"/>
                  </a:lnTo>
                  <a:lnTo>
                    <a:pt x="19" y="4"/>
                  </a:lnTo>
                  <a:lnTo>
                    <a:pt x="19" y="4"/>
                  </a:lnTo>
                  <a:lnTo>
                    <a:pt x="20" y="4"/>
                  </a:lnTo>
                  <a:lnTo>
                    <a:pt x="20" y="4"/>
                  </a:lnTo>
                  <a:lnTo>
                    <a:pt x="22" y="2"/>
                  </a:lnTo>
                  <a:lnTo>
                    <a:pt x="22" y="4"/>
                  </a:lnTo>
                  <a:lnTo>
                    <a:pt x="22" y="4"/>
                  </a:lnTo>
                  <a:lnTo>
                    <a:pt x="22" y="4"/>
                  </a:lnTo>
                  <a:lnTo>
                    <a:pt x="22" y="4"/>
                  </a:lnTo>
                  <a:lnTo>
                    <a:pt x="22" y="5"/>
                  </a:lnTo>
                  <a:lnTo>
                    <a:pt x="22" y="5"/>
                  </a:lnTo>
                  <a:lnTo>
                    <a:pt x="22" y="5"/>
                  </a:lnTo>
                  <a:lnTo>
                    <a:pt x="24" y="5"/>
                  </a:lnTo>
                  <a:lnTo>
                    <a:pt x="24" y="6"/>
                  </a:lnTo>
                  <a:lnTo>
                    <a:pt x="24" y="6"/>
                  </a:lnTo>
                  <a:lnTo>
                    <a:pt x="24" y="6"/>
                  </a:lnTo>
                  <a:lnTo>
                    <a:pt x="25" y="6"/>
                  </a:lnTo>
                  <a:lnTo>
                    <a:pt x="25" y="6"/>
                  </a:lnTo>
                  <a:lnTo>
                    <a:pt x="25" y="6"/>
                  </a:lnTo>
                  <a:lnTo>
                    <a:pt x="25" y="6"/>
                  </a:lnTo>
                  <a:lnTo>
                    <a:pt x="27" y="6"/>
                  </a:lnTo>
                  <a:lnTo>
                    <a:pt x="27" y="7"/>
                  </a:lnTo>
                  <a:lnTo>
                    <a:pt x="27" y="7"/>
                  </a:lnTo>
                  <a:lnTo>
                    <a:pt x="27" y="7"/>
                  </a:lnTo>
                  <a:lnTo>
                    <a:pt x="27" y="7"/>
                  </a:lnTo>
                  <a:lnTo>
                    <a:pt x="27" y="9"/>
                  </a:lnTo>
                  <a:lnTo>
                    <a:pt x="27" y="9"/>
                  </a:lnTo>
                  <a:lnTo>
                    <a:pt x="27" y="9"/>
                  </a:lnTo>
                  <a:lnTo>
                    <a:pt x="29" y="9"/>
                  </a:lnTo>
                  <a:lnTo>
                    <a:pt x="29" y="11"/>
                  </a:lnTo>
                  <a:lnTo>
                    <a:pt x="29" y="11"/>
                  </a:lnTo>
                  <a:lnTo>
                    <a:pt x="29" y="11"/>
                  </a:lnTo>
                  <a:lnTo>
                    <a:pt x="31" y="11"/>
                  </a:lnTo>
                  <a:lnTo>
                    <a:pt x="31" y="12"/>
                  </a:lnTo>
                  <a:lnTo>
                    <a:pt x="31" y="12"/>
                  </a:lnTo>
                  <a:lnTo>
                    <a:pt x="31" y="12"/>
                  </a:lnTo>
                  <a:lnTo>
                    <a:pt x="32" y="12"/>
                  </a:lnTo>
                  <a:lnTo>
                    <a:pt x="32" y="12"/>
                  </a:lnTo>
                  <a:lnTo>
                    <a:pt x="32" y="12"/>
                  </a:lnTo>
                  <a:lnTo>
                    <a:pt x="32" y="12"/>
                  </a:lnTo>
                  <a:lnTo>
                    <a:pt x="34" y="12"/>
                  </a:lnTo>
                  <a:lnTo>
                    <a:pt x="34" y="12"/>
                  </a:lnTo>
                  <a:lnTo>
                    <a:pt x="35" y="12"/>
                  </a:lnTo>
                  <a:lnTo>
                    <a:pt x="35" y="12"/>
                  </a:lnTo>
                  <a:lnTo>
                    <a:pt x="37" y="11"/>
                  </a:lnTo>
                  <a:lnTo>
                    <a:pt x="37" y="11"/>
                  </a:lnTo>
                  <a:lnTo>
                    <a:pt x="38" y="11"/>
                  </a:lnTo>
                  <a:lnTo>
                    <a:pt x="38" y="11"/>
                  </a:lnTo>
                  <a:lnTo>
                    <a:pt x="40" y="10"/>
                  </a:lnTo>
                  <a:lnTo>
                    <a:pt x="40" y="10"/>
                  </a:lnTo>
                  <a:lnTo>
                    <a:pt x="41" y="10"/>
                  </a:lnTo>
                  <a:lnTo>
                    <a:pt x="41" y="10"/>
                  </a:lnTo>
                  <a:lnTo>
                    <a:pt x="43" y="9"/>
                  </a:lnTo>
                  <a:lnTo>
                    <a:pt x="43" y="9"/>
                  </a:lnTo>
                  <a:lnTo>
                    <a:pt x="43" y="9"/>
                  </a:lnTo>
                  <a:lnTo>
                    <a:pt x="43" y="9"/>
                  </a:lnTo>
                  <a:lnTo>
                    <a:pt x="43" y="9"/>
                  </a:lnTo>
                  <a:lnTo>
                    <a:pt x="43" y="9"/>
                  </a:lnTo>
                  <a:lnTo>
                    <a:pt x="43" y="9"/>
                  </a:lnTo>
                  <a:lnTo>
                    <a:pt x="43" y="9"/>
                  </a:lnTo>
                  <a:lnTo>
                    <a:pt x="43" y="7"/>
                  </a:lnTo>
                  <a:lnTo>
                    <a:pt x="43" y="7"/>
                  </a:lnTo>
                  <a:lnTo>
                    <a:pt x="43" y="7"/>
                  </a:lnTo>
                  <a:lnTo>
                    <a:pt x="43" y="7"/>
                  </a:lnTo>
                  <a:lnTo>
                    <a:pt x="43" y="7"/>
                  </a:lnTo>
                  <a:lnTo>
                    <a:pt x="43" y="7"/>
                  </a:lnTo>
                  <a:lnTo>
                    <a:pt x="43" y="7"/>
                  </a:lnTo>
                  <a:lnTo>
                    <a:pt x="43" y="7"/>
                  </a:lnTo>
                  <a:lnTo>
                    <a:pt x="43" y="6"/>
                  </a:lnTo>
                  <a:lnTo>
                    <a:pt x="43" y="6"/>
                  </a:lnTo>
                  <a:lnTo>
                    <a:pt x="44" y="6"/>
                  </a:lnTo>
                  <a:lnTo>
                    <a:pt x="44" y="6"/>
                  </a:lnTo>
                  <a:lnTo>
                    <a:pt x="45" y="6"/>
                  </a:lnTo>
                  <a:lnTo>
                    <a:pt x="45" y="6"/>
                  </a:lnTo>
                  <a:lnTo>
                    <a:pt x="47" y="6"/>
                  </a:lnTo>
                  <a:lnTo>
                    <a:pt x="47" y="6"/>
                  </a:lnTo>
                  <a:lnTo>
                    <a:pt x="49" y="5"/>
                  </a:lnTo>
                  <a:lnTo>
                    <a:pt x="49" y="5"/>
                  </a:lnTo>
                  <a:lnTo>
                    <a:pt x="51" y="5"/>
                  </a:lnTo>
                  <a:lnTo>
                    <a:pt x="51" y="5"/>
                  </a:lnTo>
                  <a:lnTo>
                    <a:pt x="53" y="4"/>
                  </a:lnTo>
                  <a:lnTo>
                    <a:pt x="53" y="4"/>
                  </a:lnTo>
                  <a:lnTo>
                    <a:pt x="55" y="4"/>
                  </a:lnTo>
                  <a:lnTo>
                    <a:pt x="55" y="4"/>
                  </a:lnTo>
                  <a:lnTo>
                    <a:pt x="57" y="2"/>
                  </a:lnTo>
                  <a:lnTo>
                    <a:pt x="57" y="4"/>
                  </a:lnTo>
                  <a:lnTo>
                    <a:pt x="57" y="4"/>
                  </a:lnTo>
                  <a:lnTo>
                    <a:pt x="57" y="5"/>
                  </a:lnTo>
                  <a:lnTo>
                    <a:pt x="59" y="5"/>
                  </a:lnTo>
                  <a:lnTo>
                    <a:pt x="59" y="6"/>
                  </a:lnTo>
                  <a:lnTo>
                    <a:pt x="59" y="6"/>
                  </a:lnTo>
                  <a:lnTo>
                    <a:pt x="59" y="6"/>
                  </a:lnTo>
                  <a:lnTo>
                    <a:pt x="61" y="6"/>
                  </a:lnTo>
                  <a:lnTo>
                    <a:pt x="61" y="8"/>
                  </a:lnTo>
                  <a:lnTo>
                    <a:pt x="61" y="8"/>
                  </a:lnTo>
                  <a:lnTo>
                    <a:pt x="61" y="8"/>
                  </a:lnTo>
                  <a:lnTo>
                    <a:pt x="63" y="8"/>
                  </a:lnTo>
                  <a:lnTo>
                    <a:pt x="63" y="9"/>
                  </a:lnTo>
                  <a:lnTo>
                    <a:pt x="64" y="9"/>
                  </a:lnTo>
                  <a:lnTo>
                    <a:pt x="64" y="9"/>
                  </a:lnTo>
                  <a:lnTo>
                    <a:pt x="66" y="9"/>
                  </a:lnTo>
                  <a:lnTo>
                    <a:pt x="66" y="9"/>
                  </a:lnTo>
                  <a:lnTo>
                    <a:pt x="68" y="9"/>
                  </a:lnTo>
                  <a:lnTo>
                    <a:pt x="68" y="9"/>
                  </a:lnTo>
                  <a:lnTo>
                    <a:pt x="70" y="8"/>
                  </a:lnTo>
                  <a:lnTo>
                    <a:pt x="70" y="8"/>
                  </a:lnTo>
                  <a:lnTo>
                    <a:pt x="72" y="6"/>
                  </a:lnTo>
                  <a:lnTo>
                    <a:pt x="74" y="6"/>
                  </a:lnTo>
                  <a:lnTo>
                    <a:pt x="76" y="5"/>
                  </a:lnTo>
                  <a:lnTo>
                    <a:pt x="76" y="5"/>
                  </a:lnTo>
                  <a:lnTo>
                    <a:pt x="78" y="3"/>
                  </a:lnTo>
                  <a:lnTo>
                    <a:pt x="79" y="3"/>
                  </a:lnTo>
                  <a:lnTo>
                    <a:pt x="81" y="1"/>
                  </a:lnTo>
                  <a:lnTo>
                    <a:pt x="81" y="1"/>
                  </a:lnTo>
                  <a:lnTo>
                    <a:pt x="82" y="1"/>
                  </a:lnTo>
                  <a:lnTo>
                    <a:pt x="82" y="1"/>
                  </a:lnTo>
                  <a:lnTo>
                    <a:pt x="84" y="0"/>
                  </a:lnTo>
                  <a:lnTo>
                    <a:pt x="84" y="2"/>
                  </a:lnTo>
                  <a:lnTo>
                    <a:pt x="84" y="2"/>
                  </a:lnTo>
                  <a:lnTo>
                    <a:pt x="84" y="4"/>
                  </a:lnTo>
                  <a:lnTo>
                    <a:pt x="85" y="4"/>
                  </a:lnTo>
                  <a:lnTo>
                    <a:pt x="85" y="6"/>
                  </a:lnTo>
                  <a:lnTo>
                    <a:pt x="85" y="6"/>
                  </a:lnTo>
                  <a:lnTo>
                    <a:pt x="85" y="6"/>
                  </a:lnTo>
                  <a:lnTo>
                    <a:pt x="85" y="6"/>
                  </a:lnTo>
                  <a:lnTo>
                    <a:pt x="85" y="8"/>
                  </a:lnTo>
                  <a:lnTo>
                    <a:pt x="85" y="8"/>
                  </a:lnTo>
                  <a:lnTo>
                    <a:pt x="85" y="10"/>
                  </a:lnTo>
                  <a:lnTo>
                    <a:pt x="85" y="10"/>
                  </a:lnTo>
                  <a:lnTo>
                    <a:pt x="85" y="12"/>
                  </a:lnTo>
                  <a:lnTo>
                    <a:pt x="85" y="12"/>
                  </a:lnTo>
                  <a:lnTo>
                    <a:pt x="85" y="12"/>
                  </a:lnTo>
                  <a:lnTo>
                    <a:pt x="86" y="12"/>
                  </a:lnTo>
                  <a:lnTo>
                    <a:pt x="86" y="12"/>
                  </a:lnTo>
                  <a:lnTo>
                    <a:pt x="86" y="12"/>
                  </a:lnTo>
                  <a:lnTo>
                    <a:pt x="86" y="12"/>
                  </a:lnTo>
                  <a:lnTo>
                    <a:pt x="87" y="12"/>
                  </a:lnTo>
                  <a:lnTo>
                    <a:pt x="87" y="12"/>
                  </a:lnTo>
                  <a:lnTo>
                    <a:pt x="87" y="12"/>
                  </a:lnTo>
                  <a:lnTo>
                    <a:pt x="87" y="12"/>
                  </a:lnTo>
                  <a:lnTo>
                    <a:pt x="89" y="10"/>
                  </a:lnTo>
                  <a:lnTo>
                    <a:pt x="89" y="10"/>
                  </a:lnTo>
                  <a:lnTo>
                    <a:pt x="89" y="10"/>
                  </a:lnTo>
                  <a:lnTo>
                    <a:pt x="89" y="10"/>
                  </a:lnTo>
                  <a:lnTo>
                    <a:pt x="91" y="8"/>
                  </a:lnTo>
                  <a:lnTo>
                    <a:pt x="91" y="8"/>
                  </a:lnTo>
                  <a:lnTo>
                    <a:pt x="91" y="8"/>
                  </a:lnTo>
                  <a:lnTo>
                    <a:pt x="91" y="8"/>
                  </a:lnTo>
                  <a:lnTo>
                    <a:pt x="93" y="6"/>
                  </a:lnTo>
                  <a:lnTo>
                    <a:pt x="93" y="6"/>
                  </a:lnTo>
                  <a:lnTo>
                    <a:pt x="93" y="6"/>
                  </a:lnTo>
                  <a:lnTo>
                    <a:pt x="93" y="6"/>
                  </a:lnTo>
                  <a:lnTo>
                    <a:pt x="93" y="6"/>
                  </a:lnTo>
                  <a:lnTo>
                    <a:pt x="93" y="6"/>
                  </a:lnTo>
                  <a:lnTo>
                    <a:pt x="93" y="6"/>
                  </a:lnTo>
                  <a:lnTo>
                    <a:pt x="93" y="6"/>
                  </a:lnTo>
                  <a:lnTo>
                    <a:pt x="94" y="5"/>
                  </a:lnTo>
                  <a:lnTo>
                    <a:pt x="94" y="5"/>
                  </a:lnTo>
                  <a:lnTo>
                    <a:pt x="94" y="5"/>
                  </a:lnTo>
                  <a:lnTo>
                    <a:pt x="94" y="5"/>
                  </a:lnTo>
                  <a:lnTo>
                    <a:pt x="96" y="5"/>
                  </a:lnTo>
                  <a:lnTo>
                    <a:pt x="96" y="5"/>
                  </a:lnTo>
                  <a:lnTo>
                    <a:pt x="96" y="5"/>
                  </a:lnTo>
                  <a:lnTo>
                    <a:pt x="96" y="5"/>
                  </a:lnTo>
                  <a:lnTo>
                    <a:pt x="97" y="3"/>
                  </a:lnTo>
                  <a:lnTo>
                    <a:pt x="97" y="3"/>
                  </a:lnTo>
                  <a:lnTo>
                    <a:pt x="97" y="3"/>
                  </a:lnTo>
                  <a:lnTo>
                    <a:pt x="97" y="3"/>
                  </a:lnTo>
                  <a:lnTo>
                    <a:pt x="98" y="3"/>
                  </a:lnTo>
                  <a:lnTo>
                    <a:pt x="98" y="3"/>
                  </a:lnTo>
                  <a:lnTo>
                    <a:pt x="98" y="3"/>
                  </a:lnTo>
                  <a:lnTo>
                    <a:pt x="98" y="3"/>
                  </a:lnTo>
                  <a:lnTo>
                    <a:pt x="101" y="3"/>
                  </a:lnTo>
                  <a:lnTo>
                    <a:pt x="101" y="3"/>
                  </a:lnTo>
                  <a:lnTo>
                    <a:pt x="101" y="3"/>
                  </a:lnTo>
                  <a:lnTo>
                    <a:pt x="101" y="3"/>
                  </a:lnTo>
                  <a:lnTo>
                    <a:pt x="103" y="3"/>
                  </a:lnTo>
                  <a:lnTo>
                    <a:pt x="103" y="3"/>
                  </a:lnTo>
                  <a:lnTo>
                    <a:pt x="103" y="3"/>
                  </a:lnTo>
                  <a:lnTo>
                    <a:pt x="103" y="3"/>
                  </a:lnTo>
                  <a:lnTo>
                    <a:pt x="104" y="2"/>
                  </a:lnTo>
                  <a:lnTo>
                    <a:pt x="104" y="4"/>
                  </a:lnTo>
                  <a:lnTo>
                    <a:pt x="104" y="4"/>
                  </a:lnTo>
                  <a:lnTo>
                    <a:pt x="104" y="4"/>
                  </a:lnTo>
                  <a:lnTo>
                    <a:pt x="104" y="4"/>
                  </a:lnTo>
                  <a:lnTo>
                    <a:pt x="104" y="4"/>
                  </a:lnTo>
                  <a:lnTo>
                    <a:pt x="104" y="4"/>
                  </a:lnTo>
                  <a:lnTo>
                    <a:pt x="104" y="4"/>
                  </a:lnTo>
                  <a:lnTo>
                    <a:pt x="106" y="4"/>
                  </a:lnTo>
                  <a:lnTo>
                    <a:pt x="106" y="5"/>
                  </a:lnTo>
                  <a:lnTo>
                    <a:pt x="106" y="5"/>
                  </a:lnTo>
                  <a:lnTo>
                    <a:pt x="106" y="5"/>
                  </a:lnTo>
                  <a:lnTo>
                    <a:pt x="106" y="5"/>
                  </a:lnTo>
                  <a:lnTo>
                    <a:pt x="106" y="5"/>
                  </a:lnTo>
                  <a:lnTo>
                    <a:pt x="106" y="5"/>
                  </a:lnTo>
                  <a:lnTo>
                    <a:pt x="106" y="5"/>
                  </a:lnTo>
                  <a:lnTo>
                    <a:pt x="107" y="5"/>
                  </a:lnTo>
                  <a:lnTo>
                    <a:pt x="107" y="5"/>
                  </a:lnTo>
                </a:path>
              </a:pathLst>
            </a:custGeom>
            <a:solidFill>
              <a:srgbClr val="a1009f"/>
            </a:solidFill>
            <a:ln w="18360">
              <a:solidFill>
                <a:srgbClr val="000000"/>
              </a:solidFill>
              <a:round/>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753" name=""/>
            <p:cNvSpPr/>
            <p:nvPr/>
          </p:nvSpPr>
          <p:spPr>
            <a:xfrm>
              <a:off x="7772400" y="7197840"/>
              <a:ext cx="98280" cy="166680"/>
            </a:xfrm>
            <a:custGeom>
              <a:avLst/>
              <a:gdLst/>
              <a:ahLst/>
              <a:rect l="l" t="t" r="r" b="b"/>
              <a:pathLst>
                <a:path w="62" h="105">
                  <a:moveTo>
                    <a:pt x="38" y="0"/>
                  </a:moveTo>
                  <a:lnTo>
                    <a:pt x="38" y="1"/>
                  </a:lnTo>
                  <a:lnTo>
                    <a:pt x="38" y="1"/>
                  </a:lnTo>
                  <a:lnTo>
                    <a:pt x="38" y="1"/>
                  </a:lnTo>
                  <a:lnTo>
                    <a:pt x="39" y="1"/>
                  </a:lnTo>
                  <a:lnTo>
                    <a:pt x="39" y="1"/>
                  </a:lnTo>
                  <a:lnTo>
                    <a:pt x="41" y="1"/>
                  </a:lnTo>
                  <a:lnTo>
                    <a:pt x="41" y="1"/>
                  </a:lnTo>
                  <a:lnTo>
                    <a:pt x="43" y="1"/>
                  </a:lnTo>
                  <a:lnTo>
                    <a:pt x="43" y="2"/>
                  </a:lnTo>
                  <a:lnTo>
                    <a:pt x="45" y="2"/>
                  </a:lnTo>
                  <a:lnTo>
                    <a:pt x="45" y="2"/>
                  </a:lnTo>
                  <a:lnTo>
                    <a:pt x="47" y="2"/>
                  </a:lnTo>
                  <a:lnTo>
                    <a:pt x="47" y="3"/>
                  </a:lnTo>
                  <a:lnTo>
                    <a:pt x="48" y="3"/>
                  </a:lnTo>
                  <a:lnTo>
                    <a:pt x="48" y="3"/>
                  </a:lnTo>
                  <a:lnTo>
                    <a:pt x="50" y="3"/>
                  </a:lnTo>
                  <a:lnTo>
                    <a:pt x="50" y="5"/>
                  </a:lnTo>
                  <a:lnTo>
                    <a:pt x="50" y="5"/>
                  </a:lnTo>
                  <a:lnTo>
                    <a:pt x="50" y="5"/>
                  </a:lnTo>
                  <a:lnTo>
                    <a:pt x="50" y="5"/>
                  </a:lnTo>
                  <a:lnTo>
                    <a:pt x="50" y="7"/>
                  </a:lnTo>
                  <a:lnTo>
                    <a:pt x="50" y="7"/>
                  </a:lnTo>
                  <a:lnTo>
                    <a:pt x="50" y="7"/>
                  </a:lnTo>
                  <a:lnTo>
                    <a:pt x="51" y="7"/>
                  </a:lnTo>
                  <a:lnTo>
                    <a:pt x="51" y="9"/>
                  </a:lnTo>
                  <a:lnTo>
                    <a:pt x="51" y="9"/>
                  </a:lnTo>
                  <a:lnTo>
                    <a:pt x="51" y="9"/>
                  </a:lnTo>
                  <a:lnTo>
                    <a:pt x="51" y="9"/>
                  </a:lnTo>
                  <a:lnTo>
                    <a:pt x="51" y="9"/>
                  </a:lnTo>
                  <a:lnTo>
                    <a:pt x="51" y="9"/>
                  </a:lnTo>
                  <a:lnTo>
                    <a:pt x="51" y="9"/>
                  </a:lnTo>
                  <a:lnTo>
                    <a:pt x="52" y="9"/>
                  </a:lnTo>
                  <a:lnTo>
                    <a:pt x="52" y="11"/>
                  </a:lnTo>
                  <a:lnTo>
                    <a:pt x="52" y="11"/>
                  </a:lnTo>
                  <a:lnTo>
                    <a:pt x="52" y="11"/>
                  </a:lnTo>
                  <a:lnTo>
                    <a:pt x="52" y="11"/>
                  </a:lnTo>
                  <a:lnTo>
                    <a:pt x="52" y="13"/>
                  </a:lnTo>
                  <a:lnTo>
                    <a:pt x="52" y="13"/>
                  </a:lnTo>
                  <a:lnTo>
                    <a:pt x="52" y="13"/>
                  </a:lnTo>
                  <a:lnTo>
                    <a:pt x="54" y="13"/>
                  </a:lnTo>
                  <a:lnTo>
                    <a:pt x="54" y="15"/>
                  </a:lnTo>
                  <a:lnTo>
                    <a:pt x="54" y="15"/>
                  </a:lnTo>
                  <a:lnTo>
                    <a:pt x="54" y="15"/>
                  </a:lnTo>
                  <a:lnTo>
                    <a:pt x="54" y="15"/>
                  </a:lnTo>
                  <a:lnTo>
                    <a:pt x="54" y="15"/>
                  </a:lnTo>
                  <a:lnTo>
                    <a:pt x="54" y="15"/>
                  </a:lnTo>
                  <a:lnTo>
                    <a:pt x="54" y="15"/>
                  </a:lnTo>
                  <a:lnTo>
                    <a:pt x="55" y="15"/>
                  </a:lnTo>
                  <a:lnTo>
                    <a:pt x="55" y="16"/>
                  </a:lnTo>
                  <a:lnTo>
                    <a:pt x="55" y="16"/>
                  </a:lnTo>
                  <a:lnTo>
                    <a:pt x="55" y="18"/>
                  </a:lnTo>
                  <a:lnTo>
                    <a:pt x="57" y="18"/>
                  </a:lnTo>
                  <a:lnTo>
                    <a:pt x="57" y="20"/>
                  </a:lnTo>
                  <a:lnTo>
                    <a:pt x="58" y="22"/>
                  </a:lnTo>
                  <a:lnTo>
                    <a:pt x="58" y="24"/>
                  </a:lnTo>
                  <a:lnTo>
                    <a:pt x="60" y="24"/>
                  </a:lnTo>
                  <a:lnTo>
                    <a:pt x="60" y="26"/>
                  </a:lnTo>
                  <a:lnTo>
                    <a:pt x="60" y="28"/>
                  </a:lnTo>
                  <a:lnTo>
                    <a:pt x="60" y="30"/>
                  </a:lnTo>
                  <a:lnTo>
                    <a:pt x="61" y="31"/>
                  </a:lnTo>
                  <a:lnTo>
                    <a:pt x="61" y="33"/>
                  </a:lnTo>
                  <a:lnTo>
                    <a:pt x="61" y="33"/>
                  </a:lnTo>
                  <a:lnTo>
                    <a:pt x="61" y="35"/>
                  </a:lnTo>
                  <a:lnTo>
                    <a:pt x="61" y="35"/>
                  </a:lnTo>
                  <a:lnTo>
                    <a:pt x="60" y="37"/>
                  </a:lnTo>
                  <a:lnTo>
                    <a:pt x="60" y="37"/>
                  </a:lnTo>
                  <a:lnTo>
                    <a:pt x="59" y="37"/>
                  </a:lnTo>
                  <a:lnTo>
                    <a:pt x="59" y="37"/>
                  </a:lnTo>
                  <a:lnTo>
                    <a:pt x="57" y="37"/>
                  </a:lnTo>
                  <a:lnTo>
                    <a:pt x="57" y="37"/>
                  </a:lnTo>
                  <a:lnTo>
                    <a:pt x="57" y="37"/>
                  </a:lnTo>
                  <a:lnTo>
                    <a:pt x="57" y="37"/>
                  </a:lnTo>
                  <a:lnTo>
                    <a:pt x="55" y="38"/>
                  </a:lnTo>
                  <a:lnTo>
                    <a:pt x="55" y="38"/>
                  </a:lnTo>
                  <a:lnTo>
                    <a:pt x="55" y="38"/>
                  </a:lnTo>
                  <a:lnTo>
                    <a:pt x="55" y="38"/>
                  </a:lnTo>
                  <a:lnTo>
                    <a:pt x="55" y="38"/>
                  </a:lnTo>
                  <a:lnTo>
                    <a:pt x="55" y="38"/>
                  </a:lnTo>
                  <a:lnTo>
                    <a:pt x="55" y="38"/>
                  </a:lnTo>
                  <a:lnTo>
                    <a:pt x="55" y="38"/>
                  </a:lnTo>
                  <a:lnTo>
                    <a:pt x="54" y="40"/>
                  </a:lnTo>
                  <a:lnTo>
                    <a:pt x="54" y="40"/>
                  </a:lnTo>
                  <a:lnTo>
                    <a:pt x="54" y="40"/>
                  </a:lnTo>
                  <a:lnTo>
                    <a:pt x="54" y="40"/>
                  </a:lnTo>
                  <a:lnTo>
                    <a:pt x="54" y="42"/>
                  </a:lnTo>
                  <a:lnTo>
                    <a:pt x="54" y="42"/>
                  </a:lnTo>
                  <a:lnTo>
                    <a:pt x="54" y="42"/>
                  </a:lnTo>
                  <a:lnTo>
                    <a:pt x="54" y="42"/>
                  </a:lnTo>
                  <a:lnTo>
                    <a:pt x="52" y="44"/>
                  </a:lnTo>
                  <a:lnTo>
                    <a:pt x="52" y="44"/>
                  </a:lnTo>
                  <a:lnTo>
                    <a:pt x="52" y="44"/>
                  </a:lnTo>
                  <a:lnTo>
                    <a:pt x="52" y="44"/>
                  </a:lnTo>
                  <a:lnTo>
                    <a:pt x="52" y="46"/>
                  </a:lnTo>
                  <a:lnTo>
                    <a:pt x="52" y="46"/>
                  </a:lnTo>
                  <a:lnTo>
                    <a:pt x="52" y="46"/>
                  </a:lnTo>
                  <a:lnTo>
                    <a:pt x="52" y="46"/>
                  </a:lnTo>
                  <a:lnTo>
                    <a:pt x="52" y="48"/>
                  </a:lnTo>
                  <a:lnTo>
                    <a:pt x="52" y="48"/>
                  </a:lnTo>
                  <a:lnTo>
                    <a:pt x="52" y="49"/>
                  </a:lnTo>
                  <a:lnTo>
                    <a:pt x="52" y="49"/>
                  </a:lnTo>
                  <a:lnTo>
                    <a:pt x="52" y="51"/>
                  </a:lnTo>
                  <a:lnTo>
                    <a:pt x="52" y="51"/>
                  </a:lnTo>
                  <a:lnTo>
                    <a:pt x="52" y="51"/>
                  </a:lnTo>
                  <a:lnTo>
                    <a:pt x="54" y="51"/>
                  </a:lnTo>
                  <a:lnTo>
                    <a:pt x="54" y="53"/>
                  </a:lnTo>
                  <a:lnTo>
                    <a:pt x="54" y="53"/>
                  </a:lnTo>
                  <a:lnTo>
                    <a:pt x="54" y="53"/>
                  </a:lnTo>
                  <a:lnTo>
                    <a:pt x="55" y="53"/>
                  </a:lnTo>
                  <a:lnTo>
                    <a:pt x="55" y="54"/>
                  </a:lnTo>
                  <a:lnTo>
                    <a:pt x="55" y="54"/>
                  </a:lnTo>
                  <a:lnTo>
                    <a:pt x="55" y="54"/>
                  </a:lnTo>
                  <a:lnTo>
                    <a:pt x="56" y="54"/>
                  </a:lnTo>
                  <a:lnTo>
                    <a:pt x="56" y="56"/>
                  </a:lnTo>
                  <a:lnTo>
                    <a:pt x="56" y="57"/>
                  </a:lnTo>
                  <a:lnTo>
                    <a:pt x="56" y="59"/>
                  </a:lnTo>
                  <a:lnTo>
                    <a:pt x="56" y="59"/>
                  </a:lnTo>
                  <a:lnTo>
                    <a:pt x="56" y="60"/>
                  </a:lnTo>
                  <a:lnTo>
                    <a:pt x="56" y="60"/>
                  </a:lnTo>
                  <a:lnTo>
                    <a:pt x="56" y="62"/>
                  </a:lnTo>
                  <a:lnTo>
                    <a:pt x="56" y="62"/>
                  </a:lnTo>
                  <a:lnTo>
                    <a:pt x="55" y="64"/>
                  </a:lnTo>
                  <a:lnTo>
                    <a:pt x="55" y="64"/>
                  </a:lnTo>
                  <a:lnTo>
                    <a:pt x="55" y="66"/>
                  </a:lnTo>
                  <a:lnTo>
                    <a:pt x="55" y="66"/>
                  </a:lnTo>
                  <a:lnTo>
                    <a:pt x="55" y="68"/>
                  </a:lnTo>
                  <a:lnTo>
                    <a:pt x="55" y="68"/>
                  </a:lnTo>
                  <a:lnTo>
                    <a:pt x="55" y="70"/>
                  </a:lnTo>
                  <a:lnTo>
                    <a:pt x="55" y="70"/>
                  </a:lnTo>
                  <a:lnTo>
                    <a:pt x="53" y="72"/>
                  </a:lnTo>
                  <a:lnTo>
                    <a:pt x="53" y="72"/>
                  </a:lnTo>
                  <a:lnTo>
                    <a:pt x="53" y="74"/>
                  </a:lnTo>
                  <a:lnTo>
                    <a:pt x="53" y="74"/>
                  </a:lnTo>
                  <a:lnTo>
                    <a:pt x="52" y="75"/>
                  </a:lnTo>
                  <a:lnTo>
                    <a:pt x="52" y="75"/>
                  </a:lnTo>
                  <a:lnTo>
                    <a:pt x="52" y="76"/>
                  </a:lnTo>
                  <a:lnTo>
                    <a:pt x="52" y="76"/>
                  </a:lnTo>
                  <a:lnTo>
                    <a:pt x="52" y="79"/>
                  </a:lnTo>
                  <a:lnTo>
                    <a:pt x="52" y="79"/>
                  </a:lnTo>
                  <a:lnTo>
                    <a:pt x="52" y="81"/>
                  </a:lnTo>
                  <a:lnTo>
                    <a:pt x="52" y="81"/>
                  </a:lnTo>
                  <a:lnTo>
                    <a:pt x="52" y="82"/>
                  </a:lnTo>
                  <a:lnTo>
                    <a:pt x="52" y="82"/>
                  </a:lnTo>
                  <a:lnTo>
                    <a:pt x="52" y="82"/>
                  </a:lnTo>
                  <a:lnTo>
                    <a:pt x="52" y="82"/>
                  </a:lnTo>
                  <a:lnTo>
                    <a:pt x="51" y="84"/>
                  </a:lnTo>
                  <a:lnTo>
                    <a:pt x="51" y="86"/>
                  </a:lnTo>
                  <a:lnTo>
                    <a:pt x="51" y="88"/>
                  </a:lnTo>
                  <a:lnTo>
                    <a:pt x="51" y="88"/>
                  </a:lnTo>
                  <a:lnTo>
                    <a:pt x="51" y="90"/>
                  </a:lnTo>
                  <a:lnTo>
                    <a:pt x="51" y="90"/>
                  </a:lnTo>
                  <a:lnTo>
                    <a:pt x="51" y="91"/>
                  </a:lnTo>
                  <a:lnTo>
                    <a:pt x="51" y="91"/>
                  </a:lnTo>
                  <a:lnTo>
                    <a:pt x="49" y="94"/>
                  </a:lnTo>
                  <a:lnTo>
                    <a:pt x="49" y="94"/>
                  </a:lnTo>
                  <a:lnTo>
                    <a:pt x="49" y="96"/>
                  </a:lnTo>
                  <a:lnTo>
                    <a:pt x="49" y="96"/>
                  </a:lnTo>
                  <a:lnTo>
                    <a:pt x="49" y="97"/>
                  </a:lnTo>
                  <a:lnTo>
                    <a:pt x="49" y="97"/>
                  </a:lnTo>
                  <a:lnTo>
                    <a:pt x="49" y="98"/>
                  </a:lnTo>
                  <a:lnTo>
                    <a:pt x="49" y="98"/>
                  </a:lnTo>
                  <a:lnTo>
                    <a:pt x="47" y="98"/>
                  </a:lnTo>
                  <a:lnTo>
                    <a:pt x="47" y="98"/>
                  </a:lnTo>
                  <a:lnTo>
                    <a:pt x="47" y="98"/>
                  </a:lnTo>
                  <a:lnTo>
                    <a:pt x="47" y="97"/>
                  </a:lnTo>
                  <a:lnTo>
                    <a:pt x="46" y="97"/>
                  </a:lnTo>
                  <a:lnTo>
                    <a:pt x="46" y="97"/>
                  </a:lnTo>
                  <a:lnTo>
                    <a:pt x="46" y="97"/>
                  </a:lnTo>
                  <a:lnTo>
                    <a:pt x="46" y="96"/>
                  </a:lnTo>
                  <a:lnTo>
                    <a:pt x="44" y="96"/>
                  </a:lnTo>
                  <a:lnTo>
                    <a:pt x="44" y="96"/>
                  </a:lnTo>
                  <a:lnTo>
                    <a:pt x="44" y="96"/>
                  </a:lnTo>
                  <a:lnTo>
                    <a:pt x="44" y="94"/>
                  </a:lnTo>
                  <a:lnTo>
                    <a:pt x="42" y="94"/>
                  </a:lnTo>
                  <a:lnTo>
                    <a:pt x="42" y="93"/>
                  </a:lnTo>
                  <a:lnTo>
                    <a:pt x="42" y="93"/>
                  </a:lnTo>
                  <a:lnTo>
                    <a:pt x="42" y="91"/>
                  </a:lnTo>
                  <a:lnTo>
                    <a:pt x="40" y="91"/>
                  </a:lnTo>
                  <a:lnTo>
                    <a:pt x="40" y="91"/>
                  </a:lnTo>
                  <a:lnTo>
                    <a:pt x="39" y="91"/>
                  </a:lnTo>
                  <a:lnTo>
                    <a:pt x="39" y="91"/>
                  </a:lnTo>
                  <a:lnTo>
                    <a:pt x="37" y="91"/>
                  </a:lnTo>
                  <a:lnTo>
                    <a:pt x="37" y="91"/>
                  </a:lnTo>
                  <a:lnTo>
                    <a:pt x="37" y="91"/>
                  </a:lnTo>
                  <a:lnTo>
                    <a:pt x="37" y="91"/>
                  </a:lnTo>
                  <a:lnTo>
                    <a:pt x="35" y="91"/>
                  </a:lnTo>
                  <a:lnTo>
                    <a:pt x="35" y="91"/>
                  </a:lnTo>
                  <a:lnTo>
                    <a:pt x="34" y="91"/>
                  </a:lnTo>
                  <a:lnTo>
                    <a:pt x="34" y="91"/>
                  </a:lnTo>
                  <a:lnTo>
                    <a:pt x="33" y="91"/>
                  </a:lnTo>
                  <a:lnTo>
                    <a:pt x="33" y="91"/>
                  </a:lnTo>
                  <a:lnTo>
                    <a:pt x="33" y="91"/>
                  </a:lnTo>
                  <a:lnTo>
                    <a:pt x="33" y="91"/>
                  </a:lnTo>
                  <a:lnTo>
                    <a:pt x="32" y="92"/>
                  </a:lnTo>
                  <a:lnTo>
                    <a:pt x="32" y="92"/>
                  </a:lnTo>
                  <a:lnTo>
                    <a:pt x="32" y="92"/>
                  </a:lnTo>
                  <a:lnTo>
                    <a:pt x="32" y="92"/>
                  </a:lnTo>
                  <a:lnTo>
                    <a:pt x="32" y="94"/>
                  </a:lnTo>
                  <a:lnTo>
                    <a:pt x="32" y="94"/>
                  </a:lnTo>
                  <a:lnTo>
                    <a:pt x="32" y="94"/>
                  </a:lnTo>
                  <a:lnTo>
                    <a:pt x="32" y="94"/>
                  </a:lnTo>
                  <a:lnTo>
                    <a:pt x="32" y="96"/>
                  </a:lnTo>
                  <a:lnTo>
                    <a:pt x="32" y="96"/>
                  </a:lnTo>
                  <a:lnTo>
                    <a:pt x="32" y="96"/>
                  </a:lnTo>
                  <a:lnTo>
                    <a:pt x="32" y="96"/>
                  </a:lnTo>
                  <a:lnTo>
                    <a:pt x="32" y="98"/>
                  </a:lnTo>
                  <a:lnTo>
                    <a:pt x="32" y="98"/>
                  </a:lnTo>
                  <a:lnTo>
                    <a:pt x="32" y="98"/>
                  </a:lnTo>
                  <a:lnTo>
                    <a:pt x="32" y="98"/>
                  </a:lnTo>
                  <a:lnTo>
                    <a:pt x="31" y="100"/>
                  </a:lnTo>
                  <a:lnTo>
                    <a:pt x="31" y="100"/>
                  </a:lnTo>
                  <a:lnTo>
                    <a:pt x="31" y="100"/>
                  </a:lnTo>
                  <a:lnTo>
                    <a:pt x="31" y="100"/>
                  </a:lnTo>
                  <a:lnTo>
                    <a:pt x="31" y="102"/>
                  </a:lnTo>
                  <a:lnTo>
                    <a:pt x="31" y="102"/>
                  </a:lnTo>
                  <a:lnTo>
                    <a:pt x="31" y="102"/>
                  </a:lnTo>
                  <a:lnTo>
                    <a:pt x="31" y="102"/>
                  </a:lnTo>
                  <a:lnTo>
                    <a:pt x="29" y="104"/>
                  </a:lnTo>
                  <a:lnTo>
                    <a:pt x="29" y="104"/>
                  </a:lnTo>
                  <a:lnTo>
                    <a:pt x="29" y="104"/>
                  </a:lnTo>
                  <a:lnTo>
                    <a:pt x="29" y="104"/>
                  </a:lnTo>
                  <a:lnTo>
                    <a:pt x="27" y="104"/>
                  </a:lnTo>
                  <a:lnTo>
                    <a:pt x="27" y="104"/>
                  </a:lnTo>
                  <a:lnTo>
                    <a:pt x="26" y="104"/>
                  </a:lnTo>
                  <a:lnTo>
                    <a:pt x="26" y="104"/>
                  </a:lnTo>
                  <a:lnTo>
                    <a:pt x="24" y="104"/>
                  </a:lnTo>
                  <a:lnTo>
                    <a:pt x="24" y="104"/>
                  </a:lnTo>
                  <a:lnTo>
                    <a:pt x="24" y="104"/>
                  </a:lnTo>
                  <a:lnTo>
                    <a:pt x="24" y="104"/>
                  </a:lnTo>
                  <a:lnTo>
                    <a:pt x="22" y="104"/>
                  </a:lnTo>
                  <a:lnTo>
                    <a:pt x="22" y="104"/>
                  </a:lnTo>
                  <a:lnTo>
                    <a:pt x="22" y="104"/>
                  </a:lnTo>
                  <a:lnTo>
                    <a:pt x="22" y="104"/>
                  </a:lnTo>
                  <a:lnTo>
                    <a:pt x="20" y="104"/>
                  </a:lnTo>
                  <a:lnTo>
                    <a:pt x="20" y="104"/>
                  </a:lnTo>
                  <a:lnTo>
                    <a:pt x="20" y="104"/>
                  </a:lnTo>
                  <a:lnTo>
                    <a:pt x="20" y="104"/>
                  </a:lnTo>
                  <a:lnTo>
                    <a:pt x="19" y="104"/>
                  </a:lnTo>
                  <a:lnTo>
                    <a:pt x="19" y="104"/>
                  </a:lnTo>
                  <a:lnTo>
                    <a:pt x="19" y="104"/>
                  </a:lnTo>
                  <a:lnTo>
                    <a:pt x="19" y="104"/>
                  </a:lnTo>
                  <a:lnTo>
                    <a:pt x="17" y="104"/>
                  </a:lnTo>
                  <a:lnTo>
                    <a:pt x="17" y="104"/>
                  </a:lnTo>
                  <a:lnTo>
                    <a:pt x="17" y="104"/>
                  </a:lnTo>
                  <a:lnTo>
                    <a:pt x="17" y="103"/>
                  </a:lnTo>
                  <a:lnTo>
                    <a:pt x="17" y="103"/>
                  </a:lnTo>
                  <a:lnTo>
                    <a:pt x="17" y="103"/>
                  </a:lnTo>
                  <a:lnTo>
                    <a:pt x="17" y="103"/>
                  </a:lnTo>
                  <a:lnTo>
                    <a:pt x="17" y="101"/>
                  </a:lnTo>
                  <a:lnTo>
                    <a:pt x="15" y="101"/>
                  </a:lnTo>
                  <a:lnTo>
                    <a:pt x="15" y="101"/>
                  </a:lnTo>
                  <a:lnTo>
                    <a:pt x="15" y="101"/>
                  </a:lnTo>
                  <a:lnTo>
                    <a:pt x="15" y="99"/>
                  </a:lnTo>
                  <a:lnTo>
                    <a:pt x="13" y="99"/>
                  </a:lnTo>
                  <a:lnTo>
                    <a:pt x="13" y="99"/>
                  </a:lnTo>
                  <a:lnTo>
                    <a:pt x="13" y="99"/>
                  </a:lnTo>
                  <a:lnTo>
                    <a:pt x="13" y="98"/>
                  </a:lnTo>
                  <a:lnTo>
                    <a:pt x="12" y="99"/>
                  </a:lnTo>
                  <a:lnTo>
                    <a:pt x="12" y="99"/>
                  </a:lnTo>
                  <a:lnTo>
                    <a:pt x="12" y="99"/>
                  </a:lnTo>
                  <a:lnTo>
                    <a:pt x="12" y="99"/>
                  </a:lnTo>
                  <a:lnTo>
                    <a:pt x="12" y="99"/>
                  </a:lnTo>
                  <a:lnTo>
                    <a:pt x="12" y="99"/>
                  </a:lnTo>
                  <a:lnTo>
                    <a:pt x="12" y="99"/>
                  </a:lnTo>
                  <a:lnTo>
                    <a:pt x="12" y="99"/>
                  </a:lnTo>
                  <a:lnTo>
                    <a:pt x="11" y="101"/>
                  </a:lnTo>
                  <a:lnTo>
                    <a:pt x="11" y="101"/>
                  </a:lnTo>
                  <a:lnTo>
                    <a:pt x="11" y="101"/>
                  </a:lnTo>
                  <a:lnTo>
                    <a:pt x="11" y="101"/>
                  </a:lnTo>
                  <a:lnTo>
                    <a:pt x="11" y="101"/>
                  </a:lnTo>
                  <a:lnTo>
                    <a:pt x="11" y="101"/>
                  </a:lnTo>
                  <a:lnTo>
                    <a:pt x="11" y="101"/>
                  </a:lnTo>
                  <a:lnTo>
                    <a:pt x="11" y="101"/>
                  </a:lnTo>
                  <a:lnTo>
                    <a:pt x="9" y="101"/>
                  </a:lnTo>
                  <a:lnTo>
                    <a:pt x="9" y="101"/>
                  </a:lnTo>
                  <a:lnTo>
                    <a:pt x="8" y="101"/>
                  </a:lnTo>
                  <a:lnTo>
                    <a:pt x="8" y="100"/>
                  </a:lnTo>
                  <a:lnTo>
                    <a:pt x="6" y="100"/>
                  </a:lnTo>
                  <a:lnTo>
                    <a:pt x="6" y="98"/>
                  </a:lnTo>
                  <a:lnTo>
                    <a:pt x="6" y="98"/>
                  </a:lnTo>
                  <a:lnTo>
                    <a:pt x="6" y="97"/>
                  </a:lnTo>
                  <a:lnTo>
                    <a:pt x="4" y="97"/>
                  </a:lnTo>
                  <a:lnTo>
                    <a:pt x="4" y="96"/>
                  </a:lnTo>
                  <a:lnTo>
                    <a:pt x="4" y="96"/>
                  </a:lnTo>
                  <a:lnTo>
                    <a:pt x="4" y="94"/>
                  </a:lnTo>
                  <a:lnTo>
                    <a:pt x="4" y="94"/>
                  </a:lnTo>
                  <a:lnTo>
                    <a:pt x="4" y="93"/>
                  </a:lnTo>
                  <a:lnTo>
                    <a:pt x="4" y="93"/>
                  </a:lnTo>
                  <a:lnTo>
                    <a:pt x="5" y="91"/>
                  </a:lnTo>
                  <a:lnTo>
                    <a:pt x="5" y="93"/>
                  </a:lnTo>
                  <a:lnTo>
                    <a:pt x="5" y="93"/>
                  </a:lnTo>
                  <a:lnTo>
                    <a:pt x="5" y="93"/>
                  </a:lnTo>
                  <a:lnTo>
                    <a:pt x="5" y="93"/>
                  </a:lnTo>
                  <a:lnTo>
                    <a:pt x="5" y="93"/>
                  </a:lnTo>
                  <a:lnTo>
                    <a:pt x="5" y="93"/>
                  </a:lnTo>
                  <a:lnTo>
                    <a:pt x="5" y="93"/>
                  </a:lnTo>
                  <a:lnTo>
                    <a:pt x="7" y="93"/>
                  </a:lnTo>
                  <a:lnTo>
                    <a:pt x="7" y="94"/>
                  </a:lnTo>
                  <a:lnTo>
                    <a:pt x="7" y="94"/>
                  </a:lnTo>
                  <a:lnTo>
                    <a:pt x="7" y="94"/>
                  </a:lnTo>
                  <a:lnTo>
                    <a:pt x="9" y="94"/>
                  </a:lnTo>
                  <a:lnTo>
                    <a:pt x="9" y="94"/>
                  </a:lnTo>
                  <a:lnTo>
                    <a:pt x="9" y="94"/>
                  </a:lnTo>
                  <a:lnTo>
                    <a:pt x="9" y="94"/>
                  </a:lnTo>
                  <a:lnTo>
                    <a:pt x="11" y="94"/>
                  </a:lnTo>
                  <a:lnTo>
                    <a:pt x="11" y="94"/>
                  </a:lnTo>
                  <a:lnTo>
                    <a:pt x="11" y="94"/>
                  </a:lnTo>
                  <a:lnTo>
                    <a:pt x="11" y="94"/>
                  </a:lnTo>
                  <a:lnTo>
                    <a:pt x="11" y="92"/>
                  </a:lnTo>
                  <a:lnTo>
                    <a:pt x="11" y="92"/>
                  </a:lnTo>
                  <a:lnTo>
                    <a:pt x="11" y="92"/>
                  </a:lnTo>
                  <a:lnTo>
                    <a:pt x="11" y="92"/>
                  </a:lnTo>
                  <a:lnTo>
                    <a:pt x="11" y="90"/>
                  </a:lnTo>
                  <a:lnTo>
                    <a:pt x="11" y="90"/>
                  </a:lnTo>
                  <a:lnTo>
                    <a:pt x="11" y="90"/>
                  </a:lnTo>
                  <a:lnTo>
                    <a:pt x="11" y="90"/>
                  </a:lnTo>
                  <a:lnTo>
                    <a:pt x="11" y="88"/>
                  </a:lnTo>
                  <a:lnTo>
                    <a:pt x="11" y="88"/>
                  </a:lnTo>
                  <a:lnTo>
                    <a:pt x="11" y="88"/>
                  </a:lnTo>
                  <a:lnTo>
                    <a:pt x="11" y="88"/>
                  </a:lnTo>
                  <a:lnTo>
                    <a:pt x="11" y="87"/>
                  </a:lnTo>
                  <a:lnTo>
                    <a:pt x="9" y="87"/>
                  </a:lnTo>
                  <a:lnTo>
                    <a:pt x="9" y="87"/>
                  </a:lnTo>
                  <a:lnTo>
                    <a:pt x="9" y="87"/>
                  </a:lnTo>
                  <a:lnTo>
                    <a:pt x="9" y="85"/>
                  </a:lnTo>
                  <a:lnTo>
                    <a:pt x="9" y="85"/>
                  </a:lnTo>
                  <a:lnTo>
                    <a:pt x="9" y="83"/>
                  </a:lnTo>
                  <a:lnTo>
                    <a:pt x="9" y="83"/>
                  </a:lnTo>
                  <a:lnTo>
                    <a:pt x="9" y="81"/>
                  </a:lnTo>
                  <a:lnTo>
                    <a:pt x="9" y="81"/>
                  </a:lnTo>
                  <a:lnTo>
                    <a:pt x="9" y="80"/>
                  </a:lnTo>
                  <a:lnTo>
                    <a:pt x="9" y="80"/>
                  </a:lnTo>
                  <a:lnTo>
                    <a:pt x="9" y="78"/>
                  </a:lnTo>
                  <a:lnTo>
                    <a:pt x="9" y="78"/>
                  </a:lnTo>
                  <a:lnTo>
                    <a:pt x="9" y="76"/>
                  </a:lnTo>
                  <a:lnTo>
                    <a:pt x="9" y="76"/>
                  </a:lnTo>
                  <a:lnTo>
                    <a:pt x="9" y="75"/>
                  </a:lnTo>
                  <a:lnTo>
                    <a:pt x="9" y="75"/>
                  </a:lnTo>
                  <a:lnTo>
                    <a:pt x="9" y="74"/>
                  </a:lnTo>
                  <a:lnTo>
                    <a:pt x="9" y="74"/>
                  </a:lnTo>
                  <a:lnTo>
                    <a:pt x="11" y="72"/>
                  </a:lnTo>
                  <a:lnTo>
                    <a:pt x="11" y="72"/>
                  </a:lnTo>
                  <a:lnTo>
                    <a:pt x="12" y="69"/>
                  </a:lnTo>
                  <a:lnTo>
                    <a:pt x="12" y="69"/>
                  </a:lnTo>
                  <a:lnTo>
                    <a:pt x="14" y="68"/>
                  </a:lnTo>
                  <a:lnTo>
                    <a:pt x="14" y="68"/>
                  </a:lnTo>
                  <a:lnTo>
                    <a:pt x="15" y="66"/>
                  </a:lnTo>
                  <a:lnTo>
                    <a:pt x="15" y="66"/>
                  </a:lnTo>
                  <a:lnTo>
                    <a:pt x="17" y="64"/>
                  </a:lnTo>
                  <a:lnTo>
                    <a:pt x="17" y="64"/>
                  </a:lnTo>
                  <a:lnTo>
                    <a:pt x="17" y="62"/>
                  </a:lnTo>
                  <a:lnTo>
                    <a:pt x="17" y="62"/>
                  </a:lnTo>
                  <a:lnTo>
                    <a:pt x="18" y="60"/>
                  </a:lnTo>
                  <a:lnTo>
                    <a:pt x="17" y="60"/>
                  </a:lnTo>
                  <a:lnTo>
                    <a:pt x="17" y="60"/>
                  </a:lnTo>
                  <a:lnTo>
                    <a:pt x="17" y="60"/>
                  </a:lnTo>
                  <a:lnTo>
                    <a:pt x="17" y="60"/>
                  </a:lnTo>
                  <a:lnTo>
                    <a:pt x="16" y="60"/>
                  </a:lnTo>
                  <a:lnTo>
                    <a:pt x="16" y="60"/>
                  </a:lnTo>
                  <a:lnTo>
                    <a:pt x="16" y="60"/>
                  </a:lnTo>
                  <a:lnTo>
                    <a:pt x="16" y="60"/>
                  </a:lnTo>
                  <a:lnTo>
                    <a:pt x="14" y="60"/>
                  </a:lnTo>
                  <a:lnTo>
                    <a:pt x="14" y="60"/>
                  </a:lnTo>
                  <a:lnTo>
                    <a:pt x="14" y="60"/>
                  </a:lnTo>
                  <a:lnTo>
                    <a:pt x="14" y="60"/>
                  </a:lnTo>
                  <a:lnTo>
                    <a:pt x="13" y="60"/>
                  </a:lnTo>
                  <a:lnTo>
                    <a:pt x="13" y="60"/>
                  </a:lnTo>
                  <a:lnTo>
                    <a:pt x="13" y="60"/>
                  </a:lnTo>
                  <a:lnTo>
                    <a:pt x="13" y="59"/>
                  </a:lnTo>
                  <a:lnTo>
                    <a:pt x="12" y="59"/>
                  </a:lnTo>
                  <a:lnTo>
                    <a:pt x="12" y="59"/>
                  </a:lnTo>
                  <a:lnTo>
                    <a:pt x="12" y="59"/>
                  </a:lnTo>
                  <a:lnTo>
                    <a:pt x="12" y="59"/>
                  </a:lnTo>
                  <a:lnTo>
                    <a:pt x="11" y="59"/>
                  </a:lnTo>
                  <a:lnTo>
                    <a:pt x="11" y="59"/>
                  </a:lnTo>
                  <a:lnTo>
                    <a:pt x="11" y="59"/>
                  </a:lnTo>
                  <a:lnTo>
                    <a:pt x="11" y="59"/>
                  </a:lnTo>
                  <a:lnTo>
                    <a:pt x="9" y="59"/>
                  </a:lnTo>
                  <a:lnTo>
                    <a:pt x="9" y="59"/>
                  </a:lnTo>
                  <a:lnTo>
                    <a:pt x="9" y="59"/>
                  </a:lnTo>
                  <a:lnTo>
                    <a:pt x="9" y="59"/>
                  </a:lnTo>
                  <a:lnTo>
                    <a:pt x="9" y="59"/>
                  </a:lnTo>
                  <a:lnTo>
                    <a:pt x="9" y="59"/>
                  </a:lnTo>
                  <a:lnTo>
                    <a:pt x="9" y="59"/>
                  </a:lnTo>
                  <a:lnTo>
                    <a:pt x="9" y="59"/>
                  </a:lnTo>
                  <a:lnTo>
                    <a:pt x="8" y="59"/>
                  </a:lnTo>
                  <a:lnTo>
                    <a:pt x="8" y="59"/>
                  </a:lnTo>
                  <a:lnTo>
                    <a:pt x="8" y="59"/>
                  </a:lnTo>
                  <a:lnTo>
                    <a:pt x="8" y="59"/>
                  </a:lnTo>
                  <a:lnTo>
                    <a:pt x="8" y="59"/>
                  </a:lnTo>
                  <a:lnTo>
                    <a:pt x="8" y="59"/>
                  </a:lnTo>
                  <a:lnTo>
                    <a:pt x="8" y="59"/>
                  </a:lnTo>
                  <a:lnTo>
                    <a:pt x="8" y="57"/>
                  </a:lnTo>
                  <a:lnTo>
                    <a:pt x="8" y="57"/>
                  </a:lnTo>
                  <a:lnTo>
                    <a:pt x="8" y="57"/>
                  </a:lnTo>
                  <a:lnTo>
                    <a:pt x="8" y="57"/>
                  </a:lnTo>
                  <a:lnTo>
                    <a:pt x="8" y="54"/>
                  </a:lnTo>
                  <a:lnTo>
                    <a:pt x="8" y="54"/>
                  </a:lnTo>
                  <a:lnTo>
                    <a:pt x="8" y="54"/>
                  </a:lnTo>
                  <a:lnTo>
                    <a:pt x="8" y="54"/>
                  </a:lnTo>
                  <a:lnTo>
                    <a:pt x="8" y="52"/>
                  </a:lnTo>
                  <a:lnTo>
                    <a:pt x="8" y="52"/>
                  </a:lnTo>
                  <a:lnTo>
                    <a:pt x="8" y="52"/>
                  </a:lnTo>
                  <a:lnTo>
                    <a:pt x="8" y="52"/>
                  </a:lnTo>
                  <a:lnTo>
                    <a:pt x="8" y="52"/>
                  </a:lnTo>
                  <a:lnTo>
                    <a:pt x="8" y="52"/>
                  </a:lnTo>
                  <a:lnTo>
                    <a:pt x="8" y="52"/>
                  </a:lnTo>
                  <a:lnTo>
                    <a:pt x="8" y="52"/>
                  </a:lnTo>
                  <a:lnTo>
                    <a:pt x="10" y="50"/>
                  </a:lnTo>
                  <a:lnTo>
                    <a:pt x="10" y="50"/>
                  </a:lnTo>
                  <a:lnTo>
                    <a:pt x="10" y="50"/>
                  </a:lnTo>
                  <a:lnTo>
                    <a:pt x="10" y="50"/>
                  </a:lnTo>
                  <a:lnTo>
                    <a:pt x="10" y="50"/>
                  </a:lnTo>
                  <a:lnTo>
                    <a:pt x="10" y="50"/>
                  </a:lnTo>
                  <a:lnTo>
                    <a:pt x="10" y="50"/>
                  </a:lnTo>
                  <a:lnTo>
                    <a:pt x="10" y="50"/>
                  </a:lnTo>
                  <a:lnTo>
                    <a:pt x="11" y="47"/>
                  </a:lnTo>
                  <a:lnTo>
                    <a:pt x="11" y="47"/>
                  </a:lnTo>
                  <a:lnTo>
                    <a:pt x="11" y="47"/>
                  </a:lnTo>
                  <a:lnTo>
                    <a:pt x="11" y="47"/>
                  </a:lnTo>
                  <a:lnTo>
                    <a:pt x="11" y="47"/>
                  </a:lnTo>
                  <a:lnTo>
                    <a:pt x="11" y="47"/>
                  </a:lnTo>
                  <a:lnTo>
                    <a:pt x="11" y="47"/>
                  </a:lnTo>
                  <a:lnTo>
                    <a:pt x="11" y="47"/>
                  </a:lnTo>
                  <a:lnTo>
                    <a:pt x="12" y="46"/>
                  </a:lnTo>
                  <a:lnTo>
                    <a:pt x="12" y="46"/>
                  </a:lnTo>
                  <a:lnTo>
                    <a:pt x="12" y="46"/>
                  </a:lnTo>
                  <a:lnTo>
                    <a:pt x="12" y="46"/>
                  </a:lnTo>
                  <a:lnTo>
                    <a:pt x="12" y="45"/>
                  </a:lnTo>
                  <a:lnTo>
                    <a:pt x="12" y="45"/>
                  </a:lnTo>
                  <a:lnTo>
                    <a:pt x="12" y="45"/>
                  </a:lnTo>
                  <a:lnTo>
                    <a:pt x="12" y="45"/>
                  </a:lnTo>
                  <a:lnTo>
                    <a:pt x="13" y="43"/>
                  </a:lnTo>
                  <a:lnTo>
                    <a:pt x="12" y="43"/>
                  </a:lnTo>
                  <a:lnTo>
                    <a:pt x="12" y="42"/>
                  </a:lnTo>
                  <a:lnTo>
                    <a:pt x="12" y="42"/>
                  </a:lnTo>
                  <a:lnTo>
                    <a:pt x="12" y="40"/>
                  </a:lnTo>
                  <a:lnTo>
                    <a:pt x="11" y="40"/>
                  </a:lnTo>
                  <a:lnTo>
                    <a:pt x="11" y="38"/>
                  </a:lnTo>
                  <a:lnTo>
                    <a:pt x="11" y="38"/>
                  </a:lnTo>
                  <a:lnTo>
                    <a:pt x="11" y="36"/>
                  </a:lnTo>
                  <a:lnTo>
                    <a:pt x="9" y="36"/>
                  </a:lnTo>
                  <a:lnTo>
                    <a:pt x="9" y="35"/>
                  </a:lnTo>
                  <a:lnTo>
                    <a:pt x="9" y="35"/>
                  </a:lnTo>
                  <a:lnTo>
                    <a:pt x="9" y="33"/>
                  </a:lnTo>
                  <a:lnTo>
                    <a:pt x="7" y="33"/>
                  </a:lnTo>
                  <a:lnTo>
                    <a:pt x="7" y="31"/>
                  </a:lnTo>
                  <a:lnTo>
                    <a:pt x="7" y="31"/>
                  </a:lnTo>
                  <a:lnTo>
                    <a:pt x="7" y="29"/>
                  </a:lnTo>
                  <a:lnTo>
                    <a:pt x="5" y="29"/>
                  </a:lnTo>
                  <a:lnTo>
                    <a:pt x="5" y="29"/>
                  </a:lnTo>
                  <a:lnTo>
                    <a:pt x="5" y="29"/>
                  </a:lnTo>
                  <a:lnTo>
                    <a:pt x="5" y="29"/>
                  </a:lnTo>
                  <a:lnTo>
                    <a:pt x="4" y="29"/>
                  </a:lnTo>
                  <a:lnTo>
                    <a:pt x="4" y="29"/>
                  </a:lnTo>
                  <a:lnTo>
                    <a:pt x="4" y="29"/>
                  </a:lnTo>
                  <a:lnTo>
                    <a:pt x="4" y="29"/>
                  </a:lnTo>
                  <a:lnTo>
                    <a:pt x="2" y="29"/>
                  </a:lnTo>
                  <a:lnTo>
                    <a:pt x="2" y="29"/>
                  </a:lnTo>
                  <a:lnTo>
                    <a:pt x="2" y="29"/>
                  </a:lnTo>
                  <a:lnTo>
                    <a:pt x="2" y="28"/>
                  </a:lnTo>
                  <a:lnTo>
                    <a:pt x="2" y="28"/>
                  </a:lnTo>
                  <a:lnTo>
                    <a:pt x="2" y="28"/>
                  </a:lnTo>
                  <a:lnTo>
                    <a:pt x="2" y="28"/>
                  </a:lnTo>
                  <a:lnTo>
                    <a:pt x="2" y="25"/>
                  </a:lnTo>
                  <a:lnTo>
                    <a:pt x="0" y="25"/>
                  </a:lnTo>
                  <a:lnTo>
                    <a:pt x="0" y="25"/>
                  </a:lnTo>
                  <a:lnTo>
                    <a:pt x="0" y="25"/>
                  </a:lnTo>
                  <a:lnTo>
                    <a:pt x="0" y="23"/>
                  </a:lnTo>
                  <a:lnTo>
                    <a:pt x="0" y="23"/>
                  </a:lnTo>
                  <a:lnTo>
                    <a:pt x="0" y="22"/>
                  </a:lnTo>
                  <a:lnTo>
                    <a:pt x="0" y="22"/>
                  </a:lnTo>
                  <a:lnTo>
                    <a:pt x="2" y="20"/>
                  </a:lnTo>
                  <a:lnTo>
                    <a:pt x="2" y="20"/>
                  </a:lnTo>
                  <a:lnTo>
                    <a:pt x="2" y="20"/>
                  </a:lnTo>
                  <a:lnTo>
                    <a:pt x="2" y="20"/>
                  </a:lnTo>
                  <a:lnTo>
                    <a:pt x="3" y="18"/>
                  </a:lnTo>
                  <a:lnTo>
                    <a:pt x="3" y="18"/>
                  </a:lnTo>
                  <a:lnTo>
                    <a:pt x="3" y="16"/>
                  </a:lnTo>
                  <a:lnTo>
                    <a:pt x="3" y="16"/>
                  </a:lnTo>
                  <a:lnTo>
                    <a:pt x="4" y="15"/>
                  </a:lnTo>
                  <a:lnTo>
                    <a:pt x="4" y="15"/>
                  </a:lnTo>
                  <a:lnTo>
                    <a:pt x="4" y="13"/>
                  </a:lnTo>
                  <a:lnTo>
                    <a:pt x="4" y="13"/>
                  </a:lnTo>
                  <a:lnTo>
                    <a:pt x="4" y="11"/>
                  </a:lnTo>
                  <a:lnTo>
                    <a:pt x="4" y="11"/>
                  </a:lnTo>
                  <a:lnTo>
                    <a:pt x="4" y="9"/>
                  </a:lnTo>
                  <a:lnTo>
                    <a:pt x="4" y="9"/>
                  </a:lnTo>
                  <a:lnTo>
                    <a:pt x="5" y="7"/>
                  </a:lnTo>
                  <a:lnTo>
                    <a:pt x="5" y="7"/>
                  </a:lnTo>
                  <a:lnTo>
                    <a:pt x="5" y="5"/>
                  </a:lnTo>
                  <a:lnTo>
                    <a:pt x="5" y="5"/>
                  </a:lnTo>
                  <a:lnTo>
                    <a:pt x="6" y="3"/>
                  </a:lnTo>
                  <a:lnTo>
                    <a:pt x="6" y="3"/>
                  </a:lnTo>
                  <a:lnTo>
                    <a:pt x="6" y="2"/>
                  </a:lnTo>
                  <a:lnTo>
                    <a:pt x="6" y="2"/>
                  </a:lnTo>
                  <a:lnTo>
                    <a:pt x="7" y="1"/>
                  </a:lnTo>
                  <a:lnTo>
                    <a:pt x="7" y="2"/>
                  </a:lnTo>
                  <a:lnTo>
                    <a:pt x="7" y="2"/>
                  </a:lnTo>
                  <a:lnTo>
                    <a:pt x="7" y="3"/>
                  </a:lnTo>
                  <a:lnTo>
                    <a:pt x="7" y="3"/>
                  </a:lnTo>
                  <a:lnTo>
                    <a:pt x="7" y="6"/>
                  </a:lnTo>
                  <a:lnTo>
                    <a:pt x="7" y="6"/>
                  </a:lnTo>
                  <a:lnTo>
                    <a:pt x="7" y="8"/>
                  </a:lnTo>
                  <a:lnTo>
                    <a:pt x="7" y="8"/>
                  </a:lnTo>
                  <a:lnTo>
                    <a:pt x="7" y="10"/>
                  </a:lnTo>
                  <a:lnTo>
                    <a:pt x="7" y="11"/>
                  </a:lnTo>
                  <a:lnTo>
                    <a:pt x="7" y="13"/>
                  </a:lnTo>
                  <a:lnTo>
                    <a:pt x="7" y="13"/>
                  </a:lnTo>
                  <a:lnTo>
                    <a:pt x="7" y="15"/>
                  </a:lnTo>
                  <a:lnTo>
                    <a:pt x="7" y="15"/>
                  </a:lnTo>
                  <a:lnTo>
                    <a:pt x="7" y="15"/>
                  </a:lnTo>
                  <a:lnTo>
                    <a:pt x="8" y="15"/>
                  </a:lnTo>
                  <a:lnTo>
                    <a:pt x="8" y="16"/>
                  </a:lnTo>
                  <a:lnTo>
                    <a:pt x="8" y="16"/>
                  </a:lnTo>
                  <a:lnTo>
                    <a:pt x="8" y="16"/>
                  </a:lnTo>
                  <a:lnTo>
                    <a:pt x="9" y="16"/>
                  </a:lnTo>
                  <a:lnTo>
                    <a:pt x="9" y="16"/>
                  </a:lnTo>
                  <a:lnTo>
                    <a:pt x="10" y="16"/>
                  </a:lnTo>
                  <a:lnTo>
                    <a:pt x="10" y="16"/>
                  </a:lnTo>
                  <a:lnTo>
                    <a:pt x="12" y="16"/>
                  </a:lnTo>
                  <a:lnTo>
                    <a:pt x="12" y="16"/>
                  </a:lnTo>
                  <a:lnTo>
                    <a:pt x="12" y="16"/>
                  </a:lnTo>
                  <a:lnTo>
                    <a:pt x="12" y="16"/>
                  </a:lnTo>
                  <a:lnTo>
                    <a:pt x="14" y="16"/>
                  </a:lnTo>
                  <a:lnTo>
                    <a:pt x="14" y="16"/>
                  </a:lnTo>
                  <a:lnTo>
                    <a:pt x="15" y="16"/>
                  </a:lnTo>
                  <a:lnTo>
                    <a:pt x="15" y="16"/>
                  </a:lnTo>
                  <a:lnTo>
                    <a:pt x="17" y="15"/>
                  </a:lnTo>
                  <a:lnTo>
                    <a:pt x="17" y="15"/>
                  </a:lnTo>
                  <a:lnTo>
                    <a:pt x="17" y="15"/>
                  </a:lnTo>
                  <a:lnTo>
                    <a:pt x="17" y="15"/>
                  </a:lnTo>
                  <a:lnTo>
                    <a:pt x="18" y="15"/>
                  </a:lnTo>
                  <a:lnTo>
                    <a:pt x="18" y="15"/>
                  </a:lnTo>
                  <a:lnTo>
                    <a:pt x="19" y="15"/>
                  </a:lnTo>
                  <a:lnTo>
                    <a:pt x="19" y="15"/>
                  </a:lnTo>
                  <a:lnTo>
                    <a:pt x="21" y="15"/>
                  </a:lnTo>
                  <a:lnTo>
                    <a:pt x="21" y="15"/>
                  </a:lnTo>
                  <a:lnTo>
                    <a:pt x="21" y="15"/>
                  </a:lnTo>
                  <a:lnTo>
                    <a:pt x="21" y="15"/>
                  </a:lnTo>
                  <a:lnTo>
                    <a:pt x="23" y="13"/>
                  </a:lnTo>
                  <a:lnTo>
                    <a:pt x="23" y="13"/>
                  </a:lnTo>
                  <a:lnTo>
                    <a:pt x="24" y="13"/>
                  </a:lnTo>
                  <a:lnTo>
                    <a:pt x="24" y="13"/>
                  </a:lnTo>
                  <a:lnTo>
                    <a:pt x="25" y="11"/>
                  </a:lnTo>
                  <a:lnTo>
                    <a:pt x="25" y="11"/>
                  </a:lnTo>
                  <a:lnTo>
                    <a:pt x="25" y="11"/>
                  </a:lnTo>
                  <a:lnTo>
                    <a:pt x="25" y="11"/>
                  </a:lnTo>
                  <a:lnTo>
                    <a:pt x="25" y="11"/>
                  </a:lnTo>
                  <a:lnTo>
                    <a:pt x="25" y="11"/>
                  </a:lnTo>
                  <a:lnTo>
                    <a:pt x="25" y="11"/>
                  </a:lnTo>
                  <a:lnTo>
                    <a:pt x="25" y="11"/>
                  </a:lnTo>
                  <a:lnTo>
                    <a:pt x="25" y="9"/>
                  </a:lnTo>
                  <a:lnTo>
                    <a:pt x="25" y="9"/>
                  </a:lnTo>
                  <a:lnTo>
                    <a:pt x="25" y="9"/>
                  </a:lnTo>
                  <a:lnTo>
                    <a:pt x="25" y="9"/>
                  </a:lnTo>
                  <a:lnTo>
                    <a:pt x="25" y="9"/>
                  </a:lnTo>
                  <a:lnTo>
                    <a:pt x="25" y="9"/>
                  </a:lnTo>
                  <a:lnTo>
                    <a:pt x="25" y="9"/>
                  </a:lnTo>
                  <a:lnTo>
                    <a:pt x="25" y="9"/>
                  </a:lnTo>
                  <a:lnTo>
                    <a:pt x="26" y="7"/>
                  </a:lnTo>
                  <a:lnTo>
                    <a:pt x="26" y="7"/>
                  </a:lnTo>
                  <a:lnTo>
                    <a:pt x="26" y="7"/>
                  </a:lnTo>
                  <a:lnTo>
                    <a:pt x="26" y="7"/>
                  </a:lnTo>
                  <a:lnTo>
                    <a:pt x="27" y="7"/>
                  </a:lnTo>
                  <a:lnTo>
                    <a:pt x="27" y="7"/>
                  </a:lnTo>
                  <a:lnTo>
                    <a:pt x="29" y="7"/>
                  </a:lnTo>
                  <a:lnTo>
                    <a:pt x="29" y="7"/>
                  </a:lnTo>
                  <a:lnTo>
                    <a:pt x="31" y="6"/>
                  </a:lnTo>
                  <a:lnTo>
                    <a:pt x="31" y="6"/>
                  </a:lnTo>
                  <a:lnTo>
                    <a:pt x="31" y="6"/>
                  </a:lnTo>
                  <a:lnTo>
                    <a:pt x="31" y="6"/>
                  </a:lnTo>
                  <a:lnTo>
                    <a:pt x="33" y="4"/>
                  </a:lnTo>
                  <a:lnTo>
                    <a:pt x="33" y="4"/>
                  </a:lnTo>
                  <a:lnTo>
                    <a:pt x="33" y="4"/>
                  </a:lnTo>
                  <a:lnTo>
                    <a:pt x="33" y="4"/>
                  </a:lnTo>
                  <a:lnTo>
                    <a:pt x="34" y="3"/>
                  </a:lnTo>
                  <a:lnTo>
                    <a:pt x="34" y="3"/>
                  </a:lnTo>
                  <a:lnTo>
                    <a:pt x="34" y="3"/>
                  </a:lnTo>
                  <a:lnTo>
                    <a:pt x="34" y="3"/>
                  </a:lnTo>
                  <a:lnTo>
                    <a:pt x="34" y="3"/>
                  </a:lnTo>
                  <a:lnTo>
                    <a:pt x="34" y="3"/>
                  </a:lnTo>
                  <a:lnTo>
                    <a:pt x="34" y="3"/>
                  </a:lnTo>
                  <a:lnTo>
                    <a:pt x="34" y="3"/>
                  </a:lnTo>
                  <a:lnTo>
                    <a:pt x="35" y="1"/>
                  </a:lnTo>
                  <a:lnTo>
                    <a:pt x="35" y="1"/>
                  </a:lnTo>
                  <a:lnTo>
                    <a:pt x="35" y="1"/>
                  </a:lnTo>
                  <a:lnTo>
                    <a:pt x="35" y="1"/>
                  </a:lnTo>
                  <a:lnTo>
                    <a:pt x="36" y="1"/>
                  </a:lnTo>
                  <a:lnTo>
                    <a:pt x="36" y="1"/>
                  </a:lnTo>
                  <a:lnTo>
                    <a:pt x="36" y="1"/>
                  </a:lnTo>
                  <a:lnTo>
                    <a:pt x="36" y="1"/>
                  </a:lnTo>
                  <a:lnTo>
                    <a:pt x="38" y="0"/>
                  </a:lnTo>
                  <a:lnTo>
                    <a:pt x="38" y="0"/>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54" name=""/>
            <p:cNvSpPr/>
            <p:nvPr/>
          </p:nvSpPr>
          <p:spPr>
            <a:xfrm>
              <a:off x="7677000" y="6729480"/>
              <a:ext cx="223920" cy="142920"/>
            </a:xfrm>
            <a:custGeom>
              <a:avLst/>
              <a:gdLst/>
              <a:ahLst/>
              <a:rect l="l" t="t" r="r" b="b"/>
              <a:pathLst>
                <a:path w="141" h="90">
                  <a:moveTo>
                    <a:pt x="34" y="84"/>
                  </a:moveTo>
                  <a:lnTo>
                    <a:pt x="34" y="86"/>
                  </a:lnTo>
                  <a:lnTo>
                    <a:pt x="34" y="86"/>
                  </a:lnTo>
                  <a:lnTo>
                    <a:pt x="34" y="86"/>
                  </a:lnTo>
                  <a:lnTo>
                    <a:pt x="34" y="86"/>
                  </a:lnTo>
                  <a:lnTo>
                    <a:pt x="34" y="86"/>
                  </a:lnTo>
                  <a:lnTo>
                    <a:pt x="34" y="86"/>
                  </a:lnTo>
                  <a:lnTo>
                    <a:pt x="34" y="86"/>
                  </a:lnTo>
                  <a:lnTo>
                    <a:pt x="34" y="86"/>
                  </a:lnTo>
                  <a:lnTo>
                    <a:pt x="34" y="86"/>
                  </a:lnTo>
                  <a:lnTo>
                    <a:pt x="34" y="86"/>
                  </a:lnTo>
                  <a:lnTo>
                    <a:pt x="34" y="86"/>
                  </a:lnTo>
                  <a:lnTo>
                    <a:pt x="34" y="86"/>
                  </a:lnTo>
                  <a:lnTo>
                    <a:pt x="34" y="86"/>
                  </a:lnTo>
                  <a:lnTo>
                    <a:pt x="34" y="86"/>
                  </a:lnTo>
                  <a:lnTo>
                    <a:pt x="34" y="86"/>
                  </a:lnTo>
                  <a:lnTo>
                    <a:pt x="34" y="86"/>
                  </a:lnTo>
                  <a:lnTo>
                    <a:pt x="33" y="86"/>
                  </a:lnTo>
                  <a:lnTo>
                    <a:pt x="33" y="86"/>
                  </a:lnTo>
                  <a:lnTo>
                    <a:pt x="33" y="86"/>
                  </a:lnTo>
                  <a:lnTo>
                    <a:pt x="33" y="84"/>
                  </a:lnTo>
                  <a:lnTo>
                    <a:pt x="32" y="84"/>
                  </a:lnTo>
                  <a:lnTo>
                    <a:pt x="32" y="84"/>
                  </a:lnTo>
                  <a:lnTo>
                    <a:pt x="32" y="84"/>
                  </a:lnTo>
                  <a:lnTo>
                    <a:pt x="32" y="82"/>
                  </a:lnTo>
                  <a:lnTo>
                    <a:pt x="30" y="82"/>
                  </a:lnTo>
                  <a:lnTo>
                    <a:pt x="30" y="82"/>
                  </a:lnTo>
                  <a:lnTo>
                    <a:pt x="30" y="82"/>
                  </a:lnTo>
                  <a:lnTo>
                    <a:pt x="30" y="80"/>
                  </a:lnTo>
                  <a:lnTo>
                    <a:pt x="30" y="80"/>
                  </a:lnTo>
                  <a:lnTo>
                    <a:pt x="30" y="80"/>
                  </a:lnTo>
                  <a:lnTo>
                    <a:pt x="30" y="80"/>
                  </a:lnTo>
                  <a:lnTo>
                    <a:pt x="30" y="79"/>
                  </a:lnTo>
                  <a:lnTo>
                    <a:pt x="28" y="79"/>
                  </a:lnTo>
                  <a:lnTo>
                    <a:pt x="28" y="79"/>
                  </a:lnTo>
                  <a:lnTo>
                    <a:pt x="28" y="79"/>
                  </a:lnTo>
                  <a:lnTo>
                    <a:pt x="28" y="79"/>
                  </a:lnTo>
                  <a:lnTo>
                    <a:pt x="27" y="79"/>
                  </a:lnTo>
                  <a:lnTo>
                    <a:pt x="27" y="79"/>
                  </a:lnTo>
                  <a:lnTo>
                    <a:pt x="27" y="79"/>
                  </a:lnTo>
                  <a:lnTo>
                    <a:pt x="27" y="77"/>
                  </a:lnTo>
                  <a:lnTo>
                    <a:pt x="25" y="77"/>
                  </a:lnTo>
                  <a:lnTo>
                    <a:pt x="25" y="77"/>
                  </a:lnTo>
                  <a:lnTo>
                    <a:pt x="25" y="77"/>
                  </a:lnTo>
                  <a:lnTo>
                    <a:pt x="25" y="76"/>
                  </a:lnTo>
                  <a:lnTo>
                    <a:pt x="25" y="76"/>
                  </a:lnTo>
                  <a:lnTo>
                    <a:pt x="25" y="76"/>
                  </a:lnTo>
                  <a:lnTo>
                    <a:pt x="25" y="76"/>
                  </a:lnTo>
                  <a:lnTo>
                    <a:pt x="25" y="74"/>
                  </a:lnTo>
                  <a:lnTo>
                    <a:pt x="24" y="74"/>
                  </a:lnTo>
                  <a:lnTo>
                    <a:pt x="24" y="74"/>
                  </a:lnTo>
                  <a:lnTo>
                    <a:pt x="24" y="74"/>
                  </a:lnTo>
                  <a:lnTo>
                    <a:pt x="24" y="73"/>
                  </a:lnTo>
                  <a:lnTo>
                    <a:pt x="24" y="73"/>
                  </a:lnTo>
                  <a:lnTo>
                    <a:pt x="24" y="72"/>
                  </a:lnTo>
                  <a:lnTo>
                    <a:pt x="24" y="72"/>
                  </a:lnTo>
                  <a:lnTo>
                    <a:pt x="24" y="70"/>
                  </a:lnTo>
                  <a:lnTo>
                    <a:pt x="24" y="70"/>
                  </a:lnTo>
                  <a:lnTo>
                    <a:pt x="24" y="70"/>
                  </a:lnTo>
                  <a:lnTo>
                    <a:pt x="24" y="70"/>
                  </a:lnTo>
                  <a:lnTo>
                    <a:pt x="24" y="68"/>
                  </a:lnTo>
                  <a:lnTo>
                    <a:pt x="24" y="68"/>
                  </a:lnTo>
                  <a:lnTo>
                    <a:pt x="24" y="68"/>
                  </a:lnTo>
                  <a:lnTo>
                    <a:pt x="24" y="68"/>
                  </a:lnTo>
                  <a:lnTo>
                    <a:pt x="25" y="66"/>
                  </a:lnTo>
                  <a:lnTo>
                    <a:pt x="24" y="66"/>
                  </a:lnTo>
                  <a:lnTo>
                    <a:pt x="24" y="66"/>
                  </a:lnTo>
                  <a:lnTo>
                    <a:pt x="24" y="66"/>
                  </a:lnTo>
                  <a:lnTo>
                    <a:pt x="24" y="65"/>
                  </a:lnTo>
                  <a:lnTo>
                    <a:pt x="24" y="65"/>
                  </a:lnTo>
                  <a:lnTo>
                    <a:pt x="24" y="65"/>
                  </a:lnTo>
                  <a:lnTo>
                    <a:pt x="24" y="65"/>
                  </a:lnTo>
                  <a:lnTo>
                    <a:pt x="24" y="63"/>
                  </a:lnTo>
                  <a:lnTo>
                    <a:pt x="24" y="63"/>
                  </a:lnTo>
                  <a:lnTo>
                    <a:pt x="24" y="63"/>
                  </a:lnTo>
                  <a:lnTo>
                    <a:pt x="24" y="63"/>
                  </a:lnTo>
                  <a:lnTo>
                    <a:pt x="24" y="61"/>
                  </a:lnTo>
                  <a:lnTo>
                    <a:pt x="24" y="61"/>
                  </a:lnTo>
                  <a:lnTo>
                    <a:pt x="24" y="61"/>
                  </a:lnTo>
                  <a:lnTo>
                    <a:pt x="24" y="61"/>
                  </a:lnTo>
                  <a:lnTo>
                    <a:pt x="25" y="59"/>
                  </a:lnTo>
                  <a:lnTo>
                    <a:pt x="24" y="59"/>
                  </a:lnTo>
                  <a:lnTo>
                    <a:pt x="24" y="59"/>
                  </a:lnTo>
                  <a:lnTo>
                    <a:pt x="23" y="59"/>
                  </a:lnTo>
                  <a:lnTo>
                    <a:pt x="23" y="59"/>
                  </a:lnTo>
                  <a:lnTo>
                    <a:pt x="21" y="59"/>
                  </a:lnTo>
                  <a:lnTo>
                    <a:pt x="21" y="59"/>
                  </a:lnTo>
                  <a:lnTo>
                    <a:pt x="20" y="59"/>
                  </a:lnTo>
                  <a:lnTo>
                    <a:pt x="20" y="59"/>
                  </a:lnTo>
                  <a:lnTo>
                    <a:pt x="18" y="59"/>
                  </a:lnTo>
                  <a:lnTo>
                    <a:pt x="18" y="59"/>
                  </a:lnTo>
                  <a:lnTo>
                    <a:pt x="17" y="59"/>
                  </a:lnTo>
                  <a:lnTo>
                    <a:pt x="17" y="59"/>
                  </a:lnTo>
                  <a:lnTo>
                    <a:pt x="16" y="59"/>
                  </a:lnTo>
                  <a:lnTo>
                    <a:pt x="16" y="59"/>
                  </a:lnTo>
                  <a:lnTo>
                    <a:pt x="16" y="59"/>
                  </a:lnTo>
                  <a:lnTo>
                    <a:pt x="16" y="58"/>
                  </a:lnTo>
                  <a:lnTo>
                    <a:pt x="14" y="59"/>
                  </a:lnTo>
                  <a:lnTo>
                    <a:pt x="14" y="59"/>
                  </a:lnTo>
                  <a:lnTo>
                    <a:pt x="14" y="59"/>
                  </a:lnTo>
                  <a:lnTo>
                    <a:pt x="14" y="59"/>
                  </a:lnTo>
                  <a:lnTo>
                    <a:pt x="13" y="59"/>
                  </a:lnTo>
                  <a:lnTo>
                    <a:pt x="13" y="59"/>
                  </a:lnTo>
                  <a:lnTo>
                    <a:pt x="13" y="59"/>
                  </a:lnTo>
                  <a:lnTo>
                    <a:pt x="13" y="59"/>
                  </a:lnTo>
                  <a:lnTo>
                    <a:pt x="11" y="61"/>
                  </a:lnTo>
                  <a:lnTo>
                    <a:pt x="11" y="61"/>
                  </a:lnTo>
                  <a:lnTo>
                    <a:pt x="11" y="61"/>
                  </a:lnTo>
                  <a:lnTo>
                    <a:pt x="11" y="61"/>
                  </a:lnTo>
                  <a:lnTo>
                    <a:pt x="11" y="61"/>
                  </a:lnTo>
                  <a:lnTo>
                    <a:pt x="11" y="61"/>
                  </a:lnTo>
                  <a:lnTo>
                    <a:pt x="11" y="61"/>
                  </a:lnTo>
                  <a:lnTo>
                    <a:pt x="11" y="61"/>
                  </a:lnTo>
                  <a:lnTo>
                    <a:pt x="9" y="63"/>
                  </a:lnTo>
                  <a:lnTo>
                    <a:pt x="9" y="63"/>
                  </a:lnTo>
                  <a:lnTo>
                    <a:pt x="9" y="63"/>
                  </a:lnTo>
                  <a:lnTo>
                    <a:pt x="9" y="63"/>
                  </a:lnTo>
                  <a:lnTo>
                    <a:pt x="9" y="64"/>
                  </a:lnTo>
                  <a:lnTo>
                    <a:pt x="9" y="64"/>
                  </a:lnTo>
                  <a:lnTo>
                    <a:pt x="9" y="64"/>
                  </a:lnTo>
                  <a:lnTo>
                    <a:pt x="9" y="64"/>
                  </a:lnTo>
                  <a:lnTo>
                    <a:pt x="9" y="66"/>
                  </a:lnTo>
                  <a:lnTo>
                    <a:pt x="9" y="66"/>
                  </a:lnTo>
                  <a:lnTo>
                    <a:pt x="9" y="66"/>
                  </a:lnTo>
                  <a:lnTo>
                    <a:pt x="9" y="66"/>
                  </a:lnTo>
                  <a:lnTo>
                    <a:pt x="9" y="67"/>
                  </a:lnTo>
                  <a:lnTo>
                    <a:pt x="9" y="67"/>
                  </a:lnTo>
                  <a:lnTo>
                    <a:pt x="9" y="67"/>
                  </a:lnTo>
                  <a:lnTo>
                    <a:pt x="9" y="67"/>
                  </a:lnTo>
                  <a:lnTo>
                    <a:pt x="7" y="69"/>
                  </a:lnTo>
                  <a:lnTo>
                    <a:pt x="7" y="69"/>
                  </a:lnTo>
                  <a:lnTo>
                    <a:pt x="6" y="69"/>
                  </a:lnTo>
                  <a:lnTo>
                    <a:pt x="6" y="69"/>
                  </a:lnTo>
                  <a:lnTo>
                    <a:pt x="4" y="70"/>
                  </a:lnTo>
                  <a:lnTo>
                    <a:pt x="4" y="70"/>
                  </a:lnTo>
                  <a:lnTo>
                    <a:pt x="4" y="70"/>
                  </a:lnTo>
                  <a:lnTo>
                    <a:pt x="4" y="70"/>
                  </a:lnTo>
                  <a:lnTo>
                    <a:pt x="3" y="71"/>
                  </a:lnTo>
                  <a:lnTo>
                    <a:pt x="3" y="71"/>
                  </a:lnTo>
                  <a:lnTo>
                    <a:pt x="1" y="71"/>
                  </a:lnTo>
                  <a:lnTo>
                    <a:pt x="1" y="71"/>
                  </a:lnTo>
                  <a:lnTo>
                    <a:pt x="0" y="71"/>
                  </a:lnTo>
                  <a:lnTo>
                    <a:pt x="0" y="71"/>
                  </a:lnTo>
                  <a:lnTo>
                    <a:pt x="0" y="71"/>
                  </a:lnTo>
                  <a:lnTo>
                    <a:pt x="0" y="71"/>
                  </a:lnTo>
                  <a:lnTo>
                    <a:pt x="0" y="71"/>
                  </a:lnTo>
                  <a:lnTo>
                    <a:pt x="0" y="71"/>
                  </a:lnTo>
                  <a:lnTo>
                    <a:pt x="0" y="71"/>
                  </a:lnTo>
                  <a:lnTo>
                    <a:pt x="0" y="71"/>
                  </a:lnTo>
                  <a:lnTo>
                    <a:pt x="0" y="71"/>
                  </a:lnTo>
                  <a:lnTo>
                    <a:pt x="0" y="71"/>
                  </a:lnTo>
                  <a:lnTo>
                    <a:pt x="0" y="71"/>
                  </a:lnTo>
                  <a:lnTo>
                    <a:pt x="1" y="69"/>
                  </a:lnTo>
                  <a:lnTo>
                    <a:pt x="1" y="69"/>
                  </a:lnTo>
                  <a:lnTo>
                    <a:pt x="1" y="69"/>
                  </a:lnTo>
                  <a:lnTo>
                    <a:pt x="1" y="69"/>
                  </a:lnTo>
                  <a:lnTo>
                    <a:pt x="1" y="67"/>
                  </a:lnTo>
                  <a:lnTo>
                    <a:pt x="1" y="67"/>
                  </a:lnTo>
                  <a:lnTo>
                    <a:pt x="1" y="67"/>
                  </a:lnTo>
                  <a:lnTo>
                    <a:pt x="1" y="67"/>
                  </a:lnTo>
                  <a:lnTo>
                    <a:pt x="3" y="66"/>
                  </a:lnTo>
                  <a:lnTo>
                    <a:pt x="3" y="66"/>
                  </a:lnTo>
                  <a:lnTo>
                    <a:pt x="3" y="66"/>
                  </a:lnTo>
                  <a:lnTo>
                    <a:pt x="3" y="66"/>
                  </a:lnTo>
                  <a:lnTo>
                    <a:pt x="3" y="65"/>
                  </a:lnTo>
                  <a:lnTo>
                    <a:pt x="3" y="65"/>
                  </a:lnTo>
                  <a:lnTo>
                    <a:pt x="3" y="65"/>
                  </a:lnTo>
                  <a:lnTo>
                    <a:pt x="3" y="65"/>
                  </a:lnTo>
                  <a:lnTo>
                    <a:pt x="4" y="63"/>
                  </a:lnTo>
                  <a:lnTo>
                    <a:pt x="4" y="63"/>
                  </a:lnTo>
                  <a:lnTo>
                    <a:pt x="4" y="63"/>
                  </a:lnTo>
                  <a:lnTo>
                    <a:pt x="4" y="63"/>
                  </a:lnTo>
                  <a:lnTo>
                    <a:pt x="5" y="61"/>
                  </a:lnTo>
                  <a:lnTo>
                    <a:pt x="5" y="61"/>
                  </a:lnTo>
                  <a:lnTo>
                    <a:pt x="5" y="61"/>
                  </a:lnTo>
                  <a:lnTo>
                    <a:pt x="5" y="61"/>
                  </a:lnTo>
                  <a:lnTo>
                    <a:pt x="6" y="59"/>
                  </a:lnTo>
                  <a:lnTo>
                    <a:pt x="5" y="59"/>
                  </a:lnTo>
                  <a:lnTo>
                    <a:pt x="5" y="59"/>
                  </a:lnTo>
                  <a:lnTo>
                    <a:pt x="5" y="59"/>
                  </a:lnTo>
                  <a:lnTo>
                    <a:pt x="5" y="59"/>
                  </a:lnTo>
                  <a:lnTo>
                    <a:pt x="4" y="59"/>
                  </a:lnTo>
                  <a:lnTo>
                    <a:pt x="4" y="59"/>
                  </a:lnTo>
                  <a:lnTo>
                    <a:pt x="4" y="59"/>
                  </a:lnTo>
                  <a:lnTo>
                    <a:pt x="4" y="58"/>
                  </a:lnTo>
                  <a:lnTo>
                    <a:pt x="3" y="58"/>
                  </a:lnTo>
                  <a:lnTo>
                    <a:pt x="3" y="58"/>
                  </a:lnTo>
                  <a:lnTo>
                    <a:pt x="3" y="58"/>
                  </a:lnTo>
                  <a:lnTo>
                    <a:pt x="3" y="58"/>
                  </a:lnTo>
                  <a:lnTo>
                    <a:pt x="3" y="58"/>
                  </a:lnTo>
                  <a:lnTo>
                    <a:pt x="3" y="58"/>
                  </a:lnTo>
                  <a:lnTo>
                    <a:pt x="3" y="58"/>
                  </a:lnTo>
                  <a:lnTo>
                    <a:pt x="3" y="57"/>
                  </a:lnTo>
                  <a:lnTo>
                    <a:pt x="3" y="57"/>
                  </a:lnTo>
                  <a:lnTo>
                    <a:pt x="3" y="57"/>
                  </a:lnTo>
                  <a:lnTo>
                    <a:pt x="3" y="57"/>
                  </a:lnTo>
                  <a:lnTo>
                    <a:pt x="3" y="57"/>
                  </a:lnTo>
                  <a:lnTo>
                    <a:pt x="3" y="57"/>
                  </a:lnTo>
                  <a:lnTo>
                    <a:pt x="3" y="57"/>
                  </a:lnTo>
                  <a:lnTo>
                    <a:pt x="3" y="57"/>
                  </a:lnTo>
                  <a:lnTo>
                    <a:pt x="5" y="55"/>
                  </a:lnTo>
                  <a:lnTo>
                    <a:pt x="5" y="55"/>
                  </a:lnTo>
                  <a:lnTo>
                    <a:pt x="5" y="55"/>
                  </a:lnTo>
                  <a:lnTo>
                    <a:pt x="5" y="55"/>
                  </a:lnTo>
                  <a:lnTo>
                    <a:pt x="7" y="54"/>
                  </a:lnTo>
                  <a:lnTo>
                    <a:pt x="7" y="54"/>
                  </a:lnTo>
                  <a:lnTo>
                    <a:pt x="7" y="54"/>
                  </a:lnTo>
                  <a:lnTo>
                    <a:pt x="7" y="54"/>
                  </a:lnTo>
                  <a:lnTo>
                    <a:pt x="9" y="52"/>
                  </a:lnTo>
                  <a:lnTo>
                    <a:pt x="7" y="52"/>
                  </a:lnTo>
                  <a:lnTo>
                    <a:pt x="7" y="52"/>
                  </a:lnTo>
                  <a:lnTo>
                    <a:pt x="7" y="52"/>
                  </a:lnTo>
                  <a:lnTo>
                    <a:pt x="7" y="52"/>
                  </a:lnTo>
                  <a:lnTo>
                    <a:pt x="7" y="52"/>
                  </a:lnTo>
                  <a:lnTo>
                    <a:pt x="7" y="52"/>
                  </a:lnTo>
                  <a:lnTo>
                    <a:pt x="7" y="52"/>
                  </a:lnTo>
                  <a:lnTo>
                    <a:pt x="7" y="52"/>
                  </a:lnTo>
                  <a:lnTo>
                    <a:pt x="6" y="52"/>
                  </a:lnTo>
                  <a:lnTo>
                    <a:pt x="6" y="52"/>
                  </a:lnTo>
                  <a:lnTo>
                    <a:pt x="6" y="52"/>
                  </a:lnTo>
                  <a:lnTo>
                    <a:pt x="6" y="52"/>
                  </a:lnTo>
                  <a:lnTo>
                    <a:pt x="6" y="52"/>
                  </a:lnTo>
                  <a:lnTo>
                    <a:pt x="6" y="52"/>
                  </a:lnTo>
                  <a:lnTo>
                    <a:pt x="6" y="52"/>
                  </a:lnTo>
                  <a:lnTo>
                    <a:pt x="6" y="51"/>
                  </a:lnTo>
                  <a:lnTo>
                    <a:pt x="6" y="51"/>
                  </a:lnTo>
                  <a:lnTo>
                    <a:pt x="6" y="51"/>
                  </a:lnTo>
                  <a:lnTo>
                    <a:pt x="6" y="51"/>
                  </a:lnTo>
                  <a:lnTo>
                    <a:pt x="7" y="50"/>
                  </a:lnTo>
                  <a:lnTo>
                    <a:pt x="7" y="50"/>
                  </a:lnTo>
                  <a:lnTo>
                    <a:pt x="7" y="50"/>
                  </a:lnTo>
                  <a:lnTo>
                    <a:pt x="7" y="50"/>
                  </a:lnTo>
                  <a:lnTo>
                    <a:pt x="9" y="48"/>
                  </a:lnTo>
                  <a:lnTo>
                    <a:pt x="9" y="48"/>
                  </a:lnTo>
                  <a:lnTo>
                    <a:pt x="9" y="48"/>
                  </a:lnTo>
                  <a:lnTo>
                    <a:pt x="9" y="48"/>
                  </a:lnTo>
                  <a:lnTo>
                    <a:pt x="11" y="47"/>
                  </a:lnTo>
                  <a:lnTo>
                    <a:pt x="11" y="47"/>
                  </a:lnTo>
                  <a:lnTo>
                    <a:pt x="11" y="47"/>
                  </a:lnTo>
                  <a:lnTo>
                    <a:pt x="11" y="47"/>
                  </a:lnTo>
                  <a:lnTo>
                    <a:pt x="12" y="46"/>
                  </a:lnTo>
                  <a:lnTo>
                    <a:pt x="12" y="46"/>
                  </a:lnTo>
                  <a:lnTo>
                    <a:pt x="12" y="46"/>
                  </a:lnTo>
                  <a:lnTo>
                    <a:pt x="12" y="46"/>
                  </a:lnTo>
                  <a:lnTo>
                    <a:pt x="12" y="46"/>
                  </a:lnTo>
                  <a:lnTo>
                    <a:pt x="12" y="46"/>
                  </a:lnTo>
                  <a:lnTo>
                    <a:pt x="12" y="46"/>
                  </a:lnTo>
                  <a:lnTo>
                    <a:pt x="12" y="46"/>
                  </a:lnTo>
                  <a:lnTo>
                    <a:pt x="14" y="45"/>
                  </a:lnTo>
                  <a:lnTo>
                    <a:pt x="14" y="45"/>
                  </a:lnTo>
                  <a:lnTo>
                    <a:pt x="14" y="45"/>
                  </a:lnTo>
                  <a:lnTo>
                    <a:pt x="14" y="45"/>
                  </a:lnTo>
                  <a:lnTo>
                    <a:pt x="14" y="44"/>
                  </a:lnTo>
                  <a:lnTo>
                    <a:pt x="14" y="44"/>
                  </a:lnTo>
                  <a:lnTo>
                    <a:pt x="14" y="44"/>
                  </a:lnTo>
                  <a:lnTo>
                    <a:pt x="14" y="44"/>
                  </a:lnTo>
                  <a:lnTo>
                    <a:pt x="15" y="42"/>
                  </a:lnTo>
                  <a:lnTo>
                    <a:pt x="15" y="42"/>
                  </a:lnTo>
                  <a:lnTo>
                    <a:pt x="15" y="42"/>
                  </a:lnTo>
                  <a:lnTo>
                    <a:pt x="15" y="42"/>
                  </a:lnTo>
                  <a:lnTo>
                    <a:pt x="15" y="41"/>
                  </a:lnTo>
                  <a:lnTo>
                    <a:pt x="15" y="41"/>
                  </a:lnTo>
                  <a:lnTo>
                    <a:pt x="15" y="41"/>
                  </a:lnTo>
                  <a:lnTo>
                    <a:pt x="15" y="41"/>
                  </a:lnTo>
                  <a:lnTo>
                    <a:pt x="16" y="39"/>
                  </a:lnTo>
                  <a:lnTo>
                    <a:pt x="16" y="39"/>
                  </a:lnTo>
                  <a:lnTo>
                    <a:pt x="16" y="39"/>
                  </a:lnTo>
                  <a:lnTo>
                    <a:pt x="16" y="39"/>
                  </a:lnTo>
                  <a:lnTo>
                    <a:pt x="16" y="37"/>
                  </a:lnTo>
                  <a:lnTo>
                    <a:pt x="16" y="37"/>
                  </a:lnTo>
                  <a:lnTo>
                    <a:pt x="16" y="36"/>
                  </a:lnTo>
                  <a:lnTo>
                    <a:pt x="16" y="36"/>
                  </a:lnTo>
                  <a:lnTo>
                    <a:pt x="16" y="35"/>
                  </a:lnTo>
                  <a:lnTo>
                    <a:pt x="16" y="35"/>
                  </a:lnTo>
                  <a:lnTo>
                    <a:pt x="16" y="35"/>
                  </a:lnTo>
                  <a:lnTo>
                    <a:pt x="16" y="35"/>
                  </a:lnTo>
                  <a:lnTo>
                    <a:pt x="17" y="35"/>
                  </a:lnTo>
                  <a:lnTo>
                    <a:pt x="17" y="35"/>
                  </a:lnTo>
                  <a:lnTo>
                    <a:pt x="17" y="35"/>
                  </a:lnTo>
                  <a:lnTo>
                    <a:pt x="17" y="35"/>
                  </a:lnTo>
                  <a:lnTo>
                    <a:pt x="19" y="35"/>
                  </a:lnTo>
                  <a:lnTo>
                    <a:pt x="19" y="35"/>
                  </a:lnTo>
                  <a:lnTo>
                    <a:pt x="19" y="35"/>
                  </a:lnTo>
                  <a:lnTo>
                    <a:pt x="19" y="35"/>
                  </a:lnTo>
                  <a:lnTo>
                    <a:pt x="21" y="35"/>
                  </a:lnTo>
                  <a:lnTo>
                    <a:pt x="21" y="35"/>
                  </a:lnTo>
                  <a:lnTo>
                    <a:pt x="21" y="35"/>
                  </a:lnTo>
                  <a:lnTo>
                    <a:pt x="21" y="35"/>
                  </a:lnTo>
                  <a:lnTo>
                    <a:pt x="23" y="34"/>
                  </a:lnTo>
                  <a:lnTo>
                    <a:pt x="23" y="34"/>
                  </a:lnTo>
                  <a:lnTo>
                    <a:pt x="23" y="34"/>
                  </a:lnTo>
                  <a:lnTo>
                    <a:pt x="23" y="34"/>
                  </a:lnTo>
                  <a:lnTo>
                    <a:pt x="23" y="32"/>
                  </a:lnTo>
                  <a:lnTo>
                    <a:pt x="23" y="32"/>
                  </a:lnTo>
                  <a:lnTo>
                    <a:pt x="23" y="32"/>
                  </a:lnTo>
                  <a:lnTo>
                    <a:pt x="23" y="32"/>
                  </a:lnTo>
                  <a:lnTo>
                    <a:pt x="23" y="30"/>
                  </a:lnTo>
                  <a:lnTo>
                    <a:pt x="23" y="30"/>
                  </a:lnTo>
                  <a:lnTo>
                    <a:pt x="23" y="30"/>
                  </a:lnTo>
                  <a:lnTo>
                    <a:pt x="23" y="30"/>
                  </a:lnTo>
                  <a:lnTo>
                    <a:pt x="23" y="29"/>
                  </a:lnTo>
                  <a:lnTo>
                    <a:pt x="23" y="29"/>
                  </a:lnTo>
                  <a:lnTo>
                    <a:pt x="23" y="29"/>
                  </a:lnTo>
                  <a:lnTo>
                    <a:pt x="23" y="29"/>
                  </a:lnTo>
                  <a:lnTo>
                    <a:pt x="25" y="27"/>
                  </a:lnTo>
                  <a:lnTo>
                    <a:pt x="25" y="27"/>
                  </a:lnTo>
                  <a:lnTo>
                    <a:pt x="25" y="27"/>
                  </a:lnTo>
                  <a:lnTo>
                    <a:pt x="25" y="27"/>
                  </a:lnTo>
                  <a:lnTo>
                    <a:pt x="26" y="27"/>
                  </a:lnTo>
                  <a:lnTo>
                    <a:pt x="26" y="27"/>
                  </a:lnTo>
                  <a:lnTo>
                    <a:pt x="26" y="27"/>
                  </a:lnTo>
                  <a:lnTo>
                    <a:pt x="26" y="27"/>
                  </a:lnTo>
                  <a:lnTo>
                    <a:pt x="28" y="27"/>
                  </a:lnTo>
                  <a:lnTo>
                    <a:pt x="28" y="27"/>
                  </a:lnTo>
                  <a:lnTo>
                    <a:pt x="28" y="27"/>
                  </a:lnTo>
                  <a:lnTo>
                    <a:pt x="28" y="27"/>
                  </a:lnTo>
                  <a:lnTo>
                    <a:pt x="30" y="25"/>
                  </a:lnTo>
                  <a:lnTo>
                    <a:pt x="30" y="25"/>
                  </a:lnTo>
                  <a:lnTo>
                    <a:pt x="30" y="25"/>
                  </a:lnTo>
                  <a:lnTo>
                    <a:pt x="30" y="25"/>
                  </a:lnTo>
                  <a:lnTo>
                    <a:pt x="32" y="23"/>
                  </a:lnTo>
                  <a:lnTo>
                    <a:pt x="32" y="23"/>
                  </a:lnTo>
                  <a:lnTo>
                    <a:pt x="32" y="23"/>
                  </a:lnTo>
                  <a:lnTo>
                    <a:pt x="32" y="23"/>
                  </a:lnTo>
                  <a:lnTo>
                    <a:pt x="32" y="23"/>
                  </a:lnTo>
                  <a:lnTo>
                    <a:pt x="32" y="23"/>
                  </a:lnTo>
                  <a:lnTo>
                    <a:pt x="32" y="23"/>
                  </a:lnTo>
                  <a:lnTo>
                    <a:pt x="32" y="23"/>
                  </a:lnTo>
                  <a:lnTo>
                    <a:pt x="34" y="21"/>
                  </a:lnTo>
                  <a:lnTo>
                    <a:pt x="34" y="21"/>
                  </a:lnTo>
                  <a:lnTo>
                    <a:pt x="34" y="21"/>
                  </a:lnTo>
                  <a:lnTo>
                    <a:pt x="34" y="21"/>
                  </a:lnTo>
                  <a:lnTo>
                    <a:pt x="34" y="21"/>
                  </a:lnTo>
                  <a:lnTo>
                    <a:pt x="34" y="21"/>
                  </a:lnTo>
                  <a:lnTo>
                    <a:pt x="34" y="21"/>
                  </a:lnTo>
                  <a:lnTo>
                    <a:pt x="34" y="21"/>
                  </a:lnTo>
                  <a:lnTo>
                    <a:pt x="35" y="19"/>
                  </a:lnTo>
                  <a:lnTo>
                    <a:pt x="34" y="19"/>
                  </a:lnTo>
                  <a:lnTo>
                    <a:pt x="34" y="19"/>
                  </a:lnTo>
                  <a:lnTo>
                    <a:pt x="34" y="19"/>
                  </a:lnTo>
                  <a:lnTo>
                    <a:pt x="34" y="19"/>
                  </a:lnTo>
                  <a:lnTo>
                    <a:pt x="33" y="19"/>
                  </a:lnTo>
                  <a:lnTo>
                    <a:pt x="33" y="19"/>
                  </a:lnTo>
                  <a:lnTo>
                    <a:pt x="33" y="19"/>
                  </a:lnTo>
                  <a:lnTo>
                    <a:pt x="33" y="19"/>
                  </a:lnTo>
                  <a:lnTo>
                    <a:pt x="32" y="19"/>
                  </a:lnTo>
                  <a:lnTo>
                    <a:pt x="32" y="19"/>
                  </a:lnTo>
                  <a:lnTo>
                    <a:pt x="32" y="19"/>
                  </a:lnTo>
                  <a:lnTo>
                    <a:pt x="32" y="19"/>
                  </a:lnTo>
                  <a:lnTo>
                    <a:pt x="32" y="19"/>
                  </a:lnTo>
                  <a:lnTo>
                    <a:pt x="32" y="19"/>
                  </a:lnTo>
                  <a:lnTo>
                    <a:pt x="32" y="19"/>
                  </a:lnTo>
                  <a:lnTo>
                    <a:pt x="32" y="19"/>
                  </a:lnTo>
                  <a:lnTo>
                    <a:pt x="31" y="19"/>
                  </a:lnTo>
                  <a:lnTo>
                    <a:pt x="31" y="19"/>
                  </a:lnTo>
                  <a:lnTo>
                    <a:pt x="31" y="19"/>
                  </a:lnTo>
                  <a:lnTo>
                    <a:pt x="31" y="18"/>
                  </a:lnTo>
                  <a:lnTo>
                    <a:pt x="31" y="18"/>
                  </a:lnTo>
                  <a:lnTo>
                    <a:pt x="31" y="18"/>
                  </a:lnTo>
                  <a:lnTo>
                    <a:pt x="31" y="18"/>
                  </a:lnTo>
                  <a:lnTo>
                    <a:pt x="32" y="15"/>
                  </a:lnTo>
                  <a:lnTo>
                    <a:pt x="32" y="15"/>
                  </a:lnTo>
                  <a:lnTo>
                    <a:pt x="32" y="15"/>
                  </a:lnTo>
                  <a:lnTo>
                    <a:pt x="32" y="15"/>
                  </a:lnTo>
                  <a:lnTo>
                    <a:pt x="33" y="14"/>
                  </a:lnTo>
                  <a:lnTo>
                    <a:pt x="33" y="14"/>
                  </a:lnTo>
                  <a:lnTo>
                    <a:pt x="33" y="14"/>
                  </a:lnTo>
                  <a:lnTo>
                    <a:pt x="33" y="14"/>
                  </a:lnTo>
                  <a:lnTo>
                    <a:pt x="35" y="13"/>
                  </a:lnTo>
                  <a:lnTo>
                    <a:pt x="35" y="13"/>
                  </a:lnTo>
                  <a:lnTo>
                    <a:pt x="35" y="13"/>
                  </a:lnTo>
                  <a:lnTo>
                    <a:pt x="35" y="13"/>
                  </a:lnTo>
                  <a:lnTo>
                    <a:pt x="35" y="13"/>
                  </a:lnTo>
                  <a:lnTo>
                    <a:pt x="35" y="13"/>
                  </a:lnTo>
                  <a:lnTo>
                    <a:pt x="35" y="13"/>
                  </a:lnTo>
                  <a:lnTo>
                    <a:pt x="35" y="13"/>
                  </a:lnTo>
                  <a:lnTo>
                    <a:pt x="36" y="12"/>
                  </a:lnTo>
                  <a:lnTo>
                    <a:pt x="36" y="12"/>
                  </a:lnTo>
                  <a:lnTo>
                    <a:pt x="36" y="12"/>
                  </a:lnTo>
                  <a:lnTo>
                    <a:pt x="36" y="12"/>
                  </a:lnTo>
                  <a:lnTo>
                    <a:pt x="36" y="12"/>
                  </a:lnTo>
                  <a:lnTo>
                    <a:pt x="36" y="12"/>
                  </a:lnTo>
                  <a:lnTo>
                    <a:pt x="36" y="12"/>
                  </a:lnTo>
                  <a:lnTo>
                    <a:pt x="36" y="12"/>
                  </a:lnTo>
                  <a:lnTo>
                    <a:pt x="38" y="11"/>
                  </a:lnTo>
                  <a:lnTo>
                    <a:pt x="38" y="13"/>
                  </a:lnTo>
                  <a:lnTo>
                    <a:pt x="38" y="13"/>
                  </a:lnTo>
                  <a:lnTo>
                    <a:pt x="38" y="13"/>
                  </a:lnTo>
                  <a:lnTo>
                    <a:pt x="38" y="13"/>
                  </a:lnTo>
                  <a:lnTo>
                    <a:pt x="38" y="14"/>
                  </a:lnTo>
                  <a:lnTo>
                    <a:pt x="38" y="14"/>
                  </a:lnTo>
                  <a:lnTo>
                    <a:pt x="38" y="14"/>
                  </a:lnTo>
                  <a:lnTo>
                    <a:pt x="40" y="14"/>
                  </a:lnTo>
                  <a:lnTo>
                    <a:pt x="40" y="15"/>
                  </a:lnTo>
                  <a:lnTo>
                    <a:pt x="40" y="15"/>
                  </a:lnTo>
                  <a:lnTo>
                    <a:pt x="40" y="15"/>
                  </a:lnTo>
                  <a:lnTo>
                    <a:pt x="40" y="15"/>
                  </a:lnTo>
                  <a:lnTo>
                    <a:pt x="40" y="15"/>
                  </a:lnTo>
                  <a:lnTo>
                    <a:pt x="40" y="15"/>
                  </a:lnTo>
                  <a:lnTo>
                    <a:pt x="40" y="15"/>
                  </a:lnTo>
                  <a:lnTo>
                    <a:pt x="41" y="15"/>
                  </a:lnTo>
                  <a:lnTo>
                    <a:pt x="41" y="16"/>
                  </a:lnTo>
                  <a:lnTo>
                    <a:pt x="41" y="16"/>
                  </a:lnTo>
                  <a:lnTo>
                    <a:pt x="41" y="16"/>
                  </a:lnTo>
                  <a:lnTo>
                    <a:pt x="41" y="16"/>
                  </a:lnTo>
                  <a:lnTo>
                    <a:pt x="41" y="16"/>
                  </a:lnTo>
                  <a:lnTo>
                    <a:pt x="41" y="16"/>
                  </a:lnTo>
                  <a:lnTo>
                    <a:pt x="41" y="16"/>
                  </a:lnTo>
                  <a:lnTo>
                    <a:pt x="43" y="16"/>
                  </a:lnTo>
                  <a:lnTo>
                    <a:pt x="43" y="16"/>
                  </a:lnTo>
                  <a:lnTo>
                    <a:pt x="43" y="16"/>
                  </a:lnTo>
                  <a:lnTo>
                    <a:pt x="43" y="16"/>
                  </a:lnTo>
                  <a:lnTo>
                    <a:pt x="44" y="16"/>
                  </a:lnTo>
                  <a:lnTo>
                    <a:pt x="44" y="16"/>
                  </a:lnTo>
                  <a:lnTo>
                    <a:pt x="44" y="16"/>
                  </a:lnTo>
                  <a:lnTo>
                    <a:pt x="44" y="16"/>
                  </a:lnTo>
                  <a:lnTo>
                    <a:pt x="46" y="15"/>
                  </a:lnTo>
                  <a:lnTo>
                    <a:pt x="46" y="15"/>
                  </a:lnTo>
                  <a:lnTo>
                    <a:pt x="46" y="15"/>
                  </a:lnTo>
                  <a:lnTo>
                    <a:pt x="46" y="15"/>
                  </a:lnTo>
                  <a:lnTo>
                    <a:pt x="47" y="14"/>
                  </a:lnTo>
                  <a:lnTo>
                    <a:pt x="47" y="14"/>
                  </a:lnTo>
                  <a:lnTo>
                    <a:pt x="47" y="13"/>
                  </a:lnTo>
                  <a:lnTo>
                    <a:pt x="47" y="13"/>
                  </a:lnTo>
                  <a:lnTo>
                    <a:pt x="49" y="11"/>
                  </a:lnTo>
                  <a:lnTo>
                    <a:pt x="49" y="11"/>
                  </a:lnTo>
                  <a:lnTo>
                    <a:pt x="49" y="11"/>
                  </a:lnTo>
                  <a:lnTo>
                    <a:pt x="49" y="11"/>
                  </a:lnTo>
                  <a:lnTo>
                    <a:pt x="50" y="9"/>
                  </a:lnTo>
                  <a:lnTo>
                    <a:pt x="50" y="9"/>
                  </a:lnTo>
                  <a:lnTo>
                    <a:pt x="50" y="8"/>
                  </a:lnTo>
                  <a:lnTo>
                    <a:pt x="50" y="8"/>
                  </a:lnTo>
                  <a:lnTo>
                    <a:pt x="53" y="7"/>
                  </a:lnTo>
                  <a:lnTo>
                    <a:pt x="53" y="8"/>
                  </a:lnTo>
                  <a:lnTo>
                    <a:pt x="53" y="8"/>
                  </a:lnTo>
                  <a:lnTo>
                    <a:pt x="53" y="8"/>
                  </a:lnTo>
                  <a:lnTo>
                    <a:pt x="53" y="8"/>
                  </a:lnTo>
                  <a:lnTo>
                    <a:pt x="53" y="8"/>
                  </a:lnTo>
                  <a:lnTo>
                    <a:pt x="53" y="8"/>
                  </a:lnTo>
                  <a:lnTo>
                    <a:pt x="53" y="8"/>
                  </a:lnTo>
                  <a:lnTo>
                    <a:pt x="55" y="8"/>
                  </a:lnTo>
                  <a:lnTo>
                    <a:pt x="55" y="9"/>
                  </a:lnTo>
                  <a:lnTo>
                    <a:pt x="55" y="9"/>
                  </a:lnTo>
                  <a:lnTo>
                    <a:pt x="55" y="9"/>
                  </a:lnTo>
                  <a:lnTo>
                    <a:pt x="57" y="9"/>
                  </a:lnTo>
                  <a:lnTo>
                    <a:pt x="57" y="9"/>
                  </a:lnTo>
                  <a:lnTo>
                    <a:pt x="57" y="9"/>
                  </a:lnTo>
                  <a:lnTo>
                    <a:pt x="57" y="9"/>
                  </a:lnTo>
                  <a:lnTo>
                    <a:pt x="59" y="9"/>
                  </a:lnTo>
                  <a:lnTo>
                    <a:pt x="59" y="10"/>
                  </a:lnTo>
                  <a:lnTo>
                    <a:pt x="59" y="10"/>
                  </a:lnTo>
                  <a:lnTo>
                    <a:pt x="59" y="10"/>
                  </a:lnTo>
                  <a:lnTo>
                    <a:pt x="61" y="10"/>
                  </a:lnTo>
                  <a:lnTo>
                    <a:pt x="61" y="10"/>
                  </a:lnTo>
                  <a:lnTo>
                    <a:pt x="61" y="10"/>
                  </a:lnTo>
                  <a:lnTo>
                    <a:pt x="61" y="10"/>
                  </a:lnTo>
                  <a:lnTo>
                    <a:pt x="63" y="10"/>
                  </a:lnTo>
                  <a:lnTo>
                    <a:pt x="63" y="11"/>
                  </a:lnTo>
                  <a:lnTo>
                    <a:pt x="63" y="11"/>
                  </a:lnTo>
                  <a:lnTo>
                    <a:pt x="63" y="11"/>
                  </a:lnTo>
                  <a:lnTo>
                    <a:pt x="65" y="11"/>
                  </a:lnTo>
                  <a:lnTo>
                    <a:pt x="65" y="11"/>
                  </a:lnTo>
                  <a:lnTo>
                    <a:pt x="65" y="11"/>
                  </a:lnTo>
                  <a:lnTo>
                    <a:pt x="65" y="11"/>
                  </a:lnTo>
                  <a:lnTo>
                    <a:pt x="67" y="11"/>
                  </a:lnTo>
                  <a:lnTo>
                    <a:pt x="67" y="11"/>
                  </a:lnTo>
                  <a:lnTo>
                    <a:pt x="67" y="11"/>
                  </a:lnTo>
                  <a:lnTo>
                    <a:pt x="67" y="11"/>
                  </a:lnTo>
                  <a:lnTo>
                    <a:pt x="67" y="11"/>
                  </a:lnTo>
                  <a:lnTo>
                    <a:pt x="67" y="11"/>
                  </a:lnTo>
                  <a:lnTo>
                    <a:pt x="67" y="11"/>
                  </a:lnTo>
                  <a:lnTo>
                    <a:pt x="67" y="11"/>
                  </a:lnTo>
                  <a:lnTo>
                    <a:pt x="68" y="9"/>
                  </a:lnTo>
                  <a:lnTo>
                    <a:pt x="68" y="9"/>
                  </a:lnTo>
                  <a:lnTo>
                    <a:pt x="68" y="9"/>
                  </a:lnTo>
                  <a:lnTo>
                    <a:pt x="68" y="9"/>
                  </a:lnTo>
                  <a:lnTo>
                    <a:pt x="68" y="8"/>
                  </a:lnTo>
                  <a:lnTo>
                    <a:pt x="68" y="8"/>
                  </a:lnTo>
                  <a:lnTo>
                    <a:pt x="68" y="8"/>
                  </a:lnTo>
                  <a:lnTo>
                    <a:pt x="68" y="8"/>
                  </a:lnTo>
                  <a:lnTo>
                    <a:pt x="69" y="7"/>
                  </a:lnTo>
                  <a:lnTo>
                    <a:pt x="69" y="8"/>
                  </a:lnTo>
                  <a:lnTo>
                    <a:pt x="69" y="8"/>
                  </a:lnTo>
                  <a:lnTo>
                    <a:pt x="69" y="8"/>
                  </a:lnTo>
                  <a:lnTo>
                    <a:pt x="71" y="8"/>
                  </a:lnTo>
                  <a:lnTo>
                    <a:pt x="71" y="8"/>
                  </a:lnTo>
                  <a:lnTo>
                    <a:pt x="71" y="8"/>
                  </a:lnTo>
                  <a:lnTo>
                    <a:pt x="71" y="8"/>
                  </a:lnTo>
                  <a:lnTo>
                    <a:pt x="72" y="8"/>
                  </a:lnTo>
                  <a:lnTo>
                    <a:pt x="72" y="8"/>
                  </a:lnTo>
                  <a:lnTo>
                    <a:pt x="72" y="8"/>
                  </a:lnTo>
                  <a:lnTo>
                    <a:pt x="72" y="8"/>
                  </a:lnTo>
                  <a:lnTo>
                    <a:pt x="75" y="8"/>
                  </a:lnTo>
                  <a:lnTo>
                    <a:pt x="75" y="8"/>
                  </a:lnTo>
                  <a:lnTo>
                    <a:pt x="75" y="8"/>
                  </a:lnTo>
                  <a:lnTo>
                    <a:pt x="75" y="8"/>
                  </a:lnTo>
                  <a:lnTo>
                    <a:pt x="77" y="7"/>
                  </a:lnTo>
                  <a:lnTo>
                    <a:pt x="77" y="7"/>
                  </a:lnTo>
                  <a:lnTo>
                    <a:pt x="77" y="7"/>
                  </a:lnTo>
                  <a:lnTo>
                    <a:pt x="77" y="7"/>
                  </a:lnTo>
                  <a:lnTo>
                    <a:pt x="77" y="7"/>
                  </a:lnTo>
                  <a:lnTo>
                    <a:pt x="77" y="7"/>
                  </a:lnTo>
                  <a:lnTo>
                    <a:pt x="77" y="7"/>
                  </a:lnTo>
                  <a:lnTo>
                    <a:pt x="77" y="7"/>
                  </a:lnTo>
                  <a:lnTo>
                    <a:pt x="78" y="6"/>
                  </a:lnTo>
                  <a:lnTo>
                    <a:pt x="78" y="6"/>
                  </a:lnTo>
                  <a:lnTo>
                    <a:pt x="78" y="6"/>
                  </a:lnTo>
                  <a:lnTo>
                    <a:pt x="78" y="6"/>
                  </a:lnTo>
                  <a:lnTo>
                    <a:pt x="78" y="6"/>
                  </a:lnTo>
                  <a:lnTo>
                    <a:pt x="78" y="6"/>
                  </a:lnTo>
                  <a:lnTo>
                    <a:pt x="78" y="6"/>
                  </a:lnTo>
                  <a:lnTo>
                    <a:pt x="78" y="6"/>
                  </a:lnTo>
                  <a:lnTo>
                    <a:pt x="79" y="5"/>
                  </a:lnTo>
                  <a:lnTo>
                    <a:pt x="78" y="5"/>
                  </a:lnTo>
                  <a:lnTo>
                    <a:pt x="78" y="5"/>
                  </a:lnTo>
                  <a:lnTo>
                    <a:pt x="78" y="5"/>
                  </a:lnTo>
                  <a:lnTo>
                    <a:pt x="78" y="5"/>
                  </a:lnTo>
                  <a:lnTo>
                    <a:pt x="77" y="5"/>
                  </a:lnTo>
                  <a:lnTo>
                    <a:pt x="77" y="5"/>
                  </a:lnTo>
                  <a:lnTo>
                    <a:pt x="77" y="5"/>
                  </a:lnTo>
                  <a:lnTo>
                    <a:pt x="77" y="5"/>
                  </a:lnTo>
                  <a:lnTo>
                    <a:pt x="75" y="5"/>
                  </a:lnTo>
                  <a:lnTo>
                    <a:pt x="75" y="5"/>
                  </a:lnTo>
                  <a:lnTo>
                    <a:pt x="75" y="5"/>
                  </a:lnTo>
                  <a:lnTo>
                    <a:pt x="75" y="5"/>
                  </a:lnTo>
                  <a:lnTo>
                    <a:pt x="75" y="5"/>
                  </a:lnTo>
                  <a:lnTo>
                    <a:pt x="75" y="5"/>
                  </a:lnTo>
                  <a:lnTo>
                    <a:pt x="75" y="5"/>
                  </a:lnTo>
                  <a:lnTo>
                    <a:pt x="75" y="4"/>
                  </a:lnTo>
                  <a:lnTo>
                    <a:pt x="75" y="4"/>
                  </a:lnTo>
                  <a:lnTo>
                    <a:pt x="75" y="4"/>
                  </a:lnTo>
                  <a:lnTo>
                    <a:pt x="75" y="4"/>
                  </a:lnTo>
                  <a:lnTo>
                    <a:pt x="75" y="4"/>
                  </a:lnTo>
                  <a:lnTo>
                    <a:pt x="75" y="4"/>
                  </a:lnTo>
                  <a:lnTo>
                    <a:pt x="75" y="4"/>
                  </a:lnTo>
                  <a:lnTo>
                    <a:pt x="75" y="4"/>
                  </a:lnTo>
                  <a:lnTo>
                    <a:pt x="76" y="2"/>
                  </a:lnTo>
                  <a:lnTo>
                    <a:pt x="76" y="2"/>
                  </a:lnTo>
                  <a:lnTo>
                    <a:pt x="76" y="2"/>
                  </a:lnTo>
                  <a:lnTo>
                    <a:pt x="76" y="2"/>
                  </a:lnTo>
                  <a:lnTo>
                    <a:pt x="77" y="1"/>
                  </a:lnTo>
                  <a:lnTo>
                    <a:pt x="77" y="1"/>
                  </a:lnTo>
                  <a:lnTo>
                    <a:pt x="77" y="1"/>
                  </a:lnTo>
                  <a:lnTo>
                    <a:pt x="77" y="1"/>
                  </a:lnTo>
                  <a:lnTo>
                    <a:pt x="79" y="0"/>
                  </a:lnTo>
                  <a:lnTo>
                    <a:pt x="79" y="0"/>
                  </a:lnTo>
                  <a:lnTo>
                    <a:pt x="79" y="0"/>
                  </a:lnTo>
                  <a:lnTo>
                    <a:pt x="79" y="0"/>
                  </a:lnTo>
                  <a:lnTo>
                    <a:pt x="80" y="0"/>
                  </a:lnTo>
                  <a:lnTo>
                    <a:pt x="80" y="0"/>
                  </a:lnTo>
                  <a:lnTo>
                    <a:pt x="80" y="0"/>
                  </a:lnTo>
                  <a:lnTo>
                    <a:pt x="80" y="0"/>
                  </a:lnTo>
                  <a:lnTo>
                    <a:pt x="82" y="0"/>
                  </a:lnTo>
                  <a:lnTo>
                    <a:pt x="82" y="0"/>
                  </a:lnTo>
                  <a:lnTo>
                    <a:pt x="82" y="0"/>
                  </a:lnTo>
                  <a:lnTo>
                    <a:pt x="82" y="0"/>
                  </a:lnTo>
                  <a:lnTo>
                    <a:pt x="84" y="0"/>
                  </a:lnTo>
                  <a:lnTo>
                    <a:pt x="84" y="0"/>
                  </a:lnTo>
                  <a:lnTo>
                    <a:pt x="84" y="0"/>
                  </a:lnTo>
                  <a:lnTo>
                    <a:pt x="84" y="0"/>
                  </a:lnTo>
                  <a:lnTo>
                    <a:pt x="86" y="0"/>
                  </a:lnTo>
                  <a:lnTo>
                    <a:pt x="86" y="3"/>
                  </a:lnTo>
                  <a:lnTo>
                    <a:pt x="86" y="3"/>
                  </a:lnTo>
                  <a:lnTo>
                    <a:pt x="86" y="3"/>
                  </a:lnTo>
                  <a:lnTo>
                    <a:pt x="86" y="3"/>
                  </a:lnTo>
                  <a:lnTo>
                    <a:pt x="86" y="3"/>
                  </a:lnTo>
                  <a:lnTo>
                    <a:pt x="86" y="3"/>
                  </a:lnTo>
                  <a:lnTo>
                    <a:pt x="86" y="3"/>
                  </a:lnTo>
                  <a:lnTo>
                    <a:pt x="87" y="3"/>
                  </a:lnTo>
                  <a:lnTo>
                    <a:pt x="87" y="4"/>
                  </a:lnTo>
                  <a:lnTo>
                    <a:pt x="87" y="4"/>
                  </a:lnTo>
                  <a:lnTo>
                    <a:pt x="87" y="4"/>
                  </a:lnTo>
                  <a:lnTo>
                    <a:pt x="87" y="4"/>
                  </a:lnTo>
                  <a:lnTo>
                    <a:pt x="87" y="4"/>
                  </a:lnTo>
                  <a:lnTo>
                    <a:pt x="87" y="4"/>
                  </a:lnTo>
                  <a:lnTo>
                    <a:pt x="87" y="4"/>
                  </a:lnTo>
                  <a:lnTo>
                    <a:pt x="88" y="4"/>
                  </a:lnTo>
                  <a:lnTo>
                    <a:pt x="88" y="5"/>
                  </a:lnTo>
                  <a:lnTo>
                    <a:pt x="88" y="5"/>
                  </a:lnTo>
                  <a:lnTo>
                    <a:pt x="88" y="5"/>
                  </a:lnTo>
                  <a:lnTo>
                    <a:pt x="90" y="5"/>
                  </a:lnTo>
                  <a:lnTo>
                    <a:pt x="90" y="5"/>
                  </a:lnTo>
                  <a:lnTo>
                    <a:pt x="91" y="5"/>
                  </a:lnTo>
                  <a:lnTo>
                    <a:pt x="91" y="5"/>
                  </a:lnTo>
                  <a:lnTo>
                    <a:pt x="93" y="5"/>
                  </a:lnTo>
                  <a:lnTo>
                    <a:pt x="93" y="5"/>
                  </a:lnTo>
                  <a:lnTo>
                    <a:pt x="93" y="5"/>
                  </a:lnTo>
                  <a:lnTo>
                    <a:pt x="93" y="5"/>
                  </a:lnTo>
                  <a:lnTo>
                    <a:pt x="94" y="5"/>
                  </a:lnTo>
                  <a:lnTo>
                    <a:pt x="94" y="5"/>
                  </a:lnTo>
                  <a:lnTo>
                    <a:pt x="94" y="5"/>
                  </a:lnTo>
                  <a:lnTo>
                    <a:pt x="94" y="5"/>
                  </a:lnTo>
                  <a:lnTo>
                    <a:pt x="97" y="5"/>
                  </a:lnTo>
                  <a:lnTo>
                    <a:pt x="97" y="5"/>
                  </a:lnTo>
                  <a:lnTo>
                    <a:pt x="97" y="5"/>
                  </a:lnTo>
                  <a:lnTo>
                    <a:pt x="97" y="5"/>
                  </a:lnTo>
                  <a:lnTo>
                    <a:pt x="99" y="5"/>
                  </a:lnTo>
                  <a:lnTo>
                    <a:pt x="99" y="5"/>
                  </a:lnTo>
                  <a:lnTo>
                    <a:pt x="100" y="5"/>
                  </a:lnTo>
                  <a:lnTo>
                    <a:pt x="100" y="5"/>
                  </a:lnTo>
                  <a:lnTo>
                    <a:pt x="101" y="5"/>
                  </a:lnTo>
                  <a:lnTo>
                    <a:pt x="101" y="5"/>
                  </a:lnTo>
                  <a:lnTo>
                    <a:pt x="101" y="5"/>
                  </a:lnTo>
                  <a:lnTo>
                    <a:pt x="101" y="5"/>
                  </a:lnTo>
                  <a:lnTo>
                    <a:pt x="104" y="5"/>
                  </a:lnTo>
                  <a:lnTo>
                    <a:pt x="104" y="5"/>
                  </a:lnTo>
                  <a:lnTo>
                    <a:pt x="104" y="5"/>
                  </a:lnTo>
                  <a:lnTo>
                    <a:pt x="104" y="5"/>
                  </a:lnTo>
                  <a:lnTo>
                    <a:pt x="106" y="5"/>
                  </a:lnTo>
                  <a:lnTo>
                    <a:pt x="106" y="6"/>
                  </a:lnTo>
                  <a:lnTo>
                    <a:pt x="106" y="6"/>
                  </a:lnTo>
                  <a:lnTo>
                    <a:pt x="106" y="6"/>
                  </a:lnTo>
                  <a:lnTo>
                    <a:pt x="106" y="6"/>
                  </a:lnTo>
                  <a:lnTo>
                    <a:pt x="106" y="8"/>
                  </a:lnTo>
                  <a:lnTo>
                    <a:pt x="106" y="8"/>
                  </a:lnTo>
                  <a:lnTo>
                    <a:pt x="106" y="8"/>
                  </a:lnTo>
                  <a:lnTo>
                    <a:pt x="108" y="8"/>
                  </a:lnTo>
                  <a:lnTo>
                    <a:pt x="108" y="10"/>
                  </a:lnTo>
                  <a:lnTo>
                    <a:pt x="108" y="10"/>
                  </a:lnTo>
                  <a:lnTo>
                    <a:pt x="108" y="10"/>
                  </a:lnTo>
                  <a:lnTo>
                    <a:pt x="108" y="10"/>
                  </a:lnTo>
                  <a:lnTo>
                    <a:pt x="108" y="11"/>
                  </a:lnTo>
                  <a:lnTo>
                    <a:pt x="108" y="11"/>
                  </a:lnTo>
                  <a:lnTo>
                    <a:pt x="108" y="11"/>
                  </a:lnTo>
                  <a:lnTo>
                    <a:pt x="109" y="11"/>
                  </a:lnTo>
                  <a:lnTo>
                    <a:pt x="109" y="12"/>
                  </a:lnTo>
                  <a:lnTo>
                    <a:pt x="109" y="12"/>
                  </a:lnTo>
                  <a:lnTo>
                    <a:pt x="109" y="12"/>
                  </a:lnTo>
                  <a:lnTo>
                    <a:pt x="109" y="12"/>
                  </a:lnTo>
                  <a:lnTo>
                    <a:pt x="109" y="12"/>
                  </a:lnTo>
                  <a:lnTo>
                    <a:pt x="109" y="12"/>
                  </a:lnTo>
                  <a:lnTo>
                    <a:pt x="109" y="12"/>
                  </a:lnTo>
                  <a:lnTo>
                    <a:pt x="111" y="12"/>
                  </a:lnTo>
                  <a:lnTo>
                    <a:pt x="111" y="13"/>
                  </a:lnTo>
                  <a:lnTo>
                    <a:pt x="111" y="13"/>
                  </a:lnTo>
                  <a:lnTo>
                    <a:pt x="111" y="13"/>
                  </a:lnTo>
                  <a:lnTo>
                    <a:pt x="111" y="13"/>
                  </a:lnTo>
                  <a:lnTo>
                    <a:pt x="111" y="13"/>
                  </a:lnTo>
                  <a:lnTo>
                    <a:pt x="111" y="13"/>
                  </a:lnTo>
                  <a:lnTo>
                    <a:pt x="111" y="13"/>
                  </a:lnTo>
                  <a:lnTo>
                    <a:pt x="112" y="13"/>
                  </a:lnTo>
                  <a:lnTo>
                    <a:pt x="112" y="14"/>
                  </a:lnTo>
                  <a:lnTo>
                    <a:pt x="112" y="14"/>
                  </a:lnTo>
                  <a:lnTo>
                    <a:pt x="112" y="14"/>
                  </a:lnTo>
                  <a:lnTo>
                    <a:pt x="112" y="14"/>
                  </a:lnTo>
                  <a:lnTo>
                    <a:pt x="112" y="15"/>
                  </a:lnTo>
                  <a:lnTo>
                    <a:pt x="112" y="15"/>
                  </a:lnTo>
                  <a:lnTo>
                    <a:pt x="112" y="15"/>
                  </a:lnTo>
                  <a:lnTo>
                    <a:pt x="114" y="15"/>
                  </a:lnTo>
                  <a:lnTo>
                    <a:pt x="114" y="16"/>
                  </a:lnTo>
                  <a:lnTo>
                    <a:pt x="114" y="16"/>
                  </a:lnTo>
                  <a:lnTo>
                    <a:pt x="114" y="16"/>
                  </a:lnTo>
                  <a:lnTo>
                    <a:pt x="114" y="16"/>
                  </a:lnTo>
                  <a:lnTo>
                    <a:pt x="114" y="16"/>
                  </a:lnTo>
                  <a:lnTo>
                    <a:pt x="114" y="16"/>
                  </a:lnTo>
                  <a:lnTo>
                    <a:pt x="114" y="16"/>
                  </a:lnTo>
                  <a:lnTo>
                    <a:pt x="115" y="16"/>
                  </a:lnTo>
                  <a:lnTo>
                    <a:pt x="114" y="18"/>
                  </a:lnTo>
                  <a:lnTo>
                    <a:pt x="114" y="18"/>
                  </a:lnTo>
                  <a:lnTo>
                    <a:pt x="114" y="19"/>
                  </a:lnTo>
                  <a:lnTo>
                    <a:pt x="114" y="19"/>
                  </a:lnTo>
                  <a:lnTo>
                    <a:pt x="112" y="21"/>
                  </a:lnTo>
                  <a:lnTo>
                    <a:pt x="112" y="21"/>
                  </a:lnTo>
                  <a:lnTo>
                    <a:pt x="112" y="21"/>
                  </a:lnTo>
                  <a:lnTo>
                    <a:pt x="112" y="21"/>
                  </a:lnTo>
                  <a:lnTo>
                    <a:pt x="110" y="23"/>
                  </a:lnTo>
                  <a:lnTo>
                    <a:pt x="110" y="23"/>
                  </a:lnTo>
                  <a:lnTo>
                    <a:pt x="110" y="23"/>
                  </a:lnTo>
                  <a:lnTo>
                    <a:pt x="110" y="23"/>
                  </a:lnTo>
                  <a:lnTo>
                    <a:pt x="110" y="23"/>
                  </a:lnTo>
                  <a:lnTo>
                    <a:pt x="110" y="23"/>
                  </a:lnTo>
                  <a:lnTo>
                    <a:pt x="110" y="23"/>
                  </a:lnTo>
                  <a:lnTo>
                    <a:pt x="110" y="23"/>
                  </a:lnTo>
                  <a:lnTo>
                    <a:pt x="109" y="23"/>
                  </a:lnTo>
                  <a:lnTo>
                    <a:pt x="109" y="23"/>
                  </a:lnTo>
                  <a:lnTo>
                    <a:pt x="109" y="23"/>
                  </a:lnTo>
                  <a:lnTo>
                    <a:pt x="109" y="23"/>
                  </a:lnTo>
                  <a:lnTo>
                    <a:pt x="109" y="23"/>
                  </a:lnTo>
                  <a:lnTo>
                    <a:pt x="109" y="23"/>
                  </a:lnTo>
                  <a:lnTo>
                    <a:pt x="109" y="23"/>
                  </a:lnTo>
                  <a:lnTo>
                    <a:pt x="109" y="23"/>
                  </a:lnTo>
                  <a:lnTo>
                    <a:pt x="107" y="23"/>
                  </a:lnTo>
                  <a:lnTo>
                    <a:pt x="107" y="23"/>
                  </a:lnTo>
                  <a:lnTo>
                    <a:pt x="107" y="23"/>
                  </a:lnTo>
                  <a:lnTo>
                    <a:pt x="107" y="23"/>
                  </a:lnTo>
                  <a:lnTo>
                    <a:pt x="107" y="23"/>
                  </a:lnTo>
                  <a:lnTo>
                    <a:pt x="107" y="23"/>
                  </a:lnTo>
                  <a:lnTo>
                    <a:pt x="107" y="23"/>
                  </a:lnTo>
                  <a:lnTo>
                    <a:pt x="107" y="23"/>
                  </a:lnTo>
                  <a:lnTo>
                    <a:pt x="107" y="25"/>
                  </a:lnTo>
                  <a:lnTo>
                    <a:pt x="107" y="25"/>
                  </a:lnTo>
                  <a:lnTo>
                    <a:pt x="107" y="26"/>
                  </a:lnTo>
                  <a:lnTo>
                    <a:pt x="107" y="26"/>
                  </a:lnTo>
                  <a:lnTo>
                    <a:pt x="107" y="28"/>
                  </a:lnTo>
                  <a:lnTo>
                    <a:pt x="107" y="28"/>
                  </a:lnTo>
                  <a:lnTo>
                    <a:pt x="107" y="29"/>
                  </a:lnTo>
                  <a:lnTo>
                    <a:pt x="107" y="29"/>
                  </a:lnTo>
                  <a:lnTo>
                    <a:pt x="107" y="30"/>
                  </a:lnTo>
                  <a:lnTo>
                    <a:pt x="107" y="30"/>
                  </a:lnTo>
                  <a:lnTo>
                    <a:pt x="107" y="32"/>
                  </a:lnTo>
                  <a:lnTo>
                    <a:pt x="107" y="32"/>
                  </a:lnTo>
                  <a:lnTo>
                    <a:pt x="107" y="34"/>
                  </a:lnTo>
                  <a:lnTo>
                    <a:pt x="107" y="34"/>
                  </a:lnTo>
                  <a:lnTo>
                    <a:pt x="107" y="34"/>
                  </a:lnTo>
                  <a:lnTo>
                    <a:pt x="107" y="34"/>
                  </a:lnTo>
                  <a:lnTo>
                    <a:pt x="107" y="34"/>
                  </a:lnTo>
                  <a:lnTo>
                    <a:pt x="107" y="34"/>
                  </a:lnTo>
                  <a:lnTo>
                    <a:pt x="107" y="34"/>
                  </a:lnTo>
                  <a:lnTo>
                    <a:pt x="109" y="34"/>
                  </a:lnTo>
                  <a:lnTo>
                    <a:pt x="109" y="34"/>
                  </a:lnTo>
                  <a:lnTo>
                    <a:pt x="109" y="34"/>
                  </a:lnTo>
                  <a:lnTo>
                    <a:pt x="109" y="34"/>
                  </a:lnTo>
                  <a:lnTo>
                    <a:pt x="111" y="34"/>
                  </a:lnTo>
                  <a:lnTo>
                    <a:pt x="111" y="34"/>
                  </a:lnTo>
                  <a:lnTo>
                    <a:pt x="111" y="34"/>
                  </a:lnTo>
                  <a:lnTo>
                    <a:pt x="111" y="34"/>
                  </a:lnTo>
                  <a:lnTo>
                    <a:pt x="114" y="34"/>
                  </a:lnTo>
                  <a:lnTo>
                    <a:pt x="114" y="34"/>
                  </a:lnTo>
                  <a:lnTo>
                    <a:pt x="114" y="34"/>
                  </a:lnTo>
                  <a:lnTo>
                    <a:pt x="114" y="34"/>
                  </a:lnTo>
                  <a:lnTo>
                    <a:pt x="115" y="34"/>
                  </a:lnTo>
                  <a:lnTo>
                    <a:pt x="115" y="34"/>
                  </a:lnTo>
                  <a:lnTo>
                    <a:pt x="115" y="35"/>
                  </a:lnTo>
                  <a:lnTo>
                    <a:pt x="115" y="35"/>
                  </a:lnTo>
                  <a:lnTo>
                    <a:pt x="115" y="35"/>
                  </a:lnTo>
                  <a:lnTo>
                    <a:pt x="115" y="35"/>
                  </a:lnTo>
                  <a:lnTo>
                    <a:pt x="115" y="35"/>
                  </a:lnTo>
                  <a:lnTo>
                    <a:pt x="115" y="35"/>
                  </a:lnTo>
                  <a:lnTo>
                    <a:pt x="115" y="35"/>
                  </a:lnTo>
                  <a:lnTo>
                    <a:pt x="116" y="35"/>
                  </a:lnTo>
                  <a:lnTo>
                    <a:pt x="116" y="35"/>
                  </a:lnTo>
                  <a:lnTo>
                    <a:pt x="116" y="35"/>
                  </a:lnTo>
                  <a:lnTo>
                    <a:pt x="116" y="35"/>
                  </a:lnTo>
                  <a:lnTo>
                    <a:pt x="117" y="35"/>
                  </a:lnTo>
                  <a:lnTo>
                    <a:pt x="117" y="35"/>
                  </a:lnTo>
                  <a:lnTo>
                    <a:pt x="117" y="35"/>
                  </a:lnTo>
                  <a:lnTo>
                    <a:pt x="117" y="35"/>
                  </a:lnTo>
                  <a:lnTo>
                    <a:pt x="119" y="35"/>
                  </a:lnTo>
                  <a:lnTo>
                    <a:pt x="119" y="36"/>
                  </a:lnTo>
                  <a:lnTo>
                    <a:pt x="119" y="36"/>
                  </a:lnTo>
                  <a:lnTo>
                    <a:pt x="119" y="38"/>
                  </a:lnTo>
                  <a:lnTo>
                    <a:pt x="121" y="38"/>
                  </a:lnTo>
                  <a:lnTo>
                    <a:pt x="121" y="40"/>
                  </a:lnTo>
                  <a:lnTo>
                    <a:pt x="121" y="40"/>
                  </a:lnTo>
                  <a:lnTo>
                    <a:pt x="121" y="41"/>
                  </a:lnTo>
                  <a:lnTo>
                    <a:pt x="123" y="41"/>
                  </a:lnTo>
                  <a:lnTo>
                    <a:pt x="123" y="43"/>
                  </a:lnTo>
                  <a:lnTo>
                    <a:pt x="123" y="43"/>
                  </a:lnTo>
                  <a:lnTo>
                    <a:pt x="123" y="43"/>
                  </a:lnTo>
                  <a:lnTo>
                    <a:pt x="125" y="43"/>
                  </a:lnTo>
                  <a:lnTo>
                    <a:pt x="125" y="43"/>
                  </a:lnTo>
                  <a:lnTo>
                    <a:pt x="125" y="43"/>
                  </a:lnTo>
                  <a:lnTo>
                    <a:pt x="125" y="43"/>
                  </a:lnTo>
                  <a:lnTo>
                    <a:pt x="127" y="43"/>
                  </a:lnTo>
                  <a:lnTo>
                    <a:pt x="127" y="43"/>
                  </a:lnTo>
                  <a:lnTo>
                    <a:pt x="127" y="43"/>
                  </a:lnTo>
                  <a:lnTo>
                    <a:pt x="127" y="43"/>
                  </a:lnTo>
                  <a:lnTo>
                    <a:pt x="127" y="43"/>
                  </a:lnTo>
                  <a:lnTo>
                    <a:pt x="127" y="43"/>
                  </a:lnTo>
                  <a:lnTo>
                    <a:pt x="127" y="43"/>
                  </a:lnTo>
                  <a:lnTo>
                    <a:pt x="127" y="43"/>
                  </a:lnTo>
                  <a:lnTo>
                    <a:pt x="128" y="43"/>
                  </a:lnTo>
                  <a:lnTo>
                    <a:pt x="128" y="43"/>
                  </a:lnTo>
                  <a:lnTo>
                    <a:pt x="128" y="43"/>
                  </a:lnTo>
                  <a:lnTo>
                    <a:pt x="128" y="43"/>
                  </a:lnTo>
                  <a:lnTo>
                    <a:pt x="128" y="43"/>
                  </a:lnTo>
                  <a:lnTo>
                    <a:pt x="128" y="43"/>
                  </a:lnTo>
                  <a:lnTo>
                    <a:pt x="128" y="43"/>
                  </a:lnTo>
                  <a:lnTo>
                    <a:pt x="128" y="43"/>
                  </a:lnTo>
                  <a:lnTo>
                    <a:pt x="129" y="42"/>
                  </a:lnTo>
                  <a:lnTo>
                    <a:pt x="129" y="42"/>
                  </a:lnTo>
                  <a:lnTo>
                    <a:pt x="129" y="42"/>
                  </a:lnTo>
                  <a:lnTo>
                    <a:pt x="129" y="42"/>
                  </a:lnTo>
                  <a:lnTo>
                    <a:pt x="129" y="42"/>
                  </a:lnTo>
                  <a:lnTo>
                    <a:pt x="129" y="42"/>
                  </a:lnTo>
                  <a:lnTo>
                    <a:pt x="129" y="42"/>
                  </a:lnTo>
                  <a:lnTo>
                    <a:pt x="129" y="42"/>
                  </a:lnTo>
                  <a:lnTo>
                    <a:pt x="130" y="42"/>
                  </a:lnTo>
                  <a:lnTo>
                    <a:pt x="130" y="42"/>
                  </a:lnTo>
                  <a:lnTo>
                    <a:pt x="130" y="42"/>
                  </a:lnTo>
                  <a:lnTo>
                    <a:pt x="130" y="42"/>
                  </a:lnTo>
                  <a:lnTo>
                    <a:pt x="131" y="40"/>
                  </a:lnTo>
                  <a:lnTo>
                    <a:pt x="131" y="40"/>
                  </a:lnTo>
                  <a:lnTo>
                    <a:pt x="131" y="40"/>
                  </a:lnTo>
                  <a:lnTo>
                    <a:pt x="131" y="40"/>
                  </a:lnTo>
                  <a:lnTo>
                    <a:pt x="133" y="37"/>
                  </a:lnTo>
                  <a:lnTo>
                    <a:pt x="133" y="37"/>
                  </a:lnTo>
                  <a:lnTo>
                    <a:pt x="133" y="37"/>
                  </a:lnTo>
                  <a:lnTo>
                    <a:pt x="133" y="37"/>
                  </a:lnTo>
                  <a:lnTo>
                    <a:pt x="133" y="37"/>
                  </a:lnTo>
                  <a:lnTo>
                    <a:pt x="133" y="37"/>
                  </a:lnTo>
                  <a:lnTo>
                    <a:pt x="133" y="37"/>
                  </a:lnTo>
                  <a:lnTo>
                    <a:pt x="133" y="37"/>
                  </a:lnTo>
                  <a:lnTo>
                    <a:pt x="136" y="37"/>
                  </a:lnTo>
                  <a:lnTo>
                    <a:pt x="136" y="37"/>
                  </a:lnTo>
                  <a:lnTo>
                    <a:pt x="136" y="37"/>
                  </a:lnTo>
                  <a:lnTo>
                    <a:pt x="136" y="37"/>
                  </a:lnTo>
                  <a:lnTo>
                    <a:pt x="136" y="37"/>
                  </a:lnTo>
                  <a:lnTo>
                    <a:pt x="136" y="37"/>
                  </a:lnTo>
                  <a:lnTo>
                    <a:pt x="136" y="37"/>
                  </a:lnTo>
                  <a:lnTo>
                    <a:pt x="136" y="37"/>
                  </a:lnTo>
                  <a:lnTo>
                    <a:pt x="137" y="37"/>
                  </a:lnTo>
                  <a:lnTo>
                    <a:pt x="137" y="39"/>
                  </a:lnTo>
                  <a:lnTo>
                    <a:pt x="137" y="39"/>
                  </a:lnTo>
                  <a:lnTo>
                    <a:pt x="137" y="39"/>
                  </a:lnTo>
                  <a:lnTo>
                    <a:pt x="137" y="39"/>
                  </a:lnTo>
                  <a:lnTo>
                    <a:pt x="137" y="40"/>
                  </a:lnTo>
                  <a:lnTo>
                    <a:pt x="137" y="40"/>
                  </a:lnTo>
                  <a:lnTo>
                    <a:pt x="137" y="40"/>
                  </a:lnTo>
                  <a:lnTo>
                    <a:pt x="138" y="40"/>
                  </a:lnTo>
                  <a:lnTo>
                    <a:pt x="138" y="41"/>
                  </a:lnTo>
                  <a:lnTo>
                    <a:pt x="138" y="41"/>
                  </a:lnTo>
                  <a:lnTo>
                    <a:pt x="138" y="41"/>
                  </a:lnTo>
                  <a:lnTo>
                    <a:pt x="138" y="41"/>
                  </a:lnTo>
                  <a:lnTo>
                    <a:pt x="138" y="41"/>
                  </a:lnTo>
                  <a:lnTo>
                    <a:pt x="138" y="41"/>
                  </a:lnTo>
                  <a:lnTo>
                    <a:pt x="138" y="41"/>
                  </a:lnTo>
                  <a:lnTo>
                    <a:pt x="140" y="41"/>
                  </a:lnTo>
                  <a:lnTo>
                    <a:pt x="140" y="42"/>
                  </a:lnTo>
                  <a:lnTo>
                    <a:pt x="140" y="42"/>
                  </a:lnTo>
                  <a:lnTo>
                    <a:pt x="140" y="42"/>
                  </a:lnTo>
                  <a:lnTo>
                    <a:pt x="140" y="42"/>
                  </a:lnTo>
                  <a:lnTo>
                    <a:pt x="140" y="42"/>
                  </a:lnTo>
                  <a:lnTo>
                    <a:pt x="140" y="42"/>
                  </a:lnTo>
                  <a:lnTo>
                    <a:pt x="140" y="42"/>
                  </a:lnTo>
                  <a:lnTo>
                    <a:pt x="140" y="42"/>
                  </a:lnTo>
                  <a:lnTo>
                    <a:pt x="140" y="43"/>
                  </a:lnTo>
                  <a:lnTo>
                    <a:pt x="140" y="43"/>
                  </a:lnTo>
                  <a:lnTo>
                    <a:pt x="140" y="43"/>
                  </a:lnTo>
                  <a:lnTo>
                    <a:pt x="140" y="43"/>
                  </a:lnTo>
                  <a:lnTo>
                    <a:pt x="140" y="43"/>
                  </a:lnTo>
                  <a:lnTo>
                    <a:pt x="140" y="43"/>
                  </a:lnTo>
                  <a:lnTo>
                    <a:pt x="140" y="43"/>
                  </a:lnTo>
                  <a:lnTo>
                    <a:pt x="140" y="43"/>
                  </a:lnTo>
                  <a:lnTo>
                    <a:pt x="140" y="43"/>
                  </a:lnTo>
                  <a:lnTo>
                    <a:pt x="138" y="45"/>
                  </a:lnTo>
                  <a:lnTo>
                    <a:pt x="138" y="45"/>
                  </a:lnTo>
                  <a:lnTo>
                    <a:pt x="138" y="45"/>
                  </a:lnTo>
                  <a:lnTo>
                    <a:pt x="138" y="45"/>
                  </a:lnTo>
                  <a:lnTo>
                    <a:pt x="138" y="45"/>
                  </a:lnTo>
                  <a:lnTo>
                    <a:pt x="138" y="45"/>
                  </a:lnTo>
                  <a:lnTo>
                    <a:pt x="138" y="45"/>
                  </a:lnTo>
                  <a:lnTo>
                    <a:pt x="138" y="45"/>
                  </a:lnTo>
                  <a:lnTo>
                    <a:pt x="137" y="46"/>
                  </a:lnTo>
                  <a:lnTo>
                    <a:pt x="137" y="46"/>
                  </a:lnTo>
                  <a:lnTo>
                    <a:pt x="137" y="46"/>
                  </a:lnTo>
                  <a:lnTo>
                    <a:pt x="137" y="46"/>
                  </a:lnTo>
                  <a:lnTo>
                    <a:pt x="137" y="46"/>
                  </a:lnTo>
                  <a:lnTo>
                    <a:pt x="137" y="46"/>
                  </a:lnTo>
                  <a:lnTo>
                    <a:pt x="137" y="46"/>
                  </a:lnTo>
                  <a:lnTo>
                    <a:pt x="137" y="46"/>
                  </a:lnTo>
                  <a:lnTo>
                    <a:pt x="137" y="47"/>
                  </a:lnTo>
                  <a:lnTo>
                    <a:pt x="137" y="47"/>
                  </a:lnTo>
                  <a:lnTo>
                    <a:pt x="137" y="47"/>
                  </a:lnTo>
                  <a:lnTo>
                    <a:pt x="137" y="47"/>
                  </a:lnTo>
                  <a:lnTo>
                    <a:pt x="137" y="49"/>
                  </a:lnTo>
                  <a:lnTo>
                    <a:pt x="137" y="49"/>
                  </a:lnTo>
                  <a:lnTo>
                    <a:pt x="137" y="49"/>
                  </a:lnTo>
                  <a:lnTo>
                    <a:pt x="138" y="49"/>
                  </a:lnTo>
                  <a:lnTo>
                    <a:pt x="138" y="51"/>
                  </a:lnTo>
                  <a:lnTo>
                    <a:pt x="138" y="51"/>
                  </a:lnTo>
                  <a:lnTo>
                    <a:pt x="138" y="51"/>
                  </a:lnTo>
                  <a:lnTo>
                    <a:pt x="138" y="51"/>
                  </a:lnTo>
                  <a:lnTo>
                    <a:pt x="138" y="52"/>
                  </a:lnTo>
                  <a:lnTo>
                    <a:pt x="138" y="52"/>
                  </a:lnTo>
                  <a:lnTo>
                    <a:pt x="138" y="52"/>
                  </a:lnTo>
                  <a:lnTo>
                    <a:pt x="140" y="52"/>
                  </a:lnTo>
                  <a:lnTo>
                    <a:pt x="139" y="54"/>
                  </a:lnTo>
                  <a:lnTo>
                    <a:pt x="139" y="54"/>
                  </a:lnTo>
                  <a:lnTo>
                    <a:pt x="139" y="54"/>
                  </a:lnTo>
                  <a:lnTo>
                    <a:pt x="139" y="54"/>
                  </a:lnTo>
                  <a:lnTo>
                    <a:pt x="139" y="57"/>
                  </a:lnTo>
                  <a:lnTo>
                    <a:pt x="139" y="57"/>
                  </a:lnTo>
                  <a:lnTo>
                    <a:pt x="139" y="57"/>
                  </a:lnTo>
                  <a:lnTo>
                    <a:pt x="139" y="57"/>
                  </a:lnTo>
                  <a:lnTo>
                    <a:pt x="139" y="58"/>
                  </a:lnTo>
                  <a:lnTo>
                    <a:pt x="139" y="58"/>
                  </a:lnTo>
                  <a:lnTo>
                    <a:pt x="139" y="58"/>
                  </a:lnTo>
                  <a:lnTo>
                    <a:pt x="139" y="58"/>
                  </a:lnTo>
                  <a:lnTo>
                    <a:pt x="139" y="59"/>
                  </a:lnTo>
                  <a:lnTo>
                    <a:pt x="139" y="59"/>
                  </a:lnTo>
                  <a:lnTo>
                    <a:pt x="139" y="59"/>
                  </a:lnTo>
                  <a:lnTo>
                    <a:pt x="139" y="59"/>
                  </a:lnTo>
                  <a:lnTo>
                    <a:pt x="138" y="59"/>
                  </a:lnTo>
                  <a:lnTo>
                    <a:pt x="138" y="59"/>
                  </a:lnTo>
                  <a:lnTo>
                    <a:pt x="138" y="59"/>
                  </a:lnTo>
                  <a:lnTo>
                    <a:pt x="138" y="59"/>
                  </a:lnTo>
                  <a:lnTo>
                    <a:pt x="137" y="59"/>
                  </a:lnTo>
                  <a:lnTo>
                    <a:pt x="137" y="59"/>
                  </a:lnTo>
                  <a:lnTo>
                    <a:pt x="137" y="59"/>
                  </a:lnTo>
                  <a:lnTo>
                    <a:pt x="137" y="59"/>
                  </a:lnTo>
                  <a:lnTo>
                    <a:pt x="136" y="59"/>
                  </a:lnTo>
                  <a:lnTo>
                    <a:pt x="136" y="59"/>
                  </a:lnTo>
                  <a:lnTo>
                    <a:pt x="136" y="59"/>
                  </a:lnTo>
                  <a:lnTo>
                    <a:pt x="136" y="59"/>
                  </a:lnTo>
                  <a:lnTo>
                    <a:pt x="136" y="59"/>
                  </a:lnTo>
                  <a:lnTo>
                    <a:pt x="136" y="59"/>
                  </a:lnTo>
                  <a:lnTo>
                    <a:pt x="136" y="59"/>
                  </a:lnTo>
                  <a:lnTo>
                    <a:pt x="136" y="58"/>
                  </a:lnTo>
                  <a:lnTo>
                    <a:pt x="133" y="58"/>
                  </a:lnTo>
                  <a:lnTo>
                    <a:pt x="133" y="58"/>
                  </a:lnTo>
                  <a:lnTo>
                    <a:pt x="133" y="58"/>
                  </a:lnTo>
                  <a:lnTo>
                    <a:pt x="133" y="58"/>
                  </a:lnTo>
                  <a:lnTo>
                    <a:pt x="131" y="58"/>
                  </a:lnTo>
                  <a:lnTo>
                    <a:pt x="131" y="58"/>
                  </a:lnTo>
                  <a:lnTo>
                    <a:pt x="131" y="58"/>
                  </a:lnTo>
                  <a:lnTo>
                    <a:pt x="131" y="56"/>
                  </a:lnTo>
                  <a:lnTo>
                    <a:pt x="130" y="56"/>
                  </a:lnTo>
                  <a:lnTo>
                    <a:pt x="130" y="56"/>
                  </a:lnTo>
                  <a:lnTo>
                    <a:pt x="130" y="56"/>
                  </a:lnTo>
                  <a:lnTo>
                    <a:pt x="130" y="54"/>
                  </a:lnTo>
                  <a:lnTo>
                    <a:pt x="130" y="54"/>
                  </a:lnTo>
                  <a:lnTo>
                    <a:pt x="130" y="54"/>
                  </a:lnTo>
                  <a:lnTo>
                    <a:pt x="130" y="54"/>
                  </a:lnTo>
                  <a:lnTo>
                    <a:pt x="130" y="52"/>
                  </a:lnTo>
                  <a:lnTo>
                    <a:pt x="128" y="54"/>
                  </a:lnTo>
                  <a:lnTo>
                    <a:pt x="128" y="54"/>
                  </a:lnTo>
                  <a:lnTo>
                    <a:pt x="128" y="54"/>
                  </a:lnTo>
                  <a:lnTo>
                    <a:pt x="128" y="54"/>
                  </a:lnTo>
                  <a:lnTo>
                    <a:pt x="128" y="54"/>
                  </a:lnTo>
                  <a:lnTo>
                    <a:pt x="128" y="54"/>
                  </a:lnTo>
                  <a:lnTo>
                    <a:pt x="128" y="54"/>
                  </a:lnTo>
                  <a:lnTo>
                    <a:pt x="128" y="54"/>
                  </a:lnTo>
                  <a:lnTo>
                    <a:pt x="127" y="54"/>
                  </a:lnTo>
                  <a:lnTo>
                    <a:pt x="127" y="54"/>
                  </a:lnTo>
                  <a:lnTo>
                    <a:pt x="127" y="54"/>
                  </a:lnTo>
                  <a:lnTo>
                    <a:pt x="127" y="54"/>
                  </a:lnTo>
                  <a:lnTo>
                    <a:pt x="127" y="54"/>
                  </a:lnTo>
                  <a:lnTo>
                    <a:pt x="127" y="54"/>
                  </a:lnTo>
                  <a:lnTo>
                    <a:pt x="127" y="54"/>
                  </a:lnTo>
                  <a:lnTo>
                    <a:pt x="127" y="52"/>
                  </a:lnTo>
                  <a:lnTo>
                    <a:pt x="126" y="54"/>
                  </a:lnTo>
                  <a:lnTo>
                    <a:pt x="126" y="54"/>
                  </a:lnTo>
                  <a:lnTo>
                    <a:pt x="126" y="54"/>
                  </a:lnTo>
                  <a:lnTo>
                    <a:pt x="126" y="54"/>
                  </a:lnTo>
                  <a:lnTo>
                    <a:pt x="126" y="56"/>
                  </a:lnTo>
                  <a:lnTo>
                    <a:pt x="126" y="56"/>
                  </a:lnTo>
                  <a:lnTo>
                    <a:pt x="126" y="56"/>
                  </a:lnTo>
                  <a:lnTo>
                    <a:pt x="126" y="56"/>
                  </a:lnTo>
                  <a:lnTo>
                    <a:pt x="126" y="58"/>
                  </a:lnTo>
                  <a:lnTo>
                    <a:pt x="126" y="58"/>
                  </a:lnTo>
                  <a:lnTo>
                    <a:pt x="126" y="58"/>
                  </a:lnTo>
                  <a:lnTo>
                    <a:pt x="126" y="58"/>
                  </a:lnTo>
                  <a:lnTo>
                    <a:pt x="126" y="58"/>
                  </a:lnTo>
                  <a:lnTo>
                    <a:pt x="126" y="58"/>
                  </a:lnTo>
                  <a:lnTo>
                    <a:pt x="126" y="58"/>
                  </a:lnTo>
                  <a:lnTo>
                    <a:pt x="126" y="58"/>
                  </a:lnTo>
                  <a:lnTo>
                    <a:pt x="126" y="59"/>
                  </a:lnTo>
                  <a:lnTo>
                    <a:pt x="126" y="59"/>
                  </a:lnTo>
                  <a:lnTo>
                    <a:pt x="126" y="59"/>
                  </a:lnTo>
                  <a:lnTo>
                    <a:pt x="126" y="59"/>
                  </a:lnTo>
                  <a:lnTo>
                    <a:pt x="126" y="59"/>
                  </a:lnTo>
                  <a:lnTo>
                    <a:pt x="126" y="59"/>
                  </a:lnTo>
                  <a:lnTo>
                    <a:pt x="126" y="59"/>
                  </a:lnTo>
                  <a:lnTo>
                    <a:pt x="126" y="59"/>
                  </a:lnTo>
                  <a:lnTo>
                    <a:pt x="126" y="61"/>
                  </a:lnTo>
                  <a:lnTo>
                    <a:pt x="126" y="61"/>
                  </a:lnTo>
                  <a:lnTo>
                    <a:pt x="126" y="61"/>
                  </a:lnTo>
                  <a:lnTo>
                    <a:pt x="127" y="61"/>
                  </a:lnTo>
                  <a:lnTo>
                    <a:pt x="127" y="61"/>
                  </a:lnTo>
                  <a:lnTo>
                    <a:pt x="127" y="61"/>
                  </a:lnTo>
                  <a:lnTo>
                    <a:pt x="127" y="61"/>
                  </a:lnTo>
                  <a:lnTo>
                    <a:pt x="129" y="61"/>
                  </a:lnTo>
                  <a:lnTo>
                    <a:pt x="129" y="63"/>
                  </a:lnTo>
                  <a:lnTo>
                    <a:pt x="129" y="63"/>
                  </a:lnTo>
                  <a:lnTo>
                    <a:pt x="129" y="64"/>
                  </a:lnTo>
                  <a:lnTo>
                    <a:pt x="129" y="64"/>
                  </a:lnTo>
                  <a:lnTo>
                    <a:pt x="129" y="65"/>
                  </a:lnTo>
                  <a:lnTo>
                    <a:pt x="129" y="65"/>
                  </a:lnTo>
                  <a:lnTo>
                    <a:pt x="129" y="65"/>
                  </a:lnTo>
                  <a:lnTo>
                    <a:pt x="131" y="65"/>
                  </a:lnTo>
                  <a:lnTo>
                    <a:pt x="131" y="67"/>
                  </a:lnTo>
                  <a:lnTo>
                    <a:pt x="131" y="67"/>
                  </a:lnTo>
                  <a:lnTo>
                    <a:pt x="131" y="67"/>
                  </a:lnTo>
                  <a:lnTo>
                    <a:pt x="132" y="67"/>
                  </a:lnTo>
                  <a:lnTo>
                    <a:pt x="132" y="69"/>
                  </a:lnTo>
                  <a:lnTo>
                    <a:pt x="132" y="69"/>
                  </a:lnTo>
                  <a:lnTo>
                    <a:pt x="132" y="69"/>
                  </a:lnTo>
                  <a:lnTo>
                    <a:pt x="133" y="69"/>
                  </a:lnTo>
                  <a:lnTo>
                    <a:pt x="132" y="70"/>
                  </a:lnTo>
                  <a:lnTo>
                    <a:pt x="132" y="70"/>
                  </a:lnTo>
                  <a:lnTo>
                    <a:pt x="132" y="70"/>
                  </a:lnTo>
                  <a:lnTo>
                    <a:pt x="132" y="70"/>
                  </a:lnTo>
                  <a:lnTo>
                    <a:pt x="131" y="70"/>
                  </a:lnTo>
                  <a:lnTo>
                    <a:pt x="131" y="70"/>
                  </a:lnTo>
                  <a:lnTo>
                    <a:pt x="131" y="70"/>
                  </a:lnTo>
                  <a:lnTo>
                    <a:pt x="131" y="70"/>
                  </a:lnTo>
                  <a:lnTo>
                    <a:pt x="129" y="70"/>
                  </a:lnTo>
                  <a:lnTo>
                    <a:pt x="129" y="70"/>
                  </a:lnTo>
                  <a:lnTo>
                    <a:pt x="129" y="70"/>
                  </a:lnTo>
                  <a:lnTo>
                    <a:pt x="129" y="70"/>
                  </a:lnTo>
                  <a:lnTo>
                    <a:pt x="129" y="70"/>
                  </a:lnTo>
                  <a:lnTo>
                    <a:pt x="129" y="70"/>
                  </a:lnTo>
                  <a:lnTo>
                    <a:pt x="129" y="70"/>
                  </a:lnTo>
                  <a:lnTo>
                    <a:pt x="129" y="70"/>
                  </a:lnTo>
                  <a:lnTo>
                    <a:pt x="127" y="70"/>
                  </a:lnTo>
                  <a:lnTo>
                    <a:pt x="127" y="70"/>
                  </a:lnTo>
                  <a:lnTo>
                    <a:pt x="127" y="70"/>
                  </a:lnTo>
                  <a:lnTo>
                    <a:pt x="127" y="70"/>
                  </a:lnTo>
                  <a:lnTo>
                    <a:pt x="125" y="70"/>
                  </a:lnTo>
                  <a:lnTo>
                    <a:pt x="125" y="70"/>
                  </a:lnTo>
                  <a:lnTo>
                    <a:pt x="125" y="70"/>
                  </a:lnTo>
                  <a:lnTo>
                    <a:pt x="125" y="70"/>
                  </a:lnTo>
                  <a:lnTo>
                    <a:pt x="123" y="70"/>
                  </a:lnTo>
                  <a:lnTo>
                    <a:pt x="123" y="70"/>
                  </a:lnTo>
                  <a:lnTo>
                    <a:pt x="123" y="70"/>
                  </a:lnTo>
                  <a:lnTo>
                    <a:pt x="123" y="70"/>
                  </a:lnTo>
                  <a:lnTo>
                    <a:pt x="123" y="70"/>
                  </a:lnTo>
                  <a:lnTo>
                    <a:pt x="123" y="70"/>
                  </a:lnTo>
                  <a:lnTo>
                    <a:pt x="123" y="70"/>
                  </a:lnTo>
                  <a:lnTo>
                    <a:pt x="123" y="69"/>
                  </a:lnTo>
                  <a:lnTo>
                    <a:pt x="122" y="69"/>
                  </a:lnTo>
                  <a:lnTo>
                    <a:pt x="122" y="69"/>
                  </a:lnTo>
                  <a:lnTo>
                    <a:pt x="122" y="69"/>
                  </a:lnTo>
                  <a:lnTo>
                    <a:pt x="122" y="68"/>
                  </a:lnTo>
                  <a:lnTo>
                    <a:pt x="122" y="68"/>
                  </a:lnTo>
                  <a:lnTo>
                    <a:pt x="122" y="68"/>
                  </a:lnTo>
                  <a:lnTo>
                    <a:pt x="122" y="68"/>
                  </a:lnTo>
                  <a:lnTo>
                    <a:pt x="122" y="66"/>
                  </a:lnTo>
                  <a:lnTo>
                    <a:pt x="122" y="66"/>
                  </a:lnTo>
                  <a:lnTo>
                    <a:pt x="122" y="66"/>
                  </a:lnTo>
                  <a:lnTo>
                    <a:pt x="122" y="66"/>
                  </a:lnTo>
                  <a:lnTo>
                    <a:pt x="122" y="65"/>
                  </a:lnTo>
                  <a:lnTo>
                    <a:pt x="122" y="65"/>
                  </a:lnTo>
                  <a:lnTo>
                    <a:pt x="122" y="65"/>
                  </a:lnTo>
                  <a:lnTo>
                    <a:pt x="122" y="65"/>
                  </a:lnTo>
                  <a:lnTo>
                    <a:pt x="122" y="64"/>
                  </a:lnTo>
                  <a:lnTo>
                    <a:pt x="121" y="64"/>
                  </a:lnTo>
                  <a:lnTo>
                    <a:pt x="121" y="64"/>
                  </a:lnTo>
                  <a:lnTo>
                    <a:pt x="121" y="64"/>
                  </a:lnTo>
                  <a:lnTo>
                    <a:pt x="121" y="64"/>
                  </a:lnTo>
                  <a:lnTo>
                    <a:pt x="120" y="64"/>
                  </a:lnTo>
                  <a:lnTo>
                    <a:pt x="120" y="64"/>
                  </a:lnTo>
                  <a:lnTo>
                    <a:pt x="120" y="64"/>
                  </a:lnTo>
                  <a:lnTo>
                    <a:pt x="120" y="64"/>
                  </a:lnTo>
                  <a:lnTo>
                    <a:pt x="118" y="64"/>
                  </a:lnTo>
                  <a:lnTo>
                    <a:pt x="118" y="64"/>
                  </a:lnTo>
                  <a:lnTo>
                    <a:pt x="117" y="64"/>
                  </a:lnTo>
                  <a:lnTo>
                    <a:pt x="117" y="64"/>
                  </a:lnTo>
                  <a:lnTo>
                    <a:pt x="115" y="64"/>
                  </a:lnTo>
                  <a:lnTo>
                    <a:pt x="115" y="64"/>
                  </a:lnTo>
                  <a:lnTo>
                    <a:pt x="115" y="64"/>
                  </a:lnTo>
                  <a:lnTo>
                    <a:pt x="115" y="64"/>
                  </a:lnTo>
                  <a:lnTo>
                    <a:pt x="115" y="65"/>
                  </a:lnTo>
                  <a:lnTo>
                    <a:pt x="115" y="65"/>
                  </a:lnTo>
                  <a:lnTo>
                    <a:pt x="115" y="65"/>
                  </a:lnTo>
                  <a:lnTo>
                    <a:pt x="115" y="65"/>
                  </a:lnTo>
                  <a:lnTo>
                    <a:pt x="115" y="65"/>
                  </a:lnTo>
                  <a:lnTo>
                    <a:pt x="115" y="65"/>
                  </a:lnTo>
                  <a:lnTo>
                    <a:pt x="115" y="65"/>
                  </a:lnTo>
                  <a:lnTo>
                    <a:pt x="115" y="65"/>
                  </a:lnTo>
                  <a:lnTo>
                    <a:pt x="115" y="66"/>
                  </a:lnTo>
                  <a:lnTo>
                    <a:pt x="115" y="66"/>
                  </a:lnTo>
                  <a:lnTo>
                    <a:pt x="115" y="66"/>
                  </a:lnTo>
                  <a:lnTo>
                    <a:pt x="115" y="66"/>
                  </a:lnTo>
                  <a:lnTo>
                    <a:pt x="115" y="66"/>
                  </a:lnTo>
                  <a:lnTo>
                    <a:pt x="115" y="66"/>
                  </a:lnTo>
                  <a:lnTo>
                    <a:pt x="115" y="66"/>
                  </a:lnTo>
                  <a:lnTo>
                    <a:pt x="115" y="66"/>
                  </a:lnTo>
                  <a:lnTo>
                    <a:pt x="114" y="67"/>
                  </a:lnTo>
                  <a:lnTo>
                    <a:pt x="114" y="67"/>
                  </a:lnTo>
                  <a:lnTo>
                    <a:pt x="114" y="67"/>
                  </a:lnTo>
                  <a:lnTo>
                    <a:pt x="114" y="67"/>
                  </a:lnTo>
                  <a:lnTo>
                    <a:pt x="114" y="67"/>
                  </a:lnTo>
                  <a:lnTo>
                    <a:pt x="114" y="67"/>
                  </a:lnTo>
                  <a:lnTo>
                    <a:pt x="114" y="67"/>
                  </a:lnTo>
                  <a:lnTo>
                    <a:pt x="114" y="67"/>
                  </a:lnTo>
                  <a:lnTo>
                    <a:pt x="112" y="68"/>
                  </a:lnTo>
                  <a:lnTo>
                    <a:pt x="112" y="68"/>
                  </a:lnTo>
                  <a:lnTo>
                    <a:pt x="112" y="68"/>
                  </a:lnTo>
                  <a:lnTo>
                    <a:pt x="112" y="68"/>
                  </a:lnTo>
                  <a:lnTo>
                    <a:pt x="112" y="68"/>
                  </a:lnTo>
                  <a:lnTo>
                    <a:pt x="112" y="68"/>
                  </a:lnTo>
                  <a:lnTo>
                    <a:pt x="112" y="68"/>
                  </a:lnTo>
                  <a:lnTo>
                    <a:pt x="112" y="67"/>
                  </a:lnTo>
                  <a:lnTo>
                    <a:pt x="110" y="67"/>
                  </a:lnTo>
                  <a:lnTo>
                    <a:pt x="110" y="67"/>
                  </a:lnTo>
                  <a:lnTo>
                    <a:pt x="110" y="67"/>
                  </a:lnTo>
                  <a:lnTo>
                    <a:pt x="110" y="67"/>
                  </a:lnTo>
                  <a:lnTo>
                    <a:pt x="109" y="67"/>
                  </a:lnTo>
                  <a:lnTo>
                    <a:pt x="109" y="67"/>
                  </a:lnTo>
                  <a:lnTo>
                    <a:pt x="109" y="67"/>
                  </a:lnTo>
                  <a:lnTo>
                    <a:pt x="109" y="66"/>
                  </a:lnTo>
                  <a:lnTo>
                    <a:pt x="109" y="66"/>
                  </a:lnTo>
                  <a:lnTo>
                    <a:pt x="109" y="66"/>
                  </a:lnTo>
                  <a:lnTo>
                    <a:pt x="109" y="66"/>
                  </a:lnTo>
                  <a:lnTo>
                    <a:pt x="109" y="65"/>
                  </a:lnTo>
                  <a:lnTo>
                    <a:pt x="109" y="65"/>
                  </a:lnTo>
                  <a:lnTo>
                    <a:pt x="109" y="65"/>
                  </a:lnTo>
                  <a:lnTo>
                    <a:pt x="109" y="65"/>
                  </a:lnTo>
                  <a:lnTo>
                    <a:pt x="109" y="64"/>
                  </a:lnTo>
                  <a:lnTo>
                    <a:pt x="109" y="64"/>
                  </a:lnTo>
                  <a:lnTo>
                    <a:pt x="109" y="64"/>
                  </a:lnTo>
                  <a:lnTo>
                    <a:pt x="109" y="64"/>
                  </a:lnTo>
                  <a:lnTo>
                    <a:pt x="109" y="64"/>
                  </a:lnTo>
                  <a:lnTo>
                    <a:pt x="109" y="64"/>
                  </a:lnTo>
                  <a:lnTo>
                    <a:pt x="109" y="64"/>
                  </a:lnTo>
                  <a:lnTo>
                    <a:pt x="109" y="64"/>
                  </a:lnTo>
                  <a:lnTo>
                    <a:pt x="109" y="62"/>
                  </a:lnTo>
                  <a:lnTo>
                    <a:pt x="109" y="62"/>
                  </a:lnTo>
                  <a:lnTo>
                    <a:pt x="109" y="62"/>
                  </a:lnTo>
                  <a:lnTo>
                    <a:pt x="109" y="62"/>
                  </a:lnTo>
                  <a:lnTo>
                    <a:pt x="109" y="61"/>
                  </a:lnTo>
                  <a:lnTo>
                    <a:pt x="109" y="61"/>
                  </a:lnTo>
                  <a:lnTo>
                    <a:pt x="109" y="61"/>
                  </a:lnTo>
                  <a:lnTo>
                    <a:pt x="109" y="61"/>
                  </a:lnTo>
                  <a:lnTo>
                    <a:pt x="109" y="59"/>
                  </a:lnTo>
                  <a:lnTo>
                    <a:pt x="108" y="60"/>
                  </a:lnTo>
                  <a:lnTo>
                    <a:pt x="108" y="60"/>
                  </a:lnTo>
                  <a:lnTo>
                    <a:pt x="107" y="60"/>
                  </a:lnTo>
                  <a:lnTo>
                    <a:pt x="107" y="60"/>
                  </a:lnTo>
                  <a:lnTo>
                    <a:pt x="105" y="60"/>
                  </a:lnTo>
                  <a:lnTo>
                    <a:pt x="105" y="60"/>
                  </a:lnTo>
                  <a:lnTo>
                    <a:pt x="105" y="60"/>
                  </a:lnTo>
                  <a:lnTo>
                    <a:pt x="105" y="60"/>
                  </a:lnTo>
                  <a:lnTo>
                    <a:pt x="103" y="61"/>
                  </a:lnTo>
                  <a:lnTo>
                    <a:pt x="103" y="61"/>
                  </a:lnTo>
                  <a:lnTo>
                    <a:pt x="101" y="61"/>
                  </a:lnTo>
                  <a:lnTo>
                    <a:pt x="101" y="61"/>
                  </a:lnTo>
                  <a:lnTo>
                    <a:pt x="101" y="61"/>
                  </a:lnTo>
                  <a:lnTo>
                    <a:pt x="101" y="61"/>
                  </a:lnTo>
                  <a:lnTo>
                    <a:pt x="101" y="61"/>
                  </a:lnTo>
                  <a:lnTo>
                    <a:pt x="101" y="61"/>
                  </a:lnTo>
                  <a:lnTo>
                    <a:pt x="101" y="62"/>
                  </a:lnTo>
                  <a:lnTo>
                    <a:pt x="101" y="62"/>
                  </a:lnTo>
                  <a:lnTo>
                    <a:pt x="101" y="62"/>
                  </a:lnTo>
                  <a:lnTo>
                    <a:pt x="101" y="62"/>
                  </a:lnTo>
                  <a:lnTo>
                    <a:pt x="101" y="64"/>
                  </a:lnTo>
                  <a:lnTo>
                    <a:pt x="101" y="64"/>
                  </a:lnTo>
                  <a:lnTo>
                    <a:pt x="101" y="64"/>
                  </a:lnTo>
                  <a:lnTo>
                    <a:pt x="101" y="64"/>
                  </a:lnTo>
                  <a:lnTo>
                    <a:pt x="101" y="65"/>
                  </a:lnTo>
                  <a:lnTo>
                    <a:pt x="101" y="65"/>
                  </a:lnTo>
                  <a:lnTo>
                    <a:pt x="101" y="65"/>
                  </a:lnTo>
                  <a:lnTo>
                    <a:pt x="101" y="65"/>
                  </a:lnTo>
                  <a:lnTo>
                    <a:pt x="101" y="66"/>
                  </a:lnTo>
                  <a:lnTo>
                    <a:pt x="101" y="66"/>
                  </a:lnTo>
                  <a:lnTo>
                    <a:pt x="101" y="66"/>
                  </a:lnTo>
                  <a:lnTo>
                    <a:pt x="101" y="66"/>
                  </a:lnTo>
                  <a:lnTo>
                    <a:pt x="100" y="68"/>
                  </a:lnTo>
                  <a:lnTo>
                    <a:pt x="100" y="68"/>
                  </a:lnTo>
                  <a:lnTo>
                    <a:pt x="100" y="68"/>
                  </a:lnTo>
                  <a:lnTo>
                    <a:pt x="100" y="68"/>
                  </a:lnTo>
                  <a:lnTo>
                    <a:pt x="100" y="69"/>
                  </a:lnTo>
                  <a:lnTo>
                    <a:pt x="100" y="69"/>
                  </a:lnTo>
                  <a:lnTo>
                    <a:pt x="100" y="69"/>
                  </a:lnTo>
                  <a:lnTo>
                    <a:pt x="100" y="69"/>
                  </a:lnTo>
                  <a:lnTo>
                    <a:pt x="100" y="71"/>
                  </a:lnTo>
                  <a:lnTo>
                    <a:pt x="100" y="71"/>
                  </a:lnTo>
                  <a:lnTo>
                    <a:pt x="100" y="71"/>
                  </a:lnTo>
                  <a:lnTo>
                    <a:pt x="100" y="71"/>
                  </a:lnTo>
                  <a:lnTo>
                    <a:pt x="100" y="73"/>
                  </a:lnTo>
                  <a:lnTo>
                    <a:pt x="100" y="73"/>
                  </a:lnTo>
                  <a:lnTo>
                    <a:pt x="100" y="73"/>
                  </a:lnTo>
                  <a:lnTo>
                    <a:pt x="100" y="73"/>
                  </a:lnTo>
                  <a:lnTo>
                    <a:pt x="98" y="74"/>
                  </a:lnTo>
                  <a:lnTo>
                    <a:pt x="98" y="74"/>
                  </a:lnTo>
                  <a:lnTo>
                    <a:pt x="98" y="74"/>
                  </a:lnTo>
                  <a:lnTo>
                    <a:pt x="98" y="74"/>
                  </a:lnTo>
                  <a:lnTo>
                    <a:pt x="97" y="75"/>
                  </a:lnTo>
                  <a:lnTo>
                    <a:pt x="97" y="75"/>
                  </a:lnTo>
                  <a:lnTo>
                    <a:pt x="97" y="75"/>
                  </a:lnTo>
                  <a:lnTo>
                    <a:pt x="97" y="75"/>
                  </a:lnTo>
                  <a:lnTo>
                    <a:pt x="95" y="77"/>
                  </a:lnTo>
                  <a:lnTo>
                    <a:pt x="95" y="77"/>
                  </a:lnTo>
                  <a:lnTo>
                    <a:pt x="95" y="77"/>
                  </a:lnTo>
                  <a:lnTo>
                    <a:pt x="95" y="77"/>
                  </a:lnTo>
                  <a:lnTo>
                    <a:pt x="95" y="78"/>
                  </a:lnTo>
                  <a:lnTo>
                    <a:pt x="95" y="78"/>
                  </a:lnTo>
                  <a:lnTo>
                    <a:pt x="95" y="78"/>
                  </a:lnTo>
                  <a:lnTo>
                    <a:pt x="95" y="78"/>
                  </a:lnTo>
                  <a:lnTo>
                    <a:pt x="95" y="79"/>
                  </a:lnTo>
                  <a:lnTo>
                    <a:pt x="95" y="79"/>
                  </a:lnTo>
                  <a:lnTo>
                    <a:pt x="95" y="79"/>
                  </a:lnTo>
                  <a:lnTo>
                    <a:pt x="95" y="79"/>
                  </a:lnTo>
                  <a:lnTo>
                    <a:pt x="95" y="81"/>
                  </a:lnTo>
                  <a:lnTo>
                    <a:pt x="95" y="81"/>
                  </a:lnTo>
                  <a:lnTo>
                    <a:pt x="95" y="81"/>
                  </a:lnTo>
                  <a:lnTo>
                    <a:pt x="95" y="81"/>
                  </a:lnTo>
                  <a:lnTo>
                    <a:pt x="95" y="83"/>
                  </a:lnTo>
                  <a:lnTo>
                    <a:pt x="95" y="83"/>
                  </a:lnTo>
                  <a:lnTo>
                    <a:pt x="95" y="83"/>
                  </a:lnTo>
                  <a:lnTo>
                    <a:pt x="95" y="83"/>
                  </a:lnTo>
                  <a:lnTo>
                    <a:pt x="95" y="84"/>
                  </a:lnTo>
                  <a:lnTo>
                    <a:pt x="95" y="84"/>
                  </a:lnTo>
                  <a:lnTo>
                    <a:pt x="95" y="84"/>
                  </a:lnTo>
                  <a:lnTo>
                    <a:pt x="95" y="84"/>
                  </a:lnTo>
                  <a:lnTo>
                    <a:pt x="95" y="86"/>
                  </a:lnTo>
                  <a:lnTo>
                    <a:pt x="95" y="86"/>
                  </a:lnTo>
                  <a:lnTo>
                    <a:pt x="95" y="86"/>
                  </a:lnTo>
                  <a:lnTo>
                    <a:pt x="95" y="86"/>
                  </a:lnTo>
                  <a:lnTo>
                    <a:pt x="95" y="87"/>
                  </a:lnTo>
                  <a:lnTo>
                    <a:pt x="95" y="87"/>
                  </a:lnTo>
                  <a:lnTo>
                    <a:pt x="95" y="87"/>
                  </a:lnTo>
                  <a:lnTo>
                    <a:pt x="95" y="87"/>
                  </a:lnTo>
                  <a:lnTo>
                    <a:pt x="95" y="89"/>
                  </a:lnTo>
                  <a:lnTo>
                    <a:pt x="95" y="89"/>
                  </a:lnTo>
                  <a:lnTo>
                    <a:pt x="95" y="89"/>
                  </a:lnTo>
                  <a:lnTo>
                    <a:pt x="95" y="89"/>
                  </a:lnTo>
                  <a:lnTo>
                    <a:pt x="95" y="89"/>
                  </a:lnTo>
                  <a:lnTo>
                    <a:pt x="95" y="89"/>
                  </a:lnTo>
                  <a:lnTo>
                    <a:pt x="95" y="89"/>
                  </a:lnTo>
                  <a:lnTo>
                    <a:pt x="95" y="89"/>
                  </a:lnTo>
                  <a:lnTo>
                    <a:pt x="94" y="89"/>
                  </a:lnTo>
                  <a:lnTo>
                    <a:pt x="94" y="89"/>
                  </a:lnTo>
                  <a:lnTo>
                    <a:pt x="94" y="89"/>
                  </a:lnTo>
                  <a:lnTo>
                    <a:pt x="94" y="89"/>
                  </a:lnTo>
                  <a:lnTo>
                    <a:pt x="93" y="89"/>
                  </a:lnTo>
                  <a:lnTo>
                    <a:pt x="93" y="89"/>
                  </a:lnTo>
                  <a:lnTo>
                    <a:pt x="93" y="89"/>
                  </a:lnTo>
                  <a:lnTo>
                    <a:pt x="93" y="89"/>
                  </a:lnTo>
                  <a:lnTo>
                    <a:pt x="92" y="89"/>
                  </a:lnTo>
                  <a:lnTo>
                    <a:pt x="92" y="89"/>
                  </a:lnTo>
                  <a:lnTo>
                    <a:pt x="92" y="89"/>
                  </a:lnTo>
                  <a:lnTo>
                    <a:pt x="92" y="89"/>
                  </a:lnTo>
                  <a:lnTo>
                    <a:pt x="92" y="89"/>
                  </a:lnTo>
                  <a:lnTo>
                    <a:pt x="92" y="89"/>
                  </a:lnTo>
                  <a:lnTo>
                    <a:pt x="92" y="89"/>
                  </a:lnTo>
                  <a:lnTo>
                    <a:pt x="92" y="88"/>
                  </a:lnTo>
                  <a:lnTo>
                    <a:pt x="90" y="88"/>
                  </a:lnTo>
                  <a:lnTo>
                    <a:pt x="90" y="88"/>
                  </a:lnTo>
                  <a:lnTo>
                    <a:pt x="90" y="88"/>
                  </a:lnTo>
                  <a:lnTo>
                    <a:pt x="90" y="87"/>
                  </a:lnTo>
                  <a:lnTo>
                    <a:pt x="89" y="87"/>
                  </a:lnTo>
                  <a:lnTo>
                    <a:pt x="89" y="87"/>
                  </a:lnTo>
                  <a:lnTo>
                    <a:pt x="89" y="87"/>
                  </a:lnTo>
                  <a:lnTo>
                    <a:pt x="89" y="85"/>
                  </a:lnTo>
                  <a:lnTo>
                    <a:pt x="88" y="85"/>
                  </a:lnTo>
                  <a:lnTo>
                    <a:pt x="88" y="85"/>
                  </a:lnTo>
                  <a:lnTo>
                    <a:pt x="88" y="85"/>
                  </a:lnTo>
                  <a:lnTo>
                    <a:pt x="88" y="83"/>
                  </a:lnTo>
                  <a:lnTo>
                    <a:pt x="88" y="83"/>
                  </a:lnTo>
                  <a:lnTo>
                    <a:pt x="88" y="82"/>
                  </a:lnTo>
                  <a:lnTo>
                    <a:pt x="88" y="82"/>
                  </a:lnTo>
                  <a:lnTo>
                    <a:pt x="88" y="81"/>
                  </a:lnTo>
                  <a:lnTo>
                    <a:pt x="88" y="81"/>
                  </a:lnTo>
                  <a:lnTo>
                    <a:pt x="88" y="81"/>
                  </a:lnTo>
                  <a:lnTo>
                    <a:pt x="88" y="81"/>
                  </a:lnTo>
                  <a:lnTo>
                    <a:pt x="88" y="80"/>
                  </a:lnTo>
                  <a:lnTo>
                    <a:pt x="88" y="80"/>
                  </a:lnTo>
                  <a:lnTo>
                    <a:pt x="88" y="80"/>
                  </a:lnTo>
                  <a:lnTo>
                    <a:pt x="88" y="80"/>
                  </a:lnTo>
                  <a:lnTo>
                    <a:pt x="88" y="79"/>
                  </a:lnTo>
                  <a:lnTo>
                    <a:pt x="88" y="79"/>
                  </a:lnTo>
                  <a:lnTo>
                    <a:pt x="88" y="79"/>
                  </a:lnTo>
                  <a:lnTo>
                    <a:pt x="88" y="79"/>
                  </a:lnTo>
                  <a:lnTo>
                    <a:pt x="88" y="77"/>
                  </a:lnTo>
                  <a:lnTo>
                    <a:pt x="88" y="77"/>
                  </a:lnTo>
                  <a:lnTo>
                    <a:pt x="88" y="77"/>
                  </a:lnTo>
                  <a:lnTo>
                    <a:pt x="88" y="77"/>
                  </a:lnTo>
                  <a:lnTo>
                    <a:pt x="88" y="75"/>
                  </a:lnTo>
                  <a:lnTo>
                    <a:pt x="86" y="75"/>
                  </a:lnTo>
                  <a:lnTo>
                    <a:pt x="86" y="75"/>
                  </a:lnTo>
                  <a:lnTo>
                    <a:pt x="85" y="75"/>
                  </a:lnTo>
                  <a:lnTo>
                    <a:pt x="85" y="75"/>
                  </a:lnTo>
                  <a:lnTo>
                    <a:pt x="84" y="75"/>
                  </a:lnTo>
                  <a:lnTo>
                    <a:pt x="84" y="75"/>
                  </a:lnTo>
                  <a:lnTo>
                    <a:pt x="84" y="75"/>
                  </a:lnTo>
                  <a:lnTo>
                    <a:pt x="84" y="75"/>
                  </a:lnTo>
                  <a:lnTo>
                    <a:pt x="82" y="75"/>
                  </a:lnTo>
                  <a:lnTo>
                    <a:pt x="82" y="75"/>
                  </a:lnTo>
                  <a:lnTo>
                    <a:pt x="82" y="75"/>
                  </a:lnTo>
                  <a:lnTo>
                    <a:pt x="82" y="75"/>
                  </a:lnTo>
                  <a:lnTo>
                    <a:pt x="82" y="75"/>
                  </a:lnTo>
                  <a:lnTo>
                    <a:pt x="82" y="75"/>
                  </a:lnTo>
                  <a:lnTo>
                    <a:pt x="82" y="75"/>
                  </a:lnTo>
                  <a:lnTo>
                    <a:pt x="82" y="75"/>
                  </a:lnTo>
                  <a:lnTo>
                    <a:pt x="80" y="75"/>
                  </a:lnTo>
                  <a:lnTo>
                    <a:pt x="80" y="75"/>
                  </a:lnTo>
                  <a:lnTo>
                    <a:pt x="80" y="75"/>
                  </a:lnTo>
                  <a:lnTo>
                    <a:pt x="80" y="75"/>
                  </a:lnTo>
                  <a:lnTo>
                    <a:pt x="79" y="75"/>
                  </a:lnTo>
                  <a:lnTo>
                    <a:pt x="79" y="75"/>
                  </a:lnTo>
                  <a:lnTo>
                    <a:pt x="79" y="75"/>
                  </a:lnTo>
                  <a:lnTo>
                    <a:pt x="79" y="74"/>
                  </a:lnTo>
                  <a:lnTo>
                    <a:pt x="77" y="74"/>
                  </a:lnTo>
                  <a:lnTo>
                    <a:pt x="77" y="74"/>
                  </a:lnTo>
                  <a:lnTo>
                    <a:pt x="77" y="74"/>
                  </a:lnTo>
                  <a:lnTo>
                    <a:pt x="77" y="74"/>
                  </a:lnTo>
                  <a:lnTo>
                    <a:pt x="77" y="74"/>
                  </a:lnTo>
                  <a:lnTo>
                    <a:pt x="77" y="74"/>
                  </a:lnTo>
                  <a:lnTo>
                    <a:pt x="77" y="74"/>
                  </a:lnTo>
                  <a:lnTo>
                    <a:pt x="77" y="73"/>
                  </a:lnTo>
                  <a:lnTo>
                    <a:pt x="77" y="73"/>
                  </a:lnTo>
                  <a:lnTo>
                    <a:pt x="77" y="73"/>
                  </a:lnTo>
                  <a:lnTo>
                    <a:pt x="77" y="73"/>
                  </a:lnTo>
                  <a:lnTo>
                    <a:pt x="77" y="71"/>
                  </a:lnTo>
                  <a:lnTo>
                    <a:pt x="77" y="71"/>
                  </a:lnTo>
                  <a:lnTo>
                    <a:pt x="77" y="71"/>
                  </a:lnTo>
                  <a:lnTo>
                    <a:pt x="77" y="71"/>
                  </a:lnTo>
                  <a:lnTo>
                    <a:pt x="77" y="69"/>
                  </a:lnTo>
                  <a:lnTo>
                    <a:pt x="77" y="69"/>
                  </a:lnTo>
                  <a:lnTo>
                    <a:pt x="77" y="69"/>
                  </a:lnTo>
                  <a:lnTo>
                    <a:pt x="77" y="69"/>
                  </a:lnTo>
                  <a:lnTo>
                    <a:pt x="77" y="67"/>
                  </a:lnTo>
                  <a:lnTo>
                    <a:pt x="77" y="67"/>
                  </a:lnTo>
                  <a:lnTo>
                    <a:pt x="77" y="67"/>
                  </a:lnTo>
                  <a:lnTo>
                    <a:pt x="77" y="67"/>
                  </a:lnTo>
                  <a:lnTo>
                    <a:pt x="77" y="66"/>
                  </a:lnTo>
                  <a:lnTo>
                    <a:pt x="77" y="66"/>
                  </a:lnTo>
                  <a:lnTo>
                    <a:pt x="77" y="66"/>
                  </a:lnTo>
                  <a:lnTo>
                    <a:pt x="77" y="66"/>
                  </a:lnTo>
                  <a:lnTo>
                    <a:pt x="77" y="65"/>
                  </a:lnTo>
                  <a:lnTo>
                    <a:pt x="77" y="65"/>
                  </a:lnTo>
                  <a:lnTo>
                    <a:pt x="77" y="65"/>
                  </a:lnTo>
                  <a:lnTo>
                    <a:pt x="77" y="65"/>
                  </a:lnTo>
                  <a:lnTo>
                    <a:pt x="78" y="64"/>
                  </a:lnTo>
                  <a:lnTo>
                    <a:pt x="78" y="64"/>
                  </a:lnTo>
                  <a:lnTo>
                    <a:pt x="78" y="64"/>
                  </a:lnTo>
                  <a:lnTo>
                    <a:pt x="78" y="64"/>
                  </a:lnTo>
                  <a:lnTo>
                    <a:pt x="78" y="62"/>
                  </a:lnTo>
                  <a:lnTo>
                    <a:pt x="78" y="62"/>
                  </a:lnTo>
                  <a:lnTo>
                    <a:pt x="78" y="62"/>
                  </a:lnTo>
                  <a:lnTo>
                    <a:pt x="78" y="62"/>
                  </a:lnTo>
                  <a:lnTo>
                    <a:pt x="78" y="61"/>
                  </a:lnTo>
                  <a:lnTo>
                    <a:pt x="77" y="61"/>
                  </a:lnTo>
                  <a:lnTo>
                    <a:pt x="77" y="61"/>
                  </a:lnTo>
                  <a:lnTo>
                    <a:pt x="77" y="61"/>
                  </a:lnTo>
                  <a:lnTo>
                    <a:pt x="77" y="61"/>
                  </a:lnTo>
                  <a:lnTo>
                    <a:pt x="76" y="61"/>
                  </a:lnTo>
                  <a:lnTo>
                    <a:pt x="76" y="61"/>
                  </a:lnTo>
                  <a:lnTo>
                    <a:pt x="76" y="61"/>
                  </a:lnTo>
                  <a:lnTo>
                    <a:pt x="76" y="61"/>
                  </a:lnTo>
                  <a:lnTo>
                    <a:pt x="74" y="61"/>
                  </a:lnTo>
                  <a:lnTo>
                    <a:pt x="74" y="61"/>
                  </a:lnTo>
                  <a:lnTo>
                    <a:pt x="74" y="61"/>
                  </a:lnTo>
                  <a:lnTo>
                    <a:pt x="74" y="61"/>
                  </a:lnTo>
                  <a:lnTo>
                    <a:pt x="73" y="61"/>
                  </a:lnTo>
                  <a:lnTo>
                    <a:pt x="73" y="61"/>
                  </a:lnTo>
                  <a:lnTo>
                    <a:pt x="73" y="61"/>
                  </a:lnTo>
                  <a:lnTo>
                    <a:pt x="73" y="61"/>
                  </a:lnTo>
                  <a:lnTo>
                    <a:pt x="72" y="62"/>
                  </a:lnTo>
                  <a:lnTo>
                    <a:pt x="72" y="62"/>
                  </a:lnTo>
                  <a:lnTo>
                    <a:pt x="72" y="62"/>
                  </a:lnTo>
                  <a:lnTo>
                    <a:pt x="72" y="62"/>
                  </a:lnTo>
                  <a:lnTo>
                    <a:pt x="72" y="63"/>
                  </a:lnTo>
                  <a:lnTo>
                    <a:pt x="72" y="63"/>
                  </a:lnTo>
                  <a:lnTo>
                    <a:pt x="72" y="63"/>
                  </a:lnTo>
                  <a:lnTo>
                    <a:pt x="72" y="63"/>
                  </a:lnTo>
                  <a:lnTo>
                    <a:pt x="71" y="65"/>
                  </a:lnTo>
                  <a:lnTo>
                    <a:pt x="71" y="65"/>
                  </a:lnTo>
                  <a:lnTo>
                    <a:pt x="71" y="65"/>
                  </a:lnTo>
                  <a:lnTo>
                    <a:pt x="71" y="65"/>
                  </a:lnTo>
                  <a:lnTo>
                    <a:pt x="71" y="65"/>
                  </a:lnTo>
                  <a:lnTo>
                    <a:pt x="71" y="65"/>
                  </a:lnTo>
                  <a:lnTo>
                    <a:pt x="71" y="65"/>
                  </a:lnTo>
                  <a:lnTo>
                    <a:pt x="71" y="65"/>
                  </a:lnTo>
                  <a:lnTo>
                    <a:pt x="69" y="66"/>
                  </a:lnTo>
                  <a:lnTo>
                    <a:pt x="69" y="66"/>
                  </a:lnTo>
                  <a:lnTo>
                    <a:pt x="69" y="66"/>
                  </a:lnTo>
                  <a:lnTo>
                    <a:pt x="69" y="66"/>
                  </a:lnTo>
                  <a:lnTo>
                    <a:pt x="69" y="66"/>
                  </a:lnTo>
                  <a:lnTo>
                    <a:pt x="69" y="66"/>
                  </a:lnTo>
                  <a:lnTo>
                    <a:pt x="69" y="66"/>
                  </a:lnTo>
                  <a:lnTo>
                    <a:pt x="69" y="66"/>
                  </a:lnTo>
                  <a:lnTo>
                    <a:pt x="67" y="66"/>
                  </a:lnTo>
                  <a:lnTo>
                    <a:pt x="67" y="66"/>
                  </a:lnTo>
                  <a:lnTo>
                    <a:pt x="67" y="66"/>
                  </a:lnTo>
                  <a:lnTo>
                    <a:pt x="67" y="66"/>
                  </a:lnTo>
                  <a:lnTo>
                    <a:pt x="67" y="66"/>
                  </a:lnTo>
                  <a:lnTo>
                    <a:pt x="67" y="66"/>
                  </a:lnTo>
                  <a:lnTo>
                    <a:pt x="67" y="66"/>
                  </a:lnTo>
                  <a:lnTo>
                    <a:pt x="67" y="66"/>
                  </a:lnTo>
                  <a:lnTo>
                    <a:pt x="67" y="68"/>
                  </a:lnTo>
                  <a:lnTo>
                    <a:pt x="67" y="68"/>
                  </a:lnTo>
                  <a:lnTo>
                    <a:pt x="67" y="68"/>
                  </a:lnTo>
                  <a:lnTo>
                    <a:pt x="67" y="68"/>
                  </a:lnTo>
                  <a:lnTo>
                    <a:pt x="67" y="69"/>
                  </a:lnTo>
                  <a:lnTo>
                    <a:pt x="67" y="69"/>
                  </a:lnTo>
                  <a:lnTo>
                    <a:pt x="67" y="69"/>
                  </a:lnTo>
                  <a:lnTo>
                    <a:pt x="67" y="69"/>
                  </a:lnTo>
                  <a:lnTo>
                    <a:pt x="67" y="71"/>
                  </a:lnTo>
                  <a:lnTo>
                    <a:pt x="67" y="71"/>
                  </a:lnTo>
                  <a:lnTo>
                    <a:pt x="67" y="71"/>
                  </a:lnTo>
                  <a:lnTo>
                    <a:pt x="67" y="71"/>
                  </a:lnTo>
                  <a:lnTo>
                    <a:pt x="67" y="73"/>
                  </a:lnTo>
                  <a:lnTo>
                    <a:pt x="67" y="73"/>
                  </a:lnTo>
                  <a:lnTo>
                    <a:pt x="67" y="73"/>
                  </a:lnTo>
                  <a:lnTo>
                    <a:pt x="67" y="73"/>
                  </a:lnTo>
                  <a:lnTo>
                    <a:pt x="66" y="74"/>
                  </a:lnTo>
                  <a:lnTo>
                    <a:pt x="66" y="74"/>
                  </a:lnTo>
                  <a:lnTo>
                    <a:pt x="66" y="74"/>
                  </a:lnTo>
                  <a:lnTo>
                    <a:pt x="66" y="74"/>
                  </a:lnTo>
                  <a:lnTo>
                    <a:pt x="66" y="74"/>
                  </a:lnTo>
                  <a:lnTo>
                    <a:pt x="66" y="74"/>
                  </a:lnTo>
                  <a:lnTo>
                    <a:pt x="66" y="74"/>
                  </a:lnTo>
                  <a:lnTo>
                    <a:pt x="66" y="74"/>
                  </a:lnTo>
                  <a:lnTo>
                    <a:pt x="65" y="75"/>
                  </a:lnTo>
                  <a:lnTo>
                    <a:pt x="65" y="75"/>
                  </a:lnTo>
                  <a:lnTo>
                    <a:pt x="65" y="75"/>
                  </a:lnTo>
                  <a:lnTo>
                    <a:pt x="65" y="75"/>
                  </a:lnTo>
                  <a:lnTo>
                    <a:pt x="65" y="75"/>
                  </a:lnTo>
                  <a:lnTo>
                    <a:pt x="65" y="75"/>
                  </a:lnTo>
                  <a:lnTo>
                    <a:pt x="65" y="75"/>
                  </a:lnTo>
                  <a:lnTo>
                    <a:pt x="65" y="75"/>
                  </a:lnTo>
                  <a:lnTo>
                    <a:pt x="64" y="77"/>
                  </a:lnTo>
                  <a:lnTo>
                    <a:pt x="64" y="77"/>
                  </a:lnTo>
                  <a:lnTo>
                    <a:pt x="64" y="77"/>
                  </a:lnTo>
                  <a:lnTo>
                    <a:pt x="64" y="77"/>
                  </a:lnTo>
                  <a:lnTo>
                    <a:pt x="64" y="79"/>
                  </a:lnTo>
                  <a:lnTo>
                    <a:pt x="64" y="79"/>
                  </a:lnTo>
                  <a:lnTo>
                    <a:pt x="64" y="79"/>
                  </a:lnTo>
                  <a:lnTo>
                    <a:pt x="64" y="79"/>
                  </a:lnTo>
                  <a:lnTo>
                    <a:pt x="64" y="80"/>
                  </a:lnTo>
                  <a:lnTo>
                    <a:pt x="64" y="80"/>
                  </a:lnTo>
                  <a:lnTo>
                    <a:pt x="64" y="80"/>
                  </a:lnTo>
                  <a:lnTo>
                    <a:pt x="64" y="80"/>
                  </a:lnTo>
                  <a:lnTo>
                    <a:pt x="64" y="81"/>
                  </a:lnTo>
                  <a:lnTo>
                    <a:pt x="64" y="81"/>
                  </a:lnTo>
                  <a:lnTo>
                    <a:pt x="64" y="81"/>
                  </a:lnTo>
                  <a:lnTo>
                    <a:pt x="64" y="81"/>
                  </a:lnTo>
                  <a:lnTo>
                    <a:pt x="63" y="82"/>
                  </a:lnTo>
                  <a:lnTo>
                    <a:pt x="63" y="82"/>
                  </a:lnTo>
                  <a:lnTo>
                    <a:pt x="63" y="82"/>
                  </a:lnTo>
                  <a:lnTo>
                    <a:pt x="63" y="82"/>
                  </a:lnTo>
                  <a:lnTo>
                    <a:pt x="61" y="83"/>
                  </a:lnTo>
                  <a:lnTo>
                    <a:pt x="61" y="83"/>
                  </a:lnTo>
                  <a:lnTo>
                    <a:pt x="61" y="83"/>
                  </a:lnTo>
                  <a:lnTo>
                    <a:pt x="61" y="83"/>
                  </a:lnTo>
                  <a:lnTo>
                    <a:pt x="59" y="84"/>
                  </a:lnTo>
                  <a:lnTo>
                    <a:pt x="59" y="84"/>
                  </a:lnTo>
                  <a:lnTo>
                    <a:pt x="59" y="84"/>
                  </a:lnTo>
                  <a:lnTo>
                    <a:pt x="59" y="84"/>
                  </a:lnTo>
                  <a:lnTo>
                    <a:pt x="58" y="84"/>
                  </a:lnTo>
                  <a:lnTo>
                    <a:pt x="58" y="84"/>
                  </a:lnTo>
                  <a:lnTo>
                    <a:pt x="58" y="84"/>
                  </a:lnTo>
                  <a:lnTo>
                    <a:pt x="58" y="84"/>
                  </a:lnTo>
                  <a:lnTo>
                    <a:pt x="57" y="84"/>
                  </a:lnTo>
                  <a:lnTo>
                    <a:pt x="57" y="84"/>
                  </a:lnTo>
                  <a:lnTo>
                    <a:pt x="57" y="84"/>
                  </a:lnTo>
                  <a:lnTo>
                    <a:pt x="57" y="84"/>
                  </a:lnTo>
                  <a:lnTo>
                    <a:pt x="56" y="84"/>
                  </a:lnTo>
                  <a:lnTo>
                    <a:pt x="56" y="84"/>
                  </a:lnTo>
                  <a:lnTo>
                    <a:pt x="56" y="84"/>
                  </a:lnTo>
                  <a:lnTo>
                    <a:pt x="56" y="84"/>
                  </a:lnTo>
                  <a:lnTo>
                    <a:pt x="54" y="84"/>
                  </a:lnTo>
                  <a:lnTo>
                    <a:pt x="54" y="84"/>
                  </a:lnTo>
                  <a:lnTo>
                    <a:pt x="54" y="84"/>
                  </a:lnTo>
                  <a:lnTo>
                    <a:pt x="54" y="84"/>
                  </a:lnTo>
                  <a:lnTo>
                    <a:pt x="54" y="84"/>
                  </a:lnTo>
                  <a:lnTo>
                    <a:pt x="54" y="84"/>
                  </a:lnTo>
                  <a:lnTo>
                    <a:pt x="54" y="84"/>
                  </a:lnTo>
                  <a:lnTo>
                    <a:pt x="54" y="84"/>
                  </a:lnTo>
                  <a:lnTo>
                    <a:pt x="53" y="84"/>
                  </a:lnTo>
                  <a:lnTo>
                    <a:pt x="53" y="84"/>
                  </a:lnTo>
                  <a:lnTo>
                    <a:pt x="53" y="84"/>
                  </a:lnTo>
                  <a:lnTo>
                    <a:pt x="53" y="84"/>
                  </a:lnTo>
                  <a:lnTo>
                    <a:pt x="53" y="84"/>
                  </a:lnTo>
                  <a:lnTo>
                    <a:pt x="53" y="84"/>
                  </a:lnTo>
                  <a:lnTo>
                    <a:pt x="53" y="84"/>
                  </a:lnTo>
                  <a:lnTo>
                    <a:pt x="53" y="82"/>
                  </a:lnTo>
                  <a:lnTo>
                    <a:pt x="51" y="82"/>
                  </a:lnTo>
                  <a:lnTo>
                    <a:pt x="51" y="82"/>
                  </a:lnTo>
                  <a:lnTo>
                    <a:pt x="51" y="82"/>
                  </a:lnTo>
                  <a:lnTo>
                    <a:pt x="51" y="82"/>
                  </a:lnTo>
                  <a:lnTo>
                    <a:pt x="50" y="82"/>
                  </a:lnTo>
                  <a:lnTo>
                    <a:pt x="50" y="82"/>
                  </a:lnTo>
                  <a:lnTo>
                    <a:pt x="50" y="82"/>
                  </a:lnTo>
                  <a:lnTo>
                    <a:pt x="50" y="81"/>
                  </a:lnTo>
                  <a:lnTo>
                    <a:pt x="49" y="81"/>
                  </a:lnTo>
                  <a:lnTo>
                    <a:pt x="49" y="81"/>
                  </a:lnTo>
                  <a:lnTo>
                    <a:pt x="49" y="81"/>
                  </a:lnTo>
                  <a:lnTo>
                    <a:pt x="49" y="81"/>
                  </a:lnTo>
                  <a:lnTo>
                    <a:pt x="47" y="81"/>
                  </a:lnTo>
                  <a:lnTo>
                    <a:pt x="47" y="81"/>
                  </a:lnTo>
                  <a:lnTo>
                    <a:pt x="47" y="81"/>
                  </a:lnTo>
                  <a:lnTo>
                    <a:pt x="47" y="81"/>
                  </a:lnTo>
                  <a:lnTo>
                    <a:pt x="46" y="82"/>
                  </a:lnTo>
                  <a:lnTo>
                    <a:pt x="46" y="82"/>
                  </a:lnTo>
                  <a:lnTo>
                    <a:pt x="46" y="82"/>
                  </a:lnTo>
                  <a:lnTo>
                    <a:pt x="46" y="82"/>
                  </a:lnTo>
                  <a:lnTo>
                    <a:pt x="46" y="82"/>
                  </a:lnTo>
                  <a:lnTo>
                    <a:pt x="46" y="82"/>
                  </a:lnTo>
                  <a:lnTo>
                    <a:pt x="46" y="82"/>
                  </a:lnTo>
                  <a:lnTo>
                    <a:pt x="46" y="82"/>
                  </a:lnTo>
                  <a:lnTo>
                    <a:pt x="44" y="84"/>
                  </a:lnTo>
                  <a:lnTo>
                    <a:pt x="44" y="84"/>
                  </a:lnTo>
                  <a:lnTo>
                    <a:pt x="44" y="84"/>
                  </a:lnTo>
                  <a:lnTo>
                    <a:pt x="44" y="84"/>
                  </a:lnTo>
                  <a:lnTo>
                    <a:pt x="42" y="85"/>
                  </a:lnTo>
                  <a:lnTo>
                    <a:pt x="42" y="85"/>
                  </a:lnTo>
                  <a:lnTo>
                    <a:pt x="42" y="85"/>
                  </a:lnTo>
                  <a:lnTo>
                    <a:pt x="42" y="85"/>
                  </a:lnTo>
                  <a:lnTo>
                    <a:pt x="40" y="86"/>
                  </a:lnTo>
                  <a:lnTo>
                    <a:pt x="40" y="86"/>
                  </a:lnTo>
                  <a:lnTo>
                    <a:pt x="40" y="86"/>
                  </a:lnTo>
                  <a:lnTo>
                    <a:pt x="40" y="86"/>
                  </a:lnTo>
                  <a:lnTo>
                    <a:pt x="40" y="86"/>
                  </a:lnTo>
                  <a:lnTo>
                    <a:pt x="40" y="86"/>
                  </a:lnTo>
                  <a:lnTo>
                    <a:pt x="40" y="86"/>
                  </a:lnTo>
                  <a:lnTo>
                    <a:pt x="40" y="86"/>
                  </a:lnTo>
                  <a:lnTo>
                    <a:pt x="38" y="86"/>
                  </a:lnTo>
                  <a:lnTo>
                    <a:pt x="38" y="86"/>
                  </a:lnTo>
                  <a:lnTo>
                    <a:pt x="38" y="86"/>
                  </a:lnTo>
                  <a:lnTo>
                    <a:pt x="38" y="86"/>
                  </a:lnTo>
                  <a:lnTo>
                    <a:pt x="36" y="86"/>
                  </a:lnTo>
                  <a:lnTo>
                    <a:pt x="36" y="86"/>
                  </a:lnTo>
                  <a:lnTo>
                    <a:pt x="36" y="86"/>
                  </a:lnTo>
                  <a:lnTo>
                    <a:pt x="36" y="86"/>
                  </a:lnTo>
                  <a:lnTo>
                    <a:pt x="34" y="86"/>
                  </a:lnTo>
                  <a:lnTo>
                    <a:pt x="34" y="86"/>
                  </a:lnTo>
                  <a:lnTo>
                    <a:pt x="34" y="86"/>
                  </a:lnTo>
                  <a:lnTo>
                    <a:pt x="34" y="86"/>
                  </a:lnTo>
                  <a:lnTo>
                    <a:pt x="34" y="86"/>
                  </a:lnTo>
                  <a:lnTo>
                    <a:pt x="34" y="86"/>
                  </a:lnTo>
                  <a:lnTo>
                    <a:pt x="34" y="86"/>
                  </a:lnTo>
                  <a:lnTo>
                    <a:pt x="34" y="84"/>
                  </a:lnTo>
                  <a:lnTo>
                    <a:pt x="34" y="84"/>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55" name=""/>
            <p:cNvSpPr/>
            <p:nvPr/>
          </p:nvSpPr>
          <p:spPr>
            <a:xfrm>
              <a:off x="7799400" y="7075440"/>
              <a:ext cx="57240" cy="109440"/>
            </a:xfrm>
            <a:custGeom>
              <a:avLst/>
              <a:gdLst/>
              <a:ahLst/>
              <a:rect l="l" t="t" r="r" b="b"/>
              <a:pathLst>
                <a:path w="36" h="69">
                  <a:moveTo>
                    <a:pt x="32" y="1"/>
                  </a:moveTo>
                  <a:lnTo>
                    <a:pt x="31" y="3"/>
                  </a:lnTo>
                  <a:lnTo>
                    <a:pt x="31" y="3"/>
                  </a:lnTo>
                  <a:lnTo>
                    <a:pt x="31" y="4"/>
                  </a:lnTo>
                  <a:lnTo>
                    <a:pt x="31" y="4"/>
                  </a:lnTo>
                  <a:lnTo>
                    <a:pt x="31" y="6"/>
                  </a:lnTo>
                  <a:lnTo>
                    <a:pt x="31" y="6"/>
                  </a:lnTo>
                  <a:lnTo>
                    <a:pt x="31" y="7"/>
                  </a:lnTo>
                  <a:lnTo>
                    <a:pt x="31" y="7"/>
                  </a:lnTo>
                  <a:lnTo>
                    <a:pt x="29" y="9"/>
                  </a:lnTo>
                  <a:lnTo>
                    <a:pt x="29" y="9"/>
                  </a:lnTo>
                  <a:lnTo>
                    <a:pt x="29" y="11"/>
                  </a:lnTo>
                  <a:lnTo>
                    <a:pt x="29" y="11"/>
                  </a:lnTo>
                  <a:lnTo>
                    <a:pt x="29" y="12"/>
                  </a:lnTo>
                  <a:lnTo>
                    <a:pt x="29" y="12"/>
                  </a:lnTo>
                  <a:lnTo>
                    <a:pt x="29" y="12"/>
                  </a:lnTo>
                  <a:lnTo>
                    <a:pt x="30" y="12"/>
                  </a:lnTo>
                  <a:lnTo>
                    <a:pt x="30" y="14"/>
                  </a:lnTo>
                  <a:lnTo>
                    <a:pt x="30" y="14"/>
                  </a:lnTo>
                  <a:lnTo>
                    <a:pt x="30" y="14"/>
                  </a:lnTo>
                  <a:lnTo>
                    <a:pt x="30" y="14"/>
                  </a:lnTo>
                  <a:lnTo>
                    <a:pt x="30" y="14"/>
                  </a:lnTo>
                  <a:lnTo>
                    <a:pt x="30" y="14"/>
                  </a:lnTo>
                  <a:lnTo>
                    <a:pt x="30" y="14"/>
                  </a:lnTo>
                  <a:lnTo>
                    <a:pt x="31" y="14"/>
                  </a:lnTo>
                  <a:lnTo>
                    <a:pt x="31" y="15"/>
                  </a:lnTo>
                  <a:lnTo>
                    <a:pt x="31" y="15"/>
                  </a:lnTo>
                  <a:lnTo>
                    <a:pt x="31" y="15"/>
                  </a:lnTo>
                  <a:lnTo>
                    <a:pt x="31" y="15"/>
                  </a:lnTo>
                  <a:lnTo>
                    <a:pt x="31" y="15"/>
                  </a:lnTo>
                  <a:lnTo>
                    <a:pt x="31" y="15"/>
                  </a:lnTo>
                  <a:lnTo>
                    <a:pt x="31" y="15"/>
                  </a:lnTo>
                  <a:lnTo>
                    <a:pt x="32" y="15"/>
                  </a:lnTo>
                  <a:lnTo>
                    <a:pt x="32" y="17"/>
                  </a:lnTo>
                  <a:lnTo>
                    <a:pt x="32" y="18"/>
                  </a:lnTo>
                  <a:lnTo>
                    <a:pt x="32" y="20"/>
                  </a:lnTo>
                  <a:lnTo>
                    <a:pt x="32" y="20"/>
                  </a:lnTo>
                  <a:lnTo>
                    <a:pt x="32" y="22"/>
                  </a:lnTo>
                  <a:lnTo>
                    <a:pt x="32" y="24"/>
                  </a:lnTo>
                  <a:lnTo>
                    <a:pt x="32" y="25"/>
                  </a:lnTo>
                  <a:lnTo>
                    <a:pt x="34" y="25"/>
                  </a:lnTo>
                  <a:lnTo>
                    <a:pt x="34" y="27"/>
                  </a:lnTo>
                  <a:lnTo>
                    <a:pt x="34" y="29"/>
                  </a:lnTo>
                  <a:lnTo>
                    <a:pt x="34" y="31"/>
                  </a:lnTo>
                  <a:lnTo>
                    <a:pt x="34" y="31"/>
                  </a:lnTo>
                  <a:lnTo>
                    <a:pt x="34" y="33"/>
                  </a:lnTo>
                  <a:lnTo>
                    <a:pt x="34" y="34"/>
                  </a:lnTo>
                  <a:lnTo>
                    <a:pt x="34" y="36"/>
                  </a:lnTo>
                  <a:lnTo>
                    <a:pt x="35" y="36"/>
                  </a:lnTo>
                  <a:lnTo>
                    <a:pt x="34" y="38"/>
                  </a:lnTo>
                  <a:lnTo>
                    <a:pt x="34" y="38"/>
                  </a:lnTo>
                  <a:lnTo>
                    <a:pt x="34" y="38"/>
                  </a:lnTo>
                  <a:lnTo>
                    <a:pt x="34" y="38"/>
                  </a:lnTo>
                  <a:lnTo>
                    <a:pt x="32" y="40"/>
                  </a:lnTo>
                  <a:lnTo>
                    <a:pt x="32" y="40"/>
                  </a:lnTo>
                  <a:lnTo>
                    <a:pt x="32" y="40"/>
                  </a:lnTo>
                  <a:lnTo>
                    <a:pt x="32" y="40"/>
                  </a:lnTo>
                  <a:lnTo>
                    <a:pt x="30" y="41"/>
                  </a:lnTo>
                  <a:lnTo>
                    <a:pt x="30" y="41"/>
                  </a:lnTo>
                  <a:lnTo>
                    <a:pt x="30" y="41"/>
                  </a:lnTo>
                  <a:lnTo>
                    <a:pt x="30" y="41"/>
                  </a:lnTo>
                  <a:lnTo>
                    <a:pt x="29" y="42"/>
                  </a:lnTo>
                  <a:lnTo>
                    <a:pt x="29" y="42"/>
                  </a:lnTo>
                  <a:lnTo>
                    <a:pt x="29" y="42"/>
                  </a:lnTo>
                  <a:lnTo>
                    <a:pt x="29" y="42"/>
                  </a:lnTo>
                  <a:lnTo>
                    <a:pt x="29" y="44"/>
                  </a:lnTo>
                  <a:lnTo>
                    <a:pt x="29" y="46"/>
                  </a:lnTo>
                  <a:lnTo>
                    <a:pt x="29" y="48"/>
                  </a:lnTo>
                  <a:lnTo>
                    <a:pt x="29" y="48"/>
                  </a:lnTo>
                  <a:lnTo>
                    <a:pt x="29" y="49"/>
                  </a:lnTo>
                  <a:lnTo>
                    <a:pt x="29" y="49"/>
                  </a:lnTo>
                  <a:lnTo>
                    <a:pt x="29" y="51"/>
                  </a:lnTo>
                  <a:lnTo>
                    <a:pt x="29" y="51"/>
                  </a:lnTo>
                  <a:lnTo>
                    <a:pt x="29" y="53"/>
                  </a:lnTo>
                  <a:lnTo>
                    <a:pt x="29" y="53"/>
                  </a:lnTo>
                  <a:lnTo>
                    <a:pt x="29" y="55"/>
                  </a:lnTo>
                  <a:lnTo>
                    <a:pt x="29" y="55"/>
                  </a:lnTo>
                  <a:lnTo>
                    <a:pt x="29" y="57"/>
                  </a:lnTo>
                  <a:lnTo>
                    <a:pt x="29" y="57"/>
                  </a:lnTo>
                  <a:lnTo>
                    <a:pt x="29" y="57"/>
                  </a:lnTo>
                  <a:lnTo>
                    <a:pt x="29" y="57"/>
                  </a:lnTo>
                  <a:lnTo>
                    <a:pt x="27" y="59"/>
                  </a:lnTo>
                  <a:lnTo>
                    <a:pt x="27" y="59"/>
                  </a:lnTo>
                  <a:lnTo>
                    <a:pt x="27" y="60"/>
                  </a:lnTo>
                  <a:lnTo>
                    <a:pt x="27" y="60"/>
                  </a:lnTo>
                  <a:lnTo>
                    <a:pt x="26" y="62"/>
                  </a:lnTo>
                  <a:lnTo>
                    <a:pt x="26" y="62"/>
                  </a:lnTo>
                  <a:lnTo>
                    <a:pt x="26" y="62"/>
                  </a:lnTo>
                  <a:lnTo>
                    <a:pt x="26" y="62"/>
                  </a:lnTo>
                  <a:lnTo>
                    <a:pt x="24" y="64"/>
                  </a:lnTo>
                  <a:lnTo>
                    <a:pt x="24" y="64"/>
                  </a:lnTo>
                  <a:lnTo>
                    <a:pt x="24" y="64"/>
                  </a:lnTo>
                  <a:lnTo>
                    <a:pt x="24" y="64"/>
                  </a:lnTo>
                  <a:lnTo>
                    <a:pt x="23" y="65"/>
                  </a:lnTo>
                  <a:lnTo>
                    <a:pt x="23" y="65"/>
                  </a:lnTo>
                  <a:lnTo>
                    <a:pt x="23" y="65"/>
                  </a:lnTo>
                  <a:lnTo>
                    <a:pt x="23" y="65"/>
                  </a:lnTo>
                  <a:lnTo>
                    <a:pt x="22" y="67"/>
                  </a:lnTo>
                  <a:lnTo>
                    <a:pt x="22" y="67"/>
                  </a:lnTo>
                  <a:lnTo>
                    <a:pt x="22" y="67"/>
                  </a:lnTo>
                  <a:lnTo>
                    <a:pt x="22" y="67"/>
                  </a:lnTo>
                  <a:lnTo>
                    <a:pt x="20" y="67"/>
                  </a:lnTo>
                  <a:lnTo>
                    <a:pt x="20" y="67"/>
                  </a:lnTo>
                  <a:lnTo>
                    <a:pt x="20" y="67"/>
                  </a:lnTo>
                  <a:lnTo>
                    <a:pt x="20" y="67"/>
                  </a:lnTo>
                  <a:lnTo>
                    <a:pt x="18" y="68"/>
                  </a:lnTo>
                  <a:lnTo>
                    <a:pt x="18" y="68"/>
                  </a:lnTo>
                  <a:lnTo>
                    <a:pt x="18" y="68"/>
                  </a:lnTo>
                  <a:lnTo>
                    <a:pt x="18" y="68"/>
                  </a:lnTo>
                  <a:lnTo>
                    <a:pt x="18" y="68"/>
                  </a:lnTo>
                  <a:lnTo>
                    <a:pt x="18" y="68"/>
                  </a:lnTo>
                  <a:lnTo>
                    <a:pt x="18" y="68"/>
                  </a:lnTo>
                  <a:lnTo>
                    <a:pt x="18" y="68"/>
                  </a:lnTo>
                  <a:lnTo>
                    <a:pt x="16" y="68"/>
                  </a:lnTo>
                  <a:lnTo>
                    <a:pt x="16" y="68"/>
                  </a:lnTo>
                  <a:lnTo>
                    <a:pt x="16" y="68"/>
                  </a:lnTo>
                  <a:lnTo>
                    <a:pt x="16" y="68"/>
                  </a:lnTo>
                  <a:lnTo>
                    <a:pt x="15" y="68"/>
                  </a:lnTo>
                  <a:lnTo>
                    <a:pt x="15" y="68"/>
                  </a:lnTo>
                  <a:lnTo>
                    <a:pt x="15" y="68"/>
                  </a:lnTo>
                  <a:lnTo>
                    <a:pt x="15" y="67"/>
                  </a:lnTo>
                  <a:lnTo>
                    <a:pt x="13" y="67"/>
                  </a:lnTo>
                  <a:lnTo>
                    <a:pt x="13" y="67"/>
                  </a:lnTo>
                  <a:lnTo>
                    <a:pt x="13" y="67"/>
                  </a:lnTo>
                  <a:lnTo>
                    <a:pt x="13" y="67"/>
                  </a:lnTo>
                  <a:lnTo>
                    <a:pt x="11" y="67"/>
                  </a:lnTo>
                  <a:lnTo>
                    <a:pt x="11" y="67"/>
                  </a:lnTo>
                  <a:lnTo>
                    <a:pt x="11" y="67"/>
                  </a:lnTo>
                  <a:lnTo>
                    <a:pt x="11" y="65"/>
                  </a:lnTo>
                  <a:lnTo>
                    <a:pt x="9" y="65"/>
                  </a:lnTo>
                  <a:lnTo>
                    <a:pt x="9" y="65"/>
                  </a:lnTo>
                  <a:lnTo>
                    <a:pt x="9" y="65"/>
                  </a:lnTo>
                  <a:lnTo>
                    <a:pt x="9" y="65"/>
                  </a:lnTo>
                  <a:lnTo>
                    <a:pt x="7" y="65"/>
                  </a:lnTo>
                  <a:lnTo>
                    <a:pt x="7" y="65"/>
                  </a:lnTo>
                  <a:lnTo>
                    <a:pt x="7" y="65"/>
                  </a:lnTo>
                  <a:lnTo>
                    <a:pt x="7" y="64"/>
                  </a:lnTo>
                  <a:lnTo>
                    <a:pt x="6" y="64"/>
                  </a:lnTo>
                  <a:lnTo>
                    <a:pt x="6" y="64"/>
                  </a:lnTo>
                  <a:lnTo>
                    <a:pt x="6" y="64"/>
                  </a:lnTo>
                  <a:lnTo>
                    <a:pt x="6" y="64"/>
                  </a:lnTo>
                  <a:lnTo>
                    <a:pt x="6" y="64"/>
                  </a:lnTo>
                  <a:lnTo>
                    <a:pt x="6" y="64"/>
                  </a:lnTo>
                  <a:lnTo>
                    <a:pt x="6" y="64"/>
                  </a:lnTo>
                  <a:lnTo>
                    <a:pt x="6" y="62"/>
                  </a:lnTo>
                  <a:lnTo>
                    <a:pt x="6" y="62"/>
                  </a:lnTo>
                  <a:lnTo>
                    <a:pt x="6" y="62"/>
                  </a:lnTo>
                  <a:lnTo>
                    <a:pt x="6" y="62"/>
                  </a:lnTo>
                  <a:lnTo>
                    <a:pt x="6" y="61"/>
                  </a:lnTo>
                  <a:lnTo>
                    <a:pt x="6" y="61"/>
                  </a:lnTo>
                  <a:lnTo>
                    <a:pt x="6" y="61"/>
                  </a:lnTo>
                  <a:lnTo>
                    <a:pt x="6" y="61"/>
                  </a:lnTo>
                  <a:lnTo>
                    <a:pt x="7" y="59"/>
                  </a:lnTo>
                  <a:lnTo>
                    <a:pt x="7" y="59"/>
                  </a:lnTo>
                  <a:lnTo>
                    <a:pt x="7" y="59"/>
                  </a:lnTo>
                  <a:lnTo>
                    <a:pt x="7" y="59"/>
                  </a:lnTo>
                  <a:lnTo>
                    <a:pt x="8" y="58"/>
                  </a:lnTo>
                  <a:lnTo>
                    <a:pt x="8" y="58"/>
                  </a:lnTo>
                  <a:lnTo>
                    <a:pt x="8" y="58"/>
                  </a:lnTo>
                  <a:lnTo>
                    <a:pt x="8" y="58"/>
                  </a:lnTo>
                  <a:lnTo>
                    <a:pt x="9" y="56"/>
                  </a:lnTo>
                  <a:lnTo>
                    <a:pt x="7" y="56"/>
                  </a:lnTo>
                  <a:lnTo>
                    <a:pt x="7" y="56"/>
                  </a:lnTo>
                  <a:lnTo>
                    <a:pt x="7" y="56"/>
                  </a:lnTo>
                  <a:lnTo>
                    <a:pt x="7" y="56"/>
                  </a:lnTo>
                  <a:lnTo>
                    <a:pt x="6" y="56"/>
                  </a:lnTo>
                  <a:lnTo>
                    <a:pt x="6" y="56"/>
                  </a:lnTo>
                  <a:lnTo>
                    <a:pt x="6" y="56"/>
                  </a:lnTo>
                  <a:lnTo>
                    <a:pt x="6" y="55"/>
                  </a:lnTo>
                  <a:lnTo>
                    <a:pt x="4" y="55"/>
                  </a:lnTo>
                  <a:lnTo>
                    <a:pt x="4" y="55"/>
                  </a:lnTo>
                  <a:lnTo>
                    <a:pt x="4" y="55"/>
                  </a:lnTo>
                  <a:lnTo>
                    <a:pt x="4" y="55"/>
                  </a:lnTo>
                  <a:lnTo>
                    <a:pt x="3" y="55"/>
                  </a:lnTo>
                  <a:lnTo>
                    <a:pt x="3" y="55"/>
                  </a:lnTo>
                  <a:lnTo>
                    <a:pt x="3" y="55"/>
                  </a:lnTo>
                  <a:lnTo>
                    <a:pt x="3" y="53"/>
                  </a:lnTo>
                  <a:lnTo>
                    <a:pt x="3" y="53"/>
                  </a:lnTo>
                  <a:lnTo>
                    <a:pt x="3" y="53"/>
                  </a:lnTo>
                  <a:lnTo>
                    <a:pt x="3" y="53"/>
                  </a:lnTo>
                  <a:lnTo>
                    <a:pt x="3" y="53"/>
                  </a:lnTo>
                  <a:lnTo>
                    <a:pt x="3" y="53"/>
                  </a:lnTo>
                  <a:lnTo>
                    <a:pt x="3" y="53"/>
                  </a:lnTo>
                  <a:lnTo>
                    <a:pt x="3" y="53"/>
                  </a:lnTo>
                  <a:lnTo>
                    <a:pt x="5" y="51"/>
                  </a:lnTo>
                  <a:lnTo>
                    <a:pt x="5" y="51"/>
                  </a:lnTo>
                  <a:lnTo>
                    <a:pt x="5" y="51"/>
                  </a:lnTo>
                  <a:lnTo>
                    <a:pt x="5" y="51"/>
                  </a:lnTo>
                  <a:lnTo>
                    <a:pt x="7" y="50"/>
                  </a:lnTo>
                  <a:lnTo>
                    <a:pt x="7" y="50"/>
                  </a:lnTo>
                  <a:lnTo>
                    <a:pt x="7" y="50"/>
                  </a:lnTo>
                  <a:lnTo>
                    <a:pt x="7" y="50"/>
                  </a:lnTo>
                  <a:lnTo>
                    <a:pt x="8" y="48"/>
                  </a:lnTo>
                  <a:lnTo>
                    <a:pt x="7" y="48"/>
                  </a:lnTo>
                  <a:lnTo>
                    <a:pt x="7" y="48"/>
                  </a:lnTo>
                  <a:lnTo>
                    <a:pt x="7" y="48"/>
                  </a:lnTo>
                  <a:lnTo>
                    <a:pt x="7" y="47"/>
                  </a:lnTo>
                  <a:lnTo>
                    <a:pt x="5" y="47"/>
                  </a:lnTo>
                  <a:lnTo>
                    <a:pt x="5" y="47"/>
                  </a:lnTo>
                  <a:lnTo>
                    <a:pt x="5" y="47"/>
                  </a:lnTo>
                  <a:lnTo>
                    <a:pt x="5" y="45"/>
                  </a:lnTo>
                  <a:lnTo>
                    <a:pt x="3" y="45"/>
                  </a:lnTo>
                  <a:lnTo>
                    <a:pt x="3" y="45"/>
                  </a:lnTo>
                  <a:lnTo>
                    <a:pt x="3" y="45"/>
                  </a:lnTo>
                  <a:lnTo>
                    <a:pt x="3" y="44"/>
                  </a:lnTo>
                  <a:lnTo>
                    <a:pt x="3" y="44"/>
                  </a:lnTo>
                  <a:lnTo>
                    <a:pt x="3" y="44"/>
                  </a:lnTo>
                  <a:lnTo>
                    <a:pt x="3" y="44"/>
                  </a:lnTo>
                  <a:lnTo>
                    <a:pt x="3" y="42"/>
                  </a:lnTo>
                  <a:lnTo>
                    <a:pt x="3" y="42"/>
                  </a:lnTo>
                  <a:lnTo>
                    <a:pt x="3" y="42"/>
                  </a:lnTo>
                  <a:lnTo>
                    <a:pt x="3" y="42"/>
                  </a:lnTo>
                  <a:lnTo>
                    <a:pt x="3" y="42"/>
                  </a:lnTo>
                  <a:lnTo>
                    <a:pt x="3" y="42"/>
                  </a:lnTo>
                  <a:lnTo>
                    <a:pt x="3" y="42"/>
                  </a:lnTo>
                  <a:lnTo>
                    <a:pt x="3" y="42"/>
                  </a:lnTo>
                  <a:lnTo>
                    <a:pt x="3" y="41"/>
                  </a:lnTo>
                  <a:lnTo>
                    <a:pt x="3" y="41"/>
                  </a:lnTo>
                  <a:lnTo>
                    <a:pt x="3" y="41"/>
                  </a:lnTo>
                  <a:lnTo>
                    <a:pt x="3" y="41"/>
                  </a:lnTo>
                  <a:lnTo>
                    <a:pt x="3" y="40"/>
                  </a:lnTo>
                  <a:lnTo>
                    <a:pt x="3" y="40"/>
                  </a:lnTo>
                  <a:lnTo>
                    <a:pt x="3" y="40"/>
                  </a:lnTo>
                  <a:lnTo>
                    <a:pt x="3" y="40"/>
                  </a:lnTo>
                  <a:lnTo>
                    <a:pt x="3" y="39"/>
                  </a:lnTo>
                  <a:lnTo>
                    <a:pt x="3" y="39"/>
                  </a:lnTo>
                  <a:lnTo>
                    <a:pt x="3" y="39"/>
                  </a:lnTo>
                  <a:lnTo>
                    <a:pt x="3" y="39"/>
                  </a:lnTo>
                  <a:lnTo>
                    <a:pt x="3" y="39"/>
                  </a:lnTo>
                  <a:lnTo>
                    <a:pt x="3" y="39"/>
                  </a:lnTo>
                  <a:lnTo>
                    <a:pt x="3" y="39"/>
                  </a:lnTo>
                  <a:lnTo>
                    <a:pt x="3" y="39"/>
                  </a:lnTo>
                  <a:lnTo>
                    <a:pt x="5" y="39"/>
                  </a:lnTo>
                  <a:lnTo>
                    <a:pt x="5" y="39"/>
                  </a:lnTo>
                  <a:lnTo>
                    <a:pt x="5" y="39"/>
                  </a:lnTo>
                  <a:lnTo>
                    <a:pt x="5" y="39"/>
                  </a:lnTo>
                  <a:lnTo>
                    <a:pt x="7" y="39"/>
                  </a:lnTo>
                  <a:lnTo>
                    <a:pt x="7" y="39"/>
                  </a:lnTo>
                  <a:lnTo>
                    <a:pt x="7" y="39"/>
                  </a:lnTo>
                  <a:lnTo>
                    <a:pt x="7" y="39"/>
                  </a:lnTo>
                  <a:lnTo>
                    <a:pt x="8" y="38"/>
                  </a:lnTo>
                  <a:lnTo>
                    <a:pt x="7" y="38"/>
                  </a:lnTo>
                  <a:lnTo>
                    <a:pt x="7" y="38"/>
                  </a:lnTo>
                  <a:lnTo>
                    <a:pt x="7" y="38"/>
                  </a:lnTo>
                  <a:lnTo>
                    <a:pt x="7" y="38"/>
                  </a:lnTo>
                  <a:lnTo>
                    <a:pt x="5" y="38"/>
                  </a:lnTo>
                  <a:lnTo>
                    <a:pt x="5" y="38"/>
                  </a:lnTo>
                  <a:lnTo>
                    <a:pt x="5" y="38"/>
                  </a:lnTo>
                  <a:lnTo>
                    <a:pt x="5" y="37"/>
                  </a:lnTo>
                  <a:lnTo>
                    <a:pt x="3" y="37"/>
                  </a:lnTo>
                  <a:lnTo>
                    <a:pt x="3" y="37"/>
                  </a:lnTo>
                  <a:lnTo>
                    <a:pt x="3" y="37"/>
                  </a:lnTo>
                  <a:lnTo>
                    <a:pt x="3" y="37"/>
                  </a:lnTo>
                  <a:lnTo>
                    <a:pt x="2" y="37"/>
                  </a:lnTo>
                  <a:lnTo>
                    <a:pt x="2" y="37"/>
                  </a:lnTo>
                  <a:lnTo>
                    <a:pt x="2" y="37"/>
                  </a:lnTo>
                  <a:lnTo>
                    <a:pt x="2" y="36"/>
                  </a:lnTo>
                  <a:lnTo>
                    <a:pt x="0" y="36"/>
                  </a:lnTo>
                  <a:lnTo>
                    <a:pt x="0" y="36"/>
                  </a:lnTo>
                  <a:lnTo>
                    <a:pt x="0" y="36"/>
                  </a:lnTo>
                  <a:lnTo>
                    <a:pt x="0" y="35"/>
                  </a:lnTo>
                  <a:lnTo>
                    <a:pt x="0" y="35"/>
                  </a:lnTo>
                  <a:lnTo>
                    <a:pt x="0" y="35"/>
                  </a:lnTo>
                  <a:lnTo>
                    <a:pt x="0" y="35"/>
                  </a:lnTo>
                  <a:lnTo>
                    <a:pt x="0" y="33"/>
                  </a:lnTo>
                  <a:lnTo>
                    <a:pt x="0" y="33"/>
                  </a:lnTo>
                  <a:lnTo>
                    <a:pt x="0" y="33"/>
                  </a:lnTo>
                  <a:lnTo>
                    <a:pt x="0" y="33"/>
                  </a:lnTo>
                  <a:lnTo>
                    <a:pt x="0" y="31"/>
                  </a:lnTo>
                  <a:lnTo>
                    <a:pt x="0" y="31"/>
                  </a:lnTo>
                  <a:lnTo>
                    <a:pt x="0" y="31"/>
                  </a:lnTo>
                  <a:lnTo>
                    <a:pt x="0" y="31"/>
                  </a:lnTo>
                  <a:lnTo>
                    <a:pt x="0" y="29"/>
                  </a:lnTo>
                  <a:lnTo>
                    <a:pt x="0" y="29"/>
                  </a:lnTo>
                  <a:lnTo>
                    <a:pt x="0" y="29"/>
                  </a:lnTo>
                  <a:lnTo>
                    <a:pt x="0" y="29"/>
                  </a:lnTo>
                  <a:lnTo>
                    <a:pt x="0" y="29"/>
                  </a:lnTo>
                  <a:lnTo>
                    <a:pt x="0" y="29"/>
                  </a:lnTo>
                  <a:lnTo>
                    <a:pt x="0" y="29"/>
                  </a:lnTo>
                  <a:lnTo>
                    <a:pt x="0" y="29"/>
                  </a:lnTo>
                  <a:lnTo>
                    <a:pt x="1" y="27"/>
                  </a:lnTo>
                  <a:lnTo>
                    <a:pt x="1" y="27"/>
                  </a:lnTo>
                  <a:lnTo>
                    <a:pt x="1" y="27"/>
                  </a:lnTo>
                  <a:lnTo>
                    <a:pt x="1" y="27"/>
                  </a:lnTo>
                  <a:lnTo>
                    <a:pt x="3" y="27"/>
                  </a:lnTo>
                  <a:lnTo>
                    <a:pt x="3" y="27"/>
                  </a:lnTo>
                  <a:lnTo>
                    <a:pt x="3" y="27"/>
                  </a:lnTo>
                  <a:lnTo>
                    <a:pt x="3" y="27"/>
                  </a:lnTo>
                  <a:lnTo>
                    <a:pt x="3" y="26"/>
                  </a:lnTo>
                  <a:lnTo>
                    <a:pt x="2" y="26"/>
                  </a:lnTo>
                  <a:lnTo>
                    <a:pt x="2" y="26"/>
                  </a:lnTo>
                  <a:lnTo>
                    <a:pt x="2" y="26"/>
                  </a:lnTo>
                  <a:lnTo>
                    <a:pt x="2" y="26"/>
                  </a:lnTo>
                  <a:lnTo>
                    <a:pt x="2" y="26"/>
                  </a:lnTo>
                  <a:lnTo>
                    <a:pt x="2" y="26"/>
                  </a:lnTo>
                  <a:lnTo>
                    <a:pt x="2" y="26"/>
                  </a:lnTo>
                  <a:lnTo>
                    <a:pt x="2" y="25"/>
                  </a:lnTo>
                  <a:lnTo>
                    <a:pt x="1" y="25"/>
                  </a:lnTo>
                  <a:lnTo>
                    <a:pt x="1" y="25"/>
                  </a:lnTo>
                  <a:lnTo>
                    <a:pt x="1" y="25"/>
                  </a:lnTo>
                  <a:lnTo>
                    <a:pt x="1" y="25"/>
                  </a:lnTo>
                  <a:lnTo>
                    <a:pt x="1" y="25"/>
                  </a:lnTo>
                  <a:lnTo>
                    <a:pt x="1" y="25"/>
                  </a:lnTo>
                  <a:lnTo>
                    <a:pt x="1" y="25"/>
                  </a:lnTo>
                  <a:lnTo>
                    <a:pt x="1" y="24"/>
                  </a:lnTo>
                  <a:lnTo>
                    <a:pt x="1" y="24"/>
                  </a:lnTo>
                  <a:lnTo>
                    <a:pt x="1" y="24"/>
                  </a:lnTo>
                  <a:lnTo>
                    <a:pt x="1" y="24"/>
                  </a:lnTo>
                  <a:lnTo>
                    <a:pt x="1" y="24"/>
                  </a:lnTo>
                  <a:lnTo>
                    <a:pt x="1" y="24"/>
                  </a:lnTo>
                  <a:lnTo>
                    <a:pt x="1" y="24"/>
                  </a:lnTo>
                  <a:lnTo>
                    <a:pt x="1" y="24"/>
                  </a:lnTo>
                  <a:lnTo>
                    <a:pt x="2" y="23"/>
                  </a:lnTo>
                  <a:lnTo>
                    <a:pt x="2" y="23"/>
                  </a:lnTo>
                  <a:lnTo>
                    <a:pt x="2" y="23"/>
                  </a:lnTo>
                  <a:lnTo>
                    <a:pt x="2" y="23"/>
                  </a:lnTo>
                  <a:lnTo>
                    <a:pt x="2" y="23"/>
                  </a:lnTo>
                  <a:lnTo>
                    <a:pt x="2" y="23"/>
                  </a:lnTo>
                  <a:lnTo>
                    <a:pt x="2" y="23"/>
                  </a:lnTo>
                  <a:lnTo>
                    <a:pt x="2" y="23"/>
                  </a:lnTo>
                  <a:lnTo>
                    <a:pt x="3" y="22"/>
                  </a:lnTo>
                  <a:lnTo>
                    <a:pt x="3" y="22"/>
                  </a:lnTo>
                  <a:lnTo>
                    <a:pt x="3" y="22"/>
                  </a:lnTo>
                  <a:lnTo>
                    <a:pt x="3" y="22"/>
                  </a:lnTo>
                  <a:lnTo>
                    <a:pt x="3" y="20"/>
                  </a:lnTo>
                  <a:lnTo>
                    <a:pt x="3" y="20"/>
                  </a:lnTo>
                  <a:lnTo>
                    <a:pt x="3" y="20"/>
                  </a:lnTo>
                  <a:lnTo>
                    <a:pt x="3" y="20"/>
                  </a:lnTo>
                  <a:lnTo>
                    <a:pt x="3" y="18"/>
                  </a:lnTo>
                  <a:lnTo>
                    <a:pt x="3" y="18"/>
                  </a:lnTo>
                  <a:lnTo>
                    <a:pt x="3" y="18"/>
                  </a:lnTo>
                  <a:lnTo>
                    <a:pt x="3" y="18"/>
                  </a:lnTo>
                  <a:lnTo>
                    <a:pt x="3" y="17"/>
                  </a:lnTo>
                  <a:lnTo>
                    <a:pt x="3" y="17"/>
                  </a:lnTo>
                  <a:lnTo>
                    <a:pt x="3" y="17"/>
                  </a:lnTo>
                  <a:lnTo>
                    <a:pt x="3" y="17"/>
                  </a:lnTo>
                  <a:lnTo>
                    <a:pt x="3" y="15"/>
                  </a:lnTo>
                  <a:lnTo>
                    <a:pt x="3" y="15"/>
                  </a:lnTo>
                  <a:lnTo>
                    <a:pt x="3" y="15"/>
                  </a:lnTo>
                  <a:lnTo>
                    <a:pt x="3" y="15"/>
                  </a:lnTo>
                  <a:lnTo>
                    <a:pt x="5" y="14"/>
                  </a:lnTo>
                  <a:lnTo>
                    <a:pt x="5" y="14"/>
                  </a:lnTo>
                  <a:lnTo>
                    <a:pt x="5" y="14"/>
                  </a:lnTo>
                  <a:lnTo>
                    <a:pt x="5" y="14"/>
                  </a:lnTo>
                  <a:lnTo>
                    <a:pt x="7" y="13"/>
                  </a:lnTo>
                  <a:lnTo>
                    <a:pt x="7" y="13"/>
                  </a:lnTo>
                  <a:lnTo>
                    <a:pt x="7" y="13"/>
                  </a:lnTo>
                  <a:lnTo>
                    <a:pt x="7" y="13"/>
                  </a:lnTo>
                  <a:lnTo>
                    <a:pt x="8" y="13"/>
                  </a:lnTo>
                  <a:lnTo>
                    <a:pt x="8" y="13"/>
                  </a:lnTo>
                  <a:lnTo>
                    <a:pt x="9" y="13"/>
                  </a:lnTo>
                  <a:lnTo>
                    <a:pt x="9" y="13"/>
                  </a:lnTo>
                  <a:lnTo>
                    <a:pt x="11" y="11"/>
                  </a:lnTo>
                  <a:lnTo>
                    <a:pt x="11" y="11"/>
                  </a:lnTo>
                  <a:lnTo>
                    <a:pt x="11" y="11"/>
                  </a:lnTo>
                  <a:lnTo>
                    <a:pt x="11" y="11"/>
                  </a:lnTo>
                  <a:lnTo>
                    <a:pt x="13" y="11"/>
                  </a:lnTo>
                  <a:lnTo>
                    <a:pt x="13" y="11"/>
                  </a:lnTo>
                  <a:lnTo>
                    <a:pt x="13" y="11"/>
                  </a:lnTo>
                  <a:lnTo>
                    <a:pt x="13" y="11"/>
                  </a:lnTo>
                  <a:lnTo>
                    <a:pt x="15" y="10"/>
                  </a:lnTo>
                  <a:lnTo>
                    <a:pt x="15" y="10"/>
                  </a:lnTo>
                  <a:lnTo>
                    <a:pt x="15" y="10"/>
                  </a:lnTo>
                  <a:lnTo>
                    <a:pt x="15" y="10"/>
                  </a:lnTo>
                  <a:lnTo>
                    <a:pt x="16" y="9"/>
                  </a:lnTo>
                  <a:lnTo>
                    <a:pt x="16" y="9"/>
                  </a:lnTo>
                  <a:lnTo>
                    <a:pt x="16" y="9"/>
                  </a:lnTo>
                  <a:lnTo>
                    <a:pt x="16" y="9"/>
                  </a:lnTo>
                  <a:lnTo>
                    <a:pt x="18" y="8"/>
                  </a:lnTo>
                  <a:lnTo>
                    <a:pt x="18" y="9"/>
                  </a:lnTo>
                  <a:lnTo>
                    <a:pt x="18" y="9"/>
                  </a:lnTo>
                  <a:lnTo>
                    <a:pt x="18" y="9"/>
                  </a:lnTo>
                  <a:lnTo>
                    <a:pt x="19" y="9"/>
                  </a:lnTo>
                  <a:lnTo>
                    <a:pt x="19" y="9"/>
                  </a:lnTo>
                  <a:lnTo>
                    <a:pt x="19" y="9"/>
                  </a:lnTo>
                  <a:lnTo>
                    <a:pt x="19" y="9"/>
                  </a:lnTo>
                  <a:lnTo>
                    <a:pt x="21" y="9"/>
                  </a:lnTo>
                  <a:lnTo>
                    <a:pt x="21" y="11"/>
                  </a:lnTo>
                  <a:lnTo>
                    <a:pt x="21" y="11"/>
                  </a:lnTo>
                  <a:lnTo>
                    <a:pt x="21" y="11"/>
                  </a:lnTo>
                  <a:lnTo>
                    <a:pt x="22" y="11"/>
                  </a:lnTo>
                  <a:lnTo>
                    <a:pt x="22" y="11"/>
                  </a:lnTo>
                  <a:lnTo>
                    <a:pt x="22" y="11"/>
                  </a:lnTo>
                  <a:lnTo>
                    <a:pt x="22" y="11"/>
                  </a:lnTo>
                  <a:lnTo>
                    <a:pt x="23" y="11"/>
                  </a:lnTo>
                  <a:lnTo>
                    <a:pt x="23" y="11"/>
                  </a:lnTo>
                  <a:lnTo>
                    <a:pt x="23" y="11"/>
                  </a:lnTo>
                  <a:lnTo>
                    <a:pt x="23" y="11"/>
                  </a:lnTo>
                  <a:lnTo>
                    <a:pt x="24" y="9"/>
                  </a:lnTo>
                  <a:lnTo>
                    <a:pt x="24" y="9"/>
                  </a:lnTo>
                  <a:lnTo>
                    <a:pt x="24" y="9"/>
                  </a:lnTo>
                  <a:lnTo>
                    <a:pt x="24" y="9"/>
                  </a:lnTo>
                  <a:lnTo>
                    <a:pt x="26" y="7"/>
                  </a:lnTo>
                  <a:lnTo>
                    <a:pt x="26" y="7"/>
                  </a:lnTo>
                  <a:lnTo>
                    <a:pt x="26" y="7"/>
                  </a:lnTo>
                  <a:lnTo>
                    <a:pt x="26" y="7"/>
                  </a:lnTo>
                  <a:lnTo>
                    <a:pt x="27" y="5"/>
                  </a:lnTo>
                  <a:lnTo>
                    <a:pt x="27" y="5"/>
                  </a:lnTo>
                  <a:lnTo>
                    <a:pt x="27" y="5"/>
                  </a:lnTo>
                  <a:lnTo>
                    <a:pt x="27" y="5"/>
                  </a:lnTo>
                  <a:lnTo>
                    <a:pt x="29" y="3"/>
                  </a:lnTo>
                  <a:lnTo>
                    <a:pt x="29" y="3"/>
                  </a:lnTo>
                  <a:lnTo>
                    <a:pt x="29" y="3"/>
                  </a:lnTo>
                  <a:lnTo>
                    <a:pt x="29" y="3"/>
                  </a:lnTo>
                  <a:lnTo>
                    <a:pt x="29" y="2"/>
                  </a:lnTo>
                  <a:lnTo>
                    <a:pt x="29" y="2"/>
                  </a:lnTo>
                  <a:lnTo>
                    <a:pt x="29" y="2"/>
                  </a:lnTo>
                  <a:lnTo>
                    <a:pt x="29" y="2"/>
                  </a:lnTo>
                  <a:lnTo>
                    <a:pt x="29" y="0"/>
                  </a:lnTo>
                  <a:lnTo>
                    <a:pt x="29" y="0"/>
                  </a:lnTo>
                  <a:lnTo>
                    <a:pt x="29" y="0"/>
                  </a:lnTo>
                  <a:lnTo>
                    <a:pt x="29" y="0"/>
                  </a:lnTo>
                  <a:lnTo>
                    <a:pt x="30" y="0"/>
                  </a:lnTo>
                  <a:lnTo>
                    <a:pt x="30" y="1"/>
                  </a:lnTo>
                  <a:lnTo>
                    <a:pt x="30" y="1"/>
                  </a:lnTo>
                  <a:lnTo>
                    <a:pt x="30" y="1"/>
                  </a:lnTo>
                  <a:lnTo>
                    <a:pt x="32" y="1"/>
                  </a:lnTo>
                  <a:lnTo>
                    <a:pt x="32" y="1"/>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56" name=""/>
            <p:cNvSpPr/>
            <p:nvPr/>
          </p:nvSpPr>
          <p:spPr>
            <a:xfrm>
              <a:off x="7846920" y="6765840"/>
              <a:ext cx="14400" cy="19080"/>
            </a:xfrm>
            <a:custGeom>
              <a:avLst/>
              <a:gdLst/>
              <a:ahLst/>
              <a:rect l="l" t="t" r="r" b="b"/>
              <a:pathLst>
                <a:path w="9" h="12">
                  <a:moveTo>
                    <a:pt x="6" y="7"/>
                  </a:moveTo>
                  <a:lnTo>
                    <a:pt x="4" y="7"/>
                  </a:lnTo>
                  <a:lnTo>
                    <a:pt x="4" y="7"/>
                  </a:lnTo>
                  <a:lnTo>
                    <a:pt x="4" y="7"/>
                  </a:lnTo>
                  <a:lnTo>
                    <a:pt x="4" y="7"/>
                  </a:lnTo>
                  <a:lnTo>
                    <a:pt x="4" y="7"/>
                  </a:lnTo>
                  <a:lnTo>
                    <a:pt x="4" y="6"/>
                  </a:lnTo>
                  <a:lnTo>
                    <a:pt x="4" y="6"/>
                  </a:lnTo>
                  <a:lnTo>
                    <a:pt x="4" y="4"/>
                  </a:lnTo>
                  <a:lnTo>
                    <a:pt x="3" y="4"/>
                  </a:lnTo>
                  <a:lnTo>
                    <a:pt x="3" y="4"/>
                  </a:lnTo>
                  <a:lnTo>
                    <a:pt x="3" y="4"/>
                  </a:lnTo>
                  <a:lnTo>
                    <a:pt x="3" y="2"/>
                  </a:lnTo>
                  <a:lnTo>
                    <a:pt x="3" y="2"/>
                  </a:lnTo>
                  <a:lnTo>
                    <a:pt x="3" y="1"/>
                  </a:lnTo>
                  <a:lnTo>
                    <a:pt x="3" y="1"/>
                  </a:lnTo>
                  <a:lnTo>
                    <a:pt x="3" y="0"/>
                  </a:lnTo>
                  <a:lnTo>
                    <a:pt x="2" y="0"/>
                  </a:lnTo>
                  <a:lnTo>
                    <a:pt x="2" y="0"/>
                  </a:lnTo>
                  <a:lnTo>
                    <a:pt x="2" y="0"/>
                  </a:lnTo>
                  <a:lnTo>
                    <a:pt x="2" y="0"/>
                  </a:lnTo>
                  <a:lnTo>
                    <a:pt x="2" y="0"/>
                  </a:lnTo>
                  <a:lnTo>
                    <a:pt x="2" y="0"/>
                  </a:lnTo>
                  <a:lnTo>
                    <a:pt x="2" y="0"/>
                  </a:lnTo>
                  <a:lnTo>
                    <a:pt x="2" y="0"/>
                  </a:lnTo>
                  <a:lnTo>
                    <a:pt x="0" y="0"/>
                  </a:lnTo>
                  <a:lnTo>
                    <a:pt x="0" y="0"/>
                  </a:lnTo>
                  <a:lnTo>
                    <a:pt x="0" y="0"/>
                  </a:lnTo>
                  <a:lnTo>
                    <a:pt x="0" y="0"/>
                  </a:lnTo>
                  <a:lnTo>
                    <a:pt x="0" y="0"/>
                  </a:lnTo>
                  <a:lnTo>
                    <a:pt x="0" y="0"/>
                  </a:lnTo>
                  <a:lnTo>
                    <a:pt x="0" y="0"/>
                  </a:lnTo>
                  <a:lnTo>
                    <a:pt x="0" y="0"/>
                  </a:lnTo>
                  <a:lnTo>
                    <a:pt x="0" y="2"/>
                  </a:lnTo>
                  <a:lnTo>
                    <a:pt x="0" y="2"/>
                  </a:lnTo>
                  <a:lnTo>
                    <a:pt x="0" y="3"/>
                  </a:lnTo>
                  <a:lnTo>
                    <a:pt x="0" y="3"/>
                  </a:lnTo>
                  <a:lnTo>
                    <a:pt x="0" y="5"/>
                  </a:lnTo>
                  <a:lnTo>
                    <a:pt x="0" y="5"/>
                  </a:lnTo>
                  <a:lnTo>
                    <a:pt x="0" y="6"/>
                  </a:lnTo>
                  <a:lnTo>
                    <a:pt x="0" y="6"/>
                  </a:lnTo>
                  <a:lnTo>
                    <a:pt x="0" y="7"/>
                  </a:lnTo>
                  <a:lnTo>
                    <a:pt x="0" y="7"/>
                  </a:lnTo>
                  <a:lnTo>
                    <a:pt x="0" y="9"/>
                  </a:lnTo>
                  <a:lnTo>
                    <a:pt x="0" y="9"/>
                  </a:lnTo>
                  <a:lnTo>
                    <a:pt x="0" y="11"/>
                  </a:lnTo>
                  <a:lnTo>
                    <a:pt x="0" y="11"/>
                  </a:lnTo>
                  <a:lnTo>
                    <a:pt x="0" y="11"/>
                  </a:lnTo>
                  <a:lnTo>
                    <a:pt x="0" y="11"/>
                  </a:lnTo>
                  <a:lnTo>
                    <a:pt x="0" y="11"/>
                  </a:lnTo>
                  <a:lnTo>
                    <a:pt x="0" y="11"/>
                  </a:lnTo>
                  <a:lnTo>
                    <a:pt x="0" y="11"/>
                  </a:lnTo>
                  <a:lnTo>
                    <a:pt x="2" y="11"/>
                  </a:lnTo>
                  <a:lnTo>
                    <a:pt x="2" y="11"/>
                  </a:lnTo>
                  <a:lnTo>
                    <a:pt x="2" y="11"/>
                  </a:lnTo>
                  <a:lnTo>
                    <a:pt x="2" y="11"/>
                  </a:lnTo>
                  <a:lnTo>
                    <a:pt x="4" y="11"/>
                  </a:lnTo>
                  <a:lnTo>
                    <a:pt x="4" y="11"/>
                  </a:lnTo>
                  <a:lnTo>
                    <a:pt x="4" y="11"/>
                  </a:lnTo>
                  <a:lnTo>
                    <a:pt x="4" y="11"/>
                  </a:lnTo>
                  <a:lnTo>
                    <a:pt x="7" y="11"/>
                  </a:lnTo>
                  <a:lnTo>
                    <a:pt x="7" y="11"/>
                  </a:lnTo>
                  <a:lnTo>
                    <a:pt x="7" y="11"/>
                  </a:lnTo>
                  <a:lnTo>
                    <a:pt x="7" y="11"/>
                  </a:lnTo>
                  <a:lnTo>
                    <a:pt x="8" y="11"/>
                  </a:lnTo>
                  <a:lnTo>
                    <a:pt x="7" y="11"/>
                  </a:lnTo>
                  <a:lnTo>
                    <a:pt x="7" y="11"/>
                  </a:lnTo>
                  <a:lnTo>
                    <a:pt x="7" y="11"/>
                  </a:lnTo>
                  <a:lnTo>
                    <a:pt x="7" y="11"/>
                  </a:lnTo>
                  <a:lnTo>
                    <a:pt x="7" y="11"/>
                  </a:lnTo>
                  <a:lnTo>
                    <a:pt x="7" y="11"/>
                  </a:lnTo>
                  <a:lnTo>
                    <a:pt x="7" y="11"/>
                  </a:lnTo>
                  <a:lnTo>
                    <a:pt x="7" y="9"/>
                  </a:lnTo>
                  <a:lnTo>
                    <a:pt x="6" y="9"/>
                  </a:lnTo>
                  <a:lnTo>
                    <a:pt x="6" y="9"/>
                  </a:lnTo>
                  <a:lnTo>
                    <a:pt x="6" y="9"/>
                  </a:lnTo>
                  <a:lnTo>
                    <a:pt x="6" y="9"/>
                  </a:lnTo>
                  <a:lnTo>
                    <a:pt x="6" y="9"/>
                  </a:lnTo>
                  <a:lnTo>
                    <a:pt x="6" y="9"/>
                  </a:lnTo>
                  <a:lnTo>
                    <a:pt x="6" y="9"/>
                  </a:lnTo>
                  <a:lnTo>
                    <a:pt x="6" y="7"/>
                  </a:lnTo>
                  <a:lnTo>
                    <a:pt x="6" y="7"/>
                  </a:lnTo>
                </a:path>
              </a:pathLst>
            </a:custGeom>
            <a:solidFill>
              <a:srgbClr val="a1009f"/>
            </a:solidFill>
            <a:ln w="18360">
              <a:solidFill>
                <a:srgbClr val="000000"/>
              </a:solidFill>
              <a:round/>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757" name=""/>
            <p:cNvSpPr/>
            <p:nvPr/>
          </p:nvSpPr>
          <p:spPr>
            <a:xfrm>
              <a:off x="7694640" y="6230880"/>
              <a:ext cx="403200" cy="534960"/>
            </a:xfrm>
            <a:custGeom>
              <a:avLst/>
              <a:gdLst/>
              <a:ahLst/>
              <a:rect l="l" t="t" r="r" b="b"/>
              <a:pathLst>
                <a:path w="254" h="337">
                  <a:moveTo>
                    <a:pt x="104" y="330"/>
                  </a:moveTo>
                  <a:lnTo>
                    <a:pt x="103" y="330"/>
                  </a:lnTo>
                  <a:lnTo>
                    <a:pt x="103" y="330"/>
                  </a:lnTo>
                  <a:lnTo>
                    <a:pt x="103" y="330"/>
                  </a:lnTo>
                  <a:lnTo>
                    <a:pt x="103" y="330"/>
                  </a:lnTo>
                  <a:lnTo>
                    <a:pt x="103" y="330"/>
                  </a:lnTo>
                  <a:lnTo>
                    <a:pt x="103" y="330"/>
                  </a:lnTo>
                  <a:lnTo>
                    <a:pt x="103" y="330"/>
                  </a:lnTo>
                  <a:lnTo>
                    <a:pt x="103" y="329"/>
                  </a:lnTo>
                  <a:lnTo>
                    <a:pt x="101" y="329"/>
                  </a:lnTo>
                  <a:lnTo>
                    <a:pt x="101" y="329"/>
                  </a:lnTo>
                  <a:lnTo>
                    <a:pt x="101" y="329"/>
                  </a:lnTo>
                  <a:lnTo>
                    <a:pt x="101" y="328"/>
                  </a:lnTo>
                  <a:lnTo>
                    <a:pt x="101" y="328"/>
                  </a:lnTo>
                  <a:lnTo>
                    <a:pt x="101" y="328"/>
                  </a:lnTo>
                  <a:lnTo>
                    <a:pt x="101" y="328"/>
                  </a:lnTo>
                  <a:lnTo>
                    <a:pt x="101" y="327"/>
                  </a:lnTo>
                  <a:lnTo>
                    <a:pt x="100" y="327"/>
                  </a:lnTo>
                  <a:lnTo>
                    <a:pt x="100" y="327"/>
                  </a:lnTo>
                  <a:lnTo>
                    <a:pt x="100" y="327"/>
                  </a:lnTo>
                  <a:lnTo>
                    <a:pt x="100" y="327"/>
                  </a:lnTo>
                  <a:lnTo>
                    <a:pt x="100" y="327"/>
                  </a:lnTo>
                  <a:lnTo>
                    <a:pt x="100" y="327"/>
                  </a:lnTo>
                  <a:lnTo>
                    <a:pt x="100" y="327"/>
                  </a:lnTo>
                  <a:lnTo>
                    <a:pt x="100" y="326"/>
                  </a:lnTo>
                  <a:lnTo>
                    <a:pt x="98" y="326"/>
                  </a:lnTo>
                  <a:lnTo>
                    <a:pt x="98" y="326"/>
                  </a:lnTo>
                  <a:lnTo>
                    <a:pt x="98" y="326"/>
                  </a:lnTo>
                  <a:lnTo>
                    <a:pt x="98" y="326"/>
                  </a:lnTo>
                  <a:lnTo>
                    <a:pt x="98" y="326"/>
                  </a:lnTo>
                  <a:lnTo>
                    <a:pt x="98" y="326"/>
                  </a:lnTo>
                  <a:lnTo>
                    <a:pt x="98" y="326"/>
                  </a:lnTo>
                  <a:lnTo>
                    <a:pt x="98" y="325"/>
                  </a:lnTo>
                  <a:lnTo>
                    <a:pt x="97" y="325"/>
                  </a:lnTo>
                  <a:lnTo>
                    <a:pt x="97" y="325"/>
                  </a:lnTo>
                  <a:lnTo>
                    <a:pt x="97" y="325"/>
                  </a:lnTo>
                  <a:lnTo>
                    <a:pt x="97" y="324"/>
                  </a:lnTo>
                  <a:lnTo>
                    <a:pt x="97" y="324"/>
                  </a:lnTo>
                  <a:lnTo>
                    <a:pt x="97" y="324"/>
                  </a:lnTo>
                  <a:lnTo>
                    <a:pt x="97" y="324"/>
                  </a:lnTo>
                  <a:lnTo>
                    <a:pt x="97" y="322"/>
                  </a:lnTo>
                  <a:lnTo>
                    <a:pt x="95" y="322"/>
                  </a:lnTo>
                  <a:lnTo>
                    <a:pt x="95" y="322"/>
                  </a:lnTo>
                  <a:lnTo>
                    <a:pt x="95" y="322"/>
                  </a:lnTo>
                  <a:lnTo>
                    <a:pt x="95" y="320"/>
                  </a:lnTo>
                  <a:lnTo>
                    <a:pt x="95" y="320"/>
                  </a:lnTo>
                  <a:lnTo>
                    <a:pt x="95" y="320"/>
                  </a:lnTo>
                  <a:lnTo>
                    <a:pt x="95" y="320"/>
                  </a:lnTo>
                  <a:lnTo>
                    <a:pt x="95" y="319"/>
                  </a:lnTo>
                  <a:lnTo>
                    <a:pt x="93" y="319"/>
                  </a:lnTo>
                  <a:lnTo>
                    <a:pt x="93" y="319"/>
                  </a:lnTo>
                  <a:lnTo>
                    <a:pt x="93" y="319"/>
                  </a:lnTo>
                  <a:lnTo>
                    <a:pt x="93" y="319"/>
                  </a:lnTo>
                  <a:lnTo>
                    <a:pt x="90" y="319"/>
                  </a:lnTo>
                  <a:lnTo>
                    <a:pt x="90" y="319"/>
                  </a:lnTo>
                  <a:lnTo>
                    <a:pt x="90" y="319"/>
                  </a:lnTo>
                  <a:lnTo>
                    <a:pt x="90" y="319"/>
                  </a:lnTo>
                  <a:lnTo>
                    <a:pt x="89" y="319"/>
                  </a:lnTo>
                  <a:lnTo>
                    <a:pt x="89" y="319"/>
                  </a:lnTo>
                  <a:lnTo>
                    <a:pt x="88" y="319"/>
                  </a:lnTo>
                  <a:lnTo>
                    <a:pt x="88" y="319"/>
                  </a:lnTo>
                  <a:lnTo>
                    <a:pt x="86" y="319"/>
                  </a:lnTo>
                  <a:lnTo>
                    <a:pt x="86" y="319"/>
                  </a:lnTo>
                  <a:lnTo>
                    <a:pt x="86" y="319"/>
                  </a:lnTo>
                  <a:lnTo>
                    <a:pt x="86" y="319"/>
                  </a:lnTo>
                  <a:lnTo>
                    <a:pt x="83" y="319"/>
                  </a:lnTo>
                  <a:lnTo>
                    <a:pt x="83" y="319"/>
                  </a:lnTo>
                  <a:lnTo>
                    <a:pt x="83" y="319"/>
                  </a:lnTo>
                  <a:lnTo>
                    <a:pt x="83" y="319"/>
                  </a:lnTo>
                  <a:lnTo>
                    <a:pt x="82" y="319"/>
                  </a:lnTo>
                  <a:lnTo>
                    <a:pt x="82" y="319"/>
                  </a:lnTo>
                  <a:lnTo>
                    <a:pt x="82" y="319"/>
                  </a:lnTo>
                  <a:lnTo>
                    <a:pt x="82" y="319"/>
                  </a:lnTo>
                  <a:lnTo>
                    <a:pt x="80" y="319"/>
                  </a:lnTo>
                  <a:lnTo>
                    <a:pt x="80" y="319"/>
                  </a:lnTo>
                  <a:lnTo>
                    <a:pt x="79" y="319"/>
                  </a:lnTo>
                  <a:lnTo>
                    <a:pt x="79" y="319"/>
                  </a:lnTo>
                  <a:lnTo>
                    <a:pt x="77" y="319"/>
                  </a:lnTo>
                  <a:lnTo>
                    <a:pt x="77" y="319"/>
                  </a:lnTo>
                  <a:lnTo>
                    <a:pt x="77" y="319"/>
                  </a:lnTo>
                  <a:lnTo>
                    <a:pt x="77" y="318"/>
                  </a:lnTo>
                  <a:lnTo>
                    <a:pt x="76" y="318"/>
                  </a:lnTo>
                  <a:lnTo>
                    <a:pt x="76" y="318"/>
                  </a:lnTo>
                  <a:lnTo>
                    <a:pt x="76" y="318"/>
                  </a:lnTo>
                  <a:lnTo>
                    <a:pt x="76" y="318"/>
                  </a:lnTo>
                  <a:lnTo>
                    <a:pt x="76" y="318"/>
                  </a:lnTo>
                  <a:lnTo>
                    <a:pt x="76" y="318"/>
                  </a:lnTo>
                  <a:lnTo>
                    <a:pt x="76" y="318"/>
                  </a:lnTo>
                  <a:lnTo>
                    <a:pt x="76" y="317"/>
                  </a:lnTo>
                  <a:lnTo>
                    <a:pt x="75" y="317"/>
                  </a:lnTo>
                  <a:lnTo>
                    <a:pt x="75" y="317"/>
                  </a:lnTo>
                  <a:lnTo>
                    <a:pt x="75" y="317"/>
                  </a:lnTo>
                  <a:lnTo>
                    <a:pt x="75" y="317"/>
                  </a:lnTo>
                  <a:lnTo>
                    <a:pt x="75" y="317"/>
                  </a:lnTo>
                  <a:lnTo>
                    <a:pt x="75" y="317"/>
                  </a:lnTo>
                  <a:lnTo>
                    <a:pt x="75" y="317"/>
                  </a:lnTo>
                  <a:lnTo>
                    <a:pt x="75" y="314"/>
                  </a:lnTo>
                  <a:lnTo>
                    <a:pt x="73" y="314"/>
                  </a:lnTo>
                  <a:lnTo>
                    <a:pt x="73" y="314"/>
                  </a:lnTo>
                  <a:lnTo>
                    <a:pt x="73" y="314"/>
                  </a:lnTo>
                  <a:lnTo>
                    <a:pt x="73" y="314"/>
                  </a:lnTo>
                  <a:lnTo>
                    <a:pt x="71" y="314"/>
                  </a:lnTo>
                  <a:lnTo>
                    <a:pt x="71" y="314"/>
                  </a:lnTo>
                  <a:lnTo>
                    <a:pt x="71" y="314"/>
                  </a:lnTo>
                  <a:lnTo>
                    <a:pt x="71" y="314"/>
                  </a:lnTo>
                  <a:lnTo>
                    <a:pt x="69" y="314"/>
                  </a:lnTo>
                  <a:lnTo>
                    <a:pt x="69" y="314"/>
                  </a:lnTo>
                  <a:lnTo>
                    <a:pt x="69" y="314"/>
                  </a:lnTo>
                  <a:lnTo>
                    <a:pt x="69" y="314"/>
                  </a:lnTo>
                  <a:lnTo>
                    <a:pt x="68" y="314"/>
                  </a:lnTo>
                  <a:lnTo>
                    <a:pt x="68" y="314"/>
                  </a:lnTo>
                  <a:lnTo>
                    <a:pt x="68" y="314"/>
                  </a:lnTo>
                  <a:lnTo>
                    <a:pt x="68" y="314"/>
                  </a:lnTo>
                  <a:lnTo>
                    <a:pt x="66" y="315"/>
                  </a:lnTo>
                  <a:lnTo>
                    <a:pt x="66" y="315"/>
                  </a:lnTo>
                  <a:lnTo>
                    <a:pt x="66" y="315"/>
                  </a:lnTo>
                  <a:lnTo>
                    <a:pt x="66" y="315"/>
                  </a:lnTo>
                  <a:lnTo>
                    <a:pt x="65" y="316"/>
                  </a:lnTo>
                  <a:lnTo>
                    <a:pt x="65" y="316"/>
                  </a:lnTo>
                  <a:lnTo>
                    <a:pt x="65" y="316"/>
                  </a:lnTo>
                  <a:lnTo>
                    <a:pt x="65" y="316"/>
                  </a:lnTo>
                  <a:lnTo>
                    <a:pt x="64" y="318"/>
                  </a:lnTo>
                  <a:lnTo>
                    <a:pt x="64" y="318"/>
                  </a:lnTo>
                  <a:lnTo>
                    <a:pt x="64" y="318"/>
                  </a:lnTo>
                  <a:lnTo>
                    <a:pt x="64" y="318"/>
                  </a:lnTo>
                  <a:lnTo>
                    <a:pt x="64" y="318"/>
                  </a:lnTo>
                  <a:lnTo>
                    <a:pt x="64" y="318"/>
                  </a:lnTo>
                  <a:lnTo>
                    <a:pt x="64" y="318"/>
                  </a:lnTo>
                  <a:lnTo>
                    <a:pt x="64" y="318"/>
                  </a:lnTo>
                  <a:lnTo>
                    <a:pt x="64" y="319"/>
                  </a:lnTo>
                  <a:lnTo>
                    <a:pt x="64" y="319"/>
                  </a:lnTo>
                  <a:lnTo>
                    <a:pt x="64" y="319"/>
                  </a:lnTo>
                  <a:lnTo>
                    <a:pt x="64" y="319"/>
                  </a:lnTo>
                  <a:lnTo>
                    <a:pt x="64" y="319"/>
                  </a:lnTo>
                  <a:lnTo>
                    <a:pt x="64" y="319"/>
                  </a:lnTo>
                  <a:lnTo>
                    <a:pt x="64" y="319"/>
                  </a:lnTo>
                  <a:lnTo>
                    <a:pt x="66" y="319"/>
                  </a:lnTo>
                  <a:lnTo>
                    <a:pt x="66" y="319"/>
                  </a:lnTo>
                  <a:lnTo>
                    <a:pt x="66" y="319"/>
                  </a:lnTo>
                  <a:lnTo>
                    <a:pt x="66" y="319"/>
                  </a:lnTo>
                  <a:lnTo>
                    <a:pt x="67" y="319"/>
                  </a:lnTo>
                  <a:lnTo>
                    <a:pt x="67" y="319"/>
                  </a:lnTo>
                  <a:lnTo>
                    <a:pt x="67" y="319"/>
                  </a:lnTo>
                  <a:lnTo>
                    <a:pt x="67" y="319"/>
                  </a:lnTo>
                  <a:lnTo>
                    <a:pt x="68" y="319"/>
                  </a:lnTo>
                  <a:lnTo>
                    <a:pt x="67" y="320"/>
                  </a:lnTo>
                  <a:lnTo>
                    <a:pt x="67" y="320"/>
                  </a:lnTo>
                  <a:lnTo>
                    <a:pt x="67" y="320"/>
                  </a:lnTo>
                  <a:lnTo>
                    <a:pt x="67" y="320"/>
                  </a:lnTo>
                  <a:lnTo>
                    <a:pt x="67" y="320"/>
                  </a:lnTo>
                  <a:lnTo>
                    <a:pt x="67" y="320"/>
                  </a:lnTo>
                  <a:lnTo>
                    <a:pt x="67" y="320"/>
                  </a:lnTo>
                  <a:lnTo>
                    <a:pt x="67" y="320"/>
                  </a:lnTo>
                  <a:lnTo>
                    <a:pt x="66" y="321"/>
                  </a:lnTo>
                  <a:lnTo>
                    <a:pt x="66" y="321"/>
                  </a:lnTo>
                  <a:lnTo>
                    <a:pt x="66" y="321"/>
                  </a:lnTo>
                  <a:lnTo>
                    <a:pt x="66" y="321"/>
                  </a:lnTo>
                  <a:lnTo>
                    <a:pt x="66" y="321"/>
                  </a:lnTo>
                  <a:lnTo>
                    <a:pt x="66" y="321"/>
                  </a:lnTo>
                  <a:lnTo>
                    <a:pt x="66" y="321"/>
                  </a:lnTo>
                  <a:lnTo>
                    <a:pt x="66" y="321"/>
                  </a:lnTo>
                  <a:lnTo>
                    <a:pt x="64" y="322"/>
                  </a:lnTo>
                  <a:lnTo>
                    <a:pt x="64" y="322"/>
                  </a:lnTo>
                  <a:lnTo>
                    <a:pt x="64" y="322"/>
                  </a:lnTo>
                  <a:lnTo>
                    <a:pt x="64" y="322"/>
                  </a:lnTo>
                  <a:lnTo>
                    <a:pt x="61" y="322"/>
                  </a:lnTo>
                  <a:lnTo>
                    <a:pt x="61" y="322"/>
                  </a:lnTo>
                  <a:lnTo>
                    <a:pt x="61" y="322"/>
                  </a:lnTo>
                  <a:lnTo>
                    <a:pt x="61" y="322"/>
                  </a:lnTo>
                  <a:lnTo>
                    <a:pt x="60" y="322"/>
                  </a:lnTo>
                  <a:lnTo>
                    <a:pt x="60" y="322"/>
                  </a:lnTo>
                  <a:lnTo>
                    <a:pt x="60" y="322"/>
                  </a:lnTo>
                  <a:lnTo>
                    <a:pt x="60" y="322"/>
                  </a:lnTo>
                  <a:lnTo>
                    <a:pt x="58" y="322"/>
                  </a:lnTo>
                  <a:lnTo>
                    <a:pt x="58" y="322"/>
                  </a:lnTo>
                  <a:lnTo>
                    <a:pt x="58" y="322"/>
                  </a:lnTo>
                  <a:lnTo>
                    <a:pt x="58" y="321"/>
                  </a:lnTo>
                  <a:lnTo>
                    <a:pt x="57" y="322"/>
                  </a:lnTo>
                  <a:lnTo>
                    <a:pt x="57" y="322"/>
                  </a:lnTo>
                  <a:lnTo>
                    <a:pt x="57" y="322"/>
                  </a:lnTo>
                  <a:lnTo>
                    <a:pt x="57" y="322"/>
                  </a:lnTo>
                  <a:lnTo>
                    <a:pt x="57" y="323"/>
                  </a:lnTo>
                  <a:lnTo>
                    <a:pt x="57" y="323"/>
                  </a:lnTo>
                  <a:lnTo>
                    <a:pt x="57" y="323"/>
                  </a:lnTo>
                  <a:lnTo>
                    <a:pt x="57" y="323"/>
                  </a:lnTo>
                  <a:lnTo>
                    <a:pt x="56" y="325"/>
                  </a:lnTo>
                  <a:lnTo>
                    <a:pt x="56" y="325"/>
                  </a:lnTo>
                  <a:lnTo>
                    <a:pt x="56" y="325"/>
                  </a:lnTo>
                  <a:lnTo>
                    <a:pt x="56" y="325"/>
                  </a:lnTo>
                  <a:lnTo>
                    <a:pt x="56" y="325"/>
                  </a:lnTo>
                  <a:lnTo>
                    <a:pt x="56" y="325"/>
                  </a:lnTo>
                  <a:lnTo>
                    <a:pt x="56" y="325"/>
                  </a:lnTo>
                  <a:lnTo>
                    <a:pt x="56" y="325"/>
                  </a:lnTo>
                  <a:lnTo>
                    <a:pt x="54" y="325"/>
                  </a:lnTo>
                  <a:lnTo>
                    <a:pt x="54" y="325"/>
                  </a:lnTo>
                  <a:lnTo>
                    <a:pt x="54" y="325"/>
                  </a:lnTo>
                  <a:lnTo>
                    <a:pt x="54" y="325"/>
                  </a:lnTo>
                  <a:lnTo>
                    <a:pt x="52" y="325"/>
                  </a:lnTo>
                  <a:lnTo>
                    <a:pt x="52" y="325"/>
                  </a:lnTo>
                  <a:lnTo>
                    <a:pt x="52" y="325"/>
                  </a:lnTo>
                  <a:lnTo>
                    <a:pt x="52" y="324"/>
                  </a:lnTo>
                  <a:lnTo>
                    <a:pt x="50" y="324"/>
                  </a:lnTo>
                  <a:lnTo>
                    <a:pt x="50" y="324"/>
                  </a:lnTo>
                  <a:lnTo>
                    <a:pt x="50" y="324"/>
                  </a:lnTo>
                  <a:lnTo>
                    <a:pt x="50" y="324"/>
                  </a:lnTo>
                  <a:lnTo>
                    <a:pt x="48" y="324"/>
                  </a:lnTo>
                  <a:lnTo>
                    <a:pt x="48" y="324"/>
                  </a:lnTo>
                  <a:lnTo>
                    <a:pt x="48" y="324"/>
                  </a:lnTo>
                  <a:lnTo>
                    <a:pt x="48" y="323"/>
                  </a:lnTo>
                  <a:lnTo>
                    <a:pt x="46" y="323"/>
                  </a:lnTo>
                  <a:lnTo>
                    <a:pt x="46" y="323"/>
                  </a:lnTo>
                  <a:lnTo>
                    <a:pt x="46" y="323"/>
                  </a:lnTo>
                  <a:lnTo>
                    <a:pt x="46" y="323"/>
                  </a:lnTo>
                  <a:lnTo>
                    <a:pt x="44" y="323"/>
                  </a:lnTo>
                  <a:lnTo>
                    <a:pt x="44" y="323"/>
                  </a:lnTo>
                  <a:lnTo>
                    <a:pt x="44" y="323"/>
                  </a:lnTo>
                  <a:lnTo>
                    <a:pt x="44" y="322"/>
                  </a:lnTo>
                  <a:lnTo>
                    <a:pt x="42" y="322"/>
                  </a:lnTo>
                  <a:lnTo>
                    <a:pt x="42" y="322"/>
                  </a:lnTo>
                  <a:lnTo>
                    <a:pt x="42" y="322"/>
                  </a:lnTo>
                  <a:lnTo>
                    <a:pt x="42" y="322"/>
                  </a:lnTo>
                  <a:lnTo>
                    <a:pt x="42" y="322"/>
                  </a:lnTo>
                  <a:lnTo>
                    <a:pt x="42" y="322"/>
                  </a:lnTo>
                  <a:lnTo>
                    <a:pt x="42" y="322"/>
                  </a:lnTo>
                  <a:lnTo>
                    <a:pt x="42" y="321"/>
                  </a:lnTo>
                  <a:lnTo>
                    <a:pt x="39" y="321"/>
                  </a:lnTo>
                  <a:lnTo>
                    <a:pt x="39" y="321"/>
                  </a:lnTo>
                  <a:lnTo>
                    <a:pt x="39" y="321"/>
                  </a:lnTo>
                  <a:lnTo>
                    <a:pt x="39" y="321"/>
                  </a:lnTo>
                  <a:lnTo>
                    <a:pt x="39" y="320"/>
                  </a:lnTo>
                  <a:lnTo>
                    <a:pt x="39" y="320"/>
                  </a:lnTo>
                  <a:lnTo>
                    <a:pt x="39" y="320"/>
                  </a:lnTo>
                  <a:lnTo>
                    <a:pt x="39" y="320"/>
                  </a:lnTo>
                  <a:lnTo>
                    <a:pt x="39" y="318"/>
                  </a:lnTo>
                  <a:lnTo>
                    <a:pt x="39" y="318"/>
                  </a:lnTo>
                  <a:lnTo>
                    <a:pt x="39" y="318"/>
                  </a:lnTo>
                  <a:lnTo>
                    <a:pt x="39" y="318"/>
                  </a:lnTo>
                  <a:lnTo>
                    <a:pt x="39" y="316"/>
                  </a:lnTo>
                  <a:lnTo>
                    <a:pt x="39" y="316"/>
                  </a:lnTo>
                  <a:lnTo>
                    <a:pt x="39" y="315"/>
                  </a:lnTo>
                  <a:lnTo>
                    <a:pt x="39" y="315"/>
                  </a:lnTo>
                  <a:lnTo>
                    <a:pt x="39" y="314"/>
                  </a:lnTo>
                  <a:lnTo>
                    <a:pt x="39" y="314"/>
                  </a:lnTo>
                  <a:lnTo>
                    <a:pt x="39" y="314"/>
                  </a:lnTo>
                  <a:lnTo>
                    <a:pt x="39" y="314"/>
                  </a:lnTo>
                  <a:lnTo>
                    <a:pt x="39" y="313"/>
                  </a:lnTo>
                  <a:lnTo>
                    <a:pt x="39" y="313"/>
                  </a:lnTo>
                  <a:lnTo>
                    <a:pt x="39" y="312"/>
                  </a:lnTo>
                  <a:lnTo>
                    <a:pt x="39" y="312"/>
                  </a:lnTo>
                  <a:lnTo>
                    <a:pt x="40" y="310"/>
                  </a:lnTo>
                  <a:lnTo>
                    <a:pt x="40" y="310"/>
                  </a:lnTo>
                  <a:lnTo>
                    <a:pt x="40" y="310"/>
                  </a:lnTo>
                  <a:lnTo>
                    <a:pt x="40" y="310"/>
                  </a:lnTo>
                  <a:lnTo>
                    <a:pt x="40" y="308"/>
                  </a:lnTo>
                  <a:lnTo>
                    <a:pt x="40" y="308"/>
                  </a:lnTo>
                  <a:lnTo>
                    <a:pt x="40" y="307"/>
                  </a:lnTo>
                  <a:lnTo>
                    <a:pt x="40" y="307"/>
                  </a:lnTo>
                  <a:lnTo>
                    <a:pt x="42" y="306"/>
                  </a:lnTo>
                  <a:lnTo>
                    <a:pt x="42" y="306"/>
                  </a:lnTo>
                  <a:lnTo>
                    <a:pt x="42" y="306"/>
                  </a:lnTo>
                  <a:lnTo>
                    <a:pt x="42" y="306"/>
                  </a:lnTo>
                  <a:lnTo>
                    <a:pt x="42" y="304"/>
                  </a:lnTo>
                  <a:lnTo>
                    <a:pt x="42" y="304"/>
                  </a:lnTo>
                  <a:lnTo>
                    <a:pt x="42" y="304"/>
                  </a:lnTo>
                  <a:lnTo>
                    <a:pt x="42" y="304"/>
                  </a:lnTo>
                  <a:lnTo>
                    <a:pt x="42" y="302"/>
                  </a:lnTo>
                  <a:lnTo>
                    <a:pt x="42" y="302"/>
                  </a:lnTo>
                  <a:lnTo>
                    <a:pt x="42" y="302"/>
                  </a:lnTo>
                  <a:lnTo>
                    <a:pt x="42" y="302"/>
                  </a:lnTo>
                  <a:lnTo>
                    <a:pt x="42" y="300"/>
                  </a:lnTo>
                  <a:lnTo>
                    <a:pt x="42" y="300"/>
                  </a:lnTo>
                  <a:lnTo>
                    <a:pt x="42" y="300"/>
                  </a:lnTo>
                  <a:lnTo>
                    <a:pt x="42" y="300"/>
                  </a:lnTo>
                  <a:lnTo>
                    <a:pt x="43" y="298"/>
                  </a:lnTo>
                  <a:lnTo>
                    <a:pt x="43" y="298"/>
                  </a:lnTo>
                  <a:lnTo>
                    <a:pt x="43" y="298"/>
                  </a:lnTo>
                  <a:lnTo>
                    <a:pt x="43" y="298"/>
                  </a:lnTo>
                  <a:lnTo>
                    <a:pt x="43" y="297"/>
                  </a:lnTo>
                  <a:lnTo>
                    <a:pt x="43" y="297"/>
                  </a:lnTo>
                  <a:lnTo>
                    <a:pt x="43" y="297"/>
                  </a:lnTo>
                  <a:lnTo>
                    <a:pt x="43" y="297"/>
                  </a:lnTo>
                  <a:lnTo>
                    <a:pt x="44" y="295"/>
                  </a:lnTo>
                  <a:lnTo>
                    <a:pt x="44" y="295"/>
                  </a:lnTo>
                  <a:lnTo>
                    <a:pt x="44" y="295"/>
                  </a:lnTo>
                  <a:lnTo>
                    <a:pt x="44" y="295"/>
                  </a:lnTo>
                  <a:lnTo>
                    <a:pt x="44" y="293"/>
                  </a:lnTo>
                  <a:lnTo>
                    <a:pt x="44" y="293"/>
                  </a:lnTo>
                  <a:lnTo>
                    <a:pt x="44" y="293"/>
                  </a:lnTo>
                  <a:lnTo>
                    <a:pt x="44" y="293"/>
                  </a:lnTo>
                  <a:lnTo>
                    <a:pt x="45" y="291"/>
                  </a:lnTo>
                  <a:lnTo>
                    <a:pt x="45" y="291"/>
                  </a:lnTo>
                  <a:lnTo>
                    <a:pt x="45" y="291"/>
                  </a:lnTo>
                  <a:lnTo>
                    <a:pt x="45" y="291"/>
                  </a:lnTo>
                  <a:lnTo>
                    <a:pt x="45" y="290"/>
                  </a:lnTo>
                  <a:lnTo>
                    <a:pt x="45" y="290"/>
                  </a:lnTo>
                  <a:lnTo>
                    <a:pt x="45" y="290"/>
                  </a:lnTo>
                  <a:lnTo>
                    <a:pt x="45" y="290"/>
                  </a:lnTo>
                  <a:lnTo>
                    <a:pt x="47" y="288"/>
                  </a:lnTo>
                  <a:lnTo>
                    <a:pt x="47" y="288"/>
                  </a:lnTo>
                  <a:lnTo>
                    <a:pt x="47" y="288"/>
                  </a:lnTo>
                  <a:lnTo>
                    <a:pt x="47" y="288"/>
                  </a:lnTo>
                  <a:lnTo>
                    <a:pt x="47" y="287"/>
                  </a:lnTo>
                  <a:lnTo>
                    <a:pt x="47" y="287"/>
                  </a:lnTo>
                  <a:lnTo>
                    <a:pt x="47" y="287"/>
                  </a:lnTo>
                  <a:lnTo>
                    <a:pt x="47" y="287"/>
                  </a:lnTo>
                  <a:lnTo>
                    <a:pt x="47" y="285"/>
                  </a:lnTo>
                  <a:lnTo>
                    <a:pt x="47" y="285"/>
                  </a:lnTo>
                  <a:lnTo>
                    <a:pt x="47" y="285"/>
                  </a:lnTo>
                  <a:lnTo>
                    <a:pt x="47" y="285"/>
                  </a:lnTo>
                  <a:lnTo>
                    <a:pt x="47" y="283"/>
                  </a:lnTo>
                  <a:lnTo>
                    <a:pt x="47" y="283"/>
                  </a:lnTo>
                  <a:lnTo>
                    <a:pt x="47" y="282"/>
                  </a:lnTo>
                  <a:lnTo>
                    <a:pt x="47" y="282"/>
                  </a:lnTo>
                  <a:lnTo>
                    <a:pt x="47" y="280"/>
                  </a:lnTo>
                  <a:lnTo>
                    <a:pt x="47" y="280"/>
                  </a:lnTo>
                  <a:lnTo>
                    <a:pt x="47" y="280"/>
                  </a:lnTo>
                  <a:lnTo>
                    <a:pt x="47" y="280"/>
                  </a:lnTo>
                  <a:lnTo>
                    <a:pt x="49" y="278"/>
                  </a:lnTo>
                  <a:lnTo>
                    <a:pt x="49" y="278"/>
                  </a:lnTo>
                  <a:lnTo>
                    <a:pt x="49" y="278"/>
                  </a:lnTo>
                  <a:lnTo>
                    <a:pt x="49" y="278"/>
                  </a:lnTo>
                  <a:lnTo>
                    <a:pt x="51" y="276"/>
                  </a:lnTo>
                  <a:lnTo>
                    <a:pt x="51" y="276"/>
                  </a:lnTo>
                  <a:lnTo>
                    <a:pt x="51" y="276"/>
                  </a:lnTo>
                  <a:lnTo>
                    <a:pt x="51" y="276"/>
                  </a:lnTo>
                  <a:lnTo>
                    <a:pt x="51" y="276"/>
                  </a:lnTo>
                  <a:lnTo>
                    <a:pt x="51" y="276"/>
                  </a:lnTo>
                  <a:lnTo>
                    <a:pt x="51" y="276"/>
                  </a:lnTo>
                  <a:lnTo>
                    <a:pt x="51" y="276"/>
                  </a:lnTo>
                  <a:lnTo>
                    <a:pt x="52" y="276"/>
                  </a:lnTo>
                  <a:lnTo>
                    <a:pt x="52" y="276"/>
                  </a:lnTo>
                  <a:lnTo>
                    <a:pt x="52" y="276"/>
                  </a:lnTo>
                  <a:lnTo>
                    <a:pt x="52" y="276"/>
                  </a:lnTo>
                  <a:lnTo>
                    <a:pt x="52" y="275"/>
                  </a:lnTo>
                  <a:lnTo>
                    <a:pt x="52" y="275"/>
                  </a:lnTo>
                  <a:lnTo>
                    <a:pt x="52" y="275"/>
                  </a:lnTo>
                  <a:lnTo>
                    <a:pt x="52" y="275"/>
                  </a:lnTo>
                  <a:lnTo>
                    <a:pt x="54" y="273"/>
                  </a:lnTo>
                  <a:lnTo>
                    <a:pt x="54" y="273"/>
                  </a:lnTo>
                  <a:lnTo>
                    <a:pt x="54" y="273"/>
                  </a:lnTo>
                  <a:lnTo>
                    <a:pt x="54" y="273"/>
                  </a:lnTo>
                  <a:lnTo>
                    <a:pt x="54" y="273"/>
                  </a:lnTo>
                  <a:lnTo>
                    <a:pt x="54" y="273"/>
                  </a:lnTo>
                  <a:lnTo>
                    <a:pt x="54" y="273"/>
                  </a:lnTo>
                  <a:lnTo>
                    <a:pt x="54" y="273"/>
                  </a:lnTo>
                  <a:lnTo>
                    <a:pt x="56" y="272"/>
                  </a:lnTo>
                  <a:lnTo>
                    <a:pt x="56" y="272"/>
                  </a:lnTo>
                  <a:lnTo>
                    <a:pt x="56" y="272"/>
                  </a:lnTo>
                  <a:lnTo>
                    <a:pt x="56" y="272"/>
                  </a:lnTo>
                  <a:lnTo>
                    <a:pt x="57" y="272"/>
                  </a:lnTo>
                  <a:lnTo>
                    <a:pt x="57" y="272"/>
                  </a:lnTo>
                  <a:lnTo>
                    <a:pt x="57" y="272"/>
                  </a:lnTo>
                  <a:lnTo>
                    <a:pt x="57" y="272"/>
                  </a:lnTo>
                  <a:lnTo>
                    <a:pt x="58" y="270"/>
                  </a:lnTo>
                  <a:lnTo>
                    <a:pt x="58" y="270"/>
                  </a:lnTo>
                  <a:lnTo>
                    <a:pt x="58" y="270"/>
                  </a:lnTo>
                  <a:lnTo>
                    <a:pt x="58" y="270"/>
                  </a:lnTo>
                  <a:lnTo>
                    <a:pt x="58" y="269"/>
                  </a:lnTo>
                  <a:lnTo>
                    <a:pt x="58" y="269"/>
                  </a:lnTo>
                  <a:lnTo>
                    <a:pt x="58" y="268"/>
                  </a:lnTo>
                  <a:lnTo>
                    <a:pt x="58" y="268"/>
                  </a:lnTo>
                  <a:lnTo>
                    <a:pt x="60" y="266"/>
                  </a:lnTo>
                  <a:lnTo>
                    <a:pt x="60" y="266"/>
                  </a:lnTo>
                  <a:lnTo>
                    <a:pt x="60" y="266"/>
                  </a:lnTo>
                  <a:lnTo>
                    <a:pt x="60" y="266"/>
                  </a:lnTo>
                  <a:lnTo>
                    <a:pt x="60" y="263"/>
                  </a:lnTo>
                  <a:lnTo>
                    <a:pt x="60" y="263"/>
                  </a:lnTo>
                  <a:lnTo>
                    <a:pt x="60" y="263"/>
                  </a:lnTo>
                  <a:lnTo>
                    <a:pt x="60" y="263"/>
                  </a:lnTo>
                  <a:lnTo>
                    <a:pt x="60" y="261"/>
                  </a:lnTo>
                  <a:lnTo>
                    <a:pt x="59" y="261"/>
                  </a:lnTo>
                  <a:lnTo>
                    <a:pt x="59" y="261"/>
                  </a:lnTo>
                  <a:lnTo>
                    <a:pt x="59" y="261"/>
                  </a:lnTo>
                  <a:lnTo>
                    <a:pt x="59" y="261"/>
                  </a:lnTo>
                  <a:lnTo>
                    <a:pt x="58" y="261"/>
                  </a:lnTo>
                  <a:lnTo>
                    <a:pt x="58" y="261"/>
                  </a:lnTo>
                  <a:lnTo>
                    <a:pt x="58" y="261"/>
                  </a:lnTo>
                  <a:lnTo>
                    <a:pt x="58" y="260"/>
                  </a:lnTo>
                  <a:lnTo>
                    <a:pt x="56" y="260"/>
                  </a:lnTo>
                  <a:lnTo>
                    <a:pt x="56" y="260"/>
                  </a:lnTo>
                  <a:lnTo>
                    <a:pt x="56" y="260"/>
                  </a:lnTo>
                  <a:lnTo>
                    <a:pt x="56" y="260"/>
                  </a:lnTo>
                  <a:lnTo>
                    <a:pt x="56" y="260"/>
                  </a:lnTo>
                  <a:lnTo>
                    <a:pt x="56" y="260"/>
                  </a:lnTo>
                  <a:lnTo>
                    <a:pt x="56" y="260"/>
                  </a:lnTo>
                  <a:lnTo>
                    <a:pt x="56" y="260"/>
                  </a:lnTo>
                  <a:lnTo>
                    <a:pt x="54" y="260"/>
                  </a:lnTo>
                  <a:lnTo>
                    <a:pt x="54" y="260"/>
                  </a:lnTo>
                  <a:lnTo>
                    <a:pt x="54" y="260"/>
                  </a:lnTo>
                  <a:lnTo>
                    <a:pt x="54" y="260"/>
                  </a:lnTo>
                  <a:lnTo>
                    <a:pt x="52" y="260"/>
                  </a:lnTo>
                  <a:lnTo>
                    <a:pt x="52" y="260"/>
                  </a:lnTo>
                  <a:lnTo>
                    <a:pt x="52" y="260"/>
                  </a:lnTo>
                  <a:lnTo>
                    <a:pt x="52" y="258"/>
                  </a:lnTo>
                  <a:lnTo>
                    <a:pt x="51" y="258"/>
                  </a:lnTo>
                  <a:lnTo>
                    <a:pt x="51" y="258"/>
                  </a:lnTo>
                  <a:lnTo>
                    <a:pt x="51" y="258"/>
                  </a:lnTo>
                  <a:lnTo>
                    <a:pt x="51" y="258"/>
                  </a:lnTo>
                  <a:lnTo>
                    <a:pt x="51" y="258"/>
                  </a:lnTo>
                  <a:lnTo>
                    <a:pt x="51" y="258"/>
                  </a:lnTo>
                  <a:lnTo>
                    <a:pt x="51" y="258"/>
                  </a:lnTo>
                  <a:lnTo>
                    <a:pt x="51" y="257"/>
                  </a:lnTo>
                  <a:lnTo>
                    <a:pt x="49" y="257"/>
                  </a:lnTo>
                  <a:lnTo>
                    <a:pt x="49" y="257"/>
                  </a:lnTo>
                  <a:lnTo>
                    <a:pt x="49" y="257"/>
                  </a:lnTo>
                  <a:lnTo>
                    <a:pt x="49" y="257"/>
                  </a:lnTo>
                  <a:lnTo>
                    <a:pt x="47" y="257"/>
                  </a:lnTo>
                  <a:lnTo>
                    <a:pt x="47" y="257"/>
                  </a:lnTo>
                  <a:lnTo>
                    <a:pt x="47" y="257"/>
                  </a:lnTo>
                  <a:lnTo>
                    <a:pt x="47" y="257"/>
                  </a:lnTo>
                  <a:lnTo>
                    <a:pt x="45" y="257"/>
                  </a:lnTo>
                  <a:lnTo>
                    <a:pt x="45" y="257"/>
                  </a:lnTo>
                  <a:lnTo>
                    <a:pt x="45" y="257"/>
                  </a:lnTo>
                  <a:lnTo>
                    <a:pt x="45" y="257"/>
                  </a:lnTo>
                  <a:lnTo>
                    <a:pt x="45" y="257"/>
                  </a:lnTo>
                  <a:lnTo>
                    <a:pt x="45" y="257"/>
                  </a:lnTo>
                  <a:lnTo>
                    <a:pt x="45" y="257"/>
                  </a:lnTo>
                  <a:lnTo>
                    <a:pt x="45" y="257"/>
                  </a:lnTo>
                  <a:lnTo>
                    <a:pt x="44" y="257"/>
                  </a:lnTo>
                  <a:lnTo>
                    <a:pt x="44" y="257"/>
                  </a:lnTo>
                  <a:lnTo>
                    <a:pt x="44" y="257"/>
                  </a:lnTo>
                  <a:lnTo>
                    <a:pt x="44" y="257"/>
                  </a:lnTo>
                  <a:lnTo>
                    <a:pt x="42" y="257"/>
                  </a:lnTo>
                  <a:lnTo>
                    <a:pt x="42" y="257"/>
                  </a:lnTo>
                  <a:lnTo>
                    <a:pt x="42" y="257"/>
                  </a:lnTo>
                  <a:lnTo>
                    <a:pt x="42" y="255"/>
                  </a:lnTo>
                  <a:lnTo>
                    <a:pt x="39" y="255"/>
                  </a:lnTo>
                  <a:lnTo>
                    <a:pt x="39" y="255"/>
                  </a:lnTo>
                  <a:lnTo>
                    <a:pt x="39" y="255"/>
                  </a:lnTo>
                  <a:lnTo>
                    <a:pt x="39" y="254"/>
                  </a:lnTo>
                  <a:lnTo>
                    <a:pt x="39" y="254"/>
                  </a:lnTo>
                  <a:lnTo>
                    <a:pt x="39" y="254"/>
                  </a:lnTo>
                  <a:lnTo>
                    <a:pt x="39" y="254"/>
                  </a:lnTo>
                  <a:lnTo>
                    <a:pt x="39" y="253"/>
                  </a:lnTo>
                  <a:lnTo>
                    <a:pt x="37" y="253"/>
                  </a:lnTo>
                  <a:lnTo>
                    <a:pt x="37" y="253"/>
                  </a:lnTo>
                  <a:lnTo>
                    <a:pt x="35" y="253"/>
                  </a:lnTo>
                  <a:lnTo>
                    <a:pt x="35" y="253"/>
                  </a:lnTo>
                  <a:lnTo>
                    <a:pt x="33" y="253"/>
                  </a:lnTo>
                  <a:lnTo>
                    <a:pt x="33" y="253"/>
                  </a:lnTo>
                  <a:lnTo>
                    <a:pt x="32" y="253"/>
                  </a:lnTo>
                  <a:lnTo>
                    <a:pt x="32" y="253"/>
                  </a:lnTo>
                  <a:lnTo>
                    <a:pt x="30" y="253"/>
                  </a:lnTo>
                  <a:lnTo>
                    <a:pt x="30" y="253"/>
                  </a:lnTo>
                  <a:lnTo>
                    <a:pt x="29" y="253"/>
                  </a:lnTo>
                  <a:lnTo>
                    <a:pt x="29" y="253"/>
                  </a:lnTo>
                  <a:lnTo>
                    <a:pt x="27" y="253"/>
                  </a:lnTo>
                  <a:lnTo>
                    <a:pt x="27" y="253"/>
                  </a:lnTo>
                  <a:lnTo>
                    <a:pt x="27" y="253"/>
                  </a:lnTo>
                  <a:lnTo>
                    <a:pt x="27" y="253"/>
                  </a:lnTo>
                  <a:lnTo>
                    <a:pt x="27" y="253"/>
                  </a:lnTo>
                  <a:lnTo>
                    <a:pt x="27" y="253"/>
                  </a:lnTo>
                  <a:lnTo>
                    <a:pt x="27" y="253"/>
                  </a:lnTo>
                  <a:lnTo>
                    <a:pt x="27" y="253"/>
                  </a:lnTo>
                  <a:lnTo>
                    <a:pt x="27" y="253"/>
                  </a:lnTo>
                  <a:lnTo>
                    <a:pt x="27" y="253"/>
                  </a:lnTo>
                  <a:lnTo>
                    <a:pt x="27" y="253"/>
                  </a:lnTo>
                  <a:lnTo>
                    <a:pt x="27" y="252"/>
                  </a:lnTo>
                  <a:lnTo>
                    <a:pt x="27" y="252"/>
                  </a:lnTo>
                  <a:lnTo>
                    <a:pt x="27" y="252"/>
                  </a:lnTo>
                  <a:lnTo>
                    <a:pt x="27" y="252"/>
                  </a:lnTo>
                  <a:lnTo>
                    <a:pt x="27" y="252"/>
                  </a:lnTo>
                  <a:lnTo>
                    <a:pt x="27" y="252"/>
                  </a:lnTo>
                  <a:lnTo>
                    <a:pt x="27" y="252"/>
                  </a:lnTo>
                  <a:lnTo>
                    <a:pt x="27" y="252"/>
                  </a:lnTo>
                  <a:lnTo>
                    <a:pt x="27" y="251"/>
                  </a:lnTo>
                  <a:lnTo>
                    <a:pt x="25" y="251"/>
                  </a:lnTo>
                  <a:lnTo>
                    <a:pt x="25" y="251"/>
                  </a:lnTo>
                  <a:lnTo>
                    <a:pt x="25" y="251"/>
                  </a:lnTo>
                  <a:lnTo>
                    <a:pt x="25" y="251"/>
                  </a:lnTo>
                  <a:lnTo>
                    <a:pt x="23" y="251"/>
                  </a:lnTo>
                  <a:lnTo>
                    <a:pt x="23" y="251"/>
                  </a:lnTo>
                  <a:lnTo>
                    <a:pt x="23" y="251"/>
                  </a:lnTo>
                  <a:lnTo>
                    <a:pt x="23" y="249"/>
                  </a:lnTo>
                  <a:lnTo>
                    <a:pt x="21" y="249"/>
                  </a:lnTo>
                  <a:lnTo>
                    <a:pt x="21" y="249"/>
                  </a:lnTo>
                  <a:lnTo>
                    <a:pt x="21" y="249"/>
                  </a:lnTo>
                  <a:lnTo>
                    <a:pt x="21" y="249"/>
                  </a:lnTo>
                  <a:lnTo>
                    <a:pt x="21" y="249"/>
                  </a:lnTo>
                  <a:lnTo>
                    <a:pt x="21" y="249"/>
                  </a:lnTo>
                  <a:lnTo>
                    <a:pt x="21" y="249"/>
                  </a:lnTo>
                  <a:lnTo>
                    <a:pt x="21" y="248"/>
                  </a:lnTo>
                  <a:lnTo>
                    <a:pt x="19" y="249"/>
                  </a:lnTo>
                  <a:lnTo>
                    <a:pt x="19" y="249"/>
                  </a:lnTo>
                  <a:lnTo>
                    <a:pt x="19" y="249"/>
                  </a:lnTo>
                  <a:lnTo>
                    <a:pt x="19" y="249"/>
                  </a:lnTo>
                  <a:lnTo>
                    <a:pt x="18" y="251"/>
                  </a:lnTo>
                  <a:lnTo>
                    <a:pt x="18" y="251"/>
                  </a:lnTo>
                  <a:lnTo>
                    <a:pt x="18" y="251"/>
                  </a:lnTo>
                  <a:lnTo>
                    <a:pt x="18" y="251"/>
                  </a:lnTo>
                  <a:lnTo>
                    <a:pt x="18" y="253"/>
                  </a:lnTo>
                  <a:lnTo>
                    <a:pt x="18" y="253"/>
                  </a:lnTo>
                  <a:lnTo>
                    <a:pt x="18" y="253"/>
                  </a:lnTo>
                  <a:lnTo>
                    <a:pt x="18" y="253"/>
                  </a:lnTo>
                  <a:lnTo>
                    <a:pt x="18" y="253"/>
                  </a:lnTo>
                  <a:lnTo>
                    <a:pt x="18" y="253"/>
                  </a:lnTo>
                  <a:lnTo>
                    <a:pt x="18" y="253"/>
                  </a:lnTo>
                  <a:lnTo>
                    <a:pt x="18" y="253"/>
                  </a:lnTo>
                  <a:lnTo>
                    <a:pt x="16" y="253"/>
                  </a:lnTo>
                  <a:lnTo>
                    <a:pt x="16" y="253"/>
                  </a:lnTo>
                  <a:lnTo>
                    <a:pt x="16" y="253"/>
                  </a:lnTo>
                  <a:lnTo>
                    <a:pt x="16" y="252"/>
                  </a:lnTo>
                  <a:lnTo>
                    <a:pt x="15" y="252"/>
                  </a:lnTo>
                  <a:lnTo>
                    <a:pt x="15" y="250"/>
                  </a:lnTo>
                  <a:lnTo>
                    <a:pt x="15" y="250"/>
                  </a:lnTo>
                  <a:lnTo>
                    <a:pt x="15" y="248"/>
                  </a:lnTo>
                  <a:lnTo>
                    <a:pt x="13" y="248"/>
                  </a:lnTo>
                  <a:lnTo>
                    <a:pt x="13" y="246"/>
                  </a:lnTo>
                  <a:lnTo>
                    <a:pt x="13" y="246"/>
                  </a:lnTo>
                  <a:lnTo>
                    <a:pt x="13" y="244"/>
                  </a:lnTo>
                  <a:lnTo>
                    <a:pt x="12" y="244"/>
                  </a:lnTo>
                  <a:lnTo>
                    <a:pt x="12" y="243"/>
                  </a:lnTo>
                  <a:lnTo>
                    <a:pt x="12" y="243"/>
                  </a:lnTo>
                  <a:lnTo>
                    <a:pt x="12" y="241"/>
                  </a:lnTo>
                  <a:lnTo>
                    <a:pt x="10" y="241"/>
                  </a:lnTo>
                  <a:lnTo>
                    <a:pt x="10" y="241"/>
                  </a:lnTo>
                  <a:lnTo>
                    <a:pt x="10" y="241"/>
                  </a:lnTo>
                  <a:lnTo>
                    <a:pt x="10" y="241"/>
                  </a:lnTo>
                  <a:lnTo>
                    <a:pt x="8" y="241"/>
                  </a:lnTo>
                  <a:lnTo>
                    <a:pt x="8" y="241"/>
                  </a:lnTo>
                  <a:lnTo>
                    <a:pt x="8" y="241"/>
                  </a:lnTo>
                  <a:lnTo>
                    <a:pt x="8" y="241"/>
                  </a:lnTo>
                  <a:lnTo>
                    <a:pt x="7" y="241"/>
                  </a:lnTo>
                  <a:lnTo>
                    <a:pt x="7" y="241"/>
                  </a:lnTo>
                  <a:lnTo>
                    <a:pt x="7" y="241"/>
                  </a:lnTo>
                  <a:lnTo>
                    <a:pt x="7" y="240"/>
                  </a:lnTo>
                  <a:lnTo>
                    <a:pt x="6" y="240"/>
                  </a:lnTo>
                  <a:lnTo>
                    <a:pt x="6" y="240"/>
                  </a:lnTo>
                  <a:lnTo>
                    <a:pt x="6" y="240"/>
                  </a:lnTo>
                  <a:lnTo>
                    <a:pt x="6" y="238"/>
                  </a:lnTo>
                  <a:lnTo>
                    <a:pt x="5" y="238"/>
                  </a:lnTo>
                  <a:lnTo>
                    <a:pt x="5" y="238"/>
                  </a:lnTo>
                  <a:lnTo>
                    <a:pt x="5" y="238"/>
                  </a:lnTo>
                  <a:lnTo>
                    <a:pt x="5" y="236"/>
                  </a:lnTo>
                  <a:lnTo>
                    <a:pt x="5" y="236"/>
                  </a:lnTo>
                  <a:lnTo>
                    <a:pt x="5" y="236"/>
                  </a:lnTo>
                  <a:lnTo>
                    <a:pt x="5" y="236"/>
                  </a:lnTo>
                  <a:lnTo>
                    <a:pt x="7" y="234"/>
                  </a:lnTo>
                  <a:lnTo>
                    <a:pt x="7" y="234"/>
                  </a:lnTo>
                  <a:lnTo>
                    <a:pt x="7" y="234"/>
                  </a:lnTo>
                  <a:lnTo>
                    <a:pt x="7" y="234"/>
                  </a:lnTo>
                  <a:lnTo>
                    <a:pt x="8" y="232"/>
                  </a:lnTo>
                  <a:lnTo>
                    <a:pt x="8" y="232"/>
                  </a:lnTo>
                  <a:lnTo>
                    <a:pt x="8" y="231"/>
                  </a:lnTo>
                  <a:lnTo>
                    <a:pt x="8" y="231"/>
                  </a:lnTo>
                  <a:lnTo>
                    <a:pt x="10" y="229"/>
                  </a:lnTo>
                  <a:lnTo>
                    <a:pt x="10" y="229"/>
                  </a:lnTo>
                  <a:lnTo>
                    <a:pt x="10" y="229"/>
                  </a:lnTo>
                  <a:lnTo>
                    <a:pt x="10" y="229"/>
                  </a:lnTo>
                  <a:lnTo>
                    <a:pt x="10" y="229"/>
                  </a:lnTo>
                  <a:lnTo>
                    <a:pt x="10" y="229"/>
                  </a:lnTo>
                  <a:lnTo>
                    <a:pt x="10" y="229"/>
                  </a:lnTo>
                  <a:lnTo>
                    <a:pt x="10" y="229"/>
                  </a:lnTo>
                  <a:lnTo>
                    <a:pt x="11" y="227"/>
                  </a:lnTo>
                  <a:lnTo>
                    <a:pt x="10" y="227"/>
                  </a:lnTo>
                  <a:lnTo>
                    <a:pt x="10" y="227"/>
                  </a:lnTo>
                  <a:lnTo>
                    <a:pt x="10" y="227"/>
                  </a:lnTo>
                  <a:lnTo>
                    <a:pt x="10" y="226"/>
                  </a:lnTo>
                  <a:lnTo>
                    <a:pt x="10" y="226"/>
                  </a:lnTo>
                  <a:lnTo>
                    <a:pt x="10" y="226"/>
                  </a:lnTo>
                  <a:lnTo>
                    <a:pt x="10" y="226"/>
                  </a:lnTo>
                  <a:lnTo>
                    <a:pt x="10" y="225"/>
                  </a:lnTo>
                  <a:lnTo>
                    <a:pt x="8" y="225"/>
                  </a:lnTo>
                  <a:lnTo>
                    <a:pt x="8" y="225"/>
                  </a:lnTo>
                  <a:lnTo>
                    <a:pt x="8" y="225"/>
                  </a:lnTo>
                  <a:lnTo>
                    <a:pt x="8" y="225"/>
                  </a:lnTo>
                  <a:lnTo>
                    <a:pt x="7" y="225"/>
                  </a:lnTo>
                  <a:lnTo>
                    <a:pt x="7" y="225"/>
                  </a:lnTo>
                  <a:lnTo>
                    <a:pt x="7" y="225"/>
                  </a:lnTo>
                  <a:lnTo>
                    <a:pt x="7" y="225"/>
                  </a:lnTo>
                  <a:lnTo>
                    <a:pt x="6" y="225"/>
                  </a:lnTo>
                  <a:lnTo>
                    <a:pt x="6" y="225"/>
                  </a:lnTo>
                  <a:lnTo>
                    <a:pt x="6" y="225"/>
                  </a:lnTo>
                  <a:lnTo>
                    <a:pt x="6" y="224"/>
                  </a:lnTo>
                  <a:lnTo>
                    <a:pt x="6" y="224"/>
                  </a:lnTo>
                  <a:lnTo>
                    <a:pt x="6" y="224"/>
                  </a:lnTo>
                  <a:lnTo>
                    <a:pt x="6" y="224"/>
                  </a:lnTo>
                  <a:lnTo>
                    <a:pt x="6" y="222"/>
                  </a:lnTo>
                  <a:lnTo>
                    <a:pt x="4" y="222"/>
                  </a:lnTo>
                  <a:lnTo>
                    <a:pt x="4" y="222"/>
                  </a:lnTo>
                  <a:lnTo>
                    <a:pt x="4" y="222"/>
                  </a:lnTo>
                  <a:lnTo>
                    <a:pt x="4" y="222"/>
                  </a:lnTo>
                  <a:lnTo>
                    <a:pt x="4" y="222"/>
                  </a:lnTo>
                  <a:lnTo>
                    <a:pt x="4" y="222"/>
                  </a:lnTo>
                  <a:lnTo>
                    <a:pt x="4" y="222"/>
                  </a:lnTo>
                  <a:lnTo>
                    <a:pt x="4" y="220"/>
                  </a:lnTo>
                  <a:lnTo>
                    <a:pt x="3" y="220"/>
                  </a:lnTo>
                  <a:lnTo>
                    <a:pt x="3" y="220"/>
                  </a:lnTo>
                  <a:lnTo>
                    <a:pt x="3" y="220"/>
                  </a:lnTo>
                  <a:lnTo>
                    <a:pt x="3" y="219"/>
                  </a:lnTo>
                  <a:lnTo>
                    <a:pt x="3" y="219"/>
                  </a:lnTo>
                  <a:lnTo>
                    <a:pt x="3" y="219"/>
                  </a:lnTo>
                  <a:lnTo>
                    <a:pt x="3" y="219"/>
                  </a:lnTo>
                  <a:lnTo>
                    <a:pt x="3" y="217"/>
                  </a:lnTo>
                  <a:lnTo>
                    <a:pt x="2" y="217"/>
                  </a:lnTo>
                  <a:lnTo>
                    <a:pt x="2" y="217"/>
                  </a:lnTo>
                  <a:lnTo>
                    <a:pt x="2" y="217"/>
                  </a:lnTo>
                  <a:lnTo>
                    <a:pt x="2" y="216"/>
                  </a:lnTo>
                  <a:lnTo>
                    <a:pt x="2" y="216"/>
                  </a:lnTo>
                  <a:lnTo>
                    <a:pt x="2" y="214"/>
                  </a:lnTo>
                  <a:lnTo>
                    <a:pt x="2" y="214"/>
                  </a:lnTo>
                  <a:lnTo>
                    <a:pt x="2" y="212"/>
                  </a:lnTo>
                  <a:lnTo>
                    <a:pt x="2" y="212"/>
                  </a:lnTo>
                  <a:lnTo>
                    <a:pt x="2" y="210"/>
                  </a:lnTo>
                  <a:lnTo>
                    <a:pt x="2" y="210"/>
                  </a:lnTo>
                  <a:lnTo>
                    <a:pt x="2" y="209"/>
                  </a:lnTo>
                  <a:lnTo>
                    <a:pt x="2" y="209"/>
                  </a:lnTo>
                  <a:lnTo>
                    <a:pt x="2" y="208"/>
                  </a:lnTo>
                  <a:lnTo>
                    <a:pt x="2" y="208"/>
                  </a:lnTo>
                  <a:lnTo>
                    <a:pt x="3" y="206"/>
                  </a:lnTo>
                  <a:lnTo>
                    <a:pt x="3" y="206"/>
                  </a:lnTo>
                  <a:lnTo>
                    <a:pt x="3" y="206"/>
                  </a:lnTo>
                  <a:lnTo>
                    <a:pt x="3" y="206"/>
                  </a:lnTo>
                  <a:lnTo>
                    <a:pt x="4" y="205"/>
                  </a:lnTo>
                  <a:lnTo>
                    <a:pt x="4" y="205"/>
                  </a:lnTo>
                  <a:lnTo>
                    <a:pt x="4" y="205"/>
                  </a:lnTo>
                  <a:lnTo>
                    <a:pt x="4" y="205"/>
                  </a:lnTo>
                  <a:lnTo>
                    <a:pt x="6" y="203"/>
                  </a:lnTo>
                  <a:lnTo>
                    <a:pt x="6" y="203"/>
                  </a:lnTo>
                  <a:lnTo>
                    <a:pt x="6" y="203"/>
                  </a:lnTo>
                  <a:lnTo>
                    <a:pt x="6" y="203"/>
                  </a:lnTo>
                  <a:lnTo>
                    <a:pt x="8" y="202"/>
                  </a:lnTo>
                  <a:lnTo>
                    <a:pt x="8" y="202"/>
                  </a:lnTo>
                  <a:lnTo>
                    <a:pt x="8" y="202"/>
                  </a:lnTo>
                  <a:lnTo>
                    <a:pt x="8" y="202"/>
                  </a:lnTo>
                  <a:lnTo>
                    <a:pt x="9" y="200"/>
                  </a:lnTo>
                  <a:lnTo>
                    <a:pt x="9" y="200"/>
                  </a:lnTo>
                  <a:lnTo>
                    <a:pt x="9" y="200"/>
                  </a:lnTo>
                  <a:lnTo>
                    <a:pt x="9" y="200"/>
                  </a:lnTo>
                  <a:lnTo>
                    <a:pt x="9" y="200"/>
                  </a:lnTo>
                  <a:lnTo>
                    <a:pt x="9" y="200"/>
                  </a:lnTo>
                  <a:lnTo>
                    <a:pt x="9" y="200"/>
                  </a:lnTo>
                  <a:lnTo>
                    <a:pt x="9" y="200"/>
                  </a:lnTo>
                  <a:lnTo>
                    <a:pt x="9" y="199"/>
                  </a:lnTo>
                  <a:lnTo>
                    <a:pt x="9" y="199"/>
                  </a:lnTo>
                  <a:lnTo>
                    <a:pt x="9" y="199"/>
                  </a:lnTo>
                  <a:lnTo>
                    <a:pt x="9" y="199"/>
                  </a:lnTo>
                  <a:lnTo>
                    <a:pt x="9" y="198"/>
                  </a:lnTo>
                  <a:lnTo>
                    <a:pt x="9" y="198"/>
                  </a:lnTo>
                  <a:lnTo>
                    <a:pt x="9" y="198"/>
                  </a:lnTo>
                  <a:lnTo>
                    <a:pt x="9" y="198"/>
                  </a:lnTo>
                  <a:lnTo>
                    <a:pt x="9" y="197"/>
                  </a:lnTo>
                  <a:lnTo>
                    <a:pt x="9" y="197"/>
                  </a:lnTo>
                  <a:lnTo>
                    <a:pt x="9" y="197"/>
                  </a:lnTo>
                  <a:lnTo>
                    <a:pt x="9" y="197"/>
                  </a:lnTo>
                  <a:lnTo>
                    <a:pt x="9" y="196"/>
                  </a:lnTo>
                  <a:lnTo>
                    <a:pt x="9" y="196"/>
                  </a:lnTo>
                  <a:lnTo>
                    <a:pt x="9" y="196"/>
                  </a:lnTo>
                  <a:lnTo>
                    <a:pt x="9" y="196"/>
                  </a:lnTo>
                  <a:lnTo>
                    <a:pt x="9" y="194"/>
                  </a:lnTo>
                  <a:lnTo>
                    <a:pt x="9" y="194"/>
                  </a:lnTo>
                  <a:lnTo>
                    <a:pt x="9" y="194"/>
                  </a:lnTo>
                  <a:lnTo>
                    <a:pt x="9" y="194"/>
                  </a:lnTo>
                  <a:lnTo>
                    <a:pt x="9" y="194"/>
                  </a:lnTo>
                  <a:lnTo>
                    <a:pt x="9" y="194"/>
                  </a:lnTo>
                  <a:lnTo>
                    <a:pt x="9" y="194"/>
                  </a:lnTo>
                  <a:lnTo>
                    <a:pt x="9" y="194"/>
                  </a:lnTo>
                  <a:lnTo>
                    <a:pt x="9" y="192"/>
                  </a:lnTo>
                  <a:lnTo>
                    <a:pt x="8" y="194"/>
                  </a:lnTo>
                  <a:lnTo>
                    <a:pt x="8" y="194"/>
                  </a:lnTo>
                  <a:lnTo>
                    <a:pt x="8" y="194"/>
                  </a:lnTo>
                  <a:lnTo>
                    <a:pt x="8" y="194"/>
                  </a:lnTo>
                  <a:lnTo>
                    <a:pt x="7" y="194"/>
                  </a:lnTo>
                  <a:lnTo>
                    <a:pt x="7" y="194"/>
                  </a:lnTo>
                  <a:lnTo>
                    <a:pt x="7" y="194"/>
                  </a:lnTo>
                  <a:lnTo>
                    <a:pt x="7" y="194"/>
                  </a:lnTo>
                  <a:lnTo>
                    <a:pt x="6" y="194"/>
                  </a:lnTo>
                  <a:lnTo>
                    <a:pt x="6" y="194"/>
                  </a:lnTo>
                  <a:lnTo>
                    <a:pt x="6" y="194"/>
                  </a:lnTo>
                  <a:lnTo>
                    <a:pt x="6" y="194"/>
                  </a:lnTo>
                  <a:lnTo>
                    <a:pt x="6" y="194"/>
                  </a:lnTo>
                  <a:lnTo>
                    <a:pt x="6" y="194"/>
                  </a:lnTo>
                  <a:lnTo>
                    <a:pt x="6" y="194"/>
                  </a:lnTo>
                  <a:lnTo>
                    <a:pt x="6" y="194"/>
                  </a:lnTo>
                  <a:lnTo>
                    <a:pt x="5" y="194"/>
                  </a:lnTo>
                  <a:lnTo>
                    <a:pt x="5" y="194"/>
                  </a:lnTo>
                  <a:lnTo>
                    <a:pt x="5" y="194"/>
                  </a:lnTo>
                  <a:lnTo>
                    <a:pt x="5" y="194"/>
                  </a:lnTo>
                  <a:lnTo>
                    <a:pt x="5" y="194"/>
                  </a:lnTo>
                  <a:lnTo>
                    <a:pt x="5" y="194"/>
                  </a:lnTo>
                  <a:lnTo>
                    <a:pt x="5" y="194"/>
                  </a:lnTo>
                  <a:lnTo>
                    <a:pt x="5" y="192"/>
                  </a:lnTo>
                  <a:lnTo>
                    <a:pt x="4" y="192"/>
                  </a:lnTo>
                  <a:lnTo>
                    <a:pt x="4" y="192"/>
                  </a:lnTo>
                  <a:lnTo>
                    <a:pt x="4" y="192"/>
                  </a:lnTo>
                  <a:lnTo>
                    <a:pt x="4" y="192"/>
                  </a:lnTo>
                  <a:lnTo>
                    <a:pt x="4" y="192"/>
                  </a:lnTo>
                  <a:lnTo>
                    <a:pt x="4" y="192"/>
                  </a:lnTo>
                  <a:lnTo>
                    <a:pt x="4" y="192"/>
                  </a:lnTo>
                  <a:lnTo>
                    <a:pt x="4" y="190"/>
                  </a:lnTo>
                  <a:lnTo>
                    <a:pt x="4" y="190"/>
                  </a:lnTo>
                  <a:lnTo>
                    <a:pt x="4" y="190"/>
                  </a:lnTo>
                  <a:lnTo>
                    <a:pt x="4" y="190"/>
                  </a:lnTo>
                  <a:lnTo>
                    <a:pt x="4" y="190"/>
                  </a:lnTo>
                  <a:lnTo>
                    <a:pt x="4" y="190"/>
                  </a:lnTo>
                  <a:lnTo>
                    <a:pt x="4" y="190"/>
                  </a:lnTo>
                  <a:lnTo>
                    <a:pt x="4" y="190"/>
                  </a:lnTo>
                  <a:lnTo>
                    <a:pt x="4" y="188"/>
                  </a:lnTo>
                  <a:lnTo>
                    <a:pt x="4" y="188"/>
                  </a:lnTo>
                  <a:lnTo>
                    <a:pt x="4" y="188"/>
                  </a:lnTo>
                  <a:lnTo>
                    <a:pt x="4" y="188"/>
                  </a:lnTo>
                  <a:lnTo>
                    <a:pt x="4" y="187"/>
                  </a:lnTo>
                  <a:lnTo>
                    <a:pt x="4" y="187"/>
                  </a:lnTo>
                  <a:lnTo>
                    <a:pt x="4" y="187"/>
                  </a:lnTo>
                  <a:lnTo>
                    <a:pt x="4" y="187"/>
                  </a:lnTo>
                  <a:lnTo>
                    <a:pt x="4" y="186"/>
                  </a:lnTo>
                  <a:lnTo>
                    <a:pt x="3" y="186"/>
                  </a:lnTo>
                  <a:lnTo>
                    <a:pt x="3" y="186"/>
                  </a:lnTo>
                  <a:lnTo>
                    <a:pt x="3" y="186"/>
                  </a:lnTo>
                  <a:lnTo>
                    <a:pt x="3" y="186"/>
                  </a:lnTo>
                  <a:lnTo>
                    <a:pt x="3" y="186"/>
                  </a:lnTo>
                  <a:lnTo>
                    <a:pt x="3" y="186"/>
                  </a:lnTo>
                  <a:lnTo>
                    <a:pt x="3" y="186"/>
                  </a:lnTo>
                  <a:lnTo>
                    <a:pt x="3" y="185"/>
                  </a:lnTo>
                  <a:lnTo>
                    <a:pt x="3" y="185"/>
                  </a:lnTo>
                  <a:lnTo>
                    <a:pt x="3" y="185"/>
                  </a:lnTo>
                  <a:lnTo>
                    <a:pt x="3" y="185"/>
                  </a:lnTo>
                  <a:lnTo>
                    <a:pt x="3" y="183"/>
                  </a:lnTo>
                  <a:lnTo>
                    <a:pt x="3" y="183"/>
                  </a:lnTo>
                  <a:lnTo>
                    <a:pt x="3" y="183"/>
                  </a:lnTo>
                  <a:lnTo>
                    <a:pt x="3" y="183"/>
                  </a:lnTo>
                  <a:lnTo>
                    <a:pt x="3" y="181"/>
                  </a:lnTo>
                  <a:lnTo>
                    <a:pt x="2" y="181"/>
                  </a:lnTo>
                  <a:lnTo>
                    <a:pt x="2" y="181"/>
                  </a:lnTo>
                  <a:lnTo>
                    <a:pt x="2" y="181"/>
                  </a:lnTo>
                  <a:lnTo>
                    <a:pt x="2" y="181"/>
                  </a:lnTo>
                  <a:lnTo>
                    <a:pt x="2" y="181"/>
                  </a:lnTo>
                  <a:lnTo>
                    <a:pt x="2" y="181"/>
                  </a:lnTo>
                  <a:lnTo>
                    <a:pt x="2" y="181"/>
                  </a:lnTo>
                  <a:lnTo>
                    <a:pt x="2" y="181"/>
                  </a:lnTo>
                  <a:lnTo>
                    <a:pt x="1" y="181"/>
                  </a:lnTo>
                  <a:lnTo>
                    <a:pt x="1" y="181"/>
                  </a:lnTo>
                  <a:lnTo>
                    <a:pt x="1" y="181"/>
                  </a:lnTo>
                  <a:lnTo>
                    <a:pt x="1" y="181"/>
                  </a:lnTo>
                  <a:lnTo>
                    <a:pt x="1" y="181"/>
                  </a:lnTo>
                  <a:lnTo>
                    <a:pt x="1" y="181"/>
                  </a:lnTo>
                  <a:lnTo>
                    <a:pt x="1" y="181"/>
                  </a:lnTo>
                  <a:lnTo>
                    <a:pt x="1" y="180"/>
                  </a:lnTo>
                  <a:lnTo>
                    <a:pt x="0" y="180"/>
                  </a:lnTo>
                  <a:lnTo>
                    <a:pt x="0" y="180"/>
                  </a:lnTo>
                  <a:lnTo>
                    <a:pt x="0" y="180"/>
                  </a:lnTo>
                  <a:lnTo>
                    <a:pt x="0" y="178"/>
                  </a:lnTo>
                  <a:lnTo>
                    <a:pt x="0" y="178"/>
                  </a:lnTo>
                  <a:lnTo>
                    <a:pt x="0" y="178"/>
                  </a:lnTo>
                  <a:lnTo>
                    <a:pt x="0" y="178"/>
                  </a:lnTo>
                  <a:lnTo>
                    <a:pt x="0" y="176"/>
                  </a:lnTo>
                  <a:lnTo>
                    <a:pt x="0" y="176"/>
                  </a:lnTo>
                  <a:lnTo>
                    <a:pt x="0" y="176"/>
                  </a:lnTo>
                  <a:lnTo>
                    <a:pt x="0" y="176"/>
                  </a:lnTo>
                  <a:lnTo>
                    <a:pt x="0" y="175"/>
                  </a:lnTo>
                  <a:lnTo>
                    <a:pt x="0" y="175"/>
                  </a:lnTo>
                  <a:lnTo>
                    <a:pt x="0" y="175"/>
                  </a:lnTo>
                  <a:lnTo>
                    <a:pt x="0" y="175"/>
                  </a:lnTo>
                  <a:lnTo>
                    <a:pt x="1" y="173"/>
                  </a:lnTo>
                  <a:lnTo>
                    <a:pt x="1" y="173"/>
                  </a:lnTo>
                  <a:lnTo>
                    <a:pt x="1" y="173"/>
                  </a:lnTo>
                  <a:lnTo>
                    <a:pt x="1" y="173"/>
                  </a:lnTo>
                  <a:lnTo>
                    <a:pt x="1" y="172"/>
                  </a:lnTo>
                  <a:lnTo>
                    <a:pt x="1" y="172"/>
                  </a:lnTo>
                  <a:lnTo>
                    <a:pt x="1" y="172"/>
                  </a:lnTo>
                  <a:lnTo>
                    <a:pt x="1" y="172"/>
                  </a:lnTo>
                  <a:lnTo>
                    <a:pt x="1" y="170"/>
                  </a:lnTo>
                  <a:lnTo>
                    <a:pt x="1" y="170"/>
                  </a:lnTo>
                  <a:lnTo>
                    <a:pt x="1" y="170"/>
                  </a:lnTo>
                  <a:lnTo>
                    <a:pt x="1" y="170"/>
                  </a:lnTo>
                  <a:lnTo>
                    <a:pt x="1" y="169"/>
                  </a:lnTo>
                  <a:lnTo>
                    <a:pt x="1" y="169"/>
                  </a:lnTo>
                  <a:lnTo>
                    <a:pt x="1" y="169"/>
                  </a:lnTo>
                  <a:lnTo>
                    <a:pt x="1" y="169"/>
                  </a:lnTo>
                  <a:lnTo>
                    <a:pt x="1" y="167"/>
                  </a:lnTo>
                  <a:lnTo>
                    <a:pt x="1" y="167"/>
                  </a:lnTo>
                  <a:lnTo>
                    <a:pt x="1" y="167"/>
                  </a:lnTo>
                  <a:lnTo>
                    <a:pt x="1" y="167"/>
                  </a:lnTo>
                  <a:lnTo>
                    <a:pt x="1" y="167"/>
                  </a:lnTo>
                  <a:lnTo>
                    <a:pt x="1" y="167"/>
                  </a:lnTo>
                  <a:lnTo>
                    <a:pt x="1" y="167"/>
                  </a:lnTo>
                  <a:lnTo>
                    <a:pt x="1" y="167"/>
                  </a:lnTo>
                  <a:lnTo>
                    <a:pt x="1" y="166"/>
                  </a:lnTo>
                  <a:lnTo>
                    <a:pt x="1" y="166"/>
                  </a:lnTo>
                  <a:lnTo>
                    <a:pt x="1" y="166"/>
                  </a:lnTo>
                  <a:lnTo>
                    <a:pt x="1" y="166"/>
                  </a:lnTo>
                  <a:lnTo>
                    <a:pt x="1" y="166"/>
                  </a:lnTo>
                  <a:lnTo>
                    <a:pt x="1" y="166"/>
                  </a:lnTo>
                  <a:lnTo>
                    <a:pt x="1" y="166"/>
                  </a:lnTo>
                  <a:lnTo>
                    <a:pt x="1" y="166"/>
                  </a:lnTo>
                  <a:lnTo>
                    <a:pt x="1" y="165"/>
                  </a:lnTo>
                  <a:lnTo>
                    <a:pt x="1" y="165"/>
                  </a:lnTo>
                  <a:lnTo>
                    <a:pt x="1" y="165"/>
                  </a:lnTo>
                  <a:lnTo>
                    <a:pt x="1" y="165"/>
                  </a:lnTo>
                  <a:lnTo>
                    <a:pt x="1" y="165"/>
                  </a:lnTo>
                  <a:lnTo>
                    <a:pt x="1" y="165"/>
                  </a:lnTo>
                  <a:lnTo>
                    <a:pt x="1" y="165"/>
                  </a:lnTo>
                  <a:lnTo>
                    <a:pt x="1" y="165"/>
                  </a:lnTo>
                  <a:lnTo>
                    <a:pt x="3" y="165"/>
                  </a:lnTo>
                  <a:lnTo>
                    <a:pt x="3" y="165"/>
                  </a:lnTo>
                  <a:lnTo>
                    <a:pt x="3" y="165"/>
                  </a:lnTo>
                  <a:lnTo>
                    <a:pt x="3" y="165"/>
                  </a:lnTo>
                  <a:lnTo>
                    <a:pt x="3" y="165"/>
                  </a:lnTo>
                  <a:lnTo>
                    <a:pt x="3" y="165"/>
                  </a:lnTo>
                  <a:lnTo>
                    <a:pt x="3" y="165"/>
                  </a:lnTo>
                  <a:lnTo>
                    <a:pt x="3" y="165"/>
                  </a:lnTo>
                  <a:lnTo>
                    <a:pt x="4" y="164"/>
                  </a:lnTo>
                  <a:lnTo>
                    <a:pt x="4" y="164"/>
                  </a:lnTo>
                  <a:lnTo>
                    <a:pt x="4" y="164"/>
                  </a:lnTo>
                  <a:lnTo>
                    <a:pt x="4" y="164"/>
                  </a:lnTo>
                  <a:lnTo>
                    <a:pt x="4" y="164"/>
                  </a:lnTo>
                  <a:lnTo>
                    <a:pt x="4" y="164"/>
                  </a:lnTo>
                  <a:lnTo>
                    <a:pt x="4" y="164"/>
                  </a:lnTo>
                  <a:lnTo>
                    <a:pt x="4" y="164"/>
                  </a:lnTo>
                  <a:lnTo>
                    <a:pt x="5" y="163"/>
                  </a:lnTo>
                  <a:lnTo>
                    <a:pt x="5" y="163"/>
                  </a:lnTo>
                  <a:lnTo>
                    <a:pt x="5" y="163"/>
                  </a:lnTo>
                  <a:lnTo>
                    <a:pt x="5" y="163"/>
                  </a:lnTo>
                  <a:lnTo>
                    <a:pt x="5" y="163"/>
                  </a:lnTo>
                  <a:lnTo>
                    <a:pt x="5" y="163"/>
                  </a:lnTo>
                  <a:lnTo>
                    <a:pt x="5" y="163"/>
                  </a:lnTo>
                  <a:lnTo>
                    <a:pt x="5" y="163"/>
                  </a:lnTo>
                  <a:lnTo>
                    <a:pt x="5" y="161"/>
                  </a:lnTo>
                  <a:lnTo>
                    <a:pt x="4" y="161"/>
                  </a:lnTo>
                  <a:lnTo>
                    <a:pt x="4" y="161"/>
                  </a:lnTo>
                  <a:lnTo>
                    <a:pt x="4" y="161"/>
                  </a:lnTo>
                  <a:lnTo>
                    <a:pt x="4" y="161"/>
                  </a:lnTo>
                  <a:lnTo>
                    <a:pt x="3" y="161"/>
                  </a:lnTo>
                  <a:lnTo>
                    <a:pt x="3" y="161"/>
                  </a:lnTo>
                  <a:lnTo>
                    <a:pt x="3" y="161"/>
                  </a:lnTo>
                  <a:lnTo>
                    <a:pt x="3" y="161"/>
                  </a:lnTo>
                  <a:lnTo>
                    <a:pt x="1" y="161"/>
                  </a:lnTo>
                  <a:lnTo>
                    <a:pt x="1" y="161"/>
                  </a:lnTo>
                  <a:lnTo>
                    <a:pt x="1" y="161"/>
                  </a:lnTo>
                  <a:lnTo>
                    <a:pt x="1" y="161"/>
                  </a:lnTo>
                  <a:lnTo>
                    <a:pt x="1" y="161"/>
                  </a:lnTo>
                  <a:lnTo>
                    <a:pt x="1" y="161"/>
                  </a:lnTo>
                  <a:lnTo>
                    <a:pt x="1" y="161"/>
                  </a:lnTo>
                  <a:lnTo>
                    <a:pt x="1" y="161"/>
                  </a:lnTo>
                  <a:lnTo>
                    <a:pt x="1" y="161"/>
                  </a:lnTo>
                  <a:lnTo>
                    <a:pt x="1" y="161"/>
                  </a:lnTo>
                  <a:lnTo>
                    <a:pt x="1" y="161"/>
                  </a:lnTo>
                  <a:lnTo>
                    <a:pt x="1" y="161"/>
                  </a:lnTo>
                  <a:lnTo>
                    <a:pt x="1" y="161"/>
                  </a:lnTo>
                  <a:lnTo>
                    <a:pt x="1" y="161"/>
                  </a:lnTo>
                  <a:lnTo>
                    <a:pt x="1" y="161"/>
                  </a:lnTo>
                  <a:lnTo>
                    <a:pt x="3" y="159"/>
                  </a:lnTo>
                  <a:lnTo>
                    <a:pt x="3" y="159"/>
                  </a:lnTo>
                  <a:lnTo>
                    <a:pt x="3" y="159"/>
                  </a:lnTo>
                  <a:lnTo>
                    <a:pt x="3" y="159"/>
                  </a:lnTo>
                  <a:lnTo>
                    <a:pt x="4" y="159"/>
                  </a:lnTo>
                  <a:lnTo>
                    <a:pt x="4" y="159"/>
                  </a:lnTo>
                  <a:lnTo>
                    <a:pt x="4" y="159"/>
                  </a:lnTo>
                  <a:lnTo>
                    <a:pt x="4" y="159"/>
                  </a:lnTo>
                  <a:lnTo>
                    <a:pt x="5" y="157"/>
                  </a:lnTo>
                  <a:lnTo>
                    <a:pt x="5" y="157"/>
                  </a:lnTo>
                  <a:lnTo>
                    <a:pt x="5" y="157"/>
                  </a:lnTo>
                  <a:lnTo>
                    <a:pt x="5" y="157"/>
                  </a:lnTo>
                  <a:lnTo>
                    <a:pt x="5" y="156"/>
                  </a:lnTo>
                  <a:lnTo>
                    <a:pt x="5" y="156"/>
                  </a:lnTo>
                  <a:lnTo>
                    <a:pt x="5" y="156"/>
                  </a:lnTo>
                  <a:lnTo>
                    <a:pt x="5" y="156"/>
                  </a:lnTo>
                  <a:lnTo>
                    <a:pt x="5" y="154"/>
                  </a:lnTo>
                  <a:lnTo>
                    <a:pt x="5" y="154"/>
                  </a:lnTo>
                  <a:lnTo>
                    <a:pt x="5" y="154"/>
                  </a:lnTo>
                  <a:lnTo>
                    <a:pt x="5" y="154"/>
                  </a:lnTo>
                  <a:lnTo>
                    <a:pt x="5" y="152"/>
                  </a:lnTo>
                  <a:lnTo>
                    <a:pt x="5" y="152"/>
                  </a:lnTo>
                  <a:lnTo>
                    <a:pt x="5" y="152"/>
                  </a:lnTo>
                  <a:lnTo>
                    <a:pt x="5" y="152"/>
                  </a:lnTo>
                  <a:lnTo>
                    <a:pt x="6" y="150"/>
                  </a:lnTo>
                  <a:lnTo>
                    <a:pt x="5" y="150"/>
                  </a:lnTo>
                  <a:lnTo>
                    <a:pt x="5" y="150"/>
                  </a:lnTo>
                  <a:lnTo>
                    <a:pt x="5" y="150"/>
                  </a:lnTo>
                  <a:lnTo>
                    <a:pt x="5" y="150"/>
                  </a:lnTo>
                  <a:lnTo>
                    <a:pt x="5" y="150"/>
                  </a:lnTo>
                  <a:lnTo>
                    <a:pt x="5" y="150"/>
                  </a:lnTo>
                  <a:lnTo>
                    <a:pt x="5" y="150"/>
                  </a:lnTo>
                  <a:lnTo>
                    <a:pt x="5" y="148"/>
                  </a:lnTo>
                  <a:lnTo>
                    <a:pt x="3" y="148"/>
                  </a:lnTo>
                  <a:lnTo>
                    <a:pt x="3" y="148"/>
                  </a:lnTo>
                  <a:lnTo>
                    <a:pt x="3" y="148"/>
                  </a:lnTo>
                  <a:lnTo>
                    <a:pt x="3" y="146"/>
                  </a:lnTo>
                  <a:lnTo>
                    <a:pt x="3" y="146"/>
                  </a:lnTo>
                  <a:lnTo>
                    <a:pt x="3" y="146"/>
                  </a:lnTo>
                  <a:lnTo>
                    <a:pt x="3" y="146"/>
                  </a:lnTo>
                  <a:lnTo>
                    <a:pt x="3" y="144"/>
                  </a:lnTo>
                  <a:lnTo>
                    <a:pt x="2" y="144"/>
                  </a:lnTo>
                  <a:lnTo>
                    <a:pt x="2" y="144"/>
                  </a:lnTo>
                  <a:lnTo>
                    <a:pt x="2" y="144"/>
                  </a:lnTo>
                  <a:lnTo>
                    <a:pt x="2" y="143"/>
                  </a:lnTo>
                  <a:lnTo>
                    <a:pt x="2" y="143"/>
                  </a:lnTo>
                  <a:lnTo>
                    <a:pt x="2" y="143"/>
                  </a:lnTo>
                  <a:lnTo>
                    <a:pt x="2" y="143"/>
                  </a:lnTo>
                  <a:lnTo>
                    <a:pt x="2" y="141"/>
                  </a:lnTo>
                  <a:lnTo>
                    <a:pt x="1" y="141"/>
                  </a:lnTo>
                  <a:lnTo>
                    <a:pt x="1" y="141"/>
                  </a:lnTo>
                  <a:lnTo>
                    <a:pt x="1" y="141"/>
                  </a:lnTo>
                  <a:lnTo>
                    <a:pt x="1" y="139"/>
                  </a:lnTo>
                  <a:lnTo>
                    <a:pt x="1" y="139"/>
                  </a:lnTo>
                  <a:lnTo>
                    <a:pt x="1" y="139"/>
                  </a:lnTo>
                  <a:lnTo>
                    <a:pt x="1" y="139"/>
                  </a:lnTo>
                  <a:lnTo>
                    <a:pt x="1" y="138"/>
                  </a:lnTo>
                  <a:lnTo>
                    <a:pt x="1" y="138"/>
                  </a:lnTo>
                  <a:lnTo>
                    <a:pt x="1" y="138"/>
                  </a:lnTo>
                  <a:lnTo>
                    <a:pt x="1" y="138"/>
                  </a:lnTo>
                  <a:lnTo>
                    <a:pt x="1" y="137"/>
                  </a:lnTo>
                  <a:lnTo>
                    <a:pt x="1" y="137"/>
                  </a:lnTo>
                  <a:lnTo>
                    <a:pt x="1" y="137"/>
                  </a:lnTo>
                  <a:lnTo>
                    <a:pt x="1" y="137"/>
                  </a:lnTo>
                  <a:lnTo>
                    <a:pt x="1" y="135"/>
                  </a:lnTo>
                  <a:lnTo>
                    <a:pt x="1" y="135"/>
                  </a:lnTo>
                  <a:lnTo>
                    <a:pt x="1" y="135"/>
                  </a:lnTo>
                  <a:lnTo>
                    <a:pt x="1" y="135"/>
                  </a:lnTo>
                  <a:lnTo>
                    <a:pt x="1" y="134"/>
                  </a:lnTo>
                  <a:lnTo>
                    <a:pt x="1" y="134"/>
                  </a:lnTo>
                  <a:lnTo>
                    <a:pt x="1" y="134"/>
                  </a:lnTo>
                  <a:lnTo>
                    <a:pt x="1" y="134"/>
                  </a:lnTo>
                  <a:lnTo>
                    <a:pt x="1" y="133"/>
                  </a:lnTo>
                  <a:lnTo>
                    <a:pt x="1" y="134"/>
                  </a:lnTo>
                  <a:lnTo>
                    <a:pt x="1" y="134"/>
                  </a:lnTo>
                  <a:lnTo>
                    <a:pt x="1" y="134"/>
                  </a:lnTo>
                  <a:lnTo>
                    <a:pt x="1" y="134"/>
                  </a:lnTo>
                  <a:lnTo>
                    <a:pt x="1" y="134"/>
                  </a:lnTo>
                  <a:lnTo>
                    <a:pt x="3" y="134"/>
                  </a:lnTo>
                  <a:lnTo>
                    <a:pt x="3" y="134"/>
                  </a:lnTo>
                  <a:lnTo>
                    <a:pt x="5" y="134"/>
                  </a:lnTo>
                  <a:lnTo>
                    <a:pt x="5" y="134"/>
                  </a:lnTo>
                  <a:lnTo>
                    <a:pt x="7" y="134"/>
                  </a:lnTo>
                  <a:lnTo>
                    <a:pt x="7" y="134"/>
                  </a:lnTo>
                  <a:lnTo>
                    <a:pt x="9" y="134"/>
                  </a:lnTo>
                  <a:lnTo>
                    <a:pt x="9" y="134"/>
                  </a:lnTo>
                  <a:lnTo>
                    <a:pt x="10" y="134"/>
                  </a:lnTo>
                  <a:lnTo>
                    <a:pt x="10" y="134"/>
                  </a:lnTo>
                  <a:lnTo>
                    <a:pt x="12" y="132"/>
                  </a:lnTo>
                  <a:lnTo>
                    <a:pt x="12" y="133"/>
                  </a:lnTo>
                  <a:lnTo>
                    <a:pt x="12" y="133"/>
                  </a:lnTo>
                  <a:lnTo>
                    <a:pt x="12" y="133"/>
                  </a:lnTo>
                  <a:lnTo>
                    <a:pt x="14" y="133"/>
                  </a:lnTo>
                  <a:lnTo>
                    <a:pt x="14" y="133"/>
                  </a:lnTo>
                  <a:lnTo>
                    <a:pt x="15" y="133"/>
                  </a:lnTo>
                  <a:lnTo>
                    <a:pt x="15" y="133"/>
                  </a:lnTo>
                  <a:lnTo>
                    <a:pt x="17" y="133"/>
                  </a:lnTo>
                  <a:lnTo>
                    <a:pt x="17" y="133"/>
                  </a:lnTo>
                  <a:lnTo>
                    <a:pt x="17" y="133"/>
                  </a:lnTo>
                  <a:lnTo>
                    <a:pt x="17" y="133"/>
                  </a:lnTo>
                  <a:lnTo>
                    <a:pt x="19" y="133"/>
                  </a:lnTo>
                  <a:lnTo>
                    <a:pt x="19" y="133"/>
                  </a:lnTo>
                  <a:lnTo>
                    <a:pt x="20" y="133"/>
                  </a:lnTo>
                  <a:lnTo>
                    <a:pt x="20" y="133"/>
                  </a:lnTo>
                  <a:lnTo>
                    <a:pt x="21" y="133"/>
                  </a:lnTo>
                  <a:lnTo>
                    <a:pt x="21" y="133"/>
                  </a:lnTo>
                  <a:lnTo>
                    <a:pt x="21" y="133"/>
                  </a:lnTo>
                  <a:lnTo>
                    <a:pt x="21" y="133"/>
                  </a:lnTo>
                  <a:lnTo>
                    <a:pt x="21" y="133"/>
                  </a:lnTo>
                  <a:lnTo>
                    <a:pt x="21" y="133"/>
                  </a:lnTo>
                  <a:lnTo>
                    <a:pt x="21" y="133"/>
                  </a:lnTo>
                  <a:lnTo>
                    <a:pt x="21" y="133"/>
                  </a:lnTo>
                  <a:lnTo>
                    <a:pt x="22" y="131"/>
                  </a:lnTo>
                  <a:lnTo>
                    <a:pt x="22" y="131"/>
                  </a:lnTo>
                  <a:lnTo>
                    <a:pt x="22" y="131"/>
                  </a:lnTo>
                  <a:lnTo>
                    <a:pt x="22" y="131"/>
                  </a:lnTo>
                  <a:lnTo>
                    <a:pt x="23" y="131"/>
                  </a:lnTo>
                  <a:lnTo>
                    <a:pt x="23" y="131"/>
                  </a:lnTo>
                  <a:lnTo>
                    <a:pt x="23" y="131"/>
                  </a:lnTo>
                  <a:lnTo>
                    <a:pt x="23" y="131"/>
                  </a:lnTo>
                  <a:lnTo>
                    <a:pt x="25" y="129"/>
                  </a:lnTo>
                  <a:lnTo>
                    <a:pt x="25" y="129"/>
                  </a:lnTo>
                  <a:lnTo>
                    <a:pt x="25" y="129"/>
                  </a:lnTo>
                  <a:lnTo>
                    <a:pt x="25" y="129"/>
                  </a:lnTo>
                  <a:lnTo>
                    <a:pt x="25" y="129"/>
                  </a:lnTo>
                  <a:lnTo>
                    <a:pt x="25" y="129"/>
                  </a:lnTo>
                  <a:lnTo>
                    <a:pt x="25" y="129"/>
                  </a:lnTo>
                  <a:lnTo>
                    <a:pt x="25" y="129"/>
                  </a:lnTo>
                  <a:lnTo>
                    <a:pt x="25" y="128"/>
                  </a:lnTo>
                  <a:lnTo>
                    <a:pt x="25" y="128"/>
                  </a:lnTo>
                  <a:lnTo>
                    <a:pt x="25" y="128"/>
                  </a:lnTo>
                  <a:lnTo>
                    <a:pt x="25" y="128"/>
                  </a:lnTo>
                  <a:lnTo>
                    <a:pt x="25" y="126"/>
                  </a:lnTo>
                  <a:lnTo>
                    <a:pt x="25" y="126"/>
                  </a:lnTo>
                  <a:lnTo>
                    <a:pt x="25" y="125"/>
                  </a:lnTo>
                  <a:lnTo>
                    <a:pt x="25" y="125"/>
                  </a:lnTo>
                  <a:lnTo>
                    <a:pt x="25" y="123"/>
                  </a:lnTo>
                  <a:lnTo>
                    <a:pt x="23" y="123"/>
                  </a:lnTo>
                  <a:lnTo>
                    <a:pt x="23" y="123"/>
                  </a:lnTo>
                  <a:lnTo>
                    <a:pt x="23" y="123"/>
                  </a:lnTo>
                  <a:lnTo>
                    <a:pt x="23" y="123"/>
                  </a:lnTo>
                  <a:lnTo>
                    <a:pt x="23" y="123"/>
                  </a:lnTo>
                  <a:lnTo>
                    <a:pt x="23" y="123"/>
                  </a:lnTo>
                  <a:lnTo>
                    <a:pt x="23" y="123"/>
                  </a:lnTo>
                  <a:lnTo>
                    <a:pt x="23" y="123"/>
                  </a:lnTo>
                  <a:lnTo>
                    <a:pt x="23" y="123"/>
                  </a:lnTo>
                  <a:lnTo>
                    <a:pt x="23" y="123"/>
                  </a:lnTo>
                  <a:lnTo>
                    <a:pt x="23" y="123"/>
                  </a:lnTo>
                  <a:lnTo>
                    <a:pt x="23" y="123"/>
                  </a:lnTo>
                  <a:lnTo>
                    <a:pt x="23" y="123"/>
                  </a:lnTo>
                  <a:lnTo>
                    <a:pt x="23" y="123"/>
                  </a:lnTo>
                  <a:lnTo>
                    <a:pt x="23" y="123"/>
                  </a:lnTo>
                  <a:lnTo>
                    <a:pt x="23" y="123"/>
                  </a:lnTo>
                  <a:lnTo>
                    <a:pt x="23" y="123"/>
                  </a:lnTo>
                  <a:lnTo>
                    <a:pt x="23" y="123"/>
                  </a:lnTo>
                  <a:lnTo>
                    <a:pt x="23" y="123"/>
                  </a:lnTo>
                  <a:lnTo>
                    <a:pt x="23" y="123"/>
                  </a:lnTo>
                  <a:lnTo>
                    <a:pt x="23" y="123"/>
                  </a:lnTo>
                  <a:lnTo>
                    <a:pt x="23" y="123"/>
                  </a:lnTo>
                  <a:lnTo>
                    <a:pt x="23" y="123"/>
                  </a:lnTo>
                  <a:lnTo>
                    <a:pt x="23" y="122"/>
                  </a:lnTo>
                  <a:lnTo>
                    <a:pt x="23" y="122"/>
                  </a:lnTo>
                  <a:lnTo>
                    <a:pt x="23" y="122"/>
                  </a:lnTo>
                  <a:lnTo>
                    <a:pt x="23" y="122"/>
                  </a:lnTo>
                  <a:lnTo>
                    <a:pt x="23" y="122"/>
                  </a:lnTo>
                  <a:lnTo>
                    <a:pt x="23" y="122"/>
                  </a:lnTo>
                  <a:lnTo>
                    <a:pt x="23" y="122"/>
                  </a:lnTo>
                  <a:lnTo>
                    <a:pt x="23" y="122"/>
                  </a:lnTo>
                  <a:lnTo>
                    <a:pt x="23" y="120"/>
                  </a:lnTo>
                  <a:lnTo>
                    <a:pt x="23" y="120"/>
                  </a:lnTo>
                  <a:lnTo>
                    <a:pt x="23" y="120"/>
                  </a:lnTo>
                  <a:lnTo>
                    <a:pt x="23" y="120"/>
                  </a:lnTo>
                  <a:lnTo>
                    <a:pt x="23" y="120"/>
                  </a:lnTo>
                  <a:lnTo>
                    <a:pt x="23" y="120"/>
                  </a:lnTo>
                  <a:lnTo>
                    <a:pt x="23" y="120"/>
                  </a:lnTo>
                  <a:lnTo>
                    <a:pt x="23" y="120"/>
                  </a:lnTo>
                  <a:lnTo>
                    <a:pt x="25" y="120"/>
                  </a:lnTo>
                  <a:lnTo>
                    <a:pt x="25" y="120"/>
                  </a:lnTo>
                  <a:lnTo>
                    <a:pt x="25" y="120"/>
                  </a:lnTo>
                  <a:lnTo>
                    <a:pt x="25" y="120"/>
                  </a:lnTo>
                  <a:lnTo>
                    <a:pt x="26" y="120"/>
                  </a:lnTo>
                  <a:lnTo>
                    <a:pt x="26" y="120"/>
                  </a:lnTo>
                  <a:lnTo>
                    <a:pt x="26" y="120"/>
                  </a:lnTo>
                  <a:lnTo>
                    <a:pt x="26" y="120"/>
                  </a:lnTo>
                  <a:lnTo>
                    <a:pt x="27" y="120"/>
                  </a:lnTo>
                  <a:lnTo>
                    <a:pt x="27" y="120"/>
                  </a:lnTo>
                  <a:lnTo>
                    <a:pt x="27" y="120"/>
                  </a:lnTo>
                  <a:lnTo>
                    <a:pt x="27" y="120"/>
                  </a:lnTo>
                  <a:lnTo>
                    <a:pt x="27" y="120"/>
                  </a:lnTo>
                  <a:lnTo>
                    <a:pt x="27" y="120"/>
                  </a:lnTo>
                  <a:lnTo>
                    <a:pt x="27" y="120"/>
                  </a:lnTo>
                  <a:lnTo>
                    <a:pt x="27" y="120"/>
                  </a:lnTo>
                  <a:lnTo>
                    <a:pt x="28" y="119"/>
                  </a:lnTo>
                  <a:lnTo>
                    <a:pt x="28" y="119"/>
                  </a:lnTo>
                  <a:lnTo>
                    <a:pt x="28" y="119"/>
                  </a:lnTo>
                  <a:lnTo>
                    <a:pt x="28" y="119"/>
                  </a:lnTo>
                  <a:lnTo>
                    <a:pt x="29" y="119"/>
                  </a:lnTo>
                  <a:lnTo>
                    <a:pt x="29" y="119"/>
                  </a:lnTo>
                  <a:lnTo>
                    <a:pt x="29" y="119"/>
                  </a:lnTo>
                  <a:lnTo>
                    <a:pt x="29" y="119"/>
                  </a:lnTo>
                  <a:lnTo>
                    <a:pt x="30" y="117"/>
                  </a:lnTo>
                  <a:lnTo>
                    <a:pt x="30" y="117"/>
                  </a:lnTo>
                  <a:lnTo>
                    <a:pt x="30" y="117"/>
                  </a:lnTo>
                  <a:lnTo>
                    <a:pt x="30" y="117"/>
                  </a:lnTo>
                  <a:lnTo>
                    <a:pt x="30" y="117"/>
                  </a:lnTo>
                  <a:lnTo>
                    <a:pt x="30" y="117"/>
                  </a:lnTo>
                  <a:lnTo>
                    <a:pt x="30" y="117"/>
                  </a:lnTo>
                  <a:lnTo>
                    <a:pt x="30" y="117"/>
                  </a:lnTo>
                  <a:lnTo>
                    <a:pt x="30" y="117"/>
                  </a:lnTo>
                  <a:lnTo>
                    <a:pt x="30" y="117"/>
                  </a:lnTo>
                  <a:lnTo>
                    <a:pt x="30" y="117"/>
                  </a:lnTo>
                  <a:lnTo>
                    <a:pt x="30" y="117"/>
                  </a:lnTo>
                  <a:lnTo>
                    <a:pt x="30" y="117"/>
                  </a:lnTo>
                  <a:lnTo>
                    <a:pt x="30" y="117"/>
                  </a:lnTo>
                  <a:lnTo>
                    <a:pt x="30" y="117"/>
                  </a:lnTo>
                  <a:lnTo>
                    <a:pt x="30" y="117"/>
                  </a:lnTo>
                  <a:lnTo>
                    <a:pt x="31" y="116"/>
                  </a:lnTo>
                  <a:lnTo>
                    <a:pt x="30" y="116"/>
                  </a:lnTo>
                  <a:lnTo>
                    <a:pt x="30" y="116"/>
                  </a:lnTo>
                  <a:lnTo>
                    <a:pt x="30" y="116"/>
                  </a:lnTo>
                  <a:lnTo>
                    <a:pt x="30" y="116"/>
                  </a:lnTo>
                  <a:lnTo>
                    <a:pt x="30" y="116"/>
                  </a:lnTo>
                  <a:lnTo>
                    <a:pt x="30" y="116"/>
                  </a:lnTo>
                  <a:lnTo>
                    <a:pt x="30" y="116"/>
                  </a:lnTo>
                  <a:lnTo>
                    <a:pt x="30" y="114"/>
                  </a:lnTo>
                  <a:lnTo>
                    <a:pt x="30" y="114"/>
                  </a:lnTo>
                  <a:lnTo>
                    <a:pt x="30" y="114"/>
                  </a:lnTo>
                  <a:lnTo>
                    <a:pt x="30" y="114"/>
                  </a:lnTo>
                  <a:lnTo>
                    <a:pt x="30" y="113"/>
                  </a:lnTo>
                  <a:lnTo>
                    <a:pt x="30" y="113"/>
                  </a:lnTo>
                  <a:lnTo>
                    <a:pt x="30" y="113"/>
                  </a:lnTo>
                  <a:lnTo>
                    <a:pt x="30" y="113"/>
                  </a:lnTo>
                  <a:lnTo>
                    <a:pt x="30" y="112"/>
                  </a:lnTo>
                  <a:lnTo>
                    <a:pt x="30" y="112"/>
                  </a:lnTo>
                  <a:lnTo>
                    <a:pt x="30" y="112"/>
                  </a:lnTo>
                  <a:lnTo>
                    <a:pt x="30" y="112"/>
                  </a:lnTo>
                  <a:lnTo>
                    <a:pt x="30" y="112"/>
                  </a:lnTo>
                  <a:lnTo>
                    <a:pt x="30" y="112"/>
                  </a:lnTo>
                  <a:lnTo>
                    <a:pt x="30" y="112"/>
                  </a:lnTo>
                  <a:lnTo>
                    <a:pt x="30" y="112"/>
                  </a:lnTo>
                  <a:lnTo>
                    <a:pt x="31" y="109"/>
                  </a:lnTo>
                  <a:lnTo>
                    <a:pt x="31" y="109"/>
                  </a:lnTo>
                  <a:lnTo>
                    <a:pt x="31" y="109"/>
                  </a:lnTo>
                  <a:lnTo>
                    <a:pt x="31" y="109"/>
                  </a:lnTo>
                  <a:lnTo>
                    <a:pt x="31" y="109"/>
                  </a:lnTo>
                  <a:lnTo>
                    <a:pt x="31" y="109"/>
                  </a:lnTo>
                  <a:lnTo>
                    <a:pt x="31" y="109"/>
                  </a:lnTo>
                  <a:lnTo>
                    <a:pt x="31" y="109"/>
                  </a:lnTo>
                  <a:lnTo>
                    <a:pt x="32" y="107"/>
                  </a:lnTo>
                  <a:lnTo>
                    <a:pt x="31" y="107"/>
                  </a:lnTo>
                  <a:lnTo>
                    <a:pt x="31" y="107"/>
                  </a:lnTo>
                  <a:lnTo>
                    <a:pt x="30" y="107"/>
                  </a:lnTo>
                  <a:lnTo>
                    <a:pt x="30" y="107"/>
                  </a:lnTo>
                  <a:lnTo>
                    <a:pt x="29" y="107"/>
                  </a:lnTo>
                  <a:lnTo>
                    <a:pt x="29" y="107"/>
                  </a:lnTo>
                  <a:lnTo>
                    <a:pt x="29" y="107"/>
                  </a:lnTo>
                  <a:lnTo>
                    <a:pt x="29" y="106"/>
                  </a:lnTo>
                  <a:lnTo>
                    <a:pt x="27" y="106"/>
                  </a:lnTo>
                  <a:lnTo>
                    <a:pt x="27" y="106"/>
                  </a:lnTo>
                  <a:lnTo>
                    <a:pt x="26" y="106"/>
                  </a:lnTo>
                  <a:lnTo>
                    <a:pt x="26" y="106"/>
                  </a:lnTo>
                  <a:lnTo>
                    <a:pt x="25" y="106"/>
                  </a:lnTo>
                  <a:lnTo>
                    <a:pt x="25" y="106"/>
                  </a:lnTo>
                  <a:lnTo>
                    <a:pt x="25" y="106"/>
                  </a:lnTo>
                  <a:lnTo>
                    <a:pt x="25" y="106"/>
                  </a:lnTo>
                  <a:lnTo>
                    <a:pt x="23" y="106"/>
                  </a:lnTo>
                  <a:lnTo>
                    <a:pt x="23" y="106"/>
                  </a:lnTo>
                  <a:lnTo>
                    <a:pt x="23" y="106"/>
                  </a:lnTo>
                  <a:lnTo>
                    <a:pt x="23" y="106"/>
                  </a:lnTo>
                  <a:lnTo>
                    <a:pt x="23" y="106"/>
                  </a:lnTo>
                  <a:lnTo>
                    <a:pt x="23" y="106"/>
                  </a:lnTo>
                  <a:lnTo>
                    <a:pt x="23" y="106"/>
                  </a:lnTo>
                  <a:lnTo>
                    <a:pt x="23" y="104"/>
                  </a:lnTo>
                  <a:lnTo>
                    <a:pt x="23" y="104"/>
                  </a:lnTo>
                  <a:lnTo>
                    <a:pt x="23" y="104"/>
                  </a:lnTo>
                  <a:lnTo>
                    <a:pt x="23" y="104"/>
                  </a:lnTo>
                  <a:lnTo>
                    <a:pt x="23" y="103"/>
                  </a:lnTo>
                  <a:lnTo>
                    <a:pt x="23" y="103"/>
                  </a:lnTo>
                  <a:lnTo>
                    <a:pt x="23" y="103"/>
                  </a:lnTo>
                  <a:lnTo>
                    <a:pt x="23" y="103"/>
                  </a:lnTo>
                  <a:lnTo>
                    <a:pt x="23" y="101"/>
                  </a:lnTo>
                  <a:lnTo>
                    <a:pt x="23" y="101"/>
                  </a:lnTo>
                  <a:lnTo>
                    <a:pt x="23" y="101"/>
                  </a:lnTo>
                  <a:lnTo>
                    <a:pt x="23" y="101"/>
                  </a:lnTo>
                  <a:lnTo>
                    <a:pt x="23" y="100"/>
                  </a:lnTo>
                  <a:lnTo>
                    <a:pt x="23" y="100"/>
                  </a:lnTo>
                  <a:lnTo>
                    <a:pt x="23" y="100"/>
                  </a:lnTo>
                  <a:lnTo>
                    <a:pt x="23" y="100"/>
                  </a:lnTo>
                  <a:lnTo>
                    <a:pt x="23" y="98"/>
                  </a:lnTo>
                  <a:lnTo>
                    <a:pt x="23" y="98"/>
                  </a:lnTo>
                  <a:lnTo>
                    <a:pt x="23" y="98"/>
                  </a:lnTo>
                  <a:lnTo>
                    <a:pt x="23" y="98"/>
                  </a:lnTo>
                  <a:lnTo>
                    <a:pt x="23" y="97"/>
                  </a:lnTo>
                  <a:lnTo>
                    <a:pt x="23" y="97"/>
                  </a:lnTo>
                  <a:lnTo>
                    <a:pt x="23" y="97"/>
                  </a:lnTo>
                  <a:lnTo>
                    <a:pt x="23" y="97"/>
                  </a:lnTo>
                  <a:lnTo>
                    <a:pt x="25" y="96"/>
                  </a:lnTo>
                  <a:lnTo>
                    <a:pt x="25" y="97"/>
                  </a:lnTo>
                  <a:lnTo>
                    <a:pt x="25" y="97"/>
                  </a:lnTo>
                  <a:lnTo>
                    <a:pt x="25" y="97"/>
                  </a:lnTo>
                  <a:lnTo>
                    <a:pt x="26" y="97"/>
                  </a:lnTo>
                  <a:lnTo>
                    <a:pt x="26" y="98"/>
                  </a:lnTo>
                  <a:lnTo>
                    <a:pt x="27" y="98"/>
                  </a:lnTo>
                  <a:lnTo>
                    <a:pt x="27" y="98"/>
                  </a:lnTo>
                  <a:lnTo>
                    <a:pt x="29" y="98"/>
                  </a:lnTo>
                  <a:lnTo>
                    <a:pt x="29" y="99"/>
                  </a:lnTo>
                  <a:lnTo>
                    <a:pt x="29" y="99"/>
                  </a:lnTo>
                  <a:lnTo>
                    <a:pt x="29" y="99"/>
                  </a:lnTo>
                  <a:lnTo>
                    <a:pt x="30" y="99"/>
                  </a:lnTo>
                  <a:lnTo>
                    <a:pt x="30" y="99"/>
                  </a:lnTo>
                  <a:lnTo>
                    <a:pt x="31" y="99"/>
                  </a:lnTo>
                  <a:lnTo>
                    <a:pt x="31" y="99"/>
                  </a:lnTo>
                  <a:lnTo>
                    <a:pt x="32" y="99"/>
                  </a:lnTo>
                  <a:lnTo>
                    <a:pt x="31" y="99"/>
                  </a:lnTo>
                  <a:lnTo>
                    <a:pt x="31" y="99"/>
                  </a:lnTo>
                  <a:lnTo>
                    <a:pt x="31" y="99"/>
                  </a:lnTo>
                  <a:lnTo>
                    <a:pt x="31" y="98"/>
                  </a:lnTo>
                  <a:lnTo>
                    <a:pt x="31" y="98"/>
                  </a:lnTo>
                  <a:lnTo>
                    <a:pt x="31" y="98"/>
                  </a:lnTo>
                  <a:lnTo>
                    <a:pt x="31" y="98"/>
                  </a:lnTo>
                  <a:lnTo>
                    <a:pt x="31" y="97"/>
                  </a:lnTo>
                  <a:lnTo>
                    <a:pt x="31" y="97"/>
                  </a:lnTo>
                  <a:lnTo>
                    <a:pt x="31" y="97"/>
                  </a:lnTo>
                  <a:lnTo>
                    <a:pt x="31" y="97"/>
                  </a:lnTo>
                  <a:lnTo>
                    <a:pt x="31" y="95"/>
                  </a:lnTo>
                  <a:lnTo>
                    <a:pt x="31" y="95"/>
                  </a:lnTo>
                  <a:lnTo>
                    <a:pt x="31" y="95"/>
                  </a:lnTo>
                  <a:lnTo>
                    <a:pt x="31" y="95"/>
                  </a:lnTo>
                  <a:lnTo>
                    <a:pt x="31" y="92"/>
                  </a:lnTo>
                  <a:lnTo>
                    <a:pt x="31" y="92"/>
                  </a:lnTo>
                  <a:lnTo>
                    <a:pt x="31" y="92"/>
                  </a:lnTo>
                  <a:lnTo>
                    <a:pt x="31" y="92"/>
                  </a:lnTo>
                  <a:lnTo>
                    <a:pt x="31" y="92"/>
                  </a:lnTo>
                  <a:lnTo>
                    <a:pt x="31" y="92"/>
                  </a:lnTo>
                  <a:lnTo>
                    <a:pt x="31" y="92"/>
                  </a:lnTo>
                  <a:lnTo>
                    <a:pt x="31" y="92"/>
                  </a:lnTo>
                  <a:lnTo>
                    <a:pt x="32" y="91"/>
                  </a:lnTo>
                  <a:lnTo>
                    <a:pt x="32" y="91"/>
                  </a:lnTo>
                  <a:lnTo>
                    <a:pt x="32" y="91"/>
                  </a:lnTo>
                  <a:lnTo>
                    <a:pt x="32" y="91"/>
                  </a:lnTo>
                  <a:lnTo>
                    <a:pt x="33" y="90"/>
                  </a:lnTo>
                  <a:lnTo>
                    <a:pt x="33" y="90"/>
                  </a:lnTo>
                  <a:lnTo>
                    <a:pt x="33" y="90"/>
                  </a:lnTo>
                  <a:lnTo>
                    <a:pt x="33" y="90"/>
                  </a:lnTo>
                  <a:lnTo>
                    <a:pt x="35" y="88"/>
                  </a:lnTo>
                  <a:lnTo>
                    <a:pt x="35" y="88"/>
                  </a:lnTo>
                  <a:lnTo>
                    <a:pt x="35" y="88"/>
                  </a:lnTo>
                  <a:lnTo>
                    <a:pt x="35" y="88"/>
                  </a:lnTo>
                  <a:lnTo>
                    <a:pt x="35" y="87"/>
                  </a:lnTo>
                  <a:lnTo>
                    <a:pt x="35" y="87"/>
                  </a:lnTo>
                  <a:lnTo>
                    <a:pt x="35" y="87"/>
                  </a:lnTo>
                  <a:lnTo>
                    <a:pt x="35" y="87"/>
                  </a:lnTo>
                  <a:lnTo>
                    <a:pt x="36" y="85"/>
                  </a:lnTo>
                  <a:lnTo>
                    <a:pt x="36" y="85"/>
                  </a:lnTo>
                  <a:lnTo>
                    <a:pt x="36" y="85"/>
                  </a:lnTo>
                  <a:lnTo>
                    <a:pt x="36" y="85"/>
                  </a:lnTo>
                  <a:lnTo>
                    <a:pt x="36" y="84"/>
                  </a:lnTo>
                  <a:lnTo>
                    <a:pt x="36" y="84"/>
                  </a:lnTo>
                  <a:lnTo>
                    <a:pt x="36" y="84"/>
                  </a:lnTo>
                  <a:lnTo>
                    <a:pt x="36" y="84"/>
                  </a:lnTo>
                  <a:lnTo>
                    <a:pt x="38" y="82"/>
                  </a:lnTo>
                  <a:lnTo>
                    <a:pt x="38" y="82"/>
                  </a:lnTo>
                  <a:lnTo>
                    <a:pt x="38" y="82"/>
                  </a:lnTo>
                  <a:lnTo>
                    <a:pt x="38" y="82"/>
                  </a:lnTo>
                  <a:lnTo>
                    <a:pt x="38" y="80"/>
                  </a:lnTo>
                  <a:lnTo>
                    <a:pt x="38" y="80"/>
                  </a:lnTo>
                  <a:lnTo>
                    <a:pt x="38" y="78"/>
                  </a:lnTo>
                  <a:lnTo>
                    <a:pt x="38" y="78"/>
                  </a:lnTo>
                  <a:lnTo>
                    <a:pt x="38" y="76"/>
                  </a:lnTo>
                  <a:lnTo>
                    <a:pt x="38" y="76"/>
                  </a:lnTo>
                  <a:lnTo>
                    <a:pt x="38" y="75"/>
                  </a:lnTo>
                  <a:lnTo>
                    <a:pt x="38" y="75"/>
                  </a:lnTo>
                  <a:lnTo>
                    <a:pt x="38" y="73"/>
                  </a:lnTo>
                  <a:lnTo>
                    <a:pt x="38" y="73"/>
                  </a:lnTo>
                  <a:lnTo>
                    <a:pt x="38" y="72"/>
                  </a:lnTo>
                  <a:lnTo>
                    <a:pt x="38" y="72"/>
                  </a:lnTo>
                  <a:lnTo>
                    <a:pt x="39" y="70"/>
                  </a:lnTo>
                  <a:lnTo>
                    <a:pt x="38" y="70"/>
                  </a:lnTo>
                  <a:lnTo>
                    <a:pt x="38" y="70"/>
                  </a:lnTo>
                  <a:lnTo>
                    <a:pt x="37" y="70"/>
                  </a:lnTo>
                  <a:lnTo>
                    <a:pt x="37" y="69"/>
                  </a:lnTo>
                  <a:lnTo>
                    <a:pt x="35" y="69"/>
                  </a:lnTo>
                  <a:lnTo>
                    <a:pt x="35" y="69"/>
                  </a:lnTo>
                  <a:lnTo>
                    <a:pt x="35" y="69"/>
                  </a:lnTo>
                  <a:lnTo>
                    <a:pt x="35" y="67"/>
                  </a:lnTo>
                  <a:lnTo>
                    <a:pt x="33" y="67"/>
                  </a:lnTo>
                  <a:lnTo>
                    <a:pt x="33" y="67"/>
                  </a:lnTo>
                  <a:lnTo>
                    <a:pt x="33" y="67"/>
                  </a:lnTo>
                  <a:lnTo>
                    <a:pt x="33" y="66"/>
                  </a:lnTo>
                  <a:lnTo>
                    <a:pt x="32" y="66"/>
                  </a:lnTo>
                  <a:lnTo>
                    <a:pt x="32" y="66"/>
                  </a:lnTo>
                  <a:lnTo>
                    <a:pt x="32" y="66"/>
                  </a:lnTo>
                  <a:lnTo>
                    <a:pt x="32" y="64"/>
                  </a:lnTo>
                  <a:lnTo>
                    <a:pt x="32" y="64"/>
                  </a:lnTo>
                  <a:lnTo>
                    <a:pt x="32" y="64"/>
                  </a:lnTo>
                  <a:lnTo>
                    <a:pt x="32" y="64"/>
                  </a:lnTo>
                  <a:lnTo>
                    <a:pt x="32" y="63"/>
                  </a:lnTo>
                  <a:lnTo>
                    <a:pt x="32" y="63"/>
                  </a:lnTo>
                  <a:lnTo>
                    <a:pt x="32" y="63"/>
                  </a:lnTo>
                  <a:lnTo>
                    <a:pt x="32" y="63"/>
                  </a:lnTo>
                  <a:lnTo>
                    <a:pt x="32" y="62"/>
                  </a:lnTo>
                  <a:lnTo>
                    <a:pt x="32" y="62"/>
                  </a:lnTo>
                  <a:lnTo>
                    <a:pt x="32" y="62"/>
                  </a:lnTo>
                  <a:lnTo>
                    <a:pt x="32" y="62"/>
                  </a:lnTo>
                  <a:lnTo>
                    <a:pt x="32" y="60"/>
                  </a:lnTo>
                  <a:lnTo>
                    <a:pt x="32" y="60"/>
                  </a:lnTo>
                  <a:lnTo>
                    <a:pt x="32" y="60"/>
                  </a:lnTo>
                  <a:lnTo>
                    <a:pt x="32" y="60"/>
                  </a:lnTo>
                  <a:lnTo>
                    <a:pt x="32" y="59"/>
                  </a:lnTo>
                  <a:lnTo>
                    <a:pt x="32" y="59"/>
                  </a:lnTo>
                  <a:lnTo>
                    <a:pt x="32" y="59"/>
                  </a:lnTo>
                  <a:lnTo>
                    <a:pt x="32" y="59"/>
                  </a:lnTo>
                  <a:lnTo>
                    <a:pt x="33" y="58"/>
                  </a:lnTo>
                  <a:lnTo>
                    <a:pt x="33" y="58"/>
                  </a:lnTo>
                  <a:lnTo>
                    <a:pt x="33" y="58"/>
                  </a:lnTo>
                  <a:lnTo>
                    <a:pt x="33" y="58"/>
                  </a:lnTo>
                  <a:lnTo>
                    <a:pt x="35" y="56"/>
                  </a:lnTo>
                  <a:lnTo>
                    <a:pt x="35" y="56"/>
                  </a:lnTo>
                  <a:lnTo>
                    <a:pt x="35" y="56"/>
                  </a:lnTo>
                  <a:lnTo>
                    <a:pt x="35" y="56"/>
                  </a:lnTo>
                  <a:lnTo>
                    <a:pt x="36" y="54"/>
                  </a:lnTo>
                  <a:lnTo>
                    <a:pt x="36" y="54"/>
                  </a:lnTo>
                  <a:lnTo>
                    <a:pt x="36" y="54"/>
                  </a:lnTo>
                  <a:lnTo>
                    <a:pt x="36" y="54"/>
                  </a:lnTo>
                  <a:lnTo>
                    <a:pt x="38" y="53"/>
                  </a:lnTo>
                  <a:lnTo>
                    <a:pt x="38" y="53"/>
                  </a:lnTo>
                  <a:lnTo>
                    <a:pt x="38" y="53"/>
                  </a:lnTo>
                  <a:lnTo>
                    <a:pt x="38" y="53"/>
                  </a:lnTo>
                  <a:lnTo>
                    <a:pt x="38" y="53"/>
                  </a:lnTo>
                  <a:lnTo>
                    <a:pt x="38" y="53"/>
                  </a:lnTo>
                  <a:lnTo>
                    <a:pt x="38" y="53"/>
                  </a:lnTo>
                  <a:lnTo>
                    <a:pt x="38" y="53"/>
                  </a:lnTo>
                  <a:lnTo>
                    <a:pt x="38" y="51"/>
                  </a:lnTo>
                  <a:lnTo>
                    <a:pt x="38" y="51"/>
                  </a:lnTo>
                  <a:lnTo>
                    <a:pt x="38" y="51"/>
                  </a:lnTo>
                  <a:lnTo>
                    <a:pt x="38" y="51"/>
                  </a:lnTo>
                  <a:lnTo>
                    <a:pt x="38" y="50"/>
                  </a:lnTo>
                  <a:lnTo>
                    <a:pt x="38" y="50"/>
                  </a:lnTo>
                  <a:lnTo>
                    <a:pt x="38" y="50"/>
                  </a:lnTo>
                  <a:lnTo>
                    <a:pt x="38" y="50"/>
                  </a:lnTo>
                  <a:lnTo>
                    <a:pt x="39" y="48"/>
                  </a:lnTo>
                  <a:lnTo>
                    <a:pt x="39" y="50"/>
                  </a:lnTo>
                  <a:lnTo>
                    <a:pt x="39" y="50"/>
                  </a:lnTo>
                  <a:lnTo>
                    <a:pt x="39" y="50"/>
                  </a:lnTo>
                  <a:lnTo>
                    <a:pt x="41" y="50"/>
                  </a:lnTo>
                  <a:lnTo>
                    <a:pt x="41" y="51"/>
                  </a:lnTo>
                  <a:lnTo>
                    <a:pt x="41" y="51"/>
                  </a:lnTo>
                  <a:lnTo>
                    <a:pt x="41" y="51"/>
                  </a:lnTo>
                  <a:lnTo>
                    <a:pt x="43" y="51"/>
                  </a:lnTo>
                  <a:lnTo>
                    <a:pt x="43" y="53"/>
                  </a:lnTo>
                  <a:lnTo>
                    <a:pt x="43" y="53"/>
                  </a:lnTo>
                  <a:lnTo>
                    <a:pt x="43" y="53"/>
                  </a:lnTo>
                  <a:lnTo>
                    <a:pt x="44" y="53"/>
                  </a:lnTo>
                  <a:lnTo>
                    <a:pt x="44" y="53"/>
                  </a:lnTo>
                  <a:lnTo>
                    <a:pt x="44" y="53"/>
                  </a:lnTo>
                  <a:lnTo>
                    <a:pt x="44" y="53"/>
                  </a:lnTo>
                  <a:lnTo>
                    <a:pt x="45" y="53"/>
                  </a:lnTo>
                  <a:lnTo>
                    <a:pt x="45" y="53"/>
                  </a:lnTo>
                  <a:lnTo>
                    <a:pt x="45" y="53"/>
                  </a:lnTo>
                  <a:lnTo>
                    <a:pt x="45" y="53"/>
                  </a:lnTo>
                  <a:lnTo>
                    <a:pt x="47" y="53"/>
                  </a:lnTo>
                  <a:lnTo>
                    <a:pt x="47" y="53"/>
                  </a:lnTo>
                  <a:lnTo>
                    <a:pt x="47" y="53"/>
                  </a:lnTo>
                  <a:lnTo>
                    <a:pt x="47" y="53"/>
                  </a:lnTo>
                  <a:lnTo>
                    <a:pt x="49" y="53"/>
                  </a:lnTo>
                  <a:lnTo>
                    <a:pt x="49" y="53"/>
                  </a:lnTo>
                  <a:lnTo>
                    <a:pt x="49" y="53"/>
                  </a:lnTo>
                  <a:lnTo>
                    <a:pt x="49" y="53"/>
                  </a:lnTo>
                  <a:lnTo>
                    <a:pt x="51" y="53"/>
                  </a:lnTo>
                  <a:lnTo>
                    <a:pt x="51" y="53"/>
                  </a:lnTo>
                  <a:lnTo>
                    <a:pt x="51" y="53"/>
                  </a:lnTo>
                  <a:lnTo>
                    <a:pt x="51" y="53"/>
                  </a:lnTo>
                  <a:lnTo>
                    <a:pt x="53" y="51"/>
                  </a:lnTo>
                  <a:lnTo>
                    <a:pt x="53" y="51"/>
                  </a:lnTo>
                  <a:lnTo>
                    <a:pt x="53" y="51"/>
                  </a:lnTo>
                  <a:lnTo>
                    <a:pt x="53" y="51"/>
                  </a:lnTo>
                  <a:lnTo>
                    <a:pt x="54" y="51"/>
                  </a:lnTo>
                  <a:lnTo>
                    <a:pt x="54" y="51"/>
                  </a:lnTo>
                  <a:lnTo>
                    <a:pt x="54" y="51"/>
                  </a:lnTo>
                  <a:lnTo>
                    <a:pt x="54" y="51"/>
                  </a:lnTo>
                  <a:lnTo>
                    <a:pt x="56" y="50"/>
                  </a:lnTo>
                  <a:lnTo>
                    <a:pt x="56" y="50"/>
                  </a:lnTo>
                  <a:lnTo>
                    <a:pt x="56" y="50"/>
                  </a:lnTo>
                  <a:lnTo>
                    <a:pt x="56" y="50"/>
                  </a:lnTo>
                  <a:lnTo>
                    <a:pt x="58" y="50"/>
                  </a:lnTo>
                  <a:lnTo>
                    <a:pt x="58" y="50"/>
                  </a:lnTo>
                  <a:lnTo>
                    <a:pt x="58" y="50"/>
                  </a:lnTo>
                  <a:lnTo>
                    <a:pt x="58" y="50"/>
                  </a:lnTo>
                  <a:lnTo>
                    <a:pt x="60" y="48"/>
                  </a:lnTo>
                  <a:lnTo>
                    <a:pt x="60" y="51"/>
                  </a:lnTo>
                  <a:lnTo>
                    <a:pt x="60" y="51"/>
                  </a:lnTo>
                  <a:lnTo>
                    <a:pt x="60" y="51"/>
                  </a:lnTo>
                  <a:lnTo>
                    <a:pt x="60" y="51"/>
                  </a:lnTo>
                  <a:lnTo>
                    <a:pt x="60" y="53"/>
                  </a:lnTo>
                  <a:lnTo>
                    <a:pt x="60" y="53"/>
                  </a:lnTo>
                  <a:lnTo>
                    <a:pt x="60" y="53"/>
                  </a:lnTo>
                  <a:lnTo>
                    <a:pt x="61" y="53"/>
                  </a:lnTo>
                  <a:lnTo>
                    <a:pt x="61" y="55"/>
                  </a:lnTo>
                  <a:lnTo>
                    <a:pt x="61" y="55"/>
                  </a:lnTo>
                  <a:lnTo>
                    <a:pt x="61" y="56"/>
                  </a:lnTo>
                  <a:lnTo>
                    <a:pt x="61" y="56"/>
                  </a:lnTo>
                  <a:lnTo>
                    <a:pt x="61" y="58"/>
                  </a:lnTo>
                  <a:lnTo>
                    <a:pt x="61" y="58"/>
                  </a:lnTo>
                  <a:lnTo>
                    <a:pt x="61" y="58"/>
                  </a:lnTo>
                  <a:lnTo>
                    <a:pt x="62" y="58"/>
                  </a:lnTo>
                  <a:lnTo>
                    <a:pt x="61" y="60"/>
                  </a:lnTo>
                  <a:lnTo>
                    <a:pt x="61" y="60"/>
                  </a:lnTo>
                  <a:lnTo>
                    <a:pt x="61" y="60"/>
                  </a:lnTo>
                  <a:lnTo>
                    <a:pt x="61" y="60"/>
                  </a:lnTo>
                  <a:lnTo>
                    <a:pt x="61" y="61"/>
                  </a:lnTo>
                  <a:lnTo>
                    <a:pt x="61" y="61"/>
                  </a:lnTo>
                  <a:lnTo>
                    <a:pt x="61" y="61"/>
                  </a:lnTo>
                  <a:lnTo>
                    <a:pt x="61" y="61"/>
                  </a:lnTo>
                  <a:lnTo>
                    <a:pt x="60" y="63"/>
                  </a:lnTo>
                  <a:lnTo>
                    <a:pt x="60" y="63"/>
                  </a:lnTo>
                  <a:lnTo>
                    <a:pt x="60" y="63"/>
                  </a:lnTo>
                  <a:lnTo>
                    <a:pt x="60" y="63"/>
                  </a:lnTo>
                  <a:lnTo>
                    <a:pt x="60" y="63"/>
                  </a:lnTo>
                  <a:lnTo>
                    <a:pt x="60" y="63"/>
                  </a:lnTo>
                  <a:lnTo>
                    <a:pt x="60" y="63"/>
                  </a:lnTo>
                  <a:lnTo>
                    <a:pt x="60" y="63"/>
                  </a:lnTo>
                  <a:lnTo>
                    <a:pt x="60" y="63"/>
                  </a:lnTo>
                  <a:lnTo>
                    <a:pt x="60" y="63"/>
                  </a:lnTo>
                  <a:lnTo>
                    <a:pt x="60" y="63"/>
                  </a:lnTo>
                  <a:lnTo>
                    <a:pt x="61" y="63"/>
                  </a:lnTo>
                  <a:lnTo>
                    <a:pt x="61" y="63"/>
                  </a:lnTo>
                  <a:lnTo>
                    <a:pt x="61" y="63"/>
                  </a:lnTo>
                  <a:lnTo>
                    <a:pt x="61" y="63"/>
                  </a:lnTo>
                  <a:lnTo>
                    <a:pt x="63" y="63"/>
                  </a:lnTo>
                  <a:lnTo>
                    <a:pt x="63" y="63"/>
                  </a:lnTo>
                  <a:lnTo>
                    <a:pt x="63" y="63"/>
                  </a:lnTo>
                  <a:lnTo>
                    <a:pt x="63" y="63"/>
                  </a:lnTo>
                  <a:lnTo>
                    <a:pt x="65" y="63"/>
                  </a:lnTo>
                  <a:lnTo>
                    <a:pt x="65" y="63"/>
                  </a:lnTo>
                  <a:lnTo>
                    <a:pt x="65" y="63"/>
                  </a:lnTo>
                  <a:lnTo>
                    <a:pt x="65" y="63"/>
                  </a:lnTo>
                  <a:lnTo>
                    <a:pt x="66" y="62"/>
                  </a:lnTo>
                  <a:lnTo>
                    <a:pt x="66" y="62"/>
                  </a:lnTo>
                  <a:lnTo>
                    <a:pt x="66" y="62"/>
                  </a:lnTo>
                  <a:lnTo>
                    <a:pt x="66" y="62"/>
                  </a:lnTo>
                  <a:lnTo>
                    <a:pt x="66" y="61"/>
                  </a:lnTo>
                  <a:lnTo>
                    <a:pt x="66" y="61"/>
                  </a:lnTo>
                  <a:lnTo>
                    <a:pt x="66" y="60"/>
                  </a:lnTo>
                  <a:lnTo>
                    <a:pt x="66" y="60"/>
                  </a:lnTo>
                  <a:lnTo>
                    <a:pt x="67" y="58"/>
                  </a:lnTo>
                  <a:lnTo>
                    <a:pt x="67" y="58"/>
                  </a:lnTo>
                  <a:lnTo>
                    <a:pt x="67" y="56"/>
                  </a:lnTo>
                  <a:lnTo>
                    <a:pt x="67" y="56"/>
                  </a:lnTo>
                  <a:lnTo>
                    <a:pt x="67" y="54"/>
                  </a:lnTo>
                  <a:lnTo>
                    <a:pt x="67" y="54"/>
                  </a:lnTo>
                  <a:lnTo>
                    <a:pt x="67" y="54"/>
                  </a:lnTo>
                  <a:lnTo>
                    <a:pt x="67" y="54"/>
                  </a:lnTo>
                  <a:lnTo>
                    <a:pt x="67" y="53"/>
                  </a:lnTo>
                  <a:lnTo>
                    <a:pt x="67" y="54"/>
                  </a:lnTo>
                  <a:lnTo>
                    <a:pt x="67" y="54"/>
                  </a:lnTo>
                  <a:lnTo>
                    <a:pt x="67" y="54"/>
                  </a:lnTo>
                  <a:lnTo>
                    <a:pt x="67" y="54"/>
                  </a:lnTo>
                  <a:lnTo>
                    <a:pt x="67" y="56"/>
                  </a:lnTo>
                  <a:lnTo>
                    <a:pt x="67" y="56"/>
                  </a:lnTo>
                  <a:lnTo>
                    <a:pt x="67" y="56"/>
                  </a:lnTo>
                  <a:lnTo>
                    <a:pt x="69" y="56"/>
                  </a:lnTo>
                  <a:lnTo>
                    <a:pt x="69" y="58"/>
                  </a:lnTo>
                  <a:lnTo>
                    <a:pt x="69" y="58"/>
                  </a:lnTo>
                  <a:lnTo>
                    <a:pt x="69" y="58"/>
                  </a:lnTo>
                  <a:lnTo>
                    <a:pt x="70" y="58"/>
                  </a:lnTo>
                  <a:lnTo>
                    <a:pt x="70" y="59"/>
                  </a:lnTo>
                  <a:lnTo>
                    <a:pt x="70" y="59"/>
                  </a:lnTo>
                  <a:lnTo>
                    <a:pt x="70" y="59"/>
                  </a:lnTo>
                  <a:lnTo>
                    <a:pt x="72" y="59"/>
                  </a:lnTo>
                  <a:lnTo>
                    <a:pt x="72" y="59"/>
                  </a:lnTo>
                  <a:lnTo>
                    <a:pt x="72" y="59"/>
                  </a:lnTo>
                  <a:lnTo>
                    <a:pt x="72" y="59"/>
                  </a:lnTo>
                  <a:lnTo>
                    <a:pt x="72" y="59"/>
                  </a:lnTo>
                  <a:lnTo>
                    <a:pt x="72" y="59"/>
                  </a:lnTo>
                  <a:lnTo>
                    <a:pt x="72" y="59"/>
                  </a:lnTo>
                  <a:lnTo>
                    <a:pt x="72" y="59"/>
                  </a:lnTo>
                  <a:lnTo>
                    <a:pt x="73" y="59"/>
                  </a:lnTo>
                  <a:lnTo>
                    <a:pt x="73" y="59"/>
                  </a:lnTo>
                  <a:lnTo>
                    <a:pt x="73" y="59"/>
                  </a:lnTo>
                  <a:lnTo>
                    <a:pt x="73" y="59"/>
                  </a:lnTo>
                  <a:lnTo>
                    <a:pt x="73" y="59"/>
                  </a:lnTo>
                  <a:lnTo>
                    <a:pt x="73" y="59"/>
                  </a:lnTo>
                  <a:lnTo>
                    <a:pt x="73" y="59"/>
                  </a:lnTo>
                  <a:lnTo>
                    <a:pt x="73" y="59"/>
                  </a:lnTo>
                  <a:lnTo>
                    <a:pt x="74" y="58"/>
                  </a:lnTo>
                  <a:lnTo>
                    <a:pt x="74" y="58"/>
                  </a:lnTo>
                  <a:lnTo>
                    <a:pt x="74" y="58"/>
                  </a:lnTo>
                  <a:lnTo>
                    <a:pt x="74" y="58"/>
                  </a:lnTo>
                  <a:lnTo>
                    <a:pt x="74" y="58"/>
                  </a:lnTo>
                  <a:lnTo>
                    <a:pt x="74" y="58"/>
                  </a:lnTo>
                  <a:lnTo>
                    <a:pt x="74" y="58"/>
                  </a:lnTo>
                  <a:lnTo>
                    <a:pt x="74" y="58"/>
                  </a:lnTo>
                  <a:lnTo>
                    <a:pt x="75" y="58"/>
                  </a:lnTo>
                  <a:lnTo>
                    <a:pt x="75" y="58"/>
                  </a:lnTo>
                  <a:lnTo>
                    <a:pt x="75" y="58"/>
                  </a:lnTo>
                  <a:lnTo>
                    <a:pt x="75" y="58"/>
                  </a:lnTo>
                  <a:lnTo>
                    <a:pt x="76" y="58"/>
                  </a:lnTo>
                  <a:lnTo>
                    <a:pt x="76" y="58"/>
                  </a:lnTo>
                  <a:lnTo>
                    <a:pt x="76" y="58"/>
                  </a:lnTo>
                  <a:lnTo>
                    <a:pt x="76" y="58"/>
                  </a:lnTo>
                  <a:lnTo>
                    <a:pt x="77" y="58"/>
                  </a:lnTo>
                  <a:lnTo>
                    <a:pt x="77" y="58"/>
                  </a:lnTo>
                  <a:lnTo>
                    <a:pt x="77" y="58"/>
                  </a:lnTo>
                  <a:lnTo>
                    <a:pt x="77" y="58"/>
                  </a:lnTo>
                  <a:lnTo>
                    <a:pt x="77" y="58"/>
                  </a:lnTo>
                  <a:lnTo>
                    <a:pt x="77" y="58"/>
                  </a:lnTo>
                  <a:lnTo>
                    <a:pt x="77" y="58"/>
                  </a:lnTo>
                  <a:lnTo>
                    <a:pt x="77" y="58"/>
                  </a:lnTo>
                  <a:lnTo>
                    <a:pt x="78" y="56"/>
                  </a:lnTo>
                  <a:lnTo>
                    <a:pt x="78" y="56"/>
                  </a:lnTo>
                  <a:lnTo>
                    <a:pt x="78" y="56"/>
                  </a:lnTo>
                  <a:lnTo>
                    <a:pt x="78" y="56"/>
                  </a:lnTo>
                  <a:lnTo>
                    <a:pt x="79" y="56"/>
                  </a:lnTo>
                  <a:lnTo>
                    <a:pt x="79" y="56"/>
                  </a:lnTo>
                  <a:lnTo>
                    <a:pt x="79" y="56"/>
                  </a:lnTo>
                  <a:lnTo>
                    <a:pt x="79" y="56"/>
                  </a:lnTo>
                  <a:lnTo>
                    <a:pt x="81" y="54"/>
                  </a:lnTo>
                  <a:lnTo>
                    <a:pt x="79" y="54"/>
                  </a:lnTo>
                  <a:lnTo>
                    <a:pt x="79" y="54"/>
                  </a:lnTo>
                  <a:lnTo>
                    <a:pt x="78" y="54"/>
                  </a:lnTo>
                  <a:lnTo>
                    <a:pt x="78" y="54"/>
                  </a:lnTo>
                  <a:lnTo>
                    <a:pt x="76" y="54"/>
                  </a:lnTo>
                  <a:lnTo>
                    <a:pt x="76" y="54"/>
                  </a:lnTo>
                  <a:lnTo>
                    <a:pt x="76" y="54"/>
                  </a:lnTo>
                  <a:lnTo>
                    <a:pt x="76" y="53"/>
                  </a:lnTo>
                  <a:lnTo>
                    <a:pt x="74" y="53"/>
                  </a:lnTo>
                  <a:lnTo>
                    <a:pt x="74" y="53"/>
                  </a:lnTo>
                  <a:lnTo>
                    <a:pt x="73" y="53"/>
                  </a:lnTo>
                  <a:lnTo>
                    <a:pt x="73" y="53"/>
                  </a:lnTo>
                  <a:lnTo>
                    <a:pt x="72" y="53"/>
                  </a:lnTo>
                  <a:lnTo>
                    <a:pt x="72" y="53"/>
                  </a:lnTo>
                  <a:lnTo>
                    <a:pt x="72" y="53"/>
                  </a:lnTo>
                  <a:lnTo>
                    <a:pt x="72" y="53"/>
                  </a:lnTo>
                  <a:lnTo>
                    <a:pt x="72" y="53"/>
                  </a:lnTo>
                  <a:lnTo>
                    <a:pt x="72" y="53"/>
                  </a:lnTo>
                  <a:lnTo>
                    <a:pt x="72" y="53"/>
                  </a:lnTo>
                  <a:lnTo>
                    <a:pt x="72" y="51"/>
                  </a:lnTo>
                  <a:lnTo>
                    <a:pt x="72" y="51"/>
                  </a:lnTo>
                  <a:lnTo>
                    <a:pt x="72" y="51"/>
                  </a:lnTo>
                  <a:lnTo>
                    <a:pt x="72" y="51"/>
                  </a:lnTo>
                  <a:lnTo>
                    <a:pt x="73" y="48"/>
                  </a:lnTo>
                  <a:lnTo>
                    <a:pt x="73" y="48"/>
                  </a:lnTo>
                  <a:lnTo>
                    <a:pt x="73" y="48"/>
                  </a:lnTo>
                  <a:lnTo>
                    <a:pt x="73" y="48"/>
                  </a:lnTo>
                  <a:lnTo>
                    <a:pt x="73" y="47"/>
                  </a:lnTo>
                  <a:lnTo>
                    <a:pt x="73" y="47"/>
                  </a:lnTo>
                  <a:lnTo>
                    <a:pt x="73" y="47"/>
                  </a:lnTo>
                  <a:lnTo>
                    <a:pt x="73" y="47"/>
                  </a:lnTo>
                  <a:lnTo>
                    <a:pt x="74" y="46"/>
                  </a:lnTo>
                  <a:lnTo>
                    <a:pt x="74" y="46"/>
                  </a:lnTo>
                  <a:lnTo>
                    <a:pt x="74" y="46"/>
                  </a:lnTo>
                  <a:lnTo>
                    <a:pt x="74" y="46"/>
                  </a:lnTo>
                  <a:lnTo>
                    <a:pt x="75" y="46"/>
                  </a:lnTo>
                  <a:lnTo>
                    <a:pt x="75" y="46"/>
                  </a:lnTo>
                  <a:lnTo>
                    <a:pt x="76" y="46"/>
                  </a:lnTo>
                  <a:lnTo>
                    <a:pt x="76" y="46"/>
                  </a:lnTo>
                  <a:lnTo>
                    <a:pt x="78" y="46"/>
                  </a:lnTo>
                  <a:lnTo>
                    <a:pt x="78" y="46"/>
                  </a:lnTo>
                  <a:lnTo>
                    <a:pt x="78" y="46"/>
                  </a:lnTo>
                  <a:lnTo>
                    <a:pt x="78" y="46"/>
                  </a:lnTo>
                  <a:lnTo>
                    <a:pt x="81" y="46"/>
                  </a:lnTo>
                  <a:lnTo>
                    <a:pt x="81" y="46"/>
                  </a:lnTo>
                  <a:lnTo>
                    <a:pt x="82" y="46"/>
                  </a:lnTo>
                  <a:lnTo>
                    <a:pt x="82" y="46"/>
                  </a:lnTo>
                  <a:lnTo>
                    <a:pt x="83" y="46"/>
                  </a:lnTo>
                  <a:lnTo>
                    <a:pt x="83" y="47"/>
                  </a:lnTo>
                  <a:lnTo>
                    <a:pt x="83" y="47"/>
                  </a:lnTo>
                  <a:lnTo>
                    <a:pt x="83" y="47"/>
                  </a:lnTo>
                  <a:lnTo>
                    <a:pt x="83" y="47"/>
                  </a:lnTo>
                  <a:lnTo>
                    <a:pt x="83" y="49"/>
                  </a:lnTo>
                  <a:lnTo>
                    <a:pt x="83" y="49"/>
                  </a:lnTo>
                  <a:lnTo>
                    <a:pt x="83" y="49"/>
                  </a:lnTo>
                  <a:lnTo>
                    <a:pt x="83" y="49"/>
                  </a:lnTo>
                  <a:lnTo>
                    <a:pt x="83" y="51"/>
                  </a:lnTo>
                  <a:lnTo>
                    <a:pt x="83" y="51"/>
                  </a:lnTo>
                  <a:lnTo>
                    <a:pt x="83" y="51"/>
                  </a:lnTo>
                  <a:lnTo>
                    <a:pt x="83" y="51"/>
                  </a:lnTo>
                  <a:lnTo>
                    <a:pt x="83" y="51"/>
                  </a:lnTo>
                  <a:lnTo>
                    <a:pt x="83" y="51"/>
                  </a:lnTo>
                  <a:lnTo>
                    <a:pt x="83" y="51"/>
                  </a:lnTo>
                  <a:lnTo>
                    <a:pt x="84" y="51"/>
                  </a:lnTo>
                  <a:lnTo>
                    <a:pt x="84" y="51"/>
                  </a:lnTo>
                  <a:lnTo>
                    <a:pt x="84" y="51"/>
                  </a:lnTo>
                  <a:lnTo>
                    <a:pt x="84" y="51"/>
                  </a:lnTo>
                  <a:lnTo>
                    <a:pt x="84" y="51"/>
                  </a:lnTo>
                  <a:lnTo>
                    <a:pt x="84" y="51"/>
                  </a:lnTo>
                  <a:lnTo>
                    <a:pt x="84" y="51"/>
                  </a:lnTo>
                  <a:lnTo>
                    <a:pt x="84" y="51"/>
                  </a:lnTo>
                  <a:lnTo>
                    <a:pt x="86" y="48"/>
                  </a:lnTo>
                  <a:lnTo>
                    <a:pt x="86" y="48"/>
                  </a:lnTo>
                  <a:lnTo>
                    <a:pt x="86" y="48"/>
                  </a:lnTo>
                  <a:lnTo>
                    <a:pt x="86" y="48"/>
                  </a:lnTo>
                  <a:lnTo>
                    <a:pt x="86" y="47"/>
                  </a:lnTo>
                  <a:lnTo>
                    <a:pt x="86" y="47"/>
                  </a:lnTo>
                  <a:lnTo>
                    <a:pt x="86" y="46"/>
                  </a:lnTo>
                  <a:lnTo>
                    <a:pt x="86" y="46"/>
                  </a:lnTo>
                  <a:lnTo>
                    <a:pt x="86" y="44"/>
                  </a:lnTo>
                  <a:lnTo>
                    <a:pt x="84" y="44"/>
                  </a:lnTo>
                  <a:lnTo>
                    <a:pt x="84" y="44"/>
                  </a:lnTo>
                  <a:lnTo>
                    <a:pt x="84" y="44"/>
                  </a:lnTo>
                  <a:lnTo>
                    <a:pt x="84" y="44"/>
                  </a:lnTo>
                  <a:lnTo>
                    <a:pt x="84" y="44"/>
                  </a:lnTo>
                  <a:lnTo>
                    <a:pt x="84" y="44"/>
                  </a:lnTo>
                  <a:lnTo>
                    <a:pt x="84" y="44"/>
                  </a:lnTo>
                  <a:lnTo>
                    <a:pt x="84" y="42"/>
                  </a:lnTo>
                  <a:lnTo>
                    <a:pt x="83" y="42"/>
                  </a:lnTo>
                  <a:lnTo>
                    <a:pt x="83" y="42"/>
                  </a:lnTo>
                  <a:lnTo>
                    <a:pt x="83" y="42"/>
                  </a:lnTo>
                  <a:lnTo>
                    <a:pt x="83" y="42"/>
                  </a:lnTo>
                  <a:lnTo>
                    <a:pt x="83" y="42"/>
                  </a:lnTo>
                  <a:lnTo>
                    <a:pt x="83" y="42"/>
                  </a:lnTo>
                  <a:lnTo>
                    <a:pt x="83" y="42"/>
                  </a:lnTo>
                  <a:lnTo>
                    <a:pt x="83" y="40"/>
                  </a:lnTo>
                  <a:lnTo>
                    <a:pt x="83" y="40"/>
                  </a:lnTo>
                  <a:lnTo>
                    <a:pt x="83" y="40"/>
                  </a:lnTo>
                  <a:lnTo>
                    <a:pt x="83" y="40"/>
                  </a:lnTo>
                  <a:lnTo>
                    <a:pt x="83" y="40"/>
                  </a:lnTo>
                  <a:lnTo>
                    <a:pt x="83" y="40"/>
                  </a:lnTo>
                  <a:lnTo>
                    <a:pt x="83" y="40"/>
                  </a:lnTo>
                  <a:lnTo>
                    <a:pt x="83" y="40"/>
                  </a:lnTo>
                  <a:lnTo>
                    <a:pt x="83" y="39"/>
                  </a:lnTo>
                  <a:lnTo>
                    <a:pt x="83" y="39"/>
                  </a:lnTo>
                  <a:lnTo>
                    <a:pt x="83" y="39"/>
                  </a:lnTo>
                  <a:lnTo>
                    <a:pt x="83" y="39"/>
                  </a:lnTo>
                  <a:lnTo>
                    <a:pt x="83" y="38"/>
                  </a:lnTo>
                  <a:lnTo>
                    <a:pt x="83" y="38"/>
                  </a:lnTo>
                  <a:lnTo>
                    <a:pt x="83" y="38"/>
                  </a:lnTo>
                  <a:lnTo>
                    <a:pt x="83" y="38"/>
                  </a:lnTo>
                  <a:lnTo>
                    <a:pt x="83" y="37"/>
                  </a:lnTo>
                  <a:lnTo>
                    <a:pt x="83" y="37"/>
                  </a:lnTo>
                  <a:lnTo>
                    <a:pt x="83" y="37"/>
                  </a:lnTo>
                  <a:lnTo>
                    <a:pt x="83" y="37"/>
                  </a:lnTo>
                  <a:lnTo>
                    <a:pt x="83" y="37"/>
                  </a:lnTo>
                  <a:lnTo>
                    <a:pt x="83" y="37"/>
                  </a:lnTo>
                  <a:lnTo>
                    <a:pt x="83" y="37"/>
                  </a:lnTo>
                  <a:lnTo>
                    <a:pt x="83" y="37"/>
                  </a:lnTo>
                  <a:lnTo>
                    <a:pt x="84" y="37"/>
                  </a:lnTo>
                  <a:lnTo>
                    <a:pt x="84" y="37"/>
                  </a:lnTo>
                  <a:lnTo>
                    <a:pt x="84" y="37"/>
                  </a:lnTo>
                  <a:lnTo>
                    <a:pt x="84" y="37"/>
                  </a:lnTo>
                  <a:lnTo>
                    <a:pt x="84" y="37"/>
                  </a:lnTo>
                  <a:lnTo>
                    <a:pt x="84" y="37"/>
                  </a:lnTo>
                  <a:lnTo>
                    <a:pt x="84" y="37"/>
                  </a:lnTo>
                  <a:lnTo>
                    <a:pt x="84" y="37"/>
                  </a:lnTo>
                  <a:lnTo>
                    <a:pt x="86" y="36"/>
                  </a:lnTo>
                  <a:lnTo>
                    <a:pt x="86" y="36"/>
                  </a:lnTo>
                  <a:lnTo>
                    <a:pt x="86" y="36"/>
                  </a:lnTo>
                  <a:lnTo>
                    <a:pt x="86" y="36"/>
                  </a:lnTo>
                  <a:lnTo>
                    <a:pt x="86" y="36"/>
                  </a:lnTo>
                  <a:lnTo>
                    <a:pt x="86" y="36"/>
                  </a:lnTo>
                  <a:lnTo>
                    <a:pt x="86" y="36"/>
                  </a:lnTo>
                  <a:lnTo>
                    <a:pt x="86" y="36"/>
                  </a:lnTo>
                  <a:lnTo>
                    <a:pt x="86" y="34"/>
                  </a:lnTo>
                  <a:lnTo>
                    <a:pt x="86" y="34"/>
                  </a:lnTo>
                  <a:lnTo>
                    <a:pt x="86" y="34"/>
                  </a:lnTo>
                  <a:lnTo>
                    <a:pt x="86" y="34"/>
                  </a:lnTo>
                  <a:lnTo>
                    <a:pt x="86" y="33"/>
                  </a:lnTo>
                  <a:lnTo>
                    <a:pt x="86" y="33"/>
                  </a:lnTo>
                  <a:lnTo>
                    <a:pt x="86" y="33"/>
                  </a:lnTo>
                  <a:lnTo>
                    <a:pt x="86" y="33"/>
                  </a:lnTo>
                  <a:lnTo>
                    <a:pt x="86" y="32"/>
                  </a:lnTo>
                  <a:lnTo>
                    <a:pt x="84" y="32"/>
                  </a:lnTo>
                  <a:lnTo>
                    <a:pt x="84" y="32"/>
                  </a:lnTo>
                  <a:lnTo>
                    <a:pt x="84" y="32"/>
                  </a:lnTo>
                  <a:lnTo>
                    <a:pt x="84" y="32"/>
                  </a:lnTo>
                  <a:lnTo>
                    <a:pt x="84" y="32"/>
                  </a:lnTo>
                  <a:lnTo>
                    <a:pt x="84" y="32"/>
                  </a:lnTo>
                  <a:lnTo>
                    <a:pt x="84" y="32"/>
                  </a:lnTo>
                  <a:lnTo>
                    <a:pt x="84" y="31"/>
                  </a:lnTo>
                  <a:lnTo>
                    <a:pt x="84" y="31"/>
                  </a:lnTo>
                  <a:lnTo>
                    <a:pt x="84" y="31"/>
                  </a:lnTo>
                  <a:lnTo>
                    <a:pt x="84" y="31"/>
                  </a:lnTo>
                  <a:lnTo>
                    <a:pt x="84" y="31"/>
                  </a:lnTo>
                  <a:lnTo>
                    <a:pt x="84" y="31"/>
                  </a:lnTo>
                  <a:lnTo>
                    <a:pt x="84" y="31"/>
                  </a:lnTo>
                  <a:lnTo>
                    <a:pt x="84" y="31"/>
                  </a:lnTo>
                  <a:lnTo>
                    <a:pt x="84" y="31"/>
                  </a:lnTo>
                  <a:lnTo>
                    <a:pt x="83" y="31"/>
                  </a:lnTo>
                  <a:lnTo>
                    <a:pt x="83" y="31"/>
                  </a:lnTo>
                  <a:lnTo>
                    <a:pt x="83" y="31"/>
                  </a:lnTo>
                  <a:lnTo>
                    <a:pt x="83" y="30"/>
                  </a:lnTo>
                  <a:lnTo>
                    <a:pt x="83" y="30"/>
                  </a:lnTo>
                  <a:lnTo>
                    <a:pt x="83" y="30"/>
                  </a:lnTo>
                  <a:lnTo>
                    <a:pt x="83" y="30"/>
                  </a:lnTo>
                  <a:lnTo>
                    <a:pt x="83" y="28"/>
                  </a:lnTo>
                  <a:lnTo>
                    <a:pt x="83" y="28"/>
                  </a:lnTo>
                  <a:lnTo>
                    <a:pt x="83" y="28"/>
                  </a:lnTo>
                  <a:lnTo>
                    <a:pt x="83" y="28"/>
                  </a:lnTo>
                  <a:lnTo>
                    <a:pt x="83" y="27"/>
                  </a:lnTo>
                  <a:lnTo>
                    <a:pt x="83" y="27"/>
                  </a:lnTo>
                  <a:lnTo>
                    <a:pt x="83" y="27"/>
                  </a:lnTo>
                  <a:lnTo>
                    <a:pt x="83" y="27"/>
                  </a:lnTo>
                  <a:lnTo>
                    <a:pt x="83" y="26"/>
                  </a:lnTo>
                  <a:lnTo>
                    <a:pt x="82" y="26"/>
                  </a:lnTo>
                  <a:lnTo>
                    <a:pt x="82" y="26"/>
                  </a:lnTo>
                  <a:lnTo>
                    <a:pt x="81" y="26"/>
                  </a:lnTo>
                  <a:lnTo>
                    <a:pt x="81" y="26"/>
                  </a:lnTo>
                  <a:lnTo>
                    <a:pt x="78" y="26"/>
                  </a:lnTo>
                  <a:lnTo>
                    <a:pt x="78" y="26"/>
                  </a:lnTo>
                  <a:lnTo>
                    <a:pt x="78" y="26"/>
                  </a:lnTo>
                  <a:lnTo>
                    <a:pt x="78" y="26"/>
                  </a:lnTo>
                  <a:lnTo>
                    <a:pt x="76" y="26"/>
                  </a:lnTo>
                  <a:lnTo>
                    <a:pt x="76" y="26"/>
                  </a:lnTo>
                  <a:lnTo>
                    <a:pt x="76" y="26"/>
                  </a:lnTo>
                  <a:lnTo>
                    <a:pt x="76" y="26"/>
                  </a:lnTo>
                  <a:lnTo>
                    <a:pt x="75" y="26"/>
                  </a:lnTo>
                  <a:lnTo>
                    <a:pt x="75" y="26"/>
                  </a:lnTo>
                  <a:lnTo>
                    <a:pt x="75" y="26"/>
                  </a:lnTo>
                  <a:lnTo>
                    <a:pt x="75" y="26"/>
                  </a:lnTo>
                  <a:lnTo>
                    <a:pt x="74" y="26"/>
                  </a:lnTo>
                  <a:lnTo>
                    <a:pt x="74" y="26"/>
                  </a:lnTo>
                  <a:lnTo>
                    <a:pt x="74" y="26"/>
                  </a:lnTo>
                  <a:lnTo>
                    <a:pt x="74" y="26"/>
                  </a:lnTo>
                  <a:lnTo>
                    <a:pt x="74" y="26"/>
                  </a:lnTo>
                  <a:lnTo>
                    <a:pt x="74" y="26"/>
                  </a:lnTo>
                  <a:lnTo>
                    <a:pt x="74" y="26"/>
                  </a:lnTo>
                  <a:lnTo>
                    <a:pt x="74" y="24"/>
                  </a:lnTo>
                  <a:lnTo>
                    <a:pt x="74" y="24"/>
                  </a:lnTo>
                  <a:lnTo>
                    <a:pt x="74" y="24"/>
                  </a:lnTo>
                  <a:lnTo>
                    <a:pt x="74" y="24"/>
                  </a:lnTo>
                  <a:lnTo>
                    <a:pt x="74" y="23"/>
                  </a:lnTo>
                  <a:lnTo>
                    <a:pt x="74" y="23"/>
                  </a:lnTo>
                  <a:lnTo>
                    <a:pt x="74" y="23"/>
                  </a:lnTo>
                  <a:lnTo>
                    <a:pt x="74" y="23"/>
                  </a:lnTo>
                  <a:lnTo>
                    <a:pt x="74" y="22"/>
                  </a:lnTo>
                  <a:lnTo>
                    <a:pt x="74" y="22"/>
                  </a:lnTo>
                  <a:lnTo>
                    <a:pt x="74" y="22"/>
                  </a:lnTo>
                  <a:lnTo>
                    <a:pt x="74" y="22"/>
                  </a:lnTo>
                  <a:lnTo>
                    <a:pt x="74" y="22"/>
                  </a:lnTo>
                  <a:lnTo>
                    <a:pt x="74" y="22"/>
                  </a:lnTo>
                  <a:lnTo>
                    <a:pt x="76" y="22"/>
                  </a:lnTo>
                  <a:lnTo>
                    <a:pt x="76" y="22"/>
                  </a:lnTo>
                  <a:lnTo>
                    <a:pt x="78" y="20"/>
                  </a:lnTo>
                  <a:lnTo>
                    <a:pt x="78" y="20"/>
                  </a:lnTo>
                  <a:lnTo>
                    <a:pt x="78" y="20"/>
                  </a:lnTo>
                  <a:lnTo>
                    <a:pt x="78" y="20"/>
                  </a:lnTo>
                  <a:lnTo>
                    <a:pt x="80" y="20"/>
                  </a:lnTo>
                  <a:lnTo>
                    <a:pt x="80" y="20"/>
                  </a:lnTo>
                  <a:lnTo>
                    <a:pt x="81" y="20"/>
                  </a:lnTo>
                  <a:lnTo>
                    <a:pt x="81" y="20"/>
                  </a:lnTo>
                  <a:lnTo>
                    <a:pt x="82" y="19"/>
                  </a:lnTo>
                  <a:lnTo>
                    <a:pt x="81" y="19"/>
                  </a:lnTo>
                  <a:lnTo>
                    <a:pt x="81" y="19"/>
                  </a:lnTo>
                  <a:lnTo>
                    <a:pt x="81" y="19"/>
                  </a:lnTo>
                  <a:lnTo>
                    <a:pt x="81" y="19"/>
                  </a:lnTo>
                  <a:lnTo>
                    <a:pt x="81" y="19"/>
                  </a:lnTo>
                  <a:lnTo>
                    <a:pt x="81" y="19"/>
                  </a:lnTo>
                  <a:lnTo>
                    <a:pt x="81" y="19"/>
                  </a:lnTo>
                  <a:lnTo>
                    <a:pt x="81" y="17"/>
                  </a:lnTo>
                  <a:lnTo>
                    <a:pt x="81" y="17"/>
                  </a:lnTo>
                  <a:lnTo>
                    <a:pt x="81" y="17"/>
                  </a:lnTo>
                  <a:lnTo>
                    <a:pt x="81" y="17"/>
                  </a:lnTo>
                  <a:lnTo>
                    <a:pt x="81" y="16"/>
                  </a:lnTo>
                  <a:lnTo>
                    <a:pt x="81" y="16"/>
                  </a:lnTo>
                  <a:lnTo>
                    <a:pt x="81" y="16"/>
                  </a:lnTo>
                  <a:lnTo>
                    <a:pt x="81" y="16"/>
                  </a:lnTo>
                  <a:lnTo>
                    <a:pt x="82" y="14"/>
                  </a:lnTo>
                  <a:lnTo>
                    <a:pt x="81" y="14"/>
                  </a:lnTo>
                  <a:lnTo>
                    <a:pt x="81" y="14"/>
                  </a:lnTo>
                  <a:lnTo>
                    <a:pt x="81" y="14"/>
                  </a:lnTo>
                  <a:lnTo>
                    <a:pt x="81" y="14"/>
                  </a:lnTo>
                  <a:lnTo>
                    <a:pt x="81" y="14"/>
                  </a:lnTo>
                  <a:lnTo>
                    <a:pt x="81" y="14"/>
                  </a:lnTo>
                  <a:lnTo>
                    <a:pt x="81" y="14"/>
                  </a:lnTo>
                  <a:lnTo>
                    <a:pt x="81" y="12"/>
                  </a:lnTo>
                  <a:lnTo>
                    <a:pt x="81" y="12"/>
                  </a:lnTo>
                  <a:lnTo>
                    <a:pt x="81" y="12"/>
                  </a:lnTo>
                  <a:lnTo>
                    <a:pt x="81" y="12"/>
                  </a:lnTo>
                  <a:lnTo>
                    <a:pt x="81" y="10"/>
                  </a:lnTo>
                  <a:lnTo>
                    <a:pt x="81" y="10"/>
                  </a:lnTo>
                  <a:lnTo>
                    <a:pt x="81" y="10"/>
                  </a:lnTo>
                  <a:lnTo>
                    <a:pt x="81" y="10"/>
                  </a:lnTo>
                  <a:lnTo>
                    <a:pt x="81" y="8"/>
                  </a:lnTo>
                  <a:lnTo>
                    <a:pt x="80" y="8"/>
                  </a:lnTo>
                  <a:lnTo>
                    <a:pt x="80" y="8"/>
                  </a:lnTo>
                  <a:lnTo>
                    <a:pt x="80" y="8"/>
                  </a:lnTo>
                  <a:lnTo>
                    <a:pt x="80" y="8"/>
                  </a:lnTo>
                  <a:lnTo>
                    <a:pt x="78" y="8"/>
                  </a:lnTo>
                  <a:lnTo>
                    <a:pt x="78" y="8"/>
                  </a:lnTo>
                  <a:lnTo>
                    <a:pt x="78" y="8"/>
                  </a:lnTo>
                  <a:lnTo>
                    <a:pt x="78" y="6"/>
                  </a:lnTo>
                  <a:lnTo>
                    <a:pt x="76" y="6"/>
                  </a:lnTo>
                  <a:lnTo>
                    <a:pt x="76" y="6"/>
                  </a:lnTo>
                  <a:lnTo>
                    <a:pt x="76" y="6"/>
                  </a:lnTo>
                  <a:lnTo>
                    <a:pt x="76" y="4"/>
                  </a:lnTo>
                  <a:lnTo>
                    <a:pt x="75" y="4"/>
                  </a:lnTo>
                  <a:lnTo>
                    <a:pt x="75" y="4"/>
                  </a:lnTo>
                  <a:lnTo>
                    <a:pt x="75" y="4"/>
                  </a:lnTo>
                  <a:lnTo>
                    <a:pt x="75" y="2"/>
                  </a:lnTo>
                  <a:lnTo>
                    <a:pt x="74" y="2"/>
                  </a:lnTo>
                  <a:lnTo>
                    <a:pt x="74" y="2"/>
                  </a:lnTo>
                  <a:lnTo>
                    <a:pt x="74" y="2"/>
                  </a:lnTo>
                  <a:lnTo>
                    <a:pt x="74" y="2"/>
                  </a:lnTo>
                  <a:lnTo>
                    <a:pt x="74" y="2"/>
                  </a:lnTo>
                  <a:lnTo>
                    <a:pt x="74" y="2"/>
                  </a:lnTo>
                  <a:lnTo>
                    <a:pt x="74" y="2"/>
                  </a:lnTo>
                  <a:lnTo>
                    <a:pt x="74" y="1"/>
                  </a:lnTo>
                  <a:lnTo>
                    <a:pt x="74" y="1"/>
                  </a:lnTo>
                  <a:lnTo>
                    <a:pt x="74" y="1"/>
                  </a:lnTo>
                  <a:lnTo>
                    <a:pt x="74" y="1"/>
                  </a:lnTo>
                  <a:lnTo>
                    <a:pt x="74" y="1"/>
                  </a:lnTo>
                  <a:lnTo>
                    <a:pt x="74" y="1"/>
                  </a:lnTo>
                  <a:lnTo>
                    <a:pt x="74" y="1"/>
                  </a:lnTo>
                  <a:lnTo>
                    <a:pt x="74" y="1"/>
                  </a:lnTo>
                  <a:lnTo>
                    <a:pt x="75" y="0"/>
                  </a:lnTo>
                  <a:lnTo>
                    <a:pt x="75" y="0"/>
                  </a:lnTo>
                  <a:lnTo>
                    <a:pt x="75" y="0"/>
                  </a:lnTo>
                  <a:lnTo>
                    <a:pt x="75" y="0"/>
                  </a:lnTo>
                  <a:lnTo>
                    <a:pt x="76" y="0"/>
                  </a:lnTo>
                  <a:lnTo>
                    <a:pt x="76" y="0"/>
                  </a:lnTo>
                  <a:lnTo>
                    <a:pt x="77" y="0"/>
                  </a:lnTo>
                  <a:lnTo>
                    <a:pt x="77" y="0"/>
                  </a:lnTo>
                  <a:lnTo>
                    <a:pt x="79" y="0"/>
                  </a:lnTo>
                  <a:lnTo>
                    <a:pt x="79" y="0"/>
                  </a:lnTo>
                  <a:lnTo>
                    <a:pt x="81" y="0"/>
                  </a:lnTo>
                  <a:lnTo>
                    <a:pt x="81" y="0"/>
                  </a:lnTo>
                  <a:lnTo>
                    <a:pt x="82" y="0"/>
                  </a:lnTo>
                  <a:lnTo>
                    <a:pt x="82" y="0"/>
                  </a:lnTo>
                  <a:lnTo>
                    <a:pt x="83" y="0"/>
                  </a:lnTo>
                  <a:lnTo>
                    <a:pt x="83" y="0"/>
                  </a:lnTo>
                  <a:lnTo>
                    <a:pt x="84" y="0"/>
                  </a:lnTo>
                  <a:lnTo>
                    <a:pt x="89" y="0"/>
                  </a:lnTo>
                  <a:lnTo>
                    <a:pt x="89" y="1"/>
                  </a:lnTo>
                  <a:lnTo>
                    <a:pt x="89" y="1"/>
                  </a:lnTo>
                  <a:lnTo>
                    <a:pt x="89" y="1"/>
                  </a:lnTo>
                  <a:lnTo>
                    <a:pt x="90" y="1"/>
                  </a:lnTo>
                  <a:lnTo>
                    <a:pt x="90" y="1"/>
                  </a:lnTo>
                  <a:lnTo>
                    <a:pt x="90" y="1"/>
                  </a:lnTo>
                  <a:lnTo>
                    <a:pt x="90" y="1"/>
                  </a:lnTo>
                  <a:lnTo>
                    <a:pt x="92" y="1"/>
                  </a:lnTo>
                  <a:lnTo>
                    <a:pt x="92" y="1"/>
                  </a:lnTo>
                  <a:lnTo>
                    <a:pt x="92" y="1"/>
                  </a:lnTo>
                  <a:lnTo>
                    <a:pt x="92" y="1"/>
                  </a:lnTo>
                  <a:lnTo>
                    <a:pt x="94" y="1"/>
                  </a:lnTo>
                  <a:lnTo>
                    <a:pt x="94" y="1"/>
                  </a:lnTo>
                  <a:lnTo>
                    <a:pt x="94" y="1"/>
                  </a:lnTo>
                  <a:lnTo>
                    <a:pt x="94" y="1"/>
                  </a:lnTo>
                  <a:lnTo>
                    <a:pt x="95" y="1"/>
                  </a:lnTo>
                  <a:lnTo>
                    <a:pt x="95" y="1"/>
                  </a:lnTo>
                  <a:lnTo>
                    <a:pt x="95" y="1"/>
                  </a:lnTo>
                  <a:lnTo>
                    <a:pt x="95" y="1"/>
                  </a:lnTo>
                  <a:lnTo>
                    <a:pt x="95" y="1"/>
                  </a:lnTo>
                  <a:lnTo>
                    <a:pt x="95" y="1"/>
                  </a:lnTo>
                  <a:lnTo>
                    <a:pt x="95" y="1"/>
                  </a:lnTo>
                  <a:lnTo>
                    <a:pt x="95" y="1"/>
                  </a:lnTo>
                  <a:lnTo>
                    <a:pt x="97" y="1"/>
                  </a:lnTo>
                  <a:lnTo>
                    <a:pt x="97" y="1"/>
                  </a:lnTo>
                  <a:lnTo>
                    <a:pt x="97" y="1"/>
                  </a:lnTo>
                  <a:lnTo>
                    <a:pt x="97" y="1"/>
                  </a:lnTo>
                  <a:lnTo>
                    <a:pt x="98" y="1"/>
                  </a:lnTo>
                  <a:lnTo>
                    <a:pt x="98" y="1"/>
                  </a:lnTo>
                  <a:lnTo>
                    <a:pt x="98" y="1"/>
                  </a:lnTo>
                  <a:lnTo>
                    <a:pt x="98" y="1"/>
                  </a:lnTo>
                  <a:lnTo>
                    <a:pt x="99" y="0"/>
                  </a:lnTo>
                  <a:lnTo>
                    <a:pt x="99" y="1"/>
                  </a:lnTo>
                  <a:lnTo>
                    <a:pt x="99" y="1"/>
                  </a:lnTo>
                  <a:lnTo>
                    <a:pt x="99" y="1"/>
                  </a:lnTo>
                  <a:lnTo>
                    <a:pt x="100" y="1"/>
                  </a:lnTo>
                  <a:lnTo>
                    <a:pt x="100" y="1"/>
                  </a:lnTo>
                  <a:lnTo>
                    <a:pt x="100" y="1"/>
                  </a:lnTo>
                  <a:lnTo>
                    <a:pt x="100" y="1"/>
                  </a:lnTo>
                  <a:lnTo>
                    <a:pt x="103" y="1"/>
                  </a:lnTo>
                  <a:lnTo>
                    <a:pt x="103" y="1"/>
                  </a:lnTo>
                  <a:lnTo>
                    <a:pt x="103" y="1"/>
                  </a:lnTo>
                  <a:lnTo>
                    <a:pt x="103" y="1"/>
                  </a:lnTo>
                  <a:lnTo>
                    <a:pt x="104" y="1"/>
                  </a:lnTo>
                  <a:lnTo>
                    <a:pt x="104" y="1"/>
                  </a:lnTo>
                  <a:lnTo>
                    <a:pt x="104" y="1"/>
                  </a:lnTo>
                  <a:lnTo>
                    <a:pt x="104" y="1"/>
                  </a:lnTo>
                  <a:lnTo>
                    <a:pt x="105" y="1"/>
                  </a:lnTo>
                  <a:lnTo>
                    <a:pt x="105" y="3"/>
                  </a:lnTo>
                  <a:lnTo>
                    <a:pt x="105" y="3"/>
                  </a:lnTo>
                  <a:lnTo>
                    <a:pt x="105" y="3"/>
                  </a:lnTo>
                  <a:lnTo>
                    <a:pt x="106" y="3"/>
                  </a:lnTo>
                  <a:lnTo>
                    <a:pt x="106" y="3"/>
                  </a:lnTo>
                  <a:lnTo>
                    <a:pt x="106" y="3"/>
                  </a:lnTo>
                  <a:lnTo>
                    <a:pt x="106" y="3"/>
                  </a:lnTo>
                  <a:lnTo>
                    <a:pt x="108" y="3"/>
                  </a:lnTo>
                  <a:lnTo>
                    <a:pt x="108" y="4"/>
                  </a:lnTo>
                  <a:lnTo>
                    <a:pt x="108" y="4"/>
                  </a:lnTo>
                  <a:lnTo>
                    <a:pt x="108" y="4"/>
                  </a:lnTo>
                  <a:lnTo>
                    <a:pt x="109" y="4"/>
                  </a:lnTo>
                  <a:lnTo>
                    <a:pt x="109" y="4"/>
                  </a:lnTo>
                  <a:lnTo>
                    <a:pt x="109" y="4"/>
                  </a:lnTo>
                  <a:lnTo>
                    <a:pt x="109" y="4"/>
                  </a:lnTo>
                  <a:lnTo>
                    <a:pt x="110" y="4"/>
                  </a:lnTo>
                  <a:lnTo>
                    <a:pt x="110" y="5"/>
                  </a:lnTo>
                  <a:lnTo>
                    <a:pt x="110" y="5"/>
                  </a:lnTo>
                  <a:lnTo>
                    <a:pt x="110" y="6"/>
                  </a:lnTo>
                  <a:lnTo>
                    <a:pt x="110" y="6"/>
                  </a:lnTo>
                  <a:lnTo>
                    <a:pt x="110" y="8"/>
                  </a:lnTo>
                  <a:lnTo>
                    <a:pt x="110" y="8"/>
                  </a:lnTo>
                  <a:lnTo>
                    <a:pt x="110" y="8"/>
                  </a:lnTo>
                  <a:lnTo>
                    <a:pt x="110" y="8"/>
                  </a:lnTo>
                  <a:lnTo>
                    <a:pt x="110" y="10"/>
                  </a:lnTo>
                  <a:lnTo>
                    <a:pt x="110" y="10"/>
                  </a:lnTo>
                  <a:lnTo>
                    <a:pt x="110" y="10"/>
                  </a:lnTo>
                  <a:lnTo>
                    <a:pt x="110" y="10"/>
                  </a:lnTo>
                  <a:lnTo>
                    <a:pt x="110" y="11"/>
                  </a:lnTo>
                  <a:lnTo>
                    <a:pt x="110" y="11"/>
                  </a:lnTo>
                  <a:lnTo>
                    <a:pt x="110" y="11"/>
                  </a:lnTo>
                  <a:lnTo>
                    <a:pt x="110" y="11"/>
                  </a:lnTo>
                  <a:lnTo>
                    <a:pt x="110" y="13"/>
                  </a:lnTo>
                  <a:lnTo>
                    <a:pt x="110" y="13"/>
                  </a:lnTo>
                  <a:lnTo>
                    <a:pt x="110" y="13"/>
                  </a:lnTo>
                  <a:lnTo>
                    <a:pt x="110" y="13"/>
                  </a:lnTo>
                  <a:lnTo>
                    <a:pt x="110" y="14"/>
                  </a:lnTo>
                  <a:lnTo>
                    <a:pt x="110" y="14"/>
                  </a:lnTo>
                  <a:lnTo>
                    <a:pt x="110" y="14"/>
                  </a:lnTo>
                  <a:lnTo>
                    <a:pt x="110" y="14"/>
                  </a:lnTo>
                  <a:lnTo>
                    <a:pt x="110" y="14"/>
                  </a:lnTo>
                  <a:lnTo>
                    <a:pt x="110" y="14"/>
                  </a:lnTo>
                  <a:lnTo>
                    <a:pt x="110" y="14"/>
                  </a:lnTo>
                  <a:lnTo>
                    <a:pt x="110" y="14"/>
                  </a:lnTo>
                  <a:lnTo>
                    <a:pt x="110" y="14"/>
                  </a:lnTo>
                  <a:lnTo>
                    <a:pt x="110" y="14"/>
                  </a:lnTo>
                  <a:lnTo>
                    <a:pt x="110" y="14"/>
                  </a:lnTo>
                  <a:lnTo>
                    <a:pt x="110" y="14"/>
                  </a:lnTo>
                  <a:lnTo>
                    <a:pt x="110" y="16"/>
                  </a:lnTo>
                  <a:lnTo>
                    <a:pt x="110" y="16"/>
                  </a:lnTo>
                  <a:lnTo>
                    <a:pt x="110" y="16"/>
                  </a:lnTo>
                  <a:lnTo>
                    <a:pt x="110" y="16"/>
                  </a:lnTo>
                  <a:lnTo>
                    <a:pt x="110" y="17"/>
                  </a:lnTo>
                  <a:lnTo>
                    <a:pt x="110" y="17"/>
                  </a:lnTo>
                  <a:lnTo>
                    <a:pt x="110" y="17"/>
                  </a:lnTo>
                  <a:lnTo>
                    <a:pt x="110" y="17"/>
                  </a:lnTo>
                  <a:lnTo>
                    <a:pt x="110" y="19"/>
                  </a:lnTo>
                  <a:lnTo>
                    <a:pt x="110" y="19"/>
                  </a:lnTo>
                  <a:lnTo>
                    <a:pt x="110" y="19"/>
                  </a:lnTo>
                  <a:lnTo>
                    <a:pt x="110" y="19"/>
                  </a:lnTo>
                  <a:lnTo>
                    <a:pt x="110" y="19"/>
                  </a:lnTo>
                  <a:lnTo>
                    <a:pt x="110" y="19"/>
                  </a:lnTo>
                  <a:lnTo>
                    <a:pt x="110" y="19"/>
                  </a:lnTo>
                  <a:lnTo>
                    <a:pt x="110" y="19"/>
                  </a:lnTo>
                  <a:lnTo>
                    <a:pt x="110" y="19"/>
                  </a:lnTo>
                  <a:lnTo>
                    <a:pt x="110" y="19"/>
                  </a:lnTo>
                  <a:lnTo>
                    <a:pt x="110" y="19"/>
                  </a:lnTo>
                  <a:lnTo>
                    <a:pt x="110" y="19"/>
                  </a:lnTo>
                  <a:lnTo>
                    <a:pt x="110" y="19"/>
                  </a:lnTo>
                  <a:lnTo>
                    <a:pt x="110" y="19"/>
                  </a:lnTo>
                  <a:lnTo>
                    <a:pt x="110" y="19"/>
                  </a:lnTo>
                  <a:lnTo>
                    <a:pt x="111" y="19"/>
                  </a:lnTo>
                  <a:lnTo>
                    <a:pt x="111" y="19"/>
                  </a:lnTo>
                  <a:lnTo>
                    <a:pt x="111" y="19"/>
                  </a:lnTo>
                  <a:lnTo>
                    <a:pt x="111" y="19"/>
                  </a:lnTo>
                  <a:lnTo>
                    <a:pt x="111" y="19"/>
                  </a:lnTo>
                  <a:lnTo>
                    <a:pt x="111" y="19"/>
                  </a:lnTo>
                  <a:lnTo>
                    <a:pt x="111" y="19"/>
                  </a:lnTo>
                  <a:lnTo>
                    <a:pt x="111" y="19"/>
                  </a:lnTo>
                  <a:lnTo>
                    <a:pt x="113" y="19"/>
                  </a:lnTo>
                  <a:lnTo>
                    <a:pt x="113" y="19"/>
                  </a:lnTo>
                  <a:lnTo>
                    <a:pt x="113" y="19"/>
                  </a:lnTo>
                  <a:lnTo>
                    <a:pt x="113" y="19"/>
                  </a:lnTo>
                  <a:lnTo>
                    <a:pt x="115" y="19"/>
                  </a:lnTo>
                  <a:lnTo>
                    <a:pt x="115" y="19"/>
                  </a:lnTo>
                  <a:lnTo>
                    <a:pt x="116" y="19"/>
                  </a:lnTo>
                  <a:lnTo>
                    <a:pt x="116" y="19"/>
                  </a:lnTo>
                  <a:lnTo>
                    <a:pt x="118" y="19"/>
                  </a:lnTo>
                  <a:lnTo>
                    <a:pt x="118" y="19"/>
                  </a:lnTo>
                  <a:lnTo>
                    <a:pt x="119" y="19"/>
                  </a:lnTo>
                  <a:lnTo>
                    <a:pt x="119" y="19"/>
                  </a:lnTo>
                  <a:lnTo>
                    <a:pt x="120" y="19"/>
                  </a:lnTo>
                  <a:lnTo>
                    <a:pt x="120" y="19"/>
                  </a:lnTo>
                  <a:lnTo>
                    <a:pt x="121" y="19"/>
                  </a:lnTo>
                  <a:lnTo>
                    <a:pt x="121" y="19"/>
                  </a:lnTo>
                  <a:lnTo>
                    <a:pt x="122" y="19"/>
                  </a:lnTo>
                  <a:lnTo>
                    <a:pt x="122" y="21"/>
                  </a:lnTo>
                  <a:lnTo>
                    <a:pt x="122" y="21"/>
                  </a:lnTo>
                  <a:lnTo>
                    <a:pt x="122" y="21"/>
                  </a:lnTo>
                  <a:lnTo>
                    <a:pt x="123" y="21"/>
                  </a:lnTo>
                  <a:lnTo>
                    <a:pt x="123" y="22"/>
                  </a:lnTo>
                  <a:lnTo>
                    <a:pt x="123" y="22"/>
                  </a:lnTo>
                  <a:lnTo>
                    <a:pt x="123" y="22"/>
                  </a:lnTo>
                  <a:lnTo>
                    <a:pt x="125" y="22"/>
                  </a:lnTo>
                  <a:lnTo>
                    <a:pt x="125" y="23"/>
                  </a:lnTo>
                  <a:lnTo>
                    <a:pt x="125" y="23"/>
                  </a:lnTo>
                  <a:lnTo>
                    <a:pt x="125" y="23"/>
                  </a:lnTo>
                  <a:lnTo>
                    <a:pt x="127" y="23"/>
                  </a:lnTo>
                  <a:lnTo>
                    <a:pt x="127" y="23"/>
                  </a:lnTo>
                  <a:lnTo>
                    <a:pt x="127" y="23"/>
                  </a:lnTo>
                  <a:lnTo>
                    <a:pt x="127" y="23"/>
                  </a:lnTo>
                  <a:lnTo>
                    <a:pt x="128" y="23"/>
                  </a:lnTo>
                  <a:lnTo>
                    <a:pt x="128" y="25"/>
                  </a:lnTo>
                  <a:lnTo>
                    <a:pt x="128" y="25"/>
                  </a:lnTo>
                  <a:lnTo>
                    <a:pt x="128" y="25"/>
                  </a:lnTo>
                  <a:lnTo>
                    <a:pt x="128" y="25"/>
                  </a:lnTo>
                  <a:lnTo>
                    <a:pt x="128" y="26"/>
                  </a:lnTo>
                  <a:lnTo>
                    <a:pt x="128" y="26"/>
                  </a:lnTo>
                  <a:lnTo>
                    <a:pt x="128" y="26"/>
                  </a:lnTo>
                  <a:lnTo>
                    <a:pt x="128" y="26"/>
                  </a:lnTo>
                  <a:lnTo>
                    <a:pt x="128" y="28"/>
                  </a:lnTo>
                  <a:lnTo>
                    <a:pt x="128" y="28"/>
                  </a:lnTo>
                  <a:lnTo>
                    <a:pt x="128" y="28"/>
                  </a:lnTo>
                  <a:lnTo>
                    <a:pt x="128" y="28"/>
                  </a:lnTo>
                  <a:lnTo>
                    <a:pt x="128" y="28"/>
                  </a:lnTo>
                  <a:lnTo>
                    <a:pt x="128" y="28"/>
                  </a:lnTo>
                  <a:lnTo>
                    <a:pt x="128" y="28"/>
                  </a:lnTo>
                  <a:lnTo>
                    <a:pt x="129" y="28"/>
                  </a:lnTo>
                  <a:lnTo>
                    <a:pt x="129" y="29"/>
                  </a:lnTo>
                  <a:lnTo>
                    <a:pt x="129" y="29"/>
                  </a:lnTo>
                  <a:lnTo>
                    <a:pt x="129" y="29"/>
                  </a:lnTo>
                  <a:lnTo>
                    <a:pt x="130" y="28"/>
                  </a:lnTo>
                  <a:lnTo>
                    <a:pt x="130" y="28"/>
                  </a:lnTo>
                  <a:lnTo>
                    <a:pt x="130" y="28"/>
                  </a:lnTo>
                  <a:lnTo>
                    <a:pt x="130" y="28"/>
                  </a:lnTo>
                  <a:lnTo>
                    <a:pt x="132" y="26"/>
                  </a:lnTo>
                  <a:lnTo>
                    <a:pt x="132" y="26"/>
                  </a:lnTo>
                  <a:lnTo>
                    <a:pt x="132" y="26"/>
                  </a:lnTo>
                  <a:lnTo>
                    <a:pt x="132" y="26"/>
                  </a:lnTo>
                  <a:lnTo>
                    <a:pt x="134" y="24"/>
                  </a:lnTo>
                  <a:lnTo>
                    <a:pt x="134" y="24"/>
                  </a:lnTo>
                  <a:lnTo>
                    <a:pt x="135" y="23"/>
                  </a:lnTo>
                  <a:lnTo>
                    <a:pt x="135" y="23"/>
                  </a:lnTo>
                  <a:lnTo>
                    <a:pt x="137" y="22"/>
                  </a:lnTo>
                  <a:lnTo>
                    <a:pt x="137" y="22"/>
                  </a:lnTo>
                  <a:lnTo>
                    <a:pt x="137" y="22"/>
                  </a:lnTo>
                  <a:lnTo>
                    <a:pt x="137" y="22"/>
                  </a:lnTo>
                  <a:lnTo>
                    <a:pt x="137" y="22"/>
                  </a:lnTo>
                  <a:lnTo>
                    <a:pt x="137" y="22"/>
                  </a:lnTo>
                  <a:lnTo>
                    <a:pt x="137" y="22"/>
                  </a:lnTo>
                  <a:lnTo>
                    <a:pt x="137" y="22"/>
                  </a:lnTo>
                  <a:lnTo>
                    <a:pt x="138" y="21"/>
                  </a:lnTo>
                  <a:lnTo>
                    <a:pt x="138" y="21"/>
                  </a:lnTo>
                  <a:lnTo>
                    <a:pt x="138" y="21"/>
                  </a:lnTo>
                  <a:lnTo>
                    <a:pt x="138" y="21"/>
                  </a:lnTo>
                  <a:lnTo>
                    <a:pt x="139" y="21"/>
                  </a:lnTo>
                  <a:lnTo>
                    <a:pt x="139" y="21"/>
                  </a:lnTo>
                  <a:lnTo>
                    <a:pt x="139" y="21"/>
                  </a:lnTo>
                  <a:lnTo>
                    <a:pt x="139" y="21"/>
                  </a:lnTo>
                  <a:lnTo>
                    <a:pt x="141" y="19"/>
                  </a:lnTo>
                  <a:lnTo>
                    <a:pt x="141" y="19"/>
                  </a:lnTo>
                  <a:lnTo>
                    <a:pt x="141" y="19"/>
                  </a:lnTo>
                  <a:lnTo>
                    <a:pt x="141" y="19"/>
                  </a:lnTo>
                  <a:lnTo>
                    <a:pt x="141" y="19"/>
                  </a:lnTo>
                  <a:lnTo>
                    <a:pt x="141" y="19"/>
                  </a:lnTo>
                  <a:lnTo>
                    <a:pt x="141" y="19"/>
                  </a:lnTo>
                  <a:lnTo>
                    <a:pt x="141" y="19"/>
                  </a:lnTo>
                  <a:lnTo>
                    <a:pt x="141" y="17"/>
                  </a:lnTo>
                  <a:lnTo>
                    <a:pt x="141" y="17"/>
                  </a:lnTo>
                  <a:lnTo>
                    <a:pt x="141" y="17"/>
                  </a:lnTo>
                  <a:lnTo>
                    <a:pt x="141" y="17"/>
                  </a:lnTo>
                  <a:lnTo>
                    <a:pt x="141" y="16"/>
                  </a:lnTo>
                  <a:lnTo>
                    <a:pt x="141" y="16"/>
                  </a:lnTo>
                  <a:lnTo>
                    <a:pt x="141" y="16"/>
                  </a:lnTo>
                  <a:lnTo>
                    <a:pt x="141" y="16"/>
                  </a:lnTo>
                  <a:lnTo>
                    <a:pt x="141" y="14"/>
                  </a:lnTo>
                  <a:lnTo>
                    <a:pt x="141" y="14"/>
                  </a:lnTo>
                  <a:lnTo>
                    <a:pt x="141" y="14"/>
                  </a:lnTo>
                  <a:lnTo>
                    <a:pt x="141" y="14"/>
                  </a:lnTo>
                  <a:lnTo>
                    <a:pt x="141" y="14"/>
                  </a:lnTo>
                  <a:lnTo>
                    <a:pt x="141" y="14"/>
                  </a:lnTo>
                  <a:lnTo>
                    <a:pt x="141" y="14"/>
                  </a:lnTo>
                  <a:lnTo>
                    <a:pt x="141" y="14"/>
                  </a:lnTo>
                  <a:lnTo>
                    <a:pt x="142" y="13"/>
                  </a:lnTo>
                  <a:lnTo>
                    <a:pt x="142" y="13"/>
                  </a:lnTo>
                  <a:lnTo>
                    <a:pt x="142" y="13"/>
                  </a:lnTo>
                  <a:lnTo>
                    <a:pt x="142" y="13"/>
                  </a:lnTo>
                  <a:lnTo>
                    <a:pt x="142" y="12"/>
                  </a:lnTo>
                  <a:lnTo>
                    <a:pt x="142" y="12"/>
                  </a:lnTo>
                  <a:lnTo>
                    <a:pt x="142" y="12"/>
                  </a:lnTo>
                  <a:lnTo>
                    <a:pt x="142" y="12"/>
                  </a:lnTo>
                  <a:lnTo>
                    <a:pt x="143" y="11"/>
                  </a:lnTo>
                  <a:lnTo>
                    <a:pt x="143" y="12"/>
                  </a:lnTo>
                  <a:lnTo>
                    <a:pt x="143" y="12"/>
                  </a:lnTo>
                  <a:lnTo>
                    <a:pt x="143" y="13"/>
                  </a:lnTo>
                  <a:lnTo>
                    <a:pt x="144" y="13"/>
                  </a:lnTo>
                  <a:lnTo>
                    <a:pt x="144" y="15"/>
                  </a:lnTo>
                  <a:lnTo>
                    <a:pt x="144" y="15"/>
                  </a:lnTo>
                  <a:lnTo>
                    <a:pt x="144" y="15"/>
                  </a:lnTo>
                  <a:lnTo>
                    <a:pt x="146" y="15"/>
                  </a:lnTo>
                  <a:lnTo>
                    <a:pt x="146" y="17"/>
                  </a:lnTo>
                  <a:lnTo>
                    <a:pt x="146" y="17"/>
                  </a:lnTo>
                  <a:lnTo>
                    <a:pt x="146" y="17"/>
                  </a:lnTo>
                  <a:lnTo>
                    <a:pt x="147" y="17"/>
                  </a:lnTo>
                  <a:lnTo>
                    <a:pt x="147" y="18"/>
                  </a:lnTo>
                  <a:lnTo>
                    <a:pt x="147" y="18"/>
                  </a:lnTo>
                  <a:lnTo>
                    <a:pt x="147" y="18"/>
                  </a:lnTo>
                  <a:lnTo>
                    <a:pt x="148" y="18"/>
                  </a:lnTo>
                  <a:lnTo>
                    <a:pt x="147" y="20"/>
                  </a:lnTo>
                  <a:lnTo>
                    <a:pt x="147" y="20"/>
                  </a:lnTo>
                  <a:lnTo>
                    <a:pt x="147" y="20"/>
                  </a:lnTo>
                  <a:lnTo>
                    <a:pt x="147" y="20"/>
                  </a:lnTo>
                  <a:lnTo>
                    <a:pt x="145" y="21"/>
                  </a:lnTo>
                  <a:lnTo>
                    <a:pt x="145" y="21"/>
                  </a:lnTo>
                  <a:lnTo>
                    <a:pt x="145" y="21"/>
                  </a:lnTo>
                  <a:lnTo>
                    <a:pt x="145" y="21"/>
                  </a:lnTo>
                  <a:lnTo>
                    <a:pt x="143" y="22"/>
                  </a:lnTo>
                  <a:lnTo>
                    <a:pt x="143" y="22"/>
                  </a:lnTo>
                  <a:lnTo>
                    <a:pt x="143" y="22"/>
                  </a:lnTo>
                  <a:lnTo>
                    <a:pt x="143" y="22"/>
                  </a:lnTo>
                  <a:lnTo>
                    <a:pt x="142" y="22"/>
                  </a:lnTo>
                  <a:lnTo>
                    <a:pt x="142" y="22"/>
                  </a:lnTo>
                  <a:lnTo>
                    <a:pt x="142" y="22"/>
                  </a:lnTo>
                  <a:lnTo>
                    <a:pt x="142" y="22"/>
                  </a:lnTo>
                  <a:lnTo>
                    <a:pt x="142" y="23"/>
                  </a:lnTo>
                  <a:lnTo>
                    <a:pt x="142" y="23"/>
                  </a:lnTo>
                  <a:lnTo>
                    <a:pt x="142" y="23"/>
                  </a:lnTo>
                  <a:lnTo>
                    <a:pt x="142" y="23"/>
                  </a:lnTo>
                  <a:lnTo>
                    <a:pt x="142" y="24"/>
                  </a:lnTo>
                  <a:lnTo>
                    <a:pt x="142" y="24"/>
                  </a:lnTo>
                  <a:lnTo>
                    <a:pt x="142" y="24"/>
                  </a:lnTo>
                  <a:lnTo>
                    <a:pt x="142" y="24"/>
                  </a:lnTo>
                  <a:lnTo>
                    <a:pt x="142" y="26"/>
                  </a:lnTo>
                  <a:lnTo>
                    <a:pt x="142" y="26"/>
                  </a:lnTo>
                  <a:lnTo>
                    <a:pt x="142" y="26"/>
                  </a:lnTo>
                  <a:lnTo>
                    <a:pt x="142" y="26"/>
                  </a:lnTo>
                  <a:lnTo>
                    <a:pt x="142" y="26"/>
                  </a:lnTo>
                  <a:lnTo>
                    <a:pt x="142" y="26"/>
                  </a:lnTo>
                  <a:lnTo>
                    <a:pt x="142" y="26"/>
                  </a:lnTo>
                  <a:lnTo>
                    <a:pt x="142" y="26"/>
                  </a:lnTo>
                  <a:lnTo>
                    <a:pt x="141" y="28"/>
                  </a:lnTo>
                  <a:lnTo>
                    <a:pt x="141" y="28"/>
                  </a:lnTo>
                  <a:lnTo>
                    <a:pt x="141" y="28"/>
                  </a:lnTo>
                  <a:lnTo>
                    <a:pt x="141" y="28"/>
                  </a:lnTo>
                  <a:lnTo>
                    <a:pt x="140" y="29"/>
                  </a:lnTo>
                  <a:lnTo>
                    <a:pt x="140" y="29"/>
                  </a:lnTo>
                  <a:lnTo>
                    <a:pt x="140" y="29"/>
                  </a:lnTo>
                  <a:lnTo>
                    <a:pt x="140" y="29"/>
                  </a:lnTo>
                  <a:lnTo>
                    <a:pt x="139" y="31"/>
                  </a:lnTo>
                  <a:lnTo>
                    <a:pt x="139" y="31"/>
                  </a:lnTo>
                  <a:lnTo>
                    <a:pt x="139" y="31"/>
                  </a:lnTo>
                  <a:lnTo>
                    <a:pt x="139" y="31"/>
                  </a:lnTo>
                  <a:lnTo>
                    <a:pt x="139" y="31"/>
                  </a:lnTo>
                  <a:lnTo>
                    <a:pt x="139" y="31"/>
                  </a:lnTo>
                  <a:lnTo>
                    <a:pt x="139" y="31"/>
                  </a:lnTo>
                  <a:lnTo>
                    <a:pt x="139" y="31"/>
                  </a:lnTo>
                  <a:lnTo>
                    <a:pt x="137" y="31"/>
                  </a:lnTo>
                  <a:lnTo>
                    <a:pt x="137" y="31"/>
                  </a:lnTo>
                  <a:lnTo>
                    <a:pt x="137" y="31"/>
                  </a:lnTo>
                  <a:lnTo>
                    <a:pt x="137" y="31"/>
                  </a:lnTo>
                  <a:lnTo>
                    <a:pt x="136" y="31"/>
                  </a:lnTo>
                  <a:lnTo>
                    <a:pt x="136" y="31"/>
                  </a:lnTo>
                  <a:lnTo>
                    <a:pt x="136" y="31"/>
                  </a:lnTo>
                  <a:lnTo>
                    <a:pt x="136" y="31"/>
                  </a:lnTo>
                  <a:lnTo>
                    <a:pt x="134" y="32"/>
                  </a:lnTo>
                  <a:lnTo>
                    <a:pt x="134" y="32"/>
                  </a:lnTo>
                  <a:lnTo>
                    <a:pt x="134" y="32"/>
                  </a:lnTo>
                  <a:lnTo>
                    <a:pt x="134" y="32"/>
                  </a:lnTo>
                  <a:lnTo>
                    <a:pt x="133" y="32"/>
                  </a:lnTo>
                  <a:lnTo>
                    <a:pt x="133" y="32"/>
                  </a:lnTo>
                  <a:lnTo>
                    <a:pt x="133" y="32"/>
                  </a:lnTo>
                  <a:lnTo>
                    <a:pt x="133" y="32"/>
                  </a:lnTo>
                  <a:lnTo>
                    <a:pt x="132" y="34"/>
                  </a:lnTo>
                  <a:lnTo>
                    <a:pt x="132" y="34"/>
                  </a:lnTo>
                  <a:lnTo>
                    <a:pt x="132" y="35"/>
                  </a:lnTo>
                  <a:lnTo>
                    <a:pt x="132" y="35"/>
                  </a:lnTo>
                  <a:lnTo>
                    <a:pt x="131" y="37"/>
                  </a:lnTo>
                  <a:lnTo>
                    <a:pt x="131" y="37"/>
                  </a:lnTo>
                  <a:lnTo>
                    <a:pt x="131" y="37"/>
                  </a:lnTo>
                  <a:lnTo>
                    <a:pt x="131" y="37"/>
                  </a:lnTo>
                  <a:lnTo>
                    <a:pt x="131" y="39"/>
                  </a:lnTo>
                  <a:lnTo>
                    <a:pt x="131" y="39"/>
                  </a:lnTo>
                  <a:lnTo>
                    <a:pt x="131" y="39"/>
                  </a:lnTo>
                  <a:lnTo>
                    <a:pt x="131" y="39"/>
                  </a:lnTo>
                  <a:lnTo>
                    <a:pt x="131" y="40"/>
                  </a:lnTo>
                  <a:lnTo>
                    <a:pt x="131" y="40"/>
                  </a:lnTo>
                  <a:lnTo>
                    <a:pt x="131" y="40"/>
                  </a:lnTo>
                  <a:lnTo>
                    <a:pt x="132" y="40"/>
                  </a:lnTo>
                  <a:lnTo>
                    <a:pt x="132" y="40"/>
                  </a:lnTo>
                  <a:lnTo>
                    <a:pt x="132" y="40"/>
                  </a:lnTo>
                  <a:lnTo>
                    <a:pt x="132" y="40"/>
                  </a:lnTo>
                  <a:lnTo>
                    <a:pt x="132" y="40"/>
                  </a:lnTo>
                  <a:lnTo>
                    <a:pt x="132" y="40"/>
                  </a:lnTo>
                  <a:lnTo>
                    <a:pt x="132" y="40"/>
                  </a:lnTo>
                  <a:lnTo>
                    <a:pt x="132" y="40"/>
                  </a:lnTo>
                  <a:lnTo>
                    <a:pt x="134" y="39"/>
                  </a:lnTo>
                  <a:lnTo>
                    <a:pt x="134" y="39"/>
                  </a:lnTo>
                  <a:lnTo>
                    <a:pt x="134" y="39"/>
                  </a:lnTo>
                  <a:lnTo>
                    <a:pt x="134" y="39"/>
                  </a:lnTo>
                  <a:lnTo>
                    <a:pt x="135" y="39"/>
                  </a:lnTo>
                  <a:lnTo>
                    <a:pt x="135" y="39"/>
                  </a:lnTo>
                  <a:lnTo>
                    <a:pt x="135" y="39"/>
                  </a:lnTo>
                  <a:lnTo>
                    <a:pt x="135" y="39"/>
                  </a:lnTo>
                  <a:lnTo>
                    <a:pt x="137" y="38"/>
                  </a:lnTo>
                  <a:lnTo>
                    <a:pt x="137" y="38"/>
                  </a:lnTo>
                  <a:lnTo>
                    <a:pt x="137" y="38"/>
                  </a:lnTo>
                  <a:lnTo>
                    <a:pt x="137" y="38"/>
                  </a:lnTo>
                  <a:lnTo>
                    <a:pt x="137" y="38"/>
                  </a:lnTo>
                  <a:lnTo>
                    <a:pt x="137" y="38"/>
                  </a:lnTo>
                  <a:lnTo>
                    <a:pt x="137" y="38"/>
                  </a:lnTo>
                  <a:lnTo>
                    <a:pt x="137" y="38"/>
                  </a:lnTo>
                  <a:lnTo>
                    <a:pt x="139" y="38"/>
                  </a:lnTo>
                  <a:lnTo>
                    <a:pt x="139" y="38"/>
                  </a:lnTo>
                  <a:lnTo>
                    <a:pt x="139" y="38"/>
                  </a:lnTo>
                  <a:lnTo>
                    <a:pt x="139" y="38"/>
                  </a:lnTo>
                  <a:lnTo>
                    <a:pt x="141" y="38"/>
                  </a:lnTo>
                  <a:lnTo>
                    <a:pt x="141" y="38"/>
                  </a:lnTo>
                  <a:lnTo>
                    <a:pt x="141" y="38"/>
                  </a:lnTo>
                  <a:lnTo>
                    <a:pt x="141" y="38"/>
                  </a:lnTo>
                  <a:lnTo>
                    <a:pt x="142" y="37"/>
                  </a:lnTo>
                  <a:lnTo>
                    <a:pt x="142" y="38"/>
                  </a:lnTo>
                  <a:lnTo>
                    <a:pt x="142" y="38"/>
                  </a:lnTo>
                  <a:lnTo>
                    <a:pt x="142" y="38"/>
                  </a:lnTo>
                  <a:lnTo>
                    <a:pt x="142" y="38"/>
                  </a:lnTo>
                  <a:lnTo>
                    <a:pt x="142" y="39"/>
                  </a:lnTo>
                  <a:lnTo>
                    <a:pt x="142" y="39"/>
                  </a:lnTo>
                  <a:lnTo>
                    <a:pt x="142" y="39"/>
                  </a:lnTo>
                  <a:lnTo>
                    <a:pt x="144" y="39"/>
                  </a:lnTo>
                  <a:lnTo>
                    <a:pt x="144" y="41"/>
                  </a:lnTo>
                  <a:lnTo>
                    <a:pt x="144" y="41"/>
                  </a:lnTo>
                  <a:lnTo>
                    <a:pt x="144" y="41"/>
                  </a:lnTo>
                  <a:lnTo>
                    <a:pt x="144" y="41"/>
                  </a:lnTo>
                  <a:lnTo>
                    <a:pt x="144" y="43"/>
                  </a:lnTo>
                  <a:lnTo>
                    <a:pt x="144" y="43"/>
                  </a:lnTo>
                  <a:lnTo>
                    <a:pt x="144" y="43"/>
                  </a:lnTo>
                  <a:lnTo>
                    <a:pt x="145" y="43"/>
                  </a:lnTo>
                  <a:lnTo>
                    <a:pt x="145" y="43"/>
                  </a:lnTo>
                  <a:lnTo>
                    <a:pt x="145" y="43"/>
                  </a:lnTo>
                  <a:lnTo>
                    <a:pt x="145" y="43"/>
                  </a:lnTo>
                  <a:lnTo>
                    <a:pt x="145" y="43"/>
                  </a:lnTo>
                  <a:lnTo>
                    <a:pt x="145" y="43"/>
                  </a:lnTo>
                  <a:lnTo>
                    <a:pt x="145" y="43"/>
                  </a:lnTo>
                  <a:lnTo>
                    <a:pt x="145" y="43"/>
                  </a:lnTo>
                  <a:lnTo>
                    <a:pt x="147" y="43"/>
                  </a:lnTo>
                  <a:lnTo>
                    <a:pt x="147" y="43"/>
                  </a:lnTo>
                  <a:lnTo>
                    <a:pt x="147" y="43"/>
                  </a:lnTo>
                  <a:lnTo>
                    <a:pt x="147" y="43"/>
                  </a:lnTo>
                  <a:lnTo>
                    <a:pt x="148" y="43"/>
                  </a:lnTo>
                  <a:lnTo>
                    <a:pt x="148" y="43"/>
                  </a:lnTo>
                  <a:lnTo>
                    <a:pt x="148" y="43"/>
                  </a:lnTo>
                  <a:lnTo>
                    <a:pt x="148" y="43"/>
                  </a:lnTo>
                  <a:lnTo>
                    <a:pt x="149" y="43"/>
                  </a:lnTo>
                  <a:lnTo>
                    <a:pt x="148" y="43"/>
                  </a:lnTo>
                  <a:lnTo>
                    <a:pt x="148" y="43"/>
                  </a:lnTo>
                  <a:lnTo>
                    <a:pt x="148" y="43"/>
                  </a:lnTo>
                  <a:lnTo>
                    <a:pt x="149" y="41"/>
                  </a:lnTo>
                  <a:lnTo>
                    <a:pt x="149" y="41"/>
                  </a:lnTo>
                  <a:lnTo>
                    <a:pt x="149" y="41"/>
                  </a:lnTo>
                  <a:lnTo>
                    <a:pt x="149" y="41"/>
                  </a:lnTo>
                  <a:lnTo>
                    <a:pt x="151" y="39"/>
                  </a:lnTo>
                  <a:lnTo>
                    <a:pt x="151" y="39"/>
                  </a:lnTo>
                  <a:lnTo>
                    <a:pt x="151" y="39"/>
                  </a:lnTo>
                  <a:lnTo>
                    <a:pt x="151" y="39"/>
                  </a:lnTo>
                  <a:lnTo>
                    <a:pt x="153" y="37"/>
                  </a:lnTo>
                  <a:lnTo>
                    <a:pt x="153" y="37"/>
                  </a:lnTo>
                  <a:lnTo>
                    <a:pt x="154" y="36"/>
                  </a:lnTo>
                  <a:lnTo>
                    <a:pt x="154" y="36"/>
                  </a:lnTo>
                  <a:lnTo>
                    <a:pt x="155" y="34"/>
                  </a:lnTo>
                  <a:lnTo>
                    <a:pt x="155" y="34"/>
                  </a:lnTo>
                  <a:lnTo>
                    <a:pt x="155" y="34"/>
                  </a:lnTo>
                  <a:lnTo>
                    <a:pt x="155" y="34"/>
                  </a:lnTo>
                  <a:lnTo>
                    <a:pt x="155" y="34"/>
                  </a:lnTo>
                  <a:lnTo>
                    <a:pt x="155" y="34"/>
                  </a:lnTo>
                  <a:lnTo>
                    <a:pt x="155" y="34"/>
                  </a:lnTo>
                  <a:lnTo>
                    <a:pt x="155" y="34"/>
                  </a:lnTo>
                  <a:lnTo>
                    <a:pt x="155" y="32"/>
                  </a:lnTo>
                  <a:lnTo>
                    <a:pt x="155" y="32"/>
                  </a:lnTo>
                  <a:lnTo>
                    <a:pt x="155" y="32"/>
                  </a:lnTo>
                  <a:lnTo>
                    <a:pt x="155" y="32"/>
                  </a:lnTo>
                  <a:lnTo>
                    <a:pt x="155" y="32"/>
                  </a:lnTo>
                  <a:lnTo>
                    <a:pt x="155" y="32"/>
                  </a:lnTo>
                  <a:lnTo>
                    <a:pt x="155" y="32"/>
                  </a:lnTo>
                  <a:lnTo>
                    <a:pt x="155" y="32"/>
                  </a:lnTo>
                  <a:lnTo>
                    <a:pt x="156" y="31"/>
                  </a:lnTo>
                  <a:lnTo>
                    <a:pt x="156" y="31"/>
                  </a:lnTo>
                  <a:lnTo>
                    <a:pt x="156" y="31"/>
                  </a:lnTo>
                  <a:lnTo>
                    <a:pt x="156" y="31"/>
                  </a:lnTo>
                  <a:lnTo>
                    <a:pt x="157" y="31"/>
                  </a:lnTo>
                  <a:lnTo>
                    <a:pt x="157" y="31"/>
                  </a:lnTo>
                  <a:lnTo>
                    <a:pt x="157" y="31"/>
                  </a:lnTo>
                  <a:lnTo>
                    <a:pt x="157" y="31"/>
                  </a:lnTo>
                  <a:lnTo>
                    <a:pt x="159" y="29"/>
                  </a:lnTo>
                  <a:lnTo>
                    <a:pt x="159" y="29"/>
                  </a:lnTo>
                  <a:lnTo>
                    <a:pt x="159" y="29"/>
                  </a:lnTo>
                  <a:lnTo>
                    <a:pt x="159" y="29"/>
                  </a:lnTo>
                  <a:lnTo>
                    <a:pt x="161" y="29"/>
                  </a:lnTo>
                  <a:lnTo>
                    <a:pt x="161" y="29"/>
                  </a:lnTo>
                  <a:lnTo>
                    <a:pt x="161" y="29"/>
                  </a:lnTo>
                  <a:lnTo>
                    <a:pt x="161" y="29"/>
                  </a:lnTo>
                  <a:lnTo>
                    <a:pt x="163" y="29"/>
                  </a:lnTo>
                  <a:lnTo>
                    <a:pt x="163" y="30"/>
                  </a:lnTo>
                  <a:lnTo>
                    <a:pt x="163" y="30"/>
                  </a:lnTo>
                  <a:lnTo>
                    <a:pt x="163" y="30"/>
                  </a:lnTo>
                  <a:lnTo>
                    <a:pt x="163" y="30"/>
                  </a:lnTo>
                  <a:lnTo>
                    <a:pt x="163" y="30"/>
                  </a:lnTo>
                  <a:lnTo>
                    <a:pt x="163" y="30"/>
                  </a:lnTo>
                  <a:lnTo>
                    <a:pt x="163" y="30"/>
                  </a:lnTo>
                  <a:lnTo>
                    <a:pt x="164" y="30"/>
                  </a:lnTo>
                  <a:lnTo>
                    <a:pt x="164" y="31"/>
                  </a:lnTo>
                  <a:lnTo>
                    <a:pt x="164" y="31"/>
                  </a:lnTo>
                  <a:lnTo>
                    <a:pt x="164" y="31"/>
                  </a:lnTo>
                  <a:lnTo>
                    <a:pt x="164" y="31"/>
                  </a:lnTo>
                  <a:lnTo>
                    <a:pt x="164" y="31"/>
                  </a:lnTo>
                  <a:lnTo>
                    <a:pt x="164" y="31"/>
                  </a:lnTo>
                  <a:lnTo>
                    <a:pt x="164" y="31"/>
                  </a:lnTo>
                  <a:lnTo>
                    <a:pt x="166" y="31"/>
                  </a:lnTo>
                  <a:lnTo>
                    <a:pt x="166" y="31"/>
                  </a:lnTo>
                  <a:lnTo>
                    <a:pt x="166" y="31"/>
                  </a:lnTo>
                  <a:lnTo>
                    <a:pt x="166" y="31"/>
                  </a:lnTo>
                  <a:lnTo>
                    <a:pt x="168" y="31"/>
                  </a:lnTo>
                  <a:lnTo>
                    <a:pt x="168" y="31"/>
                  </a:lnTo>
                  <a:lnTo>
                    <a:pt x="168" y="31"/>
                  </a:lnTo>
                  <a:lnTo>
                    <a:pt x="168" y="31"/>
                  </a:lnTo>
                  <a:lnTo>
                    <a:pt x="170" y="29"/>
                  </a:lnTo>
                  <a:lnTo>
                    <a:pt x="170" y="29"/>
                  </a:lnTo>
                  <a:lnTo>
                    <a:pt x="170" y="29"/>
                  </a:lnTo>
                  <a:lnTo>
                    <a:pt x="170" y="29"/>
                  </a:lnTo>
                  <a:lnTo>
                    <a:pt x="171" y="28"/>
                  </a:lnTo>
                  <a:lnTo>
                    <a:pt x="171" y="28"/>
                  </a:lnTo>
                  <a:lnTo>
                    <a:pt x="171" y="28"/>
                  </a:lnTo>
                  <a:lnTo>
                    <a:pt x="171" y="28"/>
                  </a:lnTo>
                  <a:lnTo>
                    <a:pt x="172" y="26"/>
                  </a:lnTo>
                  <a:lnTo>
                    <a:pt x="172" y="26"/>
                  </a:lnTo>
                  <a:lnTo>
                    <a:pt x="172" y="26"/>
                  </a:lnTo>
                  <a:lnTo>
                    <a:pt x="172" y="26"/>
                  </a:lnTo>
                  <a:lnTo>
                    <a:pt x="172" y="25"/>
                  </a:lnTo>
                  <a:lnTo>
                    <a:pt x="172" y="25"/>
                  </a:lnTo>
                  <a:lnTo>
                    <a:pt x="172" y="25"/>
                  </a:lnTo>
                  <a:lnTo>
                    <a:pt x="172" y="25"/>
                  </a:lnTo>
                  <a:lnTo>
                    <a:pt x="172" y="23"/>
                  </a:lnTo>
                  <a:lnTo>
                    <a:pt x="172" y="23"/>
                  </a:lnTo>
                  <a:lnTo>
                    <a:pt x="172" y="23"/>
                  </a:lnTo>
                  <a:lnTo>
                    <a:pt x="172" y="23"/>
                  </a:lnTo>
                  <a:lnTo>
                    <a:pt x="172" y="22"/>
                  </a:lnTo>
                  <a:lnTo>
                    <a:pt x="172" y="22"/>
                  </a:lnTo>
                  <a:lnTo>
                    <a:pt x="172" y="22"/>
                  </a:lnTo>
                  <a:lnTo>
                    <a:pt x="172" y="22"/>
                  </a:lnTo>
                  <a:lnTo>
                    <a:pt x="173" y="19"/>
                  </a:lnTo>
                  <a:lnTo>
                    <a:pt x="173" y="19"/>
                  </a:lnTo>
                  <a:lnTo>
                    <a:pt x="173" y="19"/>
                  </a:lnTo>
                  <a:lnTo>
                    <a:pt x="173" y="19"/>
                  </a:lnTo>
                  <a:lnTo>
                    <a:pt x="173" y="19"/>
                  </a:lnTo>
                  <a:lnTo>
                    <a:pt x="173" y="19"/>
                  </a:lnTo>
                  <a:lnTo>
                    <a:pt x="173" y="19"/>
                  </a:lnTo>
                  <a:lnTo>
                    <a:pt x="173" y="19"/>
                  </a:lnTo>
                  <a:lnTo>
                    <a:pt x="176" y="18"/>
                  </a:lnTo>
                  <a:lnTo>
                    <a:pt x="176" y="18"/>
                  </a:lnTo>
                  <a:lnTo>
                    <a:pt x="176" y="18"/>
                  </a:lnTo>
                  <a:lnTo>
                    <a:pt x="176" y="18"/>
                  </a:lnTo>
                  <a:lnTo>
                    <a:pt x="176" y="18"/>
                  </a:lnTo>
                  <a:lnTo>
                    <a:pt x="176" y="18"/>
                  </a:lnTo>
                  <a:lnTo>
                    <a:pt x="176" y="18"/>
                  </a:lnTo>
                  <a:lnTo>
                    <a:pt x="176" y="18"/>
                  </a:lnTo>
                  <a:lnTo>
                    <a:pt x="178" y="17"/>
                  </a:lnTo>
                  <a:lnTo>
                    <a:pt x="178" y="17"/>
                  </a:lnTo>
                  <a:lnTo>
                    <a:pt x="178" y="17"/>
                  </a:lnTo>
                  <a:lnTo>
                    <a:pt x="178" y="17"/>
                  </a:lnTo>
                  <a:lnTo>
                    <a:pt x="178" y="17"/>
                  </a:lnTo>
                  <a:lnTo>
                    <a:pt x="178" y="17"/>
                  </a:lnTo>
                  <a:lnTo>
                    <a:pt x="179" y="17"/>
                  </a:lnTo>
                  <a:lnTo>
                    <a:pt x="179" y="17"/>
                  </a:lnTo>
                  <a:lnTo>
                    <a:pt x="181" y="17"/>
                  </a:lnTo>
                  <a:lnTo>
                    <a:pt x="181" y="17"/>
                  </a:lnTo>
                  <a:lnTo>
                    <a:pt x="181" y="17"/>
                  </a:lnTo>
                  <a:lnTo>
                    <a:pt x="181" y="17"/>
                  </a:lnTo>
                  <a:lnTo>
                    <a:pt x="183" y="17"/>
                  </a:lnTo>
                  <a:lnTo>
                    <a:pt x="183" y="17"/>
                  </a:lnTo>
                  <a:lnTo>
                    <a:pt x="183" y="17"/>
                  </a:lnTo>
                  <a:lnTo>
                    <a:pt x="183" y="17"/>
                  </a:lnTo>
                  <a:lnTo>
                    <a:pt x="185" y="17"/>
                  </a:lnTo>
                  <a:lnTo>
                    <a:pt x="185" y="18"/>
                  </a:lnTo>
                  <a:lnTo>
                    <a:pt x="185" y="18"/>
                  </a:lnTo>
                  <a:lnTo>
                    <a:pt x="185" y="18"/>
                  </a:lnTo>
                  <a:lnTo>
                    <a:pt x="185" y="18"/>
                  </a:lnTo>
                  <a:lnTo>
                    <a:pt x="185" y="18"/>
                  </a:lnTo>
                  <a:lnTo>
                    <a:pt x="185" y="18"/>
                  </a:lnTo>
                  <a:lnTo>
                    <a:pt x="185" y="18"/>
                  </a:lnTo>
                  <a:lnTo>
                    <a:pt x="186" y="18"/>
                  </a:lnTo>
                  <a:lnTo>
                    <a:pt x="186" y="19"/>
                  </a:lnTo>
                  <a:lnTo>
                    <a:pt x="186" y="19"/>
                  </a:lnTo>
                  <a:lnTo>
                    <a:pt x="186" y="19"/>
                  </a:lnTo>
                  <a:lnTo>
                    <a:pt x="187" y="19"/>
                  </a:lnTo>
                  <a:lnTo>
                    <a:pt x="187" y="19"/>
                  </a:lnTo>
                  <a:lnTo>
                    <a:pt x="187" y="19"/>
                  </a:lnTo>
                  <a:lnTo>
                    <a:pt x="187" y="19"/>
                  </a:lnTo>
                  <a:lnTo>
                    <a:pt x="188" y="19"/>
                  </a:lnTo>
                  <a:lnTo>
                    <a:pt x="188" y="19"/>
                  </a:lnTo>
                  <a:lnTo>
                    <a:pt x="188" y="19"/>
                  </a:lnTo>
                  <a:lnTo>
                    <a:pt x="188" y="19"/>
                  </a:lnTo>
                  <a:lnTo>
                    <a:pt x="188" y="19"/>
                  </a:lnTo>
                  <a:lnTo>
                    <a:pt x="188" y="19"/>
                  </a:lnTo>
                  <a:lnTo>
                    <a:pt x="188" y="19"/>
                  </a:lnTo>
                  <a:lnTo>
                    <a:pt x="188" y="19"/>
                  </a:lnTo>
                  <a:lnTo>
                    <a:pt x="188" y="19"/>
                  </a:lnTo>
                  <a:lnTo>
                    <a:pt x="188" y="19"/>
                  </a:lnTo>
                  <a:lnTo>
                    <a:pt x="188" y="19"/>
                  </a:lnTo>
                  <a:lnTo>
                    <a:pt x="188" y="19"/>
                  </a:lnTo>
                  <a:lnTo>
                    <a:pt x="188" y="19"/>
                  </a:lnTo>
                  <a:lnTo>
                    <a:pt x="188" y="19"/>
                  </a:lnTo>
                  <a:lnTo>
                    <a:pt x="188" y="19"/>
                  </a:lnTo>
                  <a:lnTo>
                    <a:pt x="188" y="19"/>
                  </a:lnTo>
                  <a:lnTo>
                    <a:pt x="188" y="18"/>
                  </a:lnTo>
                  <a:lnTo>
                    <a:pt x="191" y="17"/>
                  </a:lnTo>
                  <a:lnTo>
                    <a:pt x="191" y="18"/>
                  </a:lnTo>
                  <a:lnTo>
                    <a:pt x="191" y="18"/>
                  </a:lnTo>
                  <a:lnTo>
                    <a:pt x="191" y="18"/>
                  </a:lnTo>
                  <a:lnTo>
                    <a:pt x="191" y="18"/>
                  </a:lnTo>
                  <a:lnTo>
                    <a:pt x="191" y="19"/>
                  </a:lnTo>
                  <a:lnTo>
                    <a:pt x="191" y="19"/>
                  </a:lnTo>
                  <a:lnTo>
                    <a:pt x="191" y="19"/>
                  </a:lnTo>
                  <a:lnTo>
                    <a:pt x="192" y="19"/>
                  </a:lnTo>
                  <a:lnTo>
                    <a:pt x="192" y="22"/>
                  </a:lnTo>
                  <a:lnTo>
                    <a:pt x="192" y="22"/>
                  </a:lnTo>
                  <a:lnTo>
                    <a:pt x="192" y="22"/>
                  </a:lnTo>
                  <a:lnTo>
                    <a:pt x="192" y="22"/>
                  </a:lnTo>
                  <a:lnTo>
                    <a:pt x="192" y="22"/>
                  </a:lnTo>
                  <a:lnTo>
                    <a:pt x="192" y="22"/>
                  </a:lnTo>
                  <a:lnTo>
                    <a:pt x="192" y="22"/>
                  </a:lnTo>
                  <a:lnTo>
                    <a:pt x="194" y="22"/>
                  </a:lnTo>
                  <a:lnTo>
                    <a:pt x="194" y="22"/>
                  </a:lnTo>
                  <a:lnTo>
                    <a:pt x="194" y="22"/>
                  </a:lnTo>
                  <a:lnTo>
                    <a:pt x="194" y="22"/>
                  </a:lnTo>
                  <a:lnTo>
                    <a:pt x="194" y="22"/>
                  </a:lnTo>
                  <a:lnTo>
                    <a:pt x="194" y="22"/>
                  </a:lnTo>
                  <a:lnTo>
                    <a:pt x="194" y="22"/>
                  </a:lnTo>
                  <a:lnTo>
                    <a:pt x="194" y="22"/>
                  </a:lnTo>
                  <a:lnTo>
                    <a:pt x="195" y="22"/>
                  </a:lnTo>
                  <a:lnTo>
                    <a:pt x="195" y="22"/>
                  </a:lnTo>
                  <a:lnTo>
                    <a:pt x="195" y="22"/>
                  </a:lnTo>
                  <a:lnTo>
                    <a:pt x="195" y="22"/>
                  </a:lnTo>
                  <a:lnTo>
                    <a:pt x="195" y="22"/>
                  </a:lnTo>
                  <a:lnTo>
                    <a:pt x="195" y="22"/>
                  </a:lnTo>
                  <a:lnTo>
                    <a:pt x="195" y="22"/>
                  </a:lnTo>
                  <a:lnTo>
                    <a:pt x="195" y="22"/>
                  </a:lnTo>
                  <a:lnTo>
                    <a:pt x="197" y="19"/>
                  </a:lnTo>
                  <a:lnTo>
                    <a:pt x="197" y="19"/>
                  </a:lnTo>
                  <a:lnTo>
                    <a:pt x="197" y="19"/>
                  </a:lnTo>
                  <a:lnTo>
                    <a:pt x="197" y="19"/>
                  </a:lnTo>
                  <a:lnTo>
                    <a:pt x="197" y="19"/>
                  </a:lnTo>
                  <a:lnTo>
                    <a:pt x="197" y="19"/>
                  </a:lnTo>
                  <a:lnTo>
                    <a:pt x="197" y="19"/>
                  </a:lnTo>
                  <a:lnTo>
                    <a:pt x="197" y="19"/>
                  </a:lnTo>
                  <a:lnTo>
                    <a:pt x="198" y="18"/>
                  </a:lnTo>
                  <a:lnTo>
                    <a:pt x="198" y="18"/>
                  </a:lnTo>
                  <a:lnTo>
                    <a:pt x="198" y="18"/>
                  </a:lnTo>
                  <a:lnTo>
                    <a:pt x="198" y="18"/>
                  </a:lnTo>
                  <a:lnTo>
                    <a:pt x="198" y="17"/>
                  </a:lnTo>
                  <a:lnTo>
                    <a:pt x="198" y="17"/>
                  </a:lnTo>
                  <a:lnTo>
                    <a:pt x="198" y="17"/>
                  </a:lnTo>
                  <a:lnTo>
                    <a:pt x="198" y="17"/>
                  </a:lnTo>
                  <a:lnTo>
                    <a:pt x="199" y="16"/>
                  </a:lnTo>
                  <a:lnTo>
                    <a:pt x="198" y="16"/>
                  </a:lnTo>
                  <a:lnTo>
                    <a:pt x="198" y="16"/>
                  </a:lnTo>
                  <a:lnTo>
                    <a:pt x="198" y="16"/>
                  </a:lnTo>
                  <a:lnTo>
                    <a:pt x="198" y="16"/>
                  </a:lnTo>
                  <a:lnTo>
                    <a:pt x="198" y="16"/>
                  </a:lnTo>
                  <a:lnTo>
                    <a:pt x="198" y="16"/>
                  </a:lnTo>
                  <a:lnTo>
                    <a:pt x="198" y="16"/>
                  </a:lnTo>
                  <a:lnTo>
                    <a:pt x="198" y="14"/>
                  </a:lnTo>
                  <a:lnTo>
                    <a:pt x="195" y="14"/>
                  </a:lnTo>
                  <a:lnTo>
                    <a:pt x="195" y="14"/>
                  </a:lnTo>
                  <a:lnTo>
                    <a:pt x="195" y="14"/>
                  </a:lnTo>
                  <a:lnTo>
                    <a:pt x="195" y="12"/>
                  </a:lnTo>
                  <a:lnTo>
                    <a:pt x="195" y="12"/>
                  </a:lnTo>
                  <a:lnTo>
                    <a:pt x="195" y="12"/>
                  </a:lnTo>
                  <a:lnTo>
                    <a:pt x="195" y="12"/>
                  </a:lnTo>
                  <a:lnTo>
                    <a:pt x="195" y="11"/>
                  </a:lnTo>
                  <a:lnTo>
                    <a:pt x="195" y="11"/>
                  </a:lnTo>
                  <a:lnTo>
                    <a:pt x="195" y="11"/>
                  </a:lnTo>
                  <a:lnTo>
                    <a:pt x="195" y="11"/>
                  </a:lnTo>
                  <a:lnTo>
                    <a:pt x="195" y="11"/>
                  </a:lnTo>
                  <a:lnTo>
                    <a:pt x="195" y="11"/>
                  </a:lnTo>
                  <a:lnTo>
                    <a:pt x="195" y="11"/>
                  </a:lnTo>
                  <a:lnTo>
                    <a:pt x="195" y="11"/>
                  </a:lnTo>
                  <a:lnTo>
                    <a:pt x="195" y="9"/>
                  </a:lnTo>
                  <a:lnTo>
                    <a:pt x="195" y="9"/>
                  </a:lnTo>
                  <a:lnTo>
                    <a:pt x="195" y="9"/>
                  </a:lnTo>
                  <a:lnTo>
                    <a:pt x="195" y="9"/>
                  </a:lnTo>
                  <a:lnTo>
                    <a:pt x="195" y="8"/>
                  </a:lnTo>
                  <a:lnTo>
                    <a:pt x="195" y="8"/>
                  </a:lnTo>
                  <a:lnTo>
                    <a:pt x="195" y="8"/>
                  </a:lnTo>
                  <a:lnTo>
                    <a:pt x="195" y="8"/>
                  </a:lnTo>
                  <a:lnTo>
                    <a:pt x="195" y="7"/>
                  </a:lnTo>
                  <a:lnTo>
                    <a:pt x="195" y="7"/>
                  </a:lnTo>
                  <a:lnTo>
                    <a:pt x="195" y="7"/>
                  </a:lnTo>
                  <a:lnTo>
                    <a:pt x="195" y="7"/>
                  </a:lnTo>
                  <a:lnTo>
                    <a:pt x="195" y="7"/>
                  </a:lnTo>
                  <a:lnTo>
                    <a:pt x="195" y="7"/>
                  </a:lnTo>
                  <a:lnTo>
                    <a:pt x="195" y="7"/>
                  </a:lnTo>
                  <a:lnTo>
                    <a:pt x="195" y="7"/>
                  </a:lnTo>
                  <a:lnTo>
                    <a:pt x="198" y="5"/>
                  </a:lnTo>
                  <a:lnTo>
                    <a:pt x="198" y="7"/>
                  </a:lnTo>
                  <a:lnTo>
                    <a:pt x="198" y="7"/>
                  </a:lnTo>
                  <a:lnTo>
                    <a:pt x="198" y="7"/>
                  </a:lnTo>
                  <a:lnTo>
                    <a:pt x="199" y="7"/>
                  </a:lnTo>
                  <a:lnTo>
                    <a:pt x="199" y="7"/>
                  </a:lnTo>
                  <a:lnTo>
                    <a:pt x="199" y="7"/>
                  </a:lnTo>
                  <a:lnTo>
                    <a:pt x="199" y="7"/>
                  </a:lnTo>
                  <a:lnTo>
                    <a:pt x="200" y="7"/>
                  </a:lnTo>
                  <a:lnTo>
                    <a:pt x="200" y="8"/>
                  </a:lnTo>
                  <a:lnTo>
                    <a:pt x="200" y="8"/>
                  </a:lnTo>
                  <a:lnTo>
                    <a:pt x="200" y="8"/>
                  </a:lnTo>
                  <a:lnTo>
                    <a:pt x="200" y="8"/>
                  </a:lnTo>
                  <a:lnTo>
                    <a:pt x="200" y="8"/>
                  </a:lnTo>
                  <a:lnTo>
                    <a:pt x="200" y="8"/>
                  </a:lnTo>
                  <a:lnTo>
                    <a:pt x="200" y="8"/>
                  </a:lnTo>
                  <a:lnTo>
                    <a:pt x="201" y="8"/>
                  </a:lnTo>
                  <a:lnTo>
                    <a:pt x="201" y="10"/>
                  </a:lnTo>
                  <a:lnTo>
                    <a:pt x="201" y="10"/>
                  </a:lnTo>
                  <a:lnTo>
                    <a:pt x="201" y="10"/>
                  </a:lnTo>
                  <a:lnTo>
                    <a:pt x="201" y="10"/>
                  </a:lnTo>
                  <a:lnTo>
                    <a:pt x="201" y="10"/>
                  </a:lnTo>
                  <a:lnTo>
                    <a:pt x="201" y="10"/>
                  </a:lnTo>
                  <a:lnTo>
                    <a:pt x="201" y="10"/>
                  </a:lnTo>
                  <a:lnTo>
                    <a:pt x="202" y="10"/>
                  </a:lnTo>
                  <a:lnTo>
                    <a:pt x="202" y="10"/>
                  </a:lnTo>
                  <a:lnTo>
                    <a:pt x="202" y="10"/>
                  </a:lnTo>
                  <a:lnTo>
                    <a:pt x="202" y="10"/>
                  </a:lnTo>
                  <a:lnTo>
                    <a:pt x="203" y="10"/>
                  </a:lnTo>
                  <a:lnTo>
                    <a:pt x="203" y="10"/>
                  </a:lnTo>
                  <a:lnTo>
                    <a:pt x="203" y="10"/>
                  </a:lnTo>
                  <a:lnTo>
                    <a:pt x="203" y="10"/>
                  </a:lnTo>
                  <a:lnTo>
                    <a:pt x="205" y="9"/>
                  </a:lnTo>
                  <a:lnTo>
                    <a:pt x="205" y="9"/>
                  </a:lnTo>
                  <a:lnTo>
                    <a:pt x="205" y="9"/>
                  </a:lnTo>
                  <a:lnTo>
                    <a:pt x="205" y="9"/>
                  </a:lnTo>
                  <a:lnTo>
                    <a:pt x="207" y="9"/>
                  </a:lnTo>
                  <a:lnTo>
                    <a:pt x="207" y="9"/>
                  </a:lnTo>
                  <a:lnTo>
                    <a:pt x="208" y="9"/>
                  </a:lnTo>
                  <a:lnTo>
                    <a:pt x="208" y="9"/>
                  </a:lnTo>
                  <a:lnTo>
                    <a:pt x="209" y="8"/>
                  </a:lnTo>
                  <a:lnTo>
                    <a:pt x="209" y="9"/>
                  </a:lnTo>
                  <a:lnTo>
                    <a:pt x="209" y="9"/>
                  </a:lnTo>
                  <a:lnTo>
                    <a:pt x="209" y="9"/>
                  </a:lnTo>
                  <a:lnTo>
                    <a:pt x="209" y="9"/>
                  </a:lnTo>
                  <a:lnTo>
                    <a:pt x="209" y="10"/>
                  </a:lnTo>
                  <a:lnTo>
                    <a:pt x="209" y="10"/>
                  </a:lnTo>
                  <a:lnTo>
                    <a:pt x="209" y="10"/>
                  </a:lnTo>
                  <a:lnTo>
                    <a:pt x="209" y="10"/>
                  </a:lnTo>
                  <a:lnTo>
                    <a:pt x="209" y="12"/>
                  </a:lnTo>
                  <a:lnTo>
                    <a:pt x="209" y="12"/>
                  </a:lnTo>
                  <a:lnTo>
                    <a:pt x="209" y="12"/>
                  </a:lnTo>
                  <a:lnTo>
                    <a:pt x="209" y="12"/>
                  </a:lnTo>
                  <a:lnTo>
                    <a:pt x="209" y="13"/>
                  </a:lnTo>
                  <a:lnTo>
                    <a:pt x="209" y="13"/>
                  </a:lnTo>
                  <a:lnTo>
                    <a:pt x="209" y="13"/>
                  </a:lnTo>
                  <a:lnTo>
                    <a:pt x="209" y="13"/>
                  </a:lnTo>
                  <a:lnTo>
                    <a:pt x="207" y="13"/>
                  </a:lnTo>
                  <a:lnTo>
                    <a:pt x="207" y="13"/>
                  </a:lnTo>
                  <a:lnTo>
                    <a:pt x="207" y="13"/>
                  </a:lnTo>
                  <a:lnTo>
                    <a:pt x="207" y="13"/>
                  </a:lnTo>
                  <a:lnTo>
                    <a:pt x="206" y="13"/>
                  </a:lnTo>
                  <a:lnTo>
                    <a:pt x="206" y="13"/>
                  </a:lnTo>
                  <a:lnTo>
                    <a:pt x="206" y="13"/>
                  </a:lnTo>
                  <a:lnTo>
                    <a:pt x="206" y="12"/>
                  </a:lnTo>
                  <a:lnTo>
                    <a:pt x="204" y="12"/>
                  </a:lnTo>
                  <a:lnTo>
                    <a:pt x="204" y="12"/>
                  </a:lnTo>
                  <a:lnTo>
                    <a:pt x="204" y="12"/>
                  </a:lnTo>
                  <a:lnTo>
                    <a:pt x="204" y="12"/>
                  </a:lnTo>
                  <a:lnTo>
                    <a:pt x="204" y="12"/>
                  </a:lnTo>
                  <a:lnTo>
                    <a:pt x="204" y="12"/>
                  </a:lnTo>
                  <a:lnTo>
                    <a:pt x="204" y="12"/>
                  </a:lnTo>
                  <a:lnTo>
                    <a:pt x="204" y="11"/>
                  </a:lnTo>
                  <a:lnTo>
                    <a:pt x="203" y="13"/>
                  </a:lnTo>
                  <a:lnTo>
                    <a:pt x="203" y="13"/>
                  </a:lnTo>
                  <a:lnTo>
                    <a:pt x="203" y="13"/>
                  </a:lnTo>
                  <a:lnTo>
                    <a:pt x="203" y="13"/>
                  </a:lnTo>
                  <a:lnTo>
                    <a:pt x="203" y="15"/>
                  </a:lnTo>
                  <a:lnTo>
                    <a:pt x="203" y="15"/>
                  </a:lnTo>
                  <a:lnTo>
                    <a:pt x="203" y="15"/>
                  </a:lnTo>
                  <a:lnTo>
                    <a:pt x="205" y="15"/>
                  </a:lnTo>
                  <a:lnTo>
                    <a:pt x="205" y="17"/>
                  </a:lnTo>
                  <a:lnTo>
                    <a:pt x="205" y="17"/>
                  </a:lnTo>
                  <a:lnTo>
                    <a:pt x="205" y="17"/>
                  </a:lnTo>
                  <a:lnTo>
                    <a:pt x="205" y="17"/>
                  </a:lnTo>
                  <a:lnTo>
                    <a:pt x="205" y="17"/>
                  </a:lnTo>
                  <a:lnTo>
                    <a:pt x="205" y="17"/>
                  </a:lnTo>
                  <a:lnTo>
                    <a:pt x="205" y="17"/>
                  </a:lnTo>
                  <a:lnTo>
                    <a:pt x="205" y="17"/>
                  </a:lnTo>
                  <a:lnTo>
                    <a:pt x="205" y="17"/>
                  </a:lnTo>
                  <a:lnTo>
                    <a:pt x="205" y="17"/>
                  </a:lnTo>
                  <a:lnTo>
                    <a:pt x="205" y="17"/>
                  </a:lnTo>
                  <a:lnTo>
                    <a:pt x="207" y="17"/>
                  </a:lnTo>
                  <a:lnTo>
                    <a:pt x="207" y="17"/>
                  </a:lnTo>
                  <a:lnTo>
                    <a:pt x="207" y="17"/>
                  </a:lnTo>
                  <a:lnTo>
                    <a:pt x="207" y="17"/>
                  </a:lnTo>
                  <a:lnTo>
                    <a:pt x="208" y="17"/>
                  </a:lnTo>
                  <a:lnTo>
                    <a:pt x="208" y="17"/>
                  </a:lnTo>
                  <a:lnTo>
                    <a:pt x="208" y="17"/>
                  </a:lnTo>
                  <a:lnTo>
                    <a:pt x="208" y="17"/>
                  </a:lnTo>
                  <a:lnTo>
                    <a:pt x="209" y="17"/>
                  </a:lnTo>
                  <a:lnTo>
                    <a:pt x="209" y="17"/>
                  </a:lnTo>
                  <a:lnTo>
                    <a:pt x="209" y="17"/>
                  </a:lnTo>
                  <a:lnTo>
                    <a:pt x="209" y="17"/>
                  </a:lnTo>
                  <a:lnTo>
                    <a:pt x="210" y="17"/>
                  </a:lnTo>
                  <a:lnTo>
                    <a:pt x="210" y="18"/>
                  </a:lnTo>
                  <a:lnTo>
                    <a:pt x="210" y="18"/>
                  </a:lnTo>
                  <a:lnTo>
                    <a:pt x="210" y="18"/>
                  </a:lnTo>
                  <a:lnTo>
                    <a:pt x="210" y="18"/>
                  </a:lnTo>
                  <a:lnTo>
                    <a:pt x="210" y="19"/>
                  </a:lnTo>
                  <a:lnTo>
                    <a:pt x="210" y="19"/>
                  </a:lnTo>
                  <a:lnTo>
                    <a:pt x="210" y="19"/>
                  </a:lnTo>
                  <a:lnTo>
                    <a:pt x="210" y="19"/>
                  </a:lnTo>
                  <a:lnTo>
                    <a:pt x="210" y="22"/>
                  </a:lnTo>
                  <a:lnTo>
                    <a:pt x="210" y="22"/>
                  </a:lnTo>
                  <a:lnTo>
                    <a:pt x="210" y="22"/>
                  </a:lnTo>
                  <a:lnTo>
                    <a:pt x="210" y="22"/>
                  </a:lnTo>
                  <a:lnTo>
                    <a:pt x="210" y="22"/>
                  </a:lnTo>
                  <a:lnTo>
                    <a:pt x="210" y="22"/>
                  </a:lnTo>
                  <a:lnTo>
                    <a:pt x="210" y="22"/>
                  </a:lnTo>
                  <a:lnTo>
                    <a:pt x="210" y="22"/>
                  </a:lnTo>
                  <a:lnTo>
                    <a:pt x="208" y="22"/>
                  </a:lnTo>
                  <a:lnTo>
                    <a:pt x="208" y="22"/>
                  </a:lnTo>
                  <a:lnTo>
                    <a:pt x="208" y="22"/>
                  </a:lnTo>
                  <a:lnTo>
                    <a:pt x="208" y="22"/>
                  </a:lnTo>
                  <a:lnTo>
                    <a:pt x="206" y="22"/>
                  </a:lnTo>
                  <a:lnTo>
                    <a:pt x="206" y="22"/>
                  </a:lnTo>
                  <a:lnTo>
                    <a:pt x="206" y="22"/>
                  </a:lnTo>
                  <a:lnTo>
                    <a:pt x="206" y="21"/>
                  </a:lnTo>
                  <a:lnTo>
                    <a:pt x="204" y="21"/>
                  </a:lnTo>
                  <a:lnTo>
                    <a:pt x="204" y="21"/>
                  </a:lnTo>
                  <a:lnTo>
                    <a:pt x="204" y="21"/>
                  </a:lnTo>
                  <a:lnTo>
                    <a:pt x="204" y="21"/>
                  </a:lnTo>
                  <a:lnTo>
                    <a:pt x="203" y="21"/>
                  </a:lnTo>
                  <a:lnTo>
                    <a:pt x="203" y="21"/>
                  </a:lnTo>
                  <a:lnTo>
                    <a:pt x="203" y="21"/>
                  </a:lnTo>
                  <a:lnTo>
                    <a:pt x="203" y="19"/>
                  </a:lnTo>
                  <a:lnTo>
                    <a:pt x="201" y="21"/>
                  </a:lnTo>
                  <a:lnTo>
                    <a:pt x="201" y="21"/>
                  </a:lnTo>
                  <a:lnTo>
                    <a:pt x="201" y="21"/>
                  </a:lnTo>
                  <a:lnTo>
                    <a:pt x="201" y="21"/>
                  </a:lnTo>
                  <a:lnTo>
                    <a:pt x="201" y="22"/>
                  </a:lnTo>
                  <a:lnTo>
                    <a:pt x="201" y="22"/>
                  </a:lnTo>
                  <a:lnTo>
                    <a:pt x="201" y="22"/>
                  </a:lnTo>
                  <a:lnTo>
                    <a:pt x="201" y="22"/>
                  </a:lnTo>
                  <a:lnTo>
                    <a:pt x="200" y="23"/>
                  </a:lnTo>
                  <a:lnTo>
                    <a:pt x="200" y="23"/>
                  </a:lnTo>
                  <a:lnTo>
                    <a:pt x="200" y="23"/>
                  </a:lnTo>
                  <a:lnTo>
                    <a:pt x="200" y="23"/>
                  </a:lnTo>
                  <a:lnTo>
                    <a:pt x="200" y="23"/>
                  </a:lnTo>
                  <a:lnTo>
                    <a:pt x="200" y="23"/>
                  </a:lnTo>
                  <a:lnTo>
                    <a:pt x="200" y="23"/>
                  </a:lnTo>
                  <a:lnTo>
                    <a:pt x="200" y="23"/>
                  </a:lnTo>
                  <a:lnTo>
                    <a:pt x="200" y="25"/>
                  </a:lnTo>
                  <a:lnTo>
                    <a:pt x="200" y="25"/>
                  </a:lnTo>
                  <a:lnTo>
                    <a:pt x="200" y="25"/>
                  </a:lnTo>
                  <a:lnTo>
                    <a:pt x="200" y="25"/>
                  </a:lnTo>
                  <a:lnTo>
                    <a:pt x="200" y="26"/>
                  </a:lnTo>
                  <a:lnTo>
                    <a:pt x="200" y="26"/>
                  </a:lnTo>
                  <a:lnTo>
                    <a:pt x="200" y="26"/>
                  </a:lnTo>
                  <a:lnTo>
                    <a:pt x="200" y="26"/>
                  </a:lnTo>
                  <a:lnTo>
                    <a:pt x="200" y="29"/>
                  </a:lnTo>
                  <a:lnTo>
                    <a:pt x="200" y="29"/>
                  </a:lnTo>
                  <a:lnTo>
                    <a:pt x="200" y="29"/>
                  </a:lnTo>
                  <a:lnTo>
                    <a:pt x="200" y="29"/>
                  </a:lnTo>
                  <a:lnTo>
                    <a:pt x="200" y="29"/>
                  </a:lnTo>
                  <a:lnTo>
                    <a:pt x="200" y="29"/>
                  </a:lnTo>
                  <a:lnTo>
                    <a:pt x="200" y="29"/>
                  </a:lnTo>
                  <a:lnTo>
                    <a:pt x="200" y="29"/>
                  </a:lnTo>
                  <a:lnTo>
                    <a:pt x="200" y="29"/>
                  </a:lnTo>
                  <a:lnTo>
                    <a:pt x="200" y="29"/>
                  </a:lnTo>
                  <a:lnTo>
                    <a:pt x="200" y="29"/>
                  </a:lnTo>
                  <a:lnTo>
                    <a:pt x="201" y="29"/>
                  </a:lnTo>
                  <a:lnTo>
                    <a:pt x="201" y="29"/>
                  </a:lnTo>
                  <a:lnTo>
                    <a:pt x="201" y="29"/>
                  </a:lnTo>
                  <a:lnTo>
                    <a:pt x="201" y="29"/>
                  </a:lnTo>
                  <a:lnTo>
                    <a:pt x="203" y="29"/>
                  </a:lnTo>
                  <a:lnTo>
                    <a:pt x="203" y="29"/>
                  </a:lnTo>
                  <a:lnTo>
                    <a:pt x="203" y="29"/>
                  </a:lnTo>
                  <a:lnTo>
                    <a:pt x="203" y="29"/>
                  </a:lnTo>
                  <a:lnTo>
                    <a:pt x="204" y="29"/>
                  </a:lnTo>
                  <a:lnTo>
                    <a:pt x="204" y="29"/>
                  </a:lnTo>
                  <a:lnTo>
                    <a:pt x="204" y="29"/>
                  </a:lnTo>
                  <a:lnTo>
                    <a:pt x="204" y="29"/>
                  </a:lnTo>
                  <a:lnTo>
                    <a:pt x="205" y="28"/>
                  </a:lnTo>
                  <a:lnTo>
                    <a:pt x="205" y="29"/>
                  </a:lnTo>
                  <a:lnTo>
                    <a:pt x="205" y="29"/>
                  </a:lnTo>
                  <a:lnTo>
                    <a:pt x="205" y="29"/>
                  </a:lnTo>
                  <a:lnTo>
                    <a:pt x="206" y="29"/>
                  </a:lnTo>
                  <a:lnTo>
                    <a:pt x="206" y="29"/>
                  </a:lnTo>
                  <a:lnTo>
                    <a:pt x="207" y="29"/>
                  </a:lnTo>
                  <a:lnTo>
                    <a:pt x="207" y="29"/>
                  </a:lnTo>
                  <a:lnTo>
                    <a:pt x="209" y="29"/>
                  </a:lnTo>
                  <a:lnTo>
                    <a:pt x="209" y="29"/>
                  </a:lnTo>
                  <a:lnTo>
                    <a:pt x="210" y="29"/>
                  </a:lnTo>
                  <a:lnTo>
                    <a:pt x="210" y="29"/>
                  </a:lnTo>
                  <a:lnTo>
                    <a:pt x="212" y="29"/>
                  </a:lnTo>
                  <a:lnTo>
                    <a:pt x="212" y="29"/>
                  </a:lnTo>
                  <a:lnTo>
                    <a:pt x="213" y="29"/>
                  </a:lnTo>
                  <a:lnTo>
                    <a:pt x="213" y="29"/>
                  </a:lnTo>
                  <a:lnTo>
                    <a:pt x="214" y="28"/>
                  </a:lnTo>
                  <a:lnTo>
                    <a:pt x="214" y="29"/>
                  </a:lnTo>
                  <a:lnTo>
                    <a:pt x="214" y="29"/>
                  </a:lnTo>
                  <a:lnTo>
                    <a:pt x="214" y="29"/>
                  </a:lnTo>
                  <a:lnTo>
                    <a:pt x="214" y="29"/>
                  </a:lnTo>
                  <a:lnTo>
                    <a:pt x="214" y="30"/>
                  </a:lnTo>
                  <a:lnTo>
                    <a:pt x="214" y="30"/>
                  </a:lnTo>
                  <a:lnTo>
                    <a:pt x="214" y="30"/>
                  </a:lnTo>
                  <a:lnTo>
                    <a:pt x="215" y="30"/>
                  </a:lnTo>
                  <a:lnTo>
                    <a:pt x="215" y="32"/>
                  </a:lnTo>
                  <a:lnTo>
                    <a:pt x="215" y="32"/>
                  </a:lnTo>
                  <a:lnTo>
                    <a:pt x="215" y="32"/>
                  </a:lnTo>
                  <a:lnTo>
                    <a:pt x="216" y="32"/>
                  </a:lnTo>
                  <a:lnTo>
                    <a:pt x="216" y="32"/>
                  </a:lnTo>
                  <a:lnTo>
                    <a:pt x="216" y="32"/>
                  </a:lnTo>
                  <a:lnTo>
                    <a:pt x="216" y="32"/>
                  </a:lnTo>
                  <a:lnTo>
                    <a:pt x="217" y="32"/>
                  </a:lnTo>
                  <a:lnTo>
                    <a:pt x="216" y="33"/>
                  </a:lnTo>
                  <a:lnTo>
                    <a:pt x="216" y="33"/>
                  </a:lnTo>
                  <a:lnTo>
                    <a:pt x="216" y="33"/>
                  </a:lnTo>
                  <a:lnTo>
                    <a:pt x="216" y="33"/>
                  </a:lnTo>
                  <a:lnTo>
                    <a:pt x="216" y="33"/>
                  </a:lnTo>
                  <a:lnTo>
                    <a:pt x="216" y="33"/>
                  </a:lnTo>
                  <a:lnTo>
                    <a:pt x="216" y="33"/>
                  </a:lnTo>
                  <a:lnTo>
                    <a:pt x="216" y="33"/>
                  </a:lnTo>
                  <a:lnTo>
                    <a:pt x="216" y="34"/>
                  </a:lnTo>
                  <a:lnTo>
                    <a:pt x="216" y="34"/>
                  </a:lnTo>
                  <a:lnTo>
                    <a:pt x="216" y="34"/>
                  </a:lnTo>
                  <a:lnTo>
                    <a:pt x="216" y="34"/>
                  </a:lnTo>
                  <a:lnTo>
                    <a:pt x="216" y="34"/>
                  </a:lnTo>
                  <a:lnTo>
                    <a:pt x="216" y="34"/>
                  </a:lnTo>
                  <a:lnTo>
                    <a:pt x="216" y="34"/>
                  </a:lnTo>
                  <a:lnTo>
                    <a:pt x="216" y="34"/>
                  </a:lnTo>
                  <a:lnTo>
                    <a:pt x="214" y="34"/>
                  </a:lnTo>
                  <a:lnTo>
                    <a:pt x="214" y="34"/>
                  </a:lnTo>
                  <a:lnTo>
                    <a:pt x="214" y="34"/>
                  </a:lnTo>
                  <a:lnTo>
                    <a:pt x="214" y="34"/>
                  </a:lnTo>
                  <a:lnTo>
                    <a:pt x="213" y="34"/>
                  </a:lnTo>
                  <a:lnTo>
                    <a:pt x="213" y="34"/>
                  </a:lnTo>
                  <a:lnTo>
                    <a:pt x="213" y="34"/>
                  </a:lnTo>
                  <a:lnTo>
                    <a:pt x="213" y="34"/>
                  </a:lnTo>
                  <a:lnTo>
                    <a:pt x="210" y="34"/>
                  </a:lnTo>
                  <a:lnTo>
                    <a:pt x="210" y="34"/>
                  </a:lnTo>
                  <a:lnTo>
                    <a:pt x="210" y="34"/>
                  </a:lnTo>
                  <a:lnTo>
                    <a:pt x="210" y="34"/>
                  </a:lnTo>
                  <a:lnTo>
                    <a:pt x="210" y="34"/>
                  </a:lnTo>
                  <a:lnTo>
                    <a:pt x="210" y="34"/>
                  </a:lnTo>
                  <a:lnTo>
                    <a:pt x="210" y="34"/>
                  </a:lnTo>
                  <a:lnTo>
                    <a:pt x="210" y="34"/>
                  </a:lnTo>
                  <a:lnTo>
                    <a:pt x="210" y="35"/>
                  </a:lnTo>
                  <a:lnTo>
                    <a:pt x="210" y="35"/>
                  </a:lnTo>
                  <a:lnTo>
                    <a:pt x="210" y="35"/>
                  </a:lnTo>
                  <a:lnTo>
                    <a:pt x="210" y="35"/>
                  </a:lnTo>
                  <a:lnTo>
                    <a:pt x="210" y="35"/>
                  </a:lnTo>
                  <a:lnTo>
                    <a:pt x="210" y="35"/>
                  </a:lnTo>
                  <a:lnTo>
                    <a:pt x="210" y="35"/>
                  </a:lnTo>
                  <a:lnTo>
                    <a:pt x="210" y="35"/>
                  </a:lnTo>
                  <a:lnTo>
                    <a:pt x="210" y="36"/>
                  </a:lnTo>
                  <a:lnTo>
                    <a:pt x="210" y="36"/>
                  </a:lnTo>
                  <a:lnTo>
                    <a:pt x="210" y="36"/>
                  </a:lnTo>
                  <a:lnTo>
                    <a:pt x="210" y="36"/>
                  </a:lnTo>
                  <a:lnTo>
                    <a:pt x="210" y="36"/>
                  </a:lnTo>
                  <a:lnTo>
                    <a:pt x="210" y="36"/>
                  </a:lnTo>
                  <a:lnTo>
                    <a:pt x="210" y="36"/>
                  </a:lnTo>
                  <a:lnTo>
                    <a:pt x="212" y="36"/>
                  </a:lnTo>
                  <a:lnTo>
                    <a:pt x="212" y="36"/>
                  </a:lnTo>
                  <a:lnTo>
                    <a:pt x="212" y="36"/>
                  </a:lnTo>
                  <a:lnTo>
                    <a:pt x="212" y="36"/>
                  </a:lnTo>
                  <a:lnTo>
                    <a:pt x="213" y="36"/>
                  </a:lnTo>
                  <a:lnTo>
                    <a:pt x="213" y="36"/>
                  </a:lnTo>
                  <a:lnTo>
                    <a:pt x="213" y="36"/>
                  </a:lnTo>
                  <a:lnTo>
                    <a:pt x="213" y="36"/>
                  </a:lnTo>
                  <a:lnTo>
                    <a:pt x="214" y="35"/>
                  </a:lnTo>
                  <a:lnTo>
                    <a:pt x="214" y="36"/>
                  </a:lnTo>
                  <a:lnTo>
                    <a:pt x="214" y="36"/>
                  </a:lnTo>
                  <a:lnTo>
                    <a:pt x="214" y="36"/>
                  </a:lnTo>
                  <a:lnTo>
                    <a:pt x="216" y="36"/>
                  </a:lnTo>
                  <a:lnTo>
                    <a:pt x="216" y="36"/>
                  </a:lnTo>
                  <a:lnTo>
                    <a:pt x="216" y="36"/>
                  </a:lnTo>
                  <a:lnTo>
                    <a:pt x="216" y="36"/>
                  </a:lnTo>
                  <a:lnTo>
                    <a:pt x="217" y="36"/>
                  </a:lnTo>
                  <a:lnTo>
                    <a:pt x="217" y="36"/>
                  </a:lnTo>
                  <a:lnTo>
                    <a:pt x="217" y="36"/>
                  </a:lnTo>
                  <a:lnTo>
                    <a:pt x="217" y="36"/>
                  </a:lnTo>
                  <a:lnTo>
                    <a:pt x="217" y="36"/>
                  </a:lnTo>
                  <a:lnTo>
                    <a:pt x="217" y="36"/>
                  </a:lnTo>
                  <a:lnTo>
                    <a:pt x="217" y="36"/>
                  </a:lnTo>
                  <a:lnTo>
                    <a:pt x="217" y="36"/>
                  </a:lnTo>
                  <a:lnTo>
                    <a:pt x="220" y="35"/>
                  </a:lnTo>
                  <a:lnTo>
                    <a:pt x="220" y="35"/>
                  </a:lnTo>
                  <a:lnTo>
                    <a:pt x="220" y="35"/>
                  </a:lnTo>
                  <a:lnTo>
                    <a:pt x="220" y="35"/>
                  </a:lnTo>
                  <a:lnTo>
                    <a:pt x="221" y="35"/>
                  </a:lnTo>
                  <a:lnTo>
                    <a:pt x="221" y="35"/>
                  </a:lnTo>
                  <a:lnTo>
                    <a:pt x="221" y="35"/>
                  </a:lnTo>
                  <a:lnTo>
                    <a:pt x="221" y="35"/>
                  </a:lnTo>
                  <a:lnTo>
                    <a:pt x="222" y="34"/>
                  </a:lnTo>
                  <a:lnTo>
                    <a:pt x="222" y="35"/>
                  </a:lnTo>
                  <a:lnTo>
                    <a:pt x="222" y="35"/>
                  </a:lnTo>
                  <a:lnTo>
                    <a:pt x="222" y="35"/>
                  </a:lnTo>
                  <a:lnTo>
                    <a:pt x="223" y="35"/>
                  </a:lnTo>
                  <a:lnTo>
                    <a:pt x="223" y="37"/>
                  </a:lnTo>
                  <a:lnTo>
                    <a:pt x="223" y="37"/>
                  </a:lnTo>
                  <a:lnTo>
                    <a:pt x="223" y="37"/>
                  </a:lnTo>
                  <a:lnTo>
                    <a:pt x="225" y="37"/>
                  </a:lnTo>
                  <a:lnTo>
                    <a:pt x="225" y="39"/>
                  </a:lnTo>
                  <a:lnTo>
                    <a:pt x="225" y="39"/>
                  </a:lnTo>
                  <a:lnTo>
                    <a:pt x="225" y="39"/>
                  </a:lnTo>
                  <a:lnTo>
                    <a:pt x="225" y="39"/>
                  </a:lnTo>
                  <a:lnTo>
                    <a:pt x="225" y="40"/>
                  </a:lnTo>
                  <a:lnTo>
                    <a:pt x="225" y="40"/>
                  </a:lnTo>
                  <a:lnTo>
                    <a:pt x="225" y="40"/>
                  </a:lnTo>
                  <a:lnTo>
                    <a:pt x="226" y="40"/>
                  </a:lnTo>
                  <a:lnTo>
                    <a:pt x="226" y="41"/>
                  </a:lnTo>
                  <a:lnTo>
                    <a:pt x="226" y="41"/>
                  </a:lnTo>
                  <a:lnTo>
                    <a:pt x="226" y="41"/>
                  </a:lnTo>
                  <a:lnTo>
                    <a:pt x="226" y="41"/>
                  </a:lnTo>
                  <a:lnTo>
                    <a:pt x="226" y="43"/>
                  </a:lnTo>
                  <a:lnTo>
                    <a:pt x="226" y="43"/>
                  </a:lnTo>
                  <a:lnTo>
                    <a:pt x="226" y="43"/>
                  </a:lnTo>
                  <a:lnTo>
                    <a:pt x="226" y="43"/>
                  </a:lnTo>
                  <a:lnTo>
                    <a:pt x="226" y="45"/>
                  </a:lnTo>
                  <a:lnTo>
                    <a:pt x="226" y="45"/>
                  </a:lnTo>
                  <a:lnTo>
                    <a:pt x="226" y="45"/>
                  </a:lnTo>
                  <a:lnTo>
                    <a:pt x="226" y="45"/>
                  </a:lnTo>
                  <a:lnTo>
                    <a:pt x="226" y="46"/>
                  </a:lnTo>
                  <a:lnTo>
                    <a:pt x="226" y="46"/>
                  </a:lnTo>
                  <a:lnTo>
                    <a:pt x="226" y="46"/>
                  </a:lnTo>
                  <a:lnTo>
                    <a:pt x="226" y="46"/>
                  </a:lnTo>
                  <a:lnTo>
                    <a:pt x="225" y="46"/>
                  </a:lnTo>
                  <a:lnTo>
                    <a:pt x="225" y="46"/>
                  </a:lnTo>
                  <a:lnTo>
                    <a:pt x="225" y="46"/>
                  </a:lnTo>
                  <a:lnTo>
                    <a:pt x="225" y="46"/>
                  </a:lnTo>
                  <a:lnTo>
                    <a:pt x="225" y="46"/>
                  </a:lnTo>
                  <a:lnTo>
                    <a:pt x="225" y="46"/>
                  </a:lnTo>
                  <a:lnTo>
                    <a:pt x="225" y="46"/>
                  </a:lnTo>
                  <a:lnTo>
                    <a:pt x="225" y="46"/>
                  </a:lnTo>
                  <a:lnTo>
                    <a:pt x="224" y="46"/>
                  </a:lnTo>
                  <a:lnTo>
                    <a:pt x="224" y="46"/>
                  </a:lnTo>
                  <a:lnTo>
                    <a:pt x="224" y="46"/>
                  </a:lnTo>
                  <a:lnTo>
                    <a:pt x="224" y="46"/>
                  </a:lnTo>
                  <a:lnTo>
                    <a:pt x="224" y="46"/>
                  </a:lnTo>
                  <a:lnTo>
                    <a:pt x="224" y="46"/>
                  </a:lnTo>
                  <a:lnTo>
                    <a:pt x="224" y="46"/>
                  </a:lnTo>
                  <a:lnTo>
                    <a:pt x="224" y="46"/>
                  </a:lnTo>
                  <a:lnTo>
                    <a:pt x="223" y="46"/>
                  </a:lnTo>
                  <a:lnTo>
                    <a:pt x="223" y="46"/>
                  </a:lnTo>
                  <a:lnTo>
                    <a:pt x="223" y="46"/>
                  </a:lnTo>
                  <a:lnTo>
                    <a:pt x="223" y="46"/>
                  </a:lnTo>
                  <a:lnTo>
                    <a:pt x="223" y="46"/>
                  </a:lnTo>
                  <a:lnTo>
                    <a:pt x="223" y="46"/>
                  </a:lnTo>
                  <a:lnTo>
                    <a:pt x="223" y="46"/>
                  </a:lnTo>
                  <a:lnTo>
                    <a:pt x="223" y="44"/>
                  </a:lnTo>
                  <a:lnTo>
                    <a:pt x="223" y="44"/>
                  </a:lnTo>
                  <a:lnTo>
                    <a:pt x="223" y="44"/>
                  </a:lnTo>
                  <a:lnTo>
                    <a:pt x="223" y="44"/>
                  </a:lnTo>
                  <a:lnTo>
                    <a:pt x="223" y="43"/>
                  </a:lnTo>
                  <a:lnTo>
                    <a:pt x="223" y="43"/>
                  </a:lnTo>
                  <a:lnTo>
                    <a:pt x="223" y="43"/>
                  </a:lnTo>
                  <a:lnTo>
                    <a:pt x="223" y="43"/>
                  </a:lnTo>
                  <a:lnTo>
                    <a:pt x="223" y="41"/>
                  </a:lnTo>
                  <a:lnTo>
                    <a:pt x="222" y="41"/>
                  </a:lnTo>
                  <a:lnTo>
                    <a:pt x="222" y="41"/>
                  </a:lnTo>
                  <a:lnTo>
                    <a:pt x="222" y="41"/>
                  </a:lnTo>
                  <a:lnTo>
                    <a:pt x="222" y="41"/>
                  </a:lnTo>
                  <a:lnTo>
                    <a:pt x="220" y="41"/>
                  </a:lnTo>
                  <a:lnTo>
                    <a:pt x="220" y="41"/>
                  </a:lnTo>
                  <a:lnTo>
                    <a:pt x="220" y="41"/>
                  </a:lnTo>
                  <a:lnTo>
                    <a:pt x="220" y="41"/>
                  </a:lnTo>
                  <a:lnTo>
                    <a:pt x="218" y="41"/>
                  </a:lnTo>
                  <a:lnTo>
                    <a:pt x="218" y="41"/>
                  </a:lnTo>
                  <a:lnTo>
                    <a:pt x="218" y="41"/>
                  </a:lnTo>
                  <a:lnTo>
                    <a:pt x="218" y="41"/>
                  </a:lnTo>
                  <a:lnTo>
                    <a:pt x="217" y="41"/>
                  </a:lnTo>
                  <a:lnTo>
                    <a:pt x="217" y="41"/>
                  </a:lnTo>
                  <a:lnTo>
                    <a:pt x="217" y="41"/>
                  </a:lnTo>
                  <a:lnTo>
                    <a:pt x="217" y="40"/>
                  </a:lnTo>
                  <a:lnTo>
                    <a:pt x="216" y="41"/>
                  </a:lnTo>
                  <a:lnTo>
                    <a:pt x="216" y="41"/>
                  </a:lnTo>
                  <a:lnTo>
                    <a:pt x="216" y="41"/>
                  </a:lnTo>
                  <a:lnTo>
                    <a:pt x="216" y="41"/>
                  </a:lnTo>
                  <a:lnTo>
                    <a:pt x="216" y="41"/>
                  </a:lnTo>
                  <a:lnTo>
                    <a:pt x="216" y="41"/>
                  </a:lnTo>
                  <a:lnTo>
                    <a:pt x="216" y="41"/>
                  </a:lnTo>
                  <a:lnTo>
                    <a:pt x="216" y="41"/>
                  </a:lnTo>
                  <a:lnTo>
                    <a:pt x="214" y="41"/>
                  </a:lnTo>
                  <a:lnTo>
                    <a:pt x="214" y="41"/>
                  </a:lnTo>
                  <a:lnTo>
                    <a:pt x="214" y="41"/>
                  </a:lnTo>
                  <a:lnTo>
                    <a:pt x="214" y="41"/>
                  </a:lnTo>
                  <a:lnTo>
                    <a:pt x="214" y="41"/>
                  </a:lnTo>
                  <a:lnTo>
                    <a:pt x="214" y="41"/>
                  </a:lnTo>
                  <a:lnTo>
                    <a:pt x="214" y="41"/>
                  </a:lnTo>
                  <a:lnTo>
                    <a:pt x="214" y="41"/>
                  </a:lnTo>
                  <a:lnTo>
                    <a:pt x="214" y="43"/>
                  </a:lnTo>
                  <a:lnTo>
                    <a:pt x="214" y="43"/>
                  </a:lnTo>
                  <a:lnTo>
                    <a:pt x="214" y="43"/>
                  </a:lnTo>
                  <a:lnTo>
                    <a:pt x="214" y="43"/>
                  </a:lnTo>
                  <a:lnTo>
                    <a:pt x="214" y="44"/>
                  </a:lnTo>
                  <a:lnTo>
                    <a:pt x="214" y="44"/>
                  </a:lnTo>
                  <a:lnTo>
                    <a:pt x="214" y="44"/>
                  </a:lnTo>
                  <a:lnTo>
                    <a:pt x="215" y="44"/>
                  </a:lnTo>
                  <a:lnTo>
                    <a:pt x="215" y="46"/>
                  </a:lnTo>
                  <a:lnTo>
                    <a:pt x="215" y="46"/>
                  </a:lnTo>
                  <a:lnTo>
                    <a:pt x="215" y="46"/>
                  </a:lnTo>
                  <a:lnTo>
                    <a:pt x="216" y="46"/>
                  </a:lnTo>
                  <a:lnTo>
                    <a:pt x="216" y="46"/>
                  </a:lnTo>
                  <a:lnTo>
                    <a:pt x="216" y="46"/>
                  </a:lnTo>
                  <a:lnTo>
                    <a:pt x="216" y="46"/>
                  </a:lnTo>
                  <a:lnTo>
                    <a:pt x="217" y="46"/>
                  </a:lnTo>
                  <a:lnTo>
                    <a:pt x="217" y="47"/>
                  </a:lnTo>
                  <a:lnTo>
                    <a:pt x="217" y="47"/>
                  </a:lnTo>
                  <a:lnTo>
                    <a:pt x="217" y="47"/>
                  </a:lnTo>
                  <a:lnTo>
                    <a:pt x="219" y="47"/>
                  </a:lnTo>
                  <a:lnTo>
                    <a:pt x="219" y="47"/>
                  </a:lnTo>
                  <a:lnTo>
                    <a:pt x="220" y="47"/>
                  </a:lnTo>
                  <a:lnTo>
                    <a:pt x="220" y="47"/>
                  </a:lnTo>
                  <a:lnTo>
                    <a:pt x="222" y="47"/>
                  </a:lnTo>
                  <a:lnTo>
                    <a:pt x="222" y="47"/>
                  </a:lnTo>
                  <a:lnTo>
                    <a:pt x="222" y="47"/>
                  </a:lnTo>
                  <a:lnTo>
                    <a:pt x="222" y="47"/>
                  </a:lnTo>
                  <a:lnTo>
                    <a:pt x="223" y="47"/>
                  </a:lnTo>
                  <a:lnTo>
                    <a:pt x="223" y="47"/>
                  </a:lnTo>
                  <a:lnTo>
                    <a:pt x="224" y="47"/>
                  </a:lnTo>
                  <a:lnTo>
                    <a:pt x="224" y="47"/>
                  </a:lnTo>
                  <a:lnTo>
                    <a:pt x="225" y="47"/>
                  </a:lnTo>
                  <a:lnTo>
                    <a:pt x="225" y="48"/>
                  </a:lnTo>
                  <a:lnTo>
                    <a:pt x="225" y="50"/>
                  </a:lnTo>
                  <a:lnTo>
                    <a:pt x="225" y="50"/>
                  </a:lnTo>
                  <a:lnTo>
                    <a:pt x="225" y="51"/>
                  </a:lnTo>
                  <a:lnTo>
                    <a:pt x="225" y="51"/>
                  </a:lnTo>
                  <a:lnTo>
                    <a:pt x="225" y="53"/>
                  </a:lnTo>
                  <a:lnTo>
                    <a:pt x="225" y="54"/>
                  </a:lnTo>
                  <a:lnTo>
                    <a:pt x="225" y="56"/>
                  </a:lnTo>
                  <a:lnTo>
                    <a:pt x="227" y="56"/>
                  </a:lnTo>
                  <a:lnTo>
                    <a:pt x="227" y="58"/>
                  </a:lnTo>
                  <a:lnTo>
                    <a:pt x="227" y="60"/>
                  </a:lnTo>
                  <a:lnTo>
                    <a:pt x="227" y="62"/>
                  </a:lnTo>
                  <a:lnTo>
                    <a:pt x="229" y="62"/>
                  </a:lnTo>
                  <a:lnTo>
                    <a:pt x="229" y="64"/>
                  </a:lnTo>
                  <a:lnTo>
                    <a:pt x="229" y="65"/>
                  </a:lnTo>
                  <a:lnTo>
                    <a:pt x="229" y="66"/>
                  </a:lnTo>
                  <a:lnTo>
                    <a:pt x="230" y="66"/>
                  </a:lnTo>
                  <a:lnTo>
                    <a:pt x="229" y="68"/>
                  </a:lnTo>
                  <a:lnTo>
                    <a:pt x="229" y="68"/>
                  </a:lnTo>
                  <a:lnTo>
                    <a:pt x="229" y="69"/>
                  </a:lnTo>
                  <a:lnTo>
                    <a:pt x="229" y="69"/>
                  </a:lnTo>
                  <a:lnTo>
                    <a:pt x="229" y="70"/>
                  </a:lnTo>
                  <a:lnTo>
                    <a:pt x="229" y="70"/>
                  </a:lnTo>
                  <a:lnTo>
                    <a:pt x="229" y="70"/>
                  </a:lnTo>
                  <a:lnTo>
                    <a:pt x="229" y="70"/>
                  </a:lnTo>
                  <a:lnTo>
                    <a:pt x="229" y="73"/>
                  </a:lnTo>
                  <a:lnTo>
                    <a:pt x="229" y="73"/>
                  </a:lnTo>
                  <a:lnTo>
                    <a:pt x="229" y="74"/>
                  </a:lnTo>
                  <a:lnTo>
                    <a:pt x="229" y="74"/>
                  </a:lnTo>
                  <a:lnTo>
                    <a:pt x="229" y="75"/>
                  </a:lnTo>
                  <a:lnTo>
                    <a:pt x="229" y="75"/>
                  </a:lnTo>
                  <a:lnTo>
                    <a:pt x="229" y="75"/>
                  </a:lnTo>
                  <a:lnTo>
                    <a:pt x="229" y="75"/>
                  </a:lnTo>
                  <a:lnTo>
                    <a:pt x="227" y="77"/>
                  </a:lnTo>
                  <a:lnTo>
                    <a:pt x="227" y="77"/>
                  </a:lnTo>
                  <a:lnTo>
                    <a:pt x="227" y="77"/>
                  </a:lnTo>
                  <a:lnTo>
                    <a:pt x="227" y="77"/>
                  </a:lnTo>
                  <a:lnTo>
                    <a:pt x="227" y="78"/>
                  </a:lnTo>
                  <a:lnTo>
                    <a:pt x="227" y="78"/>
                  </a:lnTo>
                  <a:lnTo>
                    <a:pt x="227" y="78"/>
                  </a:lnTo>
                  <a:lnTo>
                    <a:pt x="227" y="78"/>
                  </a:lnTo>
                  <a:lnTo>
                    <a:pt x="225" y="80"/>
                  </a:lnTo>
                  <a:lnTo>
                    <a:pt x="225" y="80"/>
                  </a:lnTo>
                  <a:lnTo>
                    <a:pt x="225" y="80"/>
                  </a:lnTo>
                  <a:lnTo>
                    <a:pt x="225" y="80"/>
                  </a:lnTo>
                  <a:lnTo>
                    <a:pt x="225" y="82"/>
                  </a:lnTo>
                  <a:lnTo>
                    <a:pt x="225" y="82"/>
                  </a:lnTo>
                  <a:lnTo>
                    <a:pt x="225" y="82"/>
                  </a:lnTo>
                  <a:lnTo>
                    <a:pt x="225" y="82"/>
                  </a:lnTo>
                  <a:lnTo>
                    <a:pt x="225" y="84"/>
                  </a:lnTo>
                  <a:lnTo>
                    <a:pt x="225" y="84"/>
                  </a:lnTo>
                  <a:lnTo>
                    <a:pt x="225" y="84"/>
                  </a:lnTo>
                  <a:lnTo>
                    <a:pt x="225" y="84"/>
                  </a:lnTo>
                  <a:lnTo>
                    <a:pt x="225" y="85"/>
                  </a:lnTo>
                  <a:lnTo>
                    <a:pt x="225" y="85"/>
                  </a:lnTo>
                  <a:lnTo>
                    <a:pt x="225" y="85"/>
                  </a:lnTo>
                  <a:lnTo>
                    <a:pt x="225" y="85"/>
                  </a:lnTo>
                  <a:lnTo>
                    <a:pt x="225" y="87"/>
                  </a:lnTo>
                  <a:lnTo>
                    <a:pt x="225" y="87"/>
                  </a:lnTo>
                  <a:lnTo>
                    <a:pt x="225" y="87"/>
                  </a:lnTo>
                  <a:lnTo>
                    <a:pt x="225" y="87"/>
                  </a:lnTo>
                  <a:lnTo>
                    <a:pt x="225" y="88"/>
                  </a:lnTo>
                  <a:lnTo>
                    <a:pt x="225" y="88"/>
                  </a:lnTo>
                  <a:lnTo>
                    <a:pt x="225" y="88"/>
                  </a:lnTo>
                  <a:lnTo>
                    <a:pt x="226" y="88"/>
                  </a:lnTo>
                  <a:lnTo>
                    <a:pt x="226" y="90"/>
                  </a:lnTo>
                  <a:lnTo>
                    <a:pt x="226" y="90"/>
                  </a:lnTo>
                  <a:lnTo>
                    <a:pt x="226" y="90"/>
                  </a:lnTo>
                  <a:lnTo>
                    <a:pt x="226" y="90"/>
                  </a:lnTo>
                  <a:lnTo>
                    <a:pt x="226" y="90"/>
                  </a:lnTo>
                  <a:lnTo>
                    <a:pt x="226" y="90"/>
                  </a:lnTo>
                  <a:lnTo>
                    <a:pt x="226" y="90"/>
                  </a:lnTo>
                  <a:lnTo>
                    <a:pt x="228" y="90"/>
                  </a:lnTo>
                  <a:lnTo>
                    <a:pt x="228" y="91"/>
                  </a:lnTo>
                  <a:lnTo>
                    <a:pt x="228" y="91"/>
                  </a:lnTo>
                  <a:lnTo>
                    <a:pt x="228" y="91"/>
                  </a:lnTo>
                  <a:lnTo>
                    <a:pt x="229" y="91"/>
                  </a:lnTo>
                  <a:lnTo>
                    <a:pt x="229" y="91"/>
                  </a:lnTo>
                  <a:lnTo>
                    <a:pt x="229" y="91"/>
                  </a:lnTo>
                  <a:lnTo>
                    <a:pt x="229" y="91"/>
                  </a:lnTo>
                  <a:lnTo>
                    <a:pt x="231" y="91"/>
                  </a:lnTo>
                  <a:lnTo>
                    <a:pt x="231" y="93"/>
                  </a:lnTo>
                  <a:lnTo>
                    <a:pt x="231" y="93"/>
                  </a:lnTo>
                  <a:lnTo>
                    <a:pt x="231" y="93"/>
                  </a:lnTo>
                  <a:lnTo>
                    <a:pt x="232" y="93"/>
                  </a:lnTo>
                  <a:lnTo>
                    <a:pt x="232" y="95"/>
                  </a:lnTo>
                  <a:lnTo>
                    <a:pt x="234" y="95"/>
                  </a:lnTo>
                  <a:lnTo>
                    <a:pt x="234" y="95"/>
                  </a:lnTo>
                  <a:lnTo>
                    <a:pt x="236" y="95"/>
                  </a:lnTo>
                  <a:lnTo>
                    <a:pt x="236" y="97"/>
                  </a:lnTo>
                  <a:lnTo>
                    <a:pt x="236" y="97"/>
                  </a:lnTo>
                  <a:lnTo>
                    <a:pt x="236" y="97"/>
                  </a:lnTo>
                  <a:lnTo>
                    <a:pt x="238" y="97"/>
                  </a:lnTo>
                  <a:lnTo>
                    <a:pt x="238" y="98"/>
                  </a:lnTo>
                  <a:lnTo>
                    <a:pt x="239" y="98"/>
                  </a:lnTo>
                  <a:lnTo>
                    <a:pt x="239" y="98"/>
                  </a:lnTo>
                  <a:lnTo>
                    <a:pt x="241" y="98"/>
                  </a:lnTo>
                  <a:lnTo>
                    <a:pt x="239" y="100"/>
                  </a:lnTo>
                  <a:lnTo>
                    <a:pt x="239" y="100"/>
                  </a:lnTo>
                  <a:lnTo>
                    <a:pt x="239" y="101"/>
                  </a:lnTo>
                  <a:lnTo>
                    <a:pt x="239" y="101"/>
                  </a:lnTo>
                  <a:lnTo>
                    <a:pt x="238" y="103"/>
                  </a:lnTo>
                  <a:lnTo>
                    <a:pt x="238" y="103"/>
                  </a:lnTo>
                  <a:lnTo>
                    <a:pt x="238" y="103"/>
                  </a:lnTo>
                  <a:lnTo>
                    <a:pt x="238" y="103"/>
                  </a:lnTo>
                  <a:lnTo>
                    <a:pt x="237" y="105"/>
                  </a:lnTo>
                  <a:lnTo>
                    <a:pt x="237" y="105"/>
                  </a:lnTo>
                  <a:lnTo>
                    <a:pt x="237" y="106"/>
                  </a:lnTo>
                  <a:lnTo>
                    <a:pt x="237" y="106"/>
                  </a:lnTo>
                  <a:lnTo>
                    <a:pt x="237" y="107"/>
                  </a:lnTo>
                  <a:lnTo>
                    <a:pt x="237" y="107"/>
                  </a:lnTo>
                  <a:lnTo>
                    <a:pt x="237" y="107"/>
                  </a:lnTo>
                  <a:lnTo>
                    <a:pt x="237" y="107"/>
                  </a:lnTo>
                  <a:lnTo>
                    <a:pt x="237" y="109"/>
                  </a:lnTo>
                  <a:lnTo>
                    <a:pt x="237" y="109"/>
                  </a:lnTo>
                  <a:lnTo>
                    <a:pt x="237" y="109"/>
                  </a:lnTo>
                  <a:lnTo>
                    <a:pt x="237" y="109"/>
                  </a:lnTo>
                  <a:lnTo>
                    <a:pt x="237" y="109"/>
                  </a:lnTo>
                  <a:lnTo>
                    <a:pt x="237" y="109"/>
                  </a:lnTo>
                  <a:lnTo>
                    <a:pt x="237" y="109"/>
                  </a:lnTo>
                  <a:lnTo>
                    <a:pt x="239" y="109"/>
                  </a:lnTo>
                  <a:lnTo>
                    <a:pt x="239" y="112"/>
                  </a:lnTo>
                  <a:lnTo>
                    <a:pt x="239" y="112"/>
                  </a:lnTo>
                  <a:lnTo>
                    <a:pt x="239" y="112"/>
                  </a:lnTo>
                  <a:lnTo>
                    <a:pt x="240" y="112"/>
                  </a:lnTo>
                  <a:lnTo>
                    <a:pt x="240" y="112"/>
                  </a:lnTo>
                  <a:lnTo>
                    <a:pt x="240" y="112"/>
                  </a:lnTo>
                  <a:lnTo>
                    <a:pt x="240" y="112"/>
                  </a:lnTo>
                  <a:lnTo>
                    <a:pt x="242" y="112"/>
                  </a:lnTo>
                  <a:lnTo>
                    <a:pt x="242" y="113"/>
                  </a:lnTo>
                  <a:lnTo>
                    <a:pt x="242" y="113"/>
                  </a:lnTo>
                  <a:lnTo>
                    <a:pt x="242" y="113"/>
                  </a:lnTo>
                  <a:lnTo>
                    <a:pt x="242" y="113"/>
                  </a:lnTo>
                  <a:lnTo>
                    <a:pt x="242" y="114"/>
                  </a:lnTo>
                  <a:lnTo>
                    <a:pt x="242" y="114"/>
                  </a:lnTo>
                  <a:lnTo>
                    <a:pt x="242" y="114"/>
                  </a:lnTo>
                  <a:lnTo>
                    <a:pt x="242" y="114"/>
                  </a:lnTo>
                  <a:lnTo>
                    <a:pt x="242" y="116"/>
                  </a:lnTo>
                  <a:lnTo>
                    <a:pt x="242" y="116"/>
                  </a:lnTo>
                  <a:lnTo>
                    <a:pt x="242" y="116"/>
                  </a:lnTo>
                  <a:lnTo>
                    <a:pt x="242" y="116"/>
                  </a:lnTo>
                  <a:lnTo>
                    <a:pt x="242" y="116"/>
                  </a:lnTo>
                  <a:lnTo>
                    <a:pt x="242" y="116"/>
                  </a:lnTo>
                  <a:lnTo>
                    <a:pt x="242" y="116"/>
                  </a:lnTo>
                  <a:lnTo>
                    <a:pt x="242" y="116"/>
                  </a:lnTo>
                  <a:lnTo>
                    <a:pt x="242" y="118"/>
                  </a:lnTo>
                  <a:lnTo>
                    <a:pt x="242" y="118"/>
                  </a:lnTo>
                  <a:lnTo>
                    <a:pt x="242" y="118"/>
                  </a:lnTo>
                  <a:lnTo>
                    <a:pt x="242" y="118"/>
                  </a:lnTo>
                  <a:lnTo>
                    <a:pt x="242" y="119"/>
                  </a:lnTo>
                  <a:lnTo>
                    <a:pt x="242" y="119"/>
                  </a:lnTo>
                  <a:lnTo>
                    <a:pt x="242" y="119"/>
                  </a:lnTo>
                  <a:lnTo>
                    <a:pt x="242" y="119"/>
                  </a:lnTo>
                  <a:lnTo>
                    <a:pt x="242" y="120"/>
                  </a:lnTo>
                  <a:lnTo>
                    <a:pt x="242" y="120"/>
                  </a:lnTo>
                  <a:lnTo>
                    <a:pt x="242" y="120"/>
                  </a:lnTo>
                  <a:lnTo>
                    <a:pt x="242" y="120"/>
                  </a:lnTo>
                  <a:lnTo>
                    <a:pt x="242" y="120"/>
                  </a:lnTo>
                  <a:lnTo>
                    <a:pt x="242" y="120"/>
                  </a:lnTo>
                  <a:lnTo>
                    <a:pt x="242" y="120"/>
                  </a:lnTo>
                  <a:lnTo>
                    <a:pt x="244" y="120"/>
                  </a:lnTo>
                  <a:lnTo>
                    <a:pt x="242" y="122"/>
                  </a:lnTo>
                  <a:lnTo>
                    <a:pt x="242" y="122"/>
                  </a:lnTo>
                  <a:lnTo>
                    <a:pt x="242" y="123"/>
                  </a:lnTo>
                  <a:lnTo>
                    <a:pt x="242" y="123"/>
                  </a:lnTo>
                  <a:lnTo>
                    <a:pt x="242" y="125"/>
                  </a:lnTo>
                  <a:lnTo>
                    <a:pt x="242" y="125"/>
                  </a:lnTo>
                  <a:lnTo>
                    <a:pt x="242" y="125"/>
                  </a:lnTo>
                  <a:lnTo>
                    <a:pt x="242" y="125"/>
                  </a:lnTo>
                  <a:lnTo>
                    <a:pt x="241" y="127"/>
                  </a:lnTo>
                  <a:lnTo>
                    <a:pt x="241" y="127"/>
                  </a:lnTo>
                  <a:lnTo>
                    <a:pt x="241" y="128"/>
                  </a:lnTo>
                  <a:lnTo>
                    <a:pt x="241" y="128"/>
                  </a:lnTo>
                  <a:lnTo>
                    <a:pt x="241" y="129"/>
                  </a:lnTo>
                  <a:lnTo>
                    <a:pt x="241" y="129"/>
                  </a:lnTo>
                  <a:lnTo>
                    <a:pt x="241" y="129"/>
                  </a:lnTo>
                  <a:lnTo>
                    <a:pt x="241" y="129"/>
                  </a:lnTo>
                  <a:lnTo>
                    <a:pt x="241" y="131"/>
                  </a:lnTo>
                  <a:lnTo>
                    <a:pt x="241" y="131"/>
                  </a:lnTo>
                  <a:lnTo>
                    <a:pt x="241" y="133"/>
                  </a:lnTo>
                  <a:lnTo>
                    <a:pt x="241" y="133"/>
                  </a:lnTo>
                  <a:lnTo>
                    <a:pt x="241" y="135"/>
                  </a:lnTo>
                  <a:lnTo>
                    <a:pt x="241" y="135"/>
                  </a:lnTo>
                  <a:lnTo>
                    <a:pt x="241" y="135"/>
                  </a:lnTo>
                  <a:lnTo>
                    <a:pt x="242" y="135"/>
                  </a:lnTo>
                  <a:lnTo>
                    <a:pt x="242" y="136"/>
                  </a:lnTo>
                  <a:lnTo>
                    <a:pt x="242" y="136"/>
                  </a:lnTo>
                  <a:lnTo>
                    <a:pt x="242" y="136"/>
                  </a:lnTo>
                  <a:lnTo>
                    <a:pt x="242" y="136"/>
                  </a:lnTo>
                  <a:lnTo>
                    <a:pt x="242" y="138"/>
                  </a:lnTo>
                  <a:lnTo>
                    <a:pt x="242" y="138"/>
                  </a:lnTo>
                  <a:lnTo>
                    <a:pt x="242" y="138"/>
                  </a:lnTo>
                  <a:lnTo>
                    <a:pt x="244" y="138"/>
                  </a:lnTo>
                  <a:lnTo>
                    <a:pt x="244" y="140"/>
                  </a:lnTo>
                  <a:lnTo>
                    <a:pt x="244" y="140"/>
                  </a:lnTo>
                  <a:lnTo>
                    <a:pt x="244" y="141"/>
                  </a:lnTo>
                  <a:lnTo>
                    <a:pt x="244" y="141"/>
                  </a:lnTo>
                  <a:lnTo>
                    <a:pt x="244" y="143"/>
                  </a:lnTo>
                  <a:lnTo>
                    <a:pt x="244" y="143"/>
                  </a:lnTo>
                  <a:lnTo>
                    <a:pt x="244" y="143"/>
                  </a:lnTo>
                  <a:lnTo>
                    <a:pt x="244" y="143"/>
                  </a:lnTo>
                  <a:lnTo>
                    <a:pt x="244" y="145"/>
                  </a:lnTo>
                  <a:lnTo>
                    <a:pt x="244" y="145"/>
                  </a:lnTo>
                  <a:lnTo>
                    <a:pt x="244" y="145"/>
                  </a:lnTo>
                  <a:lnTo>
                    <a:pt x="244" y="145"/>
                  </a:lnTo>
                  <a:lnTo>
                    <a:pt x="244" y="146"/>
                  </a:lnTo>
                  <a:lnTo>
                    <a:pt x="244" y="146"/>
                  </a:lnTo>
                  <a:lnTo>
                    <a:pt x="244" y="146"/>
                  </a:lnTo>
                  <a:lnTo>
                    <a:pt x="245" y="146"/>
                  </a:lnTo>
                  <a:lnTo>
                    <a:pt x="245" y="146"/>
                  </a:lnTo>
                  <a:lnTo>
                    <a:pt x="245" y="146"/>
                  </a:lnTo>
                  <a:lnTo>
                    <a:pt x="245" y="146"/>
                  </a:lnTo>
                  <a:lnTo>
                    <a:pt x="245" y="146"/>
                  </a:lnTo>
                  <a:lnTo>
                    <a:pt x="245" y="146"/>
                  </a:lnTo>
                  <a:lnTo>
                    <a:pt x="245" y="146"/>
                  </a:lnTo>
                  <a:lnTo>
                    <a:pt x="245" y="146"/>
                  </a:lnTo>
                  <a:lnTo>
                    <a:pt x="247" y="146"/>
                  </a:lnTo>
                  <a:lnTo>
                    <a:pt x="247" y="146"/>
                  </a:lnTo>
                  <a:lnTo>
                    <a:pt x="247" y="146"/>
                  </a:lnTo>
                  <a:lnTo>
                    <a:pt x="247" y="146"/>
                  </a:lnTo>
                  <a:lnTo>
                    <a:pt x="249" y="146"/>
                  </a:lnTo>
                  <a:lnTo>
                    <a:pt x="249" y="146"/>
                  </a:lnTo>
                  <a:lnTo>
                    <a:pt x="249" y="146"/>
                  </a:lnTo>
                  <a:lnTo>
                    <a:pt x="249" y="146"/>
                  </a:lnTo>
                  <a:lnTo>
                    <a:pt x="251" y="146"/>
                  </a:lnTo>
                  <a:lnTo>
                    <a:pt x="251" y="148"/>
                  </a:lnTo>
                  <a:lnTo>
                    <a:pt x="251" y="148"/>
                  </a:lnTo>
                  <a:lnTo>
                    <a:pt x="251" y="148"/>
                  </a:lnTo>
                  <a:lnTo>
                    <a:pt x="251" y="148"/>
                  </a:lnTo>
                  <a:lnTo>
                    <a:pt x="251" y="150"/>
                  </a:lnTo>
                  <a:lnTo>
                    <a:pt x="251" y="150"/>
                  </a:lnTo>
                  <a:lnTo>
                    <a:pt x="251" y="151"/>
                  </a:lnTo>
                  <a:lnTo>
                    <a:pt x="253" y="151"/>
                  </a:lnTo>
                  <a:lnTo>
                    <a:pt x="253" y="153"/>
                  </a:lnTo>
                  <a:lnTo>
                    <a:pt x="253" y="153"/>
                  </a:lnTo>
                  <a:lnTo>
                    <a:pt x="253" y="156"/>
                  </a:lnTo>
                  <a:lnTo>
                    <a:pt x="253" y="156"/>
                  </a:lnTo>
                  <a:lnTo>
                    <a:pt x="253" y="157"/>
                  </a:lnTo>
                  <a:lnTo>
                    <a:pt x="253" y="157"/>
                  </a:lnTo>
                  <a:lnTo>
                    <a:pt x="253" y="157"/>
                  </a:lnTo>
                  <a:lnTo>
                    <a:pt x="253" y="157"/>
                  </a:lnTo>
                  <a:lnTo>
                    <a:pt x="253" y="159"/>
                  </a:lnTo>
                  <a:lnTo>
                    <a:pt x="253" y="159"/>
                  </a:lnTo>
                  <a:lnTo>
                    <a:pt x="253" y="160"/>
                  </a:lnTo>
                  <a:lnTo>
                    <a:pt x="253" y="160"/>
                  </a:lnTo>
                  <a:lnTo>
                    <a:pt x="253" y="162"/>
                  </a:lnTo>
                  <a:lnTo>
                    <a:pt x="253" y="162"/>
                  </a:lnTo>
                  <a:lnTo>
                    <a:pt x="253" y="162"/>
                  </a:lnTo>
                  <a:lnTo>
                    <a:pt x="253" y="162"/>
                  </a:lnTo>
                  <a:lnTo>
                    <a:pt x="253" y="164"/>
                  </a:lnTo>
                  <a:lnTo>
                    <a:pt x="253" y="164"/>
                  </a:lnTo>
                  <a:lnTo>
                    <a:pt x="253" y="165"/>
                  </a:lnTo>
                  <a:lnTo>
                    <a:pt x="253" y="165"/>
                  </a:lnTo>
                  <a:lnTo>
                    <a:pt x="253" y="165"/>
                  </a:lnTo>
                  <a:lnTo>
                    <a:pt x="253" y="165"/>
                  </a:lnTo>
                  <a:lnTo>
                    <a:pt x="253" y="165"/>
                  </a:lnTo>
                  <a:lnTo>
                    <a:pt x="253" y="165"/>
                  </a:lnTo>
                  <a:lnTo>
                    <a:pt x="252" y="165"/>
                  </a:lnTo>
                  <a:lnTo>
                    <a:pt x="252" y="165"/>
                  </a:lnTo>
                  <a:lnTo>
                    <a:pt x="252" y="165"/>
                  </a:lnTo>
                  <a:lnTo>
                    <a:pt x="252" y="165"/>
                  </a:lnTo>
                  <a:lnTo>
                    <a:pt x="252" y="165"/>
                  </a:lnTo>
                  <a:lnTo>
                    <a:pt x="252" y="165"/>
                  </a:lnTo>
                  <a:lnTo>
                    <a:pt x="252" y="165"/>
                  </a:lnTo>
                  <a:lnTo>
                    <a:pt x="252" y="165"/>
                  </a:lnTo>
                  <a:lnTo>
                    <a:pt x="252" y="165"/>
                  </a:lnTo>
                  <a:lnTo>
                    <a:pt x="252" y="165"/>
                  </a:lnTo>
                  <a:lnTo>
                    <a:pt x="252" y="165"/>
                  </a:lnTo>
                  <a:lnTo>
                    <a:pt x="252" y="165"/>
                  </a:lnTo>
                  <a:lnTo>
                    <a:pt x="252" y="165"/>
                  </a:lnTo>
                  <a:lnTo>
                    <a:pt x="252" y="165"/>
                  </a:lnTo>
                  <a:lnTo>
                    <a:pt x="252" y="165"/>
                  </a:lnTo>
                  <a:lnTo>
                    <a:pt x="252" y="165"/>
                  </a:lnTo>
                  <a:lnTo>
                    <a:pt x="252" y="165"/>
                  </a:lnTo>
                  <a:lnTo>
                    <a:pt x="252" y="167"/>
                  </a:lnTo>
                  <a:lnTo>
                    <a:pt x="252" y="167"/>
                  </a:lnTo>
                  <a:lnTo>
                    <a:pt x="252" y="168"/>
                  </a:lnTo>
                  <a:lnTo>
                    <a:pt x="252" y="168"/>
                  </a:lnTo>
                  <a:lnTo>
                    <a:pt x="252" y="170"/>
                  </a:lnTo>
                  <a:lnTo>
                    <a:pt x="252" y="170"/>
                  </a:lnTo>
                  <a:lnTo>
                    <a:pt x="252" y="170"/>
                  </a:lnTo>
                  <a:lnTo>
                    <a:pt x="252" y="170"/>
                  </a:lnTo>
                  <a:lnTo>
                    <a:pt x="252" y="172"/>
                  </a:lnTo>
                  <a:lnTo>
                    <a:pt x="252" y="172"/>
                  </a:lnTo>
                  <a:lnTo>
                    <a:pt x="252" y="173"/>
                  </a:lnTo>
                  <a:lnTo>
                    <a:pt x="252" y="173"/>
                  </a:lnTo>
                  <a:lnTo>
                    <a:pt x="252" y="173"/>
                  </a:lnTo>
                  <a:lnTo>
                    <a:pt x="252" y="173"/>
                  </a:lnTo>
                  <a:lnTo>
                    <a:pt x="252" y="173"/>
                  </a:lnTo>
                  <a:lnTo>
                    <a:pt x="252" y="173"/>
                  </a:lnTo>
                  <a:lnTo>
                    <a:pt x="251" y="173"/>
                  </a:lnTo>
                  <a:lnTo>
                    <a:pt x="251" y="173"/>
                  </a:lnTo>
                  <a:lnTo>
                    <a:pt x="251" y="173"/>
                  </a:lnTo>
                  <a:lnTo>
                    <a:pt x="251" y="173"/>
                  </a:lnTo>
                  <a:lnTo>
                    <a:pt x="250" y="173"/>
                  </a:lnTo>
                  <a:lnTo>
                    <a:pt x="250" y="173"/>
                  </a:lnTo>
                  <a:lnTo>
                    <a:pt x="250" y="173"/>
                  </a:lnTo>
                  <a:lnTo>
                    <a:pt x="250" y="172"/>
                  </a:lnTo>
                  <a:lnTo>
                    <a:pt x="248" y="172"/>
                  </a:lnTo>
                  <a:lnTo>
                    <a:pt x="248" y="172"/>
                  </a:lnTo>
                  <a:lnTo>
                    <a:pt x="248" y="172"/>
                  </a:lnTo>
                  <a:lnTo>
                    <a:pt x="248" y="172"/>
                  </a:lnTo>
                  <a:lnTo>
                    <a:pt x="248" y="172"/>
                  </a:lnTo>
                  <a:lnTo>
                    <a:pt x="248" y="172"/>
                  </a:lnTo>
                  <a:lnTo>
                    <a:pt x="248" y="172"/>
                  </a:lnTo>
                  <a:lnTo>
                    <a:pt x="249" y="170"/>
                  </a:lnTo>
                  <a:lnTo>
                    <a:pt x="249" y="172"/>
                  </a:lnTo>
                  <a:lnTo>
                    <a:pt x="249" y="172"/>
                  </a:lnTo>
                  <a:lnTo>
                    <a:pt x="249" y="172"/>
                  </a:lnTo>
                  <a:lnTo>
                    <a:pt x="249" y="172"/>
                  </a:lnTo>
                  <a:lnTo>
                    <a:pt x="249" y="173"/>
                  </a:lnTo>
                  <a:lnTo>
                    <a:pt x="249" y="173"/>
                  </a:lnTo>
                  <a:lnTo>
                    <a:pt x="249" y="173"/>
                  </a:lnTo>
                  <a:lnTo>
                    <a:pt x="249" y="173"/>
                  </a:lnTo>
                  <a:lnTo>
                    <a:pt x="249" y="175"/>
                  </a:lnTo>
                  <a:lnTo>
                    <a:pt x="249" y="175"/>
                  </a:lnTo>
                  <a:lnTo>
                    <a:pt x="249" y="175"/>
                  </a:lnTo>
                  <a:lnTo>
                    <a:pt x="249" y="175"/>
                  </a:lnTo>
                  <a:lnTo>
                    <a:pt x="249" y="175"/>
                  </a:lnTo>
                  <a:lnTo>
                    <a:pt x="249" y="175"/>
                  </a:lnTo>
                  <a:lnTo>
                    <a:pt x="249" y="175"/>
                  </a:lnTo>
                  <a:lnTo>
                    <a:pt x="249" y="175"/>
                  </a:lnTo>
                  <a:lnTo>
                    <a:pt x="247" y="175"/>
                  </a:lnTo>
                  <a:lnTo>
                    <a:pt x="247" y="175"/>
                  </a:lnTo>
                  <a:lnTo>
                    <a:pt x="247" y="175"/>
                  </a:lnTo>
                  <a:lnTo>
                    <a:pt x="247" y="175"/>
                  </a:lnTo>
                  <a:lnTo>
                    <a:pt x="245" y="175"/>
                  </a:lnTo>
                  <a:lnTo>
                    <a:pt x="245" y="175"/>
                  </a:lnTo>
                  <a:lnTo>
                    <a:pt x="245" y="175"/>
                  </a:lnTo>
                  <a:lnTo>
                    <a:pt x="245" y="175"/>
                  </a:lnTo>
                  <a:lnTo>
                    <a:pt x="244" y="175"/>
                  </a:lnTo>
                  <a:lnTo>
                    <a:pt x="244" y="175"/>
                  </a:lnTo>
                  <a:lnTo>
                    <a:pt x="244" y="175"/>
                  </a:lnTo>
                  <a:lnTo>
                    <a:pt x="244" y="175"/>
                  </a:lnTo>
                  <a:lnTo>
                    <a:pt x="244" y="175"/>
                  </a:lnTo>
                  <a:lnTo>
                    <a:pt x="244" y="175"/>
                  </a:lnTo>
                  <a:lnTo>
                    <a:pt x="244" y="175"/>
                  </a:lnTo>
                  <a:lnTo>
                    <a:pt x="244" y="175"/>
                  </a:lnTo>
                  <a:lnTo>
                    <a:pt x="242" y="175"/>
                  </a:lnTo>
                  <a:lnTo>
                    <a:pt x="242" y="175"/>
                  </a:lnTo>
                  <a:lnTo>
                    <a:pt x="242" y="175"/>
                  </a:lnTo>
                  <a:lnTo>
                    <a:pt x="242" y="174"/>
                  </a:lnTo>
                  <a:lnTo>
                    <a:pt x="242" y="174"/>
                  </a:lnTo>
                  <a:lnTo>
                    <a:pt x="242" y="173"/>
                  </a:lnTo>
                  <a:lnTo>
                    <a:pt x="242" y="173"/>
                  </a:lnTo>
                  <a:lnTo>
                    <a:pt x="242" y="172"/>
                  </a:lnTo>
                  <a:lnTo>
                    <a:pt x="241" y="172"/>
                  </a:lnTo>
                  <a:lnTo>
                    <a:pt x="241" y="172"/>
                  </a:lnTo>
                  <a:lnTo>
                    <a:pt x="241" y="172"/>
                  </a:lnTo>
                  <a:lnTo>
                    <a:pt x="241" y="170"/>
                  </a:lnTo>
                  <a:lnTo>
                    <a:pt x="241" y="170"/>
                  </a:lnTo>
                  <a:lnTo>
                    <a:pt x="241" y="169"/>
                  </a:lnTo>
                  <a:lnTo>
                    <a:pt x="241" y="169"/>
                  </a:lnTo>
                  <a:lnTo>
                    <a:pt x="241" y="167"/>
                  </a:lnTo>
                  <a:lnTo>
                    <a:pt x="239" y="167"/>
                  </a:lnTo>
                  <a:lnTo>
                    <a:pt x="239" y="167"/>
                  </a:lnTo>
                  <a:lnTo>
                    <a:pt x="238" y="167"/>
                  </a:lnTo>
                  <a:lnTo>
                    <a:pt x="238" y="167"/>
                  </a:lnTo>
                  <a:lnTo>
                    <a:pt x="236" y="167"/>
                  </a:lnTo>
                  <a:lnTo>
                    <a:pt x="236" y="167"/>
                  </a:lnTo>
                  <a:lnTo>
                    <a:pt x="236" y="167"/>
                  </a:lnTo>
                  <a:lnTo>
                    <a:pt x="236" y="166"/>
                  </a:lnTo>
                  <a:lnTo>
                    <a:pt x="234" y="166"/>
                  </a:lnTo>
                  <a:lnTo>
                    <a:pt x="234" y="166"/>
                  </a:lnTo>
                  <a:lnTo>
                    <a:pt x="234" y="166"/>
                  </a:lnTo>
                  <a:lnTo>
                    <a:pt x="234" y="166"/>
                  </a:lnTo>
                  <a:lnTo>
                    <a:pt x="232" y="166"/>
                  </a:lnTo>
                  <a:lnTo>
                    <a:pt x="232" y="166"/>
                  </a:lnTo>
                  <a:lnTo>
                    <a:pt x="232" y="166"/>
                  </a:lnTo>
                  <a:lnTo>
                    <a:pt x="232" y="165"/>
                  </a:lnTo>
                  <a:lnTo>
                    <a:pt x="232" y="167"/>
                  </a:lnTo>
                  <a:lnTo>
                    <a:pt x="232" y="167"/>
                  </a:lnTo>
                  <a:lnTo>
                    <a:pt x="232" y="168"/>
                  </a:lnTo>
                  <a:lnTo>
                    <a:pt x="232" y="168"/>
                  </a:lnTo>
                  <a:lnTo>
                    <a:pt x="232" y="170"/>
                  </a:lnTo>
                  <a:lnTo>
                    <a:pt x="232" y="170"/>
                  </a:lnTo>
                  <a:lnTo>
                    <a:pt x="232" y="170"/>
                  </a:lnTo>
                  <a:lnTo>
                    <a:pt x="234" y="170"/>
                  </a:lnTo>
                  <a:lnTo>
                    <a:pt x="234" y="172"/>
                  </a:lnTo>
                  <a:lnTo>
                    <a:pt x="234" y="172"/>
                  </a:lnTo>
                  <a:lnTo>
                    <a:pt x="234" y="173"/>
                  </a:lnTo>
                  <a:lnTo>
                    <a:pt x="236" y="173"/>
                  </a:lnTo>
                  <a:lnTo>
                    <a:pt x="236" y="173"/>
                  </a:lnTo>
                  <a:lnTo>
                    <a:pt x="236" y="173"/>
                  </a:lnTo>
                  <a:lnTo>
                    <a:pt x="236" y="173"/>
                  </a:lnTo>
                  <a:lnTo>
                    <a:pt x="237" y="173"/>
                  </a:lnTo>
                  <a:lnTo>
                    <a:pt x="236" y="175"/>
                  </a:lnTo>
                  <a:lnTo>
                    <a:pt x="236" y="175"/>
                  </a:lnTo>
                  <a:lnTo>
                    <a:pt x="236" y="175"/>
                  </a:lnTo>
                  <a:lnTo>
                    <a:pt x="236" y="175"/>
                  </a:lnTo>
                  <a:lnTo>
                    <a:pt x="234" y="175"/>
                  </a:lnTo>
                  <a:lnTo>
                    <a:pt x="234" y="175"/>
                  </a:lnTo>
                  <a:lnTo>
                    <a:pt x="234" y="175"/>
                  </a:lnTo>
                  <a:lnTo>
                    <a:pt x="234" y="175"/>
                  </a:lnTo>
                  <a:lnTo>
                    <a:pt x="232" y="175"/>
                  </a:lnTo>
                  <a:lnTo>
                    <a:pt x="232" y="175"/>
                  </a:lnTo>
                  <a:lnTo>
                    <a:pt x="232" y="175"/>
                  </a:lnTo>
                  <a:lnTo>
                    <a:pt x="232" y="175"/>
                  </a:lnTo>
                  <a:lnTo>
                    <a:pt x="232" y="175"/>
                  </a:lnTo>
                  <a:lnTo>
                    <a:pt x="232" y="175"/>
                  </a:lnTo>
                  <a:lnTo>
                    <a:pt x="232" y="175"/>
                  </a:lnTo>
                  <a:lnTo>
                    <a:pt x="232" y="173"/>
                  </a:lnTo>
                  <a:lnTo>
                    <a:pt x="231" y="173"/>
                  </a:lnTo>
                  <a:lnTo>
                    <a:pt x="231" y="173"/>
                  </a:lnTo>
                  <a:lnTo>
                    <a:pt x="231" y="173"/>
                  </a:lnTo>
                  <a:lnTo>
                    <a:pt x="231" y="173"/>
                  </a:lnTo>
                  <a:lnTo>
                    <a:pt x="231" y="173"/>
                  </a:lnTo>
                  <a:lnTo>
                    <a:pt x="231" y="173"/>
                  </a:lnTo>
                  <a:lnTo>
                    <a:pt x="231" y="173"/>
                  </a:lnTo>
                  <a:lnTo>
                    <a:pt x="231" y="173"/>
                  </a:lnTo>
                  <a:lnTo>
                    <a:pt x="231" y="173"/>
                  </a:lnTo>
                  <a:lnTo>
                    <a:pt x="231" y="173"/>
                  </a:lnTo>
                  <a:lnTo>
                    <a:pt x="231" y="173"/>
                  </a:lnTo>
                  <a:lnTo>
                    <a:pt x="231" y="173"/>
                  </a:lnTo>
                  <a:lnTo>
                    <a:pt x="231" y="173"/>
                  </a:lnTo>
                  <a:lnTo>
                    <a:pt x="231" y="173"/>
                  </a:lnTo>
                  <a:lnTo>
                    <a:pt x="231" y="173"/>
                  </a:lnTo>
                  <a:lnTo>
                    <a:pt x="231" y="173"/>
                  </a:lnTo>
                  <a:lnTo>
                    <a:pt x="229" y="175"/>
                  </a:lnTo>
                  <a:lnTo>
                    <a:pt x="229" y="175"/>
                  </a:lnTo>
                  <a:lnTo>
                    <a:pt x="229" y="175"/>
                  </a:lnTo>
                  <a:lnTo>
                    <a:pt x="229" y="175"/>
                  </a:lnTo>
                  <a:lnTo>
                    <a:pt x="227" y="176"/>
                  </a:lnTo>
                  <a:lnTo>
                    <a:pt x="227" y="176"/>
                  </a:lnTo>
                  <a:lnTo>
                    <a:pt x="227" y="176"/>
                  </a:lnTo>
                  <a:lnTo>
                    <a:pt x="227" y="176"/>
                  </a:lnTo>
                  <a:lnTo>
                    <a:pt x="225" y="178"/>
                  </a:lnTo>
                  <a:lnTo>
                    <a:pt x="225" y="178"/>
                  </a:lnTo>
                  <a:lnTo>
                    <a:pt x="225" y="178"/>
                  </a:lnTo>
                  <a:lnTo>
                    <a:pt x="225" y="178"/>
                  </a:lnTo>
                  <a:lnTo>
                    <a:pt x="224" y="178"/>
                  </a:lnTo>
                  <a:lnTo>
                    <a:pt x="224" y="178"/>
                  </a:lnTo>
                  <a:lnTo>
                    <a:pt x="224" y="178"/>
                  </a:lnTo>
                  <a:lnTo>
                    <a:pt x="224" y="178"/>
                  </a:lnTo>
                  <a:lnTo>
                    <a:pt x="223" y="179"/>
                  </a:lnTo>
                  <a:lnTo>
                    <a:pt x="223" y="179"/>
                  </a:lnTo>
                  <a:lnTo>
                    <a:pt x="223" y="179"/>
                  </a:lnTo>
                  <a:lnTo>
                    <a:pt x="223" y="179"/>
                  </a:lnTo>
                  <a:lnTo>
                    <a:pt x="223" y="179"/>
                  </a:lnTo>
                  <a:lnTo>
                    <a:pt x="223" y="179"/>
                  </a:lnTo>
                  <a:lnTo>
                    <a:pt x="223" y="179"/>
                  </a:lnTo>
                  <a:lnTo>
                    <a:pt x="223" y="179"/>
                  </a:lnTo>
                  <a:lnTo>
                    <a:pt x="223" y="180"/>
                  </a:lnTo>
                  <a:lnTo>
                    <a:pt x="223" y="180"/>
                  </a:lnTo>
                  <a:lnTo>
                    <a:pt x="223" y="180"/>
                  </a:lnTo>
                  <a:lnTo>
                    <a:pt x="223" y="180"/>
                  </a:lnTo>
                  <a:lnTo>
                    <a:pt x="223" y="180"/>
                  </a:lnTo>
                  <a:lnTo>
                    <a:pt x="223" y="180"/>
                  </a:lnTo>
                  <a:lnTo>
                    <a:pt x="223" y="180"/>
                  </a:lnTo>
                  <a:lnTo>
                    <a:pt x="223" y="180"/>
                  </a:lnTo>
                  <a:lnTo>
                    <a:pt x="221" y="181"/>
                  </a:lnTo>
                  <a:lnTo>
                    <a:pt x="221" y="181"/>
                  </a:lnTo>
                  <a:lnTo>
                    <a:pt x="220" y="181"/>
                  </a:lnTo>
                  <a:lnTo>
                    <a:pt x="220" y="181"/>
                  </a:lnTo>
                  <a:lnTo>
                    <a:pt x="218" y="181"/>
                  </a:lnTo>
                  <a:lnTo>
                    <a:pt x="218" y="181"/>
                  </a:lnTo>
                  <a:lnTo>
                    <a:pt x="218" y="181"/>
                  </a:lnTo>
                  <a:lnTo>
                    <a:pt x="218" y="181"/>
                  </a:lnTo>
                  <a:lnTo>
                    <a:pt x="216" y="181"/>
                  </a:lnTo>
                  <a:lnTo>
                    <a:pt x="216" y="181"/>
                  </a:lnTo>
                  <a:lnTo>
                    <a:pt x="216" y="181"/>
                  </a:lnTo>
                  <a:lnTo>
                    <a:pt x="216" y="181"/>
                  </a:lnTo>
                  <a:lnTo>
                    <a:pt x="214" y="181"/>
                  </a:lnTo>
                  <a:lnTo>
                    <a:pt x="214" y="181"/>
                  </a:lnTo>
                  <a:lnTo>
                    <a:pt x="214" y="181"/>
                  </a:lnTo>
                  <a:lnTo>
                    <a:pt x="214" y="181"/>
                  </a:lnTo>
                  <a:lnTo>
                    <a:pt x="214" y="183"/>
                  </a:lnTo>
                  <a:lnTo>
                    <a:pt x="214" y="183"/>
                  </a:lnTo>
                  <a:lnTo>
                    <a:pt x="214" y="183"/>
                  </a:lnTo>
                  <a:lnTo>
                    <a:pt x="214" y="183"/>
                  </a:lnTo>
                  <a:lnTo>
                    <a:pt x="214" y="184"/>
                  </a:lnTo>
                  <a:lnTo>
                    <a:pt x="214" y="184"/>
                  </a:lnTo>
                  <a:lnTo>
                    <a:pt x="214" y="184"/>
                  </a:lnTo>
                  <a:lnTo>
                    <a:pt x="214" y="184"/>
                  </a:lnTo>
                  <a:lnTo>
                    <a:pt x="214" y="186"/>
                  </a:lnTo>
                  <a:lnTo>
                    <a:pt x="214" y="186"/>
                  </a:lnTo>
                  <a:lnTo>
                    <a:pt x="214" y="186"/>
                  </a:lnTo>
                  <a:lnTo>
                    <a:pt x="214" y="186"/>
                  </a:lnTo>
                  <a:lnTo>
                    <a:pt x="214" y="186"/>
                  </a:lnTo>
                  <a:lnTo>
                    <a:pt x="214" y="186"/>
                  </a:lnTo>
                  <a:lnTo>
                    <a:pt x="214" y="186"/>
                  </a:lnTo>
                  <a:lnTo>
                    <a:pt x="214" y="186"/>
                  </a:lnTo>
                  <a:lnTo>
                    <a:pt x="213" y="186"/>
                  </a:lnTo>
                  <a:lnTo>
                    <a:pt x="213" y="186"/>
                  </a:lnTo>
                  <a:lnTo>
                    <a:pt x="213" y="186"/>
                  </a:lnTo>
                  <a:lnTo>
                    <a:pt x="213" y="186"/>
                  </a:lnTo>
                  <a:lnTo>
                    <a:pt x="211" y="186"/>
                  </a:lnTo>
                  <a:lnTo>
                    <a:pt x="211" y="186"/>
                  </a:lnTo>
                  <a:lnTo>
                    <a:pt x="211" y="186"/>
                  </a:lnTo>
                  <a:lnTo>
                    <a:pt x="211" y="186"/>
                  </a:lnTo>
                  <a:lnTo>
                    <a:pt x="209" y="186"/>
                  </a:lnTo>
                  <a:lnTo>
                    <a:pt x="209" y="186"/>
                  </a:lnTo>
                  <a:lnTo>
                    <a:pt x="209" y="186"/>
                  </a:lnTo>
                  <a:lnTo>
                    <a:pt x="209" y="186"/>
                  </a:lnTo>
                  <a:lnTo>
                    <a:pt x="208" y="186"/>
                  </a:lnTo>
                  <a:lnTo>
                    <a:pt x="208" y="186"/>
                  </a:lnTo>
                  <a:lnTo>
                    <a:pt x="208" y="186"/>
                  </a:lnTo>
                  <a:lnTo>
                    <a:pt x="208" y="186"/>
                  </a:lnTo>
                  <a:lnTo>
                    <a:pt x="206" y="188"/>
                  </a:lnTo>
                  <a:lnTo>
                    <a:pt x="206" y="188"/>
                  </a:lnTo>
                  <a:lnTo>
                    <a:pt x="206" y="188"/>
                  </a:lnTo>
                  <a:lnTo>
                    <a:pt x="206" y="188"/>
                  </a:lnTo>
                  <a:lnTo>
                    <a:pt x="205" y="190"/>
                  </a:lnTo>
                  <a:lnTo>
                    <a:pt x="205" y="190"/>
                  </a:lnTo>
                  <a:lnTo>
                    <a:pt x="205" y="190"/>
                  </a:lnTo>
                  <a:lnTo>
                    <a:pt x="205" y="190"/>
                  </a:lnTo>
                  <a:lnTo>
                    <a:pt x="204" y="191"/>
                  </a:lnTo>
                  <a:lnTo>
                    <a:pt x="204" y="191"/>
                  </a:lnTo>
                  <a:lnTo>
                    <a:pt x="204" y="191"/>
                  </a:lnTo>
                  <a:lnTo>
                    <a:pt x="204" y="191"/>
                  </a:lnTo>
                  <a:lnTo>
                    <a:pt x="204" y="191"/>
                  </a:lnTo>
                  <a:lnTo>
                    <a:pt x="204" y="191"/>
                  </a:lnTo>
                  <a:lnTo>
                    <a:pt x="204" y="191"/>
                  </a:lnTo>
                  <a:lnTo>
                    <a:pt x="204" y="191"/>
                  </a:lnTo>
                  <a:lnTo>
                    <a:pt x="202" y="191"/>
                  </a:lnTo>
                  <a:lnTo>
                    <a:pt x="202" y="191"/>
                  </a:lnTo>
                  <a:lnTo>
                    <a:pt x="202" y="191"/>
                  </a:lnTo>
                  <a:lnTo>
                    <a:pt x="202" y="191"/>
                  </a:lnTo>
                  <a:lnTo>
                    <a:pt x="202" y="191"/>
                  </a:lnTo>
                  <a:lnTo>
                    <a:pt x="202" y="191"/>
                  </a:lnTo>
                  <a:lnTo>
                    <a:pt x="202" y="191"/>
                  </a:lnTo>
                  <a:lnTo>
                    <a:pt x="202" y="191"/>
                  </a:lnTo>
                  <a:lnTo>
                    <a:pt x="200" y="191"/>
                  </a:lnTo>
                  <a:lnTo>
                    <a:pt x="200" y="191"/>
                  </a:lnTo>
                  <a:lnTo>
                    <a:pt x="200" y="191"/>
                  </a:lnTo>
                  <a:lnTo>
                    <a:pt x="200" y="191"/>
                  </a:lnTo>
                  <a:lnTo>
                    <a:pt x="200" y="191"/>
                  </a:lnTo>
                  <a:lnTo>
                    <a:pt x="200" y="191"/>
                  </a:lnTo>
                  <a:lnTo>
                    <a:pt x="200" y="191"/>
                  </a:lnTo>
                  <a:lnTo>
                    <a:pt x="200" y="190"/>
                  </a:lnTo>
                  <a:lnTo>
                    <a:pt x="199" y="192"/>
                  </a:lnTo>
                  <a:lnTo>
                    <a:pt x="199" y="192"/>
                  </a:lnTo>
                  <a:lnTo>
                    <a:pt x="199" y="192"/>
                  </a:lnTo>
                  <a:lnTo>
                    <a:pt x="199" y="192"/>
                  </a:lnTo>
                  <a:lnTo>
                    <a:pt x="199" y="194"/>
                  </a:lnTo>
                  <a:lnTo>
                    <a:pt x="199" y="194"/>
                  </a:lnTo>
                  <a:lnTo>
                    <a:pt x="199" y="194"/>
                  </a:lnTo>
                  <a:lnTo>
                    <a:pt x="199" y="194"/>
                  </a:lnTo>
                  <a:lnTo>
                    <a:pt x="199" y="195"/>
                  </a:lnTo>
                  <a:lnTo>
                    <a:pt x="199" y="195"/>
                  </a:lnTo>
                  <a:lnTo>
                    <a:pt x="199" y="195"/>
                  </a:lnTo>
                  <a:lnTo>
                    <a:pt x="199" y="195"/>
                  </a:lnTo>
                  <a:lnTo>
                    <a:pt x="199" y="197"/>
                  </a:lnTo>
                  <a:lnTo>
                    <a:pt x="199" y="197"/>
                  </a:lnTo>
                  <a:lnTo>
                    <a:pt x="199" y="197"/>
                  </a:lnTo>
                  <a:lnTo>
                    <a:pt x="199" y="197"/>
                  </a:lnTo>
                  <a:lnTo>
                    <a:pt x="197" y="197"/>
                  </a:lnTo>
                  <a:lnTo>
                    <a:pt x="197" y="197"/>
                  </a:lnTo>
                  <a:lnTo>
                    <a:pt x="197" y="197"/>
                  </a:lnTo>
                  <a:lnTo>
                    <a:pt x="197" y="197"/>
                  </a:lnTo>
                  <a:lnTo>
                    <a:pt x="195" y="197"/>
                  </a:lnTo>
                  <a:lnTo>
                    <a:pt x="195" y="197"/>
                  </a:lnTo>
                  <a:lnTo>
                    <a:pt x="195" y="197"/>
                  </a:lnTo>
                  <a:lnTo>
                    <a:pt x="195" y="196"/>
                  </a:lnTo>
                  <a:lnTo>
                    <a:pt x="193" y="196"/>
                  </a:lnTo>
                  <a:lnTo>
                    <a:pt x="193" y="196"/>
                  </a:lnTo>
                  <a:lnTo>
                    <a:pt x="193" y="196"/>
                  </a:lnTo>
                  <a:lnTo>
                    <a:pt x="193" y="196"/>
                  </a:lnTo>
                  <a:lnTo>
                    <a:pt x="193" y="196"/>
                  </a:lnTo>
                  <a:lnTo>
                    <a:pt x="193" y="196"/>
                  </a:lnTo>
                  <a:lnTo>
                    <a:pt x="193" y="196"/>
                  </a:lnTo>
                  <a:lnTo>
                    <a:pt x="193" y="195"/>
                  </a:lnTo>
                  <a:lnTo>
                    <a:pt x="191" y="196"/>
                  </a:lnTo>
                  <a:lnTo>
                    <a:pt x="191" y="196"/>
                  </a:lnTo>
                  <a:lnTo>
                    <a:pt x="189" y="196"/>
                  </a:lnTo>
                  <a:lnTo>
                    <a:pt x="189" y="196"/>
                  </a:lnTo>
                  <a:lnTo>
                    <a:pt x="187" y="197"/>
                  </a:lnTo>
                  <a:lnTo>
                    <a:pt x="187" y="197"/>
                  </a:lnTo>
                  <a:lnTo>
                    <a:pt x="187" y="197"/>
                  </a:lnTo>
                  <a:lnTo>
                    <a:pt x="187" y="197"/>
                  </a:lnTo>
                  <a:lnTo>
                    <a:pt x="185" y="199"/>
                  </a:lnTo>
                  <a:lnTo>
                    <a:pt x="185" y="199"/>
                  </a:lnTo>
                  <a:lnTo>
                    <a:pt x="185" y="199"/>
                  </a:lnTo>
                  <a:lnTo>
                    <a:pt x="185" y="199"/>
                  </a:lnTo>
                  <a:lnTo>
                    <a:pt x="183" y="199"/>
                  </a:lnTo>
                  <a:lnTo>
                    <a:pt x="183" y="199"/>
                  </a:lnTo>
                  <a:lnTo>
                    <a:pt x="183" y="199"/>
                  </a:lnTo>
                  <a:lnTo>
                    <a:pt x="183" y="199"/>
                  </a:lnTo>
                  <a:lnTo>
                    <a:pt x="181" y="201"/>
                  </a:lnTo>
                  <a:lnTo>
                    <a:pt x="181" y="201"/>
                  </a:lnTo>
                  <a:lnTo>
                    <a:pt x="181" y="201"/>
                  </a:lnTo>
                  <a:lnTo>
                    <a:pt x="181" y="201"/>
                  </a:lnTo>
                  <a:lnTo>
                    <a:pt x="181" y="202"/>
                  </a:lnTo>
                  <a:lnTo>
                    <a:pt x="181" y="202"/>
                  </a:lnTo>
                  <a:lnTo>
                    <a:pt x="181" y="202"/>
                  </a:lnTo>
                  <a:lnTo>
                    <a:pt x="181" y="202"/>
                  </a:lnTo>
                  <a:lnTo>
                    <a:pt x="181" y="204"/>
                  </a:lnTo>
                  <a:lnTo>
                    <a:pt x="181" y="204"/>
                  </a:lnTo>
                  <a:lnTo>
                    <a:pt x="181" y="204"/>
                  </a:lnTo>
                  <a:lnTo>
                    <a:pt x="181" y="204"/>
                  </a:lnTo>
                  <a:lnTo>
                    <a:pt x="181" y="205"/>
                  </a:lnTo>
                  <a:lnTo>
                    <a:pt x="181" y="205"/>
                  </a:lnTo>
                  <a:lnTo>
                    <a:pt x="181" y="205"/>
                  </a:lnTo>
                  <a:lnTo>
                    <a:pt x="181" y="205"/>
                  </a:lnTo>
                  <a:lnTo>
                    <a:pt x="179" y="205"/>
                  </a:lnTo>
                  <a:lnTo>
                    <a:pt x="179" y="205"/>
                  </a:lnTo>
                  <a:lnTo>
                    <a:pt x="179" y="205"/>
                  </a:lnTo>
                  <a:lnTo>
                    <a:pt x="179" y="205"/>
                  </a:lnTo>
                  <a:lnTo>
                    <a:pt x="178" y="205"/>
                  </a:lnTo>
                  <a:lnTo>
                    <a:pt x="178" y="205"/>
                  </a:lnTo>
                  <a:lnTo>
                    <a:pt x="178" y="205"/>
                  </a:lnTo>
                  <a:lnTo>
                    <a:pt x="178" y="204"/>
                  </a:lnTo>
                  <a:lnTo>
                    <a:pt x="178" y="204"/>
                  </a:lnTo>
                  <a:lnTo>
                    <a:pt x="178" y="204"/>
                  </a:lnTo>
                  <a:lnTo>
                    <a:pt x="178" y="204"/>
                  </a:lnTo>
                  <a:lnTo>
                    <a:pt x="178" y="203"/>
                  </a:lnTo>
                  <a:lnTo>
                    <a:pt x="178" y="203"/>
                  </a:lnTo>
                  <a:lnTo>
                    <a:pt x="178" y="203"/>
                  </a:lnTo>
                  <a:lnTo>
                    <a:pt x="178" y="203"/>
                  </a:lnTo>
                  <a:lnTo>
                    <a:pt x="178" y="201"/>
                  </a:lnTo>
                  <a:lnTo>
                    <a:pt x="176" y="203"/>
                  </a:lnTo>
                  <a:lnTo>
                    <a:pt x="176" y="203"/>
                  </a:lnTo>
                  <a:lnTo>
                    <a:pt x="176" y="203"/>
                  </a:lnTo>
                  <a:lnTo>
                    <a:pt x="176" y="203"/>
                  </a:lnTo>
                  <a:lnTo>
                    <a:pt x="174" y="203"/>
                  </a:lnTo>
                  <a:lnTo>
                    <a:pt x="174" y="203"/>
                  </a:lnTo>
                  <a:lnTo>
                    <a:pt x="174" y="203"/>
                  </a:lnTo>
                  <a:lnTo>
                    <a:pt x="174" y="203"/>
                  </a:lnTo>
                  <a:lnTo>
                    <a:pt x="172" y="203"/>
                  </a:lnTo>
                  <a:lnTo>
                    <a:pt x="172" y="203"/>
                  </a:lnTo>
                  <a:lnTo>
                    <a:pt x="171" y="203"/>
                  </a:lnTo>
                  <a:lnTo>
                    <a:pt x="171" y="203"/>
                  </a:lnTo>
                  <a:lnTo>
                    <a:pt x="170" y="203"/>
                  </a:lnTo>
                  <a:lnTo>
                    <a:pt x="170" y="203"/>
                  </a:lnTo>
                  <a:lnTo>
                    <a:pt x="170" y="203"/>
                  </a:lnTo>
                  <a:lnTo>
                    <a:pt x="170" y="203"/>
                  </a:lnTo>
                  <a:lnTo>
                    <a:pt x="170" y="205"/>
                  </a:lnTo>
                  <a:lnTo>
                    <a:pt x="170" y="205"/>
                  </a:lnTo>
                  <a:lnTo>
                    <a:pt x="170" y="205"/>
                  </a:lnTo>
                  <a:lnTo>
                    <a:pt x="170" y="205"/>
                  </a:lnTo>
                  <a:lnTo>
                    <a:pt x="170" y="206"/>
                  </a:lnTo>
                  <a:lnTo>
                    <a:pt x="170" y="206"/>
                  </a:lnTo>
                  <a:lnTo>
                    <a:pt x="170" y="206"/>
                  </a:lnTo>
                  <a:lnTo>
                    <a:pt x="172" y="206"/>
                  </a:lnTo>
                  <a:lnTo>
                    <a:pt x="172" y="208"/>
                  </a:lnTo>
                  <a:lnTo>
                    <a:pt x="172" y="208"/>
                  </a:lnTo>
                  <a:lnTo>
                    <a:pt x="172" y="208"/>
                  </a:lnTo>
                  <a:lnTo>
                    <a:pt x="173" y="208"/>
                  </a:lnTo>
                  <a:lnTo>
                    <a:pt x="173" y="209"/>
                  </a:lnTo>
                  <a:lnTo>
                    <a:pt x="173" y="209"/>
                  </a:lnTo>
                  <a:lnTo>
                    <a:pt x="173" y="209"/>
                  </a:lnTo>
                  <a:lnTo>
                    <a:pt x="175" y="209"/>
                  </a:lnTo>
                  <a:lnTo>
                    <a:pt x="175" y="210"/>
                  </a:lnTo>
                  <a:lnTo>
                    <a:pt x="175" y="210"/>
                  </a:lnTo>
                  <a:lnTo>
                    <a:pt x="175" y="210"/>
                  </a:lnTo>
                  <a:lnTo>
                    <a:pt x="176" y="210"/>
                  </a:lnTo>
                  <a:lnTo>
                    <a:pt x="176" y="212"/>
                  </a:lnTo>
                  <a:lnTo>
                    <a:pt x="176" y="212"/>
                  </a:lnTo>
                  <a:lnTo>
                    <a:pt x="176" y="212"/>
                  </a:lnTo>
                  <a:lnTo>
                    <a:pt x="178" y="212"/>
                  </a:lnTo>
                  <a:lnTo>
                    <a:pt x="178" y="214"/>
                  </a:lnTo>
                  <a:lnTo>
                    <a:pt x="178" y="214"/>
                  </a:lnTo>
                  <a:lnTo>
                    <a:pt x="178" y="214"/>
                  </a:lnTo>
                  <a:lnTo>
                    <a:pt x="179" y="214"/>
                  </a:lnTo>
                  <a:lnTo>
                    <a:pt x="179" y="215"/>
                  </a:lnTo>
                  <a:lnTo>
                    <a:pt x="179" y="215"/>
                  </a:lnTo>
                  <a:lnTo>
                    <a:pt x="179" y="215"/>
                  </a:lnTo>
                  <a:lnTo>
                    <a:pt x="181" y="215"/>
                  </a:lnTo>
                  <a:lnTo>
                    <a:pt x="181" y="216"/>
                  </a:lnTo>
                  <a:lnTo>
                    <a:pt x="181" y="216"/>
                  </a:lnTo>
                  <a:lnTo>
                    <a:pt x="181" y="216"/>
                  </a:lnTo>
                  <a:lnTo>
                    <a:pt x="181" y="216"/>
                  </a:lnTo>
                  <a:lnTo>
                    <a:pt x="181" y="217"/>
                  </a:lnTo>
                  <a:lnTo>
                    <a:pt x="181" y="217"/>
                  </a:lnTo>
                  <a:lnTo>
                    <a:pt x="181" y="217"/>
                  </a:lnTo>
                  <a:lnTo>
                    <a:pt x="183" y="217"/>
                  </a:lnTo>
                  <a:lnTo>
                    <a:pt x="183" y="218"/>
                  </a:lnTo>
                  <a:lnTo>
                    <a:pt x="183" y="218"/>
                  </a:lnTo>
                  <a:lnTo>
                    <a:pt x="183" y="218"/>
                  </a:lnTo>
                  <a:lnTo>
                    <a:pt x="184" y="218"/>
                  </a:lnTo>
                  <a:lnTo>
                    <a:pt x="184" y="218"/>
                  </a:lnTo>
                  <a:lnTo>
                    <a:pt x="184" y="218"/>
                  </a:lnTo>
                  <a:lnTo>
                    <a:pt x="184" y="218"/>
                  </a:lnTo>
                  <a:lnTo>
                    <a:pt x="185" y="218"/>
                  </a:lnTo>
                  <a:lnTo>
                    <a:pt x="185" y="220"/>
                  </a:lnTo>
                  <a:lnTo>
                    <a:pt x="185" y="220"/>
                  </a:lnTo>
                  <a:lnTo>
                    <a:pt x="185" y="222"/>
                  </a:lnTo>
                  <a:lnTo>
                    <a:pt x="185" y="222"/>
                  </a:lnTo>
                  <a:lnTo>
                    <a:pt x="185" y="224"/>
                  </a:lnTo>
                  <a:lnTo>
                    <a:pt x="185" y="224"/>
                  </a:lnTo>
                  <a:lnTo>
                    <a:pt x="185" y="224"/>
                  </a:lnTo>
                  <a:lnTo>
                    <a:pt x="185" y="224"/>
                  </a:lnTo>
                  <a:lnTo>
                    <a:pt x="183" y="225"/>
                  </a:lnTo>
                  <a:lnTo>
                    <a:pt x="183" y="225"/>
                  </a:lnTo>
                  <a:lnTo>
                    <a:pt x="183" y="225"/>
                  </a:lnTo>
                  <a:lnTo>
                    <a:pt x="183" y="225"/>
                  </a:lnTo>
                  <a:lnTo>
                    <a:pt x="183" y="227"/>
                  </a:lnTo>
                  <a:lnTo>
                    <a:pt x="183" y="227"/>
                  </a:lnTo>
                  <a:lnTo>
                    <a:pt x="183" y="227"/>
                  </a:lnTo>
                  <a:lnTo>
                    <a:pt x="183" y="227"/>
                  </a:lnTo>
                  <a:lnTo>
                    <a:pt x="183" y="229"/>
                  </a:lnTo>
                  <a:lnTo>
                    <a:pt x="183" y="229"/>
                  </a:lnTo>
                  <a:lnTo>
                    <a:pt x="183" y="229"/>
                  </a:lnTo>
                  <a:lnTo>
                    <a:pt x="183" y="229"/>
                  </a:lnTo>
                  <a:lnTo>
                    <a:pt x="183" y="230"/>
                  </a:lnTo>
                  <a:lnTo>
                    <a:pt x="183" y="230"/>
                  </a:lnTo>
                  <a:lnTo>
                    <a:pt x="183" y="230"/>
                  </a:lnTo>
                  <a:lnTo>
                    <a:pt x="185" y="230"/>
                  </a:lnTo>
                  <a:lnTo>
                    <a:pt x="185" y="232"/>
                  </a:lnTo>
                  <a:lnTo>
                    <a:pt x="185" y="232"/>
                  </a:lnTo>
                  <a:lnTo>
                    <a:pt x="185" y="232"/>
                  </a:lnTo>
                  <a:lnTo>
                    <a:pt x="186" y="232"/>
                  </a:lnTo>
                  <a:lnTo>
                    <a:pt x="186" y="232"/>
                  </a:lnTo>
                  <a:lnTo>
                    <a:pt x="186" y="232"/>
                  </a:lnTo>
                  <a:lnTo>
                    <a:pt x="186" y="232"/>
                  </a:lnTo>
                  <a:lnTo>
                    <a:pt x="187" y="232"/>
                  </a:lnTo>
                  <a:lnTo>
                    <a:pt x="187" y="234"/>
                  </a:lnTo>
                  <a:lnTo>
                    <a:pt x="187" y="234"/>
                  </a:lnTo>
                  <a:lnTo>
                    <a:pt x="187" y="234"/>
                  </a:lnTo>
                  <a:lnTo>
                    <a:pt x="187" y="234"/>
                  </a:lnTo>
                  <a:lnTo>
                    <a:pt x="187" y="235"/>
                  </a:lnTo>
                  <a:lnTo>
                    <a:pt x="187" y="235"/>
                  </a:lnTo>
                  <a:lnTo>
                    <a:pt x="187" y="235"/>
                  </a:lnTo>
                  <a:lnTo>
                    <a:pt x="187" y="235"/>
                  </a:lnTo>
                  <a:lnTo>
                    <a:pt x="187" y="236"/>
                  </a:lnTo>
                  <a:lnTo>
                    <a:pt x="187" y="236"/>
                  </a:lnTo>
                  <a:lnTo>
                    <a:pt x="187" y="236"/>
                  </a:lnTo>
                  <a:lnTo>
                    <a:pt x="187" y="236"/>
                  </a:lnTo>
                  <a:lnTo>
                    <a:pt x="187" y="236"/>
                  </a:lnTo>
                  <a:lnTo>
                    <a:pt x="187" y="236"/>
                  </a:lnTo>
                  <a:lnTo>
                    <a:pt x="187" y="236"/>
                  </a:lnTo>
                  <a:lnTo>
                    <a:pt x="188" y="236"/>
                  </a:lnTo>
                  <a:lnTo>
                    <a:pt x="188" y="238"/>
                  </a:lnTo>
                  <a:lnTo>
                    <a:pt x="188" y="238"/>
                  </a:lnTo>
                  <a:lnTo>
                    <a:pt x="188" y="240"/>
                  </a:lnTo>
                  <a:lnTo>
                    <a:pt x="188" y="240"/>
                  </a:lnTo>
                  <a:lnTo>
                    <a:pt x="188" y="241"/>
                  </a:lnTo>
                  <a:lnTo>
                    <a:pt x="188" y="241"/>
                  </a:lnTo>
                  <a:lnTo>
                    <a:pt x="188" y="241"/>
                  </a:lnTo>
                  <a:lnTo>
                    <a:pt x="191" y="241"/>
                  </a:lnTo>
                  <a:lnTo>
                    <a:pt x="191" y="244"/>
                  </a:lnTo>
                  <a:lnTo>
                    <a:pt x="191" y="244"/>
                  </a:lnTo>
                  <a:lnTo>
                    <a:pt x="191" y="244"/>
                  </a:lnTo>
                  <a:lnTo>
                    <a:pt x="192" y="244"/>
                  </a:lnTo>
                  <a:lnTo>
                    <a:pt x="192" y="245"/>
                  </a:lnTo>
                  <a:lnTo>
                    <a:pt x="192" y="245"/>
                  </a:lnTo>
                  <a:lnTo>
                    <a:pt x="192" y="245"/>
                  </a:lnTo>
                  <a:lnTo>
                    <a:pt x="194" y="245"/>
                  </a:lnTo>
                  <a:lnTo>
                    <a:pt x="194" y="246"/>
                  </a:lnTo>
                  <a:lnTo>
                    <a:pt x="194" y="246"/>
                  </a:lnTo>
                  <a:lnTo>
                    <a:pt x="194" y="246"/>
                  </a:lnTo>
                  <a:lnTo>
                    <a:pt x="195" y="246"/>
                  </a:lnTo>
                  <a:lnTo>
                    <a:pt x="195" y="246"/>
                  </a:lnTo>
                  <a:lnTo>
                    <a:pt x="195" y="246"/>
                  </a:lnTo>
                  <a:lnTo>
                    <a:pt x="195" y="246"/>
                  </a:lnTo>
                  <a:lnTo>
                    <a:pt x="197" y="246"/>
                  </a:lnTo>
                  <a:lnTo>
                    <a:pt x="197" y="246"/>
                  </a:lnTo>
                  <a:lnTo>
                    <a:pt x="197" y="246"/>
                  </a:lnTo>
                  <a:lnTo>
                    <a:pt x="197" y="246"/>
                  </a:lnTo>
                  <a:lnTo>
                    <a:pt x="199" y="246"/>
                  </a:lnTo>
                  <a:lnTo>
                    <a:pt x="199" y="246"/>
                  </a:lnTo>
                  <a:lnTo>
                    <a:pt x="199" y="246"/>
                  </a:lnTo>
                  <a:lnTo>
                    <a:pt x="199" y="246"/>
                  </a:lnTo>
                  <a:lnTo>
                    <a:pt x="200" y="246"/>
                  </a:lnTo>
                  <a:lnTo>
                    <a:pt x="200" y="247"/>
                  </a:lnTo>
                  <a:lnTo>
                    <a:pt x="200" y="247"/>
                  </a:lnTo>
                  <a:lnTo>
                    <a:pt x="200" y="247"/>
                  </a:lnTo>
                  <a:lnTo>
                    <a:pt x="201" y="247"/>
                  </a:lnTo>
                  <a:lnTo>
                    <a:pt x="201" y="249"/>
                  </a:lnTo>
                  <a:lnTo>
                    <a:pt x="201" y="249"/>
                  </a:lnTo>
                  <a:lnTo>
                    <a:pt x="201" y="249"/>
                  </a:lnTo>
                  <a:lnTo>
                    <a:pt x="202" y="249"/>
                  </a:lnTo>
                  <a:lnTo>
                    <a:pt x="202" y="251"/>
                  </a:lnTo>
                  <a:lnTo>
                    <a:pt x="202" y="251"/>
                  </a:lnTo>
                  <a:lnTo>
                    <a:pt x="202" y="251"/>
                  </a:lnTo>
                  <a:lnTo>
                    <a:pt x="202" y="251"/>
                  </a:lnTo>
                  <a:lnTo>
                    <a:pt x="202" y="253"/>
                  </a:lnTo>
                  <a:lnTo>
                    <a:pt x="202" y="253"/>
                  </a:lnTo>
                  <a:lnTo>
                    <a:pt x="202" y="253"/>
                  </a:lnTo>
                  <a:lnTo>
                    <a:pt x="204" y="253"/>
                  </a:lnTo>
                  <a:lnTo>
                    <a:pt x="204" y="254"/>
                  </a:lnTo>
                  <a:lnTo>
                    <a:pt x="204" y="254"/>
                  </a:lnTo>
                  <a:lnTo>
                    <a:pt x="204" y="254"/>
                  </a:lnTo>
                  <a:lnTo>
                    <a:pt x="205" y="254"/>
                  </a:lnTo>
                  <a:lnTo>
                    <a:pt x="205" y="255"/>
                  </a:lnTo>
                  <a:lnTo>
                    <a:pt x="207" y="255"/>
                  </a:lnTo>
                  <a:lnTo>
                    <a:pt x="207" y="255"/>
                  </a:lnTo>
                  <a:lnTo>
                    <a:pt x="208" y="255"/>
                  </a:lnTo>
                  <a:lnTo>
                    <a:pt x="208" y="256"/>
                  </a:lnTo>
                  <a:lnTo>
                    <a:pt x="208" y="256"/>
                  </a:lnTo>
                  <a:lnTo>
                    <a:pt x="208" y="256"/>
                  </a:lnTo>
                  <a:lnTo>
                    <a:pt x="210" y="256"/>
                  </a:lnTo>
                  <a:lnTo>
                    <a:pt x="210" y="256"/>
                  </a:lnTo>
                  <a:lnTo>
                    <a:pt x="212" y="256"/>
                  </a:lnTo>
                  <a:lnTo>
                    <a:pt x="212" y="256"/>
                  </a:lnTo>
                  <a:lnTo>
                    <a:pt x="214" y="256"/>
                  </a:lnTo>
                  <a:lnTo>
                    <a:pt x="214" y="258"/>
                  </a:lnTo>
                  <a:lnTo>
                    <a:pt x="214" y="258"/>
                  </a:lnTo>
                  <a:lnTo>
                    <a:pt x="214" y="258"/>
                  </a:lnTo>
                  <a:lnTo>
                    <a:pt x="214" y="258"/>
                  </a:lnTo>
                  <a:lnTo>
                    <a:pt x="214" y="258"/>
                  </a:lnTo>
                  <a:lnTo>
                    <a:pt x="214" y="258"/>
                  </a:lnTo>
                  <a:lnTo>
                    <a:pt x="214" y="258"/>
                  </a:lnTo>
                  <a:lnTo>
                    <a:pt x="214" y="258"/>
                  </a:lnTo>
                  <a:lnTo>
                    <a:pt x="214" y="260"/>
                  </a:lnTo>
                  <a:lnTo>
                    <a:pt x="214" y="260"/>
                  </a:lnTo>
                  <a:lnTo>
                    <a:pt x="214" y="260"/>
                  </a:lnTo>
                  <a:lnTo>
                    <a:pt x="214" y="260"/>
                  </a:lnTo>
                  <a:lnTo>
                    <a:pt x="214" y="260"/>
                  </a:lnTo>
                  <a:lnTo>
                    <a:pt x="214" y="260"/>
                  </a:lnTo>
                  <a:lnTo>
                    <a:pt x="214" y="260"/>
                  </a:lnTo>
                  <a:lnTo>
                    <a:pt x="214" y="260"/>
                  </a:lnTo>
                  <a:lnTo>
                    <a:pt x="214" y="261"/>
                  </a:lnTo>
                  <a:lnTo>
                    <a:pt x="214" y="261"/>
                  </a:lnTo>
                  <a:lnTo>
                    <a:pt x="214" y="261"/>
                  </a:lnTo>
                  <a:lnTo>
                    <a:pt x="214" y="261"/>
                  </a:lnTo>
                  <a:lnTo>
                    <a:pt x="214" y="261"/>
                  </a:lnTo>
                  <a:lnTo>
                    <a:pt x="215" y="261"/>
                  </a:lnTo>
                  <a:lnTo>
                    <a:pt x="215" y="261"/>
                  </a:lnTo>
                  <a:lnTo>
                    <a:pt x="217" y="261"/>
                  </a:lnTo>
                  <a:lnTo>
                    <a:pt x="217" y="261"/>
                  </a:lnTo>
                  <a:lnTo>
                    <a:pt x="217" y="261"/>
                  </a:lnTo>
                  <a:lnTo>
                    <a:pt x="217" y="261"/>
                  </a:lnTo>
                  <a:lnTo>
                    <a:pt x="219" y="261"/>
                  </a:lnTo>
                  <a:lnTo>
                    <a:pt x="219" y="261"/>
                  </a:lnTo>
                  <a:lnTo>
                    <a:pt x="220" y="261"/>
                  </a:lnTo>
                  <a:lnTo>
                    <a:pt x="220" y="261"/>
                  </a:lnTo>
                  <a:lnTo>
                    <a:pt x="222" y="261"/>
                  </a:lnTo>
                  <a:lnTo>
                    <a:pt x="222" y="263"/>
                  </a:lnTo>
                  <a:lnTo>
                    <a:pt x="222" y="263"/>
                  </a:lnTo>
                  <a:lnTo>
                    <a:pt x="222" y="263"/>
                  </a:lnTo>
                  <a:lnTo>
                    <a:pt x="223" y="263"/>
                  </a:lnTo>
                  <a:lnTo>
                    <a:pt x="223" y="266"/>
                  </a:lnTo>
                  <a:lnTo>
                    <a:pt x="223" y="266"/>
                  </a:lnTo>
                  <a:lnTo>
                    <a:pt x="223" y="267"/>
                  </a:lnTo>
                  <a:lnTo>
                    <a:pt x="225" y="267"/>
                  </a:lnTo>
                  <a:lnTo>
                    <a:pt x="225" y="269"/>
                  </a:lnTo>
                  <a:lnTo>
                    <a:pt x="225" y="269"/>
                  </a:lnTo>
                  <a:lnTo>
                    <a:pt x="225" y="270"/>
                  </a:lnTo>
                  <a:lnTo>
                    <a:pt x="227" y="270"/>
                  </a:lnTo>
                  <a:lnTo>
                    <a:pt x="227" y="271"/>
                  </a:lnTo>
                  <a:lnTo>
                    <a:pt x="227" y="271"/>
                  </a:lnTo>
                  <a:lnTo>
                    <a:pt x="227" y="271"/>
                  </a:lnTo>
                  <a:lnTo>
                    <a:pt x="229" y="271"/>
                  </a:lnTo>
                  <a:lnTo>
                    <a:pt x="228" y="271"/>
                  </a:lnTo>
                  <a:lnTo>
                    <a:pt x="227" y="272"/>
                  </a:lnTo>
                  <a:lnTo>
                    <a:pt x="227" y="272"/>
                  </a:lnTo>
                  <a:lnTo>
                    <a:pt x="227" y="272"/>
                  </a:lnTo>
                  <a:lnTo>
                    <a:pt x="227" y="272"/>
                  </a:lnTo>
                  <a:lnTo>
                    <a:pt x="227" y="272"/>
                  </a:lnTo>
                  <a:lnTo>
                    <a:pt x="227" y="272"/>
                  </a:lnTo>
                  <a:lnTo>
                    <a:pt x="227" y="272"/>
                  </a:lnTo>
                  <a:lnTo>
                    <a:pt x="227" y="272"/>
                  </a:lnTo>
                  <a:lnTo>
                    <a:pt x="226" y="273"/>
                  </a:lnTo>
                  <a:lnTo>
                    <a:pt x="226" y="273"/>
                  </a:lnTo>
                  <a:lnTo>
                    <a:pt x="226" y="273"/>
                  </a:lnTo>
                  <a:lnTo>
                    <a:pt x="226" y="273"/>
                  </a:lnTo>
                  <a:lnTo>
                    <a:pt x="226" y="273"/>
                  </a:lnTo>
                  <a:lnTo>
                    <a:pt x="226" y="273"/>
                  </a:lnTo>
                  <a:lnTo>
                    <a:pt x="226" y="273"/>
                  </a:lnTo>
                  <a:lnTo>
                    <a:pt x="226" y="273"/>
                  </a:lnTo>
                  <a:lnTo>
                    <a:pt x="226" y="275"/>
                  </a:lnTo>
                  <a:lnTo>
                    <a:pt x="226" y="275"/>
                  </a:lnTo>
                  <a:lnTo>
                    <a:pt x="226" y="275"/>
                  </a:lnTo>
                  <a:lnTo>
                    <a:pt x="226" y="275"/>
                  </a:lnTo>
                  <a:lnTo>
                    <a:pt x="226" y="275"/>
                  </a:lnTo>
                  <a:lnTo>
                    <a:pt x="226" y="275"/>
                  </a:lnTo>
                  <a:lnTo>
                    <a:pt x="226" y="275"/>
                  </a:lnTo>
                  <a:lnTo>
                    <a:pt x="226" y="275"/>
                  </a:lnTo>
                  <a:lnTo>
                    <a:pt x="226" y="276"/>
                  </a:lnTo>
                  <a:lnTo>
                    <a:pt x="226" y="276"/>
                  </a:lnTo>
                  <a:lnTo>
                    <a:pt x="226" y="276"/>
                  </a:lnTo>
                  <a:lnTo>
                    <a:pt x="226" y="276"/>
                  </a:lnTo>
                  <a:lnTo>
                    <a:pt x="226" y="276"/>
                  </a:lnTo>
                  <a:lnTo>
                    <a:pt x="226" y="276"/>
                  </a:lnTo>
                  <a:lnTo>
                    <a:pt x="226" y="276"/>
                  </a:lnTo>
                  <a:lnTo>
                    <a:pt x="226" y="276"/>
                  </a:lnTo>
                  <a:lnTo>
                    <a:pt x="225" y="276"/>
                  </a:lnTo>
                  <a:lnTo>
                    <a:pt x="225" y="276"/>
                  </a:lnTo>
                  <a:lnTo>
                    <a:pt x="225" y="276"/>
                  </a:lnTo>
                  <a:lnTo>
                    <a:pt x="225" y="276"/>
                  </a:lnTo>
                  <a:lnTo>
                    <a:pt x="225" y="276"/>
                  </a:lnTo>
                  <a:lnTo>
                    <a:pt x="225" y="276"/>
                  </a:lnTo>
                  <a:lnTo>
                    <a:pt x="225" y="276"/>
                  </a:lnTo>
                  <a:lnTo>
                    <a:pt x="225" y="276"/>
                  </a:lnTo>
                  <a:lnTo>
                    <a:pt x="225" y="276"/>
                  </a:lnTo>
                  <a:lnTo>
                    <a:pt x="225" y="276"/>
                  </a:lnTo>
                  <a:lnTo>
                    <a:pt x="225" y="276"/>
                  </a:lnTo>
                  <a:lnTo>
                    <a:pt x="225" y="276"/>
                  </a:lnTo>
                  <a:lnTo>
                    <a:pt x="225" y="276"/>
                  </a:lnTo>
                  <a:lnTo>
                    <a:pt x="225" y="276"/>
                  </a:lnTo>
                  <a:lnTo>
                    <a:pt x="225" y="276"/>
                  </a:lnTo>
                  <a:lnTo>
                    <a:pt x="225" y="276"/>
                  </a:lnTo>
                  <a:lnTo>
                    <a:pt x="225" y="278"/>
                  </a:lnTo>
                  <a:lnTo>
                    <a:pt x="225" y="278"/>
                  </a:lnTo>
                  <a:lnTo>
                    <a:pt x="225" y="278"/>
                  </a:lnTo>
                  <a:lnTo>
                    <a:pt x="225" y="278"/>
                  </a:lnTo>
                  <a:lnTo>
                    <a:pt x="225" y="278"/>
                  </a:lnTo>
                  <a:lnTo>
                    <a:pt x="225" y="278"/>
                  </a:lnTo>
                  <a:lnTo>
                    <a:pt x="225" y="278"/>
                  </a:lnTo>
                  <a:lnTo>
                    <a:pt x="225" y="278"/>
                  </a:lnTo>
                  <a:lnTo>
                    <a:pt x="225" y="278"/>
                  </a:lnTo>
                  <a:lnTo>
                    <a:pt x="225" y="278"/>
                  </a:lnTo>
                  <a:lnTo>
                    <a:pt x="225" y="278"/>
                  </a:lnTo>
                  <a:lnTo>
                    <a:pt x="225" y="278"/>
                  </a:lnTo>
                  <a:lnTo>
                    <a:pt x="225" y="278"/>
                  </a:lnTo>
                  <a:lnTo>
                    <a:pt x="225" y="278"/>
                  </a:lnTo>
                  <a:lnTo>
                    <a:pt x="225" y="278"/>
                  </a:lnTo>
                  <a:lnTo>
                    <a:pt x="225" y="278"/>
                  </a:lnTo>
                  <a:lnTo>
                    <a:pt x="224" y="279"/>
                  </a:lnTo>
                  <a:lnTo>
                    <a:pt x="224" y="279"/>
                  </a:lnTo>
                  <a:lnTo>
                    <a:pt x="223" y="279"/>
                  </a:lnTo>
                  <a:lnTo>
                    <a:pt x="223" y="279"/>
                  </a:lnTo>
                  <a:lnTo>
                    <a:pt x="222" y="279"/>
                  </a:lnTo>
                  <a:lnTo>
                    <a:pt x="222" y="279"/>
                  </a:lnTo>
                  <a:lnTo>
                    <a:pt x="221" y="279"/>
                  </a:lnTo>
                  <a:lnTo>
                    <a:pt x="221" y="278"/>
                  </a:lnTo>
                  <a:lnTo>
                    <a:pt x="219" y="278"/>
                  </a:lnTo>
                  <a:lnTo>
                    <a:pt x="219" y="278"/>
                  </a:lnTo>
                  <a:lnTo>
                    <a:pt x="217" y="278"/>
                  </a:lnTo>
                  <a:lnTo>
                    <a:pt x="217" y="278"/>
                  </a:lnTo>
                  <a:lnTo>
                    <a:pt x="216" y="278"/>
                  </a:lnTo>
                  <a:lnTo>
                    <a:pt x="216" y="278"/>
                  </a:lnTo>
                  <a:lnTo>
                    <a:pt x="216" y="278"/>
                  </a:lnTo>
                  <a:lnTo>
                    <a:pt x="216" y="276"/>
                  </a:lnTo>
                  <a:lnTo>
                    <a:pt x="214" y="278"/>
                  </a:lnTo>
                  <a:lnTo>
                    <a:pt x="214" y="278"/>
                  </a:lnTo>
                  <a:lnTo>
                    <a:pt x="214" y="278"/>
                  </a:lnTo>
                  <a:lnTo>
                    <a:pt x="214" y="278"/>
                  </a:lnTo>
                  <a:lnTo>
                    <a:pt x="214" y="280"/>
                  </a:lnTo>
                  <a:lnTo>
                    <a:pt x="214" y="280"/>
                  </a:lnTo>
                  <a:lnTo>
                    <a:pt x="214" y="280"/>
                  </a:lnTo>
                  <a:lnTo>
                    <a:pt x="214" y="280"/>
                  </a:lnTo>
                  <a:lnTo>
                    <a:pt x="214" y="282"/>
                  </a:lnTo>
                  <a:lnTo>
                    <a:pt x="214" y="282"/>
                  </a:lnTo>
                  <a:lnTo>
                    <a:pt x="214" y="282"/>
                  </a:lnTo>
                  <a:lnTo>
                    <a:pt x="214" y="282"/>
                  </a:lnTo>
                  <a:lnTo>
                    <a:pt x="214" y="283"/>
                  </a:lnTo>
                  <a:lnTo>
                    <a:pt x="214" y="283"/>
                  </a:lnTo>
                  <a:lnTo>
                    <a:pt x="214" y="283"/>
                  </a:lnTo>
                  <a:lnTo>
                    <a:pt x="214" y="283"/>
                  </a:lnTo>
                  <a:lnTo>
                    <a:pt x="214" y="284"/>
                  </a:lnTo>
                  <a:lnTo>
                    <a:pt x="214" y="284"/>
                  </a:lnTo>
                  <a:lnTo>
                    <a:pt x="214" y="284"/>
                  </a:lnTo>
                  <a:lnTo>
                    <a:pt x="214" y="284"/>
                  </a:lnTo>
                  <a:lnTo>
                    <a:pt x="214" y="285"/>
                  </a:lnTo>
                  <a:lnTo>
                    <a:pt x="214" y="285"/>
                  </a:lnTo>
                  <a:lnTo>
                    <a:pt x="214" y="285"/>
                  </a:lnTo>
                  <a:lnTo>
                    <a:pt x="214" y="285"/>
                  </a:lnTo>
                  <a:lnTo>
                    <a:pt x="214" y="288"/>
                  </a:lnTo>
                  <a:lnTo>
                    <a:pt x="214" y="288"/>
                  </a:lnTo>
                  <a:lnTo>
                    <a:pt x="214" y="288"/>
                  </a:lnTo>
                  <a:lnTo>
                    <a:pt x="214" y="288"/>
                  </a:lnTo>
                  <a:lnTo>
                    <a:pt x="214" y="288"/>
                  </a:lnTo>
                  <a:lnTo>
                    <a:pt x="214" y="288"/>
                  </a:lnTo>
                  <a:lnTo>
                    <a:pt x="214" y="288"/>
                  </a:lnTo>
                  <a:lnTo>
                    <a:pt x="214" y="288"/>
                  </a:lnTo>
                  <a:lnTo>
                    <a:pt x="213" y="290"/>
                  </a:lnTo>
                  <a:lnTo>
                    <a:pt x="213" y="290"/>
                  </a:lnTo>
                  <a:lnTo>
                    <a:pt x="213" y="290"/>
                  </a:lnTo>
                  <a:lnTo>
                    <a:pt x="213" y="290"/>
                  </a:lnTo>
                  <a:lnTo>
                    <a:pt x="210" y="291"/>
                  </a:lnTo>
                  <a:lnTo>
                    <a:pt x="210" y="291"/>
                  </a:lnTo>
                  <a:lnTo>
                    <a:pt x="209" y="291"/>
                  </a:lnTo>
                  <a:lnTo>
                    <a:pt x="209" y="291"/>
                  </a:lnTo>
                  <a:lnTo>
                    <a:pt x="207" y="292"/>
                  </a:lnTo>
                  <a:lnTo>
                    <a:pt x="207" y="292"/>
                  </a:lnTo>
                  <a:lnTo>
                    <a:pt x="205" y="292"/>
                  </a:lnTo>
                  <a:lnTo>
                    <a:pt x="205" y="292"/>
                  </a:lnTo>
                  <a:lnTo>
                    <a:pt x="203" y="292"/>
                  </a:lnTo>
                  <a:lnTo>
                    <a:pt x="203" y="292"/>
                  </a:lnTo>
                  <a:lnTo>
                    <a:pt x="203" y="292"/>
                  </a:lnTo>
                  <a:lnTo>
                    <a:pt x="203" y="292"/>
                  </a:lnTo>
                  <a:lnTo>
                    <a:pt x="201" y="294"/>
                  </a:lnTo>
                  <a:lnTo>
                    <a:pt x="201" y="294"/>
                  </a:lnTo>
                  <a:lnTo>
                    <a:pt x="201" y="294"/>
                  </a:lnTo>
                  <a:lnTo>
                    <a:pt x="201" y="294"/>
                  </a:lnTo>
                  <a:lnTo>
                    <a:pt x="199" y="295"/>
                  </a:lnTo>
                  <a:lnTo>
                    <a:pt x="199" y="295"/>
                  </a:lnTo>
                  <a:lnTo>
                    <a:pt x="199" y="295"/>
                  </a:lnTo>
                  <a:lnTo>
                    <a:pt x="199" y="295"/>
                  </a:lnTo>
                  <a:lnTo>
                    <a:pt x="197" y="297"/>
                  </a:lnTo>
                  <a:lnTo>
                    <a:pt x="197" y="297"/>
                  </a:lnTo>
                  <a:lnTo>
                    <a:pt x="197" y="297"/>
                  </a:lnTo>
                  <a:lnTo>
                    <a:pt x="197" y="297"/>
                  </a:lnTo>
                  <a:lnTo>
                    <a:pt x="197" y="297"/>
                  </a:lnTo>
                  <a:lnTo>
                    <a:pt x="197" y="297"/>
                  </a:lnTo>
                  <a:lnTo>
                    <a:pt x="197" y="297"/>
                  </a:lnTo>
                  <a:lnTo>
                    <a:pt x="197" y="297"/>
                  </a:lnTo>
                  <a:lnTo>
                    <a:pt x="197" y="299"/>
                  </a:lnTo>
                  <a:lnTo>
                    <a:pt x="197" y="299"/>
                  </a:lnTo>
                  <a:lnTo>
                    <a:pt x="197" y="299"/>
                  </a:lnTo>
                  <a:lnTo>
                    <a:pt x="197" y="299"/>
                  </a:lnTo>
                  <a:lnTo>
                    <a:pt x="197" y="299"/>
                  </a:lnTo>
                  <a:lnTo>
                    <a:pt x="197" y="299"/>
                  </a:lnTo>
                  <a:lnTo>
                    <a:pt x="197" y="299"/>
                  </a:lnTo>
                  <a:lnTo>
                    <a:pt x="197" y="299"/>
                  </a:lnTo>
                  <a:lnTo>
                    <a:pt x="197" y="300"/>
                  </a:lnTo>
                  <a:lnTo>
                    <a:pt x="197" y="300"/>
                  </a:lnTo>
                  <a:lnTo>
                    <a:pt x="197" y="300"/>
                  </a:lnTo>
                  <a:lnTo>
                    <a:pt x="197" y="300"/>
                  </a:lnTo>
                  <a:lnTo>
                    <a:pt x="197" y="300"/>
                  </a:lnTo>
                  <a:lnTo>
                    <a:pt x="197" y="300"/>
                  </a:lnTo>
                  <a:lnTo>
                    <a:pt x="197" y="300"/>
                  </a:lnTo>
                  <a:lnTo>
                    <a:pt x="197" y="300"/>
                  </a:lnTo>
                  <a:lnTo>
                    <a:pt x="197" y="302"/>
                  </a:lnTo>
                  <a:lnTo>
                    <a:pt x="197" y="302"/>
                  </a:lnTo>
                  <a:lnTo>
                    <a:pt x="197" y="303"/>
                  </a:lnTo>
                  <a:lnTo>
                    <a:pt x="197" y="303"/>
                  </a:lnTo>
                  <a:lnTo>
                    <a:pt x="197" y="305"/>
                  </a:lnTo>
                  <a:lnTo>
                    <a:pt x="197" y="305"/>
                  </a:lnTo>
                  <a:lnTo>
                    <a:pt x="197" y="305"/>
                  </a:lnTo>
                  <a:lnTo>
                    <a:pt x="199" y="305"/>
                  </a:lnTo>
                  <a:lnTo>
                    <a:pt x="199" y="307"/>
                  </a:lnTo>
                  <a:lnTo>
                    <a:pt x="199" y="307"/>
                  </a:lnTo>
                  <a:lnTo>
                    <a:pt x="199" y="307"/>
                  </a:lnTo>
                  <a:lnTo>
                    <a:pt x="200" y="307"/>
                  </a:lnTo>
                  <a:lnTo>
                    <a:pt x="200" y="308"/>
                  </a:lnTo>
                  <a:lnTo>
                    <a:pt x="200" y="308"/>
                  </a:lnTo>
                  <a:lnTo>
                    <a:pt x="200" y="308"/>
                  </a:lnTo>
                  <a:lnTo>
                    <a:pt x="202" y="308"/>
                  </a:lnTo>
                  <a:lnTo>
                    <a:pt x="202" y="310"/>
                  </a:lnTo>
                  <a:lnTo>
                    <a:pt x="202" y="310"/>
                  </a:lnTo>
                  <a:lnTo>
                    <a:pt x="202" y="310"/>
                  </a:lnTo>
                  <a:lnTo>
                    <a:pt x="202" y="310"/>
                  </a:lnTo>
                  <a:lnTo>
                    <a:pt x="202" y="312"/>
                  </a:lnTo>
                  <a:lnTo>
                    <a:pt x="202" y="312"/>
                  </a:lnTo>
                  <a:lnTo>
                    <a:pt x="202" y="312"/>
                  </a:lnTo>
                  <a:lnTo>
                    <a:pt x="202" y="312"/>
                  </a:lnTo>
                  <a:lnTo>
                    <a:pt x="202" y="313"/>
                  </a:lnTo>
                  <a:lnTo>
                    <a:pt x="202" y="313"/>
                  </a:lnTo>
                  <a:lnTo>
                    <a:pt x="202" y="313"/>
                  </a:lnTo>
                  <a:lnTo>
                    <a:pt x="202" y="313"/>
                  </a:lnTo>
                  <a:lnTo>
                    <a:pt x="202" y="314"/>
                  </a:lnTo>
                  <a:lnTo>
                    <a:pt x="202" y="314"/>
                  </a:lnTo>
                  <a:lnTo>
                    <a:pt x="202" y="314"/>
                  </a:lnTo>
                  <a:lnTo>
                    <a:pt x="203" y="314"/>
                  </a:lnTo>
                  <a:lnTo>
                    <a:pt x="203" y="316"/>
                  </a:lnTo>
                  <a:lnTo>
                    <a:pt x="203" y="316"/>
                  </a:lnTo>
                  <a:lnTo>
                    <a:pt x="203" y="316"/>
                  </a:lnTo>
                  <a:lnTo>
                    <a:pt x="203" y="316"/>
                  </a:lnTo>
                  <a:lnTo>
                    <a:pt x="203" y="317"/>
                  </a:lnTo>
                  <a:lnTo>
                    <a:pt x="203" y="317"/>
                  </a:lnTo>
                  <a:lnTo>
                    <a:pt x="203" y="317"/>
                  </a:lnTo>
                  <a:lnTo>
                    <a:pt x="204" y="317"/>
                  </a:lnTo>
                  <a:lnTo>
                    <a:pt x="204" y="319"/>
                  </a:lnTo>
                  <a:lnTo>
                    <a:pt x="204" y="319"/>
                  </a:lnTo>
                  <a:lnTo>
                    <a:pt x="204" y="319"/>
                  </a:lnTo>
                  <a:lnTo>
                    <a:pt x="204" y="319"/>
                  </a:lnTo>
                  <a:lnTo>
                    <a:pt x="204" y="319"/>
                  </a:lnTo>
                  <a:lnTo>
                    <a:pt x="204" y="319"/>
                  </a:lnTo>
                  <a:lnTo>
                    <a:pt x="204" y="319"/>
                  </a:lnTo>
                  <a:lnTo>
                    <a:pt x="205" y="319"/>
                  </a:lnTo>
                  <a:lnTo>
                    <a:pt x="205" y="321"/>
                  </a:lnTo>
                  <a:lnTo>
                    <a:pt x="205" y="321"/>
                  </a:lnTo>
                  <a:lnTo>
                    <a:pt x="205" y="322"/>
                  </a:lnTo>
                  <a:lnTo>
                    <a:pt x="206" y="322"/>
                  </a:lnTo>
                  <a:lnTo>
                    <a:pt x="206" y="324"/>
                  </a:lnTo>
                  <a:lnTo>
                    <a:pt x="206" y="324"/>
                  </a:lnTo>
                  <a:lnTo>
                    <a:pt x="206" y="324"/>
                  </a:lnTo>
                  <a:lnTo>
                    <a:pt x="206" y="324"/>
                  </a:lnTo>
                  <a:lnTo>
                    <a:pt x="204" y="326"/>
                  </a:lnTo>
                  <a:lnTo>
                    <a:pt x="204" y="326"/>
                  </a:lnTo>
                  <a:lnTo>
                    <a:pt x="204" y="326"/>
                  </a:lnTo>
                  <a:lnTo>
                    <a:pt x="204" y="326"/>
                  </a:lnTo>
                  <a:lnTo>
                    <a:pt x="204" y="327"/>
                  </a:lnTo>
                  <a:lnTo>
                    <a:pt x="204" y="327"/>
                  </a:lnTo>
                  <a:lnTo>
                    <a:pt x="204" y="327"/>
                  </a:lnTo>
                  <a:lnTo>
                    <a:pt x="204" y="327"/>
                  </a:lnTo>
                  <a:lnTo>
                    <a:pt x="203" y="327"/>
                  </a:lnTo>
                  <a:lnTo>
                    <a:pt x="203" y="327"/>
                  </a:lnTo>
                  <a:lnTo>
                    <a:pt x="203" y="327"/>
                  </a:lnTo>
                  <a:lnTo>
                    <a:pt x="203" y="327"/>
                  </a:lnTo>
                  <a:lnTo>
                    <a:pt x="201" y="327"/>
                  </a:lnTo>
                  <a:lnTo>
                    <a:pt x="201" y="327"/>
                  </a:lnTo>
                  <a:lnTo>
                    <a:pt x="201" y="327"/>
                  </a:lnTo>
                  <a:lnTo>
                    <a:pt x="201" y="327"/>
                  </a:lnTo>
                  <a:lnTo>
                    <a:pt x="200" y="327"/>
                  </a:lnTo>
                  <a:lnTo>
                    <a:pt x="200" y="327"/>
                  </a:lnTo>
                  <a:lnTo>
                    <a:pt x="200" y="327"/>
                  </a:lnTo>
                  <a:lnTo>
                    <a:pt x="200" y="327"/>
                  </a:lnTo>
                  <a:lnTo>
                    <a:pt x="200" y="327"/>
                  </a:lnTo>
                  <a:lnTo>
                    <a:pt x="200" y="327"/>
                  </a:lnTo>
                  <a:lnTo>
                    <a:pt x="200" y="327"/>
                  </a:lnTo>
                  <a:lnTo>
                    <a:pt x="200" y="325"/>
                  </a:lnTo>
                  <a:lnTo>
                    <a:pt x="200" y="325"/>
                  </a:lnTo>
                  <a:lnTo>
                    <a:pt x="200" y="325"/>
                  </a:lnTo>
                  <a:lnTo>
                    <a:pt x="200" y="325"/>
                  </a:lnTo>
                  <a:lnTo>
                    <a:pt x="200" y="325"/>
                  </a:lnTo>
                  <a:lnTo>
                    <a:pt x="200" y="325"/>
                  </a:lnTo>
                  <a:lnTo>
                    <a:pt x="200" y="325"/>
                  </a:lnTo>
                  <a:lnTo>
                    <a:pt x="200" y="325"/>
                  </a:lnTo>
                  <a:lnTo>
                    <a:pt x="200" y="323"/>
                  </a:lnTo>
                  <a:lnTo>
                    <a:pt x="200" y="323"/>
                  </a:lnTo>
                  <a:lnTo>
                    <a:pt x="200" y="323"/>
                  </a:lnTo>
                  <a:lnTo>
                    <a:pt x="200" y="323"/>
                  </a:lnTo>
                  <a:lnTo>
                    <a:pt x="200" y="322"/>
                  </a:lnTo>
                  <a:lnTo>
                    <a:pt x="200" y="322"/>
                  </a:lnTo>
                  <a:lnTo>
                    <a:pt x="200" y="322"/>
                  </a:lnTo>
                  <a:lnTo>
                    <a:pt x="200" y="322"/>
                  </a:lnTo>
                  <a:lnTo>
                    <a:pt x="200" y="321"/>
                  </a:lnTo>
                  <a:lnTo>
                    <a:pt x="198" y="321"/>
                  </a:lnTo>
                  <a:lnTo>
                    <a:pt x="198" y="321"/>
                  </a:lnTo>
                  <a:lnTo>
                    <a:pt x="198" y="321"/>
                  </a:lnTo>
                  <a:lnTo>
                    <a:pt x="198" y="320"/>
                  </a:lnTo>
                  <a:lnTo>
                    <a:pt x="197" y="320"/>
                  </a:lnTo>
                  <a:lnTo>
                    <a:pt x="197" y="320"/>
                  </a:lnTo>
                  <a:lnTo>
                    <a:pt x="197" y="320"/>
                  </a:lnTo>
                  <a:lnTo>
                    <a:pt x="197" y="318"/>
                  </a:lnTo>
                  <a:lnTo>
                    <a:pt x="195" y="318"/>
                  </a:lnTo>
                  <a:lnTo>
                    <a:pt x="195" y="318"/>
                  </a:lnTo>
                  <a:lnTo>
                    <a:pt x="195" y="318"/>
                  </a:lnTo>
                  <a:lnTo>
                    <a:pt x="195" y="317"/>
                  </a:lnTo>
                  <a:lnTo>
                    <a:pt x="194" y="317"/>
                  </a:lnTo>
                  <a:lnTo>
                    <a:pt x="194" y="317"/>
                  </a:lnTo>
                  <a:lnTo>
                    <a:pt x="194" y="317"/>
                  </a:lnTo>
                  <a:lnTo>
                    <a:pt x="194" y="316"/>
                  </a:lnTo>
                  <a:lnTo>
                    <a:pt x="193" y="317"/>
                  </a:lnTo>
                  <a:lnTo>
                    <a:pt x="193" y="317"/>
                  </a:lnTo>
                  <a:lnTo>
                    <a:pt x="193" y="317"/>
                  </a:lnTo>
                  <a:lnTo>
                    <a:pt x="193" y="317"/>
                  </a:lnTo>
                  <a:lnTo>
                    <a:pt x="193" y="318"/>
                  </a:lnTo>
                  <a:lnTo>
                    <a:pt x="193" y="318"/>
                  </a:lnTo>
                  <a:lnTo>
                    <a:pt x="193" y="318"/>
                  </a:lnTo>
                  <a:lnTo>
                    <a:pt x="193" y="318"/>
                  </a:lnTo>
                  <a:lnTo>
                    <a:pt x="193" y="320"/>
                  </a:lnTo>
                  <a:lnTo>
                    <a:pt x="193" y="320"/>
                  </a:lnTo>
                  <a:lnTo>
                    <a:pt x="193" y="320"/>
                  </a:lnTo>
                  <a:lnTo>
                    <a:pt x="193" y="320"/>
                  </a:lnTo>
                  <a:lnTo>
                    <a:pt x="193" y="321"/>
                  </a:lnTo>
                  <a:lnTo>
                    <a:pt x="193" y="321"/>
                  </a:lnTo>
                  <a:lnTo>
                    <a:pt x="193" y="321"/>
                  </a:lnTo>
                  <a:lnTo>
                    <a:pt x="193" y="321"/>
                  </a:lnTo>
                  <a:lnTo>
                    <a:pt x="192" y="321"/>
                  </a:lnTo>
                  <a:lnTo>
                    <a:pt x="192" y="321"/>
                  </a:lnTo>
                  <a:lnTo>
                    <a:pt x="192" y="321"/>
                  </a:lnTo>
                  <a:lnTo>
                    <a:pt x="192" y="321"/>
                  </a:lnTo>
                  <a:lnTo>
                    <a:pt x="192" y="321"/>
                  </a:lnTo>
                  <a:lnTo>
                    <a:pt x="192" y="321"/>
                  </a:lnTo>
                  <a:lnTo>
                    <a:pt x="192" y="321"/>
                  </a:lnTo>
                  <a:lnTo>
                    <a:pt x="192" y="321"/>
                  </a:lnTo>
                  <a:lnTo>
                    <a:pt x="191" y="321"/>
                  </a:lnTo>
                  <a:lnTo>
                    <a:pt x="191" y="321"/>
                  </a:lnTo>
                  <a:lnTo>
                    <a:pt x="191" y="321"/>
                  </a:lnTo>
                  <a:lnTo>
                    <a:pt x="191" y="321"/>
                  </a:lnTo>
                  <a:lnTo>
                    <a:pt x="191" y="321"/>
                  </a:lnTo>
                  <a:lnTo>
                    <a:pt x="191" y="321"/>
                  </a:lnTo>
                  <a:lnTo>
                    <a:pt x="191" y="321"/>
                  </a:lnTo>
                  <a:lnTo>
                    <a:pt x="191" y="321"/>
                  </a:lnTo>
                  <a:lnTo>
                    <a:pt x="189" y="321"/>
                  </a:lnTo>
                  <a:lnTo>
                    <a:pt x="189" y="321"/>
                  </a:lnTo>
                  <a:lnTo>
                    <a:pt x="189" y="321"/>
                  </a:lnTo>
                  <a:lnTo>
                    <a:pt x="189" y="321"/>
                  </a:lnTo>
                  <a:lnTo>
                    <a:pt x="189" y="321"/>
                  </a:lnTo>
                  <a:lnTo>
                    <a:pt x="189" y="321"/>
                  </a:lnTo>
                  <a:lnTo>
                    <a:pt x="189" y="321"/>
                  </a:lnTo>
                  <a:lnTo>
                    <a:pt x="189" y="320"/>
                  </a:lnTo>
                  <a:lnTo>
                    <a:pt x="187" y="320"/>
                  </a:lnTo>
                  <a:lnTo>
                    <a:pt x="187" y="320"/>
                  </a:lnTo>
                  <a:lnTo>
                    <a:pt x="187" y="320"/>
                  </a:lnTo>
                  <a:lnTo>
                    <a:pt x="187" y="320"/>
                  </a:lnTo>
                  <a:lnTo>
                    <a:pt x="187" y="320"/>
                  </a:lnTo>
                  <a:lnTo>
                    <a:pt x="187" y="320"/>
                  </a:lnTo>
                  <a:lnTo>
                    <a:pt x="187" y="320"/>
                  </a:lnTo>
                  <a:lnTo>
                    <a:pt x="187" y="319"/>
                  </a:lnTo>
                  <a:lnTo>
                    <a:pt x="185" y="319"/>
                  </a:lnTo>
                  <a:lnTo>
                    <a:pt x="185" y="319"/>
                  </a:lnTo>
                  <a:lnTo>
                    <a:pt x="185" y="319"/>
                  </a:lnTo>
                  <a:lnTo>
                    <a:pt x="185" y="319"/>
                  </a:lnTo>
                  <a:lnTo>
                    <a:pt x="183" y="319"/>
                  </a:lnTo>
                  <a:lnTo>
                    <a:pt x="183" y="319"/>
                  </a:lnTo>
                  <a:lnTo>
                    <a:pt x="183" y="319"/>
                  </a:lnTo>
                  <a:lnTo>
                    <a:pt x="183" y="319"/>
                  </a:lnTo>
                  <a:lnTo>
                    <a:pt x="181" y="319"/>
                  </a:lnTo>
                  <a:lnTo>
                    <a:pt x="181" y="319"/>
                  </a:lnTo>
                  <a:lnTo>
                    <a:pt x="181" y="319"/>
                  </a:lnTo>
                  <a:lnTo>
                    <a:pt x="181" y="319"/>
                  </a:lnTo>
                  <a:lnTo>
                    <a:pt x="181" y="319"/>
                  </a:lnTo>
                  <a:lnTo>
                    <a:pt x="181" y="319"/>
                  </a:lnTo>
                  <a:lnTo>
                    <a:pt x="181" y="319"/>
                  </a:lnTo>
                  <a:lnTo>
                    <a:pt x="181" y="318"/>
                  </a:lnTo>
                  <a:lnTo>
                    <a:pt x="179" y="319"/>
                  </a:lnTo>
                  <a:lnTo>
                    <a:pt x="179" y="319"/>
                  </a:lnTo>
                  <a:lnTo>
                    <a:pt x="179" y="319"/>
                  </a:lnTo>
                  <a:lnTo>
                    <a:pt x="179" y="319"/>
                  </a:lnTo>
                  <a:lnTo>
                    <a:pt x="179" y="319"/>
                  </a:lnTo>
                  <a:lnTo>
                    <a:pt x="179" y="319"/>
                  </a:lnTo>
                  <a:lnTo>
                    <a:pt x="179" y="319"/>
                  </a:lnTo>
                  <a:lnTo>
                    <a:pt x="179" y="319"/>
                  </a:lnTo>
                  <a:lnTo>
                    <a:pt x="178" y="321"/>
                  </a:lnTo>
                  <a:lnTo>
                    <a:pt x="178" y="321"/>
                  </a:lnTo>
                  <a:lnTo>
                    <a:pt x="178" y="321"/>
                  </a:lnTo>
                  <a:lnTo>
                    <a:pt x="178" y="321"/>
                  </a:lnTo>
                  <a:lnTo>
                    <a:pt x="178" y="321"/>
                  </a:lnTo>
                  <a:lnTo>
                    <a:pt x="178" y="321"/>
                  </a:lnTo>
                  <a:lnTo>
                    <a:pt x="178" y="321"/>
                  </a:lnTo>
                  <a:lnTo>
                    <a:pt x="178" y="321"/>
                  </a:lnTo>
                  <a:lnTo>
                    <a:pt x="176" y="322"/>
                  </a:lnTo>
                  <a:lnTo>
                    <a:pt x="176" y="322"/>
                  </a:lnTo>
                  <a:lnTo>
                    <a:pt x="174" y="322"/>
                  </a:lnTo>
                  <a:lnTo>
                    <a:pt x="174" y="322"/>
                  </a:lnTo>
                  <a:lnTo>
                    <a:pt x="172" y="323"/>
                  </a:lnTo>
                  <a:lnTo>
                    <a:pt x="172" y="323"/>
                  </a:lnTo>
                  <a:lnTo>
                    <a:pt x="170" y="323"/>
                  </a:lnTo>
                  <a:lnTo>
                    <a:pt x="170" y="323"/>
                  </a:lnTo>
                  <a:lnTo>
                    <a:pt x="169" y="325"/>
                  </a:lnTo>
                  <a:lnTo>
                    <a:pt x="169" y="325"/>
                  </a:lnTo>
                  <a:lnTo>
                    <a:pt x="166" y="325"/>
                  </a:lnTo>
                  <a:lnTo>
                    <a:pt x="166" y="325"/>
                  </a:lnTo>
                  <a:lnTo>
                    <a:pt x="164" y="325"/>
                  </a:lnTo>
                  <a:lnTo>
                    <a:pt x="164" y="325"/>
                  </a:lnTo>
                  <a:lnTo>
                    <a:pt x="164" y="325"/>
                  </a:lnTo>
                  <a:lnTo>
                    <a:pt x="164" y="325"/>
                  </a:lnTo>
                  <a:lnTo>
                    <a:pt x="162" y="327"/>
                  </a:lnTo>
                  <a:lnTo>
                    <a:pt x="162" y="327"/>
                  </a:lnTo>
                  <a:lnTo>
                    <a:pt x="161" y="327"/>
                  </a:lnTo>
                  <a:lnTo>
                    <a:pt x="161" y="327"/>
                  </a:lnTo>
                  <a:lnTo>
                    <a:pt x="159" y="328"/>
                  </a:lnTo>
                  <a:lnTo>
                    <a:pt x="159" y="328"/>
                  </a:lnTo>
                  <a:lnTo>
                    <a:pt x="159" y="328"/>
                  </a:lnTo>
                  <a:lnTo>
                    <a:pt x="159" y="328"/>
                  </a:lnTo>
                  <a:lnTo>
                    <a:pt x="157" y="330"/>
                  </a:lnTo>
                  <a:lnTo>
                    <a:pt x="157" y="330"/>
                  </a:lnTo>
                  <a:lnTo>
                    <a:pt x="155" y="330"/>
                  </a:lnTo>
                  <a:lnTo>
                    <a:pt x="155" y="330"/>
                  </a:lnTo>
                  <a:lnTo>
                    <a:pt x="154" y="331"/>
                  </a:lnTo>
                  <a:lnTo>
                    <a:pt x="154" y="331"/>
                  </a:lnTo>
                  <a:lnTo>
                    <a:pt x="154" y="331"/>
                  </a:lnTo>
                  <a:lnTo>
                    <a:pt x="154" y="331"/>
                  </a:lnTo>
                  <a:lnTo>
                    <a:pt x="152" y="331"/>
                  </a:lnTo>
                  <a:lnTo>
                    <a:pt x="152" y="331"/>
                  </a:lnTo>
                  <a:lnTo>
                    <a:pt x="151" y="331"/>
                  </a:lnTo>
                  <a:lnTo>
                    <a:pt x="151" y="331"/>
                  </a:lnTo>
                  <a:lnTo>
                    <a:pt x="149" y="331"/>
                  </a:lnTo>
                  <a:lnTo>
                    <a:pt x="149" y="331"/>
                  </a:lnTo>
                  <a:lnTo>
                    <a:pt x="148" y="331"/>
                  </a:lnTo>
                  <a:lnTo>
                    <a:pt x="148" y="331"/>
                  </a:lnTo>
                  <a:lnTo>
                    <a:pt x="147" y="331"/>
                  </a:lnTo>
                  <a:lnTo>
                    <a:pt x="147" y="331"/>
                  </a:lnTo>
                  <a:lnTo>
                    <a:pt x="146" y="331"/>
                  </a:lnTo>
                  <a:lnTo>
                    <a:pt x="146" y="331"/>
                  </a:lnTo>
                  <a:lnTo>
                    <a:pt x="145" y="331"/>
                  </a:lnTo>
                  <a:lnTo>
                    <a:pt x="145" y="331"/>
                  </a:lnTo>
                  <a:lnTo>
                    <a:pt x="145" y="331"/>
                  </a:lnTo>
                  <a:lnTo>
                    <a:pt x="145" y="331"/>
                  </a:lnTo>
                  <a:lnTo>
                    <a:pt x="143" y="331"/>
                  </a:lnTo>
                  <a:lnTo>
                    <a:pt x="143" y="331"/>
                  </a:lnTo>
                  <a:lnTo>
                    <a:pt x="143" y="331"/>
                  </a:lnTo>
                  <a:lnTo>
                    <a:pt x="143" y="331"/>
                  </a:lnTo>
                  <a:lnTo>
                    <a:pt x="141" y="331"/>
                  </a:lnTo>
                  <a:lnTo>
                    <a:pt x="141" y="331"/>
                  </a:lnTo>
                  <a:lnTo>
                    <a:pt x="141" y="331"/>
                  </a:lnTo>
                  <a:lnTo>
                    <a:pt x="141" y="329"/>
                  </a:lnTo>
                  <a:lnTo>
                    <a:pt x="139" y="329"/>
                  </a:lnTo>
                  <a:lnTo>
                    <a:pt x="139" y="329"/>
                  </a:lnTo>
                  <a:lnTo>
                    <a:pt x="139" y="329"/>
                  </a:lnTo>
                  <a:lnTo>
                    <a:pt x="139" y="329"/>
                  </a:lnTo>
                  <a:lnTo>
                    <a:pt x="139" y="329"/>
                  </a:lnTo>
                  <a:lnTo>
                    <a:pt x="139" y="329"/>
                  </a:lnTo>
                  <a:lnTo>
                    <a:pt x="139" y="329"/>
                  </a:lnTo>
                  <a:lnTo>
                    <a:pt x="139" y="328"/>
                  </a:lnTo>
                  <a:lnTo>
                    <a:pt x="137" y="328"/>
                  </a:lnTo>
                  <a:lnTo>
                    <a:pt x="137" y="328"/>
                  </a:lnTo>
                  <a:lnTo>
                    <a:pt x="135" y="328"/>
                  </a:lnTo>
                  <a:lnTo>
                    <a:pt x="135" y="328"/>
                  </a:lnTo>
                  <a:lnTo>
                    <a:pt x="133" y="328"/>
                  </a:lnTo>
                  <a:lnTo>
                    <a:pt x="133" y="328"/>
                  </a:lnTo>
                  <a:lnTo>
                    <a:pt x="133" y="328"/>
                  </a:lnTo>
                  <a:lnTo>
                    <a:pt x="133" y="326"/>
                  </a:lnTo>
                  <a:lnTo>
                    <a:pt x="132" y="326"/>
                  </a:lnTo>
                  <a:lnTo>
                    <a:pt x="132" y="326"/>
                  </a:lnTo>
                  <a:lnTo>
                    <a:pt x="131" y="326"/>
                  </a:lnTo>
                  <a:lnTo>
                    <a:pt x="131" y="326"/>
                  </a:lnTo>
                  <a:lnTo>
                    <a:pt x="129" y="326"/>
                  </a:lnTo>
                  <a:lnTo>
                    <a:pt x="129" y="326"/>
                  </a:lnTo>
                  <a:lnTo>
                    <a:pt x="129" y="326"/>
                  </a:lnTo>
                  <a:lnTo>
                    <a:pt x="129" y="325"/>
                  </a:lnTo>
                  <a:lnTo>
                    <a:pt x="128" y="327"/>
                  </a:lnTo>
                  <a:lnTo>
                    <a:pt x="128" y="327"/>
                  </a:lnTo>
                  <a:lnTo>
                    <a:pt x="128" y="327"/>
                  </a:lnTo>
                  <a:lnTo>
                    <a:pt x="128" y="327"/>
                  </a:lnTo>
                  <a:lnTo>
                    <a:pt x="128" y="328"/>
                  </a:lnTo>
                  <a:lnTo>
                    <a:pt x="128" y="328"/>
                  </a:lnTo>
                  <a:lnTo>
                    <a:pt x="128" y="328"/>
                  </a:lnTo>
                  <a:lnTo>
                    <a:pt x="128" y="328"/>
                  </a:lnTo>
                  <a:lnTo>
                    <a:pt x="128" y="330"/>
                  </a:lnTo>
                  <a:lnTo>
                    <a:pt x="128" y="330"/>
                  </a:lnTo>
                  <a:lnTo>
                    <a:pt x="128" y="331"/>
                  </a:lnTo>
                  <a:lnTo>
                    <a:pt x="128" y="331"/>
                  </a:lnTo>
                  <a:lnTo>
                    <a:pt x="128" y="333"/>
                  </a:lnTo>
                  <a:lnTo>
                    <a:pt x="128" y="333"/>
                  </a:lnTo>
                  <a:lnTo>
                    <a:pt x="128" y="333"/>
                  </a:lnTo>
                  <a:lnTo>
                    <a:pt x="128" y="333"/>
                  </a:lnTo>
                  <a:lnTo>
                    <a:pt x="126" y="335"/>
                  </a:lnTo>
                  <a:lnTo>
                    <a:pt x="126" y="335"/>
                  </a:lnTo>
                  <a:lnTo>
                    <a:pt x="125" y="335"/>
                  </a:lnTo>
                  <a:lnTo>
                    <a:pt x="125" y="335"/>
                  </a:lnTo>
                  <a:lnTo>
                    <a:pt x="123" y="335"/>
                  </a:lnTo>
                  <a:lnTo>
                    <a:pt x="123" y="335"/>
                  </a:lnTo>
                  <a:lnTo>
                    <a:pt x="123" y="335"/>
                  </a:lnTo>
                  <a:lnTo>
                    <a:pt x="123" y="335"/>
                  </a:lnTo>
                  <a:lnTo>
                    <a:pt x="121" y="336"/>
                  </a:lnTo>
                  <a:lnTo>
                    <a:pt x="121" y="336"/>
                  </a:lnTo>
                  <a:lnTo>
                    <a:pt x="120" y="336"/>
                  </a:lnTo>
                  <a:lnTo>
                    <a:pt x="120" y="336"/>
                  </a:lnTo>
                  <a:lnTo>
                    <a:pt x="120" y="336"/>
                  </a:lnTo>
                  <a:lnTo>
                    <a:pt x="120" y="336"/>
                  </a:lnTo>
                  <a:lnTo>
                    <a:pt x="120" y="336"/>
                  </a:lnTo>
                  <a:lnTo>
                    <a:pt x="120" y="336"/>
                  </a:lnTo>
                  <a:lnTo>
                    <a:pt x="120" y="336"/>
                  </a:lnTo>
                  <a:lnTo>
                    <a:pt x="120" y="336"/>
                  </a:lnTo>
                  <a:lnTo>
                    <a:pt x="120" y="336"/>
                  </a:lnTo>
                  <a:lnTo>
                    <a:pt x="120" y="336"/>
                  </a:lnTo>
                  <a:lnTo>
                    <a:pt x="120" y="336"/>
                  </a:lnTo>
                  <a:lnTo>
                    <a:pt x="120" y="336"/>
                  </a:lnTo>
                  <a:lnTo>
                    <a:pt x="120" y="336"/>
                  </a:lnTo>
                  <a:lnTo>
                    <a:pt x="120" y="335"/>
                  </a:lnTo>
                  <a:lnTo>
                    <a:pt x="120" y="335"/>
                  </a:lnTo>
                  <a:lnTo>
                    <a:pt x="120" y="335"/>
                  </a:lnTo>
                  <a:lnTo>
                    <a:pt x="120" y="335"/>
                  </a:lnTo>
                  <a:lnTo>
                    <a:pt x="120" y="334"/>
                  </a:lnTo>
                  <a:lnTo>
                    <a:pt x="120" y="334"/>
                  </a:lnTo>
                  <a:lnTo>
                    <a:pt x="120" y="334"/>
                  </a:lnTo>
                  <a:lnTo>
                    <a:pt x="120" y="334"/>
                  </a:lnTo>
                  <a:lnTo>
                    <a:pt x="120" y="333"/>
                  </a:lnTo>
                  <a:lnTo>
                    <a:pt x="118" y="334"/>
                  </a:lnTo>
                  <a:lnTo>
                    <a:pt x="118" y="334"/>
                  </a:lnTo>
                  <a:lnTo>
                    <a:pt x="118" y="334"/>
                  </a:lnTo>
                  <a:lnTo>
                    <a:pt x="118" y="334"/>
                  </a:lnTo>
                  <a:lnTo>
                    <a:pt x="117" y="334"/>
                  </a:lnTo>
                  <a:lnTo>
                    <a:pt x="117" y="334"/>
                  </a:lnTo>
                  <a:lnTo>
                    <a:pt x="117" y="334"/>
                  </a:lnTo>
                  <a:lnTo>
                    <a:pt x="117" y="334"/>
                  </a:lnTo>
                  <a:lnTo>
                    <a:pt x="115" y="334"/>
                  </a:lnTo>
                  <a:lnTo>
                    <a:pt x="115" y="334"/>
                  </a:lnTo>
                  <a:lnTo>
                    <a:pt x="115" y="334"/>
                  </a:lnTo>
                  <a:lnTo>
                    <a:pt x="115" y="334"/>
                  </a:lnTo>
                  <a:lnTo>
                    <a:pt x="115" y="334"/>
                  </a:lnTo>
                  <a:lnTo>
                    <a:pt x="115" y="334"/>
                  </a:lnTo>
                  <a:lnTo>
                    <a:pt x="115" y="334"/>
                  </a:lnTo>
                  <a:lnTo>
                    <a:pt x="115" y="334"/>
                  </a:lnTo>
                  <a:lnTo>
                    <a:pt x="113" y="334"/>
                  </a:lnTo>
                  <a:lnTo>
                    <a:pt x="113" y="334"/>
                  </a:lnTo>
                  <a:lnTo>
                    <a:pt x="113" y="334"/>
                  </a:lnTo>
                  <a:lnTo>
                    <a:pt x="113" y="334"/>
                  </a:lnTo>
                  <a:lnTo>
                    <a:pt x="113" y="334"/>
                  </a:lnTo>
                  <a:lnTo>
                    <a:pt x="113" y="334"/>
                  </a:lnTo>
                  <a:lnTo>
                    <a:pt x="113" y="334"/>
                  </a:lnTo>
                  <a:lnTo>
                    <a:pt x="113" y="332"/>
                  </a:lnTo>
                  <a:lnTo>
                    <a:pt x="112" y="332"/>
                  </a:lnTo>
                  <a:lnTo>
                    <a:pt x="112" y="332"/>
                  </a:lnTo>
                  <a:lnTo>
                    <a:pt x="112" y="332"/>
                  </a:lnTo>
                  <a:lnTo>
                    <a:pt x="112" y="329"/>
                  </a:lnTo>
                  <a:lnTo>
                    <a:pt x="112" y="329"/>
                  </a:lnTo>
                  <a:lnTo>
                    <a:pt x="112" y="329"/>
                  </a:lnTo>
                  <a:lnTo>
                    <a:pt x="112" y="329"/>
                  </a:lnTo>
                  <a:lnTo>
                    <a:pt x="112" y="328"/>
                  </a:lnTo>
                  <a:lnTo>
                    <a:pt x="110" y="328"/>
                  </a:lnTo>
                  <a:lnTo>
                    <a:pt x="110" y="328"/>
                  </a:lnTo>
                  <a:lnTo>
                    <a:pt x="110" y="328"/>
                  </a:lnTo>
                  <a:lnTo>
                    <a:pt x="110" y="328"/>
                  </a:lnTo>
                  <a:lnTo>
                    <a:pt x="110" y="328"/>
                  </a:lnTo>
                  <a:lnTo>
                    <a:pt x="110" y="328"/>
                  </a:lnTo>
                  <a:lnTo>
                    <a:pt x="110" y="328"/>
                  </a:lnTo>
                  <a:lnTo>
                    <a:pt x="110" y="328"/>
                  </a:lnTo>
                  <a:lnTo>
                    <a:pt x="110" y="328"/>
                  </a:lnTo>
                  <a:lnTo>
                    <a:pt x="110" y="328"/>
                  </a:lnTo>
                  <a:lnTo>
                    <a:pt x="110" y="328"/>
                  </a:lnTo>
                  <a:lnTo>
                    <a:pt x="110" y="328"/>
                  </a:lnTo>
                  <a:lnTo>
                    <a:pt x="110" y="328"/>
                  </a:lnTo>
                  <a:lnTo>
                    <a:pt x="110" y="328"/>
                  </a:lnTo>
                  <a:lnTo>
                    <a:pt x="110" y="328"/>
                  </a:lnTo>
                  <a:lnTo>
                    <a:pt x="110" y="327"/>
                  </a:lnTo>
                  <a:lnTo>
                    <a:pt x="108" y="327"/>
                  </a:lnTo>
                  <a:lnTo>
                    <a:pt x="108" y="327"/>
                  </a:lnTo>
                  <a:lnTo>
                    <a:pt x="107" y="327"/>
                  </a:lnTo>
                  <a:lnTo>
                    <a:pt x="107" y="327"/>
                  </a:lnTo>
                  <a:lnTo>
                    <a:pt x="105" y="327"/>
                  </a:lnTo>
                  <a:lnTo>
                    <a:pt x="105" y="327"/>
                  </a:lnTo>
                  <a:lnTo>
                    <a:pt x="104" y="327"/>
                  </a:lnTo>
                  <a:lnTo>
                    <a:pt x="104" y="326"/>
                  </a:lnTo>
                  <a:lnTo>
                    <a:pt x="103" y="327"/>
                  </a:lnTo>
                  <a:lnTo>
                    <a:pt x="103" y="327"/>
                  </a:lnTo>
                  <a:lnTo>
                    <a:pt x="102" y="327"/>
                  </a:lnTo>
                  <a:lnTo>
                    <a:pt x="102" y="327"/>
                  </a:lnTo>
                  <a:lnTo>
                    <a:pt x="101" y="328"/>
                  </a:lnTo>
                  <a:lnTo>
                    <a:pt x="101" y="328"/>
                  </a:lnTo>
                  <a:lnTo>
                    <a:pt x="101" y="328"/>
                  </a:lnTo>
                  <a:lnTo>
                    <a:pt x="101" y="328"/>
                  </a:lnTo>
                  <a:lnTo>
                    <a:pt x="101" y="329"/>
                  </a:lnTo>
                  <a:lnTo>
                    <a:pt x="101" y="329"/>
                  </a:lnTo>
                  <a:lnTo>
                    <a:pt x="101" y="329"/>
                  </a:lnTo>
                  <a:lnTo>
                    <a:pt x="101" y="329"/>
                  </a:lnTo>
                  <a:lnTo>
                    <a:pt x="101" y="329"/>
                  </a:lnTo>
                  <a:lnTo>
                    <a:pt x="101" y="329"/>
                  </a:lnTo>
                  <a:lnTo>
                    <a:pt x="101" y="329"/>
                  </a:lnTo>
                  <a:lnTo>
                    <a:pt x="103" y="329"/>
                  </a:lnTo>
                  <a:lnTo>
                    <a:pt x="103" y="330"/>
                  </a:lnTo>
                  <a:lnTo>
                    <a:pt x="103" y="330"/>
                  </a:lnTo>
                  <a:lnTo>
                    <a:pt x="103" y="330"/>
                  </a:lnTo>
                  <a:lnTo>
                    <a:pt x="103" y="330"/>
                  </a:lnTo>
                  <a:lnTo>
                    <a:pt x="103" y="330"/>
                  </a:lnTo>
                  <a:lnTo>
                    <a:pt x="103" y="330"/>
                  </a:lnTo>
                  <a:lnTo>
                    <a:pt x="103" y="330"/>
                  </a:lnTo>
                  <a:lnTo>
                    <a:pt x="104" y="330"/>
                  </a:lnTo>
                  <a:lnTo>
                    <a:pt x="104" y="330"/>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58" name=""/>
            <p:cNvSpPr/>
            <p:nvPr/>
          </p:nvSpPr>
          <p:spPr>
            <a:xfrm>
              <a:off x="7794720" y="6022800"/>
              <a:ext cx="118800" cy="216000"/>
            </a:xfrm>
            <a:custGeom>
              <a:avLst/>
              <a:gdLst/>
              <a:ahLst/>
              <a:rect l="l" t="t" r="r" b="b"/>
              <a:pathLst>
                <a:path w="75" h="136">
                  <a:moveTo>
                    <a:pt x="47" y="135"/>
                  </a:moveTo>
                  <a:lnTo>
                    <a:pt x="47" y="135"/>
                  </a:lnTo>
                  <a:lnTo>
                    <a:pt x="47" y="135"/>
                  </a:lnTo>
                  <a:lnTo>
                    <a:pt x="47" y="135"/>
                  </a:lnTo>
                  <a:lnTo>
                    <a:pt x="47" y="135"/>
                  </a:lnTo>
                  <a:lnTo>
                    <a:pt x="47" y="135"/>
                  </a:lnTo>
                  <a:lnTo>
                    <a:pt x="47" y="135"/>
                  </a:lnTo>
                  <a:lnTo>
                    <a:pt x="47" y="135"/>
                  </a:lnTo>
                  <a:lnTo>
                    <a:pt x="48" y="133"/>
                  </a:lnTo>
                  <a:lnTo>
                    <a:pt x="48" y="133"/>
                  </a:lnTo>
                  <a:lnTo>
                    <a:pt x="48" y="133"/>
                  </a:lnTo>
                  <a:lnTo>
                    <a:pt x="48" y="133"/>
                  </a:lnTo>
                  <a:lnTo>
                    <a:pt x="48" y="132"/>
                  </a:lnTo>
                  <a:lnTo>
                    <a:pt x="48" y="132"/>
                  </a:lnTo>
                  <a:lnTo>
                    <a:pt x="48" y="132"/>
                  </a:lnTo>
                  <a:lnTo>
                    <a:pt x="48" y="132"/>
                  </a:lnTo>
                  <a:lnTo>
                    <a:pt x="49" y="131"/>
                  </a:lnTo>
                  <a:lnTo>
                    <a:pt x="48" y="131"/>
                  </a:lnTo>
                  <a:lnTo>
                    <a:pt x="48" y="131"/>
                  </a:lnTo>
                  <a:lnTo>
                    <a:pt x="48" y="131"/>
                  </a:lnTo>
                  <a:lnTo>
                    <a:pt x="48" y="130"/>
                  </a:lnTo>
                  <a:lnTo>
                    <a:pt x="48" y="130"/>
                  </a:lnTo>
                  <a:lnTo>
                    <a:pt x="48" y="130"/>
                  </a:lnTo>
                  <a:lnTo>
                    <a:pt x="48" y="130"/>
                  </a:lnTo>
                  <a:lnTo>
                    <a:pt x="48" y="128"/>
                  </a:lnTo>
                  <a:lnTo>
                    <a:pt x="48" y="128"/>
                  </a:lnTo>
                  <a:lnTo>
                    <a:pt x="48" y="128"/>
                  </a:lnTo>
                  <a:lnTo>
                    <a:pt x="48" y="128"/>
                  </a:lnTo>
                  <a:lnTo>
                    <a:pt x="48" y="126"/>
                  </a:lnTo>
                  <a:lnTo>
                    <a:pt x="48" y="126"/>
                  </a:lnTo>
                  <a:lnTo>
                    <a:pt x="48" y="126"/>
                  </a:lnTo>
                  <a:lnTo>
                    <a:pt x="48" y="126"/>
                  </a:lnTo>
                  <a:lnTo>
                    <a:pt x="48" y="124"/>
                  </a:lnTo>
                  <a:lnTo>
                    <a:pt x="47" y="124"/>
                  </a:lnTo>
                  <a:lnTo>
                    <a:pt x="47" y="124"/>
                  </a:lnTo>
                  <a:lnTo>
                    <a:pt x="47" y="124"/>
                  </a:lnTo>
                  <a:lnTo>
                    <a:pt x="47" y="124"/>
                  </a:lnTo>
                  <a:lnTo>
                    <a:pt x="47" y="124"/>
                  </a:lnTo>
                  <a:lnTo>
                    <a:pt x="47" y="124"/>
                  </a:lnTo>
                  <a:lnTo>
                    <a:pt x="47" y="124"/>
                  </a:lnTo>
                  <a:lnTo>
                    <a:pt x="47" y="123"/>
                  </a:lnTo>
                  <a:lnTo>
                    <a:pt x="45" y="123"/>
                  </a:lnTo>
                  <a:lnTo>
                    <a:pt x="45" y="123"/>
                  </a:lnTo>
                  <a:lnTo>
                    <a:pt x="45" y="123"/>
                  </a:lnTo>
                  <a:lnTo>
                    <a:pt x="45" y="122"/>
                  </a:lnTo>
                  <a:lnTo>
                    <a:pt x="45" y="122"/>
                  </a:lnTo>
                  <a:lnTo>
                    <a:pt x="45" y="122"/>
                  </a:lnTo>
                  <a:lnTo>
                    <a:pt x="45" y="122"/>
                  </a:lnTo>
                  <a:lnTo>
                    <a:pt x="45" y="121"/>
                  </a:lnTo>
                  <a:lnTo>
                    <a:pt x="43" y="122"/>
                  </a:lnTo>
                  <a:lnTo>
                    <a:pt x="43" y="122"/>
                  </a:lnTo>
                  <a:lnTo>
                    <a:pt x="43" y="122"/>
                  </a:lnTo>
                  <a:lnTo>
                    <a:pt x="43" y="122"/>
                  </a:lnTo>
                  <a:lnTo>
                    <a:pt x="41" y="122"/>
                  </a:lnTo>
                  <a:lnTo>
                    <a:pt x="41" y="122"/>
                  </a:lnTo>
                  <a:lnTo>
                    <a:pt x="41" y="122"/>
                  </a:lnTo>
                  <a:lnTo>
                    <a:pt x="41" y="122"/>
                  </a:lnTo>
                  <a:lnTo>
                    <a:pt x="40" y="123"/>
                  </a:lnTo>
                  <a:lnTo>
                    <a:pt x="40" y="123"/>
                  </a:lnTo>
                  <a:lnTo>
                    <a:pt x="40" y="123"/>
                  </a:lnTo>
                  <a:lnTo>
                    <a:pt x="40" y="123"/>
                  </a:lnTo>
                  <a:lnTo>
                    <a:pt x="39" y="123"/>
                  </a:lnTo>
                  <a:lnTo>
                    <a:pt x="39" y="123"/>
                  </a:lnTo>
                  <a:lnTo>
                    <a:pt x="39" y="123"/>
                  </a:lnTo>
                  <a:lnTo>
                    <a:pt x="39" y="123"/>
                  </a:lnTo>
                  <a:lnTo>
                    <a:pt x="37" y="123"/>
                  </a:lnTo>
                  <a:lnTo>
                    <a:pt x="37" y="123"/>
                  </a:lnTo>
                  <a:lnTo>
                    <a:pt x="37" y="123"/>
                  </a:lnTo>
                  <a:lnTo>
                    <a:pt x="37" y="122"/>
                  </a:lnTo>
                  <a:lnTo>
                    <a:pt x="37" y="122"/>
                  </a:lnTo>
                  <a:lnTo>
                    <a:pt x="37" y="122"/>
                  </a:lnTo>
                  <a:lnTo>
                    <a:pt x="37" y="122"/>
                  </a:lnTo>
                  <a:lnTo>
                    <a:pt x="37" y="120"/>
                  </a:lnTo>
                  <a:lnTo>
                    <a:pt x="36" y="120"/>
                  </a:lnTo>
                  <a:lnTo>
                    <a:pt x="36" y="120"/>
                  </a:lnTo>
                  <a:lnTo>
                    <a:pt x="36" y="120"/>
                  </a:lnTo>
                  <a:lnTo>
                    <a:pt x="36" y="119"/>
                  </a:lnTo>
                  <a:lnTo>
                    <a:pt x="36" y="119"/>
                  </a:lnTo>
                  <a:lnTo>
                    <a:pt x="36" y="119"/>
                  </a:lnTo>
                  <a:lnTo>
                    <a:pt x="36" y="119"/>
                  </a:lnTo>
                  <a:lnTo>
                    <a:pt x="36" y="118"/>
                  </a:lnTo>
                  <a:lnTo>
                    <a:pt x="36" y="118"/>
                  </a:lnTo>
                  <a:lnTo>
                    <a:pt x="36" y="118"/>
                  </a:lnTo>
                  <a:lnTo>
                    <a:pt x="36" y="118"/>
                  </a:lnTo>
                  <a:lnTo>
                    <a:pt x="37" y="117"/>
                  </a:lnTo>
                  <a:lnTo>
                    <a:pt x="37" y="117"/>
                  </a:lnTo>
                  <a:lnTo>
                    <a:pt x="37" y="117"/>
                  </a:lnTo>
                  <a:lnTo>
                    <a:pt x="37" y="117"/>
                  </a:lnTo>
                  <a:lnTo>
                    <a:pt x="39" y="116"/>
                  </a:lnTo>
                  <a:lnTo>
                    <a:pt x="39" y="116"/>
                  </a:lnTo>
                  <a:lnTo>
                    <a:pt x="39" y="116"/>
                  </a:lnTo>
                  <a:lnTo>
                    <a:pt x="39" y="116"/>
                  </a:lnTo>
                  <a:lnTo>
                    <a:pt x="40" y="116"/>
                  </a:lnTo>
                  <a:lnTo>
                    <a:pt x="40" y="116"/>
                  </a:lnTo>
                  <a:lnTo>
                    <a:pt x="40" y="116"/>
                  </a:lnTo>
                  <a:lnTo>
                    <a:pt x="40" y="116"/>
                  </a:lnTo>
                  <a:lnTo>
                    <a:pt x="41" y="114"/>
                  </a:lnTo>
                  <a:lnTo>
                    <a:pt x="41" y="114"/>
                  </a:lnTo>
                  <a:lnTo>
                    <a:pt x="41" y="114"/>
                  </a:lnTo>
                  <a:lnTo>
                    <a:pt x="41" y="114"/>
                  </a:lnTo>
                  <a:lnTo>
                    <a:pt x="41" y="112"/>
                  </a:lnTo>
                  <a:lnTo>
                    <a:pt x="41" y="112"/>
                  </a:lnTo>
                  <a:lnTo>
                    <a:pt x="41" y="112"/>
                  </a:lnTo>
                  <a:lnTo>
                    <a:pt x="41" y="112"/>
                  </a:lnTo>
                  <a:lnTo>
                    <a:pt x="41" y="110"/>
                  </a:lnTo>
                  <a:lnTo>
                    <a:pt x="41" y="110"/>
                  </a:lnTo>
                  <a:lnTo>
                    <a:pt x="41" y="110"/>
                  </a:lnTo>
                  <a:lnTo>
                    <a:pt x="41" y="110"/>
                  </a:lnTo>
                  <a:lnTo>
                    <a:pt x="41" y="109"/>
                  </a:lnTo>
                  <a:lnTo>
                    <a:pt x="41" y="109"/>
                  </a:lnTo>
                  <a:lnTo>
                    <a:pt x="41" y="109"/>
                  </a:lnTo>
                  <a:lnTo>
                    <a:pt x="41" y="109"/>
                  </a:lnTo>
                  <a:lnTo>
                    <a:pt x="41" y="108"/>
                  </a:lnTo>
                  <a:lnTo>
                    <a:pt x="40" y="108"/>
                  </a:lnTo>
                  <a:lnTo>
                    <a:pt x="40" y="108"/>
                  </a:lnTo>
                  <a:lnTo>
                    <a:pt x="40" y="108"/>
                  </a:lnTo>
                  <a:lnTo>
                    <a:pt x="40" y="107"/>
                  </a:lnTo>
                  <a:lnTo>
                    <a:pt x="40" y="107"/>
                  </a:lnTo>
                  <a:lnTo>
                    <a:pt x="40" y="107"/>
                  </a:lnTo>
                  <a:lnTo>
                    <a:pt x="40" y="107"/>
                  </a:lnTo>
                  <a:lnTo>
                    <a:pt x="40" y="105"/>
                  </a:lnTo>
                  <a:lnTo>
                    <a:pt x="40" y="105"/>
                  </a:lnTo>
                  <a:lnTo>
                    <a:pt x="40" y="105"/>
                  </a:lnTo>
                  <a:lnTo>
                    <a:pt x="40" y="105"/>
                  </a:lnTo>
                  <a:lnTo>
                    <a:pt x="40" y="104"/>
                  </a:lnTo>
                  <a:lnTo>
                    <a:pt x="40" y="104"/>
                  </a:lnTo>
                  <a:lnTo>
                    <a:pt x="40" y="104"/>
                  </a:lnTo>
                  <a:lnTo>
                    <a:pt x="40" y="104"/>
                  </a:lnTo>
                  <a:lnTo>
                    <a:pt x="41" y="103"/>
                  </a:lnTo>
                  <a:lnTo>
                    <a:pt x="40" y="103"/>
                  </a:lnTo>
                  <a:lnTo>
                    <a:pt x="40" y="103"/>
                  </a:lnTo>
                  <a:lnTo>
                    <a:pt x="40" y="103"/>
                  </a:lnTo>
                  <a:lnTo>
                    <a:pt x="40" y="101"/>
                  </a:lnTo>
                  <a:lnTo>
                    <a:pt x="40" y="101"/>
                  </a:lnTo>
                  <a:lnTo>
                    <a:pt x="41" y="101"/>
                  </a:lnTo>
                  <a:lnTo>
                    <a:pt x="41" y="101"/>
                  </a:lnTo>
                  <a:lnTo>
                    <a:pt x="42" y="99"/>
                  </a:lnTo>
                  <a:lnTo>
                    <a:pt x="42" y="99"/>
                  </a:lnTo>
                  <a:lnTo>
                    <a:pt x="43" y="99"/>
                  </a:lnTo>
                  <a:lnTo>
                    <a:pt x="43" y="99"/>
                  </a:lnTo>
                  <a:lnTo>
                    <a:pt x="45" y="97"/>
                  </a:lnTo>
                  <a:lnTo>
                    <a:pt x="45" y="97"/>
                  </a:lnTo>
                  <a:lnTo>
                    <a:pt x="46" y="96"/>
                  </a:lnTo>
                  <a:lnTo>
                    <a:pt x="46" y="96"/>
                  </a:lnTo>
                  <a:lnTo>
                    <a:pt x="47" y="94"/>
                  </a:lnTo>
                  <a:lnTo>
                    <a:pt x="47" y="94"/>
                  </a:lnTo>
                  <a:lnTo>
                    <a:pt x="47" y="94"/>
                  </a:lnTo>
                  <a:lnTo>
                    <a:pt x="47" y="94"/>
                  </a:lnTo>
                  <a:lnTo>
                    <a:pt x="47" y="93"/>
                  </a:lnTo>
                  <a:lnTo>
                    <a:pt x="47" y="93"/>
                  </a:lnTo>
                  <a:lnTo>
                    <a:pt x="47" y="92"/>
                  </a:lnTo>
                  <a:lnTo>
                    <a:pt x="47" y="92"/>
                  </a:lnTo>
                  <a:lnTo>
                    <a:pt x="47" y="90"/>
                  </a:lnTo>
                  <a:lnTo>
                    <a:pt x="47" y="90"/>
                  </a:lnTo>
                  <a:lnTo>
                    <a:pt x="47" y="90"/>
                  </a:lnTo>
                  <a:lnTo>
                    <a:pt x="47" y="90"/>
                  </a:lnTo>
                  <a:lnTo>
                    <a:pt x="47" y="88"/>
                  </a:lnTo>
                  <a:lnTo>
                    <a:pt x="47" y="88"/>
                  </a:lnTo>
                  <a:lnTo>
                    <a:pt x="47" y="87"/>
                  </a:lnTo>
                  <a:lnTo>
                    <a:pt x="47" y="87"/>
                  </a:lnTo>
                  <a:lnTo>
                    <a:pt x="47" y="85"/>
                  </a:lnTo>
                  <a:lnTo>
                    <a:pt x="47" y="85"/>
                  </a:lnTo>
                  <a:lnTo>
                    <a:pt x="47" y="85"/>
                  </a:lnTo>
                  <a:lnTo>
                    <a:pt x="47" y="85"/>
                  </a:lnTo>
                  <a:lnTo>
                    <a:pt x="47" y="85"/>
                  </a:lnTo>
                  <a:lnTo>
                    <a:pt x="47" y="85"/>
                  </a:lnTo>
                  <a:lnTo>
                    <a:pt x="47" y="85"/>
                  </a:lnTo>
                  <a:lnTo>
                    <a:pt x="47" y="85"/>
                  </a:lnTo>
                  <a:lnTo>
                    <a:pt x="49" y="85"/>
                  </a:lnTo>
                  <a:lnTo>
                    <a:pt x="49" y="85"/>
                  </a:lnTo>
                  <a:lnTo>
                    <a:pt x="49" y="85"/>
                  </a:lnTo>
                  <a:lnTo>
                    <a:pt x="49" y="85"/>
                  </a:lnTo>
                  <a:lnTo>
                    <a:pt x="50" y="84"/>
                  </a:lnTo>
                  <a:lnTo>
                    <a:pt x="50" y="84"/>
                  </a:lnTo>
                  <a:lnTo>
                    <a:pt x="50" y="84"/>
                  </a:lnTo>
                  <a:lnTo>
                    <a:pt x="50" y="84"/>
                  </a:lnTo>
                  <a:lnTo>
                    <a:pt x="52" y="82"/>
                  </a:lnTo>
                  <a:lnTo>
                    <a:pt x="52" y="82"/>
                  </a:lnTo>
                  <a:lnTo>
                    <a:pt x="52" y="82"/>
                  </a:lnTo>
                  <a:lnTo>
                    <a:pt x="52" y="82"/>
                  </a:lnTo>
                  <a:lnTo>
                    <a:pt x="53" y="82"/>
                  </a:lnTo>
                  <a:lnTo>
                    <a:pt x="53" y="82"/>
                  </a:lnTo>
                  <a:lnTo>
                    <a:pt x="54" y="81"/>
                  </a:lnTo>
                  <a:lnTo>
                    <a:pt x="54" y="81"/>
                  </a:lnTo>
                  <a:lnTo>
                    <a:pt x="56" y="79"/>
                  </a:lnTo>
                  <a:lnTo>
                    <a:pt x="56" y="79"/>
                  </a:lnTo>
                  <a:lnTo>
                    <a:pt x="56" y="79"/>
                  </a:lnTo>
                  <a:lnTo>
                    <a:pt x="56" y="79"/>
                  </a:lnTo>
                  <a:lnTo>
                    <a:pt x="57" y="77"/>
                  </a:lnTo>
                  <a:lnTo>
                    <a:pt x="57" y="77"/>
                  </a:lnTo>
                  <a:lnTo>
                    <a:pt x="57" y="75"/>
                  </a:lnTo>
                  <a:lnTo>
                    <a:pt x="57" y="75"/>
                  </a:lnTo>
                  <a:lnTo>
                    <a:pt x="57" y="73"/>
                  </a:lnTo>
                  <a:lnTo>
                    <a:pt x="57" y="75"/>
                  </a:lnTo>
                  <a:lnTo>
                    <a:pt x="57" y="75"/>
                  </a:lnTo>
                  <a:lnTo>
                    <a:pt x="57" y="75"/>
                  </a:lnTo>
                  <a:lnTo>
                    <a:pt x="59" y="75"/>
                  </a:lnTo>
                  <a:lnTo>
                    <a:pt x="59" y="75"/>
                  </a:lnTo>
                  <a:lnTo>
                    <a:pt x="60" y="75"/>
                  </a:lnTo>
                  <a:lnTo>
                    <a:pt x="60" y="75"/>
                  </a:lnTo>
                  <a:lnTo>
                    <a:pt x="62" y="74"/>
                  </a:lnTo>
                  <a:lnTo>
                    <a:pt x="62" y="74"/>
                  </a:lnTo>
                  <a:lnTo>
                    <a:pt x="63" y="74"/>
                  </a:lnTo>
                  <a:lnTo>
                    <a:pt x="63" y="74"/>
                  </a:lnTo>
                  <a:lnTo>
                    <a:pt x="64" y="74"/>
                  </a:lnTo>
                  <a:lnTo>
                    <a:pt x="64" y="74"/>
                  </a:lnTo>
                  <a:lnTo>
                    <a:pt x="66" y="74"/>
                  </a:lnTo>
                  <a:lnTo>
                    <a:pt x="66" y="74"/>
                  </a:lnTo>
                  <a:lnTo>
                    <a:pt x="68" y="73"/>
                  </a:lnTo>
                  <a:lnTo>
                    <a:pt x="67" y="73"/>
                  </a:lnTo>
                  <a:lnTo>
                    <a:pt x="67" y="73"/>
                  </a:lnTo>
                  <a:lnTo>
                    <a:pt x="67" y="73"/>
                  </a:lnTo>
                  <a:lnTo>
                    <a:pt x="67" y="72"/>
                  </a:lnTo>
                  <a:lnTo>
                    <a:pt x="67" y="72"/>
                  </a:lnTo>
                  <a:lnTo>
                    <a:pt x="67" y="71"/>
                  </a:lnTo>
                  <a:lnTo>
                    <a:pt x="67" y="71"/>
                  </a:lnTo>
                  <a:lnTo>
                    <a:pt x="69" y="69"/>
                  </a:lnTo>
                  <a:lnTo>
                    <a:pt x="69" y="69"/>
                  </a:lnTo>
                  <a:lnTo>
                    <a:pt x="69" y="69"/>
                  </a:lnTo>
                  <a:lnTo>
                    <a:pt x="69" y="69"/>
                  </a:lnTo>
                  <a:lnTo>
                    <a:pt x="70" y="67"/>
                  </a:lnTo>
                  <a:lnTo>
                    <a:pt x="70" y="67"/>
                  </a:lnTo>
                  <a:lnTo>
                    <a:pt x="70" y="66"/>
                  </a:lnTo>
                  <a:lnTo>
                    <a:pt x="70" y="66"/>
                  </a:lnTo>
                  <a:lnTo>
                    <a:pt x="72" y="64"/>
                  </a:lnTo>
                  <a:lnTo>
                    <a:pt x="72" y="64"/>
                  </a:lnTo>
                  <a:lnTo>
                    <a:pt x="72" y="64"/>
                  </a:lnTo>
                  <a:lnTo>
                    <a:pt x="72" y="64"/>
                  </a:lnTo>
                  <a:lnTo>
                    <a:pt x="72" y="63"/>
                  </a:lnTo>
                  <a:lnTo>
                    <a:pt x="72" y="63"/>
                  </a:lnTo>
                  <a:lnTo>
                    <a:pt x="72" y="63"/>
                  </a:lnTo>
                  <a:lnTo>
                    <a:pt x="72" y="63"/>
                  </a:lnTo>
                  <a:lnTo>
                    <a:pt x="72" y="61"/>
                  </a:lnTo>
                  <a:lnTo>
                    <a:pt x="72" y="61"/>
                  </a:lnTo>
                  <a:lnTo>
                    <a:pt x="72" y="61"/>
                  </a:lnTo>
                  <a:lnTo>
                    <a:pt x="72" y="61"/>
                  </a:lnTo>
                  <a:lnTo>
                    <a:pt x="72" y="59"/>
                  </a:lnTo>
                  <a:lnTo>
                    <a:pt x="72" y="59"/>
                  </a:lnTo>
                  <a:lnTo>
                    <a:pt x="72" y="59"/>
                  </a:lnTo>
                  <a:lnTo>
                    <a:pt x="72" y="59"/>
                  </a:lnTo>
                  <a:lnTo>
                    <a:pt x="74" y="57"/>
                  </a:lnTo>
                  <a:lnTo>
                    <a:pt x="72" y="57"/>
                  </a:lnTo>
                  <a:lnTo>
                    <a:pt x="72" y="57"/>
                  </a:lnTo>
                  <a:lnTo>
                    <a:pt x="70" y="57"/>
                  </a:lnTo>
                  <a:lnTo>
                    <a:pt x="70" y="57"/>
                  </a:lnTo>
                  <a:lnTo>
                    <a:pt x="69" y="57"/>
                  </a:lnTo>
                  <a:lnTo>
                    <a:pt x="69" y="57"/>
                  </a:lnTo>
                  <a:lnTo>
                    <a:pt x="68" y="57"/>
                  </a:lnTo>
                  <a:lnTo>
                    <a:pt x="68" y="57"/>
                  </a:lnTo>
                  <a:lnTo>
                    <a:pt x="66" y="57"/>
                  </a:lnTo>
                  <a:lnTo>
                    <a:pt x="66" y="57"/>
                  </a:lnTo>
                  <a:lnTo>
                    <a:pt x="64" y="57"/>
                  </a:lnTo>
                  <a:lnTo>
                    <a:pt x="64" y="57"/>
                  </a:lnTo>
                  <a:lnTo>
                    <a:pt x="62" y="57"/>
                  </a:lnTo>
                  <a:lnTo>
                    <a:pt x="62" y="57"/>
                  </a:lnTo>
                  <a:lnTo>
                    <a:pt x="62" y="57"/>
                  </a:lnTo>
                  <a:lnTo>
                    <a:pt x="62" y="57"/>
                  </a:lnTo>
                  <a:lnTo>
                    <a:pt x="60" y="57"/>
                  </a:lnTo>
                  <a:lnTo>
                    <a:pt x="60" y="57"/>
                  </a:lnTo>
                  <a:lnTo>
                    <a:pt x="59" y="57"/>
                  </a:lnTo>
                  <a:lnTo>
                    <a:pt x="59" y="57"/>
                  </a:lnTo>
                  <a:lnTo>
                    <a:pt x="57" y="57"/>
                  </a:lnTo>
                  <a:lnTo>
                    <a:pt x="57" y="57"/>
                  </a:lnTo>
                  <a:lnTo>
                    <a:pt x="57" y="57"/>
                  </a:lnTo>
                  <a:lnTo>
                    <a:pt x="57" y="57"/>
                  </a:lnTo>
                  <a:lnTo>
                    <a:pt x="56" y="57"/>
                  </a:lnTo>
                  <a:lnTo>
                    <a:pt x="56" y="57"/>
                  </a:lnTo>
                  <a:lnTo>
                    <a:pt x="56" y="57"/>
                  </a:lnTo>
                  <a:lnTo>
                    <a:pt x="56" y="57"/>
                  </a:lnTo>
                  <a:lnTo>
                    <a:pt x="55" y="57"/>
                  </a:lnTo>
                  <a:lnTo>
                    <a:pt x="55" y="57"/>
                  </a:lnTo>
                  <a:lnTo>
                    <a:pt x="55" y="57"/>
                  </a:lnTo>
                  <a:lnTo>
                    <a:pt x="55" y="55"/>
                  </a:lnTo>
                  <a:lnTo>
                    <a:pt x="54" y="55"/>
                  </a:lnTo>
                  <a:lnTo>
                    <a:pt x="54" y="55"/>
                  </a:lnTo>
                  <a:lnTo>
                    <a:pt x="54" y="55"/>
                  </a:lnTo>
                  <a:lnTo>
                    <a:pt x="54" y="55"/>
                  </a:lnTo>
                  <a:lnTo>
                    <a:pt x="54" y="55"/>
                  </a:lnTo>
                  <a:lnTo>
                    <a:pt x="54" y="55"/>
                  </a:lnTo>
                  <a:lnTo>
                    <a:pt x="54" y="55"/>
                  </a:lnTo>
                  <a:lnTo>
                    <a:pt x="56" y="53"/>
                  </a:lnTo>
                  <a:lnTo>
                    <a:pt x="56" y="53"/>
                  </a:lnTo>
                  <a:lnTo>
                    <a:pt x="56" y="53"/>
                  </a:lnTo>
                  <a:lnTo>
                    <a:pt x="56" y="53"/>
                  </a:lnTo>
                  <a:lnTo>
                    <a:pt x="58" y="51"/>
                  </a:lnTo>
                  <a:lnTo>
                    <a:pt x="58" y="51"/>
                  </a:lnTo>
                  <a:lnTo>
                    <a:pt x="58" y="51"/>
                  </a:lnTo>
                  <a:lnTo>
                    <a:pt x="58" y="51"/>
                  </a:lnTo>
                  <a:lnTo>
                    <a:pt x="59" y="49"/>
                  </a:lnTo>
                  <a:lnTo>
                    <a:pt x="58" y="49"/>
                  </a:lnTo>
                  <a:lnTo>
                    <a:pt x="58" y="49"/>
                  </a:lnTo>
                  <a:lnTo>
                    <a:pt x="58" y="49"/>
                  </a:lnTo>
                  <a:lnTo>
                    <a:pt x="58" y="48"/>
                  </a:lnTo>
                  <a:lnTo>
                    <a:pt x="57" y="48"/>
                  </a:lnTo>
                  <a:lnTo>
                    <a:pt x="57" y="48"/>
                  </a:lnTo>
                  <a:lnTo>
                    <a:pt x="57" y="48"/>
                  </a:lnTo>
                  <a:lnTo>
                    <a:pt x="57" y="46"/>
                  </a:lnTo>
                  <a:lnTo>
                    <a:pt x="56" y="46"/>
                  </a:lnTo>
                  <a:lnTo>
                    <a:pt x="56" y="46"/>
                  </a:lnTo>
                  <a:lnTo>
                    <a:pt x="56" y="46"/>
                  </a:lnTo>
                  <a:lnTo>
                    <a:pt x="56" y="44"/>
                  </a:lnTo>
                  <a:lnTo>
                    <a:pt x="55" y="44"/>
                  </a:lnTo>
                  <a:lnTo>
                    <a:pt x="55" y="44"/>
                  </a:lnTo>
                  <a:lnTo>
                    <a:pt x="55" y="44"/>
                  </a:lnTo>
                  <a:lnTo>
                    <a:pt x="55" y="43"/>
                  </a:lnTo>
                  <a:lnTo>
                    <a:pt x="55" y="43"/>
                  </a:lnTo>
                  <a:lnTo>
                    <a:pt x="55" y="43"/>
                  </a:lnTo>
                  <a:lnTo>
                    <a:pt x="55" y="43"/>
                  </a:lnTo>
                  <a:lnTo>
                    <a:pt x="55" y="41"/>
                  </a:lnTo>
                  <a:lnTo>
                    <a:pt x="55" y="41"/>
                  </a:lnTo>
                  <a:lnTo>
                    <a:pt x="55" y="41"/>
                  </a:lnTo>
                  <a:lnTo>
                    <a:pt x="55" y="41"/>
                  </a:lnTo>
                  <a:lnTo>
                    <a:pt x="55" y="39"/>
                  </a:lnTo>
                  <a:lnTo>
                    <a:pt x="55" y="39"/>
                  </a:lnTo>
                  <a:lnTo>
                    <a:pt x="55" y="39"/>
                  </a:lnTo>
                  <a:lnTo>
                    <a:pt x="55" y="39"/>
                  </a:lnTo>
                  <a:lnTo>
                    <a:pt x="55" y="37"/>
                  </a:lnTo>
                  <a:lnTo>
                    <a:pt x="55" y="37"/>
                  </a:lnTo>
                  <a:lnTo>
                    <a:pt x="55" y="37"/>
                  </a:lnTo>
                  <a:lnTo>
                    <a:pt x="55" y="37"/>
                  </a:lnTo>
                  <a:lnTo>
                    <a:pt x="55" y="36"/>
                  </a:lnTo>
                  <a:lnTo>
                    <a:pt x="55" y="36"/>
                  </a:lnTo>
                  <a:lnTo>
                    <a:pt x="55" y="36"/>
                  </a:lnTo>
                  <a:lnTo>
                    <a:pt x="55" y="36"/>
                  </a:lnTo>
                  <a:lnTo>
                    <a:pt x="56" y="35"/>
                  </a:lnTo>
                  <a:lnTo>
                    <a:pt x="56" y="35"/>
                  </a:lnTo>
                  <a:lnTo>
                    <a:pt x="56" y="34"/>
                  </a:lnTo>
                  <a:lnTo>
                    <a:pt x="56" y="34"/>
                  </a:lnTo>
                  <a:lnTo>
                    <a:pt x="57" y="32"/>
                  </a:lnTo>
                  <a:lnTo>
                    <a:pt x="57" y="32"/>
                  </a:lnTo>
                  <a:lnTo>
                    <a:pt x="57" y="32"/>
                  </a:lnTo>
                  <a:lnTo>
                    <a:pt x="57" y="32"/>
                  </a:lnTo>
                  <a:lnTo>
                    <a:pt x="59" y="30"/>
                  </a:lnTo>
                  <a:lnTo>
                    <a:pt x="59" y="30"/>
                  </a:lnTo>
                  <a:lnTo>
                    <a:pt x="60" y="29"/>
                  </a:lnTo>
                  <a:lnTo>
                    <a:pt x="60" y="29"/>
                  </a:lnTo>
                  <a:lnTo>
                    <a:pt x="62" y="28"/>
                  </a:lnTo>
                  <a:lnTo>
                    <a:pt x="61" y="28"/>
                  </a:lnTo>
                  <a:lnTo>
                    <a:pt x="61" y="28"/>
                  </a:lnTo>
                  <a:lnTo>
                    <a:pt x="61" y="28"/>
                  </a:lnTo>
                  <a:lnTo>
                    <a:pt x="61" y="26"/>
                  </a:lnTo>
                  <a:lnTo>
                    <a:pt x="61" y="26"/>
                  </a:lnTo>
                  <a:lnTo>
                    <a:pt x="61" y="23"/>
                  </a:lnTo>
                  <a:lnTo>
                    <a:pt x="61" y="23"/>
                  </a:lnTo>
                  <a:lnTo>
                    <a:pt x="61" y="22"/>
                  </a:lnTo>
                  <a:lnTo>
                    <a:pt x="60" y="22"/>
                  </a:lnTo>
                  <a:lnTo>
                    <a:pt x="60" y="20"/>
                  </a:lnTo>
                  <a:lnTo>
                    <a:pt x="60" y="20"/>
                  </a:lnTo>
                  <a:lnTo>
                    <a:pt x="60" y="18"/>
                  </a:lnTo>
                  <a:lnTo>
                    <a:pt x="60" y="18"/>
                  </a:lnTo>
                  <a:lnTo>
                    <a:pt x="60" y="16"/>
                  </a:lnTo>
                  <a:lnTo>
                    <a:pt x="60" y="16"/>
                  </a:lnTo>
                  <a:lnTo>
                    <a:pt x="62" y="15"/>
                  </a:lnTo>
                  <a:lnTo>
                    <a:pt x="62" y="15"/>
                  </a:lnTo>
                  <a:lnTo>
                    <a:pt x="62" y="15"/>
                  </a:lnTo>
                  <a:lnTo>
                    <a:pt x="62" y="15"/>
                  </a:lnTo>
                  <a:lnTo>
                    <a:pt x="62" y="14"/>
                  </a:lnTo>
                  <a:lnTo>
                    <a:pt x="62" y="14"/>
                  </a:lnTo>
                  <a:lnTo>
                    <a:pt x="62" y="14"/>
                  </a:lnTo>
                  <a:lnTo>
                    <a:pt x="62" y="14"/>
                  </a:lnTo>
                  <a:lnTo>
                    <a:pt x="62" y="12"/>
                  </a:lnTo>
                  <a:lnTo>
                    <a:pt x="62" y="12"/>
                  </a:lnTo>
                  <a:lnTo>
                    <a:pt x="62" y="12"/>
                  </a:lnTo>
                  <a:lnTo>
                    <a:pt x="62" y="12"/>
                  </a:lnTo>
                  <a:lnTo>
                    <a:pt x="62" y="11"/>
                  </a:lnTo>
                  <a:lnTo>
                    <a:pt x="62" y="11"/>
                  </a:lnTo>
                  <a:lnTo>
                    <a:pt x="62" y="11"/>
                  </a:lnTo>
                  <a:lnTo>
                    <a:pt x="62" y="11"/>
                  </a:lnTo>
                  <a:lnTo>
                    <a:pt x="62" y="9"/>
                  </a:lnTo>
                  <a:lnTo>
                    <a:pt x="62" y="9"/>
                  </a:lnTo>
                  <a:lnTo>
                    <a:pt x="62" y="9"/>
                  </a:lnTo>
                  <a:lnTo>
                    <a:pt x="62" y="9"/>
                  </a:lnTo>
                  <a:lnTo>
                    <a:pt x="62" y="7"/>
                  </a:lnTo>
                  <a:lnTo>
                    <a:pt x="62" y="7"/>
                  </a:lnTo>
                  <a:lnTo>
                    <a:pt x="62" y="6"/>
                  </a:lnTo>
                  <a:lnTo>
                    <a:pt x="62" y="6"/>
                  </a:lnTo>
                  <a:lnTo>
                    <a:pt x="64" y="4"/>
                  </a:lnTo>
                  <a:lnTo>
                    <a:pt x="64" y="4"/>
                  </a:lnTo>
                  <a:lnTo>
                    <a:pt x="64" y="4"/>
                  </a:lnTo>
                  <a:lnTo>
                    <a:pt x="64" y="4"/>
                  </a:lnTo>
                  <a:lnTo>
                    <a:pt x="66" y="2"/>
                  </a:lnTo>
                  <a:lnTo>
                    <a:pt x="66" y="2"/>
                  </a:lnTo>
                  <a:lnTo>
                    <a:pt x="67" y="1"/>
                  </a:lnTo>
                  <a:lnTo>
                    <a:pt x="67" y="1"/>
                  </a:lnTo>
                  <a:lnTo>
                    <a:pt x="68" y="0"/>
                  </a:lnTo>
                  <a:lnTo>
                    <a:pt x="66" y="0"/>
                  </a:lnTo>
                  <a:lnTo>
                    <a:pt x="66" y="0"/>
                  </a:lnTo>
                  <a:lnTo>
                    <a:pt x="64" y="0"/>
                  </a:lnTo>
                  <a:lnTo>
                    <a:pt x="64" y="0"/>
                  </a:lnTo>
                  <a:lnTo>
                    <a:pt x="63" y="0"/>
                  </a:lnTo>
                  <a:lnTo>
                    <a:pt x="63" y="0"/>
                  </a:lnTo>
                  <a:lnTo>
                    <a:pt x="63" y="0"/>
                  </a:lnTo>
                  <a:lnTo>
                    <a:pt x="63" y="0"/>
                  </a:lnTo>
                  <a:lnTo>
                    <a:pt x="61" y="1"/>
                  </a:lnTo>
                  <a:lnTo>
                    <a:pt x="61" y="1"/>
                  </a:lnTo>
                  <a:lnTo>
                    <a:pt x="61" y="1"/>
                  </a:lnTo>
                  <a:lnTo>
                    <a:pt x="61" y="1"/>
                  </a:lnTo>
                  <a:lnTo>
                    <a:pt x="59" y="1"/>
                  </a:lnTo>
                  <a:lnTo>
                    <a:pt x="59" y="1"/>
                  </a:lnTo>
                  <a:lnTo>
                    <a:pt x="59" y="1"/>
                  </a:lnTo>
                  <a:lnTo>
                    <a:pt x="59" y="1"/>
                  </a:lnTo>
                  <a:lnTo>
                    <a:pt x="57" y="3"/>
                  </a:lnTo>
                  <a:lnTo>
                    <a:pt x="57" y="3"/>
                  </a:lnTo>
                  <a:lnTo>
                    <a:pt x="57" y="4"/>
                  </a:lnTo>
                  <a:lnTo>
                    <a:pt x="57" y="4"/>
                  </a:lnTo>
                  <a:lnTo>
                    <a:pt x="56" y="6"/>
                  </a:lnTo>
                  <a:lnTo>
                    <a:pt x="56" y="6"/>
                  </a:lnTo>
                  <a:lnTo>
                    <a:pt x="56" y="6"/>
                  </a:lnTo>
                  <a:lnTo>
                    <a:pt x="56" y="6"/>
                  </a:lnTo>
                  <a:lnTo>
                    <a:pt x="55" y="7"/>
                  </a:lnTo>
                  <a:lnTo>
                    <a:pt x="55" y="7"/>
                  </a:lnTo>
                  <a:lnTo>
                    <a:pt x="55" y="8"/>
                  </a:lnTo>
                  <a:lnTo>
                    <a:pt x="55" y="8"/>
                  </a:lnTo>
                  <a:lnTo>
                    <a:pt x="55" y="9"/>
                  </a:lnTo>
                  <a:lnTo>
                    <a:pt x="55" y="9"/>
                  </a:lnTo>
                  <a:lnTo>
                    <a:pt x="55" y="9"/>
                  </a:lnTo>
                  <a:lnTo>
                    <a:pt x="55" y="9"/>
                  </a:lnTo>
                  <a:lnTo>
                    <a:pt x="53" y="11"/>
                  </a:lnTo>
                  <a:lnTo>
                    <a:pt x="53" y="11"/>
                  </a:lnTo>
                  <a:lnTo>
                    <a:pt x="52" y="11"/>
                  </a:lnTo>
                  <a:lnTo>
                    <a:pt x="52" y="11"/>
                  </a:lnTo>
                  <a:lnTo>
                    <a:pt x="50" y="11"/>
                  </a:lnTo>
                  <a:lnTo>
                    <a:pt x="50" y="11"/>
                  </a:lnTo>
                  <a:lnTo>
                    <a:pt x="49" y="11"/>
                  </a:lnTo>
                  <a:lnTo>
                    <a:pt x="49" y="11"/>
                  </a:lnTo>
                  <a:lnTo>
                    <a:pt x="47" y="13"/>
                  </a:lnTo>
                  <a:lnTo>
                    <a:pt x="47" y="13"/>
                  </a:lnTo>
                  <a:lnTo>
                    <a:pt x="45" y="13"/>
                  </a:lnTo>
                  <a:lnTo>
                    <a:pt x="45" y="13"/>
                  </a:lnTo>
                  <a:lnTo>
                    <a:pt x="43" y="14"/>
                  </a:lnTo>
                  <a:lnTo>
                    <a:pt x="43" y="14"/>
                  </a:lnTo>
                  <a:lnTo>
                    <a:pt x="42" y="14"/>
                  </a:lnTo>
                  <a:lnTo>
                    <a:pt x="42" y="14"/>
                  </a:lnTo>
                  <a:lnTo>
                    <a:pt x="42" y="16"/>
                  </a:lnTo>
                  <a:lnTo>
                    <a:pt x="42" y="16"/>
                  </a:lnTo>
                  <a:lnTo>
                    <a:pt x="42" y="16"/>
                  </a:lnTo>
                  <a:lnTo>
                    <a:pt x="42" y="16"/>
                  </a:lnTo>
                  <a:lnTo>
                    <a:pt x="42" y="16"/>
                  </a:lnTo>
                  <a:lnTo>
                    <a:pt x="42" y="16"/>
                  </a:lnTo>
                  <a:lnTo>
                    <a:pt x="42" y="16"/>
                  </a:lnTo>
                  <a:lnTo>
                    <a:pt x="42" y="16"/>
                  </a:lnTo>
                  <a:lnTo>
                    <a:pt x="41" y="18"/>
                  </a:lnTo>
                  <a:lnTo>
                    <a:pt x="41" y="18"/>
                  </a:lnTo>
                  <a:lnTo>
                    <a:pt x="41" y="18"/>
                  </a:lnTo>
                  <a:lnTo>
                    <a:pt x="41" y="18"/>
                  </a:lnTo>
                  <a:lnTo>
                    <a:pt x="41" y="20"/>
                  </a:lnTo>
                  <a:lnTo>
                    <a:pt x="41" y="20"/>
                  </a:lnTo>
                  <a:lnTo>
                    <a:pt x="41" y="20"/>
                  </a:lnTo>
                  <a:lnTo>
                    <a:pt x="41" y="20"/>
                  </a:lnTo>
                  <a:lnTo>
                    <a:pt x="40" y="22"/>
                  </a:lnTo>
                  <a:lnTo>
                    <a:pt x="40" y="22"/>
                  </a:lnTo>
                  <a:lnTo>
                    <a:pt x="40" y="22"/>
                  </a:lnTo>
                  <a:lnTo>
                    <a:pt x="40" y="22"/>
                  </a:lnTo>
                  <a:lnTo>
                    <a:pt x="38" y="24"/>
                  </a:lnTo>
                  <a:lnTo>
                    <a:pt x="38" y="24"/>
                  </a:lnTo>
                  <a:lnTo>
                    <a:pt x="38" y="24"/>
                  </a:lnTo>
                  <a:lnTo>
                    <a:pt x="38" y="24"/>
                  </a:lnTo>
                  <a:lnTo>
                    <a:pt x="36" y="26"/>
                  </a:lnTo>
                  <a:lnTo>
                    <a:pt x="36" y="26"/>
                  </a:lnTo>
                  <a:lnTo>
                    <a:pt x="35" y="28"/>
                  </a:lnTo>
                  <a:lnTo>
                    <a:pt x="35" y="28"/>
                  </a:lnTo>
                  <a:lnTo>
                    <a:pt x="33" y="28"/>
                  </a:lnTo>
                  <a:lnTo>
                    <a:pt x="33" y="28"/>
                  </a:lnTo>
                  <a:lnTo>
                    <a:pt x="33" y="28"/>
                  </a:lnTo>
                  <a:lnTo>
                    <a:pt x="33" y="28"/>
                  </a:lnTo>
                  <a:lnTo>
                    <a:pt x="31" y="29"/>
                  </a:lnTo>
                  <a:lnTo>
                    <a:pt x="31" y="29"/>
                  </a:lnTo>
                  <a:lnTo>
                    <a:pt x="30" y="29"/>
                  </a:lnTo>
                  <a:lnTo>
                    <a:pt x="30" y="29"/>
                  </a:lnTo>
                  <a:lnTo>
                    <a:pt x="27" y="29"/>
                  </a:lnTo>
                  <a:lnTo>
                    <a:pt x="27" y="29"/>
                  </a:lnTo>
                  <a:lnTo>
                    <a:pt x="25" y="29"/>
                  </a:lnTo>
                  <a:lnTo>
                    <a:pt x="25" y="29"/>
                  </a:lnTo>
                  <a:lnTo>
                    <a:pt x="23" y="29"/>
                  </a:lnTo>
                  <a:lnTo>
                    <a:pt x="22" y="29"/>
                  </a:lnTo>
                  <a:lnTo>
                    <a:pt x="20" y="29"/>
                  </a:lnTo>
                  <a:lnTo>
                    <a:pt x="20" y="29"/>
                  </a:lnTo>
                  <a:lnTo>
                    <a:pt x="18" y="29"/>
                  </a:lnTo>
                  <a:lnTo>
                    <a:pt x="18" y="29"/>
                  </a:lnTo>
                  <a:lnTo>
                    <a:pt x="18" y="29"/>
                  </a:lnTo>
                  <a:lnTo>
                    <a:pt x="18" y="28"/>
                  </a:lnTo>
                  <a:lnTo>
                    <a:pt x="15" y="30"/>
                  </a:lnTo>
                  <a:lnTo>
                    <a:pt x="15" y="30"/>
                  </a:lnTo>
                  <a:lnTo>
                    <a:pt x="15" y="30"/>
                  </a:lnTo>
                  <a:lnTo>
                    <a:pt x="15" y="30"/>
                  </a:lnTo>
                  <a:lnTo>
                    <a:pt x="13" y="31"/>
                  </a:lnTo>
                  <a:lnTo>
                    <a:pt x="13" y="31"/>
                  </a:lnTo>
                  <a:lnTo>
                    <a:pt x="13" y="31"/>
                  </a:lnTo>
                  <a:lnTo>
                    <a:pt x="13" y="31"/>
                  </a:lnTo>
                  <a:lnTo>
                    <a:pt x="11" y="33"/>
                  </a:lnTo>
                  <a:lnTo>
                    <a:pt x="11" y="33"/>
                  </a:lnTo>
                  <a:lnTo>
                    <a:pt x="11" y="33"/>
                  </a:lnTo>
                  <a:lnTo>
                    <a:pt x="11" y="33"/>
                  </a:lnTo>
                  <a:lnTo>
                    <a:pt x="11" y="34"/>
                  </a:lnTo>
                  <a:lnTo>
                    <a:pt x="11" y="34"/>
                  </a:lnTo>
                  <a:lnTo>
                    <a:pt x="11" y="34"/>
                  </a:lnTo>
                  <a:lnTo>
                    <a:pt x="11" y="34"/>
                  </a:lnTo>
                  <a:lnTo>
                    <a:pt x="9" y="36"/>
                  </a:lnTo>
                  <a:lnTo>
                    <a:pt x="9" y="36"/>
                  </a:lnTo>
                  <a:lnTo>
                    <a:pt x="9" y="37"/>
                  </a:lnTo>
                  <a:lnTo>
                    <a:pt x="9" y="37"/>
                  </a:lnTo>
                  <a:lnTo>
                    <a:pt x="8" y="38"/>
                  </a:lnTo>
                  <a:lnTo>
                    <a:pt x="8" y="38"/>
                  </a:lnTo>
                  <a:lnTo>
                    <a:pt x="8" y="38"/>
                  </a:lnTo>
                  <a:lnTo>
                    <a:pt x="8" y="38"/>
                  </a:lnTo>
                  <a:lnTo>
                    <a:pt x="6" y="40"/>
                  </a:lnTo>
                  <a:lnTo>
                    <a:pt x="6" y="40"/>
                  </a:lnTo>
                  <a:lnTo>
                    <a:pt x="6" y="41"/>
                  </a:lnTo>
                  <a:lnTo>
                    <a:pt x="6" y="41"/>
                  </a:lnTo>
                  <a:lnTo>
                    <a:pt x="6" y="43"/>
                  </a:lnTo>
                  <a:lnTo>
                    <a:pt x="6" y="43"/>
                  </a:lnTo>
                  <a:lnTo>
                    <a:pt x="6" y="43"/>
                  </a:lnTo>
                  <a:lnTo>
                    <a:pt x="6" y="43"/>
                  </a:lnTo>
                  <a:lnTo>
                    <a:pt x="6" y="44"/>
                  </a:lnTo>
                  <a:lnTo>
                    <a:pt x="6" y="44"/>
                  </a:lnTo>
                  <a:lnTo>
                    <a:pt x="6" y="44"/>
                  </a:lnTo>
                  <a:lnTo>
                    <a:pt x="6" y="44"/>
                  </a:lnTo>
                  <a:lnTo>
                    <a:pt x="6" y="45"/>
                  </a:lnTo>
                  <a:lnTo>
                    <a:pt x="6" y="45"/>
                  </a:lnTo>
                  <a:lnTo>
                    <a:pt x="6" y="45"/>
                  </a:lnTo>
                  <a:lnTo>
                    <a:pt x="6" y="45"/>
                  </a:lnTo>
                  <a:lnTo>
                    <a:pt x="6" y="47"/>
                  </a:lnTo>
                  <a:lnTo>
                    <a:pt x="6" y="47"/>
                  </a:lnTo>
                  <a:lnTo>
                    <a:pt x="6" y="47"/>
                  </a:lnTo>
                  <a:lnTo>
                    <a:pt x="6" y="47"/>
                  </a:lnTo>
                  <a:lnTo>
                    <a:pt x="6" y="48"/>
                  </a:lnTo>
                  <a:lnTo>
                    <a:pt x="6" y="48"/>
                  </a:lnTo>
                  <a:lnTo>
                    <a:pt x="6" y="48"/>
                  </a:lnTo>
                  <a:lnTo>
                    <a:pt x="6" y="48"/>
                  </a:lnTo>
                  <a:lnTo>
                    <a:pt x="6" y="49"/>
                  </a:lnTo>
                  <a:lnTo>
                    <a:pt x="6" y="49"/>
                  </a:lnTo>
                  <a:lnTo>
                    <a:pt x="6" y="49"/>
                  </a:lnTo>
                  <a:lnTo>
                    <a:pt x="7" y="49"/>
                  </a:lnTo>
                  <a:lnTo>
                    <a:pt x="7" y="49"/>
                  </a:lnTo>
                  <a:lnTo>
                    <a:pt x="7" y="49"/>
                  </a:lnTo>
                  <a:lnTo>
                    <a:pt x="7" y="49"/>
                  </a:lnTo>
                  <a:lnTo>
                    <a:pt x="9" y="49"/>
                  </a:lnTo>
                  <a:lnTo>
                    <a:pt x="9" y="49"/>
                  </a:lnTo>
                  <a:lnTo>
                    <a:pt x="9" y="49"/>
                  </a:lnTo>
                  <a:lnTo>
                    <a:pt x="9" y="49"/>
                  </a:lnTo>
                  <a:lnTo>
                    <a:pt x="10" y="49"/>
                  </a:lnTo>
                  <a:lnTo>
                    <a:pt x="10" y="49"/>
                  </a:lnTo>
                  <a:lnTo>
                    <a:pt x="10" y="49"/>
                  </a:lnTo>
                  <a:lnTo>
                    <a:pt x="10" y="49"/>
                  </a:lnTo>
                  <a:lnTo>
                    <a:pt x="12" y="49"/>
                  </a:lnTo>
                  <a:lnTo>
                    <a:pt x="12" y="49"/>
                  </a:lnTo>
                  <a:lnTo>
                    <a:pt x="13" y="49"/>
                  </a:lnTo>
                  <a:lnTo>
                    <a:pt x="13" y="49"/>
                  </a:lnTo>
                  <a:lnTo>
                    <a:pt x="15" y="49"/>
                  </a:lnTo>
                  <a:lnTo>
                    <a:pt x="15" y="49"/>
                  </a:lnTo>
                  <a:lnTo>
                    <a:pt x="16" y="49"/>
                  </a:lnTo>
                  <a:lnTo>
                    <a:pt x="16" y="49"/>
                  </a:lnTo>
                  <a:lnTo>
                    <a:pt x="18" y="48"/>
                  </a:lnTo>
                  <a:lnTo>
                    <a:pt x="18" y="48"/>
                  </a:lnTo>
                  <a:lnTo>
                    <a:pt x="18" y="48"/>
                  </a:lnTo>
                  <a:lnTo>
                    <a:pt x="18" y="48"/>
                  </a:lnTo>
                  <a:lnTo>
                    <a:pt x="19" y="48"/>
                  </a:lnTo>
                  <a:lnTo>
                    <a:pt x="19" y="48"/>
                  </a:lnTo>
                  <a:lnTo>
                    <a:pt x="19" y="48"/>
                  </a:lnTo>
                  <a:lnTo>
                    <a:pt x="19" y="48"/>
                  </a:lnTo>
                  <a:lnTo>
                    <a:pt x="20" y="46"/>
                  </a:lnTo>
                  <a:lnTo>
                    <a:pt x="20" y="46"/>
                  </a:lnTo>
                  <a:lnTo>
                    <a:pt x="20" y="46"/>
                  </a:lnTo>
                  <a:lnTo>
                    <a:pt x="20" y="46"/>
                  </a:lnTo>
                  <a:lnTo>
                    <a:pt x="20" y="46"/>
                  </a:lnTo>
                  <a:lnTo>
                    <a:pt x="20" y="46"/>
                  </a:lnTo>
                  <a:lnTo>
                    <a:pt x="20" y="46"/>
                  </a:lnTo>
                  <a:lnTo>
                    <a:pt x="20" y="46"/>
                  </a:lnTo>
                  <a:lnTo>
                    <a:pt x="20" y="44"/>
                  </a:lnTo>
                  <a:lnTo>
                    <a:pt x="20" y="44"/>
                  </a:lnTo>
                  <a:lnTo>
                    <a:pt x="20" y="44"/>
                  </a:lnTo>
                  <a:lnTo>
                    <a:pt x="20" y="44"/>
                  </a:lnTo>
                  <a:lnTo>
                    <a:pt x="20" y="43"/>
                  </a:lnTo>
                  <a:lnTo>
                    <a:pt x="20" y="43"/>
                  </a:lnTo>
                  <a:lnTo>
                    <a:pt x="20" y="43"/>
                  </a:lnTo>
                  <a:lnTo>
                    <a:pt x="20" y="43"/>
                  </a:lnTo>
                  <a:lnTo>
                    <a:pt x="20" y="41"/>
                  </a:lnTo>
                  <a:lnTo>
                    <a:pt x="19" y="41"/>
                  </a:lnTo>
                  <a:lnTo>
                    <a:pt x="19" y="41"/>
                  </a:lnTo>
                  <a:lnTo>
                    <a:pt x="19" y="41"/>
                  </a:lnTo>
                  <a:lnTo>
                    <a:pt x="19" y="41"/>
                  </a:lnTo>
                  <a:lnTo>
                    <a:pt x="19" y="41"/>
                  </a:lnTo>
                  <a:lnTo>
                    <a:pt x="19" y="41"/>
                  </a:lnTo>
                  <a:lnTo>
                    <a:pt x="19" y="41"/>
                  </a:lnTo>
                  <a:lnTo>
                    <a:pt x="19" y="40"/>
                  </a:lnTo>
                  <a:lnTo>
                    <a:pt x="19" y="40"/>
                  </a:lnTo>
                  <a:lnTo>
                    <a:pt x="19" y="40"/>
                  </a:lnTo>
                  <a:lnTo>
                    <a:pt x="19" y="40"/>
                  </a:lnTo>
                  <a:lnTo>
                    <a:pt x="19" y="38"/>
                  </a:lnTo>
                  <a:lnTo>
                    <a:pt x="19" y="38"/>
                  </a:lnTo>
                  <a:lnTo>
                    <a:pt x="19" y="38"/>
                  </a:lnTo>
                  <a:lnTo>
                    <a:pt x="19" y="38"/>
                  </a:lnTo>
                  <a:lnTo>
                    <a:pt x="20" y="37"/>
                  </a:lnTo>
                  <a:lnTo>
                    <a:pt x="20" y="37"/>
                  </a:lnTo>
                  <a:lnTo>
                    <a:pt x="20" y="37"/>
                  </a:lnTo>
                  <a:lnTo>
                    <a:pt x="20" y="37"/>
                  </a:lnTo>
                  <a:lnTo>
                    <a:pt x="20" y="37"/>
                  </a:lnTo>
                  <a:lnTo>
                    <a:pt x="20" y="37"/>
                  </a:lnTo>
                  <a:lnTo>
                    <a:pt x="20" y="37"/>
                  </a:lnTo>
                  <a:lnTo>
                    <a:pt x="20" y="37"/>
                  </a:lnTo>
                  <a:lnTo>
                    <a:pt x="21" y="35"/>
                  </a:lnTo>
                  <a:lnTo>
                    <a:pt x="21" y="35"/>
                  </a:lnTo>
                  <a:lnTo>
                    <a:pt x="21" y="35"/>
                  </a:lnTo>
                  <a:lnTo>
                    <a:pt x="21" y="35"/>
                  </a:lnTo>
                  <a:lnTo>
                    <a:pt x="21" y="35"/>
                  </a:lnTo>
                  <a:lnTo>
                    <a:pt x="21" y="35"/>
                  </a:lnTo>
                  <a:lnTo>
                    <a:pt x="21" y="35"/>
                  </a:lnTo>
                  <a:lnTo>
                    <a:pt x="21" y="35"/>
                  </a:lnTo>
                  <a:lnTo>
                    <a:pt x="23" y="34"/>
                  </a:lnTo>
                  <a:lnTo>
                    <a:pt x="23" y="35"/>
                  </a:lnTo>
                  <a:lnTo>
                    <a:pt x="23" y="35"/>
                  </a:lnTo>
                  <a:lnTo>
                    <a:pt x="23" y="35"/>
                  </a:lnTo>
                  <a:lnTo>
                    <a:pt x="24" y="35"/>
                  </a:lnTo>
                  <a:lnTo>
                    <a:pt x="24" y="35"/>
                  </a:lnTo>
                  <a:lnTo>
                    <a:pt x="24" y="35"/>
                  </a:lnTo>
                  <a:lnTo>
                    <a:pt x="24" y="35"/>
                  </a:lnTo>
                  <a:lnTo>
                    <a:pt x="26" y="35"/>
                  </a:lnTo>
                  <a:lnTo>
                    <a:pt x="26" y="35"/>
                  </a:lnTo>
                  <a:lnTo>
                    <a:pt x="26" y="35"/>
                  </a:lnTo>
                  <a:lnTo>
                    <a:pt x="26" y="35"/>
                  </a:lnTo>
                  <a:lnTo>
                    <a:pt x="27" y="35"/>
                  </a:lnTo>
                  <a:lnTo>
                    <a:pt x="27" y="35"/>
                  </a:lnTo>
                  <a:lnTo>
                    <a:pt x="30" y="35"/>
                  </a:lnTo>
                  <a:lnTo>
                    <a:pt x="30" y="35"/>
                  </a:lnTo>
                  <a:lnTo>
                    <a:pt x="32" y="34"/>
                  </a:lnTo>
                  <a:lnTo>
                    <a:pt x="30" y="36"/>
                  </a:lnTo>
                  <a:lnTo>
                    <a:pt x="30" y="36"/>
                  </a:lnTo>
                  <a:lnTo>
                    <a:pt x="28" y="37"/>
                  </a:lnTo>
                  <a:lnTo>
                    <a:pt x="28" y="37"/>
                  </a:lnTo>
                  <a:lnTo>
                    <a:pt x="27" y="38"/>
                  </a:lnTo>
                  <a:lnTo>
                    <a:pt x="27" y="38"/>
                  </a:lnTo>
                  <a:lnTo>
                    <a:pt x="27" y="39"/>
                  </a:lnTo>
                  <a:lnTo>
                    <a:pt x="27" y="39"/>
                  </a:lnTo>
                  <a:lnTo>
                    <a:pt x="27" y="41"/>
                  </a:lnTo>
                  <a:lnTo>
                    <a:pt x="27" y="41"/>
                  </a:lnTo>
                  <a:lnTo>
                    <a:pt x="27" y="43"/>
                  </a:lnTo>
                  <a:lnTo>
                    <a:pt x="27" y="43"/>
                  </a:lnTo>
                  <a:lnTo>
                    <a:pt x="27" y="45"/>
                  </a:lnTo>
                  <a:lnTo>
                    <a:pt x="27" y="45"/>
                  </a:lnTo>
                  <a:lnTo>
                    <a:pt x="27" y="45"/>
                  </a:lnTo>
                  <a:lnTo>
                    <a:pt x="28" y="45"/>
                  </a:lnTo>
                  <a:lnTo>
                    <a:pt x="28" y="48"/>
                  </a:lnTo>
                  <a:lnTo>
                    <a:pt x="28" y="48"/>
                  </a:lnTo>
                  <a:lnTo>
                    <a:pt x="28" y="48"/>
                  </a:lnTo>
                  <a:lnTo>
                    <a:pt x="28" y="48"/>
                  </a:lnTo>
                  <a:lnTo>
                    <a:pt x="28" y="48"/>
                  </a:lnTo>
                  <a:lnTo>
                    <a:pt x="28" y="48"/>
                  </a:lnTo>
                  <a:lnTo>
                    <a:pt x="28" y="48"/>
                  </a:lnTo>
                  <a:lnTo>
                    <a:pt x="30" y="48"/>
                  </a:lnTo>
                  <a:lnTo>
                    <a:pt x="30" y="50"/>
                  </a:lnTo>
                  <a:lnTo>
                    <a:pt x="30" y="50"/>
                  </a:lnTo>
                  <a:lnTo>
                    <a:pt x="30" y="50"/>
                  </a:lnTo>
                  <a:lnTo>
                    <a:pt x="31" y="50"/>
                  </a:lnTo>
                  <a:lnTo>
                    <a:pt x="31" y="50"/>
                  </a:lnTo>
                  <a:lnTo>
                    <a:pt x="31" y="50"/>
                  </a:lnTo>
                  <a:lnTo>
                    <a:pt x="31" y="50"/>
                  </a:lnTo>
                  <a:lnTo>
                    <a:pt x="32" y="50"/>
                  </a:lnTo>
                  <a:lnTo>
                    <a:pt x="32" y="52"/>
                  </a:lnTo>
                  <a:lnTo>
                    <a:pt x="32" y="52"/>
                  </a:lnTo>
                  <a:lnTo>
                    <a:pt x="32" y="52"/>
                  </a:lnTo>
                  <a:lnTo>
                    <a:pt x="32" y="52"/>
                  </a:lnTo>
                  <a:lnTo>
                    <a:pt x="32" y="54"/>
                  </a:lnTo>
                  <a:lnTo>
                    <a:pt x="32" y="54"/>
                  </a:lnTo>
                  <a:lnTo>
                    <a:pt x="32" y="54"/>
                  </a:lnTo>
                  <a:lnTo>
                    <a:pt x="32" y="54"/>
                  </a:lnTo>
                  <a:lnTo>
                    <a:pt x="32" y="55"/>
                  </a:lnTo>
                  <a:lnTo>
                    <a:pt x="32" y="55"/>
                  </a:lnTo>
                  <a:lnTo>
                    <a:pt x="32" y="55"/>
                  </a:lnTo>
                  <a:lnTo>
                    <a:pt x="32" y="55"/>
                  </a:lnTo>
                  <a:lnTo>
                    <a:pt x="32" y="55"/>
                  </a:lnTo>
                  <a:lnTo>
                    <a:pt x="32" y="55"/>
                  </a:lnTo>
                  <a:lnTo>
                    <a:pt x="32" y="55"/>
                  </a:lnTo>
                  <a:lnTo>
                    <a:pt x="32" y="55"/>
                  </a:lnTo>
                  <a:lnTo>
                    <a:pt x="30" y="55"/>
                  </a:lnTo>
                  <a:lnTo>
                    <a:pt x="30" y="55"/>
                  </a:lnTo>
                  <a:lnTo>
                    <a:pt x="29" y="55"/>
                  </a:lnTo>
                  <a:lnTo>
                    <a:pt x="29" y="55"/>
                  </a:lnTo>
                  <a:lnTo>
                    <a:pt x="27" y="55"/>
                  </a:lnTo>
                  <a:lnTo>
                    <a:pt x="27" y="55"/>
                  </a:lnTo>
                  <a:lnTo>
                    <a:pt x="27" y="55"/>
                  </a:lnTo>
                  <a:lnTo>
                    <a:pt x="27" y="54"/>
                  </a:lnTo>
                  <a:lnTo>
                    <a:pt x="26" y="54"/>
                  </a:lnTo>
                  <a:lnTo>
                    <a:pt x="26" y="54"/>
                  </a:lnTo>
                  <a:lnTo>
                    <a:pt x="26" y="54"/>
                  </a:lnTo>
                  <a:lnTo>
                    <a:pt x="26" y="53"/>
                  </a:lnTo>
                  <a:lnTo>
                    <a:pt x="26" y="53"/>
                  </a:lnTo>
                  <a:lnTo>
                    <a:pt x="26" y="53"/>
                  </a:lnTo>
                  <a:lnTo>
                    <a:pt x="26" y="53"/>
                  </a:lnTo>
                  <a:lnTo>
                    <a:pt x="26" y="52"/>
                  </a:lnTo>
                  <a:lnTo>
                    <a:pt x="26" y="52"/>
                  </a:lnTo>
                  <a:lnTo>
                    <a:pt x="26" y="52"/>
                  </a:lnTo>
                  <a:lnTo>
                    <a:pt x="26" y="52"/>
                  </a:lnTo>
                  <a:lnTo>
                    <a:pt x="26" y="52"/>
                  </a:lnTo>
                  <a:lnTo>
                    <a:pt x="26" y="52"/>
                  </a:lnTo>
                  <a:lnTo>
                    <a:pt x="26" y="52"/>
                  </a:lnTo>
                  <a:lnTo>
                    <a:pt x="26" y="52"/>
                  </a:lnTo>
                  <a:lnTo>
                    <a:pt x="26" y="50"/>
                  </a:lnTo>
                  <a:lnTo>
                    <a:pt x="26" y="50"/>
                  </a:lnTo>
                  <a:lnTo>
                    <a:pt x="26" y="50"/>
                  </a:lnTo>
                  <a:lnTo>
                    <a:pt x="26" y="50"/>
                  </a:lnTo>
                  <a:lnTo>
                    <a:pt x="26" y="48"/>
                  </a:lnTo>
                  <a:lnTo>
                    <a:pt x="26" y="48"/>
                  </a:lnTo>
                  <a:lnTo>
                    <a:pt x="26" y="48"/>
                  </a:lnTo>
                  <a:lnTo>
                    <a:pt x="26" y="48"/>
                  </a:lnTo>
                  <a:lnTo>
                    <a:pt x="26" y="46"/>
                  </a:lnTo>
                  <a:lnTo>
                    <a:pt x="24" y="46"/>
                  </a:lnTo>
                  <a:lnTo>
                    <a:pt x="24" y="46"/>
                  </a:lnTo>
                  <a:lnTo>
                    <a:pt x="24" y="46"/>
                  </a:lnTo>
                  <a:lnTo>
                    <a:pt x="24" y="46"/>
                  </a:lnTo>
                  <a:lnTo>
                    <a:pt x="23" y="46"/>
                  </a:lnTo>
                  <a:lnTo>
                    <a:pt x="23" y="46"/>
                  </a:lnTo>
                  <a:lnTo>
                    <a:pt x="23" y="46"/>
                  </a:lnTo>
                  <a:lnTo>
                    <a:pt x="23" y="45"/>
                  </a:lnTo>
                  <a:lnTo>
                    <a:pt x="23" y="45"/>
                  </a:lnTo>
                  <a:lnTo>
                    <a:pt x="23" y="45"/>
                  </a:lnTo>
                  <a:lnTo>
                    <a:pt x="23" y="45"/>
                  </a:lnTo>
                  <a:lnTo>
                    <a:pt x="23" y="44"/>
                  </a:lnTo>
                  <a:lnTo>
                    <a:pt x="23" y="44"/>
                  </a:lnTo>
                  <a:lnTo>
                    <a:pt x="23" y="44"/>
                  </a:lnTo>
                  <a:lnTo>
                    <a:pt x="23" y="44"/>
                  </a:lnTo>
                  <a:lnTo>
                    <a:pt x="23" y="43"/>
                  </a:lnTo>
                  <a:lnTo>
                    <a:pt x="21" y="44"/>
                  </a:lnTo>
                  <a:lnTo>
                    <a:pt x="21" y="44"/>
                  </a:lnTo>
                  <a:lnTo>
                    <a:pt x="21" y="44"/>
                  </a:lnTo>
                  <a:lnTo>
                    <a:pt x="21" y="44"/>
                  </a:lnTo>
                  <a:lnTo>
                    <a:pt x="21" y="46"/>
                  </a:lnTo>
                  <a:lnTo>
                    <a:pt x="21" y="46"/>
                  </a:lnTo>
                  <a:lnTo>
                    <a:pt x="21" y="46"/>
                  </a:lnTo>
                  <a:lnTo>
                    <a:pt x="21" y="46"/>
                  </a:lnTo>
                  <a:lnTo>
                    <a:pt x="21" y="48"/>
                  </a:lnTo>
                  <a:lnTo>
                    <a:pt x="21" y="48"/>
                  </a:lnTo>
                  <a:lnTo>
                    <a:pt x="21" y="48"/>
                  </a:lnTo>
                  <a:lnTo>
                    <a:pt x="21" y="48"/>
                  </a:lnTo>
                  <a:lnTo>
                    <a:pt x="21" y="49"/>
                  </a:lnTo>
                  <a:lnTo>
                    <a:pt x="21" y="49"/>
                  </a:lnTo>
                  <a:lnTo>
                    <a:pt x="21" y="49"/>
                  </a:lnTo>
                  <a:lnTo>
                    <a:pt x="21" y="49"/>
                  </a:lnTo>
                  <a:lnTo>
                    <a:pt x="20" y="51"/>
                  </a:lnTo>
                  <a:lnTo>
                    <a:pt x="20" y="51"/>
                  </a:lnTo>
                  <a:lnTo>
                    <a:pt x="20" y="51"/>
                  </a:lnTo>
                  <a:lnTo>
                    <a:pt x="20" y="51"/>
                  </a:lnTo>
                  <a:lnTo>
                    <a:pt x="20" y="51"/>
                  </a:lnTo>
                  <a:lnTo>
                    <a:pt x="20" y="51"/>
                  </a:lnTo>
                  <a:lnTo>
                    <a:pt x="20" y="51"/>
                  </a:lnTo>
                  <a:lnTo>
                    <a:pt x="20" y="51"/>
                  </a:lnTo>
                  <a:lnTo>
                    <a:pt x="20" y="52"/>
                  </a:lnTo>
                  <a:lnTo>
                    <a:pt x="20" y="52"/>
                  </a:lnTo>
                  <a:lnTo>
                    <a:pt x="20" y="52"/>
                  </a:lnTo>
                  <a:lnTo>
                    <a:pt x="20" y="52"/>
                  </a:lnTo>
                  <a:lnTo>
                    <a:pt x="20" y="52"/>
                  </a:lnTo>
                  <a:lnTo>
                    <a:pt x="20" y="52"/>
                  </a:lnTo>
                  <a:lnTo>
                    <a:pt x="20" y="52"/>
                  </a:lnTo>
                  <a:lnTo>
                    <a:pt x="20" y="52"/>
                  </a:lnTo>
                  <a:lnTo>
                    <a:pt x="19" y="54"/>
                  </a:lnTo>
                  <a:lnTo>
                    <a:pt x="19" y="54"/>
                  </a:lnTo>
                  <a:lnTo>
                    <a:pt x="19" y="54"/>
                  </a:lnTo>
                  <a:lnTo>
                    <a:pt x="19" y="54"/>
                  </a:lnTo>
                  <a:lnTo>
                    <a:pt x="19" y="55"/>
                  </a:lnTo>
                  <a:lnTo>
                    <a:pt x="19" y="55"/>
                  </a:lnTo>
                  <a:lnTo>
                    <a:pt x="19" y="55"/>
                  </a:lnTo>
                  <a:lnTo>
                    <a:pt x="19" y="55"/>
                  </a:lnTo>
                  <a:lnTo>
                    <a:pt x="19" y="57"/>
                  </a:lnTo>
                  <a:lnTo>
                    <a:pt x="19" y="57"/>
                  </a:lnTo>
                  <a:lnTo>
                    <a:pt x="19" y="57"/>
                  </a:lnTo>
                  <a:lnTo>
                    <a:pt x="19" y="57"/>
                  </a:lnTo>
                  <a:lnTo>
                    <a:pt x="19" y="57"/>
                  </a:lnTo>
                  <a:lnTo>
                    <a:pt x="19" y="57"/>
                  </a:lnTo>
                  <a:lnTo>
                    <a:pt x="19" y="57"/>
                  </a:lnTo>
                  <a:lnTo>
                    <a:pt x="19" y="57"/>
                  </a:lnTo>
                  <a:lnTo>
                    <a:pt x="18" y="58"/>
                  </a:lnTo>
                  <a:lnTo>
                    <a:pt x="18" y="58"/>
                  </a:lnTo>
                  <a:lnTo>
                    <a:pt x="18" y="58"/>
                  </a:lnTo>
                  <a:lnTo>
                    <a:pt x="18" y="58"/>
                  </a:lnTo>
                  <a:lnTo>
                    <a:pt x="18" y="58"/>
                  </a:lnTo>
                  <a:lnTo>
                    <a:pt x="18" y="58"/>
                  </a:lnTo>
                  <a:lnTo>
                    <a:pt x="18" y="58"/>
                  </a:lnTo>
                  <a:lnTo>
                    <a:pt x="18" y="58"/>
                  </a:lnTo>
                  <a:lnTo>
                    <a:pt x="15" y="58"/>
                  </a:lnTo>
                  <a:lnTo>
                    <a:pt x="15" y="58"/>
                  </a:lnTo>
                  <a:lnTo>
                    <a:pt x="15" y="58"/>
                  </a:lnTo>
                  <a:lnTo>
                    <a:pt x="15" y="58"/>
                  </a:lnTo>
                  <a:lnTo>
                    <a:pt x="14" y="58"/>
                  </a:lnTo>
                  <a:lnTo>
                    <a:pt x="14" y="58"/>
                  </a:lnTo>
                  <a:lnTo>
                    <a:pt x="14" y="58"/>
                  </a:lnTo>
                  <a:lnTo>
                    <a:pt x="14" y="58"/>
                  </a:lnTo>
                  <a:lnTo>
                    <a:pt x="13" y="58"/>
                  </a:lnTo>
                  <a:lnTo>
                    <a:pt x="13" y="58"/>
                  </a:lnTo>
                  <a:lnTo>
                    <a:pt x="13" y="58"/>
                  </a:lnTo>
                  <a:lnTo>
                    <a:pt x="13" y="58"/>
                  </a:lnTo>
                  <a:lnTo>
                    <a:pt x="13" y="58"/>
                  </a:lnTo>
                  <a:lnTo>
                    <a:pt x="13" y="58"/>
                  </a:lnTo>
                  <a:lnTo>
                    <a:pt x="13" y="58"/>
                  </a:lnTo>
                  <a:lnTo>
                    <a:pt x="13" y="57"/>
                  </a:lnTo>
                  <a:lnTo>
                    <a:pt x="12" y="57"/>
                  </a:lnTo>
                  <a:lnTo>
                    <a:pt x="12" y="57"/>
                  </a:lnTo>
                  <a:lnTo>
                    <a:pt x="12" y="57"/>
                  </a:lnTo>
                  <a:lnTo>
                    <a:pt x="12" y="55"/>
                  </a:lnTo>
                  <a:lnTo>
                    <a:pt x="12" y="55"/>
                  </a:lnTo>
                  <a:lnTo>
                    <a:pt x="12" y="55"/>
                  </a:lnTo>
                  <a:lnTo>
                    <a:pt x="12" y="55"/>
                  </a:lnTo>
                  <a:lnTo>
                    <a:pt x="12" y="53"/>
                  </a:lnTo>
                  <a:lnTo>
                    <a:pt x="10" y="53"/>
                  </a:lnTo>
                  <a:lnTo>
                    <a:pt x="10" y="53"/>
                  </a:lnTo>
                  <a:lnTo>
                    <a:pt x="10" y="53"/>
                  </a:lnTo>
                  <a:lnTo>
                    <a:pt x="10" y="53"/>
                  </a:lnTo>
                  <a:lnTo>
                    <a:pt x="9" y="53"/>
                  </a:lnTo>
                  <a:lnTo>
                    <a:pt x="9" y="53"/>
                  </a:lnTo>
                  <a:lnTo>
                    <a:pt x="9" y="53"/>
                  </a:lnTo>
                  <a:lnTo>
                    <a:pt x="9" y="53"/>
                  </a:lnTo>
                  <a:lnTo>
                    <a:pt x="7" y="53"/>
                  </a:lnTo>
                  <a:lnTo>
                    <a:pt x="7" y="53"/>
                  </a:lnTo>
                  <a:lnTo>
                    <a:pt x="7" y="53"/>
                  </a:lnTo>
                  <a:lnTo>
                    <a:pt x="7" y="52"/>
                  </a:lnTo>
                  <a:lnTo>
                    <a:pt x="6" y="52"/>
                  </a:lnTo>
                  <a:lnTo>
                    <a:pt x="6" y="52"/>
                  </a:lnTo>
                  <a:lnTo>
                    <a:pt x="6" y="52"/>
                  </a:lnTo>
                  <a:lnTo>
                    <a:pt x="6" y="50"/>
                  </a:lnTo>
                  <a:lnTo>
                    <a:pt x="4" y="50"/>
                  </a:lnTo>
                  <a:lnTo>
                    <a:pt x="4" y="50"/>
                  </a:lnTo>
                  <a:lnTo>
                    <a:pt x="4" y="50"/>
                  </a:lnTo>
                  <a:lnTo>
                    <a:pt x="4" y="50"/>
                  </a:lnTo>
                  <a:lnTo>
                    <a:pt x="3" y="50"/>
                  </a:lnTo>
                  <a:lnTo>
                    <a:pt x="3" y="50"/>
                  </a:lnTo>
                  <a:lnTo>
                    <a:pt x="3" y="50"/>
                  </a:lnTo>
                  <a:lnTo>
                    <a:pt x="3" y="50"/>
                  </a:lnTo>
                  <a:lnTo>
                    <a:pt x="1" y="50"/>
                  </a:lnTo>
                  <a:lnTo>
                    <a:pt x="1" y="50"/>
                  </a:lnTo>
                  <a:lnTo>
                    <a:pt x="1" y="50"/>
                  </a:lnTo>
                  <a:lnTo>
                    <a:pt x="1" y="50"/>
                  </a:lnTo>
                  <a:lnTo>
                    <a:pt x="1" y="50"/>
                  </a:lnTo>
                  <a:lnTo>
                    <a:pt x="1" y="50"/>
                  </a:lnTo>
                  <a:lnTo>
                    <a:pt x="1" y="50"/>
                  </a:lnTo>
                  <a:lnTo>
                    <a:pt x="1" y="49"/>
                  </a:lnTo>
                  <a:lnTo>
                    <a:pt x="0" y="50"/>
                  </a:lnTo>
                  <a:lnTo>
                    <a:pt x="0" y="50"/>
                  </a:lnTo>
                  <a:lnTo>
                    <a:pt x="0" y="51"/>
                  </a:lnTo>
                  <a:lnTo>
                    <a:pt x="0" y="51"/>
                  </a:lnTo>
                  <a:lnTo>
                    <a:pt x="0" y="53"/>
                  </a:lnTo>
                  <a:lnTo>
                    <a:pt x="0" y="53"/>
                  </a:lnTo>
                  <a:lnTo>
                    <a:pt x="0" y="55"/>
                  </a:lnTo>
                  <a:lnTo>
                    <a:pt x="1" y="55"/>
                  </a:lnTo>
                  <a:lnTo>
                    <a:pt x="1" y="57"/>
                  </a:lnTo>
                  <a:lnTo>
                    <a:pt x="1" y="58"/>
                  </a:lnTo>
                  <a:lnTo>
                    <a:pt x="1" y="60"/>
                  </a:lnTo>
                  <a:lnTo>
                    <a:pt x="2" y="60"/>
                  </a:lnTo>
                  <a:lnTo>
                    <a:pt x="2" y="62"/>
                  </a:lnTo>
                  <a:lnTo>
                    <a:pt x="2" y="62"/>
                  </a:lnTo>
                  <a:lnTo>
                    <a:pt x="2" y="64"/>
                  </a:lnTo>
                  <a:lnTo>
                    <a:pt x="3" y="64"/>
                  </a:lnTo>
                  <a:lnTo>
                    <a:pt x="3" y="66"/>
                  </a:lnTo>
                  <a:lnTo>
                    <a:pt x="3" y="66"/>
                  </a:lnTo>
                  <a:lnTo>
                    <a:pt x="3" y="67"/>
                  </a:lnTo>
                  <a:lnTo>
                    <a:pt x="3" y="67"/>
                  </a:lnTo>
                  <a:lnTo>
                    <a:pt x="3" y="69"/>
                  </a:lnTo>
                  <a:lnTo>
                    <a:pt x="3" y="69"/>
                  </a:lnTo>
                  <a:lnTo>
                    <a:pt x="3" y="70"/>
                  </a:lnTo>
                  <a:lnTo>
                    <a:pt x="3" y="70"/>
                  </a:lnTo>
                  <a:lnTo>
                    <a:pt x="2" y="72"/>
                  </a:lnTo>
                  <a:lnTo>
                    <a:pt x="2" y="72"/>
                  </a:lnTo>
                  <a:lnTo>
                    <a:pt x="2" y="74"/>
                  </a:lnTo>
                  <a:lnTo>
                    <a:pt x="2" y="74"/>
                  </a:lnTo>
                  <a:lnTo>
                    <a:pt x="1" y="76"/>
                  </a:lnTo>
                  <a:lnTo>
                    <a:pt x="1" y="76"/>
                  </a:lnTo>
                  <a:lnTo>
                    <a:pt x="1" y="76"/>
                  </a:lnTo>
                  <a:lnTo>
                    <a:pt x="1" y="76"/>
                  </a:lnTo>
                  <a:lnTo>
                    <a:pt x="1" y="76"/>
                  </a:lnTo>
                  <a:lnTo>
                    <a:pt x="1" y="76"/>
                  </a:lnTo>
                  <a:lnTo>
                    <a:pt x="1" y="76"/>
                  </a:lnTo>
                  <a:lnTo>
                    <a:pt x="2" y="76"/>
                  </a:lnTo>
                  <a:lnTo>
                    <a:pt x="2" y="76"/>
                  </a:lnTo>
                  <a:lnTo>
                    <a:pt x="2" y="76"/>
                  </a:lnTo>
                  <a:lnTo>
                    <a:pt x="2" y="76"/>
                  </a:lnTo>
                  <a:lnTo>
                    <a:pt x="4" y="76"/>
                  </a:lnTo>
                  <a:lnTo>
                    <a:pt x="4" y="76"/>
                  </a:lnTo>
                  <a:lnTo>
                    <a:pt x="4" y="76"/>
                  </a:lnTo>
                  <a:lnTo>
                    <a:pt x="4" y="76"/>
                  </a:lnTo>
                  <a:lnTo>
                    <a:pt x="5" y="76"/>
                  </a:lnTo>
                  <a:lnTo>
                    <a:pt x="5" y="76"/>
                  </a:lnTo>
                  <a:lnTo>
                    <a:pt x="5" y="76"/>
                  </a:lnTo>
                  <a:lnTo>
                    <a:pt x="5" y="76"/>
                  </a:lnTo>
                  <a:lnTo>
                    <a:pt x="6" y="76"/>
                  </a:lnTo>
                  <a:lnTo>
                    <a:pt x="6" y="77"/>
                  </a:lnTo>
                  <a:lnTo>
                    <a:pt x="6" y="77"/>
                  </a:lnTo>
                  <a:lnTo>
                    <a:pt x="6" y="77"/>
                  </a:lnTo>
                  <a:lnTo>
                    <a:pt x="6" y="77"/>
                  </a:lnTo>
                  <a:lnTo>
                    <a:pt x="6" y="79"/>
                  </a:lnTo>
                  <a:lnTo>
                    <a:pt x="6" y="79"/>
                  </a:lnTo>
                  <a:lnTo>
                    <a:pt x="6" y="79"/>
                  </a:lnTo>
                  <a:lnTo>
                    <a:pt x="7" y="79"/>
                  </a:lnTo>
                  <a:lnTo>
                    <a:pt x="7" y="81"/>
                  </a:lnTo>
                  <a:lnTo>
                    <a:pt x="7" y="81"/>
                  </a:lnTo>
                  <a:lnTo>
                    <a:pt x="7" y="81"/>
                  </a:lnTo>
                  <a:lnTo>
                    <a:pt x="7" y="81"/>
                  </a:lnTo>
                  <a:lnTo>
                    <a:pt x="7" y="82"/>
                  </a:lnTo>
                  <a:lnTo>
                    <a:pt x="7" y="82"/>
                  </a:lnTo>
                  <a:lnTo>
                    <a:pt x="7" y="82"/>
                  </a:lnTo>
                  <a:lnTo>
                    <a:pt x="8" y="82"/>
                  </a:lnTo>
                  <a:lnTo>
                    <a:pt x="6" y="84"/>
                  </a:lnTo>
                  <a:lnTo>
                    <a:pt x="6" y="84"/>
                  </a:lnTo>
                  <a:lnTo>
                    <a:pt x="6" y="84"/>
                  </a:lnTo>
                  <a:lnTo>
                    <a:pt x="6" y="84"/>
                  </a:lnTo>
                  <a:lnTo>
                    <a:pt x="4" y="86"/>
                  </a:lnTo>
                  <a:lnTo>
                    <a:pt x="4" y="86"/>
                  </a:lnTo>
                  <a:lnTo>
                    <a:pt x="4" y="86"/>
                  </a:lnTo>
                  <a:lnTo>
                    <a:pt x="4" y="86"/>
                  </a:lnTo>
                  <a:lnTo>
                    <a:pt x="3" y="88"/>
                  </a:lnTo>
                  <a:lnTo>
                    <a:pt x="3" y="88"/>
                  </a:lnTo>
                  <a:lnTo>
                    <a:pt x="3" y="88"/>
                  </a:lnTo>
                  <a:lnTo>
                    <a:pt x="3" y="88"/>
                  </a:lnTo>
                  <a:lnTo>
                    <a:pt x="1" y="89"/>
                  </a:lnTo>
                  <a:lnTo>
                    <a:pt x="1" y="89"/>
                  </a:lnTo>
                  <a:lnTo>
                    <a:pt x="1" y="89"/>
                  </a:lnTo>
                  <a:lnTo>
                    <a:pt x="1" y="89"/>
                  </a:lnTo>
                  <a:lnTo>
                    <a:pt x="1" y="91"/>
                  </a:lnTo>
                  <a:lnTo>
                    <a:pt x="1" y="91"/>
                  </a:lnTo>
                  <a:lnTo>
                    <a:pt x="1" y="92"/>
                  </a:lnTo>
                  <a:lnTo>
                    <a:pt x="1" y="92"/>
                  </a:lnTo>
                  <a:lnTo>
                    <a:pt x="1" y="94"/>
                  </a:lnTo>
                  <a:lnTo>
                    <a:pt x="1" y="94"/>
                  </a:lnTo>
                  <a:lnTo>
                    <a:pt x="1" y="95"/>
                  </a:lnTo>
                  <a:lnTo>
                    <a:pt x="2" y="95"/>
                  </a:lnTo>
                  <a:lnTo>
                    <a:pt x="2" y="97"/>
                  </a:lnTo>
                  <a:lnTo>
                    <a:pt x="2" y="97"/>
                  </a:lnTo>
                  <a:lnTo>
                    <a:pt x="2" y="98"/>
                  </a:lnTo>
                  <a:lnTo>
                    <a:pt x="3" y="98"/>
                  </a:lnTo>
                  <a:lnTo>
                    <a:pt x="3" y="100"/>
                  </a:lnTo>
                  <a:lnTo>
                    <a:pt x="3" y="100"/>
                  </a:lnTo>
                  <a:lnTo>
                    <a:pt x="3" y="100"/>
                  </a:lnTo>
                  <a:lnTo>
                    <a:pt x="4" y="100"/>
                  </a:lnTo>
                  <a:lnTo>
                    <a:pt x="4" y="101"/>
                  </a:lnTo>
                  <a:lnTo>
                    <a:pt x="4" y="101"/>
                  </a:lnTo>
                  <a:lnTo>
                    <a:pt x="4" y="101"/>
                  </a:lnTo>
                  <a:lnTo>
                    <a:pt x="4" y="101"/>
                  </a:lnTo>
                  <a:lnTo>
                    <a:pt x="4" y="101"/>
                  </a:lnTo>
                  <a:lnTo>
                    <a:pt x="4" y="101"/>
                  </a:lnTo>
                  <a:lnTo>
                    <a:pt x="4" y="101"/>
                  </a:lnTo>
                  <a:lnTo>
                    <a:pt x="5" y="101"/>
                  </a:lnTo>
                  <a:lnTo>
                    <a:pt x="5" y="103"/>
                  </a:lnTo>
                  <a:lnTo>
                    <a:pt x="5" y="103"/>
                  </a:lnTo>
                  <a:lnTo>
                    <a:pt x="5" y="103"/>
                  </a:lnTo>
                  <a:lnTo>
                    <a:pt x="5" y="103"/>
                  </a:lnTo>
                  <a:lnTo>
                    <a:pt x="5" y="103"/>
                  </a:lnTo>
                  <a:lnTo>
                    <a:pt x="5" y="103"/>
                  </a:lnTo>
                  <a:lnTo>
                    <a:pt x="5" y="103"/>
                  </a:lnTo>
                  <a:lnTo>
                    <a:pt x="6" y="103"/>
                  </a:lnTo>
                  <a:lnTo>
                    <a:pt x="6" y="104"/>
                  </a:lnTo>
                  <a:lnTo>
                    <a:pt x="6" y="104"/>
                  </a:lnTo>
                  <a:lnTo>
                    <a:pt x="6" y="104"/>
                  </a:lnTo>
                  <a:lnTo>
                    <a:pt x="6" y="104"/>
                  </a:lnTo>
                  <a:lnTo>
                    <a:pt x="6" y="105"/>
                  </a:lnTo>
                  <a:lnTo>
                    <a:pt x="6" y="105"/>
                  </a:lnTo>
                  <a:lnTo>
                    <a:pt x="6" y="105"/>
                  </a:lnTo>
                  <a:lnTo>
                    <a:pt x="7" y="105"/>
                  </a:lnTo>
                  <a:lnTo>
                    <a:pt x="6" y="107"/>
                  </a:lnTo>
                  <a:lnTo>
                    <a:pt x="6" y="107"/>
                  </a:lnTo>
                  <a:lnTo>
                    <a:pt x="6" y="107"/>
                  </a:lnTo>
                  <a:lnTo>
                    <a:pt x="6" y="107"/>
                  </a:lnTo>
                  <a:lnTo>
                    <a:pt x="6" y="108"/>
                  </a:lnTo>
                  <a:lnTo>
                    <a:pt x="6" y="108"/>
                  </a:lnTo>
                  <a:lnTo>
                    <a:pt x="6" y="108"/>
                  </a:lnTo>
                  <a:lnTo>
                    <a:pt x="6" y="108"/>
                  </a:lnTo>
                  <a:lnTo>
                    <a:pt x="6" y="108"/>
                  </a:lnTo>
                  <a:lnTo>
                    <a:pt x="6" y="108"/>
                  </a:lnTo>
                  <a:lnTo>
                    <a:pt x="6" y="108"/>
                  </a:lnTo>
                  <a:lnTo>
                    <a:pt x="6" y="108"/>
                  </a:lnTo>
                  <a:lnTo>
                    <a:pt x="6" y="108"/>
                  </a:lnTo>
                  <a:lnTo>
                    <a:pt x="6" y="108"/>
                  </a:lnTo>
                  <a:lnTo>
                    <a:pt x="6" y="108"/>
                  </a:lnTo>
                  <a:lnTo>
                    <a:pt x="8" y="106"/>
                  </a:lnTo>
                  <a:lnTo>
                    <a:pt x="8" y="106"/>
                  </a:lnTo>
                  <a:lnTo>
                    <a:pt x="8" y="106"/>
                  </a:lnTo>
                  <a:lnTo>
                    <a:pt x="8" y="106"/>
                  </a:lnTo>
                  <a:lnTo>
                    <a:pt x="10" y="104"/>
                  </a:lnTo>
                  <a:lnTo>
                    <a:pt x="10" y="104"/>
                  </a:lnTo>
                  <a:lnTo>
                    <a:pt x="10" y="104"/>
                  </a:lnTo>
                  <a:lnTo>
                    <a:pt x="10" y="104"/>
                  </a:lnTo>
                  <a:lnTo>
                    <a:pt x="11" y="103"/>
                  </a:lnTo>
                  <a:lnTo>
                    <a:pt x="11" y="104"/>
                  </a:lnTo>
                  <a:lnTo>
                    <a:pt x="11" y="104"/>
                  </a:lnTo>
                  <a:lnTo>
                    <a:pt x="11" y="104"/>
                  </a:lnTo>
                  <a:lnTo>
                    <a:pt x="12" y="104"/>
                  </a:lnTo>
                  <a:lnTo>
                    <a:pt x="12" y="104"/>
                  </a:lnTo>
                  <a:lnTo>
                    <a:pt x="12" y="104"/>
                  </a:lnTo>
                  <a:lnTo>
                    <a:pt x="12" y="104"/>
                  </a:lnTo>
                  <a:lnTo>
                    <a:pt x="14" y="104"/>
                  </a:lnTo>
                  <a:lnTo>
                    <a:pt x="14" y="106"/>
                  </a:lnTo>
                  <a:lnTo>
                    <a:pt x="14" y="106"/>
                  </a:lnTo>
                  <a:lnTo>
                    <a:pt x="14" y="106"/>
                  </a:lnTo>
                  <a:lnTo>
                    <a:pt x="16" y="106"/>
                  </a:lnTo>
                  <a:lnTo>
                    <a:pt x="16" y="106"/>
                  </a:lnTo>
                  <a:lnTo>
                    <a:pt x="16" y="106"/>
                  </a:lnTo>
                  <a:lnTo>
                    <a:pt x="16" y="106"/>
                  </a:lnTo>
                  <a:lnTo>
                    <a:pt x="18" y="106"/>
                  </a:lnTo>
                  <a:lnTo>
                    <a:pt x="17" y="108"/>
                  </a:lnTo>
                  <a:lnTo>
                    <a:pt x="17" y="108"/>
                  </a:lnTo>
                  <a:lnTo>
                    <a:pt x="17" y="110"/>
                  </a:lnTo>
                  <a:lnTo>
                    <a:pt x="17" y="110"/>
                  </a:lnTo>
                  <a:lnTo>
                    <a:pt x="17" y="112"/>
                  </a:lnTo>
                  <a:lnTo>
                    <a:pt x="17" y="112"/>
                  </a:lnTo>
                  <a:lnTo>
                    <a:pt x="17" y="114"/>
                  </a:lnTo>
                  <a:lnTo>
                    <a:pt x="17" y="114"/>
                  </a:lnTo>
                  <a:lnTo>
                    <a:pt x="15" y="116"/>
                  </a:lnTo>
                  <a:lnTo>
                    <a:pt x="15" y="116"/>
                  </a:lnTo>
                  <a:lnTo>
                    <a:pt x="15" y="118"/>
                  </a:lnTo>
                  <a:lnTo>
                    <a:pt x="15" y="118"/>
                  </a:lnTo>
                  <a:lnTo>
                    <a:pt x="13" y="118"/>
                  </a:lnTo>
                  <a:lnTo>
                    <a:pt x="13" y="118"/>
                  </a:lnTo>
                  <a:lnTo>
                    <a:pt x="12" y="118"/>
                  </a:lnTo>
                  <a:lnTo>
                    <a:pt x="12" y="118"/>
                  </a:lnTo>
                  <a:lnTo>
                    <a:pt x="11" y="118"/>
                  </a:lnTo>
                  <a:lnTo>
                    <a:pt x="11" y="118"/>
                  </a:lnTo>
                  <a:lnTo>
                    <a:pt x="11" y="118"/>
                  </a:lnTo>
                  <a:lnTo>
                    <a:pt x="11" y="118"/>
                  </a:lnTo>
                  <a:lnTo>
                    <a:pt x="11" y="118"/>
                  </a:lnTo>
                  <a:lnTo>
                    <a:pt x="11" y="118"/>
                  </a:lnTo>
                  <a:lnTo>
                    <a:pt x="11" y="118"/>
                  </a:lnTo>
                  <a:lnTo>
                    <a:pt x="11" y="117"/>
                  </a:lnTo>
                  <a:lnTo>
                    <a:pt x="11" y="117"/>
                  </a:lnTo>
                  <a:lnTo>
                    <a:pt x="11" y="117"/>
                  </a:lnTo>
                  <a:lnTo>
                    <a:pt x="11" y="117"/>
                  </a:lnTo>
                  <a:lnTo>
                    <a:pt x="11" y="116"/>
                  </a:lnTo>
                  <a:lnTo>
                    <a:pt x="11" y="116"/>
                  </a:lnTo>
                  <a:lnTo>
                    <a:pt x="11" y="116"/>
                  </a:lnTo>
                  <a:lnTo>
                    <a:pt x="11" y="116"/>
                  </a:lnTo>
                  <a:lnTo>
                    <a:pt x="11" y="115"/>
                  </a:lnTo>
                  <a:lnTo>
                    <a:pt x="9" y="116"/>
                  </a:lnTo>
                  <a:lnTo>
                    <a:pt x="9" y="116"/>
                  </a:lnTo>
                  <a:lnTo>
                    <a:pt x="9" y="116"/>
                  </a:lnTo>
                  <a:lnTo>
                    <a:pt x="9" y="116"/>
                  </a:lnTo>
                  <a:lnTo>
                    <a:pt x="8" y="118"/>
                  </a:lnTo>
                  <a:lnTo>
                    <a:pt x="8" y="118"/>
                  </a:lnTo>
                  <a:lnTo>
                    <a:pt x="8" y="118"/>
                  </a:lnTo>
                  <a:lnTo>
                    <a:pt x="8" y="118"/>
                  </a:lnTo>
                  <a:lnTo>
                    <a:pt x="6" y="120"/>
                  </a:lnTo>
                  <a:lnTo>
                    <a:pt x="6" y="120"/>
                  </a:lnTo>
                  <a:lnTo>
                    <a:pt x="6" y="120"/>
                  </a:lnTo>
                  <a:lnTo>
                    <a:pt x="6" y="120"/>
                  </a:lnTo>
                  <a:lnTo>
                    <a:pt x="6" y="121"/>
                  </a:lnTo>
                  <a:lnTo>
                    <a:pt x="6" y="121"/>
                  </a:lnTo>
                  <a:lnTo>
                    <a:pt x="6" y="121"/>
                  </a:lnTo>
                  <a:lnTo>
                    <a:pt x="6" y="121"/>
                  </a:lnTo>
                  <a:lnTo>
                    <a:pt x="6" y="123"/>
                  </a:lnTo>
                  <a:lnTo>
                    <a:pt x="6" y="123"/>
                  </a:lnTo>
                  <a:lnTo>
                    <a:pt x="6" y="123"/>
                  </a:lnTo>
                  <a:lnTo>
                    <a:pt x="7" y="123"/>
                  </a:lnTo>
                  <a:lnTo>
                    <a:pt x="7" y="125"/>
                  </a:lnTo>
                  <a:lnTo>
                    <a:pt x="7" y="125"/>
                  </a:lnTo>
                  <a:lnTo>
                    <a:pt x="7" y="125"/>
                  </a:lnTo>
                  <a:lnTo>
                    <a:pt x="9" y="125"/>
                  </a:lnTo>
                  <a:lnTo>
                    <a:pt x="9" y="127"/>
                  </a:lnTo>
                  <a:lnTo>
                    <a:pt x="9" y="127"/>
                  </a:lnTo>
                  <a:lnTo>
                    <a:pt x="9" y="127"/>
                  </a:lnTo>
                  <a:lnTo>
                    <a:pt x="11" y="127"/>
                  </a:lnTo>
                  <a:lnTo>
                    <a:pt x="11" y="128"/>
                  </a:lnTo>
                  <a:lnTo>
                    <a:pt x="11" y="128"/>
                  </a:lnTo>
                  <a:lnTo>
                    <a:pt x="11" y="128"/>
                  </a:lnTo>
                  <a:lnTo>
                    <a:pt x="12" y="128"/>
                  </a:lnTo>
                  <a:lnTo>
                    <a:pt x="12" y="130"/>
                  </a:lnTo>
                  <a:lnTo>
                    <a:pt x="12" y="130"/>
                  </a:lnTo>
                  <a:lnTo>
                    <a:pt x="12" y="130"/>
                  </a:lnTo>
                  <a:lnTo>
                    <a:pt x="12" y="130"/>
                  </a:lnTo>
                  <a:lnTo>
                    <a:pt x="12" y="130"/>
                  </a:lnTo>
                  <a:lnTo>
                    <a:pt x="12" y="130"/>
                  </a:lnTo>
                  <a:lnTo>
                    <a:pt x="12" y="130"/>
                  </a:lnTo>
                  <a:lnTo>
                    <a:pt x="12" y="130"/>
                  </a:lnTo>
                  <a:lnTo>
                    <a:pt x="12" y="131"/>
                  </a:lnTo>
                  <a:lnTo>
                    <a:pt x="12" y="131"/>
                  </a:lnTo>
                  <a:lnTo>
                    <a:pt x="12" y="131"/>
                  </a:lnTo>
                  <a:lnTo>
                    <a:pt x="12" y="131"/>
                  </a:lnTo>
                  <a:lnTo>
                    <a:pt x="12" y="131"/>
                  </a:lnTo>
                  <a:lnTo>
                    <a:pt x="12" y="131"/>
                  </a:lnTo>
                  <a:lnTo>
                    <a:pt x="12" y="131"/>
                  </a:lnTo>
                  <a:lnTo>
                    <a:pt x="12" y="131"/>
                  </a:lnTo>
                  <a:lnTo>
                    <a:pt x="12" y="133"/>
                  </a:lnTo>
                  <a:lnTo>
                    <a:pt x="11" y="133"/>
                  </a:lnTo>
                  <a:lnTo>
                    <a:pt x="11" y="133"/>
                  </a:lnTo>
                  <a:lnTo>
                    <a:pt x="11" y="133"/>
                  </a:lnTo>
                  <a:lnTo>
                    <a:pt x="11" y="133"/>
                  </a:lnTo>
                  <a:lnTo>
                    <a:pt x="11" y="133"/>
                  </a:lnTo>
                  <a:lnTo>
                    <a:pt x="11" y="133"/>
                  </a:lnTo>
                  <a:lnTo>
                    <a:pt x="11" y="133"/>
                  </a:lnTo>
                  <a:lnTo>
                    <a:pt x="11" y="132"/>
                  </a:lnTo>
                  <a:lnTo>
                    <a:pt x="11" y="132"/>
                  </a:lnTo>
                  <a:lnTo>
                    <a:pt x="11" y="132"/>
                  </a:lnTo>
                  <a:lnTo>
                    <a:pt x="11" y="132"/>
                  </a:lnTo>
                  <a:lnTo>
                    <a:pt x="11" y="132"/>
                  </a:lnTo>
                  <a:lnTo>
                    <a:pt x="11" y="132"/>
                  </a:lnTo>
                  <a:lnTo>
                    <a:pt x="11" y="132"/>
                  </a:lnTo>
                  <a:lnTo>
                    <a:pt x="11" y="132"/>
                  </a:lnTo>
                  <a:lnTo>
                    <a:pt x="12" y="131"/>
                  </a:lnTo>
                  <a:lnTo>
                    <a:pt x="12" y="131"/>
                  </a:lnTo>
                  <a:lnTo>
                    <a:pt x="12" y="131"/>
                  </a:lnTo>
                  <a:lnTo>
                    <a:pt x="12" y="131"/>
                  </a:lnTo>
                  <a:lnTo>
                    <a:pt x="13" y="131"/>
                  </a:lnTo>
                  <a:lnTo>
                    <a:pt x="13" y="131"/>
                  </a:lnTo>
                  <a:lnTo>
                    <a:pt x="14" y="131"/>
                  </a:lnTo>
                  <a:lnTo>
                    <a:pt x="14" y="131"/>
                  </a:lnTo>
                  <a:lnTo>
                    <a:pt x="16" y="131"/>
                  </a:lnTo>
                  <a:lnTo>
                    <a:pt x="16" y="131"/>
                  </a:lnTo>
                  <a:lnTo>
                    <a:pt x="18" y="131"/>
                  </a:lnTo>
                  <a:lnTo>
                    <a:pt x="18" y="131"/>
                  </a:lnTo>
                  <a:lnTo>
                    <a:pt x="19" y="131"/>
                  </a:lnTo>
                  <a:lnTo>
                    <a:pt x="19" y="131"/>
                  </a:lnTo>
                  <a:lnTo>
                    <a:pt x="20" y="131"/>
                  </a:lnTo>
                  <a:lnTo>
                    <a:pt x="20" y="131"/>
                  </a:lnTo>
                  <a:lnTo>
                    <a:pt x="21" y="131"/>
                  </a:lnTo>
                  <a:lnTo>
                    <a:pt x="26" y="131"/>
                  </a:lnTo>
                  <a:lnTo>
                    <a:pt x="26" y="132"/>
                  </a:lnTo>
                  <a:lnTo>
                    <a:pt x="26" y="132"/>
                  </a:lnTo>
                  <a:lnTo>
                    <a:pt x="26" y="132"/>
                  </a:lnTo>
                  <a:lnTo>
                    <a:pt x="27" y="132"/>
                  </a:lnTo>
                  <a:lnTo>
                    <a:pt x="27" y="132"/>
                  </a:lnTo>
                  <a:lnTo>
                    <a:pt x="27" y="132"/>
                  </a:lnTo>
                  <a:lnTo>
                    <a:pt x="27" y="132"/>
                  </a:lnTo>
                  <a:lnTo>
                    <a:pt x="29" y="132"/>
                  </a:lnTo>
                  <a:lnTo>
                    <a:pt x="29" y="132"/>
                  </a:lnTo>
                  <a:lnTo>
                    <a:pt x="29" y="132"/>
                  </a:lnTo>
                  <a:lnTo>
                    <a:pt x="29" y="132"/>
                  </a:lnTo>
                  <a:lnTo>
                    <a:pt x="31" y="132"/>
                  </a:lnTo>
                  <a:lnTo>
                    <a:pt x="31" y="132"/>
                  </a:lnTo>
                  <a:lnTo>
                    <a:pt x="31" y="132"/>
                  </a:lnTo>
                  <a:lnTo>
                    <a:pt x="31" y="132"/>
                  </a:lnTo>
                  <a:lnTo>
                    <a:pt x="32" y="132"/>
                  </a:lnTo>
                  <a:lnTo>
                    <a:pt x="32" y="132"/>
                  </a:lnTo>
                  <a:lnTo>
                    <a:pt x="32" y="132"/>
                  </a:lnTo>
                  <a:lnTo>
                    <a:pt x="32" y="132"/>
                  </a:lnTo>
                  <a:lnTo>
                    <a:pt x="32" y="132"/>
                  </a:lnTo>
                  <a:lnTo>
                    <a:pt x="32" y="132"/>
                  </a:lnTo>
                  <a:lnTo>
                    <a:pt x="32" y="132"/>
                  </a:lnTo>
                  <a:lnTo>
                    <a:pt x="32" y="132"/>
                  </a:lnTo>
                  <a:lnTo>
                    <a:pt x="34" y="132"/>
                  </a:lnTo>
                  <a:lnTo>
                    <a:pt x="34" y="132"/>
                  </a:lnTo>
                  <a:lnTo>
                    <a:pt x="34" y="132"/>
                  </a:lnTo>
                  <a:lnTo>
                    <a:pt x="34" y="132"/>
                  </a:lnTo>
                  <a:lnTo>
                    <a:pt x="35" y="132"/>
                  </a:lnTo>
                  <a:lnTo>
                    <a:pt x="35" y="132"/>
                  </a:lnTo>
                  <a:lnTo>
                    <a:pt x="35" y="132"/>
                  </a:lnTo>
                  <a:lnTo>
                    <a:pt x="35" y="132"/>
                  </a:lnTo>
                  <a:lnTo>
                    <a:pt x="36" y="131"/>
                  </a:lnTo>
                  <a:lnTo>
                    <a:pt x="36" y="132"/>
                  </a:lnTo>
                  <a:lnTo>
                    <a:pt x="36" y="132"/>
                  </a:lnTo>
                  <a:lnTo>
                    <a:pt x="36" y="132"/>
                  </a:lnTo>
                  <a:lnTo>
                    <a:pt x="37" y="132"/>
                  </a:lnTo>
                  <a:lnTo>
                    <a:pt x="37" y="132"/>
                  </a:lnTo>
                  <a:lnTo>
                    <a:pt x="37" y="132"/>
                  </a:lnTo>
                  <a:lnTo>
                    <a:pt x="37" y="132"/>
                  </a:lnTo>
                  <a:lnTo>
                    <a:pt x="40" y="132"/>
                  </a:lnTo>
                  <a:lnTo>
                    <a:pt x="40" y="132"/>
                  </a:lnTo>
                  <a:lnTo>
                    <a:pt x="40" y="132"/>
                  </a:lnTo>
                  <a:lnTo>
                    <a:pt x="40" y="132"/>
                  </a:lnTo>
                  <a:lnTo>
                    <a:pt x="41" y="132"/>
                  </a:lnTo>
                  <a:lnTo>
                    <a:pt x="41" y="132"/>
                  </a:lnTo>
                  <a:lnTo>
                    <a:pt x="41" y="132"/>
                  </a:lnTo>
                  <a:lnTo>
                    <a:pt x="41" y="132"/>
                  </a:lnTo>
                  <a:lnTo>
                    <a:pt x="42" y="132"/>
                  </a:lnTo>
                  <a:lnTo>
                    <a:pt x="42" y="134"/>
                  </a:lnTo>
                  <a:lnTo>
                    <a:pt x="42" y="134"/>
                  </a:lnTo>
                  <a:lnTo>
                    <a:pt x="42" y="134"/>
                  </a:lnTo>
                  <a:lnTo>
                    <a:pt x="43" y="134"/>
                  </a:lnTo>
                  <a:lnTo>
                    <a:pt x="43" y="134"/>
                  </a:lnTo>
                  <a:lnTo>
                    <a:pt x="43" y="134"/>
                  </a:lnTo>
                  <a:lnTo>
                    <a:pt x="43" y="134"/>
                  </a:lnTo>
                  <a:lnTo>
                    <a:pt x="45" y="134"/>
                  </a:lnTo>
                  <a:lnTo>
                    <a:pt x="45" y="135"/>
                  </a:lnTo>
                  <a:lnTo>
                    <a:pt x="45" y="135"/>
                  </a:lnTo>
                  <a:lnTo>
                    <a:pt x="45" y="135"/>
                  </a:lnTo>
                  <a:lnTo>
                    <a:pt x="46" y="135"/>
                  </a:lnTo>
                  <a:lnTo>
                    <a:pt x="46" y="135"/>
                  </a:lnTo>
                  <a:lnTo>
                    <a:pt x="46" y="135"/>
                  </a:lnTo>
                  <a:lnTo>
                    <a:pt x="46" y="135"/>
                  </a:lnTo>
                  <a:lnTo>
                    <a:pt x="47" y="135"/>
                  </a:lnTo>
                  <a:lnTo>
                    <a:pt x="47" y="135"/>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59" name=""/>
            <p:cNvSpPr/>
            <p:nvPr/>
          </p:nvSpPr>
          <p:spPr>
            <a:xfrm>
              <a:off x="7859880" y="6175440"/>
              <a:ext cx="50760" cy="46080"/>
            </a:xfrm>
            <a:custGeom>
              <a:avLst/>
              <a:gdLst/>
              <a:ahLst/>
              <a:rect l="l" t="t" r="r" b="b"/>
              <a:pathLst>
                <a:path w="32" h="29">
                  <a:moveTo>
                    <a:pt x="0" y="7"/>
                  </a:move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8"/>
                  </a:lnTo>
                  <a:lnTo>
                    <a:pt x="0" y="8"/>
                  </a:lnTo>
                  <a:lnTo>
                    <a:pt x="0" y="8"/>
                  </a:lnTo>
                  <a:lnTo>
                    <a:pt x="0" y="8"/>
                  </a:lnTo>
                  <a:lnTo>
                    <a:pt x="0" y="8"/>
                  </a:lnTo>
                  <a:lnTo>
                    <a:pt x="0" y="8"/>
                  </a:lnTo>
                  <a:lnTo>
                    <a:pt x="0" y="8"/>
                  </a:lnTo>
                  <a:lnTo>
                    <a:pt x="2" y="8"/>
                  </a:lnTo>
                  <a:lnTo>
                    <a:pt x="2" y="10"/>
                  </a:lnTo>
                  <a:lnTo>
                    <a:pt x="2" y="10"/>
                  </a:lnTo>
                  <a:lnTo>
                    <a:pt x="2" y="10"/>
                  </a:lnTo>
                  <a:lnTo>
                    <a:pt x="4" y="10"/>
                  </a:lnTo>
                  <a:lnTo>
                    <a:pt x="4" y="10"/>
                  </a:lnTo>
                  <a:lnTo>
                    <a:pt x="4" y="10"/>
                  </a:lnTo>
                  <a:lnTo>
                    <a:pt x="4" y="10"/>
                  </a:lnTo>
                  <a:lnTo>
                    <a:pt x="6" y="10"/>
                  </a:lnTo>
                  <a:lnTo>
                    <a:pt x="5" y="12"/>
                  </a:lnTo>
                  <a:lnTo>
                    <a:pt x="5" y="12"/>
                  </a:lnTo>
                  <a:lnTo>
                    <a:pt x="5" y="13"/>
                  </a:lnTo>
                  <a:lnTo>
                    <a:pt x="5" y="13"/>
                  </a:lnTo>
                  <a:lnTo>
                    <a:pt x="5" y="15"/>
                  </a:lnTo>
                  <a:lnTo>
                    <a:pt x="5" y="15"/>
                  </a:lnTo>
                  <a:lnTo>
                    <a:pt x="5" y="15"/>
                  </a:lnTo>
                  <a:lnTo>
                    <a:pt x="5" y="15"/>
                  </a:lnTo>
                  <a:lnTo>
                    <a:pt x="5" y="17"/>
                  </a:lnTo>
                  <a:lnTo>
                    <a:pt x="5" y="17"/>
                  </a:lnTo>
                  <a:lnTo>
                    <a:pt x="5" y="17"/>
                  </a:lnTo>
                  <a:lnTo>
                    <a:pt x="5" y="17"/>
                  </a:lnTo>
                  <a:lnTo>
                    <a:pt x="5" y="19"/>
                  </a:lnTo>
                  <a:lnTo>
                    <a:pt x="5" y="19"/>
                  </a:lnTo>
                  <a:lnTo>
                    <a:pt x="5" y="19"/>
                  </a:lnTo>
                  <a:lnTo>
                    <a:pt x="6" y="19"/>
                  </a:lnTo>
                  <a:lnTo>
                    <a:pt x="6" y="20"/>
                  </a:lnTo>
                  <a:lnTo>
                    <a:pt x="6" y="20"/>
                  </a:lnTo>
                  <a:lnTo>
                    <a:pt x="6" y="20"/>
                  </a:lnTo>
                  <a:lnTo>
                    <a:pt x="6" y="20"/>
                  </a:lnTo>
                  <a:lnTo>
                    <a:pt x="6" y="20"/>
                  </a:lnTo>
                  <a:lnTo>
                    <a:pt x="6" y="20"/>
                  </a:lnTo>
                  <a:lnTo>
                    <a:pt x="6" y="20"/>
                  </a:lnTo>
                  <a:lnTo>
                    <a:pt x="7" y="20"/>
                  </a:lnTo>
                  <a:lnTo>
                    <a:pt x="7" y="22"/>
                  </a:lnTo>
                  <a:lnTo>
                    <a:pt x="7" y="22"/>
                  </a:lnTo>
                  <a:lnTo>
                    <a:pt x="7" y="22"/>
                  </a:lnTo>
                  <a:lnTo>
                    <a:pt x="7" y="22"/>
                  </a:lnTo>
                  <a:lnTo>
                    <a:pt x="7" y="22"/>
                  </a:lnTo>
                  <a:lnTo>
                    <a:pt x="7" y="22"/>
                  </a:lnTo>
                  <a:lnTo>
                    <a:pt x="7" y="22"/>
                  </a:lnTo>
                  <a:lnTo>
                    <a:pt x="9" y="22"/>
                  </a:lnTo>
                  <a:lnTo>
                    <a:pt x="9" y="23"/>
                  </a:lnTo>
                  <a:lnTo>
                    <a:pt x="9" y="23"/>
                  </a:lnTo>
                  <a:lnTo>
                    <a:pt x="9" y="23"/>
                  </a:lnTo>
                  <a:lnTo>
                    <a:pt x="9" y="23"/>
                  </a:lnTo>
                  <a:lnTo>
                    <a:pt x="9" y="24"/>
                  </a:lnTo>
                  <a:lnTo>
                    <a:pt x="9" y="24"/>
                  </a:lnTo>
                  <a:lnTo>
                    <a:pt x="9" y="24"/>
                  </a:lnTo>
                  <a:lnTo>
                    <a:pt x="9" y="24"/>
                  </a:lnTo>
                  <a:lnTo>
                    <a:pt x="9" y="26"/>
                  </a:lnTo>
                  <a:lnTo>
                    <a:pt x="9" y="26"/>
                  </a:lnTo>
                  <a:lnTo>
                    <a:pt x="9" y="26"/>
                  </a:lnTo>
                  <a:lnTo>
                    <a:pt x="9" y="26"/>
                  </a:lnTo>
                  <a:lnTo>
                    <a:pt x="9" y="26"/>
                  </a:lnTo>
                  <a:lnTo>
                    <a:pt x="9" y="26"/>
                  </a:lnTo>
                  <a:lnTo>
                    <a:pt x="9" y="26"/>
                  </a:lnTo>
                  <a:lnTo>
                    <a:pt x="9" y="26"/>
                  </a:lnTo>
                  <a:lnTo>
                    <a:pt x="9" y="26"/>
                  </a:lnTo>
                  <a:lnTo>
                    <a:pt x="9" y="26"/>
                  </a:lnTo>
                  <a:lnTo>
                    <a:pt x="9" y="26"/>
                  </a:lnTo>
                  <a:lnTo>
                    <a:pt x="11" y="26"/>
                  </a:lnTo>
                  <a:lnTo>
                    <a:pt x="11" y="26"/>
                  </a:lnTo>
                  <a:lnTo>
                    <a:pt x="13" y="26"/>
                  </a:lnTo>
                  <a:lnTo>
                    <a:pt x="13" y="26"/>
                  </a:lnTo>
                  <a:lnTo>
                    <a:pt x="15" y="26"/>
                  </a:lnTo>
                  <a:lnTo>
                    <a:pt x="15" y="26"/>
                  </a:lnTo>
                  <a:lnTo>
                    <a:pt x="16" y="26"/>
                  </a:lnTo>
                  <a:lnTo>
                    <a:pt x="16" y="26"/>
                  </a:lnTo>
                  <a:lnTo>
                    <a:pt x="18" y="26"/>
                  </a:lnTo>
                  <a:lnTo>
                    <a:pt x="18" y="26"/>
                  </a:lnTo>
                  <a:lnTo>
                    <a:pt x="19" y="26"/>
                  </a:lnTo>
                  <a:lnTo>
                    <a:pt x="19" y="26"/>
                  </a:lnTo>
                  <a:lnTo>
                    <a:pt x="21" y="25"/>
                  </a:lnTo>
                  <a:lnTo>
                    <a:pt x="21" y="26"/>
                  </a:lnTo>
                  <a:lnTo>
                    <a:pt x="21" y="26"/>
                  </a:lnTo>
                  <a:lnTo>
                    <a:pt x="21" y="26"/>
                  </a:lnTo>
                  <a:lnTo>
                    <a:pt x="21" y="26"/>
                  </a:lnTo>
                  <a:lnTo>
                    <a:pt x="21" y="27"/>
                  </a:lnTo>
                  <a:lnTo>
                    <a:pt x="21" y="27"/>
                  </a:lnTo>
                  <a:lnTo>
                    <a:pt x="21" y="27"/>
                  </a:lnTo>
                  <a:lnTo>
                    <a:pt x="23" y="27"/>
                  </a:lnTo>
                  <a:lnTo>
                    <a:pt x="23" y="28"/>
                  </a:lnTo>
                  <a:lnTo>
                    <a:pt x="23" y="28"/>
                  </a:lnTo>
                  <a:lnTo>
                    <a:pt x="23" y="28"/>
                  </a:lnTo>
                  <a:lnTo>
                    <a:pt x="23" y="28"/>
                  </a:lnTo>
                  <a:lnTo>
                    <a:pt x="23" y="28"/>
                  </a:lnTo>
                  <a:lnTo>
                    <a:pt x="23" y="28"/>
                  </a:lnTo>
                  <a:lnTo>
                    <a:pt x="23" y="28"/>
                  </a:lnTo>
                  <a:lnTo>
                    <a:pt x="25" y="28"/>
                  </a:lnTo>
                  <a:lnTo>
                    <a:pt x="25" y="28"/>
                  </a:lnTo>
                  <a:lnTo>
                    <a:pt x="25" y="28"/>
                  </a:lnTo>
                  <a:lnTo>
                    <a:pt x="25" y="28"/>
                  </a:lnTo>
                  <a:lnTo>
                    <a:pt x="25" y="28"/>
                  </a:lnTo>
                  <a:lnTo>
                    <a:pt x="25" y="28"/>
                  </a:lnTo>
                  <a:lnTo>
                    <a:pt x="25" y="28"/>
                  </a:lnTo>
                  <a:lnTo>
                    <a:pt x="25" y="28"/>
                  </a:lnTo>
                  <a:lnTo>
                    <a:pt x="26" y="27"/>
                  </a:lnTo>
                  <a:lnTo>
                    <a:pt x="26" y="27"/>
                  </a:lnTo>
                  <a:lnTo>
                    <a:pt x="26" y="27"/>
                  </a:lnTo>
                  <a:lnTo>
                    <a:pt x="26" y="27"/>
                  </a:lnTo>
                  <a:lnTo>
                    <a:pt x="26" y="27"/>
                  </a:lnTo>
                  <a:lnTo>
                    <a:pt x="26" y="27"/>
                  </a:lnTo>
                  <a:lnTo>
                    <a:pt x="26" y="27"/>
                  </a:lnTo>
                  <a:lnTo>
                    <a:pt x="26" y="27"/>
                  </a:lnTo>
                  <a:lnTo>
                    <a:pt x="27" y="26"/>
                  </a:lnTo>
                  <a:lnTo>
                    <a:pt x="27" y="26"/>
                  </a:lnTo>
                  <a:lnTo>
                    <a:pt x="27" y="26"/>
                  </a:lnTo>
                  <a:lnTo>
                    <a:pt x="27" y="26"/>
                  </a:lnTo>
                  <a:lnTo>
                    <a:pt x="27" y="26"/>
                  </a:lnTo>
                  <a:lnTo>
                    <a:pt x="27" y="26"/>
                  </a:lnTo>
                  <a:lnTo>
                    <a:pt x="27" y="26"/>
                  </a:lnTo>
                  <a:lnTo>
                    <a:pt x="27" y="26"/>
                  </a:lnTo>
                  <a:lnTo>
                    <a:pt x="28" y="25"/>
                  </a:lnTo>
                  <a:lnTo>
                    <a:pt x="28" y="25"/>
                  </a:lnTo>
                  <a:lnTo>
                    <a:pt x="28" y="25"/>
                  </a:lnTo>
                  <a:lnTo>
                    <a:pt x="28" y="25"/>
                  </a:lnTo>
                  <a:lnTo>
                    <a:pt x="29" y="24"/>
                  </a:lnTo>
                  <a:lnTo>
                    <a:pt x="29" y="24"/>
                  </a:lnTo>
                  <a:lnTo>
                    <a:pt x="29" y="24"/>
                  </a:lnTo>
                  <a:lnTo>
                    <a:pt x="29" y="24"/>
                  </a:lnTo>
                  <a:lnTo>
                    <a:pt x="31" y="22"/>
                  </a:lnTo>
                  <a:lnTo>
                    <a:pt x="29" y="22"/>
                  </a:lnTo>
                  <a:lnTo>
                    <a:pt x="29" y="22"/>
                  </a:lnTo>
                  <a:lnTo>
                    <a:pt x="29" y="22"/>
                  </a:lnTo>
                  <a:lnTo>
                    <a:pt x="29" y="22"/>
                  </a:lnTo>
                  <a:lnTo>
                    <a:pt x="29" y="22"/>
                  </a:lnTo>
                  <a:lnTo>
                    <a:pt x="29" y="22"/>
                  </a:lnTo>
                  <a:lnTo>
                    <a:pt x="29" y="22"/>
                  </a:lnTo>
                  <a:lnTo>
                    <a:pt x="29" y="20"/>
                  </a:lnTo>
                  <a:lnTo>
                    <a:pt x="29" y="20"/>
                  </a:lnTo>
                  <a:lnTo>
                    <a:pt x="29" y="20"/>
                  </a:lnTo>
                  <a:lnTo>
                    <a:pt x="29" y="20"/>
                  </a:lnTo>
                  <a:lnTo>
                    <a:pt x="29" y="18"/>
                  </a:lnTo>
                  <a:lnTo>
                    <a:pt x="29" y="18"/>
                  </a:lnTo>
                  <a:lnTo>
                    <a:pt x="29" y="18"/>
                  </a:lnTo>
                  <a:lnTo>
                    <a:pt x="29" y="18"/>
                  </a:lnTo>
                  <a:lnTo>
                    <a:pt x="29" y="16"/>
                  </a:lnTo>
                  <a:lnTo>
                    <a:pt x="28" y="16"/>
                  </a:lnTo>
                  <a:lnTo>
                    <a:pt x="28" y="16"/>
                  </a:lnTo>
                  <a:lnTo>
                    <a:pt x="28" y="16"/>
                  </a:lnTo>
                  <a:lnTo>
                    <a:pt x="28" y="14"/>
                  </a:lnTo>
                  <a:lnTo>
                    <a:pt x="28" y="14"/>
                  </a:lnTo>
                  <a:lnTo>
                    <a:pt x="28" y="14"/>
                  </a:lnTo>
                  <a:lnTo>
                    <a:pt x="28" y="14"/>
                  </a:lnTo>
                  <a:lnTo>
                    <a:pt x="28" y="13"/>
                  </a:lnTo>
                  <a:lnTo>
                    <a:pt x="27" y="13"/>
                  </a:lnTo>
                  <a:lnTo>
                    <a:pt x="27" y="13"/>
                  </a:lnTo>
                  <a:lnTo>
                    <a:pt x="27" y="13"/>
                  </a:lnTo>
                  <a:lnTo>
                    <a:pt x="27" y="11"/>
                  </a:lnTo>
                  <a:lnTo>
                    <a:pt x="27" y="11"/>
                  </a:lnTo>
                  <a:lnTo>
                    <a:pt x="27" y="11"/>
                  </a:lnTo>
                  <a:lnTo>
                    <a:pt x="27" y="11"/>
                  </a:lnTo>
                  <a:lnTo>
                    <a:pt x="27" y="9"/>
                  </a:lnTo>
                  <a:lnTo>
                    <a:pt x="26" y="9"/>
                  </a:lnTo>
                  <a:lnTo>
                    <a:pt x="26" y="9"/>
                  </a:lnTo>
                  <a:lnTo>
                    <a:pt x="26" y="9"/>
                  </a:lnTo>
                  <a:lnTo>
                    <a:pt x="26" y="8"/>
                  </a:lnTo>
                  <a:lnTo>
                    <a:pt x="26" y="8"/>
                  </a:lnTo>
                  <a:lnTo>
                    <a:pt x="26" y="8"/>
                  </a:lnTo>
                  <a:lnTo>
                    <a:pt x="26" y="8"/>
                  </a:lnTo>
                  <a:lnTo>
                    <a:pt x="26" y="7"/>
                  </a:lnTo>
                  <a:lnTo>
                    <a:pt x="24" y="7"/>
                  </a:lnTo>
                  <a:lnTo>
                    <a:pt x="24" y="7"/>
                  </a:lnTo>
                  <a:lnTo>
                    <a:pt x="24" y="7"/>
                  </a:lnTo>
                  <a:lnTo>
                    <a:pt x="24" y="5"/>
                  </a:lnTo>
                  <a:lnTo>
                    <a:pt x="24" y="5"/>
                  </a:lnTo>
                  <a:lnTo>
                    <a:pt x="24" y="5"/>
                  </a:lnTo>
                  <a:lnTo>
                    <a:pt x="24" y="5"/>
                  </a:lnTo>
                  <a:lnTo>
                    <a:pt x="24" y="4"/>
                  </a:lnTo>
                  <a:lnTo>
                    <a:pt x="22" y="4"/>
                  </a:lnTo>
                  <a:lnTo>
                    <a:pt x="22" y="4"/>
                  </a:lnTo>
                  <a:lnTo>
                    <a:pt x="22" y="4"/>
                  </a:lnTo>
                  <a:lnTo>
                    <a:pt x="22" y="4"/>
                  </a:lnTo>
                  <a:lnTo>
                    <a:pt x="20" y="4"/>
                  </a:lnTo>
                  <a:lnTo>
                    <a:pt x="20" y="4"/>
                  </a:lnTo>
                  <a:lnTo>
                    <a:pt x="20" y="4"/>
                  </a:lnTo>
                  <a:lnTo>
                    <a:pt x="20" y="2"/>
                  </a:lnTo>
                  <a:lnTo>
                    <a:pt x="18" y="2"/>
                  </a:lnTo>
                  <a:lnTo>
                    <a:pt x="18" y="2"/>
                  </a:lnTo>
                  <a:lnTo>
                    <a:pt x="18" y="2"/>
                  </a:lnTo>
                  <a:lnTo>
                    <a:pt x="18" y="2"/>
                  </a:lnTo>
                  <a:lnTo>
                    <a:pt x="16" y="2"/>
                  </a:lnTo>
                  <a:lnTo>
                    <a:pt x="16" y="2"/>
                  </a:lnTo>
                  <a:lnTo>
                    <a:pt x="16" y="2"/>
                  </a:lnTo>
                  <a:lnTo>
                    <a:pt x="16" y="0"/>
                  </a:lnTo>
                  <a:lnTo>
                    <a:pt x="14" y="0"/>
                  </a:lnTo>
                  <a:lnTo>
                    <a:pt x="14" y="0"/>
                  </a:lnTo>
                  <a:lnTo>
                    <a:pt x="14" y="0"/>
                  </a:lnTo>
                  <a:lnTo>
                    <a:pt x="14" y="0"/>
                  </a:lnTo>
                  <a:lnTo>
                    <a:pt x="12" y="0"/>
                  </a:lnTo>
                  <a:lnTo>
                    <a:pt x="12" y="0"/>
                  </a:lnTo>
                  <a:lnTo>
                    <a:pt x="12" y="0"/>
                  </a:lnTo>
                  <a:lnTo>
                    <a:pt x="12" y="0"/>
                  </a:lnTo>
                  <a:lnTo>
                    <a:pt x="10" y="0"/>
                  </a:lnTo>
                  <a:lnTo>
                    <a:pt x="10" y="0"/>
                  </a:lnTo>
                  <a:lnTo>
                    <a:pt x="10" y="0"/>
                  </a:lnTo>
                  <a:lnTo>
                    <a:pt x="10" y="0"/>
                  </a:lnTo>
                  <a:lnTo>
                    <a:pt x="8" y="0"/>
                  </a:lnTo>
                  <a:lnTo>
                    <a:pt x="8" y="0"/>
                  </a:lnTo>
                  <a:lnTo>
                    <a:pt x="8" y="0"/>
                  </a:lnTo>
                  <a:lnTo>
                    <a:pt x="8" y="0"/>
                  </a:lnTo>
                  <a:lnTo>
                    <a:pt x="7" y="1"/>
                  </a:lnTo>
                  <a:lnTo>
                    <a:pt x="7" y="1"/>
                  </a:lnTo>
                  <a:lnTo>
                    <a:pt x="7" y="1"/>
                  </a:lnTo>
                  <a:lnTo>
                    <a:pt x="7" y="1"/>
                  </a:lnTo>
                  <a:lnTo>
                    <a:pt x="7" y="1"/>
                  </a:lnTo>
                  <a:lnTo>
                    <a:pt x="7" y="1"/>
                  </a:lnTo>
                  <a:lnTo>
                    <a:pt x="7" y="1"/>
                  </a:lnTo>
                  <a:lnTo>
                    <a:pt x="7" y="1"/>
                  </a:lnTo>
                  <a:lnTo>
                    <a:pt x="6" y="1"/>
                  </a:lnTo>
                  <a:lnTo>
                    <a:pt x="6" y="1"/>
                  </a:lnTo>
                  <a:lnTo>
                    <a:pt x="6" y="1"/>
                  </a:lnTo>
                  <a:lnTo>
                    <a:pt x="6" y="1"/>
                  </a:lnTo>
                  <a:lnTo>
                    <a:pt x="6" y="1"/>
                  </a:lnTo>
                  <a:lnTo>
                    <a:pt x="6" y="1"/>
                  </a:lnTo>
                  <a:lnTo>
                    <a:pt x="6" y="1"/>
                  </a:lnTo>
                  <a:lnTo>
                    <a:pt x="6" y="1"/>
                  </a:lnTo>
                  <a:lnTo>
                    <a:pt x="4" y="3"/>
                  </a:lnTo>
                  <a:lnTo>
                    <a:pt x="4" y="3"/>
                  </a:lnTo>
                  <a:lnTo>
                    <a:pt x="4" y="3"/>
                  </a:lnTo>
                  <a:lnTo>
                    <a:pt x="4" y="3"/>
                  </a:lnTo>
                  <a:lnTo>
                    <a:pt x="1" y="5"/>
                  </a:lnTo>
                  <a:lnTo>
                    <a:pt x="1" y="5"/>
                  </a:lnTo>
                  <a:lnTo>
                    <a:pt x="1" y="5"/>
                  </a:lnTo>
                  <a:lnTo>
                    <a:pt x="1" y="5"/>
                  </a:lnTo>
                  <a:lnTo>
                    <a:pt x="0" y="7"/>
                  </a:lnTo>
                  <a:lnTo>
                    <a:pt x="0" y="7"/>
                  </a:lnTo>
                  <a:lnTo>
                    <a:pt x="0" y="7"/>
                  </a:lnTo>
                  <a:lnTo>
                    <a:pt x="0" y="7"/>
                  </a:lnTo>
                  <a:lnTo>
                    <a:pt x="0" y="7"/>
                  </a:lnTo>
                  <a:lnTo>
                    <a:pt x="0" y="7"/>
                  </a:lnTo>
                  <a:lnTo>
                    <a:pt x="0" y="7"/>
                  </a:lnTo>
                  <a:lnTo>
                    <a:pt x="0" y="7"/>
                  </a:lnTo>
                  <a:lnTo>
                    <a:pt x="0" y="7"/>
                  </a:lnTo>
                </a:path>
              </a:pathLst>
            </a:custGeom>
            <a:solidFill>
              <a:srgbClr val="a1009f"/>
            </a:solidFill>
            <a:ln w="18360">
              <a:solidFill>
                <a:srgbClr val="000000"/>
              </a:solidFill>
              <a:round/>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760" name=""/>
            <p:cNvSpPr/>
            <p:nvPr/>
          </p:nvSpPr>
          <p:spPr>
            <a:xfrm>
              <a:off x="7675560" y="6558120"/>
              <a:ext cx="38160" cy="52200"/>
            </a:xfrm>
            <a:custGeom>
              <a:avLst/>
              <a:gdLst/>
              <a:ahLst/>
              <a:rect l="l" t="t" r="r" b="b"/>
              <a:pathLst>
                <a:path w="24" h="33">
                  <a:moveTo>
                    <a:pt x="15" y="3"/>
                  </a:moveTo>
                  <a:lnTo>
                    <a:pt x="15" y="4"/>
                  </a:lnTo>
                  <a:lnTo>
                    <a:pt x="15" y="4"/>
                  </a:lnTo>
                  <a:lnTo>
                    <a:pt x="15" y="4"/>
                  </a:lnTo>
                  <a:lnTo>
                    <a:pt x="15" y="4"/>
                  </a:lnTo>
                  <a:lnTo>
                    <a:pt x="15" y="6"/>
                  </a:lnTo>
                  <a:lnTo>
                    <a:pt x="15" y="6"/>
                  </a:lnTo>
                  <a:lnTo>
                    <a:pt x="15" y="6"/>
                  </a:lnTo>
                  <a:lnTo>
                    <a:pt x="15" y="6"/>
                  </a:lnTo>
                  <a:lnTo>
                    <a:pt x="15" y="8"/>
                  </a:lnTo>
                  <a:lnTo>
                    <a:pt x="15" y="8"/>
                  </a:lnTo>
                  <a:lnTo>
                    <a:pt x="15" y="8"/>
                  </a:lnTo>
                  <a:lnTo>
                    <a:pt x="15" y="8"/>
                  </a:lnTo>
                  <a:lnTo>
                    <a:pt x="15" y="9"/>
                  </a:lnTo>
                  <a:lnTo>
                    <a:pt x="15" y="9"/>
                  </a:lnTo>
                  <a:lnTo>
                    <a:pt x="15" y="9"/>
                  </a:lnTo>
                  <a:lnTo>
                    <a:pt x="16" y="9"/>
                  </a:lnTo>
                  <a:lnTo>
                    <a:pt x="15" y="10"/>
                  </a:lnTo>
                  <a:lnTo>
                    <a:pt x="15" y="10"/>
                  </a:lnTo>
                  <a:lnTo>
                    <a:pt x="15" y="10"/>
                  </a:lnTo>
                  <a:lnTo>
                    <a:pt x="15" y="10"/>
                  </a:lnTo>
                  <a:lnTo>
                    <a:pt x="15" y="10"/>
                  </a:lnTo>
                  <a:lnTo>
                    <a:pt x="15" y="10"/>
                  </a:lnTo>
                  <a:lnTo>
                    <a:pt x="15" y="10"/>
                  </a:lnTo>
                  <a:lnTo>
                    <a:pt x="15" y="10"/>
                  </a:lnTo>
                  <a:lnTo>
                    <a:pt x="15" y="11"/>
                  </a:lnTo>
                  <a:lnTo>
                    <a:pt x="15" y="11"/>
                  </a:lnTo>
                  <a:lnTo>
                    <a:pt x="15" y="11"/>
                  </a:lnTo>
                  <a:lnTo>
                    <a:pt x="15" y="11"/>
                  </a:lnTo>
                  <a:lnTo>
                    <a:pt x="15" y="11"/>
                  </a:lnTo>
                  <a:lnTo>
                    <a:pt x="15" y="11"/>
                  </a:lnTo>
                  <a:lnTo>
                    <a:pt x="15" y="11"/>
                  </a:lnTo>
                  <a:lnTo>
                    <a:pt x="15" y="11"/>
                  </a:lnTo>
                  <a:lnTo>
                    <a:pt x="15" y="13"/>
                  </a:lnTo>
                  <a:lnTo>
                    <a:pt x="15" y="13"/>
                  </a:lnTo>
                  <a:lnTo>
                    <a:pt x="15" y="13"/>
                  </a:lnTo>
                  <a:lnTo>
                    <a:pt x="15" y="13"/>
                  </a:lnTo>
                  <a:lnTo>
                    <a:pt x="15" y="13"/>
                  </a:lnTo>
                  <a:lnTo>
                    <a:pt x="15" y="13"/>
                  </a:lnTo>
                  <a:lnTo>
                    <a:pt x="15" y="13"/>
                  </a:lnTo>
                  <a:lnTo>
                    <a:pt x="16" y="13"/>
                  </a:lnTo>
                  <a:lnTo>
                    <a:pt x="16" y="16"/>
                  </a:lnTo>
                  <a:lnTo>
                    <a:pt x="16" y="16"/>
                  </a:lnTo>
                  <a:lnTo>
                    <a:pt x="16" y="16"/>
                  </a:lnTo>
                  <a:lnTo>
                    <a:pt x="16" y="16"/>
                  </a:lnTo>
                  <a:lnTo>
                    <a:pt x="16" y="16"/>
                  </a:lnTo>
                  <a:lnTo>
                    <a:pt x="16" y="16"/>
                  </a:lnTo>
                  <a:lnTo>
                    <a:pt x="16" y="16"/>
                  </a:lnTo>
                  <a:lnTo>
                    <a:pt x="17" y="16"/>
                  </a:lnTo>
                  <a:lnTo>
                    <a:pt x="17" y="17"/>
                  </a:lnTo>
                  <a:lnTo>
                    <a:pt x="17" y="17"/>
                  </a:lnTo>
                  <a:lnTo>
                    <a:pt x="17" y="17"/>
                  </a:lnTo>
                  <a:lnTo>
                    <a:pt x="17" y="17"/>
                  </a:lnTo>
                  <a:lnTo>
                    <a:pt x="17" y="17"/>
                  </a:lnTo>
                  <a:lnTo>
                    <a:pt x="17" y="17"/>
                  </a:lnTo>
                  <a:lnTo>
                    <a:pt x="17" y="17"/>
                  </a:lnTo>
                  <a:lnTo>
                    <a:pt x="19" y="17"/>
                  </a:lnTo>
                  <a:lnTo>
                    <a:pt x="19" y="18"/>
                  </a:lnTo>
                  <a:lnTo>
                    <a:pt x="19" y="18"/>
                  </a:lnTo>
                  <a:lnTo>
                    <a:pt x="19" y="18"/>
                  </a:lnTo>
                  <a:lnTo>
                    <a:pt x="20" y="18"/>
                  </a:lnTo>
                  <a:lnTo>
                    <a:pt x="20" y="18"/>
                  </a:lnTo>
                  <a:lnTo>
                    <a:pt x="20" y="18"/>
                  </a:lnTo>
                  <a:lnTo>
                    <a:pt x="20" y="18"/>
                  </a:lnTo>
                  <a:lnTo>
                    <a:pt x="21" y="18"/>
                  </a:lnTo>
                  <a:lnTo>
                    <a:pt x="21" y="19"/>
                  </a:lnTo>
                  <a:lnTo>
                    <a:pt x="21" y="19"/>
                  </a:lnTo>
                  <a:lnTo>
                    <a:pt x="21" y="19"/>
                  </a:lnTo>
                  <a:lnTo>
                    <a:pt x="21" y="19"/>
                  </a:lnTo>
                  <a:lnTo>
                    <a:pt x="21" y="19"/>
                  </a:lnTo>
                  <a:lnTo>
                    <a:pt x="21" y="19"/>
                  </a:lnTo>
                  <a:lnTo>
                    <a:pt x="21" y="19"/>
                  </a:lnTo>
                  <a:lnTo>
                    <a:pt x="21" y="19"/>
                  </a:lnTo>
                  <a:lnTo>
                    <a:pt x="21" y="19"/>
                  </a:lnTo>
                  <a:lnTo>
                    <a:pt x="21" y="19"/>
                  </a:lnTo>
                  <a:lnTo>
                    <a:pt x="21" y="19"/>
                  </a:lnTo>
                  <a:lnTo>
                    <a:pt x="21" y="19"/>
                  </a:lnTo>
                  <a:lnTo>
                    <a:pt x="21" y="19"/>
                  </a:lnTo>
                  <a:lnTo>
                    <a:pt x="21" y="19"/>
                  </a:lnTo>
                  <a:lnTo>
                    <a:pt x="21" y="19"/>
                  </a:lnTo>
                  <a:lnTo>
                    <a:pt x="22" y="19"/>
                  </a:lnTo>
                  <a:lnTo>
                    <a:pt x="22" y="20"/>
                  </a:lnTo>
                  <a:lnTo>
                    <a:pt x="22" y="20"/>
                  </a:lnTo>
                  <a:lnTo>
                    <a:pt x="22" y="20"/>
                  </a:lnTo>
                  <a:lnTo>
                    <a:pt x="22" y="20"/>
                  </a:lnTo>
                  <a:lnTo>
                    <a:pt x="22" y="21"/>
                  </a:lnTo>
                  <a:lnTo>
                    <a:pt x="22" y="21"/>
                  </a:lnTo>
                  <a:lnTo>
                    <a:pt x="22" y="21"/>
                  </a:lnTo>
                  <a:lnTo>
                    <a:pt x="23" y="21"/>
                  </a:lnTo>
                  <a:lnTo>
                    <a:pt x="22" y="23"/>
                  </a:lnTo>
                  <a:lnTo>
                    <a:pt x="22" y="23"/>
                  </a:lnTo>
                  <a:lnTo>
                    <a:pt x="22" y="23"/>
                  </a:lnTo>
                  <a:lnTo>
                    <a:pt x="22" y="23"/>
                  </a:lnTo>
                  <a:lnTo>
                    <a:pt x="22" y="24"/>
                  </a:lnTo>
                  <a:lnTo>
                    <a:pt x="22" y="24"/>
                  </a:lnTo>
                  <a:lnTo>
                    <a:pt x="22" y="24"/>
                  </a:lnTo>
                  <a:lnTo>
                    <a:pt x="22" y="24"/>
                  </a:lnTo>
                  <a:lnTo>
                    <a:pt x="20" y="26"/>
                  </a:lnTo>
                  <a:lnTo>
                    <a:pt x="20" y="26"/>
                  </a:lnTo>
                  <a:lnTo>
                    <a:pt x="20" y="26"/>
                  </a:lnTo>
                  <a:lnTo>
                    <a:pt x="20" y="26"/>
                  </a:lnTo>
                  <a:lnTo>
                    <a:pt x="19" y="28"/>
                  </a:lnTo>
                  <a:lnTo>
                    <a:pt x="19" y="28"/>
                  </a:lnTo>
                  <a:lnTo>
                    <a:pt x="19" y="28"/>
                  </a:lnTo>
                  <a:lnTo>
                    <a:pt x="19" y="28"/>
                  </a:lnTo>
                  <a:lnTo>
                    <a:pt x="18" y="30"/>
                  </a:lnTo>
                  <a:lnTo>
                    <a:pt x="18" y="30"/>
                  </a:lnTo>
                  <a:lnTo>
                    <a:pt x="18" y="30"/>
                  </a:lnTo>
                  <a:lnTo>
                    <a:pt x="18" y="30"/>
                  </a:lnTo>
                  <a:lnTo>
                    <a:pt x="18" y="30"/>
                  </a:lnTo>
                  <a:lnTo>
                    <a:pt x="18" y="30"/>
                  </a:lnTo>
                  <a:lnTo>
                    <a:pt x="18" y="30"/>
                  </a:lnTo>
                  <a:lnTo>
                    <a:pt x="18" y="30"/>
                  </a:lnTo>
                  <a:lnTo>
                    <a:pt x="18" y="30"/>
                  </a:lnTo>
                  <a:lnTo>
                    <a:pt x="17" y="30"/>
                  </a:lnTo>
                  <a:lnTo>
                    <a:pt x="17" y="30"/>
                  </a:lnTo>
                  <a:lnTo>
                    <a:pt x="17" y="30"/>
                  </a:lnTo>
                  <a:lnTo>
                    <a:pt x="17" y="30"/>
                  </a:lnTo>
                  <a:lnTo>
                    <a:pt x="16" y="30"/>
                  </a:lnTo>
                  <a:lnTo>
                    <a:pt x="16" y="30"/>
                  </a:lnTo>
                  <a:lnTo>
                    <a:pt x="16" y="30"/>
                  </a:lnTo>
                  <a:lnTo>
                    <a:pt x="16" y="30"/>
                  </a:lnTo>
                  <a:lnTo>
                    <a:pt x="14" y="30"/>
                  </a:lnTo>
                  <a:lnTo>
                    <a:pt x="14" y="30"/>
                  </a:lnTo>
                  <a:lnTo>
                    <a:pt x="14" y="30"/>
                  </a:lnTo>
                  <a:lnTo>
                    <a:pt x="14" y="30"/>
                  </a:lnTo>
                  <a:lnTo>
                    <a:pt x="13" y="30"/>
                  </a:lnTo>
                  <a:lnTo>
                    <a:pt x="13" y="30"/>
                  </a:lnTo>
                  <a:lnTo>
                    <a:pt x="13" y="30"/>
                  </a:lnTo>
                  <a:lnTo>
                    <a:pt x="13" y="30"/>
                  </a:lnTo>
                  <a:lnTo>
                    <a:pt x="12" y="31"/>
                  </a:lnTo>
                  <a:lnTo>
                    <a:pt x="12" y="31"/>
                  </a:lnTo>
                  <a:lnTo>
                    <a:pt x="12" y="31"/>
                  </a:lnTo>
                  <a:lnTo>
                    <a:pt x="12" y="31"/>
                  </a:lnTo>
                  <a:lnTo>
                    <a:pt x="12" y="31"/>
                  </a:lnTo>
                  <a:lnTo>
                    <a:pt x="12" y="31"/>
                  </a:lnTo>
                  <a:lnTo>
                    <a:pt x="12" y="31"/>
                  </a:lnTo>
                  <a:lnTo>
                    <a:pt x="12" y="31"/>
                  </a:lnTo>
                  <a:lnTo>
                    <a:pt x="10" y="32"/>
                  </a:lnTo>
                  <a:lnTo>
                    <a:pt x="10" y="32"/>
                  </a:lnTo>
                  <a:lnTo>
                    <a:pt x="10" y="32"/>
                  </a:lnTo>
                  <a:lnTo>
                    <a:pt x="10" y="32"/>
                  </a:lnTo>
                  <a:lnTo>
                    <a:pt x="10" y="32"/>
                  </a:lnTo>
                  <a:lnTo>
                    <a:pt x="10" y="32"/>
                  </a:lnTo>
                  <a:lnTo>
                    <a:pt x="10" y="32"/>
                  </a:lnTo>
                  <a:lnTo>
                    <a:pt x="10" y="32"/>
                  </a:lnTo>
                  <a:lnTo>
                    <a:pt x="8" y="32"/>
                  </a:lnTo>
                  <a:lnTo>
                    <a:pt x="8" y="32"/>
                  </a:lnTo>
                  <a:lnTo>
                    <a:pt x="8" y="32"/>
                  </a:lnTo>
                  <a:lnTo>
                    <a:pt x="8" y="32"/>
                  </a:lnTo>
                  <a:lnTo>
                    <a:pt x="7" y="32"/>
                  </a:lnTo>
                  <a:lnTo>
                    <a:pt x="7" y="32"/>
                  </a:lnTo>
                  <a:lnTo>
                    <a:pt x="7" y="32"/>
                  </a:lnTo>
                  <a:lnTo>
                    <a:pt x="7" y="32"/>
                  </a:lnTo>
                  <a:lnTo>
                    <a:pt x="6" y="32"/>
                  </a:lnTo>
                  <a:lnTo>
                    <a:pt x="6" y="32"/>
                  </a:lnTo>
                  <a:lnTo>
                    <a:pt x="6" y="32"/>
                  </a:lnTo>
                  <a:lnTo>
                    <a:pt x="6" y="32"/>
                  </a:lnTo>
                  <a:lnTo>
                    <a:pt x="6" y="32"/>
                  </a:lnTo>
                  <a:lnTo>
                    <a:pt x="6" y="32"/>
                  </a:lnTo>
                  <a:lnTo>
                    <a:pt x="6" y="32"/>
                  </a:lnTo>
                  <a:lnTo>
                    <a:pt x="6" y="30"/>
                  </a:lnTo>
                  <a:lnTo>
                    <a:pt x="6" y="30"/>
                  </a:lnTo>
                  <a:lnTo>
                    <a:pt x="6" y="30"/>
                  </a:lnTo>
                  <a:lnTo>
                    <a:pt x="6" y="30"/>
                  </a:lnTo>
                  <a:lnTo>
                    <a:pt x="6" y="30"/>
                  </a:lnTo>
                  <a:lnTo>
                    <a:pt x="6" y="30"/>
                  </a:lnTo>
                  <a:lnTo>
                    <a:pt x="6" y="30"/>
                  </a:lnTo>
                  <a:lnTo>
                    <a:pt x="6" y="30"/>
                  </a:lnTo>
                  <a:lnTo>
                    <a:pt x="6" y="30"/>
                  </a:lnTo>
                  <a:lnTo>
                    <a:pt x="6" y="30"/>
                  </a:lnTo>
                  <a:lnTo>
                    <a:pt x="6" y="30"/>
                  </a:lnTo>
                  <a:lnTo>
                    <a:pt x="6" y="30"/>
                  </a:lnTo>
                  <a:lnTo>
                    <a:pt x="6" y="30"/>
                  </a:lnTo>
                  <a:lnTo>
                    <a:pt x="6" y="30"/>
                  </a:lnTo>
                  <a:lnTo>
                    <a:pt x="6" y="30"/>
                  </a:lnTo>
                  <a:lnTo>
                    <a:pt x="6" y="30"/>
                  </a:lnTo>
                  <a:lnTo>
                    <a:pt x="6" y="30"/>
                  </a:lnTo>
                  <a:lnTo>
                    <a:pt x="7" y="28"/>
                  </a:lnTo>
                  <a:lnTo>
                    <a:pt x="7" y="28"/>
                  </a:lnTo>
                  <a:lnTo>
                    <a:pt x="7" y="28"/>
                  </a:lnTo>
                  <a:lnTo>
                    <a:pt x="7" y="28"/>
                  </a:lnTo>
                  <a:lnTo>
                    <a:pt x="7" y="28"/>
                  </a:lnTo>
                  <a:lnTo>
                    <a:pt x="7" y="28"/>
                  </a:lnTo>
                  <a:lnTo>
                    <a:pt x="7" y="28"/>
                  </a:lnTo>
                  <a:lnTo>
                    <a:pt x="7" y="28"/>
                  </a:lnTo>
                  <a:lnTo>
                    <a:pt x="8" y="26"/>
                  </a:lnTo>
                  <a:lnTo>
                    <a:pt x="8" y="26"/>
                  </a:lnTo>
                  <a:lnTo>
                    <a:pt x="8" y="26"/>
                  </a:lnTo>
                  <a:lnTo>
                    <a:pt x="8" y="26"/>
                  </a:lnTo>
                  <a:lnTo>
                    <a:pt x="8" y="26"/>
                  </a:lnTo>
                  <a:lnTo>
                    <a:pt x="8" y="26"/>
                  </a:lnTo>
                  <a:lnTo>
                    <a:pt x="8" y="26"/>
                  </a:lnTo>
                  <a:lnTo>
                    <a:pt x="8" y="26"/>
                  </a:lnTo>
                  <a:lnTo>
                    <a:pt x="10" y="24"/>
                  </a:lnTo>
                  <a:lnTo>
                    <a:pt x="8" y="24"/>
                  </a:lnTo>
                  <a:lnTo>
                    <a:pt x="8" y="24"/>
                  </a:lnTo>
                  <a:lnTo>
                    <a:pt x="8" y="24"/>
                  </a:lnTo>
                  <a:lnTo>
                    <a:pt x="8" y="23"/>
                  </a:lnTo>
                  <a:lnTo>
                    <a:pt x="7" y="23"/>
                  </a:lnTo>
                  <a:lnTo>
                    <a:pt x="7" y="23"/>
                  </a:lnTo>
                  <a:lnTo>
                    <a:pt x="7" y="23"/>
                  </a:lnTo>
                  <a:lnTo>
                    <a:pt x="7" y="21"/>
                  </a:lnTo>
                  <a:lnTo>
                    <a:pt x="5" y="21"/>
                  </a:lnTo>
                  <a:lnTo>
                    <a:pt x="5" y="21"/>
                  </a:lnTo>
                  <a:lnTo>
                    <a:pt x="5" y="21"/>
                  </a:lnTo>
                  <a:lnTo>
                    <a:pt x="5" y="20"/>
                  </a:lnTo>
                  <a:lnTo>
                    <a:pt x="4" y="20"/>
                  </a:lnTo>
                  <a:lnTo>
                    <a:pt x="4" y="20"/>
                  </a:lnTo>
                  <a:lnTo>
                    <a:pt x="4" y="20"/>
                  </a:lnTo>
                  <a:lnTo>
                    <a:pt x="4" y="19"/>
                  </a:lnTo>
                  <a:lnTo>
                    <a:pt x="2" y="19"/>
                  </a:lnTo>
                  <a:lnTo>
                    <a:pt x="2" y="19"/>
                  </a:lnTo>
                  <a:lnTo>
                    <a:pt x="2" y="19"/>
                  </a:lnTo>
                  <a:lnTo>
                    <a:pt x="2" y="19"/>
                  </a:lnTo>
                  <a:lnTo>
                    <a:pt x="2" y="19"/>
                  </a:lnTo>
                  <a:lnTo>
                    <a:pt x="2" y="19"/>
                  </a:lnTo>
                  <a:lnTo>
                    <a:pt x="2" y="19"/>
                  </a:lnTo>
                  <a:lnTo>
                    <a:pt x="2" y="19"/>
                  </a:lnTo>
                  <a:lnTo>
                    <a:pt x="1" y="19"/>
                  </a:lnTo>
                  <a:lnTo>
                    <a:pt x="1" y="19"/>
                  </a:lnTo>
                  <a:lnTo>
                    <a:pt x="1" y="19"/>
                  </a:lnTo>
                  <a:lnTo>
                    <a:pt x="1" y="19"/>
                  </a:lnTo>
                  <a:lnTo>
                    <a:pt x="1" y="19"/>
                  </a:lnTo>
                  <a:lnTo>
                    <a:pt x="1" y="19"/>
                  </a:lnTo>
                  <a:lnTo>
                    <a:pt x="1" y="19"/>
                  </a:lnTo>
                  <a:lnTo>
                    <a:pt x="1" y="18"/>
                  </a:lnTo>
                  <a:lnTo>
                    <a:pt x="0" y="18"/>
                  </a:lnTo>
                  <a:lnTo>
                    <a:pt x="0" y="18"/>
                  </a:lnTo>
                  <a:lnTo>
                    <a:pt x="0" y="18"/>
                  </a:lnTo>
                  <a:lnTo>
                    <a:pt x="0" y="16"/>
                  </a:lnTo>
                  <a:lnTo>
                    <a:pt x="0" y="16"/>
                  </a:lnTo>
                  <a:lnTo>
                    <a:pt x="0" y="15"/>
                  </a:lnTo>
                  <a:lnTo>
                    <a:pt x="0" y="15"/>
                  </a:lnTo>
                  <a:lnTo>
                    <a:pt x="2" y="13"/>
                  </a:lnTo>
                  <a:lnTo>
                    <a:pt x="2" y="13"/>
                  </a:lnTo>
                  <a:lnTo>
                    <a:pt x="2" y="12"/>
                  </a:lnTo>
                  <a:lnTo>
                    <a:pt x="2" y="12"/>
                  </a:lnTo>
                  <a:lnTo>
                    <a:pt x="4" y="10"/>
                  </a:lnTo>
                  <a:lnTo>
                    <a:pt x="4" y="10"/>
                  </a:lnTo>
                  <a:lnTo>
                    <a:pt x="4" y="9"/>
                  </a:lnTo>
                  <a:lnTo>
                    <a:pt x="4" y="9"/>
                  </a:lnTo>
                  <a:lnTo>
                    <a:pt x="6" y="7"/>
                  </a:lnTo>
                  <a:lnTo>
                    <a:pt x="6" y="7"/>
                  </a:lnTo>
                  <a:lnTo>
                    <a:pt x="6" y="7"/>
                  </a:lnTo>
                  <a:lnTo>
                    <a:pt x="6" y="7"/>
                  </a:lnTo>
                  <a:lnTo>
                    <a:pt x="6" y="6"/>
                  </a:lnTo>
                  <a:lnTo>
                    <a:pt x="6" y="6"/>
                  </a:lnTo>
                  <a:lnTo>
                    <a:pt x="6" y="6"/>
                  </a:lnTo>
                  <a:lnTo>
                    <a:pt x="6" y="6"/>
                  </a:lnTo>
                  <a:lnTo>
                    <a:pt x="7" y="4"/>
                  </a:lnTo>
                  <a:lnTo>
                    <a:pt x="7" y="4"/>
                  </a:lnTo>
                  <a:lnTo>
                    <a:pt x="7" y="4"/>
                  </a:lnTo>
                  <a:lnTo>
                    <a:pt x="7" y="4"/>
                  </a:lnTo>
                  <a:lnTo>
                    <a:pt x="7" y="3"/>
                  </a:lnTo>
                  <a:lnTo>
                    <a:pt x="7" y="3"/>
                  </a:lnTo>
                  <a:lnTo>
                    <a:pt x="7" y="3"/>
                  </a:lnTo>
                  <a:lnTo>
                    <a:pt x="7" y="3"/>
                  </a:lnTo>
                  <a:lnTo>
                    <a:pt x="10" y="1"/>
                  </a:lnTo>
                  <a:lnTo>
                    <a:pt x="10" y="1"/>
                  </a:lnTo>
                  <a:lnTo>
                    <a:pt x="10" y="1"/>
                  </a:lnTo>
                  <a:lnTo>
                    <a:pt x="10" y="1"/>
                  </a:lnTo>
                  <a:lnTo>
                    <a:pt x="10" y="1"/>
                  </a:lnTo>
                  <a:lnTo>
                    <a:pt x="10" y="1"/>
                  </a:lnTo>
                  <a:lnTo>
                    <a:pt x="10" y="1"/>
                  </a:lnTo>
                  <a:lnTo>
                    <a:pt x="10" y="1"/>
                  </a:lnTo>
                  <a:lnTo>
                    <a:pt x="10" y="1"/>
                  </a:lnTo>
                  <a:lnTo>
                    <a:pt x="10" y="1"/>
                  </a:lnTo>
                  <a:lnTo>
                    <a:pt x="10" y="1"/>
                  </a:lnTo>
                  <a:lnTo>
                    <a:pt x="10" y="1"/>
                  </a:lnTo>
                  <a:lnTo>
                    <a:pt x="10" y="1"/>
                  </a:lnTo>
                  <a:lnTo>
                    <a:pt x="10" y="1"/>
                  </a:lnTo>
                  <a:lnTo>
                    <a:pt x="10" y="1"/>
                  </a:lnTo>
                  <a:lnTo>
                    <a:pt x="10" y="1"/>
                  </a:lnTo>
                  <a:lnTo>
                    <a:pt x="10" y="0"/>
                  </a:lnTo>
                  <a:lnTo>
                    <a:pt x="10" y="1"/>
                  </a:lnTo>
                  <a:lnTo>
                    <a:pt x="10" y="1"/>
                  </a:lnTo>
                  <a:lnTo>
                    <a:pt x="10" y="1"/>
                  </a:lnTo>
                  <a:lnTo>
                    <a:pt x="10" y="1"/>
                  </a:lnTo>
                  <a:lnTo>
                    <a:pt x="10" y="1"/>
                  </a:lnTo>
                  <a:lnTo>
                    <a:pt x="10" y="1"/>
                  </a:lnTo>
                  <a:lnTo>
                    <a:pt x="10" y="1"/>
                  </a:lnTo>
                  <a:lnTo>
                    <a:pt x="12" y="1"/>
                  </a:lnTo>
                  <a:lnTo>
                    <a:pt x="12" y="3"/>
                  </a:lnTo>
                  <a:lnTo>
                    <a:pt x="12" y="3"/>
                  </a:lnTo>
                  <a:lnTo>
                    <a:pt x="12" y="3"/>
                  </a:lnTo>
                  <a:lnTo>
                    <a:pt x="12" y="3"/>
                  </a:lnTo>
                  <a:lnTo>
                    <a:pt x="12" y="3"/>
                  </a:lnTo>
                  <a:lnTo>
                    <a:pt x="12" y="3"/>
                  </a:lnTo>
                  <a:lnTo>
                    <a:pt x="12" y="3"/>
                  </a:lnTo>
                  <a:lnTo>
                    <a:pt x="13" y="3"/>
                  </a:lnTo>
                  <a:lnTo>
                    <a:pt x="13" y="3"/>
                  </a:lnTo>
                  <a:lnTo>
                    <a:pt x="13" y="3"/>
                  </a:lnTo>
                  <a:lnTo>
                    <a:pt x="13" y="3"/>
                  </a:lnTo>
                  <a:lnTo>
                    <a:pt x="13" y="3"/>
                  </a:lnTo>
                  <a:lnTo>
                    <a:pt x="13" y="3"/>
                  </a:lnTo>
                  <a:lnTo>
                    <a:pt x="13" y="3"/>
                  </a:lnTo>
                  <a:lnTo>
                    <a:pt x="13" y="3"/>
                  </a:lnTo>
                  <a:lnTo>
                    <a:pt x="14" y="1"/>
                  </a:lnTo>
                  <a:lnTo>
                    <a:pt x="14" y="1"/>
                  </a:lnTo>
                  <a:lnTo>
                    <a:pt x="14" y="1"/>
                  </a:lnTo>
                  <a:lnTo>
                    <a:pt x="14" y="1"/>
                  </a:lnTo>
                  <a:lnTo>
                    <a:pt x="14" y="1"/>
                  </a:lnTo>
                  <a:lnTo>
                    <a:pt x="14" y="1"/>
                  </a:lnTo>
                  <a:lnTo>
                    <a:pt x="14" y="1"/>
                  </a:lnTo>
                  <a:lnTo>
                    <a:pt x="14" y="1"/>
                  </a:lnTo>
                  <a:lnTo>
                    <a:pt x="15" y="0"/>
                  </a:lnTo>
                  <a:lnTo>
                    <a:pt x="15" y="1"/>
                  </a:lnTo>
                  <a:lnTo>
                    <a:pt x="15" y="1"/>
                  </a:lnTo>
                  <a:lnTo>
                    <a:pt x="15" y="1"/>
                  </a:lnTo>
                  <a:lnTo>
                    <a:pt x="15" y="1"/>
                  </a:lnTo>
                  <a:lnTo>
                    <a:pt x="15" y="1"/>
                  </a:lnTo>
                  <a:lnTo>
                    <a:pt x="15" y="1"/>
                  </a:lnTo>
                  <a:lnTo>
                    <a:pt x="15" y="1"/>
                  </a:lnTo>
                  <a:lnTo>
                    <a:pt x="15" y="1"/>
                  </a:lnTo>
                  <a:lnTo>
                    <a:pt x="15" y="3"/>
                  </a:lnTo>
                  <a:lnTo>
                    <a:pt x="15" y="3"/>
                  </a:lnTo>
                  <a:lnTo>
                    <a:pt x="15" y="3"/>
                  </a:lnTo>
                  <a:lnTo>
                    <a:pt x="15" y="3"/>
                  </a:lnTo>
                  <a:lnTo>
                    <a:pt x="15" y="3"/>
                  </a:lnTo>
                  <a:lnTo>
                    <a:pt x="15" y="3"/>
                  </a:lnTo>
                  <a:lnTo>
                    <a:pt x="15" y="3"/>
                  </a:lnTo>
                  <a:lnTo>
                    <a:pt x="15" y="3"/>
                  </a:lnTo>
                  <a:lnTo>
                    <a:pt x="15" y="3"/>
                  </a:lnTo>
                </a:path>
              </a:pathLst>
            </a:custGeom>
            <a:solidFill>
              <a:srgbClr val="a1009f"/>
            </a:solidFill>
            <a:ln w="18360">
              <a:solidFill>
                <a:srgbClr val="000000"/>
              </a:solidFill>
              <a:round/>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761" name=""/>
            <p:cNvSpPr/>
            <p:nvPr/>
          </p:nvSpPr>
          <p:spPr>
            <a:xfrm>
              <a:off x="7915320" y="6137280"/>
              <a:ext cx="63360" cy="106200"/>
            </a:xfrm>
            <a:custGeom>
              <a:avLst/>
              <a:gdLst/>
              <a:ahLst/>
              <a:rect l="l" t="t" r="r" b="b"/>
              <a:pathLst>
                <a:path w="40" h="67">
                  <a:moveTo>
                    <a:pt x="18" y="50"/>
                  </a:moveTo>
                  <a:lnTo>
                    <a:pt x="17" y="50"/>
                  </a:lnTo>
                  <a:lnTo>
                    <a:pt x="17" y="50"/>
                  </a:lnTo>
                  <a:lnTo>
                    <a:pt x="17" y="50"/>
                  </a:lnTo>
                  <a:lnTo>
                    <a:pt x="17" y="50"/>
                  </a:lnTo>
                  <a:lnTo>
                    <a:pt x="17" y="50"/>
                  </a:lnTo>
                  <a:lnTo>
                    <a:pt x="17" y="50"/>
                  </a:lnTo>
                  <a:lnTo>
                    <a:pt x="17" y="50"/>
                  </a:lnTo>
                  <a:lnTo>
                    <a:pt x="17" y="50"/>
                  </a:lnTo>
                  <a:lnTo>
                    <a:pt x="17" y="50"/>
                  </a:lnTo>
                  <a:lnTo>
                    <a:pt x="17" y="50"/>
                  </a:lnTo>
                  <a:lnTo>
                    <a:pt x="17" y="50"/>
                  </a:lnTo>
                  <a:lnTo>
                    <a:pt x="17" y="50"/>
                  </a:lnTo>
                  <a:lnTo>
                    <a:pt x="17" y="50"/>
                  </a:lnTo>
                  <a:lnTo>
                    <a:pt x="17" y="50"/>
                  </a:lnTo>
                  <a:lnTo>
                    <a:pt x="17" y="50"/>
                  </a:lnTo>
                  <a:lnTo>
                    <a:pt x="17" y="50"/>
                  </a:lnTo>
                  <a:lnTo>
                    <a:pt x="16" y="52"/>
                  </a:lnTo>
                  <a:lnTo>
                    <a:pt x="16" y="52"/>
                  </a:lnTo>
                  <a:lnTo>
                    <a:pt x="16" y="52"/>
                  </a:lnTo>
                  <a:lnTo>
                    <a:pt x="16" y="52"/>
                  </a:lnTo>
                  <a:lnTo>
                    <a:pt x="16" y="54"/>
                  </a:lnTo>
                  <a:lnTo>
                    <a:pt x="16" y="54"/>
                  </a:lnTo>
                  <a:lnTo>
                    <a:pt x="16" y="54"/>
                  </a:lnTo>
                  <a:lnTo>
                    <a:pt x="16" y="54"/>
                  </a:lnTo>
                  <a:lnTo>
                    <a:pt x="15" y="56"/>
                  </a:lnTo>
                  <a:lnTo>
                    <a:pt x="15" y="56"/>
                  </a:lnTo>
                  <a:lnTo>
                    <a:pt x="15" y="56"/>
                  </a:lnTo>
                  <a:lnTo>
                    <a:pt x="15" y="56"/>
                  </a:lnTo>
                  <a:lnTo>
                    <a:pt x="15" y="59"/>
                  </a:lnTo>
                  <a:lnTo>
                    <a:pt x="15" y="59"/>
                  </a:lnTo>
                  <a:lnTo>
                    <a:pt x="15" y="59"/>
                  </a:lnTo>
                  <a:lnTo>
                    <a:pt x="15" y="59"/>
                  </a:lnTo>
                  <a:lnTo>
                    <a:pt x="14" y="60"/>
                  </a:lnTo>
                  <a:lnTo>
                    <a:pt x="14" y="60"/>
                  </a:lnTo>
                  <a:lnTo>
                    <a:pt x="14" y="60"/>
                  </a:lnTo>
                  <a:lnTo>
                    <a:pt x="14" y="60"/>
                  </a:lnTo>
                  <a:lnTo>
                    <a:pt x="12" y="60"/>
                  </a:lnTo>
                  <a:lnTo>
                    <a:pt x="12" y="60"/>
                  </a:lnTo>
                  <a:lnTo>
                    <a:pt x="12" y="60"/>
                  </a:lnTo>
                  <a:lnTo>
                    <a:pt x="12" y="60"/>
                  </a:lnTo>
                  <a:lnTo>
                    <a:pt x="10" y="60"/>
                  </a:lnTo>
                  <a:lnTo>
                    <a:pt x="10" y="60"/>
                  </a:lnTo>
                  <a:lnTo>
                    <a:pt x="10" y="60"/>
                  </a:lnTo>
                  <a:lnTo>
                    <a:pt x="10" y="60"/>
                  </a:lnTo>
                  <a:lnTo>
                    <a:pt x="9" y="60"/>
                  </a:lnTo>
                  <a:lnTo>
                    <a:pt x="9" y="60"/>
                  </a:lnTo>
                  <a:lnTo>
                    <a:pt x="9" y="60"/>
                  </a:lnTo>
                  <a:lnTo>
                    <a:pt x="9" y="59"/>
                  </a:lnTo>
                  <a:lnTo>
                    <a:pt x="8" y="59"/>
                  </a:lnTo>
                  <a:lnTo>
                    <a:pt x="8" y="59"/>
                  </a:lnTo>
                  <a:lnTo>
                    <a:pt x="8" y="59"/>
                  </a:lnTo>
                  <a:lnTo>
                    <a:pt x="8" y="59"/>
                  </a:lnTo>
                  <a:lnTo>
                    <a:pt x="8" y="59"/>
                  </a:lnTo>
                  <a:lnTo>
                    <a:pt x="8" y="59"/>
                  </a:lnTo>
                  <a:lnTo>
                    <a:pt x="8" y="59"/>
                  </a:lnTo>
                  <a:lnTo>
                    <a:pt x="8" y="57"/>
                  </a:lnTo>
                  <a:lnTo>
                    <a:pt x="6" y="57"/>
                  </a:lnTo>
                  <a:lnTo>
                    <a:pt x="6" y="57"/>
                  </a:lnTo>
                  <a:lnTo>
                    <a:pt x="6" y="57"/>
                  </a:lnTo>
                  <a:lnTo>
                    <a:pt x="6" y="56"/>
                  </a:lnTo>
                  <a:lnTo>
                    <a:pt x="6" y="56"/>
                  </a:lnTo>
                  <a:lnTo>
                    <a:pt x="6" y="56"/>
                  </a:lnTo>
                  <a:lnTo>
                    <a:pt x="6" y="56"/>
                  </a:lnTo>
                  <a:lnTo>
                    <a:pt x="6" y="55"/>
                  </a:lnTo>
                  <a:lnTo>
                    <a:pt x="5" y="55"/>
                  </a:lnTo>
                  <a:lnTo>
                    <a:pt x="5" y="55"/>
                  </a:lnTo>
                  <a:lnTo>
                    <a:pt x="5" y="55"/>
                  </a:lnTo>
                  <a:lnTo>
                    <a:pt x="5" y="55"/>
                  </a:lnTo>
                  <a:lnTo>
                    <a:pt x="3" y="55"/>
                  </a:lnTo>
                  <a:lnTo>
                    <a:pt x="3" y="55"/>
                  </a:lnTo>
                  <a:lnTo>
                    <a:pt x="3" y="55"/>
                  </a:lnTo>
                  <a:lnTo>
                    <a:pt x="3" y="55"/>
                  </a:lnTo>
                  <a:lnTo>
                    <a:pt x="2" y="55"/>
                  </a:lnTo>
                  <a:lnTo>
                    <a:pt x="2" y="55"/>
                  </a:lnTo>
                  <a:lnTo>
                    <a:pt x="2" y="55"/>
                  </a:lnTo>
                  <a:lnTo>
                    <a:pt x="2" y="55"/>
                  </a:lnTo>
                  <a:lnTo>
                    <a:pt x="0" y="55"/>
                  </a:lnTo>
                  <a:lnTo>
                    <a:pt x="0" y="55"/>
                  </a:lnTo>
                  <a:lnTo>
                    <a:pt x="0" y="55"/>
                  </a:lnTo>
                  <a:lnTo>
                    <a:pt x="0" y="55"/>
                  </a:lnTo>
                  <a:lnTo>
                    <a:pt x="0" y="57"/>
                  </a:lnTo>
                  <a:lnTo>
                    <a:pt x="0" y="57"/>
                  </a:lnTo>
                  <a:lnTo>
                    <a:pt x="0" y="58"/>
                  </a:lnTo>
                  <a:lnTo>
                    <a:pt x="0" y="58"/>
                  </a:lnTo>
                  <a:lnTo>
                    <a:pt x="0" y="60"/>
                  </a:lnTo>
                  <a:lnTo>
                    <a:pt x="0" y="60"/>
                  </a:lnTo>
                  <a:lnTo>
                    <a:pt x="0" y="60"/>
                  </a:lnTo>
                  <a:lnTo>
                    <a:pt x="0" y="60"/>
                  </a:lnTo>
                  <a:lnTo>
                    <a:pt x="0" y="62"/>
                  </a:lnTo>
                  <a:lnTo>
                    <a:pt x="0" y="62"/>
                  </a:lnTo>
                  <a:lnTo>
                    <a:pt x="0" y="62"/>
                  </a:lnTo>
                  <a:lnTo>
                    <a:pt x="0" y="62"/>
                  </a:lnTo>
                  <a:lnTo>
                    <a:pt x="0" y="63"/>
                  </a:lnTo>
                  <a:lnTo>
                    <a:pt x="0" y="63"/>
                  </a:lnTo>
                  <a:lnTo>
                    <a:pt x="0" y="63"/>
                  </a:lnTo>
                  <a:lnTo>
                    <a:pt x="0" y="63"/>
                  </a:lnTo>
                  <a:lnTo>
                    <a:pt x="0" y="65"/>
                  </a:lnTo>
                  <a:lnTo>
                    <a:pt x="0" y="65"/>
                  </a:lnTo>
                  <a:lnTo>
                    <a:pt x="0" y="65"/>
                  </a:lnTo>
                  <a:lnTo>
                    <a:pt x="0" y="65"/>
                  </a:lnTo>
                  <a:lnTo>
                    <a:pt x="0" y="65"/>
                  </a:lnTo>
                  <a:lnTo>
                    <a:pt x="2" y="65"/>
                  </a:lnTo>
                  <a:lnTo>
                    <a:pt x="2" y="65"/>
                  </a:lnTo>
                  <a:lnTo>
                    <a:pt x="3" y="65"/>
                  </a:lnTo>
                  <a:lnTo>
                    <a:pt x="3" y="66"/>
                  </a:lnTo>
                  <a:lnTo>
                    <a:pt x="4" y="66"/>
                  </a:lnTo>
                  <a:lnTo>
                    <a:pt x="4" y="66"/>
                  </a:lnTo>
                  <a:lnTo>
                    <a:pt x="6" y="66"/>
                  </a:lnTo>
                  <a:lnTo>
                    <a:pt x="6" y="66"/>
                  </a:lnTo>
                  <a:lnTo>
                    <a:pt x="8" y="66"/>
                  </a:lnTo>
                  <a:lnTo>
                    <a:pt x="8" y="66"/>
                  </a:lnTo>
                  <a:lnTo>
                    <a:pt x="10" y="66"/>
                  </a:lnTo>
                  <a:lnTo>
                    <a:pt x="10" y="66"/>
                  </a:lnTo>
                  <a:lnTo>
                    <a:pt x="10" y="66"/>
                  </a:lnTo>
                  <a:lnTo>
                    <a:pt x="10" y="66"/>
                  </a:lnTo>
                  <a:lnTo>
                    <a:pt x="12" y="66"/>
                  </a:lnTo>
                  <a:lnTo>
                    <a:pt x="12" y="66"/>
                  </a:lnTo>
                  <a:lnTo>
                    <a:pt x="13" y="66"/>
                  </a:lnTo>
                  <a:lnTo>
                    <a:pt x="13" y="66"/>
                  </a:lnTo>
                  <a:lnTo>
                    <a:pt x="15" y="66"/>
                  </a:lnTo>
                  <a:lnTo>
                    <a:pt x="15" y="66"/>
                  </a:lnTo>
                  <a:lnTo>
                    <a:pt x="15" y="66"/>
                  </a:lnTo>
                  <a:lnTo>
                    <a:pt x="15" y="66"/>
                  </a:lnTo>
                  <a:lnTo>
                    <a:pt x="16" y="66"/>
                  </a:lnTo>
                  <a:lnTo>
                    <a:pt x="16" y="66"/>
                  </a:lnTo>
                  <a:lnTo>
                    <a:pt x="17" y="66"/>
                  </a:lnTo>
                  <a:lnTo>
                    <a:pt x="17" y="66"/>
                  </a:lnTo>
                  <a:lnTo>
                    <a:pt x="19" y="66"/>
                  </a:lnTo>
                  <a:lnTo>
                    <a:pt x="19" y="66"/>
                  </a:lnTo>
                  <a:lnTo>
                    <a:pt x="19" y="66"/>
                  </a:lnTo>
                  <a:lnTo>
                    <a:pt x="19" y="66"/>
                  </a:lnTo>
                  <a:lnTo>
                    <a:pt x="20" y="66"/>
                  </a:lnTo>
                  <a:lnTo>
                    <a:pt x="20" y="66"/>
                  </a:lnTo>
                  <a:lnTo>
                    <a:pt x="20" y="66"/>
                  </a:lnTo>
                  <a:lnTo>
                    <a:pt x="20" y="66"/>
                  </a:lnTo>
                  <a:lnTo>
                    <a:pt x="22" y="66"/>
                  </a:lnTo>
                  <a:lnTo>
                    <a:pt x="22" y="66"/>
                  </a:lnTo>
                  <a:lnTo>
                    <a:pt x="22" y="66"/>
                  </a:lnTo>
                  <a:lnTo>
                    <a:pt x="22" y="66"/>
                  </a:lnTo>
                  <a:lnTo>
                    <a:pt x="23" y="66"/>
                  </a:lnTo>
                  <a:lnTo>
                    <a:pt x="23" y="66"/>
                  </a:lnTo>
                  <a:lnTo>
                    <a:pt x="23" y="66"/>
                  </a:lnTo>
                  <a:lnTo>
                    <a:pt x="23" y="66"/>
                  </a:lnTo>
                  <a:lnTo>
                    <a:pt x="25" y="66"/>
                  </a:lnTo>
                  <a:lnTo>
                    <a:pt x="25" y="66"/>
                  </a:lnTo>
                  <a:lnTo>
                    <a:pt x="25" y="66"/>
                  </a:lnTo>
                  <a:lnTo>
                    <a:pt x="25" y="66"/>
                  </a:lnTo>
                  <a:lnTo>
                    <a:pt x="25" y="65"/>
                  </a:lnTo>
                  <a:lnTo>
                    <a:pt x="25" y="65"/>
                  </a:lnTo>
                  <a:lnTo>
                    <a:pt x="25" y="65"/>
                  </a:lnTo>
                  <a:lnTo>
                    <a:pt x="25" y="65"/>
                  </a:lnTo>
                  <a:lnTo>
                    <a:pt x="26" y="63"/>
                  </a:lnTo>
                  <a:lnTo>
                    <a:pt x="26" y="63"/>
                  </a:lnTo>
                  <a:lnTo>
                    <a:pt x="26" y="63"/>
                  </a:lnTo>
                  <a:lnTo>
                    <a:pt x="26" y="63"/>
                  </a:lnTo>
                  <a:lnTo>
                    <a:pt x="26" y="62"/>
                  </a:lnTo>
                  <a:lnTo>
                    <a:pt x="26" y="62"/>
                  </a:lnTo>
                  <a:lnTo>
                    <a:pt x="26" y="62"/>
                  </a:lnTo>
                  <a:lnTo>
                    <a:pt x="26" y="62"/>
                  </a:lnTo>
                  <a:lnTo>
                    <a:pt x="27" y="60"/>
                  </a:lnTo>
                  <a:lnTo>
                    <a:pt x="27" y="60"/>
                  </a:lnTo>
                  <a:lnTo>
                    <a:pt x="27" y="60"/>
                  </a:lnTo>
                  <a:lnTo>
                    <a:pt x="27" y="60"/>
                  </a:lnTo>
                  <a:lnTo>
                    <a:pt x="27" y="60"/>
                  </a:lnTo>
                  <a:lnTo>
                    <a:pt x="27" y="60"/>
                  </a:lnTo>
                  <a:lnTo>
                    <a:pt x="27" y="60"/>
                  </a:lnTo>
                  <a:lnTo>
                    <a:pt x="27" y="60"/>
                  </a:lnTo>
                  <a:lnTo>
                    <a:pt x="28" y="58"/>
                  </a:lnTo>
                  <a:lnTo>
                    <a:pt x="28" y="58"/>
                  </a:lnTo>
                  <a:lnTo>
                    <a:pt x="28" y="58"/>
                  </a:lnTo>
                  <a:lnTo>
                    <a:pt x="28" y="58"/>
                  </a:lnTo>
                  <a:lnTo>
                    <a:pt x="28" y="56"/>
                  </a:lnTo>
                  <a:lnTo>
                    <a:pt x="28" y="56"/>
                  </a:lnTo>
                  <a:lnTo>
                    <a:pt x="28" y="56"/>
                  </a:lnTo>
                  <a:lnTo>
                    <a:pt x="28" y="56"/>
                  </a:lnTo>
                  <a:lnTo>
                    <a:pt x="30" y="55"/>
                  </a:lnTo>
                  <a:lnTo>
                    <a:pt x="30" y="55"/>
                  </a:lnTo>
                  <a:lnTo>
                    <a:pt x="30" y="55"/>
                  </a:lnTo>
                  <a:lnTo>
                    <a:pt x="30" y="55"/>
                  </a:lnTo>
                  <a:lnTo>
                    <a:pt x="30" y="55"/>
                  </a:lnTo>
                  <a:lnTo>
                    <a:pt x="30" y="55"/>
                  </a:lnTo>
                  <a:lnTo>
                    <a:pt x="30" y="55"/>
                  </a:lnTo>
                  <a:lnTo>
                    <a:pt x="30" y="55"/>
                  </a:lnTo>
                  <a:lnTo>
                    <a:pt x="31" y="53"/>
                  </a:lnTo>
                  <a:lnTo>
                    <a:pt x="31" y="53"/>
                  </a:lnTo>
                  <a:lnTo>
                    <a:pt x="31" y="53"/>
                  </a:lnTo>
                  <a:lnTo>
                    <a:pt x="31" y="53"/>
                  </a:lnTo>
                  <a:lnTo>
                    <a:pt x="32" y="53"/>
                  </a:lnTo>
                  <a:lnTo>
                    <a:pt x="32" y="53"/>
                  </a:lnTo>
                  <a:lnTo>
                    <a:pt x="32" y="53"/>
                  </a:lnTo>
                  <a:lnTo>
                    <a:pt x="32" y="53"/>
                  </a:lnTo>
                  <a:lnTo>
                    <a:pt x="34" y="51"/>
                  </a:lnTo>
                  <a:lnTo>
                    <a:pt x="32" y="51"/>
                  </a:lnTo>
                  <a:lnTo>
                    <a:pt x="32" y="51"/>
                  </a:lnTo>
                  <a:lnTo>
                    <a:pt x="32" y="51"/>
                  </a:lnTo>
                  <a:lnTo>
                    <a:pt x="32" y="51"/>
                  </a:lnTo>
                  <a:lnTo>
                    <a:pt x="31" y="51"/>
                  </a:lnTo>
                  <a:lnTo>
                    <a:pt x="31" y="51"/>
                  </a:lnTo>
                  <a:lnTo>
                    <a:pt x="31" y="51"/>
                  </a:lnTo>
                  <a:lnTo>
                    <a:pt x="31" y="51"/>
                  </a:lnTo>
                  <a:lnTo>
                    <a:pt x="30" y="51"/>
                  </a:lnTo>
                  <a:lnTo>
                    <a:pt x="30" y="51"/>
                  </a:lnTo>
                  <a:lnTo>
                    <a:pt x="30" y="51"/>
                  </a:lnTo>
                  <a:lnTo>
                    <a:pt x="30" y="51"/>
                  </a:lnTo>
                  <a:lnTo>
                    <a:pt x="30" y="51"/>
                  </a:lnTo>
                  <a:lnTo>
                    <a:pt x="30" y="51"/>
                  </a:lnTo>
                  <a:lnTo>
                    <a:pt x="30" y="51"/>
                  </a:lnTo>
                  <a:lnTo>
                    <a:pt x="30" y="51"/>
                  </a:lnTo>
                  <a:lnTo>
                    <a:pt x="30" y="51"/>
                  </a:lnTo>
                  <a:lnTo>
                    <a:pt x="30" y="51"/>
                  </a:lnTo>
                  <a:lnTo>
                    <a:pt x="30" y="51"/>
                  </a:lnTo>
                  <a:lnTo>
                    <a:pt x="30" y="51"/>
                  </a:lnTo>
                  <a:lnTo>
                    <a:pt x="30" y="51"/>
                  </a:lnTo>
                  <a:lnTo>
                    <a:pt x="30" y="51"/>
                  </a:lnTo>
                  <a:lnTo>
                    <a:pt x="30" y="51"/>
                  </a:lnTo>
                  <a:lnTo>
                    <a:pt x="30" y="50"/>
                  </a:lnTo>
                  <a:lnTo>
                    <a:pt x="30" y="50"/>
                  </a:lnTo>
                  <a:lnTo>
                    <a:pt x="30" y="50"/>
                  </a:lnTo>
                  <a:lnTo>
                    <a:pt x="30" y="50"/>
                  </a:lnTo>
                  <a:lnTo>
                    <a:pt x="30" y="50"/>
                  </a:lnTo>
                  <a:lnTo>
                    <a:pt x="30" y="50"/>
                  </a:lnTo>
                  <a:lnTo>
                    <a:pt x="30" y="50"/>
                  </a:lnTo>
                  <a:lnTo>
                    <a:pt x="30" y="50"/>
                  </a:lnTo>
                  <a:lnTo>
                    <a:pt x="30" y="49"/>
                  </a:lnTo>
                  <a:lnTo>
                    <a:pt x="29" y="49"/>
                  </a:lnTo>
                  <a:lnTo>
                    <a:pt x="29" y="49"/>
                  </a:lnTo>
                  <a:lnTo>
                    <a:pt x="29" y="49"/>
                  </a:lnTo>
                  <a:lnTo>
                    <a:pt x="29" y="48"/>
                  </a:lnTo>
                  <a:lnTo>
                    <a:pt x="27" y="48"/>
                  </a:lnTo>
                  <a:lnTo>
                    <a:pt x="27" y="48"/>
                  </a:lnTo>
                  <a:lnTo>
                    <a:pt x="27" y="48"/>
                  </a:lnTo>
                  <a:lnTo>
                    <a:pt x="27" y="46"/>
                  </a:lnTo>
                  <a:lnTo>
                    <a:pt x="25" y="46"/>
                  </a:lnTo>
                  <a:lnTo>
                    <a:pt x="25" y="46"/>
                  </a:lnTo>
                  <a:lnTo>
                    <a:pt x="25" y="46"/>
                  </a:lnTo>
                  <a:lnTo>
                    <a:pt x="25" y="44"/>
                  </a:lnTo>
                  <a:lnTo>
                    <a:pt x="25" y="44"/>
                  </a:lnTo>
                  <a:lnTo>
                    <a:pt x="25" y="44"/>
                  </a:lnTo>
                  <a:lnTo>
                    <a:pt x="25" y="44"/>
                  </a:lnTo>
                  <a:lnTo>
                    <a:pt x="25" y="42"/>
                  </a:lnTo>
                  <a:lnTo>
                    <a:pt x="25" y="42"/>
                  </a:lnTo>
                  <a:lnTo>
                    <a:pt x="25" y="42"/>
                  </a:lnTo>
                  <a:lnTo>
                    <a:pt x="25" y="42"/>
                  </a:lnTo>
                  <a:lnTo>
                    <a:pt x="26" y="42"/>
                  </a:lnTo>
                  <a:lnTo>
                    <a:pt x="26" y="42"/>
                  </a:lnTo>
                  <a:lnTo>
                    <a:pt x="26" y="42"/>
                  </a:lnTo>
                  <a:lnTo>
                    <a:pt x="26" y="42"/>
                  </a:lnTo>
                  <a:lnTo>
                    <a:pt x="28" y="41"/>
                  </a:lnTo>
                  <a:lnTo>
                    <a:pt x="28" y="41"/>
                  </a:lnTo>
                  <a:lnTo>
                    <a:pt x="28" y="41"/>
                  </a:lnTo>
                  <a:lnTo>
                    <a:pt x="28" y="41"/>
                  </a:lnTo>
                  <a:lnTo>
                    <a:pt x="30" y="41"/>
                  </a:lnTo>
                  <a:lnTo>
                    <a:pt x="30" y="41"/>
                  </a:lnTo>
                  <a:lnTo>
                    <a:pt x="30" y="41"/>
                  </a:lnTo>
                  <a:lnTo>
                    <a:pt x="30" y="41"/>
                  </a:lnTo>
                  <a:lnTo>
                    <a:pt x="31" y="40"/>
                  </a:lnTo>
                  <a:lnTo>
                    <a:pt x="31" y="40"/>
                  </a:lnTo>
                  <a:lnTo>
                    <a:pt x="31" y="40"/>
                  </a:lnTo>
                  <a:lnTo>
                    <a:pt x="31" y="40"/>
                  </a:lnTo>
                  <a:lnTo>
                    <a:pt x="32" y="40"/>
                  </a:lnTo>
                  <a:lnTo>
                    <a:pt x="32" y="40"/>
                  </a:lnTo>
                  <a:lnTo>
                    <a:pt x="32" y="40"/>
                  </a:lnTo>
                  <a:lnTo>
                    <a:pt x="32" y="40"/>
                  </a:lnTo>
                  <a:lnTo>
                    <a:pt x="34" y="39"/>
                  </a:lnTo>
                  <a:lnTo>
                    <a:pt x="34" y="39"/>
                  </a:lnTo>
                  <a:lnTo>
                    <a:pt x="34" y="39"/>
                  </a:lnTo>
                  <a:lnTo>
                    <a:pt x="34" y="39"/>
                  </a:lnTo>
                  <a:lnTo>
                    <a:pt x="36" y="39"/>
                  </a:lnTo>
                  <a:lnTo>
                    <a:pt x="36" y="39"/>
                  </a:lnTo>
                  <a:lnTo>
                    <a:pt x="36" y="39"/>
                  </a:lnTo>
                  <a:lnTo>
                    <a:pt x="36" y="39"/>
                  </a:lnTo>
                  <a:lnTo>
                    <a:pt x="37" y="37"/>
                  </a:lnTo>
                  <a:lnTo>
                    <a:pt x="36" y="37"/>
                  </a:lnTo>
                  <a:lnTo>
                    <a:pt x="36" y="37"/>
                  </a:lnTo>
                  <a:lnTo>
                    <a:pt x="36" y="37"/>
                  </a:lnTo>
                  <a:lnTo>
                    <a:pt x="36" y="36"/>
                  </a:lnTo>
                  <a:lnTo>
                    <a:pt x="36" y="36"/>
                  </a:lnTo>
                  <a:lnTo>
                    <a:pt x="36" y="36"/>
                  </a:lnTo>
                  <a:lnTo>
                    <a:pt x="36" y="36"/>
                  </a:lnTo>
                  <a:lnTo>
                    <a:pt x="36" y="34"/>
                  </a:lnTo>
                  <a:lnTo>
                    <a:pt x="34" y="34"/>
                  </a:lnTo>
                  <a:lnTo>
                    <a:pt x="34" y="34"/>
                  </a:lnTo>
                  <a:lnTo>
                    <a:pt x="34" y="34"/>
                  </a:lnTo>
                  <a:lnTo>
                    <a:pt x="34" y="32"/>
                  </a:lnTo>
                  <a:lnTo>
                    <a:pt x="34" y="32"/>
                  </a:lnTo>
                  <a:lnTo>
                    <a:pt x="34" y="32"/>
                  </a:lnTo>
                  <a:lnTo>
                    <a:pt x="34" y="32"/>
                  </a:lnTo>
                  <a:lnTo>
                    <a:pt x="34" y="31"/>
                  </a:lnTo>
                  <a:lnTo>
                    <a:pt x="32" y="31"/>
                  </a:lnTo>
                  <a:lnTo>
                    <a:pt x="32" y="31"/>
                  </a:lnTo>
                  <a:lnTo>
                    <a:pt x="32" y="31"/>
                  </a:lnTo>
                  <a:lnTo>
                    <a:pt x="32" y="31"/>
                  </a:lnTo>
                  <a:lnTo>
                    <a:pt x="31" y="31"/>
                  </a:lnTo>
                  <a:lnTo>
                    <a:pt x="31" y="31"/>
                  </a:lnTo>
                  <a:lnTo>
                    <a:pt x="31" y="31"/>
                  </a:lnTo>
                  <a:lnTo>
                    <a:pt x="31" y="30"/>
                  </a:lnTo>
                  <a:lnTo>
                    <a:pt x="29" y="30"/>
                  </a:lnTo>
                  <a:lnTo>
                    <a:pt x="29" y="30"/>
                  </a:lnTo>
                  <a:lnTo>
                    <a:pt x="29" y="30"/>
                  </a:lnTo>
                  <a:lnTo>
                    <a:pt x="29" y="29"/>
                  </a:lnTo>
                  <a:lnTo>
                    <a:pt x="27" y="29"/>
                  </a:lnTo>
                  <a:lnTo>
                    <a:pt x="27" y="29"/>
                  </a:lnTo>
                  <a:lnTo>
                    <a:pt x="27" y="29"/>
                  </a:lnTo>
                  <a:lnTo>
                    <a:pt x="27" y="27"/>
                  </a:lnTo>
                  <a:lnTo>
                    <a:pt x="27" y="27"/>
                  </a:lnTo>
                  <a:lnTo>
                    <a:pt x="27" y="27"/>
                  </a:lnTo>
                  <a:lnTo>
                    <a:pt x="27" y="27"/>
                  </a:lnTo>
                  <a:lnTo>
                    <a:pt x="27" y="26"/>
                  </a:lnTo>
                  <a:lnTo>
                    <a:pt x="27" y="26"/>
                  </a:lnTo>
                  <a:lnTo>
                    <a:pt x="27" y="26"/>
                  </a:lnTo>
                  <a:lnTo>
                    <a:pt x="27" y="26"/>
                  </a:lnTo>
                  <a:lnTo>
                    <a:pt x="28" y="24"/>
                  </a:lnTo>
                  <a:lnTo>
                    <a:pt x="28" y="24"/>
                  </a:lnTo>
                  <a:lnTo>
                    <a:pt x="28" y="24"/>
                  </a:lnTo>
                  <a:lnTo>
                    <a:pt x="28" y="24"/>
                  </a:lnTo>
                  <a:lnTo>
                    <a:pt x="28" y="24"/>
                  </a:lnTo>
                  <a:lnTo>
                    <a:pt x="28" y="24"/>
                  </a:lnTo>
                  <a:lnTo>
                    <a:pt x="28" y="24"/>
                  </a:lnTo>
                  <a:lnTo>
                    <a:pt x="28" y="24"/>
                  </a:lnTo>
                  <a:lnTo>
                    <a:pt x="30" y="22"/>
                  </a:lnTo>
                  <a:lnTo>
                    <a:pt x="30" y="22"/>
                  </a:lnTo>
                  <a:lnTo>
                    <a:pt x="30" y="22"/>
                  </a:lnTo>
                  <a:lnTo>
                    <a:pt x="30" y="22"/>
                  </a:lnTo>
                  <a:lnTo>
                    <a:pt x="30" y="22"/>
                  </a:lnTo>
                  <a:lnTo>
                    <a:pt x="30" y="22"/>
                  </a:lnTo>
                  <a:lnTo>
                    <a:pt x="30" y="22"/>
                  </a:lnTo>
                  <a:lnTo>
                    <a:pt x="30" y="22"/>
                  </a:lnTo>
                  <a:lnTo>
                    <a:pt x="32" y="22"/>
                  </a:lnTo>
                  <a:lnTo>
                    <a:pt x="32" y="22"/>
                  </a:lnTo>
                  <a:lnTo>
                    <a:pt x="32" y="22"/>
                  </a:lnTo>
                  <a:lnTo>
                    <a:pt x="32" y="22"/>
                  </a:lnTo>
                  <a:lnTo>
                    <a:pt x="34" y="22"/>
                  </a:lnTo>
                  <a:lnTo>
                    <a:pt x="34" y="22"/>
                  </a:lnTo>
                  <a:lnTo>
                    <a:pt x="34" y="22"/>
                  </a:lnTo>
                  <a:lnTo>
                    <a:pt x="34" y="22"/>
                  </a:lnTo>
                  <a:lnTo>
                    <a:pt x="36" y="21"/>
                  </a:lnTo>
                  <a:lnTo>
                    <a:pt x="36" y="21"/>
                  </a:lnTo>
                  <a:lnTo>
                    <a:pt x="36" y="21"/>
                  </a:lnTo>
                  <a:lnTo>
                    <a:pt x="36" y="21"/>
                  </a:lnTo>
                  <a:lnTo>
                    <a:pt x="36" y="20"/>
                  </a:lnTo>
                  <a:lnTo>
                    <a:pt x="36" y="20"/>
                  </a:lnTo>
                  <a:lnTo>
                    <a:pt x="36" y="20"/>
                  </a:lnTo>
                  <a:lnTo>
                    <a:pt x="36" y="20"/>
                  </a:lnTo>
                  <a:lnTo>
                    <a:pt x="37" y="17"/>
                  </a:lnTo>
                  <a:lnTo>
                    <a:pt x="37" y="17"/>
                  </a:lnTo>
                  <a:lnTo>
                    <a:pt x="37" y="17"/>
                  </a:lnTo>
                  <a:lnTo>
                    <a:pt x="37" y="17"/>
                  </a:lnTo>
                  <a:lnTo>
                    <a:pt x="37" y="16"/>
                  </a:lnTo>
                  <a:lnTo>
                    <a:pt x="37" y="16"/>
                  </a:lnTo>
                  <a:lnTo>
                    <a:pt x="37" y="15"/>
                  </a:lnTo>
                  <a:lnTo>
                    <a:pt x="37" y="15"/>
                  </a:lnTo>
                  <a:lnTo>
                    <a:pt x="39" y="13"/>
                  </a:lnTo>
                  <a:lnTo>
                    <a:pt x="38" y="13"/>
                  </a:lnTo>
                  <a:lnTo>
                    <a:pt x="38" y="13"/>
                  </a:lnTo>
                  <a:lnTo>
                    <a:pt x="38" y="13"/>
                  </a:lnTo>
                  <a:lnTo>
                    <a:pt x="38" y="11"/>
                  </a:lnTo>
                  <a:lnTo>
                    <a:pt x="38" y="11"/>
                  </a:lnTo>
                  <a:lnTo>
                    <a:pt x="38" y="10"/>
                  </a:lnTo>
                  <a:lnTo>
                    <a:pt x="38" y="10"/>
                  </a:lnTo>
                  <a:lnTo>
                    <a:pt x="38" y="8"/>
                  </a:lnTo>
                  <a:lnTo>
                    <a:pt x="37" y="8"/>
                  </a:lnTo>
                  <a:lnTo>
                    <a:pt x="37" y="7"/>
                  </a:lnTo>
                  <a:lnTo>
                    <a:pt x="37" y="7"/>
                  </a:lnTo>
                  <a:lnTo>
                    <a:pt x="37" y="5"/>
                  </a:lnTo>
                  <a:lnTo>
                    <a:pt x="36" y="5"/>
                  </a:lnTo>
                  <a:lnTo>
                    <a:pt x="36" y="3"/>
                  </a:lnTo>
                  <a:lnTo>
                    <a:pt x="36" y="3"/>
                  </a:lnTo>
                  <a:lnTo>
                    <a:pt x="36" y="1"/>
                  </a:lnTo>
                  <a:lnTo>
                    <a:pt x="34" y="1"/>
                  </a:lnTo>
                  <a:lnTo>
                    <a:pt x="34" y="1"/>
                  </a:lnTo>
                  <a:lnTo>
                    <a:pt x="32" y="1"/>
                  </a:lnTo>
                  <a:lnTo>
                    <a:pt x="32" y="1"/>
                  </a:lnTo>
                  <a:lnTo>
                    <a:pt x="31" y="1"/>
                  </a:lnTo>
                  <a:lnTo>
                    <a:pt x="31" y="1"/>
                  </a:lnTo>
                  <a:lnTo>
                    <a:pt x="31" y="1"/>
                  </a:lnTo>
                  <a:lnTo>
                    <a:pt x="31" y="0"/>
                  </a:lnTo>
                  <a:lnTo>
                    <a:pt x="29" y="0"/>
                  </a:lnTo>
                  <a:lnTo>
                    <a:pt x="29" y="0"/>
                  </a:lnTo>
                  <a:lnTo>
                    <a:pt x="29" y="0"/>
                  </a:lnTo>
                  <a:lnTo>
                    <a:pt x="29" y="0"/>
                  </a:lnTo>
                  <a:lnTo>
                    <a:pt x="27" y="0"/>
                  </a:lnTo>
                  <a:lnTo>
                    <a:pt x="27" y="0"/>
                  </a:lnTo>
                  <a:lnTo>
                    <a:pt x="27" y="0"/>
                  </a:lnTo>
                  <a:lnTo>
                    <a:pt x="27" y="0"/>
                  </a:lnTo>
                  <a:lnTo>
                    <a:pt x="25" y="1"/>
                  </a:lnTo>
                  <a:lnTo>
                    <a:pt x="25" y="1"/>
                  </a:lnTo>
                  <a:lnTo>
                    <a:pt x="25" y="1"/>
                  </a:lnTo>
                  <a:lnTo>
                    <a:pt x="25" y="1"/>
                  </a:lnTo>
                  <a:lnTo>
                    <a:pt x="23" y="2"/>
                  </a:lnTo>
                  <a:lnTo>
                    <a:pt x="23" y="2"/>
                  </a:lnTo>
                  <a:lnTo>
                    <a:pt x="23" y="2"/>
                  </a:lnTo>
                  <a:lnTo>
                    <a:pt x="23" y="2"/>
                  </a:lnTo>
                  <a:lnTo>
                    <a:pt x="21" y="4"/>
                  </a:lnTo>
                  <a:lnTo>
                    <a:pt x="21" y="4"/>
                  </a:lnTo>
                  <a:lnTo>
                    <a:pt x="21" y="4"/>
                  </a:lnTo>
                  <a:lnTo>
                    <a:pt x="21" y="4"/>
                  </a:lnTo>
                  <a:lnTo>
                    <a:pt x="21" y="6"/>
                  </a:lnTo>
                  <a:lnTo>
                    <a:pt x="21" y="6"/>
                  </a:lnTo>
                  <a:lnTo>
                    <a:pt x="21" y="6"/>
                  </a:lnTo>
                  <a:lnTo>
                    <a:pt x="21" y="6"/>
                  </a:lnTo>
                  <a:lnTo>
                    <a:pt x="21" y="7"/>
                  </a:lnTo>
                  <a:lnTo>
                    <a:pt x="21" y="7"/>
                  </a:lnTo>
                  <a:lnTo>
                    <a:pt x="21" y="7"/>
                  </a:lnTo>
                  <a:lnTo>
                    <a:pt x="21" y="7"/>
                  </a:lnTo>
                  <a:lnTo>
                    <a:pt x="21" y="7"/>
                  </a:lnTo>
                  <a:lnTo>
                    <a:pt x="21" y="7"/>
                  </a:lnTo>
                  <a:lnTo>
                    <a:pt x="21" y="7"/>
                  </a:lnTo>
                  <a:lnTo>
                    <a:pt x="21" y="7"/>
                  </a:lnTo>
                  <a:lnTo>
                    <a:pt x="21" y="8"/>
                  </a:lnTo>
                  <a:lnTo>
                    <a:pt x="21" y="8"/>
                  </a:lnTo>
                  <a:lnTo>
                    <a:pt x="21" y="8"/>
                  </a:lnTo>
                  <a:lnTo>
                    <a:pt x="21" y="8"/>
                  </a:lnTo>
                  <a:lnTo>
                    <a:pt x="21" y="8"/>
                  </a:lnTo>
                  <a:lnTo>
                    <a:pt x="21" y="8"/>
                  </a:lnTo>
                  <a:lnTo>
                    <a:pt x="21" y="8"/>
                  </a:lnTo>
                  <a:lnTo>
                    <a:pt x="22" y="8"/>
                  </a:lnTo>
                  <a:lnTo>
                    <a:pt x="22" y="10"/>
                  </a:lnTo>
                  <a:lnTo>
                    <a:pt x="22" y="10"/>
                  </a:lnTo>
                  <a:lnTo>
                    <a:pt x="22" y="11"/>
                  </a:lnTo>
                  <a:lnTo>
                    <a:pt x="22" y="11"/>
                  </a:lnTo>
                  <a:lnTo>
                    <a:pt x="22" y="13"/>
                  </a:lnTo>
                  <a:lnTo>
                    <a:pt x="22" y="13"/>
                  </a:lnTo>
                  <a:lnTo>
                    <a:pt x="22" y="13"/>
                  </a:lnTo>
                  <a:lnTo>
                    <a:pt x="23" y="13"/>
                  </a:lnTo>
                  <a:lnTo>
                    <a:pt x="23" y="15"/>
                  </a:lnTo>
                  <a:lnTo>
                    <a:pt x="23" y="15"/>
                  </a:lnTo>
                  <a:lnTo>
                    <a:pt x="23" y="16"/>
                  </a:lnTo>
                  <a:lnTo>
                    <a:pt x="23" y="16"/>
                  </a:lnTo>
                  <a:lnTo>
                    <a:pt x="23" y="17"/>
                  </a:lnTo>
                  <a:lnTo>
                    <a:pt x="23" y="17"/>
                  </a:lnTo>
                  <a:lnTo>
                    <a:pt x="23" y="17"/>
                  </a:lnTo>
                  <a:lnTo>
                    <a:pt x="24" y="17"/>
                  </a:lnTo>
                  <a:lnTo>
                    <a:pt x="22" y="19"/>
                  </a:lnTo>
                  <a:lnTo>
                    <a:pt x="22" y="19"/>
                  </a:lnTo>
                  <a:lnTo>
                    <a:pt x="21" y="19"/>
                  </a:lnTo>
                  <a:lnTo>
                    <a:pt x="21" y="19"/>
                  </a:lnTo>
                  <a:lnTo>
                    <a:pt x="19" y="19"/>
                  </a:lnTo>
                  <a:lnTo>
                    <a:pt x="19" y="19"/>
                  </a:lnTo>
                  <a:lnTo>
                    <a:pt x="19" y="19"/>
                  </a:lnTo>
                  <a:lnTo>
                    <a:pt x="19" y="19"/>
                  </a:lnTo>
                  <a:lnTo>
                    <a:pt x="17" y="19"/>
                  </a:lnTo>
                  <a:lnTo>
                    <a:pt x="17" y="19"/>
                  </a:lnTo>
                  <a:lnTo>
                    <a:pt x="17" y="19"/>
                  </a:lnTo>
                  <a:lnTo>
                    <a:pt x="17" y="19"/>
                  </a:lnTo>
                  <a:lnTo>
                    <a:pt x="16" y="19"/>
                  </a:lnTo>
                  <a:lnTo>
                    <a:pt x="16" y="19"/>
                  </a:lnTo>
                  <a:lnTo>
                    <a:pt x="16" y="19"/>
                  </a:lnTo>
                  <a:lnTo>
                    <a:pt x="16" y="19"/>
                  </a:lnTo>
                  <a:lnTo>
                    <a:pt x="16" y="19"/>
                  </a:lnTo>
                  <a:lnTo>
                    <a:pt x="16" y="19"/>
                  </a:lnTo>
                  <a:lnTo>
                    <a:pt x="16" y="19"/>
                  </a:lnTo>
                  <a:lnTo>
                    <a:pt x="16" y="18"/>
                  </a:lnTo>
                  <a:lnTo>
                    <a:pt x="16" y="18"/>
                  </a:lnTo>
                  <a:lnTo>
                    <a:pt x="16" y="18"/>
                  </a:lnTo>
                  <a:lnTo>
                    <a:pt x="16" y="18"/>
                  </a:lnTo>
                  <a:lnTo>
                    <a:pt x="16" y="16"/>
                  </a:lnTo>
                  <a:lnTo>
                    <a:pt x="16" y="16"/>
                  </a:lnTo>
                  <a:lnTo>
                    <a:pt x="16" y="16"/>
                  </a:lnTo>
                  <a:lnTo>
                    <a:pt x="16" y="16"/>
                  </a:lnTo>
                  <a:lnTo>
                    <a:pt x="16" y="15"/>
                  </a:lnTo>
                  <a:lnTo>
                    <a:pt x="16" y="15"/>
                  </a:lnTo>
                  <a:lnTo>
                    <a:pt x="16" y="14"/>
                  </a:lnTo>
                  <a:lnTo>
                    <a:pt x="16" y="14"/>
                  </a:lnTo>
                  <a:lnTo>
                    <a:pt x="16" y="12"/>
                  </a:lnTo>
                  <a:lnTo>
                    <a:pt x="15" y="12"/>
                  </a:lnTo>
                  <a:lnTo>
                    <a:pt x="15" y="12"/>
                  </a:lnTo>
                  <a:lnTo>
                    <a:pt x="15" y="12"/>
                  </a:lnTo>
                  <a:lnTo>
                    <a:pt x="15" y="12"/>
                  </a:lnTo>
                  <a:lnTo>
                    <a:pt x="13" y="12"/>
                  </a:lnTo>
                  <a:lnTo>
                    <a:pt x="13" y="12"/>
                  </a:lnTo>
                  <a:lnTo>
                    <a:pt x="13" y="12"/>
                  </a:lnTo>
                  <a:lnTo>
                    <a:pt x="13" y="11"/>
                  </a:lnTo>
                  <a:lnTo>
                    <a:pt x="10" y="11"/>
                  </a:lnTo>
                  <a:lnTo>
                    <a:pt x="10" y="11"/>
                  </a:lnTo>
                  <a:lnTo>
                    <a:pt x="10" y="11"/>
                  </a:lnTo>
                  <a:lnTo>
                    <a:pt x="10" y="10"/>
                  </a:lnTo>
                  <a:lnTo>
                    <a:pt x="9" y="10"/>
                  </a:lnTo>
                  <a:lnTo>
                    <a:pt x="9" y="10"/>
                  </a:lnTo>
                  <a:lnTo>
                    <a:pt x="9" y="10"/>
                  </a:lnTo>
                  <a:lnTo>
                    <a:pt x="9" y="10"/>
                  </a:lnTo>
                  <a:lnTo>
                    <a:pt x="7" y="11"/>
                  </a:lnTo>
                  <a:lnTo>
                    <a:pt x="7" y="11"/>
                  </a:lnTo>
                  <a:lnTo>
                    <a:pt x="7" y="11"/>
                  </a:lnTo>
                  <a:lnTo>
                    <a:pt x="7" y="11"/>
                  </a:lnTo>
                  <a:lnTo>
                    <a:pt x="6" y="12"/>
                  </a:lnTo>
                  <a:lnTo>
                    <a:pt x="6" y="12"/>
                  </a:lnTo>
                  <a:lnTo>
                    <a:pt x="6" y="12"/>
                  </a:lnTo>
                  <a:lnTo>
                    <a:pt x="6" y="12"/>
                  </a:lnTo>
                  <a:lnTo>
                    <a:pt x="6" y="15"/>
                  </a:lnTo>
                  <a:lnTo>
                    <a:pt x="6" y="15"/>
                  </a:lnTo>
                  <a:lnTo>
                    <a:pt x="6" y="15"/>
                  </a:lnTo>
                  <a:lnTo>
                    <a:pt x="6" y="15"/>
                  </a:lnTo>
                  <a:lnTo>
                    <a:pt x="6" y="15"/>
                  </a:lnTo>
                  <a:lnTo>
                    <a:pt x="6" y="15"/>
                  </a:lnTo>
                  <a:lnTo>
                    <a:pt x="6" y="15"/>
                  </a:lnTo>
                  <a:lnTo>
                    <a:pt x="6" y="15"/>
                  </a:lnTo>
                  <a:lnTo>
                    <a:pt x="4" y="17"/>
                  </a:lnTo>
                  <a:lnTo>
                    <a:pt x="4" y="17"/>
                  </a:lnTo>
                  <a:lnTo>
                    <a:pt x="4" y="17"/>
                  </a:lnTo>
                  <a:lnTo>
                    <a:pt x="4" y="17"/>
                  </a:lnTo>
                  <a:lnTo>
                    <a:pt x="2" y="19"/>
                  </a:lnTo>
                  <a:lnTo>
                    <a:pt x="2" y="19"/>
                  </a:lnTo>
                  <a:lnTo>
                    <a:pt x="2" y="19"/>
                  </a:lnTo>
                  <a:lnTo>
                    <a:pt x="2" y="19"/>
                  </a:lnTo>
                  <a:lnTo>
                    <a:pt x="0" y="21"/>
                  </a:lnTo>
                  <a:lnTo>
                    <a:pt x="0" y="21"/>
                  </a:lnTo>
                  <a:lnTo>
                    <a:pt x="0" y="21"/>
                  </a:lnTo>
                  <a:lnTo>
                    <a:pt x="0" y="21"/>
                  </a:lnTo>
                  <a:lnTo>
                    <a:pt x="0" y="22"/>
                  </a:lnTo>
                  <a:lnTo>
                    <a:pt x="0" y="22"/>
                  </a:lnTo>
                  <a:lnTo>
                    <a:pt x="0" y="22"/>
                  </a:lnTo>
                  <a:lnTo>
                    <a:pt x="0" y="22"/>
                  </a:lnTo>
                  <a:lnTo>
                    <a:pt x="0" y="24"/>
                  </a:lnTo>
                  <a:lnTo>
                    <a:pt x="0" y="24"/>
                  </a:lnTo>
                  <a:lnTo>
                    <a:pt x="0" y="24"/>
                  </a:lnTo>
                  <a:lnTo>
                    <a:pt x="0" y="24"/>
                  </a:lnTo>
                  <a:lnTo>
                    <a:pt x="0" y="24"/>
                  </a:lnTo>
                  <a:lnTo>
                    <a:pt x="0" y="24"/>
                  </a:lnTo>
                  <a:lnTo>
                    <a:pt x="0" y="24"/>
                  </a:lnTo>
                  <a:lnTo>
                    <a:pt x="0" y="24"/>
                  </a:lnTo>
                  <a:lnTo>
                    <a:pt x="0" y="26"/>
                  </a:lnTo>
                  <a:lnTo>
                    <a:pt x="0" y="26"/>
                  </a:lnTo>
                  <a:lnTo>
                    <a:pt x="0" y="26"/>
                  </a:lnTo>
                  <a:lnTo>
                    <a:pt x="0" y="26"/>
                  </a:lnTo>
                  <a:lnTo>
                    <a:pt x="0" y="27"/>
                  </a:lnTo>
                  <a:lnTo>
                    <a:pt x="0" y="27"/>
                  </a:lnTo>
                  <a:lnTo>
                    <a:pt x="0" y="27"/>
                  </a:lnTo>
                  <a:lnTo>
                    <a:pt x="2" y="27"/>
                  </a:lnTo>
                  <a:lnTo>
                    <a:pt x="0" y="29"/>
                  </a:lnTo>
                  <a:lnTo>
                    <a:pt x="0" y="29"/>
                  </a:lnTo>
                  <a:lnTo>
                    <a:pt x="0" y="29"/>
                  </a:lnTo>
                  <a:lnTo>
                    <a:pt x="0" y="29"/>
                  </a:lnTo>
                  <a:lnTo>
                    <a:pt x="0" y="31"/>
                  </a:lnTo>
                  <a:lnTo>
                    <a:pt x="0" y="31"/>
                  </a:lnTo>
                  <a:lnTo>
                    <a:pt x="0" y="31"/>
                  </a:lnTo>
                  <a:lnTo>
                    <a:pt x="0" y="31"/>
                  </a:lnTo>
                  <a:lnTo>
                    <a:pt x="0" y="33"/>
                  </a:lnTo>
                  <a:lnTo>
                    <a:pt x="0" y="33"/>
                  </a:lnTo>
                  <a:lnTo>
                    <a:pt x="0" y="33"/>
                  </a:lnTo>
                  <a:lnTo>
                    <a:pt x="0" y="33"/>
                  </a:lnTo>
                  <a:lnTo>
                    <a:pt x="0" y="34"/>
                  </a:lnTo>
                  <a:lnTo>
                    <a:pt x="0" y="34"/>
                  </a:lnTo>
                  <a:lnTo>
                    <a:pt x="0" y="34"/>
                  </a:lnTo>
                  <a:lnTo>
                    <a:pt x="0" y="34"/>
                  </a:lnTo>
                  <a:lnTo>
                    <a:pt x="0" y="36"/>
                  </a:lnTo>
                  <a:lnTo>
                    <a:pt x="0" y="36"/>
                  </a:lnTo>
                  <a:lnTo>
                    <a:pt x="0" y="36"/>
                  </a:lnTo>
                  <a:lnTo>
                    <a:pt x="0" y="36"/>
                  </a:lnTo>
                  <a:lnTo>
                    <a:pt x="0" y="38"/>
                  </a:lnTo>
                  <a:lnTo>
                    <a:pt x="0" y="38"/>
                  </a:lnTo>
                  <a:lnTo>
                    <a:pt x="0" y="38"/>
                  </a:lnTo>
                  <a:lnTo>
                    <a:pt x="2" y="38"/>
                  </a:lnTo>
                  <a:lnTo>
                    <a:pt x="2" y="40"/>
                  </a:lnTo>
                  <a:lnTo>
                    <a:pt x="2" y="40"/>
                  </a:lnTo>
                  <a:lnTo>
                    <a:pt x="2" y="40"/>
                  </a:lnTo>
                  <a:lnTo>
                    <a:pt x="2" y="40"/>
                  </a:lnTo>
                  <a:lnTo>
                    <a:pt x="2" y="40"/>
                  </a:lnTo>
                  <a:lnTo>
                    <a:pt x="2" y="40"/>
                  </a:lnTo>
                  <a:lnTo>
                    <a:pt x="2" y="40"/>
                  </a:lnTo>
                  <a:lnTo>
                    <a:pt x="4" y="40"/>
                  </a:lnTo>
                  <a:lnTo>
                    <a:pt x="4" y="42"/>
                  </a:lnTo>
                  <a:lnTo>
                    <a:pt x="4" y="42"/>
                  </a:lnTo>
                  <a:lnTo>
                    <a:pt x="4" y="42"/>
                  </a:lnTo>
                  <a:lnTo>
                    <a:pt x="4" y="42"/>
                  </a:lnTo>
                  <a:lnTo>
                    <a:pt x="4" y="42"/>
                  </a:lnTo>
                  <a:lnTo>
                    <a:pt x="4" y="42"/>
                  </a:lnTo>
                  <a:lnTo>
                    <a:pt x="4" y="42"/>
                  </a:lnTo>
                  <a:lnTo>
                    <a:pt x="5" y="42"/>
                  </a:lnTo>
                  <a:lnTo>
                    <a:pt x="5" y="43"/>
                  </a:lnTo>
                  <a:lnTo>
                    <a:pt x="5" y="43"/>
                  </a:lnTo>
                  <a:lnTo>
                    <a:pt x="5" y="43"/>
                  </a:lnTo>
                  <a:lnTo>
                    <a:pt x="5" y="43"/>
                  </a:lnTo>
                  <a:lnTo>
                    <a:pt x="5" y="43"/>
                  </a:lnTo>
                  <a:lnTo>
                    <a:pt x="5" y="43"/>
                  </a:lnTo>
                  <a:lnTo>
                    <a:pt x="5" y="43"/>
                  </a:lnTo>
                  <a:lnTo>
                    <a:pt x="7" y="43"/>
                  </a:lnTo>
                  <a:lnTo>
                    <a:pt x="7" y="43"/>
                  </a:lnTo>
                  <a:lnTo>
                    <a:pt x="7" y="43"/>
                  </a:lnTo>
                  <a:lnTo>
                    <a:pt x="7" y="43"/>
                  </a:lnTo>
                  <a:lnTo>
                    <a:pt x="9" y="43"/>
                  </a:lnTo>
                  <a:lnTo>
                    <a:pt x="9" y="43"/>
                  </a:lnTo>
                  <a:lnTo>
                    <a:pt x="10" y="43"/>
                  </a:lnTo>
                  <a:lnTo>
                    <a:pt x="10" y="43"/>
                  </a:lnTo>
                  <a:lnTo>
                    <a:pt x="12" y="43"/>
                  </a:lnTo>
                  <a:lnTo>
                    <a:pt x="12" y="43"/>
                  </a:lnTo>
                  <a:lnTo>
                    <a:pt x="12" y="43"/>
                  </a:lnTo>
                  <a:lnTo>
                    <a:pt x="12" y="43"/>
                  </a:lnTo>
                  <a:lnTo>
                    <a:pt x="14" y="43"/>
                  </a:lnTo>
                  <a:lnTo>
                    <a:pt x="14" y="43"/>
                  </a:lnTo>
                  <a:lnTo>
                    <a:pt x="15" y="43"/>
                  </a:lnTo>
                  <a:lnTo>
                    <a:pt x="15" y="43"/>
                  </a:lnTo>
                  <a:lnTo>
                    <a:pt x="17" y="43"/>
                  </a:lnTo>
                  <a:lnTo>
                    <a:pt x="17" y="44"/>
                  </a:lnTo>
                  <a:lnTo>
                    <a:pt x="17" y="44"/>
                  </a:lnTo>
                  <a:lnTo>
                    <a:pt x="17" y="44"/>
                  </a:lnTo>
                  <a:lnTo>
                    <a:pt x="17" y="44"/>
                  </a:lnTo>
                  <a:lnTo>
                    <a:pt x="17" y="46"/>
                  </a:lnTo>
                  <a:lnTo>
                    <a:pt x="17" y="46"/>
                  </a:lnTo>
                  <a:lnTo>
                    <a:pt x="17" y="46"/>
                  </a:lnTo>
                  <a:lnTo>
                    <a:pt x="17" y="46"/>
                  </a:lnTo>
                  <a:lnTo>
                    <a:pt x="17" y="47"/>
                  </a:lnTo>
                  <a:lnTo>
                    <a:pt x="17" y="47"/>
                  </a:lnTo>
                  <a:lnTo>
                    <a:pt x="17" y="47"/>
                  </a:lnTo>
                  <a:lnTo>
                    <a:pt x="17" y="47"/>
                  </a:lnTo>
                  <a:lnTo>
                    <a:pt x="17" y="48"/>
                  </a:lnTo>
                  <a:lnTo>
                    <a:pt x="17" y="48"/>
                  </a:lnTo>
                  <a:lnTo>
                    <a:pt x="17" y="48"/>
                  </a:lnTo>
                  <a:lnTo>
                    <a:pt x="17" y="48"/>
                  </a:lnTo>
                  <a:lnTo>
                    <a:pt x="17" y="49"/>
                  </a:lnTo>
                  <a:lnTo>
                    <a:pt x="17" y="49"/>
                  </a:lnTo>
                  <a:lnTo>
                    <a:pt x="17" y="49"/>
                  </a:lnTo>
                  <a:lnTo>
                    <a:pt x="17" y="49"/>
                  </a:lnTo>
                  <a:lnTo>
                    <a:pt x="17" y="49"/>
                  </a:lnTo>
                  <a:lnTo>
                    <a:pt x="17" y="49"/>
                  </a:lnTo>
                  <a:lnTo>
                    <a:pt x="17" y="49"/>
                  </a:lnTo>
                  <a:lnTo>
                    <a:pt x="17" y="49"/>
                  </a:lnTo>
                  <a:lnTo>
                    <a:pt x="17" y="50"/>
                  </a:lnTo>
                  <a:lnTo>
                    <a:pt x="17" y="50"/>
                  </a:lnTo>
                  <a:lnTo>
                    <a:pt x="17" y="50"/>
                  </a:lnTo>
                  <a:lnTo>
                    <a:pt x="17" y="50"/>
                  </a:lnTo>
                  <a:lnTo>
                    <a:pt x="17" y="50"/>
                  </a:lnTo>
                  <a:lnTo>
                    <a:pt x="17" y="50"/>
                  </a:lnTo>
                  <a:lnTo>
                    <a:pt x="17" y="50"/>
                  </a:lnTo>
                  <a:lnTo>
                    <a:pt x="18" y="50"/>
                  </a:lnTo>
                  <a:lnTo>
                    <a:pt x="18" y="50"/>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62" name=""/>
            <p:cNvSpPr/>
            <p:nvPr/>
          </p:nvSpPr>
          <p:spPr>
            <a:xfrm>
              <a:off x="7542360" y="6462720"/>
              <a:ext cx="168120" cy="144360"/>
            </a:xfrm>
            <a:custGeom>
              <a:avLst/>
              <a:gdLst/>
              <a:ahLst/>
              <a:rect l="l" t="t" r="r" b="b"/>
              <a:pathLst>
                <a:path w="106" h="91">
                  <a:moveTo>
                    <a:pt x="88" y="81"/>
                  </a:moveTo>
                  <a:lnTo>
                    <a:pt x="86" y="81"/>
                  </a:lnTo>
                  <a:lnTo>
                    <a:pt x="86" y="81"/>
                  </a:lnTo>
                  <a:lnTo>
                    <a:pt x="86" y="81"/>
                  </a:lnTo>
                  <a:lnTo>
                    <a:pt x="86" y="81"/>
                  </a:lnTo>
                  <a:lnTo>
                    <a:pt x="86" y="81"/>
                  </a:lnTo>
                  <a:lnTo>
                    <a:pt x="86" y="81"/>
                  </a:lnTo>
                  <a:lnTo>
                    <a:pt x="86" y="81"/>
                  </a:lnTo>
                  <a:lnTo>
                    <a:pt x="86" y="79"/>
                  </a:lnTo>
                  <a:lnTo>
                    <a:pt x="84" y="79"/>
                  </a:lnTo>
                  <a:lnTo>
                    <a:pt x="84" y="79"/>
                  </a:lnTo>
                  <a:lnTo>
                    <a:pt x="84" y="79"/>
                  </a:lnTo>
                  <a:lnTo>
                    <a:pt x="84" y="79"/>
                  </a:lnTo>
                  <a:lnTo>
                    <a:pt x="84" y="79"/>
                  </a:lnTo>
                  <a:lnTo>
                    <a:pt x="84" y="79"/>
                  </a:lnTo>
                  <a:lnTo>
                    <a:pt x="84" y="79"/>
                  </a:lnTo>
                  <a:lnTo>
                    <a:pt x="84" y="78"/>
                  </a:lnTo>
                  <a:lnTo>
                    <a:pt x="84" y="78"/>
                  </a:lnTo>
                  <a:lnTo>
                    <a:pt x="84" y="78"/>
                  </a:lnTo>
                  <a:lnTo>
                    <a:pt x="84" y="78"/>
                  </a:lnTo>
                  <a:lnTo>
                    <a:pt x="84" y="77"/>
                  </a:lnTo>
                  <a:lnTo>
                    <a:pt x="84" y="77"/>
                  </a:lnTo>
                  <a:lnTo>
                    <a:pt x="84" y="77"/>
                  </a:lnTo>
                  <a:lnTo>
                    <a:pt x="84" y="77"/>
                  </a:lnTo>
                  <a:lnTo>
                    <a:pt x="86" y="75"/>
                  </a:lnTo>
                  <a:lnTo>
                    <a:pt x="86" y="75"/>
                  </a:lnTo>
                  <a:lnTo>
                    <a:pt x="86" y="75"/>
                  </a:lnTo>
                  <a:lnTo>
                    <a:pt x="86" y="75"/>
                  </a:lnTo>
                  <a:lnTo>
                    <a:pt x="86" y="73"/>
                  </a:lnTo>
                  <a:lnTo>
                    <a:pt x="86" y="73"/>
                  </a:lnTo>
                  <a:lnTo>
                    <a:pt x="86" y="73"/>
                  </a:lnTo>
                  <a:lnTo>
                    <a:pt x="86" y="73"/>
                  </a:lnTo>
                  <a:lnTo>
                    <a:pt x="87" y="71"/>
                  </a:lnTo>
                  <a:lnTo>
                    <a:pt x="87" y="71"/>
                  </a:lnTo>
                  <a:lnTo>
                    <a:pt x="87" y="71"/>
                  </a:lnTo>
                  <a:lnTo>
                    <a:pt x="87" y="71"/>
                  </a:lnTo>
                  <a:lnTo>
                    <a:pt x="87" y="71"/>
                  </a:lnTo>
                  <a:lnTo>
                    <a:pt x="87" y="71"/>
                  </a:lnTo>
                  <a:lnTo>
                    <a:pt x="87" y="71"/>
                  </a:lnTo>
                  <a:lnTo>
                    <a:pt x="87" y="71"/>
                  </a:lnTo>
                  <a:lnTo>
                    <a:pt x="88" y="69"/>
                  </a:lnTo>
                  <a:lnTo>
                    <a:pt x="88" y="69"/>
                  </a:lnTo>
                  <a:lnTo>
                    <a:pt x="88" y="69"/>
                  </a:lnTo>
                  <a:lnTo>
                    <a:pt x="88" y="69"/>
                  </a:lnTo>
                  <a:lnTo>
                    <a:pt x="89" y="68"/>
                  </a:lnTo>
                  <a:lnTo>
                    <a:pt x="89" y="68"/>
                  </a:lnTo>
                  <a:lnTo>
                    <a:pt x="89" y="68"/>
                  </a:lnTo>
                  <a:lnTo>
                    <a:pt x="89" y="68"/>
                  </a:lnTo>
                  <a:lnTo>
                    <a:pt x="91" y="66"/>
                  </a:lnTo>
                  <a:lnTo>
                    <a:pt x="91" y="66"/>
                  </a:lnTo>
                  <a:lnTo>
                    <a:pt x="91" y="66"/>
                  </a:lnTo>
                  <a:lnTo>
                    <a:pt x="91" y="66"/>
                  </a:lnTo>
                  <a:lnTo>
                    <a:pt x="91" y="64"/>
                  </a:lnTo>
                  <a:lnTo>
                    <a:pt x="91" y="64"/>
                  </a:lnTo>
                  <a:lnTo>
                    <a:pt x="91" y="64"/>
                  </a:lnTo>
                  <a:lnTo>
                    <a:pt x="91" y="64"/>
                  </a:lnTo>
                  <a:lnTo>
                    <a:pt x="92" y="63"/>
                  </a:lnTo>
                  <a:lnTo>
                    <a:pt x="92" y="63"/>
                  </a:lnTo>
                  <a:lnTo>
                    <a:pt x="92" y="63"/>
                  </a:lnTo>
                  <a:lnTo>
                    <a:pt x="92" y="63"/>
                  </a:lnTo>
                  <a:lnTo>
                    <a:pt x="92" y="61"/>
                  </a:lnTo>
                  <a:lnTo>
                    <a:pt x="92" y="61"/>
                  </a:lnTo>
                  <a:lnTo>
                    <a:pt x="92" y="61"/>
                  </a:lnTo>
                  <a:lnTo>
                    <a:pt x="92" y="61"/>
                  </a:lnTo>
                  <a:lnTo>
                    <a:pt x="94" y="60"/>
                  </a:lnTo>
                  <a:lnTo>
                    <a:pt x="94" y="61"/>
                  </a:lnTo>
                  <a:lnTo>
                    <a:pt x="94" y="61"/>
                  </a:lnTo>
                  <a:lnTo>
                    <a:pt x="94" y="61"/>
                  </a:lnTo>
                  <a:lnTo>
                    <a:pt x="94" y="61"/>
                  </a:lnTo>
                  <a:lnTo>
                    <a:pt x="94" y="61"/>
                  </a:lnTo>
                  <a:lnTo>
                    <a:pt x="94" y="61"/>
                  </a:lnTo>
                  <a:lnTo>
                    <a:pt x="94" y="61"/>
                  </a:lnTo>
                  <a:lnTo>
                    <a:pt x="96" y="61"/>
                  </a:lnTo>
                  <a:lnTo>
                    <a:pt x="96" y="63"/>
                  </a:lnTo>
                  <a:lnTo>
                    <a:pt x="96" y="63"/>
                  </a:lnTo>
                  <a:lnTo>
                    <a:pt x="96" y="63"/>
                  </a:lnTo>
                  <a:lnTo>
                    <a:pt x="96" y="63"/>
                  </a:lnTo>
                  <a:lnTo>
                    <a:pt x="96" y="63"/>
                  </a:lnTo>
                  <a:lnTo>
                    <a:pt x="96" y="63"/>
                  </a:lnTo>
                  <a:lnTo>
                    <a:pt x="96" y="63"/>
                  </a:lnTo>
                  <a:lnTo>
                    <a:pt x="97" y="63"/>
                  </a:lnTo>
                  <a:lnTo>
                    <a:pt x="97" y="63"/>
                  </a:lnTo>
                  <a:lnTo>
                    <a:pt x="97" y="63"/>
                  </a:lnTo>
                  <a:lnTo>
                    <a:pt x="97" y="63"/>
                  </a:lnTo>
                  <a:lnTo>
                    <a:pt x="97" y="63"/>
                  </a:lnTo>
                  <a:lnTo>
                    <a:pt x="97" y="63"/>
                  </a:lnTo>
                  <a:lnTo>
                    <a:pt x="97" y="63"/>
                  </a:lnTo>
                  <a:lnTo>
                    <a:pt x="97" y="63"/>
                  </a:lnTo>
                  <a:lnTo>
                    <a:pt x="97" y="62"/>
                  </a:lnTo>
                  <a:lnTo>
                    <a:pt x="97" y="62"/>
                  </a:lnTo>
                  <a:lnTo>
                    <a:pt x="97" y="62"/>
                  </a:lnTo>
                  <a:lnTo>
                    <a:pt x="97" y="62"/>
                  </a:lnTo>
                  <a:lnTo>
                    <a:pt x="97" y="62"/>
                  </a:lnTo>
                  <a:lnTo>
                    <a:pt x="97" y="62"/>
                  </a:lnTo>
                  <a:lnTo>
                    <a:pt x="97" y="62"/>
                  </a:lnTo>
                  <a:lnTo>
                    <a:pt x="97" y="62"/>
                  </a:lnTo>
                  <a:lnTo>
                    <a:pt x="97" y="61"/>
                  </a:lnTo>
                  <a:lnTo>
                    <a:pt x="99" y="60"/>
                  </a:lnTo>
                  <a:lnTo>
                    <a:pt x="99" y="60"/>
                  </a:lnTo>
                  <a:lnTo>
                    <a:pt x="99" y="60"/>
                  </a:lnTo>
                  <a:lnTo>
                    <a:pt x="99" y="60"/>
                  </a:lnTo>
                  <a:lnTo>
                    <a:pt x="100" y="59"/>
                  </a:lnTo>
                  <a:lnTo>
                    <a:pt x="100" y="59"/>
                  </a:lnTo>
                  <a:lnTo>
                    <a:pt x="100" y="59"/>
                  </a:lnTo>
                  <a:lnTo>
                    <a:pt x="100" y="59"/>
                  </a:lnTo>
                  <a:lnTo>
                    <a:pt x="102" y="57"/>
                  </a:lnTo>
                  <a:lnTo>
                    <a:pt x="102" y="57"/>
                  </a:lnTo>
                  <a:lnTo>
                    <a:pt x="102" y="57"/>
                  </a:lnTo>
                  <a:lnTo>
                    <a:pt x="102" y="57"/>
                  </a:lnTo>
                  <a:lnTo>
                    <a:pt x="104" y="56"/>
                  </a:lnTo>
                  <a:lnTo>
                    <a:pt x="104" y="56"/>
                  </a:lnTo>
                  <a:lnTo>
                    <a:pt x="104" y="56"/>
                  </a:lnTo>
                  <a:lnTo>
                    <a:pt x="104" y="56"/>
                  </a:lnTo>
                  <a:lnTo>
                    <a:pt x="105" y="54"/>
                  </a:lnTo>
                  <a:lnTo>
                    <a:pt x="105" y="54"/>
                  </a:lnTo>
                  <a:lnTo>
                    <a:pt x="105" y="54"/>
                  </a:lnTo>
                  <a:lnTo>
                    <a:pt x="105" y="54"/>
                  </a:lnTo>
                  <a:lnTo>
                    <a:pt x="105" y="54"/>
                  </a:lnTo>
                  <a:lnTo>
                    <a:pt x="105" y="54"/>
                  </a:lnTo>
                  <a:lnTo>
                    <a:pt x="105" y="54"/>
                  </a:lnTo>
                  <a:lnTo>
                    <a:pt x="105" y="54"/>
                  </a:lnTo>
                  <a:lnTo>
                    <a:pt x="105" y="53"/>
                  </a:lnTo>
                  <a:lnTo>
                    <a:pt x="105" y="53"/>
                  </a:lnTo>
                  <a:lnTo>
                    <a:pt x="105" y="53"/>
                  </a:lnTo>
                  <a:lnTo>
                    <a:pt x="105" y="53"/>
                  </a:lnTo>
                  <a:lnTo>
                    <a:pt x="105" y="52"/>
                  </a:lnTo>
                  <a:lnTo>
                    <a:pt x="105" y="52"/>
                  </a:lnTo>
                  <a:lnTo>
                    <a:pt x="105" y="52"/>
                  </a:lnTo>
                  <a:lnTo>
                    <a:pt x="105" y="52"/>
                  </a:lnTo>
                  <a:lnTo>
                    <a:pt x="105" y="51"/>
                  </a:lnTo>
                  <a:lnTo>
                    <a:pt x="105" y="51"/>
                  </a:lnTo>
                  <a:lnTo>
                    <a:pt x="105" y="51"/>
                  </a:lnTo>
                  <a:lnTo>
                    <a:pt x="105" y="51"/>
                  </a:lnTo>
                  <a:lnTo>
                    <a:pt x="105" y="50"/>
                  </a:lnTo>
                  <a:lnTo>
                    <a:pt x="105" y="50"/>
                  </a:lnTo>
                  <a:lnTo>
                    <a:pt x="105" y="50"/>
                  </a:lnTo>
                  <a:lnTo>
                    <a:pt x="105" y="50"/>
                  </a:lnTo>
                  <a:lnTo>
                    <a:pt x="105" y="48"/>
                  </a:lnTo>
                  <a:lnTo>
                    <a:pt x="105" y="48"/>
                  </a:lnTo>
                  <a:lnTo>
                    <a:pt x="105" y="48"/>
                  </a:lnTo>
                  <a:lnTo>
                    <a:pt x="105" y="48"/>
                  </a:lnTo>
                  <a:lnTo>
                    <a:pt x="105" y="48"/>
                  </a:lnTo>
                  <a:lnTo>
                    <a:pt x="105" y="48"/>
                  </a:lnTo>
                  <a:lnTo>
                    <a:pt x="105" y="48"/>
                  </a:lnTo>
                  <a:lnTo>
                    <a:pt x="105" y="48"/>
                  </a:lnTo>
                  <a:lnTo>
                    <a:pt x="105" y="46"/>
                  </a:lnTo>
                  <a:lnTo>
                    <a:pt x="104" y="48"/>
                  </a:lnTo>
                  <a:lnTo>
                    <a:pt x="104" y="48"/>
                  </a:lnTo>
                  <a:lnTo>
                    <a:pt x="104" y="48"/>
                  </a:lnTo>
                  <a:lnTo>
                    <a:pt x="104" y="48"/>
                  </a:lnTo>
                  <a:lnTo>
                    <a:pt x="103" y="48"/>
                  </a:lnTo>
                  <a:lnTo>
                    <a:pt x="103" y="48"/>
                  </a:lnTo>
                  <a:lnTo>
                    <a:pt x="103" y="48"/>
                  </a:lnTo>
                  <a:lnTo>
                    <a:pt x="103" y="48"/>
                  </a:lnTo>
                  <a:lnTo>
                    <a:pt x="102" y="48"/>
                  </a:lnTo>
                  <a:lnTo>
                    <a:pt x="102" y="48"/>
                  </a:lnTo>
                  <a:lnTo>
                    <a:pt x="102" y="48"/>
                  </a:lnTo>
                  <a:lnTo>
                    <a:pt x="102" y="48"/>
                  </a:lnTo>
                  <a:lnTo>
                    <a:pt x="102" y="48"/>
                  </a:lnTo>
                  <a:lnTo>
                    <a:pt x="102" y="48"/>
                  </a:lnTo>
                  <a:lnTo>
                    <a:pt x="102" y="48"/>
                  </a:lnTo>
                  <a:lnTo>
                    <a:pt x="102" y="48"/>
                  </a:lnTo>
                  <a:lnTo>
                    <a:pt x="101" y="48"/>
                  </a:lnTo>
                  <a:lnTo>
                    <a:pt x="101" y="48"/>
                  </a:lnTo>
                  <a:lnTo>
                    <a:pt x="101" y="48"/>
                  </a:lnTo>
                  <a:lnTo>
                    <a:pt x="101" y="48"/>
                  </a:lnTo>
                  <a:lnTo>
                    <a:pt x="101" y="48"/>
                  </a:lnTo>
                  <a:lnTo>
                    <a:pt x="101" y="48"/>
                  </a:lnTo>
                  <a:lnTo>
                    <a:pt x="101" y="48"/>
                  </a:lnTo>
                  <a:lnTo>
                    <a:pt x="101" y="46"/>
                  </a:lnTo>
                  <a:lnTo>
                    <a:pt x="100" y="46"/>
                  </a:lnTo>
                  <a:lnTo>
                    <a:pt x="100" y="46"/>
                  </a:lnTo>
                  <a:lnTo>
                    <a:pt x="100" y="46"/>
                  </a:lnTo>
                  <a:lnTo>
                    <a:pt x="100" y="46"/>
                  </a:lnTo>
                  <a:lnTo>
                    <a:pt x="100" y="46"/>
                  </a:lnTo>
                  <a:lnTo>
                    <a:pt x="100" y="46"/>
                  </a:lnTo>
                  <a:lnTo>
                    <a:pt x="100" y="46"/>
                  </a:lnTo>
                  <a:lnTo>
                    <a:pt x="100" y="44"/>
                  </a:lnTo>
                  <a:lnTo>
                    <a:pt x="100" y="44"/>
                  </a:lnTo>
                  <a:lnTo>
                    <a:pt x="100" y="44"/>
                  </a:lnTo>
                  <a:lnTo>
                    <a:pt x="100" y="44"/>
                  </a:lnTo>
                  <a:lnTo>
                    <a:pt x="100" y="44"/>
                  </a:lnTo>
                  <a:lnTo>
                    <a:pt x="100" y="44"/>
                  </a:lnTo>
                  <a:lnTo>
                    <a:pt x="100" y="44"/>
                  </a:lnTo>
                  <a:lnTo>
                    <a:pt x="100" y="44"/>
                  </a:lnTo>
                  <a:lnTo>
                    <a:pt x="100" y="42"/>
                  </a:lnTo>
                  <a:lnTo>
                    <a:pt x="100" y="42"/>
                  </a:lnTo>
                  <a:lnTo>
                    <a:pt x="100" y="42"/>
                  </a:lnTo>
                  <a:lnTo>
                    <a:pt x="100" y="42"/>
                  </a:lnTo>
                  <a:lnTo>
                    <a:pt x="100" y="41"/>
                  </a:lnTo>
                  <a:lnTo>
                    <a:pt x="100" y="41"/>
                  </a:lnTo>
                  <a:lnTo>
                    <a:pt x="100" y="41"/>
                  </a:lnTo>
                  <a:lnTo>
                    <a:pt x="100" y="41"/>
                  </a:lnTo>
                  <a:lnTo>
                    <a:pt x="100" y="40"/>
                  </a:lnTo>
                  <a:lnTo>
                    <a:pt x="99" y="40"/>
                  </a:lnTo>
                  <a:lnTo>
                    <a:pt x="99" y="40"/>
                  </a:lnTo>
                  <a:lnTo>
                    <a:pt x="99" y="40"/>
                  </a:lnTo>
                  <a:lnTo>
                    <a:pt x="99" y="40"/>
                  </a:lnTo>
                  <a:lnTo>
                    <a:pt x="99" y="40"/>
                  </a:lnTo>
                  <a:lnTo>
                    <a:pt x="99" y="40"/>
                  </a:lnTo>
                  <a:lnTo>
                    <a:pt x="99" y="40"/>
                  </a:lnTo>
                  <a:lnTo>
                    <a:pt x="99" y="39"/>
                  </a:lnTo>
                  <a:lnTo>
                    <a:pt x="99" y="39"/>
                  </a:lnTo>
                  <a:lnTo>
                    <a:pt x="99" y="39"/>
                  </a:lnTo>
                  <a:lnTo>
                    <a:pt x="99" y="39"/>
                  </a:lnTo>
                  <a:lnTo>
                    <a:pt x="99" y="37"/>
                  </a:lnTo>
                  <a:lnTo>
                    <a:pt x="99" y="37"/>
                  </a:lnTo>
                  <a:lnTo>
                    <a:pt x="99" y="37"/>
                  </a:lnTo>
                  <a:lnTo>
                    <a:pt x="99" y="37"/>
                  </a:lnTo>
                  <a:lnTo>
                    <a:pt x="99" y="35"/>
                  </a:lnTo>
                  <a:lnTo>
                    <a:pt x="98" y="35"/>
                  </a:lnTo>
                  <a:lnTo>
                    <a:pt x="98" y="35"/>
                  </a:lnTo>
                  <a:lnTo>
                    <a:pt x="98" y="35"/>
                  </a:lnTo>
                  <a:lnTo>
                    <a:pt x="98" y="35"/>
                  </a:lnTo>
                  <a:lnTo>
                    <a:pt x="98" y="35"/>
                  </a:lnTo>
                  <a:lnTo>
                    <a:pt x="98" y="35"/>
                  </a:lnTo>
                  <a:lnTo>
                    <a:pt x="98" y="35"/>
                  </a:lnTo>
                  <a:lnTo>
                    <a:pt x="98" y="35"/>
                  </a:lnTo>
                  <a:lnTo>
                    <a:pt x="97" y="35"/>
                  </a:lnTo>
                  <a:lnTo>
                    <a:pt x="97" y="35"/>
                  </a:lnTo>
                  <a:lnTo>
                    <a:pt x="97" y="35"/>
                  </a:lnTo>
                  <a:lnTo>
                    <a:pt x="97" y="35"/>
                  </a:lnTo>
                  <a:lnTo>
                    <a:pt x="97" y="35"/>
                  </a:lnTo>
                  <a:lnTo>
                    <a:pt x="97" y="35"/>
                  </a:lnTo>
                  <a:lnTo>
                    <a:pt x="97" y="35"/>
                  </a:lnTo>
                  <a:lnTo>
                    <a:pt x="97" y="34"/>
                  </a:lnTo>
                  <a:lnTo>
                    <a:pt x="96" y="34"/>
                  </a:lnTo>
                  <a:lnTo>
                    <a:pt x="95" y="34"/>
                  </a:lnTo>
                  <a:lnTo>
                    <a:pt x="95" y="34"/>
                  </a:lnTo>
                  <a:lnTo>
                    <a:pt x="95" y="34"/>
                  </a:lnTo>
                  <a:lnTo>
                    <a:pt x="95" y="34"/>
                  </a:lnTo>
                  <a:lnTo>
                    <a:pt x="93" y="34"/>
                  </a:lnTo>
                  <a:lnTo>
                    <a:pt x="93" y="34"/>
                  </a:lnTo>
                  <a:lnTo>
                    <a:pt x="93" y="34"/>
                  </a:lnTo>
                  <a:lnTo>
                    <a:pt x="93" y="34"/>
                  </a:lnTo>
                  <a:lnTo>
                    <a:pt x="91" y="34"/>
                  </a:lnTo>
                  <a:lnTo>
                    <a:pt x="91" y="34"/>
                  </a:lnTo>
                  <a:lnTo>
                    <a:pt x="89" y="34"/>
                  </a:lnTo>
                  <a:lnTo>
                    <a:pt x="89" y="34"/>
                  </a:lnTo>
                  <a:lnTo>
                    <a:pt x="88" y="34"/>
                  </a:lnTo>
                  <a:lnTo>
                    <a:pt x="88" y="34"/>
                  </a:lnTo>
                  <a:lnTo>
                    <a:pt x="88" y="34"/>
                  </a:lnTo>
                  <a:lnTo>
                    <a:pt x="88" y="34"/>
                  </a:lnTo>
                  <a:lnTo>
                    <a:pt x="86" y="34"/>
                  </a:lnTo>
                  <a:lnTo>
                    <a:pt x="86" y="34"/>
                  </a:lnTo>
                  <a:lnTo>
                    <a:pt x="86" y="34"/>
                  </a:lnTo>
                  <a:lnTo>
                    <a:pt x="86" y="34"/>
                  </a:lnTo>
                  <a:lnTo>
                    <a:pt x="86" y="34"/>
                  </a:lnTo>
                  <a:lnTo>
                    <a:pt x="86" y="34"/>
                  </a:lnTo>
                  <a:lnTo>
                    <a:pt x="86" y="34"/>
                  </a:lnTo>
                  <a:lnTo>
                    <a:pt x="86" y="32"/>
                  </a:lnTo>
                  <a:lnTo>
                    <a:pt x="86" y="32"/>
                  </a:lnTo>
                  <a:lnTo>
                    <a:pt x="86" y="32"/>
                  </a:lnTo>
                  <a:lnTo>
                    <a:pt x="86" y="32"/>
                  </a:lnTo>
                  <a:lnTo>
                    <a:pt x="86" y="31"/>
                  </a:lnTo>
                  <a:lnTo>
                    <a:pt x="86" y="31"/>
                  </a:lnTo>
                  <a:lnTo>
                    <a:pt x="86" y="31"/>
                  </a:lnTo>
                  <a:lnTo>
                    <a:pt x="86" y="31"/>
                  </a:lnTo>
                  <a:lnTo>
                    <a:pt x="87" y="29"/>
                  </a:lnTo>
                  <a:lnTo>
                    <a:pt x="87" y="29"/>
                  </a:lnTo>
                  <a:lnTo>
                    <a:pt x="87" y="29"/>
                  </a:lnTo>
                  <a:lnTo>
                    <a:pt x="87" y="29"/>
                  </a:lnTo>
                  <a:lnTo>
                    <a:pt x="87" y="28"/>
                  </a:lnTo>
                  <a:lnTo>
                    <a:pt x="87" y="28"/>
                  </a:lnTo>
                  <a:lnTo>
                    <a:pt x="87" y="28"/>
                  </a:lnTo>
                  <a:lnTo>
                    <a:pt x="87" y="28"/>
                  </a:lnTo>
                  <a:lnTo>
                    <a:pt x="88" y="26"/>
                  </a:lnTo>
                  <a:lnTo>
                    <a:pt x="88" y="26"/>
                  </a:lnTo>
                  <a:lnTo>
                    <a:pt x="88" y="26"/>
                  </a:lnTo>
                  <a:lnTo>
                    <a:pt x="88" y="26"/>
                  </a:lnTo>
                  <a:lnTo>
                    <a:pt x="89" y="24"/>
                  </a:lnTo>
                  <a:lnTo>
                    <a:pt x="89" y="24"/>
                  </a:lnTo>
                  <a:lnTo>
                    <a:pt x="89" y="24"/>
                  </a:lnTo>
                  <a:lnTo>
                    <a:pt x="89" y="24"/>
                  </a:lnTo>
                  <a:lnTo>
                    <a:pt x="90" y="22"/>
                  </a:lnTo>
                  <a:lnTo>
                    <a:pt x="90" y="22"/>
                  </a:lnTo>
                  <a:lnTo>
                    <a:pt x="90" y="22"/>
                  </a:lnTo>
                  <a:lnTo>
                    <a:pt x="90" y="22"/>
                  </a:lnTo>
                  <a:lnTo>
                    <a:pt x="90" y="21"/>
                  </a:lnTo>
                  <a:lnTo>
                    <a:pt x="90" y="21"/>
                  </a:lnTo>
                  <a:lnTo>
                    <a:pt x="90" y="21"/>
                  </a:lnTo>
                  <a:lnTo>
                    <a:pt x="90" y="21"/>
                  </a:lnTo>
                  <a:lnTo>
                    <a:pt x="91" y="19"/>
                  </a:lnTo>
                  <a:lnTo>
                    <a:pt x="91" y="19"/>
                  </a:lnTo>
                  <a:lnTo>
                    <a:pt x="91" y="19"/>
                  </a:lnTo>
                  <a:lnTo>
                    <a:pt x="91" y="19"/>
                  </a:lnTo>
                  <a:lnTo>
                    <a:pt x="92" y="17"/>
                  </a:lnTo>
                  <a:lnTo>
                    <a:pt x="92" y="17"/>
                  </a:lnTo>
                  <a:lnTo>
                    <a:pt x="92" y="17"/>
                  </a:lnTo>
                  <a:lnTo>
                    <a:pt x="92" y="17"/>
                  </a:lnTo>
                  <a:lnTo>
                    <a:pt x="94" y="15"/>
                  </a:lnTo>
                  <a:lnTo>
                    <a:pt x="91" y="15"/>
                  </a:lnTo>
                  <a:lnTo>
                    <a:pt x="91" y="15"/>
                  </a:lnTo>
                  <a:lnTo>
                    <a:pt x="90" y="15"/>
                  </a:lnTo>
                  <a:lnTo>
                    <a:pt x="90" y="15"/>
                  </a:lnTo>
                  <a:lnTo>
                    <a:pt x="88" y="15"/>
                  </a:lnTo>
                  <a:lnTo>
                    <a:pt x="88" y="15"/>
                  </a:lnTo>
                  <a:lnTo>
                    <a:pt x="88" y="15"/>
                  </a:lnTo>
                  <a:lnTo>
                    <a:pt x="88" y="15"/>
                  </a:lnTo>
                  <a:lnTo>
                    <a:pt x="86" y="15"/>
                  </a:lnTo>
                  <a:lnTo>
                    <a:pt x="86" y="15"/>
                  </a:lnTo>
                  <a:lnTo>
                    <a:pt x="86" y="15"/>
                  </a:lnTo>
                  <a:lnTo>
                    <a:pt x="86" y="15"/>
                  </a:lnTo>
                  <a:lnTo>
                    <a:pt x="84" y="15"/>
                  </a:lnTo>
                  <a:lnTo>
                    <a:pt x="84" y="15"/>
                  </a:lnTo>
                  <a:lnTo>
                    <a:pt x="84" y="15"/>
                  </a:lnTo>
                  <a:lnTo>
                    <a:pt x="84" y="15"/>
                  </a:lnTo>
                  <a:lnTo>
                    <a:pt x="84" y="15"/>
                  </a:lnTo>
                  <a:lnTo>
                    <a:pt x="84" y="15"/>
                  </a:lnTo>
                  <a:lnTo>
                    <a:pt x="84" y="15"/>
                  </a:lnTo>
                  <a:lnTo>
                    <a:pt x="84" y="15"/>
                  </a:lnTo>
                  <a:lnTo>
                    <a:pt x="84" y="15"/>
                  </a:lnTo>
                  <a:lnTo>
                    <a:pt x="84" y="15"/>
                  </a:lnTo>
                  <a:lnTo>
                    <a:pt x="84" y="15"/>
                  </a:lnTo>
                  <a:lnTo>
                    <a:pt x="84" y="13"/>
                  </a:lnTo>
                  <a:lnTo>
                    <a:pt x="82" y="13"/>
                  </a:lnTo>
                  <a:lnTo>
                    <a:pt x="82" y="13"/>
                  </a:lnTo>
                  <a:lnTo>
                    <a:pt x="82" y="13"/>
                  </a:lnTo>
                  <a:lnTo>
                    <a:pt x="82" y="11"/>
                  </a:lnTo>
                  <a:lnTo>
                    <a:pt x="82" y="11"/>
                  </a:lnTo>
                  <a:lnTo>
                    <a:pt x="82" y="11"/>
                  </a:lnTo>
                  <a:lnTo>
                    <a:pt x="82" y="11"/>
                  </a:lnTo>
                  <a:lnTo>
                    <a:pt x="82" y="10"/>
                  </a:lnTo>
                  <a:lnTo>
                    <a:pt x="81" y="11"/>
                  </a:lnTo>
                  <a:lnTo>
                    <a:pt x="81" y="11"/>
                  </a:lnTo>
                  <a:lnTo>
                    <a:pt x="80" y="11"/>
                  </a:lnTo>
                  <a:lnTo>
                    <a:pt x="80" y="11"/>
                  </a:lnTo>
                  <a:lnTo>
                    <a:pt x="78" y="11"/>
                  </a:lnTo>
                  <a:lnTo>
                    <a:pt x="78" y="11"/>
                  </a:lnTo>
                  <a:lnTo>
                    <a:pt x="78" y="11"/>
                  </a:lnTo>
                  <a:lnTo>
                    <a:pt x="78" y="11"/>
                  </a:lnTo>
                  <a:lnTo>
                    <a:pt x="76" y="12"/>
                  </a:lnTo>
                  <a:lnTo>
                    <a:pt x="76" y="12"/>
                  </a:lnTo>
                  <a:lnTo>
                    <a:pt x="75" y="12"/>
                  </a:lnTo>
                  <a:lnTo>
                    <a:pt x="75" y="12"/>
                  </a:lnTo>
                  <a:lnTo>
                    <a:pt x="74" y="12"/>
                  </a:lnTo>
                  <a:lnTo>
                    <a:pt x="74" y="12"/>
                  </a:lnTo>
                  <a:lnTo>
                    <a:pt x="74" y="12"/>
                  </a:lnTo>
                  <a:lnTo>
                    <a:pt x="74" y="11"/>
                  </a:lnTo>
                  <a:lnTo>
                    <a:pt x="72" y="11"/>
                  </a:lnTo>
                  <a:lnTo>
                    <a:pt x="72" y="11"/>
                  </a:lnTo>
                  <a:lnTo>
                    <a:pt x="72" y="11"/>
                  </a:lnTo>
                  <a:lnTo>
                    <a:pt x="72" y="10"/>
                  </a:lnTo>
                  <a:lnTo>
                    <a:pt x="72" y="10"/>
                  </a:lnTo>
                  <a:lnTo>
                    <a:pt x="72" y="10"/>
                  </a:lnTo>
                  <a:lnTo>
                    <a:pt x="72" y="10"/>
                  </a:lnTo>
                  <a:lnTo>
                    <a:pt x="72" y="7"/>
                  </a:lnTo>
                  <a:lnTo>
                    <a:pt x="71" y="7"/>
                  </a:lnTo>
                  <a:lnTo>
                    <a:pt x="71" y="7"/>
                  </a:lnTo>
                  <a:lnTo>
                    <a:pt x="71" y="7"/>
                  </a:lnTo>
                  <a:lnTo>
                    <a:pt x="71" y="5"/>
                  </a:lnTo>
                  <a:lnTo>
                    <a:pt x="71" y="5"/>
                  </a:lnTo>
                  <a:lnTo>
                    <a:pt x="71" y="5"/>
                  </a:lnTo>
                  <a:lnTo>
                    <a:pt x="71" y="5"/>
                  </a:lnTo>
                  <a:lnTo>
                    <a:pt x="71" y="3"/>
                  </a:lnTo>
                  <a:lnTo>
                    <a:pt x="69" y="3"/>
                  </a:lnTo>
                  <a:lnTo>
                    <a:pt x="69" y="3"/>
                  </a:lnTo>
                  <a:lnTo>
                    <a:pt x="69" y="3"/>
                  </a:lnTo>
                  <a:lnTo>
                    <a:pt x="69" y="3"/>
                  </a:lnTo>
                  <a:lnTo>
                    <a:pt x="67" y="3"/>
                  </a:lnTo>
                  <a:lnTo>
                    <a:pt x="67" y="3"/>
                  </a:lnTo>
                  <a:lnTo>
                    <a:pt x="67" y="3"/>
                  </a:lnTo>
                  <a:lnTo>
                    <a:pt x="67" y="2"/>
                  </a:lnTo>
                  <a:lnTo>
                    <a:pt x="66" y="2"/>
                  </a:lnTo>
                  <a:lnTo>
                    <a:pt x="66" y="2"/>
                  </a:lnTo>
                  <a:lnTo>
                    <a:pt x="66" y="2"/>
                  </a:lnTo>
                  <a:lnTo>
                    <a:pt x="66" y="2"/>
                  </a:lnTo>
                  <a:lnTo>
                    <a:pt x="64" y="2"/>
                  </a:lnTo>
                  <a:lnTo>
                    <a:pt x="64" y="2"/>
                  </a:lnTo>
                  <a:lnTo>
                    <a:pt x="64" y="2"/>
                  </a:lnTo>
                  <a:lnTo>
                    <a:pt x="64" y="1"/>
                  </a:lnTo>
                  <a:lnTo>
                    <a:pt x="63" y="1"/>
                  </a:lnTo>
                  <a:lnTo>
                    <a:pt x="63" y="1"/>
                  </a:lnTo>
                  <a:lnTo>
                    <a:pt x="63" y="1"/>
                  </a:lnTo>
                  <a:lnTo>
                    <a:pt x="63" y="1"/>
                  </a:lnTo>
                  <a:lnTo>
                    <a:pt x="63" y="1"/>
                  </a:lnTo>
                  <a:lnTo>
                    <a:pt x="63" y="1"/>
                  </a:lnTo>
                  <a:lnTo>
                    <a:pt x="63" y="1"/>
                  </a:lnTo>
                  <a:lnTo>
                    <a:pt x="63" y="1"/>
                  </a:lnTo>
                  <a:lnTo>
                    <a:pt x="62" y="1"/>
                  </a:lnTo>
                  <a:lnTo>
                    <a:pt x="62" y="1"/>
                  </a:lnTo>
                  <a:lnTo>
                    <a:pt x="62" y="1"/>
                  </a:lnTo>
                  <a:lnTo>
                    <a:pt x="62" y="1"/>
                  </a:lnTo>
                  <a:lnTo>
                    <a:pt x="62" y="1"/>
                  </a:lnTo>
                  <a:lnTo>
                    <a:pt x="62" y="1"/>
                  </a:lnTo>
                  <a:lnTo>
                    <a:pt x="62" y="1"/>
                  </a:lnTo>
                  <a:lnTo>
                    <a:pt x="62" y="1"/>
                  </a:lnTo>
                  <a:lnTo>
                    <a:pt x="60" y="1"/>
                  </a:lnTo>
                  <a:lnTo>
                    <a:pt x="60" y="1"/>
                  </a:lnTo>
                  <a:lnTo>
                    <a:pt x="60" y="1"/>
                  </a:lnTo>
                  <a:lnTo>
                    <a:pt x="60" y="1"/>
                  </a:lnTo>
                  <a:lnTo>
                    <a:pt x="58" y="1"/>
                  </a:lnTo>
                  <a:lnTo>
                    <a:pt x="58" y="1"/>
                  </a:lnTo>
                  <a:lnTo>
                    <a:pt x="58" y="1"/>
                  </a:lnTo>
                  <a:lnTo>
                    <a:pt x="58" y="1"/>
                  </a:lnTo>
                  <a:lnTo>
                    <a:pt x="56" y="1"/>
                  </a:lnTo>
                  <a:lnTo>
                    <a:pt x="56" y="1"/>
                  </a:lnTo>
                  <a:lnTo>
                    <a:pt x="56" y="1"/>
                  </a:lnTo>
                  <a:lnTo>
                    <a:pt x="56" y="1"/>
                  </a:lnTo>
                  <a:lnTo>
                    <a:pt x="55" y="1"/>
                  </a:lnTo>
                  <a:lnTo>
                    <a:pt x="55" y="1"/>
                  </a:lnTo>
                  <a:lnTo>
                    <a:pt x="55" y="1"/>
                  </a:lnTo>
                  <a:lnTo>
                    <a:pt x="55" y="0"/>
                  </a:lnTo>
                  <a:lnTo>
                    <a:pt x="54" y="2"/>
                  </a:lnTo>
                  <a:lnTo>
                    <a:pt x="54" y="2"/>
                  </a:lnTo>
                  <a:lnTo>
                    <a:pt x="54" y="2"/>
                  </a:lnTo>
                  <a:lnTo>
                    <a:pt x="54" y="2"/>
                  </a:lnTo>
                  <a:lnTo>
                    <a:pt x="54" y="2"/>
                  </a:lnTo>
                  <a:lnTo>
                    <a:pt x="54" y="2"/>
                  </a:lnTo>
                  <a:lnTo>
                    <a:pt x="54" y="2"/>
                  </a:lnTo>
                  <a:lnTo>
                    <a:pt x="54" y="2"/>
                  </a:lnTo>
                  <a:lnTo>
                    <a:pt x="52" y="3"/>
                  </a:lnTo>
                  <a:lnTo>
                    <a:pt x="52" y="3"/>
                  </a:lnTo>
                  <a:lnTo>
                    <a:pt x="52" y="3"/>
                  </a:lnTo>
                  <a:lnTo>
                    <a:pt x="52" y="3"/>
                  </a:lnTo>
                  <a:lnTo>
                    <a:pt x="52" y="3"/>
                  </a:lnTo>
                  <a:lnTo>
                    <a:pt x="52" y="3"/>
                  </a:lnTo>
                  <a:lnTo>
                    <a:pt x="52" y="3"/>
                  </a:lnTo>
                  <a:lnTo>
                    <a:pt x="52" y="3"/>
                  </a:lnTo>
                  <a:lnTo>
                    <a:pt x="51" y="4"/>
                  </a:lnTo>
                  <a:lnTo>
                    <a:pt x="51" y="4"/>
                  </a:lnTo>
                  <a:lnTo>
                    <a:pt x="51" y="4"/>
                  </a:lnTo>
                  <a:lnTo>
                    <a:pt x="51" y="4"/>
                  </a:lnTo>
                  <a:lnTo>
                    <a:pt x="51" y="4"/>
                  </a:lnTo>
                  <a:lnTo>
                    <a:pt x="51" y="4"/>
                  </a:lnTo>
                  <a:lnTo>
                    <a:pt x="51" y="4"/>
                  </a:lnTo>
                  <a:lnTo>
                    <a:pt x="51" y="4"/>
                  </a:lnTo>
                  <a:lnTo>
                    <a:pt x="51" y="4"/>
                  </a:lnTo>
                  <a:lnTo>
                    <a:pt x="51" y="4"/>
                  </a:lnTo>
                  <a:lnTo>
                    <a:pt x="51" y="4"/>
                  </a:lnTo>
                  <a:lnTo>
                    <a:pt x="51" y="4"/>
                  </a:lnTo>
                  <a:lnTo>
                    <a:pt x="51" y="4"/>
                  </a:lnTo>
                  <a:lnTo>
                    <a:pt x="51" y="4"/>
                  </a:lnTo>
                  <a:lnTo>
                    <a:pt x="51" y="4"/>
                  </a:lnTo>
                  <a:lnTo>
                    <a:pt x="51" y="4"/>
                  </a:lnTo>
                  <a:lnTo>
                    <a:pt x="50" y="5"/>
                  </a:lnTo>
                  <a:lnTo>
                    <a:pt x="50" y="5"/>
                  </a:lnTo>
                  <a:lnTo>
                    <a:pt x="50" y="5"/>
                  </a:lnTo>
                  <a:lnTo>
                    <a:pt x="50" y="5"/>
                  </a:lnTo>
                  <a:lnTo>
                    <a:pt x="50" y="5"/>
                  </a:lnTo>
                  <a:lnTo>
                    <a:pt x="50" y="5"/>
                  </a:lnTo>
                  <a:lnTo>
                    <a:pt x="50" y="5"/>
                  </a:lnTo>
                  <a:lnTo>
                    <a:pt x="50" y="5"/>
                  </a:lnTo>
                  <a:lnTo>
                    <a:pt x="48" y="7"/>
                  </a:lnTo>
                  <a:lnTo>
                    <a:pt x="48" y="7"/>
                  </a:lnTo>
                  <a:lnTo>
                    <a:pt x="48" y="7"/>
                  </a:lnTo>
                  <a:lnTo>
                    <a:pt x="48" y="7"/>
                  </a:lnTo>
                  <a:lnTo>
                    <a:pt x="48" y="7"/>
                  </a:lnTo>
                  <a:lnTo>
                    <a:pt x="48" y="7"/>
                  </a:lnTo>
                  <a:lnTo>
                    <a:pt x="48" y="7"/>
                  </a:lnTo>
                  <a:lnTo>
                    <a:pt x="48" y="7"/>
                  </a:lnTo>
                  <a:lnTo>
                    <a:pt x="46" y="8"/>
                  </a:lnTo>
                  <a:lnTo>
                    <a:pt x="46" y="8"/>
                  </a:lnTo>
                  <a:lnTo>
                    <a:pt x="45" y="8"/>
                  </a:lnTo>
                  <a:lnTo>
                    <a:pt x="45" y="8"/>
                  </a:lnTo>
                  <a:lnTo>
                    <a:pt x="43" y="10"/>
                  </a:lnTo>
                  <a:lnTo>
                    <a:pt x="43" y="10"/>
                  </a:lnTo>
                  <a:lnTo>
                    <a:pt x="43" y="10"/>
                  </a:lnTo>
                  <a:lnTo>
                    <a:pt x="43" y="10"/>
                  </a:lnTo>
                  <a:lnTo>
                    <a:pt x="41" y="12"/>
                  </a:lnTo>
                  <a:lnTo>
                    <a:pt x="41" y="12"/>
                  </a:lnTo>
                  <a:lnTo>
                    <a:pt x="40" y="12"/>
                  </a:lnTo>
                  <a:lnTo>
                    <a:pt x="40" y="12"/>
                  </a:lnTo>
                  <a:lnTo>
                    <a:pt x="38" y="13"/>
                  </a:lnTo>
                  <a:lnTo>
                    <a:pt x="38" y="13"/>
                  </a:lnTo>
                  <a:lnTo>
                    <a:pt x="38" y="13"/>
                  </a:lnTo>
                  <a:lnTo>
                    <a:pt x="38" y="13"/>
                  </a:lnTo>
                  <a:lnTo>
                    <a:pt x="36" y="13"/>
                  </a:lnTo>
                  <a:lnTo>
                    <a:pt x="36" y="13"/>
                  </a:lnTo>
                  <a:lnTo>
                    <a:pt x="36" y="13"/>
                  </a:lnTo>
                  <a:lnTo>
                    <a:pt x="36" y="12"/>
                  </a:lnTo>
                  <a:lnTo>
                    <a:pt x="35" y="12"/>
                  </a:lnTo>
                  <a:lnTo>
                    <a:pt x="35" y="12"/>
                  </a:lnTo>
                  <a:lnTo>
                    <a:pt x="35" y="12"/>
                  </a:lnTo>
                  <a:lnTo>
                    <a:pt x="35" y="10"/>
                  </a:lnTo>
                  <a:lnTo>
                    <a:pt x="33" y="10"/>
                  </a:lnTo>
                  <a:lnTo>
                    <a:pt x="33" y="10"/>
                  </a:lnTo>
                  <a:lnTo>
                    <a:pt x="32" y="10"/>
                  </a:lnTo>
                  <a:lnTo>
                    <a:pt x="32" y="8"/>
                  </a:lnTo>
                  <a:lnTo>
                    <a:pt x="30" y="8"/>
                  </a:lnTo>
                  <a:lnTo>
                    <a:pt x="30" y="8"/>
                  </a:lnTo>
                  <a:lnTo>
                    <a:pt x="30" y="8"/>
                  </a:lnTo>
                  <a:lnTo>
                    <a:pt x="30" y="7"/>
                  </a:lnTo>
                  <a:lnTo>
                    <a:pt x="29" y="8"/>
                  </a:lnTo>
                  <a:lnTo>
                    <a:pt x="29" y="8"/>
                  </a:lnTo>
                  <a:lnTo>
                    <a:pt x="29" y="8"/>
                  </a:lnTo>
                  <a:lnTo>
                    <a:pt x="29" y="8"/>
                  </a:lnTo>
                  <a:lnTo>
                    <a:pt x="28" y="8"/>
                  </a:lnTo>
                  <a:lnTo>
                    <a:pt x="28" y="8"/>
                  </a:lnTo>
                  <a:lnTo>
                    <a:pt x="28" y="8"/>
                  </a:lnTo>
                  <a:lnTo>
                    <a:pt x="28" y="8"/>
                  </a:lnTo>
                  <a:lnTo>
                    <a:pt x="26" y="8"/>
                  </a:lnTo>
                  <a:lnTo>
                    <a:pt x="26" y="8"/>
                  </a:lnTo>
                  <a:lnTo>
                    <a:pt x="26" y="8"/>
                  </a:lnTo>
                  <a:lnTo>
                    <a:pt x="26" y="8"/>
                  </a:lnTo>
                  <a:lnTo>
                    <a:pt x="26" y="8"/>
                  </a:lnTo>
                  <a:lnTo>
                    <a:pt x="26" y="8"/>
                  </a:lnTo>
                  <a:lnTo>
                    <a:pt x="26" y="8"/>
                  </a:lnTo>
                  <a:lnTo>
                    <a:pt x="26" y="7"/>
                  </a:lnTo>
                  <a:lnTo>
                    <a:pt x="25" y="7"/>
                  </a:lnTo>
                  <a:lnTo>
                    <a:pt x="25" y="7"/>
                  </a:lnTo>
                  <a:lnTo>
                    <a:pt x="25" y="7"/>
                  </a:lnTo>
                  <a:lnTo>
                    <a:pt x="25" y="6"/>
                  </a:lnTo>
                  <a:lnTo>
                    <a:pt x="25" y="6"/>
                  </a:lnTo>
                  <a:lnTo>
                    <a:pt x="25" y="6"/>
                  </a:lnTo>
                  <a:lnTo>
                    <a:pt x="25" y="6"/>
                  </a:lnTo>
                  <a:lnTo>
                    <a:pt x="25" y="4"/>
                  </a:lnTo>
                  <a:lnTo>
                    <a:pt x="25" y="4"/>
                  </a:lnTo>
                  <a:lnTo>
                    <a:pt x="25" y="4"/>
                  </a:lnTo>
                  <a:lnTo>
                    <a:pt x="25" y="4"/>
                  </a:lnTo>
                  <a:lnTo>
                    <a:pt x="25" y="2"/>
                  </a:lnTo>
                  <a:lnTo>
                    <a:pt x="25" y="2"/>
                  </a:lnTo>
                  <a:lnTo>
                    <a:pt x="25" y="2"/>
                  </a:lnTo>
                  <a:lnTo>
                    <a:pt x="25" y="2"/>
                  </a:lnTo>
                  <a:lnTo>
                    <a:pt x="25" y="1"/>
                  </a:lnTo>
                  <a:lnTo>
                    <a:pt x="23" y="0"/>
                  </a:lnTo>
                  <a:lnTo>
                    <a:pt x="22" y="2"/>
                  </a:lnTo>
                  <a:lnTo>
                    <a:pt x="22" y="2"/>
                  </a:lnTo>
                  <a:lnTo>
                    <a:pt x="21" y="2"/>
                  </a:lnTo>
                  <a:lnTo>
                    <a:pt x="21" y="2"/>
                  </a:lnTo>
                  <a:lnTo>
                    <a:pt x="19" y="3"/>
                  </a:lnTo>
                  <a:lnTo>
                    <a:pt x="19" y="3"/>
                  </a:lnTo>
                  <a:lnTo>
                    <a:pt x="19" y="3"/>
                  </a:lnTo>
                  <a:lnTo>
                    <a:pt x="19" y="3"/>
                  </a:lnTo>
                  <a:lnTo>
                    <a:pt x="17" y="5"/>
                  </a:lnTo>
                  <a:lnTo>
                    <a:pt x="17" y="5"/>
                  </a:lnTo>
                  <a:lnTo>
                    <a:pt x="17" y="5"/>
                  </a:lnTo>
                  <a:lnTo>
                    <a:pt x="17" y="5"/>
                  </a:lnTo>
                  <a:lnTo>
                    <a:pt x="16" y="6"/>
                  </a:lnTo>
                  <a:lnTo>
                    <a:pt x="16" y="6"/>
                  </a:lnTo>
                  <a:lnTo>
                    <a:pt x="16" y="6"/>
                  </a:lnTo>
                  <a:lnTo>
                    <a:pt x="16" y="6"/>
                  </a:lnTo>
                  <a:lnTo>
                    <a:pt x="14" y="8"/>
                  </a:lnTo>
                  <a:lnTo>
                    <a:pt x="13" y="8"/>
                  </a:lnTo>
                  <a:lnTo>
                    <a:pt x="11" y="8"/>
                  </a:lnTo>
                  <a:lnTo>
                    <a:pt x="11" y="8"/>
                  </a:lnTo>
                  <a:lnTo>
                    <a:pt x="8" y="10"/>
                  </a:lnTo>
                  <a:lnTo>
                    <a:pt x="8" y="10"/>
                  </a:lnTo>
                  <a:lnTo>
                    <a:pt x="6" y="10"/>
                  </a:lnTo>
                  <a:lnTo>
                    <a:pt x="6" y="10"/>
                  </a:lnTo>
                  <a:lnTo>
                    <a:pt x="4" y="12"/>
                  </a:lnTo>
                  <a:lnTo>
                    <a:pt x="4" y="12"/>
                  </a:lnTo>
                  <a:lnTo>
                    <a:pt x="2" y="12"/>
                  </a:lnTo>
                  <a:lnTo>
                    <a:pt x="2" y="12"/>
                  </a:lnTo>
                  <a:lnTo>
                    <a:pt x="1" y="13"/>
                  </a:lnTo>
                  <a:lnTo>
                    <a:pt x="1" y="13"/>
                  </a:lnTo>
                  <a:lnTo>
                    <a:pt x="1" y="13"/>
                  </a:lnTo>
                  <a:lnTo>
                    <a:pt x="1" y="13"/>
                  </a:lnTo>
                  <a:lnTo>
                    <a:pt x="0" y="14"/>
                  </a:lnTo>
                  <a:lnTo>
                    <a:pt x="0" y="14"/>
                  </a:lnTo>
                  <a:lnTo>
                    <a:pt x="0" y="15"/>
                  </a:lnTo>
                  <a:lnTo>
                    <a:pt x="0" y="15"/>
                  </a:lnTo>
                  <a:lnTo>
                    <a:pt x="0" y="17"/>
                  </a:lnTo>
                  <a:lnTo>
                    <a:pt x="0" y="17"/>
                  </a:lnTo>
                  <a:lnTo>
                    <a:pt x="0" y="18"/>
                  </a:lnTo>
                  <a:lnTo>
                    <a:pt x="0" y="18"/>
                  </a:lnTo>
                  <a:lnTo>
                    <a:pt x="0" y="20"/>
                  </a:lnTo>
                  <a:lnTo>
                    <a:pt x="0" y="20"/>
                  </a:lnTo>
                  <a:lnTo>
                    <a:pt x="0" y="22"/>
                  </a:lnTo>
                  <a:lnTo>
                    <a:pt x="0" y="22"/>
                  </a:lnTo>
                  <a:lnTo>
                    <a:pt x="0" y="24"/>
                  </a:lnTo>
                  <a:lnTo>
                    <a:pt x="0" y="24"/>
                  </a:lnTo>
                  <a:lnTo>
                    <a:pt x="0" y="24"/>
                  </a:lnTo>
                  <a:lnTo>
                    <a:pt x="1" y="24"/>
                  </a:lnTo>
                  <a:lnTo>
                    <a:pt x="1" y="26"/>
                  </a:lnTo>
                  <a:lnTo>
                    <a:pt x="1" y="26"/>
                  </a:lnTo>
                  <a:lnTo>
                    <a:pt x="1" y="27"/>
                  </a:lnTo>
                  <a:lnTo>
                    <a:pt x="2" y="27"/>
                  </a:lnTo>
                  <a:lnTo>
                    <a:pt x="2" y="29"/>
                  </a:lnTo>
                  <a:lnTo>
                    <a:pt x="2" y="29"/>
                  </a:lnTo>
                  <a:lnTo>
                    <a:pt x="2" y="29"/>
                  </a:lnTo>
                  <a:lnTo>
                    <a:pt x="4" y="29"/>
                  </a:lnTo>
                  <a:lnTo>
                    <a:pt x="4" y="31"/>
                  </a:lnTo>
                  <a:lnTo>
                    <a:pt x="4" y="31"/>
                  </a:lnTo>
                  <a:lnTo>
                    <a:pt x="4" y="31"/>
                  </a:lnTo>
                  <a:lnTo>
                    <a:pt x="6" y="31"/>
                  </a:lnTo>
                  <a:lnTo>
                    <a:pt x="6" y="32"/>
                  </a:lnTo>
                  <a:lnTo>
                    <a:pt x="6" y="32"/>
                  </a:lnTo>
                  <a:lnTo>
                    <a:pt x="6" y="32"/>
                  </a:lnTo>
                  <a:lnTo>
                    <a:pt x="8" y="32"/>
                  </a:lnTo>
                  <a:lnTo>
                    <a:pt x="8" y="32"/>
                  </a:lnTo>
                  <a:lnTo>
                    <a:pt x="8" y="32"/>
                  </a:lnTo>
                  <a:lnTo>
                    <a:pt x="8" y="32"/>
                  </a:lnTo>
                  <a:lnTo>
                    <a:pt x="8" y="32"/>
                  </a:lnTo>
                  <a:lnTo>
                    <a:pt x="8" y="32"/>
                  </a:lnTo>
                  <a:lnTo>
                    <a:pt x="8" y="32"/>
                  </a:lnTo>
                  <a:lnTo>
                    <a:pt x="8" y="32"/>
                  </a:lnTo>
                  <a:lnTo>
                    <a:pt x="8" y="30"/>
                  </a:lnTo>
                  <a:lnTo>
                    <a:pt x="8" y="30"/>
                  </a:lnTo>
                  <a:lnTo>
                    <a:pt x="8" y="30"/>
                  </a:lnTo>
                  <a:lnTo>
                    <a:pt x="8" y="30"/>
                  </a:lnTo>
                  <a:lnTo>
                    <a:pt x="8" y="29"/>
                  </a:lnTo>
                  <a:lnTo>
                    <a:pt x="8" y="29"/>
                  </a:lnTo>
                  <a:lnTo>
                    <a:pt x="8" y="29"/>
                  </a:lnTo>
                  <a:lnTo>
                    <a:pt x="8" y="29"/>
                  </a:lnTo>
                  <a:lnTo>
                    <a:pt x="11" y="27"/>
                  </a:lnTo>
                  <a:lnTo>
                    <a:pt x="11" y="27"/>
                  </a:lnTo>
                  <a:lnTo>
                    <a:pt x="11" y="27"/>
                  </a:lnTo>
                  <a:lnTo>
                    <a:pt x="11" y="27"/>
                  </a:lnTo>
                  <a:lnTo>
                    <a:pt x="11" y="27"/>
                  </a:lnTo>
                  <a:lnTo>
                    <a:pt x="11" y="27"/>
                  </a:lnTo>
                  <a:lnTo>
                    <a:pt x="11" y="27"/>
                  </a:lnTo>
                  <a:lnTo>
                    <a:pt x="11" y="27"/>
                  </a:lnTo>
                  <a:lnTo>
                    <a:pt x="13" y="27"/>
                  </a:lnTo>
                  <a:lnTo>
                    <a:pt x="13" y="27"/>
                  </a:lnTo>
                  <a:lnTo>
                    <a:pt x="13" y="27"/>
                  </a:lnTo>
                  <a:lnTo>
                    <a:pt x="13" y="27"/>
                  </a:lnTo>
                  <a:lnTo>
                    <a:pt x="14" y="27"/>
                  </a:lnTo>
                  <a:lnTo>
                    <a:pt x="14" y="27"/>
                  </a:lnTo>
                  <a:lnTo>
                    <a:pt x="14" y="27"/>
                  </a:lnTo>
                  <a:lnTo>
                    <a:pt x="14" y="27"/>
                  </a:lnTo>
                  <a:lnTo>
                    <a:pt x="16" y="27"/>
                  </a:lnTo>
                  <a:lnTo>
                    <a:pt x="16" y="29"/>
                  </a:lnTo>
                  <a:lnTo>
                    <a:pt x="16" y="29"/>
                  </a:lnTo>
                  <a:lnTo>
                    <a:pt x="16" y="31"/>
                  </a:lnTo>
                  <a:lnTo>
                    <a:pt x="16" y="31"/>
                  </a:lnTo>
                  <a:lnTo>
                    <a:pt x="16" y="33"/>
                  </a:lnTo>
                  <a:lnTo>
                    <a:pt x="16" y="33"/>
                  </a:lnTo>
                  <a:lnTo>
                    <a:pt x="16" y="33"/>
                  </a:lnTo>
                  <a:lnTo>
                    <a:pt x="16" y="33"/>
                  </a:lnTo>
                  <a:lnTo>
                    <a:pt x="16" y="35"/>
                  </a:lnTo>
                  <a:lnTo>
                    <a:pt x="16" y="35"/>
                  </a:lnTo>
                  <a:lnTo>
                    <a:pt x="16" y="36"/>
                  </a:lnTo>
                  <a:lnTo>
                    <a:pt x="16" y="36"/>
                  </a:lnTo>
                  <a:lnTo>
                    <a:pt x="16" y="37"/>
                  </a:lnTo>
                  <a:lnTo>
                    <a:pt x="16" y="37"/>
                  </a:lnTo>
                  <a:lnTo>
                    <a:pt x="16" y="37"/>
                  </a:lnTo>
                  <a:lnTo>
                    <a:pt x="18" y="37"/>
                  </a:lnTo>
                  <a:lnTo>
                    <a:pt x="18" y="39"/>
                  </a:lnTo>
                  <a:lnTo>
                    <a:pt x="18" y="39"/>
                  </a:lnTo>
                  <a:lnTo>
                    <a:pt x="18" y="39"/>
                  </a:lnTo>
                  <a:lnTo>
                    <a:pt x="18" y="39"/>
                  </a:lnTo>
                  <a:lnTo>
                    <a:pt x="18" y="41"/>
                  </a:lnTo>
                  <a:lnTo>
                    <a:pt x="18" y="41"/>
                  </a:lnTo>
                  <a:lnTo>
                    <a:pt x="18" y="41"/>
                  </a:lnTo>
                  <a:lnTo>
                    <a:pt x="21" y="41"/>
                  </a:lnTo>
                  <a:lnTo>
                    <a:pt x="21" y="42"/>
                  </a:lnTo>
                  <a:lnTo>
                    <a:pt x="21" y="42"/>
                  </a:lnTo>
                  <a:lnTo>
                    <a:pt x="21" y="42"/>
                  </a:lnTo>
                  <a:lnTo>
                    <a:pt x="21" y="42"/>
                  </a:lnTo>
                  <a:lnTo>
                    <a:pt x="21" y="42"/>
                  </a:lnTo>
                  <a:lnTo>
                    <a:pt x="21" y="42"/>
                  </a:lnTo>
                  <a:lnTo>
                    <a:pt x="21" y="42"/>
                  </a:lnTo>
                  <a:lnTo>
                    <a:pt x="23" y="42"/>
                  </a:lnTo>
                  <a:lnTo>
                    <a:pt x="23" y="42"/>
                  </a:lnTo>
                  <a:lnTo>
                    <a:pt x="23" y="42"/>
                  </a:lnTo>
                  <a:lnTo>
                    <a:pt x="23" y="42"/>
                  </a:lnTo>
                  <a:lnTo>
                    <a:pt x="25" y="42"/>
                  </a:lnTo>
                  <a:lnTo>
                    <a:pt x="25" y="42"/>
                  </a:lnTo>
                  <a:lnTo>
                    <a:pt x="25" y="42"/>
                  </a:lnTo>
                  <a:lnTo>
                    <a:pt x="25" y="42"/>
                  </a:lnTo>
                  <a:lnTo>
                    <a:pt x="27" y="42"/>
                  </a:lnTo>
                  <a:lnTo>
                    <a:pt x="27" y="42"/>
                  </a:lnTo>
                  <a:lnTo>
                    <a:pt x="27" y="42"/>
                  </a:lnTo>
                  <a:lnTo>
                    <a:pt x="27" y="42"/>
                  </a:lnTo>
                  <a:lnTo>
                    <a:pt x="28" y="42"/>
                  </a:lnTo>
                  <a:lnTo>
                    <a:pt x="28" y="42"/>
                  </a:lnTo>
                  <a:lnTo>
                    <a:pt x="28" y="42"/>
                  </a:lnTo>
                  <a:lnTo>
                    <a:pt x="28" y="42"/>
                  </a:lnTo>
                  <a:lnTo>
                    <a:pt x="30" y="42"/>
                  </a:lnTo>
                  <a:lnTo>
                    <a:pt x="30" y="44"/>
                  </a:lnTo>
                  <a:lnTo>
                    <a:pt x="30" y="44"/>
                  </a:lnTo>
                  <a:lnTo>
                    <a:pt x="30" y="46"/>
                  </a:lnTo>
                  <a:lnTo>
                    <a:pt x="31" y="46"/>
                  </a:lnTo>
                  <a:lnTo>
                    <a:pt x="31" y="48"/>
                  </a:lnTo>
                  <a:lnTo>
                    <a:pt x="31" y="48"/>
                  </a:lnTo>
                  <a:lnTo>
                    <a:pt x="31" y="48"/>
                  </a:lnTo>
                  <a:lnTo>
                    <a:pt x="33" y="48"/>
                  </a:lnTo>
                  <a:lnTo>
                    <a:pt x="33" y="49"/>
                  </a:lnTo>
                  <a:lnTo>
                    <a:pt x="33" y="49"/>
                  </a:lnTo>
                  <a:lnTo>
                    <a:pt x="33" y="49"/>
                  </a:lnTo>
                  <a:lnTo>
                    <a:pt x="34" y="49"/>
                  </a:lnTo>
                  <a:lnTo>
                    <a:pt x="34" y="51"/>
                  </a:lnTo>
                  <a:lnTo>
                    <a:pt x="34" y="51"/>
                  </a:lnTo>
                  <a:lnTo>
                    <a:pt x="34" y="51"/>
                  </a:lnTo>
                  <a:lnTo>
                    <a:pt x="36" y="51"/>
                  </a:lnTo>
                  <a:lnTo>
                    <a:pt x="36" y="52"/>
                  </a:lnTo>
                  <a:lnTo>
                    <a:pt x="36" y="52"/>
                  </a:lnTo>
                  <a:lnTo>
                    <a:pt x="36" y="52"/>
                  </a:lnTo>
                  <a:lnTo>
                    <a:pt x="37" y="52"/>
                  </a:lnTo>
                  <a:lnTo>
                    <a:pt x="37" y="52"/>
                  </a:lnTo>
                  <a:lnTo>
                    <a:pt x="39" y="52"/>
                  </a:lnTo>
                  <a:lnTo>
                    <a:pt x="39" y="52"/>
                  </a:lnTo>
                  <a:lnTo>
                    <a:pt x="41" y="52"/>
                  </a:lnTo>
                  <a:lnTo>
                    <a:pt x="41" y="53"/>
                  </a:lnTo>
                  <a:lnTo>
                    <a:pt x="42" y="53"/>
                  </a:lnTo>
                  <a:lnTo>
                    <a:pt x="42" y="53"/>
                  </a:lnTo>
                  <a:lnTo>
                    <a:pt x="44" y="53"/>
                  </a:lnTo>
                  <a:lnTo>
                    <a:pt x="44" y="53"/>
                  </a:lnTo>
                  <a:lnTo>
                    <a:pt x="44" y="53"/>
                  </a:lnTo>
                  <a:lnTo>
                    <a:pt x="44" y="53"/>
                  </a:lnTo>
                  <a:lnTo>
                    <a:pt x="46" y="53"/>
                  </a:lnTo>
                  <a:lnTo>
                    <a:pt x="46" y="54"/>
                  </a:lnTo>
                  <a:lnTo>
                    <a:pt x="46" y="54"/>
                  </a:lnTo>
                  <a:lnTo>
                    <a:pt x="46" y="54"/>
                  </a:lnTo>
                  <a:lnTo>
                    <a:pt x="46" y="54"/>
                  </a:lnTo>
                  <a:lnTo>
                    <a:pt x="46" y="55"/>
                  </a:lnTo>
                  <a:lnTo>
                    <a:pt x="46" y="55"/>
                  </a:lnTo>
                  <a:lnTo>
                    <a:pt x="46" y="55"/>
                  </a:lnTo>
                  <a:lnTo>
                    <a:pt x="48" y="55"/>
                  </a:lnTo>
                  <a:lnTo>
                    <a:pt x="48" y="57"/>
                  </a:lnTo>
                  <a:lnTo>
                    <a:pt x="48" y="57"/>
                  </a:lnTo>
                  <a:lnTo>
                    <a:pt x="48" y="57"/>
                  </a:lnTo>
                  <a:lnTo>
                    <a:pt x="48" y="57"/>
                  </a:lnTo>
                  <a:lnTo>
                    <a:pt x="48" y="57"/>
                  </a:lnTo>
                  <a:lnTo>
                    <a:pt x="48" y="57"/>
                  </a:lnTo>
                  <a:lnTo>
                    <a:pt x="48" y="57"/>
                  </a:lnTo>
                  <a:lnTo>
                    <a:pt x="50" y="57"/>
                  </a:lnTo>
                  <a:lnTo>
                    <a:pt x="47" y="57"/>
                  </a:lnTo>
                  <a:lnTo>
                    <a:pt x="47" y="57"/>
                  </a:lnTo>
                  <a:lnTo>
                    <a:pt x="47" y="57"/>
                  </a:lnTo>
                  <a:lnTo>
                    <a:pt x="47" y="57"/>
                  </a:lnTo>
                  <a:lnTo>
                    <a:pt x="45" y="57"/>
                  </a:lnTo>
                  <a:lnTo>
                    <a:pt x="45" y="57"/>
                  </a:lnTo>
                  <a:lnTo>
                    <a:pt x="45" y="57"/>
                  </a:lnTo>
                  <a:lnTo>
                    <a:pt x="45" y="57"/>
                  </a:lnTo>
                  <a:lnTo>
                    <a:pt x="43" y="57"/>
                  </a:lnTo>
                  <a:lnTo>
                    <a:pt x="43" y="57"/>
                  </a:lnTo>
                  <a:lnTo>
                    <a:pt x="43" y="57"/>
                  </a:lnTo>
                  <a:lnTo>
                    <a:pt x="43" y="57"/>
                  </a:lnTo>
                  <a:lnTo>
                    <a:pt x="42" y="57"/>
                  </a:lnTo>
                  <a:lnTo>
                    <a:pt x="42" y="57"/>
                  </a:lnTo>
                  <a:lnTo>
                    <a:pt x="42" y="57"/>
                  </a:lnTo>
                  <a:lnTo>
                    <a:pt x="42" y="57"/>
                  </a:lnTo>
                  <a:lnTo>
                    <a:pt x="42" y="59"/>
                  </a:lnTo>
                  <a:lnTo>
                    <a:pt x="42" y="59"/>
                  </a:lnTo>
                  <a:lnTo>
                    <a:pt x="42" y="60"/>
                  </a:lnTo>
                  <a:lnTo>
                    <a:pt x="42" y="60"/>
                  </a:lnTo>
                  <a:lnTo>
                    <a:pt x="42" y="62"/>
                  </a:lnTo>
                  <a:lnTo>
                    <a:pt x="42" y="62"/>
                  </a:lnTo>
                  <a:lnTo>
                    <a:pt x="42" y="62"/>
                  </a:lnTo>
                  <a:lnTo>
                    <a:pt x="42" y="62"/>
                  </a:lnTo>
                  <a:lnTo>
                    <a:pt x="42" y="64"/>
                  </a:lnTo>
                  <a:lnTo>
                    <a:pt x="42" y="64"/>
                  </a:lnTo>
                  <a:lnTo>
                    <a:pt x="42" y="64"/>
                  </a:lnTo>
                  <a:lnTo>
                    <a:pt x="42" y="64"/>
                  </a:lnTo>
                  <a:lnTo>
                    <a:pt x="42" y="66"/>
                  </a:lnTo>
                  <a:lnTo>
                    <a:pt x="42" y="66"/>
                  </a:lnTo>
                  <a:lnTo>
                    <a:pt x="42" y="66"/>
                  </a:lnTo>
                  <a:lnTo>
                    <a:pt x="44" y="66"/>
                  </a:lnTo>
                  <a:lnTo>
                    <a:pt x="44" y="68"/>
                  </a:lnTo>
                  <a:lnTo>
                    <a:pt x="44" y="68"/>
                  </a:lnTo>
                  <a:lnTo>
                    <a:pt x="44" y="68"/>
                  </a:lnTo>
                  <a:lnTo>
                    <a:pt x="45" y="68"/>
                  </a:lnTo>
                  <a:lnTo>
                    <a:pt x="45" y="68"/>
                  </a:lnTo>
                  <a:lnTo>
                    <a:pt x="45" y="68"/>
                  </a:lnTo>
                  <a:lnTo>
                    <a:pt x="45" y="68"/>
                  </a:lnTo>
                  <a:lnTo>
                    <a:pt x="47" y="68"/>
                  </a:lnTo>
                  <a:lnTo>
                    <a:pt x="47" y="70"/>
                  </a:lnTo>
                  <a:lnTo>
                    <a:pt x="47" y="70"/>
                  </a:lnTo>
                  <a:lnTo>
                    <a:pt x="47" y="70"/>
                  </a:lnTo>
                  <a:lnTo>
                    <a:pt x="49" y="70"/>
                  </a:lnTo>
                  <a:lnTo>
                    <a:pt x="49" y="70"/>
                  </a:lnTo>
                  <a:lnTo>
                    <a:pt x="50" y="70"/>
                  </a:lnTo>
                  <a:lnTo>
                    <a:pt x="50" y="70"/>
                  </a:lnTo>
                  <a:lnTo>
                    <a:pt x="51" y="70"/>
                  </a:lnTo>
                  <a:lnTo>
                    <a:pt x="51" y="70"/>
                  </a:lnTo>
                  <a:lnTo>
                    <a:pt x="51" y="70"/>
                  </a:lnTo>
                  <a:lnTo>
                    <a:pt x="51" y="70"/>
                  </a:lnTo>
                  <a:lnTo>
                    <a:pt x="51" y="70"/>
                  </a:lnTo>
                  <a:lnTo>
                    <a:pt x="51" y="70"/>
                  </a:lnTo>
                  <a:lnTo>
                    <a:pt x="51" y="70"/>
                  </a:lnTo>
                  <a:lnTo>
                    <a:pt x="51" y="70"/>
                  </a:lnTo>
                  <a:lnTo>
                    <a:pt x="53" y="68"/>
                  </a:lnTo>
                  <a:lnTo>
                    <a:pt x="53" y="68"/>
                  </a:lnTo>
                  <a:lnTo>
                    <a:pt x="53" y="68"/>
                  </a:lnTo>
                  <a:lnTo>
                    <a:pt x="53" y="68"/>
                  </a:lnTo>
                  <a:lnTo>
                    <a:pt x="55" y="66"/>
                  </a:lnTo>
                  <a:lnTo>
                    <a:pt x="55" y="66"/>
                  </a:lnTo>
                  <a:lnTo>
                    <a:pt x="55" y="65"/>
                  </a:lnTo>
                  <a:lnTo>
                    <a:pt x="55" y="65"/>
                  </a:lnTo>
                  <a:lnTo>
                    <a:pt x="57" y="63"/>
                  </a:lnTo>
                  <a:lnTo>
                    <a:pt x="57" y="63"/>
                  </a:lnTo>
                  <a:lnTo>
                    <a:pt x="57" y="63"/>
                  </a:lnTo>
                  <a:lnTo>
                    <a:pt x="57" y="63"/>
                  </a:lnTo>
                  <a:lnTo>
                    <a:pt x="57" y="63"/>
                  </a:lnTo>
                  <a:lnTo>
                    <a:pt x="57" y="63"/>
                  </a:lnTo>
                  <a:lnTo>
                    <a:pt x="57" y="63"/>
                  </a:lnTo>
                  <a:lnTo>
                    <a:pt x="57" y="63"/>
                  </a:lnTo>
                  <a:lnTo>
                    <a:pt x="57" y="62"/>
                  </a:lnTo>
                  <a:lnTo>
                    <a:pt x="57" y="62"/>
                  </a:lnTo>
                  <a:lnTo>
                    <a:pt x="57" y="62"/>
                  </a:lnTo>
                  <a:lnTo>
                    <a:pt x="57" y="62"/>
                  </a:lnTo>
                  <a:lnTo>
                    <a:pt x="57" y="61"/>
                  </a:lnTo>
                  <a:lnTo>
                    <a:pt x="57" y="61"/>
                  </a:lnTo>
                  <a:lnTo>
                    <a:pt x="57" y="61"/>
                  </a:lnTo>
                  <a:lnTo>
                    <a:pt x="57" y="61"/>
                  </a:lnTo>
                  <a:lnTo>
                    <a:pt x="58" y="60"/>
                  </a:lnTo>
                  <a:lnTo>
                    <a:pt x="58" y="60"/>
                  </a:lnTo>
                  <a:lnTo>
                    <a:pt x="58" y="60"/>
                  </a:lnTo>
                  <a:lnTo>
                    <a:pt x="58" y="60"/>
                  </a:lnTo>
                  <a:lnTo>
                    <a:pt x="58" y="60"/>
                  </a:lnTo>
                  <a:lnTo>
                    <a:pt x="58" y="60"/>
                  </a:lnTo>
                  <a:lnTo>
                    <a:pt x="58" y="60"/>
                  </a:lnTo>
                  <a:lnTo>
                    <a:pt x="58" y="60"/>
                  </a:lnTo>
                  <a:lnTo>
                    <a:pt x="60" y="59"/>
                  </a:lnTo>
                  <a:lnTo>
                    <a:pt x="60" y="59"/>
                  </a:lnTo>
                  <a:lnTo>
                    <a:pt x="60" y="59"/>
                  </a:lnTo>
                  <a:lnTo>
                    <a:pt x="60" y="59"/>
                  </a:lnTo>
                  <a:lnTo>
                    <a:pt x="61" y="59"/>
                  </a:lnTo>
                  <a:lnTo>
                    <a:pt x="61" y="59"/>
                  </a:lnTo>
                  <a:lnTo>
                    <a:pt x="61" y="59"/>
                  </a:lnTo>
                  <a:lnTo>
                    <a:pt x="61" y="59"/>
                  </a:lnTo>
                  <a:lnTo>
                    <a:pt x="63" y="59"/>
                  </a:lnTo>
                  <a:lnTo>
                    <a:pt x="62" y="61"/>
                  </a:lnTo>
                  <a:lnTo>
                    <a:pt x="62" y="61"/>
                  </a:lnTo>
                  <a:lnTo>
                    <a:pt x="62" y="63"/>
                  </a:lnTo>
                  <a:lnTo>
                    <a:pt x="62" y="63"/>
                  </a:lnTo>
                  <a:lnTo>
                    <a:pt x="62" y="65"/>
                  </a:lnTo>
                  <a:lnTo>
                    <a:pt x="62" y="65"/>
                  </a:lnTo>
                  <a:lnTo>
                    <a:pt x="62" y="67"/>
                  </a:lnTo>
                  <a:lnTo>
                    <a:pt x="62" y="67"/>
                  </a:lnTo>
                  <a:lnTo>
                    <a:pt x="62" y="69"/>
                  </a:lnTo>
                  <a:lnTo>
                    <a:pt x="62" y="70"/>
                  </a:lnTo>
                  <a:lnTo>
                    <a:pt x="62" y="71"/>
                  </a:lnTo>
                  <a:lnTo>
                    <a:pt x="62" y="71"/>
                  </a:lnTo>
                  <a:lnTo>
                    <a:pt x="62" y="73"/>
                  </a:lnTo>
                  <a:lnTo>
                    <a:pt x="62" y="73"/>
                  </a:lnTo>
                  <a:lnTo>
                    <a:pt x="62" y="74"/>
                  </a:lnTo>
                  <a:lnTo>
                    <a:pt x="62" y="74"/>
                  </a:lnTo>
                  <a:lnTo>
                    <a:pt x="62" y="76"/>
                  </a:lnTo>
                  <a:lnTo>
                    <a:pt x="62" y="76"/>
                  </a:lnTo>
                  <a:lnTo>
                    <a:pt x="62" y="76"/>
                  </a:lnTo>
                  <a:lnTo>
                    <a:pt x="64" y="76"/>
                  </a:lnTo>
                  <a:lnTo>
                    <a:pt x="64" y="78"/>
                  </a:lnTo>
                  <a:lnTo>
                    <a:pt x="64" y="78"/>
                  </a:lnTo>
                  <a:lnTo>
                    <a:pt x="64" y="78"/>
                  </a:lnTo>
                  <a:lnTo>
                    <a:pt x="66" y="78"/>
                  </a:lnTo>
                  <a:lnTo>
                    <a:pt x="66" y="79"/>
                  </a:lnTo>
                  <a:lnTo>
                    <a:pt x="66" y="79"/>
                  </a:lnTo>
                  <a:lnTo>
                    <a:pt x="66" y="79"/>
                  </a:lnTo>
                  <a:lnTo>
                    <a:pt x="68" y="79"/>
                  </a:lnTo>
                  <a:lnTo>
                    <a:pt x="68" y="81"/>
                  </a:lnTo>
                  <a:lnTo>
                    <a:pt x="69" y="81"/>
                  </a:lnTo>
                  <a:lnTo>
                    <a:pt x="69" y="81"/>
                  </a:lnTo>
                  <a:lnTo>
                    <a:pt x="71" y="81"/>
                  </a:lnTo>
                  <a:lnTo>
                    <a:pt x="71" y="83"/>
                  </a:lnTo>
                  <a:lnTo>
                    <a:pt x="71" y="83"/>
                  </a:lnTo>
                  <a:lnTo>
                    <a:pt x="71" y="83"/>
                  </a:lnTo>
                  <a:lnTo>
                    <a:pt x="72" y="83"/>
                  </a:lnTo>
                  <a:lnTo>
                    <a:pt x="72" y="85"/>
                  </a:lnTo>
                  <a:lnTo>
                    <a:pt x="72" y="85"/>
                  </a:lnTo>
                  <a:lnTo>
                    <a:pt x="72" y="85"/>
                  </a:lnTo>
                  <a:lnTo>
                    <a:pt x="74" y="85"/>
                  </a:lnTo>
                  <a:lnTo>
                    <a:pt x="74" y="87"/>
                  </a:lnTo>
                  <a:lnTo>
                    <a:pt x="74" y="87"/>
                  </a:lnTo>
                  <a:lnTo>
                    <a:pt x="74" y="88"/>
                  </a:lnTo>
                  <a:lnTo>
                    <a:pt x="76" y="88"/>
                  </a:lnTo>
                  <a:lnTo>
                    <a:pt x="76" y="90"/>
                  </a:lnTo>
                  <a:lnTo>
                    <a:pt x="77" y="90"/>
                  </a:lnTo>
                  <a:lnTo>
                    <a:pt x="77" y="90"/>
                  </a:lnTo>
                  <a:lnTo>
                    <a:pt x="79" y="90"/>
                  </a:lnTo>
                  <a:lnTo>
                    <a:pt x="79" y="90"/>
                  </a:lnTo>
                  <a:lnTo>
                    <a:pt x="80" y="90"/>
                  </a:lnTo>
                  <a:lnTo>
                    <a:pt x="80" y="90"/>
                  </a:lnTo>
                  <a:lnTo>
                    <a:pt x="82" y="90"/>
                  </a:lnTo>
                  <a:lnTo>
                    <a:pt x="82" y="90"/>
                  </a:lnTo>
                  <a:lnTo>
                    <a:pt x="84" y="90"/>
                  </a:lnTo>
                  <a:lnTo>
                    <a:pt x="86" y="90"/>
                  </a:lnTo>
                  <a:lnTo>
                    <a:pt x="88" y="90"/>
                  </a:lnTo>
                  <a:lnTo>
                    <a:pt x="88" y="90"/>
                  </a:lnTo>
                  <a:lnTo>
                    <a:pt x="89" y="89"/>
                  </a:lnTo>
                  <a:lnTo>
                    <a:pt x="89" y="89"/>
                  </a:lnTo>
                  <a:lnTo>
                    <a:pt x="91" y="87"/>
                  </a:lnTo>
                  <a:lnTo>
                    <a:pt x="91" y="87"/>
                  </a:lnTo>
                  <a:lnTo>
                    <a:pt x="92" y="85"/>
                  </a:lnTo>
                  <a:lnTo>
                    <a:pt x="91" y="83"/>
                  </a:lnTo>
                  <a:lnTo>
                    <a:pt x="91" y="81"/>
                  </a:lnTo>
                  <a:lnTo>
                    <a:pt x="89" y="83"/>
                  </a:lnTo>
                  <a:lnTo>
                    <a:pt x="89" y="83"/>
                  </a:lnTo>
                  <a:lnTo>
                    <a:pt x="89" y="83"/>
                  </a:lnTo>
                  <a:lnTo>
                    <a:pt x="89" y="83"/>
                  </a:lnTo>
                  <a:lnTo>
                    <a:pt x="89" y="83"/>
                  </a:lnTo>
                  <a:lnTo>
                    <a:pt x="89" y="83"/>
                  </a:lnTo>
                  <a:lnTo>
                    <a:pt x="89" y="83"/>
                  </a:lnTo>
                  <a:lnTo>
                    <a:pt x="89" y="83"/>
                  </a:lnTo>
                  <a:lnTo>
                    <a:pt x="88" y="83"/>
                  </a:lnTo>
                  <a:lnTo>
                    <a:pt x="88" y="83"/>
                  </a:lnTo>
                  <a:lnTo>
                    <a:pt x="88" y="83"/>
                  </a:lnTo>
                  <a:lnTo>
                    <a:pt x="88" y="83"/>
                  </a:lnTo>
                  <a:lnTo>
                    <a:pt x="88" y="83"/>
                  </a:lnTo>
                  <a:lnTo>
                    <a:pt x="88" y="83"/>
                  </a:lnTo>
                  <a:lnTo>
                    <a:pt x="88" y="83"/>
                  </a:lnTo>
                  <a:lnTo>
                    <a:pt x="88" y="81"/>
                  </a:lnTo>
                  <a:lnTo>
                    <a:pt x="88" y="81"/>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63" name=""/>
            <p:cNvSpPr/>
            <p:nvPr/>
          </p:nvSpPr>
          <p:spPr>
            <a:xfrm>
              <a:off x="7578720" y="6330960"/>
              <a:ext cx="179280" cy="187200"/>
            </a:xfrm>
            <a:custGeom>
              <a:avLst/>
              <a:gdLst/>
              <a:ahLst/>
              <a:rect l="l" t="t" r="r" b="b"/>
              <a:pathLst>
                <a:path w="113" h="118">
                  <a:moveTo>
                    <a:pt x="2" y="84"/>
                  </a:moveTo>
                  <a:lnTo>
                    <a:pt x="2" y="85"/>
                  </a:lnTo>
                  <a:lnTo>
                    <a:pt x="2" y="85"/>
                  </a:lnTo>
                  <a:lnTo>
                    <a:pt x="2" y="85"/>
                  </a:lnTo>
                  <a:lnTo>
                    <a:pt x="2" y="85"/>
                  </a:lnTo>
                  <a:lnTo>
                    <a:pt x="2" y="87"/>
                  </a:lnTo>
                  <a:lnTo>
                    <a:pt x="2" y="87"/>
                  </a:lnTo>
                  <a:lnTo>
                    <a:pt x="2" y="87"/>
                  </a:lnTo>
                  <a:lnTo>
                    <a:pt x="2" y="87"/>
                  </a:lnTo>
                  <a:lnTo>
                    <a:pt x="2" y="89"/>
                  </a:lnTo>
                  <a:lnTo>
                    <a:pt x="2" y="89"/>
                  </a:lnTo>
                  <a:lnTo>
                    <a:pt x="2" y="89"/>
                  </a:lnTo>
                  <a:lnTo>
                    <a:pt x="2" y="89"/>
                  </a:lnTo>
                  <a:lnTo>
                    <a:pt x="2" y="90"/>
                  </a:lnTo>
                  <a:lnTo>
                    <a:pt x="2" y="90"/>
                  </a:lnTo>
                  <a:lnTo>
                    <a:pt x="2" y="90"/>
                  </a:lnTo>
                  <a:lnTo>
                    <a:pt x="3" y="90"/>
                  </a:lnTo>
                  <a:lnTo>
                    <a:pt x="3" y="91"/>
                  </a:lnTo>
                  <a:lnTo>
                    <a:pt x="3" y="91"/>
                  </a:lnTo>
                  <a:lnTo>
                    <a:pt x="3" y="91"/>
                  </a:lnTo>
                  <a:lnTo>
                    <a:pt x="3" y="91"/>
                  </a:lnTo>
                  <a:lnTo>
                    <a:pt x="3" y="91"/>
                  </a:lnTo>
                  <a:lnTo>
                    <a:pt x="3" y="91"/>
                  </a:lnTo>
                  <a:lnTo>
                    <a:pt x="3" y="91"/>
                  </a:lnTo>
                  <a:lnTo>
                    <a:pt x="5" y="91"/>
                  </a:lnTo>
                  <a:lnTo>
                    <a:pt x="5" y="91"/>
                  </a:lnTo>
                  <a:lnTo>
                    <a:pt x="5" y="91"/>
                  </a:lnTo>
                  <a:lnTo>
                    <a:pt x="5" y="91"/>
                  </a:lnTo>
                  <a:lnTo>
                    <a:pt x="6" y="91"/>
                  </a:lnTo>
                  <a:lnTo>
                    <a:pt x="6" y="91"/>
                  </a:lnTo>
                  <a:lnTo>
                    <a:pt x="6" y="91"/>
                  </a:lnTo>
                  <a:lnTo>
                    <a:pt x="6" y="91"/>
                  </a:lnTo>
                  <a:lnTo>
                    <a:pt x="7" y="90"/>
                  </a:lnTo>
                  <a:lnTo>
                    <a:pt x="7" y="91"/>
                  </a:lnTo>
                  <a:lnTo>
                    <a:pt x="7" y="91"/>
                  </a:lnTo>
                  <a:lnTo>
                    <a:pt x="7" y="91"/>
                  </a:lnTo>
                  <a:lnTo>
                    <a:pt x="9" y="91"/>
                  </a:lnTo>
                  <a:lnTo>
                    <a:pt x="9" y="93"/>
                  </a:lnTo>
                  <a:lnTo>
                    <a:pt x="10" y="93"/>
                  </a:lnTo>
                  <a:lnTo>
                    <a:pt x="10" y="93"/>
                  </a:lnTo>
                  <a:lnTo>
                    <a:pt x="12" y="93"/>
                  </a:lnTo>
                  <a:lnTo>
                    <a:pt x="12" y="95"/>
                  </a:lnTo>
                  <a:lnTo>
                    <a:pt x="12" y="95"/>
                  </a:lnTo>
                  <a:lnTo>
                    <a:pt x="12" y="95"/>
                  </a:lnTo>
                  <a:lnTo>
                    <a:pt x="13" y="95"/>
                  </a:lnTo>
                  <a:lnTo>
                    <a:pt x="13" y="96"/>
                  </a:lnTo>
                  <a:lnTo>
                    <a:pt x="13" y="96"/>
                  </a:lnTo>
                  <a:lnTo>
                    <a:pt x="13" y="96"/>
                  </a:lnTo>
                  <a:lnTo>
                    <a:pt x="15" y="96"/>
                  </a:lnTo>
                  <a:lnTo>
                    <a:pt x="15" y="96"/>
                  </a:lnTo>
                  <a:lnTo>
                    <a:pt x="15" y="96"/>
                  </a:lnTo>
                  <a:lnTo>
                    <a:pt x="15" y="96"/>
                  </a:lnTo>
                  <a:lnTo>
                    <a:pt x="17" y="95"/>
                  </a:lnTo>
                  <a:lnTo>
                    <a:pt x="17" y="95"/>
                  </a:lnTo>
                  <a:lnTo>
                    <a:pt x="18" y="95"/>
                  </a:lnTo>
                  <a:lnTo>
                    <a:pt x="18" y="95"/>
                  </a:lnTo>
                  <a:lnTo>
                    <a:pt x="20" y="93"/>
                  </a:lnTo>
                  <a:lnTo>
                    <a:pt x="20" y="93"/>
                  </a:lnTo>
                  <a:lnTo>
                    <a:pt x="20" y="93"/>
                  </a:lnTo>
                  <a:lnTo>
                    <a:pt x="20" y="93"/>
                  </a:lnTo>
                  <a:lnTo>
                    <a:pt x="22" y="91"/>
                  </a:lnTo>
                  <a:lnTo>
                    <a:pt x="22" y="91"/>
                  </a:lnTo>
                  <a:lnTo>
                    <a:pt x="23" y="91"/>
                  </a:lnTo>
                  <a:lnTo>
                    <a:pt x="23" y="91"/>
                  </a:lnTo>
                  <a:lnTo>
                    <a:pt x="25" y="90"/>
                  </a:lnTo>
                  <a:lnTo>
                    <a:pt x="25" y="90"/>
                  </a:lnTo>
                  <a:lnTo>
                    <a:pt x="25" y="90"/>
                  </a:lnTo>
                  <a:lnTo>
                    <a:pt x="25" y="90"/>
                  </a:lnTo>
                  <a:lnTo>
                    <a:pt x="25" y="90"/>
                  </a:lnTo>
                  <a:lnTo>
                    <a:pt x="25" y="90"/>
                  </a:lnTo>
                  <a:lnTo>
                    <a:pt x="25" y="90"/>
                  </a:lnTo>
                  <a:lnTo>
                    <a:pt x="25" y="90"/>
                  </a:lnTo>
                  <a:lnTo>
                    <a:pt x="27" y="88"/>
                  </a:lnTo>
                  <a:lnTo>
                    <a:pt x="27" y="88"/>
                  </a:lnTo>
                  <a:lnTo>
                    <a:pt x="27" y="88"/>
                  </a:lnTo>
                  <a:lnTo>
                    <a:pt x="27" y="88"/>
                  </a:lnTo>
                  <a:lnTo>
                    <a:pt x="27" y="88"/>
                  </a:lnTo>
                  <a:lnTo>
                    <a:pt x="27" y="88"/>
                  </a:lnTo>
                  <a:lnTo>
                    <a:pt x="27" y="88"/>
                  </a:lnTo>
                  <a:lnTo>
                    <a:pt x="27" y="88"/>
                  </a:lnTo>
                  <a:lnTo>
                    <a:pt x="28" y="87"/>
                  </a:lnTo>
                  <a:lnTo>
                    <a:pt x="28" y="87"/>
                  </a:lnTo>
                  <a:lnTo>
                    <a:pt x="28" y="87"/>
                  </a:lnTo>
                  <a:lnTo>
                    <a:pt x="28" y="87"/>
                  </a:lnTo>
                  <a:lnTo>
                    <a:pt x="28" y="87"/>
                  </a:lnTo>
                  <a:lnTo>
                    <a:pt x="28" y="87"/>
                  </a:lnTo>
                  <a:lnTo>
                    <a:pt x="28" y="87"/>
                  </a:lnTo>
                  <a:lnTo>
                    <a:pt x="28" y="87"/>
                  </a:lnTo>
                  <a:lnTo>
                    <a:pt x="28" y="87"/>
                  </a:lnTo>
                  <a:lnTo>
                    <a:pt x="28" y="87"/>
                  </a:lnTo>
                  <a:lnTo>
                    <a:pt x="28" y="87"/>
                  </a:lnTo>
                  <a:lnTo>
                    <a:pt x="28" y="87"/>
                  </a:lnTo>
                  <a:lnTo>
                    <a:pt x="28" y="87"/>
                  </a:lnTo>
                  <a:lnTo>
                    <a:pt x="28" y="87"/>
                  </a:lnTo>
                  <a:lnTo>
                    <a:pt x="28" y="87"/>
                  </a:lnTo>
                  <a:lnTo>
                    <a:pt x="28" y="87"/>
                  </a:lnTo>
                  <a:lnTo>
                    <a:pt x="29" y="86"/>
                  </a:lnTo>
                  <a:lnTo>
                    <a:pt x="29" y="86"/>
                  </a:lnTo>
                  <a:lnTo>
                    <a:pt x="29" y="86"/>
                  </a:lnTo>
                  <a:lnTo>
                    <a:pt x="29" y="86"/>
                  </a:lnTo>
                  <a:lnTo>
                    <a:pt x="29" y="86"/>
                  </a:lnTo>
                  <a:lnTo>
                    <a:pt x="29" y="86"/>
                  </a:lnTo>
                  <a:lnTo>
                    <a:pt x="29" y="86"/>
                  </a:lnTo>
                  <a:lnTo>
                    <a:pt x="29" y="86"/>
                  </a:lnTo>
                  <a:lnTo>
                    <a:pt x="31" y="85"/>
                  </a:lnTo>
                  <a:lnTo>
                    <a:pt x="31" y="85"/>
                  </a:lnTo>
                  <a:lnTo>
                    <a:pt x="31" y="85"/>
                  </a:lnTo>
                  <a:lnTo>
                    <a:pt x="31" y="85"/>
                  </a:lnTo>
                  <a:lnTo>
                    <a:pt x="31" y="85"/>
                  </a:lnTo>
                  <a:lnTo>
                    <a:pt x="31" y="85"/>
                  </a:lnTo>
                  <a:lnTo>
                    <a:pt x="31" y="85"/>
                  </a:lnTo>
                  <a:lnTo>
                    <a:pt x="31" y="85"/>
                  </a:lnTo>
                  <a:lnTo>
                    <a:pt x="32" y="83"/>
                  </a:lnTo>
                  <a:lnTo>
                    <a:pt x="32" y="84"/>
                  </a:lnTo>
                  <a:lnTo>
                    <a:pt x="32" y="84"/>
                  </a:lnTo>
                  <a:lnTo>
                    <a:pt x="32" y="84"/>
                  </a:lnTo>
                  <a:lnTo>
                    <a:pt x="33" y="84"/>
                  </a:lnTo>
                  <a:lnTo>
                    <a:pt x="33" y="84"/>
                  </a:lnTo>
                  <a:lnTo>
                    <a:pt x="33" y="84"/>
                  </a:lnTo>
                  <a:lnTo>
                    <a:pt x="33" y="84"/>
                  </a:lnTo>
                  <a:lnTo>
                    <a:pt x="35" y="84"/>
                  </a:lnTo>
                  <a:lnTo>
                    <a:pt x="35" y="84"/>
                  </a:lnTo>
                  <a:lnTo>
                    <a:pt x="35" y="84"/>
                  </a:lnTo>
                  <a:lnTo>
                    <a:pt x="35" y="84"/>
                  </a:lnTo>
                  <a:lnTo>
                    <a:pt x="37" y="84"/>
                  </a:lnTo>
                  <a:lnTo>
                    <a:pt x="37" y="84"/>
                  </a:lnTo>
                  <a:lnTo>
                    <a:pt x="37" y="84"/>
                  </a:lnTo>
                  <a:lnTo>
                    <a:pt x="37" y="84"/>
                  </a:lnTo>
                  <a:lnTo>
                    <a:pt x="39" y="84"/>
                  </a:lnTo>
                  <a:lnTo>
                    <a:pt x="39" y="84"/>
                  </a:lnTo>
                  <a:lnTo>
                    <a:pt x="39" y="84"/>
                  </a:lnTo>
                  <a:lnTo>
                    <a:pt x="39" y="84"/>
                  </a:lnTo>
                  <a:lnTo>
                    <a:pt x="39" y="84"/>
                  </a:lnTo>
                  <a:lnTo>
                    <a:pt x="39" y="84"/>
                  </a:lnTo>
                  <a:lnTo>
                    <a:pt x="39" y="84"/>
                  </a:lnTo>
                  <a:lnTo>
                    <a:pt x="39" y="84"/>
                  </a:lnTo>
                  <a:lnTo>
                    <a:pt x="40" y="84"/>
                  </a:lnTo>
                  <a:lnTo>
                    <a:pt x="40" y="84"/>
                  </a:lnTo>
                  <a:lnTo>
                    <a:pt x="40" y="84"/>
                  </a:lnTo>
                  <a:lnTo>
                    <a:pt x="40" y="84"/>
                  </a:lnTo>
                  <a:lnTo>
                    <a:pt x="40" y="84"/>
                  </a:lnTo>
                  <a:lnTo>
                    <a:pt x="40" y="84"/>
                  </a:lnTo>
                  <a:lnTo>
                    <a:pt x="40" y="84"/>
                  </a:lnTo>
                  <a:lnTo>
                    <a:pt x="40" y="84"/>
                  </a:lnTo>
                  <a:lnTo>
                    <a:pt x="41" y="84"/>
                  </a:lnTo>
                  <a:lnTo>
                    <a:pt x="41" y="85"/>
                  </a:lnTo>
                  <a:lnTo>
                    <a:pt x="41" y="85"/>
                  </a:lnTo>
                  <a:lnTo>
                    <a:pt x="41" y="85"/>
                  </a:lnTo>
                  <a:lnTo>
                    <a:pt x="43" y="85"/>
                  </a:lnTo>
                  <a:lnTo>
                    <a:pt x="43" y="85"/>
                  </a:lnTo>
                  <a:lnTo>
                    <a:pt x="43" y="85"/>
                  </a:lnTo>
                  <a:lnTo>
                    <a:pt x="43" y="85"/>
                  </a:lnTo>
                  <a:lnTo>
                    <a:pt x="44" y="85"/>
                  </a:lnTo>
                  <a:lnTo>
                    <a:pt x="44" y="86"/>
                  </a:lnTo>
                  <a:lnTo>
                    <a:pt x="44" y="86"/>
                  </a:lnTo>
                  <a:lnTo>
                    <a:pt x="44" y="86"/>
                  </a:lnTo>
                  <a:lnTo>
                    <a:pt x="46" y="86"/>
                  </a:lnTo>
                  <a:lnTo>
                    <a:pt x="46" y="86"/>
                  </a:lnTo>
                  <a:lnTo>
                    <a:pt x="46" y="86"/>
                  </a:lnTo>
                  <a:lnTo>
                    <a:pt x="46" y="86"/>
                  </a:lnTo>
                  <a:lnTo>
                    <a:pt x="48" y="86"/>
                  </a:lnTo>
                  <a:lnTo>
                    <a:pt x="48" y="88"/>
                  </a:lnTo>
                  <a:lnTo>
                    <a:pt x="48" y="88"/>
                  </a:lnTo>
                  <a:lnTo>
                    <a:pt x="48" y="88"/>
                  </a:lnTo>
                  <a:lnTo>
                    <a:pt x="48" y="88"/>
                  </a:lnTo>
                  <a:lnTo>
                    <a:pt x="48" y="90"/>
                  </a:lnTo>
                  <a:lnTo>
                    <a:pt x="48" y="90"/>
                  </a:lnTo>
                  <a:lnTo>
                    <a:pt x="48" y="90"/>
                  </a:lnTo>
                  <a:lnTo>
                    <a:pt x="49" y="90"/>
                  </a:lnTo>
                  <a:lnTo>
                    <a:pt x="49" y="93"/>
                  </a:lnTo>
                  <a:lnTo>
                    <a:pt x="49" y="93"/>
                  </a:lnTo>
                  <a:lnTo>
                    <a:pt x="49" y="93"/>
                  </a:lnTo>
                  <a:lnTo>
                    <a:pt x="49" y="93"/>
                  </a:lnTo>
                  <a:lnTo>
                    <a:pt x="49" y="94"/>
                  </a:lnTo>
                  <a:lnTo>
                    <a:pt x="49" y="94"/>
                  </a:lnTo>
                  <a:lnTo>
                    <a:pt x="49" y="94"/>
                  </a:lnTo>
                  <a:lnTo>
                    <a:pt x="51" y="94"/>
                  </a:lnTo>
                  <a:lnTo>
                    <a:pt x="51" y="95"/>
                  </a:lnTo>
                  <a:lnTo>
                    <a:pt x="51" y="95"/>
                  </a:lnTo>
                  <a:lnTo>
                    <a:pt x="51" y="95"/>
                  </a:lnTo>
                  <a:lnTo>
                    <a:pt x="52" y="95"/>
                  </a:lnTo>
                  <a:lnTo>
                    <a:pt x="52" y="95"/>
                  </a:lnTo>
                  <a:lnTo>
                    <a:pt x="53" y="95"/>
                  </a:lnTo>
                  <a:lnTo>
                    <a:pt x="53" y="95"/>
                  </a:lnTo>
                  <a:lnTo>
                    <a:pt x="55" y="94"/>
                  </a:lnTo>
                  <a:lnTo>
                    <a:pt x="55" y="94"/>
                  </a:lnTo>
                  <a:lnTo>
                    <a:pt x="55" y="94"/>
                  </a:lnTo>
                  <a:lnTo>
                    <a:pt x="55" y="94"/>
                  </a:lnTo>
                  <a:lnTo>
                    <a:pt x="57" y="94"/>
                  </a:lnTo>
                  <a:lnTo>
                    <a:pt x="57" y="94"/>
                  </a:lnTo>
                  <a:lnTo>
                    <a:pt x="58" y="94"/>
                  </a:lnTo>
                  <a:lnTo>
                    <a:pt x="58" y="94"/>
                  </a:lnTo>
                  <a:lnTo>
                    <a:pt x="59" y="93"/>
                  </a:lnTo>
                  <a:lnTo>
                    <a:pt x="59" y="94"/>
                  </a:lnTo>
                  <a:lnTo>
                    <a:pt x="59" y="94"/>
                  </a:lnTo>
                  <a:lnTo>
                    <a:pt x="59" y="94"/>
                  </a:lnTo>
                  <a:lnTo>
                    <a:pt x="59" y="94"/>
                  </a:lnTo>
                  <a:lnTo>
                    <a:pt x="59" y="96"/>
                  </a:lnTo>
                  <a:lnTo>
                    <a:pt x="59" y="96"/>
                  </a:lnTo>
                  <a:lnTo>
                    <a:pt x="59" y="96"/>
                  </a:lnTo>
                  <a:lnTo>
                    <a:pt x="61" y="96"/>
                  </a:lnTo>
                  <a:lnTo>
                    <a:pt x="61" y="98"/>
                  </a:lnTo>
                  <a:lnTo>
                    <a:pt x="61" y="98"/>
                  </a:lnTo>
                  <a:lnTo>
                    <a:pt x="61" y="98"/>
                  </a:lnTo>
                  <a:lnTo>
                    <a:pt x="61" y="98"/>
                  </a:lnTo>
                  <a:lnTo>
                    <a:pt x="61" y="98"/>
                  </a:lnTo>
                  <a:lnTo>
                    <a:pt x="61" y="98"/>
                  </a:lnTo>
                  <a:lnTo>
                    <a:pt x="61" y="98"/>
                  </a:lnTo>
                  <a:lnTo>
                    <a:pt x="61" y="98"/>
                  </a:lnTo>
                  <a:lnTo>
                    <a:pt x="61" y="98"/>
                  </a:lnTo>
                  <a:lnTo>
                    <a:pt x="61" y="98"/>
                  </a:lnTo>
                  <a:lnTo>
                    <a:pt x="61" y="98"/>
                  </a:lnTo>
                  <a:lnTo>
                    <a:pt x="63" y="98"/>
                  </a:lnTo>
                  <a:lnTo>
                    <a:pt x="63" y="98"/>
                  </a:lnTo>
                  <a:lnTo>
                    <a:pt x="63" y="98"/>
                  </a:lnTo>
                  <a:lnTo>
                    <a:pt x="63" y="98"/>
                  </a:lnTo>
                  <a:lnTo>
                    <a:pt x="65" y="98"/>
                  </a:lnTo>
                  <a:lnTo>
                    <a:pt x="65" y="98"/>
                  </a:lnTo>
                  <a:lnTo>
                    <a:pt x="65" y="98"/>
                  </a:lnTo>
                  <a:lnTo>
                    <a:pt x="65" y="98"/>
                  </a:lnTo>
                  <a:lnTo>
                    <a:pt x="67" y="98"/>
                  </a:lnTo>
                  <a:lnTo>
                    <a:pt x="67" y="98"/>
                  </a:lnTo>
                  <a:lnTo>
                    <a:pt x="68" y="98"/>
                  </a:lnTo>
                  <a:lnTo>
                    <a:pt x="68" y="98"/>
                  </a:lnTo>
                  <a:lnTo>
                    <a:pt x="71" y="98"/>
                  </a:lnTo>
                  <a:lnTo>
                    <a:pt x="69" y="100"/>
                  </a:lnTo>
                  <a:lnTo>
                    <a:pt x="69" y="100"/>
                  </a:lnTo>
                  <a:lnTo>
                    <a:pt x="69" y="100"/>
                  </a:lnTo>
                  <a:lnTo>
                    <a:pt x="69" y="100"/>
                  </a:lnTo>
                  <a:lnTo>
                    <a:pt x="68" y="102"/>
                  </a:lnTo>
                  <a:lnTo>
                    <a:pt x="68" y="102"/>
                  </a:lnTo>
                  <a:lnTo>
                    <a:pt x="68" y="102"/>
                  </a:lnTo>
                  <a:lnTo>
                    <a:pt x="68" y="102"/>
                  </a:lnTo>
                  <a:lnTo>
                    <a:pt x="67" y="104"/>
                  </a:lnTo>
                  <a:lnTo>
                    <a:pt x="67" y="104"/>
                  </a:lnTo>
                  <a:lnTo>
                    <a:pt x="67" y="104"/>
                  </a:lnTo>
                  <a:lnTo>
                    <a:pt x="67" y="104"/>
                  </a:lnTo>
                  <a:lnTo>
                    <a:pt x="67" y="105"/>
                  </a:lnTo>
                  <a:lnTo>
                    <a:pt x="67" y="105"/>
                  </a:lnTo>
                  <a:lnTo>
                    <a:pt x="67" y="105"/>
                  </a:lnTo>
                  <a:lnTo>
                    <a:pt x="67" y="105"/>
                  </a:lnTo>
                  <a:lnTo>
                    <a:pt x="66" y="107"/>
                  </a:lnTo>
                  <a:lnTo>
                    <a:pt x="66" y="107"/>
                  </a:lnTo>
                  <a:lnTo>
                    <a:pt x="66" y="107"/>
                  </a:lnTo>
                  <a:lnTo>
                    <a:pt x="66" y="107"/>
                  </a:lnTo>
                  <a:lnTo>
                    <a:pt x="65" y="109"/>
                  </a:lnTo>
                  <a:lnTo>
                    <a:pt x="65" y="109"/>
                  </a:lnTo>
                  <a:lnTo>
                    <a:pt x="65" y="109"/>
                  </a:lnTo>
                  <a:lnTo>
                    <a:pt x="65" y="109"/>
                  </a:lnTo>
                  <a:lnTo>
                    <a:pt x="64" y="111"/>
                  </a:lnTo>
                  <a:lnTo>
                    <a:pt x="64" y="111"/>
                  </a:lnTo>
                  <a:lnTo>
                    <a:pt x="64" y="111"/>
                  </a:lnTo>
                  <a:lnTo>
                    <a:pt x="64" y="111"/>
                  </a:lnTo>
                  <a:lnTo>
                    <a:pt x="64" y="112"/>
                  </a:lnTo>
                  <a:lnTo>
                    <a:pt x="64" y="112"/>
                  </a:lnTo>
                  <a:lnTo>
                    <a:pt x="64" y="112"/>
                  </a:lnTo>
                  <a:lnTo>
                    <a:pt x="64" y="112"/>
                  </a:lnTo>
                  <a:lnTo>
                    <a:pt x="63" y="114"/>
                  </a:lnTo>
                  <a:lnTo>
                    <a:pt x="63" y="114"/>
                  </a:lnTo>
                  <a:lnTo>
                    <a:pt x="63" y="114"/>
                  </a:lnTo>
                  <a:lnTo>
                    <a:pt x="63" y="114"/>
                  </a:lnTo>
                  <a:lnTo>
                    <a:pt x="63" y="115"/>
                  </a:lnTo>
                  <a:lnTo>
                    <a:pt x="63" y="115"/>
                  </a:lnTo>
                  <a:lnTo>
                    <a:pt x="63" y="115"/>
                  </a:lnTo>
                  <a:lnTo>
                    <a:pt x="63" y="115"/>
                  </a:lnTo>
                  <a:lnTo>
                    <a:pt x="63" y="117"/>
                  </a:lnTo>
                  <a:lnTo>
                    <a:pt x="63" y="117"/>
                  </a:lnTo>
                  <a:lnTo>
                    <a:pt x="63" y="117"/>
                  </a:lnTo>
                  <a:lnTo>
                    <a:pt x="63" y="117"/>
                  </a:lnTo>
                  <a:lnTo>
                    <a:pt x="63" y="117"/>
                  </a:lnTo>
                  <a:lnTo>
                    <a:pt x="63" y="117"/>
                  </a:lnTo>
                  <a:lnTo>
                    <a:pt x="63" y="117"/>
                  </a:lnTo>
                  <a:lnTo>
                    <a:pt x="65" y="117"/>
                  </a:lnTo>
                  <a:lnTo>
                    <a:pt x="65" y="117"/>
                  </a:lnTo>
                  <a:lnTo>
                    <a:pt x="65" y="117"/>
                  </a:lnTo>
                  <a:lnTo>
                    <a:pt x="65" y="117"/>
                  </a:lnTo>
                  <a:lnTo>
                    <a:pt x="66" y="117"/>
                  </a:lnTo>
                  <a:lnTo>
                    <a:pt x="66" y="117"/>
                  </a:lnTo>
                  <a:lnTo>
                    <a:pt x="68" y="117"/>
                  </a:lnTo>
                  <a:lnTo>
                    <a:pt x="68" y="117"/>
                  </a:lnTo>
                  <a:lnTo>
                    <a:pt x="70" y="117"/>
                  </a:lnTo>
                  <a:lnTo>
                    <a:pt x="70" y="117"/>
                  </a:lnTo>
                  <a:lnTo>
                    <a:pt x="70" y="117"/>
                  </a:lnTo>
                  <a:lnTo>
                    <a:pt x="70" y="117"/>
                  </a:lnTo>
                  <a:lnTo>
                    <a:pt x="72" y="117"/>
                  </a:lnTo>
                  <a:lnTo>
                    <a:pt x="72" y="117"/>
                  </a:lnTo>
                  <a:lnTo>
                    <a:pt x="72" y="117"/>
                  </a:lnTo>
                  <a:lnTo>
                    <a:pt x="72" y="117"/>
                  </a:lnTo>
                  <a:lnTo>
                    <a:pt x="73" y="117"/>
                  </a:lnTo>
                  <a:lnTo>
                    <a:pt x="74" y="117"/>
                  </a:lnTo>
                  <a:lnTo>
                    <a:pt x="73" y="117"/>
                  </a:lnTo>
                  <a:lnTo>
                    <a:pt x="73" y="117"/>
                  </a:lnTo>
                  <a:lnTo>
                    <a:pt x="73" y="117"/>
                  </a:lnTo>
                  <a:lnTo>
                    <a:pt x="73" y="115"/>
                  </a:lnTo>
                  <a:lnTo>
                    <a:pt x="73" y="115"/>
                  </a:lnTo>
                  <a:lnTo>
                    <a:pt x="73" y="115"/>
                  </a:lnTo>
                  <a:lnTo>
                    <a:pt x="73" y="115"/>
                  </a:lnTo>
                  <a:lnTo>
                    <a:pt x="73" y="113"/>
                  </a:lnTo>
                  <a:lnTo>
                    <a:pt x="73" y="113"/>
                  </a:lnTo>
                  <a:lnTo>
                    <a:pt x="73" y="113"/>
                  </a:lnTo>
                  <a:lnTo>
                    <a:pt x="73" y="113"/>
                  </a:lnTo>
                  <a:lnTo>
                    <a:pt x="73" y="112"/>
                  </a:lnTo>
                  <a:lnTo>
                    <a:pt x="73" y="112"/>
                  </a:lnTo>
                  <a:lnTo>
                    <a:pt x="73" y="112"/>
                  </a:lnTo>
                  <a:lnTo>
                    <a:pt x="73" y="112"/>
                  </a:lnTo>
                  <a:lnTo>
                    <a:pt x="74" y="110"/>
                  </a:lnTo>
                  <a:lnTo>
                    <a:pt x="74" y="110"/>
                  </a:lnTo>
                  <a:lnTo>
                    <a:pt x="74" y="110"/>
                  </a:lnTo>
                  <a:lnTo>
                    <a:pt x="74" y="110"/>
                  </a:lnTo>
                  <a:lnTo>
                    <a:pt x="74" y="109"/>
                  </a:lnTo>
                  <a:lnTo>
                    <a:pt x="74" y="109"/>
                  </a:lnTo>
                  <a:lnTo>
                    <a:pt x="74" y="109"/>
                  </a:lnTo>
                  <a:lnTo>
                    <a:pt x="74" y="109"/>
                  </a:lnTo>
                  <a:lnTo>
                    <a:pt x="74" y="107"/>
                  </a:lnTo>
                  <a:lnTo>
                    <a:pt x="74" y="107"/>
                  </a:lnTo>
                  <a:lnTo>
                    <a:pt x="74" y="107"/>
                  </a:lnTo>
                  <a:lnTo>
                    <a:pt x="74" y="107"/>
                  </a:lnTo>
                  <a:lnTo>
                    <a:pt x="74" y="106"/>
                  </a:lnTo>
                  <a:lnTo>
                    <a:pt x="74" y="106"/>
                  </a:lnTo>
                  <a:lnTo>
                    <a:pt x="74" y="106"/>
                  </a:lnTo>
                  <a:lnTo>
                    <a:pt x="74" y="106"/>
                  </a:lnTo>
                  <a:lnTo>
                    <a:pt x="74" y="104"/>
                  </a:lnTo>
                  <a:lnTo>
                    <a:pt x="74" y="104"/>
                  </a:lnTo>
                  <a:lnTo>
                    <a:pt x="74" y="104"/>
                  </a:lnTo>
                  <a:lnTo>
                    <a:pt x="74" y="104"/>
                  </a:lnTo>
                  <a:lnTo>
                    <a:pt x="74" y="104"/>
                  </a:lnTo>
                  <a:lnTo>
                    <a:pt x="74" y="104"/>
                  </a:lnTo>
                  <a:lnTo>
                    <a:pt x="74" y="104"/>
                  </a:lnTo>
                  <a:lnTo>
                    <a:pt x="74" y="104"/>
                  </a:lnTo>
                  <a:lnTo>
                    <a:pt x="74" y="103"/>
                  </a:lnTo>
                  <a:lnTo>
                    <a:pt x="74" y="103"/>
                  </a:lnTo>
                  <a:lnTo>
                    <a:pt x="74" y="103"/>
                  </a:lnTo>
                  <a:lnTo>
                    <a:pt x="74" y="103"/>
                  </a:lnTo>
                  <a:lnTo>
                    <a:pt x="74" y="103"/>
                  </a:lnTo>
                  <a:lnTo>
                    <a:pt x="74" y="103"/>
                  </a:lnTo>
                  <a:lnTo>
                    <a:pt x="74" y="103"/>
                  </a:lnTo>
                  <a:lnTo>
                    <a:pt x="74" y="103"/>
                  </a:lnTo>
                  <a:lnTo>
                    <a:pt x="74" y="102"/>
                  </a:lnTo>
                  <a:lnTo>
                    <a:pt x="74" y="102"/>
                  </a:lnTo>
                  <a:lnTo>
                    <a:pt x="74" y="102"/>
                  </a:lnTo>
                  <a:lnTo>
                    <a:pt x="74" y="102"/>
                  </a:lnTo>
                  <a:lnTo>
                    <a:pt x="74" y="102"/>
                  </a:lnTo>
                  <a:lnTo>
                    <a:pt x="74" y="102"/>
                  </a:lnTo>
                  <a:lnTo>
                    <a:pt x="74" y="102"/>
                  </a:lnTo>
                  <a:lnTo>
                    <a:pt x="74" y="102"/>
                  </a:lnTo>
                  <a:lnTo>
                    <a:pt x="76" y="102"/>
                  </a:lnTo>
                  <a:lnTo>
                    <a:pt x="76" y="102"/>
                  </a:lnTo>
                  <a:lnTo>
                    <a:pt x="76" y="102"/>
                  </a:lnTo>
                  <a:lnTo>
                    <a:pt x="76" y="102"/>
                  </a:lnTo>
                  <a:lnTo>
                    <a:pt x="76" y="102"/>
                  </a:lnTo>
                  <a:lnTo>
                    <a:pt x="76" y="102"/>
                  </a:lnTo>
                  <a:lnTo>
                    <a:pt x="76" y="102"/>
                  </a:lnTo>
                  <a:lnTo>
                    <a:pt x="76" y="102"/>
                  </a:lnTo>
                  <a:lnTo>
                    <a:pt x="77" y="101"/>
                  </a:lnTo>
                  <a:lnTo>
                    <a:pt x="77" y="101"/>
                  </a:lnTo>
                  <a:lnTo>
                    <a:pt x="77" y="101"/>
                  </a:lnTo>
                  <a:lnTo>
                    <a:pt x="77" y="101"/>
                  </a:lnTo>
                  <a:lnTo>
                    <a:pt x="77" y="101"/>
                  </a:lnTo>
                  <a:lnTo>
                    <a:pt x="77" y="101"/>
                  </a:lnTo>
                  <a:lnTo>
                    <a:pt x="77" y="101"/>
                  </a:lnTo>
                  <a:lnTo>
                    <a:pt x="77" y="101"/>
                  </a:lnTo>
                  <a:lnTo>
                    <a:pt x="78" y="100"/>
                  </a:lnTo>
                  <a:lnTo>
                    <a:pt x="78" y="100"/>
                  </a:lnTo>
                  <a:lnTo>
                    <a:pt x="78" y="100"/>
                  </a:lnTo>
                  <a:lnTo>
                    <a:pt x="78" y="100"/>
                  </a:lnTo>
                  <a:lnTo>
                    <a:pt x="78" y="100"/>
                  </a:lnTo>
                  <a:lnTo>
                    <a:pt x="78" y="100"/>
                  </a:lnTo>
                  <a:lnTo>
                    <a:pt x="78" y="100"/>
                  </a:lnTo>
                  <a:lnTo>
                    <a:pt x="78" y="100"/>
                  </a:lnTo>
                  <a:lnTo>
                    <a:pt x="78" y="98"/>
                  </a:lnTo>
                  <a:lnTo>
                    <a:pt x="77" y="98"/>
                  </a:lnTo>
                  <a:lnTo>
                    <a:pt x="77" y="98"/>
                  </a:lnTo>
                  <a:lnTo>
                    <a:pt x="77" y="98"/>
                  </a:lnTo>
                  <a:lnTo>
                    <a:pt x="77" y="98"/>
                  </a:lnTo>
                  <a:lnTo>
                    <a:pt x="76" y="98"/>
                  </a:lnTo>
                  <a:lnTo>
                    <a:pt x="76" y="98"/>
                  </a:lnTo>
                  <a:lnTo>
                    <a:pt x="76" y="98"/>
                  </a:lnTo>
                  <a:lnTo>
                    <a:pt x="76" y="98"/>
                  </a:lnTo>
                  <a:lnTo>
                    <a:pt x="74" y="98"/>
                  </a:lnTo>
                  <a:lnTo>
                    <a:pt x="74" y="98"/>
                  </a:lnTo>
                  <a:lnTo>
                    <a:pt x="74" y="98"/>
                  </a:lnTo>
                  <a:lnTo>
                    <a:pt x="74" y="98"/>
                  </a:lnTo>
                  <a:lnTo>
                    <a:pt x="74" y="98"/>
                  </a:lnTo>
                  <a:lnTo>
                    <a:pt x="74" y="98"/>
                  </a:lnTo>
                  <a:lnTo>
                    <a:pt x="74" y="98"/>
                  </a:lnTo>
                  <a:lnTo>
                    <a:pt x="74" y="98"/>
                  </a:lnTo>
                  <a:lnTo>
                    <a:pt x="74" y="98"/>
                  </a:lnTo>
                  <a:lnTo>
                    <a:pt x="74" y="98"/>
                  </a:lnTo>
                  <a:lnTo>
                    <a:pt x="74" y="98"/>
                  </a:lnTo>
                  <a:lnTo>
                    <a:pt x="74" y="98"/>
                  </a:lnTo>
                  <a:lnTo>
                    <a:pt x="74" y="98"/>
                  </a:lnTo>
                  <a:lnTo>
                    <a:pt x="74" y="98"/>
                  </a:lnTo>
                  <a:lnTo>
                    <a:pt x="74" y="98"/>
                  </a:lnTo>
                  <a:lnTo>
                    <a:pt x="76" y="96"/>
                  </a:lnTo>
                  <a:lnTo>
                    <a:pt x="76" y="96"/>
                  </a:lnTo>
                  <a:lnTo>
                    <a:pt x="76" y="96"/>
                  </a:lnTo>
                  <a:lnTo>
                    <a:pt x="76" y="96"/>
                  </a:lnTo>
                  <a:lnTo>
                    <a:pt x="77" y="96"/>
                  </a:lnTo>
                  <a:lnTo>
                    <a:pt x="77" y="96"/>
                  </a:lnTo>
                  <a:lnTo>
                    <a:pt x="77" y="96"/>
                  </a:lnTo>
                  <a:lnTo>
                    <a:pt x="77" y="96"/>
                  </a:lnTo>
                  <a:lnTo>
                    <a:pt x="78" y="94"/>
                  </a:lnTo>
                  <a:lnTo>
                    <a:pt x="78" y="94"/>
                  </a:lnTo>
                  <a:lnTo>
                    <a:pt x="78" y="94"/>
                  </a:lnTo>
                  <a:lnTo>
                    <a:pt x="78" y="94"/>
                  </a:lnTo>
                  <a:lnTo>
                    <a:pt x="78" y="93"/>
                  </a:lnTo>
                  <a:lnTo>
                    <a:pt x="78" y="93"/>
                  </a:lnTo>
                  <a:lnTo>
                    <a:pt x="78" y="93"/>
                  </a:lnTo>
                  <a:lnTo>
                    <a:pt x="78" y="93"/>
                  </a:lnTo>
                  <a:lnTo>
                    <a:pt x="78" y="91"/>
                  </a:lnTo>
                  <a:lnTo>
                    <a:pt x="78" y="91"/>
                  </a:lnTo>
                  <a:lnTo>
                    <a:pt x="78" y="91"/>
                  </a:lnTo>
                  <a:lnTo>
                    <a:pt x="78" y="91"/>
                  </a:lnTo>
                  <a:lnTo>
                    <a:pt x="78" y="89"/>
                  </a:lnTo>
                  <a:lnTo>
                    <a:pt x="78" y="89"/>
                  </a:lnTo>
                  <a:lnTo>
                    <a:pt x="78" y="89"/>
                  </a:lnTo>
                  <a:lnTo>
                    <a:pt x="78" y="89"/>
                  </a:lnTo>
                  <a:lnTo>
                    <a:pt x="79" y="87"/>
                  </a:lnTo>
                  <a:lnTo>
                    <a:pt x="78" y="87"/>
                  </a:lnTo>
                  <a:lnTo>
                    <a:pt x="78" y="87"/>
                  </a:lnTo>
                  <a:lnTo>
                    <a:pt x="78" y="87"/>
                  </a:lnTo>
                  <a:lnTo>
                    <a:pt x="78" y="87"/>
                  </a:lnTo>
                  <a:lnTo>
                    <a:pt x="78" y="87"/>
                  </a:lnTo>
                  <a:lnTo>
                    <a:pt x="78" y="87"/>
                  </a:lnTo>
                  <a:lnTo>
                    <a:pt x="78" y="87"/>
                  </a:lnTo>
                  <a:lnTo>
                    <a:pt x="78" y="85"/>
                  </a:lnTo>
                  <a:lnTo>
                    <a:pt x="76" y="85"/>
                  </a:lnTo>
                  <a:lnTo>
                    <a:pt x="76" y="85"/>
                  </a:lnTo>
                  <a:lnTo>
                    <a:pt x="76" y="85"/>
                  </a:lnTo>
                  <a:lnTo>
                    <a:pt x="76" y="83"/>
                  </a:lnTo>
                  <a:lnTo>
                    <a:pt x="76" y="83"/>
                  </a:lnTo>
                  <a:lnTo>
                    <a:pt x="76" y="83"/>
                  </a:lnTo>
                  <a:lnTo>
                    <a:pt x="76" y="83"/>
                  </a:lnTo>
                  <a:lnTo>
                    <a:pt x="76" y="81"/>
                  </a:lnTo>
                  <a:lnTo>
                    <a:pt x="75" y="81"/>
                  </a:lnTo>
                  <a:lnTo>
                    <a:pt x="75" y="81"/>
                  </a:lnTo>
                  <a:lnTo>
                    <a:pt x="75" y="81"/>
                  </a:lnTo>
                  <a:lnTo>
                    <a:pt x="75" y="80"/>
                  </a:lnTo>
                  <a:lnTo>
                    <a:pt x="75" y="80"/>
                  </a:lnTo>
                  <a:lnTo>
                    <a:pt x="75" y="80"/>
                  </a:lnTo>
                  <a:lnTo>
                    <a:pt x="75" y="80"/>
                  </a:lnTo>
                  <a:lnTo>
                    <a:pt x="75" y="78"/>
                  </a:lnTo>
                  <a:lnTo>
                    <a:pt x="74" y="78"/>
                  </a:lnTo>
                  <a:lnTo>
                    <a:pt x="74" y="78"/>
                  </a:lnTo>
                  <a:lnTo>
                    <a:pt x="74" y="78"/>
                  </a:lnTo>
                  <a:lnTo>
                    <a:pt x="74" y="76"/>
                  </a:lnTo>
                  <a:lnTo>
                    <a:pt x="74" y="76"/>
                  </a:lnTo>
                  <a:lnTo>
                    <a:pt x="74" y="76"/>
                  </a:lnTo>
                  <a:lnTo>
                    <a:pt x="74" y="76"/>
                  </a:lnTo>
                  <a:lnTo>
                    <a:pt x="74" y="75"/>
                  </a:lnTo>
                  <a:lnTo>
                    <a:pt x="74" y="75"/>
                  </a:lnTo>
                  <a:lnTo>
                    <a:pt x="74" y="75"/>
                  </a:lnTo>
                  <a:lnTo>
                    <a:pt x="74" y="75"/>
                  </a:lnTo>
                  <a:lnTo>
                    <a:pt x="74" y="74"/>
                  </a:lnTo>
                  <a:lnTo>
                    <a:pt x="74" y="74"/>
                  </a:lnTo>
                  <a:lnTo>
                    <a:pt x="74" y="74"/>
                  </a:lnTo>
                  <a:lnTo>
                    <a:pt x="74" y="74"/>
                  </a:lnTo>
                  <a:lnTo>
                    <a:pt x="74" y="72"/>
                  </a:lnTo>
                  <a:lnTo>
                    <a:pt x="74" y="72"/>
                  </a:lnTo>
                  <a:lnTo>
                    <a:pt x="74" y="72"/>
                  </a:lnTo>
                  <a:lnTo>
                    <a:pt x="74" y="72"/>
                  </a:lnTo>
                  <a:lnTo>
                    <a:pt x="74" y="71"/>
                  </a:lnTo>
                  <a:lnTo>
                    <a:pt x="74" y="71"/>
                  </a:lnTo>
                  <a:lnTo>
                    <a:pt x="74" y="71"/>
                  </a:lnTo>
                  <a:lnTo>
                    <a:pt x="74" y="71"/>
                  </a:lnTo>
                  <a:lnTo>
                    <a:pt x="74" y="70"/>
                  </a:lnTo>
                  <a:lnTo>
                    <a:pt x="74" y="71"/>
                  </a:lnTo>
                  <a:lnTo>
                    <a:pt x="74" y="71"/>
                  </a:lnTo>
                  <a:lnTo>
                    <a:pt x="74" y="71"/>
                  </a:lnTo>
                  <a:lnTo>
                    <a:pt x="74" y="71"/>
                  </a:lnTo>
                  <a:lnTo>
                    <a:pt x="74" y="71"/>
                  </a:lnTo>
                  <a:lnTo>
                    <a:pt x="76" y="71"/>
                  </a:lnTo>
                  <a:lnTo>
                    <a:pt x="76" y="71"/>
                  </a:lnTo>
                  <a:lnTo>
                    <a:pt x="78" y="71"/>
                  </a:lnTo>
                  <a:lnTo>
                    <a:pt x="78" y="71"/>
                  </a:lnTo>
                  <a:lnTo>
                    <a:pt x="80" y="71"/>
                  </a:lnTo>
                  <a:lnTo>
                    <a:pt x="80" y="71"/>
                  </a:lnTo>
                  <a:lnTo>
                    <a:pt x="82" y="71"/>
                  </a:lnTo>
                  <a:lnTo>
                    <a:pt x="82" y="71"/>
                  </a:lnTo>
                  <a:lnTo>
                    <a:pt x="83" y="71"/>
                  </a:lnTo>
                  <a:lnTo>
                    <a:pt x="83" y="71"/>
                  </a:lnTo>
                  <a:lnTo>
                    <a:pt x="85" y="69"/>
                  </a:lnTo>
                  <a:lnTo>
                    <a:pt x="85" y="70"/>
                  </a:lnTo>
                  <a:lnTo>
                    <a:pt x="85" y="70"/>
                  </a:lnTo>
                  <a:lnTo>
                    <a:pt x="85" y="70"/>
                  </a:lnTo>
                  <a:lnTo>
                    <a:pt x="87" y="70"/>
                  </a:lnTo>
                  <a:lnTo>
                    <a:pt x="87" y="70"/>
                  </a:lnTo>
                  <a:lnTo>
                    <a:pt x="88" y="70"/>
                  </a:lnTo>
                  <a:lnTo>
                    <a:pt x="88" y="70"/>
                  </a:lnTo>
                  <a:lnTo>
                    <a:pt x="90" y="70"/>
                  </a:lnTo>
                  <a:lnTo>
                    <a:pt x="90" y="70"/>
                  </a:lnTo>
                  <a:lnTo>
                    <a:pt x="90" y="70"/>
                  </a:lnTo>
                  <a:lnTo>
                    <a:pt x="90" y="70"/>
                  </a:lnTo>
                  <a:lnTo>
                    <a:pt x="92" y="70"/>
                  </a:lnTo>
                  <a:lnTo>
                    <a:pt x="92" y="70"/>
                  </a:lnTo>
                  <a:lnTo>
                    <a:pt x="93" y="70"/>
                  </a:lnTo>
                  <a:lnTo>
                    <a:pt x="93" y="70"/>
                  </a:lnTo>
                  <a:lnTo>
                    <a:pt x="94" y="70"/>
                  </a:lnTo>
                  <a:lnTo>
                    <a:pt x="94" y="70"/>
                  </a:lnTo>
                  <a:lnTo>
                    <a:pt x="94" y="70"/>
                  </a:lnTo>
                  <a:lnTo>
                    <a:pt x="94" y="70"/>
                  </a:lnTo>
                  <a:lnTo>
                    <a:pt x="94" y="70"/>
                  </a:lnTo>
                  <a:lnTo>
                    <a:pt x="94" y="70"/>
                  </a:lnTo>
                  <a:lnTo>
                    <a:pt x="94" y="70"/>
                  </a:lnTo>
                  <a:lnTo>
                    <a:pt x="94" y="70"/>
                  </a:lnTo>
                  <a:lnTo>
                    <a:pt x="95" y="68"/>
                  </a:lnTo>
                  <a:lnTo>
                    <a:pt x="95" y="68"/>
                  </a:lnTo>
                  <a:lnTo>
                    <a:pt x="95" y="68"/>
                  </a:lnTo>
                  <a:lnTo>
                    <a:pt x="95" y="68"/>
                  </a:lnTo>
                  <a:lnTo>
                    <a:pt x="96" y="68"/>
                  </a:lnTo>
                  <a:lnTo>
                    <a:pt x="96" y="68"/>
                  </a:lnTo>
                  <a:lnTo>
                    <a:pt x="96" y="68"/>
                  </a:lnTo>
                  <a:lnTo>
                    <a:pt x="96" y="68"/>
                  </a:lnTo>
                  <a:lnTo>
                    <a:pt x="98" y="66"/>
                  </a:lnTo>
                  <a:lnTo>
                    <a:pt x="98" y="66"/>
                  </a:lnTo>
                  <a:lnTo>
                    <a:pt x="98" y="66"/>
                  </a:lnTo>
                  <a:lnTo>
                    <a:pt x="98" y="66"/>
                  </a:lnTo>
                  <a:lnTo>
                    <a:pt x="98" y="66"/>
                  </a:lnTo>
                  <a:lnTo>
                    <a:pt x="98" y="66"/>
                  </a:lnTo>
                  <a:lnTo>
                    <a:pt x="98" y="66"/>
                  </a:lnTo>
                  <a:lnTo>
                    <a:pt x="98" y="66"/>
                  </a:lnTo>
                  <a:lnTo>
                    <a:pt x="98" y="65"/>
                  </a:lnTo>
                  <a:lnTo>
                    <a:pt x="98" y="65"/>
                  </a:lnTo>
                  <a:lnTo>
                    <a:pt x="98" y="65"/>
                  </a:lnTo>
                  <a:lnTo>
                    <a:pt x="98" y="65"/>
                  </a:lnTo>
                  <a:lnTo>
                    <a:pt x="98" y="63"/>
                  </a:lnTo>
                  <a:lnTo>
                    <a:pt x="98" y="63"/>
                  </a:lnTo>
                  <a:lnTo>
                    <a:pt x="98" y="62"/>
                  </a:lnTo>
                  <a:lnTo>
                    <a:pt x="98" y="62"/>
                  </a:lnTo>
                  <a:lnTo>
                    <a:pt x="98" y="60"/>
                  </a:lnTo>
                  <a:lnTo>
                    <a:pt x="96" y="60"/>
                  </a:lnTo>
                  <a:lnTo>
                    <a:pt x="96" y="60"/>
                  </a:lnTo>
                  <a:lnTo>
                    <a:pt x="96" y="60"/>
                  </a:lnTo>
                  <a:lnTo>
                    <a:pt x="96" y="60"/>
                  </a:lnTo>
                  <a:lnTo>
                    <a:pt x="96" y="60"/>
                  </a:lnTo>
                  <a:lnTo>
                    <a:pt x="96" y="60"/>
                  </a:lnTo>
                  <a:lnTo>
                    <a:pt x="96" y="60"/>
                  </a:lnTo>
                  <a:lnTo>
                    <a:pt x="96" y="60"/>
                  </a:lnTo>
                  <a:lnTo>
                    <a:pt x="96" y="60"/>
                  </a:lnTo>
                  <a:lnTo>
                    <a:pt x="96" y="60"/>
                  </a:lnTo>
                  <a:lnTo>
                    <a:pt x="96" y="60"/>
                  </a:lnTo>
                  <a:lnTo>
                    <a:pt x="96" y="60"/>
                  </a:lnTo>
                  <a:lnTo>
                    <a:pt x="96" y="60"/>
                  </a:lnTo>
                  <a:lnTo>
                    <a:pt x="96" y="60"/>
                  </a:lnTo>
                  <a:lnTo>
                    <a:pt x="96" y="60"/>
                  </a:lnTo>
                  <a:lnTo>
                    <a:pt x="96" y="60"/>
                  </a:lnTo>
                  <a:lnTo>
                    <a:pt x="96" y="60"/>
                  </a:lnTo>
                  <a:lnTo>
                    <a:pt x="96" y="60"/>
                  </a:lnTo>
                  <a:lnTo>
                    <a:pt x="96" y="60"/>
                  </a:lnTo>
                  <a:lnTo>
                    <a:pt x="96" y="60"/>
                  </a:lnTo>
                  <a:lnTo>
                    <a:pt x="96" y="60"/>
                  </a:lnTo>
                  <a:lnTo>
                    <a:pt x="96" y="60"/>
                  </a:lnTo>
                  <a:lnTo>
                    <a:pt x="96" y="60"/>
                  </a:lnTo>
                  <a:lnTo>
                    <a:pt x="96" y="59"/>
                  </a:lnTo>
                  <a:lnTo>
                    <a:pt x="96" y="59"/>
                  </a:lnTo>
                  <a:lnTo>
                    <a:pt x="96" y="59"/>
                  </a:lnTo>
                  <a:lnTo>
                    <a:pt x="96" y="59"/>
                  </a:lnTo>
                  <a:lnTo>
                    <a:pt x="96" y="59"/>
                  </a:lnTo>
                  <a:lnTo>
                    <a:pt x="96" y="59"/>
                  </a:lnTo>
                  <a:lnTo>
                    <a:pt x="96" y="59"/>
                  </a:lnTo>
                  <a:lnTo>
                    <a:pt x="96" y="59"/>
                  </a:lnTo>
                  <a:lnTo>
                    <a:pt x="96" y="57"/>
                  </a:lnTo>
                  <a:lnTo>
                    <a:pt x="96" y="57"/>
                  </a:lnTo>
                  <a:lnTo>
                    <a:pt x="96" y="57"/>
                  </a:lnTo>
                  <a:lnTo>
                    <a:pt x="96" y="57"/>
                  </a:lnTo>
                  <a:lnTo>
                    <a:pt x="96" y="57"/>
                  </a:lnTo>
                  <a:lnTo>
                    <a:pt x="96" y="57"/>
                  </a:lnTo>
                  <a:lnTo>
                    <a:pt x="96" y="57"/>
                  </a:lnTo>
                  <a:lnTo>
                    <a:pt x="96" y="57"/>
                  </a:lnTo>
                  <a:lnTo>
                    <a:pt x="98" y="57"/>
                  </a:lnTo>
                  <a:lnTo>
                    <a:pt x="98" y="57"/>
                  </a:lnTo>
                  <a:lnTo>
                    <a:pt x="98" y="57"/>
                  </a:lnTo>
                  <a:lnTo>
                    <a:pt x="98" y="57"/>
                  </a:lnTo>
                  <a:lnTo>
                    <a:pt x="99" y="57"/>
                  </a:lnTo>
                  <a:lnTo>
                    <a:pt x="99" y="57"/>
                  </a:lnTo>
                  <a:lnTo>
                    <a:pt x="99" y="57"/>
                  </a:lnTo>
                  <a:lnTo>
                    <a:pt x="99" y="57"/>
                  </a:lnTo>
                  <a:lnTo>
                    <a:pt x="100" y="57"/>
                  </a:lnTo>
                  <a:lnTo>
                    <a:pt x="100" y="57"/>
                  </a:lnTo>
                  <a:lnTo>
                    <a:pt x="100" y="57"/>
                  </a:lnTo>
                  <a:lnTo>
                    <a:pt x="100" y="57"/>
                  </a:lnTo>
                  <a:lnTo>
                    <a:pt x="100" y="57"/>
                  </a:lnTo>
                  <a:lnTo>
                    <a:pt x="100" y="57"/>
                  </a:lnTo>
                  <a:lnTo>
                    <a:pt x="100" y="57"/>
                  </a:lnTo>
                  <a:lnTo>
                    <a:pt x="100" y="57"/>
                  </a:lnTo>
                  <a:lnTo>
                    <a:pt x="101" y="56"/>
                  </a:lnTo>
                  <a:lnTo>
                    <a:pt x="101" y="56"/>
                  </a:lnTo>
                  <a:lnTo>
                    <a:pt x="101" y="56"/>
                  </a:lnTo>
                  <a:lnTo>
                    <a:pt x="101" y="56"/>
                  </a:lnTo>
                  <a:lnTo>
                    <a:pt x="102" y="56"/>
                  </a:lnTo>
                  <a:lnTo>
                    <a:pt x="102" y="56"/>
                  </a:lnTo>
                  <a:lnTo>
                    <a:pt x="102" y="56"/>
                  </a:lnTo>
                  <a:lnTo>
                    <a:pt x="102" y="56"/>
                  </a:lnTo>
                  <a:lnTo>
                    <a:pt x="103" y="54"/>
                  </a:lnTo>
                  <a:lnTo>
                    <a:pt x="103" y="54"/>
                  </a:lnTo>
                  <a:lnTo>
                    <a:pt x="103" y="54"/>
                  </a:lnTo>
                  <a:lnTo>
                    <a:pt x="103" y="54"/>
                  </a:lnTo>
                  <a:lnTo>
                    <a:pt x="103" y="54"/>
                  </a:lnTo>
                  <a:lnTo>
                    <a:pt x="103" y="54"/>
                  </a:lnTo>
                  <a:lnTo>
                    <a:pt x="103" y="54"/>
                  </a:lnTo>
                  <a:lnTo>
                    <a:pt x="103" y="54"/>
                  </a:lnTo>
                  <a:lnTo>
                    <a:pt x="103" y="54"/>
                  </a:lnTo>
                  <a:lnTo>
                    <a:pt x="103" y="54"/>
                  </a:lnTo>
                  <a:lnTo>
                    <a:pt x="103" y="54"/>
                  </a:lnTo>
                  <a:lnTo>
                    <a:pt x="103" y="54"/>
                  </a:lnTo>
                  <a:lnTo>
                    <a:pt x="103" y="54"/>
                  </a:lnTo>
                  <a:lnTo>
                    <a:pt x="103" y="54"/>
                  </a:lnTo>
                  <a:lnTo>
                    <a:pt x="103" y="54"/>
                  </a:lnTo>
                  <a:lnTo>
                    <a:pt x="103" y="54"/>
                  </a:lnTo>
                  <a:lnTo>
                    <a:pt x="104" y="53"/>
                  </a:lnTo>
                  <a:lnTo>
                    <a:pt x="103" y="53"/>
                  </a:lnTo>
                  <a:lnTo>
                    <a:pt x="103" y="53"/>
                  </a:lnTo>
                  <a:lnTo>
                    <a:pt x="103" y="53"/>
                  </a:lnTo>
                  <a:lnTo>
                    <a:pt x="103" y="53"/>
                  </a:lnTo>
                  <a:lnTo>
                    <a:pt x="103" y="53"/>
                  </a:lnTo>
                  <a:lnTo>
                    <a:pt x="103" y="53"/>
                  </a:lnTo>
                  <a:lnTo>
                    <a:pt x="103" y="53"/>
                  </a:lnTo>
                  <a:lnTo>
                    <a:pt x="103" y="51"/>
                  </a:lnTo>
                  <a:lnTo>
                    <a:pt x="103" y="51"/>
                  </a:lnTo>
                  <a:lnTo>
                    <a:pt x="103" y="51"/>
                  </a:lnTo>
                  <a:lnTo>
                    <a:pt x="103" y="51"/>
                  </a:lnTo>
                  <a:lnTo>
                    <a:pt x="103" y="50"/>
                  </a:lnTo>
                  <a:lnTo>
                    <a:pt x="103" y="50"/>
                  </a:lnTo>
                  <a:lnTo>
                    <a:pt x="103" y="50"/>
                  </a:lnTo>
                  <a:lnTo>
                    <a:pt x="103" y="50"/>
                  </a:lnTo>
                  <a:lnTo>
                    <a:pt x="103" y="49"/>
                  </a:lnTo>
                  <a:lnTo>
                    <a:pt x="103" y="49"/>
                  </a:lnTo>
                  <a:lnTo>
                    <a:pt x="103" y="49"/>
                  </a:lnTo>
                  <a:lnTo>
                    <a:pt x="103" y="49"/>
                  </a:lnTo>
                  <a:lnTo>
                    <a:pt x="103" y="49"/>
                  </a:lnTo>
                  <a:lnTo>
                    <a:pt x="103" y="49"/>
                  </a:lnTo>
                  <a:lnTo>
                    <a:pt x="103" y="49"/>
                  </a:lnTo>
                  <a:lnTo>
                    <a:pt x="103" y="49"/>
                  </a:lnTo>
                  <a:lnTo>
                    <a:pt x="104" y="46"/>
                  </a:lnTo>
                  <a:lnTo>
                    <a:pt x="104" y="46"/>
                  </a:lnTo>
                  <a:lnTo>
                    <a:pt x="104" y="46"/>
                  </a:lnTo>
                  <a:lnTo>
                    <a:pt x="104" y="46"/>
                  </a:lnTo>
                  <a:lnTo>
                    <a:pt x="104" y="46"/>
                  </a:lnTo>
                  <a:lnTo>
                    <a:pt x="104" y="46"/>
                  </a:lnTo>
                  <a:lnTo>
                    <a:pt x="104" y="46"/>
                  </a:lnTo>
                  <a:lnTo>
                    <a:pt x="104" y="46"/>
                  </a:lnTo>
                  <a:lnTo>
                    <a:pt x="105" y="44"/>
                  </a:lnTo>
                  <a:lnTo>
                    <a:pt x="104" y="44"/>
                  </a:lnTo>
                  <a:lnTo>
                    <a:pt x="104" y="44"/>
                  </a:lnTo>
                  <a:lnTo>
                    <a:pt x="103" y="44"/>
                  </a:lnTo>
                  <a:lnTo>
                    <a:pt x="103" y="44"/>
                  </a:lnTo>
                  <a:lnTo>
                    <a:pt x="102" y="44"/>
                  </a:lnTo>
                  <a:lnTo>
                    <a:pt x="102" y="44"/>
                  </a:lnTo>
                  <a:lnTo>
                    <a:pt x="102" y="44"/>
                  </a:lnTo>
                  <a:lnTo>
                    <a:pt x="102" y="43"/>
                  </a:lnTo>
                  <a:lnTo>
                    <a:pt x="100" y="43"/>
                  </a:lnTo>
                  <a:lnTo>
                    <a:pt x="100" y="43"/>
                  </a:lnTo>
                  <a:lnTo>
                    <a:pt x="99" y="43"/>
                  </a:lnTo>
                  <a:lnTo>
                    <a:pt x="99" y="43"/>
                  </a:lnTo>
                  <a:lnTo>
                    <a:pt x="98" y="43"/>
                  </a:lnTo>
                  <a:lnTo>
                    <a:pt x="98" y="43"/>
                  </a:lnTo>
                  <a:lnTo>
                    <a:pt x="98" y="43"/>
                  </a:lnTo>
                  <a:lnTo>
                    <a:pt x="98" y="43"/>
                  </a:lnTo>
                  <a:lnTo>
                    <a:pt x="96" y="43"/>
                  </a:lnTo>
                  <a:lnTo>
                    <a:pt x="96" y="43"/>
                  </a:lnTo>
                  <a:lnTo>
                    <a:pt x="96" y="43"/>
                  </a:lnTo>
                  <a:lnTo>
                    <a:pt x="96" y="43"/>
                  </a:lnTo>
                  <a:lnTo>
                    <a:pt x="96" y="43"/>
                  </a:lnTo>
                  <a:lnTo>
                    <a:pt x="96" y="43"/>
                  </a:lnTo>
                  <a:lnTo>
                    <a:pt x="96" y="43"/>
                  </a:lnTo>
                  <a:lnTo>
                    <a:pt x="96" y="41"/>
                  </a:lnTo>
                  <a:lnTo>
                    <a:pt x="96" y="41"/>
                  </a:lnTo>
                  <a:lnTo>
                    <a:pt x="96" y="41"/>
                  </a:lnTo>
                  <a:lnTo>
                    <a:pt x="96" y="41"/>
                  </a:lnTo>
                  <a:lnTo>
                    <a:pt x="96" y="40"/>
                  </a:lnTo>
                  <a:lnTo>
                    <a:pt x="96" y="40"/>
                  </a:lnTo>
                  <a:lnTo>
                    <a:pt x="96" y="40"/>
                  </a:lnTo>
                  <a:lnTo>
                    <a:pt x="96" y="40"/>
                  </a:lnTo>
                  <a:lnTo>
                    <a:pt x="96" y="38"/>
                  </a:lnTo>
                  <a:lnTo>
                    <a:pt x="96" y="38"/>
                  </a:lnTo>
                  <a:lnTo>
                    <a:pt x="96" y="38"/>
                  </a:lnTo>
                  <a:lnTo>
                    <a:pt x="96" y="38"/>
                  </a:lnTo>
                  <a:lnTo>
                    <a:pt x="96" y="37"/>
                  </a:lnTo>
                  <a:lnTo>
                    <a:pt x="96" y="37"/>
                  </a:lnTo>
                  <a:lnTo>
                    <a:pt x="96" y="37"/>
                  </a:lnTo>
                  <a:lnTo>
                    <a:pt x="96" y="37"/>
                  </a:lnTo>
                  <a:lnTo>
                    <a:pt x="96" y="35"/>
                  </a:lnTo>
                  <a:lnTo>
                    <a:pt x="96" y="35"/>
                  </a:lnTo>
                  <a:lnTo>
                    <a:pt x="96" y="35"/>
                  </a:lnTo>
                  <a:lnTo>
                    <a:pt x="96" y="35"/>
                  </a:lnTo>
                  <a:lnTo>
                    <a:pt x="96" y="34"/>
                  </a:lnTo>
                  <a:lnTo>
                    <a:pt x="96" y="34"/>
                  </a:lnTo>
                  <a:lnTo>
                    <a:pt x="96" y="34"/>
                  </a:lnTo>
                  <a:lnTo>
                    <a:pt x="96" y="34"/>
                  </a:lnTo>
                  <a:lnTo>
                    <a:pt x="98" y="33"/>
                  </a:lnTo>
                  <a:lnTo>
                    <a:pt x="98" y="34"/>
                  </a:lnTo>
                  <a:lnTo>
                    <a:pt x="98" y="34"/>
                  </a:lnTo>
                  <a:lnTo>
                    <a:pt x="98" y="34"/>
                  </a:lnTo>
                  <a:lnTo>
                    <a:pt x="99" y="34"/>
                  </a:lnTo>
                  <a:lnTo>
                    <a:pt x="99" y="35"/>
                  </a:lnTo>
                  <a:lnTo>
                    <a:pt x="100" y="35"/>
                  </a:lnTo>
                  <a:lnTo>
                    <a:pt x="100" y="35"/>
                  </a:lnTo>
                  <a:lnTo>
                    <a:pt x="102" y="35"/>
                  </a:lnTo>
                  <a:lnTo>
                    <a:pt x="102" y="36"/>
                  </a:lnTo>
                  <a:lnTo>
                    <a:pt x="102" y="36"/>
                  </a:lnTo>
                  <a:lnTo>
                    <a:pt x="102" y="36"/>
                  </a:lnTo>
                  <a:lnTo>
                    <a:pt x="103" y="36"/>
                  </a:lnTo>
                  <a:lnTo>
                    <a:pt x="103" y="36"/>
                  </a:lnTo>
                  <a:lnTo>
                    <a:pt x="104" y="36"/>
                  </a:lnTo>
                  <a:lnTo>
                    <a:pt x="104" y="36"/>
                  </a:lnTo>
                  <a:lnTo>
                    <a:pt x="105" y="36"/>
                  </a:lnTo>
                  <a:lnTo>
                    <a:pt x="104" y="36"/>
                  </a:lnTo>
                  <a:lnTo>
                    <a:pt x="104" y="36"/>
                  </a:lnTo>
                  <a:lnTo>
                    <a:pt x="104" y="36"/>
                  </a:lnTo>
                  <a:lnTo>
                    <a:pt x="104" y="35"/>
                  </a:lnTo>
                  <a:lnTo>
                    <a:pt x="104" y="35"/>
                  </a:lnTo>
                  <a:lnTo>
                    <a:pt x="104" y="35"/>
                  </a:lnTo>
                  <a:lnTo>
                    <a:pt x="104" y="35"/>
                  </a:lnTo>
                  <a:lnTo>
                    <a:pt x="104" y="34"/>
                  </a:lnTo>
                  <a:lnTo>
                    <a:pt x="104" y="34"/>
                  </a:lnTo>
                  <a:lnTo>
                    <a:pt x="104" y="34"/>
                  </a:lnTo>
                  <a:lnTo>
                    <a:pt x="104" y="34"/>
                  </a:lnTo>
                  <a:lnTo>
                    <a:pt x="104" y="32"/>
                  </a:lnTo>
                  <a:lnTo>
                    <a:pt x="104" y="32"/>
                  </a:lnTo>
                  <a:lnTo>
                    <a:pt x="104" y="32"/>
                  </a:lnTo>
                  <a:lnTo>
                    <a:pt x="104" y="32"/>
                  </a:lnTo>
                  <a:lnTo>
                    <a:pt x="104" y="29"/>
                  </a:lnTo>
                  <a:lnTo>
                    <a:pt x="104" y="29"/>
                  </a:lnTo>
                  <a:lnTo>
                    <a:pt x="104" y="29"/>
                  </a:lnTo>
                  <a:lnTo>
                    <a:pt x="104" y="29"/>
                  </a:lnTo>
                  <a:lnTo>
                    <a:pt x="104" y="29"/>
                  </a:lnTo>
                  <a:lnTo>
                    <a:pt x="104" y="29"/>
                  </a:lnTo>
                  <a:lnTo>
                    <a:pt x="104" y="29"/>
                  </a:lnTo>
                  <a:lnTo>
                    <a:pt x="104" y="29"/>
                  </a:lnTo>
                  <a:lnTo>
                    <a:pt x="105" y="28"/>
                  </a:lnTo>
                  <a:lnTo>
                    <a:pt x="105" y="28"/>
                  </a:lnTo>
                  <a:lnTo>
                    <a:pt x="105" y="28"/>
                  </a:lnTo>
                  <a:lnTo>
                    <a:pt x="105" y="28"/>
                  </a:lnTo>
                  <a:lnTo>
                    <a:pt x="106" y="27"/>
                  </a:lnTo>
                  <a:lnTo>
                    <a:pt x="106" y="27"/>
                  </a:lnTo>
                  <a:lnTo>
                    <a:pt x="106" y="27"/>
                  </a:lnTo>
                  <a:lnTo>
                    <a:pt x="106" y="27"/>
                  </a:lnTo>
                  <a:lnTo>
                    <a:pt x="108" y="25"/>
                  </a:lnTo>
                  <a:lnTo>
                    <a:pt x="108" y="25"/>
                  </a:lnTo>
                  <a:lnTo>
                    <a:pt x="108" y="25"/>
                  </a:lnTo>
                  <a:lnTo>
                    <a:pt x="108" y="25"/>
                  </a:lnTo>
                  <a:lnTo>
                    <a:pt x="108" y="24"/>
                  </a:lnTo>
                  <a:lnTo>
                    <a:pt x="108" y="24"/>
                  </a:lnTo>
                  <a:lnTo>
                    <a:pt x="108" y="24"/>
                  </a:lnTo>
                  <a:lnTo>
                    <a:pt x="108" y="24"/>
                  </a:lnTo>
                  <a:lnTo>
                    <a:pt x="109" y="22"/>
                  </a:lnTo>
                  <a:lnTo>
                    <a:pt x="109" y="22"/>
                  </a:lnTo>
                  <a:lnTo>
                    <a:pt x="109" y="22"/>
                  </a:lnTo>
                  <a:lnTo>
                    <a:pt x="109" y="22"/>
                  </a:lnTo>
                  <a:lnTo>
                    <a:pt x="109" y="21"/>
                  </a:lnTo>
                  <a:lnTo>
                    <a:pt x="109" y="21"/>
                  </a:lnTo>
                  <a:lnTo>
                    <a:pt x="109" y="21"/>
                  </a:lnTo>
                  <a:lnTo>
                    <a:pt x="109" y="21"/>
                  </a:lnTo>
                  <a:lnTo>
                    <a:pt x="111" y="19"/>
                  </a:lnTo>
                  <a:lnTo>
                    <a:pt x="111" y="19"/>
                  </a:lnTo>
                  <a:lnTo>
                    <a:pt x="111" y="19"/>
                  </a:lnTo>
                  <a:lnTo>
                    <a:pt x="111" y="19"/>
                  </a:lnTo>
                  <a:lnTo>
                    <a:pt x="111" y="17"/>
                  </a:lnTo>
                  <a:lnTo>
                    <a:pt x="111" y="17"/>
                  </a:lnTo>
                  <a:lnTo>
                    <a:pt x="111" y="15"/>
                  </a:lnTo>
                  <a:lnTo>
                    <a:pt x="111" y="15"/>
                  </a:lnTo>
                  <a:lnTo>
                    <a:pt x="111" y="13"/>
                  </a:lnTo>
                  <a:lnTo>
                    <a:pt x="111" y="13"/>
                  </a:lnTo>
                  <a:lnTo>
                    <a:pt x="111" y="12"/>
                  </a:lnTo>
                  <a:lnTo>
                    <a:pt x="111" y="12"/>
                  </a:lnTo>
                  <a:lnTo>
                    <a:pt x="111" y="10"/>
                  </a:lnTo>
                  <a:lnTo>
                    <a:pt x="111" y="10"/>
                  </a:lnTo>
                  <a:lnTo>
                    <a:pt x="111" y="9"/>
                  </a:lnTo>
                  <a:lnTo>
                    <a:pt x="111" y="9"/>
                  </a:lnTo>
                  <a:lnTo>
                    <a:pt x="112" y="7"/>
                  </a:lnTo>
                  <a:lnTo>
                    <a:pt x="111" y="7"/>
                  </a:lnTo>
                  <a:lnTo>
                    <a:pt x="109" y="7"/>
                  </a:lnTo>
                  <a:lnTo>
                    <a:pt x="109" y="7"/>
                  </a:lnTo>
                  <a:lnTo>
                    <a:pt x="109" y="7"/>
                  </a:lnTo>
                  <a:lnTo>
                    <a:pt x="109" y="7"/>
                  </a:lnTo>
                  <a:lnTo>
                    <a:pt x="108" y="7"/>
                  </a:lnTo>
                  <a:lnTo>
                    <a:pt x="108" y="7"/>
                  </a:lnTo>
                  <a:lnTo>
                    <a:pt x="108" y="7"/>
                  </a:lnTo>
                  <a:lnTo>
                    <a:pt x="108" y="7"/>
                  </a:lnTo>
                  <a:lnTo>
                    <a:pt x="106" y="7"/>
                  </a:lnTo>
                  <a:lnTo>
                    <a:pt x="106" y="7"/>
                  </a:lnTo>
                  <a:lnTo>
                    <a:pt x="106" y="7"/>
                  </a:lnTo>
                  <a:lnTo>
                    <a:pt x="106" y="7"/>
                  </a:lnTo>
                  <a:lnTo>
                    <a:pt x="105" y="7"/>
                  </a:lnTo>
                  <a:lnTo>
                    <a:pt x="105" y="7"/>
                  </a:lnTo>
                  <a:lnTo>
                    <a:pt x="105" y="7"/>
                  </a:lnTo>
                  <a:lnTo>
                    <a:pt x="105" y="7"/>
                  </a:lnTo>
                  <a:lnTo>
                    <a:pt x="104" y="7"/>
                  </a:lnTo>
                  <a:lnTo>
                    <a:pt x="104" y="7"/>
                  </a:lnTo>
                  <a:lnTo>
                    <a:pt x="104" y="7"/>
                  </a:lnTo>
                  <a:lnTo>
                    <a:pt x="104" y="6"/>
                  </a:lnTo>
                  <a:lnTo>
                    <a:pt x="103" y="6"/>
                  </a:lnTo>
                  <a:lnTo>
                    <a:pt x="103" y="6"/>
                  </a:lnTo>
                  <a:lnTo>
                    <a:pt x="103" y="6"/>
                  </a:lnTo>
                  <a:lnTo>
                    <a:pt x="103" y="4"/>
                  </a:lnTo>
                  <a:lnTo>
                    <a:pt x="101" y="4"/>
                  </a:lnTo>
                  <a:lnTo>
                    <a:pt x="101" y="4"/>
                  </a:lnTo>
                  <a:lnTo>
                    <a:pt x="101" y="4"/>
                  </a:lnTo>
                  <a:lnTo>
                    <a:pt x="101" y="3"/>
                  </a:lnTo>
                  <a:lnTo>
                    <a:pt x="100" y="3"/>
                  </a:lnTo>
                  <a:lnTo>
                    <a:pt x="100" y="3"/>
                  </a:lnTo>
                  <a:lnTo>
                    <a:pt x="100" y="3"/>
                  </a:lnTo>
                  <a:lnTo>
                    <a:pt x="100" y="1"/>
                  </a:lnTo>
                  <a:lnTo>
                    <a:pt x="98" y="1"/>
                  </a:lnTo>
                  <a:lnTo>
                    <a:pt x="98" y="1"/>
                  </a:lnTo>
                  <a:lnTo>
                    <a:pt x="97" y="1"/>
                  </a:lnTo>
                  <a:lnTo>
                    <a:pt x="97" y="1"/>
                  </a:lnTo>
                  <a:lnTo>
                    <a:pt x="95" y="1"/>
                  </a:lnTo>
                  <a:lnTo>
                    <a:pt x="95" y="1"/>
                  </a:lnTo>
                  <a:lnTo>
                    <a:pt x="95" y="1"/>
                  </a:lnTo>
                  <a:lnTo>
                    <a:pt x="95" y="1"/>
                  </a:lnTo>
                  <a:lnTo>
                    <a:pt x="93" y="1"/>
                  </a:lnTo>
                  <a:lnTo>
                    <a:pt x="93" y="1"/>
                  </a:lnTo>
                  <a:lnTo>
                    <a:pt x="91" y="1"/>
                  </a:lnTo>
                  <a:lnTo>
                    <a:pt x="91" y="1"/>
                  </a:lnTo>
                  <a:lnTo>
                    <a:pt x="89" y="1"/>
                  </a:lnTo>
                  <a:lnTo>
                    <a:pt x="89" y="1"/>
                  </a:lnTo>
                  <a:lnTo>
                    <a:pt x="89" y="1"/>
                  </a:lnTo>
                  <a:lnTo>
                    <a:pt x="89" y="0"/>
                  </a:lnTo>
                  <a:lnTo>
                    <a:pt x="87" y="1"/>
                  </a:lnTo>
                  <a:lnTo>
                    <a:pt x="87" y="1"/>
                  </a:lnTo>
                  <a:lnTo>
                    <a:pt x="87" y="1"/>
                  </a:lnTo>
                  <a:lnTo>
                    <a:pt x="87" y="1"/>
                  </a:lnTo>
                  <a:lnTo>
                    <a:pt x="85" y="1"/>
                  </a:lnTo>
                  <a:lnTo>
                    <a:pt x="85" y="1"/>
                  </a:lnTo>
                  <a:lnTo>
                    <a:pt x="85" y="1"/>
                  </a:lnTo>
                  <a:lnTo>
                    <a:pt x="85" y="1"/>
                  </a:lnTo>
                  <a:lnTo>
                    <a:pt x="83" y="1"/>
                  </a:lnTo>
                  <a:lnTo>
                    <a:pt x="83" y="1"/>
                  </a:lnTo>
                  <a:lnTo>
                    <a:pt x="81" y="1"/>
                  </a:lnTo>
                  <a:lnTo>
                    <a:pt x="81" y="1"/>
                  </a:lnTo>
                  <a:lnTo>
                    <a:pt x="79" y="1"/>
                  </a:lnTo>
                  <a:lnTo>
                    <a:pt x="79" y="1"/>
                  </a:lnTo>
                  <a:lnTo>
                    <a:pt x="79" y="1"/>
                  </a:lnTo>
                  <a:lnTo>
                    <a:pt x="79" y="1"/>
                  </a:lnTo>
                  <a:lnTo>
                    <a:pt x="77" y="3"/>
                  </a:lnTo>
                  <a:lnTo>
                    <a:pt x="77" y="3"/>
                  </a:lnTo>
                  <a:lnTo>
                    <a:pt x="75" y="3"/>
                  </a:lnTo>
                  <a:lnTo>
                    <a:pt x="75" y="3"/>
                  </a:lnTo>
                  <a:lnTo>
                    <a:pt x="73" y="4"/>
                  </a:lnTo>
                  <a:lnTo>
                    <a:pt x="73" y="4"/>
                  </a:lnTo>
                  <a:lnTo>
                    <a:pt x="71" y="4"/>
                  </a:lnTo>
                  <a:lnTo>
                    <a:pt x="71" y="4"/>
                  </a:lnTo>
                  <a:lnTo>
                    <a:pt x="69" y="6"/>
                  </a:lnTo>
                  <a:lnTo>
                    <a:pt x="68" y="6"/>
                  </a:lnTo>
                  <a:lnTo>
                    <a:pt x="66" y="6"/>
                  </a:lnTo>
                  <a:lnTo>
                    <a:pt x="66" y="6"/>
                  </a:lnTo>
                  <a:lnTo>
                    <a:pt x="64" y="7"/>
                  </a:lnTo>
                  <a:lnTo>
                    <a:pt x="64" y="7"/>
                  </a:lnTo>
                  <a:lnTo>
                    <a:pt x="62" y="7"/>
                  </a:lnTo>
                  <a:lnTo>
                    <a:pt x="62" y="7"/>
                  </a:lnTo>
                  <a:lnTo>
                    <a:pt x="61" y="9"/>
                  </a:lnTo>
                  <a:lnTo>
                    <a:pt x="61" y="9"/>
                  </a:lnTo>
                  <a:lnTo>
                    <a:pt x="61" y="10"/>
                  </a:lnTo>
                  <a:lnTo>
                    <a:pt x="61" y="10"/>
                  </a:lnTo>
                  <a:lnTo>
                    <a:pt x="61" y="12"/>
                  </a:lnTo>
                  <a:lnTo>
                    <a:pt x="61" y="12"/>
                  </a:lnTo>
                  <a:lnTo>
                    <a:pt x="61" y="12"/>
                  </a:lnTo>
                  <a:lnTo>
                    <a:pt x="61" y="12"/>
                  </a:lnTo>
                  <a:lnTo>
                    <a:pt x="61" y="14"/>
                  </a:lnTo>
                  <a:lnTo>
                    <a:pt x="61" y="14"/>
                  </a:lnTo>
                  <a:lnTo>
                    <a:pt x="61" y="15"/>
                  </a:lnTo>
                  <a:lnTo>
                    <a:pt x="61" y="15"/>
                  </a:lnTo>
                  <a:lnTo>
                    <a:pt x="61" y="17"/>
                  </a:lnTo>
                  <a:lnTo>
                    <a:pt x="61" y="17"/>
                  </a:lnTo>
                  <a:lnTo>
                    <a:pt x="61" y="17"/>
                  </a:lnTo>
                  <a:lnTo>
                    <a:pt x="61" y="17"/>
                  </a:lnTo>
                  <a:lnTo>
                    <a:pt x="61" y="19"/>
                  </a:lnTo>
                  <a:lnTo>
                    <a:pt x="61" y="19"/>
                  </a:lnTo>
                  <a:lnTo>
                    <a:pt x="61" y="20"/>
                  </a:lnTo>
                  <a:lnTo>
                    <a:pt x="61" y="20"/>
                  </a:lnTo>
                  <a:lnTo>
                    <a:pt x="61" y="22"/>
                  </a:lnTo>
                  <a:lnTo>
                    <a:pt x="61" y="22"/>
                  </a:lnTo>
                  <a:lnTo>
                    <a:pt x="61" y="22"/>
                  </a:lnTo>
                  <a:lnTo>
                    <a:pt x="61" y="22"/>
                  </a:lnTo>
                  <a:lnTo>
                    <a:pt x="61" y="24"/>
                  </a:lnTo>
                  <a:lnTo>
                    <a:pt x="61" y="24"/>
                  </a:lnTo>
                  <a:lnTo>
                    <a:pt x="61" y="24"/>
                  </a:lnTo>
                  <a:lnTo>
                    <a:pt x="61" y="24"/>
                  </a:lnTo>
                  <a:lnTo>
                    <a:pt x="61" y="25"/>
                  </a:lnTo>
                  <a:lnTo>
                    <a:pt x="61" y="25"/>
                  </a:lnTo>
                  <a:lnTo>
                    <a:pt x="61" y="25"/>
                  </a:lnTo>
                  <a:lnTo>
                    <a:pt x="61" y="25"/>
                  </a:lnTo>
                  <a:lnTo>
                    <a:pt x="61" y="25"/>
                  </a:lnTo>
                  <a:lnTo>
                    <a:pt x="61" y="25"/>
                  </a:lnTo>
                  <a:lnTo>
                    <a:pt x="61" y="25"/>
                  </a:lnTo>
                  <a:lnTo>
                    <a:pt x="62" y="25"/>
                  </a:lnTo>
                  <a:lnTo>
                    <a:pt x="62" y="25"/>
                  </a:lnTo>
                  <a:lnTo>
                    <a:pt x="63" y="25"/>
                  </a:lnTo>
                  <a:lnTo>
                    <a:pt x="63" y="25"/>
                  </a:lnTo>
                  <a:lnTo>
                    <a:pt x="65" y="25"/>
                  </a:lnTo>
                  <a:lnTo>
                    <a:pt x="65" y="25"/>
                  </a:lnTo>
                  <a:lnTo>
                    <a:pt x="65" y="25"/>
                  </a:lnTo>
                  <a:lnTo>
                    <a:pt x="65" y="25"/>
                  </a:lnTo>
                  <a:lnTo>
                    <a:pt x="67" y="25"/>
                  </a:lnTo>
                  <a:lnTo>
                    <a:pt x="67" y="25"/>
                  </a:lnTo>
                  <a:lnTo>
                    <a:pt x="68" y="25"/>
                  </a:lnTo>
                  <a:lnTo>
                    <a:pt x="68" y="25"/>
                  </a:lnTo>
                  <a:lnTo>
                    <a:pt x="71" y="25"/>
                  </a:lnTo>
                  <a:lnTo>
                    <a:pt x="69" y="27"/>
                  </a:lnTo>
                  <a:lnTo>
                    <a:pt x="69" y="27"/>
                  </a:lnTo>
                  <a:lnTo>
                    <a:pt x="69" y="27"/>
                  </a:lnTo>
                  <a:lnTo>
                    <a:pt x="69" y="27"/>
                  </a:lnTo>
                  <a:lnTo>
                    <a:pt x="68" y="27"/>
                  </a:lnTo>
                  <a:lnTo>
                    <a:pt x="68" y="27"/>
                  </a:lnTo>
                  <a:lnTo>
                    <a:pt x="68" y="27"/>
                  </a:lnTo>
                  <a:lnTo>
                    <a:pt x="68" y="27"/>
                  </a:lnTo>
                  <a:lnTo>
                    <a:pt x="68" y="28"/>
                  </a:lnTo>
                  <a:lnTo>
                    <a:pt x="68" y="28"/>
                  </a:lnTo>
                  <a:lnTo>
                    <a:pt x="68" y="28"/>
                  </a:lnTo>
                  <a:lnTo>
                    <a:pt x="68" y="28"/>
                  </a:lnTo>
                  <a:lnTo>
                    <a:pt x="68" y="28"/>
                  </a:lnTo>
                  <a:lnTo>
                    <a:pt x="68" y="28"/>
                  </a:lnTo>
                  <a:lnTo>
                    <a:pt x="68" y="28"/>
                  </a:lnTo>
                  <a:lnTo>
                    <a:pt x="68" y="28"/>
                  </a:lnTo>
                  <a:lnTo>
                    <a:pt x="68" y="29"/>
                  </a:lnTo>
                  <a:lnTo>
                    <a:pt x="68" y="29"/>
                  </a:lnTo>
                  <a:lnTo>
                    <a:pt x="68" y="30"/>
                  </a:lnTo>
                  <a:lnTo>
                    <a:pt x="68" y="30"/>
                  </a:lnTo>
                  <a:lnTo>
                    <a:pt x="68" y="32"/>
                  </a:lnTo>
                  <a:lnTo>
                    <a:pt x="68" y="32"/>
                  </a:lnTo>
                  <a:lnTo>
                    <a:pt x="68" y="32"/>
                  </a:lnTo>
                  <a:lnTo>
                    <a:pt x="68" y="32"/>
                  </a:lnTo>
                  <a:lnTo>
                    <a:pt x="68" y="34"/>
                  </a:lnTo>
                  <a:lnTo>
                    <a:pt x="68" y="34"/>
                  </a:lnTo>
                  <a:lnTo>
                    <a:pt x="68" y="35"/>
                  </a:lnTo>
                  <a:lnTo>
                    <a:pt x="68" y="35"/>
                  </a:lnTo>
                  <a:lnTo>
                    <a:pt x="68" y="36"/>
                  </a:lnTo>
                  <a:lnTo>
                    <a:pt x="68" y="36"/>
                  </a:lnTo>
                  <a:lnTo>
                    <a:pt x="68" y="36"/>
                  </a:lnTo>
                  <a:lnTo>
                    <a:pt x="68" y="36"/>
                  </a:lnTo>
                  <a:lnTo>
                    <a:pt x="67" y="37"/>
                  </a:lnTo>
                  <a:lnTo>
                    <a:pt x="67" y="37"/>
                  </a:lnTo>
                  <a:lnTo>
                    <a:pt x="67" y="37"/>
                  </a:lnTo>
                  <a:lnTo>
                    <a:pt x="67" y="37"/>
                  </a:lnTo>
                  <a:lnTo>
                    <a:pt x="65" y="37"/>
                  </a:lnTo>
                  <a:lnTo>
                    <a:pt x="65" y="37"/>
                  </a:lnTo>
                  <a:lnTo>
                    <a:pt x="65" y="37"/>
                  </a:lnTo>
                  <a:lnTo>
                    <a:pt x="65" y="37"/>
                  </a:lnTo>
                  <a:lnTo>
                    <a:pt x="63" y="38"/>
                  </a:lnTo>
                  <a:lnTo>
                    <a:pt x="63" y="38"/>
                  </a:lnTo>
                  <a:lnTo>
                    <a:pt x="63" y="38"/>
                  </a:lnTo>
                  <a:lnTo>
                    <a:pt x="63" y="38"/>
                  </a:lnTo>
                  <a:lnTo>
                    <a:pt x="62" y="38"/>
                  </a:lnTo>
                  <a:lnTo>
                    <a:pt x="62" y="38"/>
                  </a:lnTo>
                  <a:lnTo>
                    <a:pt x="62" y="38"/>
                  </a:lnTo>
                  <a:lnTo>
                    <a:pt x="62" y="38"/>
                  </a:lnTo>
                  <a:lnTo>
                    <a:pt x="61" y="39"/>
                  </a:lnTo>
                  <a:lnTo>
                    <a:pt x="61" y="39"/>
                  </a:lnTo>
                  <a:lnTo>
                    <a:pt x="61" y="39"/>
                  </a:lnTo>
                  <a:lnTo>
                    <a:pt x="61" y="39"/>
                  </a:lnTo>
                  <a:lnTo>
                    <a:pt x="59" y="39"/>
                  </a:lnTo>
                  <a:lnTo>
                    <a:pt x="59" y="39"/>
                  </a:lnTo>
                  <a:lnTo>
                    <a:pt x="59" y="39"/>
                  </a:lnTo>
                  <a:lnTo>
                    <a:pt x="59" y="39"/>
                  </a:lnTo>
                  <a:lnTo>
                    <a:pt x="58" y="40"/>
                  </a:lnTo>
                  <a:lnTo>
                    <a:pt x="58" y="40"/>
                  </a:lnTo>
                  <a:lnTo>
                    <a:pt x="58" y="40"/>
                  </a:lnTo>
                  <a:lnTo>
                    <a:pt x="58" y="40"/>
                  </a:lnTo>
                  <a:lnTo>
                    <a:pt x="58" y="40"/>
                  </a:lnTo>
                  <a:lnTo>
                    <a:pt x="58" y="40"/>
                  </a:lnTo>
                  <a:lnTo>
                    <a:pt x="58" y="40"/>
                  </a:lnTo>
                  <a:lnTo>
                    <a:pt x="58" y="40"/>
                  </a:lnTo>
                  <a:lnTo>
                    <a:pt x="56" y="42"/>
                  </a:lnTo>
                  <a:lnTo>
                    <a:pt x="56" y="42"/>
                  </a:lnTo>
                  <a:lnTo>
                    <a:pt x="56" y="42"/>
                  </a:lnTo>
                  <a:lnTo>
                    <a:pt x="56" y="42"/>
                  </a:lnTo>
                  <a:lnTo>
                    <a:pt x="54" y="44"/>
                  </a:lnTo>
                  <a:lnTo>
                    <a:pt x="54" y="44"/>
                  </a:lnTo>
                  <a:lnTo>
                    <a:pt x="54" y="44"/>
                  </a:lnTo>
                  <a:lnTo>
                    <a:pt x="54" y="44"/>
                  </a:lnTo>
                  <a:lnTo>
                    <a:pt x="52" y="46"/>
                  </a:lnTo>
                  <a:lnTo>
                    <a:pt x="52" y="46"/>
                  </a:lnTo>
                  <a:lnTo>
                    <a:pt x="52" y="46"/>
                  </a:lnTo>
                  <a:lnTo>
                    <a:pt x="52" y="46"/>
                  </a:lnTo>
                  <a:lnTo>
                    <a:pt x="51" y="46"/>
                  </a:lnTo>
                  <a:lnTo>
                    <a:pt x="51" y="46"/>
                  </a:lnTo>
                  <a:lnTo>
                    <a:pt x="51" y="46"/>
                  </a:lnTo>
                  <a:lnTo>
                    <a:pt x="51" y="46"/>
                  </a:lnTo>
                  <a:lnTo>
                    <a:pt x="49" y="46"/>
                  </a:lnTo>
                  <a:lnTo>
                    <a:pt x="49" y="46"/>
                  </a:lnTo>
                  <a:lnTo>
                    <a:pt x="49" y="46"/>
                  </a:lnTo>
                  <a:lnTo>
                    <a:pt x="49" y="46"/>
                  </a:lnTo>
                  <a:lnTo>
                    <a:pt x="49" y="46"/>
                  </a:lnTo>
                  <a:lnTo>
                    <a:pt x="49" y="46"/>
                  </a:lnTo>
                  <a:lnTo>
                    <a:pt x="49" y="46"/>
                  </a:lnTo>
                  <a:lnTo>
                    <a:pt x="49" y="46"/>
                  </a:lnTo>
                  <a:lnTo>
                    <a:pt x="48" y="46"/>
                  </a:lnTo>
                  <a:lnTo>
                    <a:pt x="48" y="46"/>
                  </a:lnTo>
                  <a:lnTo>
                    <a:pt x="48" y="46"/>
                  </a:lnTo>
                  <a:lnTo>
                    <a:pt x="48" y="46"/>
                  </a:lnTo>
                  <a:lnTo>
                    <a:pt x="48" y="46"/>
                  </a:lnTo>
                  <a:lnTo>
                    <a:pt x="48" y="46"/>
                  </a:lnTo>
                  <a:lnTo>
                    <a:pt x="48" y="46"/>
                  </a:lnTo>
                  <a:lnTo>
                    <a:pt x="48" y="44"/>
                  </a:lnTo>
                  <a:lnTo>
                    <a:pt x="47" y="44"/>
                  </a:lnTo>
                  <a:lnTo>
                    <a:pt x="47" y="44"/>
                  </a:lnTo>
                  <a:lnTo>
                    <a:pt x="47" y="44"/>
                  </a:lnTo>
                  <a:lnTo>
                    <a:pt x="47" y="44"/>
                  </a:lnTo>
                  <a:lnTo>
                    <a:pt x="47" y="44"/>
                  </a:lnTo>
                  <a:lnTo>
                    <a:pt x="47" y="44"/>
                  </a:lnTo>
                  <a:lnTo>
                    <a:pt x="47" y="44"/>
                  </a:lnTo>
                  <a:lnTo>
                    <a:pt x="49" y="42"/>
                  </a:lnTo>
                  <a:lnTo>
                    <a:pt x="49" y="42"/>
                  </a:lnTo>
                  <a:lnTo>
                    <a:pt x="49" y="42"/>
                  </a:lnTo>
                  <a:lnTo>
                    <a:pt x="49" y="42"/>
                  </a:lnTo>
                  <a:lnTo>
                    <a:pt x="50" y="40"/>
                  </a:lnTo>
                  <a:lnTo>
                    <a:pt x="50" y="40"/>
                  </a:lnTo>
                  <a:lnTo>
                    <a:pt x="50" y="40"/>
                  </a:lnTo>
                  <a:lnTo>
                    <a:pt x="50" y="40"/>
                  </a:lnTo>
                  <a:lnTo>
                    <a:pt x="51" y="38"/>
                  </a:lnTo>
                  <a:lnTo>
                    <a:pt x="50" y="38"/>
                  </a:lnTo>
                  <a:lnTo>
                    <a:pt x="50" y="38"/>
                  </a:lnTo>
                  <a:lnTo>
                    <a:pt x="50" y="38"/>
                  </a:lnTo>
                  <a:lnTo>
                    <a:pt x="50" y="37"/>
                  </a:lnTo>
                  <a:lnTo>
                    <a:pt x="50" y="37"/>
                  </a:lnTo>
                  <a:lnTo>
                    <a:pt x="50" y="37"/>
                  </a:lnTo>
                  <a:lnTo>
                    <a:pt x="50" y="37"/>
                  </a:lnTo>
                  <a:lnTo>
                    <a:pt x="50" y="35"/>
                  </a:lnTo>
                  <a:lnTo>
                    <a:pt x="50" y="35"/>
                  </a:lnTo>
                  <a:lnTo>
                    <a:pt x="50" y="35"/>
                  </a:lnTo>
                  <a:lnTo>
                    <a:pt x="50" y="35"/>
                  </a:lnTo>
                  <a:lnTo>
                    <a:pt x="50" y="33"/>
                  </a:lnTo>
                  <a:lnTo>
                    <a:pt x="50" y="33"/>
                  </a:lnTo>
                  <a:lnTo>
                    <a:pt x="50" y="33"/>
                  </a:lnTo>
                  <a:lnTo>
                    <a:pt x="50" y="33"/>
                  </a:lnTo>
                  <a:lnTo>
                    <a:pt x="50" y="31"/>
                  </a:lnTo>
                  <a:lnTo>
                    <a:pt x="50" y="31"/>
                  </a:lnTo>
                  <a:lnTo>
                    <a:pt x="50" y="31"/>
                  </a:lnTo>
                  <a:lnTo>
                    <a:pt x="50" y="31"/>
                  </a:lnTo>
                  <a:lnTo>
                    <a:pt x="51" y="31"/>
                  </a:lnTo>
                  <a:lnTo>
                    <a:pt x="51" y="31"/>
                  </a:lnTo>
                  <a:lnTo>
                    <a:pt x="52" y="31"/>
                  </a:lnTo>
                  <a:lnTo>
                    <a:pt x="52" y="31"/>
                  </a:lnTo>
                  <a:lnTo>
                    <a:pt x="54" y="30"/>
                  </a:lnTo>
                  <a:lnTo>
                    <a:pt x="54" y="30"/>
                  </a:lnTo>
                  <a:lnTo>
                    <a:pt x="54" y="30"/>
                  </a:lnTo>
                  <a:lnTo>
                    <a:pt x="54" y="30"/>
                  </a:lnTo>
                  <a:lnTo>
                    <a:pt x="56" y="30"/>
                  </a:lnTo>
                  <a:lnTo>
                    <a:pt x="56" y="30"/>
                  </a:lnTo>
                  <a:lnTo>
                    <a:pt x="56" y="30"/>
                  </a:lnTo>
                  <a:lnTo>
                    <a:pt x="56" y="30"/>
                  </a:lnTo>
                  <a:lnTo>
                    <a:pt x="58" y="29"/>
                  </a:lnTo>
                  <a:lnTo>
                    <a:pt x="56" y="29"/>
                  </a:lnTo>
                  <a:lnTo>
                    <a:pt x="56" y="29"/>
                  </a:lnTo>
                  <a:lnTo>
                    <a:pt x="56" y="29"/>
                  </a:lnTo>
                  <a:lnTo>
                    <a:pt x="56" y="28"/>
                  </a:lnTo>
                  <a:lnTo>
                    <a:pt x="54" y="28"/>
                  </a:lnTo>
                  <a:lnTo>
                    <a:pt x="54" y="27"/>
                  </a:lnTo>
                  <a:lnTo>
                    <a:pt x="54" y="27"/>
                  </a:lnTo>
                  <a:lnTo>
                    <a:pt x="54" y="25"/>
                  </a:lnTo>
                  <a:lnTo>
                    <a:pt x="52" y="25"/>
                  </a:lnTo>
                  <a:lnTo>
                    <a:pt x="52" y="24"/>
                  </a:lnTo>
                  <a:lnTo>
                    <a:pt x="52" y="24"/>
                  </a:lnTo>
                  <a:lnTo>
                    <a:pt x="52" y="22"/>
                  </a:lnTo>
                  <a:lnTo>
                    <a:pt x="52" y="22"/>
                  </a:lnTo>
                  <a:lnTo>
                    <a:pt x="52" y="21"/>
                  </a:lnTo>
                  <a:lnTo>
                    <a:pt x="52" y="21"/>
                  </a:lnTo>
                  <a:lnTo>
                    <a:pt x="53" y="19"/>
                  </a:lnTo>
                  <a:lnTo>
                    <a:pt x="52" y="19"/>
                  </a:lnTo>
                  <a:lnTo>
                    <a:pt x="52" y="19"/>
                  </a:lnTo>
                  <a:lnTo>
                    <a:pt x="52" y="19"/>
                  </a:lnTo>
                  <a:lnTo>
                    <a:pt x="52" y="19"/>
                  </a:lnTo>
                  <a:lnTo>
                    <a:pt x="50" y="19"/>
                  </a:lnTo>
                  <a:lnTo>
                    <a:pt x="50" y="19"/>
                  </a:lnTo>
                  <a:lnTo>
                    <a:pt x="50" y="19"/>
                  </a:lnTo>
                  <a:lnTo>
                    <a:pt x="50" y="19"/>
                  </a:lnTo>
                  <a:lnTo>
                    <a:pt x="49" y="19"/>
                  </a:lnTo>
                  <a:lnTo>
                    <a:pt x="49" y="19"/>
                  </a:lnTo>
                  <a:lnTo>
                    <a:pt x="49" y="19"/>
                  </a:lnTo>
                  <a:lnTo>
                    <a:pt x="49" y="19"/>
                  </a:lnTo>
                  <a:lnTo>
                    <a:pt x="48" y="19"/>
                  </a:lnTo>
                  <a:lnTo>
                    <a:pt x="48" y="19"/>
                  </a:lnTo>
                  <a:lnTo>
                    <a:pt x="48" y="19"/>
                  </a:lnTo>
                  <a:lnTo>
                    <a:pt x="48" y="19"/>
                  </a:lnTo>
                  <a:lnTo>
                    <a:pt x="46" y="19"/>
                  </a:lnTo>
                  <a:lnTo>
                    <a:pt x="46" y="19"/>
                  </a:lnTo>
                  <a:lnTo>
                    <a:pt x="46" y="19"/>
                  </a:lnTo>
                  <a:lnTo>
                    <a:pt x="46" y="19"/>
                  </a:lnTo>
                  <a:lnTo>
                    <a:pt x="46" y="19"/>
                  </a:lnTo>
                  <a:lnTo>
                    <a:pt x="46" y="19"/>
                  </a:lnTo>
                  <a:lnTo>
                    <a:pt x="46" y="19"/>
                  </a:lnTo>
                  <a:lnTo>
                    <a:pt x="46" y="19"/>
                  </a:lnTo>
                  <a:lnTo>
                    <a:pt x="44" y="19"/>
                  </a:lnTo>
                  <a:lnTo>
                    <a:pt x="44" y="19"/>
                  </a:lnTo>
                  <a:lnTo>
                    <a:pt x="44" y="19"/>
                  </a:lnTo>
                  <a:lnTo>
                    <a:pt x="44" y="19"/>
                  </a:lnTo>
                  <a:lnTo>
                    <a:pt x="44" y="19"/>
                  </a:lnTo>
                  <a:lnTo>
                    <a:pt x="44" y="19"/>
                  </a:lnTo>
                  <a:lnTo>
                    <a:pt x="44" y="19"/>
                  </a:lnTo>
                  <a:lnTo>
                    <a:pt x="44" y="19"/>
                  </a:lnTo>
                  <a:lnTo>
                    <a:pt x="43" y="20"/>
                  </a:lnTo>
                  <a:lnTo>
                    <a:pt x="43" y="20"/>
                  </a:lnTo>
                  <a:lnTo>
                    <a:pt x="43" y="20"/>
                  </a:lnTo>
                  <a:lnTo>
                    <a:pt x="43" y="20"/>
                  </a:lnTo>
                  <a:lnTo>
                    <a:pt x="43" y="22"/>
                  </a:lnTo>
                  <a:lnTo>
                    <a:pt x="43" y="22"/>
                  </a:lnTo>
                  <a:lnTo>
                    <a:pt x="43" y="22"/>
                  </a:lnTo>
                  <a:lnTo>
                    <a:pt x="43" y="22"/>
                  </a:lnTo>
                  <a:lnTo>
                    <a:pt x="41" y="24"/>
                  </a:lnTo>
                  <a:lnTo>
                    <a:pt x="41" y="24"/>
                  </a:lnTo>
                  <a:lnTo>
                    <a:pt x="41" y="24"/>
                  </a:lnTo>
                  <a:lnTo>
                    <a:pt x="41" y="24"/>
                  </a:lnTo>
                  <a:lnTo>
                    <a:pt x="41" y="25"/>
                  </a:lnTo>
                  <a:lnTo>
                    <a:pt x="41" y="25"/>
                  </a:lnTo>
                  <a:lnTo>
                    <a:pt x="41" y="25"/>
                  </a:lnTo>
                  <a:lnTo>
                    <a:pt x="41" y="25"/>
                  </a:lnTo>
                  <a:lnTo>
                    <a:pt x="40" y="27"/>
                  </a:lnTo>
                  <a:lnTo>
                    <a:pt x="40" y="27"/>
                  </a:lnTo>
                  <a:lnTo>
                    <a:pt x="40" y="28"/>
                  </a:lnTo>
                  <a:lnTo>
                    <a:pt x="40" y="28"/>
                  </a:lnTo>
                  <a:lnTo>
                    <a:pt x="39" y="29"/>
                  </a:lnTo>
                  <a:lnTo>
                    <a:pt x="39" y="29"/>
                  </a:lnTo>
                  <a:lnTo>
                    <a:pt x="39" y="29"/>
                  </a:lnTo>
                  <a:lnTo>
                    <a:pt x="39" y="29"/>
                  </a:lnTo>
                  <a:lnTo>
                    <a:pt x="37" y="32"/>
                  </a:lnTo>
                  <a:lnTo>
                    <a:pt x="37" y="32"/>
                  </a:lnTo>
                  <a:lnTo>
                    <a:pt x="37" y="32"/>
                  </a:lnTo>
                  <a:lnTo>
                    <a:pt x="37" y="32"/>
                  </a:lnTo>
                  <a:lnTo>
                    <a:pt x="37" y="33"/>
                  </a:lnTo>
                  <a:lnTo>
                    <a:pt x="37" y="33"/>
                  </a:lnTo>
                  <a:lnTo>
                    <a:pt x="37" y="33"/>
                  </a:lnTo>
                  <a:lnTo>
                    <a:pt x="39" y="33"/>
                  </a:lnTo>
                  <a:lnTo>
                    <a:pt x="37" y="34"/>
                  </a:lnTo>
                  <a:lnTo>
                    <a:pt x="37" y="34"/>
                  </a:lnTo>
                  <a:lnTo>
                    <a:pt x="37" y="35"/>
                  </a:lnTo>
                  <a:lnTo>
                    <a:pt x="37" y="35"/>
                  </a:lnTo>
                  <a:lnTo>
                    <a:pt x="37" y="37"/>
                  </a:lnTo>
                  <a:lnTo>
                    <a:pt x="37" y="37"/>
                  </a:lnTo>
                  <a:lnTo>
                    <a:pt x="37" y="37"/>
                  </a:lnTo>
                  <a:lnTo>
                    <a:pt x="38" y="37"/>
                  </a:lnTo>
                  <a:lnTo>
                    <a:pt x="38" y="39"/>
                  </a:lnTo>
                  <a:lnTo>
                    <a:pt x="38" y="39"/>
                  </a:lnTo>
                  <a:lnTo>
                    <a:pt x="38" y="39"/>
                  </a:lnTo>
                  <a:lnTo>
                    <a:pt x="38" y="39"/>
                  </a:lnTo>
                  <a:lnTo>
                    <a:pt x="38" y="40"/>
                  </a:lnTo>
                  <a:lnTo>
                    <a:pt x="38" y="40"/>
                  </a:lnTo>
                  <a:lnTo>
                    <a:pt x="38" y="40"/>
                  </a:lnTo>
                  <a:lnTo>
                    <a:pt x="39" y="40"/>
                  </a:lnTo>
                  <a:lnTo>
                    <a:pt x="38" y="42"/>
                  </a:lnTo>
                  <a:lnTo>
                    <a:pt x="38" y="42"/>
                  </a:lnTo>
                  <a:lnTo>
                    <a:pt x="38" y="43"/>
                  </a:lnTo>
                  <a:lnTo>
                    <a:pt x="38" y="43"/>
                  </a:lnTo>
                  <a:lnTo>
                    <a:pt x="36" y="44"/>
                  </a:lnTo>
                  <a:lnTo>
                    <a:pt x="36" y="44"/>
                  </a:lnTo>
                  <a:lnTo>
                    <a:pt x="36" y="44"/>
                  </a:lnTo>
                  <a:lnTo>
                    <a:pt x="36" y="44"/>
                  </a:lnTo>
                  <a:lnTo>
                    <a:pt x="34" y="46"/>
                  </a:lnTo>
                  <a:lnTo>
                    <a:pt x="34" y="46"/>
                  </a:lnTo>
                  <a:lnTo>
                    <a:pt x="34" y="46"/>
                  </a:lnTo>
                  <a:lnTo>
                    <a:pt x="34" y="46"/>
                  </a:lnTo>
                  <a:lnTo>
                    <a:pt x="32" y="49"/>
                  </a:lnTo>
                  <a:lnTo>
                    <a:pt x="32" y="49"/>
                  </a:lnTo>
                  <a:lnTo>
                    <a:pt x="32" y="49"/>
                  </a:lnTo>
                  <a:lnTo>
                    <a:pt x="32" y="49"/>
                  </a:lnTo>
                  <a:lnTo>
                    <a:pt x="30" y="50"/>
                  </a:lnTo>
                  <a:lnTo>
                    <a:pt x="30" y="50"/>
                  </a:lnTo>
                  <a:lnTo>
                    <a:pt x="30" y="51"/>
                  </a:lnTo>
                  <a:lnTo>
                    <a:pt x="30" y="51"/>
                  </a:lnTo>
                  <a:lnTo>
                    <a:pt x="30" y="54"/>
                  </a:lnTo>
                  <a:lnTo>
                    <a:pt x="30" y="54"/>
                  </a:lnTo>
                  <a:lnTo>
                    <a:pt x="30" y="54"/>
                  </a:lnTo>
                  <a:lnTo>
                    <a:pt x="30" y="54"/>
                  </a:lnTo>
                  <a:lnTo>
                    <a:pt x="28" y="56"/>
                  </a:lnTo>
                  <a:lnTo>
                    <a:pt x="28" y="56"/>
                  </a:lnTo>
                  <a:lnTo>
                    <a:pt x="28" y="56"/>
                  </a:lnTo>
                  <a:lnTo>
                    <a:pt x="28" y="56"/>
                  </a:lnTo>
                  <a:lnTo>
                    <a:pt x="28" y="57"/>
                  </a:lnTo>
                  <a:lnTo>
                    <a:pt x="28" y="57"/>
                  </a:lnTo>
                  <a:lnTo>
                    <a:pt x="28" y="57"/>
                  </a:lnTo>
                  <a:lnTo>
                    <a:pt x="28" y="57"/>
                  </a:lnTo>
                  <a:lnTo>
                    <a:pt x="27" y="59"/>
                  </a:lnTo>
                  <a:lnTo>
                    <a:pt x="27" y="59"/>
                  </a:lnTo>
                  <a:lnTo>
                    <a:pt x="27" y="59"/>
                  </a:lnTo>
                  <a:lnTo>
                    <a:pt x="27" y="59"/>
                  </a:lnTo>
                  <a:lnTo>
                    <a:pt x="24" y="61"/>
                  </a:lnTo>
                  <a:lnTo>
                    <a:pt x="24" y="61"/>
                  </a:lnTo>
                  <a:lnTo>
                    <a:pt x="24" y="61"/>
                  </a:lnTo>
                  <a:lnTo>
                    <a:pt x="24" y="61"/>
                  </a:lnTo>
                  <a:lnTo>
                    <a:pt x="22" y="64"/>
                  </a:lnTo>
                  <a:lnTo>
                    <a:pt x="22" y="64"/>
                  </a:lnTo>
                  <a:lnTo>
                    <a:pt x="22" y="64"/>
                  </a:lnTo>
                  <a:lnTo>
                    <a:pt x="22" y="64"/>
                  </a:lnTo>
                  <a:lnTo>
                    <a:pt x="22" y="65"/>
                  </a:lnTo>
                  <a:lnTo>
                    <a:pt x="22" y="65"/>
                  </a:lnTo>
                  <a:lnTo>
                    <a:pt x="22" y="65"/>
                  </a:lnTo>
                  <a:lnTo>
                    <a:pt x="22" y="65"/>
                  </a:lnTo>
                  <a:lnTo>
                    <a:pt x="22" y="67"/>
                  </a:lnTo>
                  <a:lnTo>
                    <a:pt x="22" y="67"/>
                  </a:lnTo>
                  <a:lnTo>
                    <a:pt x="22" y="67"/>
                  </a:lnTo>
                  <a:lnTo>
                    <a:pt x="22" y="67"/>
                  </a:lnTo>
                  <a:lnTo>
                    <a:pt x="22" y="68"/>
                  </a:lnTo>
                  <a:lnTo>
                    <a:pt x="22" y="68"/>
                  </a:lnTo>
                  <a:lnTo>
                    <a:pt x="22" y="68"/>
                  </a:lnTo>
                  <a:lnTo>
                    <a:pt x="24" y="68"/>
                  </a:lnTo>
                  <a:lnTo>
                    <a:pt x="24" y="68"/>
                  </a:lnTo>
                  <a:lnTo>
                    <a:pt x="24" y="68"/>
                  </a:lnTo>
                  <a:lnTo>
                    <a:pt x="24" y="68"/>
                  </a:lnTo>
                  <a:lnTo>
                    <a:pt x="24" y="68"/>
                  </a:lnTo>
                  <a:lnTo>
                    <a:pt x="24" y="68"/>
                  </a:lnTo>
                  <a:lnTo>
                    <a:pt x="24" y="68"/>
                  </a:lnTo>
                  <a:lnTo>
                    <a:pt x="24" y="68"/>
                  </a:lnTo>
                  <a:lnTo>
                    <a:pt x="25" y="68"/>
                  </a:lnTo>
                  <a:lnTo>
                    <a:pt x="25" y="70"/>
                  </a:lnTo>
                  <a:lnTo>
                    <a:pt x="25" y="70"/>
                  </a:lnTo>
                  <a:lnTo>
                    <a:pt x="25" y="70"/>
                  </a:lnTo>
                  <a:lnTo>
                    <a:pt x="25" y="70"/>
                  </a:lnTo>
                  <a:lnTo>
                    <a:pt x="25" y="70"/>
                  </a:lnTo>
                  <a:lnTo>
                    <a:pt x="25" y="70"/>
                  </a:lnTo>
                  <a:lnTo>
                    <a:pt x="25" y="70"/>
                  </a:lnTo>
                  <a:lnTo>
                    <a:pt x="27" y="70"/>
                  </a:lnTo>
                  <a:lnTo>
                    <a:pt x="27" y="72"/>
                  </a:lnTo>
                  <a:lnTo>
                    <a:pt x="27" y="72"/>
                  </a:lnTo>
                  <a:lnTo>
                    <a:pt x="27" y="72"/>
                  </a:lnTo>
                  <a:lnTo>
                    <a:pt x="27" y="72"/>
                  </a:lnTo>
                  <a:lnTo>
                    <a:pt x="27" y="72"/>
                  </a:lnTo>
                  <a:lnTo>
                    <a:pt x="27" y="72"/>
                  </a:lnTo>
                  <a:lnTo>
                    <a:pt x="27" y="72"/>
                  </a:lnTo>
                  <a:lnTo>
                    <a:pt x="28" y="72"/>
                  </a:lnTo>
                  <a:lnTo>
                    <a:pt x="27" y="72"/>
                  </a:lnTo>
                  <a:lnTo>
                    <a:pt x="27" y="72"/>
                  </a:lnTo>
                  <a:lnTo>
                    <a:pt x="27" y="72"/>
                  </a:lnTo>
                  <a:lnTo>
                    <a:pt x="27" y="72"/>
                  </a:lnTo>
                  <a:lnTo>
                    <a:pt x="26" y="72"/>
                  </a:lnTo>
                  <a:lnTo>
                    <a:pt x="26" y="72"/>
                  </a:lnTo>
                  <a:lnTo>
                    <a:pt x="26" y="72"/>
                  </a:lnTo>
                  <a:lnTo>
                    <a:pt x="26" y="71"/>
                  </a:lnTo>
                  <a:lnTo>
                    <a:pt x="24" y="71"/>
                  </a:lnTo>
                  <a:lnTo>
                    <a:pt x="24" y="71"/>
                  </a:lnTo>
                  <a:lnTo>
                    <a:pt x="24" y="71"/>
                  </a:lnTo>
                  <a:lnTo>
                    <a:pt x="24" y="71"/>
                  </a:lnTo>
                  <a:lnTo>
                    <a:pt x="23" y="71"/>
                  </a:lnTo>
                  <a:lnTo>
                    <a:pt x="23" y="71"/>
                  </a:lnTo>
                  <a:lnTo>
                    <a:pt x="23" y="71"/>
                  </a:lnTo>
                  <a:lnTo>
                    <a:pt x="23" y="70"/>
                  </a:lnTo>
                  <a:lnTo>
                    <a:pt x="21" y="71"/>
                  </a:lnTo>
                  <a:lnTo>
                    <a:pt x="21" y="71"/>
                  </a:lnTo>
                  <a:lnTo>
                    <a:pt x="21" y="71"/>
                  </a:lnTo>
                  <a:lnTo>
                    <a:pt x="21" y="71"/>
                  </a:lnTo>
                  <a:lnTo>
                    <a:pt x="20" y="71"/>
                  </a:lnTo>
                  <a:lnTo>
                    <a:pt x="20" y="71"/>
                  </a:lnTo>
                  <a:lnTo>
                    <a:pt x="20" y="71"/>
                  </a:lnTo>
                  <a:lnTo>
                    <a:pt x="20" y="71"/>
                  </a:lnTo>
                  <a:lnTo>
                    <a:pt x="18" y="72"/>
                  </a:lnTo>
                  <a:lnTo>
                    <a:pt x="18" y="72"/>
                  </a:lnTo>
                  <a:lnTo>
                    <a:pt x="18" y="72"/>
                  </a:lnTo>
                  <a:lnTo>
                    <a:pt x="18" y="72"/>
                  </a:lnTo>
                  <a:lnTo>
                    <a:pt x="18" y="72"/>
                  </a:lnTo>
                  <a:lnTo>
                    <a:pt x="18" y="72"/>
                  </a:lnTo>
                  <a:lnTo>
                    <a:pt x="18" y="72"/>
                  </a:lnTo>
                  <a:lnTo>
                    <a:pt x="18" y="72"/>
                  </a:lnTo>
                  <a:lnTo>
                    <a:pt x="16" y="72"/>
                  </a:lnTo>
                  <a:lnTo>
                    <a:pt x="16" y="72"/>
                  </a:lnTo>
                  <a:lnTo>
                    <a:pt x="16" y="72"/>
                  </a:lnTo>
                  <a:lnTo>
                    <a:pt x="16" y="72"/>
                  </a:lnTo>
                  <a:lnTo>
                    <a:pt x="15" y="72"/>
                  </a:lnTo>
                  <a:lnTo>
                    <a:pt x="15" y="72"/>
                  </a:lnTo>
                  <a:lnTo>
                    <a:pt x="15" y="72"/>
                  </a:lnTo>
                  <a:lnTo>
                    <a:pt x="15" y="71"/>
                  </a:lnTo>
                  <a:lnTo>
                    <a:pt x="13" y="71"/>
                  </a:lnTo>
                  <a:lnTo>
                    <a:pt x="13" y="71"/>
                  </a:lnTo>
                  <a:lnTo>
                    <a:pt x="13" y="71"/>
                  </a:lnTo>
                  <a:lnTo>
                    <a:pt x="13" y="71"/>
                  </a:lnTo>
                  <a:lnTo>
                    <a:pt x="13" y="71"/>
                  </a:lnTo>
                  <a:lnTo>
                    <a:pt x="13" y="71"/>
                  </a:lnTo>
                  <a:lnTo>
                    <a:pt x="13" y="71"/>
                  </a:lnTo>
                  <a:lnTo>
                    <a:pt x="13" y="70"/>
                  </a:lnTo>
                  <a:lnTo>
                    <a:pt x="13" y="71"/>
                  </a:lnTo>
                  <a:lnTo>
                    <a:pt x="13" y="71"/>
                  </a:lnTo>
                  <a:lnTo>
                    <a:pt x="13" y="71"/>
                  </a:lnTo>
                  <a:lnTo>
                    <a:pt x="13" y="71"/>
                  </a:lnTo>
                  <a:lnTo>
                    <a:pt x="13" y="72"/>
                  </a:lnTo>
                  <a:lnTo>
                    <a:pt x="13" y="72"/>
                  </a:lnTo>
                  <a:lnTo>
                    <a:pt x="13" y="72"/>
                  </a:lnTo>
                  <a:lnTo>
                    <a:pt x="13" y="72"/>
                  </a:lnTo>
                  <a:lnTo>
                    <a:pt x="13" y="73"/>
                  </a:lnTo>
                  <a:lnTo>
                    <a:pt x="13" y="73"/>
                  </a:lnTo>
                  <a:lnTo>
                    <a:pt x="13" y="73"/>
                  </a:lnTo>
                  <a:lnTo>
                    <a:pt x="13" y="73"/>
                  </a:lnTo>
                  <a:lnTo>
                    <a:pt x="13" y="73"/>
                  </a:lnTo>
                  <a:lnTo>
                    <a:pt x="13" y="73"/>
                  </a:lnTo>
                  <a:lnTo>
                    <a:pt x="13" y="73"/>
                  </a:lnTo>
                  <a:lnTo>
                    <a:pt x="14" y="73"/>
                  </a:lnTo>
                  <a:lnTo>
                    <a:pt x="14" y="76"/>
                  </a:lnTo>
                  <a:lnTo>
                    <a:pt x="14" y="76"/>
                  </a:lnTo>
                  <a:lnTo>
                    <a:pt x="14" y="76"/>
                  </a:lnTo>
                  <a:lnTo>
                    <a:pt x="14" y="76"/>
                  </a:lnTo>
                  <a:lnTo>
                    <a:pt x="14" y="76"/>
                  </a:lnTo>
                  <a:lnTo>
                    <a:pt x="14" y="76"/>
                  </a:lnTo>
                  <a:lnTo>
                    <a:pt x="14" y="76"/>
                  </a:lnTo>
                  <a:lnTo>
                    <a:pt x="16" y="76"/>
                  </a:lnTo>
                  <a:lnTo>
                    <a:pt x="16" y="77"/>
                  </a:lnTo>
                  <a:lnTo>
                    <a:pt x="16" y="77"/>
                  </a:lnTo>
                  <a:lnTo>
                    <a:pt x="16" y="77"/>
                  </a:lnTo>
                  <a:lnTo>
                    <a:pt x="17" y="77"/>
                  </a:lnTo>
                  <a:lnTo>
                    <a:pt x="17" y="77"/>
                  </a:lnTo>
                  <a:lnTo>
                    <a:pt x="17" y="77"/>
                  </a:lnTo>
                  <a:lnTo>
                    <a:pt x="17" y="77"/>
                  </a:lnTo>
                  <a:lnTo>
                    <a:pt x="19" y="77"/>
                  </a:lnTo>
                  <a:lnTo>
                    <a:pt x="19" y="79"/>
                  </a:lnTo>
                  <a:lnTo>
                    <a:pt x="19" y="79"/>
                  </a:lnTo>
                  <a:lnTo>
                    <a:pt x="19" y="79"/>
                  </a:lnTo>
                  <a:lnTo>
                    <a:pt x="21" y="79"/>
                  </a:lnTo>
                  <a:lnTo>
                    <a:pt x="21" y="80"/>
                  </a:lnTo>
                  <a:lnTo>
                    <a:pt x="22" y="80"/>
                  </a:lnTo>
                  <a:lnTo>
                    <a:pt x="22" y="80"/>
                  </a:lnTo>
                  <a:lnTo>
                    <a:pt x="24" y="80"/>
                  </a:lnTo>
                  <a:lnTo>
                    <a:pt x="24" y="82"/>
                  </a:lnTo>
                  <a:lnTo>
                    <a:pt x="24" y="82"/>
                  </a:lnTo>
                  <a:lnTo>
                    <a:pt x="24" y="82"/>
                  </a:lnTo>
                  <a:lnTo>
                    <a:pt x="27" y="82"/>
                  </a:lnTo>
                  <a:lnTo>
                    <a:pt x="27" y="83"/>
                  </a:lnTo>
                  <a:lnTo>
                    <a:pt x="27" y="83"/>
                  </a:lnTo>
                  <a:lnTo>
                    <a:pt x="27" y="83"/>
                  </a:lnTo>
                  <a:lnTo>
                    <a:pt x="28" y="83"/>
                  </a:lnTo>
                  <a:lnTo>
                    <a:pt x="27" y="84"/>
                  </a:lnTo>
                  <a:lnTo>
                    <a:pt x="27" y="84"/>
                  </a:lnTo>
                  <a:lnTo>
                    <a:pt x="27" y="84"/>
                  </a:lnTo>
                  <a:lnTo>
                    <a:pt x="27" y="84"/>
                  </a:lnTo>
                  <a:lnTo>
                    <a:pt x="27" y="84"/>
                  </a:lnTo>
                  <a:lnTo>
                    <a:pt x="27" y="84"/>
                  </a:lnTo>
                  <a:lnTo>
                    <a:pt x="27" y="84"/>
                  </a:lnTo>
                  <a:lnTo>
                    <a:pt x="27" y="84"/>
                  </a:lnTo>
                  <a:lnTo>
                    <a:pt x="25" y="84"/>
                  </a:lnTo>
                  <a:lnTo>
                    <a:pt x="25" y="84"/>
                  </a:lnTo>
                  <a:lnTo>
                    <a:pt x="25" y="84"/>
                  </a:lnTo>
                  <a:lnTo>
                    <a:pt x="25" y="84"/>
                  </a:lnTo>
                  <a:lnTo>
                    <a:pt x="25" y="84"/>
                  </a:lnTo>
                  <a:lnTo>
                    <a:pt x="25" y="84"/>
                  </a:lnTo>
                  <a:lnTo>
                    <a:pt x="25" y="84"/>
                  </a:lnTo>
                  <a:lnTo>
                    <a:pt x="25" y="84"/>
                  </a:lnTo>
                  <a:lnTo>
                    <a:pt x="23" y="84"/>
                  </a:lnTo>
                  <a:lnTo>
                    <a:pt x="23" y="84"/>
                  </a:lnTo>
                  <a:lnTo>
                    <a:pt x="23" y="84"/>
                  </a:lnTo>
                  <a:lnTo>
                    <a:pt x="23" y="84"/>
                  </a:lnTo>
                  <a:lnTo>
                    <a:pt x="21" y="84"/>
                  </a:lnTo>
                  <a:lnTo>
                    <a:pt x="21" y="84"/>
                  </a:lnTo>
                  <a:lnTo>
                    <a:pt x="21" y="84"/>
                  </a:lnTo>
                  <a:lnTo>
                    <a:pt x="21" y="84"/>
                  </a:lnTo>
                  <a:lnTo>
                    <a:pt x="19" y="84"/>
                  </a:lnTo>
                  <a:lnTo>
                    <a:pt x="19" y="84"/>
                  </a:lnTo>
                  <a:lnTo>
                    <a:pt x="19" y="84"/>
                  </a:lnTo>
                  <a:lnTo>
                    <a:pt x="19" y="84"/>
                  </a:lnTo>
                  <a:lnTo>
                    <a:pt x="19" y="84"/>
                  </a:lnTo>
                  <a:lnTo>
                    <a:pt x="19" y="84"/>
                  </a:lnTo>
                  <a:lnTo>
                    <a:pt x="19" y="84"/>
                  </a:lnTo>
                  <a:lnTo>
                    <a:pt x="19" y="83"/>
                  </a:lnTo>
                  <a:lnTo>
                    <a:pt x="19" y="83"/>
                  </a:lnTo>
                  <a:lnTo>
                    <a:pt x="19" y="83"/>
                  </a:lnTo>
                  <a:lnTo>
                    <a:pt x="19" y="83"/>
                  </a:lnTo>
                  <a:lnTo>
                    <a:pt x="19" y="83"/>
                  </a:lnTo>
                  <a:lnTo>
                    <a:pt x="19" y="83"/>
                  </a:lnTo>
                  <a:lnTo>
                    <a:pt x="19" y="83"/>
                  </a:lnTo>
                  <a:lnTo>
                    <a:pt x="19" y="83"/>
                  </a:lnTo>
                  <a:lnTo>
                    <a:pt x="19" y="82"/>
                  </a:lnTo>
                  <a:lnTo>
                    <a:pt x="19" y="82"/>
                  </a:lnTo>
                  <a:lnTo>
                    <a:pt x="19" y="82"/>
                  </a:lnTo>
                  <a:lnTo>
                    <a:pt x="19" y="82"/>
                  </a:lnTo>
                  <a:lnTo>
                    <a:pt x="19" y="81"/>
                  </a:lnTo>
                  <a:lnTo>
                    <a:pt x="19" y="81"/>
                  </a:lnTo>
                  <a:lnTo>
                    <a:pt x="19" y="81"/>
                  </a:lnTo>
                  <a:lnTo>
                    <a:pt x="19" y="81"/>
                  </a:lnTo>
                  <a:lnTo>
                    <a:pt x="19" y="80"/>
                  </a:lnTo>
                  <a:lnTo>
                    <a:pt x="18" y="80"/>
                  </a:lnTo>
                  <a:lnTo>
                    <a:pt x="18" y="80"/>
                  </a:lnTo>
                  <a:lnTo>
                    <a:pt x="18" y="80"/>
                  </a:lnTo>
                  <a:lnTo>
                    <a:pt x="18" y="80"/>
                  </a:lnTo>
                  <a:lnTo>
                    <a:pt x="17" y="80"/>
                  </a:lnTo>
                  <a:lnTo>
                    <a:pt x="17" y="80"/>
                  </a:lnTo>
                  <a:lnTo>
                    <a:pt x="17" y="80"/>
                  </a:lnTo>
                  <a:lnTo>
                    <a:pt x="17" y="79"/>
                  </a:lnTo>
                  <a:lnTo>
                    <a:pt x="15" y="79"/>
                  </a:lnTo>
                  <a:lnTo>
                    <a:pt x="15" y="79"/>
                  </a:lnTo>
                  <a:lnTo>
                    <a:pt x="15" y="79"/>
                  </a:lnTo>
                  <a:lnTo>
                    <a:pt x="15" y="78"/>
                  </a:lnTo>
                  <a:lnTo>
                    <a:pt x="14" y="78"/>
                  </a:lnTo>
                  <a:lnTo>
                    <a:pt x="14" y="78"/>
                  </a:lnTo>
                  <a:lnTo>
                    <a:pt x="14" y="78"/>
                  </a:lnTo>
                  <a:lnTo>
                    <a:pt x="14" y="77"/>
                  </a:lnTo>
                  <a:lnTo>
                    <a:pt x="12" y="77"/>
                  </a:lnTo>
                  <a:lnTo>
                    <a:pt x="12" y="77"/>
                  </a:lnTo>
                  <a:lnTo>
                    <a:pt x="12" y="77"/>
                  </a:lnTo>
                  <a:lnTo>
                    <a:pt x="12" y="77"/>
                  </a:lnTo>
                  <a:lnTo>
                    <a:pt x="10" y="77"/>
                  </a:lnTo>
                  <a:lnTo>
                    <a:pt x="10" y="77"/>
                  </a:lnTo>
                  <a:lnTo>
                    <a:pt x="10" y="77"/>
                  </a:lnTo>
                  <a:lnTo>
                    <a:pt x="10" y="77"/>
                  </a:lnTo>
                  <a:lnTo>
                    <a:pt x="8" y="77"/>
                  </a:lnTo>
                  <a:lnTo>
                    <a:pt x="8" y="77"/>
                  </a:lnTo>
                  <a:lnTo>
                    <a:pt x="8" y="77"/>
                  </a:lnTo>
                  <a:lnTo>
                    <a:pt x="8" y="77"/>
                  </a:lnTo>
                  <a:lnTo>
                    <a:pt x="7" y="77"/>
                  </a:lnTo>
                  <a:lnTo>
                    <a:pt x="7" y="77"/>
                  </a:lnTo>
                  <a:lnTo>
                    <a:pt x="7" y="77"/>
                  </a:lnTo>
                  <a:lnTo>
                    <a:pt x="7" y="77"/>
                  </a:lnTo>
                  <a:lnTo>
                    <a:pt x="6" y="78"/>
                  </a:lnTo>
                  <a:lnTo>
                    <a:pt x="6" y="78"/>
                  </a:lnTo>
                  <a:lnTo>
                    <a:pt x="6" y="79"/>
                  </a:lnTo>
                  <a:lnTo>
                    <a:pt x="6" y="79"/>
                  </a:lnTo>
                  <a:lnTo>
                    <a:pt x="6" y="81"/>
                  </a:lnTo>
                  <a:lnTo>
                    <a:pt x="6" y="81"/>
                  </a:lnTo>
                  <a:lnTo>
                    <a:pt x="6" y="81"/>
                  </a:lnTo>
                  <a:lnTo>
                    <a:pt x="6" y="81"/>
                  </a:lnTo>
                  <a:lnTo>
                    <a:pt x="6" y="83"/>
                  </a:lnTo>
                  <a:lnTo>
                    <a:pt x="6" y="83"/>
                  </a:lnTo>
                  <a:lnTo>
                    <a:pt x="6" y="83"/>
                  </a:lnTo>
                  <a:lnTo>
                    <a:pt x="6" y="83"/>
                  </a:lnTo>
                  <a:lnTo>
                    <a:pt x="6" y="83"/>
                  </a:lnTo>
                  <a:lnTo>
                    <a:pt x="6" y="83"/>
                  </a:lnTo>
                  <a:lnTo>
                    <a:pt x="6" y="83"/>
                  </a:lnTo>
                  <a:lnTo>
                    <a:pt x="7" y="83"/>
                  </a:lnTo>
                  <a:lnTo>
                    <a:pt x="7" y="83"/>
                  </a:lnTo>
                  <a:lnTo>
                    <a:pt x="7" y="83"/>
                  </a:lnTo>
                  <a:lnTo>
                    <a:pt x="7" y="83"/>
                  </a:lnTo>
                  <a:lnTo>
                    <a:pt x="9" y="83"/>
                  </a:lnTo>
                  <a:lnTo>
                    <a:pt x="9" y="83"/>
                  </a:lnTo>
                  <a:lnTo>
                    <a:pt x="10" y="83"/>
                  </a:lnTo>
                  <a:lnTo>
                    <a:pt x="10" y="83"/>
                  </a:lnTo>
                  <a:lnTo>
                    <a:pt x="12" y="83"/>
                  </a:lnTo>
                  <a:lnTo>
                    <a:pt x="12" y="83"/>
                  </a:lnTo>
                  <a:lnTo>
                    <a:pt x="12" y="83"/>
                  </a:lnTo>
                  <a:lnTo>
                    <a:pt x="12" y="83"/>
                  </a:lnTo>
                  <a:lnTo>
                    <a:pt x="13" y="83"/>
                  </a:lnTo>
                  <a:lnTo>
                    <a:pt x="13" y="83"/>
                  </a:lnTo>
                  <a:lnTo>
                    <a:pt x="13" y="83"/>
                  </a:lnTo>
                  <a:lnTo>
                    <a:pt x="13" y="83"/>
                  </a:lnTo>
                  <a:lnTo>
                    <a:pt x="15" y="83"/>
                  </a:lnTo>
                  <a:lnTo>
                    <a:pt x="15" y="85"/>
                  </a:lnTo>
                  <a:lnTo>
                    <a:pt x="15" y="85"/>
                  </a:lnTo>
                  <a:lnTo>
                    <a:pt x="15" y="85"/>
                  </a:lnTo>
                  <a:lnTo>
                    <a:pt x="15" y="85"/>
                  </a:lnTo>
                  <a:lnTo>
                    <a:pt x="15" y="85"/>
                  </a:lnTo>
                  <a:lnTo>
                    <a:pt x="15" y="85"/>
                  </a:lnTo>
                  <a:lnTo>
                    <a:pt x="15" y="85"/>
                  </a:lnTo>
                  <a:lnTo>
                    <a:pt x="17" y="85"/>
                  </a:lnTo>
                  <a:lnTo>
                    <a:pt x="17" y="87"/>
                  </a:lnTo>
                  <a:lnTo>
                    <a:pt x="17" y="87"/>
                  </a:lnTo>
                  <a:lnTo>
                    <a:pt x="17" y="87"/>
                  </a:lnTo>
                  <a:lnTo>
                    <a:pt x="17" y="87"/>
                  </a:lnTo>
                  <a:lnTo>
                    <a:pt x="17" y="87"/>
                  </a:lnTo>
                  <a:lnTo>
                    <a:pt x="17" y="87"/>
                  </a:lnTo>
                  <a:lnTo>
                    <a:pt x="17" y="87"/>
                  </a:lnTo>
                  <a:lnTo>
                    <a:pt x="18" y="87"/>
                  </a:lnTo>
                  <a:lnTo>
                    <a:pt x="17" y="89"/>
                  </a:lnTo>
                  <a:lnTo>
                    <a:pt x="17" y="89"/>
                  </a:lnTo>
                  <a:lnTo>
                    <a:pt x="17" y="89"/>
                  </a:lnTo>
                  <a:lnTo>
                    <a:pt x="17" y="89"/>
                  </a:lnTo>
                  <a:lnTo>
                    <a:pt x="15" y="90"/>
                  </a:lnTo>
                  <a:lnTo>
                    <a:pt x="15" y="90"/>
                  </a:lnTo>
                  <a:lnTo>
                    <a:pt x="15" y="90"/>
                  </a:lnTo>
                  <a:lnTo>
                    <a:pt x="15" y="90"/>
                  </a:lnTo>
                  <a:lnTo>
                    <a:pt x="14" y="90"/>
                  </a:lnTo>
                  <a:lnTo>
                    <a:pt x="14" y="90"/>
                  </a:lnTo>
                  <a:lnTo>
                    <a:pt x="14" y="90"/>
                  </a:lnTo>
                  <a:lnTo>
                    <a:pt x="14" y="90"/>
                  </a:lnTo>
                  <a:lnTo>
                    <a:pt x="14" y="90"/>
                  </a:lnTo>
                  <a:lnTo>
                    <a:pt x="14" y="90"/>
                  </a:lnTo>
                  <a:lnTo>
                    <a:pt x="14" y="90"/>
                  </a:lnTo>
                  <a:lnTo>
                    <a:pt x="14" y="90"/>
                  </a:lnTo>
                  <a:lnTo>
                    <a:pt x="12" y="90"/>
                  </a:lnTo>
                  <a:lnTo>
                    <a:pt x="12" y="90"/>
                  </a:lnTo>
                  <a:lnTo>
                    <a:pt x="12" y="90"/>
                  </a:lnTo>
                  <a:lnTo>
                    <a:pt x="12" y="89"/>
                  </a:lnTo>
                  <a:lnTo>
                    <a:pt x="11" y="89"/>
                  </a:lnTo>
                  <a:lnTo>
                    <a:pt x="11" y="89"/>
                  </a:lnTo>
                  <a:lnTo>
                    <a:pt x="11" y="89"/>
                  </a:lnTo>
                  <a:lnTo>
                    <a:pt x="11" y="87"/>
                  </a:lnTo>
                  <a:lnTo>
                    <a:pt x="9" y="87"/>
                  </a:lnTo>
                  <a:lnTo>
                    <a:pt x="9" y="87"/>
                  </a:lnTo>
                  <a:lnTo>
                    <a:pt x="9" y="87"/>
                  </a:lnTo>
                  <a:lnTo>
                    <a:pt x="9" y="85"/>
                  </a:lnTo>
                  <a:lnTo>
                    <a:pt x="8" y="85"/>
                  </a:lnTo>
                  <a:lnTo>
                    <a:pt x="8" y="85"/>
                  </a:lnTo>
                  <a:lnTo>
                    <a:pt x="8" y="85"/>
                  </a:lnTo>
                  <a:lnTo>
                    <a:pt x="8" y="84"/>
                  </a:lnTo>
                  <a:lnTo>
                    <a:pt x="6" y="84"/>
                  </a:lnTo>
                  <a:lnTo>
                    <a:pt x="6" y="84"/>
                  </a:lnTo>
                  <a:lnTo>
                    <a:pt x="6" y="84"/>
                  </a:lnTo>
                  <a:lnTo>
                    <a:pt x="6" y="84"/>
                  </a:lnTo>
                  <a:lnTo>
                    <a:pt x="4" y="84"/>
                  </a:lnTo>
                  <a:lnTo>
                    <a:pt x="4" y="84"/>
                  </a:lnTo>
                  <a:lnTo>
                    <a:pt x="4" y="84"/>
                  </a:lnTo>
                  <a:lnTo>
                    <a:pt x="4" y="84"/>
                  </a:lnTo>
                  <a:lnTo>
                    <a:pt x="2" y="84"/>
                  </a:lnTo>
                  <a:lnTo>
                    <a:pt x="2" y="84"/>
                  </a:lnTo>
                  <a:lnTo>
                    <a:pt x="2" y="84"/>
                  </a:lnTo>
                  <a:lnTo>
                    <a:pt x="2" y="84"/>
                  </a:lnTo>
                  <a:lnTo>
                    <a:pt x="0" y="84"/>
                  </a:lnTo>
                  <a:lnTo>
                    <a:pt x="0" y="84"/>
                  </a:lnTo>
                  <a:lnTo>
                    <a:pt x="0" y="84"/>
                  </a:lnTo>
                  <a:lnTo>
                    <a:pt x="0" y="83"/>
                  </a:lnTo>
                  <a:lnTo>
                    <a:pt x="0" y="84"/>
                  </a:lnTo>
                  <a:lnTo>
                    <a:pt x="0" y="84"/>
                  </a:lnTo>
                  <a:lnTo>
                    <a:pt x="0" y="84"/>
                  </a:lnTo>
                  <a:lnTo>
                    <a:pt x="0" y="84"/>
                  </a:lnTo>
                  <a:lnTo>
                    <a:pt x="0" y="84"/>
                  </a:lnTo>
                  <a:lnTo>
                    <a:pt x="0" y="84"/>
                  </a:lnTo>
                  <a:lnTo>
                    <a:pt x="0" y="84"/>
                  </a:lnTo>
                  <a:lnTo>
                    <a:pt x="1" y="84"/>
                  </a:lnTo>
                  <a:lnTo>
                    <a:pt x="1" y="84"/>
                  </a:lnTo>
                  <a:lnTo>
                    <a:pt x="1" y="84"/>
                  </a:lnTo>
                  <a:lnTo>
                    <a:pt x="1" y="84"/>
                  </a:lnTo>
                  <a:lnTo>
                    <a:pt x="1" y="84"/>
                  </a:lnTo>
                  <a:lnTo>
                    <a:pt x="1" y="84"/>
                  </a:lnTo>
                  <a:lnTo>
                    <a:pt x="1" y="84"/>
                  </a:lnTo>
                  <a:lnTo>
                    <a:pt x="1" y="84"/>
                  </a:lnTo>
                  <a:lnTo>
                    <a:pt x="2" y="84"/>
                  </a:lnTo>
                  <a:lnTo>
                    <a:pt x="2" y="84"/>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64" name=""/>
            <p:cNvSpPr/>
            <p:nvPr/>
          </p:nvSpPr>
          <p:spPr>
            <a:xfrm>
              <a:off x="7180200" y="6483240"/>
              <a:ext cx="611280" cy="617760"/>
            </a:xfrm>
            <a:custGeom>
              <a:avLst/>
              <a:gdLst/>
              <a:ahLst/>
              <a:rect l="l" t="t" r="r" b="b"/>
              <a:pathLst>
                <a:path w="385" h="389">
                  <a:moveTo>
                    <a:pt x="353" y="241"/>
                  </a:moveTo>
                  <a:lnTo>
                    <a:pt x="351" y="241"/>
                  </a:lnTo>
                  <a:lnTo>
                    <a:pt x="351" y="241"/>
                  </a:lnTo>
                  <a:lnTo>
                    <a:pt x="351" y="241"/>
                  </a:lnTo>
                  <a:lnTo>
                    <a:pt x="351" y="241"/>
                  </a:lnTo>
                  <a:lnTo>
                    <a:pt x="349" y="241"/>
                  </a:lnTo>
                  <a:lnTo>
                    <a:pt x="349" y="241"/>
                  </a:lnTo>
                  <a:lnTo>
                    <a:pt x="349" y="241"/>
                  </a:lnTo>
                  <a:lnTo>
                    <a:pt x="349" y="241"/>
                  </a:lnTo>
                  <a:lnTo>
                    <a:pt x="347" y="241"/>
                  </a:lnTo>
                  <a:lnTo>
                    <a:pt x="347" y="241"/>
                  </a:lnTo>
                  <a:lnTo>
                    <a:pt x="347" y="241"/>
                  </a:lnTo>
                  <a:lnTo>
                    <a:pt x="347" y="241"/>
                  </a:lnTo>
                  <a:lnTo>
                    <a:pt x="347" y="241"/>
                  </a:lnTo>
                  <a:lnTo>
                    <a:pt x="347" y="241"/>
                  </a:lnTo>
                  <a:lnTo>
                    <a:pt x="347" y="241"/>
                  </a:lnTo>
                  <a:lnTo>
                    <a:pt x="347" y="239"/>
                  </a:lnTo>
                  <a:lnTo>
                    <a:pt x="346" y="239"/>
                  </a:lnTo>
                  <a:lnTo>
                    <a:pt x="346" y="239"/>
                  </a:lnTo>
                  <a:lnTo>
                    <a:pt x="346" y="239"/>
                  </a:lnTo>
                  <a:lnTo>
                    <a:pt x="346" y="239"/>
                  </a:lnTo>
                  <a:lnTo>
                    <a:pt x="346" y="239"/>
                  </a:lnTo>
                  <a:lnTo>
                    <a:pt x="346" y="239"/>
                  </a:lnTo>
                  <a:lnTo>
                    <a:pt x="346" y="239"/>
                  </a:lnTo>
                  <a:lnTo>
                    <a:pt x="346" y="239"/>
                  </a:lnTo>
                  <a:lnTo>
                    <a:pt x="345" y="239"/>
                  </a:lnTo>
                  <a:lnTo>
                    <a:pt x="345" y="239"/>
                  </a:lnTo>
                  <a:lnTo>
                    <a:pt x="345" y="239"/>
                  </a:lnTo>
                  <a:lnTo>
                    <a:pt x="345" y="239"/>
                  </a:lnTo>
                  <a:lnTo>
                    <a:pt x="345" y="239"/>
                  </a:lnTo>
                  <a:lnTo>
                    <a:pt x="345" y="239"/>
                  </a:lnTo>
                  <a:lnTo>
                    <a:pt x="345" y="239"/>
                  </a:lnTo>
                  <a:lnTo>
                    <a:pt x="345" y="239"/>
                  </a:lnTo>
                  <a:lnTo>
                    <a:pt x="344" y="241"/>
                  </a:lnTo>
                  <a:lnTo>
                    <a:pt x="344" y="241"/>
                  </a:lnTo>
                  <a:lnTo>
                    <a:pt x="344" y="241"/>
                  </a:lnTo>
                  <a:lnTo>
                    <a:pt x="344" y="241"/>
                  </a:lnTo>
                  <a:lnTo>
                    <a:pt x="342" y="241"/>
                  </a:lnTo>
                  <a:lnTo>
                    <a:pt x="342" y="241"/>
                  </a:lnTo>
                  <a:lnTo>
                    <a:pt x="342" y="241"/>
                  </a:lnTo>
                  <a:lnTo>
                    <a:pt x="342" y="241"/>
                  </a:lnTo>
                  <a:lnTo>
                    <a:pt x="340" y="242"/>
                  </a:lnTo>
                  <a:lnTo>
                    <a:pt x="340" y="242"/>
                  </a:lnTo>
                  <a:lnTo>
                    <a:pt x="340" y="242"/>
                  </a:lnTo>
                  <a:lnTo>
                    <a:pt x="340" y="242"/>
                  </a:lnTo>
                  <a:lnTo>
                    <a:pt x="340" y="242"/>
                  </a:lnTo>
                  <a:lnTo>
                    <a:pt x="340" y="242"/>
                  </a:lnTo>
                  <a:lnTo>
                    <a:pt x="340" y="242"/>
                  </a:lnTo>
                  <a:lnTo>
                    <a:pt x="340" y="242"/>
                  </a:lnTo>
                  <a:lnTo>
                    <a:pt x="340" y="243"/>
                  </a:lnTo>
                  <a:lnTo>
                    <a:pt x="340" y="243"/>
                  </a:lnTo>
                  <a:lnTo>
                    <a:pt x="340" y="243"/>
                  </a:lnTo>
                  <a:lnTo>
                    <a:pt x="340" y="243"/>
                  </a:lnTo>
                  <a:lnTo>
                    <a:pt x="340" y="244"/>
                  </a:lnTo>
                  <a:lnTo>
                    <a:pt x="340" y="244"/>
                  </a:lnTo>
                  <a:lnTo>
                    <a:pt x="340" y="244"/>
                  </a:lnTo>
                  <a:lnTo>
                    <a:pt x="340" y="244"/>
                  </a:lnTo>
                  <a:lnTo>
                    <a:pt x="340" y="246"/>
                  </a:lnTo>
                  <a:lnTo>
                    <a:pt x="340" y="246"/>
                  </a:lnTo>
                  <a:lnTo>
                    <a:pt x="340" y="246"/>
                  </a:lnTo>
                  <a:lnTo>
                    <a:pt x="340" y="246"/>
                  </a:lnTo>
                  <a:lnTo>
                    <a:pt x="340" y="246"/>
                  </a:lnTo>
                  <a:lnTo>
                    <a:pt x="340" y="246"/>
                  </a:lnTo>
                  <a:lnTo>
                    <a:pt x="340" y="246"/>
                  </a:lnTo>
                  <a:lnTo>
                    <a:pt x="340" y="246"/>
                  </a:lnTo>
                  <a:lnTo>
                    <a:pt x="340" y="248"/>
                  </a:lnTo>
                  <a:lnTo>
                    <a:pt x="340" y="248"/>
                  </a:lnTo>
                  <a:lnTo>
                    <a:pt x="340" y="248"/>
                  </a:lnTo>
                  <a:lnTo>
                    <a:pt x="340" y="248"/>
                  </a:lnTo>
                  <a:lnTo>
                    <a:pt x="340" y="248"/>
                  </a:lnTo>
                  <a:lnTo>
                    <a:pt x="340" y="248"/>
                  </a:lnTo>
                  <a:lnTo>
                    <a:pt x="340" y="248"/>
                  </a:lnTo>
                  <a:lnTo>
                    <a:pt x="340" y="248"/>
                  </a:lnTo>
                  <a:lnTo>
                    <a:pt x="340" y="250"/>
                  </a:lnTo>
                  <a:lnTo>
                    <a:pt x="340" y="250"/>
                  </a:lnTo>
                  <a:lnTo>
                    <a:pt x="340" y="250"/>
                  </a:lnTo>
                  <a:lnTo>
                    <a:pt x="340" y="250"/>
                  </a:lnTo>
                  <a:lnTo>
                    <a:pt x="340" y="251"/>
                  </a:lnTo>
                  <a:lnTo>
                    <a:pt x="340" y="251"/>
                  </a:lnTo>
                  <a:lnTo>
                    <a:pt x="340" y="251"/>
                  </a:lnTo>
                  <a:lnTo>
                    <a:pt x="340" y="251"/>
                  </a:lnTo>
                  <a:lnTo>
                    <a:pt x="340" y="253"/>
                  </a:lnTo>
                  <a:lnTo>
                    <a:pt x="340" y="253"/>
                  </a:lnTo>
                  <a:lnTo>
                    <a:pt x="340" y="253"/>
                  </a:lnTo>
                  <a:lnTo>
                    <a:pt x="340" y="253"/>
                  </a:lnTo>
                  <a:lnTo>
                    <a:pt x="340" y="253"/>
                  </a:lnTo>
                  <a:lnTo>
                    <a:pt x="340" y="253"/>
                  </a:lnTo>
                  <a:lnTo>
                    <a:pt x="340" y="253"/>
                  </a:lnTo>
                  <a:lnTo>
                    <a:pt x="341" y="253"/>
                  </a:lnTo>
                  <a:lnTo>
                    <a:pt x="341" y="255"/>
                  </a:lnTo>
                  <a:lnTo>
                    <a:pt x="341" y="255"/>
                  </a:lnTo>
                  <a:lnTo>
                    <a:pt x="341" y="255"/>
                  </a:lnTo>
                  <a:lnTo>
                    <a:pt x="341" y="255"/>
                  </a:lnTo>
                  <a:lnTo>
                    <a:pt x="341" y="255"/>
                  </a:lnTo>
                  <a:lnTo>
                    <a:pt x="341" y="255"/>
                  </a:lnTo>
                  <a:lnTo>
                    <a:pt x="341" y="255"/>
                  </a:lnTo>
                  <a:lnTo>
                    <a:pt x="342" y="255"/>
                  </a:lnTo>
                  <a:lnTo>
                    <a:pt x="342" y="257"/>
                  </a:lnTo>
                  <a:lnTo>
                    <a:pt x="342" y="257"/>
                  </a:lnTo>
                  <a:lnTo>
                    <a:pt x="342" y="257"/>
                  </a:lnTo>
                  <a:lnTo>
                    <a:pt x="342" y="257"/>
                  </a:lnTo>
                  <a:lnTo>
                    <a:pt x="342" y="257"/>
                  </a:lnTo>
                  <a:lnTo>
                    <a:pt x="342" y="257"/>
                  </a:lnTo>
                  <a:lnTo>
                    <a:pt x="342" y="257"/>
                  </a:lnTo>
                  <a:lnTo>
                    <a:pt x="344" y="257"/>
                  </a:lnTo>
                  <a:lnTo>
                    <a:pt x="344" y="259"/>
                  </a:lnTo>
                  <a:lnTo>
                    <a:pt x="344" y="259"/>
                  </a:lnTo>
                  <a:lnTo>
                    <a:pt x="344" y="259"/>
                  </a:lnTo>
                  <a:lnTo>
                    <a:pt x="346" y="259"/>
                  </a:lnTo>
                  <a:lnTo>
                    <a:pt x="346" y="259"/>
                  </a:lnTo>
                  <a:lnTo>
                    <a:pt x="346" y="259"/>
                  </a:lnTo>
                  <a:lnTo>
                    <a:pt x="346" y="259"/>
                  </a:lnTo>
                  <a:lnTo>
                    <a:pt x="347" y="259"/>
                  </a:lnTo>
                  <a:lnTo>
                    <a:pt x="347" y="261"/>
                  </a:lnTo>
                  <a:lnTo>
                    <a:pt x="347" y="261"/>
                  </a:lnTo>
                  <a:lnTo>
                    <a:pt x="347" y="261"/>
                  </a:lnTo>
                  <a:lnTo>
                    <a:pt x="347" y="261"/>
                  </a:lnTo>
                  <a:lnTo>
                    <a:pt x="347" y="263"/>
                  </a:lnTo>
                  <a:lnTo>
                    <a:pt x="347" y="263"/>
                  </a:lnTo>
                  <a:lnTo>
                    <a:pt x="347" y="263"/>
                  </a:lnTo>
                  <a:lnTo>
                    <a:pt x="347" y="263"/>
                  </a:lnTo>
                  <a:lnTo>
                    <a:pt x="347" y="264"/>
                  </a:lnTo>
                  <a:lnTo>
                    <a:pt x="347" y="264"/>
                  </a:lnTo>
                  <a:lnTo>
                    <a:pt x="347" y="264"/>
                  </a:lnTo>
                  <a:lnTo>
                    <a:pt x="347" y="264"/>
                  </a:lnTo>
                  <a:lnTo>
                    <a:pt x="347" y="264"/>
                  </a:lnTo>
                  <a:lnTo>
                    <a:pt x="347" y="264"/>
                  </a:lnTo>
                  <a:lnTo>
                    <a:pt x="347" y="264"/>
                  </a:lnTo>
                  <a:lnTo>
                    <a:pt x="349" y="264"/>
                  </a:lnTo>
                  <a:lnTo>
                    <a:pt x="347" y="266"/>
                  </a:lnTo>
                  <a:lnTo>
                    <a:pt x="347" y="266"/>
                  </a:lnTo>
                  <a:lnTo>
                    <a:pt x="347" y="266"/>
                  </a:lnTo>
                  <a:lnTo>
                    <a:pt x="347" y="266"/>
                  </a:lnTo>
                  <a:lnTo>
                    <a:pt x="347" y="267"/>
                  </a:lnTo>
                  <a:lnTo>
                    <a:pt x="347" y="267"/>
                  </a:lnTo>
                  <a:lnTo>
                    <a:pt x="347" y="267"/>
                  </a:lnTo>
                  <a:lnTo>
                    <a:pt x="347" y="267"/>
                  </a:lnTo>
                  <a:lnTo>
                    <a:pt x="347" y="268"/>
                  </a:lnTo>
                  <a:lnTo>
                    <a:pt x="347" y="268"/>
                  </a:lnTo>
                  <a:lnTo>
                    <a:pt x="347" y="268"/>
                  </a:lnTo>
                  <a:lnTo>
                    <a:pt x="347" y="268"/>
                  </a:lnTo>
                  <a:lnTo>
                    <a:pt x="347" y="268"/>
                  </a:lnTo>
                  <a:lnTo>
                    <a:pt x="347" y="268"/>
                  </a:lnTo>
                  <a:lnTo>
                    <a:pt x="347" y="268"/>
                  </a:lnTo>
                  <a:lnTo>
                    <a:pt x="347" y="268"/>
                  </a:lnTo>
                  <a:lnTo>
                    <a:pt x="346" y="270"/>
                  </a:lnTo>
                  <a:lnTo>
                    <a:pt x="346" y="270"/>
                  </a:lnTo>
                  <a:lnTo>
                    <a:pt x="346" y="270"/>
                  </a:lnTo>
                  <a:lnTo>
                    <a:pt x="346" y="270"/>
                  </a:lnTo>
                  <a:lnTo>
                    <a:pt x="344" y="271"/>
                  </a:lnTo>
                  <a:lnTo>
                    <a:pt x="344" y="271"/>
                  </a:lnTo>
                  <a:lnTo>
                    <a:pt x="344" y="271"/>
                  </a:lnTo>
                  <a:lnTo>
                    <a:pt x="344" y="271"/>
                  </a:lnTo>
                  <a:lnTo>
                    <a:pt x="341" y="272"/>
                  </a:lnTo>
                  <a:lnTo>
                    <a:pt x="341" y="272"/>
                  </a:lnTo>
                  <a:lnTo>
                    <a:pt x="341" y="272"/>
                  </a:lnTo>
                  <a:lnTo>
                    <a:pt x="341" y="272"/>
                  </a:lnTo>
                  <a:lnTo>
                    <a:pt x="340" y="272"/>
                  </a:lnTo>
                  <a:lnTo>
                    <a:pt x="340" y="272"/>
                  </a:lnTo>
                  <a:lnTo>
                    <a:pt x="340" y="272"/>
                  </a:lnTo>
                  <a:lnTo>
                    <a:pt x="340" y="272"/>
                  </a:lnTo>
                  <a:lnTo>
                    <a:pt x="339" y="272"/>
                  </a:lnTo>
                  <a:lnTo>
                    <a:pt x="339" y="272"/>
                  </a:lnTo>
                  <a:lnTo>
                    <a:pt x="339" y="272"/>
                  </a:lnTo>
                  <a:lnTo>
                    <a:pt x="339" y="272"/>
                  </a:lnTo>
                  <a:lnTo>
                    <a:pt x="338" y="272"/>
                  </a:lnTo>
                  <a:lnTo>
                    <a:pt x="338" y="272"/>
                  </a:lnTo>
                  <a:lnTo>
                    <a:pt x="338" y="272"/>
                  </a:lnTo>
                  <a:lnTo>
                    <a:pt x="338" y="272"/>
                  </a:lnTo>
                  <a:lnTo>
                    <a:pt x="336" y="272"/>
                  </a:lnTo>
                  <a:lnTo>
                    <a:pt x="336" y="272"/>
                  </a:lnTo>
                  <a:lnTo>
                    <a:pt x="336" y="272"/>
                  </a:lnTo>
                  <a:lnTo>
                    <a:pt x="336" y="272"/>
                  </a:lnTo>
                  <a:lnTo>
                    <a:pt x="336" y="272"/>
                  </a:lnTo>
                  <a:lnTo>
                    <a:pt x="336" y="272"/>
                  </a:lnTo>
                  <a:lnTo>
                    <a:pt x="336" y="272"/>
                  </a:lnTo>
                  <a:lnTo>
                    <a:pt x="336" y="272"/>
                  </a:lnTo>
                  <a:lnTo>
                    <a:pt x="335" y="272"/>
                  </a:lnTo>
                  <a:lnTo>
                    <a:pt x="335" y="272"/>
                  </a:lnTo>
                  <a:lnTo>
                    <a:pt x="335" y="272"/>
                  </a:lnTo>
                  <a:lnTo>
                    <a:pt x="335" y="272"/>
                  </a:lnTo>
                  <a:lnTo>
                    <a:pt x="334" y="272"/>
                  </a:lnTo>
                  <a:lnTo>
                    <a:pt x="334" y="272"/>
                  </a:lnTo>
                  <a:lnTo>
                    <a:pt x="334" y="272"/>
                  </a:lnTo>
                  <a:lnTo>
                    <a:pt x="334" y="272"/>
                  </a:lnTo>
                  <a:lnTo>
                    <a:pt x="333" y="272"/>
                  </a:lnTo>
                  <a:lnTo>
                    <a:pt x="333" y="272"/>
                  </a:lnTo>
                  <a:lnTo>
                    <a:pt x="333" y="272"/>
                  </a:lnTo>
                  <a:lnTo>
                    <a:pt x="333" y="272"/>
                  </a:lnTo>
                  <a:lnTo>
                    <a:pt x="333" y="272"/>
                  </a:lnTo>
                  <a:lnTo>
                    <a:pt x="333" y="272"/>
                  </a:lnTo>
                  <a:lnTo>
                    <a:pt x="333" y="272"/>
                  </a:lnTo>
                  <a:lnTo>
                    <a:pt x="333" y="272"/>
                  </a:lnTo>
                  <a:lnTo>
                    <a:pt x="333" y="273"/>
                  </a:lnTo>
                  <a:lnTo>
                    <a:pt x="333" y="273"/>
                  </a:lnTo>
                  <a:lnTo>
                    <a:pt x="333" y="273"/>
                  </a:lnTo>
                  <a:lnTo>
                    <a:pt x="333" y="273"/>
                  </a:lnTo>
                  <a:lnTo>
                    <a:pt x="333" y="275"/>
                  </a:lnTo>
                  <a:lnTo>
                    <a:pt x="333" y="275"/>
                  </a:lnTo>
                  <a:lnTo>
                    <a:pt x="333" y="275"/>
                  </a:lnTo>
                  <a:lnTo>
                    <a:pt x="333" y="275"/>
                  </a:lnTo>
                  <a:lnTo>
                    <a:pt x="333" y="277"/>
                  </a:lnTo>
                  <a:lnTo>
                    <a:pt x="333" y="277"/>
                  </a:lnTo>
                  <a:lnTo>
                    <a:pt x="333" y="277"/>
                  </a:lnTo>
                  <a:lnTo>
                    <a:pt x="333" y="277"/>
                  </a:lnTo>
                  <a:lnTo>
                    <a:pt x="333" y="277"/>
                  </a:lnTo>
                  <a:lnTo>
                    <a:pt x="333" y="277"/>
                  </a:lnTo>
                  <a:lnTo>
                    <a:pt x="333" y="277"/>
                  </a:lnTo>
                  <a:lnTo>
                    <a:pt x="334" y="277"/>
                  </a:lnTo>
                  <a:lnTo>
                    <a:pt x="334" y="279"/>
                  </a:lnTo>
                  <a:lnTo>
                    <a:pt x="334" y="279"/>
                  </a:lnTo>
                  <a:lnTo>
                    <a:pt x="334" y="279"/>
                  </a:lnTo>
                  <a:lnTo>
                    <a:pt x="334" y="279"/>
                  </a:lnTo>
                  <a:lnTo>
                    <a:pt x="334" y="281"/>
                  </a:lnTo>
                  <a:lnTo>
                    <a:pt x="334" y="281"/>
                  </a:lnTo>
                  <a:lnTo>
                    <a:pt x="334" y="281"/>
                  </a:lnTo>
                  <a:lnTo>
                    <a:pt x="334" y="281"/>
                  </a:lnTo>
                  <a:lnTo>
                    <a:pt x="334" y="283"/>
                  </a:lnTo>
                  <a:lnTo>
                    <a:pt x="334" y="283"/>
                  </a:lnTo>
                  <a:lnTo>
                    <a:pt x="334" y="283"/>
                  </a:lnTo>
                  <a:lnTo>
                    <a:pt x="334" y="283"/>
                  </a:lnTo>
                  <a:lnTo>
                    <a:pt x="334" y="284"/>
                  </a:lnTo>
                  <a:lnTo>
                    <a:pt x="334" y="284"/>
                  </a:lnTo>
                  <a:lnTo>
                    <a:pt x="334" y="284"/>
                  </a:lnTo>
                  <a:lnTo>
                    <a:pt x="334" y="284"/>
                  </a:lnTo>
                  <a:lnTo>
                    <a:pt x="334" y="285"/>
                  </a:lnTo>
                  <a:lnTo>
                    <a:pt x="334" y="285"/>
                  </a:lnTo>
                  <a:lnTo>
                    <a:pt x="334" y="285"/>
                  </a:lnTo>
                  <a:lnTo>
                    <a:pt x="336" y="285"/>
                  </a:lnTo>
                  <a:lnTo>
                    <a:pt x="336" y="285"/>
                  </a:lnTo>
                  <a:lnTo>
                    <a:pt x="336" y="285"/>
                  </a:lnTo>
                  <a:lnTo>
                    <a:pt x="336" y="285"/>
                  </a:lnTo>
                  <a:lnTo>
                    <a:pt x="338" y="285"/>
                  </a:lnTo>
                  <a:lnTo>
                    <a:pt x="338" y="287"/>
                  </a:lnTo>
                  <a:lnTo>
                    <a:pt x="338" y="287"/>
                  </a:lnTo>
                  <a:lnTo>
                    <a:pt x="338" y="287"/>
                  </a:lnTo>
                  <a:lnTo>
                    <a:pt x="340" y="287"/>
                  </a:lnTo>
                  <a:lnTo>
                    <a:pt x="340" y="287"/>
                  </a:lnTo>
                  <a:lnTo>
                    <a:pt x="340" y="287"/>
                  </a:lnTo>
                  <a:lnTo>
                    <a:pt x="340" y="287"/>
                  </a:lnTo>
                  <a:lnTo>
                    <a:pt x="342" y="287"/>
                  </a:lnTo>
                  <a:lnTo>
                    <a:pt x="342" y="288"/>
                  </a:lnTo>
                  <a:lnTo>
                    <a:pt x="342" y="288"/>
                  </a:lnTo>
                  <a:lnTo>
                    <a:pt x="342" y="288"/>
                  </a:lnTo>
                  <a:lnTo>
                    <a:pt x="342" y="288"/>
                  </a:lnTo>
                  <a:lnTo>
                    <a:pt x="342" y="288"/>
                  </a:lnTo>
                  <a:lnTo>
                    <a:pt x="342" y="288"/>
                  </a:lnTo>
                  <a:lnTo>
                    <a:pt x="342" y="288"/>
                  </a:lnTo>
                  <a:lnTo>
                    <a:pt x="342" y="288"/>
                  </a:lnTo>
                  <a:lnTo>
                    <a:pt x="342" y="290"/>
                  </a:lnTo>
                  <a:lnTo>
                    <a:pt x="342" y="290"/>
                  </a:lnTo>
                  <a:lnTo>
                    <a:pt x="342" y="290"/>
                  </a:lnTo>
                  <a:lnTo>
                    <a:pt x="342" y="290"/>
                  </a:lnTo>
                  <a:lnTo>
                    <a:pt x="342" y="290"/>
                  </a:lnTo>
                  <a:lnTo>
                    <a:pt x="342" y="290"/>
                  </a:lnTo>
                  <a:lnTo>
                    <a:pt x="342" y="290"/>
                  </a:lnTo>
                  <a:lnTo>
                    <a:pt x="343" y="290"/>
                  </a:lnTo>
                  <a:lnTo>
                    <a:pt x="341" y="292"/>
                  </a:lnTo>
                  <a:lnTo>
                    <a:pt x="341" y="292"/>
                  </a:lnTo>
                  <a:lnTo>
                    <a:pt x="341" y="293"/>
                  </a:lnTo>
                  <a:lnTo>
                    <a:pt x="341" y="293"/>
                  </a:lnTo>
                  <a:lnTo>
                    <a:pt x="340" y="295"/>
                  </a:lnTo>
                  <a:lnTo>
                    <a:pt x="340" y="295"/>
                  </a:lnTo>
                  <a:lnTo>
                    <a:pt x="340" y="296"/>
                  </a:lnTo>
                  <a:lnTo>
                    <a:pt x="340" y="296"/>
                  </a:lnTo>
                  <a:lnTo>
                    <a:pt x="338" y="298"/>
                  </a:lnTo>
                  <a:lnTo>
                    <a:pt x="338" y="298"/>
                  </a:lnTo>
                  <a:lnTo>
                    <a:pt x="338" y="299"/>
                  </a:lnTo>
                  <a:lnTo>
                    <a:pt x="338" y="299"/>
                  </a:lnTo>
                  <a:lnTo>
                    <a:pt x="338" y="301"/>
                  </a:lnTo>
                  <a:lnTo>
                    <a:pt x="338" y="301"/>
                  </a:lnTo>
                  <a:lnTo>
                    <a:pt x="338" y="301"/>
                  </a:lnTo>
                  <a:lnTo>
                    <a:pt x="338" y="301"/>
                  </a:lnTo>
                  <a:lnTo>
                    <a:pt x="338" y="303"/>
                  </a:lnTo>
                  <a:lnTo>
                    <a:pt x="338" y="303"/>
                  </a:lnTo>
                  <a:lnTo>
                    <a:pt x="338" y="304"/>
                  </a:lnTo>
                  <a:lnTo>
                    <a:pt x="338" y="304"/>
                  </a:lnTo>
                  <a:lnTo>
                    <a:pt x="338" y="307"/>
                  </a:lnTo>
                  <a:lnTo>
                    <a:pt x="338" y="307"/>
                  </a:lnTo>
                  <a:lnTo>
                    <a:pt x="338" y="307"/>
                  </a:lnTo>
                  <a:lnTo>
                    <a:pt x="338" y="307"/>
                  </a:lnTo>
                  <a:lnTo>
                    <a:pt x="338" y="309"/>
                  </a:lnTo>
                  <a:lnTo>
                    <a:pt x="338" y="309"/>
                  </a:lnTo>
                  <a:lnTo>
                    <a:pt x="338" y="310"/>
                  </a:lnTo>
                  <a:lnTo>
                    <a:pt x="338" y="310"/>
                  </a:lnTo>
                  <a:lnTo>
                    <a:pt x="338" y="311"/>
                  </a:lnTo>
                  <a:lnTo>
                    <a:pt x="338" y="311"/>
                  </a:lnTo>
                  <a:lnTo>
                    <a:pt x="338" y="311"/>
                  </a:lnTo>
                  <a:lnTo>
                    <a:pt x="340" y="311"/>
                  </a:lnTo>
                  <a:lnTo>
                    <a:pt x="340" y="313"/>
                  </a:lnTo>
                  <a:lnTo>
                    <a:pt x="340" y="313"/>
                  </a:lnTo>
                  <a:lnTo>
                    <a:pt x="340" y="314"/>
                  </a:lnTo>
                  <a:lnTo>
                    <a:pt x="341" y="314"/>
                  </a:lnTo>
                  <a:lnTo>
                    <a:pt x="341" y="316"/>
                  </a:lnTo>
                  <a:lnTo>
                    <a:pt x="343" y="316"/>
                  </a:lnTo>
                  <a:lnTo>
                    <a:pt x="343" y="316"/>
                  </a:lnTo>
                  <a:lnTo>
                    <a:pt x="345" y="316"/>
                  </a:lnTo>
                  <a:lnTo>
                    <a:pt x="345" y="317"/>
                  </a:lnTo>
                  <a:lnTo>
                    <a:pt x="346" y="317"/>
                  </a:lnTo>
                  <a:lnTo>
                    <a:pt x="346" y="317"/>
                  </a:lnTo>
                  <a:lnTo>
                    <a:pt x="347" y="317"/>
                  </a:lnTo>
                  <a:lnTo>
                    <a:pt x="347" y="317"/>
                  </a:lnTo>
                  <a:lnTo>
                    <a:pt x="349" y="317"/>
                  </a:lnTo>
                  <a:lnTo>
                    <a:pt x="349" y="317"/>
                  </a:lnTo>
                  <a:lnTo>
                    <a:pt x="351" y="317"/>
                  </a:lnTo>
                  <a:lnTo>
                    <a:pt x="351" y="317"/>
                  </a:lnTo>
                  <a:lnTo>
                    <a:pt x="351" y="317"/>
                  </a:lnTo>
                  <a:lnTo>
                    <a:pt x="351" y="317"/>
                  </a:lnTo>
                  <a:lnTo>
                    <a:pt x="353" y="317"/>
                  </a:lnTo>
                  <a:lnTo>
                    <a:pt x="353" y="317"/>
                  </a:lnTo>
                  <a:lnTo>
                    <a:pt x="354" y="317"/>
                  </a:lnTo>
                  <a:lnTo>
                    <a:pt x="354" y="317"/>
                  </a:lnTo>
                  <a:lnTo>
                    <a:pt x="356" y="317"/>
                  </a:lnTo>
                  <a:lnTo>
                    <a:pt x="356" y="317"/>
                  </a:lnTo>
                  <a:lnTo>
                    <a:pt x="356" y="317"/>
                  </a:lnTo>
                  <a:lnTo>
                    <a:pt x="356" y="317"/>
                  </a:lnTo>
                  <a:lnTo>
                    <a:pt x="358" y="317"/>
                  </a:lnTo>
                  <a:lnTo>
                    <a:pt x="358" y="317"/>
                  </a:lnTo>
                  <a:lnTo>
                    <a:pt x="360" y="317"/>
                  </a:lnTo>
                  <a:lnTo>
                    <a:pt x="360" y="317"/>
                  </a:lnTo>
                  <a:lnTo>
                    <a:pt x="362" y="317"/>
                  </a:lnTo>
                  <a:lnTo>
                    <a:pt x="362" y="318"/>
                  </a:lnTo>
                  <a:lnTo>
                    <a:pt x="362" y="318"/>
                  </a:lnTo>
                  <a:lnTo>
                    <a:pt x="362" y="318"/>
                  </a:lnTo>
                  <a:lnTo>
                    <a:pt x="362" y="318"/>
                  </a:lnTo>
                  <a:lnTo>
                    <a:pt x="362" y="319"/>
                  </a:lnTo>
                  <a:lnTo>
                    <a:pt x="362" y="319"/>
                  </a:lnTo>
                  <a:lnTo>
                    <a:pt x="362" y="319"/>
                  </a:lnTo>
                  <a:lnTo>
                    <a:pt x="363" y="319"/>
                  </a:lnTo>
                  <a:lnTo>
                    <a:pt x="363" y="321"/>
                  </a:lnTo>
                  <a:lnTo>
                    <a:pt x="363" y="321"/>
                  </a:lnTo>
                  <a:lnTo>
                    <a:pt x="363" y="321"/>
                  </a:lnTo>
                  <a:lnTo>
                    <a:pt x="364" y="321"/>
                  </a:lnTo>
                  <a:lnTo>
                    <a:pt x="364" y="322"/>
                  </a:lnTo>
                  <a:lnTo>
                    <a:pt x="364" y="322"/>
                  </a:lnTo>
                  <a:lnTo>
                    <a:pt x="364" y="322"/>
                  </a:lnTo>
                  <a:lnTo>
                    <a:pt x="366" y="322"/>
                  </a:lnTo>
                  <a:lnTo>
                    <a:pt x="364" y="324"/>
                  </a:lnTo>
                  <a:lnTo>
                    <a:pt x="364" y="324"/>
                  </a:lnTo>
                  <a:lnTo>
                    <a:pt x="363" y="325"/>
                  </a:lnTo>
                  <a:lnTo>
                    <a:pt x="363" y="325"/>
                  </a:lnTo>
                  <a:lnTo>
                    <a:pt x="361" y="327"/>
                  </a:lnTo>
                  <a:lnTo>
                    <a:pt x="361" y="327"/>
                  </a:lnTo>
                  <a:lnTo>
                    <a:pt x="360" y="328"/>
                  </a:lnTo>
                  <a:lnTo>
                    <a:pt x="360" y="328"/>
                  </a:lnTo>
                  <a:lnTo>
                    <a:pt x="358" y="330"/>
                  </a:lnTo>
                  <a:lnTo>
                    <a:pt x="358" y="330"/>
                  </a:lnTo>
                  <a:lnTo>
                    <a:pt x="356" y="331"/>
                  </a:lnTo>
                  <a:lnTo>
                    <a:pt x="356" y="331"/>
                  </a:lnTo>
                  <a:lnTo>
                    <a:pt x="354" y="332"/>
                  </a:lnTo>
                  <a:lnTo>
                    <a:pt x="354" y="332"/>
                  </a:lnTo>
                  <a:lnTo>
                    <a:pt x="354" y="332"/>
                  </a:lnTo>
                  <a:lnTo>
                    <a:pt x="355" y="332"/>
                  </a:lnTo>
                  <a:lnTo>
                    <a:pt x="355" y="332"/>
                  </a:lnTo>
                  <a:lnTo>
                    <a:pt x="354" y="332"/>
                  </a:lnTo>
                  <a:lnTo>
                    <a:pt x="354" y="332"/>
                  </a:lnTo>
                  <a:lnTo>
                    <a:pt x="354" y="332"/>
                  </a:lnTo>
                  <a:lnTo>
                    <a:pt x="354" y="332"/>
                  </a:lnTo>
                  <a:lnTo>
                    <a:pt x="353" y="332"/>
                  </a:lnTo>
                  <a:lnTo>
                    <a:pt x="353" y="332"/>
                  </a:lnTo>
                  <a:lnTo>
                    <a:pt x="353" y="332"/>
                  </a:lnTo>
                  <a:lnTo>
                    <a:pt x="353" y="332"/>
                  </a:lnTo>
                  <a:lnTo>
                    <a:pt x="351" y="332"/>
                  </a:lnTo>
                  <a:lnTo>
                    <a:pt x="351" y="332"/>
                  </a:lnTo>
                  <a:lnTo>
                    <a:pt x="351" y="332"/>
                  </a:lnTo>
                  <a:lnTo>
                    <a:pt x="351" y="332"/>
                  </a:lnTo>
                  <a:lnTo>
                    <a:pt x="351" y="332"/>
                  </a:lnTo>
                  <a:lnTo>
                    <a:pt x="351" y="332"/>
                  </a:lnTo>
                  <a:lnTo>
                    <a:pt x="351" y="332"/>
                  </a:lnTo>
                  <a:lnTo>
                    <a:pt x="351" y="332"/>
                  </a:lnTo>
                  <a:lnTo>
                    <a:pt x="350" y="334"/>
                  </a:lnTo>
                  <a:lnTo>
                    <a:pt x="350" y="334"/>
                  </a:lnTo>
                  <a:lnTo>
                    <a:pt x="350" y="334"/>
                  </a:lnTo>
                  <a:lnTo>
                    <a:pt x="350" y="334"/>
                  </a:lnTo>
                  <a:lnTo>
                    <a:pt x="350" y="334"/>
                  </a:lnTo>
                  <a:lnTo>
                    <a:pt x="350" y="334"/>
                  </a:lnTo>
                  <a:lnTo>
                    <a:pt x="350" y="334"/>
                  </a:lnTo>
                  <a:lnTo>
                    <a:pt x="350" y="334"/>
                  </a:lnTo>
                  <a:lnTo>
                    <a:pt x="349" y="334"/>
                  </a:lnTo>
                  <a:lnTo>
                    <a:pt x="349" y="334"/>
                  </a:lnTo>
                  <a:lnTo>
                    <a:pt x="349" y="334"/>
                  </a:lnTo>
                  <a:lnTo>
                    <a:pt x="349" y="334"/>
                  </a:lnTo>
                  <a:lnTo>
                    <a:pt x="348" y="334"/>
                  </a:lnTo>
                  <a:lnTo>
                    <a:pt x="348" y="334"/>
                  </a:lnTo>
                  <a:lnTo>
                    <a:pt x="348" y="334"/>
                  </a:lnTo>
                  <a:lnTo>
                    <a:pt x="348" y="334"/>
                  </a:lnTo>
                  <a:lnTo>
                    <a:pt x="346" y="335"/>
                  </a:lnTo>
                  <a:lnTo>
                    <a:pt x="346" y="335"/>
                  </a:lnTo>
                  <a:lnTo>
                    <a:pt x="346" y="336"/>
                  </a:lnTo>
                  <a:lnTo>
                    <a:pt x="346" y="336"/>
                  </a:lnTo>
                  <a:lnTo>
                    <a:pt x="344" y="338"/>
                  </a:lnTo>
                  <a:lnTo>
                    <a:pt x="344" y="338"/>
                  </a:lnTo>
                  <a:lnTo>
                    <a:pt x="344" y="338"/>
                  </a:lnTo>
                  <a:lnTo>
                    <a:pt x="344" y="338"/>
                  </a:lnTo>
                  <a:lnTo>
                    <a:pt x="341" y="340"/>
                  </a:lnTo>
                  <a:lnTo>
                    <a:pt x="341" y="340"/>
                  </a:lnTo>
                  <a:lnTo>
                    <a:pt x="341" y="341"/>
                  </a:lnTo>
                  <a:lnTo>
                    <a:pt x="341" y="341"/>
                  </a:lnTo>
                  <a:lnTo>
                    <a:pt x="340" y="343"/>
                  </a:lnTo>
                  <a:lnTo>
                    <a:pt x="340" y="343"/>
                  </a:lnTo>
                  <a:lnTo>
                    <a:pt x="340" y="343"/>
                  </a:lnTo>
                  <a:lnTo>
                    <a:pt x="340" y="343"/>
                  </a:lnTo>
                  <a:lnTo>
                    <a:pt x="340" y="344"/>
                  </a:lnTo>
                  <a:lnTo>
                    <a:pt x="340" y="344"/>
                  </a:lnTo>
                  <a:lnTo>
                    <a:pt x="340" y="344"/>
                  </a:lnTo>
                  <a:lnTo>
                    <a:pt x="340" y="344"/>
                  </a:lnTo>
                  <a:lnTo>
                    <a:pt x="340" y="346"/>
                  </a:lnTo>
                  <a:lnTo>
                    <a:pt x="340" y="346"/>
                  </a:lnTo>
                  <a:lnTo>
                    <a:pt x="340" y="346"/>
                  </a:lnTo>
                  <a:lnTo>
                    <a:pt x="340" y="346"/>
                  </a:lnTo>
                  <a:lnTo>
                    <a:pt x="340" y="347"/>
                  </a:lnTo>
                  <a:lnTo>
                    <a:pt x="340" y="347"/>
                  </a:lnTo>
                  <a:lnTo>
                    <a:pt x="340" y="347"/>
                  </a:lnTo>
                  <a:lnTo>
                    <a:pt x="340" y="347"/>
                  </a:lnTo>
                  <a:lnTo>
                    <a:pt x="340" y="348"/>
                  </a:lnTo>
                  <a:lnTo>
                    <a:pt x="340" y="348"/>
                  </a:lnTo>
                  <a:lnTo>
                    <a:pt x="340" y="348"/>
                  </a:lnTo>
                  <a:lnTo>
                    <a:pt x="340" y="348"/>
                  </a:lnTo>
                  <a:lnTo>
                    <a:pt x="338" y="348"/>
                  </a:lnTo>
                  <a:lnTo>
                    <a:pt x="338" y="348"/>
                  </a:lnTo>
                  <a:lnTo>
                    <a:pt x="338" y="348"/>
                  </a:lnTo>
                  <a:lnTo>
                    <a:pt x="338" y="348"/>
                  </a:lnTo>
                  <a:lnTo>
                    <a:pt x="336" y="348"/>
                  </a:lnTo>
                  <a:lnTo>
                    <a:pt x="336" y="348"/>
                  </a:lnTo>
                  <a:lnTo>
                    <a:pt x="336" y="348"/>
                  </a:lnTo>
                  <a:lnTo>
                    <a:pt x="336" y="347"/>
                  </a:lnTo>
                  <a:lnTo>
                    <a:pt x="334" y="347"/>
                  </a:lnTo>
                  <a:lnTo>
                    <a:pt x="334" y="347"/>
                  </a:lnTo>
                  <a:lnTo>
                    <a:pt x="334" y="347"/>
                  </a:lnTo>
                  <a:lnTo>
                    <a:pt x="334" y="347"/>
                  </a:lnTo>
                  <a:lnTo>
                    <a:pt x="333" y="347"/>
                  </a:lnTo>
                  <a:lnTo>
                    <a:pt x="333" y="347"/>
                  </a:lnTo>
                  <a:lnTo>
                    <a:pt x="333" y="347"/>
                  </a:lnTo>
                  <a:lnTo>
                    <a:pt x="333" y="347"/>
                  </a:lnTo>
                  <a:lnTo>
                    <a:pt x="331" y="348"/>
                  </a:lnTo>
                  <a:lnTo>
                    <a:pt x="331" y="348"/>
                  </a:lnTo>
                  <a:lnTo>
                    <a:pt x="331" y="348"/>
                  </a:lnTo>
                  <a:lnTo>
                    <a:pt x="331" y="348"/>
                  </a:lnTo>
                  <a:lnTo>
                    <a:pt x="329" y="350"/>
                  </a:lnTo>
                  <a:lnTo>
                    <a:pt x="329" y="350"/>
                  </a:lnTo>
                  <a:lnTo>
                    <a:pt x="329" y="350"/>
                  </a:lnTo>
                  <a:lnTo>
                    <a:pt x="329" y="350"/>
                  </a:lnTo>
                  <a:lnTo>
                    <a:pt x="327" y="352"/>
                  </a:lnTo>
                  <a:lnTo>
                    <a:pt x="327" y="352"/>
                  </a:lnTo>
                  <a:lnTo>
                    <a:pt x="327" y="352"/>
                  </a:lnTo>
                  <a:lnTo>
                    <a:pt x="327" y="352"/>
                  </a:lnTo>
                  <a:lnTo>
                    <a:pt x="327" y="353"/>
                  </a:lnTo>
                  <a:lnTo>
                    <a:pt x="327" y="353"/>
                  </a:lnTo>
                  <a:lnTo>
                    <a:pt x="327" y="353"/>
                  </a:lnTo>
                  <a:lnTo>
                    <a:pt x="327" y="353"/>
                  </a:lnTo>
                  <a:lnTo>
                    <a:pt x="327" y="355"/>
                  </a:lnTo>
                  <a:lnTo>
                    <a:pt x="327" y="355"/>
                  </a:lnTo>
                  <a:lnTo>
                    <a:pt x="327" y="355"/>
                  </a:lnTo>
                  <a:lnTo>
                    <a:pt x="327" y="355"/>
                  </a:lnTo>
                  <a:lnTo>
                    <a:pt x="327" y="356"/>
                  </a:lnTo>
                  <a:lnTo>
                    <a:pt x="327" y="356"/>
                  </a:lnTo>
                  <a:lnTo>
                    <a:pt x="327" y="356"/>
                  </a:lnTo>
                  <a:lnTo>
                    <a:pt x="328" y="356"/>
                  </a:lnTo>
                  <a:lnTo>
                    <a:pt x="328" y="358"/>
                  </a:lnTo>
                  <a:lnTo>
                    <a:pt x="328" y="358"/>
                  </a:lnTo>
                  <a:lnTo>
                    <a:pt x="328" y="358"/>
                  </a:lnTo>
                  <a:lnTo>
                    <a:pt x="328" y="358"/>
                  </a:lnTo>
                  <a:lnTo>
                    <a:pt x="328" y="360"/>
                  </a:lnTo>
                  <a:lnTo>
                    <a:pt x="328" y="360"/>
                  </a:lnTo>
                  <a:lnTo>
                    <a:pt x="328" y="360"/>
                  </a:lnTo>
                  <a:lnTo>
                    <a:pt x="329" y="360"/>
                  </a:lnTo>
                  <a:lnTo>
                    <a:pt x="328" y="360"/>
                  </a:lnTo>
                  <a:lnTo>
                    <a:pt x="328" y="360"/>
                  </a:lnTo>
                  <a:lnTo>
                    <a:pt x="328" y="360"/>
                  </a:lnTo>
                  <a:lnTo>
                    <a:pt x="328" y="360"/>
                  </a:lnTo>
                  <a:lnTo>
                    <a:pt x="327" y="360"/>
                  </a:lnTo>
                  <a:lnTo>
                    <a:pt x="327" y="360"/>
                  </a:lnTo>
                  <a:lnTo>
                    <a:pt x="327" y="360"/>
                  </a:lnTo>
                  <a:lnTo>
                    <a:pt x="327" y="360"/>
                  </a:lnTo>
                  <a:lnTo>
                    <a:pt x="325" y="360"/>
                  </a:lnTo>
                  <a:lnTo>
                    <a:pt x="325" y="360"/>
                  </a:lnTo>
                  <a:lnTo>
                    <a:pt x="325" y="360"/>
                  </a:lnTo>
                  <a:lnTo>
                    <a:pt x="325" y="360"/>
                  </a:lnTo>
                  <a:lnTo>
                    <a:pt x="325" y="360"/>
                  </a:lnTo>
                  <a:lnTo>
                    <a:pt x="325" y="360"/>
                  </a:lnTo>
                  <a:lnTo>
                    <a:pt x="325" y="360"/>
                  </a:lnTo>
                  <a:lnTo>
                    <a:pt x="325" y="360"/>
                  </a:lnTo>
                  <a:lnTo>
                    <a:pt x="323" y="361"/>
                  </a:lnTo>
                  <a:lnTo>
                    <a:pt x="323" y="361"/>
                  </a:lnTo>
                  <a:lnTo>
                    <a:pt x="322" y="361"/>
                  </a:lnTo>
                  <a:lnTo>
                    <a:pt x="322" y="361"/>
                  </a:lnTo>
                  <a:lnTo>
                    <a:pt x="319" y="361"/>
                  </a:lnTo>
                  <a:lnTo>
                    <a:pt x="319" y="361"/>
                  </a:lnTo>
                  <a:lnTo>
                    <a:pt x="318" y="361"/>
                  </a:lnTo>
                  <a:lnTo>
                    <a:pt x="318" y="361"/>
                  </a:lnTo>
                  <a:lnTo>
                    <a:pt x="316" y="362"/>
                  </a:lnTo>
                  <a:lnTo>
                    <a:pt x="316" y="362"/>
                  </a:lnTo>
                  <a:lnTo>
                    <a:pt x="314" y="362"/>
                  </a:lnTo>
                  <a:lnTo>
                    <a:pt x="314" y="362"/>
                  </a:lnTo>
                  <a:lnTo>
                    <a:pt x="312" y="362"/>
                  </a:lnTo>
                  <a:lnTo>
                    <a:pt x="312" y="362"/>
                  </a:lnTo>
                  <a:lnTo>
                    <a:pt x="312" y="362"/>
                  </a:lnTo>
                  <a:lnTo>
                    <a:pt x="312" y="362"/>
                  </a:lnTo>
                  <a:lnTo>
                    <a:pt x="310" y="362"/>
                  </a:lnTo>
                  <a:lnTo>
                    <a:pt x="310" y="362"/>
                  </a:lnTo>
                  <a:lnTo>
                    <a:pt x="309" y="362"/>
                  </a:lnTo>
                  <a:lnTo>
                    <a:pt x="309" y="362"/>
                  </a:lnTo>
                  <a:lnTo>
                    <a:pt x="307" y="362"/>
                  </a:lnTo>
                  <a:lnTo>
                    <a:pt x="307" y="362"/>
                  </a:lnTo>
                  <a:lnTo>
                    <a:pt x="307" y="362"/>
                  </a:lnTo>
                  <a:lnTo>
                    <a:pt x="307" y="361"/>
                  </a:lnTo>
                  <a:lnTo>
                    <a:pt x="305" y="361"/>
                  </a:lnTo>
                  <a:lnTo>
                    <a:pt x="305" y="361"/>
                  </a:lnTo>
                  <a:lnTo>
                    <a:pt x="303" y="361"/>
                  </a:lnTo>
                  <a:lnTo>
                    <a:pt x="303" y="361"/>
                  </a:lnTo>
                  <a:lnTo>
                    <a:pt x="301" y="361"/>
                  </a:lnTo>
                  <a:lnTo>
                    <a:pt x="301" y="361"/>
                  </a:lnTo>
                  <a:lnTo>
                    <a:pt x="301" y="361"/>
                  </a:lnTo>
                  <a:lnTo>
                    <a:pt x="301" y="360"/>
                  </a:lnTo>
                  <a:lnTo>
                    <a:pt x="300" y="360"/>
                  </a:lnTo>
                  <a:lnTo>
                    <a:pt x="300" y="360"/>
                  </a:lnTo>
                  <a:lnTo>
                    <a:pt x="298" y="360"/>
                  </a:lnTo>
                  <a:lnTo>
                    <a:pt x="298" y="360"/>
                  </a:lnTo>
                  <a:lnTo>
                    <a:pt x="296" y="360"/>
                  </a:lnTo>
                  <a:lnTo>
                    <a:pt x="296" y="360"/>
                  </a:lnTo>
                  <a:lnTo>
                    <a:pt x="295" y="360"/>
                  </a:lnTo>
                  <a:lnTo>
                    <a:pt x="295" y="358"/>
                  </a:lnTo>
                  <a:lnTo>
                    <a:pt x="293" y="358"/>
                  </a:lnTo>
                  <a:lnTo>
                    <a:pt x="293" y="358"/>
                  </a:lnTo>
                  <a:lnTo>
                    <a:pt x="292" y="358"/>
                  </a:lnTo>
                  <a:lnTo>
                    <a:pt x="292" y="357"/>
                  </a:lnTo>
                  <a:lnTo>
                    <a:pt x="290" y="357"/>
                  </a:lnTo>
                  <a:lnTo>
                    <a:pt x="290" y="357"/>
                  </a:lnTo>
                  <a:lnTo>
                    <a:pt x="290" y="357"/>
                  </a:lnTo>
                  <a:lnTo>
                    <a:pt x="290" y="355"/>
                  </a:lnTo>
                  <a:lnTo>
                    <a:pt x="288" y="355"/>
                  </a:lnTo>
                  <a:lnTo>
                    <a:pt x="288" y="355"/>
                  </a:lnTo>
                  <a:lnTo>
                    <a:pt x="286" y="355"/>
                  </a:lnTo>
                  <a:lnTo>
                    <a:pt x="286" y="355"/>
                  </a:lnTo>
                  <a:lnTo>
                    <a:pt x="284" y="355"/>
                  </a:lnTo>
                  <a:lnTo>
                    <a:pt x="284" y="355"/>
                  </a:lnTo>
                  <a:lnTo>
                    <a:pt x="283" y="355"/>
                  </a:lnTo>
                  <a:lnTo>
                    <a:pt x="283" y="354"/>
                  </a:lnTo>
                  <a:lnTo>
                    <a:pt x="281" y="354"/>
                  </a:lnTo>
                  <a:lnTo>
                    <a:pt x="281" y="354"/>
                  </a:lnTo>
                  <a:lnTo>
                    <a:pt x="280" y="354"/>
                  </a:lnTo>
                  <a:lnTo>
                    <a:pt x="280" y="353"/>
                  </a:lnTo>
                  <a:lnTo>
                    <a:pt x="279" y="353"/>
                  </a:lnTo>
                  <a:lnTo>
                    <a:pt x="279" y="352"/>
                  </a:lnTo>
                  <a:lnTo>
                    <a:pt x="279" y="352"/>
                  </a:lnTo>
                  <a:lnTo>
                    <a:pt x="279" y="350"/>
                  </a:lnTo>
                  <a:lnTo>
                    <a:pt x="279" y="350"/>
                  </a:lnTo>
                  <a:lnTo>
                    <a:pt x="279" y="350"/>
                  </a:lnTo>
                  <a:lnTo>
                    <a:pt x="279" y="350"/>
                  </a:lnTo>
                  <a:lnTo>
                    <a:pt x="279" y="350"/>
                  </a:lnTo>
                  <a:lnTo>
                    <a:pt x="279" y="350"/>
                  </a:lnTo>
                  <a:lnTo>
                    <a:pt x="279" y="350"/>
                  </a:lnTo>
                  <a:lnTo>
                    <a:pt x="279" y="350"/>
                  </a:lnTo>
                  <a:lnTo>
                    <a:pt x="281" y="348"/>
                  </a:lnTo>
                  <a:lnTo>
                    <a:pt x="281" y="348"/>
                  </a:lnTo>
                  <a:lnTo>
                    <a:pt x="281" y="348"/>
                  </a:lnTo>
                  <a:lnTo>
                    <a:pt x="281" y="348"/>
                  </a:lnTo>
                  <a:lnTo>
                    <a:pt x="281" y="347"/>
                  </a:lnTo>
                  <a:lnTo>
                    <a:pt x="281" y="347"/>
                  </a:lnTo>
                  <a:lnTo>
                    <a:pt x="281" y="347"/>
                  </a:lnTo>
                  <a:lnTo>
                    <a:pt x="281" y="347"/>
                  </a:lnTo>
                  <a:lnTo>
                    <a:pt x="282" y="346"/>
                  </a:lnTo>
                  <a:lnTo>
                    <a:pt x="281" y="346"/>
                  </a:lnTo>
                  <a:lnTo>
                    <a:pt x="281" y="346"/>
                  </a:lnTo>
                  <a:lnTo>
                    <a:pt x="281" y="346"/>
                  </a:lnTo>
                  <a:lnTo>
                    <a:pt x="281" y="346"/>
                  </a:lnTo>
                  <a:lnTo>
                    <a:pt x="281" y="346"/>
                  </a:lnTo>
                  <a:lnTo>
                    <a:pt x="281" y="346"/>
                  </a:lnTo>
                  <a:lnTo>
                    <a:pt x="281" y="346"/>
                  </a:lnTo>
                  <a:lnTo>
                    <a:pt x="281" y="343"/>
                  </a:lnTo>
                  <a:lnTo>
                    <a:pt x="279" y="343"/>
                  </a:lnTo>
                  <a:lnTo>
                    <a:pt x="279" y="343"/>
                  </a:lnTo>
                  <a:lnTo>
                    <a:pt x="279" y="343"/>
                  </a:lnTo>
                  <a:lnTo>
                    <a:pt x="279" y="343"/>
                  </a:lnTo>
                  <a:lnTo>
                    <a:pt x="279" y="343"/>
                  </a:lnTo>
                  <a:lnTo>
                    <a:pt x="279" y="343"/>
                  </a:lnTo>
                  <a:lnTo>
                    <a:pt x="279" y="343"/>
                  </a:lnTo>
                  <a:lnTo>
                    <a:pt x="279" y="343"/>
                  </a:lnTo>
                  <a:lnTo>
                    <a:pt x="279" y="344"/>
                  </a:lnTo>
                  <a:lnTo>
                    <a:pt x="279" y="344"/>
                  </a:lnTo>
                  <a:lnTo>
                    <a:pt x="279" y="344"/>
                  </a:lnTo>
                  <a:lnTo>
                    <a:pt x="279" y="344"/>
                  </a:lnTo>
                  <a:lnTo>
                    <a:pt x="279" y="345"/>
                  </a:lnTo>
                  <a:lnTo>
                    <a:pt x="279" y="345"/>
                  </a:lnTo>
                  <a:lnTo>
                    <a:pt x="279" y="345"/>
                  </a:lnTo>
                  <a:lnTo>
                    <a:pt x="279" y="345"/>
                  </a:lnTo>
                  <a:lnTo>
                    <a:pt x="279" y="347"/>
                  </a:lnTo>
                  <a:lnTo>
                    <a:pt x="279" y="347"/>
                  </a:lnTo>
                  <a:lnTo>
                    <a:pt x="279" y="347"/>
                  </a:lnTo>
                  <a:lnTo>
                    <a:pt x="279" y="347"/>
                  </a:lnTo>
                  <a:lnTo>
                    <a:pt x="279" y="347"/>
                  </a:lnTo>
                  <a:lnTo>
                    <a:pt x="279" y="347"/>
                  </a:lnTo>
                  <a:lnTo>
                    <a:pt x="279" y="347"/>
                  </a:lnTo>
                  <a:lnTo>
                    <a:pt x="279" y="347"/>
                  </a:lnTo>
                  <a:lnTo>
                    <a:pt x="278" y="348"/>
                  </a:lnTo>
                  <a:lnTo>
                    <a:pt x="278" y="348"/>
                  </a:lnTo>
                  <a:lnTo>
                    <a:pt x="275" y="348"/>
                  </a:lnTo>
                  <a:lnTo>
                    <a:pt x="275" y="348"/>
                  </a:lnTo>
                  <a:lnTo>
                    <a:pt x="273" y="348"/>
                  </a:lnTo>
                  <a:lnTo>
                    <a:pt x="273" y="348"/>
                  </a:lnTo>
                  <a:lnTo>
                    <a:pt x="272" y="348"/>
                  </a:lnTo>
                  <a:lnTo>
                    <a:pt x="272" y="348"/>
                  </a:lnTo>
                  <a:lnTo>
                    <a:pt x="270" y="348"/>
                  </a:lnTo>
                  <a:lnTo>
                    <a:pt x="270" y="348"/>
                  </a:lnTo>
                  <a:lnTo>
                    <a:pt x="268" y="348"/>
                  </a:lnTo>
                  <a:lnTo>
                    <a:pt x="268" y="348"/>
                  </a:lnTo>
                  <a:lnTo>
                    <a:pt x="266" y="348"/>
                  </a:lnTo>
                  <a:lnTo>
                    <a:pt x="266" y="348"/>
                  </a:lnTo>
                  <a:lnTo>
                    <a:pt x="266" y="348"/>
                  </a:lnTo>
                  <a:lnTo>
                    <a:pt x="266" y="347"/>
                  </a:lnTo>
                  <a:lnTo>
                    <a:pt x="264" y="347"/>
                  </a:lnTo>
                  <a:lnTo>
                    <a:pt x="264" y="347"/>
                  </a:lnTo>
                  <a:lnTo>
                    <a:pt x="263" y="347"/>
                  </a:lnTo>
                  <a:lnTo>
                    <a:pt x="263" y="346"/>
                  </a:lnTo>
                  <a:lnTo>
                    <a:pt x="261" y="346"/>
                  </a:lnTo>
                  <a:lnTo>
                    <a:pt x="261" y="346"/>
                  </a:lnTo>
                  <a:lnTo>
                    <a:pt x="261" y="346"/>
                  </a:lnTo>
                  <a:lnTo>
                    <a:pt x="261" y="343"/>
                  </a:lnTo>
                  <a:lnTo>
                    <a:pt x="259" y="343"/>
                  </a:lnTo>
                  <a:lnTo>
                    <a:pt x="259" y="343"/>
                  </a:lnTo>
                  <a:lnTo>
                    <a:pt x="258" y="343"/>
                  </a:lnTo>
                  <a:lnTo>
                    <a:pt x="258" y="342"/>
                  </a:lnTo>
                  <a:lnTo>
                    <a:pt x="257" y="342"/>
                  </a:lnTo>
                  <a:lnTo>
                    <a:pt x="257" y="342"/>
                  </a:lnTo>
                  <a:lnTo>
                    <a:pt x="257" y="342"/>
                  </a:lnTo>
                  <a:lnTo>
                    <a:pt x="257" y="341"/>
                  </a:lnTo>
                  <a:lnTo>
                    <a:pt x="255" y="342"/>
                  </a:lnTo>
                  <a:lnTo>
                    <a:pt x="255" y="342"/>
                  </a:lnTo>
                  <a:lnTo>
                    <a:pt x="255" y="342"/>
                  </a:lnTo>
                  <a:lnTo>
                    <a:pt x="255" y="342"/>
                  </a:lnTo>
                  <a:lnTo>
                    <a:pt x="253" y="342"/>
                  </a:lnTo>
                  <a:lnTo>
                    <a:pt x="253" y="342"/>
                  </a:lnTo>
                  <a:lnTo>
                    <a:pt x="253" y="342"/>
                  </a:lnTo>
                  <a:lnTo>
                    <a:pt x="253" y="342"/>
                  </a:lnTo>
                  <a:lnTo>
                    <a:pt x="251" y="343"/>
                  </a:lnTo>
                  <a:lnTo>
                    <a:pt x="251" y="343"/>
                  </a:lnTo>
                  <a:lnTo>
                    <a:pt x="251" y="343"/>
                  </a:lnTo>
                  <a:lnTo>
                    <a:pt x="251" y="343"/>
                  </a:lnTo>
                  <a:lnTo>
                    <a:pt x="251" y="343"/>
                  </a:lnTo>
                  <a:lnTo>
                    <a:pt x="251" y="343"/>
                  </a:lnTo>
                  <a:lnTo>
                    <a:pt x="251" y="343"/>
                  </a:lnTo>
                  <a:lnTo>
                    <a:pt x="251" y="343"/>
                  </a:lnTo>
                  <a:lnTo>
                    <a:pt x="249" y="343"/>
                  </a:lnTo>
                  <a:lnTo>
                    <a:pt x="249" y="343"/>
                  </a:lnTo>
                  <a:lnTo>
                    <a:pt x="249" y="343"/>
                  </a:lnTo>
                  <a:lnTo>
                    <a:pt x="249" y="341"/>
                  </a:lnTo>
                  <a:lnTo>
                    <a:pt x="249" y="341"/>
                  </a:lnTo>
                  <a:lnTo>
                    <a:pt x="249" y="341"/>
                  </a:lnTo>
                  <a:lnTo>
                    <a:pt x="249" y="341"/>
                  </a:lnTo>
                  <a:lnTo>
                    <a:pt x="249" y="340"/>
                  </a:lnTo>
                  <a:lnTo>
                    <a:pt x="246" y="340"/>
                  </a:lnTo>
                  <a:lnTo>
                    <a:pt x="246" y="340"/>
                  </a:lnTo>
                  <a:lnTo>
                    <a:pt x="246" y="340"/>
                  </a:lnTo>
                  <a:lnTo>
                    <a:pt x="246" y="338"/>
                  </a:lnTo>
                  <a:lnTo>
                    <a:pt x="246" y="338"/>
                  </a:lnTo>
                  <a:lnTo>
                    <a:pt x="246" y="338"/>
                  </a:lnTo>
                  <a:lnTo>
                    <a:pt x="246" y="338"/>
                  </a:lnTo>
                  <a:lnTo>
                    <a:pt x="246" y="336"/>
                  </a:lnTo>
                  <a:lnTo>
                    <a:pt x="244" y="336"/>
                  </a:lnTo>
                  <a:lnTo>
                    <a:pt x="243" y="336"/>
                  </a:lnTo>
                  <a:lnTo>
                    <a:pt x="241" y="336"/>
                  </a:lnTo>
                  <a:lnTo>
                    <a:pt x="241" y="336"/>
                  </a:lnTo>
                  <a:lnTo>
                    <a:pt x="239" y="338"/>
                  </a:lnTo>
                  <a:lnTo>
                    <a:pt x="236" y="338"/>
                  </a:lnTo>
                  <a:lnTo>
                    <a:pt x="235" y="340"/>
                  </a:lnTo>
                  <a:lnTo>
                    <a:pt x="235" y="340"/>
                  </a:lnTo>
                  <a:lnTo>
                    <a:pt x="233" y="341"/>
                  </a:lnTo>
                  <a:lnTo>
                    <a:pt x="231" y="342"/>
                  </a:lnTo>
                  <a:lnTo>
                    <a:pt x="229" y="344"/>
                  </a:lnTo>
                  <a:lnTo>
                    <a:pt x="229" y="344"/>
                  </a:lnTo>
                  <a:lnTo>
                    <a:pt x="227" y="346"/>
                  </a:lnTo>
                  <a:lnTo>
                    <a:pt x="227" y="346"/>
                  </a:lnTo>
                  <a:lnTo>
                    <a:pt x="224" y="347"/>
                  </a:lnTo>
                  <a:lnTo>
                    <a:pt x="224" y="347"/>
                  </a:lnTo>
                  <a:lnTo>
                    <a:pt x="222" y="348"/>
                  </a:lnTo>
                  <a:lnTo>
                    <a:pt x="222" y="348"/>
                  </a:lnTo>
                  <a:lnTo>
                    <a:pt x="221" y="348"/>
                  </a:lnTo>
                  <a:lnTo>
                    <a:pt x="221" y="348"/>
                  </a:lnTo>
                  <a:lnTo>
                    <a:pt x="219" y="351"/>
                  </a:lnTo>
                  <a:lnTo>
                    <a:pt x="219" y="351"/>
                  </a:lnTo>
                  <a:lnTo>
                    <a:pt x="218" y="351"/>
                  </a:lnTo>
                  <a:lnTo>
                    <a:pt x="218" y="351"/>
                  </a:lnTo>
                  <a:lnTo>
                    <a:pt x="216" y="353"/>
                  </a:lnTo>
                  <a:lnTo>
                    <a:pt x="216" y="353"/>
                  </a:lnTo>
                  <a:lnTo>
                    <a:pt x="214" y="353"/>
                  </a:lnTo>
                  <a:lnTo>
                    <a:pt x="214" y="353"/>
                  </a:lnTo>
                  <a:lnTo>
                    <a:pt x="213" y="354"/>
                  </a:lnTo>
                  <a:lnTo>
                    <a:pt x="213" y="354"/>
                  </a:lnTo>
                  <a:lnTo>
                    <a:pt x="213" y="354"/>
                  </a:lnTo>
                  <a:lnTo>
                    <a:pt x="213" y="354"/>
                  </a:lnTo>
                  <a:lnTo>
                    <a:pt x="211" y="356"/>
                  </a:lnTo>
                  <a:lnTo>
                    <a:pt x="211" y="356"/>
                  </a:lnTo>
                  <a:lnTo>
                    <a:pt x="211" y="357"/>
                  </a:lnTo>
                  <a:lnTo>
                    <a:pt x="211" y="357"/>
                  </a:lnTo>
                  <a:lnTo>
                    <a:pt x="209" y="359"/>
                  </a:lnTo>
                  <a:lnTo>
                    <a:pt x="209" y="359"/>
                  </a:lnTo>
                  <a:lnTo>
                    <a:pt x="209" y="360"/>
                  </a:lnTo>
                  <a:lnTo>
                    <a:pt x="209" y="360"/>
                  </a:lnTo>
                  <a:lnTo>
                    <a:pt x="209" y="362"/>
                  </a:lnTo>
                  <a:lnTo>
                    <a:pt x="209" y="362"/>
                  </a:lnTo>
                  <a:lnTo>
                    <a:pt x="209" y="363"/>
                  </a:lnTo>
                  <a:lnTo>
                    <a:pt x="209" y="363"/>
                  </a:lnTo>
                  <a:lnTo>
                    <a:pt x="209" y="365"/>
                  </a:lnTo>
                  <a:lnTo>
                    <a:pt x="209" y="365"/>
                  </a:lnTo>
                  <a:lnTo>
                    <a:pt x="209" y="368"/>
                  </a:lnTo>
                  <a:lnTo>
                    <a:pt x="209" y="368"/>
                  </a:lnTo>
                  <a:lnTo>
                    <a:pt x="208" y="369"/>
                  </a:lnTo>
                  <a:lnTo>
                    <a:pt x="208" y="369"/>
                  </a:lnTo>
                  <a:lnTo>
                    <a:pt x="208" y="370"/>
                  </a:lnTo>
                  <a:lnTo>
                    <a:pt x="208" y="370"/>
                  </a:lnTo>
                  <a:lnTo>
                    <a:pt x="208" y="373"/>
                  </a:lnTo>
                  <a:lnTo>
                    <a:pt x="208" y="373"/>
                  </a:lnTo>
                  <a:lnTo>
                    <a:pt x="208" y="373"/>
                  </a:lnTo>
                  <a:lnTo>
                    <a:pt x="208" y="373"/>
                  </a:lnTo>
                  <a:lnTo>
                    <a:pt x="207" y="375"/>
                  </a:lnTo>
                  <a:lnTo>
                    <a:pt x="207" y="375"/>
                  </a:lnTo>
                  <a:lnTo>
                    <a:pt x="207" y="376"/>
                  </a:lnTo>
                  <a:lnTo>
                    <a:pt x="207" y="376"/>
                  </a:lnTo>
                  <a:lnTo>
                    <a:pt x="207" y="378"/>
                  </a:lnTo>
                  <a:lnTo>
                    <a:pt x="207" y="378"/>
                  </a:lnTo>
                  <a:lnTo>
                    <a:pt x="207" y="378"/>
                  </a:lnTo>
                  <a:lnTo>
                    <a:pt x="207" y="378"/>
                  </a:lnTo>
                  <a:lnTo>
                    <a:pt x="207" y="380"/>
                  </a:lnTo>
                  <a:lnTo>
                    <a:pt x="207" y="380"/>
                  </a:lnTo>
                  <a:lnTo>
                    <a:pt x="207" y="382"/>
                  </a:lnTo>
                  <a:lnTo>
                    <a:pt x="208" y="382"/>
                  </a:lnTo>
                  <a:lnTo>
                    <a:pt x="208" y="384"/>
                  </a:lnTo>
                  <a:lnTo>
                    <a:pt x="208" y="384"/>
                  </a:lnTo>
                  <a:lnTo>
                    <a:pt x="208" y="384"/>
                  </a:lnTo>
                  <a:lnTo>
                    <a:pt x="210" y="384"/>
                  </a:lnTo>
                  <a:lnTo>
                    <a:pt x="210" y="385"/>
                  </a:lnTo>
                  <a:lnTo>
                    <a:pt x="210" y="385"/>
                  </a:lnTo>
                  <a:lnTo>
                    <a:pt x="210" y="385"/>
                  </a:lnTo>
                  <a:lnTo>
                    <a:pt x="212" y="385"/>
                  </a:lnTo>
                  <a:lnTo>
                    <a:pt x="212" y="387"/>
                  </a:lnTo>
                  <a:lnTo>
                    <a:pt x="212" y="387"/>
                  </a:lnTo>
                  <a:lnTo>
                    <a:pt x="212" y="387"/>
                  </a:lnTo>
                  <a:lnTo>
                    <a:pt x="213" y="387"/>
                  </a:lnTo>
                  <a:lnTo>
                    <a:pt x="211" y="387"/>
                  </a:lnTo>
                  <a:lnTo>
                    <a:pt x="211" y="387"/>
                  </a:lnTo>
                  <a:lnTo>
                    <a:pt x="210" y="387"/>
                  </a:lnTo>
                  <a:lnTo>
                    <a:pt x="210" y="387"/>
                  </a:lnTo>
                  <a:lnTo>
                    <a:pt x="208" y="387"/>
                  </a:lnTo>
                  <a:lnTo>
                    <a:pt x="208" y="387"/>
                  </a:lnTo>
                  <a:lnTo>
                    <a:pt x="208" y="387"/>
                  </a:lnTo>
                  <a:lnTo>
                    <a:pt x="208" y="386"/>
                  </a:lnTo>
                  <a:lnTo>
                    <a:pt x="206" y="386"/>
                  </a:lnTo>
                  <a:lnTo>
                    <a:pt x="206" y="386"/>
                  </a:lnTo>
                  <a:lnTo>
                    <a:pt x="205" y="386"/>
                  </a:lnTo>
                  <a:lnTo>
                    <a:pt x="205" y="385"/>
                  </a:lnTo>
                  <a:lnTo>
                    <a:pt x="203" y="385"/>
                  </a:lnTo>
                  <a:lnTo>
                    <a:pt x="203" y="385"/>
                  </a:lnTo>
                  <a:lnTo>
                    <a:pt x="203" y="385"/>
                  </a:lnTo>
                  <a:lnTo>
                    <a:pt x="203" y="384"/>
                  </a:lnTo>
                  <a:lnTo>
                    <a:pt x="201" y="384"/>
                  </a:lnTo>
                  <a:lnTo>
                    <a:pt x="201" y="384"/>
                  </a:lnTo>
                  <a:lnTo>
                    <a:pt x="201" y="384"/>
                  </a:lnTo>
                  <a:lnTo>
                    <a:pt x="201" y="384"/>
                  </a:lnTo>
                  <a:lnTo>
                    <a:pt x="199" y="384"/>
                  </a:lnTo>
                  <a:lnTo>
                    <a:pt x="199" y="384"/>
                  </a:lnTo>
                  <a:lnTo>
                    <a:pt x="199" y="384"/>
                  </a:lnTo>
                  <a:lnTo>
                    <a:pt x="199" y="384"/>
                  </a:lnTo>
                  <a:lnTo>
                    <a:pt x="197" y="384"/>
                  </a:lnTo>
                  <a:lnTo>
                    <a:pt x="197" y="384"/>
                  </a:lnTo>
                  <a:lnTo>
                    <a:pt x="197" y="384"/>
                  </a:lnTo>
                  <a:lnTo>
                    <a:pt x="197" y="384"/>
                  </a:lnTo>
                  <a:lnTo>
                    <a:pt x="197" y="384"/>
                  </a:lnTo>
                  <a:lnTo>
                    <a:pt x="197" y="384"/>
                  </a:lnTo>
                  <a:lnTo>
                    <a:pt x="197" y="384"/>
                  </a:lnTo>
                  <a:lnTo>
                    <a:pt x="197" y="384"/>
                  </a:lnTo>
                  <a:lnTo>
                    <a:pt x="196" y="385"/>
                  </a:lnTo>
                  <a:lnTo>
                    <a:pt x="196" y="385"/>
                  </a:lnTo>
                  <a:lnTo>
                    <a:pt x="196" y="385"/>
                  </a:lnTo>
                  <a:lnTo>
                    <a:pt x="196" y="385"/>
                  </a:lnTo>
                  <a:lnTo>
                    <a:pt x="196" y="386"/>
                  </a:lnTo>
                  <a:lnTo>
                    <a:pt x="196" y="386"/>
                  </a:lnTo>
                  <a:lnTo>
                    <a:pt x="196" y="386"/>
                  </a:lnTo>
                  <a:lnTo>
                    <a:pt x="196" y="386"/>
                  </a:lnTo>
                  <a:lnTo>
                    <a:pt x="195" y="388"/>
                  </a:lnTo>
                  <a:lnTo>
                    <a:pt x="195" y="388"/>
                  </a:lnTo>
                  <a:lnTo>
                    <a:pt x="195" y="388"/>
                  </a:lnTo>
                  <a:lnTo>
                    <a:pt x="195" y="388"/>
                  </a:lnTo>
                  <a:lnTo>
                    <a:pt x="195" y="388"/>
                  </a:lnTo>
                  <a:lnTo>
                    <a:pt x="195" y="388"/>
                  </a:lnTo>
                  <a:lnTo>
                    <a:pt x="195" y="388"/>
                  </a:lnTo>
                  <a:lnTo>
                    <a:pt x="195" y="388"/>
                  </a:lnTo>
                  <a:lnTo>
                    <a:pt x="193" y="388"/>
                  </a:lnTo>
                  <a:lnTo>
                    <a:pt x="193" y="388"/>
                  </a:lnTo>
                  <a:lnTo>
                    <a:pt x="192" y="388"/>
                  </a:lnTo>
                  <a:lnTo>
                    <a:pt x="192" y="388"/>
                  </a:lnTo>
                  <a:lnTo>
                    <a:pt x="191" y="388"/>
                  </a:lnTo>
                  <a:lnTo>
                    <a:pt x="191" y="388"/>
                  </a:lnTo>
                  <a:lnTo>
                    <a:pt x="191" y="388"/>
                  </a:lnTo>
                  <a:lnTo>
                    <a:pt x="191" y="388"/>
                  </a:lnTo>
                  <a:lnTo>
                    <a:pt x="189" y="388"/>
                  </a:lnTo>
                  <a:lnTo>
                    <a:pt x="189" y="388"/>
                  </a:lnTo>
                  <a:lnTo>
                    <a:pt x="188" y="388"/>
                  </a:lnTo>
                  <a:lnTo>
                    <a:pt x="188" y="388"/>
                  </a:lnTo>
                  <a:lnTo>
                    <a:pt x="187" y="388"/>
                  </a:lnTo>
                  <a:lnTo>
                    <a:pt x="187" y="388"/>
                  </a:lnTo>
                  <a:lnTo>
                    <a:pt x="187" y="388"/>
                  </a:lnTo>
                  <a:lnTo>
                    <a:pt x="187" y="388"/>
                  </a:lnTo>
                  <a:lnTo>
                    <a:pt x="185" y="388"/>
                  </a:lnTo>
                  <a:lnTo>
                    <a:pt x="185" y="388"/>
                  </a:lnTo>
                  <a:lnTo>
                    <a:pt x="185" y="388"/>
                  </a:lnTo>
                  <a:lnTo>
                    <a:pt x="185" y="388"/>
                  </a:lnTo>
                  <a:lnTo>
                    <a:pt x="185" y="388"/>
                  </a:lnTo>
                  <a:lnTo>
                    <a:pt x="185" y="388"/>
                  </a:lnTo>
                  <a:lnTo>
                    <a:pt x="185" y="388"/>
                  </a:lnTo>
                  <a:lnTo>
                    <a:pt x="185" y="386"/>
                  </a:lnTo>
                  <a:lnTo>
                    <a:pt x="183" y="386"/>
                  </a:lnTo>
                  <a:lnTo>
                    <a:pt x="183" y="386"/>
                  </a:lnTo>
                  <a:lnTo>
                    <a:pt x="183" y="386"/>
                  </a:lnTo>
                  <a:lnTo>
                    <a:pt x="183" y="385"/>
                  </a:lnTo>
                  <a:lnTo>
                    <a:pt x="183" y="385"/>
                  </a:lnTo>
                  <a:lnTo>
                    <a:pt x="183" y="385"/>
                  </a:lnTo>
                  <a:lnTo>
                    <a:pt x="183" y="385"/>
                  </a:lnTo>
                  <a:lnTo>
                    <a:pt x="183" y="384"/>
                  </a:lnTo>
                  <a:lnTo>
                    <a:pt x="181" y="384"/>
                  </a:lnTo>
                  <a:lnTo>
                    <a:pt x="181" y="384"/>
                  </a:lnTo>
                  <a:lnTo>
                    <a:pt x="181" y="384"/>
                  </a:lnTo>
                  <a:lnTo>
                    <a:pt x="181" y="384"/>
                  </a:lnTo>
                  <a:lnTo>
                    <a:pt x="180" y="384"/>
                  </a:lnTo>
                  <a:lnTo>
                    <a:pt x="180" y="384"/>
                  </a:lnTo>
                  <a:lnTo>
                    <a:pt x="180" y="384"/>
                  </a:lnTo>
                  <a:lnTo>
                    <a:pt x="180" y="384"/>
                  </a:lnTo>
                  <a:lnTo>
                    <a:pt x="179" y="384"/>
                  </a:lnTo>
                  <a:lnTo>
                    <a:pt x="179" y="384"/>
                  </a:lnTo>
                  <a:lnTo>
                    <a:pt x="179" y="384"/>
                  </a:lnTo>
                  <a:lnTo>
                    <a:pt x="179" y="384"/>
                  </a:lnTo>
                  <a:lnTo>
                    <a:pt x="179" y="384"/>
                  </a:lnTo>
                  <a:lnTo>
                    <a:pt x="179" y="384"/>
                  </a:lnTo>
                  <a:lnTo>
                    <a:pt x="179" y="384"/>
                  </a:lnTo>
                  <a:lnTo>
                    <a:pt x="179" y="384"/>
                  </a:lnTo>
                  <a:lnTo>
                    <a:pt x="177" y="385"/>
                  </a:lnTo>
                  <a:lnTo>
                    <a:pt x="177" y="385"/>
                  </a:lnTo>
                  <a:lnTo>
                    <a:pt x="177" y="385"/>
                  </a:lnTo>
                  <a:lnTo>
                    <a:pt x="177" y="385"/>
                  </a:lnTo>
                  <a:lnTo>
                    <a:pt x="176" y="385"/>
                  </a:lnTo>
                  <a:lnTo>
                    <a:pt x="176" y="385"/>
                  </a:lnTo>
                  <a:lnTo>
                    <a:pt x="176" y="385"/>
                  </a:lnTo>
                  <a:lnTo>
                    <a:pt x="176" y="385"/>
                  </a:lnTo>
                  <a:lnTo>
                    <a:pt x="175" y="385"/>
                  </a:lnTo>
                  <a:lnTo>
                    <a:pt x="175" y="385"/>
                  </a:lnTo>
                  <a:lnTo>
                    <a:pt x="175" y="385"/>
                  </a:lnTo>
                  <a:lnTo>
                    <a:pt x="175" y="385"/>
                  </a:lnTo>
                  <a:lnTo>
                    <a:pt x="174" y="385"/>
                  </a:lnTo>
                  <a:lnTo>
                    <a:pt x="174" y="385"/>
                  </a:lnTo>
                  <a:lnTo>
                    <a:pt x="174" y="385"/>
                  </a:lnTo>
                  <a:lnTo>
                    <a:pt x="174" y="385"/>
                  </a:lnTo>
                  <a:lnTo>
                    <a:pt x="172" y="385"/>
                  </a:lnTo>
                  <a:lnTo>
                    <a:pt x="172" y="385"/>
                  </a:lnTo>
                  <a:lnTo>
                    <a:pt x="171" y="385"/>
                  </a:lnTo>
                  <a:lnTo>
                    <a:pt x="171" y="385"/>
                  </a:lnTo>
                  <a:lnTo>
                    <a:pt x="169" y="385"/>
                  </a:lnTo>
                  <a:lnTo>
                    <a:pt x="169" y="385"/>
                  </a:lnTo>
                  <a:lnTo>
                    <a:pt x="169" y="385"/>
                  </a:lnTo>
                  <a:lnTo>
                    <a:pt x="169" y="384"/>
                  </a:lnTo>
                  <a:lnTo>
                    <a:pt x="168" y="384"/>
                  </a:lnTo>
                  <a:lnTo>
                    <a:pt x="168" y="384"/>
                  </a:lnTo>
                  <a:lnTo>
                    <a:pt x="168" y="384"/>
                  </a:lnTo>
                  <a:lnTo>
                    <a:pt x="168" y="382"/>
                  </a:lnTo>
                  <a:lnTo>
                    <a:pt x="166" y="382"/>
                  </a:lnTo>
                  <a:lnTo>
                    <a:pt x="166" y="380"/>
                  </a:lnTo>
                  <a:lnTo>
                    <a:pt x="166" y="380"/>
                  </a:lnTo>
                  <a:lnTo>
                    <a:pt x="166" y="378"/>
                  </a:lnTo>
                  <a:lnTo>
                    <a:pt x="166" y="378"/>
                  </a:lnTo>
                  <a:lnTo>
                    <a:pt x="166" y="378"/>
                  </a:lnTo>
                  <a:lnTo>
                    <a:pt x="166" y="378"/>
                  </a:lnTo>
                  <a:lnTo>
                    <a:pt x="166" y="378"/>
                  </a:lnTo>
                  <a:lnTo>
                    <a:pt x="166" y="378"/>
                  </a:lnTo>
                  <a:lnTo>
                    <a:pt x="166" y="378"/>
                  </a:lnTo>
                  <a:lnTo>
                    <a:pt x="166" y="378"/>
                  </a:lnTo>
                  <a:lnTo>
                    <a:pt x="167" y="377"/>
                  </a:lnTo>
                  <a:lnTo>
                    <a:pt x="167" y="377"/>
                  </a:lnTo>
                  <a:lnTo>
                    <a:pt x="167" y="377"/>
                  </a:lnTo>
                  <a:lnTo>
                    <a:pt x="167" y="377"/>
                  </a:lnTo>
                  <a:lnTo>
                    <a:pt x="167" y="377"/>
                  </a:lnTo>
                  <a:lnTo>
                    <a:pt x="167" y="377"/>
                  </a:lnTo>
                  <a:lnTo>
                    <a:pt x="167" y="377"/>
                  </a:lnTo>
                  <a:lnTo>
                    <a:pt x="167" y="377"/>
                  </a:lnTo>
                  <a:lnTo>
                    <a:pt x="168" y="376"/>
                  </a:lnTo>
                  <a:lnTo>
                    <a:pt x="167" y="376"/>
                  </a:lnTo>
                  <a:lnTo>
                    <a:pt x="167" y="376"/>
                  </a:lnTo>
                  <a:lnTo>
                    <a:pt x="166" y="376"/>
                  </a:lnTo>
                  <a:lnTo>
                    <a:pt x="166" y="374"/>
                  </a:lnTo>
                  <a:lnTo>
                    <a:pt x="164" y="374"/>
                  </a:lnTo>
                  <a:lnTo>
                    <a:pt x="164" y="374"/>
                  </a:lnTo>
                  <a:lnTo>
                    <a:pt x="162" y="374"/>
                  </a:lnTo>
                  <a:lnTo>
                    <a:pt x="162" y="372"/>
                  </a:lnTo>
                  <a:lnTo>
                    <a:pt x="160" y="372"/>
                  </a:lnTo>
                  <a:lnTo>
                    <a:pt x="160" y="372"/>
                  </a:lnTo>
                  <a:lnTo>
                    <a:pt x="158" y="372"/>
                  </a:lnTo>
                  <a:lnTo>
                    <a:pt x="158" y="371"/>
                  </a:lnTo>
                  <a:lnTo>
                    <a:pt x="156" y="371"/>
                  </a:lnTo>
                  <a:lnTo>
                    <a:pt x="156" y="371"/>
                  </a:lnTo>
                  <a:lnTo>
                    <a:pt x="156" y="371"/>
                  </a:lnTo>
                  <a:lnTo>
                    <a:pt x="156" y="369"/>
                  </a:lnTo>
                  <a:lnTo>
                    <a:pt x="154" y="369"/>
                  </a:lnTo>
                  <a:lnTo>
                    <a:pt x="154" y="369"/>
                  </a:lnTo>
                  <a:lnTo>
                    <a:pt x="154" y="369"/>
                  </a:lnTo>
                  <a:lnTo>
                    <a:pt x="154" y="369"/>
                  </a:lnTo>
                  <a:lnTo>
                    <a:pt x="154" y="369"/>
                  </a:lnTo>
                  <a:lnTo>
                    <a:pt x="154" y="369"/>
                  </a:lnTo>
                  <a:lnTo>
                    <a:pt x="154" y="369"/>
                  </a:lnTo>
                  <a:lnTo>
                    <a:pt x="154" y="369"/>
                  </a:lnTo>
                  <a:lnTo>
                    <a:pt x="153" y="369"/>
                  </a:lnTo>
                  <a:lnTo>
                    <a:pt x="153" y="369"/>
                  </a:lnTo>
                  <a:lnTo>
                    <a:pt x="153" y="369"/>
                  </a:lnTo>
                  <a:lnTo>
                    <a:pt x="153" y="369"/>
                  </a:lnTo>
                  <a:lnTo>
                    <a:pt x="153" y="369"/>
                  </a:lnTo>
                  <a:lnTo>
                    <a:pt x="153" y="369"/>
                  </a:lnTo>
                  <a:lnTo>
                    <a:pt x="153" y="369"/>
                  </a:lnTo>
                  <a:lnTo>
                    <a:pt x="153" y="369"/>
                  </a:lnTo>
                  <a:lnTo>
                    <a:pt x="151" y="369"/>
                  </a:lnTo>
                  <a:lnTo>
                    <a:pt x="151" y="369"/>
                  </a:lnTo>
                  <a:lnTo>
                    <a:pt x="148" y="369"/>
                  </a:lnTo>
                  <a:lnTo>
                    <a:pt x="148" y="368"/>
                  </a:lnTo>
                  <a:lnTo>
                    <a:pt x="147" y="368"/>
                  </a:lnTo>
                  <a:lnTo>
                    <a:pt x="146" y="365"/>
                  </a:lnTo>
                  <a:lnTo>
                    <a:pt x="144" y="365"/>
                  </a:lnTo>
                  <a:lnTo>
                    <a:pt x="144" y="363"/>
                  </a:lnTo>
                  <a:lnTo>
                    <a:pt x="141" y="363"/>
                  </a:lnTo>
                  <a:lnTo>
                    <a:pt x="139" y="363"/>
                  </a:lnTo>
                  <a:lnTo>
                    <a:pt x="138" y="363"/>
                  </a:lnTo>
                  <a:lnTo>
                    <a:pt x="138" y="361"/>
                  </a:lnTo>
                  <a:lnTo>
                    <a:pt x="136" y="361"/>
                  </a:lnTo>
                  <a:lnTo>
                    <a:pt x="134" y="361"/>
                  </a:lnTo>
                  <a:lnTo>
                    <a:pt x="132" y="361"/>
                  </a:lnTo>
                  <a:lnTo>
                    <a:pt x="132" y="361"/>
                  </a:lnTo>
                  <a:lnTo>
                    <a:pt x="132" y="362"/>
                  </a:lnTo>
                  <a:lnTo>
                    <a:pt x="132" y="362"/>
                  </a:lnTo>
                  <a:lnTo>
                    <a:pt x="132" y="362"/>
                  </a:lnTo>
                  <a:lnTo>
                    <a:pt x="132" y="362"/>
                  </a:lnTo>
                  <a:lnTo>
                    <a:pt x="132" y="363"/>
                  </a:lnTo>
                  <a:lnTo>
                    <a:pt x="132" y="363"/>
                  </a:lnTo>
                  <a:lnTo>
                    <a:pt x="132" y="363"/>
                  </a:lnTo>
                  <a:lnTo>
                    <a:pt x="132" y="363"/>
                  </a:lnTo>
                  <a:lnTo>
                    <a:pt x="131" y="365"/>
                  </a:lnTo>
                  <a:lnTo>
                    <a:pt x="131" y="365"/>
                  </a:lnTo>
                  <a:lnTo>
                    <a:pt x="131" y="365"/>
                  </a:lnTo>
                  <a:lnTo>
                    <a:pt x="131" y="365"/>
                  </a:lnTo>
                  <a:lnTo>
                    <a:pt x="131" y="366"/>
                  </a:lnTo>
                  <a:lnTo>
                    <a:pt x="131" y="366"/>
                  </a:lnTo>
                  <a:lnTo>
                    <a:pt x="131" y="366"/>
                  </a:lnTo>
                  <a:lnTo>
                    <a:pt x="131" y="366"/>
                  </a:lnTo>
                  <a:lnTo>
                    <a:pt x="129" y="367"/>
                  </a:lnTo>
                  <a:lnTo>
                    <a:pt x="129" y="367"/>
                  </a:lnTo>
                  <a:lnTo>
                    <a:pt x="128" y="367"/>
                  </a:lnTo>
                  <a:lnTo>
                    <a:pt x="128" y="367"/>
                  </a:lnTo>
                  <a:lnTo>
                    <a:pt x="126" y="367"/>
                  </a:lnTo>
                  <a:lnTo>
                    <a:pt x="126" y="367"/>
                  </a:lnTo>
                  <a:lnTo>
                    <a:pt x="126" y="367"/>
                  </a:lnTo>
                  <a:lnTo>
                    <a:pt x="126" y="367"/>
                  </a:lnTo>
                  <a:lnTo>
                    <a:pt x="124" y="367"/>
                  </a:lnTo>
                  <a:lnTo>
                    <a:pt x="124" y="367"/>
                  </a:lnTo>
                  <a:lnTo>
                    <a:pt x="123" y="367"/>
                  </a:lnTo>
                  <a:lnTo>
                    <a:pt x="123" y="367"/>
                  </a:lnTo>
                  <a:lnTo>
                    <a:pt x="121" y="367"/>
                  </a:lnTo>
                  <a:lnTo>
                    <a:pt x="121" y="367"/>
                  </a:lnTo>
                  <a:lnTo>
                    <a:pt x="121" y="367"/>
                  </a:lnTo>
                  <a:lnTo>
                    <a:pt x="121" y="366"/>
                  </a:lnTo>
                  <a:lnTo>
                    <a:pt x="119" y="366"/>
                  </a:lnTo>
                  <a:lnTo>
                    <a:pt x="119" y="366"/>
                  </a:lnTo>
                  <a:lnTo>
                    <a:pt x="119" y="366"/>
                  </a:lnTo>
                  <a:lnTo>
                    <a:pt x="119" y="366"/>
                  </a:lnTo>
                  <a:lnTo>
                    <a:pt x="117" y="366"/>
                  </a:lnTo>
                  <a:lnTo>
                    <a:pt x="117" y="366"/>
                  </a:lnTo>
                  <a:lnTo>
                    <a:pt x="117" y="366"/>
                  </a:lnTo>
                  <a:lnTo>
                    <a:pt x="117" y="364"/>
                  </a:lnTo>
                  <a:lnTo>
                    <a:pt x="115" y="364"/>
                  </a:lnTo>
                  <a:lnTo>
                    <a:pt x="115" y="364"/>
                  </a:lnTo>
                  <a:lnTo>
                    <a:pt x="114" y="364"/>
                  </a:lnTo>
                  <a:lnTo>
                    <a:pt x="114" y="363"/>
                  </a:lnTo>
                  <a:lnTo>
                    <a:pt x="112" y="363"/>
                  </a:lnTo>
                  <a:lnTo>
                    <a:pt x="112" y="363"/>
                  </a:lnTo>
                  <a:lnTo>
                    <a:pt x="112" y="363"/>
                  </a:lnTo>
                  <a:lnTo>
                    <a:pt x="112" y="362"/>
                  </a:lnTo>
                  <a:lnTo>
                    <a:pt x="111" y="362"/>
                  </a:lnTo>
                  <a:lnTo>
                    <a:pt x="111" y="362"/>
                  </a:lnTo>
                  <a:lnTo>
                    <a:pt x="111" y="362"/>
                  </a:lnTo>
                  <a:lnTo>
                    <a:pt x="111" y="362"/>
                  </a:lnTo>
                  <a:lnTo>
                    <a:pt x="110" y="362"/>
                  </a:lnTo>
                  <a:lnTo>
                    <a:pt x="110" y="362"/>
                  </a:lnTo>
                  <a:lnTo>
                    <a:pt x="110" y="362"/>
                  </a:lnTo>
                  <a:lnTo>
                    <a:pt x="110" y="362"/>
                  </a:lnTo>
                  <a:lnTo>
                    <a:pt x="109" y="362"/>
                  </a:lnTo>
                  <a:lnTo>
                    <a:pt x="109" y="362"/>
                  </a:lnTo>
                  <a:lnTo>
                    <a:pt x="109" y="362"/>
                  </a:lnTo>
                  <a:lnTo>
                    <a:pt x="109" y="362"/>
                  </a:lnTo>
                  <a:lnTo>
                    <a:pt x="109" y="362"/>
                  </a:lnTo>
                  <a:lnTo>
                    <a:pt x="109" y="362"/>
                  </a:lnTo>
                  <a:lnTo>
                    <a:pt x="109" y="362"/>
                  </a:lnTo>
                  <a:lnTo>
                    <a:pt x="109" y="362"/>
                  </a:lnTo>
                  <a:lnTo>
                    <a:pt x="107" y="362"/>
                  </a:lnTo>
                  <a:lnTo>
                    <a:pt x="107" y="362"/>
                  </a:lnTo>
                  <a:lnTo>
                    <a:pt x="105" y="362"/>
                  </a:lnTo>
                  <a:lnTo>
                    <a:pt x="105" y="361"/>
                  </a:lnTo>
                  <a:lnTo>
                    <a:pt x="103" y="361"/>
                  </a:lnTo>
                  <a:lnTo>
                    <a:pt x="103" y="361"/>
                  </a:lnTo>
                  <a:lnTo>
                    <a:pt x="103" y="361"/>
                  </a:lnTo>
                  <a:lnTo>
                    <a:pt x="103" y="359"/>
                  </a:lnTo>
                  <a:lnTo>
                    <a:pt x="101" y="359"/>
                  </a:lnTo>
                  <a:lnTo>
                    <a:pt x="101" y="359"/>
                  </a:lnTo>
                  <a:lnTo>
                    <a:pt x="101" y="359"/>
                  </a:lnTo>
                  <a:lnTo>
                    <a:pt x="101" y="357"/>
                  </a:lnTo>
                  <a:lnTo>
                    <a:pt x="100" y="357"/>
                  </a:lnTo>
                  <a:lnTo>
                    <a:pt x="100" y="356"/>
                  </a:lnTo>
                  <a:lnTo>
                    <a:pt x="100" y="356"/>
                  </a:lnTo>
                  <a:lnTo>
                    <a:pt x="100" y="354"/>
                  </a:lnTo>
                  <a:lnTo>
                    <a:pt x="98" y="356"/>
                  </a:lnTo>
                  <a:lnTo>
                    <a:pt x="98" y="356"/>
                  </a:lnTo>
                  <a:lnTo>
                    <a:pt x="97" y="356"/>
                  </a:lnTo>
                  <a:lnTo>
                    <a:pt x="97" y="356"/>
                  </a:lnTo>
                  <a:lnTo>
                    <a:pt x="95" y="356"/>
                  </a:lnTo>
                  <a:lnTo>
                    <a:pt x="95" y="356"/>
                  </a:lnTo>
                  <a:lnTo>
                    <a:pt x="95" y="356"/>
                  </a:lnTo>
                  <a:lnTo>
                    <a:pt x="95" y="356"/>
                  </a:lnTo>
                  <a:lnTo>
                    <a:pt x="93" y="358"/>
                  </a:lnTo>
                  <a:lnTo>
                    <a:pt x="93" y="358"/>
                  </a:lnTo>
                  <a:lnTo>
                    <a:pt x="92" y="358"/>
                  </a:lnTo>
                  <a:lnTo>
                    <a:pt x="92" y="358"/>
                  </a:lnTo>
                  <a:lnTo>
                    <a:pt x="91" y="358"/>
                  </a:lnTo>
                  <a:lnTo>
                    <a:pt x="91" y="358"/>
                  </a:lnTo>
                  <a:lnTo>
                    <a:pt x="91" y="358"/>
                  </a:lnTo>
                  <a:lnTo>
                    <a:pt x="91" y="357"/>
                  </a:lnTo>
                  <a:lnTo>
                    <a:pt x="89" y="357"/>
                  </a:lnTo>
                  <a:lnTo>
                    <a:pt x="89" y="357"/>
                  </a:lnTo>
                  <a:lnTo>
                    <a:pt x="88" y="357"/>
                  </a:lnTo>
                  <a:lnTo>
                    <a:pt x="88" y="356"/>
                  </a:lnTo>
                  <a:lnTo>
                    <a:pt x="87" y="356"/>
                  </a:lnTo>
                  <a:lnTo>
                    <a:pt x="87" y="355"/>
                  </a:lnTo>
                  <a:lnTo>
                    <a:pt x="87" y="355"/>
                  </a:lnTo>
                  <a:lnTo>
                    <a:pt x="87" y="353"/>
                  </a:lnTo>
                  <a:lnTo>
                    <a:pt x="85" y="353"/>
                  </a:lnTo>
                  <a:lnTo>
                    <a:pt x="85" y="353"/>
                  </a:lnTo>
                  <a:lnTo>
                    <a:pt x="85" y="353"/>
                  </a:lnTo>
                  <a:lnTo>
                    <a:pt x="85" y="351"/>
                  </a:lnTo>
                  <a:lnTo>
                    <a:pt x="85" y="351"/>
                  </a:lnTo>
                  <a:lnTo>
                    <a:pt x="85" y="351"/>
                  </a:lnTo>
                  <a:lnTo>
                    <a:pt x="85" y="351"/>
                  </a:lnTo>
                  <a:lnTo>
                    <a:pt x="85" y="350"/>
                  </a:lnTo>
                  <a:lnTo>
                    <a:pt x="83" y="350"/>
                  </a:lnTo>
                  <a:lnTo>
                    <a:pt x="83" y="350"/>
                  </a:lnTo>
                  <a:lnTo>
                    <a:pt x="83" y="350"/>
                  </a:lnTo>
                  <a:lnTo>
                    <a:pt x="83" y="350"/>
                  </a:lnTo>
                  <a:lnTo>
                    <a:pt x="82" y="350"/>
                  </a:lnTo>
                  <a:lnTo>
                    <a:pt x="82" y="350"/>
                  </a:lnTo>
                  <a:lnTo>
                    <a:pt x="82" y="350"/>
                  </a:lnTo>
                  <a:lnTo>
                    <a:pt x="82" y="350"/>
                  </a:lnTo>
                  <a:lnTo>
                    <a:pt x="80" y="350"/>
                  </a:lnTo>
                  <a:lnTo>
                    <a:pt x="80" y="350"/>
                  </a:lnTo>
                  <a:lnTo>
                    <a:pt x="80" y="350"/>
                  </a:lnTo>
                  <a:lnTo>
                    <a:pt x="80" y="350"/>
                  </a:lnTo>
                  <a:lnTo>
                    <a:pt x="79" y="350"/>
                  </a:lnTo>
                  <a:lnTo>
                    <a:pt x="79" y="350"/>
                  </a:lnTo>
                  <a:lnTo>
                    <a:pt x="79" y="350"/>
                  </a:lnTo>
                  <a:lnTo>
                    <a:pt x="79" y="350"/>
                  </a:lnTo>
                  <a:lnTo>
                    <a:pt x="77" y="350"/>
                  </a:lnTo>
                  <a:lnTo>
                    <a:pt x="77" y="350"/>
                  </a:lnTo>
                  <a:lnTo>
                    <a:pt x="77" y="350"/>
                  </a:lnTo>
                  <a:lnTo>
                    <a:pt x="77" y="348"/>
                  </a:lnTo>
                  <a:lnTo>
                    <a:pt x="75" y="348"/>
                  </a:lnTo>
                  <a:lnTo>
                    <a:pt x="75" y="348"/>
                  </a:lnTo>
                  <a:lnTo>
                    <a:pt x="75" y="348"/>
                  </a:lnTo>
                  <a:lnTo>
                    <a:pt x="75" y="347"/>
                  </a:lnTo>
                  <a:lnTo>
                    <a:pt x="73" y="347"/>
                  </a:lnTo>
                  <a:lnTo>
                    <a:pt x="73" y="347"/>
                  </a:lnTo>
                  <a:lnTo>
                    <a:pt x="73" y="347"/>
                  </a:lnTo>
                  <a:lnTo>
                    <a:pt x="73" y="345"/>
                  </a:lnTo>
                  <a:lnTo>
                    <a:pt x="72" y="345"/>
                  </a:lnTo>
                  <a:lnTo>
                    <a:pt x="72" y="345"/>
                  </a:lnTo>
                  <a:lnTo>
                    <a:pt x="72" y="345"/>
                  </a:lnTo>
                  <a:lnTo>
                    <a:pt x="72" y="343"/>
                  </a:lnTo>
                  <a:lnTo>
                    <a:pt x="70" y="343"/>
                  </a:lnTo>
                  <a:lnTo>
                    <a:pt x="70" y="343"/>
                  </a:lnTo>
                  <a:lnTo>
                    <a:pt x="70" y="343"/>
                  </a:lnTo>
                  <a:lnTo>
                    <a:pt x="70" y="343"/>
                  </a:lnTo>
                  <a:lnTo>
                    <a:pt x="68" y="343"/>
                  </a:lnTo>
                  <a:lnTo>
                    <a:pt x="68" y="343"/>
                  </a:lnTo>
                  <a:lnTo>
                    <a:pt x="68" y="343"/>
                  </a:lnTo>
                  <a:lnTo>
                    <a:pt x="68" y="341"/>
                  </a:lnTo>
                  <a:lnTo>
                    <a:pt x="66" y="341"/>
                  </a:lnTo>
                  <a:lnTo>
                    <a:pt x="66" y="341"/>
                  </a:lnTo>
                  <a:lnTo>
                    <a:pt x="66" y="341"/>
                  </a:lnTo>
                  <a:lnTo>
                    <a:pt x="66" y="341"/>
                  </a:lnTo>
                  <a:lnTo>
                    <a:pt x="66" y="341"/>
                  </a:lnTo>
                  <a:lnTo>
                    <a:pt x="66" y="341"/>
                  </a:lnTo>
                  <a:lnTo>
                    <a:pt x="66" y="341"/>
                  </a:lnTo>
                  <a:lnTo>
                    <a:pt x="66" y="339"/>
                  </a:lnTo>
                  <a:lnTo>
                    <a:pt x="65" y="339"/>
                  </a:lnTo>
                  <a:lnTo>
                    <a:pt x="65" y="339"/>
                  </a:lnTo>
                  <a:lnTo>
                    <a:pt x="65" y="339"/>
                  </a:lnTo>
                  <a:lnTo>
                    <a:pt x="65" y="338"/>
                  </a:lnTo>
                  <a:lnTo>
                    <a:pt x="65" y="338"/>
                  </a:lnTo>
                  <a:lnTo>
                    <a:pt x="65" y="338"/>
                  </a:lnTo>
                  <a:lnTo>
                    <a:pt x="65" y="338"/>
                  </a:lnTo>
                  <a:lnTo>
                    <a:pt x="65" y="336"/>
                  </a:lnTo>
                  <a:lnTo>
                    <a:pt x="65" y="336"/>
                  </a:lnTo>
                  <a:lnTo>
                    <a:pt x="65" y="336"/>
                  </a:lnTo>
                  <a:lnTo>
                    <a:pt x="65" y="336"/>
                  </a:lnTo>
                  <a:lnTo>
                    <a:pt x="65" y="334"/>
                  </a:lnTo>
                  <a:lnTo>
                    <a:pt x="65" y="334"/>
                  </a:lnTo>
                  <a:lnTo>
                    <a:pt x="65" y="334"/>
                  </a:lnTo>
                  <a:lnTo>
                    <a:pt x="65" y="334"/>
                  </a:lnTo>
                  <a:lnTo>
                    <a:pt x="66" y="332"/>
                  </a:lnTo>
                  <a:lnTo>
                    <a:pt x="65" y="332"/>
                  </a:lnTo>
                  <a:lnTo>
                    <a:pt x="65" y="332"/>
                  </a:lnTo>
                  <a:lnTo>
                    <a:pt x="65" y="332"/>
                  </a:lnTo>
                  <a:lnTo>
                    <a:pt x="65" y="332"/>
                  </a:lnTo>
                  <a:lnTo>
                    <a:pt x="65" y="332"/>
                  </a:lnTo>
                  <a:lnTo>
                    <a:pt x="65" y="332"/>
                  </a:lnTo>
                  <a:lnTo>
                    <a:pt x="65" y="332"/>
                  </a:lnTo>
                  <a:lnTo>
                    <a:pt x="65" y="332"/>
                  </a:lnTo>
                  <a:lnTo>
                    <a:pt x="65" y="332"/>
                  </a:lnTo>
                  <a:lnTo>
                    <a:pt x="65" y="332"/>
                  </a:lnTo>
                  <a:lnTo>
                    <a:pt x="65" y="332"/>
                  </a:lnTo>
                  <a:lnTo>
                    <a:pt x="65" y="332"/>
                  </a:lnTo>
                  <a:lnTo>
                    <a:pt x="65" y="332"/>
                  </a:lnTo>
                  <a:lnTo>
                    <a:pt x="65" y="332"/>
                  </a:lnTo>
                  <a:lnTo>
                    <a:pt x="65" y="332"/>
                  </a:lnTo>
                  <a:lnTo>
                    <a:pt x="65" y="331"/>
                  </a:lnTo>
                  <a:lnTo>
                    <a:pt x="63" y="331"/>
                  </a:lnTo>
                  <a:lnTo>
                    <a:pt x="63" y="331"/>
                  </a:lnTo>
                  <a:lnTo>
                    <a:pt x="62" y="331"/>
                  </a:lnTo>
                  <a:lnTo>
                    <a:pt x="62" y="331"/>
                  </a:lnTo>
                  <a:lnTo>
                    <a:pt x="60" y="331"/>
                  </a:lnTo>
                  <a:lnTo>
                    <a:pt x="60" y="331"/>
                  </a:lnTo>
                  <a:lnTo>
                    <a:pt x="60" y="331"/>
                  </a:lnTo>
                  <a:lnTo>
                    <a:pt x="60" y="331"/>
                  </a:lnTo>
                  <a:lnTo>
                    <a:pt x="58" y="331"/>
                  </a:lnTo>
                  <a:lnTo>
                    <a:pt x="58" y="331"/>
                  </a:lnTo>
                  <a:lnTo>
                    <a:pt x="58" y="331"/>
                  </a:lnTo>
                  <a:lnTo>
                    <a:pt x="58" y="331"/>
                  </a:lnTo>
                  <a:lnTo>
                    <a:pt x="57" y="331"/>
                  </a:lnTo>
                  <a:lnTo>
                    <a:pt x="57" y="331"/>
                  </a:lnTo>
                  <a:lnTo>
                    <a:pt x="57" y="331"/>
                  </a:lnTo>
                  <a:lnTo>
                    <a:pt x="57" y="331"/>
                  </a:lnTo>
                  <a:lnTo>
                    <a:pt x="56" y="331"/>
                  </a:lnTo>
                  <a:lnTo>
                    <a:pt x="56" y="331"/>
                  </a:lnTo>
                  <a:lnTo>
                    <a:pt x="56" y="331"/>
                  </a:lnTo>
                  <a:lnTo>
                    <a:pt x="56" y="331"/>
                  </a:lnTo>
                  <a:lnTo>
                    <a:pt x="53" y="331"/>
                  </a:lnTo>
                  <a:lnTo>
                    <a:pt x="53" y="331"/>
                  </a:lnTo>
                  <a:lnTo>
                    <a:pt x="53" y="331"/>
                  </a:lnTo>
                  <a:lnTo>
                    <a:pt x="53" y="329"/>
                  </a:lnTo>
                  <a:lnTo>
                    <a:pt x="52" y="329"/>
                  </a:lnTo>
                  <a:lnTo>
                    <a:pt x="52" y="329"/>
                  </a:lnTo>
                  <a:lnTo>
                    <a:pt x="52" y="329"/>
                  </a:lnTo>
                  <a:lnTo>
                    <a:pt x="52" y="328"/>
                  </a:lnTo>
                  <a:lnTo>
                    <a:pt x="52" y="328"/>
                  </a:lnTo>
                  <a:lnTo>
                    <a:pt x="52" y="328"/>
                  </a:lnTo>
                  <a:lnTo>
                    <a:pt x="52" y="328"/>
                  </a:lnTo>
                  <a:lnTo>
                    <a:pt x="52" y="326"/>
                  </a:lnTo>
                  <a:lnTo>
                    <a:pt x="52" y="326"/>
                  </a:lnTo>
                  <a:lnTo>
                    <a:pt x="54" y="326"/>
                  </a:lnTo>
                  <a:lnTo>
                    <a:pt x="55" y="326"/>
                  </a:lnTo>
                  <a:lnTo>
                    <a:pt x="57" y="324"/>
                  </a:lnTo>
                  <a:lnTo>
                    <a:pt x="57" y="324"/>
                  </a:lnTo>
                  <a:lnTo>
                    <a:pt x="58" y="324"/>
                  </a:lnTo>
                  <a:lnTo>
                    <a:pt x="58" y="324"/>
                  </a:lnTo>
                  <a:lnTo>
                    <a:pt x="61" y="322"/>
                  </a:lnTo>
                  <a:lnTo>
                    <a:pt x="61" y="322"/>
                  </a:lnTo>
                  <a:lnTo>
                    <a:pt x="61" y="322"/>
                  </a:lnTo>
                  <a:lnTo>
                    <a:pt x="61" y="322"/>
                  </a:lnTo>
                  <a:lnTo>
                    <a:pt x="63" y="320"/>
                  </a:lnTo>
                  <a:lnTo>
                    <a:pt x="63" y="320"/>
                  </a:lnTo>
                  <a:lnTo>
                    <a:pt x="64" y="319"/>
                  </a:lnTo>
                  <a:lnTo>
                    <a:pt x="64" y="319"/>
                  </a:lnTo>
                  <a:lnTo>
                    <a:pt x="66" y="317"/>
                  </a:lnTo>
                  <a:lnTo>
                    <a:pt x="66" y="317"/>
                  </a:lnTo>
                  <a:lnTo>
                    <a:pt x="66" y="316"/>
                  </a:lnTo>
                  <a:lnTo>
                    <a:pt x="66" y="316"/>
                  </a:lnTo>
                  <a:lnTo>
                    <a:pt x="66" y="314"/>
                  </a:lnTo>
                  <a:lnTo>
                    <a:pt x="66" y="314"/>
                  </a:lnTo>
                  <a:lnTo>
                    <a:pt x="66" y="312"/>
                  </a:lnTo>
                  <a:lnTo>
                    <a:pt x="66" y="312"/>
                  </a:lnTo>
                  <a:lnTo>
                    <a:pt x="68" y="310"/>
                  </a:lnTo>
                  <a:lnTo>
                    <a:pt x="68" y="310"/>
                  </a:lnTo>
                  <a:lnTo>
                    <a:pt x="68" y="308"/>
                  </a:lnTo>
                  <a:lnTo>
                    <a:pt x="68" y="308"/>
                  </a:lnTo>
                  <a:lnTo>
                    <a:pt x="70" y="306"/>
                  </a:lnTo>
                  <a:lnTo>
                    <a:pt x="70" y="306"/>
                  </a:lnTo>
                  <a:lnTo>
                    <a:pt x="70" y="304"/>
                  </a:lnTo>
                  <a:lnTo>
                    <a:pt x="70" y="303"/>
                  </a:lnTo>
                  <a:lnTo>
                    <a:pt x="72" y="301"/>
                  </a:lnTo>
                  <a:lnTo>
                    <a:pt x="72" y="301"/>
                  </a:lnTo>
                  <a:lnTo>
                    <a:pt x="72" y="299"/>
                  </a:lnTo>
                  <a:lnTo>
                    <a:pt x="72" y="299"/>
                  </a:lnTo>
                  <a:lnTo>
                    <a:pt x="73" y="297"/>
                  </a:lnTo>
                  <a:lnTo>
                    <a:pt x="73" y="295"/>
                  </a:lnTo>
                  <a:lnTo>
                    <a:pt x="73" y="293"/>
                  </a:lnTo>
                  <a:lnTo>
                    <a:pt x="73" y="291"/>
                  </a:lnTo>
                  <a:lnTo>
                    <a:pt x="75" y="289"/>
                  </a:lnTo>
                  <a:lnTo>
                    <a:pt x="75" y="288"/>
                  </a:lnTo>
                  <a:lnTo>
                    <a:pt x="75" y="286"/>
                  </a:lnTo>
                  <a:lnTo>
                    <a:pt x="75" y="284"/>
                  </a:lnTo>
                  <a:lnTo>
                    <a:pt x="77" y="282"/>
                  </a:lnTo>
                  <a:lnTo>
                    <a:pt x="77" y="281"/>
                  </a:lnTo>
                  <a:lnTo>
                    <a:pt x="77" y="279"/>
                  </a:lnTo>
                  <a:lnTo>
                    <a:pt x="77" y="277"/>
                  </a:lnTo>
                  <a:lnTo>
                    <a:pt x="79" y="275"/>
                  </a:lnTo>
                  <a:lnTo>
                    <a:pt x="79" y="275"/>
                  </a:lnTo>
                  <a:lnTo>
                    <a:pt x="79" y="273"/>
                  </a:lnTo>
                  <a:lnTo>
                    <a:pt x="79" y="272"/>
                  </a:lnTo>
                  <a:lnTo>
                    <a:pt x="79" y="270"/>
                  </a:lnTo>
                  <a:lnTo>
                    <a:pt x="79" y="270"/>
                  </a:lnTo>
                  <a:lnTo>
                    <a:pt x="79" y="268"/>
                  </a:lnTo>
                  <a:lnTo>
                    <a:pt x="79" y="266"/>
                  </a:lnTo>
                  <a:lnTo>
                    <a:pt x="81" y="264"/>
                  </a:lnTo>
                  <a:lnTo>
                    <a:pt x="81" y="263"/>
                  </a:lnTo>
                  <a:lnTo>
                    <a:pt x="81" y="261"/>
                  </a:lnTo>
                  <a:lnTo>
                    <a:pt x="81" y="259"/>
                  </a:lnTo>
                  <a:lnTo>
                    <a:pt x="83" y="257"/>
                  </a:lnTo>
                  <a:lnTo>
                    <a:pt x="83" y="257"/>
                  </a:lnTo>
                  <a:lnTo>
                    <a:pt x="83" y="255"/>
                  </a:lnTo>
                  <a:lnTo>
                    <a:pt x="83" y="253"/>
                  </a:lnTo>
                  <a:lnTo>
                    <a:pt x="85" y="251"/>
                  </a:lnTo>
                  <a:lnTo>
                    <a:pt x="85" y="251"/>
                  </a:lnTo>
                  <a:lnTo>
                    <a:pt x="85" y="250"/>
                  </a:lnTo>
                  <a:lnTo>
                    <a:pt x="85" y="249"/>
                  </a:lnTo>
                  <a:lnTo>
                    <a:pt x="85" y="247"/>
                  </a:lnTo>
                  <a:lnTo>
                    <a:pt x="85" y="246"/>
                  </a:lnTo>
                  <a:lnTo>
                    <a:pt x="85" y="244"/>
                  </a:lnTo>
                  <a:lnTo>
                    <a:pt x="85" y="243"/>
                  </a:lnTo>
                  <a:lnTo>
                    <a:pt x="86" y="241"/>
                  </a:lnTo>
                  <a:lnTo>
                    <a:pt x="86" y="241"/>
                  </a:lnTo>
                  <a:lnTo>
                    <a:pt x="86" y="238"/>
                  </a:lnTo>
                  <a:lnTo>
                    <a:pt x="86" y="236"/>
                  </a:lnTo>
                  <a:lnTo>
                    <a:pt x="88" y="235"/>
                  </a:lnTo>
                  <a:lnTo>
                    <a:pt x="88" y="235"/>
                  </a:lnTo>
                  <a:lnTo>
                    <a:pt x="89" y="233"/>
                  </a:lnTo>
                  <a:lnTo>
                    <a:pt x="89" y="233"/>
                  </a:lnTo>
                  <a:lnTo>
                    <a:pt x="91" y="231"/>
                  </a:lnTo>
                  <a:lnTo>
                    <a:pt x="91" y="232"/>
                  </a:lnTo>
                  <a:lnTo>
                    <a:pt x="91" y="232"/>
                  </a:lnTo>
                  <a:lnTo>
                    <a:pt x="91" y="233"/>
                  </a:lnTo>
                  <a:lnTo>
                    <a:pt x="92" y="233"/>
                  </a:lnTo>
                  <a:lnTo>
                    <a:pt x="92" y="235"/>
                  </a:lnTo>
                  <a:lnTo>
                    <a:pt x="92" y="235"/>
                  </a:lnTo>
                  <a:lnTo>
                    <a:pt x="92" y="235"/>
                  </a:lnTo>
                  <a:lnTo>
                    <a:pt x="94" y="235"/>
                  </a:lnTo>
                  <a:lnTo>
                    <a:pt x="94" y="236"/>
                  </a:lnTo>
                  <a:lnTo>
                    <a:pt x="94" y="236"/>
                  </a:lnTo>
                  <a:lnTo>
                    <a:pt x="94" y="238"/>
                  </a:lnTo>
                  <a:lnTo>
                    <a:pt x="95" y="238"/>
                  </a:lnTo>
                  <a:lnTo>
                    <a:pt x="95" y="239"/>
                  </a:lnTo>
                  <a:lnTo>
                    <a:pt x="95" y="239"/>
                  </a:lnTo>
                  <a:lnTo>
                    <a:pt x="95" y="239"/>
                  </a:lnTo>
                  <a:lnTo>
                    <a:pt x="97" y="239"/>
                  </a:lnTo>
                  <a:lnTo>
                    <a:pt x="97" y="241"/>
                  </a:lnTo>
                  <a:lnTo>
                    <a:pt x="97" y="241"/>
                  </a:lnTo>
                  <a:lnTo>
                    <a:pt x="97" y="241"/>
                  </a:lnTo>
                  <a:lnTo>
                    <a:pt x="97" y="241"/>
                  </a:lnTo>
                  <a:lnTo>
                    <a:pt x="97" y="243"/>
                  </a:lnTo>
                  <a:lnTo>
                    <a:pt x="97" y="243"/>
                  </a:lnTo>
                  <a:lnTo>
                    <a:pt x="97" y="243"/>
                  </a:lnTo>
                  <a:lnTo>
                    <a:pt x="98" y="243"/>
                  </a:lnTo>
                  <a:lnTo>
                    <a:pt x="98" y="245"/>
                  </a:lnTo>
                  <a:lnTo>
                    <a:pt x="98" y="245"/>
                  </a:lnTo>
                  <a:lnTo>
                    <a:pt x="98" y="245"/>
                  </a:lnTo>
                  <a:lnTo>
                    <a:pt x="98" y="245"/>
                  </a:lnTo>
                  <a:lnTo>
                    <a:pt x="98" y="246"/>
                  </a:lnTo>
                  <a:lnTo>
                    <a:pt x="98" y="246"/>
                  </a:lnTo>
                  <a:lnTo>
                    <a:pt x="98" y="246"/>
                  </a:lnTo>
                  <a:lnTo>
                    <a:pt x="100" y="246"/>
                  </a:lnTo>
                  <a:lnTo>
                    <a:pt x="100" y="248"/>
                  </a:lnTo>
                  <a:lnTo>
                    <a:pt x="100" y="248"/>
                  </a:lnTo>
                  <a:lnTo>
                    <a:pt x="100" y="250"/>
                  </a:lnTo>
                  <a:lnTo>
                    <a:pt x="100" y="250"/>
                  </a:lnTo>
                  <a:lnTo>
                    <a:pt x="100" y="252"/>
                  </a:lnTo>
                  <a:lnTo>
                    <a:pt x="100" y="252"/>
                  </a:lnTo>
                  <a:lnTo>
                    <a:pt x="100" y="254"/>
                  </a:lnTo>
                  <a:lnTo>
                    <a:pt x="101" y="254"/>
                  </a:lnTo>
                  <a:lnTo>
                    <a:pt x="101" y="256"/>
                  </a:lnTo>
                  <a:lnTo>
                    <a:pt x="101" y="256"/>
                  </a:lnTo>
                  <a:lnTo>
                    <a:pt x="101" y="258"/>
                  </a:lnTo>
                  <a:lnTo>
                    <a:pt x="103" y="258"/>
                  </a:lnTo>
                  <a:lnTo>
                    <a:pt x="103" y="259"/>
                  </a:lnTo>
                  <a:lnTo>
                    <a:pt x="103" y="259"/>
                  </a:lnTo>
                  <a:lnTo>
                    <a:pt x="103" y="259"/>
                  </a:lnTo>
                  <a:lnTo>
                    <a:pt x="104" y="259"/>
                  </a:lnTo>
                  <a:lnTo>
                    <a:pt x="103" y="259"/>
                  </a:lnTo>
                  <a:lnTo>
                    <a:pt x="103" y="259"/>
                  </a:lnTo>
                  <a:lnTo>
                    <a:pt x="103" y="259"/>
                  </a:lnTo>
                  <a:lnTo>
                    <a:pt x="103" y="258"/>
                  </a:lnTo>
                  <a:lnTo>
                    <a:pt x="103" y="258"/>
                  </a:lnTo>
                  <a:lnTo>
                    <a:pt x="103" y="256"/>
                  </a:lnTo>
                  <a:lnTo>
                    <a:pt x="103" y="256"/>
                  </a:lnTo>
                  <a:lnTo>
                    <a:pt x="103" y="254"/>
                  </a:lnTo>
                  <a:lnTo>
                    <a:pt x="101" y="254"/>
                  </a:lnTo>
                  <a:lnTo>
                    <a:pt x="101" y="253"/>
                  </a:lnTo>
                  <a:lnTo>
                    <a:pt x="101" y="253"/>
                  </a:lnTo>
                  <a:lnTo>
                    <a:pt x="101" y="251"/>
                  </a:lnTo>
                  <a:lnTo>
                    <a:pt x="101" y="251"/>
                  </a:lnTo>
                  <a:lnTo>
                    <a:pt x="101" y="250"/>
                  </a:lnTo>
                  <a:lnTo>
                    <a:pt x="101" y="250"/>
                  </a:lnTo>
                  <a:lnTo>
                    <a:pt x="101" y="248"/>
                  </a:lnTo>
                  <a:lnTo>
                    <a:pt x="101" y="248"/>
                  </a:lnTo>
                  <a:lnTo>
                    <a:pt x="101" y="248"/>
                  </a:lnTo>
                  <a:lnTo>
                    <a:pt x="101" y="248"/>
                  </a:lnTo>
                  <a:lnTo>
                    <a:pt x="101" y="246"/>
                  </a:lnTo>
                  <a:lnTo>
                    <a:pt x="101" y="246"/>
                  </a:lnTo>
                  <a:lnTo>
                    <a:pt x="101" y="244"/>
                  </a:lnTo>
                  <a:lnTo>
                    <a:pt x="101" y="244"/>
                  </a:lnTo>
                  <a:lnTo>
                    <a:pt x="101" y="243"/>
                  </a:lnTo>
                  <a:lnTo>
                    <a:pt x="100" y="243"/>
                  </a:lnTo>
                  <a:lnTo>
                    <a:pt x="100" y="242"/>
                  </a:lnTo>
                  <a:lnTo>
                    <a:pt x="100" y="242"/>
                  </a:lnTo>
                  <a:lnTo>
                    <a:pt x="100" y="240"/>
                  </a:lnTo>
                  <a:lnTo>
                    <a:pt x="100" y="240"/>
                  </a:lnTo>
                  <a:lnTo>
                    <a:pt x="100" y="238"/>
                  </a:lnTo>
                  <a:lnTo>
                    <a:pt x="100" y="238"/>
                  </a:lnTo>
                  <a:lnTo>
                    <a:pt x="100" y="236"/>
                  </a:lnTo>
                  <a:lnTo>
                    <a:pt x="98" y="236"/>
                  </a:lnTo>
                  <a:lnTo>
                    <a:pt x="98" y="235"/>
                  </a:lnTo>
                  <a:lnTo>
                    <a:pt x="97" y="235"/>
                  </a:lnTo>
                  <a:lnTo>
                    <a:pt x="97" y="234"/>
                  </a:lnTo>
                  <a:lnTo>
                    <a:pt x="95" y="234"/>
                  </a:lnTo>
                  <a:lnTo>
                    <a:pt x="95" y="231"/>
                  </a:lnTo>
                  <a:lnTo>
                    <a:pt x="94" y="231"/>
                  </a:lnTo>
                  <a:lnTo>
                    <a:pt x="94" y="229"/>
                  </a:lnTo>
                  <a:lnTo>
                    <a:pt x="92" y="229"/>
                  </a:lnTo>
                  <a:lnTo>
                    <a:pt x="92" y="228"/>
                  </a:lnTo>
                  <a:lnTo>
                    <a:pt x="90" y="228"/>
                  </a:lnTo>
                  <a:lnTo>
                    <a:pt x="90" y="226"/>
                  </a:lnTo>
                  <a:lnTo>
                    <a:pt x="88" y="226"/>
                  </a:lnTo>
                  <a:lnTo>
                    <a:pt x="88" y="224"/>
                  </a:lnTo>
                  <a:lnTo>
                    <a:pt x="88" y="224"/>
                  </a:lnTo>
                  <a:lnTo>
                    <a:pt x="88" y="222"/>
                  </a:lnTo>
                  <a:lnTo>
                    <a:pt x="88" y="222"/>
                  </a:lnTo>
                  <a:lnTo>
                    <a:pt x="88" y="222"/>
                  </a:lnTo>
                  <a:lnTo>
                    <a:pt x="88" y="222"/>
                  </a:lnTo>
                  <a:lnTo>
                    <a:pt x="88" y="221"/>
                  </a:lnTo>
                  <a:lnTo>
                    <a:pt x="88" y="221"/>
                  </a:lnTo>
                  <a:lnTo>
                    <a:pt x="88" y="221"/>
                  </a:lnTo>
                  <a:lnTo>
                    <a:pt x="88" y="221"/>
                  </a:lnTo>
                  <a:lnTo>
                    <a:pt x="88" y="219"/>
                  </a:lnTo>
                  <a:lnTo>
                    <a:pt x="88" y="219"/>
                  </a:lnTo>
                  <a:lnTo>
                    <a:pt x="88" y="219"/>
                  </a:lnTo>
                  <a:lnTo>
                    <a:pt x="88" y="219"/>
                  </a:lnTo>
                  <a:lnTo>
                    <a:pt x="89" y="218"/>
                  </a:lnTo>
                  <a:lnTo>
                    <a:pt x="89" y="218"/>
                  </a:lnTo>
                  <a:lnTo>
                    <a:pt x="89" y="218"/>
                  </a:lnTo>
                  <a:lnTo>
                    <a:pt x="89" y="218"/>
                  </a:lnTo>
                  <a:lnTo>
                    <a:pt x="91" y="216"/>
                  </a:lnTo>
                  <a:lnTo>
                    <a:pt x="91" y="216"/>
                  </a:lnTo>
                  <a:lnTo>
                    <a:pt x="91" y="216"/>
                  </a:lnTo>
                  <a:lnTo>
                    <a:pt x="91" y="216"/>
                  </a:lnTo>
                  <a:lnTo>
                    <a:pt x="91" y="214"/>
                  </a:lnTo>
                  <a:lnTo>
                    <a:pt x="91" y="214"/>
                  </a:lnTo>
                  <a:lnTo>
                    <a:pt x="91" y="214"/>
                  </a:lnTo>
                  <a:lnTo>
                    <a:pt x="91" y="214"/>
                  </a:lnTo>
                  <a:lnTo>
                    <a:pt x="92" y="213"/>
                  </a:lnTo>
                  <a:lnTo>
                    <a:pt x="92" y="213"/>
                  </a:lnTo>
                  <a:lnTo>
                    <a:pt x="92" y="213"/>
                  </a:lnTo>
                  <a:lnTo>
                    <a:pt x="92" y="213"/>
                  </a:lnTo>
                  <a:lnTo>
                    <a:pt x="92" y="212"/>
                  </a:lnTo>
                  <a:lnTo>
                    <a:pt x="92" y="212"/>
                  </a:lnTo>
                  <a:lnTo>
                    <a:pt x="92" y="212"/>
                  </a:lnTo>
                  <a:lnTo>
                    <a:pt x="92" y="212"/>
                  </a:lnTo>
                  <a:lnTo>
                    <a:pt x="94" y="209"/>
                  </a:lnTo>
                  <a:lnTo>
                    <a:pt x="92" y="209"/>
                  </a:lnTo>
                  <a:lnTo>
                    <a:pt x="92" y="209"/>
                  </a:lnTo>
                  <a:lnTo>
                    <a:pt x="92" y="209"/>
                  </a:lnTo>
                  <a:lnTo>
                    <a:pt x="92" y="207"/>
                  </a:lnTo>
                  <a:lnTo>
                    <a:pt x="92" y="207"/>
                  </a:lnTo>
                  <a:lnTo>
                    <a:pt x="92" y="207"/>
                  </a:lnTo>
                  <a:lnTo>
                    <a:pt x="92" y="207"/>
                  </a:lnTo>
                  <a:lnTo>
                    <a:pt x="92" y="206"/>
                  </a:lnTo>
                  <a:lnTo>
                    <a:pt x="90" y="206"/>
                  </a:lnTo>
                  <a:lnTo>
                    <a:pt x="90" y="206"/>
                  </a:lnTo>
                  <a:lnTo>
                    <a:pt x="90" y="206"/>
                  </a:lnTo>
                  <a:lnTo>
                    <a:pt x="90" y="204"/>
                  </a:lnTo>
                  <a:lnTo>
                    <a:pt x="90" y="204"/>
                  </a:lnTo>
                  <a:lnTo>
                    <a:pt x="90" y="203"/>
                  </a:lnTo>
                  <a:lnTo>
                    <a:pt x="90" y="203"/>
                  </a:lnTo>
                  <a:lnTo>
                    <a:pt x="91" y="201"/>
                  </a:lnTo>
                  <a:lnTo>
                    <a:pt x="91" y="201"/>
                  </a:lnTo>
                  <a:lnTo>
                    <a:pt x="91" y="201"/>
                  </a:lnTo>
                  <a:lnTo>
                    <a:pt x="91" y="201"/>
                  </a:lnTo>
                  <a:lnTo>
                    <a:pt x="91" y="201"/>
                  </a:lnTo>
                  <a:lnTo>
                    <a:pt x="91" y="201"/>
                  </a:lnTo>
                  <a:lnTo>
                    <a:pt x="91" y="201"/>
                  </a:lnTo>
                  <a:lnTo>
                    <a:pt x="91" y="201"/>
                  </a:lnTo>
                  <a:lnTo>
                    <a:pt x="93" y="200"/>
                  </a:lnTo>
                  <a:lnTo>
                    <a:pt x="93" y="200"/>
                  </a:lnTo>
                  <a:lnTo>
                    <a:pt x="93" y="200"/>
                  </a:lnTo>
                  <a:lnTo>
                    <a:pt x="93" y="200"/>
                  </a:lnTo>
                  <a:lnTo>
                    <a:pt x="94" y="200"/>
                  </a:lnTo>
                  <a:lnTo>
                    <a:pt x="94" y="200"/>
                  </a:lnTo>
                  <a:lnTo>
                    <a:pt x="94" y="200"/>
                  </a:lnTo>
                  <a:lnTo>
                    <a:pt x="94" y="200"/>
                  </a:lnTo>
                  <a:lnTo>
                    <a:pt x="95" y="199"/>
                  </a:lnTo>
                  <a:lnTo>
                    <a:pt x="94" y="199"/>
                  </a:lnTo>
                  <a:lnTo>
                    <a:pt x="94" y="199"/>
                  </a:lnTo>
                  <a:lnTo>
                    <a:pt x="92" y="199"/>
                  </a:lnTo>
                  <a:lnTo>
                    <a:pt x="92" y="197"/>
                  </a:lnTo>
                  <a:lnTo>
                    <a:pt x="90" y="197"/>
                  </a:lnTo>
                  <a:lnTo>
                    <a:pt x="88" y="197"/>
                  </a:lnTo>
                  <a:lnTo>
                    <a:pt x="87" y="197"/>
                  </a:lnTo>
                  <a:lnTo>
                    <a:pt x="87" y="195"/>
                  </a:lnTo>
                  <a:lnTo>
                    <a:pt x="85" y="195"/>
                  </a:lnTo>
                  <a:lnTo>
                    <a:pt x="83" y="195"/>
                  </a:lnTo>
                  <a:lnTo>
                    <a:pt x="81" y="195"/>
                  </a:lnTo>
                  <a:lnTo>
                    <a:pt x="79" y="192"/>
                  </a:lnTo>
                  <a:lnTo>
                    <a:pt x="78" y="192"/>
                  </a:lnTo>
                  <a:lnTo>
                    <a:pt x="77" y="191"/>
                  </a:lnTo>
                  <a:lnTo>
                    <a:pt x="75" y="191"/>
                  </a:lnTo>
                  <a:lnTo>
                    <a:pt x="75" y="189"/>
                  </a:lnTo>
                  <a:lnTo>
                    <a:pt x="74" y="189"/>
                  </a:lnTo>
                  <a:lnTo>
                    <a:pt x="74" y="189"/>
                  </a:lnTo>
                  <a:lnTo>
                    <a:pt x="74" y="189"/>
                  </a:lnTo>
                  <a:lnTo>
                    <a:pt x="74" y="187"/>
                  </a:lnTo>
                  <a:lnTo>
                    <a:pt x="74" y="187"/>
                  </a:lnTo>
                  <a:lnTo>
                    <a:pt x="74" y="185"/>
                  </a:lnTo>
                  <a:lnTo>
                    <a:pt x="74" y="185"/>
                  </a:lnTo>
                  <a:lnTo>
                    <a:pt x="74" y="184"/>
                  </a:lnTo>
                  <a:lnTo>
                    <a:pt x="73" y="184"/>
                  </a:lnTo>
                  <a:lnTo>
                    <a:pt x="73" y="183"/>
                  </a:lnTo>
                  <a:lnTo>
                    <a:pt x="73" y="183"/>
                  </a:lnTo>
                  <a:lnTo>
                    <a:pt x="73" y="181"/>
                  </a:lnTo>
                  <a:lnTo>
                    <a:pt x="73" y="181"/>
                  </a:lnTo>
                  <a:lnTo>
                    <a:pt x="73" y="180"/>
                  </a:lnTo>
                  <a:lnTo>
                    <a:pt x="73" y="180"/>
                  </a:lnTo>
                  <a:lnTo>
                    <a:pt x="73" y="178"/>
                  </a:lnTo>
                  <a:lnTo>
                    <a:pt x="71" y="178"/>
                  </a:lnTo>
                  <a:lnTo>
                    <a:pt x="71" y="178"/>
                  </a:lnTo>
                  <a:lnTo>
                    <a:pt x="71" y="178"/>
                  </a:lnTo>
                  <a:lnTo>
                    <a:pt x="71" y="176"/>
                  </a:lnTo>
                  <a:lnTo>
                    <a:pt x="70" y="176"/>
                  </a:lnTo>
                  <a:lnTo>
                    <a:pt x="70" y="176"/>
                  </a:lnTo>
                  <a:lnTo>
                    <a:pt x="70" y="176"/>
                  </a:lnTo>
                  <a:lnTo>
                    <a:pt x="70" y="174"/>
                  </a:lnTo>
                  <a:lnTo>
                    <a:pt x="68" y="174"/>
                  </a:lnTo>
                  <a:lnTo>
                    <a:pt x="68" y="174"/>
                  </a:lnTo>
                  <a:lnTo>
                    <a:pt x="68" y="174"/>
                  </a:lnTo>
                  <a:lnTo>
                    <a:pt x="68" y="172"/>
                  </a:lnTo>
                  <a:lnTo>
                    <a:pt x="68" y="172"/>
                  </a:lnTo>
                  <a:lnTo>
                    <a:pt x="68" y="170"/>
                  </a:lnTo>
                  <a:lnTo>
                    <a:pt x="68" y="170"/>
                  </a:lnTo>
                  <a:lnTo>
                    <a:pt x="68" y="169"/>
                  </a:lnTo>
                  <a:lnTo>
                    <a:pt x="66" y="169"/>
                  </a:lnTo>
                  <a:lnTo>
                    <a:pt x="66" y="169"/>
                  </a:lnTo>
                  <a:lnTo>
                    <a:pt x="66" y="169"/>
                  </a:lnTo>
                  <a:lnTo>
                    <a:pt x="66" y="168"/>
                  </a:lnTo>
                  <a:lnTo>
                    <a:pt x="66" y="168"/>
                  </a:lnTo>
                  <a:lnTo>
                    <a:pt x="66" y="168"/>
                  </a:lnTo>
                  <a:lnTo>
                    <a:pt x="66" y="168"/>
                  </a:lnTo>
                  <a:lnTo>
                    <a:pt x="66" y="166"/>
                  </a:lnTo>
                  <a:lnTo>
                    <a:pt x="66" y="166"/>
                  </a:lnTo>
                  <a:lnTo>
                    <a:pt x="66" y="166"/>
                  </a:lnTo>
                  <a:lnTo>
                    <a:pt x="66" y="166"/>
                  </a:lnTo>
                  <a:lnTo>
                    <a:pt x="66" y="164"/>
                  </a:lnTo>
                  <a:lnTo>
                    <a:pt x="66" y="164"/>
                  </a:lnTo>
                  <a:lnTo>
                    <a:pt x="66" y="163"/>
                  </a:lnTo>
                  <a:lnTo>
                    <a:pt x="66" y="163"/>
                  </a:lnTo>
                  <a:lnTo>
                    <a:pt x="66" y="162"/>
                  </a:lnTo>
                  <a:lnTo>
                    <a:pt x="66" y="163"/>
                  </a:lnTo>
                  <a:lnTo>
                    <a:pt x="66" y="163"/>
                  </a:lnTo>
                  <a:lnTo>
                    <a:pt x="66" y="163"/>
                  </a:lnTo>
                  <a:lnTo>
                    <a:pt x="66" y="163"/>
                  </a:lnTo>
                  <a:lnTo>
                    <a:pt x="66" y="164"/>
                  </a:lnTo>
                  <a:lnTo>
                    <a:pt x="66" y="164"/>
                  </a:lnTo>
                  <a:lnTo>
                    <a:pt x="66" y="164"/>
                  </a:lnTo>
                  <a:lnTo>
                    <a:pt x="66" y="164"/>
                  </a:lnTo>
                  <a:lnTo>
                    <a:pt x="66" y="166"/>
                  </a:lnTo>
                  <a:lnTo>
                    <a:pt x="66" y="166"/>
                  </a:lnTo>
                  <a:lnTo>
                    <a:pt x="66" y="166"/>
                  </a:lnTo>
                  <a:lnTo>
                    <a:pt x="68" y="166"/>
                  </a:lnTo>
                  <a:lnTo>
                    <a:pt x="68" y="166"/>
                  </a:lnTo>
                  <a:lnTo>
                    <a:pt x="68" y="166"/>
                  </a:lnTo>
                  <a:lnTo>
                    <a:pt x="68" y="166"/>
                  </a:lnTo>
                  <a:lnTo>
                    <a:pt x="70" y="166"/>
                  </a:lnTo>
                  <a:lnTo>
                    <a:pt x="70" y="166"/>
                  </a:lnTo>
                  <a:lnTo>
                    <a:pt x="70" y="166"/>
                  </a:lnTo>
                  <a:lnTo>
                    <a:pt x="70" y="166"/>
                  </a:lnTo>
                  <a:lnTo>
                    <a:pt x="70" y="166"/>
                  </a:lnTo>
                  <a:lnTo>
                    <a:pt x="70" y="166"/>
                  </a:lnTo>
                  <a:lnTo>
                    <a:pt x="70" y="166"/>
                  </a:lnTo>
                  <a:lnTo>
                    <a:pt x="70" y="166"/>
                  </a:lnTo>
                  <a:lnTo>
                    <a:pt x="71" y="164"/>
                  </a:lnTo>
                  <a:lnTo>
                    <a:pt x="71" y="164"/>
                  </a:lnTo>
                  <a:lnTo>
                    <a:pt x="71" y="164"/>
                  </a:lnTo>
                  <a:lnTo>
                    <a:pt x="71" y="164"/>
                  </a:lnTo>
                  <a:lnTo>
                    <a:pt x="72" y="163"/>
                  </a:lnTo>
                  <a:lnTo>
                    <a:pt x="72" y="163"/>
                  </a:lnTo>
                  <a:lnTo>
                    <a:pt x="72" y="163"/>
                  </a:lnTo>
                  <a:lnTo>
                    <a:pt x="72" y="163"/>
                  </a:lnTo>
                  <a:lnTo>
                    <a:pt x="73" y="162"/>
                  </a:lnTo>
                  <a:lnTo>
                    <a:pt x="72" y="162"/>
                  </a:lnTo>
                  <a:lnTo>
                    <a:pt x="72" y="162"/>
                  </a:lnTo>
                  <a:lnTo>
                    <a:pt x="72" y="162"/>
                  </a:lnTo>
                  <a:lnTo>
                    <a:pt x="72" y="161"/>
                  </a:lnTo>
                  <a:lnTo>
                    <a:pt x="70" y="161"/>
                  </a:lnTo>
                  <a:lnTo>
                    <a:pt x="70" y="161"/>
                  </a:lnTo>
                  <a:lnTo>
                    <a:pt x="70" y="161"/>
                  </a:lnTo>
                  <a:lnTo>
                    <a:pt x="70" y="159"/>
                  </a:lnTo>
                  <a:lnTo>
                    <a:pt x="68" y="159"/>
                  </a:lnTo>
                  <a:lnTo>
                    <a:pt x="68" y="159"/>
                  </a:lnTo>
                  <a:lnTo>
                    <a:pt x="68" y="159"/>
                  </a:lnTo>
                  <a:lnTo>
                    <a:pt x="68" y="158"/>
                  </a:lnTo>
                  <a:lnTo>
                    <a:pt x="68" y="158"/>
                  </a:lnTo>
                  <a:lnTo>
                    <a:pt x="68" y="158"/>
                  </a:lnTo>
                  <a:lnTo>
                    <a:pt x="68" y="158"/>
                  </a:lnTo>
                  <a:lnTo>
                    <a:pt x="68" y="155"/>
                  </a:lnTo>
                  <a:lnTo>
                    <a:pt x="68" y="155"/>
                  </a:lnTo>
                  <a:lnTo>
                    <a:pt x="68" y="155"/>
                  </a:lnTo>
                  <a:lnTo>
                    <a:pt x="68" y="155"/>
                  </a:lnTo>
                  <a:lnTo>
                    <a:pt x="68" y="155"/>
                  </a:lnTo>
                  <a:lnTo>
                    <a:pt x="68" y="155"/>
                  </a:lnTo>
                  <a:lnTo>
                    <a:pt x="68" y="155"/>
                  </a:lnTo>
                  <a:lnTo>
                    <a:pt x="68" y="155"/>
                  </a:lnTo>
                  <a:lnTo>
                    <a:pt x="69" y="153"/>
                  </a:lnTo>
                  <a:lnTo>
                    <a:pt x="69" y="153"/>
                  </a:lnTo>
                  <a:lnTo>
                    <a:pt x="69" y="153"/>
                  </a:lnTo>
                  <a:lnTo>
                    <a:pt x="69" y="153"/>
                  </a:lnTo>
                  <a:lnTo>
                    <a:pt x="69" y="151"/>
                  </a:lnTo>
                  <a:lnTo>
                    <a:pt x="69" y="151"/>
                  </a:lnTo>
                  <a:lnTo>
                    <a:pt x="69" y="151"/>
                  </a:lnTo>
                  <a:lnTo>
                    <a:pt x="69" y="151"/>
                  </a:lnTo>
                  <a:lnTo>
                    <a:pt x="70" y="149"/>
                  </a:lnTo>
                  <a:lnTo>
                    <a:pt x="68" y="149"/>
                  </a:lnTo>
                  <a:lnTo>
                    <a:pt x="68" y="149"/>
                  </a:lnTo>
                  <a:lnTo>
                    <a:pt x="68" y="149"/>
                  </a:lnTo>
                  <a:lnTo>
                    <a:pt x="68" y="149"/>
                  </a:lnTo>
                  <a:lnTo>
                    <a:pt x="66" y="149"/>
                  </a:lnTo>
                  <a:lnTo>
                    <a:pt x="66" y="149"/>
                  </a:lnTo>
                  <a:lnTo>
                    <a:pt x="65" y="149"/>
                  </a:lnTo>
                  <a:lnTo>
                    <a:pt x="65" y="148"/>
                  </a:lnTo>
                  <a:lnTo>
                    <a:pt x="63" y="148"/>
                  </a:lnTo>
                  <a:lnTo>
                    <a:pt x="63" y="148"/>
                  </a:lnTo>
                  <a:lnTo>
                    <a:pt x="61" y="148"/>
                  </a:lnTo>
                  <a:lnTo>
                    <a:pt x="61" y="148"/>
                  </a:lnTo>
                  <a:lnTo>
                    <a:pt x="60" y="148"/>
                  </a:lnTo>
                  <a:lnTo>
                    <a:pt x="60" y="148"/>
                  </a:lnTo>
                  <a:lnTo>
                    <a:pt x="60" y="148"/>
                  </a:lnTo>
                  <a:lnTo>
                    <a:pt x="60" y="147"/>
                  </a:lnTo>
                  <a:lnTo>
                    <a:pt x="60" y="147"/>
                  </a:lnTo>
                  <a:lnTo>
                    <a:pt x="60" y="147"/>
                  </a:lnTo>
                  <a:lnTo>
                    <a:pt x="60" y="147"/>
                  </a:lnTo>
                  <a:lnTo>
                    <a:pt x="60" y="147"/>
                  </a:lnTo>
                  <a:lnTo>
                    <a:pt x="60" y="147"/>
                  </a:lnTo>
                  <a:lnTo>
                    <a:pt x="60" y="147"/>
                  </a:lnTo>
                  <a:lnTo>
                    <a:pt x="60" y="147"/>
                  </a:lnTo>
                  <a:lnTo>
                    <a:pt x="61" y="146"/>
                  </a:lnTo>
                  <a:lnTo>
                    <a:pt x="61" y="146"/>
                  </a:lnTo>
                  <a:lnTo>
                    <a:pt x="61" y="146"/>
                  </a:lnTo>
                  <a:lnTo>
                    <a:pt x="61" y="146"/>
                  </a:lnTo>
                  <a:lnTo>
                    <a:pt x="63" y="145"/>
                  </a:lnTo>
                  <a:lnTo>
                    <a:pt x="63" y="145"/>
                  </a:lnTo>
                  <a:lnTo>
                    <a:pt x="63" y="145"/>
                  </a:lnTo>
                  <a:lnTo>
                    <a:pt x="63" y="145"/>
                  </a:lnTo>
                  <a:lnTo>
                    <a:pt x="64" y="143"/>
                  </a:lnTo>
                  <a:lnTo>
                    <a:pt x="64" y="143"/>
                  </a:lnTo>
                  <a:lnTo>
                    <a:pt x="64" y="143"/>
                  </a:lnTo>
                  <a:lnTo>
                    <a:pt x="64" y="143"/>
                  </a:lnTo>
                  <a:lnTo>
                    <a:pt x="64" y="143"/>
                  </a:lnTo>
                  <a:lnTo>
                    <a:pt x="64" y="143"/>
                  </a:lnTo>
                  <a:lnTo>
                    <a:pt x="64" y="143"/>
                  </a:lnTo>
                  <a:lnTo>
                    <a:pt x="64" y="143"/>
                  </a:lnTo>
                  <a:lnTo>
                    <a:pt x="64" y="141"/>
                  </a:lnTo>
                  <a:lnTo>
                    <a:pt x="64" y="141"/>
                  </a:lnTo>
                  <a:lnTo>
                    <a:pt x="64" y="141"/>
                  </a:lnTo>
                  <a:lnTo>
                    <a:pt x="64" y="141"/>
                  </a:lnTo>
                  <a:lnTo>
                    <a:pt x="64" y="140"/>
                  </a:lnTo>
                  <a:lnTo>
                    <a:pt x="64" y="140"/>
                  </a:lnTo>
                  <a:lnTo>
                    <a:pt x="64" y="140"/>
                  </a:lnTo>
                  <a:lnTo>
                    <a:pt x="64" y="140"/>
                  </a:lnTo>
                  <a:lnTo>
                    <a:pt x="64" y="139"/>
                  </a:lnTo>
                  <a:lnTo>
                    <a:pt x="62" y="139"/>
                  </a:lnTo>
                  <a:lnTo>
                    <a:pt x="62" y="139"/>
                  </a:lnTo>
                  <a:lnTo>
                    <a:pt x="60" y="139"/>
                  </a:lnTo>
                  <a:lnTo>
                    <a:pt x="60" y="139"/>
                  </a:lnTo>
                  <a:lnTo>
                    <a:pt x="58" y="139"/>
                  </a:lnTo>
                  <a:lnTo>
                    <a:pt x="58" y="139"/>
                  </a:lnTo>
                  <a:lnTo>
                    <a:pt x="57" y="139"/>
                  </a:lnTo>
                  <a:lnTo>
                    <a:pt x="57" y="138"/>
                  </a:lnTo>
                  <a:lnTo>
                    <a:pt x="56" y="138"/>
                  </a:lnTo>
                  <a:lnTo>
                    <a:pt x="56" y="138"/>
                  </a:lnTo>
                  <a:lnTo>
                    <a:pt x="56" y="138"/>
                  </a:lnTo>
                  <a:lnTo>
                    <a:pt x="56" y="136"/>
                  </a:lnTo>
                  <a:lnTo>
                    <a:pt x="55" y="136"/>
                  </a:lnTo>
                  <a:lnTo>
                    <a:pt x="55" y="136"/>
                  </a:lnTo>
                  <a:lnTo>
                    <a:pt x="55" y="136"/>
                  </a:lnTo>
                  <a:lnTo>
                    <a:pt x="55" y="134"/>
                  </a:lnTo>
                  <a:lnTo>
                    <a:pt x="53" y="134"/>
                  </a:lnTo>
                  <a:lnTo>
                    <a:pt x="53" y="134"/>
                  </a:lnTo>
                  <a:lnTo>
                    <a:pt x="53" y="134"/>
                  </a:lnTo>
                  <a:lnTo>
                    <a:pt x="53" y="134"/>
                  </a:lnTo>
                  <a:lnTo>
                    <a:pt x="51" y="134"/>
                  </a:lnTo>
                  <a:lnTo>
                    <a:pt x="51" y="134"/>
                  </a:lnTo>
                  <a:lnTo>
                    <a:pt x="51" y="134"/>
                  </a:lnTo>
                  <a:lnTo>
                    <a:pt x="51" y="133"/>
                  </a:lnTo>
                  <a:lnTo>
                    <a:pt x="50" y="133"/>
                  </a:lnTo>
                  <a:lnTo>
                    <a:pt x="50" y="133"/>
                  </a:lnTo>
                  <a:lnTo>
                    <a:pt x="50" y="133"/>
                  </a:lnTo>
                  <a:lnTo>
                    <a:pt x="50" y="133"/>
                  </a:lnTo>
                  <a:lnTo>
                    <a:pt x="50" y="133"/>
                  </a:lnTo>
                  <a:lnTo>
                    <a:pt x="50" y="133"/>
                  </a:lnTo>
                  <a:lnTo>
                    <a:pt x="50" y="133"/>
                  </a:lnTo>
                  <a:lnTo>
                    <a:pt x="50" y="132"/>
                  </a:lnTo>
                  <a:lnTo>
                    <a:pt x="48" y="133"/>
                  </a:lnTo>
                  <a:lnTo>
                    <a:pt x="48" y="133"/>
                  </a:lnTo>
                  <a:lnTo>
                    <a:pt x="48" y="133"/>
                  </a:lnTo>
                  <a:lnTo>
                    <a:pt x="48" y="133"/>
                  </a:lnTo>
                  <a:lnTo>
                    <a:pt x="46" y="133"/>
                  </a:lnTo>
                  <a:lnTo>
                    <a:pt x="46" y="133"/>
                  </a:lnTo>
                  <a:lnTo>
                    <a:pt x="46" y="133"/>
                  </a:lnTo>
                  <a:lnTo>
                    <a:pt x="46" y="133"/>
                  </a:lnTo>
                  <a:lnTo>
                    <a:pt x="44" y="135"/>
                  </a:lnTo>
                  <a:lnTo>
                    <a:pt x="44" y="135"/>
                  </a:lnTo>
                  <a:lnTo>
                    <a:pt x="44" y="135"/>
                  </a:lnTo>
                  <a:lnTo>
                    <a:pt x="44" y="135"/>
                  </a:lnTo>
                  <a:lnTo>
                    <a:pt x="43" y="135"/>
                  </a:lnTo>
                  <a:lnTo>
                    <a:pt x="43" y="135"/>
                  </a:lnTo>
                  <a:lnTo>
                    <a:pt x="43" y="135"/>
                  </a:lnTo>
                  <a:lnTo>
                    <a:pt x="43" y="135"/>
                  </a:lnTo>
                  <a:lnTo>
                    <a:pt x="43" y="135"/>
                  </a:lnTo>
                  <a:lnTo>
                    <a:pt x="43" y="135"/>
                  </a:lnTo>
                  <a:lnTo>
                    <a:pt x="43" y="135"/>
                  </a:lnTo>
                  <a:lnTo>
                    <a:pt x="43" y="134"/>
                  </a:lnTo>
                  <a:lnTo>
                    <a:pt x="43" y="134"/>
                  </a:lnTo>
                  <a:lnTo>
                    <a:pt x="43" y="134"/>
                  </a:lnTo>
                  <a:lnTo>
                    <a:pt x="43" y="134"/>
                  </a:lnTo>
                  <a:lnTo>
                    <a:pt x="43" y="132"/>
                  </a:lnTo>
                  <a:lnTo>
                    <a:pt x="43" y="132"/>
                  </a:lnTo>
                  <a:lnTo>
                    <a:pt x="43" y="132"/>
                  </a:lnTo>
                  <a:lnTo>
                    <a:pt x="43" y="132"/>
                  </a:lnTo>
                  <a:lnTo>
                    <a:pt x="43" y="131"/>
                  </a:lnTo>
                  <a:lnTo>
                    <a:pt x="43" y="131"/>
                  </a:lnTo>
                  <a:lnTo>
                    <a:pt x="43" y="130"/>
                  </a:lnTo>
                  <a:lnTo>
                    <a:pt x="43" y="130"/>
                  </a:lnTo>
                  <a:lnTo>
                    <a:pt x="43" y="128"/>
                  </a:lnTo>
                  <a:lnTo>
                    <a:pt x="41" y="128"/>
                  </a:lnTo>
                  <a:lnTo>
                    <a:pt x="41" y="128"/>
                  </a:lnTo>
                  <a:lnTo>
                    <a:pt x="41" y="128"/>
                  </a:lnTo>
                  <a:lnTo>
                    <a:pt x="41" y="128"/>
                  </a:lnTo>
                  <a:lnTo>
                    <a:pt x="40" y="128"/>
                  </a:lnTo>
                  <a:lnTo>
                    <a:pt x="40" y="128"/>
                  </a:lnTo>
                  <a:lnTo>
                    <a:pt x="40" y="128"/>
                  </a:lnTo>
                  <a:lnTo>
                    <a:pt x="40" y="127"/>
                  </a:lnTo>
                  <a:lnTo>
                    <a:pt x="38" y="127"/>
                  </a:lnTo>
                  <a:lnTo>
                    <a:pt x="38" y="127"/>
                  </a:lnTo>
                  <a:lnTo>
                    <a:pt x="38" y="127"/>
                  </a:lnTo>
                  <a:lnTo>
                    <a:pt x="38" y="127"/>
                  </a:lnTo>
                  <a:lnTo>
                    <a:pt x="37" y="127"/>
                  </a:lnTo>
                  <a:lnTo>
                    <a:pt x="37" y="127"/>
                  </a:lnTo>
                  <a:lnTo>
                    <a:pt x="37" y="127"/>
                  </a:lnTo>
                  <a:lnTo>
                    <a:pt x="37" y="126"/>
                  </a:lnTo>
                  <a:lnTo>
                    <a:pt x="35" y="126"/>
                  </a:lnTo>
                  <a:lnTo>
                    <a:pt x="35" y="126"/>
                  </a:lnTo>
                  <a:lnTo>
                    <a:pt x="34" y="126"/>
                  </a:lnTo>
                  <a:lnTo>
                    <a:pt x="34" y="125"/>
                  </a:lnTo>
                  <a:lnTo>
                    <a:pt x="32" y="125"/>
                  </a:lnTo>
                  <a:lnTo>
                    <a:pt x="32" y="125"/>
                  </a:lnTo>
                  <a:lnTo>
                    <a:pt x="32" y="125"/>
                  </a:lnTo>
                  <a:lnTo>
                    <a:pt x="32" y="123"/>
                  </a:lnTo>
                  <a:lnTo>
                    <a:pt x="30" y="123"/>
                  </a:lnTo>
                  <a:lnTo>
                    <a:pt x="30" y="123"/>
                  </a:lnTo>
                  <a:lnTo>
                    <a:pt x="30" y="123"/>
                  </a:lnTo>
                  <a:lnTo>
                    <a:pt x="30" y="121"/>
                  </a:lnTo>
                  <a:lnTo>
                    <a:pt x="29" y="121"/>
                  </a:lnTo>
                  <a:lnTo>
                    <a:pt x="29" y="120"/>
                  </a:lnTo>
                  <a:lnTo>
                    <a:pt x="29" y="120"/>
                  </a:lnTo>
                  <a:lnTo>
                    <a:pt x="29" y="118"/>
                  </a:lnTo>
                  <a:lnTo>
                    <a:pt x="27" y="118"/>
                  </a:lnTo>
                  <a:lnTo>
                    <a:pt x="27" y="118"/>
                  </a:lnTo>
                  <a:lnTo>
                    <a:pt x="27" y="118"/>
                  </a:lnTo>
                  <a:lnTo>
                    <a:pt x="27" y="118"/>
                  </a:lnTo>
                  <a:lnTo>
                    <a:pt x="25" y="118"/>
                  </a:lnTo>
                  <a:lnTo>
                    <a:pt x="25" y="118"/>
                  </a:lnTo>
                  <a:lnTo>
                    <a:pt x="25" y="118"/>
                  </a:lnTo>
                  <a:lnTo>
                    <a:pt x="25" y="118"/>
                  </a:lnTo>
                  <a:lnTo>
                    <a:pt x="23" y="118"/>
                  </a:lnTo>
                  <a:lnTo>
                    <a:pt x="23" y="118"/>
                  </a:lnTo>
                  <a:lnTo>
                    <a:pt x="23" y="118"/>
                  </a:lnTo>
                  <a:lnTo>
                    <a:pt x="23" y="118"/>
                  </a:lnTo>
                  <a:lnTo>
                    <a:pt x="23" y="118"/>
                  </a:lnTo>
                  <a:lnTo>
                    <a:pt x="23" y="118"/>
                  </a:lnTo>
                  <a:lnTo>
                    <a:pt x="23" y="118"/>
                  </a:lnTo>
                  <a:lnTo>
                    <a:pt x="23" y="117"/>
                  </a:lnTo>
                  <a:lnTo>
                    <a:pt x="21" y="117"/>
                  </a:lnTo>
                  <a:lnTo>
                    <a:pt x="21" y="117"/>
                  </a:lnTo>
                  <a:lnTo>
                    <a:pt x="21" y="117"/>
                  </a:lnTo>
                  <a:lnTo>
                    <a:pt x="21" y="117"/>
                  </a:lnTo>
                  <a:lnTo>
                    <a:pt x="20" y="117"/>
                  </a:lnTo>
                  <a:lnTo>
                    <a:pt x="20" y="117"/>
                  </a:lnTo>
                  <a:lnTo>
                    <a:pt x="20" y="117"/>
                  </a:lnTo>
                  <a:lnTo>
                    <a:pt x="20" y="115"/>
                  </a:lnTo>
                  <a:lnTo>
                    <a:pt x="18" y="115"/>
                  </a:lnTo>
                  <a:lnTo>
                    <a:pt x="18" y="115"/>
                  </a:lnTo>
                  <a:lnTo>
                    <a:pt x="18" y="115"/>
                  </a:lnTo>
                  <a:lnTo>
                    <a:pt x="18" y="113"/>
                  </a:lnTo>
                  <a:lnTo>
                    <a:pt x="17" y="113"/>
                  </a:lnTo>
                  <a:lnTo>
                    <a:pt x="17" y="113"/>
                  </a:lnTo>
                  <a:lnTo>
                    <a:pt x="17" y="113"/>
                  </a:lnTo>
                  <a:lnTo>
                    <a:pt x="17" y="112"/>
                  </a:lnTo>
                  <a:lnTo>
                    <a:pt x="14" y="113"/>
                  </a:lnTo>
                  <a:lnTo>
                    <a:pt x="14" y="113"/>
                  </a:lnTo>
                  <a:lnTo>
                    <a:pt x="14" y="113"/>
                  </a:lnTo>
                  <a:lnTo>
                    <a:pt x="14" y="113"/>
                  </a:lnTo>
                  <a:lnTo>
                    <a:pt x="13" y="115"/>
                  </a:lnTo>
                  <a:lnTo>
                    <a:pt x="13" y="115"/>
                  </a:lnTo>
                  <a:lnTo>
                    <a:pt x="13" y="115"/>
                  </a:lnTo>
                  <a:lnTo>
                    <a:pt x="13" y="115"/>
                  </a:lnTo>
                  <a:lnTo>
                    <a:pt x="12" y="117"/>
                  </a:lnTo>
                  <a:lnTo>
                    <a:pt x="12" y="117"/>
                  </a:lnTo>
                  <a:lnTo>
                    <a:pt x="12" y="117"/>
                  </a:lnTo>
                  <a:lnTo>
                    <a:pt x="12" y="117"/>
                  </a:lnTo>
                  <a:lnTo>
                    <a:pt x="11" y="117"/>
                  </a:lnTo>
                  <a:lnTo>
                    <a:pt x="11" y="117"/>
                  </a:lnTo>
                  <a:lnTo>
                    <a:pt x="11" y="117"/>
                  </a:lnTo>
                  <a:lnTo>
                    <a:pt x="11" y="116"/>
                  </a:lnTo>
                  <a:lnTo>
                    <a:pt x="9" y="116"/>
                  </a:lnTo>
                  <a:lnTo>
                    <a:pt x="9" y="116"/>
                  </a:lnTo>
                  <a:lnTo>
                    <a:pt x="9" y="116"/>
                  </a:lnTo>
                  <a:lnTo>
                    <a:pt x="9" y="115"/>
                  </a:lnTo>
                  <a:lnTo>
                    <a:pt x="8" y="115"/>
                  </a:lnTo>
                  <a:lnTo>
                    <a:pt x="8" y="115"/>
                  </a:lnTo>
                  <a:lnTo>
                    <a:pt x="8" y="115"/>
                  </a:lnTo>
                  <a:lnTo>
                    <a:pt x="8" y="113"/>
                  </a:lnTo>
                  <a:lnTo>
                    <a:pt x="8" y="113"/>
                  </a:lnTo>
                  <a:lnTo>
                    <a:pt x="8" y="112"/>
                  </a:lnTo>
                  <a:lnTo>
                    <a:pt x="8" y="112"/>
                  </a:lnTo>
                  <a:lnTo>
                    <a:pt x="8" y="110"/>
                  </a:lnTo>
                  <a:lnTo>
                    <a:pt x="8" y="110"/>
                  </a:lnTo>
                  <a:lnTo>
                    <a:pt x="8" y="109"/>
                  </a:lnTo>
                  <a:lnTo>
                    <a:pt x="8" y="109"/>
                  </a:lnTo>
                  <a:lnTo>
                    <a:pt x="8" y="107"/>
                  </a:lnTo>
                  <a:lnTo>
                    <a:pt x="6" y="107"/>
                  </a:lnTo>
                  <a:lnTo>
                    <a:pt x="6" y="107"/>
                  </a:lnTo>
                  <a:lnTo>
                    <a:pt x="6" y="107"/>
                  </a:lnTo>
                  <a:lnTo>
                    <a:pt x="6" y="107"/>
                  </a:lnTo>
                  <a:lnTo>
                    <a:pt x="4" y="107"/>
                  </a:lnTo>
                  <a:lnTo>
                    <a:pt x="4" y="107"/>
                  </a:lnTo>
                  <a:lnTo>
                    <a:pt x="4" y="107"/>
                  </a:lnTo>
                  <a:lnTo>
                    <a:pt x="4" y="104"/>
                  </a:lnTo>
                  <a:lnTo>
                    <a:pt x="2" y="104"/>
                  </a:lnTo>
                  <a:lnTo>
                    <a:pt x="2" y="104"/>
                  </a:lnTo>
                  <a:lnTo>
                    <a:pt x="1" y="104"/>
                  </a:lnTo>
                  <a:lnTo>
                    <a:pt x="1" y="103"/>
                  </a:lnTo>
                  <a:lnTo>
                    <a:pt x="0" y="103"/>
                  </a:lnTo>
                  <a:lnTo>
                    <a:pt x="0" y="103"/>
                  </a:lnTo>
                  <a:lnTo>
                    <a:pt x="0" y="103"/>
                  </a:lnTo>
                  <a:lnTo>
                    <a:pt x="0" y="102"/>
                  </a:lnTo>
                  <a:lnTo>
                    <a:pt x="0" y="102"/>
                  </a:lnTo>
                  <a:lnTo>
                    <a:pt x="0" y="102"/>
                  </a:lnTo>
                  <a:lnTo>
                    <a:pt x="0" y="102"/>
                  </a:lnTo>
                  <a:lnTo>
                    <a:pt x="1" y="102"/>
                  </a:lnTo>
                  <a:lnTo>
                    <a:pt x="1" y="102"/>
                  </a:lnTo>
                  <a:lnTo>
                    <a:pt x="2" y="102"/>
                  </a:lnTo>
                  <a:lnTo>
                    <a:pt x="2" y="102"/>
                  </a:lnTo>
                  <a:lnTo>
                    <a:pt x="4" y="101"/>
                  </a:lnTo>
                  <a:lnTo>
                    <a:pt x="4" y="101"/>
                  </a:lnTo>
                  <a:lnTo>
                    <a:pt x="4" y="101"/>
                  </a:lnTo>
                  <a:lnTo>
                    <a:pt x="4" y="101"/>
                  </a:lnTo>
                  <a:lnTo>
                    <a:pt x="6" y="101"/>
                  </a:lnTo>
                  <a:lnTo>
                    <a:pt x="6" y="101"/>
                  </a:lnTo>
                  <a:lnTo>
                    <a:pt x="7" y="101"/>
                  </a:lnTo>
                  <a:lnTo>
                    <a:pt x="7" y="101"/>
                  </a:lnTo>
                  <a:lnTo>
                    <a:pt x="8" y="99"/>
                  </a:lnTo>
                  <a:lnTo>
                    <a:pt x="8" y="99"/>
                  </a:lnTo>
                  <a:lnTo>
                    <a:pt x="8" y="99"/>
                  </a:lnTo>
                  <a:lnTo>
                    <a:pt x="8" y="99"/>
                  </a:lnTo>
                  <a:lnTo>
                    <a:pt x="8" y="99"/>
                  </a:lnTo>
                  <a:lnTo>
                    <a:pt x="8" y="99"/>
                  </a:lnTo>
                  <a:lnTo>
                    <a:pt x="8" y="99"/>
                  </a:lnTo>
                  <a:lnTo>
                    <a:pt x="8" y="99"/>
                  </a:lnTo>
                  <a:lnTo>
                    <a:pt x="10" y="99"/>
                  </a:lnTo>
                  <a:lnTo>
                    <a:pt x="10" y="99"/>
                  </a:lnTo>
                  <a:lnTo>
                    <a:pt x="10" y="99"/>
                  </a:lnTo>
                  <a:lnTo>
                    <a:pt x="10" y="99"/>
                  </a:lnTo>
                  <a:lnTo>
                    <a:pt x="12" y="99"/>
                  </a:lnTo>
                  <a:lnTo>
                    <a:pt x="12" y="99"/>
                  </a:lnTo>
                  <a:lnTo>
                    <a:pt x="12" y="99"/>
                  </a:lnTo>
                  <a:lnTo>
                    <a:pt x="12" y="99"/>
                  </a:lnTo>
                  <a:lnTo>
                    <a:pt x="13" y="99"/>
                  </a:lnTo>
                  <a:lnTo>
                    <a:pt x="13" y="99"/>
                  </a:lnTo>
                  <a:lnTo>
                    <a:pt x="13" y="99"/>
                  </a:lnTo>
                  <a:lnTo>
                    <a:pt x="13" y="99"/>
                  </a:lnTo>
                  <a:lnTo>
                    <a:pt x="13" y="98"/>
                  </a:lnTo>
                  <a:lnTo>
                    <a:pt x="13" y="98"/>
                  </a:lnTo>
                  <a:lnTo>
                    <a:pt x="13" y="98"/>
                  </a:lnTo>
                  <a:lnTo>
                    <a:pt x="13" y="98"/>
                  </a:lnTo>
                  <a:lnTo>
                    <a:pt x="13" y="96"/>
                  </a:lnTo>
                  <a:lnTo>
                    <a:pt x="13" y="96"/>
                  </a:lnTo>
                  <a:lnTo>
                    <a:pt x="13" y="96"/>
                  </a:lnTo>
                  <a:lnTo>
                    <a:pt x="13" y="96"/>
                  </a:lnTo>
                  <a:lnTo>
                    <a:pt x="14" y="94"/>
                  </a:lnTo>
                  <a:lnTo>
                    <a:pt x="14" y="94"/>
                  </a:lnTo>
                  <a:lnTo>
                    <a:pt x="14" y="94"/>
                  </a:lnTo>
                  <a:lnTo>
                    <a:pt x="14" y="94"/>
                  </a:lnTo>
                  <a:lnTo>
                    <a:pt x="15" y="92"/>
                  </a:lnTo>
                  <a:lnTo>
                    <a:pt x="14" y="92"/>
                  </a:lnTo>
                  <a:lnTo>
                    <a:pt x="14" y="92"/>
                  </a:lnTo>
                  <a:lnTo>
                    <a:pt x="14" y="92"/>
                  </a:lnTo>
                  <a:lnTo>
                    <a:pt x="14" y="92"/>
                  </a:lnTo>
                  <a:lnTo>
                    <a:pt x="13" y="92"/>
                  </a:lnTo>
                  <a:lnTo>
                    <a:pt x="13" y="92"/>
                  </a:lnTo>
                  <a:lnTo>
                    <a:pt x="13" y="92"/>
                  </a:lnTo>
                  <a:lnTo>
                    <a:pt x="13" y="91"/>
                  </a:lnTo>
                  <a:lnTo>
                    <a:pt x="12" y="91"/>
                  </a:lnTo>
                  <a:lnTo>
                    <a:pt x="12" y="91"/>
                  </a:lnTo>
                  <a:lnTo>
                    <a:pt x="12" y="91"/>
                  </a:lnTo>
                  <a:lnTo>
                    <a:pt x="12" y="90"/>
                  </a:lnTo>
                  <a:lnTo>
                    <a:pt x="12" y="90"/>
                  </a:lnTo>
                  <a:lnTo>
                    <a:pt x="12" y="90"/>
                  </a:lnTo>
                  <a:lnTo>
                    <a:pt x="12" y="90"/>
                  </a:lnTo>
                  <a:lnTo>
                    <a:pt x="12" y="89"/>
                  </a:lnTo>
                  <a:lnTo>
                    <a:pt x="9" y="90"/>
                  </a:lnTo>
                  <a:lnTo>
                    <a:pt x="9" y="90"/>
                  </a:lnTo>
                  <a:lnTo>
                    <a:pt x="9" y="90"/>
                  </a:lnTo>
                  <a:lnTo>
                    <a:pt x="9" y="90"/>
                  </a:lnTo>
                  <a:lnTo>
                    <a:pt x="9" y="91"/>
                  </a:lnTo>
                  <a:lnTo>
                    <a:pt x="9" y="91"/>
                  </a:lnTo>
                  <a:lnTo>
                    <a:pt x="9" y="91"/>
                  </a:lnTo>
                  <a:lnTo>
                    <a:pt x="9" y="91"/>
                  </a:lnTo>
                  <a:lnTo>
                    <a:pt x="7" y="92"/>
                  </a:lnTo>
                  <a:lnTo>
                    <a:pt x="7" y="92"/>
                  </a:lnTo>
                  <a:lnTo>
                    <a:pt x="6" y="92"/>
                  </a:lnTo>
                  <a:lnTo>
                    <a:pt x="6" y="92"/>
                  </a:lnTo>
                  <a:lnTo>
                    <a:pt x="4" y="92"/>
                  </a:lnTo>
                  <a:lnTo>
                    <a:pt x="4" y="92"/>
                  </a:lnTo>
                  <a:lnTo>
                    <a:pt x="4" y="92"/>
                  </a:lnTo>
                  <a:lnTo>
                    <a:pt x="4" y="92"/>
                  </a:lnTo>
                  <a:lnTo>
                    <a:pt x="2" y="92"/>
                  </a:lnTo>
                  <a:lnTo>
                    <a:pt x="2" y="92"/>
                  </a:lnTo>
                  <a:lnTo>
                    <a:pt x="2" y="92"/>
                  </a:lnTo>
                  <a:lnTo>
                    <a:pt x="2" y="92"/>
                  </a:lnTo>
                  <a:lnTo>
                    <a:pt x="1" y="92"/>
                  </a:lnTo>
                  <a:lnTo>
                    <a:pt x="1" y="92"/>
                  </a:lnTo>
                  <a:lnTo>
                    <a:pt x="1" y="92"/>
                  </a:lnTo>
                  <a:lnTo>
                    <a:pt x="1" y="91"/>
                  </a:lnTo>
                  <a:lnTo>
                    <a:pt x="0" y="91"/>
                  </a:lnTo>
                  <a:lnTo>
                    <a:pt x="0" y="91"/>
                  </a:lnTo>
                  <a:lnTo>
                    <a:pt x="0" y="91"/>
                  </a:lnTo>
                  <a:lnTo>
                    <a:pt x="0" y="90"/>
                  </a:lnTo>
                  <a:lnTo>
                    <a:pt x="0" y="90"/>
                  </a:lnTo>
                  <a:lnTo>
                    <a:pt x="0" y="90"/>
                  </a:lnTo>
                  <a:lnTo>
                    <a:pt x="0" y="90"/>
                  </a:lnTo>
                  <a:lnTo>
                    <a:pt x="0" y="88"/>
                  </a:lnTo>
                  <a:lnTo>
                    <a:pt x="0" y="88"/>
                  </a:lnTo>
                  <a:lnTo>
                    <a:pt x="0" y="88"/>
                  </a:lnTo>
                  <a:lnTo>
                    <a:pt x="0" y="88"/>
                  </a:lnTo>
                  <a:lnTo>
                    <a:pt x="0" y="87"/>
                  </a:lnTo>
                  <a:lnTo>
                    <a:pt x="0" y="87"/>
                  </a:lnTo>
                  <a:lnTo>
                    <a:pt x="0" y="87"/>
                  </a:lnTo>
                  <a:lnTo>
                    <a:pt x="0" y="87"/>
                  </a:lnTo>
                  <a:lnTo>
                    <a:pt x="0" y="85"/>
                  </a:lnTo>
                  <a:lnTo>
                    <a:pt x="0" y="85"/>
                  </a:lnTo>
                  <a:lnTo>
                    <a:pt x="0" y="85"/>
                  </a:lnTo>
                  <a:lnTo>
                    <a:pt x="0" y="85"/>
                  </a:lnTo>
                  <a:lnTo>
                    <a:pt x="0" y="82"/>
                  </a:lnTo>
                  <a:lnTo>
                    <a:pt x="0" y="82"/>
                  </a:lnTo>
                  <a:lnTo>
                    <a:pt x="0" y="81"/>
                  </a:lnTo>
                  <a:lnTo>
                    <a:pt x="0" y="81"/>
                  </a:lnTo>
                  <a:lnTo>
                    <a:pt x="2" y="79"/>
                  </a:lnTo>
                  <a:lnTo>
                    <a:pt x="2" y="79"/>
                  </a:lnTo>
                  <a:lnTo>
                    <a:pt x="3" y="79"/>
                  </a:lnTo>
                  <a:lnTo>
                    <a:pt x="3" y="79"/>
                  </a:lnTo>
                  <a:lnTo>
                    <a:pt x="5" y="79"/>
                  </a:lnTo>
                  <a:lnTo>
                    <a:pt x="5" y="79"/>
                  </a:lnTo>
                  <a:lnTo>
                    <a:pt x="7" y="79"/>
                  </a:lnTo>
                  <a:lnTo>
                    <a:pt x="7" y="79"/>
                  </a:lnTo>
                  <a:lnTo>
                    <a:pt x="9" y="78"/>
                  </a:lnTo>
                  <a:lnTo>
                    <a:pt x="9" y="78"/>
                  </a:lnTo>
                  <a:lnTo>
                    <a:pt x="9" y="78"/>
                  </a:lnTo>
                  <a:lnTo>
                    <a:pt x="9" y="78"/>
                  </a:lnTo>
                  <a:lnTo>
                    <a:pt x="12" y="78"/>
                  </a:lnTo>
                  <a:lnTo>
                    <a:pt x="12" y="78"/>
                  </a:lnTo>
                  <a:lnTo>
                    <a:pt x="13" y="78"/>
                  </a:lnTo>
                  <a:lnTo>
                    <a:pt x="13" y="78"/>
                  </a:lnTo>
                  <a:lnTo>
                    <a:pt x="15" y="77"/>
                  </a:lnTo>
                  <a:lnTo>
                    <a:pt x="15" y="77"/>
                  </a:lnTo>
                  <a:lnTo>
                    <a:pt x="15" y="77"/>
                  </a:lnTo>
                  <a:lnTo>
                    <a:pt x="15" y="77"/>
                  </a:lnTo>
                  <a:lnTo>
                    <a:pt x="17" y="77"/>
                  </a:lnTo>
                  <a:lnTo>
                    <a:pt x="17" y="77"/>
                  </a:lnTo>
                  <a:lnTo>
                    <a:pt x="18" y="77"/>
                  </a:lnTo>
                  <a:lnTo>
                    <a:pt x="18" y="77"/>
                  </a:lnTo>
                  <a:lnTo>
                    <a:pt x="20" y="77"/>
                  </a:lnTo>
                  <a:lnTo>
                    <a:pt x="20" y="77"/>
                  </a:lnTo>
                  <a:lnTo>
                    <a:pt x="20" y="77"/>
                  </a:lnTo>
                  <a:lnTo>
                    <a:pt x="20" y="77"/>
                  </a:lnTo>
                  <a:lnTo>
                    <a:pt x="22" y="77"/>
                  </a:lnTo>
                  <a:lnTo>
                    <a:pt x="22" y="77"/>
                  </a:lnTo>
                  <a:lnTo>
                    <a:pt x="23" y="77"/>
                  </a:lnTo>
                  <a:lnTo>
                    <a:pt x="23" y="77"/>
                  </a:lnTo>
                  <a:lnTo>
                    <a:pt x="25" y="75"/>
                  </a:lnTo>
                  <a:lnTo>
                    <a:pt x="25" y="77"/>
                  </a:lnTo>
                  <a:lnTo>
                    <a:pt x="25" y="77"/>
                  </a:lnTo>
                  <a:lnTo>
                    <a:pt x="25" y="77"/>
                  </a:lnTo>
                  <a:lnTo>
                    <a:pt x="25" y="77"/>
                  </a:lnTo>
                  <a:lnTo>
                    <a:pt x="25" y="78"/>
                  </a:lnTo>
                  <a:lnTo>
                    <a:pt x="25" y="78"/>
                  </a:lnTo>
                  <a:lnTo>
                    <a:pt x="25" y="78"/>
                  </a:lnTo>
                  <a:lnTo>
                    <a:pt x="27" y="78"/>
                  </a:lnTo>
                  <a:lnTo>
                    <a:pt x="27" y="79"/>
                  </a:lnTo>
                  <a:lnTo>
                    <a:pt x="27" y="79"/>
                  </a:lnTo>
                  <a:lnTo>
                    <a:pt x="27" y="79"/>
                  </a:lnTo>
                  <a:lnTo>
                    <a:pt x="29" y="79"/>
                  </a:lnTo>
                  <a:lnTo>
                    <a:pt x="29" y="79"/>
                  </a:lnTo>
                  <a:lnTo>
                    <a:pt x="29" y="79"/>
                  </a:lnTo>
                  <a:lnTo>
                    <a:pt x="29" y="79"/>
                  </a:lnTo>
                  <a:lnTo>
                    <a:pt x="31" y="79"/>
                  </a:lnTo>
                  <a:lnTo>
                    <a:pt x="31" y="79"/>
                  </a:lnTo>
                  <a:lnTo>
                    <a:pt x="31" y="79"/>
                  </a:lnTo>
                  <a:lnTo>
                    <a:pt x="31" y="79"/>
                  </a:lnTo>
                  <a:lnTo>
                    <a:pt x="31" y="79"/>
                  </a:lnTo>
                  <a:lnTo>
                    <a:pt x="31" y="79"/>
                  </a:lnTo>
                  <a:lnTo>
                    <a:pt x="31" y="79"/>
                  </a:lnTo>
                  <a:lnTo>
                    <a:pt x="31" y="79"/>
                  </a:lnTo>
                  <a:lnTo>
                    <a:pt x="31" y="79"/>
                  </a:lnTo>
                  <a:lnTo>
                    <a:pt x="31" y="79"/>
                  </a:lnTo>
                  <a:lnTo>
                    <a:pt x="31" y="79"/>
                  </a:lnTo>
                  <a:lnTo>
                    <a:pt x="31" y="79"/>
                  </a:lnTo>
                  <a:lnTo>
                    <a:pt x="33" y="79"/>
                  </a:lnTo>
                  <a:lnTo>
                    <a:pt x="33" y="79"/>
                  </a:lnTo>
                  <a:lnTo>
                    <a:pt x="33" y="79"/>
                  </a:lnTo>
                  <a:lnTo>
                    <a:pt x="33" y="79"/>
                  </a:lnTo>
                  <a:lnTo>
                    <a:pt x="35" y="77"/>
                  </a:lnTo>
                  <a:lnTo>
                    <a:pt x="35" y="77"/>
                  </a:lnTo>
                  <a:lnTo>
                    <a:pt x="35" y="77"/>
                  </a:lnTo>
                  <a:lnTo>
                    <a:pt x="35" y="77"/>
                  </a:lnTo>
                  <a:lnTo>
                    <a:pt x="35" y="77"/>
                  </a:lnTo>
                  <a:lnTo>
                    <a:pt x="35" y="77"/>
                  </a:lnTo>
                  <a:lnTo>
                    <a:pt x="35" y="77"/>
                  </a:lnTo>
                  <a:lnTo>
                    <a:pt x="35" y="77"/>
                  </a:lnTo>
                  <a:lnTo>
                    <a:pt x="36" y="77"/>
                  </a:lnTo>
                  <a:lnTo>
                    <a:pt x="36" y="77"/>
                  </a:lnTo>
                  <a:lnTo>
                    <a:pt x="36" y="77"/>
                  </a:lnTo>
                  <a:lnTo>
                    <a:pt x="36" y="77"/>
                  </a:lnTo>
                  <a:lnTo>
                    <a:pt x="36" y="77"/>
                  </a:lnTo>
                  <a:lnTo>
                    <a:pt x="36" y="77"/>
                  </a:lnTo>
                  <a:lnTo>
                    <a:pt x="36" y="77"/>
                  </a:lnTo>
                  <a:lnTo>
                    <a:pt x="36" y="77"/>
                  </a:lnTo>
                  <a:lnTo>
                    <a:pt x="38" y="75"/>
                  </a:lnTo>
                  <a:lnTo>
                    <a:pt x="38" y="75"/>
                  </a:lnTo>
                  <a:lnTo>
                    <a:pt x="39" y="75"/>
                  </a:lnTo>
                  <a:lnTo>
                    <a:pt x="39" y="75"/>
                  </a:lnTo>
                  <a:lnTo>
                    <a:pt x="41" y="75"/>
                  </a:lnTo>
                  <a:lnTo>
                    <a:pt x="41" y="75"/>
                  </a:lnTo>
                  <a:lnTo>
                    <a:pt x="43" y="75"/>
                  </a:lnTo>
                  <a:lnTo>
                    <a:pt x="43" y="75"/>
                  </a:lnTo>
                  <a:lnTo>
                    <a:pt x="45" y="75"/>
                  </a:lnTo>
                  <a:lnTo>
                    <a:pt x="45" y="75"/>
                  </a:lnTo>
                  <a:lnTo>
                    <a:pt x="47" y="75"/>
                  </a:lnTo>
                  <a:lnTo>
                    <a:pt x="47" y="75"/>
                  </a:lnTo>
                  <a:lnTo>
                    <a:pt x="49" y="75"/>
                  </a:lnTo>
                  <a:lnTo>
                    <a:pt x="49" y="75"/>
                  </a:lnTo>
                  <a:lnTo>
                    <a:pt x="50" y="75"/>
                  </a:lnTo>
                  <a:lnTo>
                    <a:pt x="50" y="75"/>
                  </a:lnTo>
                  <a:lnTo>
                    <a:pt x="52" y="75"/>
                  </a:lnTo>
                  <a:lnTo>
                    <a:pt x="52" y="77"/>
                  </a:lnTo>
                  <a:lnTo>
                    <a:pt x="52" y="77"/>
                  </a:lnTo>
                  <a:lnTo>
                    <a:pt x="52" y="77"/>
                  </a:lnTo>
                  <a:lnTo>
                    <a:pt x="52" y="77"/>
                  </a:lnTo>
                  <a:lnTo>
                    <a:pt x="52" y="78"/>
                  </a:lnTo>
                  <a:lnTo>
                    <a:pt x="52" y="78"/>
                  </a:lnTo>
                  <a:lnTo>
                    <a:pt x="52" y="78"/>
                  </a:lnTo>
                  <a:lnTo>
                    <a:pt x="54" y="78"/>
                  </a:lnTo>
                  <a:lnTo>
                    <a:pt x="54" y="80"/>
                  </a:lnTo>
                  <a:lnTo>
                    <a:pt x="54" y="80"/>
                  </a:lnTo>
                  <a:lnTo>
                    <a:pt x="54" y="80"/>
                  </a:lnTo>
                  <a:lnTo>
                    <a:pt x="56" y="80"/>
                  </a:lnTo>
                  <a:lnTo>
                    <a:pt x="56" y="82"/>
                  </a:lnTo>
                  <a:lnTo>
                    <a:pt x="56" y="82"/>
                  </a:lnTo>
                  <a:lnTo>
                    <a:pt x="56" y="82"/>
                  </a:lnTo>
                  <a:lnTo>
                    <a:pt x="57" y="82"/>
                  </a:lnTo>
                  <a:lnTo>
                    <a:pt x="57" y="83"/>
                  </a:lnTo>
                  <a:lnTo>
                    <a:pt x="57" y="83"/>
                  </a:lnTo>
                  <a:lnTo>
                    <a:pt x="57" y="83"/>
                  </a:lnTo>
                  <a:lnTo>
                    <a:pt x="57" y="83"/>
                  </a:lnTo>
                  <a:lnTo>
                    <a:pt x="57" y="84"/>
                  </a:lnTo>
                  <a:lnTo>
                    <a:pt x="57" y="84"/>
                  </a:lnTo>
                  <a:lnTo>
                    <a:pt x="57" y="84"/>
                  </a:lnTo>
                  <a:lnTo>
                    <a:pt x="57" y="84"/>
                  </a:lnTo>
                  <a:lnTo>
                    <a:pt x="57" y="86"/>
                  </a:lnTo>
                  <a:lnTo>
                    <a:pt x="57" y="86"/>
                  </a:lnTo>
                  <a:lnTo>
                    <a:pt x="57" y="86"/>
                  </a:lnTo>
                  <a:lnTo>
                    <a:pt x="57" y="86"/>
                  </a:lnTo>
                  <a:lnTo>
                    <a:pt x="57" y="86"/>
                  </a:lnTo>
                  <a:lnTo>
                    <a:pt x="57" y="86"/>
                  </a:lnTo>
                  <a:lnTo>
                    <a:pt x="57" y="86"/>
                  </a:lnTo>
                  <a:lnTo>
                    <a:pt x="58" y="86"/>
                  </a:lnTo>
                  <a:lnTo>
                    <a:pt x="58" y="88"/>
                  </a:lnTo>
                  <a:lnTo>
                    <a:pt x="58" y="88"/>
                  </a:lnTo>
                  <a:lnTo>
                    <a:pt x="58" y="88"/>
                  </a:lnTo>
                  <a:lnTo>
                    <a:pt x="58" y="88"/>
                  </a:lnTo>
                  <a:lnTo>
                    <a:pt x="58" y="90"/>
                  </a:lnTo>
                  <a:lnTo>
                    <a:pt x="58" y="90"/>
                  </a:lnTo>
                  <a:lnTo>
                    <a:pt x="58" y="90"/>
                  </a:lnTo>
                  <a:lnTo>
                    <a:pt x="60" y="90"/>
                  </a:lnTo>
                  <a:lnTo>
                    <a:pt x="60" y="92"/>
                  </a:lnTo>
                  <a:lnTo>
                    <a:pt x="60" y="92"/>
                  </a:lnTo>
                  <a:lnTo>
                    <a:pt x="60" y="92"/>
                  </a:lnTo>
                  <a:lnTo>
                    <a:pt x="61" y="92"/>
                  </a:lnTo>
                  <a:lnTo>
                    <a:pt x="61" y="94"/>
                  </a:lnTo>
                  <a:lnTo>
                    <a:pt x="62" y="94"/>
                  </a:lnTo>
                  <a:lnTo>
                    <a:pt x="62" y="94"/>
                  </a:lnTo>
                  <a:lnTo>
                    <a:pt x="64" y="94"/>
                  </a:lnTo>
                  <a:lnTo>
                    <a:pt x="64" y="94"/>
                  </a:lnTo>
                  <a:lnTo>
                    <a:pt x="64" y="94"/>
                  </a:lnTo>
                  <a:lnTo>
                    <a:pt x="64" y="94"/>
                  </a:lnTo>
                  <a:lnTo>
                    <a:pt x="64" y="94"/>
                  </a:lnTo>
                  <a:lnTo>
                    <a:pt x="64" y="94"/>
                  </a:lnTo>
                  <a:lnTo>
                    <a:pt x="64" y="94"/>
                  </a:lnTo>
                  <a:lnTo>
                    <a:pt x="64" y="94"/>
                  </a:lnTo>
                  <a:lnTo>
                    <a:pt x="66" y="92"/>
                  </a:lnTo>
                  <a:lnTo>
                    <a:pt x="66" y="92"/>
                  </a:lnTo>
                  <a:lnTo>
                    <a:pt x="66" y="92"/>
                  </a:lnTo>
                  <a:lnTo>
                    <a:pt x="66" y="92"/>
                  </a:lnTo>
                  <a:lnTo>
                    <a:pt x="68" y="90"/>
                  </a:lnTo>
                  <a:lnTo>
                    <a:pt x="68" y="90"/>
                  </a:lnTo>
                  <a:lnTo>
                    <a:pt x="68" y="90"/>
                  </a:lnTo>
                  <a:lnTo>
                    <a:pt x="68" y="90"/>
                  </a:lnTo>
                  <a:lnTo>
                    <a:pt x="70" y="89"/>
                  </a:lnTo>
                  <a:lnTo>
                    <a:pt x="70" y="89"/>
                  </a:lnTo>
                  <a:lnTo>
                    <a:pt x="70" y="89"/>
                  </a:lnTo>
                  <a:lnTo>
                    <a:pt x="70" y="89"/>
                  </a:lnTo>
                  <a:lnTo>
                    <a:pt x="70" y="89"/>
                  </a:lnTo>
                  <a:lnTo>
                    <a:pt x="70" y="89"/>
                  </a:lnTo>
                  <a:lnTo>
                    <a:pt x="70" y="89"/>
                  </a:lnTo>
                  <a:lnTo>
                    <a:pt x="70" y="89"/>
                  </a:lnTo>
                  <a:lnTo>
                    <a:pt x="72" y="88"/>
                  </a:lnTo>
                  <a:lnTo>
                    <a:pt x="72" y="88"/>
                  </a:lnTo>
                  <a:lnTo>
                    <a:pt x="72" y="88"/>
                  </a:lnTo>
                  <a:lnTo>
                    <a:pt x="72" y="88"/>
                  </a:lnTo>
                  <a:lnTo>
                    <a:pt x="74" y="88"/>
                  </a:lnTo>
                  <a:lnTo>
                    <a:pt x="74" y="88"/>
                  </a:lnTo>
                  <a:lnTo>
                    <a:pt x="76" y="88"/>
                  </a:lnTo>
                  <a:lnTo>
                    <a:pt x="76" y="88"/>
                  </a:lnTo>
                  <a:lnTo>
                    <a:pt x="78" y="88"/>
                  </a:lnTo>
                  <a:lnTo>
                    <a:pt x="78" y="90"/>
                  </a:lnTo>
                  <a:lnTo>
                    <a:pt x="78" y="90"/>
                  </a:lnTo>
                  <a:lnTo>
                    <a:pt x="78" y="90"/>
                  </a:lnTo>
                  <a:lnTo>
                    <a:pt x="78" y="90"/>
                  </a:lnTo>
                  <a:lnTo>
                    <a:pt x="78" y="90"/>
                  </a:lnTo>
                  <a:lnTo>
                    <a:pt x="78" y="90"/>
                  </a:lnTo>
                  <a:lnTo>
                    <a:pt x="78" y="90"/>
                  </a:lnTo>
                  <a:lnTo>
                    <a:pt x="78" y="90"/>
                  </a:lnTo>
                  <a:lnTo>
                    <a:pt x="78" y="91"/>
                  </a:lnTo>
                  <a:lnTo>
                    <a:pt x="78" y="91"/>
                  </a:lnTo>
                  <a:lnTo>
                    <a:pt x="78" y="91"/>
                  </a:lnTo>
                  <a:lnTo>
                    <a:pt x="78" y="91"/>
                  </a:lnTo>
                  <a:lnTo>
                    <a:pt x="78" y="91"/>
                  </a:lnTo>
                  <a:lnTo>
                    <a:pt x="78" y="91"/>
                  </a:lnTo>
                  <a:lnTo>
                    <a:pt x="78" y="91"/>
                  </a:lnTo>
                  <a:lnTo>
                    <a:pt x="79" y="91"/>
                  </a:lnTo>
                  <a:lnTo>
                    <a:pt x="79" y="92"/>
                  </a:lnTo>
                  <a:lnTo>
                    <a:pt x="79" y="92"/>
                  </a:lnTo>
                  <a:lnTo>
                    <a:pt x="79" y="92"/>
                  </a:lnTo>
                  <a:lnTo>
                    <a:pt x="79" y="92"/>
                  </a:lnTo>
                  <a:lnTo>
                    <a:pt x="79" y="92"/>
                  </a:lnTo>
                  <a:lnTo>
                    <a:pt x="79" y="92"/>
                  </a:lnTo>
                  <a:lnTo>
                    <a:pt x="79" y="92"/>
                  </a:lnTo>
                  <a:lnTo>
                    <a:pt x="80" y="92"/>
                  </a:lnTo>
                  <a:lnTo>
                    <a:pt x="80" y="92"/>
                  </a:lnTo>
                  <a:lnTo>
                    <a:pt x="80" y="92"/>
                  </a:lnTo>
                  <a:lnTo>
                    <a:pt x="80" y="92"/>
                  </a:lnTo>
                  <a:lnTo>
                    <a:pt x="81" y="92"/>
                  </a:lnTo>
                  <a:lnTo>
                    <a:pt x="81" y="92"/>
                  </a:lnTo>
                  <a:lnTo>
                    <a:pt x="81" y="92"/>
                  </a:lnTo>
                  <a:lnTo>
                    <a:pt x="81" y="92"/>
                  </a:lnTo>
                  <a:lnTo>
                    <a:pt x="83" y="91"/>
                  </a:lnTo>
                  <a:lnTo>
                    <a:pt x="83" y="93"/>
                  </a:lnTo>
                  <a:lnTo>
                    <a:pt x="83" y="93"/>
                  </a:lnTo>
                  <a:lnTo>
                    <a:pt x="83" y="93"/>
                  </a:lnTo>
                  <a:lnTo>
                    <a:pt x="83" y="93"/>
                  </a:lnTo>
                  <a:lnTo>
                    <a:pt x="83" y="93"/>
                  </a:lnTo>
                  <a:lnTo>
                    <a:pt x="83" y="93"/>
                  </a:lnTo>
                  <a:lnTo>
                    <a:pt x="83" y="93"/>
                  </a:lnTo>
                  <a:lnTo>
                    <a:pt x="83" y="93"/>
                  </a:lnTo>
                  <a:lnTo>
                    <a:pt x="83" y="94"/>
                  </a:lnTo>
                  <a:lnTo>
                    <a:pt x="83" y="94"/>
                  </a:lnTo>
                  <a:lnTo>
                    <a:pt x="83" y="94"/>
                  </a:lnTo>
                  <a:lnTo>
                    <a:pt x="83" y="94"/>
                  </a:lnTo>
                  <a:lnTo>
                    <a:pt x="83" y="94"/>
                  </a:lnTo>
                  <a:lnTo>
                    <a:pt x="83" y="94"/>
                  </a:lnTo>
                  <a:lnTo>
                    <a:pt x="83" y="94"/>
                  </a:lnTo>
                  <a:lnTo>
                    <a:pt x="85" y="94"/>
                  </a:lnTo>
                  <a:lnTo>
                    <a:pt x="85" y="94"/>
                  </a:lnTo>
                  <a:lnTo>
                    <a:pt x="85" y="94"/>
                  </a:lnTo>
                  <a:lnTo>
                    <a:pt x="85" y="94"/>
                  </a:lnTo>
                  <a:lnTo>
                    <a:pt x="85" y="94"/>
                  </a:lnTo>
                  <a:lnTo>
                    <a:pt x="85" y="94"/>
                  </a:lnTo>
                  <a:lnTo>
                    <a:pt x="85" y="94"/>
                  </a:lnTo>
                  <a:lnTo>
                    <a:pt x="85" y="94"/>
                  </a:lnTo>
                  <a:lnTo>
                    <a:pt x="85" y="92"/>
                  </a:lnTo>
                  <a:lnTo>
                    <a:pt x="85" y="92"/>
                  </a:lnTo>
                  <a:lnTo>
                    <a:pt x="85" y="92"/>
                  </a:lnTo>
                  <a:lnTo>
                    <a:pt x="85" y="92"/>
                  </a:lnTo>
                  <a:lnTo>
                    <a:pt x="85" y="90"/>
                  </a:lnTo>
                  <a:lnTo>
                    <a:pt x="85" y="90"/>
                  </a:lnTo>
                  <a:lnTo>
                    <a:pt x="85" y="90"/>
                  </a:lnTo>
                  <a:lnTo>
                    <a:pt x="85" y="90"/>
                  </a:lnTo>
                  <a:lnTo>
                    <a:pt x="85" y="89"/>
                  </a:lnTo>
                  <a:lnTo>
                    <a:pt x="85" y="89"/>
                  </a:lnTo>
                  <a:lnTo>
                    <a:pt x="85" y="89"/>
                  </a:lnTo>
                  <a:lnTo>
                    <a:pt x="85" y="89"/>
                  </a:lnTo>
                  <a:lnTo>
                    <a:pt x="85" y="89"/>
                  </a:lnTo>
                  <a:lnTo>
                    <a:pt x="85" y="89"/>
                  </a:lnTo>
                  <a:lnTo>
                    <a:pt x="85" y="89"/>
                  </a:lnTo>
                  <a:lnTo>
                    <a:pt x="85" y="89"/>
                  </a:lnTo>
                  <a:lnTo>
                    <a:pt x="86" y="89"/>
                  </a:lnTo>
                  <a:lnTo>
                    <a:pt x="86" y="89"/>
                  </a:lnTo>
                  <a:lnTo>
                    <a:pt x="86" y="89"/>
                  </a:lnTo>
                  <a:lnTo>
                    <a:pt x="86" y="89"/>
                  </a:lnTo>
                  <a:lnTo>
                    <a:pt x="87" y="89"/>
                  </a:lnTo>
                  <a:lnTo>
                    <a:pt x="87" y="89"/>
                  </a:lnTo>
                  <a:lnTo>
                    <a:pt x="87" y="89"/>
                  </a:lnTo>
                  <a:lnTo>
                    <a:pt x="87" y="89"/>
                  </a:lnTo>
                  <a:lnTo>
                    <a:pt x="88" y="89"/>
                  </a:lnTo>
                  <a:lnTo>
                    <a:pt x="88" y="90"/>
                  </a:lnTo>
                  <a:lnTo>
                    <a:pt x="88" y="90"/>
                  </a:lnTo>
                  <a:lnTo>
                    <a:pt x="88" y="90"/>
                  </a:lnTo>
                  <a:lnTo>
                    <a:pt x="88" y="90"/>
                  </a:lnTo>
                  <a:lnTo>
                    <a:pt x="88" y="91"/>
                  </a:lnTo>
                  <a:lnTo>
                    <a:pt x="88" y="91"/>
                  </a:lnTo>
                  <a:lnTo>
                    <a:pt x="88" y="91"/>
                  </a:lnTo>
                  <a:lnTo>
                    <a:pt x="90" y="91"/>
                  </a:lnTo>
                  <a:lnTo>
                    <a:pt x="90" y="92"/>
                  </a:lnTo>
                  <a:lnTo>
                    <a:pt x="90" y="92"/>
                  </a:lnTo>
                  <a:lnTo>
                    <a:pt x="90" y="92"/>
                  </a:lnTo>
                  <a:lnTo>
                    <a:pt x="90" y="92"/>
                  </a:lnTo>
                  <a:lnTo>
                    <a:pt x="90" y="92"/>
                  </a:lnTo>
                  <a:lnTo>
                    <a:pt x="90" y="92"/>
                  </a:lnTo>
                  <a:lnTo>
                    <a:pt x="90" y="92"/>
                  </a:lnTo>
                  <a:lnTo>
                    <a:pt x="91" y="92"/>
                  </a:lnTo>
                  <a:lnTo>
                    <a:pt x="91" y="94"/>
                  </a:lnTo>
                  <a:lnTo>
                    <a:pt x="91" y="94"/>
                  </a:lnTo>
                  <a:lnTo>
                    <a:pt x="91" y="94"/>
                  </a:lnTo>
                  <a:lnTo>
                    <a:pt x="93" y="94"/>
                  </a:lnTo>
                  <a:lnTo>
                    <a:pt x="93" y="95"/>
                  </a:lnTo>
                  <a:lnTo>
                    <a:pt x="94" y="95"/>
                  </a:lnTo>
                  <a:lnTo>
                    <a:pt x="94" y="95"/>
                  </a:lnTo>
                  <a:lnTo>
                    <a:pt x="96" y="95"/>
                  </a:lnTo>
                  <a:lnTo>
                    <a:pt x="96" y="95"/>
                  </a:lnTo>
                  <a:lnTo>
                    <a:pt x="97" y="95"/>
                  </a:lnTo>
                  <a:lnTo>
                    <a:pt x="97" y="95"/>
                  </a:lnTo>
                  <a:lnTo>
                    <a:pt x="99" y="95"/>
                  </a:lnTo>
                  <a:lnTo>
                    <a:pt x="99" y="95"/>
                  </a:lnTo>
                  <a:lnTo>
                    <a:pt x="100" y="95"/>
                  </a:lnTo>
                  <a:lnTo>
                    <a:pt x="100" y="95"/>
                  </a:lnTo>
                  <a:lnTo>
                    <a:pt x="101" y="94"/>
                  </a:lnTo>
                  <a:lnTo>
                    <a:pt x="100" y="94"/>
                  </a:lnTo>
                  <a:lnTo>
                    <a:pt x="100" y="94"/>
                  </a:lnTo>
                  <a:lnTo>
                    <a:pt x="100" y="94"/>
                  </a:lnTo>
                  <a:lnTo>
                    <a:pt x="100" y="92"/>
                  </a:lnTo>
                  <a:lnTo>
                    <a:pt x="99" y="92"/>
                  </a:lnTo>
                  <a:lnTo>
                    <a:pt x="99" y="92"/>
                  </a:lnTo>
                  <a:lnTo>
                    <a:pt x="99" y="92"/>
                  </a:lnTo>
                  <a:lnTo>
                    <a:pt x="99" y="90"/>
                  </a:lnTo>
                  <a:lnTo>
                    <a:pt x="97" y="90"/>
                  </a:lnTo>
                  <a:lnTo>
                    <a:pt x="97" y="90"/>
                  </a:lnTo>
                  <a:lnTo>
                    <a:pt x="97" y="90"/>
                  </a:lnTo>
                  <a:lnTo>
                    <a:pt x="97" y="88"/>
                  </a:lnTo>
                  <a:lnTo>
                    <a:pt x="97" y="88"/>
                  </a:lnTo>
                  <a:lnTo>
                    <a:pt x="97" y="88"/>
                  </a:lnTo>
                  <a:lnTo>
                    <a:pt x="97" y="88"/>
                  </a:lnTo>
                  <a:lnTo>
                    <a:pt x="97" y="86"/>
                  </a:lnTo>
                  <a:lnTo>
                    <a:pt x="97" y="86"/>
                  </a:lnTo>
                  <a:lnTo>
                    <a:pt x="97" y="86"/>
                  </a:lnTo>
                  <a:lnTo>
                    <a:pt x="97" y="86"/>
                  </a:lnTo>
                  <a:lnTo>
                    <a:pt x="97" y="85"/>
                  </a:lnTo>
                  <a:lnTo>
                    <a:pt x="97" y="85"/>
                  </a:lnTo>
                  <a:lnTo>
                    <a:pt x="97" y="85"/>
                  </a:lnTo>
                  <a:lnTo>
                    <a:pt x="97" y="85"/>
                  </a:lnTo>
                  <a:lnTo>
                    <a:pt x="99" y="83"/>
                  </a:lnTo>
                  <a:lnTo>
                    <a:pt x="99" y="83"/>
                  </a:lnTo>
                  <a:lnTo>
                    <a:pt x="99" y="83"/>
                  </a:lnTo>
                  <a:lnTo>
                    <a:pt x="99" y="83"/>
                  </a:lnTo>
                  <a:lnTo>
                    <a:pt x="99" y="81"/>
                  </a:lnTo>
                  <a:lnTo>
                    <a:pt x="99" y="81"/>
                  </a:lnTo>
                  <a:lnTo>
                    <a:pt x="99" y="81"/>
                  </a:lnTo>
                  <a:lnTo>
                    <a:pt x="99" y="81"/>
                  </a:lnTo>
                  <a:lnTo>
                    <a:pt x="100" y="79"/>
                  </a:lnTo>
                  <a:lnTo>
                    <a:pt x="100" y="79"/>
                  </a:lnTo>
                  <a:lnTo>
                    <a:pt x="100" y="78"/>
                  </a:lnTo>
                  <a:lnTo>
                    <a:pt x="100" y="78"/>
                  </a:lnTo>
                  <a:lnTo>
                    <a:pt x="100" y="76"/>
                  </a:lnTo>
                  <a:lnTo>
                    <a:pt x="100" y="76"/>
                  </a:lnTo>
                  <a:lnTo>
                    <a:pt x="100" y="74"/>
                  </a:lnTo>
                  <a:lnTo>
                    <a:pt x="100" y="73"/>
                  </a:lnTo>
                  <a:lnTo>
                    <a:pt x="100" y="71"/>
                  </a:lnTo>
                  <a:lnTo>
                    <a:pt x="98" y="71"/>
                  </a:lnTo>
                  <a:lnTo>
                    <a:pt x="98" y="69"/>
                  </a:lnTo>
                  <a:lnTo>
                    <a:pt x="98" y="69"/>
                  </a:lnTo>
                  <a:lnTo>
                    <a:pt x="98" y="67"/>
                  </a:lnTo>
                  <a:lnTo>
                    <a:pt x="97" y="67"/>
                  </a:lnTo>
                  <a:lnTo>
                    <a:pt x="97" y="65"/>
                  </a:lnTo>
                  <a:lnTo>
                    <a:pt x="97" y="65"/>
                  </a:lnTo>
                  <a:lnTo>
                    <a:pt x="97" y="63"/>
                  </a:lnTo>
                  <a:lnTo>
                    <a:pt x="96" y="63"/>
                  </a:lnTo>
                  <a:lnTo>
                    <a:pt x="96" y="63"/>
                  </a:lnTo>
                  <a:lnTo>
                    <a:pt x="96" y="63"/>
                  </a:lnTo>
                  <a:lnTo>
                    <a:pt x="96" y="63"/>
                  </a:lnTo>
                  <a:lnTo>
                    <a:pt x="95" y="63"/>
                  </a:lnTo>
                  <a:lnTo>
                    <a:pt x="95" y="63"/>
                  </a:lnTo>
                  <a:lnTo>
                    <a:pt x="95" y="63"/>
                  </a:lnTo>
                  <a:lnTo>
                    <a:pt x="95" y="60"/>
                  </a:lnTo>
                  <a:lnTo>
                    <a:pt x="94" y="60"/>
                  </a:lnTo>
                  <a:lnTo>
                    <a:pt x="94" y="60"/>
                  </a:lnTo>
                  <a:lnTo>
                    <a:pt x="94" y="60"/>
                  </a:lnTo>
                  <a:lnTo>
                    <a:pt x="94" y="60"/>
                  </a:lnTo>
                  <a:lnTo>
                    <a:pt x="94" y="60"/>
                  </a:lnTo>
                  <a:lnTo>
                    <a:pt x="94" y="60"/>
                  </a:lnTo>
                  <a:lnTo>
                    <a:pt x="94" y="60"/>
                  </a:lnTo>
                  <a:lnTo>
                    <a:pt x="94" y="58"/>
                  </a:lnTo>
                  <a:lnTo>
                    <a:pt x="93" y="58"/>
                  </a:lnTo>
                  <a:lnTo>
                    <a:pt x="93" y="57"/>
                  </a:lnTo>
                  <a:lnTo>
                    <a:pt x="93" y="57"/>
                  </a:lnTo>
                  <a:lnTo>
                    <a:pt x="93" y="55"/>
                  </a:lnTo>
                  <a:lnTo>
                    <a:pt x="93" y="55"/>
                  </a:lnTo>
                  <a:lnTo>
                    <a:pt x="93" y="53"/>
                  </a:lnTo>
                  <a:lnTo>
                    <a:pt x="93" y="52"/>
                  </a:lnTo>
                  <a:lnTo>
                    <a:pt x="93" y="50"/>
                  </a:lnTo>
                  <a:lnTo>
                    <a:pt x="93" y="50"/>
                  </a:lnTo>
                  <a:lnTo>
                    <a:pt x="93" y="48"/>
                  </a:lnTo>
                  <a:lnTo>
                    <a:pt x="93" y="48"/>
                  </a:lnTo>
                  <a:lnTo>
                    <a:pt x="94" y="46"/>
                  </a:lnTo>
                  <a:lnTo>
                    <a:pt x="94" y="46"/>
                  </a:lnTo>
                  <a:lnTo>
                    <a:pt x="94" y="44"/>
                  </a:lnTo>
                  <a:lnTo>
                    <a:pt x="94" y="44"/>
                  </a:lnTo>
                  <a:lnTo>
                    <a:pt x="95" y="42"/>
                  </a:lnTo>
                  <a:lnTo>
                    <a:pt x="95" y="43"/>
                  </a:lnTo>
                  <a:lnTo>
                    <a:pt x="95" y="43"/>
                  </a:lnTo>
                  <a:lnTo>
                    <a:pt x="95" y="43"/>
                  </a:lnTo>
                  <a:lnTo>
                    <a:pt x="97" y="43"/>
                  </a:lnTo>
                  <a:lnTo>
                    <a:pt x="97" y="44"/>
                  </a:lnTo>
                  <a:lnTo>
                    <a:pt x="97" y="44"/>
                  </a:lnTo>
                  <a:lnTo>
                    <a:pt x="97" y="44"/>
                  </a:lnTo>
                  <a:lnTo>
                    <a:pt x="99" y="44"/>
                  </a:lnTo>
                  <a:lnTo>
                    <a:pt x="99" y="46"/>
                  </a:lnTo>
                  <a:lnTo>
                    <a:pt x="99" y="46"/>
                  </a:lnTo>
                  <a:lnTo>
                    <a:pt x="99" y="46"/>
                  </a:lnTo>
                  <a:lnTo>
                    <a:pt x="101" y="46"/>
                  </a:lnTo>
                  <a:lnTo>
                    <a:pt x="101" y="47"/>
                  </a:lnTo>
                  <a:lnTo>
                    <a:pt x="102" y="47"/>
                  </a:lnTo>
                  <a:lnTo>
                    <a:pt x="102" y="47"/>
                  </a:lnTo>
                  <a:lnTo>
                    <a:pt x="104" y="47"/>
                  </a:lnTo>
                  <a:lnTo>
                    <a:pt x="104" y="47"/>
                  </a:lnTo>
                  <a:lnTo>
                    <a:pt x="104" y="47"/>
                  </a:lnTo>
                  <a:lnTo>
                    <a:pt x="104" y="47"/>
                  </a:lnTo>
                  <a:lnTo>
                    <a:pt x="106" y="47"/>
                  </a:lnTo>
                  <a:lnTo>
                    <a:pt x="106" y="47"/>
                  </a:lnTo>
                  <a:lnTo>
                    <a:pt x="107" y="47"/>
                  </a:lnTo>
                  <a:lnTo>
                    <a:pt x="107" y="47"/>
                  </a:lnTo>
                  <a:lnTo>
                    <a:pt x="109" y="46"/>
                  </a:lnTo>
                  <a:lnTo>
                    <a:pt x="109" y="46"/>
                  </a:lnTo>
                  <a:lnTo>
                    <a:pt x="109" y="46"/>
                  </a:lnTo>
                  <a:lnTo>
                    <a:pt x="109" y="46"/>
                  </a:lnTo>
                  <a:lnTo>
                    <a:pt x="110" y="46"/>
                  </a:lnTo>
                  <a:lnTo>
                    <a:pt x="110" y="46"/>
                  </a:lnTo>
                  <a:lnTo>
                    <a:pt x="110" y="46"/>
                  </a:lnTo>
                  <a:lnTo>
                    <a:pt x="110" y="46"/>
                  </a:lnTo>
                  <a:lnTo>
                    <a:pt x="112" y="44"/>
                  </a:lnTo>
                  <a:lnTo>
                    <a:pt x="112" y="46"/>
                  </a:lnTo>
                  <a:lnTo>
                    <a:pt x="112" y="46"/>
                  </a:lnTo>
                  <a:lnTo>
                    <a:pt x="112" y="46"/>
                  </a:lnTo>
                  <a:lnTo>
                    <a:pt x="112" y="46"/>
                  </a:lnTo>
                  <a:lnTo>
                    <a:pt x="112" y="47"/>
                  </a:lnTo>
                  <a:lnTo>
                    <a:pt x="112" y="47"/>
                  </a:lnTo>
                  <a:lnTo>
                    <a:pt x="112" y="47"/>
                  </a:lnTo>
                  <a:lnTo>
                    <a:pt x="114" y="47"/>
                  </a:lnTo>
                  <a:lnTo>
                    <a:pt x="114" y="49"/>
                  </a:lnTo>
                  <a:lnTo>
                    <a:pt x="114" y="49"/>
                  </a:lnTo>
                  <a:lnTo>
                    <a:pt x="114" y="49"/>
                  </a:lnTo>
                  <a:lnTo>
                    <a:pt x="114" y="49"/>
                  </a:lnTo>
                  <a:lnTo>
                    <a:pt x="114" y="50"/>
                  </a:lnTo>
                  <a:lnTo>
                    <a:pt x="114" y="50"/>
                  </a:lnTo>
                  <a:lnTo>
                    <a:pt x="114" y="50"/>
                  </a:lnTo>
                  <a:lnTo>
                    <a:pt x="115" y="50"/>
                  </a:lnTo>
                  <a:lnTo>
                    <a:pt x="114" y="51"/>
                  </a:lnTo>
                  <a:lnTo>
                    <a:pt x="114" y="51"/>
                  </a:lnTo>
                  <a:lnTo>
                    <a:pt x="114" y="52"/>
                  </a:lnTo>
                  <a:lnTo>
                    <a:pt x="114" y="52"/>
                  </a:lnTo>
                  <a:lnTo>
                    <a:pt x="113" y="54"/>
                  </a:lnTo>
                  <a:lnTo>
                    <a:pt x="113" y="54"/>
                  </a:lnTo>
                  <a:lnTo>
                    <a:pt x="113" y="54"/>
                  </a:lnTo>
                  <a:lnTo>
                    <a:pt x="113" y="54"/>
                  </a:lnTo>
                  <a:lnTo>
                    <a:pt x="112" y="56"/>
                  </a:lnTo>
                  <a:lnTo>
                    <a:pt x="112" y="56"/>
                  </a:lnTo>
                  <a:lnTo>
                    <a:pt x="112" y="56"/>
                  </a:lnTo>
                  <a:lnTo>
                    <a:pt x="112" y="56"/>
                  </a:lnTo>
                  <a:lnTo>
                    <a:pt x="112" y="57"/>
                  </a:lnTo>
                  <a:lnTo>
                    <a:pt x="112" y="57"/>
                  </a:lnTo>
                  <a:lnTo>
                    <a:pt x="112" y="57"/>
                  </a:lnTo>
                  <a:lnTo>
                    <a:pt x="112" y="57"/>
                  </a:lnTo>
                  <a:lnTo>
                    <a:pt x="112" y="58"/>
                  </a:lnTo>
                  <a:lnTo>
                    <a:pt x="112" y="58"/>
                  </a:lnTo>
                  <a:lnTo>
                    <a:pt x="112" y="58"/>
                  </a:lnTo>
                  <a:lnTo>
                    <a:pt x="112" y="58"/>
                  </a:lnTo>
                  <a:lnTo>
                    <a:pt x="112" y="60"/>
                  </a:lnTo>
                  <a:lnTo>
                    <a:pt x="112" y="60"/>
                  </a:lnTo>
                  <a:lnTo>
                    <a:pt x="112" y="60"/>
                  </a:lnTo>
                  <a:lnTo>
                    <a:pt x="113" y="60"/>
                  </a:lnTo>
                  <a:lnTo>
                    <a:pt x="113" y="63"/>
                  </a:lnTo>
                  <a:lnTo>
                    <a:pt x="113" y="63"/>
                  </a:lnTo>
                  <a:lnTo>
                    <a:pt x="113" y="63"/>
                  </a:lnTo>
                  <a:lnTo>
                    <a:pt x="113" y="63"/>
                  </a:lnTo>
                  <a:lnTo>
                    <a:pt x="113" y="63"/>
                  </a:lnTo>
                  <a:lnTo>
                    <a:pt x="113" y="63"/>
                  </a:lnTo>
                  <a:lnTo>
                    <a:pt x="113" y="63"/>
                  </a:lnTo>
                  <a:lnTo>
                    <a:pt x="114" y="63"/>
                  </a:lnTo>
                  <a:lnTo>
                    <a:pt x="114" y="65"/>
                  </a:lnTo>
                  <a:lnTo>
                    <a:pt x="114" y="65"/>
                  </a:lnTo>
                  <a:lnTo>
                    <a:pt x="114" y="65"/>
                  </a:lnTo>
                  <a:lnTo>
                    <a:pt x="115" y="65"/>
                  </a:lnTo>
                  <a:lnTo>
                    <a:pt x="115" y="65"/>
                  </a:lnTo>
                  <a:lnTo>
                    <a:pt x="116" y="65"/>
                  </a:lnTo>
                  <a:lnTo>
                    <a:pt x="116" y="65"/>
                  </a:lnTo>
                  <a:lnTo>
                    <a:pt x="118" y="65"/>
                  </a:lnTo>
                  <a:lnTo>
                    <a:pt x="118" y="65"/>
                  </a:lnTo>
                  <a:lnTo>
                    <a:pt x="119" y="65"/>
                  </a:lnTo>
                  <a:lnTo>
                    <a:pt x="119" y="65"/>
                  </a:lnTo>
                  <a:lnTo>
                    <a:pt x="121" y="65"/>
                  </a:lnTo>
                  <a:lnTo>
                    <a:pt x="121" y="65"/>
                  </a:lnTo>
                  <a:lnTo>
                    <a:pt x="122" y="65"/>
                  </a:lnTo>
                  <a:lnTo>
                    <a:pt x="122" y="65"/>
                  </a:lnTo>
                  <a:lnTo>
                    <a:pt x="123" y="63"/>
                  </a:lnTo>
                  <a:lnTo>
                    <a:pt x="123" y="65"/>
                  </a:lnTo>
                  <a:lnTo>
                    <a:pt x="123" y="65"/>
                  </a:lnTo>
                  <a:lnTo>
                    <a:pt x="123" y="65"/>
                  </a:lnTo>
                  <a:lnTo>
                    <a:pt x="123" y="65"/>
                  </a:lnTo>
                  <a:lnTo>
                    <a:pt x="123" y="67"/>
                  </a:lnTo>
                  <a:lnTo>
                    <a:pt x="123" y="67"/>
                  </a:lnTo>
                  <a:lnTo>
                    <a:pt x="123" y="67"/>
                  </a:lnTo>
                  <a:lnTo>
                    <a:pt x="123" y="67"/>
                  </a:lnTo>
                  <a:lnTo>
                    <a:pt x="123" y="68"/>
                  </a:lnTo>
                  <a:lnTo>
                    <a:pt x="123" y="68"/>
                  </a:lnTo>
                  <a:lnTo>
                    <a:pt x="123" y="68"/>
                  </a:lnTo>
                  <a:lnTo>
                    <a:pt x="123" y="68"/>
                  </a:lnTo>
                  <a:lnTo>
                    <a:pt x="123" y="68"/>
                  </a:lnTo>
                  <a:lnTo>
                    <a:pt x="123" y="68"/>
                  </a:lnTo>
                  <a:lnTo>
                    <a:pt x="123" y="68"/>
                  </a:lnTo>
                  <a:lnTo>
                    <a:pt x="125" y="68"/>
                  </a:lnTo>
                  <a:lnTo>
                    <a:pt x="125" y="68"/>
                  </a:lnTo>
                  <a:lnTo>
                    <a:pt x="125" y="68"/>
                  </a:lnTo>
                  <a:lnTo>
                    <a:pt x="125" y="68"/>
                  </a:lnTo>
                  <a:lnTo>
                    <a:pt x="126" y="68"/>
                  </a:lnTo>
                  <a:lnTo>
                    <a:pt x="126" y="68"/>
                  </a:lnTo>
                  <a:lnTo>
                    <a:pt x="126" y="68"/>
                  </a:lnTo>
                  <a:lnTo>
                    <a:pt x="126" y="68"/>
                  </a:lnTo>
                  <a:lnTo>
                    <a:pt x="128" y="67"/>
                  </a:lnTo>
                  <a:lnTo>
                    <a:pt x="128" y="67"/>
                  </a:lnTo>
                  <a:lnTo>
                    <a:pt x="128" y="67"/>
                  </a:lnTo>
                  <a:lnTo>
                    <a:pt x="128" y="67"/>
                  </a:lnTo>
                  <a:lnTo>
                    <a:pt x="130" y="66"/>
                  </a:lnTo>
                  <a:lnTo>
                    <a:pt x="130" y="66"/>
                  </a:lnTo>
                  <a:lnTo>
                    <a:pt x="131" y="66"/>
                  </a:lnTo>
                  <a:lnTo>
                    <a:pt x="131" y="66"/>
                  </a:lnTo>
                  <a:lnTo>
                    <a:pt x="132" y="65"/>
                  </a:lnTo>
                  <a:lnTo>
                    <a:pt x="132" y="66"/>
                  </a:lnTo>
                  <a:lnTo>
                    <a:pt x="134" y="66"/>
                  </a:lnTo>
                  <a:lnTo>
                    <a:pt x="134" y="66"/>
                  </a:lnTo>
                  <a:lnTo>
                    <a:pt x="136" y="66"/>
                  </a:lnTo>
                  <a:lnTo>
                    <a:pt x="136" y="68"/>
                  </a:lnTo>
                  <a:lnTo>
                    <a:pt x="138" y="68"/>
                  </a:lnTo>
                  <a:lnTo>
                    <a:pt x="138" y="68"/>
                  </a:lnTo>
                  <a:lnTo>
                    <a:pt x="139" y="68"/>
                  </a:lnTo>
                  <a:lnTo>
                    <a:pt x="139" y="70"/>
                  </a:lnTo>
                  <a:lnTo>
                    <a:pt x="140" y="70"/>
                  </a:lnTo>
                  <a:lnTo>
                    <a:pt x="140" y="70"/>
                  </a:lnTo>
                  <a:lnTo>
                    <a:pt x="142" y="70"/>
                  </a:lnTo>
                  <a:lnTo>
                    <a:pt x="142" y="71"/>
                  </a:lnTo>
                  <a:lnTo>
                    <a:pt x="144" y="71"/>
                  </a:lnTo>
                  <a:lnTo>
                    <a:pt x="144" y="71"/>
                  </a:lnTo>
                  <a:lnTo>
                    <a:pt x="146" y="70"/>
                  </a:lnTo>
                  <a:lnTo>
                    <a:pt x="146" y="70"/>
                  </a:lnTo>
                  <a:lnTo>
                    <a:pt x="146" y="70"/>
                  </a:lnTo>
                  <a:lnTo>
                    <a:pt x="146" y="70"/>
                  </a:lnTo>
                  <a:lnTo>
                    <a:pt x="147" y="70"/>
                  </a:lnTo>
                  <a:lnTo>
                    <a:pt x="147" y="70"/>
                  </a:lnTo>
                  <a:lnTo>
                    <a:pt x="149" y="70"/>
                  </a:lnTo>
                  <a:lnTo>
                    <a:pt x="149" y="70"/>
                  </a:lnTo>
                  <a:lnTo>
                    <a:pt x="151" y="68"/>
                  </a:lnTo>
                  <a:lnTo>
                    <a:pt x="151" y="68"/>
                  </a:lnTo>
                  <a:lnTo>
                    <a:pt x="151" y="68"/>
                  </a:lnTo>
                  <a:lnTo>
                    <a:pt x="151" y="68"/>
                  </a:lnTo>
                  <a:lnTo>
                    <a:pt x="153" y="66"/>
                  </a:lnTo>
                  <a:lnTo>
                    <a:pt x="153" y="66"/>
                  </a:lnTo>
                  <a:lnTo>
                    <a:pt x="154" y="65"/>
                  </a:lnTo>
                  <a:lnTo>
                    <a:pt x="154" y="65"/>
                  </a:lnTo>
                  <a:lnTo>
                    <a:pt x="156" y="63"/>
                  </a:lnTo>
                  <a:lnTo>
                    <a:pt x="154" y="63"/>
                  </a:lnTo>
                  <a:lnTo>
                    <a:pt x="154" y="63"/>
                  </a:lnTo>
                  <a:lnTo>
                    <a:pt x="154" y="63"/>
                  </a:lnTo>
                  <a:lnTo>
                    <a:pt x="154" y="61"/>
                  </a:lnTo>
                  <a:lnTo>
                    <a:pt x="154" y="61"/>
                  </a:lnTo>
                  <a:lnTo>
                    <a:pt x="154" y="61"/>
                  </a:lnTo>
                  <a:lnTo>
                    <a:pt x="154" y="61"/>
                  </a:lnTo>
                  <a:lnTo>
                    <a:pt x="154" y="59"/>
                  </a:lnTo>
                  <a:lnTo>
                    <a:pt x="153" y="59"/>
                  </a:lnTo>
                  <a:lnTo>
                    <a:pt x="153" y="59"/>
                  </a:lnTo>
                  <a:lnTo>
                    <a:pt x="153" y="59"/>
                  </a:lnTo>
                  <a:lnTo>
                    <a:pt x="153" y="57"/>
                  </a:lnTo>
                  <a:lnTo>
                    <a:pt x="153" y="57"/>
                  </a:lnTo>
                  <a:lnTo>
                    <a:pt x="153" y="56"/>
                  </a:lnTo>
                  <a:lnTo>
                    <a:pt x="153" y="56"/>
                  </a:lnTo>
                  <a:lnTo>
                    <a:pt x="153" y="54"/>
                  </a:lnTo>
                  <a:lnTo>
                    <a:pt x="153" y="54"/>
                  </a:lnTo>
                  <a:lnTo>
                    <a:pt x="153" y="54"/>
                  </a:lnTo>
                  <a:lnTo>
                    <a:pt x="153" y="54"/>
                  </a:lnTo>
                  <a:lnTo>
                    <a:pt x="155" y="53"/>
                  </a:lnTo>
                  <a:lnTo>
                    <a:pt x="155" y="53"/>
                  </a:lnTo>
                  <a:lnTo>
                    <a:pt x="157" y="53"/>
                  </a:lnTo>
                  <a:lnTo>
                    <a:pt x="157" y="53"/>
                  </a:lnTo>
                  <a:lnTo>
                    <a:pt x="159" y="51"/>
                  </a:lnTo>
                  <a:lnTo>
                    <a:pt x="159" y="51"/>
                  </a:lnTo>
                  <a:lnTo>
                    <a:pt x="160" y="51"/>
                  </a:lnTo>
                  <a:lnTo>
                    <a:pt x="160" y="51"/>
                  </a:lnTo>
                  <a:lnTo>
                    <a:pt x="162" y="51"/>
                  </a:lnTo>
                  <a:lnTo>
                    <a:pt x="162" y="51"/>
                  </a:lnTo>
                  <a:lnTo>
                    <a:pt x="163" y="51"/>
                  </a:lnTo>
                  <a:lnTo>
                    <a:pt x="163" y="51"/>
                  </a:lnTo>
                  <a:lnTo>
                    <a:pt x="164" y="50"/>
                  </a:lnTo>
                  <a:lnTo>
                    <a:pt x="164" y="50"/>
                  </a:lnTo>
                  <a:lnTo>
                    <a:pt x="164" y="50"/>
                  </a:lnTo>
                  <a:lnTo>
                    <a:pt x="164" y="50"/>
                  </a:lnTo>
                  <a:lnTo>
                    <a:pt x="166" y="50"/>
                  </a:lnTo>
                  <a:lnTo>
                    <a:pt x="166" y="50"/>
                  </a:lnTo>
                  <a:lnTo>
                    <a:pt x="168" y="50"/>
                  </a:lnTo>
                  <a:lnTo>
                    <a:pt x="169" y="50"/>
                  </a:lnTo>
                  <a:lnTo>
                    <a:pt x="170" y="50"/>
                  </a:lnTo>
                  <a:lnTo>
                    <a:pt x="170" y="50"/>
                  </a:lnTo>
                  <a:lnTo>
                    <a:pt x="173" y="50"/>
                  </a:lnTo>
                  <a:lnTo>
                    <a:pt x="174" y="50"/>
                  </a:lnTo>
                  <a:lnTo>
                    <a:pt x="176" y="50"/>
                  </a:lnTo>
                  <a:lnTo>
                    <a:pt x="176" y="50"/>
                  </a:lnTo>
                  <a:lnTo>
                    <a:pt x="177" y="50"/>
                  </a:lnTo>
                  <a:lnTo>
                    <a:pt x="177" y="50"/>
                  </a:lnTo>
                  <a:lnTo>
                    <a:pt x="179" y="50"/>
                  </a:lnTo>
                  <a:lnTo>
                    <a:pt x="178" y="50"/>
                  </a:lnTo>
                  <a:lnTo>
                    <a:pt x="178" y="50"/>
                  </a:lnTo>
                  <a:lnTo>
                    <a:pt x="178" y="50"/>
                  </a:lnTo>
                  <a:lnTo>
                    <a:pt x="178" y="50"/>
                  </a:lnTo>
                  <a:lnTo>
                    <a:pt x="178" y="50"/>
                  </a:lnTo>
                  <a:lnTo>
                    <a:pt x="178" y="50"/>
                  </a:lnTo>
                  <a:lnTo>
                    <a:pt x="178" y="50"/>
                  </a:lnTo>
                  <a:lnTo>
                    <a:pt x="180" y="48"/>
                  </a:lnTo>
                  <a:lnTo>
                    <a:pt x="180" y="48"/>
                  </a:lnTo>
                  <a:lnTo>
                    <a:pt x="180" y="48"/>
                  </a:lnTo>
                  <a:lnTo>
                    <a:pt x="180" y="48"/>
                  </a:lnTo>
                  <a:lnTo>
                    <a:pt x="181" y="47"/>
                  </a:lnTo>
                  <a:lnTo>
                    <a:pt x="181" y="47"/>
                  </a:lnTo>
                  <a:lnTo>
                    <a:pt x="181" y="47"/>
                  </a:lnTo>
                  <a:lnTo>
                    <a:pt x="181" y="47"/>
                  </a:lnTo>
                  <a:lnTo>
                    <a:pt x="182" y="46"/>
                  </a:lnTo>
                  <a:lnTo>
                    <a:pt x="182" y="46"/>
                  </a:lnTo>
                  <a:lnTo>
                    <a:pt x="182" y="46"/>
                  </a:lnTo>
                  <a:lnTo>
                    <a:pt x="182" y="46"/>
                  </a:lnTo>
                  <a:lnTo>
                    <a:pt x="184" y="46"/>
                  </a:lnTo>
                  <a:lnTo>
                    <a:pt x="184" y="46"/>
                  </a:lnTo>
                  <a:lnTo>
                    <a:pt x="184" y="46"/>
                  </a:lnTo>
                  <a:lnTo>
                    <a:pt x="184" y="46"/>
                  </a:lnTo>
                  <a:lnTo>
                    <a:pt x="186" y="45"/>
                  </a:lnTo>
                  <a:lnTo>
                    <a:pt x="186" y="45"/>
                  </a:lnTo>
                  <a:lnTo>
                    <a:pt x="186" y="45"/>
                  </a:lnTo>
                  <a:lnTo>
                    <a:pt x="186" y="45"/>
                  </a:lnTo>
                  <a:lnTo>
                    <a:pt x="188" y="45"/>
                  </a:lnTo>
                  <a:lnTo>
                    <a:pt x="188" y="45"/>
                  </a:lnTo>
                  <a:lnTo>
                    <a:pt x="190" y="45"/>
                  </a:lnTo>
                  <a:lnTo>
                    <a:pt x="190" y="45"/>
                  </a:lnTo>
                  <a:lnTo>
                    <a:pt x="191" y="44"/>
                  </a:lnTo>
                  <a:lnTo>
                    <a:pt x="191" y="44"/>
                  </a:lnTo>
                  <a:lnTo>
                    <a:pt x="191" y="44"/>
                  </a:lnTo>
                  <a:lnTo>
                    <a:pt x="191" y="44"/>
                  </a:lnTo>
                  <a:lnTo>
                    <a:pt x="192" y="44"/>
                  </a:lnTo>
                  <a:lnTo>
                    <a:pt x="192" y="44"/>
                  </a:lnTo>
                  <a:lnTo>
                    <a:pt x="192" y="44"/>
                  </a:lnTo>
                  <a:lnTo>
                    <a:pt x="192" y="44"/>
                  </a:lnTo>
                  <a:lnTo>
                    <a:pt x="194" y="43"/>
                  </a:lnTo>
                  <a:lnTo>
                    <a:pt x="194" y="43"/>
                  </a:lnTo>
                  <a:lnTo>
                    <a:pt x="194" y="43"/>
                  </a:lnTo>
                  <a:lnTo>
                    <a:pt x="194" y="43"/>
                  </a:lnTo>
                  <a:lnTo>
                    <a:pt x="195" y="42"/>
                  </a:lnTo>
                  <a:lnTo>
                    <a:pt x="195" y="42"/>
                  </a:lnTo>
                  <a:lnTo>
                    <a:pt x="195" y="42"/>
                  </a:lnTo>
                  <a:lnTo>
                    <a:pt x="195" y="42"/>
                  </a:lnTo>
                  <a:lnTo>
                    <a:pt x="197" y="41"/>
                  </a:lnTo>
                  <a:lnTo>
                    <a:pt x="196" y="41"/>
                  </a:lnTo>
                  <a:lnTo>
                    <a:pt x="196" y="41"/>
                  </a:lnTo>
                  <a:lnTo>
                    <a:pt x="196" y="41"/>
                  </a:lnTo>
                  <a:lnTo>
                    <a:pt x="196" y="39"/>
                  </a:lnTo>
                  <a:lnTo>
                    <a:pt x="196" y="39"/>
                  </a:lnTo>
                  <a:lnTo>
                    <a:pt x="196" y="37"/>
                  </a:lnTo>
                  <a:lnTo>
                    <a:pt x="196" y="37"/>
                  </a:lnTo>
                  <a:lnTo>
                    <a:pt x="196" y="35"/>
                  </a:lnTo>
                  <a:lnTo>
                    <a:pt x="196" y="35"/>
                  </a:lnTo>
                  <a:lnTo>
                    <a:pt x="196" y="33"/>
                  </a:lnTo>
                  <a:lnTo>
                    <a:pt x="196" y="33"/>
                  </a:lnTo>
                  <a:lnTo>
                    <a:pt x="196" y="31"/>
                  </a:lnTo>
                  <a:lnTo>
                    <a:pt x="196" y="31"/>
                  </a:lnTo>
                  <a:lnTo>
                    <a:pt x="196" y="31"/>
                  </a:lnTo>
                  <a:lnTo>
                    <a:pt x="196" y="31"/>
                  </a:lnTo>
                  <a:lnTo>
                    <a:pt x="197" y="29"/>
                  </a:lnTo>
                  <a:lnTo>
                    <a:pt x="196" y="29"/>
                  </a:lnTo>
                  <a:lnTo>
                    <a:pt x="196" y="29"/>
                  </a:lnTo>
                  <a:lnTo>
                    <a:pt x="196" y="29"/>
                  </a:lnTo>
                  <a:lnTo>
                    <a:pt x="196" y="28"/>
                  </a:lnTo>
                  <a:lnTo>
                    <a:pt x="196" y="28"/>
                  </a:lnTo>
                  <a:lnTo>
                    <a:pt x="196" y="28"/>
                  </a:lnTo>
                  <a:lnTo>
                    <a:pt x="196" y="28"/>
                  </a:lnTo>
                  <a:lnTo>
                    <a:pt x="197" y="26"/>
                  </a:lnTo>
                  <a:lnTo>
                    <a:pt x="197" y="26"/>
                  </a:lnTo>
                  <a:lnTo>
                    <a:pt x="197" y="26"/>
                  </a:lnTo>
                  <a:lnTo>
                    <a:pt x="197" y="26"/>
                  </a:lnTo>
                  <a:lnTo>
                    <a:pt x="198" y="24"/>
                  </a:lnTo>
                  <a:lnTo>
                    <a:pt x="198" y="24"/>
                  </a:lnTo>
                  <a:lnTo>
                    <a:pt x="198" y="23"/>
                  </a:lnTo>
                  <a:lnTo>
                    <a:pt x="198" y="23"/>
                  </a:lnTo>
                  <a:lnTo>
                    <a:pt x="199" y="21"/>
                  </a:lnTo>
                  <a:lnTo>
                    <a:pt x="199" y="21"/>
                  </a:lnTo>
                  <a:lnTo>
                    <a:pt x="199" y="20"/>
                  </a:lnTo>
                  <a:lnTo>
                    <a:pt x="199" y="20"/>
                  </a:lnTo>
                  <a:lnTo>
                    <a:pt x="199" y="18"/>
                  </a:lnTo>
                  <a:lnTo>
                    <a:pt x="199" y="18"/>
                  </a:lnTo>
                  <a:lnTo>
                    <a:pt x="199" y="16"/>
                  </a:lnTo>
                  <a:lnTo>
                    <a:pt x="199" y="16"/>
                  </a:lnTo>
                  <a:lnTo>
                    <a:pt x="199" y="14"/>
                  </a:lnTo>
                  <a:lnTo>
                    <a:pt x="199" y="14"/>
                  </a:lnTo>
                  <a:lnTo>
                    <a:pt x="199" y="13"/>
                  </a:lnTo>
                  <a:lnTo>
                    <a:pt x="199" y="13"/>
                  </a:lnTo>
                  <a:lnTo>
                    <a:pt x="199" y="11"/>
                  </a:lnTo>
                  <a:lnTo>
                    <a:pt x="199" y="11"/>
                  </a:lnTo>
                  <a:lnTo>
                    <a:pt x="199" y="10"/>
                  </a:lnTo>
                  <a:lnTo>
                    <a:pt x="199" y="10"/>
                  </a:lnTo>
                  <a:lnTo>
                    <a:pt x="201" y="8"/>
                  </a:lnTo>
                  <a:lnTo>
                    <a:pt x="201" y="8"/>
                  </a:lnTo>
                  <a:lnTo>
                    <a:pt x="202" y="8"/>
                  </a:lnTo>
                  <a:lnTo>
                    <a:pt x="202" y="8"/>
                  </a:lnTo>
                  <a:lnTo>
                    <a:pt x="204" y="6"/>
                  </a:lnTo>
                  <a:lnTo>
                    <a:pt x="204" y="6"/>
                  </a:lnTo>
                  <a:lnTo>
                    <a:pt x="206" y="6"/>
                  </a:lnTo>
                  <a:lnTo>
                    <a:pt x="207" y="6"/>
                  </a:lnTo>
                  <a:lnTo>
                    <a:pt x="209" y="4"/>
                  </a:lnTo>
                  <a:lnTo>
                    <a:pt x="209" y="4"/>
                  </a:lnTo>
                  <a:lnTo>
                    <a:pt x="212" y="4"/>
                  </a:lnTo>
                  <a:lnTo>
                    <a:pt x="212" y="4"/>
                  </a:lnTo>
                  <a:lnTo>
                    <a:pt x="213" y="4"/>
                  </a:lnTo>
                  <a:lnTo>
                    <a:pt x="213" y="4"/>
                  </a:lnTo>
                  <a:lnTo>
                    <a:pt x="214" y="4"/>
                  </a:lnTo>
                  <a:lnTo>
                    <a:pt x="214" y="4"/>
                  </a:lnTo>
                  <a:lnTo>
                    <a:pt x="215" y="2"/>
                  </a:lnTo>
                  <a:lnTo>
                    <a:pt x="215" y="2"/>
                  </a:lnTo>
                  <a:lnTo>
                    <a:pt x="215" y="2"/>
                  </a:lnTo>
                  <a:lnTo>
                    <a:pt x="215" y="2"/>
                  </a:lnTo>
                  <a:lnTo>
                    <a:pt x="216" y="2"/>
                  </a:lnTo>
                  <a:lnTo>
                    <a:pt x="216" y="2"/>
                  </a:lnTo>
                  <a:lnTo>
                    <a:pt x="218" y="2"/>
                  </a:lnTo>
                  <a:lnTo>
                    <a:pt x="218" y="2"/>
                  </a:lnTo>
                  <a:lnTo>
                    <a:pt x="220" y="2"/>
                  </a:lnTo>
                  <a:lnTo>
                    <a:pt x="220" y="2"/>
                  </a:lnTo>
                  <a:lnTo>
                    <a:pt x="222" y="2"/>
                  </a:lnTo>
                  <a:lnTo>
                    <a:pt x="222" y="2"/>
                  </a:lnTo>
                  <a:lnTo>
                    <a:pt x="224" y="2"/>
                  </a:lnTo>
                  <a:lnTo>
                    <a:pt x="224" y="2"/>
                  </a:lnTo>
                  <a:lnTo>
                    <a:pt x="225" y="2"/>
                  </a:lnTo>
                  <a:lnTo>
                    <a:pt x="225" y="2"/>
                  </a:lnTo>
                  <a:lnTo>
                    <a:pt x="227" y="2"/>
                  </a:lnTo>
                  <a:lnTo>
                    <a:pt x="227" y="2"/>
                  </a:lnTo>
                  <a:lnTo>
                    <a:pt x="227" y="2"/>
                  </a:lnTo>
                  <a:lnTo>
                    <a:pt x="227" y="2"/>
                  </a:lnTo>
                  <a:lnTo>
                    <a:pt x="227" y="2"/>
                  </a:lnTo>
                  <a:lnTo>
                    <a:pt x="227" y="2"/>
                  </a:lnTo>
                  <a:lnTo>
                    <a:pt x="227" y="2"/>
                  </a:lnTo>
                  <a:lnTo>
                    <a:pt x="227" y="2"/>
                  </a:lnTo>
                  <a:lnTo>
                    <a:pt x="228" y="2"/>
                  </a:lnTo>
                  <a:lnTo>
                    <a:pt x="228" y="2"/>
                  </a:lnTo>
                  <a:lnTo>
                    <a:pt x="228" y="2"/>
                  </a:lnTo>
                  <a:lnTo>
                    <a:pt x="228" y="2"/>
                  </a:lnTo>
                  <a:lnTo>
                    <a:pt x="228" y="2"/>
                  </a:lnTo>
                  <a:lnTo>
                    <a:pt x="228" y="2"/>
                  </a:lnTo>
                  <a:lnTo>
                    <a:pt x="228" y="2"/>
                  </a:lnTo>
                  <a:lnTo>
                    <a:pt x="228" y="2"/>
                  </a:lnTo>
                  <a:lnTo>
                    <a:pt x="229" y="2"/>
                  </a:lnTo>
                  <a:lnTo>
                    <a:pt x="229" y="0"/>
                  </a:lnTo>
                  <a:lnTo>
                    <a:pt x="228" y="1"/>
                  </a:lnTo>
                  <a:lnTo>
                    <a:pt x="228" y="1"/>
                  </a:lnTo>
                  <a:lnTo>
                    <a:pt x="228" y="2"/>
                  </a:lnTo>
                  <a:lnTo>
                    <a:pt x="228" y="2"/>
                  </a:lnTo>
                  <a:lnTo>
                    <a:pt x="228" y="4"/>
                  </a:lnTo>
                  <a:lnTo>
                    <a:pt x="228" y="4"/>
                  </a:lnTo>
                  <a:lnTo>
                    <a:pt x="228" y="5"/>
                  </a:lnTo>
                  <a:lnTo>
                    <a:pt x="228" y="5"/>
                  </a:lnTo>
                  <a:lnTo>
                    <a:pt x="228" y="7"/>
                  </a:lnTo>
                  <a:lnTo>
                    <a:pt x="228" y="7"/>
                  </a:lnTo>
                  <a:lnTo>
                    <a:pt x="228" y="9"/>
                  </a:lnTo>
                  <a:lnTo>
                    <a:pt x="228" y="9"/>
                  </a:lnTo>
                  <a:lnTo>
                    <a:pt x="228" y="11"/>
                  </a:lnTo>
                  <a:lnTo>
                    <a:pt x="228" y="11"/>
                  </a:lnTo>
                  <a:lnTo>
                    <a:pt x="228" y="11"/>
                  </a:lnTo>
                  <a:lnTo>
                    <a:pt x="229" y="11"/>
                  </a:lnTo>
                  <a:lnTo>
                    <a:pt x="229" y="13"/>
                  </a:lnTo>
                  <a:lnTo>
                    <a:pt x="229" y="13"/>
                  </a:lnTo>
                  <a:lnTo>
                    <a:pt x="229" y="14"/>
                  </a:lnTo>
                  <a:lnTo>
                    <a:pt x="230" y="14"/>
                  </a:lnTo>
                  <a:lnTo>
                    <a:pt x="230" y="16"/>
                  </a:lnTo>
                  <a:lnTo>
                    <a:pt x="230" y="16"/>
                  </a:lnTo>
                  <a:lnTo>
                    <a:pt x="230" y="16"/>
                  </a:lnTo>
                  <a:lnTo>
                    <a:pt x="232" y="16"/>
                  </a:lnTo>
                  <a:lnTo>
                    <a:pt x="232" y="18"/>
                  </a:lnTo>
                  <a:lnTo>
                    <a:pt x="232" y="18"/>
                  </a:lnTo>
                  <a:lnTo>
                    <a:pt x="232" y="18"/>
                  </a:lnTo>
                  <a:lnTo>
                    <a:pt x="234" y="18"/>
                  </a:lnTo>
                  <a:lnTo>
                    <a:pt x="234" y="19"/>
                  </a:lnTo>
                  <a:lnTo>
                    <a:pt x="234" y="19"/>
                  </a:lnTo>
                  <a:lnTo>
                    <a:pt x="234" y="19"/>
                  </a:lnTo>
                  <a:lnTo>
                    <a:pt x="236" y="19"/>
                  </a:lnTo>
                  <a:lnTo>
                    <a:pt x="236" y="19"/>
                  </a:lnTo>
                  <a:lnTo>
                    <a:pt x="236" y="19"/>
                  </a:lnTo>
                  <a:lnTo>
                    <a:pt x="236" y="19"/>
                  </a:lnTo>
                  <a:lnTo>
                    <a:pt x="236" y="19"/>
                  </a:lnTo>
                  <a:lnTo>
                    <a:pt x="236" y="19"/>
                  </a:lnTo>
                  <a:lnTo>
                    <a:pt x="236" y="19"/>
                  </a:lnTo>
                  <a:lnTo>
                    <a:pt x="236" y="19"/>
                  </a:lnTo>
                  <a:lnTo>
                    <a:pt x="236" y="17"/>
                  </a:lnTo>
                  <a:lnTo>
                    <a:pt x="236" y="17"/>
                  </a:lnTo>
                  <a:lnTo>
                    <a:pt x="236" y="17"/>
                  </a:lnTo>
                  <a:lnTo>
                    <a:pt x="236" y="17"/>
                  </a:lnTo>
                  <a:lnTo>
                    <a:pt x="236" y="16"/>
                  </a:lnTo>
                  <a:lnTo>
                    <a:pt x="236" y="16"/>
                  </a:lnTo>
                  <a:lnTo>
                    <a:pt x="236" y="16"/>
                  </a:lnTo>
                  <a:lnTo>
                    <a:pt x="236" y="16"/>
                  </a:lnTo>
                  <a:lnTo>
                    <a:pt x="239" y="14"/>
                  </a:lnTo>
                  <a:lnTo>
                    <a:pt x="239" y="14"/>
                  </a:lnTo>
                  <a:lnTo>
                    <a:pt x="239" y="14"/>
                  </a:lnTo>
                  <a:lnTo>
                    <a:pt x="239" y="14"/>
                  </a:lnTo>
                  <a:lnTo>
                    <a:pt x="239" y="14"/>
                  </a:lnTo>
                  <a:lnTo>
                    <a:pt x="239" y="14"/>
                  </a:lnTo>
                  <a:lnTo>
                    <a:pt x="239" y="14"/>
                  </a:lnTo>
                  <a:lnTo>
                    <a:pt x="239" y="14"/>
                  </a:lnTo>
                  <a:lnTo>
                    <a:pt x="241" y="14"/>
                  </a:lnTo>
                  <a:lnTo>
                    <a:pt x="241" y="14"/>
                  </a:lnTo>
                  <a:lnTo>
                    <a:pt x="241" y="14"/>
                  </a:lnTo>
                  <a:lnTo>
                    <a:pt x="241" y="14"/>
                  </a:lnTo>
                  <a:lnTo>
                    <a:pt x="242" y="14"/>
                  </a:lnTo>
                  <a:lnTo>
                    <a:pt x="242" y="14"/>
                  </a:lnTo>
                  <a:lnTo>
                    <a:pt x="242" y="14"/>
                  </a:lnTo>
                  <a:lnTo>
                    <a:pt x="242" y="14"/>
                  </a:lnTo>
                  <a:lnTo>
                    <a:pt x="244" y="14"/>
                  </a:lnTo>
                  <a:lnTo>
                    <a:pt x="244" y="16"/>
                  </a:lnTo>
                  <a:lnTo>
                    <a:pt x="244" y="16"/>
                  </a:lnTo>
                  <a:lnTo>
                    <a:pt x="244" y="18"/>
                  </a:lnTo>
                  <a:lnTo>
                    <a:pt x="244" y="18"/>
                  </a:lnTo>
                  <a:lnTo>
                    <a:pt x="244" y="20"/>
                  </a:lnTo>
                  <a:lnTo>
                    <a:pt x="244" y="20"/>
                  </a:lnTo>
                  <a:lnTo>
                    <a:pt x="244" y="20"/>
                  </a:lnTo>
                  <a:lnTo>
                    <a:pt x="244" y="20"/>
                  </a:lnTo>
                  <a:lnTo>
                    <a:pt x="244" y="22"/>
                  </a:lnTo>
                  <a:lnTo>
                    <a:pt x="244" y="22"/>
                  </a:lnTo>
                  <a:lnTo>
                    <a:pt x="244" y="23"/>
                  </a:lnTo>
                  <a:lnTo>
                    <a:pt x="244" y="23"/>
                  </a:lnTo>
                  <a:lnTo>
                    <a:pt x="244" y="24"/>
                  </a:lnTo>
                  <a:lnTo>
                    <a:pt x="244" y="24"/>
                  </a:lnTo>
                  <a:lnTo>
                    <a:pt x="244" y="24"/>
                  </a:lnTo>
                  <a:lnTo>
                    <a:pt x="246" y="24"/>
                  </a:lnTo>
                  <a:lnTo>
                    <a:pt x="246" y="26"/>
                  </a:lnTo>
                  <a:lnTo>
                    <a:pt x="246" y="26"/>
                  </a:lnTo>
                  <a:lnTo>
                    <a:pt x="246" y="26"/>
                  </a:lnTo>
                  <a:lnTo>
                    <a:pt x="246" y="26"/>
                  </a:lnTo>
                  <a:lnTo>
                    <a:pt x="246" y="28"/>
                  </a:lnTo>
                  <a:lnTo>
                    <a:pt x="246" y="28"/>
                  </a:lnTo>
                  <a:lnTo>
                    <a:pt x="246" y="28"/>
                  </a:lnTo>
                  <a:lnTo>
                    <a:pt x="249" y="28"/>
                  </a:lnTo>
                  <a:lnTo>
                    <a:pt x="249" y="29"/>
                  </a:lnTo>
                  <a:lnTo>
                    <a:pt x="249" y="29"/>
                  </a:lnTo>
                  <a:lnTo>
                    <a:pt x="249" y="29"/>
                  </a:lnTo>
                  <a:lnTo>
                    <a:pt x="249" y="29"/>
                  </a:lnTo>
                  <a:lnTo>
                    <a:pt x="249" y="29"/>
                  </a:lnTo>
                  <a:lnTo>
                    <a:pt x="249" y="29"/>
                  </a:lnTo>
                  <a:lnTo>
                    <a:pt x="249" y="29"/>
                  </a:lnTo>
                  <a:lnTo>
                    <a:pt x="251" y="29"/>
                  </a:lnTo>
                  <a:lnTo>
                    <a:pt x="251" y="29"/>
                  </a:lnTo>
                  <a:lnTo>
                    <a:pt x="251" y="29"/>
                  </a:lnTo>
                  <a:lnTo>
                    <a:pt x="251" y="29"/>
                  </a:lnTo>
                  <a:lnTo>
                    <a:pt x="253" y="29"/>
                  </a:lnTo>
                  <a:lnTo>
                    <a:pt x="253" y="29"/>
                  </a:lnTo>
                  <a:lnTo>
                    <a:pt x="253" y="29"/>
                  </a:lnTo>
                  <a:lnTo>
                    <a:pt x="253" y="29"/>
                  </a:lnTo>
                  <a:lnTo>
                    <a:pt x="255" y="29"/>
                  </a:lnTo>
                  <a:lnTo>
                    <a:pt x="255" y="29"/>
                  </a:lnTo>
                  <a:lnTo>
                    <a:pt x="255" y="29"/>
                  </a:lnTo>
                  <a:lnTo>
                    <a:pt x="255" y="29"/>
                  </a:lnTo>
                  <a:lnTo>
                    <a:pt x="256" y="29"/>
                  </a:lnTo>
                  <a:lnTo>
                    <a:pt x="256" y="29"/>
                  </a:lnTo>
                  <a:lnTo>
                    <a:pt x="256" y="29"/>
                  </a:lnTo>
                  <a:lnTo>
                    <a:pt x="256" y="29"/>
                  </a:lnTo>
                  <a:lnTo>
                    <a:pt x="258" y="29"/>
                  </a:lnTo>
                  <a:lnTo>
                    <a:pt x="258" y="31"/>
                  </a:lnTo>
                  <a:lnTo>
                    <a:pt x="258" y="31"/>
                  </a:lnTo>
                  <a:lnTo>
                    <a:pt x="258" y="33"/>
                  </a:lnTo>
                  <a:lnTo>
                    <a:pt x="259" y="33"/>
                  </a:lnTo>
                  <a:lnTo>
                    <a:pt x="259" y="35"/>
                  </a:lnTo>
                  <a:lnTo>
                    <a:pt x="259" y="35"/>
                  </a:lnTo>
                  <a:lnTo>
                    <a:pt x="259" y="35"/>
                  </a:lnTo>
                  <a:lnTo>
                    <a:pt x="261" y="35"/>
                  </a:lnTo>
                  <a:lnTo>
                    <a:pt x="261" y="36"/>
                  </a:lnTo>
                  <a:lnTo>
                    <a:pt x="261" y="36"/>
                  </a:lnTo>
                  <a:lnTo>
                    <a:pt x="261" y="36"/>
                  </a:lnTo>
                  <a:lnTo>
                    <a:pt x="262" y="36"/>
                  </a:lnTo>
                  <a:lnTo>
                    <a:pt x="262" y="38"/>
                  </a:lnTo>
                  <a:lnTo>
                    <a:pt x="262" y="38"/>
                  </a:lnTo>
                  <a:lnTo>
                    <a:pt x="262" y="38"/>
                  </a:lnTo>
                  <a:lnTo>
                    <a:pt x="264" y="38"/>
                  </a:lnTo>
                  <a:lnTo>
                    <a:pt x="264" y="39"/>
                  </a:lnTo>
                  <a:lnTo>
                    <a:pt x="264" y="39"/>
                  </a:lnTo>
                  <a:lnTo>
                    <a:pt x="264" y="39"/>
                  </a:lnTo>
                  <a:lnTo>
                    <a:pt x="265" y="39"/>
                  </a:lnTo>
                  <a:lnTo>
                    <a:pt x="265" y="39"/>
                  </a:lnTo>
                  <a:lnTo>
                    <a:pt x="267" y="39"/>
                  </a:lnTo>
                  <a:lnTo>
                    <a:pt x="267" y="39"/>
                  </a:lnTo>
                  <a:lnTo>
                    <a:pt x="269" y="39"/>
                  </a:lnTo>
                  <a:lnTo>
                    <a:pt x="269" y="40"/>
                  </a:lnTo>
                  <a:lnTo>
                    <a:pt x="270" y="40"/>
                  </a:lnTo>
                  <a:lnTo>
                    <a:pt x="270" y="40"/>
                  </a:lnTo>
                  <a:lnTo>
                    <a:pt x="272" y="40"/>
                  </a:lnTo>
                  <a:lnTo>
                    <a:pt x="272" y="40"/>
                  </a:lnTo>
                  <a:lnTo>
                    <a:pt x="272" y="40"/>
                  </a:lnTo>
                  <a:lnTo>
                    <a:pt x="272" y="40"/>
                  </a:lnTo>
                  <a:lnTo>
                    <a:pt x="274" y="40"/>
                  </a:lnTo>
                  <a:lnTo>
                    <a:pt x="274" y="41"/>
                  </a:lnTo>
                  <a:lnTo>
                    <a:pt x="274" y="41"/>
                  </a:lnTo>
                  <a:lnTo>
                    <a:pt x="274" y="41"/>
                  </a:lnTo>
                  <a:lnTo>
                    <a:pt x="274" y="41"/>
                  </a:lnTo>
                  <a:lnTo>
                    <a:pt x="274" y="42"/>
                  </a:lnTo>
                  <a:lnTo>
                    <a:pt x="274" y="42"/>
                  </a:lnTo>
                  <a:lnTo>
                    <a:pt x="274" y="42"/>
                  </a:lnTo>
                  <a:lnTo>
                    <a:pt x="276" y="42"/>
                  </a:lnTo>
                  <a:lnTo>
                    <a:pt x="276" y="44"/>
                  </a:lnTo>
                  <a:lnTo>
                    <a:pt x="276" y="44"/>
                  </a:lnTo>
                  <a:lnTo>
                    <a:pt x="276" y="44"/>
                  </a:lnTo>
                  <a:lnTo>
                    <a:pt x="276" y="44"/>
                  </a:lnTo>
                  <a:lnTo>
                    <a:pt x="276" y="44"/>
                  </a:lnTo>
                  <a:lnTo>
                    <a:pt x="276" y="44"/>
                  </a:lnTo>
                  <a:lnTo>
                    <a:pt x="276" y="44"/>
                  </a:lnTo>
                  <a:lnTo>
                    <a:pt x="278" y="44"/>
                  </a:lnTo>
                  <a:lnTo>
                    <a:pt x="275" y="44"/>
                  </a:lnTo>
                  <a:lnTo>
                    <a:pt x="275" y="44"/>
                  </a:lnTo>
                  <a:lnTo>
                    <a:pt x="275" y="44"/>
                  </a:lnTo>
                  <a:lnTo>
                    <a:pt x="275" y="44"/>
                  </a:lnTo>
                  <a:lnTo>
                    <a:pt x="273" y="44"/>
                  </a:lnTo>
                  <a:lnTo>
                    <a:pt x="273" y="44"/>
                  </a:lnTo>
                  <a:lnTo>
                    <a:pt x="273" y="44"/>
                  </a:lnTo>
                  <a:lnTo>
                    <a:pt x="273" y="44"/>
                  </a:lnTo>
                  <a:lnTo>
                    <a:pt x="271" y="44"/>
                  </a:lnTo>
                  <a:lnTo>
                    <a:pt x="271" y="44"/>
                  </a:lnTo>
                  <a:lnTo>
                    <a:pt x="271" y="44"/>
                  </a:lnTo>
                  <a:lnTo>
                    <a:pt x="271" y="44"/>
                  </a:lnTo>
                  <a:lnTo>
                    <a:pt x="270" y="44"/>
                  </a:lnTo>
                  <a:lnTo>
                    <a:pt x="270" y="44"/>
                  </a:lnTo>
                  <a:lnTo>
                    <a:pt x="270" y="44"/>
                  </a:lnTo>
                  <a:lnTo>
                    <a:pt x="270" y="44"/>
                  </a:lnTo>
                  <a:lnTo>
                    <a:pt x="270" y="46"/>
                  </a:lnTo>
                  <a:lnTo>
                    <a:pt x="270" y="46"/>
                  </a:lnTo>
                  <a:lnTo>
                    <a:pt x="270" y="47"/>
                  </a:lnTo>
                  <a:lnTo>
                    <a:pt x="270" y="47"/>
                  </a:lnTo>
                  <a:lnTo>
                    <a:pt x="270" y="49"/>
                  </a:lnTo>
                  <a:lnTo>
                    <a:pt x="270" y="49"/>
                  </a:lnTo>
                  <a:lnTo>
                    <a:pt x="270" y="49"/>
                  </a:lnTo>
                  <a:lnTo>
                    <a:pt x="270" y="49"/>
                  </a:lnTo>
                  <a:lnTo>
                    <a:pt x="270" y="51"/>
                  </a:lnTo>
                  <a:lnTo>
                    <a:pt x="270" y="51"/>
                  </a:lnTo>
                  <a:lnTo>
                    <a:pt x="270" y="51"/>
                  </a:lnTo>
                  <a:lnTo>
                    <a:pt x="270" y="51"/>
                  </a:lnTo>
                  <a:lnTo>
                    <a:pt x="270" y="53"/>
                  </a:lnTo>
                  <a:lnTo>
                    <a:pt x="270" y="53"/>
                  </a:lnTo>
                  <a:lnTo>
                    <a:pt x="270" y="53"/>
                  </a:lnTo>
                  <a:lnTo>
                    <a:pt x="272" y="53"/>
                  </a:lnTo>
                  <a:lnTo>
                    <a:pt x="272" y="55"/>
                  </a:lnTo>
                  <a:lnTo>
                    <a:pt x="272" y="55"/>
                  </a:lnTo>
                  <a:lnTo>
                    <a:pt x="272" y="55"/>
                  </a:lnTo>
                  <a:lnTo>
                    <a:pt x="273" y="55"/>
                  </a:lnTo>
                  <a:lnTo>
                    <a:pt x="273" y="55"/>
                  </a:lnTo>
                  <a:lnTo>
                    <a:pt x="273" y="55"/>
                  </a:lnTo>
                  <a:lnTo>
                    <a:pt x="273" y="55"/>
                  </a:lnTo>
                  <a:lnTo>
                    <a:pt x="275" y="55"/>
                  </a:lnTo>
                  <a:lnTo>
                    <a:pt x="275" y="57"/>
                  </a:lnTo>
                  <a:lnTo>
                    <a:pt x="275" y="57"/>
                  </a:lnTo>
                  <a:lnTo>
                    <a:pt x="275" y="57"/>
                  </a:lnTo>
                  <a:lnTo>
                    <a:pt x="277" y="57"/>
                  </a:lnTo>
                  <a:lnTo>
                    <a:pt x="277" y="57"/>
                  </a:lnTo>
                  <a:lnTo>
                    <a:pt x="278" y="57"/>
                  </a:lnTo>
                  <a:lnTo>
                    <a:pt x="278" y="57"/>
                  </a:lnTo>
                  <a:lnTo>
                    <a:pt x="279" y="57"/>
                  </a:lnTo>
                  <a:lnTo>
                    <a:pt x="279" y="57"/>
                  </a:lnTo>
                  <a:lnTo>
                    <a:pt x="279" y="57"/>
                  </a:lnTo>
                  <a:lnTo>
                    <a:pt x="279" y="57"/>
                  </a:lnTo>
                  <a:lnTo>
                    <a:pt x="279" y="57"/>
                  </a:lnTo>
                  <a:lnTo>
                    <a:pt x="279" y="57"/>
                  </a:lnTo>
                  <a:lnTo>
                    <a:pt x="279" y="57"/>
                  </a:lnTo>
                  <a:lnTo>
                    <a:pt x="279" y="57"/>
                  </a:lnTo>
                  <a:lnTo>
                    <a:pt x="281" y="55"/>
                  </a:lnTo>
                  <a:lnTo>
                    <a:pt x="281" y="55"/>
                  </a:lnTo>
                  <a:lnTo>
                    <a:pt x="281" y="55"/>
                  </a:lnTo>
                  <a:lnTo>
                    <a:pt x="281" y="55"/>
                  </a:lnTo>
                  <a:lnTo>
                    <a:pt x="283" y="53"/>
                  </a:lnTo>
                  <a:lnTo>
                    <a:pt x="283" y="53"/>
                  </a:lnTo>
                  <a:lnTo>
                    <a:pt x="283" y="52"/>
                  </a:lnTo>
                  <a:lnTo>
                    <a:pt x="283" y="52"/>
                  </a:lnTo>
                  <a:lnTo>
                    <a:pt x="285" y="50"/>
                  </a:lnTo>
                  <a:lnTo>
                    <a:pt x="285" y="50"/>
                  </a:lnTo>
                  <a:lnTo>
                    <a:pt x="285" y="50"/>
                  </a:lnTo>
                  <a:lnTo>
                    <a:pt x="285" y="50"/>
                  </a:lnTo>
                  <a:lnTo>
                    <a:pt x="285" y="50"/>
                  </a:lnTo>
                  <a:lnTo>
                    <a:pt x="285" y="50"/>
                  </a:lnTo>
                  <a:lnTo>
                    <a:pt x="285" y="50"/>
                  </a:lnTo>
                  <a:lnTo>
                    <a:pt x="285" y="50"/>
                  </a:lnTo>
                  <a:lnTo>
                    <a:pt x="285" y="49"/>
                  </a:lnTo>
                  <a:lnTo>
                    <a:pt x="285" y="49"/>
                  </a:lnTo>
                  <a:lnTo>
                    <a:pt x="285" y="49"/>
                  </a:lnTo>
                  <a:lnTo>
                    <a:pt x="285" y="49"/>
                  </a:lnTo>
                  <a:lnTo>
                    <a:pt x="285" y="48"/>
                  </a:lnTo>
                  <a:lnTo>
                    <a:pt x="285" y="48"/>
                  </a:lnTo>
                  <a:lnTo>
                    <a:pt x="285" y="48"/>
                  </a:lnTo>
                  <a:lnTo>
                    <a:pt x="285" y="48"/>
                  </a:lnTo>
                  <a:lnTo>
                    <a:pt x="286" y="47"/>
                  </a:lnTo>
                  <a:lnTo>
                    <a:pt x="286" y="47"/>
                  </a:lnTo>
                  <a:lnTo>
                    <a:pt x="286" y="47"/>
                  </a:lnTo>
                  <a:lnTo>
                    <a:pt x="286" y="47"/>
                  </a:lnTo>
                  <a:lnTo>
                    <a:pt x="286" y="47"/>
                  </a:lnTo>
                  <a:lnTo>
                    <a:pt x="286" y="47"/>
                  </a:lnTo>
                  <a:lnTo>
                    <a:pt x="286" y="47"/>
                  </a:lnTo>
                  <a:lnTo>
                    <a:pt x="286" y="47"/>
                  </a:lnTo>
                  <a:lnTo>
                    <a:pt x="288" y="46"/>
                  </a:lnTo>
                  <a:lnTo>
                    <a:pt x="288" y="46"/>
                  </a:lnTo>
                  <a:lnTo>
                    <a:pt x="288" y="46"/>
                  </a:lnTo>
                  <a:lnTo>
                    <a:pt x="288" y="46"/>
                  </a:lnTo>
                  <a:lnTo>
                    <a:pt x="289" y="46"/>
                  </a:lnTo>
                  <a:lnTo>
                    <a:pt x="289" y="46"/>
                  </a:lnTo>
                  <a:lnTo>
                    <a:pt x="289" y="46"/>
                  </a:lnTo>
                  <a:lnTo>
                    <a:pt x="289" y="46"/>
                  </a:lnTo>
                  <a:lnTo>
                    <a:pt x="291" y="46"/>
                  </a:lnTo>
                  <a:lnTo>
                    <a:pt x="290" y="48"/>
                  </a:lnTo>
                  <a:lnTo>
                    <a:pt x="290" y="48"/>
                  </a:lnTo>
                  <a:lnTo>
                    <a:pt x="290" y="50"/>
                  </a:lnTo>
                  <a:lnTo>
                    <a:pt x="290" y="50"/>
                  </a:lnTo>
                  <a:lnTo>
                    <a:pt x="290" y="52"/>
                  </a:lnTo>
                  <a:lnTo>
                    <a:pt x="290" y="52"/>
                  </a:lnTo>
                  <a:lnTo>
                    <a:pt x="290" y="54"/>
                  </a:lnTo>
                  <a:lnTo>
                    <a:pt x="290" y="54"/>
                  </a:lnTo>
                  <a:lnTo>
                    <a:pt x="290" y="56"/>
                  </a:lnTo>
                  <a:lnTo>
                    <a:pt x="290" y="57"/>
                  </a:lnTo>
                  <a:lnTo>
                    <a:pt x="290" y="58"/>
                  </a:lnTo>
                  <a:lnTo>
                    <a:pt x="290" y="58"/>
                  </a:lnTo>
                  <a:lnTo>
                    <a:pt x="290" y="60"/>
                  </a:lnTo>
                  <a:lnTo>
                    <a:pt x="290" y="60"/>
                  </a:lnTo>
                  <a:lnTo>
                    <a:pt x="290" y="61"/>
                  </a:lnTo>
                  <a:lnTo>
                    <a:pt x="290" y="61"/>
                  </a:lnTo>
                  <a:lnTo>
                    <a:pt x="290" y="63"/>
                  </a:lnTo>
                  <a:lnTo>
                    <a:pt x="290" y="63"/>
                  </a:lnTo>
                  <a:lnTo>
                    <a:pt x="290" y="63"/>
                  </a:lnTo>
                  <a:lnTo>
                    <a:pt x="292" y="63"/>
                  </a:lnTo>
                  <a:lnTo>
                    <a:pt x="292" y="65"/>
                  </a:lnTo>
                  <a:lnTo>
                    <a:pt x="292" y="65"/>
                  </a:lnTo>
                  <a:lnTo>
                    <a:pt x="292" y="65"/>
                  </a:lnTo>
                  <a:lnTo>
                    <a:pt x="294" y="65"/>
                  </a:lnTo>
                  <a:lnTo>
                    <a:pt x="294" y="66"/>
                  </a:lnTo>
                  <a:lnTo>
                    <a:pt x="294" y="66"/>
                  </a:lnTo>
                  <a:lnTo>
                    <a:pt x="294" y="66"/>
                  </a:lnTo>
                  <a:lnTo>
                    <a:pt x="296" y="66"/>
                  </a:lnTo>
                  <a:lnTo>
                    <a:pt x="296" y="68"/>
                  </a:lnTo>
                  <a:lnTo>
                    <a:pt x="297" y="68"/>
                  </a:lnTo>
                  <a:lnTo>
                    <a:pt x="297" y="68"/>
                  </a:lnTo>
                  <a:lnTo>
                    <a:pt x="299" y="68"/>
                  </a:lnTo>
                  <a:lnTo>
                    <a:pt x="299" y="70"/>
                  </a:lnTo>
                  <a:lnTo>
                    <a:pt x="299" y="70"/>
                  </a:lnTo>
                  <a:lnTo>
                    <a:pt x="299" y="70"/>
                  </a:lnTo>
                  <a:lnTo>
                    <a:pt x="300" y="70"/>
                  </a:lnTo>
                  <a:lnTo>
                    <a:pt x="300" y="72"/>
                  </a:lnTo>
                  <a:lnTo>
                    <a:pt x="300" y="72"/>
                  </a:lnTo>
                  <a:lnTo>
                    <a:pt x="300" y="72"/>
                  </a:lnTo>
                  <a:lnTo>
                    <a:pt x="302" y="72"/>
                  </a:lnTo>
                  <a:lnTo>
                    <a:pt x="302" y="74"/>
                  </a:lnTo>
                  <a:lnTo>
                    <a:pt x="302" y="74"/>
                  </a:lnTo>
                  <a:lnTo>
                    <a:pt x="302" y="75"/>
                  </a:lnTo>
                  <a:lnTo>
                    <a:pt x="304" y="75"/>
                  </a:lnTo>
                  <a:lnTo>
                    <a:pt x="304" y="77"/>
                  </a:lnTo>
                  <a:lnTo>
                    <a:pt x="305" y="77"/>
                  </a:lnTo>
                  <a:lnTo>
                    <a:pt x="305" y="77"/>
                  </a:lnTo>
                  <a:lnTo>
                    <a:pt x="307" y="77"/>
                  </a:lnTo>
                  <a:lnTo>
                    <a:pt x="307" y="77"/>
                  </a:lnTo>
                  <a:lnTo>
                    <a:pt x="307" y="77"/>
                  </a:lnTo>
                  <a:lnTo>
                    <a:pt x="307" y="77"/>
                  </a:lnTo>
                  <a:lnTo>
                    <a:pt x="309" y="77"/>
                  </a:lnTo>
                  <a:lnTo>
                    <a:pt x="309" y="77"/>
                  </a:lnTo>
                  <a:lnTo>
                    <a:pt x="310" y="77"/>
                  </a:lnTo>
                  <a:lnTo>
                    <a:pt x="310" y="77"/>
                  </a:lnTo>
                  <a:lnTo>
                    <a:pt x="312" y="77"/>
                  </a:lnTo>
                  <a:lnTo>
                    <a:pt x="312" y="77"/>
                  </a:lnTo>
                  <a:lnTo>
                    <a:pt x="313" y="77"/>
                  </a:lnTo>
                  <a:lnTo>
                    <a:pt x="313" y="77"/>
                  </a:lnTo>
                  <a:lnTo>
                    <a:pt x="315" y="77"/>
                  </a:lnTo>
                  <a:lnTo>
                    <a:pt x="315" y="77"/>
                  </a:lnTo>
                  <a:lnTo>
                    <a:pt x="316" y="77"/>
                  </a:lnTo>
                  <a:lnTo>
                    <a:pt x="316" y="77"/>
                  </a:lnTo>
                  <a:lnTo>
                    <a:pt x="318" y="75"/>
                  </a:lnTo>
                  <a:lnTo>
                    <a:pt x="318" y="75"/>
                  </a:lnTo>
                  <a:lnTo>
                    <a:pt x="318" y="77"/>
                  </a:lnTo>
                  <a:lnTo>
                    <a:pt x="318" y="77"/>
                  </a:lnTo>
                  <a:lnTo>
                    <a:pt x="318" y="77"/>
                  </a:lnTo>
                  <a:lnTo>
                    <a:pt x="319" y="77"/>
                  </a:lnTo>
                  <a:lnTo>
                    <a:pt x="319" y="78"/>
                  </a:lnTo>
                  <a:lnTo>
                    <a:pt x="319" y="78"/>
                  </a:lnTo>
                  <a:lnTo>
                    <a:pt x="319" y="78"/>
                  </a:lnTo>
                  <a:lnTo>
                    <a:pt x="321" y="78"/>
                  </a:lnTo>
                  <a:lnTo>
                    <a:pt x="321" y="79"/>
                  </a:lnTo>
                  <a:lnTo>
                    <a:pt x="321" y="79"/>
                  </a:lnTo>
                  <a:lnTo>
                    <a:pt x="321" y="79"/>
                  </a:lnTo>
                  <a:lnTo>
                    <a:pt x="323" y="79"/>
                  </a:lnTo>
                  <a:lnTo>
                    <a:pt x="323" y="79"/>
                  </a:lnTo>
                  <a:lnTo>
                    <a:pt x="323" y="79"/>
                  </a:lnTo>
                  <a:lnTo>
                    <a:pt x="323" y="79"/>
                  </a:lnTo>
                  <a:lnTo>
                    <a:pt x="325" y="79"/>
                  </a:lnTo>
                  <a:lnTo>
                    <a:pt x="325" y="79"/>
                  </a:lnTo>
                  <a:lnTo>
                    <a:pt x="325" y="79"/>
                  </a:lnTo>
                  <a:lnTo>
                    <a:pt x="325" y="79"/>
                  </a:lnTo>
                  <a:lnTo>
                    <a:pt x="325" y="79"/>
                  </a:lnTo>
                  <a:lnTo>
                    <a:pt x="325" y="79"/>
                  </a:lnTo>
                  <a:lnTo>
                    <a:pt x="325" y="79"/>
                  </a:lnTo>
                  <a:lnTo>
                    <a:pt x="325" y="79"/>
                  </a:lnTo>
                  <a:lnTo>
                    <a:pt x="325" y="78"/>
                  </a:lnTo>
                  <a:lnTo>
                    <a:pt x="325" y="78"/>
                  </a:lnTo>
                  <a:lnTo>
                    <a:pt x="325" y="78"/>
                  </a:lnTo>
                  <a:lnTo>
                    <a:pt x="325" y="78"/>
                  </a:lnTo>
                  <a:lnTo>
                    <a:pt x="325" y="77"/>
                  </a:lnTo>
                  <a:lnTo>
                    <a:pt x="325" y="77"/>
                  </a:lnTo>
                  <a:lnTo>
                    <a:pt x="325" y="77"/>
                  </a:lnTo>
                  <a:lnTo>
                    <a:pt x="325" y="77"/>
                  </a:lnTo>
                  <a:lnTo>
                    <a:pt x="325" y="75"/>
                  </a:lnTo>
                  <a:lnTo>
                    <a:pt x="325" y="77"/>
                  </a:lnTo>
                  <a:lnTo>
                    <a:pt x="325" y="77"/>
                  </a:lnTo>
                  <a:lnTo>
                    <a:pt x="325" y="77"/>
                  </a:lnTo>
                  <a:lnTo>
                    <a:pt x="325" y="77"/>
                  </a:lnTo>
                  <a:lnTo>
                    <a:pt x="325" y="77"/>
                  </a:lnTo>
                  <a:lnTo>
                    <a:pt x="325" y="77"/>
                  </a:lnTo>
                  <a:lnTo>
                    <a:pt x="325" y="77"/>
                  </a:lnTo>
                  <a:lnTo>
                    <a:pt x="327" y="77"/>
                  </a:lnTo>
                  <a:lnTo>
                    <a:pt x="327" y="77"/>
                  </a:lnTo>
                  <a:lnTo>
                    <a:pt x="327" y="77"/>
                  </a:lnTo>
                  <a:lnTo>
                    <a:pt x="327" y="77"/>
                  </a:lnTo>
                  <a:lnTo>
                    <a:pt x="328" y="77"/>
                  </a:lnTo>
                  <a:lnTo>
                    <a:pt x="328" y="77"/>
                  </a:lnTo>
                  <a:lnTo>
                    <a:pt x="328" y="77"/>
                  </a:lnTo>
                  <a:lnTo>
                    <a:pt x="328" y="77"/>
                  </a:lnTo>
                  <a:lnTo>
                    <a:pt x="329" y="77"/>
                  </a:lnTo>
                  <a:lnTo>
                    <a:pt x="330" y="79"/>
                  </a:lnTo>
                  <a:lnTo>
                    <a:pt x="330" y="81"/>
                  </a:lnTo>
                  <a:lnTo>
                    <a:pt x="330" y="81"/>
                  </a:lnTo>
                  <a:lnTo>
                    <a:pt x="330" y="81"/>
                  </a:lnTo>
                  <a:lnTo>
                    <a:pt x="331" y="81"/>
                  </a:lnTo>
                  <a:lnTo>
                    <a:pt x="331" y="82"/>
                  </a:lnTo>
                  <a:lnTo>
                    <a:pt x="331" y="82"/>
                  </a:lnTo>
                  <a:lnTo>
                    <a:pt x="331" y="82"/>
                  </a:lnTo>
                  <a:lnTo>
                    <a:pt x="332" y="82"/>
                  </a:lnTo>
                  <a:lnTo>
                    <a:pt x="332" y="82"/>
                  </a:lnTo>
                  <a:lnTo>
                    <a:pt x="332" y="82"/>
                  </a:lnTo>
                  <a:lnTo>
                    <a:pt x="332" y="82"/>
                  </a:lnTo>
                  <a:lnTo>
                    <a:pt x="334" y="82"/>
                  </a:lnTo>
                  <a:lnTo>
                    <a:pt x="334" y="82"/>
                  </a:lnTo>
                  <a:lnTo>
                    <a:pt x="334" y="82"/>
                  </a:lnTo>
                  <a:lnTo>
                    <a:pt x="334" y="82"/>
                  </a:lnTo>
                  <a:lnTo>
                    <a:pt x="336" y="82"/>
                  </a:lnTo>
                  <a:lnTo>
                    <a:pt x="336" y="84"/>
                  </a:lnTo>
                  <a:lnTo>
                    <a:pt x="336" y="84"/>
                  </a:lnTo>
                  <a:lnTo>
                    <a:pt x="336" y="85"/>
                  </a:lnTo>
                  <a:lnTo>
                    <a:pt x="337" y="85"/>
                  </a:lnTo>
                  <a:lnTo>
                    <a:pt x="337" y="87"/>
                  </a:lnTo>
                  <a:lnTo>
                    <a:pt x="337" y="87"/>
                  </a:lnTo>
                  <a:lnTo>
                    <a:pt x="337" y="89"/>
                  </a:lnTo>
                  <a:lnTo>
                    <a:pt x="339" y="89"/>
                  </a:lnTo>
                  <a:lnTo>
                    <a:pt x="339" y="91"/>
                  </a:lnTo>
                  <a:lnTo>
                    <a:pt x="339" y="91"/>
                  </a:lnTo>
                  <a:lnTo>
                    <a:pt x="339" y="93"/>
                  </a:lnTo>
                  <a:lnTo>
                    <a:pt x="340" y="93"/>
                  </a:lnTo>
                  <a:lnTo>
                    <a:pt x="340" y="94"/>
                  </a:lnTo>
                  <a:lnTo>
                    <a:pt x="340" y="94"/>
                  </a:lnTo>
                  <a:lnTo>
                    <a:pt x="340" y="94"/>
                  </a:lnTo>
                  <a:lnTo>
                    <a:pt x="342" y="94"/>
                  </a:lnTo>
                  <a:lnTo>
                    <a:pt x="342" y="94"/>
                  </a:lnTo>
                  <a:lnTo>
                    <a:pt x="342" y="94"/>
                  </a:lnTo>
                  <a:lnTo>
                    <a:pt x="342" y="94"/>
                  </a:lnTo>
                  <a:lnTo>
                    <a:pt x="342" y="94"/>
                  </a:lnTo>
                  <a:lnTo>
                    <a:pt x="342" y="94"/>
                  </a:lnTo>
                  <a:lnTo>
                    <a:pt x="342" y="94"/>
                  </a:lnTo>
                  <a:lnTo>
                    <a:pt x="342" y="94"/>
                  </a:lnTo>
                  <a:lnTo>
                    <a:pt x="342" y="92"/>
                  </a:lnTo>
                  <a:lnTo>
                    <a:pt x="342" y="92"/>
                  </a:lnTo>
                  <a:lnTo>
                    <a:pt x="342" y="92"/>
                  </a:lnTo>
                  <a:lnTo>
                    <a:pt x="342" y="92"/>
                  </a:lnTo>
                  <a:lnTo>
                    <a:pt x="343" y="90"/>
                  </a:lnTo>
                  <a:lnTo>
                    <a:pt x="343" y="90"/>
                  </a:lnTo>
                  <a:lnTo>
                    <a:pt x="343" y="90"/>
                  </a:lnTo>
                  <a:lnTo>
                    <a:pt x="343" y="90"/>
                  </a:lnTo>
                  <a:lnTo>
                    <a:pt x="345" y="89"/>
                  </a:lnTo>
                  <a:lnTo>
                    <a:pt x="345" y="90"/>
                  </a:lnTo>
                  <a:lnTo>
                    <a:pt x="345" y="90"/>
                  </a:lnTo>
                  <a:lnTo>
                    <a:pt x="345" y="90"/>
                  </a:lnTo>
                  <a:lnTo>
                    <a:pt x="345" y="90"/>
                  </a:lnTo>
                  <a:lnTo>
                    <a:pt x="345" y="90"/>
                  </a:lnTo>
                  <a:lnTo>
                    <a:pt x="345" y="90"/>
                  </a:lnTo>
                  <a:lnTo>
                    <a:pt x="345" y="90"/>
                  </a:lnTo>
                  <a:lnTo>
                    <a:pt x="347" y="90"/>
                  </a:lnTo>
                  <a:lnTo>
                    <a:pt x="347" y="92"/>
                  </a:lnTo>
                  <a:lnTo>
                    <a:pt x="347" y="92"/>
                  </a:lnTo>
                  <a:lnTo>
                    <a:pt x="347" y="92"/>
                  </a:lnTo>
                  <a:lnTo>
                    <a:pt x="349" y="92"/>
                  </a:lnTo>
                  <a:lnTo>
                    <a:pt x="349" y="92"/>
                  </a:lnTo>
                  <a:lnTo>
                    <a:pt x="349" y="92"/>
                  </a:lnTo>
                  <a:lnTo>
                    <a:pt x="349" y="92"/>
                  </a:lnTo>
                  <a:lnTo>
                    <a:pt x="351" y="92"/>
                  </a:lnTo>
                  <a:lnTo>
                    <a:pt x="351" y="93"/>
                  </a:lnTo>
                  <a:lnTo>
                    <a:pt x="351" y="93"/>
                  </a:lnTo>
                  <a:lnTo>
                    <a:pt x="351" y="93"/>
                  </a:lnTo>
                  <a:lnTo>
                    <a:pt x="351" y="93"/>
                  </a:lnTo>
                  <a:lnTo>
                    <a:pt x="351" y="93"/>
                  </a:lnTo>
                  <a:lnTo>
                    <a:pt x="351" y="93"/>
                  </a:lnTo>
                  <a:lnTo>
                    <a:pt x="351" y="93"/>
                  </a:lnTo>
                  <a:lnTo>
                    <a:pt x="351" y="93"/>
                  </a:lnTo>
                  <a:lnTo>
                    <a:pt x="351" y="94"/>
                  </a:lnTo>
                  <a:lnTo>
                    <a:pt x="351" y="94"/>
                  </a:lnTo>
                  <a:lnTo>
                    <a:pt x="351" y="94"/>
                  </a:lnTo>
                  <a:lnTo>
                    <a:pt x="351" y="94"/>
                  </a:lnTo>
                  <a:lnTo>
                    <a:pt x="351" y="94"/>
                  </a:lnTo>
                  <a:lnTo>
                    <a:pt x="351" y="94"/>
                  </a:lnTo>
                  <a:lnTo>
                    <a:pt x="351" y="94"/>
                  </a:lnTo>
                  <a:lnTo>
                    <a:pt x="351" y="94"/>
                  </a:lnTo>
                  <a:lnTo>
                    <a:pt x="351" y="94"/>
                  </a:lnTo>
                  <a:lnTo>
                    <a:pt x="351" y="94"/>
                  </a:lnTo>
                  <a:lnTo>
                    <a:pt x="351" y="94"/>
                  </a:lnTo>
                  <a:lnTo>
                    <a:pt x="353" y="94"/>
                  </a:lnTo>
                  <a:lnTo>
                    <a:pt x="353" y="94"/>
                  </a:lnTo>
                  <a:lnTo>
                    <a:pt x="354" y="94"/>
                  </a:lnTo>
                  <a:lnTo>
                    <a:pt x="354" y="94"/>
                  </a:lnTo>
                  <a:lnTo>
                    <a:pt x="356" y="94"/>
                  </a:lnTo>
                  <a:lnTo>
                    <a:pt x="356" y="94"/>
                  </a:lnTo>
                  <a:lnTo>
                    <a:pt x="357" y="94"/>
                  </a:lnTo>
                  <a:lnTo>
                    <a:pt x="357" y="94"/>
                  </a:lnTo>
                  <a:lnTo>
                    <a:pt x="359" y="94"/>
                  </a:lnTo>
                  <a:lnTo>
                    <a:pt x="359" y="94"/>
                  </a:lnTo>
                  <a:lnTo>
                    <a:pt x="361" y="94"/>
                  </a:lnTo>
                  <a:lnTo>
                    <a:pt x="361" y="94"/>
                  </a:lnTo>
                  <a:lnTo>
                    <a:pt x="363" y="94"/>
                  </a:lnTo>
                  <a:lnTo>
                    <a:pt x="363" y="95"/>
                  </a:lnTo>
                  <a:lnTo>
                    <a:pt x="363" y="95"/>
                  </a:lnTo>
                  <a:lnTo>
                    <a:pt x="363" y="95"/>
                  </a:lnTo>
                  <a:lnTo>
                    <a:pt x="363" y="95"/>
                  </a:lnTo>
                  <a:lnTo>
                    <a:pt x="363" y="96"/>
                  </a:lnTo>
                  <a:lnTo>
                    <a:pt x="363" y="96"/>
                  </a:lnTo>
                  <a:lnTo>
                    <a:pt x="363" y="96"/>
                  </a:lnTo>
                  <a:lnTo>
                    <a:pt x="366" y="96"/>
                  </a:lnTo>
                  <a:lnTo>
                    <a:pt x="366" y="98"/>
                  </a:lnTo>
                  <a:lnTo>
                    <a:pt x="366" y="98"/>
                  </a:lnTo>
                  <a:lnTo>
                    <a:pt x="366" y="98"/>
                  </a:lnTo>
                  <a:lnTo>
                    <a:pt x="368" y="98"/>
                  </a:lnTo>
                  <a:lnTo>
                    <a:pt x="368" y="98"/>
                  </a:lnTo>
                  <a:lnTo>
                    <a:pt x="368" y="98"/>
                  </a:lnTo>
                  <a:lnTo>
                    <a:pt x="368" y="98"/>
                  </a:lnTo>
                  <a:lnTo>
                    <a:pt x="369" y="98"/>
                  </a:lnTo>
                  <a:lnTo>
                    <a:pt x="369" y="98"/>
                  </a:lnTo>
                  <a:lnTo>
                    <a:pt x="369" y="98"/>
                  </a:lnTo>
                  <a:lnTo>
                    <a:pt x="369" y="98"/>
                  </a:lnTo>
                  <a:lnTo>
                    <a:pt x="369" y="98"/>
                  </a:lnTo>
                  <a:lnTo>
                    <a:pt x="369" y="98"/>
                  </a:lnTo>
                  <a:lnTo>
                    <a:pt x="369" y="98"/>
                  </a:lnTo>
                  <a:lnTo>
                    <a:pt x="369" y="98"/>
                  </a:lnTo>
                  <a:lnTo>
                    <a:pt x="371" y="98"/>
                  </a:lnTo>
                  <a:lnTo>
                    <a:pt x="371" y="98"/>
                  </a:lnTo>
                  <a:lnTo>
                    <a:pt x="371" y="98"/>
                  </a:lnTo>
                  <a:lnTo>
                    <a:pt x="371" y="98"/>
                  </a:lnTo>
                  <a:lnTo>
                    <a:pt x="373" y="98"/>
                  </a:lnTo>
                  <a:lnTo>
                    <a:pt x="373" y="98"/>
                  </a:lnTo>
                  <a:lnTo>
                    <a:pt x="373" y="98"/>
                  </a:lnTo>
                  <a:lnTo>
                    <a:pt x="373" y="98"/>
                  </a:lnTo>
                  <a:lnTo>
                    <a:pt x="375" y="98"/>
                  </a:lnTo>
                  <a:lnTo>
                    <a:pt x="375" y="99"/>
                  </a:lnTo>
                  <a:lnTo>
                    <a:pt x="375" y="99"/>
                  </a:lnTo>
                  <a:lnTo>
                    <a:pt x="375" y="99"/>
                  </a:lnTo>
                  <a:lnTo>
                    <a:pt x="375" y="99"/>
                  </a:lnTo>
                  <a:lnTo>
                    <a:pt x="375" y="99"/>
                  </a:lnTo>
                  <a:lnTo>
                    <a:pt x="375" y="99"/>
                  </a:lnTo>
                  <a:lnTo>
                    <a:pt x="375" y="99"/>
                  </a:lnTo>
                  <a:lnTo>
                    <a:pt x="376" y="99"/>
                  </a:lnTo>
                  <a:lnTo>
                    <a:pt x="376" y="101"/>
                  </a:lnTo>
                  <a:lnTo>
                    <a:pt x="376" y="101"/>
                  </a:lnTo>
                  <a:lnTo>
                    <a:pt x="376" y="101"/>
                  </a:lnTo>
                  <a:lnTo>
                    <a:pt x="378" y="101"/>
                  </a:lnTo>
                  <a:lnTo>
                    <a:pt x="378" y="101"/>
                  </a:lnTo>
                  <a:lnTo>
                    <a:pt x="378" y="101"/>
                  </a:lnTo>
                  <a:lnTo>
                    <a:pt x="378" y="101"/>
                  </a:lnTo>
                  <a:lnTo>
                    <a:pt x="380" y="101"/>
                  </a:lnTo>
                  <a:lnTo>
                    <a:pt x="380" y="101"/>
                  </a:lnTo>
                  <a:lnTo>
                    <a:pt x="380" y="101"/>
                  </a:lnTo>
                  <a:lnTo>
                    <a:pt x="380" y="101"/>
                  </a:lnTo>
                  <a:lnTo>
                    <a:pt x="380" y="101"/>
                  </a:lnTo>
                  <a:lnTo>
                    <a:pt x="380" y="101"/>
                  </a:lnTo>
                  <a:lnTo>
                    <a:pt x="380" y="101"/>
                  </a:lnTo>
                  <a:lnTo>
                    <a:pt x="380" y="101"/>
                  </a:lnTo>
                  <a:lnTo>
                    <a:pt x="382" y="101"/>
                  </a:lnTo>
                  <a:lnTo>
                    <a:pt x="382" y="102"/>
                  </a:lnTo>
                  <a:lnTo>
                    <a:pt x="382" y="102"/>
                  </a:lnTo>
                  <a:lnTo>
                    <a:pt x="382" y="102"/>
                  </a:lnTo>
                  <a:lnTo>
                    <a:pt x="383" y="102"/>
                  </a:lnTo>
                  <a:lnTo>
                    <a:pt x="383" y="102"/>
                  </a:lnTo>
                  <a:lnTo>
                    <a:pt x="383" y="102"/>
                  </a:lnTo>
                  <a:lnTo>
                    <a:pt x="383" y="102"/>
                  </a:lnTo>
                  <a:lnTo>
                    <a:pt x="384" y="102"/>
                  </a:lnTo>
                  <a:lnTo>
                    <a:pt x="384" y="104"/>
                  </a:lnTo>
                  <a:lnTo>
                    <a:pt x="384" y="104"/>
                  </a:lnTo>
                  <a:lnTo>
                    <a:pt x="384" y="104"/>
                  </a:lnTo>
                  <a:lnTo>
                    <a:pt x="384" y="104"/>
                  </a:lnTo>
                  <a:lnTo>
                    <a:pt x="384" y="107"/>
                  </a:lnTo>
                  <a:lnTo>
                    <a:pt x="384" y="107"/>
                  </a:lnTo>
                  <a:lnTo>
                    <a:pt x="384" y="107"/>
                  </a:lnTo>
                  <a:lnTo>
                    <a:pt x="384" y="107"/>
                  </a:lnTo>
                  <a:lnTo>
                    <a:pt x="382" y="109"/>
                  </a:lnTo>
                  <a:lnTo>
                    <a:pt x="382" y="109"/>
                  </a:lnTo>
                  <a:lnTo>
                    <a:pt x="382" y="110"/>
                  </a:lnTo>
                  <a:lnTo>
                    <a:pt x="382" y="110"/>
                  </a:lnTo>
                  <a:lnTo>
                    <a:pt x="382" y="111"/>
                  </a:lnTo>
                  <a:lnTo>
                    <a:pt x="382" y="111"/>
                  </a:lnTo>
                  <a:lnTo>
                    <a:pt x="382" y="111"/>
                  </a:lnTo>
                  <a:lnTo>
                    <a:pt x="382" y="111"/>
                  </a:lnTo>
                  <a:lnTo>
                    <a:pt x="381" y="113"/>
                  </a:lnTo>
                  <a:lnTo>
                    <a:pt x="381" y="113"/>
                  </a:lnTo>
                  <a:lnTo>
                    <a:pt x="381" y="113"/>
                  </a:lnTo>
                  <a:lnTo>
                    <a:pt x="381" y="113"/>
                  </a:lnTo>
                  <a:lnTo>
                    <a:pt x="380" y="113"/>
                  </a:lnTo>
                  <a:lnTo>
                    <a:pt x="380" y="113"/>
                  </a:lnTo>
                  <a:lnTo>
                    <a:pt x="380" y="113"/>
                  </a:lnTo>
                  <a:lnTo>
                    <a:pt x="380" y="113"/>
                  </a:lnTo>
                  <a:lnTo>
                    <a:pt x="378" y="114"/>
                  </a:lnTo>
                  <a:lnTo>
                    <a:pt x="378" y="114"/>
                  </a:lnTo>
                  <a:lnTo>
                    <a:pt x="378" y="114"/>
                  </a:lnTo>
                  <a:lnTo>
                    <a:pt x="378" y="114"/>
                  </a:lnTo>
                  <a:lnTo>
                    <a:pt x="378" y="114"/>
                  </a:lnTo>
                  <a:lnTo>
                    <a:pt x="378" y="114"/>
                  </a:lnTo>
                  <a:lnTo>
                    <a:pt x="378" y="114"/>
                  </a:lnTo>
                  <a:lnTo>
                    <a:pt x="378" y="114"/>
                  </a:lnTo>
                  <a:lnTo>
                    <a:pt x="376" y="116"/>
                  </a:lnTo>
                  <a:lnTo>
                    <a:pt x="376" y="116"/>
                  </a:lnTo>
                  <a:lnTo>
                    <a:pt x="376" y="116"/>
                  </a:lnTo>
                  <a:lnTo>
                    <a:pt x="376" y="116"/>
                  </a:lnTo>
                  <a:lnTo>
                    <a:pt x="376" y="117"/>
                  </a:lnTo>
                  <a:lnTo>
                    <a:pt x="376" y="117"/>
                  </a:lnTo>
                  <a:lnTo>
                    <a:pt x="376" y="117"/>
                  </a:lnTo>
                  <a:lnTo>
                    <a:pt x="376" y="117"/>
                  </a:lnTo>
                  <a:lnTo>
                    <a:pt x="375" y="117"/>
                  </a:lnTo>
                  <a:lnTo>
                    <a:pt x="375" y="117"/>
                  </a:lnTo>
                  <a:lnTo>
                    <a:pt x="375" y="117"/>
                  </a:lnTo>
                  <a:lnTo>
                    <a:pt x="375" y="117"/>
                  </a:lnTo>
                  <a:lnTo>
                    <a:pt x="375" y="117"/>
                  </a:lnTo>
                  <a:lnTo>
                    <a:pt x="375" y="117"/>
                  </a:lnTo>
                  <a:lnTo>
                    <a:pt x="375" y="117"/>
                  </a:lnTo>
                  <a:lnTo>
                    <a:pt x="375" y="117"/>
                  </a:lnTo>
                  <a:lnTo>
                    <a:pt x="373" y="119"/>
                  </a:lnTo>
                  <a:lnTo>
                    <a:pt x="373" y="119"/>
                  </a:lnTo>
                  <a:lnTo>
                    <a:pt x="373" y="119"/>
                  </a:lnTo>
                  <a:lnTo>
                    <a:pt x="373" y="119"/>
                  </a:lnTo>
                  <a:lnTo>
                    <a:pt x="371" y="121"/>
                  </a:lnTo>
                  <a:lnTo>
                    <a:pt x="371" y="121"/>
                  </a:lnTo>
                  <a:lnTo>
                    <a:pt x="371" y="121"/>
                  </a:lnTo>
                  <a:lnTo>
                    <a:pt x="371" y="121"/>
                  </a:lnTo>
                  <a:lnTo>
                    <a:pt x="371" y="123"/>
                  </a:lnTo>
                  <a:lnTo>
                    <a:pt x="371" y="123"/>
                  </a:lnTo>
                  <a:lnTo>
                    <a:pt x="371" y="124"/>
                  </a:lnTo>
                  <a:lnTo>
                    <a:pt x="371" y="124"/>
                  </a:lnTo>
                  <a:lnTo>
                    <a:pt x="371" y="126"/>
                  </a:lnTo>
                  <a:lnTo>
                    <a:pt x="371" y="126"/>
                  </a:lnTo>
                  <a:lnTo>
                    <a:pt x="371" y="126"/>
                  </a:lnTo>
                  <a:lnTo>
                    <a:pt x="371" y="126"/>
                  </a:lnTo>
                  <a:lnTo>
                    <a:pt x="371" y="128"/>
                  </a:lnTo>
                  <a:lnTo>
                    <a:pt x="371" y="128"/>
                  </a:lnTo>
                  <a:lnTo>
                    <a:pt x="371" y="128"/>
                  </a:lnTo>
                  <a:lnTo>
                    <a:pt x="371" y="128"/>
                  </a:lnTo>
                  <a:lnTo>
                    <a:pt x="371" y="129"/>
                  </a:lnTo>
                  <a:lnTo>
                    <a:pt x="371" y="129"/>
                  </a:lnTo>
                  <a:lnTo>
                    <a:pt x="371" y="129"/>
                  </a:lnTo>
                  <a:lnTo>
                    <a:pt x="371" y="129"/>
                  </a:lnTo>
                  <a:lnTo>
                    <a:pt x="369" y="131"/>
                  </a:lnTo>
                  <a:lnTo>
                    <a:pt x="369" y="131"/>
                  </a:lnTo>
                  <a:lnTo>
                    <a:pt x="369" y="131"/>
                  </a:lnTo>
                  <a:lnTo>
                    <a:pt x="369" y="131"/>
                  </a:lnTo>
                  <a:lnTo>
                    <a:pt x="369" y="132"/>
                  </a:lnTo>
                  <a:lnTo>
                    <a:pt x="369" y="132"/>
                  </a:lnTo>
                  <a:lnTo>
                    <a:pt x="369" y="132"/>
                  </a:lnTo>
                  <a:lnTo>
                    <a:pt x="369" y="132"/>
                  </a:lnTo>
                  <a:lnTo>
                    <a:pt x="368" y="134"/>
                  </a:lnTo>
                  <a:lnTo>
                    <a:pt x="368" y="134"/>
                  </a:lnTo>
                  <a:lnTo>
                    <a:pt x="368" y="134"/>
                  </a:lnTo>
                  <a:lnTo>
                    <a:pt x="368" y="134"/>
                  </a:lnTo>
                  <a:lnTo>
                    <a:pt x="368" y="136"/>
                  </a:lnTo>
                  <a:lnTo>
                    <a:pt x="368" y="136"/>
                  </a:lnTo>
                  <a:lnTo>
                    <a:pt x="368" y="136"/>
                  </a:lnTo>
                  <a:lnTo>
                    <a:pt x="368" y="136"/>
                  </a:lnTo>
                  <a:lnTo>
                    <a:pt x="367" y="138"/>
                  </a:lnTo>
                  <a:lnTo>
                    <a:pt x="367" y="138"/>
                  </a:lnTo>
                  <a:lnTo>
                    <a:pt x="367" y="138"/>
                  </a:lnTo>
                  <a:lnTo>
                    <a:pt x="367" y="138"/>
                  </a:lnTo>
                  <a:lnTo>
                    <a:pt x="367" y="139"/>
                  </a:lnTo>
                  <a:lnTo>
                    <a:pt x="367" y="139"/>
                  </a:lnTo>
                  <a:lnTo>
                    <a:pt x="367" y="139"/>
                  </a:lnTo>
                  <a:lnTo>
                    <a:pt x="367" y="139"/>
                  </a:lnTo>
                  <a:lnTo>
                    <a:pt x="366" y="141"/>
                  </a:lnTo>
                  <a:lnTo>
                    <a:pt x="366" y="141"/>
                  </a:lnTo>
                  <a:lnTo>
                    <a:pt x="366" y="141"/>
                  </a:lnTo>
                  <a:lnTo>
                    <a:pt x="366" y="141"/>
                  </a:lnTo>
                  <a:lnTo>
                    <a:pt x="366" y="143"/>
                  </a:lnTo>
                  <a:lnTo>
                    <a:pt x="366" y="143"/>
                  </a:lnTo>
                  <a:lnTo>
                    <a:pt x="366" y="143"/>
                  </a:lnTo>
                  <a:lnTo>
                    <a:pt x="366" y="143"/>
                  </a:lnTo>
                  <a:lnTo>
                    <a:pt x="366" y="145"/>
                  </a:lnTo>
                  <a:lnTo>
                    <a:pt x="366" y="145"/>
                  </a:lnTo>
                  <a:lnTo>
                    <a:pt x="366" y="145"/>
                  </a:lnTo>
                  <a:lnTo>
                    <a:pt x="366" y="145"/>
                  </a:lnTo>
                  <a:lnTo>
                    <a:pt x="366" y="147"/>
                  </a:lnTo>
                  <a:lnTo>
                    <a:pt x="366" y="147"/>
                  </a:lnTo>
                  <a:lnTo>
                    <a:pt x="366" y="147"/>
                  </a:lnTo>
                  <a:lnTo>
                    <a:pt x="366" y="147"/>
                  </a:lnTo>
                  <a:lnTo>
                    <a:pt x="364" y="148"/>
                  </a:lnTo>
                  <a:lnTo>
                    <a:pt x="364" y="148"/>
                  </a:lnTo>
                  <a:lnTo>
                    <a:pt x="364" y="149"/>
                  </a:lnTo>
                  <a:lnTo>
                    <a:pt x="364" y="149"/>
                  </a:lnTo>
                  <a:lnTo>
                    <a:pt x="364" y="151"/>
                  </a:lnTo>
                  <a:lnTo>
                    <a:pt x="364" y="151"/>
                  </a:lnTo>
                  <a:lnTo>
                    <a:pt x="364" y="151"/>
                  </a:lnTo>
                  <a:lnTo>
                    <a:pt x="364" y="151"/>
                  </a:lnTo>
                  <a:lnTo>
                    <a:pt x="363" y="153"/>
                  </a:lnTo>
                  <a:lnTo>
                    <a:pt x="363" y="153"/>
                  </a:lnTo>
                  <a:lnTo>
                    <a:pt x="363" y="154"/>
                  </a:lnTo>
                  <a:lnTo>
                    <a:pt x="363" y="154"/>
                  </a:lnTo>
                  <a:lnTo>
                    <a:pt x="363" y="155"/>
                  </a:lnTo>
                  <a:lnTo>
                    <a:pt x="363" y="155"/>
                  </a:lnTo>
                  <a:lnTo>
                    <a:pt x="363" y="155"/>
                  </a:lnTo>
                  <a:lnTo>
                    <a:pt x="363" y="155"/>
                  </a:lnTo>
                  <a:lnTo>
                    <a:pt x="363" y="156"/>
                  </a:lnTo>
                  <a:lnTo>
                    <a:pt x="363" y="156"/>
                  </a:lnTo>
                  <a:lnTo>
                    <a:pt x="363" y="157"/>
                  </a:lnTo>
                  <a:lnTo>
                    <a:pt x="363" y="157"/>
                  </a:lnTo>
                  <a:lnTo>
                    <a:pt x="363" y="159"/>
                  </a:lnTo>
                  <a:lnTo>
                    <a:pt x="363" y="159"/>
                  </a:lnTo>
                  <a:lnTo>
                    <a:pt x="363" y="159"/>
                  </a:lnTo>
                  <a:lnTo>
                    <a:pt x="363" y="159"/>
                  </a:lnTo>
                  <a:lnTo>
                    <a:pt x="363" y="161"/>
                  </a:lnTo>
                  <a:lnTo>
                    <a:pt x="363" y="161"/>
                  </a:lnTo>
                  <a:lnTo>
                    <a:pt x="363" y="161"/>
                  </a:lnTo>
                  <a:lnTo>
                    <a:pt x="363" y="161"/>
                  </a:lnTo>
                  <a:lnTo>
                    <a:pt x="363" y="162"/>
                  </a:lnTo>
                  <a:lnTo>
                    <a:pt x="363" y="162"/>
                  </a:lnTo>
                  <a:lnTo>
                    <a:pt x="363" y="162"/>
                  </a:lnTo>
                  <a:lnTo>
                    <a:pt x="363" y="162"/>
                  </a:lnTo>
                  <a:lnTo>
                    <a:pt x="366" y="162"/>
                  </a:lnTo>
                  <a:lnTo>
                    <a:pt x="363" y="163"/>
                  </a:lnTo>
                  <a:lnTo>
                    <a:pt x="363" y="163"/>
                  </a:lnTo>
                  <a:lnTo>
                    <a:pt x="363" y="164"/>
                  </a:lnTo>
                  <a:lnTo>
                    <a:pt x="363" y="164"/>
                  </a:lnTo>
                  <a:lnTo>
                    <a:pt x="362" y="166"/>
                  </a:lnTo>
                  <a:lnTo>
                    <a:pt x="362" y="166"/>
                  </a:lnTo>
                  <a:lnTo>
                    <a:pt x="362" y="166"/>
                  </a:lnTo>
                  <a:lnTo>
                    <a:pt x="362" y="166"/>
                  </a:lnTo>
                  <a:lnTo>
                    <a:pt x="360" y="168"/>
                  </a:lnTo>
                  <a:lnTo>
                    <a:pt x="360" y="168"/>
                  </a:lnTo>
                  <a:lnTo>
                    <a:pt x="360" y="169"/>
                  </a:lnTo>
                  <a:lnTo>
                    <a:pt x="360" y="169"/>
                  </a:lnTo>
                  <a:lnTo>
                    <a:pt x="359" y="170"/>
                  </a:lnTo>
                  <a:lnTo>
                    <a:pt x="359" y="170"/>
                  </a:lnTo>
                  <a:lnTo>
                    <a:pt x="359" y="170"/>
                  </a:lnTo>
                  <a:lnTo>
                    <a:pt x="359" y="170"/>
                  </a:lnTo>
                  <a:lnTo>
                    <a:pt x="357" y="171"/>
                  </a:lnTo>
                  <a:lnTo>
                    <a:pt x="357" y="171"/>
                  </a:lnTo>
                  <a:lnTo>
                    <a:pt x="357" y="171"/>
                  </a:lnTo>
                  <a:lnTo>
                    <a:pt x="357" y="171"/>
                  </a:lnTo>
                  <a:lnTo>
                    <a:pt x="356" y="171"/>
                  </a:lnTo>
                  <a:lnTo>
                    <a:pt x="356" y="171"/>
                  </a:lnTo>
                  <a:lnTo>
                    <a:pt x="356" y="171"/>
                  </a:lnTo>
                  <a:lnTo>
                    <a:pt x="356" y="171"/>
                  </a:lnTo>
                  <a:lnTo>
                    <a:pt x="354" y="171"/>
                  </a:lnTo>
                  <a:lnTo>
                    <a:pt x="354" y="171"/>
                  </a:lnTo>
                  <a:lnTo>
                    <a:pt x="354" y="171"/>
                  </a:lnTo>
                  <a:lnTo>
                    <a:pt x="354" y="171"/>
                  </a:lnTo>
                  <a:lnTo>
                    <a:pt x="354" y="171"/>
                  </a:lnTo>
                  <a:lnTo>
                    <a:pt x="354" y="171"/>
                  </a:lnTo>
                  <a:lnTo>
                    <a:pt x="354" y="171"/>
                  </a:lnTo>
                  <a:lnTo>
                    <a:pt x="354" y="170"/>
                  </a:lnTo>
                  <a:lnTo>
                    <a:pt x="353" y="170"/>
                  </a:lnTo>
                  <a:lnTo>
                    <a:pt x="353" y="170"/>
                  </a:lnTo>
                  <a:lnTo>
                    <a:pt x="353" y="170"/>
                  </a:lnTo>
                  <a:lnTo>
                    <a:pt x="353" y="170"/>
                  </a:lnTo>
                  <a:lnTo>
                    <a:pt x="353" y="170"/>
                  </a:lnTo>
                  <a:lnTo>
                    <a:pt x="353" y="170"/>
                  </a:lnTo>
                  <a:lnTo>
                    <a:pt x="353" y="170"/>
                  </a:lnTo>
                  <a:lnTo>
                    <a:pt x="353" y="169"/>
                  </a:lnTo>
                  <a:lnTo>
                    <a:pt x="351" y="169"/>
                  </a:lnTo>
                  <a:lnTo>
                    <a:pt x="351" y="169"/>
                  </a:lnTo>
                  <a:lnTo>
                    <a:pt x="351" y="169"/>
                  </a:lnTo>
                  <a:lnTo>
                    <a:pt x="351" y="168"/>
                  </a:lnTo>
                  <a:lnTo>
                    <a:pt x="351" y="168"/>
                  </a:lnTo>
                  <a:lnTo>
                    <a:pt x="351" y="168"/>
                  </a:lnTo>
                  <a:lnTo>
                    <a:pt x="351" y="168"/>
                  </a:lnTo>
                  <a:lnTo>
                    <a:pt x="351" y="166"/>
                  </a:lnTo>
                  <a:lnTo>
                    <a:pt x="349" y="167"/>
                  </a:lnTo>
                  <a:lnTo>
                    <a:pt x="349" y="167"/>
                  </a:lnTo>
                  <a:lnTo>
                    <a:pt x="349" y="167"/>
                  </a:lnTo>
                  <a:lnTo>
                    <a:pt x="349" y="167"/>
                  </a:lnTo>
                  <a:lnTo>
                    <a:pt x="349" y="167"/>
                  </a:lnTo>
                  <a:lnTo>
                    <a:pt x="349" y="167"/>
                  </a:lnTo>
                  <a:lnTo>
                    <a:pt x="349" y="167"/>
                  </a:lnTo>
                  <a:lnTo>
                    <a:pt x="349" y="167"/>
                  </a:lnTo>
                  <a:lnTo>
                    <a:pt x="348" y="168"/>
                  </a:lnTo>
                  <a:lnTo>
                    <a:pt x="348" y="168"/>
                  </a:lnTo>
                  <a:lnTo>
                    <a:pt x="348" y="168"/>
                  </a:lnTo>
                  <a:lnTo>
                    <a:pt x="348" y="168"/>
                  </a:lnTo>
                  <a:lnTo>
                    <a:pt x="348" y="168"/>
                  </a:lnTo>
                  <a:lnTo>
                    <a:pt x="348" y="168"/>
                  </a:lnTo>
                  <a:lnTo>
                    <a:pt x="348" y="168"/>
                  </a:lnTo>
                  <a:lnTo>
                    <a:pt x="348" y="168"/>
                  </a:lnTo>
                  <a:lnTo>
                    <a:pt x="346" y="169"/>
                  </a:lnTo>
                  <a:lnTo>
                    <a:pt x="346" y="169"/>
                  </a:lnTo>
                  <a:lnTo>
                    <a:pt x="346" y="169"/>
                  </a:lnTo>
                  <a:lnTo>
                    <a:pt x="346" y="169"/>
                  </a:lnTo>
                  <a:lnTo>
                    <a:pt x="345" y="170"/>
                  </a:lnTo>
                  <a:lnTo>
                    <a:pt x="345" y="170"/>
                  </a:lnTo>
                  <a:lnTo>
                    <a:pt x="345" y="170"/>
                  </a:lnTo>
                  <a:lnTo>
                    <a:pt x="345" y="170"/>
                  </a:lnTo>
                  <a:lnTo>
                    <a:pt x="344" y="173"/>
                  </a:lnTo>
                  <a:lnTo>
                    <a:pt x="344" y="173"/>
                  </a:lnTo>
                  <a:lnTo>
                    <a:pt x="344" y="173"/>
                  </a:lnTo>
                  <a:lnTo>
                    <a:pt x="344" y="173"/>
                  </a:lnTo>
                  <a:lnTo>
                    <a:pt x="344" y="174"/>
                  </a:lnTo>
                  <a:lnTo>
                    <a:pt x="344" y="174"/>
                  </a:lnTo>
                  <a:lnTo>
                    <a:pt x="344" y="174"/>
                  </a:lnTo>
                  <a:lnTo>
                    <a:pt x="345" y="174"/>
                  </a:lnTo>
                  <a:lnTo>
                    <a:pt x="345" y="174"/>
                  </a:lnTo>
                  <a:lnTo>
                    <a:pt x="345" y="174"/>
                  </a:lnTo>
                  <a:lnTo>
                    <a:pt x="345" y="174"/>
                  </a:lnTo>
                  <a:lnTo>
                    <a:pt x="345" y="174"/>
                  </a:lnTo>
                  <a:lnTo>
                    <a:pt x="345" y="174"/>
                  </a:lnTo>
                  <a:lnTo>
                    <a:pt x="345" y="174"/>
                  </a:lnTo>
                  <a:lnTo>
                    <a:pt x="345" y="174"/>
                  </a:lnTo>
                  <a:lnTo>
                    <a:pt x="346" y="174"/>
                  </a:lnTo>
                  <a:lnTo>
                    <a:pt x="346" y="174"/>
                  </a:lnTo>
                  <a:lnTo>
                    <a:pt x="346" y="174"/>
                  </a:lnTo>
                  <a:lnTo>
                    <a:pt x="346" y="174"/>
                  </a:lnTo>
                  <a:lnTo>
                    <a:pt x="347" y="174"/>
                  </a:lnTo>
                  <a:lnTo>
                    <a:pt x="347" y="174"/>
                  </a:lnTo>
                  <a:lnTo>
                    <a:pt x="347" y="174"/>
                  </a:lnTo>
                  <a:lnTo>
                    <a:pt x="347" y="174"/>
                  </a:lnTo>
                  <a:lnTo>
                    <a:pt x="348" y="174"/>
                  </a:lnTo>
                  <a:lnTo>
                    <a:pt x="347" y="176"/>
                  </a:lnTo>
                  <a:lnTo>
                    <a:pt x="347" y="176"/>
                  </a:lnTo>
                  <a:lnTo>
                    <a:pt x="347" y="176"/>
                  </a:lnTo>
                  <a:lnTo>
                    <a:pt x="347" y="176"/>
                  </a:lnTo>
                  <a:lnTo>
                    <a:pt x="347" y="176"/>
                  </a:lnTo>
                  <a:lnTo>
                    <a:pt x="347" y="176"/>
                  </a:lnTo>
                  <a:lnTo>
                    <a:pt x="347" y="176"/>
                  </a:lnTo>
                  <a:lnTo>
                    <a:pt x="347" y="176"/>
                  </a:lnTo>
                  <a:lnTo>
                    <a:pt x="345" y="178"/>
                  </a:lnTo>
                  <a:lnTo>
                    <a:pt x="345" y="178"/>
                  </a:lnTo>
                  <a:lnTo>
                    <a:pt x="345" y="178"/>
                  </a:lnTo>
                  <a:lnTo>
                    <a:pt x="345" y="178"/>
                  </a:lnTo>
                  <a:lnTo>
                    <a:pt x="345" y="178"/>
                  </a:lnTo>
                  <a:lnTo>
                    <a:pt x="345" y="178"/>
                  </a:lnTo>
                  <a:lnTo>
                    <a:pt x="345" y="178"/>
                  </a:lnTo>
                  <a:lnTo>
                    <a:pt x="345" y="178"/>
                  </a:lnTo>
                  <a:lnTo>
                    <a:pt x="343" y="180"/>
                  </a:lnTo>
                  <a:lnTo>
                    <a:pt x="343" y="180"/>
                  </a:lnTo>
                  <a:lnTo>
                    <a:pt x="343" y="180"/>
                  </a:lnTo>
                  <a:lnTo>
                    <a:pt x="343" y="180"/>
                  </a:lnTo>
                  <a:lnTo>
                    <a:pt x="341" y="182"/>
                  </a:lnTo>
                  <a:lnTo>
                    <a:pt x="341" y="182"/>
                  </a:lnTo>
                  <a:lnTo>
                    <a:pt x="341" y="182"/>
                  </a:lnTo>
                  <a:lnTo>
                    <a:pt x="341" y="182"/>
                  </a:lnTo>
                  <a:lnTo>
                    <a:pt x="339" y="182"/>
                  </a:lnTo>
                  <a:lnTo>
                    <a:pt x="339" y="182"/>
                  </a:lnTo>
                  <a:lnTo>
                    <a:pt x="339" y="182"/>
                  </a:lnTo>
                  <a:lnTo>
                    <a:pt x="339" y="182"/>
                  </a:lnTo>
                  <a:lnTo>
                    <a:pt x="338" y="182"/>
                  </a:lnTo>
                  <a:lnTo>
                    <a:pt x="338" y="182"/>
                  </a:lnTo>
                  <a:lnTo>
                    <a:pt x="338" y="182"/>
                  </a:lnTo>
                  <a:lnTo>
                    <a:pt x="338" y="182"/>
                  </a:lnTo>
                  <a:lnTo>
                    <a:pt x="336" y="184"/>
                  </a:lnTo>
                  <a:lnTo>
                    <a:pt x="336" y="184"/>
                  </a:lnTo>
                  <a:lnTo>
                    <a:pt x="336" y="184"/>
                  </a:lnTo>
                  <a:lnTo>
                    <a:pt x="336" y="184"/>
                  </a:lnTo>
                  <a:lnTo>
                    <a:pt x="336" y="185"/>
                  </a:lnTo>
                  <a:lnTo>
                    <a:pt x="336" y="185"/>
                  </a:lnTo>
                  <a:lnTo>
                    <a:pt x="336" y="185"/>
                  </a:lnTo>
                  <a:lnTo>
                    <a:pt x="336" y="185"/>
                  </a:lnTo>
                  <a:lnTo>
                    <a:pt x="336" y="187"/>
                  </a:lnTo>
                  <a:lnTo>
                    <a:pt x="336" y="187"/>
                  </a:lnTo>
                  <a:lnTo>
                    <a:pt x="336" y="187"/>
                  </a:lnTo>
                  <a:lnTo>
                    <a:pt x="336" y="187"/>
                  </a:lnTo>
                  <a:lnTo>
                    <a:pt x="336" y="189"/>
                  </a:lnTo>
                  <a:lnTo>
                    <a:pt x="336" y="189"/>
                  </a:lnTo>
                  <a:lnTo>
                    <a:pt x="336" y="189"/>
                  </a:lnTo>
                  <a:lnTo>
                    <a:pt x="336" y="189"/>
                  </a:lnTo>
                  <a:lnTo>
                    <a:pt x="334" y="190"/>
                  </a:lnTo>
                  <a:lnTo>
                    <a:pt x="334" y="190"/>
                  </a:lnTo>
                  <a:lnTo>
                    <a:pt x="334" y="190"/>
                  </a:lnTo>
                  <a:lnTo>
                    <a:pt x="334" y="190"/>
                  </a:lnTo>
                  <a:lnTo>
                    <a:pt x="332" y="190"/>
                  </a:lnTo>
                  <a:lnTo>
                    <a:pt x="332" y="190"/>
                  </a:lnTo>
                  <a:lnTo>
                    <a:pt x="332" y="190"/>
                  </a:lnTo>
                  <a:lnTo>
                    <a:pt x="332" y="190"/>
                  </a:lnTo>
                  <a:lnTo>
                    <a:pt x="330" y="190"/>
                  </a:lnTo>
                  <a:lnTo>
                    <a:pt x="330" y="190"/>
                  </a:lnTo>
                  <a:lnTo>
                    <a:pt x="330" y="190"/>
                  </a:lnTo>
                  <a:lnTo>
                    <a:pt x="330" y="190"/>
                  </a:lnTo>
                  <a:lnTo>
                    <a:pt x="329" y="190"/>
                  </a:lnTo>
                  <a:lnTo>
                    <a:pt x="329" y="190"/>
                  </a:lnTo>
                  <a:lnTo>
                    <a:pt x="329" y="190"/>
                  </a:lnTo>
                  <a:lnTo>
                    <a:pt x="329" y="190"/>
                  </a:lnTo>
                  <a:lnTo>
                    <a:pt x="329" y="191"/>
                  </a:lnTo>
                  <a:lnTo>
                    <a:pt x="329" y="191"/>
                  </a:lnTo>
                  <a:lnTo>
                    <a:pt x="329" y="192"/>
                  </a:lnTo>
                  <a:lnTo>
                    <a:pt x="329" y="192"/>
                  </a:lnTo>
                  <a:lnTo>
                    <a:pt x="329" y="194"/>
                  </a:lnTo>
                  <a:lnTo>
                    <a:pt x="329" y="194"/>
                  </a:lnTo>
                  <a:lnTo>
                    <a:pt x="329" y="194"/>
                  </a:lnTo>
                  <a:lnTo>
                    <a:pt x="329" y="194"/>
                  </a:lnTo>
                  <a:lnTo>
                    <a:pt x="328" y="196"/>
                  </a:lnTo>
                  <a:lnTo>
                    <a:pt x="328" y="196"/>
                  </a:lnTo>
                  <a:lnTo>
                    <a:pt x="328" y="196"/>
                  </a:lnTo>
                  <a:lnTo>
                    <a:pt x="328" y="196"/>
                  </a:lnTo>
                  <a:lnTo>
                    <a:pt x="328" y="197"/>
                  </a:lnTo>
                  <a:lnTo>
                    <a:pt x="328" y="197"/>
                  </a:lnTo>
                  <a:lnTo>
                    <a:pt x="328" y="197"/>
                  </a:lnTo>
                  <a:lnTo>
                    <a:pt x="328" y="197"/>
                  </a:lnTo>
                  <a:lnTo>
                    <a:pt x="327" y="199"/>
                  </a:lnTo>
                  <a:lnTo>
                    <a:pt x="327" y="199"/>
                  </a:lnTo>
                  <a:lnTo>
                    <a:pt x="327" y="199"/>
                  </a:lnTo>
                  <a:lnTo>
                    <a:pt x="327" y="199"/>
                  </a:lnTo>
                  <a:lnTo>
                    <a:pt x="327" y="200"/>
                  </a:lnTo>
                  <a:lnTo>
                    <a:pt x="327" y="200"/>
                  </a:lnTo>
                  <a:lnTo>
                    <a:pt x="327" y="200"/>
                  </a:lnTo>
                  <a:lnTo>
                    <a:pt x="327" y="200"/>
                  </a:lnTo>
                  <a:lnTo>
                    <a:pt x="325" y="201"/>
                  </a:lnTo>
                  <a:lnTo>
                    <a:pt x="325" y="201"/>
                  </a:lnTo>
                  <a:lnTo>
                    <a:pt x="325" y="201"/>
                  </a:lnTo>
                  <a:lnTo>
                    <a:pt x="325" y="201"/>
                  </a:lnTo>
                  <a:lnTo>
                    <a:pt x="325" y="201"/>
                  </a:lnTo>
                  <a:lnTo>
                    <a:pt x="325" y="201"/>
                  </a:lnTo>
                  <a:lnTo>
                    <a:pt x="325" y="201"/>
                  </a:lnTo>
                  <a:lnTo>
                    <a:pt x="325" y="201"/>
                  </a:lnTo>
                  <a:lnTo>
                    <a:pt x="324" y="202"/>
                  </a:lnTo>
                  <a:lnTo>
                    <a:pt x="324" y="202"/>
                  </a:lnTo>
                  <a:lnTo>
                    <a:pt x="324" y="202"/>
                  </a:lnTo>
                  <a:lnTo>
                    <a:pt x="324" y="202"/>
                  </a:lnTo>
                  <a:lnTo>
                    <a:pt x="322" y="203"/>
                  </a:lnTo>
                  <a:lnTo>
                    <a:pt x="322" y="203"/>
                  </a:lnTo>
                  <a:lnTo>
                    <a:pt x="322" y="203"/>
                  </a:lnTo>
                  <a:lnTo>
                    <a:pt x="322" y="203"/>
                  </a:lnTo>
                  <a:lnTo>
                    <a:pt x="320" y="205"/>
                  </a:lnTo>
                  <a:lnTo>
                    <a:pt x="320" y="205"/>
                  </a:lnTo>
                  <a:lnTo>
                    <a:pt x="320" y="205"/>
                  </a:lnTo>
                  <a:lnTo>
                    <a:pt x="320" y="205"/>
                  </a:lnTo>
                  <a:lnTo>
                    <a:pt x="319" y="206"/>
                  </a:lnTo>
                  <a:lnTo>
                    <a:pt x="319" y="206"/>
                  </a:lnTo>
                  <a:lnTo>
                    <a:pt x="319" y="206"/>
                  </a:lnTo>
                  <a:lnTo>
                    <a:pt x="319" y="206"/>
                  </a:lnTo>
                  <a:lnTo>
                    <a:pt x="319" y="207"/>
                  </a:lnTo>
                  <a:lnTo>
                    <a:pt x="319" y="207"/>
                  </a:lnTo>
                  <a:lnTo>
                    <a:pt x="319" y="207"/>
                  </a:lnTo>
                  <a:lnTo>
                    <a:pt x="319" y="207"/>
                  </a:lnTo>
                  <a:lnTo>
                    <a:pt x="319" y="207"/>
                  </a:lnTo>
                  <a:lnTo>
                    <a:pt x="319" y="207"/>
                  </a:lnTo>
                  <a:lnTo>
                    <a:pt x="319" y="207"/>
                  </a:lnTo>
                  <a:lnTo>
                    <a:pt x="320" y="207"/>
                  </a:lnTo>
                  <a:lnTo>
                    <a:pt x="320" y="207"/>
                  </a:lnTo>
                  <a:lnTo>
                    <a:pt x="320" y="207"/>
                  </a:lnTo>
                  <a:lnTo>
                    <a:pt x="320" y="207"/>
                  </a:lnTo>
                  <a:lnTo>
                    <a:pt x="320" y="207"/>
                  </a:lnTo>
                  <a:lnTo>
                    <a:pt x="320" y="207"/>
                  </a:lnTo>
                  <a:lnTo>
                    <a:pt x="320" y="207"/>
                  </a:lnTo>
                  <a:lnTo>
                    <a:pt x="320" y="207"/>
                  </a:lnTo>
                  <a:lnTo>
                    <a:pt x="322" y="207"/>
                  </a:lnTo>
                  <a:lnTo>
                    <a:pt x="320" y="209"/>
                  </a:lnTo>
                  <a:lnTo>
                    <a:pt x="320" y="209"/>
                  </a:lnTo>
                  <a:lnTo>
                    <a:pt x="320" y="209"/>
                  </a:lnTo>
                  <a:lnTo>
                    <a:pt x="320" y="209"/>
                  </a:lnTo>
                  <a:lnTo>
                    <a:pt x="318" y="210"/>
                  </a:lnTo>
                  <a:lnTo>
                    <a:pt x="318" y="210"/>
                  </a:lnTo>
                  <a:lnTo>
                    <a:pt x="318" y="210"/>
                  </a:lnTo>
                  <a:lnTo>
                    <a:pt x="318" y="210"/>
                  </a:lnTo>
                  <a:lnTo>
                    <a:pt x="316" y="212"/>
                  </a:lnTo>
                  <a:lnTo>
                    <a:pt x="316" y="212"/>
                  </a:lnTo>
                  <a:lnTo>
                    <a:pt x="316" y="212"/>
                  </a:lnTo>
                  <a:lnTo>
                    <a:pt x="316" y="212"/>
                  </a:lnTo>
                  <a:lnTo>
                    <a:pt x="316" y="212"/>
                  </a:lnTo>
                  <a:lnTo>
                    <a:pt x="316" y="212"/>
                  </a:lnTo>
                  <a:lnTo>
                    <a:pt x="316" y="212"/>
                  </a:lnTo>
                  <a:lnTo>
                    <a:pt x="316" y="212"/>
                  </a:lnTo>
                  <a:lnTo>
                    <a:pt x="316" y="213"/>
                  </a:lnTo>
                  <a:lnTo>
                    <a:pt x="316" y="213"/>
                  </a:lnTo>
                  <a:lnTo>
                    <a:pt x="316" y="213"/>
                  </a:lnTo>
                  <a:lnTo>
                    <a:pt x="316" y="213"/>
                  </a:lnTo>
                  <a:lnTo>
                    <a:pt x="316" y="213"/>
                  </a:lnTo>
                  <a:lnTo>
                    <a:pt x="316" y="213"/>
                  </a:lnTo>
                  <a:lnTo>
                    <a:pt x="316" y="213"/>
                  </a:lnTo>
                  <a:lnTo>
                    <a:pt x="317" y="213"/>
                  </a:lnTo>
                  <a:lnTo>
                    <a:pt x="317" y="214"/>
                  </a:lnTo>
                  <a:lnTo>
                    <a:pt x="317" y="214"/>
                  </a:lnTo>
                  <a:lnTo>
                    <a:pt x="317" y="214"/>
                  </a:lnTo>
                  <a:lnTo>
                    <a:pt x="318" y="214"/>
                  </a:lnTo>
                  <a:lnTo>
                    <a:pt x="318" y="214"/>
                  </a:lnTo>
                  <a:lnTo>
                    <a:pt x="318" y="214"/>
                  </a:lnTo>
                  <a:lnTo>
                    <a:pt x="318" y="214"/>
                  </a:lnTo>
                  <a:lnTo>
                    <a:pt x="319" y="214"/>
                  </a:lnTo>
                  <a:lnTo>
                    <a:pt x="318" y="216"/>
                  </a:lnTo>
                  <a:lnTo>
                    <a:pt x="318" y="216"/>
                  </a:lnTo>
                  <a:lnTo>
                    <a:pt x="318" y="216"/>
                  </a:lnTo>
                  <a:lnTo>
                    <a:pt x="318" y="216"/>
                  </a:lnTo>
                  <a:lnTo>
                    <a:pt x="317" y="218"/>
                  </a:lnTo>
                  <a:lnTo>
                    <a:pt x="317" y="218"/>
                  </a:lnTo>
                  <a:lnTo>
                    <a:pt x="317" y="218"/>
                  </a:lnTo>
                  <a:lnTo>
                    <a:pt x="317" y="218"/>
                  </a:lnTo>
                  <a:lnTo>
                    <a:pt x="316" y="220"/>
                  </a:lnTo>
                  <a:lnTo>
                    <a:pt x="316" y="220"/>
                  </a:lnTo>
                  <a:lnTo>
                    <a:pt x="316" y="220"/>
                  </a:lnTo>
                  <a:lnTo>
                    <a:pt x="316" y="220"/>
                  </a:lnTo>
                  <a:lnTo>
                    <a:pt x="316" y="221"/>
                  </a:lnTo>
                  <a:lnTo>
                    <a:pt x="316" y="221"/>
                  </a:lnTo>
                  <a:lnTo>
                    <a:pt x="316" y="221"/>
                  </a:lnTo>
                  <a:lnTo>
                    <a:pt x="316" y="221"/>
                  </a:lnTo>
                  <a:lnTo>
                    <a:pt x="314" y="222"/>
                  </a:lnTo>
                  <a:lnTo>
                    <a:pt x="314" y="222"/>
                  </a:lnTo>
                  <a:lnTo>
                    <a:pt x="314" y="222"/>
                  </a:lnTo>
                  <a:lnTo>
                    <a:pt x="314" y="222"/>
                  </a:lnTo>
                  <a:lnTo>
                    <a:pt x="314" y="224"/>
                  </a:lnTo>
                  <a:lnTo>
                    <a:pt x="314" y="224"/>
                  </a:lnTo>
                  <a:lnTo>
                    <a:pt x="314" y="224"/>
                  </a:lnTo>
                  <a:lnTo>
                    <a:pt x="314" y="224"/>
                  </a:lnTo>
                  <a:lnTo>
                    <a:pt x="313" y="226"/>
                  </a:lnTo>
                  <a:lnTo>
                    <a:pt x="313" y="226"/>
                  </a:lnTo>
                  <a:lnTo>
                    <a:pt x="313" y="226"/>
                  </a:lnTo>
                  <a:lnTo>
                    <a:pt x="313" y="226"/>
                  </a:lnTo>
                  <a:lnTo>
                    <a:pt x="313" y="226"/>
                  </a:lnTo>
                  <a:lnTo>
                    <a:pt x="313" y="226"/>
                  </a:lnTo>
                  <a:lnTo>
                    <a:pt x="313" y="226"/>
                  </a:lnTo>
                  <a:lnTo>
                    <a:pt x="313" y="226"/>
                  </a:lnTo>
                  <a:lnTo>
                    <a:pt x="313" y="226"/>
                  </a:lnTo>
                  <a:lnTo>
                    <a:pt x="313" y="226"/>
                  </a:lnTo>
                  <a:lnTo>
                    <a:pt x="313" y="226"/>
                  </a:lnTo>
                  <a:lnTo>
                    <a:pt x="314" y="226"/>
                  </a:lnTo>
                  <a:lnTo>
                    <a:pt x="314" y="226"/>
                  </a:lnTo>
                  <a:lnTo>
                    <a:pt x="316" y="226"/>
                  </a:lnTo>
                  <a:lnTo>
                    <a:pt x="316" y="226"/>
                  </a:lnTo>
                  <a:lnTo>
                    <a:pt x="317" y="225"/>
                  </a:lnTo>
                  <a:lnTo>
                    <a:pt x="317" y="225"/>
                  </a:lnTo>
                  <a:lnTo>
                    <a:pt x="317" y="225"/>
                  </a:lnTo>
                  <a:lnTo>
                    <a:pt x="317" y="225"/>
                  </a:lnTo>
                  <a:lnTo>
                    <a:pt x="319" y="224"/>
                  </a:lnTo>
                  <a:lnTo>
                    <a:pt x="319" y="224"/>
                  </a:lnTo>
                  <a:lnTo>
                    <a:pt x="320" y="224"/>
                  </a:lnTo>
                  <a:lnTo>
                    <a:pt x="320" y="224"/>
                  </a:lnTo>
                  <a:lnTo>
                    <a:pt x="322" y="222"/>
                  </a:lnTo>
                  <a:lnTo>
                    <a:pt x="322" y="222"/>
                  </a:lnTo>
                  <a:lnTo>
                    <a:pt x="322" y="222"/>
                  </a:lnTo>
                  <a:lnTo>
                    <a:pt x="322" y="222"/>
                  </a:lnTo>
                  <a:lnTo>
                    <a:pt x="322" y="221"/>
                  </a:lnTo>
                  <a:lnTo>
                    <a:pt x="322" y="221"/>
                  </a:lnTo>
                  <a:lnTo>
                    <a:pt x="322" y="221"/>
                  </a:lnTo>
                  <a:lnTo>
                    <a:pt x="322" y="221"/>
                  </a:lnTo>
                  <a:lnTo>
                    <a:pt x="322" y="219"/>
                  </a:lnTo>
                  <a:lnTo>
                    <a:pt x="322" y="219"/>
                  </a:lnTo>
                  <a:lnTo>
                    <a:pt x="322" y="219"/>
                  </a:lnTo>
                  <a:lnTo>
                    <a:pt x="322" y="219"/>
                  </a:lnTo>
                  <a:lnTo>
                    <a:pt x="322" y="218"/>
                  </a:lnTo>
                  <a:lnTo>
                    <a:pt x="322" y="218"/>
                  </a:lnTo>
                  <a:lnTo>
                    <a:pt x="322" y="218"/>
                  </a:lnTo>
                  <a:lnTo>
                    <a:pt x="322" y="218"/>
                  </a:lnTo>
                  <a:lnTo>
                    <a:pt x="324" y="216"/>
                  </a:lnTo>
                  <a:lnTo>
                    <a:pt x="324" y="216"/>
                  </a:lnTo>
                  <a:lnTo>
                    <a:pt x="324" y="216"/>
                  </a:lnTo>
                  <a:lnTo>
                    <a:pt x="324" y="216"/>
                  </a:lnTo>
                  <a:lnTo>
                    <a:pt x="324" y="216"/>
                  </a:lnTo>
                  <a:lnTo>
                    <a:pt x="324" y="216"/>
                  </a:lnTo>
                  <a:lnTo>
                    <a:pt x="324" y="216"/>
                  </a:lnTo>
                  <a:lnTo>
                    <a:pt x="324" y="216"/>
                  </a:lnTo>
                  <a:lnTo>
                    <a:pt x="326" y="214"/>
                  </a:lnTo>
                  <a:lnTo>
                    <a:pt x="326" y="214"/>
                  </a:lnTo>
                  <a:lnTo>
                    <a:pt x="326" y="214"/>
                  </a:lnTo>
                  <a:lnTo>
                    <a:pt x="326" y="214"/>
                  </a:lnTo>
                  <a:lnTo>
                    <a:pt x="327" y="214"/>
                  </a:lnTo>
                  <a:lnTo>
                    <a:pt x="327" y="214"/>
                  </a:lnTo>
                  <a:lnTo>
                    <a:pt x="327" y="214"/>
                  </a:lnTo>
                  <a:lnTo>
                    <a:pt x="327" y="214"/>
                  </a:lnTo>
                  <a:lnTo>
                    <a:pt x="329" y="213"/>
                  </a:lnTo>
                  <a:lnTo>
                    <a:pt x="329" y="214"/>
                  </a:lnTo>
                  <a:lnTo>
                    <a:pt x="329" y="214"/>
                  </a:lnTo>
                  <a:lnTo>
                    <a:pt x="329" y="214"/>
                  </a:lnTo>
                  <a:lnTo>
                    <a:pt x="330" y="214"/>
                  </a:lnTo>
                  <a:lnTo>
                    <a:pt x="330" y="214"/>
                  </a:lnTo>
                  <a:lnTo>
                    <a:pt x="331" y="214"/>
                  </a:lnTo>
                  <a:lnTo>
                    <a:pt x="331" y="214"/>
                  </a:lnTo>
                  <a:lnTo>
                    <a:pt x="333" y="214"/>
                  </a:lnTo>
                  <a:lnTo>
                    <a:pt x="333" y="214"/>
                  </a:lnTo>
                  <a:lnTo>
                    <a:pt x="334" y="214"/>
                  </a:lnTo>
                  <a:lnTo>
                    <a:pt x="334" y="214"/>
                  </a:lnTo>
                  <a:lnTo>
                    <a:pt x="336" y="214"/>
                  </a:lnTo>
                  <a:lnTo>
                    <a:pt x="336" y="214"/>
                  </a:lnTo>
                  <a:lnTo>
                    <a:pt x="337" y="214"/>
                  </a:lnTo>
                  <a:lnTo>
                    <a:pt x="337" y="214"/>
                  </a:lnTo>
                  <a:lnTo>
                    <a:pt x="338" y="214"/>
                  </a:lnTo>
                  <a:lnTo>
                    <a:pt x="337" y="216"/>
                  </a:lnTo>
                  <a:lnTo>
                    <a:pt x="337" y="216"/>
                  </a:lnTo>
                  <a:lnTo>
                    <a:pt x="337" y="216"/>
                  </a:lnTo>
                  <a:lnTo>
                    <a:pt x="337" y="216"/>
                  </a:lnTo>
                  <a:lnTo>
                    <a:pt x="337" y="218"/>
                  </a:lnTo>
                  <a:lnTo>
                    <a:pt x="337" y="218"/>
                  </a:lnTo>
                  <a:lnTo>
                    <a:pt x="337" y="218"/>
                  </a:lnTo>
                  <a:lnTo>
                    <a:pt x="337" y="218"/>
                  </a:lnTo>
                  <a:lnTo>
                    <a:pt x="337" y="220"/>
                  </a:lnTo>
                  <a:lnTo>
                    <a:pt x="337" y="220"/>
                  </a:lnTo>
                  <a:lnTo>
                    <a:pt x="337" y="220"/>
                  </a:lnTo>
                  <a:lnTo>
                    <a:pt x="337" y="220"/>
                  </a:lnTo>
                  <a:lnTo>
                    <a:pt x="337" y="221"/>
                  </a:lnTo>
                  <a:lnTo>
                    <a:pt x="337" y="221"/>
                  </a:lnTo>
                  <a:lnTo>
                    <a:pt x="337" y="221"/>
                  </a:lnTo>
                  <a:lnTo>
                    <a:pt x="338" y="221"/>
                  </a:lnTo>
                  <a:lnTo>
                    <a:pt x="337" y="223"/>
                  </a:lnTo>
                  <a:lnTo>
                    <a:pt x="337" y="223"/>
                  </a:lnTo>
                  <a:lnTo>
                    <a:pt x="337" y="223"/>
                  </a:lnTo>
                  <a:lnTo>
                    <a:pt x="337" y="223"/>
                  </a:lnTo>
                  <a:lnTo>
                    <a:pt x="337" y="225"/>
                  </a:lnTo>
                  <a:lnTo>
                    <a:pt x="337" y="225"/>
                  </a:lnTo>
                  <a:lnTo>
                    <a:pt x="337" y="225"/>
                  </a:lnTo>
                  <a:lnTo>
                    <a:pt x="337" y="225"/>
                  </a:lnTo>
                  <a:lnTo>
                    <a:pt x="337" y="227"/>
                  </a:lnTo>
                  <a:lnTo>
                    <a:pt x="337" y="227"/>
                  </a:lnTo>
                  <a:lnTo>
                    <a:pt x="337" y="228"/>
                  </a:lnTo>
                  <a:lnTo>
                    <a:pt x="337" y="228"/>
                  </a:lnTo>
                  <a:lnTo>
                    <a:pt x="337" y="229"/>
                  </a:lnTo>
                  <a:lnTo>
                    <a:pt x="337" y="229"/>
                  </a:lnTo>
                  <a:lnTo>
                    <a:pt x="337" y="229"/>
                  </a:lnTo>
                  <a:lnTo>
                    <a:pt x="338" y="229"/>
                  </a:lnTo>
                  <a:lnTo>
                    <a:pt x="338" y="231"/>
                  </a:lnTo>
                  <a:lnTo>
                    <a:pt x="338" y="231"/>
                  </a:lnTo>
                  <a:lnTo>
                    <a:pt x="338" y="231"/>
                  </a:lnTo>
                  <a:lnTo>
                    <a:pt x="338" y="231"/>
                  </a:lnTo>
                  <a:lnTo>
                    <a:pt x="338" y="232"/>
                  </a:lnTo>
                  <a:lnTo>
                    <a:pt x="338" y="232"/>
                  </a:lnTo>
                  <a:lnTo>
                    <a:pt x="338" y="232"/>
                  </a:lnTo>
                  <a:lnTo>
                    <a:pt x="340" y="232"/>
                  </a:lnTo>
                  <a:lnTo>
                    <a:pt x="340" y="234"/>
                  </a:lnTo>
                  <a:lnTo>
                    <a:pt x="340" y="234"/>
                  </a:lnTo>
                  <a:lnTo>
                    <a:pt x="340" y="234"/>
                  </a:lnTo>
                  <a:lnTo>
                    <a:pt x="341" y="234"/>
                  </a:lnTo>
                  <a:lnTo>
                    <a:pt x="341" y="234"/>
                  </a:lnTo>
                  <a:lnTo>
                    <a:pt x="341" y="234"/>
                  </a:lnTo>
                  <a:lnTo>
                    <a:pt x="341" y="234"/>
                  </a:lnTo>
                  <a:lnTo>
                    <a:pt x="343" y="234"/>
                  </a:lnTo>
                  <a:lnTo>
                    <a:pt x="343" y="235"/>
                  </a:lnTo>
                  <a:lnTo>
                    <a:pt x="343" y="235"/>
                  </a:lnTo>
                  <a:lnTo>
                    <a:pt x="343" y="235"/>
                  </a:lnTo>
                  <a:lnTo>
                    <a:pt x="343" y="235"/>
                  </a:lnTo>
                  <a:lnTo>
                    <a:pt x="343" y="237"/>
                  </a:lnTo>
                  <a:lnTo>
                    <a:pt x="343" y="237"/>
                  </a:lnTo>
                  <a:lnTo>
                    <a:pt x="343" y="237"/>
                  </a:lnTo>
                  <a:lnTo>
                    <a:pt x="345" y="237"/>
                  </a:lnTo>
                  <a:lnTo>
                    <a:pt x="345" y="239"/>
                  </a:lnTo>
                  <a:lnTo>
                    <a:pt x="345" y="239"/>
                  </a:lnTo>
                  <a:lnTo>
                    <a:pt x="345" y="239"/>
                  </a:lnTo>
                  <a:lnTo>
                    <a:pt x="346" y="239"/>
                  </a:lnTo>
                  <a:lnTo>
                    <a:pt x="346" y="241"/>
                  </a:lnTo>
                  <a:lnTo>
                    <a:pt x="346" y="241"/>
                  </a:lnTo>
                  <a:lnTo>
                    <a:pt x="346" y="241"/>
                  </a:lnTo>
                  <a:lnTo>
                    <a:pt x="347" y="241"/>
                  </a:lnTo>
                  <a:lnTo>
                    <a:pt x="347" y="241"/>
                  </a:lnTo>
                  <a:lnTo>
                    <a:pt x="347" y="241"/>
                  </a:lnTo>
                  <a:lnTo>
                    <a:pt x="347" y="241"/>
                  </a:lnTo>
                  <a:lnTo>
                    <a:pt x="347" y="241"/>
                  </a:lnTo>
                  <a:lnTo>
                    <a:pt x="347" y="241"/>
                  </a:lnTo>
                  <a:lnTo>
                    <a:pt x="347" y="241"/>
                  </a:lnTo>
                  <a:lnTo>
                    <a:pt x="347" y="241"/>
                  </a:lnTo>
                  <a:lnTo>
                    <a:pt x="347" y="241"/>
                  </a:lnTo>
                  <a:lnTo>
                    <a:pt x="347" y="241"/>
                  </a:lnTo>
                  <a:lnTo>
                    <a:pt x="347" y="241"/>
                  </a:lnTo>
                  <a:lnTo>
                    <a:pt x="347" y="241"/>
                  </a:lnTo>
                  <a:lnTo>
                    <a:pt x="347" y="241"/>
                  </a:lnTo>
                  <a:lnTo>
                    <a:pt x="347" y="241"/>
                  </a:lnTo>
                  <a:lnTo>
                    <a:pt x="347" y="241"/>
                  </a:lnTo>
                  <a:lnTo>
                    <a:pt x="347" y="241"/>
                  </a:lnTo>
                  <a:lnTo>
                    <a:pt x="347" y="239"/>
                  </a:lnTo>
                  <a:lnTo>
                    <a:pt x="347" y="241"/>
                  </a:lnTo>
                  <a:lnTo>
                    <a:pt x="347" y="241"/>
                  </a:lnTo>
                  <a:lnTo>
                    <a:pt x="347" y="241"/>
                  </a:lnTo>
                  <a:lnTo>
                    <a:pt x="348" y="241"/>
                  </a:lnTo>
                  <a:lnTo>
                    <a:pt x="348" y="241"/>
                  </a:lnTo>
                  <a:lnTo>
                    <a:pt x="348" y="241"/>
                  </a:lnTo>
                  <a:lnTo>
                    <a:pt x="348" y="241"/>
                  </a:lnTo>
                  <a:lnTo>
                    <a:pt x="350" y="241"/>
                  </a:lnTo>
                  <a:lnTo>
                    <a:pt x="350" y="241"/>
                  </a:lnTo>
                  <a:lnTo>
                    <a:pt x="350" y="241"/>
                  </a:lnTo>
                  <a:lnTo>
                    <a:pt x="350" y="241"/>
                  </a:lnTo>
                  <a:lnTo>
                    <a:pt x="352" y="241"/>
                  </a:lnTo>
                  <a:lnTo>
                    <a:pt x="352" y="241"/>
                  </a:lnTo>
                  <a:lnTo>
                    <a:pt x="352" y="241"/>
                  </a:lnTo>
                  <a:lnTo>
                    <a:pt x="352" y="241"/>
                  </a:lnTo>
                  <a:lnTo>
                    <a:pt x="353" y="241"/>
                  </a:lnTo>
                  <a:lnTo>
                    <a:pt x="353" y="241"/>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65" name=""/>
            <p:cNvSpPr/>
            <p:nvPr/>
          </p:nvSpPr>
          <p:spPr>
            <a:xfrm>
              <a:off x="7423200" y="7068960"/>
              <a:ext cx="25200" cy="25560"/>
            </a:xfrm>
            <a:custGeom>
              <a:avLst/>
              <a:gdLst/>
              <a:ahLst/>
              <a:rect l="l" t="t" r="r" b="b"/>
              <a:pathLst>
                <a:path w="16" h="16">
                  <a:moveTo>
                    <a:pt x="0" y="0"/>
                  </a:moveTo>
                  <a:lnTo>
                    <a:pt x="0" y="1"/>
                  </a:lnTo>
                  <a:lnTo>
                    <a:pt x="0" y="1"/>
                  </a:lnTo>
                  <a:lnTo>
                    <a:pt x="0" y="3"/>
                  </a:lnTo>
                  <a:lnTo>
                    <a:pt x="0" y="3"/>
                  </a:lnTo>
                  <a:lnTo>
                    <a:pt x="0" y="5"/>
                  </a:lnTo>
                  <a:lnTo>
                    <a:pt x="0" y="5"/>
                  </a:lnTo>
                  <a:lnTo>
                    <a:pt x="0" y="7"/>
                  </a:lnTo>
                  <a:lnTo>
                    <a:pt x="0" y="7"/>
                  </a:lnTo>
                  <a:lnTo>
                    <a:pt x="0" y="9"/>
                  </a:lnTo>
                  <a:lnTo>
                    <a:pt x="0" y="10"/>
                  </a:lnTo>
                  <a:lnTo>
                    <a:pt x="0" y="12"/>
                  </a:lnTo>
                  <a:lnTo>
                    <a:pt x="0" y="12"/>
                  </a:lnTo>
                  <a:lnTo>
                    <a:pt x="0" y="14"/>
                  </a:lnTo>
                  <a:lnTo>
                    <a:pt x="0" y="14"/>
                  </a:lnTo>
                  <a:lnTo>
                    <a:pt x="0" y="15"/>
                  </a:lnTo>
                  <a:lnTo>
                    <a:pt x="2" y="15"/>
                  </a:lnTo>
                  <a:lnTo>
                    <a:pt x="2" y="15"/>
                  </a:lnTo>
                  <a:lnTo>
                    <a:pt x="2" y="15"/>
                  </a:lnTo>
                  <a:lnTo>
                    <a:pt x="2" y="15"/>
                  </a:lnTo>
                  <a:lnTo>
                    <a:pt x="2" y="15"/>
                  </a:lnTo>
                  <a:lnTo>
                    <a:pt x="2" y="15"/>
                  </a:lnTo>
                  <a:lnTo>
                    <a:pt x="2" y="15"/>
                  </a:lnTo>
                  <a:lnTo>
                    <a:pt x="2" y="15"/>
                  </a:lnTo>
                  <a:lnTo>
                    <a:pt x="3" y="14"/>
                  </a:lnTo>
                  <a:lnTo>
                    <a:pt x="3" y="14"/>
                  </a:lnTo>
                  <a:lnTo>
                    <a:pt x="3" y="14"/>
                  </a:lnTo>
                  <a:lnTo>
                    <a:pt x="3" y="14"/>
                  </a:lnTo>
                  <a:lnTo>
                    <a:pt x="4" y="14"/>
                  </a:lnTo>
                  <a:lnTo>
                    <a:pt x="4" y="14"/>
                  </a:lnTo>
                  <a:lnTo>
                    <a:pt x="4" y="14"/>
                  </a:lnTo>
                  <a:lnTo>
                    <a:pt x="4" y="14"/>
                  </a:lnTo>
                  <a:lnTo>
                    <a:pt x="5" y="13"/>
                  </a:lnTo>
                  <a:lnTo>
                    <a:pt x="5" y="13"/>
                  </a:lnTo>
                  <a:lnTo>
                    <a:pt x="5" y="13"/>
                  </a:lnTo>
                  <a:lnTo>
                    <a:pt x="5" y="13"/>
                  </a:lnTo>
                  <a:lnTo>
                    <a:pt x="7" y="13"/>
                  </a:lnTo>
                  <a:lnTo>
                    <a:pt x="7" y="13"/>
                  </a:lnTo>
                  <a:lnTo>
                    <a:pt x="8" y="13"/>
                  </a:lnTo>
                  <a:lnTo>
                    <a:pt x="8" y="13"/>
                  </a:lnTo>
                  <a:lnTo>
                    <a:pt x="10" y="11"/>
                  </a:lnTo>
                  <a:lnTo>
                    <a:pt x="10" y="11"/>
                  </a:lnTo>
                  <a:lnTo>
                    <a:pt x="10" y="11"/>
                  </a:lnTo>
                  <a:lnTo>
                    <a:pt x="10" y="11"/>
                  </a:lnTo>
                  <a:lnTo>
                    <a:pt x="12" y="11"/>
                  </a:lnTo>
                  <a:lnTo>
                    <a:pt x="12" y="11"/>
                  </a:lnTo>
                  <a:lnTo>
                    <a:pt x="13" y="11"/>
                  </a:lnTo>
                  <a:lnTo>
                    <a:pt x="13" y="11"/>
                  </a:lnTo>
                  <a:lnTo>
                    <a:pt x="15" y="9"/>
                  </a:lnTo>
                  <a:lnTo>
                    <a:pt x="15" y="9"/>
                  </a:lnTo>
                  <a:lnTo>
                    <a:pt x="15" y="9"/>
                  </a:lnTo>
                  <a:lnTo>
                    <a:pt x="15" y="9"/>
                  </a:lnTo>
                  <a:lnTo>
                    <a:pt x="15" y="9"/>
                  </a:lnTo>
                  <a:lnTo>
                    <a:pt x="15" y="9"/>
                  </a:lnTo>
                  <a:lnTo>
                    <a:pt x="15" y="9"/>
                  </a:lnTo>
                  <a:lnTo>
                    <a:pt x="15" y="9"/>
                  </a:lnTo>
                  <a:lnTo>
                    <a:pt x="15" y="8"/>
                  </a:lnTo>
                  <a:lnTo>
                    <a:pt x="15" y="8"/>
                  </a:lnTo>
                  <a:lnTo>
                    <a:pt x="15" y="8"/>
                  </a:lnTo>
                  <a:lnTo>
                    <a:pt x="15" y="8"/>
                  </a:lnTo>
                  <a:lnTo>
                    <a:pt x="15" y="8"/>
                  </a:lnTo>
                  <a:lnTo>
                    <a:pt x="15" y="8"/>
                  </a:lnTo>
                  <a:lnTo>
                    <a:pt x="15" y="8"/>
                  </a:lnTo>
                  <a:lnTo>
                    <a:pt x="15" y="8"/>
                  </a:lnTo>
                  <a:lnTo>
                    <a:pt x="15" y="7"/>
                  </a:lnTo>
                  <a:lnTo>
                    <a:pt x="15" y="7"/>
                  </a:lnTo>
                  <a:lnTo>
                    <a:pt x="15" y="7"/>
                  </a:lnTo>
                  <a:lnTo>
                    <a:pt x="15" y="7"/>
                  </a:lnTo>
                  <a:lnTo>
                    <a:pt x="15" y="7"/>
                  </a:lnTo>
                  <a:lnTo>
                    <a:pt x="15" y="7"/>
                  </a:lnTo>
                  <a:lnTo>
                    <a:pt x="15" y="7"/>
                  </a:lnTo>
                  <a:lnTo>
                    <a:pt x="15" y="7"/>
                  </a:lnTo>
                  <a:lnTo>
                    <a:pt x="15" y="5"/>
                  </a:lnTo>
                  <a:lnTo>
                    <a:pt x="15" y="5"/>
                  </a:lnTo>
                  <a:lnTo>
                    <a:pt x="15" y="5"/>
                  </a:lnTo>
                  <a:lnTo>
                    <a:pt x="15" y="5"/>
                  </a:lnTo>
                  <a:lnTo>
                    <a:pt x="15" y="5"/>
                  </a:lnTo>
                  <a:lnTo>
                    <a:pt x="15" y="5"/>
                  </a:lnTo>
                  <a:lnTo>
                    <a:pt x="15" y="5"/>
                  </a:lnTo>
                  <a:lnTo>
                    <a:pt x="15" y="5"/>
                  </a:lnTo>
                  <a:lnTo>
                    <a:pt x="15" y="4"/>
                  </a:lnTo>
                  <a:lnTo>
                    <a:pt x="13" y="4"/>
                  </a:lnTo>
                  <a:lnTo>
                    <a:pt x="13" y="4"/>
                  </a:lnTo>
                  <a:lnTo>
                    <a:pt x="13" y="4"/>
                  </a:lnTo>
                  <a:lnTo>
                    <a:pt x="13" y="4"/>
                  </a:lnTo>
                  <a:lnTo>
                    <a:pt x="12" y="4"/>
                  </a:lnTo>
                  <a:lnTo>
                    <a:pt x="12" y="4"/>
                  </a:lnTo>
                  <a:lnTo>
                    <a:pt x="12" y="4"/>
                  </a:lnTo>
                  <a:lnTo>
                    <a:pt x="12" y="3"/>
                  </a:lnTo>
                  <a:lnTo>
                    <a:pt x="10" y="3"/>
                  </a:lnTo>
                  <a:lnTo>
                    <a:pt x="10" y="3"/>
                  </a:lnTo>
                  <a:lnTo>
                    <a:pt x="10" y="3"/>
                  </a:lnTo>
                  <a:lnTo>
                    <a:pt x="10" y="3"/>
                  </a:lnTo>
                  <a:lnTo>
                    <a:pt x="9" y="3"/>
                  </a:lnTo>
                  <a:lnTo>
                    <a:pt x="9" y="3"/>
                  </a:lnTo>
                  <a:lnTo>
                    <a:pt x="9" y="3"/>
                  </a:lnTo>
                  <a:lnTo>
                    <a:pt x="9" y="2"/>
                  </a:lnTo>
                  <a:lnTo>
                    <a:pt x="7" y="2"/>
                  </a:lnTo>
                  <a:lnTo>
                    <a:pt x="7" y="2"/>
                  </a:lnTo>
                  <a:lnTo>
                    <a:pt x="5" y="2"/>
                  </a:lnTo>
                  <a:lnTo>
                    <a:pt x="5" y="2"/>
                  </a:lnTo>
                  <a:lnTo>
                    <a:pt x="3" y="2"/>
                  </a:lnTo>
                  <a:lnTo>
                    <a:pt x="3" y="2"/>
                  </a:lnTo>
                  <a:lnTo>
                    <a:pt x="3" y="2"/>
                  </a:lnTo>
                  <a:lnTo>
                    <a:pt x="3" y="1"/>
                  </a:lnTo>
                  <a:lnTo>
                    <a:pt x="1" y="1"/>
                  </a:lnTo>
                  <a:lnTo>
                    <a:pt x="1" y="1"/>
                  </a:lnTo>
                  <a:lnTo>
                    <a:pt x="1" y="1"/>
                  </a:lnTo>
                  <a:lnTo>
                    <a:pt x="1" y="1"/>
                  </a:lnTo>
                  <a:lnTo>
                    <a:pt x="0" y="1"/>
                  </a:lnTo>
                  <a:lnTo>
                    <a:pt x="0" y="1"/>
                  </a:lnTo>
                  <a:lnTo>
                    <a:pt x="0" y="1"/>
                  </a:lnTo>
                  <a:lnTo>
                    <a:pt x="0" y="0"/>
                  </a:lnTo>
                  <a:lnTo>
                    <a:pt x="0" y="0"/>
                  </a:lnTo>
                </a:path>
              </a:pathLst>
            </a:custGeom>
            <a:solidFill>
              <a:srgbClr val="a1009f"/>
            </a:solidFill>
            <a:ln w="18360">
              <a:solidFill>
                <a:srgbClr val="000000"/>
              </a:solidFill>
              <a:round/>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766" name=""/>
            <p:cNvSpPr/>
            <p:nvPr/>
          </p:nvSpPr>
          <p:spPr>
            <a:xfrm>
              <a:off x="6877080" y="6908760"/>
              <a:ext cx="646200" cy="573120"/>
            </a:xfrm>
            <a:custGeom>
              <a:avLst/>
              <a:gdLst/>
              <a:ahLst/>
              <a:rect l="l" t="t" r="r" b="b"/>
              <a:pathLst>
                <a:path w="407" h="361">
                  <a:moveTo>
                    <a:pt x="403" y="120"/>
                  </a:moveTo>
                  <a:lnTo>
                    <a:pt x="402" y="120"/>
                  </a:lnTo>
                  <a:lnTo>
                    <a:pt x="402" y="120"/>
                  </a:lnTo>
                  <a:lnTo>
                    <a:pt x="402" y="120"/>
                  </a:lnTo>
                  <a:lnTo>
                    <a:pt x="402" y="120"/>
                  </a:lnTo>
                  <a:lnTo>
                    <a:pt x="402" y="120"/>
                  </a:lnTo>
                  <a:lnTo>
                    <a:pt x="402" y="120"/>
                  </a:lnTo>
                  <a:lnTo>
                    <a:pt x="402" y="120"/>
                  </a:lnTo>
                  <a:lnTo>
                    <a:pt x="402" y="120"/>
                  </a:lnTo>
                  <a:lnTo>
                    <a:pt x="401" y="120"/>
                  </a:lnTo>
                  <a:lnTo>
                    <a:pt x="401" y="120"/>
                  </a:lnTo>
                  <a:lnTo>
                    <a:pt x="401" y="120"/>
                  </a:lnTo>
                  <a:lnTo>
                    <a:pt x="401" y="120"/>
                  </a:lnTo>
                  <a:lnTo>
                    <a:pt x="401" y="120"/>
                  </a:lnTo>
                  <a:lnTo>
                    <a:pt x="401" y="120"/>
                  </a:lnTo>
                  <a:lnTo>
                    <a:pt x="401" y="120"/>
                  </a:lnTo>
                  <a:lnTo>
                    <a:pt x="401" y="120"/>
                  </a:lnTo>
                  <a:lnTo>
                    <a:pt x="401" y="122"/>
                  </a:lnTo>
                  <a:lnTo>
                    <a:pt x="401" y="122"/>
                  </a:lnTo>
                  <a:lnTo>
                    <a:pt x="401" y="122"/>
                  </a:lnTo>
                  <a:lnTo>
                    <a:pt x="401" y="122"/>
                  </a:lnTo>
                  <a:lnTo>
                    <a:pt x="401" y="122"/>
                  </a:lnTo>
                  <a:lnTo>
                    <a:pt x="401" y="122"/>
                  </a:lnTo>
                  <a:lnTo>
                    <a:pt x="401" y="122"/>
                  </a:lnTo>
                  <a:lnTo>
                    <a:pt x="403" y="122"/>
                  </a:lnTo>
                  <a:lnTo>
                    <a:pt x="403" y="123"/>
                  </a:lnTo>
                  <a:lnTo>
                    <a:pt x="403" y="123"/>
                  </a:lnTo>
                  <a:lnTo>
                    <a:pt x="403" y="123"/>
                  </a:lnTo>
                  <a:lnTo>
                    <a:pt x="404" y="123"/>
                  </a:lnTo>
                  <a:lnTo>
                    <a:pt x="404" y="123"/>
                  </a:lnTo>
                  <a:lnTo>
                    <a:pt x="404" y="123"/>
                  </a:lnTo>
                  <a:lnTo>
                    <a:pt x="404" y="123"/>
                  </a:lnTo>
                  <a:lnTo>
                    <a:pt x="406" y="123"/>
                  </a:lnTo>
                  <a:lnTo>
                    <a:pt x="406" y="124"/>
                  </a:lnTo>
                  <a:lnTo>
                    <a:pt x="406" y="124"/>
                  </a:lnTo>
                  <a:lnTo>
                    <a:pt x="406" y="124"/>
                  </a:lnTo>
                  <a:lnTo>
                    <a:pt x="406" y="124"/>
                  </a:lnTo>
                  <a:lnTo>
                    <a:pt x="406" y="126"/>
                  </a:lnTo>
                  <a:lnTo>
                    <a:pt x="406" y="126"/>
                  </a:lnTo>
                  <a:lnTo>
                    <a:pt x="406" y="126"/>
                  </a:lnTo>
                  <a:lnTo>
                    <a:pt x="406" y="126"/>
                  </a:lnTo>
                  <a:lnTo>
                    <a:pt x="406" y="128"/>
                  </a:lnTo>
                  <a:lnTo>
                    <a:pt x="406" y="128"/>
                  </a:lnTo>
                  <a:lnTo>
                    <a:pt x="406" y="128"/>
                  </a:lnTo>
                  <a:lnTo>
                    <a:pt x="406" y="128"/>
                  </a:lnTo>
                  <a:lnTo>
                    <a:pt x="406" y="129"/>
                  </a:lnTo>
                  <a:lnTo>
                    <a:pt x="406" y="129"/>
                  </a:lnTo>
                  <a:lnTo>
                    <a:pt x="406" y="129"/>
                  </a:lnTo>
                  <a:lnTo>
                    <a:pt x="406" y="129"/>
                  </a:lnTo>
                  <a:lnTo>
                    <a:pt x="405" y="129"/>
                  </a:lnTo>
                  <a:lnTo>
                    <a:pt x="405" y="129"/>
                  </a:lnTo>
                  <a:lnTo>
                    <a:pt x="405" y="129"/>
                  </a:lnTo>
                  <a:lnTo>
                    <a:pt x="405" y="129"/>
                  </a:lnTo>
                  <a:lnTo>
                    <a:pt x="404" y="129"/>
                  </a:lnTo>
                  <a:lnTo>
                    <a:pt x="404" y="129"/>
                  </a:lnTo>
                  <a:lnTo>
                    <a:pt x="404" y="129"/>
                  </a:lnTo>
                  <a:lnTo>
                    <a:pt x="404" y="129"/>
                  </a:lnTo>
                  <a:lnTo>
                    <a:pt x="402" y="129"/>
                  </a:lnTo>
                  <a:lnTo>
                    <a:pt x="402" y="129"/>
                  </a:lnTo>
                  <a:lnTo>
                    <a:pt x="402" y="129"/>
                  </a:lnTo>
                  <a:lnTo>
                    <a:pt x="402" y="129"/>
                  </a:lnTo>
                  <a:lnTo>
                    <a:pt x="401" y="129"/>
                  </a:lnTo>
                  <a:lnTo>
                    <a:pt x="401" y="129"/>
                  </a:lnTo>
                  <a:lnTo>
                    <a:pt x="401" y="129"/>
                  </a:lnTo>
                  <a:lnTo>
                    <a:pt x="401" y="129"/>
                  </a:lnTo>
                  <a:lnTo>
                    <a:pt x="400" y="130"/>
                  </a:lnTo>
                  <a:lnTo>
                    <a:pt x="400" y="130"/>
                  </a:lnTo>
                  <a:lnTo>
                    <a:pt x="400" y="130"/>
                  </a:lnTo>
                  <a:lnTo>
                    <a:pt x="400" y="130"/>
                  </a:lnTo>
                  <a:lnTo>
                    <a:pt x="400" y="130"/>
                  </a:lnTo>
                  <a:lnTo>
                    <a:pt x="400" y="130"/>
                  </a:lnTo>
                  <a:lnTo>
                    <a:pt x="400" y="130"/>
                  </a:lnTo>
                  <a:lnTo>
                    <a:pt x="400" y="130"/>
                  </a:lnTo>
                  <a:lnTo>
                    <a:pt x="400" y="131"/>
                  </a:lnTo>
                  <a:lnTo>
                    <a:pt x="400" y="131"/>
                  </a:lnTo>
                  <a:lnTo>
                    <a:pt x="400" y="131"/>
                  </a:lnTo>
                  <a:lnTo>
                    <a:pt x="400" y="131"/>
                  </a:lnTo>
                  <a:lnTo>
                    <a:pt x="400" y="131"/>
                  </a:lnTo>
                  <a:lnTo>
                    <a:pt x="400" y="131"/>
                  </a:lnTo>
                  <a:lnTo>
                    <a:pt x="400" y="131"/>
                  </a:lnTo>
                  <a:lnTo>
                    <a:pt x="400" y="131"/>
                  </a:lnTo>
                  <a:lnTo>
                    <a:pt x="400" y="133"/>
                  </a:lnTo>
                  <a:lnTo>
                    <a:pt x="400" y="133"/>
                  </a:lnTo>
                  <a:lnTo>
                    <a:pt x="400" y="134"/>
                  </a:lnTo>
                  <a:lnTo>
                    <a:pt x="400" y="134"/>
                  </a:lnTo>
                  <a:lnTo>
                    <a:pt x="400" y="136"/>
                  </a:lnTo>
                  <a:lnTo>
                    <a:pt x="400" y="136"/>
                  </a:lnTo>
                  <a:lnTo>
                    <a:pt x="400" y="136"/>
                  </a:lnTo>
                  <a:lnTo>
                    <a:pt x="402" y="136"/>
                  </a:lnTo>
                  <a:lnTo>
                    <a:pt x="402" y="138"/>
                  </a:lnTo>
                  <a:lnTo>
                    <a:pt x="402" y="138"/>
                  </a:lnTo>
                  <a:lnTo>
                    <a:pt x="402" y="138"/>
                  </a:lnTo>
                  <a:lnTo>
                    <a:pt x="402" y="138"/>
                  </a:lnTo>
                  <a:lnTo>
                    <a:pt x="402" y="140"/>
                  </a:lnTo>
                  <a:lnTo>
                    <a:pt x="402" y="140"/>
                  </a:lnTo>
                  <a:lnTo>
                    <a:pt x="402" y="140"/>
                  </a:lnTo>
                  <a:lnTo>
                    <a:pt x="403" y="140"/>
                  </a:lnTo>
                  <a:lnTo>
                    <a:pt x="402" y="142"/>
                  </a:lnTo>
                  <a:lnTo>
                    <a:pt x="402" y="142"/>
                  </a:lnTo>
                  <a:lnTo>
                    <a:pt x="402" y="142"/>
                  </a:lnTo>
                  <a:lnTo>
                    <a:pt x="402" y="142"/>
                  </a:lnTo>
                  <a:lnTo>
                    <a:pt x="402" y="143"/>
                  </a:lnTo>
                  <a:lnTo>
                    <a:pt x="402" y="143"/>
                  </a:lnTo>
                  <a:lnTo>
                    <a:pt x="402" y="143"/>
                  </a:lnTo>
                  <a:lnTo>
                    <a:pt x="402" y="143"/>
                  </a:lnTo>
                  <a:lnTo>
                    <a:pt x="400" y="145"/>
                  </a:lnTo>
                  <a:lnTo>
                    <a:pt x="400" y="145"/>
                  </a:lnTo>
                  <a:lnTo>
                    <a:pt x="400" y="145"/>
                  </a:lnTo>
                  <a:lnTo>
                    <a:pt x="400" y="145"/>
                  </a:lnTo>
                  <a:lnTo>
                    <a:pt x="400" y="145"/>
                  </a:lnTo>
                  <a:lnTo>
                    <a:pt x="400" y="145"/>
                  </a:lnTo>
                  <a:lnTo>
                    <a:pt x="400" y="145"/>
                  </a:lnTo>
                  <a:lnTo>
                    <a:pt x="400" y="145"/>
                  </a:lnTo>
                  <a:lnTo>
                    <a:pt x="398" y="147"/>
                  </a:lnTo>
                  <a:lnTo>
                    <a:pt x="398" y="147"/>
                  </a:lnTo>
                  <a:lnTo>
                    <a:pt x="396" y="149"/>
                  </a:lnTo>
                  <a:lnTo>
                    <a:pt x="396" y="149"/>
                  </a:lnTo>
                  <a:lnTo>
                    <a:pt x="394" y="151"/>
                  </a:lnTo>
                  <a:lnTo>
                    <a:pt x="394" y="151"/>
                  </a:lnTo>
                  <a:lnTo>
                    <a:pt x="392" y="151"/>
                  </a:lnTo>
                  <a:lnTo>
                    <a:pt x="392" y="151"/>
                  </a:lnTo>
                  <a:lnTo>
                    <a:pt x="390" y="153"/>
                  </a:lnTo>
                  <a:lnTo>
                    <a:pt x="389" y="153"/>
                  </a:lnTo>
                  <a:lnTo>
                    <a:pt x="388" y="153"/>
                  </a:lnTo>
                  <a:lnTo>
                    <a:pt x="388" y="153"/>
                  </a:lnTo>
                  <a:lnTo>
                    <a:pt x="386" y="155"/>
                  </a:lnTo>
                  <a:lnTo>
                    <a:pt x="386" y="155"/>
                  </a:lnTo>
                  <a:lnTo>
                    <a:pt x="385" y="155"/>
                  </a:lnTo>
                  <a:lnTo>
                    <a:pt x="385" y="155"/>
                  </a:lnTo>
                  <a:lnTo>
                    <a:pt x="383" y="157"/>
                  </a:lnTo>
                  <a:lnTo>
                    <a:pt x="383" y="157"/>
                  </a:lnTo>
                  <a:lnTo>
                    <a:pt x="381" y="157"/>
                  </a:lnTo>
                  <a:lnTo>
                    <a:pt x="381" y="157"/>
                  </a:lnTo>
                  <a:lnTo>
                    <a:pt x="379" y="158"/>
                  </a:lnTo>
                  <a:lnTo>
                    <a:pt x="379" y="158"/>
                  </a:lnTo>
                  <a:lnTo>
                    <a:pt x="377" y="158"/>
                  </a:lnTo>
                  <a:lnTo>
                    <a:pt x="377" y="158"/>
                  </a:lnTo>
                  <a:lnTo>
                    <a:pt x="375" y="160"/>
                  </a:lnTo>
                  <a:lnTo>
                    <a:pt x="375" y="160"/>
                  </a:lnTo>
                  <a:lnTo>
                    <a:pt x="373" y="160"/>
                  </a:lnTo>
                  <a:lnTo>
                    <a:pt x="373" y="160"/>
                  </a:lnTo>
                  <a:lnTo>
                    <a:pt x="371" y="160"/>
                  </a:lnTo>
                  <a:lnTo>
                    <a:pt x="371" y="160"/>
                  </a:lnTo>
                  <a:lnTo>
                    <a:pt x="369" y="160"/>
                  </a:lnTo>
                  <a:lnTo>
                    <a:pt x="369" y="160"/>
                  </a:lnTo>
                  <a:lnTo>
                    <a:pt x="367" y="161"/>
                  </a:lnTo>
                  <a:lnTo>
                    <a:pt x="367" y="161"/>
                  </a:lnTo>
                  <a:lnTo>
                    <a:pt x="367" y="161"/>
                  </a:lnTo>
                  <a:lnTo>
                    <a:pt x="367" y="161"/>
                  </a:lnTo>
                  <a:lnTo>
                    <a:pt x="366" y="163"/>
                  </a:lnTo>
                  <a:lnTo>
                    <a:pt x="366" y="163"/>
                  </a:lnTo>
                  <a:lnTo>
                    <a:pt x="366" y="163"/>
                  </a:lnTo>
                  <a:lnTo>
                    <a:pt x="366" y="163"/>
                  </a:lnTo>
                  <a:lnTo>
                    <a:pt x="364" y="164"/>
                  </a:lnTo>
                  <a:lnTo>
                    <a:pt x="364" y="164"/>
                  </a:lnTo>
                  <a:lnTo>
                    <a:pt x="364" y="164"/>
                  </a:lnTo>
                  <a:lnTo>
                    <a:pt x="364" y="164"/>
                  </a:lnTo>
                  <a:lnTo>
                    <a:pt x="362" y="164"/>
                  </a:lnTo>
                  <a:lnTo>
                    <a:pt x="362" y="164"/>
                  </a:lnTo>
                  <a:lnTo>
                    <a:pt x="362" y="164"/>
                  </a:lnTo>
                  <a:lnTo>
                    <a:pt x="362" y="164"/>
                  </a:lnTo>
                  <a:lnTo>
                    <a:pt x="360" y="166"/>
                  </a:lnTo>
                  <a:lnTo>
                    <a:pt x="360" y="166"/>
                  </a:lnTo>
                  <a:lnTo>
                    <a:pt x="360" y="167"/>
                  </a:lnTo>
                  <a:lnTo>
                    <a:pt x="360" y="167"/>
                  </a:lnTo>
                  <a:lnTo>
                    <a:pt x="358" y="168"/>
                  </a:lnTo>
                  <a:lnTo>
                    <a:pt x="358" y="168"/>
                  </a:lnTo>
                  <a:lnTo>
                    <a:pt x="357" y="168"/>
                  </a:lnTo>
                  <a:lnTo>
                    <a:pt x="357" y="168"/>
                  </a:lnTo>
                  <a:lnTo>
                    <a:pt x="355" y="168"/>
                  </a:lnTo>
                  <a:lnTo>
                    <a:pt x="355" y="168"/>
                  </a:lnTo>
                  <a:lnTo>
                    <a:pt x="353" y="168"/>
                  </a:lnTo>
                  <a:lnTo>
                    <a:pt x="353" y="168"/>
                  </a:lnTo>
                  <a:lnTo>
                    <a:pt x="351" y="168"/>
                  </a:lnTo>
                  <a:lnTo>
                    <a:pt x="351" y="168"/>
                  </a:lnTo>
                  <a:lnTo>
                    <a:pt x="349" y="168"/>
                  </a:lnTo>
                  <a:lnTo>
                    <a:pt x="349" y="168"/>
                  </a:lnTo>
                  <a:lnTo>
                    <a:pt x="347" y="170"/>
                  </a:lnTo>
                  <a:lnTo>
                    <a:pt x="347" y="170"/>
                  </a:lnTo>
                  <a:lnTo>
                    <a:pt x="345" y="170"/>
                  </a:lnTo>
                  <a:lnTo>
                    <a:pt x="345" y="170"/>
                  </a:lnTo>
                  <a:lnTo>
                    <a:pt x="343" y="171"/>
                  </a:lnTo>
                  <a:lnTo>
                    <a:pt x="342" y="171"/>
                  </a:lnTo>
                  <a:lnTo>
                    <a:pt x="340" y="171"/>
                  </a:lnTo>
                  <a:lnTo>
                    <a:pt x="340" y="171"/>
                  </a:lnTo>
                  <a:lnTo>
                    <a:pt x="338" y="171"/>
                  </a:lnTo>
                  <a:lnTo>
                    <a:pt x="337" y="171"/>
                  </a:lnTo>
                  <a:lnTo>
                    <a:pt x="335" y="171"/>
                  </a:lnTo>
                  <a:lnTo>
                    <a:pt x="335" y="171"/>
                  </a:lnTo>
                  <a:lnTo>
                    <a:pt x="332" y="171"/>
                  </a:lnTo>
                  <a:lnTo>
                    <a:pt x="332" y="171"/>
                  </a:lnTo>
                  <a:lnTo>
                    <a:pt x="331" y="171"/>
                  </a:lnTo>
                  <a:lnTo>
                    <a:pt x="331" y="171"/>
                  </a:lnTo>
                  <a:lnTo>
                    <a:pt x="329" y="172"/>
                  </a:lnTo>
                  <a:lnTo>
                    <a:pt x="329" y="172"/>
                  </a:lnTo>
                  <a:lnTo>
                    <a:pt x="328" y="172"/>
                  </a:lnTo>
                  <a:lnTo>
                    <a:pt x="328" y="172"/>
                  </a:lnTo>
                  <a:lnTo>
                    <a:pt x="326" y="173"/>
                  </a:lnTo>
                  <a:lnTo>
                    <a:pt x="326" y="173"/>
                  </a:lnTo>
                  <a:lnTo>
                    <a:pt x="325" y="173"/>
                  </a:lnTo>
                  <a:lnTo>
                    <a:pt x="325" y="173"/>
                  </a:lnTo>
                  <a:lnTo>
                    <a:pt x="323" y="175"/>
                  </a:lnTo>
                  <a:lnTo>
                    <a:pt x="323" y="175"/>
                  </a:lnTo>
                  <a:lnTo>
                    <a:pt x="322" y="175"/>
                  </a:lnTo>
                  <a:lnTo>
                    <a:pt x="322" y="175"/>
                  </a:lnTo>
                  <a:lnTo>
                    <a:pt x="320" y="175"/>
                  </a:lnTo>
                  <a:lnTo>
                    <a:pt x="320" y="175"/>
                  </a:lnTo>
                  <a:lnTo>
                    <a:pt x="320" y="175"/>
                  </a:lnTo>
                  <a:lnTo>
                    <a:pt x="320" y="175"/>
                  </a:lnTo>
                  <a:lnTo>
                    <a:pt x="317" y="177"/>
                  </a:lnTo>
                  <a:lnTo>
                    <a:pt x="317" y="177"/>
                  </a:lnTo>
                  <a:lnTo>
                    <a:pt x="316" y="177"/>
                  </a:lnTo>
                  <a:lnTo>
                    <a:pt x="316" y="177"/>
                  </a:lnTo>
                  <a:lnTo>
                    <a:pt x="314" y="178"/>
                  </a:lnTo>
                  <a:lnTo>
                    <a:pt x="314" y="178"/>
                  </a:lnTo>
                  <a:lnTo>
                    <a:pt x="314" y="178"/>
                  </a:lnTo>
                  <a:lnTo>
                    <a:pt x="314" y="178"/>
                  </a:lnTo>
                  <a:lnTo>
                    <a:pt x="313" y="180"/>
                  </a:lnTo>
                  <a:lnTo>
                    <a:pt x="313" y="180"/>
                  </a:lnTo>
                  <a:lnTo>
                    <a:pt x="313" y="180"/>
                  </a:lnTo>
                  <a:lnTo>
                    <a:pt x="313" y="180"/>
                  </a:lnTo>
                  <a:lnTo>
                    <a:pt x="312" y="182"/>
                  </a:lnTo>
                  <a:lnTo>
                    <a:pt x="312" y="182"/>
                  </a:lnTo>
                  <a:lnTo>
                    <a:pt x="312" y="182"/>
                  </a:lnTo>
                  <a:lnTo>
                    <a:pt x="312" y="182"/>
                  </a:lnTo>
                  <a:lnTo>
                    <a:pt x="312" y="183"/>
                  </a:lnTo>
                  <a:lnTo>
                    <a:pt x="312" y="183"/>
                  </a:lnTo>
                  <a:lnTo>
                    <a:pt x="312" y="183"/>
                  </a:lnTo>
                  <a:lnTo>
                    <a:pt x="312" y="183"/>
                  </a:lnTo>
                  <a:lnTo>
                    <a:pt x="312" y="183"/>
                  </a:lnTo>
                  <a:lnTo>
                    <a:pt x="312" y="183"/>
                  </a:lnTo>
                  <a:lnTo>
                    <a:pt x="312" y="183"/>
                  </a:lnTo>
                  <a:lnTo>
                    <a:pt x="313" y="183"/>
                  </a:lnTo>
                  <a:lnTo>
                    <a:pt x="313" y="185"/>
                  </a:lnTo>
                  <a:lnTo>
                    <a:pt x="313" y="185"/>
                  </a:lnTo>
                  <a:lnTo>
                    <a:pt x="313" y="185"/>
                  </a:lnTo>
                  <a:lnTo>
                    <a:pt x="314" y="185"/>
                  </a:lnTo>
                  <a:lnTo>
                    <a:pt x="314" y="185"/>
                  </a:lnTo>
                  <a:lnTo>
                    <a:pt x="314" y="185"/>
                  </a:lnTo>
                  <a:lnTo>
                    <a:pt x="314" y="185"/>
                  </a:lnTo>
                  <a:lnTo>
                    <a:pt x="316" y="185"/>
                  </a:lnTo>
                  <a:lnTo>
                    <a:pt x="315" y="187"/>
                  </a:lnTo>
                  <a:lnTo>
                    <a:pt x="315" y="187"/>
                  </a:lnTo>
                  <a:lnTo>
                    <a:pt x="315" y="187"/>
                  </a:lnTo>
                  <a:lnTo>
                    <a:pt x="315" y="187"/>
                  </a:lnTo>
                  <a:lnTo>
                    <a:pt x="315" y="189"/>
                  </a:lnTo>
                  <a:lnTo>
                    <a:pt x="315" y="189"/>
                  </a:lnTo>
                  <a:lnTo>
                    <a:pt x="315" y="189"/>
                  </a:lnTo>
                  <a:lnTo>
                    <a:pt x="315" y="189"/>
                  </a:lnTo>
                  <a:lnTo>
                    <a:pt x="313" y="191"/>
                  </a:lnTo>
                  <a:lnTo>
                    <a:pt x="313" y="191"/>
                  </a:lnTo>
                  <a:lnTo>
                    <a:pt x="313" y="191"/>
                  </a:lnTo>
                  <a:lnTo>
                    <a:pt x="313" y="191"/>
                  </a:lnTo>
                  <a:lnTo>
                    <a:pt x="312" y="191"/>
                  </a:lnTo>
                  <a:lnTo>
                    <a:pt x="312" y="191"/>
                  </a:lnTo>
                  <a:lnTo>
                    <a:pt x="312" y="191"/>
                  </a:lnTo>
                  <a:lnTo>
                    <a:pt x="312" y="191"/>
                  </a:lnTo>
                  <a:lnTo>
                    <a:pt x="310" y="191"/>
                  </a:lnTo>
                  <a:lnTo>
                    <a:pt x="310" y="191"/>
                  </a:lnTo>
                  <a:lnTo>
                    <a:pt x="310" y="191"/>
                  </a:lnTo>
                  <a:lnTo>
                    <a:pt x="310" y="191"/>
                  </a:lnTo>
                  <a:lnTo>
                    <a:pt x="308" y="191"/>
                  </a:lnTo>
                  <a:lnTo>
                    <a:pt x="308" y="191"/>
                  </a:lnTo>
                  <a:lnTo>
                    <a:pt x="308" y="191"/>
                  </a:lnTo>
                  <a:lnTo>
                    <a:pt x="308" y="191"/>
                  </a:lnTo>
                  <a:lnTo>
                    <a:pt x="307" y="191"/>
                  </a:lnTo>
                  <a:lnTo>
                    <a:pt x="307" y="191"/>
                  </a:lnTo>
                  <a:lnTo>
                    <a:pt x="307" y="191"/>
                  </a:lnTo>
                  <a:lnTo>
                    <a:pt x="307" y="191"/>
                  </a:lnTo>
                  <a:lnTo>
                    <a:pt x="306" y="191"/>
                  </a:lnTo>
                  <a:lnTo>
                    <a:pt x="306" y="191"/>
                  </a:lnTo>
                  <a:lnTo>
                    <a:pt x="306" y="191"/>
                  </a:lnTo>
                  <a:lnTo>
                    <a:pt x="306" y="191"/>
                  </a:lnTo>
                  <a:lnTo>
                    <a:pt x="304" y="193"/>
                  </a:lnTo>
                  <a:lnTo>
                    <a:pt x="304" y="193"/>
                  </a:lnTo>
                  <a:lnTo>
                    <a:pt x="303" y="194"/>
                  </a:lnTo>
                  <a:lnTo>
                    <a:pt x="303" y="194"/>
                  </a:lnTo>
                  <a:lnTo>
                    <a:pt x="301" y="196"/>
                  </a:lnTo>
                  <a:lnTo>
                    <a:pt x="301" y="196"/>
                  </a:lnTo>
                  <a:lnTo>
                    <a:pt x="301" y="198"/>
                  </a:lnTo>
                  <a:lnTo>
                    <a:pt x="301" y="198"/>
                  </a:lnTo>
                  <a:lnTo>
                    <a:pt x="299" y="200"/>
                  </a:lnTo>
                  <a:lnTo>
                    <a:pt x="299" y="200"/>
                  </a:lnTo>
                  <a:lnTo>
                    <a:pt x="299" y="202"/>
                  </a:lnTo>
                  <a:lnTo>
                    <a:pt x="299" y="202"/>
                  </a:lnTo>
                  <a:lnTo>
                    <a:pt x="297" y="204"/>
                  </a:lnTo>
                  <a:lnTo>
                    <a:pt x="297" y="204"/>
                  </a:lnTo>
                  <a:lnTo>
                    <a:pt x="297" y="205"/>
                  </a:lnTo>
                  <a:lnTo>
                    <a:pt x="297" y="205"/>
                  </a:lnTo>
                  <a:lnTo>
                    <a:pt x="295" y="207"/>
                  </a:lnTo>
                  <a:lnTo>
                    <a:pt x="295" y="207"/>
                  </a:lnTo>
                  <a:lnTo>
                    <a:pt x="293" y="208"/>
                  </a:lnTo>
                  <a:lnTo>
                    <a:pt x="293" y="208"/>
                  </a:lnTo>
                  <a:lnTo>
                    <a:pt x="291" y="210"/>
                  </a:lnTo>
                  <a:lnTo>
                    <a:pt x="291" y="210"/>
                  </a:lnTo>
                  <a:lnTo>
                    <a:pt x="290" y="210"/>
                  </a:lnTo>
                  <a:lnTo>
                    <a:pt x="290" y="210"/>
                  </a:lnTo>
                  <a:lnTo>
                    <a:pt x="288" y="212"/>
                  </a:lnTo>
                  <a:lnTo>
                    <a:pt x="288" y="212"/>
                  </a:lnTo>
                  <a:lnTo>
                    <a:pt x="286" y="213"/>
                  </a:lnTo>
                  <a:lnTo>
                    <a:pt x="286" y="213"/>
                  </a:lnTo>
                  <a:lnTo>
                    <a:pt x="284" y="215"/>
                  </a:lnTo>
                  <a:lnTo>
                    <a:pt x="284" y="215"/>
                  </a:lnTo>
                  <a:lnTo>
                    <a:pt x="284" y="215"/>
                  </a:lnTo>
                  <a:lnTo>
                    <a:pt x="284" y="215"/>
                  </a:lnTo>
                  <a:lnTo>
                    <a:pt x="282" y="217"/>
                  </a:lnTo>
                  <a:lnTo>
                    <a:pt x="282" y="217"/>
                  </a:lnTo>
                  <a:lnTo>
                    <a:pt x="281" y="219"/>
                  </a:lnTo>
                  <a:lnTo>
                    <a:pt x="281" y="219"/>
                  </a:lnTo>
                  <a:lnTo>
                    <a:pt x="279" y="220"/>
                  </a:lnTo>
                  <a:lnTo>
                    <a:pt x="279" y="220"/>
                  </a:lnTo>
                  <a:lnTo>
                    <a:pt x="279" y="220"/>
                  </a:lnTo>
                  <a:lnTo>
                    <a:pt x="279" y="220"/>
                  </a:lnTo>
                  <a:lnTo>
                    <a:pt x="277" y="222"/>
                  </a:lnTo>
                  <a:lnTo>
                    <a:pt x="277" y="222"/>
                  </a:lnTo>
                  <a:lnTo>
                    <a:pt x="276" y="224"/>
                  </a:lnTo>
                  <a:lnTo>
                    <a:pt x="276" y="224"/>
                  </a:lnTo>
                  <a:lnTo>
                    <a:pt x="276" y="226"/>
                  </a:lnTo>
                  <a:lnTo>
                    <a:pt x="276" y="226"/>
                  </a:lnTo>
                  <a:lnTo>
                    <a:pt x="276" y="226"/>
                  </a:lnTo>
                  <a:lnTo>
                    <a:pt x="276" y="226"/>
                  </a:lnTo>
                  <a:lnTo>
                    <a:pt x="274" y="227"/>
                  </a:lnTo>
                  <a:lnTo>
                    <a:pt x="274" y="227"/>
                  </a:lnTo>
                  <a:lnTo>
                    <a:pt x="272" y="228"/>
                  </a:lnTo>
                  <a:lnTo>
                    <a:pt x="272" y="228"/>
                  </a:lnTo>
                  <a:lnTo>
                    <a:pt x="270" y="230"/>
                  </a:lnTo>
                  <a:lnTo>
                    <a:pt x="270" y="230"/>
                  </a:lnTo>
                  <a:lnTo>
                    <a:pt x="270" y="230"/>
                  </a:lnTo>
                  <a:lnTo>
                    <a:pt x="270" y="230"/>
                  </a:lnTo>
                  <a:lnTo>
                    <a:pt x="269" y="232"/>
                  </a:lnTo>
                  <a:lnTo>
                    <a:pt x="269" y="232"/>
                  </a:lnTo>
                  <a:lnTo>
                    <a:pt x="269" y="233"/>
                  </a:lnTo>
                  <a:lnTo>
                    <a:pt x="269" y="233"/>
                  </a:lnTo>
                  <a:lnTo>
                    <a:pt x="266" y="235"/>
                  </a:lnTo>
                  <a:lnTo>
                    <a:pt x="266" y="235"/>
                  </a:lnTo>
                  <a:lnTo>
                    <a:pt x="266" y="235"/>
                  </a:lnTo>
                  <a:lnTo>
                    <a:pt x="266" y="235"/>
                  </a:lnTo>
                  <a:lnTo>
                    <a:pt x="266" y="236"/>
                  </a:lnTo>
                  <a:lnTo>
                    <a:pt x="266" y="239"/>
                  </a:lnTo>
                  <a:lnTo>
                    <a:pt x="266" y="241"/>
                  </a:lnTo>
                  <a:lnTo>
                    <a:pt x="266" y="241"/>
                  </a:lnTo>
                  <a:lnTo>
                    <a:pt x="266" y="243"/>
                  </a:lnTo>
                  <a:lnTo>
                    <a:pt x="266" y="245"/>
                  </a:lnTo>
                  <a:lnTo>
                    <a:pt x="266" y="247"/>
                  </a:lnTo>
                  <a:lnTo>
                    <a:pt x="267" y="248"/>
                  </a:lnTo>
                  <a:lnTo>
                    <a:pt x="267" y="250"/>
                  </a:lnTo>
                  <a:lnTo>
                    <a:pt x="267" y="252"/>
                  </a:lnTo>
                  <a:lnTo>
                    <a:pt x="267" y="254"/>
                  </a:lnTo>
                  <a:lnTo>
                    <a:pt x="268" y="256"/>
                  </a:lnTo>
                  <a:lnTo>
                    <a:pt x="268" y="257"/>
                  </a:lnTo>
                  <a:lnTo>
                    <a:pt x="268" y="258"/>
                  </a:lnTo>
                  <a:lnTo>
                    <a:pt x="268" y="259"/>
                  </a:lnTo>
                  <a:lnTo>
                    <a:pt x="270" y="259"/>
                  </a:lnTo>
                  <a:lnTo>
                    <a:pt x="270" y="261"/>
                  </a:lnTo>
                  <a:lnTo>
                    <a:pt x="270" y="261"/>
                  </a:lnTo>
                  <a:lnTo>
                    <a:pt x="270" y="263"/>
                  </a:lnTo>
                  <a:lnTo>
                    <a:pt x="270" y="263"/>
                  </a:lnTo>
                  <a:lnTo>
                    <a:pt x="270" y="264"/>
                  </a:lnTo>
                  <a:lnTo>
                    <a:pt x="270" y="264"/>
                  </a:lnTo>
                  <a:lnTo>
                    <a:pt x="270" y="264"/>
                  </a:lnTo>
                  <a:lnTo>
                    <a:pt x="272" y="264"/>
                  </a:lnTo>
                  <a:lnTo>
                    <a:pt x="272" y="266"/>
                  </a:lnTo>
                  <a:lnTo>
                    <a:pt x="272" y="266"/>
                  </a:lnTo>
                  <a:lnTo>
                    <a:pt x="272" y="267"/>
                  </a:lnTo>
                  <a:lnTo>
                    <a:pt x="272" y="267"/>
                  </a:lnTo>
                  <a:lnTo>
                    <a:pt x="272" y="268"/>
                  </a:lnTo>
                  <a:lnTo>
                    <a:pt x="272" y="268"/>
                  </a:lnTo>
                  <a:lnTo>
                    <a:pt x="272" y="268"/>
                  </a:lnTo>
                  <a:lnTo>
                    <a:pt x="274" y="268"/>
                  </a:lnTo>
                  <a:lnTo>
                    <a:pt x="274" y="268"/>
                  </a:lnTo>
                  <a:lnTo>
                    <a:pt x="274" y="268"/>
                  </a:lnTo>
                  <a:lnTo>
                    <a:pt x="274" y="268"/>
                  </a:lnTo>
                  <a:lnTo>
                    <a:pt x="274" y="268"/>
                  </a:lnTo>
                  <a:lnTo>
                    <a:pt x="274" y="268"/>
                  </a:lnTo>
                  <a:lnTo>
                    <a:pt x="274" y="268"/>
                  </a:lnTo>
                  <a:lnTo>
                    <a:pt x="274" y="268"/>
                  </a:lnTo>
                  <a:lnTo>
                    <a:pt x="276" y="268"/>
                  </a:lnTo>
                  <a:lnTo>
                    <a:pt x="276" y="268"/>
                  </a:lnTo>
                  <a:lnTo>
                    <a:pt x="276" y="268"/>
                  </a:lnTo>
                  <a:lnTo>
                    <a:pt x="276" y="268"/>
                  </a:lnTo>
                  <a:lnTo>
                    <a:pt x="277" y="268"/>
                  </a:lnTo>
                  <a:lnTo>
                    <a:pt x="277" y="268"/>
                  </a:lnTo>
                  <a:lnTo>
                    <a:pt x="277" y="268"/>
                  </a:lnTo>
                  <a:lnTo>
                    <a:pt x="277" y="268"/>
                  </a:lnTo>
                  <a:lnTo>
                    <a:pt x="278" y="268"/>
                  </a:lnTo>
                  <a:lnTo>
                    <a:pt x="278" y="269"/>
                  </a:lnTo>
                  <a:lnTo>
                    <a:pt x="278" y="269"/>
                  </a:lnTo>
                  <a:lnTo>
                    <a:pt x="278" y="269"/>
                  </a:lnTo>
                  <a:lnTo>
                    <a:pt x="278" y="269"/>
                  </a:lnTo>
                  <a:lnTo>
                    <a:pt x="278" y="270"/>
                  </a:lnTo>
                  <a:lnTo>
                    <a:pt x="278" y="270"/>
                  </a:lnTo>
                  <a:lnTo>
                    <a:pt x="278" y="270"/>
                  </a:lnTo>
                  <a:lnTo>
                    <a:pt x="279" y="270"/>
                  </a:lnTo>
                  <a:lnTo>
                    <a:pt x="279" y="272"/>
                  </a:lnTo>
                  <a:lnTo>
                    <a:pt x="279" y="272"/>
                  </a:lnTo>
                  <a:lnTo>
                    <a:pt x="279" y="272"/>
                  </a:lnTo>
                  <a:lnTo>
                    <a:pt x="281" y="272"/>
                  </a:lnTo>
                  <a:lnTo>
                    <a:pt x="281" y="273"/>
                  </a:lnTo>
                  <a:lnTo>
                    <a:pt x="281" y="273"/>
                  </a:lnTo>
                  <a:lnTo>
                    <a:pt x="281" y="273"/>
                  </a:lnTo>
                  <a:lnTo>
                    <a:pt x="282" y="273"/>
                  </a:lnTo>
                  <a:lnTo>
                    <a:pt x="280" y="276"/>
                  </a:lnTo>
                  <a:lnTo>
                    <a:pt x="280" y="276"/>
                  </a:lnTo>
                  <a:lnTo>
                    <a:pt x="279" y="277"/>
                  </a:lnTo>
                  <a:lnTo>
                    <a:pt x="279" y="277"/>
                  </a:lnTo>
                  <a:lnTo>
                    <a:pt x="277" y="279"/>
                  </a:lnTo>
                  <a:lnTo>
                    <a:pt x="277" y="279"/>
                  </a:lnTo>
                  <a:lnTo>
                    <a:pt x="275" y="279"/>
                  </a:lnTo>
                  <a:lnTo>
                    <a:pt x="275" y="279"/>
                  </a:lnTo>
                  <a:lnTo>
                    <a:pt x="273" y="281"/>
                  </a:lnTo>
                  <a:lnTo>
                    <a:pt x="272" y="281"/>
                  </a:lnTo>
                  <a:lnTo>
                    <a:pt x="270" y="282"/>
                  </a:lnTo>
                  <a:lnTo>
                    <a:pt x="270" y="282"/>
                  </a:lnTo>
                  <a:lnTo>
                    <a:pt x="269" y="283"/>
                  </a:lnTo>
                  <a:lnTo>
                    <a:pt x="269" y="283"/>
                  </a:lnTo>
                  <a:lnTo>
                    <a:pt x="269" y="283"/>
                  </a:lnTo>
                  <a:lnTo>
                    <a:pt x="269" y="283"/>
                  </a:lnTo>
                  <a:lnTo>
                    <a:pt x="268" y="284"/>
                  </a:lnTo>
                  <a:lnTo>
                    <a:pt x="268" y="284"/>
                  </a:lnTo>
                  <a:lnTo>
                    <a:pt x="267" y="284"/>
                  </a:lnTo>
                  <a:lnTo>
                    <a:pt x="267" y="284"/>
                  </a:lnTo>
                  <a:lnTo>
                    <a:pt x="265" y="284"/>
                  </a:lnTo>
                  <a:lnTo>
                    <a:pt x="265" y="284"/>
                  </a:lnTo>
                  <a:lnTo>
                    <a:pt x="265" y="284"/>
                  </a:lnTo>
                  <a:lnTo>
                    <a:pt x="265" y="284"/>
                  </a:lnTo>
                  <a:lnTo>
                    <a:pt x="263" y="284"/>
                  </a:lnTo>
                  <a:lnTo>
                    <a:pt x="263" y="284"/>
                  </a:lnTo>
                  <a:lnTo>
                    <a:pt x="263" y="284"/>
                  </a:lnTo>
                  <a:lnTo>
                    <a:pt x="263" y="284"/>
                  </a:lnTo>
                  <a:lnTo>
                    <a:pt x="261" y="284"/>
                  </a:lnTo>
                  <a:lnTo>
                    <a:pt x="261" y="284"/>
                  </a:lnTo>
                  <a:lnTo>
                    <a:pt x="261" y="284"/>
                  </a:lnTo>
                  <a:lnTo>
                    <a:pt x="261" y="283"/>
                  </a:lnTo>
                  <a:lnTo>
                    <a:pt x="261" y="285"/>
                  </a:lnTo>
                  <a:lnTo>
                    <a:pt x="261" y="285"/>
                  </a:lnTo>
                  <a:lnTo>
                    <a:pt x="261" y="285"/>
                  </a:lnTo>
                  <a:lnTo>
                    <a:pt x="261" y="285"/>
                  </a:lnTo>
                  <a:lnTo>
                    <a:pt x="259" y="286"/>
                  </a:lnTo>
                  <a:lnTo>
                    <a:pt x="259" y="286"/>
                  </a:lnTo>
                  <a:lnTo>
                    <a:pt x="259" y="286"/>
                  </a:lnTo>
                  <a:lnTo>
                    <a:pt x="259" y="286"/>
                  </a:lnTo>
                  <a:lnTo>
                    <a:pt x="257" y="288"/>
                  </a:lnTo>
                  <a:lnTo>
                    <a:pt x="257" y="288"/>
                  </a:lnTo>
                  <a:lnTo>
                    <a:pt x="257" y="288"/>
                  </a:lnTo>
                  <a:lnTo>
                    <a:pt x="257" y="288"/>
                  </a:lnTo>
                  <a:lnTo>
                    <a:pt x="256" y="288"/>
                  </a:lnTo>
                  <a:lnTo>
                    <a:pt x="256" y="288"/>
                  </a:lnTo>
                  <a:lnTo>
                    <a:pt x="256" y="288"/>
                  </a:lnTo>
                  <a:lnTo>
                    <a:pt x="256" y="288"/>
                  </a:lnTo>
                  <a:lnTo>
                    <a:pt x="254" y="290"/>
                  </a:lnTo>
                  <a:lnTo>
                    <a:pt x="254" y="290"/>
                  </a:lnTo>
                  <a:lnTo>
                    <a:pt x="252" y="292"/>
                  </a:lnTo>
                  <a:lnTo>
                    <a:pt x="252" y="292"/>
                  </a:lnTo>
                  <a:lnTo>
                    <a:pt x="249" y="294"/>
                  </a:lnTo>
                  <a:lnTo>
                    <a:pt x="249" y="294"/>
                  </a:lnTo>
                  <a:lnTo>
                    <a:pt x="249" y="295"/>
                  </a:lnTo>
                  <a:lnTo>
                    <a:pt x="249" y="295"/>
                  </a:lnTo>
                  <a:lnTo>
                    <a:pt x="248" y="297"/>
                  </a:lnTo>
                  <a:lnTo>
                    <a:pt x="248" y="297"/>
                  </a:lnTo>
                  <a:lnTo>
                    <a:pt x="248" y="298"/>
                  </a:lnTo>
                  <a:lnTo>
                    <a:pt x="248" y="298"/>
                  </a:lnTo>
                  <a:lnTo>
                    <a:pt x="247" y="300"/>
                  </a:lnTo>
                  <a:lnTo>
                    <a:pt x="247" y="300"/>
                  </a:lnTo>
                  <a:lnTo>
                    <a:pt x="247" y="300"/>
                  </a:lnTo>
                  <a:lnTo>
                    <a:pt x="247" y="300"/>
                  </a:lnTo>
                  <a:lnTo>
                    <a:pt x="244" y="302"/>
                  </a:lnTo>
                  <a:lnTo>
                    <a:pt x="244" y="302"/>
                  </a:lnTo>
                  <a:lnTo>
                    <a:pt x="244" y="303"/>
                  </a:lnTo>
                  <a:lnTo>
                    <a:pt x="244" y="303"/>
                  </a:lnTo>
                  <a:lnTo>
                    <a:pt x="244" y="305"/>
                  </a:lnTo>
                  <a:lnTo>
                    <a:pt x="244" y="305"/>
                  </a:lnTo>
                  <a:lnTo>
                    <a:pt x="244" y="307"/>
                  </a:lnTo>
                  <a:lnTo>
                    <a:pt x="244" y="307"/>
                  </a:lnTo>
                  <a:lnTo>
                    <a:pt x="242" y="308"/>
                  </a:lnTo>
                  <a:lnTo>
                    <a:pt x="242" y="308"/>
                  </a:lnTo>
                  <a:lnTo>
                    <a:pt x="242" y="310"/>
                  </a:lnTo>
                  <a:lnTo>
                    <a:pt x="242" y="310"/>
                  </a:lnTo>
                  <a:lnTo>
                    <a:pt x="242" y="312"/>
                  </a:lnTo>
                  <a:lnTo>
                    <a:pt x="242" y="312"/>
                  </a:lnTo>
                  <a:lnTo>
                    <a:pt x="242" y="314"/>
                  </a:lnTo>
                  <a:lnTo>
                    <a:pt x="242" y="314"/>
                  </a:lnTo>
                  <a:lnTo>
                    <a:pt x="242" y="316"/>
                  </a:lnTo>
                  <a:lnTo>
                    <a:pt x="242" y="316"/>
                  </a:lnTo>
                  <a:lnTo>
                    <a:pt x="242" y="316"/>
                  </a:lnTo>
                  <a:lnTo>
                    <a:pt x="242" y="316"/>
                  </a:lnTo>
                  <a:lnTo>
                    <a:pt x="242" y="317"/>
                  </a:lnTo>
                  <a:lnTo>
                    <a:pt x="242" y="317"/>
                  </a:lnTo>
                  <a:lnTo>
                    <a:pt x="242" y="317"/>
                  </a:lnTo>
                  <a:lnTo>
                    <a:pt x="242" y="317"/>
                  </a:lnTo>
                  <a:lnTo>
                    <a:pt x="242" y="319"/>
                  </a:lnTo>
                  <a:lnTo>
                    <a:pt x="242" y="319"/>
                  </a:lnTo>
                  <a:lnTo>
                    <a:pt x="242" y="319"/>
                  </a:lnTo>
                  <a:lnTo>
                    <a:pt x="242" y="319"/>
                  </a:lnTo>
                  <a:lnTo>
                    <a:pt x="242" y="322"/>
                  </a:lnTo>
                  <a:lnTo>
                    <a:pt x="242" y="322"/>
                  </a:lnTo>
                  <a:lnTo>
                    <a:pt x="242" y="322"/>
                  </a:lnTo>
                  <a:lnTo>
                    <a:pt x="242" y="322"/>
                  </a:lnTo>
                  <a:lnTo>
                    <a:pt x="241" y="323"/>
                  </a:lnTo>
                  <a:lnTo>
                    <a:pt x="241" y="323"/>
                  </a:lnTo>
                  <a:lnTo>
                    <a:pt x="241" y="323"/>
                  </a:lnTo>
                  <a:lnTo>
                    <a:pt x="241" y="323"/>
                  </a:lnTo>
                  <a:lnTo>
                    <a:pt x="239" y="323"/>
                  </a:lnTo>
                  <a:lnTo>
                    <a:pt x="239" y="323"/>
                  </a:lnTo>
                  <a:lnTo>
                    <a:pt x="239" y="323"/>
                  </a:lnTo>
                  <a:lnTo>
                    <a:pt x="239" y="323"/>
                  </a:lnTo>
                  <a:lnTo>
                    <a:pt x="237" y="323"/>
                  </a:lnTo>
                  <a:lnTo>
                    <a:pt x="237" y="323"/>
                  </a:lnTo>
                  <a:lnTo>
                    <a:pt x="237" y="323"/>
                  </a:lnTo>
                  <a:lnTo>
                    <a:pt x="237" y="323"/>
                  </a:lnTo>
                  <a:lnTo>
                    <a:pt x="236" y="323"/>
                  </a:lnTo>
                  <a:lnTo>
                    <a:pt x="236" y="323"/>
                  </a:lnTo>
                  <a:lnTo>
                    <a:pt x="236" y="323"/>
                  </a:lnTo>
                  <a:lnTo>
                    <a:pt x="236" y="323"/>
                  </a:lnTo>
                  <a:lnTo>
                    <a:pt x="234" y="323"/>
                  </a:lnTo>
                  <a:lnTo>
                    <a:pt x="234" y="323"/>
                  </a:lnTo>
                  <a:lnTo>
                    <a:pt x="234" y="323"/>
                  </a:lnTo>
                  <a:lnTo>
                    <a:pt x="234" y="323"/>
                  </a:lnTo>
                  <a:lnTo>
                    <a:pt x="232" y="323"/>
                  </a:lnTo>
                  <a:lnTo>
                    <a:pt x="232" y="323"/>
                  </a:lnTo>
                  <a:lnTo>
                    <a:pt x="232" y="323"/>
                  </a:lnTo>
                  <a:lnTo>
                    <a:pt x="232" y="321"/>
                  </a:lnTo>
                  <a:lnTo>
                    <a:pt x="230" y="321"/>
                  </a:lnTo>
                  <a:lnTo>
                    <a:pt x="230" y="321"/>
                  </a:lnTo>
                  <a:lnTo>
                    <a:pt x="230" y="321"/>
                  </a:lnTo>
                  <a:lnTo>
                    <a:pt x="230" y="319"/>
                  </a:lnTo>
                  <a:lnTo>
                    <a:pt x="229" y="319"/>
                  </a:lnTo>
                  <a:lnTo>
                    <a:pt x="229" y="319"/>
                  </a:lnTo>
                  <a:lnTo>
                    <a:pt x="229" y="319"/>
                  </a:lnTo>
                  <a:lnTo>
                    <a:pt x="229" y="318"/>
                  </a:lnTo>
                  <a:lnTo>
                    <a:pt x="227" y="319"/>
                  </a:lnTo>
                  <a:lnTo>
                    <a:pt x="227" y="319"/>
                  </a:lnTo>
                  <a:lnTo>
                    <a:pt x="227" y="319"/>
                  </a:lnTo>
                  <a:lnTo>
                    <a:pt x="227" y="319"/>
                  </a:lnTo>
                  <a:lnTo>
                    <a:pt x="227" y="319"/>
                  </a:lnTo>
                  <a:lnTo>
                    <a:pt x="227" y="319"/>
                  </a:lnTo>
                  <a:lnTo>
                    <a:pt x="227" y="319"/>
                  </a:lnTo>
                  <a:lnTo>
                    <a:pt x="227" y="319"/>
                  </a:lnTo>
                  <a:lnTo>
                    <a:pt x="226" y="320"/>
                  </a:lnTo>
                  <a:lnTo>
                    <a:pt x="226" y="320"/>
                  </a:lnTo>
                  <a:lnTo>
                    <a:pt x="226" y="320"/>
                  </a:lnTo>
                  <a:lnTo>
                    <a:pt x="226" y="320"/>
                  </a:lnTo>
                  <a:lnTo>
                    <a:pt x="226" y="320"/>
                  </a:lnTo>
                  <a:lnTo>
                    <a:pt x="226" y="320"/>
                  </a:lnTo>
                  <a:lnTo>
                    <a:pt x="226" y="320"/>
                  </a:lnTo>
                  <a:lnTo>
                    <a:pt x="226" y="320"/>
                  </a:lnTo>
                  <a:lnTo>
                    <a:pt x="224" y="320"/>
                  </a:lnTo>
                  <a:lnTo>
                    <a:pt x="224" y="320"/>
                  </a:lnTo>
                  <a:lnTo>
                    <a:pt x="223" y="320"/>
                  </a:lnTo>
                  <a:lnTo>
                    <a:pt x="223" y="320"/>
                  </a:lnTo>
                  <a:lnTo>
                    <a:pt x="221" y="320"/>
                  </a:lnTo>
                  <a:lnTo>
                    <a:pt x="221" y="320"/>
                  </a:lnTo>
                  <a:lnTo>
                    <a:pt x="221" y="320"/>
                  </a:lnTo>
                  <a:lnTo>
                    <a:pt x="221" y="320"/>
                  </a:lnTo>
                  <a:lnTo>
                    <a:pt x="219" y="320"/>
                  </a:lnTo>
                  <a:lnTo>
                    <a:pt x="219" y="320"/>
                  </a:lnTo>
                  <a:lnTo>
                    <a:pt x="219" y="320"/>
                  </a:lnTo>
                  <a:lnTo>
                    <a:pt x="219" y="320"/>
                  </a:lnTo>
                  <a:lnTo>
                    <a:pt x="217" y="320"/>
                  </a:lnTo>
                  <a:lnTo>
                    <a:pt x="217" y="320"/>
                  </a:lnTo>
                  <a:lnTo>
                    <a:pt x="217" y="320"/>
                  </a:lnTo>
                  <a:lnTo>
                    <a:pt x="217" y="320"/>
                  </a:lnTo>
                  <a:lnTo>
                    <a:pt x="215" y="322"/>
                  </a:lnTo>
                  <a:lnTo>
                    <a:pt x="215" y="322"/>
                  </a:lnTo>
                  <a:lnTo>
                    <a:pt x="213" y="322"/>
                  </a:lnTo>
                  <a:lnTo>
                    <a:pt x="213" y="322"/>
                  </a:lnTo>
                  <a:lnTo>
                    <a:pt x="211" y="323"/>
                  </a:lnTo>
                  <a:lnTo>
                    <a:pt x="211" y="323"/>
                  </a:lnTo>
                  <a:lnTo>
                    <a:pt x="210" y="323"/>
                  </a:lnTo>
                  <a:lnTo>
                    <a:pt x="210" y="323"/>
                  </a:lnTo>
                  <a:lnTo>
                    <a:pt x="208" y="324"/>
                  </a:lnTo>
                  <a:lnTo>
                    <a:pt x="208" y="324"/>
                  </a:lnTo>
                  <a:lnTo>
                    <a:pt x="207" y="325"/>
                  </a:lnTo>
                  <a:lnTo>
                    <a:pt x="207" y="325"/>
                  </a:lnTo>
                  <a:lnTo>
                    <a:pt x="206" y="327"/>
                  </a:lnTo>
                  <a:lnTo>
                    <a:pt x="206" y="327"/>
                  </a:lnTo>
                  <a:lnTo>
                    <a:pt x="206" y="327"/>
                  </a:lnTo>
                  <a:lnTo>
                    <a:pt x="206" y="327"/>
                  </a:lnTo>
                  <a:lnTo>
                    <a:pt x="204" y="329"/>
                  </a:lnTo>
                  <a:lnTo>
                    <a:pt x="204" y="329"/>
                  </a:lnTo>
                  <a:lnTo>
                    <a:pt x="204" y="330"/>
                  </a:lnTo>
                  <a:lnTo>
                    <a:pt x="204" y="330"/>
                  </a:lnTo>
                  <a:lnTo>
                    <a:pt x="202" y="332"/>
                  </a:lnTo>
                  <a:lnTo>
                    <a:pt x="202" y="332"/>
                  </a:lnTo>
                  <a:lnTo>
                    <a:pt x="202" y="333"/>
                  </a:lnTo>
                  <a:lnTo>
                    <a:pt x="202" y="333"/>
                  </a:lnTo>
                  <a:lnTo>
                    <a:pt x="200" y="335"/>
                  </a:lnTo>
                  <a:lnTo>
                    <a:pt x="200" y="335"/>
                  </a:lnTo>
                  <a:lnTo>
                    <a:pt x="200" y="337"/>
                  </a:lnTo>
                  <a:lnTo>
                    <a:pt x="200" y="337"/>
                  </a:lnTo>
                  <a:lnTo>
                    <a:pt x="199" y="339"/>
                  </a:lnTo>
                  <a:lnTo>
                    <a:pt x="199" y="339"/>
                  </a:lnTo>
                  <a:lnTo>
                    <a:pt x="199" y="339"/>
                  </a:lnTo>
                  <a:lnTo>
                    <a:pt x="199" y="339"/>
                  </a:lnTo>
                  <a:lnTo>
                    <a:pt x="197" y="341"/>
                  </a:lnTo>
                  <a:lnTo>
                    <a:pt x="197" y="341"/>
                  </a:lnTo>
                  <a:lnTo>
                    <a:pt x="195" y="344"/>
                  </a:lnTo>
                  <a:lnTo>
                    <a:pt x="195" y="344"/>
                  </a:lnTo>
                  <a:lnTo>
                    <a:pt x="193" y="345"/>
                  </a:lnTo>
                  <a:lnTo>
                    <a:pt x="193" y="345"/>
                  </a:lnTo>
                  <a:lnTo>
                    <a:pt x="192" y="347"/>
                  </a:lnTo>
                  <a:lnTo>
                    <a:pt x="192" y="347"/>
                  </a:lnTo>
                  <a:lnTo>
                    <a:pt x="190" y="349"/>
                  </a:lnTo>
                  <a:lnTo>
                    <a:pt x="190" y="349"/>
                  </a:lnTo>
                  <a:lnTo>
                    <a:pt x="188" y="351"/>
                  </a:lnTo>
                  <a:lnTo>
                    <a:pt x="188" y="351"/>
                  </a:lnTo>
                  <a:lnTo>
                    <a:pt x="186" y="353"/>
                  </a:lnTo>
                  <a:lnTo>
                    <a:pt x="186" y="353"/>
                  </a:lnTo>
                  <a:lnTo>
                    <a:pt x="186" y="353"/>
                  </a:lnTo>
                  <a:lnTo>
                    <a:pt x="186" y="353"/>
                  </a:lnTo>
                  <a:lnTo>
                    <a:pt x="184" y="353"/>
                  </a:lnTo>
                  <a:lnTo>
                    <a:pt x="184" y="353"/>
                  </a:lnTo>
                  <a:lnTo>
                    <a:pt x="184" y="353"/>
                  </a:lnTo>
                  <a:lnTo>
                    <a:pt x="184" y="352"/>
                  </a:lnTo>
                  <a:lnTo>
                    <a:pt x="183" y="352"/>
                  </a:lnTo>
                  <a:lnTo>
                    <a:pt x="183" y="352"/>
                  </a:lnTo>
                  <a:lnTo>
                    <a:pt x="183" y="352"/>
                  </a:lnTo>
                  <a:lnTo>
                    <a:pt x="183" y="350"/>
                  </a:lnTo>
                  <a:lnTo>
                    <a:pt x="181" y="350"/>
                  </a:lnTo>
                  <a:lnTo>
                    <a:pt x="181" y="350"/>
                  </a:lnTo>
                  <a:lnTo>
                    <a:pt x="181" y="350"/>
                  </a:lnTo>
                  <a:lnTo>
                    <a:pt x="181" y="349"/>
                  </a:lnTo>
                  <a:lnTo>
                    <a:pt x="180" y="349"/>
                  </a:lnTo>
                  <a:lnTo>
                    <a:pt x="180" y="349"/>
                  </a:lnTo>
                  <a:lnTo>
                    <a:pt x="180" y="349"/>
                  </a:lnTo>
                  <a:lnTo>
                    <a:pt x="180" y="347"/>
                  </a:lnTo>
                  <a:lnTo>
                    <a:pt x="178" y="347"/>
                  </a:lnTo>
                  <a:lnTo>
                    <a:pt x="178" y="347"/>
                  </a:lnTo>
                  <a:lnTo>
                    <a:pt x="178" y="347"/>
                  </a:lnTo>
                  <a:lnTo>
                    <a:pt x="178" y="347"/>
                  </a:lnTo>
                  <a:lnTo>
                    <a:pt x="176" y="347"/>
                  </a:lnTo>
                  <a:lnTo>
                    <a:pt x="176" y="347"/>
                  </a:lnTo>
                  <a:lnTo>
                    <a:pt x="176" y="347"/>
                  </a:lnTo>
                  <a:lnTo>
                    <a:pt x="176" y="346"/>
                  </a:lnTo>
                  <a:lnTo>
                    <a:pt x="174" y="346"/>
                  </a:lnTo>
                  <a:lnTo>
                    <a:pt x="174" y="346"/>
                  </a:lnTo>
                  <a:lnTo>
                    <a:pt x="174" y="346"/>
                  </a:lnTo>
                  <a:lnTo>
                    <a:pt x="174" y="346"/>
                  </a:lnTo>
                  <a:lnTo>
                    <a:pt x="173" y="346"/>
                  </a:lnTo>
                  <a:lnTo>
                    <a:pt x="173" y="346"/>
                  </a:lnTo>
                  <a:lnTo>
                    <a:pt x="173" y="346"/>
                  </a:lnTo>
                  <a:lnTo>
                    <a:pt x="173" y="345"/>
                  </a:lnTo>
                  <a:lnTo>
                    <a:pt x="171" y="347"/>
                  </a:lnTo>
                  <a:lnTo>
                    <a:pt x="171" y="347"/>
                  </a:lnTo>
                  <a:lnTo>
                    <a:pt x="171" y="347"/>
                  </a:lnTo>
                  <a:lnTo>
                    <a:pt x="171" y="347"/>
                  </a:lnTo>
                  <a:lnTo>
                    <a:pt x="169" y="347"/>
                  </a:lnTo>
                  <a:lnTo>
                    <a:pt x="169" y="347"/>
                  </a:lnTo>
                  <a:lnTo>
                    <a:pt x="169" y="347"/>
                  </a:lnTo>
                  <a:lnTo>
                    <a:pt x="169" y="347"/>
                  </a:lnTo>
                  <a:lnTo>
                    <a:pt x="167" y="349"/>
                  </a:lnTo>
                  <a:lnTo>
                    <a:pt x="167" y="349"/>
                  </a:lnTo>
                  <a:lnTo>
                    <a:pt x="167" y="349"/>
                  </a:lnTo>
                  <a:lnTo>
                    <a:pt x="167" y="349"/>
                  </a:lnTo>
                  <a:lnTo>
                    <a:pt x="167" y="350"/>
                  </a:lnTo>
                  <a:lnTo>
                    <a:pt x="167" y="350"/>
                  </a:lnTo>
                  <a:lnTo>
                    <a:pt x="167" y="350"/>
                  </a:lnTo>
                  <a:lnTo>
                    <a:pt x="169" y="350"/>
                  </a:lnTo>
                  <a:lnTo>
                    <a:pt x="167" y="350"/>
                  </a:lnTo>
                  <a:lnTo>
                    <a:pt x="167" y="350"/>
                  </a:lnTo>
                  <a:lnTo>
                    <a:pt x="166" y="350"/>
                  </a:lnTo>
                  <a:lnTo>
                    <a:pt x="166" y="350"/>
                  </a:lnTo>
                  <a:lnTo>
                    <a:pt x="164" y="350"/>
                  </a:lnTo>
                  <a:lnTo>
                    <a:pt x="164" y="350"/>
                  </a:lnTo>
                  <a:lnTo>
                    <a:pt x="164" y="350"/>
                  </a:lnTo>
                  <a:lnTo>
                    <a:pt x="164" y="350"/>
                  </a:lnTo>
                  <a:lnTo>
                    <a:pt x="162" y="350"/>
                  </a:lnTo>
                  <a:lnTo>
                    <a:pt x="162" y="350"/>
                  </a:lnTo>
                  <a:lnTo>
                    <a:pt x="162" y="350"/>
                  </a:lnTo>
                  <a:lnTo>
                    <a:pt x="162" y="350"/>
                  </a:lnTo>
                  <a:lnTo>
                    <a:pt x="161" y="350"/>
                  </a:lnTo>
                  <a:lnTo>
                    <a:pt x="161" y="350"/>
                  </a:lnTo>
                  <a:lnTo>
                    <a:pt x="161" y="350"/>
                  </a:lnTo>
                  <a:lnTo>
                    <a:pt x="161" y="350"/>
                  </a:lnTo>
                  <a:lnTo>
                    <a:pt x="161" y="350"/>
                  </a:lnTo>
                  <a:lnTo>
                    <a:pt x="161" y="350"/>
                  </a:lnTo>
                  <a:lnTo>
                    <a:pt x="161" y="350"/>
                  </a:lnTo>
                  <a:lnTo>
                    <a:pt x="161" y="350"/>
                  </a:lnTo>
                  <a:lnTo>
                    <a:pt x="159" y="350"/>
                  </a:lnTo>
                  <a:lnTo>
                    <a:pt x="159" y="350"/>
                  </a:lnTo>
                  <a:lnTo>
                    <a:pt x="159" y="350"/>
                  </a:lnTo>
                  <a:lnTo>
                    <a:pt x="159" y="348"/>
                  </a:lnTo>
                  <a:lnTo>
                    <a:pt x="157" y="348"/>
                  </a:lnTo>
                  <a:lnTo>
                    <a:pt x="157" y="348"/>
                  </a:lnTo>
                  <a:lnTo>
                    <a:pt x="157" y="348"/>
                  </a:lnTo>
                  <a:lnTo>
                    <a:pt x="157" y="347"/>
                  </a:lnTo>
                  <a:lnTo>
                    <a:pt x="156" y="347"/>
                  </a:lnTo>
                  <a:lnTo>
                    <a:pt x="156" y="347"/>
                  </a:lnTo>
                  <a:lnTo>
                    <a:pt x="156" y="347"/>
                  </a:lnTo>
                  <a:lnTo>
                    <a:pt x="156" y="345"/>
                  </a:lnTo>
                  <a:lnTo>
                    <a:pt x="154" y="345"/>
                  </a:lnTo>
                  <a:lnTo>
                    <a:pt x="154" y="345"/>
                  </a:lnTo>
                  <a:lnTo>
                    <a:pt x="152" y="345"/>
                  </a:lnTo>
                  <a:lnTo>
                    <a:pt x="152" y="345"/>
                  </a:lnTo>
                  <a:lnTo>
                    <a:pt x="150" y="345"/>
                  </a:lnTo>
                  <a:lnTo>
                    <a:pt x="150" y="345"/>
                  </a:lnTo>
                  <a:lnTo>
                    <a:pt x="148" y="345"/>
                  </a:lnTo>
                  <a:lnTo>
                    <a:pt x="148" y="345"/>
                  </a:lnTo>
                  <a:lnTo>
                    <a:pt x="146" y="345"/>
                  </a:lnTo>
                  <a:lnTo>
                    <a:pt x="146" y="345"/>
                  </a:lnTo>
                  <a:lnTo>
                    <a:pt x="144" y="345"/>
                  </a:lnTo>
                  <a:lnTo>
                    <a:pt x="144" y="345"/>
                  </a:lnTo>
                  <a:lnTo>
                    <a:pt x="142" y="345"/>
                  </a:lnTo>
                  <a:lnTo>
                    <a:pt x="142" y="345"/>
                  </a:lnTo>
                  <a:lnTo>
                    <a:pt x="142" y="345"/>
                  </a:lnTo>
                  <a:lnTo>
                    <a:pt x="142" y="344"/>
                  </a:lnTo>
                  <a:lnTo>
                    <a:pt x="141" y="345"/>
                  </a:lnTo>
                  <a:lnTo>
                    <a:pt x="141" y="345"/>
                  </a:lnTo>
                  <a:lnTo>
                    <a:pt x="141" y="345"/>
                  </a:lnTo>
                  <a:lnTo>
                    <a:pt x="141" y="345"/>
                  </a:lnTo>
                  <a:lnTo>
                    <a:pt x="141" y="345"/>
                  </a:lnTo>
                  <a:lnTo>
                    <a:pt x="141" y="345"/>
                  </a:lnTo>
                  <a:lnTo>
                    <a:pt x="141" y="345"/>
                  </a:lnTo>
                  <a:lnTo>
                    <a:pt x="141" y="345"/>
                  </a:lnTo>
                  <a:lnTo>
                    <a:pt x="139" y="345"/>
                  </a:lnTo>
                  <a:lnTo>
                    <a:pt x="139" y="345"/>
                  </a:lnTo>
                  <a:lnTo>
                    <a:pt x="139" y="345"/>
                  </a:lnTo>
                  <a:lnTo>
                    <a:pt x="139" y="345"/>
                  </a:lnTo>
                  <a:lnTo>
                    <a:pt x="138" y="345"/>
                  </a:lnTo>
                  <a:lnTo>
                    <a:pt x="138" y="345"/>
                  </a:lnTo>
                  <a:lnTo>
                    <a:pt x="138" y="345"/>
                  </a:lnTo>
                  <a:lnTo>
                    <a:pt x="138" y="345"/>
                  </a:lnTo>
                  <a:lnTo>
                    <a:pt x="136" y="345"/>
                  </a:lnTo>
                  <a:lnTo>
                    <a:pt x="136" y="345"/>
                  </a:lnTo>
                  <a:lnTo>
                    <a:pt x="136" y="345"/>
                  </a:lnTo>
                  <a:lnTo>
                    <a:pt x="136" y="345"/>
                  </a:lnTo>
                  <a:lnTo>
                    <a:pt x="134" y="345"/>
                  </a:lnTo>
                  <a:lnTo>
                    <a:pt x="134" y="345"/>
                  </a:lnTo>
                  <a:lnTo>
                    <a:pt x="134" y="345"/>
                  </a:lnTo>
                  <a:lnTo>
                    <a:pt x="134" y="344"/>
                  </a:lnTo>
                  <a:lnTo>
                    <a:pt x="132" y="344"/>
                  </a:lnTo>
                  <a:lnTo>
                    <a:pt x="132" y="344"/>
                  </a:lnTo>
                  <a:lnTo>
                    <a:pt x="132" y="344"/>
                  </a:lnTo>
                  <a:lnTo>
                    <a:pt x="132" y="344"/>
                  </a:lnTo>
                  <a:lnTo>
                    <a:pt x="132" y="344"/>
                  </a:lnTo>
                  <a:lnTo>
                    <a:pt x="132" y="344"/>
                  </a:lnTo>
                  <a:lnTo>
                    <a:pt x="132" y="344"/>
                  </a:lnTo>
                  <a:lnTo>
                    <a:pt x="132" y="342"/>
                  </a:lnTo>
                  <a:lnTo>
                    <a:pt x="130" y="342"/>
                  </a:lnTo>
                  <a:lnTo>
                    <a:pt x="130" y="342"/>
                  </a:lnTo>
                  <a:lnTo>
                    <a:pt x="129" y="342"/>
                  </a:lnTo>
                  <a:lnTo>
                    <a:pt x="129" y="342"/>
                  </a:lnTo>
                  <a:lnTo>
                    <a:pt x="127" y="342"/>
                  </a:lnTo>
                  <a:lnTo>
                    <a:pt x="127" y="342"/>
                  </a:lnTo>
                  <a:lnTo>
                    <a:pt x="125" y="342"/>
                  </a:lnTo>
                  <a:lnTo>
                    <a:pt x="125" y="341"/>
                  </a:lnTo>
                  <a:lnTo>
                    <a:pt x="123" y="341"/>
                  </a:lnTo>
                  <a:lnTo>
                    <a:pt x="122" y="341"/>
                  </a:lnTo>
                  <a:lnTo>
                    <a:pt x="120" y="341"/>
                  </a:lnTo>
                  <a:lnTo>
                    <a:pt x="120" y="341"/>
                  </a:lnTo>
                  <a:lnTo>
                    <a:pt x="118" y="341"/>
                  </a:lnTo>
                  <a:lnTo>
                    <a:pt x="118" y="341"/>
                  </a:lnTo>
                  <a:lnTo>
                    <a:pt x="117" y="341"/>
                  </a:lnTo>
                  <a:lnTo>
                    <a:pt x="117" y="341"/>
                  </a:lnTo>
                  <a:lnTo>
                    <a:pt x="116" y="341"/>
                  </a:lnTo>
                  <a:lnTo>
                    <a:pt x="114" y="341"/>
                  </a:lnTo>
                  <a:lnTo>
                    <a:pt x="112" y="341"/>
                  </a:lnTo>
                  <a:lnTo>
                    <a:pt x="112" y="341"/>
                  </a:lnTo>
                  <a:lnTo>
                    <a:pt x="110" y="341"/>
                  </a:lnTo>
                  <a:lnTo>
                    <a:pt x="110" y="341"/>
                  </a:lnTo>
                  <a:lnTo>
                    <a:pt x="108" y="341"/>
                  </a:lnTo>
                  <a:lnTo>
                    <a:pt x="108" y="339"/>
                  </a:lnTo>
                  <a:lnTo>
                    <a:pt x="107" y="339"/>
                  </a:lnTo>
                  <a:lnTo>
                    <a:pt x="105" y="339"/>
                  </a:lnTo>
                  <a:lnTo>
                    <a:pt x="103" y="339"/>
                  </a:lnTo>
                  <a:lnTo>
                    <a:pt x="103" y="339"/>
                  </a:lnTo>
                  <a:lnTo>
                    <a:pt x="101" y="339"/>
                  </a:lnTo>
                  <a:lnTo>
                    <a:pt x="101" y="339"/>
                  </a:lnTo>
                  <a:lnTo>
                    <a:pt x="101" y="339"/>
                  </a:lnTo>
                  <a:lnTo>
                    <a:pt x="101" y="338"/>
                  </a:lnTo>
                  <a:lnTo>
                    <a:pt x="99" y="340"/>
                  </a:lnTo>
                  <a:lnTo>
                    <a:pt x="99" y="340"/>
                  </a:lnTo>
                  <a:lnTo>
                    <a:pt x="98" y="341"/>
                  </a:lnTo>
                  <a:lnTo>
                    <a:pt x="98" y="341"/>
                  </a:lnTo>
                  <a:lnTo>
                    <a:pt x="96" y="343"/>
                  </a:lnTo>
                  <a:lnTo>
                    <a:pt x="96" y="343"/>
                  </a:lnTo>
                  <a:lnTo>
                    <a:pt x="96" y="343"/>
                  </a:lnTo>
                  <a:lnTo>
                    <a:pt x="96" y="343"/>
                  </a:lnTo>
                  <a:lnTo>
                    <a:pt x="94" y="345"/>
                  </a:lnTo>
                  <a:lnTo>
                    <a:pt x="94" y="345"/>
                  </a:lnTo>
                  <a:lnTo>
                    <a:pt x="94" y="345"/>
                  </a:lnTo>
                  <a:lnTo>
                    <a:pt x="94" y="345"/>
                  </a:lnTo>
                  <a:lnTo>
                    <a:pt x="92" y="345"/>
                  </a:lnTo>
                  <a:lnTo>
                    <a:pt x="92" y="345"/>
                  </a:lnTo>
                  <a:lnTo>
                    <a:pt x="92" y="345"/>
                  </a:lnTo>
                  <a:lnTo>
                    <a:pt x="92" y="345"/>
                  </a:lnTo>
                  <a:lnTo>
                    <a:pt x="91" y="347"/>
                  </a:lnTo>
                  <a:lnTo>
                    <a:pt x="91" y="347"/>
                  </a:lnTo>
                  <a:lnTo>
                    <a:pt x="88" y="347"/>
                  </a:lnTo>
                  <a:lnTo>
                    <a:pt x="88" y="347"/>
                  </a:lnTo>
                  <a:lnTo>
                    <a:pt x="86" y="347"/>
                  </a:lnTo>
                  <a:lnTo>
                    <a:pt x="86" y="347"/>
                  </a:lnTo>
                  <a:lnTo>
                    <a:pt x="85" y="347"/>
                  </a:lnTo>
                  <a:lnTo>
                    <a:pt x="85" y="346"/>
                  </a:lnTo>
                  <a:lnTo>
                    <a:pt x="83" y="346"/>
                  </a:lnTo>
                  <a:lnTo>
                    <a:pt x="83" y="346"/>
                  </a:lnTo>
                  <a:lnTo>
                    <a:pt x="81" y="346"/>
                  </a:lnTo>
                  <a:lnTo>
                    <a:pt x="81" y="345"/>
                  </a:lnTo>
                  <a:lnTo>
                    <a:pt x="79" y="345"/>
                  </a:lnTo>
                  <a:lnTo>
                    <a:pt x="79" y="345"/>
                  </a:lnTo>
                  <a:lnTo>
                    <a:pt x="77" y="345"/>
                  </a:lnTo>
                  <a:lnTo>
                    <a:pt x="77" y="344"/>
                  </a:lnTo>
                  <a:lnTo>
                    <a:pt x="75" y="345"/>
                  </a:lnTo>
                  <a:lnTo>
                    <a:pt x="75" y="345"/>
                  </a:lnTo>
                  <a:lnTo>
                    <a:pt x="75" y="345"/>
                  </a:lnTo>
                  <a:lnTo>
                    <a:pt x="75" y="345"/>
                  </a:lnTo>
                  <a:lnTo>
                    <a:pt x="73" y="345"/>
                  </a:lnTo>
                  <a:lnTo>
                    <a:pt x="73" y="345"/>
                  </a:lnTo>
                  <a:lnTo>
                    <a:pt x="73" y="345"/>
                  </a:lnTo>
                  <a:lnTo>
                    <a:pt x="73" y="345"/>
                  </a:lnTo>
                  <a:lnTo>
                    <a:pt x="71" y="345"/>
                  </a:lnTo>
                  <a:lnTo>
                    <a:pt x="71" y="345"/>
                  </a:lnTo>
                  <a:lnTo>
                    <a:pt x="71" y="345"/>
                  </a:lnTo>
                  <a:lnTo>
                    <a:pt x="71" y="345"/>
                  </a:lnTo>
                  <a:lnTo>
                    <a:pt x="70" y="345"/>
                  </a:lnTo>
                  <a:lnTo>
                    <a:pt x="70" y="345"/>
                  </a:lnTo>
                  <a:lnTo>
                    <a:pt x="70" y="345"/>
                  </a:lnTo>
                  <a:lnTo>
                    <a:pt x="70" y="345"/>
                  </a:lnTo>
                  <a:lnTo>
                    <a:pt x="69" y="347"/>
                  </a:lnTo>
                  <a:lnTo>
                    <a:pt x="69" y="347"/>
                  </a:lnTo>
                  <a:lnTo>
                    <a:pt x="68" y="349"/>
                  </a:lnTo>
                  <a:lnTo>
                    <a:pt x="68" y="349"/>
                  </a:lnTo>
                  <a:lnTo>
                    <a:pt x="66" y="351"/>
                  </a:lnTo>
                  <a:lnTo>
                    <a:pt x="66" y="351"/>
                  </a:lnTo>
                  <a:lnTo>
                    <a:pt x="66" y="351"/>
                  </a:lnTo>
                  <a:lnTo>
                    <a:pt x="66" y="351"/>
                  </a:lnTo>
                  <a:lnTo>
                    <a:pt x="64" y="353"/>
                  </a:lnTo>
                  <a:lnTo>
                    <a:pt x="64" y="353"/>
                  </a:lnTo>
                  <a:lnTo>
                    <a:pt x="64" y="353"/>
                  </a:lnTo>
                  <a:lnTo>
                    <a:pt x="64" y="353"/>
                  </a:lnTo>
                  <a:lnTo>
                    <a:pt x="63" y="354"/>
                  </a:lnTo>
                  <a:lnTo>
                    <a:pt x="63" y="354"/>
                  </a:lnTo>
                  <a:lnTo>
                    <a:pt x="63" y="354"/>
                  </a:lnTo>
                  <a:lnTo>
                    <a:pt x="63" y="354"/>
                  </a:lnTo>
                  <a:lnTo>
                    <a:pt x="61" y="356"/>
                  </a:lnTo>
                  <a:lnTo>
                    <a:pt x="61" y="356"/>
                  </a:lnTo>
                  <a:lnTo>
                    <a:pt x="60" y="356"/>
                  </a:lnTo>
                  <a:lnTo>
                    <a:pt x="60" y="356"/>
                  </a:lnTo>
                  <a:lnTo>
                    <a:pt x="58" y="358"/>
                  </a:lnTo>
                  <a:lnTo>
                    <a:pt x="58" y="358"/>
                  </a:lnTo>
                  <a:lnTo>
                    <a:pt x="58" y="358"/>
                  </a:lnTo>
                  <a:lnTo>
                    <a:pt x="58" y="358"/>
                  </a:lnTo>
                  <a:lnTo>
                    <a:pt x="56" y="360"/>
                  </a:lnTo>
                  <a:lnTo>
                    <a:pt x="56" y="360"/>
                  </a:lnTo>
                  <a:lnTo>
                    <a:pt x="54" y="360"/>
                  </a:lnTo>
                  <a:lnTo>
                    <a:pt x="54" y="360"/>
                  </a:lnTo>
                  <a:lnTo>
                    <a:pt x="52" y="360"/>
                  </a:lnTo>
                  <a:lnTo>
                    <a:pt x="52" y="360"/>
                  </a:lnTo>
                  <a:lnTo>
                    <a:pt x="52" y="360"/>
                  </a:lnTo>
                  <a:lnTo>
                    <a:pt x="52" y="360"/>
                  </a:lnTo>
                  <a:lnTo>
                    <a:pt x="50" y="360"/>
                  </a:lnTo>
                  <a:lnTo>
                    <a:pt x="50" y="360"/>
                  </a:lnTo>
                  <a:lnTo>
                    <a:pt x="49" y="360"/>
                  </a:lnTo>
                  <a:lnTo>
                    <a:pt x="49" y="360"/>
                  </a:lnTo>
                  <a:lnTo>
                    <a:pt x="47" y="360"/>
                  </a:lnTo>
                  <a:lnTo>
                    <a:pt x="47" y="359"/>
                  </a:lnTo>
                  <a:lnTo>
                    <a:pt x="47" y="359"/>
                  </a:lnTo>
                  <a:lnTo>
                    <a:pt x="47" y="356"/>
                  </a:lnTo>
                  <a:lnTo>
                    <a:pt x="45" y="356"/>
                  </a:lnTo>
                  <a:lnTo>
                    <a:pt x="45" y="356"/>
                  </a:lnTo>
                  <a:lnTo>
                    <a:pt x="45" y="356"/>
                  </a:lnTo>
                  <a:lnTo>
                    <a:pt x="45" y="354"/>
                  </a:lnTo>
                  <a:lnTo>
                    <a:pt x="44" y="354"/>
                  </a:lnTo>
                  <a:lnTo>
                    <a:pt x="44" y="353"/>
                  </a:lnTo>
                  <a:lnTo>
                    <a:pt x="44" y="353"/>
                  </a:lnTo>
                  <a:lnTo>
                    <a:pt x="44" y="351"/>
                  </a:lnTo>
                  <a:lnTo>
                    <a:pt x="42" y="351"/>
                  </a:lnTo>
                  <a:lnTo>
                    <a:pt x="42" y="351"/>
                  </a:lnTo>
                  <a:lnTo>
                    <a:pt x="42" y="351"/>
                  </a:lnTo>
                  <a:lnTo>
                    <a:pt x="42" y="351"/>
                  </a:lnTo>
                  <a:lnTo>
                    <a:pt x="41" y="351"/>
                  </a:lnTo>
                  <a:lnTo>
                    <a:pt x="41" y="351"/>
                  </a:lnTo>
                  <a:lnTo>
                    <a:pt x="41" y="351"/>
                  </a:lnTo>
                  <a:lnTo>
                    <a:pt x="41" y="349"/>
                  </a:lnTo>
                  <a:lnTo>
                    <a:pt x="39" y="349"/>
                  </a:lnTo>
                  <a:lnTo>
                    <a:pt x="39" y="349"/>
                  </a:lnTo>
                  <a:lnTo>
                    <a:pt x="39" y="349"/>
                  </a:lnTo>
                  <a:lnTo>
                    <a:pt x="39" y="349"/>
                  </a:lnTo>
                  <a:lnTo>
                    <a:pt x="38" y="349"/>
                  </a:lnTo>
                  <a:lnTo>
                    <a:pt x="38" y="349"/>
                  </a:lnTo>
                  <a:lnTo>
                    <a:pt x="38" y="349"/>
                  </a:lnTo>
                  <a:lnTo>
                    <a:pt x="38" y="348"/>
                  </a:lnTo>
                  <a:lnTo>
                    <a:pt x="36" y="348"/>
                  </a:lnTo>
                  <a:lnTo>
                    <a:pt x="36" y="348"/>
                  </a:lnTo>
                  <a:lnTo>
                    <a:pt x="36" y="348"/>
                  </a:lnTo>
                  <a:lnTo>
                    <a:pt x="36" y="346"/>
                  </a:lnTo>
                  <a:lnTo>
                    <a:pt x="35" y="346"/>
                  </a:lnTo>
                  <a:lnTo>
                    <a:pt x="35" y="346"/>
                  </a:lnTo>
                  <a:lnTo>
                    <a:pt x="35" y="346"/>
                  </a:lnTo>
                  <a:lnTo>
                    <a:pt x="35" y="344"/>
                  </a:lnTo>
                  <a:lnTo>
                    <a:pt x="33" y="344"/>
                  </a:lnTo>
                  <a:lnTo>
                    <a:pt x="33" y="344"/>
                  </a:lnTo>
                  <a:lnTo>
                    <a:pt x="33" y="344"/>
                  </a:lnTo>
                  <a:lnTo>
                    <a:pt x="33" y="343"/>
                  </a:lnTo>
                  <a:lnTo>
                    <a:pt x="33" y="343"/>
                  </a:lnTo>
                  <a:lnTo>
                    <a:pt x="33" y="343"/>
                  </a:lnTo>
                  <a:lnTo>
                    <a:pt x="33" y="343"/>
                  </a:lnTo>
                  <a:lnTo>
                    <a:pt x="33" y="341"/>
                  </a:lnTo>
                  <a:lnTo>
                    <a:pt x="33" y="341"/>
                  </a:lnTo>
                  <a:lnTo>
                    <a:pt x="33" y="341"/>
                  </a:lnTo>
                  <a:lnTo>
                    <a:pt x="33" y="341"/>
                  </a:lnTo>
                  <a:lnTo>
                    <a:pt x="33" y="339"/>
                  </a:lnTo>
                  <a:lnTo>
                    <a:pt x="33" y="339"/>
                  </a:lnTo>
                  <a:lnTo>
                    <a:pt x="33" y="338"/>
                  </a:lnTo>
                  <a:lnTo>
                    <a:pt x="33" y="338"/>
                  </a:lnTo>
                  <a:lnTo>
                    <a:pt x="34" y="336"/>
                  </a:lnTo>
                  <a:lnTo>
                    <a:pt x="34" y="336"/>
                  </a:lnTo>
                  <a:lnTo>
                    <a:pt x="34" y="336"/>
                  </a:lnTo>
                  <a:lnTo>
                    <a:pt x="34" y="336"/>
                  </a:lnTo>
                  <a:lnTo>
                    <a:pt x="34" y="334"/>
                  </a:lnTo>
                  <a:lnTo>
                    <a:pt x="34" y="334"/>
                  </a:lnTo>
                  <a:lnTo>
                    <a:pt x="34" y="332"/>
                  </a:lnTo>
                  <a:lnTo>
                    <a:pt x="34" y="332"/>
                  </a:lnTo>
                  <a:lnTo>
                    <a:pt x="35" y="331"/>
                  </a:lnTo>
                  <a:lnTo>
                    <a:pt x="34" y="331"/>
                  </a:lnTo>
                  <a:lnTo>
                    <a:pt x="34" y="331"/>
                  </a:lnTo>
                  <a:lnTo>
                    <a:pt x="34" y="331"/>
                  </a:lnTo>
                  <a:lnTo>
                    <a:pt x="34" y="329"/>
                  </a:lnTo>
                  <a:lnTo>
                    <a:pt x="33" y="329"/>
                  </a:lnTo>
                  <a:lnTo>
                    <a:pt x="33" y="329"/>
                  </a:lnTo>
                  <a:lnTo>
                    <a:pt x="33" y="329"/>
                  </a:lnTo>
                  <a:lnTo>
                    <a:pt x="33" y="327"/>
                  </a:lnTo>
                  <a:lnTo>
                    <a:pt x="31" y="327"/>
                  </a:lnTo>
                  <a:lnTo>
                    <a:pt x="31" y="327"/>
                  </a:lnTo>
                  <a:lnTo>
                    <a:pt x="31" y="327"/>
                  </a:lnTo>
                  <a:lnTo>
                    <a:pt x="31" y="325"/>
                  </a:lnTo>
                  <a:lnTo>
                    <a:pt x="31" y="325"/>
                  </a:lnTo>
                  <a:lnTo>
                    <a:pt x="31" y="325"/>
                  </a:lnTo>
                  <a:lnTo>
                    <a:pt x="31" y="325"/>
                  </a:lnTo>
                  <a:lnTo>
                    <a:pt x="31" y="323"/>
                  </a:lnTo>
                  <a:lnTo>
                    <a:pt x="31" y="323"/>
                  </a:lnTo>
                  <a:lnTo>
                    <a:pt x="31" y="323"/>
                  </a:lnTo>
                  <a:lnTo>
                    <a:pt x="31" y="323"/>
                  </a:lnTo>
                  <a:lnTo>
                    <a:pt x="31" y="322"/>
                  </a:lnTo>
                  <a:lnTo>
                    <a:pt x="31" y="322"/>
                  </a:lnTo>
                  <a:lnTo>
                    <a:pt x="31" y="322"/>
                  </a:lnTo>
                  <a:lnTo>
                    <a:pt x="31" y="322"/>
                  </a:lnTo>
                  <a:lnTo>
                    <a:pt x="32" y="319"/>
                  </a:lnTo>
                  <a:lnTo>
                    <a:pt x="32" y="319"/>
                  </a:lnTo>
                  <a:lnTo>
                    <a:pt x="32" y="319"/>
                  </a:lnTo>
                  <a:lnTo>
                    <a:pt x="32" y="319"/>
                  </a:lnTo>
                  <a:lnTo>
                    <a:pt x="33" y="317"/>
                  </a:lnTo>
                  <a:lnTo>
                    <a:pt x="33" y="317"/>
                  </a:lnTo>
                  <a:lnTo>
                    <a:pt x="33" y="317"/>
                  </a:lnTo>
                  <a:lnTo>
                    <a:pt x="33" y="317"/>
                  </a:lnTo>
                  <a:lnTo>
                    <a:pt x="33" y="315"/>
                  </a:lnTo>
                  <a:lnTo>
                    <a:pt x="32" y="315"/>
                  </a:lnTo>
                  <a:lnTo>
                    <a:pt x="32" y="315"/>
                  </a:lnTo>
                  <a:lnTo>
                    <a:pt x="32" y="315"/>
                  </a:lnTo>
                  <a:lnTo>
                    <a:pt x="32" y="313"/>
                  </a:lnTo>
                  <a:lnTo>
                    <a:pt x="30" y="313"/>
                  </a:lnTo>
                  <a:lnTo>
                    <a:pt x="30" y="313"/>
                  </a:lnTo>
                  <a:lnTo>
                    <a:pt x="30" y="313"/>
                  </a:lnTo>
                  <a:lnTo>
                    <a:pt x="30" y="311"/>
                  </a:lnTo>
                  <a:lnTo>
                    <a:pt x="28" y="311"/>
                  </a:lnTo>
                  <a:lnTo>
                    <a:pt x="28" y="311"/>
                  </a:lnTo>
                  <a:lnTo>
                    <a:pt x="28" y="311"/>
                  </a:lnTo>
                  <a:lnTo>
                    <a:pt x="28" y="309"/>
                  </a:lnTo>
                  <a:lnTo>
                    <a:pt x="27" y="309"/>
                  </a:lnTo>
                  <a:lnTo>
                    <a:pt x="27" y="308"/>
                  </a:lnTo>
                  <a:lnTo>
                    <a:pt x="27" y="308"/>
                  </a:lnTo>
                  <a:lnTo>
                    <a:pt x="27" y="307"/>
                  </a:lnTo>
                  <a:lnTo>
                    <a:pt x="25" y="307"/>
                  </a:lnTo>
                  <a:lnTo>
                    <a:pt x="25" y="307"/>
                  </a:lnTo>
                  <a:lnTo>
                    <a:pt x="24" y="307"/>
                  </a:lnTo>
                  <a:lnTo>
                    <a:pt x="24" y="305"/>
                  </a:lnTo>
                  <a:lnTo>
                    <a:pt x="22" y="305"/>
                  </a:lnTo>
                  <a:lnTo>
                    <a:pt x="22" y="305"/>
                  </a:lnTo>
                  <a:lnTo>
                    <a:pt x="22" y="305"/>
                  </a:lnTo>
                  <a:lnTo>
                    <a:pt x="22" y="302"/>
                  </a:lnTo>
                  <a:lnTo>
                    <a:pt x="20" y="302"/>
                  </a:lnTo>
                  <a:lnTo>
                    <a:pt x="20" y="302"/>
                  </a:lnTo>
                  <a:lnTo>
                    <a:pt x="20" y="302"/>
                  </a:lnTo>
                  <a:lnTo>
                    <a:pt x="20" y="301"/>
                  </a:lnTo>
                  <a:lnTo>
                    <a:pt x="20" y="301"/>
                  </a:lnTo>
                  <a:lnTo>
                    <a:pt x="20" y="301"/>
                  </a:lnTo>
                  <a:lnTo>
                    <a:pt x="20" y="301"/>
                  </a:lnTo>
                  <a:lnTo>
                    <a:pt x="20" y="299"/>
                  </a:lnTo>
                  <a:lnTo>
                    <a:pt x="19" y="299"/>
                  </a:lnTo>
                  <a:lnTo>
                    <a:pt x="19" y="299"/>
                  </a:lnTo>
                  <a:lnTo>
                    <a:pt x="19" y="299"/>
                  </a:lnTo>
                  <a:lnTo>
                    <a:pt x="19" y="297"/>
                  </a:lnTo>
                  <a:lnTo>
                    <a:pt x="17" y="297"/>
                  </a:lnTo>
                  <a:lnTo>
                    <a:pt x="17" y="297"/>
                  </a:lnTo>
                  <a:lnTo>
                    <a:pt x="17" y="297"/>
                  </a:lnTo>
                  <a:lnTo>
                    <a:pt x="17" y="295"/>
                  </a:lnTo>
                  <a:lnTo>
                    <a:pt x="15" y="295"/>
                  </a:lnTo>
                  <a:lnTo>
                    <a:pt x="15" y="295"/>
                  </a:lnTo>
                  <a:lnTo>
                    <a:pt x="15" y="295"/>
                  </a:lnTo>
                  <a:lnTo>
                    <a:pt x="15" y="294"/>
                  </a:lnTo>
                  <a:lnTo>
                    <a:pt x="15" y="294"/>
                  </a:lnTo>
                  <a:lnTo>
                    <a:pt x="15" y="294"/>
                  </a:lnTo>
                  <a:lnTo>
                    <a:pt x="15" y="294"/>
                  </a:lnTo>
                  <a:lnTo>
                    <a:pt x="15" y="292"/>
                  </a:lnTo>
                  <a:lnTo>
                    <a:pt x="13" y="292"/>
                  </a:lnTo>
                  <a:lnTo>
                    <a:pt x="11" y="292"/>
                  </a:lnTo>
                  <a:lnTo>
                    <a:pt x="10" y="292"/>
                  </a:lnTo>
                  <a:lnTo>
                    <a:pt x="10" y="292"/>
                  </a:lnTo>
                  <a:lnTo>
                    <a:pt x="8" y="292"/>
                  </a:lnTo>
                  <a:lnTo>
                    <a:pt x="8" y="292"/>
                  </a:lnTo>
                  <a:lnTo>
                    <a:pt x="5" y="292"/>
                  </a:lnTo>
                  <a:lnTo>
                    <a:pt x="5" y="292"/>
                  </a:lnTo>
                  <a:lnTo>
                    <a:pt x="4" y="292"/>
                  </a:lnTo>
                  <a:lnTo>
                    <a:pt x="4" y="292"/>
                  </a:lnTo>
                  <a:lnTo>
                    <a:pt x="2" y="292"/>
                  </a:lnTo>
                  <a:lnTo>
                    <a:pt x="2" y="292"/>
                  </a:lnTo>
                  <a:lnTo>
                    <a:pt x="0" y="292"/>
                  </a:lnTo>
                  <a:lnTo>
                    <a:pt x="0" y="292"/>
                  </a:lnTo>
                  <a:lnTo>
                    <a:pt x="0" y="292"/>
                  </a:lnTo>
                  <a:lnTo>
                    <a:pt x="0" y="291"/>
                  </a:lnTo>
                  <a:lnTo>
                    <a:pt x="0" y="291"/>
                  </a:lnTo>
                  <a:lnTo>
                    <a:pt x="0" y="290"/>
                  </a:lnTo>
                  <a:lnTo>
                    <a:pt x="0" y="290"/>
                  </a:lnTo>
                  <a:lnTo>
                    <a:pt x="0" y="288"/>
                  </a:lnTo>
                  <a:lnTo>
                    <a:pt x="0" y="288"/>
                  </a:lnTo>
                  <a:lnTo>
                    <a:pt x="0" y="286"/>
                  </a:lnTo>
                  <a:lnTo>
                    <a:pt x="0" y="286"/>
                  </a:lnTo>
                  <a:lnTo>
                    <a:pt x="0" y="285"/>
                  </a:lnTo>
                  <a:lnTo>
                    <a:pt x="0" y="285"/>
                  </a:lnTo>
                  <a:lnTo>
                    <a:pt x="0" y="283"/>
                  </a:lnTo>
                  <a:lnTo>
                    <a:pt x="0" y="283"/>
                  </a:lnTo>
                  <a:lnTo>
                    <a:pt x="0" y="280"/>
                  </a:lnTo>
                  <a:lnTo>
                    <a:pt x="0" y="280"/>
                  </a:lnTo>
                  <a:lnTo>
                    <a:pt x="0" y="279"/>
                  </a:lnTo>
                  <a:lnTo>
                    <a:pt x="0" y="278"/>
                  </a:lnTo>
                  <a:lnTo>
                    <a:pt x="0" y="276"/>
                  </a:lnTo>
                  <a:lnTo>
                    <a:pt x="0" y="276"/>
                  </a:lnTo>
                  <a:lnTo>
                    <a:pt x="0" y="276"/>
                  </a:lnTo>
                  <a:lnTo>
                    <a:pt x="0" y="276"/>
                  </a:lnTo>
                  <a:lnTo>
                    <a:pt x="0" y="274"/>
                  </a:lnTo>
                  <a:lnTo>
                    <a:pt x="0" y="274"/>
                  </a:lnTo>
                  <a:lnTo>
                    <a:pt x="0" y="274"/>
                  </a:lnTo>
                  <a:lnTo>
                    <a:pt x="0" y="274"/>
                  </a:lnTo>
                  <a:lnTo>
                    <a:pt x="2" y="272"/>
                  </a:lnTo>
                  <a:lnTo>
                    <a:pt x="2" y="272"/>
                  </a:lnTo>
                  <a:lnTo>
                    <a:pt x="2" y="272"/>
                  </a:lnTo>
                  <a:lnTo>
                    <a:pt x="2" y="272"/>
                  </a:lnTo>
                  <a:lnTo>
                    <a:pt x="4" y="270"/>
                  </a:lnTo>
                  <a:lnTo>
                    <a:pt x="4" y="270"/>
                  </a:lnTo>
                  <a:lnTo>
                    <a:pt x="4" y="270"/>
                  </a:lnTo>
                  <a:lnTo>
                    <a:pt x="4" y="270"/>
                  </a:lnTo>
                  <a:lnTo>
                    <a:pt x="5" y="268"/>
                  </a:lnTo>
                  <a:lnTo>
                    <a:pt x="5" y="268"/>
                  </a:lnTo>
                  <a:lnTo>
                    <a:pt x="5" y="268"/>
                  </a:lnTo>
                  <a:lnTo>
                    <a:pt x="5" y="268"/>
                  </a:lnTo>
                  <a:lnTo>
                    <a:pt x="6" y="266"/>
                  </a:lnTo>
                  <a:lnTo>
                    <a:pt x="6" y="266"/>
                  </a:lnTo>
                  <a:lnTo>
                    <a:pt x="7" y="266"/>
                  </a:lnTo>
                  <a:lnTo>
                    <a:pt x="7" y="266"/>
                  </a:lnTo>
                  <a:lnTo>
                    <a:pt x="9" y="264"/>
                  </a:lnTo>
                  <a:lnTo>
                    <a:pt x="9" y="264"/>
                  </a:lnTo>
                  <a:lnTo>
                    <a:pt x="10" y="264"/>
                  </a:lnTo>
                  <a:lnTo>
                    <a:pt x="10" y="264"/>
                  </a:lnTo>
                  <a:lnTo>
                    <a:pt x="11" y="263"/>
                  </a:lnTo>
                  <a:lnTo>
                    <a:pt x="11" y="263"/>
                  </a:lnTo>
                  <a:lnTo>
                    <a:pt x="13" y="263"/>
                  </a:lnTo>
                  <a:lnTo>
                    <a:pt x="13" y="263"/>
                  </a:lnTo>
                  <a:lnTo>
                    <a:pt x="15" y="261"/>
                  </a:lnTo>
                  <a:lnTo>
                    <a:pt x="15" y="261"/>
                  </a:lnTo>
                  <a:lnTo>
                    <a:pt x="15" y="261"/>
                  </a:lnTo>
                  <a:lnTo>
                    <a:pt x="15" y="261"/>
                  </a:lnTo>
                  <a:lnTo>
                    <a:pt x="16" y="261"/>
                  </a:lnTo>
                  <a:lnTo>
                    <a:pt x="16" y="261"/>
                  </a:lnTo>
                  <a:lnTo>
                    <a:pt x="16" y="261"/>
                  </a:lnTo>
                  <a:lnTo>
                    <a:pt x="16" y="261"/>
                  </a:lnTo>
                  <a:lnTo>
                    <a:pt x="18" y="261"/>
                  </a:lnTo>
                  <a:lnTo>
                    <a:pt x="18" y="261"/>
                  </a:lnTo>
                  <a:lnTo>
                    <a:pt x="18" y="261"/>
                  </a:lnTo>
                  <a:lnTo>
                    <a:pt x="18" y="261"/>
                  </a:lnTo>
                  <a:lnTo>
                    <a:pt x="19" y="261"/>
                  </a:lnTo>
                  <a:lnTo>
                    <a:pt x="19" y="261"/>
                  </a:lnTo>
                  <a:lnTo>
                    <a:pt x="19" y="261"/>
                  </a:lnTo>
                  <a:lnTo>
                    <a:pt x="19" y="261"/>
                  </a:lnTo>
                  <a:lnTo>
                    <a:pt x="21" y="259"/>
                  </a:lnTo>
                  <a:lnTo>
                    <a:pt x="21" y="259"/>
                  </a:lnTo>
                  <a:lnTo>
                    <a:pt x="21" y="259"/>
                  </a:lnTo>
                  <a:lnTo>
                    <a:pt x="21" y="259"/>
                  </a:lnTo>
                  <a:lnTo>
                    <a:pt x="22" y="258"/>
                  </a:lnTo>
                  <a:lnTo>
                    <a:pt x="22" y="258"/>
                  </a:lnTo>
                  <a:lnTo>
                    <a:pt x="22" y="258"/>
                  </a:lnTo>
                  <a:lnTo>
                    <a:pt x="22" y="258"/>
                  </a:lnTo>
                  <a:lnTo>
                    <a:pt x="25" y="257"/>
                  </a:lnTo>
                  <a:lnTo>
                    <a:pt x="25" y="257"/>
                  </a:lnTo>
                  <a:lnTo>
                    <a:pt x="25" y="257"/>
                  </a:lnTo>
                  <a:lnTo>
                    <a:pt x="25" y="257"/>
                  </a:lnTo>
                  <a:lnTo>
                    <a:pt x="26" y="255"/>
                  </a:lnTo>
                  <a:lnTo>
                    <a:pt x="26" y="255"/>
                  </a:lnTo>
                  <a:lnTo>
                    <a:pt x="26" y="254"/>
                  </a:lnTo>
                  <a:lnTo>
                    <a:pt x="26" y="254"/>
                  </a:lnTo>
                  <a:lnTo>
                    <a:pt x="27" y="252"/>
                  </a:lnTo>
                  <a:lnTo>
                    <a:pt x="26" y="252"/>
                  </a:lnTo>
                  <a:lnTo>
                    <a:pt x="26" y="252"/>
                  </a:lnTo>
                  <a:lnTo>
                    <a:pt x="25" y="252"/>
                  </a:lnTo>
                  <a:lnTo>
                    <a:pt x="25" y="251"/>
                  </a:lnTo>
                  <a:lnTo>
                    <a:pt x="23" y="251"/>
                  </a:lnTo>
                  <a:lnTo>
                    <a:pt x="23" y="251"/>
                  </a:lnTo>
                  <a:lnTo>
                    <a:pt x="23" y="251"/>
                  </a:lnTo>
                  <a:lnTo>
                    <a:pt x="23" y="250"/>
                  </a:lnTo>
                  <a:lnTo>
                    <a:pt x="21" y="250"/>
                  </a:lnTo>
                  <a:lnTo>
                    <a:pt x="21" y="250"/>
                  </a:lnTo>
                  <a:lnTo>
                    <a:pt x="21" y="250"/>
                  </a:lnTo>
                  <a:lnTo>
                    <a:pt x="21" y="250"/>
                  </a:lnTo>
                  <a:lnTo>
                    <a:pt x="20" y="250"/>
                  </a:lnTo>
                  <a:lnTo>
                    <a:pt x="20" y="250"/>
                  </a:lnTo>
                  <a:lnTo>
                    <a:pt x="20" y="250"/>
                  </a:lnTo>
                  <a:lnTo>
                    <a:pt x="20" y="248"/>
                  </a:lnTo>
                  <a:lnTo>
                    <a:pt x="19" y="248"/>
                  </a:lnTo>
                  <a:lnTo>
                    <a:pt x="19" y="248"/>
                  </a:lnTo>
                  <a:lnTo>
                    <a:pt x="19" y="248"/>
                  </a:lnTo>
                  <a:lnTo>
                    <a:pt x="19" y="247"/>
                  </a:lnTo>
                  <a:lnTo>
                    <a:pt x="17" y="247"/>
                  </a:lnTo>
                  <a:lnTo>
                    <a:pt x="17" y="246"/>
                  </a:lnTo>
                  <a:lnTo>
                    <a:pt x="17" y="246"/>
                  </a:lnTo>
                  <a:lnTo>
                    <a:pt x="17" y="244"/>
                  </a:lnTo>
                  <a:lnTo>
                    <a:pt x="17" y="244"/>
                  </a:lnTo>
                  <a:lnTo>
                    <a:pt x="17" y="244"/>
                  </a:lnTo>
                  <a:lnTo>
                    <a:pt x="17" y="244"/>
                  </a:lnTo>
                  <a:lnTo>
                    <a:pt x="17" y="242"/>
                  </a:lnTo>
                  <a:lnTo>
                    <a:pt x="17" y="242"/>
                  </a:lnTo>
                  <a:lnTo>
                    <a:pt x="17" y="241"/>
                  </a:lnTo>
                  <a:lnTo>
                    <a:pt x="17" y="241"/>
                  </a:lnTo>
                  <a:lnTo>
                    <a:pt x="17" y="239"/>
                  </a:lnTo>
                  <a:lnTo>
                    <a:pt x="17" y="239"/>
                  </a:lnTo>
                  <a:lnTo>
                    <a:pt x="17" y="237"/>
                  </a:lnTo>
                  <a:lnTo>
                    <a:pt x="17" y="237"/>
                  </a:lnTo>
                  <a:lnTo>
                    <a:pt x="17" y="235"/>
                  </a:lnTo>
                  <a:lnTo>
                    <a:pt x="17" y="235"/>
                  </a:lnTo>
                  <a:lnTo>
                    <a:pt x="17" y="234"/>
                  </a:lnTo>
                  <a:lnTo>
                    <a:pt x="17" y="234"/>
                  </a:lnTo>
                  <a:lnTo>
                    <a:pt x="18" y="232"/>
                  </a:lnTo>
                  <a:lnTo>
                    <a:pt x="18" y="232"/>
                  </a:lnTo>
                  <a:lnTo>
                    <a:pt x="18" y="229"/>
                  </a:lnTo>
                  <a:lnTo>
                    <a:pt x="18" y="229"/>
                  </a:lnTo>
                  <a:lnTo>
                    <a:pt x="19" y="227"/>
                  </a:lnTo>
                  <a:lnTo>
                    <a:pt x="19" y="227"/>
                  </a:lnTo>
                  <a:lnTo>
                    <a:pt x="19" y="227"/>
                  </a:lnTo>
                  <a:lnTo>
                    <a:pt x="19" y="227"/>
                  </a:lnTo>
                  <a:lnTo>
                    <a:pt x="21" y="225"/>
                  </a:lnTo>
                  <a:lnTo>
                    <a:pt x="21" y="225"/>
                  </a:lnTo>
                  <a:lnTo>
                    <a:pt x="21" y="225"/>
                  </a:lnTo>
                  <a:lnTo>
                    <a:pt x="21" y="225"/>
                  </a:lnTo>
                  <a:lnTo>
                    <a:pt x="22" y="224"/>
                  </a:lnTo>
                  <a:lnTo>
                    <a:pt x="22" y="224"/>
                  </a:lnTo>
                  <a:lnTo>
                    <a:pt x="24" y="224"/>
                  </a:lnTo>
                  <a:lnTo>
                    <a:pt x="24" y="224"/>
                  </a:lnTo>
                  <a:lnTo>
                    <a:pt x="26" y="222"/>
                  </a:lnTo>
                  <a:lnTo>
                    <a:pt x="26" y="222"/>
                  </a:lnTo>
                  <a:lnTo>
                    <a:pt x="26" y="222"/>
                  </a:lnTo>
                  <a:lnTo>
                    <a:pt x="26" y="222"/>
                  </a:lnTo>
                  <a:lnTo>
                    <a:pt x="28" y="222"/>
                  </a:lnTo>
                  <a:lnTo>
                    <a:pt x="28" y="222"/>
                  </a:lnTo>
                  <a:lnTo>
                    <a:pt x="29" y="222"/>
                  </a:lnTo>
                  <a:lnTo>
                    <a:pt x="29" y="222"/>
                  </a:lnTo>
                  <a:lnTo>
                    <a:pt x="31" y="220"/>
                  </a:lnTo>
                  <a:lnTo>
                    <a:pt x="31" y="220"/>
                  </a:lnTo>
                  <a:lnTo>
                    <a:pt x="31" y="220"/>
                  </a:lnTo>
                  <a:lnTo>
                    <a:pt x="31" y="220"/>
                  </a:lnTo>
                  <a:lnTo>
                    <a:pt x="32" y="219"/>
                  </a:lnTo>
                  <a:lnTo>
                    <a:pt x="32" y="219"/>
                  </a:lnTo>
                  <a:lnTo>
                    <a:pt x="32" y="219"/>
                  </a:lnTo>
                  <a:lnTo>
                    <a:pt x="32" y="219"/>
                  </a:lnTo>
                  <a:lnTo>
                    <a:pt x="33" y="217"/>
                  </a:lnTo>
                  <a:lnTo>
                    <a:pt x="33" y="217"/>
                  </a:lnTo>
                  <a:lnTo>
                    <a:pt x="33" y="217"/>
                  </a:lnTo>
                  <a:lnTo>
                    <a:pt x="33" y="217"/>
                  </a:lnTo>
                  <a:lnTo>
                    <a:pt x="35" y="216"/>
                  </a:lnTo>
                  <a:lnTo>
                    <a:pt x="35" y="216"/>
                  </a:lnTo>
                  <a:lnTo>
                    <a:pt x="35" y="216"/>
                  </a:lnTo>
                  <a:lnTo>
                    <a:pt x="35" y="216"/>
                  </a:lnTo>
                  <a:lnTo>
                    <a:pt x="36" y="214"/>
                  </a:lnTo>
                  <a:lnTo>
                    <a:pt x="35" y="214"/>
                  </a:lnTo>
                  <a:lnTo>
                    <a:pt x="35" y="214"/>
                  </a:lnTo>
                  <a:lnTo>
                    <a:pt x="34" y="214"/>
                  </a:lnTo>
                  <a:lnTo>
                    <a:pt x="34" y="212"/>
                  </a:lnTo>
                  <a:lnTo>
                    <a:pt x="32" y="212"/>
                  </a:lnTo>
                  <a:lnTo>
                    <a:pt x="32" y="212"/>
                  </a:lnTo>
                  <a:lnTo>
                    <a:pt x="32" y="212"/>
                  </a:lnTo>
                  <a:lnTo>
                    <a:pt x="32" y="210"/>
                  </a:lnTo>
                  <a:lnTo>
                    <a:pt x="30" y="210"/>
                  </a:lnTo>
                  <a:lnTo>
                    <a:pt x="30" y="210"/>
                  </a:lnTo>
                  <a:lnTo>
                    <a:pt x="29" y="210"/>
                  </a:lnTo>
                  <a:lnTo>
                    <a:pt x="29" y="208"/>
                  </a:lnTo>
                  <a:lnTo>
                    <a:pt x="29" y="208"/>
                  </a:lnTo>
                  <a:lnTo>
                    <a:pt x="29" y="207"/>
                  </a:lnTo>
                  <a:lnTo>
                    <a:pt x="29" y="207"/>
                  </a:lnTo>
                  <a:lnTo>
                    <a:pt x="29" y="205"/>
                  </a:lnTo>
                  <a:lnTo>
                    <a:pt x="27" y="205"/>
                  </a:lnTo>
                  <a:lnTo>
                    <a:pt x="27" y="205"/>
                  </a:lnTo>
                  <a:lnTo>
                    <a:pt x="27" y="205"/>
                  </a:lnTo>
                  <a:lnTo>
                    <a:pt x="27" y="204"/>
                  </a:lnTo>
                  <a:lnTo>
                    <a:pt x="27" y="204"/>
                  </a:lnTo>
                  <a:lnTo>
                    <a:pt x="27" y="202"/>
                  </a:lnTo>
                  <a:lnTo>
                    <a:pt x="27" y="201"/>
                  </a:lnTo>
                  <a:lnTo>
                    <a:pt x="27" y="199"/>
                  </a:lnTo>
                  <a:lnTo>
                    <a:pt x="26" y="199"/>
                  </a:lnTo>
                  <a:lnTo>
                    <a:pt x="26" y="197"/>
                  </a:lnTo>
                  <a:lnTo>
                    <a:pt x="26" y="197"/>
                  </a:lnTo>
                  <a:lnTo>
                    <a:pt x="26" y="195"/>
                  </a:lnTo>
                  <a:lnTo>
                    <a:pt x="25" y="195"/>
                  </a:lnTo>
                  <a:lnTo>
                    <a:pt x="25" y="193"/>
                  </a:lnTo>
                  <a:lnTo>
                    <a:pt x="25" y="193"/>
                  </a:lnTo>
                  <a:lnTo>
                    <a:pt x="25" y="191"/>
                  </a:lnTo>
                  <a:lnTo>
                    <a:pt x="25" y="191"/>
                  </a:lnTo>
                  <a:lnTo>
                    <a:pt x="25" y="191"/>
                  </a:lnTo>
                  <a:lnTo>
                    <a:pt x="25" y="191"/>
                  </a:lnTo>
                  <a:lnTo>
                    <a:pt x="25" y="191"/>
                  </a:lnTo>
                  <a:lnTo>
                    <a:pt x="23" y="191"/>
                  </a:lnTo>
                  <a:lnTo>
                    <a:pt x="23" y="191"/>
                  </a:lnTo>
                  <a:lnTo>
                    <a:pt x="23" y="191"/>
                  </a:lnTo>
                  <a:lnTo>
                    <a:pt x="23" y="189"/>
                  </a:lnTo>
                  <a:lnTo>
                    <a:pt x="22" y="189"/>
                  </a:lnTo>
                  <a:lnTo>
                    <a:pt x="22" y="189"/>
                  </a:lnTo>
                  <a:lnTo>
                    <a:pt x="22" y="189"/>
                  </a:lnTo>
                  <a:lnTo>
                    <a:pt x="22" y="188"/>
                  </a:lnTo>
                  <a:lnTo>
                    <a:pt x="22" y="188"/>
                  </a:lnTo>
                  <a:lnTo>
                    <a:pt x="22" y="188"/>
                  </a:lnTo>
                  <a:lnTo>
                    <a:pt x="22" y="188"/>
                  </a:lnTo>
                  <a:lnTo>
                    <a:pt x="22" y="185"/>
                  </a:lnTo>
                  <a:lnTo>
                    <a:pt x="22" y="185"/>
                  </a:lnTo>
                  <a:lnTo>
                    <a:pt x="22" y="185"/>
                  </a:lnTo>
                  <a:lnTo>
                    <a:pt x="22" y="185"/>
                  </a:lnTo>
                  <a:lnTo>
                    <a:pt x="24" y="185"/>
                  </a:lnTo>
                  <a:lnTo>
                    <a:pt x="24" y="185"/>
                  </a:lnTo>
                  <a:lnTo>
                    <a:pt x="26" y="185"/>
                  </a:lnTo>
                  <a:lnTo>
                    <a:pt x="26" y="185"/>
                  </a:lnTo>
                  <a:lnTo>
                    <a:pt x="27" y="185"/>
                  </a:lnTo>
                  <a:lnTo>
                    <a:pt x="27" y="185"/>
                  </a:lnTo>
                  <a:lnTo>
                    <a:pt x="29" y="185"/>
                  </a:lnTo>
                  <a:lnTo>
                    <a:pt x="29" y="185"/>
                  </a:lnTo>
                  <a:lnTo>
                    <a:pt x="32" y="185"/>
                  </a:lnTo>
                  <a:lnTo>
                    <a:pt x="32" y="185"/>
                  </a:lnTo>
                  <a:lnTo>
                    <a:pt x="33" y="185"/>
                  </a:lnTo>
                  <a:lnTo>
                    <a:pt x="33" y="185"/>
                  </a:lnTo>
                  <a:lnTo>
                    <a:pt x="35" y="185"/>
                  </a:lnTo>
                  <a:lnTo>
                    <a:pt x="35" y="187"/>
                  </a:lnTo>
                  <a:lnTo>
                    <a:pt x="35" y="187"/>
                  </a:lnTo>
                  <a:lnTo>
                    <a:pt x="35" y="187"/>
                  </a:lnTo>
                  <a:lnTo>
                    <a:pt x="35" y="187"/>
                  </a:lnTo>
                  <a:lnTo>
                    <a:pt x="35" y="187"/>
                  </a:lnTo>
                  <a:lnTo>
                    <a:pt x="35" y="187"/>
                  </a:lnTo>
                  <a:lnTo>
                    <a:pt x="35" y="187"/>
                  </a:lnTo>
                  <a:lnTo>
                    <a:pt x="37" y="187"/>
                  </a:lnTo>
                  <a:lnTo>
                    <a:pt x="37" y="188"/>
                  </a:lnTo>
                  <a:lnTo>
                    <a:pt x="37" y="188"/>
                  </a:lnTo>
                  <a:lnTo>
                    <a:pt x="37" y="188"/>
                  </a:lnTo>
                  <a:lnTo>
                    <a:pt x="39" y="188"/>
                  </a:lnTo>
                  <a:lnTo>
                    <a:pt x="39" y="188"/>
                  </a:lnTo>
                  <a:lnTo>
                    <a:pt x="39" y="188"/>
                  </a:lnTo>
                  <a:lnTo>
                    <a:pt x="39" y="188"/>
                  </a:lnTo>
                  <a:lnTo>
                    <a:pt x="40" y="188"/>
                  </a:lnTo>
                  <a:lnTo>
                    <a:pt x="40" y="188"/>
                  </a:lnTo>
                  <a:lnTo>
                    <a:pt x="40" y="188"/>
                  </a:lnTo>
                  <a:lnTo>
                    <a:pt x="40" y="188"/>
                  </a:lnTo>
                  <a:lnTo>
                    <a:pt x="41" y="187"/>
                  </a:lnTo>
                  <a:lnTo>
                    <a:pt x="41" y="187"/>
                  </a:lnTo>
                  <a:lnTo>
                    <a:pt x="41" y="187"/>
                  </a:lnTo>
                  <a:lnTo>
                    <a:pt x="41" y="187"/>
                  </a:lnTo>
                  <a:lnTo>
                    <a:pt x="42" y="185"/>
                  </a:lnTo>
                  <a:lnTo>
                    <a:pt x="42" y="185"/>
                  </a:lnTo>
                  <a:lnTo>
                    <a:pt x="42" y="185"/>
                  </a:lnTo>
                  <a:lnTo>
                    <a:pt x="42" y="185"/>
                  </a:lnTo>
                  <a:lnTo>
                    <a:pt x="42" y="183"/>
                  </a:lnTo>
                  <a:lnTo>
                    <a:pt x="42" y="183"/>
                  </a:lnTo>
                  <a:lnTo>
                    <a:pt x="42" y="183"/>
                  </a:lnTo>
                  <a:lnTo>
                    <a:pt x="42" y="183"/>
                  </a:lnTo>
                  <a:lnTo>
                    <a:pt x="42" y="182"/>
                  </a:lnTo>
                  <a:lnTo>
                    <a:pt x="42" y="182"/>
                  </a:lnTo>
                  <a:lnTo>
                    <a:pt x="42" y="182"/>
                  </a:lnTo>
                  <a:lnTo>
                    <a:pt x="42" y="182"/>
                  </a:lnTo>
                  <a:lnTo>
                    <a:pt x="42" y="180"/>
                  </a:lnTo>
                  <a:lnTo>
                    <a:pt x="42" y="180"/>
                  </a:lnTo>
                  <a:lnTo>
                    <a:pt x="42" y="180"/>
                  </a:lnTo>
                  <a:lnTo>
                    <a:pt x="42" y="180"/>
                  </a:lnTo>
                  <a:lnTo>
                    <a:pt x="44" y="178"/>
                  </a:lnTo>
                  <a:lnTo>
                    <a:pt x="44" y="178"/>
                  </a:lnTo>
                  <a:lnTo>
                    <a:pt x="44" y="178"/>
                  </a:lnTo>
                  <a:lnTo>
                    <a:pt x="44" y="178"/>
                  </a:lnTo>
                  <a:lnTo>
                    <a:pt x="46" y="177"/>
                  </a:lnTo>
                  <a:lnTo>
                    <a:pt x="46" y="177"/>
                  </a:lnTo>
                  <a:lnTo>
                    <a:pt x="46" y="177"/>
                  </a:lnTo>
                  <a:lnTo>
                    <a:pt x="46" y="177"/>
                  </a:lnTo>
                  <a:lnTo>
                    <a:pt x="47" y="175"/>
                  </a:lnTo>
                  <a:lnTo>
                    <a:pt x="46" y="175"/>
                  </a:lnTo>
                  <a:lnTo>
                    <a:pt x="46" y="175"/>
                  </a:lnTo>
                  <a:lnTo>
                    <a:pt x="46" y="175"/>
                  </a:lnTo>
                  <a:lnTo>
                    <a:pt x="46" y="173"/>
                  </a:lnTo>
                  <a:lnTo>
                    <a:pt x="46" y="173"/>
                  </a:lnTo>
                  <a:lnTo>
                    <a:pt x="46" y="171"/>
                  </a:lnTo>
                  <a:lnTo>
                    <a:pt x="46" y="171"/>
                  </a:lnTo>
                  <a:lnTo>
                    <a:pt x="46" y="169"/>
                  </a:lnTo>
                  <a:lnTo>
                    <a:pt x="44" y="169"/>
                  </a:lnTo>
                  <a:lnTo>
                    <a:pt x="44" y="167"/>
                  </a:lnTo>
                  <a:lnTo>
                    <a:pt x="44" y="167"/>
                  </a:lnTo>
                  <a:lnTo>
                    <a:pt x="44" y="166"/>
                  </a:lnTo>
                  <a:lnTo>
                    <a:pt x="44" y="166"/>
                  </a:lnTo>
                  <a:lnTo>
                    <a:pt x="44" y="164"/>
                  </a:lnTo>
                  <a:lnTo>
                    <a:pt x="44" y="164"/>
                  </a:lnTo>
                  <a:lnTo>
                    <a:pt x="45" y="162"/>
                  </a:lnTo>
                  <a:lnTo>
                    <a:pt x="45" y="162"/>
                  </a:lnTo>
                  <a:lnTo>
                    <a:pt x="45" y="162"/>
                  </a:lnTo>
                  <a:lnTo>
                    <a:pt x="45" y="162"/>
                  </a:lnTo>
                  <a:lnTo>
                    <a:pt x="46" y="162"/>
                  </a:lnTo>
                  <a:lnTo>
                    <a:pt x="46" y="162"/>
                  </a:lnTo>
                  <a:lnTo>
                    <a:pt x="47" y="162"/>
                  </a:lnTo>
                  <a:lnTo>
                    <a:pt x="47" y="162"/>
                  </a:lnTo>
                  <a:lnTo>
                    <a:pt x="48" y="162"/>
                  </a:lnTo>
                  <a:lnTo>
                    <a:pt x="48" y="162"/>
                  </a:lnTo>
                  <a:lnTo>
                    <a:pt x="49" y="162"/>
                  </a:lnTo>
                  <a:lnTo>
                    <a:pt x="49" y="162"/>
                  </a:lnTo>
                  <a:lnTo>
                    <a:pt x="51" y="162"/>
                  </a:lnTo>
                  <a:lnTo>
                    <a:pt x="51" y="162"/>
                  </a:lnTo>
                  <a:lnTo>
                    <a:pt x="51" y="162"/>
                  </a:lnTo>
                  <a:lnTo>
                    <a:pt x="51" y="162"/>
                  </a:lnTo>
                  <a:lnTo>
                    <a:pt x="54" y="160"/>
                  </a:lnTo>
                  <a:lnTo>
                    <a:pt x="54" y="160"/>
                  </a:lnTo>
                  <a:lnTo>
                    <a:pt x="54" y="160"/>
                  </a:lnTo>
                  <a:lnTo>
                    <a:pt x="54" y="160"/>
                  </a:lnTo>
                  <a:lnTo>
                    <a:pt x="54" y="158"/>
                  </a:lnTo>
                  <a:lnTo>
                    <a:pt x="54" y="158"/>
                  </a:lnTo>
                  <a:lnTo>
                    <a:pt x="54" y="156"/>
                  </a:lnTo>
                  <a:lnTo>
                    <a:pt x="54" y="156"/>
                  </a:lnTo>
                  <a:lnTo>
                    <a:pt x="55" y="154"/>
                  </a:lnTo>
                  <a:lnTo>
                    <a:pt x="55" y="154"/>
                  </a:lnTo>
                  <a:lnTo>
                    <a:pt x="55" y="153"/>
                  </a:lnTo>
                  <a:lnTo>
                    <a:pt x="55" y="153"/>
                  </a:lnTo>
                  <a:lnTo>
                    <a:pt x="55" y="151"/>
                  </a:lnTo>
                  <a:lnTo>
                    <a:pt x="55" y="151"/>
                  </a:lnTo>
                  <a:lnTo>
                    <a:pt x="55" y="149"/>
                  </a:lnTo>
                  <a:lnTo>
                    <a:pt x="55" y="149"/>
                  </a:lnTo>
                  <a:lnTo>
                    <a:pt x="56" y="147"/>
                  </a:lnTo>
                  <a:lnTo>
                    <a:pt x="56" y="147"/>
                  </a:lnTo>
                  <a:lnTo>
                    <a:pt x="56" y="147"/>
                  </a:lnTo>
                  <a:lnTo>
                    <a:pt x="56" y="147"/>
                  </a:lnTo>
                  <a:lnTo>
                    <a:pt x="56" y="146"/>
                  </a:lnTo>
                  <a:lnTo>
                    <a:pt x="56" y="146"/>
                  </a:lnTo>
                  <a:lnTo>
                    <a:pt x="56" y="146"/>
                  </a:lnTo>
                  <a:lnTo>
                    <a:pt x="56" y="146"/>
                  </a:lnTo>
                  <a:lnTo>
                    <a:pt x="57" y="144"/>
                  </a:lnTo>
                  <a:lnTo>
                    <a:pt x="57" y="144"/>
                  </a:lnTo>
                  <a:lnTo>
                    <a:pt x="57" y="144"/>
                  </a:lnTo>
                  <a:lnTo>
                    <a:pt x="57" y="144"/>
                  </a:lnTo>
                  <a:lnTo>
                    <a:pt x="57" y="142"/>
                  </a:lnTo>
                  <a:lnTo>
                    <a:pt x="57" y="142"/>
                  </a:lnTo>
                  <a:lnTo>
                    <a:pt x="57" y="142"/>
                  </a:lnTo>
                  <a:lnTo>
                    <a:pt x="57" y="142"/>
                  </a:lnTo>
                  <a:lnTo>
                    <a:pt x="58" y="140"/>
                  </a:lnTo>
                  <a:lnTo>
                    <a:pt x="58" y="140"/>
                  </a:lnTo>
                  <a:lnTo>
                    <a:pt x="58" y="139"/>
                  </a:lnTo>
                  <a:lnTo>
                    <a:pt x="58" y="139"/>
                  </a:lnTo>
                  <a:lnTo>
                    <a:pt x="58" y="137"/>
                  </a:lnTo>
                  <a:lnTo>
                    <a:pt x="58" y="137"/>
                  </a:lnTo>
                  <a:lnTo>
                    <a:pt x="58" y="135"/>
                  </a:lnTo>
                  <a:lnTo>
                    <a:pt x="58" y="135"/>
                  </a:lnTo>
                  <a:lnTo>
                    <a:pt x="58" y="133"/>
                  </a:lnTo>
                  <a:lnTo>
                    <a:pt x="58" y="133"/>
                  </a:lnTo>
                  <a:lnTo>
                    <a:pt x="58" y="132"/>
                  </a:lnTo>
                  <a:lnTo>
                    <a:pt x="58" y="132"/>
                  </a:lnTo>
                  <a:lnTo>
                    <a:pt x="58" y="130"/>
                  </a:lnTo>
                  <a:lnTo>
                    <a:pt x="58" y="130"/>
                  </a:lnTo>
                  <a:lnTo>
                    <a:pt x="58" y="129"/>
                  </a:lnTo>
                  <a:lnTo>
                    <a:pt x="58" y="129"/>
                  </a:lnTo>
                  <a:lnTo>
                    <a:pt x="60" y="127"/>
                  </a:lnTo>
                  <a:lnTo>
                    <a:pt x="60" y="127"/>
                  </a:lnTo>
                  <a:lnTo>
                    <a:pt x="60" y="127"/>
                  </a:lnTo>
                  <a:lnTo>
                    <a:pt x="60" y="127"/>
                  </a:lnTo>
                  <a:lnTo>
                    <a:pt x="61" y="125"/>
                  </a:lnTo>
                  <a:lnTo>
                    <a:pt x="61" y="125"/>
                  </a:lnTo>
                  <a:lnTo>
                    <a:pt x="61" y="125"/>
                  </a:lnTo>
                  <a:lnTo>
                    <a:pt x="61" y="125"/>
                  </a:lnTo>
                  <a:lnTo>
                    <a:pt x="63" y="123"/>
                  </a:lnTo>
                  <a:lnTo>
                    <a:pt x="63" y="123"/>
                  </a:lnTo>
                  <a:lnTo>
                    <a:pt x="63" y="123"/>
                  </a:lnTo>
                  <a:lnTo>
                    <a:pt x="63" y="123"/>
                  </a:lnTo>
                  <a:lnTo>
                    <a:pt x="64" y="123"/>
                  </a:lnTo>
                  <a:lnTo>
                    <a:pt x="64" y="123"/>
                  </a:lnTo>
                  <a:lnTo>
                    <a:pt x="66" y="123"/>
                  </a:lnTo>
                  <a:lnTo>
                    <a:pt x="66" y="123"/>
                  </a:lnTo>
                  <a:lnTo>
                    <a:pt x="68" y="122"/>
                  </a:lnTo>
                  <a:lnTo>
                    <a:pt x="68" y="122"/>
                  </a:lnTo>
                  <a:lnTo>
                    <a:pt x="68" y="122"/>
                  </a:lnTo>
                  <a:lnTo>
                    <a:pt x="68" y="122"/>
                  </a:lnTo>
                  <a:lnTo>
                    <a:pt x="69" y="122"/>
                  </a:lnTo>
                  <a:lnTo>
                    <a:pt x="69" y="122"/>
                  </a:lnTo>
                  <a:lnTo>
                    <a:pt x="69" y="122"/>
                  </a:lnTo>
                  <a:lnTo>
                    <a:pt x="69" y="122"/>
                  </a:lnTo>
                  <a:lnTo>
                    <a:pt x="70" y="121"/>
                  </a:lnTo>
                  <a:lnTo>
                    <a:pt x="70" y="121"/>
                  </a:lnTo>
                  <a:lnTo>
                    <a:pt x="70" y="121"/>
                  </a:lnTo>
                  <a:lnTo>
                    <a:pt x="70" y="121"/>
                  </a:lnTo>
                  <a:lnTo>
                    <a:pt x="70" y="121"/>
                  </a:lnTo>
                  <a:lnTo>
                    <a:pt x="70" y="121"/>
                  </a:lnTo>
                  <a:lnTo>
                    <a:pt x="70" y="121"/>
                  </a:lnTo>
                  <a:lnTo>
                    <a:pt x="70" y="121"/>
                  </a:lnTo>
                  <a:lnTo>
                    <a:pt x="71" y="120"/>
                  </a:lnTo>
                  <a:lnTo>
                    <a:pt x="71" y="120"/>
                  </a:lnTo>
                  <a:lnTo>
                    <a:pt x="72" y="120"/>
                  </a:lnTo>
                  <a:lnTo>
                    <a:pt x="72" y="120"/>
                  </a:lnTo>
                  <a:lnTo>
                    <a:pt x="74" y="119"/>
                  </a:lnTo>
                  <a:lnTo>
                    <a:pt x="74" y="119"/>
                  </a:lnTo>
                  <a:lnTo>
                    <a:pt x="76" y="118"/>
                  </a:lnTo>
                  <a:lnTo>
                    <a:pt x="78" y="118"/>
                  </a:lnTo>
                  <a:lnTo>
                    <a:pt x="79" y="116"/>
                  </a:lnTo>
                  <a:lnTo>
                    <a:pt x="79" y="116"/>
                  </a:lnTo>
                  <a:lnTo>
                    <a:pt x="81" y="114"/>
                  </a:lnTo>
                  <a:lnTo>
                    <a:pt x="82" y="114"/>
                  </a:lnTo>
                  <a:lnTo>
                    <a:pt x="84" y="112"/>
                  </a:lnTo>
                  <a:lnTo>
                    <a:pt x="84" y="112"/>
                  </a:lnTo>
                  <a:lnTo>
                    <a:pt x="85" y="110"/>
                  </a:lnTo>
                  <a:lnTo>
                    <a:pt x="85" y="110"/>
                  </a:lnTo>
                  <a:lnTo>
                    <a:pt x="86" y="108"/>
                  </a:lnTo>
                  <a:lnTo>
                    <a:pt x="85" y="108"/>
                  </a:lnTo>
                  <a:lnTo>
                    <a:pt x="85" y="108"/>
                  </a:lnTo>
                  <a:lnTo>
                    <a:pt x="85" y="108"/>
                  </a:lnTo>
                  <a:lnTo>
                    <a:pt x="85" y="108"/>
                  </a:lnTo>
                  <a:lnTo>
                    <a:pt x="84" y="108"/>
                  </a:lnTo>
                  <a:lnTo>
                    <a:pt x="84" y="108"/>
                  </a:lnTo>
                  <a:lnTo>
                    <a:pt x="84" y="108"/>
                  </a:lnTo>
                  <a:lnTo>
                    <a:pt x="84" y="107"/>
                  </a:lnTo>
                  <a:lnTo>
                    <a:pt x="82" y="107"/>
                  </a:lnTo>
                  <a:lnTo>
                    <a:pt x="82" y="107"/>
                  </a:lnTo>
                  <a:lnTo>
                    <a:pt x="82" y="107"/>
                  </a:lnTo>
                  <a:lnTo>
                    <a:pt x="82" y="105"/>
                  </a:lnTo>
                  <a:lnTo>
                    <a:pt x="82" y="105"/>
                  </a:lnTo>
                  <a:lnTo>
                    <a:pt x="82" y="105"/>
                  </a:lnTo>
                  <a:lnTo>
                    <a:pt x="82" y="105"/>
                  </a:lnTo>
                  <a:lnTo>
                    <a:pt x="82" y="103"/>
                  </a:lnTo>
                  <a:lnTo>
                    <a:pt x="81" y="104"/>
                  </a:lnTo>
                  <a:lnTo>
                    <a:pt x="81" y="104"/>
                  </a:lnTo>
                  <a:lnTo>
                    <a:pt x="80" y="104"/>
                  </a:lnTo>
                  <a:lnTo>
                    <a:pt x="80" y="104"/>
                  </a:lnTo>
                  <a:lnTo>
                    <a:pt x="78" y="104"/>
                  </a:lnTo>
                  <a:lnTo>
                    <a:pt x="78" y="104"/>
                  </a:lnTo>
                  <a:lnTo>
                    <a:pt x="78" y="104"/>
                  </a:lnTo>
                  <a:lnTo>
                    <a:pt x="78" y="104"/>
                  </a:lnTo>
                  <a:lnTo>
                    <a:pt x="76" y="104"/>
                  </a:lnTo>
                  <a:lnTo>
                    <a:pt x="76" y="104"/>
                  </a:lnTo>
                  <a:lnTo>
                    <a:pt x="76" y="104"/>
                  </a:lnTo>
                  <a:lnTo>
                    <a:pt x="76" y="104"/>
                  </a:lnTo>
                  <a:lnTo>
                    <a:pt x="74" y="104"/>
                  </a:lnTo>
                  <a:lnTo>
                    <a:pt x="74" y="104"/>
                  </a:lnTo>
                  <a:lnTo>
                    <a:pt x="74" y="104"/>
                  </a:lnTo>
                  <a:lnTo>
                    <a:pt x="74" y="103"/>
                  </a:lnTo>
                  <a:lnTo>
                    <a:pt x="74" y="103"/>
                  </a:lnTo>
                  <a:lnTo>
                    <a:pt x="74" y="103"/>
                  </a:lnTo>
                  <a:lnTo>
                    <a:pt x="74" y="103"/>
                  </a:lnTo>
                  <a:lnTo>
                    <a:pt x="74" y="103"/>
                  </a:lnTo>
                  <a:lnTo>
                    <a:pt x="74" y="103"/>
                  </a:lnTo>
                  <a:lnTo>
                    <a:pt x="74" y="103"/>
                  </a:lnTo>
                  <a:lnTo>
                    <a:pt x="74" y="103"/>
                  </a:lnTo>
                  <a:lnTo>
                    <a:pt x="74" y="102"/>
                  </a:lnTo>
                  <a:lnTo>
                    <a:pt x="73" y="102"/>
                  </a:lnTo>
                  <a:lnTo>
                    <a:pt x="73" y="102"/>
                  </a:lnTo>
                  <a:lnTo>
                    <a:pt x="73" y="102"/>
                  </a:lnTo>
                  <a:lnTo>
                    <a:pt x="73" y="101"/>
                  </a:lnTo>
                  <a:lnTo>
                    <a:pt x="73" y="101"/>
                  </a:lnTo>
                  <a:lnTo>
                    <a:pt x="73" y="101"/>
                  </a:lnTo>
                  <a:lnTo>
                    <a:pt x="73" y="101"/>
                  </a:lnTo>
                  <a:lnTo>
                    <a:pt x="73" y="100"/>
                  </a:lnTo>
                  <a:lnTo>
                    <a:pt x="73" y="100"/>
                  </a:lnTo>
                  <a:lnTo>
                    <a:pt x="73" y="100"/>
                  </a:lnTo>
                  <a:lnTo>
                    <a:pt x="73" y="100"/>
                  </a:lnTo>
                  <a:lnTo>
                    <a:pt x="73" y="98"/>
                  </a:lnTo>
                  <a:lnTo>
                    <a:pt x="73" y="98"/>
                  </a:lnTo>
                  <a:lnTo>
                    <a:pt x="73" y="98"/>
                  </a:lnTo>
                  <a:lnTo>
                    <a:pt x="73" y="98"/>
                  </a:lnTo>
                  <a:lnTo>
                    <a:pt x="75" y="96"/>
                  </a:lnTo>
                  <a:lnTo>
                    <a:pt x="75" y="96"/>
                  </a:lnTo>
                  <a:lnTo>
                    <a:pt x="75" y="96"/>
                  </a:lnTo>
                  <a:lnTo>
                    <a:pt x="75" y="96"/>
                  </a:lnTo>
                  <a:lnTo>
                    <a:pt x="75" y="95"/>
                  </a:lnTo>
                  <a:lnTo>
                    <a:pt x="75" y="95"/>
                  </a:lnTo>
                  <a:lnTo>
                    <a:pt x="75" y="95"/>
                  </a:lnTo>
                  <a:lnTo>
                    <a:pt x="75" y="95"/>
                  </a:lnTo>
                  <a:lnTo>
                    <a:pt x="77" y="94"/>
                  </a:lnTo>
                  <a:lnTo>
                    <a:pt x="77" y="94"/>
                  </a:lnTo>
                  <a:lnTo>
                    <a:pt x="77" y="94"/>
                  </a:lnTo>
                  <a:lnTo>
                    <a:pt x="77" y="94"/>
                  </a:lnTo>
                  <a:lnTo>
                    <a:pt x="77" y="93"/>
                  </a:lnTo>
                  <a:lnTo>
                    <a:pt x="77" y="93"/>
                  </a:lnTo>
                  <a:lnTo>
                    <a:pt x="77" y="93"/>
                  </a:lnTo>
                  <a:lnTo>
                    <a:pt x="77" y="93"/>
                  </a:lnTo>
                  <a:lnTo>
                    <a:pt x="77" y="91"/>
                  </a:lnTo>
                  <a:lnTo>
                    <a:pt x="77" y="91"/>
                  </a:lnTo>
                  <a:lnTo>
                    <a:pt x="77" y="91"/>
                  </a:lnTo>
                  <a:lnTo>
                    <a:pt x="77" y="91"/>
                  </a:lnTo>
                  <a:lnTo>
                    <a:pt x="77" y="89"/>
                  </a:lnTo>
                  <a:lnTo>
                    <a:pt x="77" y="89"/>
                  </a:lnTo>
                  <a:lnTo>
                    <a:pt x="77" y="88"/>
                  </a:lnTo>
                  <a:lnTo>
                    <a:pt x="77" y="88"/>
                  </a:lnTo>
                  <a:lnTo>
                    <a:pt x="77" y="87"/>
                  </a:lnTo>
                  <a:lnTo>
                    <a:pt x="76" y="87"/>
                  </a:lnTo>
                  <a:lnTo>
                    <a:pt x="76" y="87"/>
                  </a:lnTo>
                  <a:lnTo>
                    <a:pt x="75" y="87"/>
                  </a:lnTo>
                  <a:lnTo>
                    <a:pt x="75" y="87"/>
                  </a:lnTo>
                  <a:lnTo>
                    <a:pt x="73" y="87"/>
                  </a:lnTo>
                  <a:lnTo>
                    <a:pt x="73" y="87"/>
                  </a:lnTo>
                  <a:lnTo>
                    <a:pt x="73" y="87"/>
                  </a:lnTo>
                  <a:lnTo>
                    <a:pt x="73" y="87"/>
                  </a:lnTo>
                  <a:lnTo>
                    <a:pt x="71" y="87"/>
                  </a:lnTo>
                  <a:lnTo>
                    <a:pt x="71" y="87"/>
                  </a:lnTo>
                  <a:lnTo>
                    <a:pt x="69" y="87"/>
                  </a:lnTo>
                  <a:lnTo>
                    <a:pt x="69" y="87"/>
                  </a:lnTo>
                  <a:lnTo>
                    <a:pt x="67" y="87"/>
                  </a:lnTo>
                  <a:lnTo>
                    <a:pt x="67" y="87"/>
                  </a:lnTo>
                  <a:lnTo>
                    <a:pt x="67" y="87"/>
                  </a:lnTo>
                  <a:lnTo>
                    <a:pt x="67" y="86"/>
                  </a:lnTo>
                  <a:lnTo>
                    <a:pt x="65" y="86"/>
                  </a:lnTo>
                  <a:lnTo>
                    <a:pt x="65" y="86"/>
                  </a:lnTo>
                  <a:lnTo>
                    <a:pt x="65" y="86"/>
                  </a:lnTo>
                  <a:lnTo>
                    <a:pt x="65" y="86"/>
                  </a:lnTo>
                  <a:lnTo>
                    <a:pt x="63" y="86"/>
                  </a:lnTo>
                  <a:lnTo>
                    <a:pt x="63" y="86"/>
                  </a:lnTo>
                  <a:lnTo>
                    <a:pt x="63" y="86"/>
                  </a:lnTo>
                  <a:lnTo>
                    <a:pt x="63" y="86"/>
                  </a:lnTo>
                  <a:lnTo>
                    <a:pt x="61" y="86"/>
                  </a:lnTo>
                  <a:lnTo>
                    <a:pt x="61" y="86"/>
                  </a:lnTo>
                  <a:lnTo>
                    <a:pt x="61" y="86"/>
                  </a:lnTo>
                  <a:lnTo>
                    <a:pt x="61" y="86"/>
                  </a:lnTo>
                  <a:lnTo>
                    <a:pt x="59" y="86"/>
                  </a:lnTo>
                  <a:lnTo>
                    <a:pt x="59" y="86"/>
                  </a:lnTo>
                  <a:lnTo>
                    <a:pt x="59" y="86"/>
                  </a:lnTo>
                  <a:lnTo>
                    <a:pt x="59" y="85"/>
                  </a:lnTo>
                  <a:lnTo>
                    <a:pt x="57" y="86"/>
                  </a:lnTo>
                  <a:lnTo>
                    <a:pt x="57" y="86"/>
                  </a:lnTo>
                  <a:lnTo>
                    <a:pt x="56" y="86"/>
                  </a:lnTo>
                  <a:lnTo>
                    <a:pt x="56" y="86"/>
                  </a:lnTo>
                  <a:lnTo>
                    <a:pt x="54" y="86"/>
                  </a:lnTo>
                  <a:lnTo>
                    <a:pt x="54" y="86"/>
                  </a:lnTo>
                  <a:lnTo>
                    <a:pt x="54" y="86"/>
                  </a:lnTo>
                  <a:lnTo>
                    <a:pt x="54" y="86"/>
                  </a:lnTo>
                  <a:lnTo>
                    <a:pt x="52" y="87"/>
                  </a:lnTo>
                  <a:lnTo>
                    <a:pt x="52" y="87"/>
                  </a:lnTo>
                  <a:lnTo>
                    <a:pt x="52" y="87"/>
                  </a:lnTo>
                  <a:lnTo>
                    <a:pt x="52" y="87"/>
                  </a:lnTo>
                  <a:lnTo>
                    <a:pt x="50" y="87"/>
                  </a:lnTo>
                  <a:lnTo>
                    <a:pt x="50" y="87"/>
                  </a:lnTo>
                  <a:lnTo>
                    <a:pt x="50" y="87"/>
                  </a:lnTo>
                  <a:lnTo>
                    <a:pt x="50" y="87"/>
                  </a:lnTo>
                  <a:lnTo>
                    <a:pt x="48" y="87"/>
                  </a:lnTo>
                  <a:lnTo>
                    <a:pt x="48" y="87"/>
                  </a:lnTo>
                  <a:lnTo>
                    <a:pt x="48" y="87"/>
                  </a:lnTo>
                  <a:lnTo>
                    <a:pt x="48" y="87"/>
                  </a:lnTo>
                  <a:lnTo>
                    <a:pt x="46" y="87"/>
                  </a:lnTo>
                  <a:lnTo>
                    <a:pt x="46" y="87"/>
                  </a:lnTo>
                  <a:lnTo>
                    <a:pt x="46" y="87"/>
                  </a:lnTo>
                  <a:lnTo>
                    <a:pt x="46" y="87"/>
                  </a:lnTo>
                  <a:lnTo>
                    <a:pt x="44" y="87"/>
                  </a:lnTo>
                  <a:lnTo>
                    <a:pt x="44" y="87"/>
                  </a:lnTo>
                  <a:lnTo>
                    <a:pt x="42" y="87"/>
                  </a:lnTo>
                  <a:lnTo>
                    <a:pt x="42" y="87"/>
                  </a:lnTo>
                  <a:lnTo>
                    <a:pt x="40" y="87"/>
                  </a:lnTo>
                  <a:lnTo>
                    <a:pt x="40" y="87"/>
                  </a:lnTo>
                  <a:lnTo>
                    <a:pt x="40" y="87"/>
                  </a:lnTo>
                  <a:lnTo>
                    <a:pt x="40" y="86"/>
                  </a:lnTo>
                  <a:lnTo>
                    <a:pt x="38" y="86"/>
                  </a:lnTo>
                  <a:lnTo>
                    <a:pt x="38" y="86"/>
                  </a:lnTo>
                  <a:lnTo>
                    <a:pt x="38" y="86"/>
                  </a:lnTo>
                  <a:lnTo>
                    <a:pt x="38" y="86"/>
                  </a:lnTo>
                  <a:lnTo>
                    <a:pt x="37" y="86"/>
                  </a:lnTo>
                  <a:lnTo>
                    <a:pt x="37" y="86"/>
                  </a:lnTo>
                  <a:lnTo>
                    <a:pt x="37" y="86"/>
                  </a:lnTo>
                  <a:lnTo>
                    <a:pt x="37" y="85"/>
                  </a:lnTo>
                  <a:lnTo>
                    <a:pt x="35" y="85"/>
                  </a:lnTo>
                  <a:lnTo>
                    <a:pt x="35" y="85"/>
                  </a:lnTo>
                  <a:lnTo>
                    <a:pt x="35" y="85"/>
                  </a:lnTo>
                  <a:lnTo>
                    <a:pt x="35" y="83"/>
                  </a:lnTo>
                  <a:lnTo>
                    <a:pt x="35" y="83"/>
                  </a:lnTo>
                  <a:lnTo>
                    <a:pt x="35" y="83"/>
                  </a:lnTo>
                  <a:lnTo>
                    <a:pt x="35" y="83"/>
                  </a:lnTo>
                  <a:lnTo>
                    <a:pt x="35" y="82"/>
                  </a:lnTo>
                  <a:lnTo>
                    <a:pt x="33" y="83"/>
                  </a:lnTo>
                  <a:lnTo>
                    <a:pt x="33" y="83"/>
                  </a:lnTo>
                  <a:lnTo>
                    <a:pt x="32" y="83"/>
                  </a:lnTo>
                  <a:lnTo>
                    <a:pt x="32" y="83"/>
                  </a:lnTo>
                  <a:lnTo>
                    <a:pt x="30" y="84"/>
                  </a:lnTo>
                  <a:lnTo>
                    <a:pt x="30" y="84"/>
                  </a:lnTo>
                  <a:lnTo>
                    <a:pt x="29" y="84"/>
                  </a:lnTo>
                  <a:lnTo>
                    <a:pt x="29" y="84"/>
                  </a:lnTo>
                  <a:lnTo>
                    <a:pt x="27" y="86"/>
                  </a:lnTo>
                  <a:lnTo>
                    <a:pt x="27" y="86"/>
                  </a:lnTo>
                  <a:lnTo>
                    <a:pt x="26" y="86"/>
                  </a:lnTo>
                  <a:lnTo>
                    <a:pt x="26" y="86"/>
                  </a:lnTo>
                  <a:lnTo>
                    <a:pt x="25" y="86"/>
                  </a:lnTo>
                  <a:lnTo>
                    <a:pt x="25" y="86"/>
                  </a:lnTo>
                  <a:lnTo>
                    <a:pt x="25" y="86"/>
                  </a:lnTo>
                  <a:lnTo>
                    <a:pt x="25" y="85"/>
                  </a:lnTo>
                  <a:lnTo>
                    <a:pt x="23" y="85"/>
                  </a:lnTo>
                  <a:lnTo>
                    <a:pt x="23" y="85"/>
                  </a:lnTo>
                  <a:lnTo>
                    <a:pt x="23" y="85"/>
                  </a:lnTo>
                  <a:lnTo>
                    <a:pt x="23" y="85"/>
                  </a:lnTo>
                  <a:lnTo>
                    <a:pt x="23" y="85"/>
                  </a:lnTo>
                  <a:lnTo>
                    <a:pt x="23" y="85"/>
                  </a:lnTo>
                  <a:lnTo>
                    <a:pt x="23" y="85"/>
                  </a:lnTo>
                  <a:lnTo>
                    <a:pt x="23" y="83"/>
                  </a:lnTo>
                  <a:lnTo>
                    <a:pt x="23" y="83"/>
                  </a:lnTo>
                  <a:lnTo>
                    <a:pt x="23" y="83"/>
                  </a:lnTo>
                  <a:lnTo>
                    <a:pt x="23" y="83"/>
                  </a:lnTo>
                  <a:lnTo>
                    <a:pt x="23" y="82"/>
                  </a:lnTo>
                  <a:lnTo>
                    <a:pt x="23" y="82"/>
                  </a:lnTo>
                  <a:lnTo>
                    <a:pt x="23" y="82"/>
                  </a:lnTo>
                  <a:lnTo>
                    <a:pt x="23" y="82"/>
                  </a:lnTo>
                  <a:lnTo>
                    <a:pt x="23" y="80"/>
                  </a:lnTo>
                  <a:lnTo>
                    <a:pt x="23" y="80"/>
                  </a:lnTo>
                  <a:lnTo>
                    <a:pt x="23" y="80"/>
                  </a:lnTo>
                  <a:lnTo>
                    <a:pt x="23" y="80"/>
                  </a:lnTo>
                  <a:lnTo>
                    <a:pt x="24" y="79"/>
                  </a:lnTo>
                  <a:lnTo>
                    <a:pt x="24" y="79"/>
                  </a:lnTo>
                  <a:lnTo>
                    <a:pt x="24" y="79"/>
                  </a:lnTo>
                  <a:lnTo>
                    <a:pt x="24" y="79"/>
                  </a:lnTo>
                  <a:lnTo>
                    <a:pt x="26" y="77"/>
                  </a:lnTo>
                  <a:lnTo>
                    <a:pt x="26" y="77"/>
                  </a:lnTo>
                  <a:lnTo>
                    <a:pt x="26" y="77"/>
                  </a:lnTo>
                  <a:lnTo>
                    <a:pt x="26" y="77"/>
                  </a:lnTo>
                  <a:lnTo>
                    <a:pt x="27" y="75"/>
                  </a:lnTo>
                  <a:lnTo>
                    <a:pt x="27" y="75"/>
                  </a:lnTo>
                  <a:lnTo>
                    <a:pt x="27" y="75"/>
                  </a:lnTo>
                  <a:lnTo>
                    <a:pt x="27" y="75"/>
                  </a:lnTo>
                  <a:lnTo>
                    <a:pt x="29" y="73"/>
                  </a:lnTo>
                  <a:lnTo>
                    <a:pt x="27" y="73"/>
                  </a:lnTo>
                  <a:lnTo>
                    <a:pt x="27" y="73"/>
                  </a:lnTo>
                  <a:lnTo>
                    <a:pt x="27" y="73"/>
                  </a:lnTo>
                  <a:lnTo>
                    <a:pt x="27" y="73"/>
                  </a:lnTo>
                  <a:lnTo>
                    <a:pt x="27" y="73"/>
                  </a:lnTo>
                  <a:lnTo>
                    <a:pt x="27" y="73"/>
                  </a:lnTo>
                  <a:lnTo>
                    <a:pt x="27" y="73"/>
                  </a:lnTo>
                  <a:lnTo>
                    <a:pt x="27" y="72"/>
                  </a:lnTo>
                  <a:lnTo>
                    <a:pt x="27" y="72"/>
                  </a:lnTo>
                  <a:lnTo>
                    <a:pt x="27" y="72"/>
                  </a:lnTo>
                  <a:lnTo>
                    <a:pt x="27" y="72"/>
                  </a:lnTo>
                  <a:lnTo>
                    <a:pt x="27" y="70"/>
                  </a:lnTo>
                  <a:lnTo>
                    <a:pt x="27" y="70"/>
                  </a:lnTo>
                  <a:lnTo>
                    <a:pt x="27" y="70"/>
                  </a:lnTo>
                  <a:lnTo>
                    <a:pt x="27" y="70"/>
                  </a:lnTo>
                  <a:lnTo>
                    <a:pt x="27" y="68"/>
                  </a:lnTo>
                  <a:lnTo>
                    <a:pt x="25" y="70"/>
                  </a:lnTo>
                  <a:lnTo>
                    <a:pt x="25" y="70"/>
                  </a:lnTo>
                  <a:lnTo>
                    <a:pt x="23" y="70"/>
                  </a:lnTo>
                  <a:lnTo>
                    <a:pt x="23" y="70"/>
                  </a:lnTo>
                  <a:lnTo>
                    <a:pt x="21" y="70"/>
                  </a:lnTo>
                  <a:lnTo>
                    <a:pt x="21" y="70"/>
                  </a:lnTo>
                  <a:lnTo>
                    <a:pt x="19" y="70"/>
                  </a:lnTo>
                  <a:lnTo>
                    <a:pt x="19" y="70"/>
                  </a:lnTo>
                  <a:lnTo>
                    <a:pt x="17" y="70"/>
                  </a:lnTo>
                  <a:lnTo>
                    <a:pt x="17" y="70"/>
                  </a:lnTo>
                  <a:lnTo>
                    <a:pt x="15" y="70"/>
                  </a:lnTo>
                  <a:lnTo>
                    <a:pt x="15" y="70"/>
                  </a:lnTo>
                  <a:lnTo>
                    <a:pt x="15" y="70"/>
                  </a:lnTo>
                  <a:lnTo>
                    <a:pt x="15" y="70"/>
                  </a:lnTo>
                  <a:lnTo>
                    <a:pt x="15" y="70"/>
                  </a:lnTo>
                  <a:lnTo>
                    <a:pt x="15" y="68"/>
                  </a:lnTo>
                  <a:lnTo>
                    <a:pt x="13" y="70"/>
                  </a:lnTo>
                  <a:lnTo>
                    <a:pt x="13" y="70"/>
                  </a:lnTo>
                  <a:lnTo>
                    <a:pt x="13" y="70"/>
                  </a:lnTo>
                  <a:lnTo>
                    <a:pt x="13" y="70"/>
                  </a:lnTo>
                  <a:lnTo>
                    <a:pt x="11" y="72"/>
                  </a:lnTo>
                  <a:lnTo>
                    <a:pt x="11" y="72"/>
                  </a:lnTo>
                  <a:lnTo>
                    <a:pt x="10" y="72"/>
                  </a:lnTo>
                  <a:lnTo>
                    <a:pt x="10" y="72"/>
                  </a:lnTo>
                  <a:lnTo>
                    <a:pt x="8" y="74"/>
                  </a:lnTo>
                  <a:lnTo>
                    <a:pt x="7" y="74"/>
                  </a:lnTo>
                  <a:lnTo>
                    <a:pt x="5" y="74"/>
                  </a:lnTo>
                  <a:lnTo>
                    <a:pt x="5" y="74"/>
                  </a:lnTo>
                  <a:lnTo>
                    <a:pt x="3" y="75"/>
                  </a:lnTo>
                  <a:lnTo>
                    <a:pt x="3" y="75"/>
                  </a:lnTo>
                  <a:lnTo>
                    <a:pt x="3" y="75"/>
                  </a:lnTo>
                  <a:lnTo>
                    <a:pt x="3" y="75"/>
                  </a:lnTo>
                  <a:lnTo>
                    <a:pt x="1" y="75"/>
                  </a:lnTo>
                  <a:lnTo>
                    <a:pt x="1" y="75"/>
                  </a:lnTo>
                  <a:lnTo>
                    <a:pt x="1" y="75"/>
                  </a:lnTo>
                  <a:lnTo>
                    <a:pt x="1" y="73"/>
                  </a:lnTo>
                  <a:lnTo>
                    <a:pt x="1" y="73"/>
                  </a:lnTo>
                  <a:lnTo>
                    <a:pt x="1" y="73"/>
                  </a:lnTo>
                  <a:lnTo>
                    <a:pt x="1" y="73"/>
                  </a:lnTo>
                  <a:lnTo>
                    <a:pt x="1" y="71"/>
                  </a:lnTo>
                  <a:lnTo>
                    <a:pt x="1" y="71"/>
                  </a:lnTo>
                  <a:lnTo>
                    <a:pt x="1" y="71"/>
                  </a:lnTo>
                  <a:lnTo>
                    <a:pt x="1" y="71"/>
                  </a:lnTo>
                  <a:lnTo>
                    <a:pt x="1" y="69"/>
                  </a:lnTo>
                  <a:lnTo>
                    <a:pt x="1" y="69"/>
                  </a:lnTo>
                  <a:lnTo>
                    <a:pt x="1" y="68"/>
                  </a:lnTo>
                  <a:lnTo>
                    <a:pt x="1" y="68"/>
                  </a:lnTo>
                  <a:lnTo>
                    <a:pt x="1" y="66"/>
                  </a:lnTo>
                  <a:lnTo>
                    <a:pt x="1" y="66"/>
                  </a:lnTo>
                  <a:lnTo>
                    <a:pt x="1" y="66"/>
                  </a:lnTo>
                  <a:lnTo>
                    <a:pt x="1" y="66"/>
                  </a:lnTo>
                  <a:lnTo>
                    <a:pt x="1" y="65"/>
                  </a:lnTo>
                  <a:lnTo>
                    <a:pt x="1" y="65"/>
                  </a:lnTo>
                  <a:lnTo>
                    <a:pt x="1" y="65"/>
                  </a:lnTo>
                  <a:lnTo>
                    <a:pt x="1" y="65"/>
                  </a:lnTo>
                  <a:lnTo>
                    <a:pt x="3" y="63"/>
                  </a:lnTo>
                  <a:lnTo>
                    <a:pt x="3" y="63"/>
                  </a:lnTo>
                  <a:lnTo>
                    <a:pt x="3" y="63"/>
                  </a:lnTo>
                  <a:lnTo>
                    <a:pt x="3" y="63"/>
                  </a:lnTo>
                  <a:lnTo>
                    <a:pt x="4" y="62"/>
                  </a:lnTo>
                  <a:lnTo>
                    <a:pt x="4" y="62"/>
                  </a:lnTo>
                  <a:lnTo>
                    <a:pt x="4" y="62"/>
                  </a:lnTo>
                  <a:lnTo>
                    <a:pt x="4" y="62"/>
                  </a:lnTo>
                  <a:lnTo>
                    <a:pt x="5" y="61"/>
                  </a:lnTo>
                  <a:lnTo>
                    <a:pt x="5" y="61"/>
                  </a:lnTo>
                  <a:lnTo>
                    <a:pt x="5" y="61"/>
                  </a:lnTo>
                  <a:lnTo>
                    <a:pt x="5" y="61"/>
                  </a:lnTo>
                  <a:lnTo>
                    <a:pt x="8" y="61"/>
                  </a:lnTo>
                  <a:lnTo>
                    <a:pt x="8" y="61"/>
                  </a:lnTo>
                  <a:lnTo>
                    <a:pt x="9" y="61"/>
                  </a:lnTo>
                  <a:lnTo>
                    <a:pt x="9" y="61"/>
                  </a:lnTo>
                  <a:lnTo>
                    <a:pt x="11" y="58"/>
                  </a:lnTo>
                  <a:lnTo>
                    <a:pt x="11" y="58"/>
                  </a:lnTo>
                  <a:lnTo>
                    <a:pt x="11" y="58"/>
                  </a:lnTo>
                  <a:lnTo>
                    <a:pt x="11" y="58"/>
                  </a:lnTo>
                  <a:lnTo>
                    <a:pt x="13" y="57"/>
                  </a:lnTo>
                  <a:lnTo>
                    <a:pt x="13" y="57"/>
                  </a:lnTo>
                  <a:lnTo>
                    <a:pt x="13" y="57"/>
                  </a:lnTo>
                  <a:lnTo>
                    <a:pt x="13" y="57"/>
                  </a:lnTo>
                  <a:lnTo>
                    <a:pt x="15" y="55"/>
                  </a:lnTo>
                  <a:lnTo>
                    <a:pt x="13" y="55"/>
                  </a:lnTo>
                  <a:lnTo>
                    <a:pt x="13" y="55"/>
                  </a:lnTo>
                  <a:lnTo>
                    <a:pt x="11" y="55"/>
                  </a:lnTo>
                  <a:lnTo>
                    <a:pt x="11" y="55"/>
                  </a:lnTo>
                  <a:lnTo>
                    <a:pt x="10" y="55"/>
                  </a:lnTo>
                  <a:lnTo>
                    <a:pt x="10" y="55"/>
                  </a:lnTo>
                  <a:lnTo>
                    <a:pt x="10" y="55"/>
                  </a:lnTo>
                  <a:lnTo>
                    <a:pt x="10" y="55"/>
                  </a:lnTo>
                  <a:lnTo>
                    <a:pt x="8" y="55"/>
                  </a:lnTo>
                  <a:lnTo>
                    <a:pt x="8" y="55"/>
                  </a:lnTo>
                  <a:lnTo>
                    <a:pt x="8" y="55"/>
                  </a:lnTo>
                  <a:lnTo>
                    <a:pt x="8" y="55"/>
                  </a:lnTo>
                  <a:lnTo>
                    <a:pt x="6" y="55"/>
                  </a:lnTo>
                  <a:lnTo>
                    <a:pt x="6" y="55"/>
                  </a:lnTo>
                  <a:lnTo>
                    <a:pt x="6" y="55"/>
                  </a:lnTo>
                  <a:lnTo>
                    <a:pt x="6" y="54"/>
                  </a:lnTo>
                  <a:lnTo>
                    <a:pt x="5" y="54"/>
                  </a:lnTo>
                  <a:lnTo>
                    <a:pt x="5" y="54"/>
                  </a:lnTo>
                  <a:lnTo>
                    <a:pt x="5" y="54"/>
                  </a:lnTo>
                  <a:lnTo>
                    <a:pt x="5" y="53"/>
                  </a:lnTo>
                  <a:lnTo>
                    <a:pt x="5" y="53"/>
                  </a:lnTo>
                  <a:lnTo>
                    <a:pt x="5" y="53"/>
                  </a:lnTo>
                  <a:lnTo>
                    <a:pt x="5" y="53"/>
                  </a:lnTo>
                  <a:lnTo>
                    <a:pt x="5" y="51"/>
                  </a:lnTo>
                  <a:lnTo>
                    <a:pt x="5" y="51"/>
                  </a:lnTo>
                  <a:lnTo>
                    <a:pt x="5" y="51"/>
                  </a:lnTo>
                  <a:lnTo>
                    <a:pt x="5" y="51"/>
                  </a:lnTo>
                  <a:lnTo>
                    <a:pt x="5" y="51"/>
                  </a:lnTo>
                  <a:lnTo>
                    <a:pt x="5" y="51"/>
                  </a:lnTo>
                  <a:lnTo>
                    <a:pt x="5" y="51"/>
                  </a:lnTo>
                  <a:lnTo>
                    <a:pt x="5" y="51"/>
                  </a:lnTo>
                  <a:lnTo>
                    <a:pt x="5" y="49"/>
                  </a:lnTo>
                  <a:lnTo>
                    <a:pt x="5" y="49"/>
                  </a:lnTo>
                  <a:lnTo>
                    <a:pt x="5" y="49"/>
                  </a:lnTo>
                  <a:lnTo>
                    <a:pt x="5" y="49"/>
                  </a:lnTo>
                  <a:lnTo>
                    <a:pt x="5" y="49"/>
                  </a:lnTo>
                  <a:lnTo>
                    <a:pt x="5" y="49"/>
                  </a:lnTo>
                  <a:lnTo>
                    <a:pt x="5" y="49"/>
                  </a:lnTo>
                  <a:lnTo>
                    <a:pt x="5" y="49"/>
                  </a:lnTo>
                  <a:lnTo>
                    <a:pt x="7" y="47"/>
                  </a:lnTo>
                  <a:lnTo>
                    <a:pt x="7" y="47"/>
                  </a:lnTo>
                  <a:lnTo>
                    <a:pt x="7" y="47"/>
                  </a:lnTo>
                  <a:lnTo>
                    <a:pt x="7" y="47"/>
                  </a:lnTo>
                  <a:lnTo>
                    <a:pt x="8" y="47"/>
                  </a:lnTo>
                  <a:lnTo>
                    <a:pt x="8" y="47"/>
                  </a:lnTo>
                  <a:lnTo>
                    <a:pt x="8" y="47"/>
                  </a:lnTo>
                  <a:lnTo>
                    <a:pt x="8" y="47"/>
                  </a:lnTo>
                  <a:lnTo>
                    <a:pt x="10" y="45"/>
                  </a:lnTo>
                  <a:lnTo>
                    <a:pt x="10" y="45"/>
                  </a:lnTo>
                  <a:lnTo>
                    <a:pt x="10" y="45"/>
                  </a:lnTo>
                  <a:lnTo>
                    <a:pt x="10" y="45"/>
                  </a:lnTo>
                  <a:lnTo>
                    <a:pt x="10" y="45"/>
                  </a:lnTo>
                  <a:lnTo>
                    <a:pt x="10" y="45"/>
                  </a:lnTo>
                  <a:lnTo>
                    <a:pt x="10" y="45"/>
                  </a:lnTo>
                  <a:lnTo>
                    <a:pt x="10" y="45"/>
                  </a:lnTo>
                  <a:lnTo>
                    <a:pt x="12" y="43"/>
                  </a:lnTo>
                  <a:lnTo>
                    <a:pt x="12" y="43"/>
                  </a:lnTo>
                  <a:lnTo>
                    <a:pt x="12" y="43"/>
                  </a:lnTo>
                  <a:lnTo>
                    <a:pt x="12" y="43"/>
                  </a:lnTo>
                  <a:lnTo>
                    <a:pt x="13" y="43"/>
                  </a:lnTo>
                  <a:lnTo>
                    <a:pt x="13" y="43"/>
                  </a:lnTo>
                  <a:lnTo>
                    <a:pt x="13" y="43"/>
                  </a:lnTo>
                  <a:lnTo>
                    <a:pt x="13" y="43"/>
                  </a:lnTo>
                  <a:lnTo>
                    <a:pt x="15" y="42"/>
                  </a:lnTo>
                  <a:lnTo>
                    <a:pt x="13" y="42"/>
                  </a:lnTo>
                  <a:lnTo>
                    <a:pt x="13" y="42"/>
                  </a:lnTo>
                  <a:lnTo>
                    <a:pt x="12" y="42"/>
                  </a:lnTo>
                  <a:lnTo>
                    <a:pt x="12" y="42"/>
                  </a:lnTo>
                  <a:lnTo>
                    <a:pt x="10" y="42"/>
                  </a:lnTo>
                  <a:lnTo>
                    <a:pt x="10" y="42"/>
                  </a:lnTo>
                  <a:lnTo>
                    <a:pt x="10" y="42"/>
                  </a:lnTo>
                  <a:lnTo>
                    <a:pt x="10" y="41"/>
                  </a:lnTo>
                  <a:lnTo>
                    <a:pt x="8" y="41"/>
                  </a:lnTo>
                  <a:lnTo>
                    <a:pt x="8" y="41"/>
                  </a:lnTo>
                  <a:lnTo>
                    <a:pt x="8" y="41"/>
                  </a:lnTo>
                  <a:lnTo>
                    <a:pt x="8" y="41"/>
                  </a:lnTo>
                  <a:lnTo>
                    <a:pt x="8" y="41"/>
                  </a:lnTo>
                  <a:lnTo>
                    <a:pt x="8" y="41"/>
                  </a:lnTo>
                  <a:lnTo>
                    <a:pt x="8" y="41"/>
                  </a:lnTo>
                  <a:lnTo>
                    <a:pt x="8" y="40"/>
                  </a:lnTo>
                  <a:lnTo>
                    <a:pt x="7" y="41"/>
                  </a:lnTo>
                  <a:lnTo>
                    <a:pt x="7" y="41"/>
                  </a:lnTo>
                  <a:lnTo>
                    <a:pt x="7" y="41"/>
                  </a:lnTo>
                  <a:lnTo>
                    <a:pt x="7" y="41"/>
                  </a:lnTo>
                  <a:lnTo>
                    <a:pt x="6" y="41"/>
                  </a:lnTo>
                  <a:lnTo>
                    <a:pt x="6" y="41"/>
                  </a:lnTo>
                  <a:lnTo>
                    <a:pt x="6" y="41"/>
                  </a:lnTo>
                  <a:lnTo>
                    <a:pt x="6" y="41"/>
                  </a:lnTo>
                  <a:lnTo>
                    <a:pt x="4" y="42"/>
                  </a:lnTo>
                  <a:lnTo>
                    <a:pt x="4" y="42"/>
                  </a:lnTo>
                  <a:lnTo>
                    <a:pt x="4" y="42"/>
                  </a:lnTo>
                  <a:lnTo>
                    <a:pt x="4" y="42"/>
                  </a:lnTo>
                  <a:lnTo>
                    <a:pt x="4" y="42"/>
                  </a:lnTo>
                  <a:lnTo>
                    <a:pt x="4" y="42"/>
                  </a:lnTo>
                  <a:lnTo>
                    <a:pt x="4" y="42"/>
                  </a:lnTo>
                  <a:lnTo>
                    <a:pt x="4" y="42"/>
                  </a:lnTo>
                  <a:lnTo>
                    <a:pt x="3" y="42"/>
                  </a:lnTo>
                  <a:lnTo>
                    <a:pt x="3" y="42"/>
                  </a:lnTo>
                  <a:lnTo>
                    <a:pt x="3" y="42"/>
                  </a:lnTo>
                  <a:lnTo>
                    <a:pt x="3" y="42"/>
                  </a:lnTo>
                  <a:lnTo>
                    <a:pt x="3" y="42"/>
                  </a:lnTo>
                  <a:lnTo>
                    <a:pt x="3" y="42"/>
                  </a:lnTo>
                  <a:lnTo>
                    <a:pt x="3" y="42"/>
                  </a:lnTo>
                  <a:lnTo>
                    <a:pt x="3" y="40"/>
                  </a:lnTo>
                  <a:lnTo>
                    <a:pt x="3" y="40"/>
                  </a:lnTo>
                  <a:lnTo>
                    <a:pt x="3" y="40"/>
                  </a:lnTo>
                  <a:lnTo>
                    <a:pt x="3" y="40"/>
                  </a:lnTo>
                  <a:lnTo>
                    <a:pt x="3" y="39"/>
                  </a:lnTo>
                  <a:lnTo>
                    <a:pt x="3" y="39"/>
                  </a:lnTo>
                  <a:lnTo>
                    <a:pt x="3" y="39"/>
                  </a:lnTo>
                  <a:lnTo>
                    <a:pt x="3" y="39"/>
                  </a:lnTo>
                  <a:lnTo>
                    <a:pt x="3" y="37"/>
                  </a:lnTo>
                  <a:lnTo>
                    <a:pt x="3" y="37"/>
                  </a:lnTo>
                  <a:lnTo>
                    <a:pt x="3" y="37"/>
                  </a:lnTo>
                  <a:lnTo>
                    <a:pt x="3" y="37"/>
                  </a:lnTo>
                  <a:lnTo>
                    <a:pt x="4" y="37"/>
                  </a:lnTo>
                  <a:lnTo>
                    <a:pt x="4" y="37"/>
                  </a:lnTo>
                  <a:lnTo>
                    <a:pt x="4" y="37"/>
                  </a:lnTo>
                  <a:lnTo>
                    <a:pt x="4" y="37"/>
                  </a:lnTo>
                  <a:lnTo>
                    <a:pt x="6" y="35"/>
                  </a:lnTo>
                  <a:lnTo>
                    <a:pt x="6" y="35"/>
                  </a:lnTo>
                  <a:lnTo>
                    <a:pt x="6" y="35"/>
                  </a:lnTo>
                  <a:lnTo>
                    <a:pt x="6" y="35"/>
                  </a:lnTo>
                  <a:lnTo>
                    <a:pt x="8" y="35"/>
                  </a:lnTo>
                  <a:lnTo>
                    <a:pt x="8" y="35"/>
                  </a:lnTo>
                  <a:lnTo>
                    <a:pt x="9" y="35"/>
                  </a:lnTo>
                  <a:lnTo>
                    <a:pt x="9" y="35"/>
                  </a:lnTo>
                  <a:lnTo>
                    <a:pt x="10" y="33"/>
                  </a:lnTo>
                  <a:lnTo>
                    <a:pt x="9" y="33"/>
                  </a:lnTo>
                  <a:lnTo>
                    <a:pt x="9" y="33"/>
                  </a:lnTo>
                  <a:lnTo>
                    <a:pt x="8" y="33"/>
                  </a:lnTo>
                  <a:lnTo>
                    <a:pt x="8" y="33"/>
                  </a:lnTo>
                  <a:lnTo>
                    <a:pt x="6" y="33"/>
                  </a:lnTo>
                  <a:lnTo>
                    <a:pt x="6" y="33"/>
                  </a:lnTo>
                  <a:lnTo>
                    <a:pt x="6" y="33"/>
                  </a:lnTo>
                  <a:lnTo>
                    <a:pt x="6" y="33"/>
                  </a:lnTo>
                  <a:lnTo>
                    <a:pt x="4" y="33"/>
                  </a:lnTo>
                  <a:lnTo>
                    <a:pt x="4" y="33"/>
                  </a:lnTo>
                  <a:lnTo>
                    <a:pt x="4" y="33"/>
                  </a:lnTo>
                  <a:lnTo>
                    <a:pt x="4" y="33"/>
                  </a:lnTo>
                  <a:lnTo>
                    <a:pt x="4" y="33"/>
                  </a:lnTo>
                  <a:lnTo>
                    <a:pt x="4" y="33"/>
                  </a:lnTo>
                  <a:lnTo>
                    <a:pt x="4" y="33"/>
                  </a:lnTo>
                  <a:lnTo>
                    <a:pt x="4" y="33"/>
                  </a:lnTo>
                  <a:lnTo>
                    <a:pt x="3" y="33"/>
                  </a:lnTo>
                  <a:lnTo>
                    <a:pt x="3" y="33"/>
                  </a:lnTo>
                  <a:lnTo>
                    <a:pt x="3" y="33"/>
                  </a:lnTo>
                  <a:lnTo>
                    <a:pt x="3" y="32"/>
                  </a:lnTo>
                  <a:lnTo>
                    <a:pt x="3" y="32"/>
                  </a:lnTo>
                  <a:lnTo>
                    <a:pt x="3" y="32"/>
                  </a:lnTo>
                  <a:lnTo>
                    <a:pt x="3" y="32"/>
                  </a:lnTo>
                  <a:lnTo>
                    <a:pt x="4" y="30"/>
                  </a:lnTo>
                  <a:lnTo>
                    <a:pt x="4" y="30"/>
                  </a:lnTo>
                  <a:lnTo>
                    <a:pt x="4" y="30"/>
                  </a:lnTo>
                  <a:lnTo>
                    <a:pt x="4" y="30"/>
                  </a:lnTo>
                  <a:lnTo>
                    <a:pt x="4" y="29"/>
                  </a:lnTo>
                  <a:lnTo>
                    <a:pt x="4" y="29"/>
                  </a:lnTo>
                  <a:lnTo>
                    <a:pt x="4" y="29"/>
                  </a:lnTo>
                  <a:lnTo>
                    <a:pt x="4" y="29"/>
                  </a:lnTo>
                  <a:lnTo>
                    <a:pt x="5" y="27"/>
                  </a:lnTo>
                  <a:lnTo>
                    <a:pt x="4" y="27"/>
                  </a:lnTo>
                  <a:lnTo>
                    <a:pt x="4" y="27"/>
                  </a:lnTo>
                  <a:lnTo>
                    <a:pt x="4" y="27"/>
                  </a:lnTo>
                  <a:lnTo>
                    <a:pt x="4" y="27"/>
                  </a:lnTo>
                  <a:lnTo>
                    <a:pt x="3" y="27"/>
                  </a:lnTo>
                  <a:lnTo>
                    <a:pt x="3" y="27"/>
                  </a:lnTo>
                  <a:lnTo>
                    <a:pt x="3" y="27"/>
                  </a:lnTo>
                  <a:lnTo>
                    <a:pt x="3" y="25"/>
                  </a:lnTo>
                  <a:lnTo>
                    <a:pt x="1" y="25"/>
                  </a:lnTo>
                  <a:lnTo>
                    <a:pt x="1" y="25"/>
                  </a:lnTo>
                  <a:lnTo>
                    <a:pt x="1" y="25"/>
                  </a:lnTo>
                  <a:lnTo>
                    <a:pt x="1" y="24"/>
                  </a:lnTo>
                  <a:lnTo>
                    <a:pt x="0" y="24"/>
                  </a:lnTo>
                  <a:lnTo>
                    <a:pt x="0" y="24"/>
                  </a:lnTo>
                  <a:lnTo>
                    <a:pt x="0" y="24"/>
                  </a:lnTo>
                  <a:lnTo>
                    <a:pt x="0" y="22"/>
                  </a:lnTo>
                  <a:lnTo>
                    <a:pt x="0" y="22"/>
                  </a:lnTo>
                  <a:lnTo>
                    <a:pt x="0" y="22"/>
                  </a:lnTo>
                  <a:lnTo>
                    <a:pt x="0" y="22"/>
                  </a:lnTo>
                  <a:lnTo>
                    <a:pt x="0" y="21"/>
                  </a:lnTo>
                  <a:lnTo>
                    <a:pt x="0" y="21"/>
                  </a:lnTo>
                  <a:lnTo>
                    <a:pt x="0" y="21"/>
                  </a:lnTo>
                  <a:lnTo>
                    <a:pt x="0" y="21"/>
                  </a:lnTo>
                  <a:lnTo>
                    <a:pt x="1" y="19"/>
                  </a:lnTo>
                  <a:lnTo>
                    <a:pt x="1" y="19"/>
                  </a:lnTo>
                  <a:lnTo>
                    <a:pt x="1" y="19"/>
                  </a:lnTo>
                  <a:lnTo>
                    <a:pt x="1" y="19"/>
                  </a:lnTo>
                  <a:lnTo>
                    <a:pt x="2" y="18"/>
                  </a:lnTo>
                  <a:lnTo>
                    <a:pt x="2" y="18"/>
                  </a:lnTo>
                  <a:lnTo>
                    <a:pt x="2" y="18"/>
                  </a:lnTo>
                  <a:lnTo>
                    <a:pt x="2" y="18"/>
                  </a:lnTo>
                  <a:lnTo>
                    <a:pt x="4" y="16"/>
                  </a:lnTo>
                  <a:lnTo>
                    <a:pt x="4" y="17"/>
                  </a:lnTo>
                  <a:lnTo>
                    <a:pt x="4" y="17"/>
                  </a:lnTo>
                  <a:lnTo>
                    <a:pt x="4" y="17"/>
                  </a:lnTo>
                  <a:lnTo>
                    <a:pt x="5" y="17"/>
                  </a:lnTo>
                  <a:lnTo>
                    <a:pt x="5" y="17"/>
                  </a:lnTo>
                  <a:lnTo>
                    <a:pt x="5" y="17"/>
                  </a:lnTo>
                  <a:lnTo>
                    <a:pt x="5" y="17"/>
                  </a:lnTo>
                  <a:lnTo>
                    <a:pt x="7" y="17"/>
                  </a:lnTo>
                  <a:lnTo>
                    <a:pt x="7" y="17"/>
                  </a:lnTo>
                  <a:lnTo>
                    <a:pt x="7" y="17"/>
                  </a:lnTo>
                  <a:lnTo>
                    <a:pt x="7" y="17"/>
                  </a:lnTo>
                  <a:lnTo>
                    <a:pt x="9" y="17"/>
                  </a:lnTo>
                  <a:lnTo>
                    <a:pt x="9" y="17"/>
                  </a:lnTo>
                  <a:lnTo>
                    <a:pt x="10" y="17"/>
                  </a:lnTo>
                  <a:lnTo>
                    <a:pt x="10" y="17"/>
                  </a:lnTo>
                  <a:lnTo>
                    <a:pt x="12" y="16"/>
                  </a:lnTo>
                  <a:lnTo>
                    <a:pt x="12" y="16"/>
                  </a:lnTo>
                  <a:lnTo>
                    <a:pt x="12" y="16"/>
                  </a:lnTo>
                  <a:lnTo>
                    <a:pt x="12" y="16"/>
                  </a:lnTo>
                  <a:lnTo>
                    <a:pt x="12" y="16"/>
                  </a:lnTo>
                  <a:lnTo>
                    <a:pt x="12" y="16"/>
                  </a:lnTo>
                  <a:lnTo>
                    <a:pt x="12" y="16"/>
                  </a:lnTo>
                  <a:lnTo>
                    <a:pt x="12" y="16"/>
                  </a:lnTo>
                  <a:lnTo>
                    <a:pt x="12" y="15"/>
                  </a:lnTo>
                  <a:lnTo>
                    <a:pt x="12" y="15"/>
                  </a:lnTo>
                  <a:lnTo>
                    <a:pt x="12" y="15"/>
                  </a:lnTo>
                  <a:lnTo>
                    <a:pt x="12" y="15"/>
                  </a:lnTo>
                  <a:lnTo>
                    <a:pt x="13" y="15"/>
                  </a:lnTo>
                  <a:lnTo>
                    <a:pt x="13" y="15"/>
                  </a:lnTo>
                  <a:lnTo>
                    <a:pt x="13" y="15"/>
                  </a:lnTo>
                  <a:lnTo>
                    <a:pt x="13" y="15"/>
                  </a:lnTo>
                  <a:lnTo>
                    <a:pt x="15" y="14"/>
                  </a:lnTo>
                  <a:lnTo>
                    <a:pt x="15" y="14"/>
                  </a:lnTo>
                  <a:lnTo>
                    <a:pt x="15" y="14"/>
                  </a:lnTo>
                  <a:lnTo>
                    <a:pt x="15" y="14"/>
                  </a:lnTo>
                  <a:lnTo>
                    <a:pt x="16" y="14"/>
                  </a:lnTo>
                  <a:lnTo>
                    <a:pt x="16" y="14"/>
                  </a:lnTo>
                  <a:lnTo>
                    <a:pt x="18" y="14"/>
                  </a:lnTo>
                  <a:lnTo>
                    <a:pt x="18" y="14"/>
                  </a:lnTo>
                  <a:lnTo>
                    <a:pt x="20" y="14"/>
                  </a:lnTo>
                  <a:lnTo>
                    <a:pt x="20" y="16"/>
                  </a:lnTo>
                  <a:lnTo>
                    <a:pt x="22" y="16"/>
                  </a:lnTo>
                  <a:lnTo>
                    <a:pt x="22" y="16"/>
                  </a:lnTo>
                  <a:lnTo>
                    <a:pt x="24" y="16"/>
                  </a:lnTo>
                  <a:lnTo>
                    <a:pt x="24" y="16"/>
                  </a:lnTo>
                  <a:lnTo>
                    <a:pt x="26" y="16"/>
                  </a:lnTo>
                  <a:lnTo>
                    <a:pt x="27" y="16"/>
                  </a:lnTo>
                  <a:lnTo>
                    <a:pt x="29" y="16"/>
                  </a:lnTo>
                  <a:lnTo>
                    <a:pt x="29" y="17"/>
                  </a:lnTo>
                  <a:lnTo>
                    <a:pt x="30" y="17"/>
                  </a:lnTo>
                  <a:lnTo>
                    <a:pt x="30" y="17"/>
                  </a:lnTo>
                  <a:lnTo>
                    <a:pt x="32" y="17"/>
                  </a:lnTo>
                  <a:lnTo>
                    <a:pt x="32" y="17"/>
                  </a:lnTo>
                  <a:lnTo>
                    <a:pt x="34" y="17"/>
                  </a:lnTo>
                  <a:lnTo>
                    <a:pt x="35" y="17"/>
                  </a:lnTo>
                  <a:lnTo>
                    <a:pt x="37" y="17"/>
                  </a:lnTo>
                  <a:lnTo>
                    <a:pt x="37" y="17"/>
                  </a:lnTo>
                  <a:lnTo>
                    <a:pt x="39" y="17"/>
                  </a:lnTo>
                  <a:lnTo>
                    <a:pt x="39" y="17"/>
                  </a:lnTo>
                  <a:lnTo>
                    <a:pt x="41" y="17"/>
                  </a:lnTo>
                  <a:lnTo>
                    <a:pt x="41" y="17"/>
                  </a:lnTo>
                  <a:lnTo>
                    <a:pt x="42" y="17"/>
                  </a:lnTo>
                  <a:lnTo>
                    <a:pt x="42" y="17"/>
                  </a:lnTo>
                  <a:lnTo>
                    <a:pt x="44" y="16"/>
                  </a:lnTo>
                  <a:lnTo>
                    <a:pt x="42" y="16"/>
                  </a:lnTo>
                  <a:lnTo>
                    <a:pt x="42" y="16"/>
                  </a:lnTo>
                  <a:lnTo>
                    <a:pt x="42" y="16"/>
                  </a:lnTo>
                  <a:lnTo>
                    <a:pt x="42" y="14"/>
                  </a:lnTo>
                  <a:lnTo>
                    <a:pt x="41" y="14"/>
                  </a:lnTo>
                  <a:lnTo>
                    <a:pt x="41" y="14"/>
                  </a:lnTo>
                  <a:lnTo>
                    <a:pt x="41" y="14"/>
                  </a:lnTo>
                  <a:lnTo>
                    <a:pt x="41" y="13"/>
                  </a:lnTo>
                  <a:lnTo>
                    <a:pt x="39" y="13"/>
                  </a:lnTo>
                  <a:lnTo>
                    <a:pt x="39" y="13"/>
                  </a:lnTo>
                  <a:lnTo>
                    <a:pt x="39" y="13"/>
                  </a:lnTo>
                  <a:lnTo>
                    <a:pt x="39" y="11"/>
                  </a:lnTo>
                  <a:lnTo>
                    <a:pt x="39" y="11"/>
                  </a:lnTo>
                  <a:lnTo>
                    <a:pt x="39" y="9"/>
                  </a:lnTo>
                  <a:lnTo>
                    <a:pt x="39" y="9"/>
                  </a:lnTo>
                  <a:lnTo>
                    <a:pt x="39" y="7"/>
                  </a:lnTo>
                  <a:lnTo>
                    <a:pt x="39" y="7"/>
                  </a:lnTo>
                  <a:lnTo>
                    <a:pt x="39" y="7"/>
                  </a:lnTo>
                  <a:lnTo>
                    <a:pt x="39" y="7"/>
                  </a:lnTo>
                  <a:lnTo>
                    <a:pt x="40" y="7"/>
                  </a:lnTo>
                  <a:lnTo>
                    <a:pt x="40" y="7"/>
                  </a:lnTo>
                  <a:lnTo>
                    <a:pt x="40" y="7"/>
                  </a:lnTo>
                  <a:lnTo>
                    <a:pt x="40" y="7"/>
                  </a:lnTo>
                  <a:lnTo>
                    <a:pt x="42" y="7"/>
                  </a:lnTo>
                  <a:lnTo>
                    <a:pt x="42" y="7"/>
                  </a:lnTo>
                  <a:lnTo>
                    <a:pt x="42" y="7"/>
                  </a:lnTo>
                  <a:lnTo>
                    <a:pt x="42" y="7"/>
                  </a:lnTo>
                  <a:lnTo>
                    <a:pt x="44" y="7"/>
                  </a:lnTo>
                  <a:lnTo>
                    <a:pt x="44" y="7"/>
                  </a:lnTo>
                  <a:lnTo>
                    <a:pt x="44" y="7"/>
                  </a:lnTo>
                  <a:lnTo>
                    <a:pt x="44" y="7"/>
                  </a:lnTo>
                  <a:lnTo>
                    <a:pt x="45" y="6"/>
                  </a:lnTo>
                  <a:lnTo>
                    <a:pt x="45" y="6"/>
                  </a:lnTo>
                  <a:lnTo>
                    <a:pt x="45" y="6"/>
                  </a:lnTo>
                  <a:lnTo>
                    <a:pt x="45" y="6"/>
                  </a:lnTo>
                  <a:lnTo>
                    <a:pt x="47" y="5"/>
                  </a:lnTo>
                  <a:lnTo>
                    <a:pt x="47" y="5"/>
                  </a:lnTo>
                  <a:lnTo>
                    <a:pt x="47" y="4"/>
                  </a:lnTo>
                  <a:lnTo>
                    <a:pt x="47" y="4"/>
                  </a:lnTo>
                  <a:lnTo>
                    <a:pt x="48" y="2"/>
                  </a:lnTo>
                  <a:lnTo>
                    <a:pt x="48" y="2"/>
                  </a:lnTo>
                  <a:lnTo>
                    <a:pt x="48" y="2"/>
                  </a:lnTo>
                  <a:lnTo>
                    <a:pt x="48" y="2"/>
                  </a:lnTo>
                  <a:lnTo>
                    <a:pt x="50" y="1"/>
                  </a:lnTo>
                  <a:lnTo>
                    <a:pt x="50" y="1"/>
                  </a:lnTo>
                  <a:lnTo>
                    <a:pt x="50" y="1"/>
                  </a:lnTo>
                  <a:lnTo>
                    <a:pt x="50" y="1"/>
                  </a:lnTo>
                  <a:lnTo>
                    <a:pt x="52" y="0"/>
                  </a:lnTo>
                  <a:lnTo>
                    <a:pt x="52" y="2"/>
                  </a:lnTo>
                  <a:lnTo>
                    <a:pt x="52" y="2"/>
                  </a:lnTo>
                  <a:lnTo>
                    <a:pt x="52" y="2"/>
                  </a:lnTo>
                  <a:lnTo>
                    <a:pt x="52" y="2"/>
                  </a:lnTo>
                  <a:lnTo>
                    <a:pt x="52" y="2"/>
                  </a:lnTo>
                  <a:lnTo>
                    <a:pt x="52" y="2"/>
                  </a:lnTo>
                  <a:lnTo>
                    <a:pt x="52" y="2"/>
                  </a:lnTo>
                  <a:lnTo>
                    <a:pt x="54" y="2"/>
                  </a:lnTo>
                  <a:lnTo>
                    <a:pt x="54" y="4"/>
                  </a:lnTo>
                  <a:lnTo>
                    <a:pt x="54" y="4"/>
                  </a:lnTo>
                  <a:lnTo>
                    <a:pt x="54" y="4"/>
                  </a:lnTo>
                  <a:lnTo>
                    <a:pt x="55" y="4"/>
                  </a:lnTo>
                  <a:lnTo>
                    <a:pt x="55" y="4"/>
                  </a:lnTo>
                  <a:lnTo>
                    <a:pt x="55" y="4"/>
                  </a:lnTo>
                  <a:lnTo>
                    <a:pt x="55" y="4"/>
                  </a:lnTo>
                  <a:lnTo>
                    <a:pt x="56" y="4"/>
                  </a:lnTo>
                  <a:lnTo>
                    <a:pt x="56" y="4"/>
                  </a:lnTo>
                  <a:lnTo>
                    <a:pt x="56" y="4"/>
                  </a:lnTo>
                  <a:lnTo>
                    <a:pt x="56" y="4"/>
                  </a:lnTo>
                  <a:lnTo>
                    <a:pt x="57" y="4"/>
                  </a:lnTo>
                  <a:lnTo>
                    <a:pt x="57" y="4"/>
                  </a:lnTo>
                  <a:lnTo>
                    <a:pt x="58" y="4"/>
                  </a:lnTo>
                  <a:lnTo>
                    <a:pt x="58" y="4"/>
                  </a:lnTo>
                  <a:lnTo>
                    <a:pt x="60" y="4"/>
                  </a:lnTo>
                  <a:lnTo>
                    <a:pt x="60" y="4"/>
                  </a:lnTo>
                  <a:lnTo>
                    <a:pt x="60" y="4"/>
                  </a:lnTo>
                  <a:lnTo>
                    <a:pt x="60" y="4"/>
                  </a:lnTo>
                  <a:lnTo>
                    <a:pt x="62" y="4"/>
                  </a:lnTo>
                  <a:lnTo>
                    <a:pt x="62" y="4"/>
                  </a:lnTo>
                  <a:lnTo>
                    <a:pt x="64" y="4"/>
                  </a:lnTo>
                  <a:lnTo>
                    <a:pt x="64" y="4"/>
                  </a:lnTo>
                  <a:lnTo>
                    <a:pt x="66" y="4"/>
                  </a:lnTo>
                  <a:lnTo>
                    <a:pt x="66" y="5"/>
                  </a:lnTo>
                  <a:lnTo>
                    <a:pt x="66" y="5"/>
                  </a:lnTo>
                  <a:lnTo>
                    <a:pt x="66" y="6"/>
                  </a:lnTo>
                  <a:lnTo>
                    <a:pt x="66" y="6"/>
                  </a:lnTo>
                  <a:lnTo>
                    <a:pt x="66" y="8"/>
                  </a:lnTo>
                  <a:lnTo>
                    <a:pt x="66" y="8"/>
                  </a:lnTo>
                  <a:lnTo>
                    <a:pt x="66" y="9"/>
                  </a:lnTo>
                  <a:lnTo>
                    <a:pt x="69" y="9"/>
                  </a:lnTo>
                  <a:lnTo>
                    <a:pt x="69" y="11"/>
                  </a:lnTo>
                  <a:lnTo>
                    <a:pt x="69" y="11"/>
                  </a:lnTo>
                  <a:lnTo>
                    <a:pt x="69" y="13"/>
                  </a:lnTo>
                  <a:lnTo>
                    <a:pt x="70" y="13"/>
                  </a:lnTo>
                  <a:lnTo>
                    <a:pt x="70" y="14"/>
                  </a:lnTo>
                  <a:lnTo>
                    <a:pt x="70" y="14"/>
                  </a:lnTo>
                  <a:lnTo>
                    <a:pt x="70" y="14"/>
                  </a:lnTo>
                  <a:lnTo>
                    <a:pt x="72" y="14"/>
                  </a:lnTo>
                  <a:lnTo>
                    <a:pt x="72" y="16"/>
                  </a:lnTo>
                  <a:lnTo>
                    <a:pt x="72" y="16"/>
                  </a:lnTo>
                  <a:lnTo>
                    <a:pt x="72" y="16"/>
                  </a:lnTo>
                  <a:lnTo>
                    <a:pt x="73" y="16"/>
                  </a:lnTo>
                  <a:lnTo>
                    <a:pt x="73" y="17"/>
                  </a:lnTo>
                  <a:lnTo>
                    <a:pt x="75" y="17"/>
                  </a:lnTo>
                  <a:lnTo>
                    <a:pt x="75" y="17"/>
                  </a:lnTo>
                  <a:lnTo>
                    <a:pt x="77" y="17"/>
                  </a:lnTo>
                  <a:lnTo>
                    <a:pt x="77" y="17"/>
                  </a:lnTo>
                  <a:lnTo>
                    <a:pt x="78" y="17"/>
                  </a:lnTo>
                  <a:lnTo>
                    <a:pt x="78" y="17"/>
                  </a:lnTo>
                  <a:lnTo>
                    <a:pt x="79" y="17"/>
                  </a:lnTo>
                  <a:lnTo>
                    <a:pt x="79" y="17"/>
                  </a:lnTo>
                  <a:lnTo>
                    <a:pt x="81" y="17"/>
                  </a:lnTo>
                  <a:lnTo>
                    <a:pt x="81" y="17"/>
                  </a:lnTo>
                  <a:lnTo>
                    <a:pt x="83" y="17"/>
                  </a:lnTo>
                  <a:lnTo>
                    <a:pt x="83" y="19"/>
                  </a:lnTo>
                  <a:lnTo>
                    <a:pt x="85" y="19"/>
                  </a:lnTo>
                  <a:lnTo>
                    <a:pt x="86" y="19"/>
                  </a:lnTo>
                  <a:lnTo>
                    <a:pt x="88" y="19"/>
                  </a:lnTo>
                  <a:lnTo>
                    <a:pt x="88" y="20"/>
                  </a:lnTo>
                  <a:lnTo>
                    <a:pt x="91" y="20"/>
                  </a:lnTo>
                  <a:lnTo>
                    <a:pt x="92" y="20"/>
                  </a:lnTo>
                  <a:lnTo>
                    <a:pt x="94" y="20"/>
                  </a:lnTo>
                  <a:lnTo>
                    <a:pt x="94" y="20"/>
                  </a:lnTo>
                  <a:lnTo>
                    <a:pt x="96" y="20"/>
                  </a:lnTo>
                  <a:lnTo>
                    <a:pt x="98" y="20"/>
                  </a:lnTo>
                  <a:lnTo>
                    <a:pt x="100" y="20"/>
                  </a:lnTo>
                  <a:lnTo>
                    <a:pt x="101" y="20"/>
                  </a:lnTo>
                  <a:lnTo>
                    <a:pt x="103" y="20"/>
                  </a:lnTo>
                  <a:lnTo>
                    <a:pt x="104" y="20"/>
                  </a:lnTo>
                  <a:lnTo>
                    <a:pt x="106" y="20"/>
                  </a:lnTo>
                  <a:lnTo>
                    <a:pt x="106" y="21"/>
                  </a:lnTo>
                  <a:lnTo>
                    <a:pt x="107" y="21"/>
                  </a:lnTo>
                  <a:lnTo>
                    <a:pt x="107" y="21"/>
                  </a:lnTo>
                  <a:lnTo>
                    <a:pt x="109" y="21"/>
                  </a:lnTo>
                  <a:lnTo>
                    <a:pt x="109" y="21"/>
                  </a:lnTo>
                  <a:lnTo>
                    <a:pt x="111" y="21"/>
                  </a:lnTo>
                  <a:lnTo>
                    <a:pt x="111" y="21"/>
                  </a:lnTo>
                  <a:lnTo>
                    <a:pt x="113" y="21"/>
                  </a:lnTo>
                  <a:lnTo>
                    <a:pt x="113" y="22"/>
                  </a:lnTo>
                  <a:lnTo>
                    <a:pt x="115" y="22"/>
                  </a:lnTo>
                  <a:lnTo>
                    <a:pt x="115" y="22"/>
                  </a:lnTo>
                  <a:lnTo>
                    <a:pt x="117" y="22"/>
                  </a:lnTo>
                  <a:lnTo>
                    <a:pt x="117" y="22"/>
                  </a:lnTo>
                  <a:lnTo>
                    <a:pt x="119" y="22"/>
                  </a:lnTo>
                  <a:lnTo>
                    <a:pt x="119" y="22"/>
                  </a:lnTo>
                  <a:lnTo>
                    <a:pt x="121" y="22"/>
                  </a:lnTo>
                  <a:lnTo>
                    <a:pt x="121" y="24"/>
                  </a:lnTo>
                  <a:lnTo>
                    <a:pt x="123" y="24"/>
                  </a:lnTo>
                  <a:lnTo>
                    <a:pt x="123" y="24"/>
                  </a:lnTo>
                  <a:lnTo>
                    <a:pt x="125" y="24"/>
                  </a:lnTo>
                  <a:lnTo>
                    <a:pt x="125" y="26"/>
                  </a:lnTo>
                  <a:lnTo>
                    <a:pt x="127" y="26"/>
                  </a:lnTo>
                  <a:lnTo>
                    <a:pt x="128" y="27"/>
                  </a:lnTo>
                  <a:lnTo>
                    <a:pt x="130" y="27"/>
                  </a:lnTo>
                  <a:lnTo>
                    <a:pt x="130" y="29"/>
                  </a:lnTo>
                  <a:lnTo>
                    <a:pt x="132" y="29"/>
                  </a:lnTo>
                  <a:lnTo>
                    <a:pt x="132" y="31"/>
                  </a:lnTo>
                  <a:lnTo>
                    <a:pt x="134" y="31"/>
                  </a:lnTo>
                  <a:lnTo>
                    <a:pt x="134" y="33"/>
                  </a:lnTo>
                  <a:lnTo>
                    <a:pt x="136" y="33"/>
                  </a:lnTo>
                  <a:lnTo>
                    <a:pt x="136" y="33"/>
                  </a:lnTo>
                  <a:lnTo>
                    <a:pt x="138" y="33"/>
                  </a:lnTo>
                  <a:lnTo>
                    <a:pt x="138" y="35"/>
                  </a:lnTo>
                  <a:lnTo>
                    <a:pt x="140" y="35"/>
                  </a:lnTo>
                  <a:lnTo>
                    <a:pt x="142" y="37"/>
                  </a:lnTo>
                  <a:lnTo>
                    <a:pt x="144" y="37"/>
                  </a:lnTo>
                  <a:lnTo>
                    <a:pt x="146" y="39"/>
                  </a:lnTo>
                  <a:lnTo>
                    <a:pt x="148" y="39"/>
                  </a:lnTo>
                  <a:lnTo>
                    <a:pt x="150" y="40"/>
                  </a:lnTo>
                  <a:lnTo>
                    <a:pt x="153" y="40"/>
                  </a:lnTo>
                  <a:lnTo>
                    <a:pt x="155" y="42"/>
                  </a:lnTo>
                  <a:lnTo>
                    <a:pt x="157" y="42"/>
                  </a:lnTo>
                  <a:lnTo>
                    <a:pt x="159" y="42"/>
                  </a:lnTo>
                  <a:lnTo>
                    <a:pt x="161" y="42"/>
                  </a:lnTo>
                  <a:lnTo>
                    <a:pt x="164" y="42"/>
                  </a:lnTo>
                  <a:lnTo>
                    <a:pt x="166" y="42"/>
                  </a:lnTo>
                  <a:lnTo>
                    <a:pt x="167" y="42"/>
                  </a:lnTo>
                  <a:lnTo>
                    <a:pt x="169" y="42"/>
                  </a:lnTo>
                  <a:lnTo>
                    <a:pt x="169" y="42"/>
                  </a:lnTo>
                  <a:lnTo>
                    <a:pt x="171" y="42"/>
                  </a:lnTo>
                  <a:lnTo>
                    <a:pt x="172" y="42"/>
                  </a:lnTo>
                  <a:lnTo>
                    <a:pt x="174" y="42"/>
                  </a:lnTo>
                  <a:lnTo>
                    <a:pt x="174" y="42"/>
                  </a:lnTo>
                  <a:lnTo>
                    <a:pt x="176" y="42"/>
                  </a:lnTo>
                  <a:lnTo>
                    <a:pt x="178" y="42"/>
                  </a:lnTo>
                  <a:lnTo>
                    <a:pt x="180" y="41"/>
                  </a:lnTo>
                  <a:lnTo>
                    <a:pt x="180" y="41"/>
                  </a:lnTo>
                  <a:lnTo>
                    <a:pt x="182" y="41"/>
                  </a:lnTo>
                  <a:lnTo>
                    <a:pt x="183" y="41"/>
                  </a:lnTo>
                  <a:lnTo>
                    <a:pt x="186" y="41"/>
                  </a:lnTo>
                  <a:lnTo>
                    <a:pt x="186" y="41"/>
                  </a:lnTo>
                  <a:lnTo>
                    <a:pt x="188" y="41"/>
                  </a:lnTo>
                  <a:lnTo>
                    <a:pt x="189" y="42"/>
                  </a:lnTo>
                  <a:lnTo>
                    <a:pt x="191" y="42"/>
                  </a:lnTo>
                  <a:lnTo>
                    <a:pt x="191" y="43"/>
                  </a:lnTo>
                  <a:lnTo>
                    <a:pt x="191" y="43"/>
                  </a:lnTo>
                  <a:lnTo>
                    <a:pt x="191" y="43"/>
                  </a:lnTo>
                  <a:lnTo>
                    <a:pt x="191" y="43"/>
                  </a:lnTo>
                  <a:lnTo>
                    <a:pt x="191" y="44"/>
                  </a:lnTo>
                  <a:lnTo>
                    <a:pt x="191" y="44"/>
                  </a:lnTo>
                  <a:lnTo>
                    <a:pt x="191" y="44"/>
                  </a:lnTo>
                  <a:lnTo>
                    <a:pt x="192" y="44"/>
                  </a:lnTo>
                  <a:lnTo>
                    <a:pt x="192" y="46"/>
                  </a:lnTo>
                  <a:lnTo>
                    <a:pt x="192" y="46"/>
                  </a:lnTo>
                  <a:lnTo>
                    <a:pt x="192" y="46"/>
                  </a:lnTo>
                  <a:lnTo>
                    <a:pt x="192" y="46"/>
                  </a:lnTo>
                  <a:lnTo>
                    <a:pt x="192" y="48"/>
                  </a:lnTo>
                  <a:lnTo>
                    <a:pt x="192" y="48"/>
                  </a:lnTo>
                  <a:lnTo>
                    <a:pt x="192" y="48"/>
                  </a:lnTo>
                  <a:lnTo>
                    <a:pt x="193" y="48"/>
                  </a:lnTo>
                  <a:lnTo>
                    <a:pt x="193" y="49"/>
                  </a:lnTo>
                  <a:lnTo>
                    <a:pt x="193" y="49"/>
                  </a:lnTo>
                  <a:lnTo>
                    <a:pt x="193" y="49"/>
                  </a:lnTo>
                  <a:lnTo>
                    <a:pt x="195" y="49"/>
                  </a:lnTo>
                  <a:lnTo>
                    <a:pt x="195" y="51"/>
                  </a:lnTo>
                  <a:lnTo>
                    <a:pt x="196" y="51"/>
                  </a:lnTo>
                  <a:lnTo>
                    <a:pt x="196" y="51"/>
                  </a:lnTo>
                  <a:lnTo>
                    <a:pt x="198" y="51"/>
                  </a:lnTo>
                  <a:lnTo>
                    <a:pt x="198" y="53"/>
                  </a:lnTo>
                  <a:lnTo>
                    <a:pt x="199" y="53"/>
                  </a:lnTo>
                  <a:lnTo>
                    <a:pt x="199" y="53"/>
                  </a:lnTo>
                  <a:lnTo>
                    <a:pt x="201" y="53"/>
                  </a:lnTo>
                  <a:lnTo>
                    <a:pt x="201" y="54"/>
                  </a:lnTo>
                  <a:lnTo>
                    <a:pt x="203" y="54"/>
                  </a:lnTo>
                  <a:lnTo>
                    <a:pt x="203" y="54"/>
                  </a:lnTo>
                  <a:lnTo>
                    <a:pt x="204" y="54"/>
                  </a:lnTo>
                  <a:lnTo>
                    <a:pt x="204" y="54"/>
                  </a:lnTo>
                  <a:lnTo>
                    <a:pt x="204" y="54"/>
                  </a:lnTo>
                  <a:lnTo>
                    <a:pt x="204" y="54"/>
                  </a:lnTo>
                  <a:lnTo>
                    <a:pt x="206" y="53"/>
                  </a:lnTo>
                  <a:lnTo>
                    <a:pt x="206" y="53"/>
                  </a:lnTo>
                  <a:lnTo>
                    <a:pt x="206" y="53"/>
                  </a:lnTo>
                  <a:lnTo>
                    <a:pt x="206" y="53"/>
                  </a:lnTo>
                  <a:lnTo>
                    <a:pt x="208" y="51"/>
                  </a:lnTo>
                  <a:lnTo>
                    <a:pt x="208" y="51"/>
                  </a:lnTo>
                  <a:lnTo>
                    <a:pt x="208" y="51"/>
                  </a:lnTo>
                  <a:lnTo>
                    <a:pt x="208" y="51"/>
                  </a:lnTo>
                  <a:lnTo>
                    <a:pt x="210" y="49"/>
                  </a:lnTo>
                  <a:lnTo>
                    <a:pt x="210" y="49"/>
                  </a:lnTo>
                  <a:lnTo>
                    <a:pt x="211" y="49"/>
                  </a:lnTo>
                  <a:lnTo>
                    <a:pt x="211" y="49"/>
                  </a:lnTo>
                  <a:lnTo>
                    <a:pt x="213" y="48"/>
                  </a:lnTo>
                  <a:lnTo>
                    <a:pt x="213" y="49"/>
                  </a:lnTo>
                  <a:lnTo>
                    <a:pt x="214" y="49"/>
                  </a:lnTo>
                  <a:lnTo>
                    <a:pt x="214" y="49"/>
                  </a:lnTo>
                  <a:lnTo>
                    <a:pt x="216" y="49"/>
                  </a:lnTo>
                  <a:lnTo>
                    <a:pt x="216" y="51"/>
                  </a:lnTo>
                  <a:lnTo>
                    <a:pt x="218" y="51"/>
                  </a:lnTo>
                  <a:lnTo>
                    <a:pt x="218" y="53"/>
                  </a:lnTo>
                  <a:lnTo>
                    <a:pt x="220" y="53"/>
                  </a:lnTo>
                  <a:lnTo>
                    <a:pt x="220" y="55"/>
                  </a:lnTo>
                  <a:lnTo>
                    <a:pt x="222" y="55"/>
                  </a:lnTo>
                  <a:lnTo>
                    <a:pt x="222" y="57"/>
                  </a:lnTo>
                  <a:lnTo>
                    <a:pt x="224" y="57"/>
                  </a:lnTo>
                  <a:lnTo>
                    <a:pt x="224" y="58"/>
                  </a:lnTo>
                  <a:lnTo>
                    <a:pt x="226" y="58"/>
                  </a:lnTo>
                  <a:lnTo>
                    <a:pt x="226" y="58"/>
                  </a:lnTo>
                  <a:lnTo>
                    <a:pt x="227" y="58"/>
                  </a:lnTo>
                  <a:lnTo>
                    <a:pt x="227" y="58"/>
                  </a:lnTo>
                  <a:lnTo>
                    <a:pt x="229" y="58"/>
                  </a:lnTo>
                  <a:lnTo>
                    <a:pt x="229" y="58"/>
                  </a:lnTo>
                  <a:lnTo>
                    <a:pt x="231" y="58"/>
                  </a:lnTo>
                  <a:lnTo>
                    <a:pt x="231" y="58"/>
                  </a:lnTo>
                  <a:lnTo>
                    <a:pt x="233" y="58"/>
                  </a:lnTo>
                  <a:lnTo>
                    <a:pt x="234" y="58"/>
                  </a:lnTo>
                  <a:lnTo>
                    <a:pt x="236" y="58"/>
                  </a:lnTo>
                  <a:lnTo>
                    <a:pt x="236" y="58"/>
                  </a:lnTo>
                  <a:lnTo>
                    <a:pt x="238" y="58"/>
                  </a:lnTo>
                  <a:lnTo>
                    <a:pt x="239" y="58"/>
                  </a:lnTo>
                  <a:lnTo>
                    <a:pt x="241" y="58"/>
                  </a:lnTo>
                  <a:lnTo>
                    <a:pt x="241" y="58"/>
                  </a:lnTo>
                  <a:lnTo>
                    <a:pt x="242" y="58"/>
                  </a:lnTo>
                  <a:lnTo>
                    <a:pt x="242" y="58"/>
                  </a:lnTo>
                  <a:lnTo>
                    <a:pt x="243" y="58"/>
                  </a:lnTo>
                  <a:lnTo>
                    <a:pt x="243" y="58"/>
                  </a:lnTo>
                  <a:lnTo>
                    <a:pt x="243" y="60"/>
                  </a:lnTo>
                  <a:lnTo>
                    <a:pt x="243" y="60"/>
                  </a:lnTo>
                  <a:lnTo>
                    <a:pt x="243" y="60"/>
                  </a:lnTo>
                  <a:lnTo>
                    <a:pt x="243" y="60"/>
                  </a:lnTo>
                  <a:lnTo>
                    <a:pt x="243" y="61"/>
                  </a:lnTo>
                  <a:lnTo>
                    <a:pt x="243" y="61"/>
                  </a:lnTo>
                  <a:lnTo>
                    <a:pt x="243" y="61"/>
                  </a:lnTo>
                  <a:lnTo>
                    <a:pt x="244" y="61"/>
                  </a:lnTo>
                  <a:lnTo>
                    <a:pt x="244" y="63"/>
                  </a:lnTo>
                  <a:lnTo>
                    <a:pt x="244" y="63"/>
                  </a:lnTo>
                  <a:lnTo>
                    <a:pt x="244" y="63"/>
                  </a:lnTo>
                  <a:lnTo>
                    <a:pt x="247" y="63"/>
                  </a:lnTo>
                  <a:lnTo>
                    <a:pt x="247" y="63"/>
                  </a:lnTo>
                  <a:lnTo>
                    <a:pt x="247" y="63"/>
                  </a:lnTo>
                  <a:lnTo>
                    <a:pt x="247" y="63"/>
                  </a:lnTo>
                  <a:lnTo>
                    <a:pt x="248" y="63"/>
                  </a:lnTo>
                  <a:lnTo>
                    <a:pt x="248" y="63"/>
                  </a:lnTo>
                  <a:lnTo>
                    <a:pt x="248" y="63"/>
                  </a:lnTo>
                  <a:lnTo>
                    <a:pt x="248" y="63"/>
                  </a:lnTo>
                  <a:lnTo>
                    <a:pt x="249" y="63"/>
                  </a:lnTo>
                  <a:lnTo>
                    <a:pt x="249" y="63"/>
                  </a:lnTo>
                  <a:lnTo>
                    <a:pt x="249" y="63"/>
                  </a:lnTo>
                  <a:lnTo>
                    <a:pt x="249" y="63"/>
                  </a:lnTo>
                  <a:lnTo>
                    <a:pt x="251" y="63"/>
                  </a:lnTo>
                  <a:lnTo>
                    <a:pt x="251" y="63"/>
                  </a:lnTo>
                  <a:lnTo>
                    <a:pt x="251" y="63"/>
                  </a:lnTo>
                  <a:lnTo>
                    <a:pt x="251" y="63"/>
                  </a:lnTo>
                  <a:lnTo>
                    <a:pt x="253" y="63"/>
                  </a:lnTo>
                  <a:lnTo>
                    <a:pt x="253" y="63"/>
                  </a:lnTo>
                  <a:lnTo>
                    <a:pt x="254" y="63"/>
                  </a:lnTo>
                  <a:lnTo>
                    <a:pt x="254" y="63"/>
                  </a:lnTo>
                  <a:lnTo>
                    <a:pt x="256" y="63"/>
                  </a:lnTo>
                  <a:lnTo>
                    <a:pt x="256" y="64"/>
                  </a:lnTo>
                  <a:lnTo>
                    <a:pt x="256" y="64"/>
                  </a:lnTo>
                  <a:lnTo>
                    <a:pt x="256" y="64"/>
                  </a:lnTo>
                  <a:lnTo>
                    <a:pt x="256" y="64"/>
                  </a:lnTo>
                  <a:lnTo>
                    <a:pt x="256" y="64"/>
                  </a:lnTo>
                  <a:lnTo>
                    <a:pt x="256" y="64"/>
                  </a:lnTo>
                  <a:lnTo>
                    <a:pt x="256" y="64"/>
                  </a:lnTo>
                  <a:lnTo>
                    <a:pt x="256" y="64"/>
                  </a:lnTo>
                  <a:lnTo>
                    <a:pt x="256" y="64"/>
                  </a:lnTo>
                  <a:lnTo>
                    <a:pt x="256" y="64"/>
                  </a:lnTo>
                  <a:lnTo>
                    <a:pt x="256" y="64"/>
                  </a:lnTo>
                  <a:lnTo>
                    <a:pt x="256" y="64"/>
                  </a:lnTo>
                  <a:lnTo>
                    <a:pt x="256" y="64"/>
                  </a:lnTo>
                  <a:lnTo>
                    <a:pt x="256" y="64"/>
                  </a:lnTo>
                  <a:lnTo>
                    <a:pt x="256" y="64"/>
                  </a:lnTo>
                  <a:lnTo>
                    <a:pt x="257" y="64"/>
                  </a:lnTo>
                  <a:lnTo>
                    <a:pt x="256" y="66"/>
                  </a:lnTo>
                  <a:lnTo>
                    <a:pt x="256" y="66"/>
                  </a:lnTo>
                  <a:lnTo>
                    <a:pt x="256" y="66"/>
                  </a:lnTo>
                  <a:lnTo>
                    <a:pt x="256" y="66"/>
                  </a:lnTo>
                  <a:lnTo>
                    <a:pt x="256" y="68"/>
                  </a:lnTo>
                  <a:lnTo>
                    <a:pt x="256" y="68"/>
                  </a:lnTo>
                  <a:lnTo>
                    <a:pt x="256" y="68"/>
                  </a:lnTo>
                  <a:lnTo>
                    <a:pt x="256" y="68"/>
                  </a:lnTo>
                  <a:lnTo>
                    <a:pt x="256" y="70"/>
                  </a:lnTo>
                  <a:lnTo>
                    <a:pt x="256" y="70"/>
                  </a:lnTo>
                  <a:lnTo>
                    <a:pt x="256" y="70"/>
                  </a:lnTo>
                  <a:lnTo>
                    <a:pt x="256" y="70"/>
                  </a:lnTo>
                  <a:lnTo>
                    <a:pt x="256" y="71"/>
                  </a:lnTo>
                  <a:lnTo>
                    <a:pt x="256" y="71"/>
                  </a:lnTo>
                  <a:lnTo>
                    <a:pt x="256" y="71"/>
                  </a:lnTo>
                  <a:lnTo>
                    <a:pt x="257" y="71"/>
                  </a:lnTo>
                  <a:lnTo>
                    <a:pt x="257" y="73"/>
                  </a:lnTo>
                  <a:lnTo>
                    <a:pt x="257" y="73"/>
                  </a:lnTo>
                  <a:lnTo>
                    <a:pt x="257" y="73"/>
                  </a:lnTo>
                  <a:lnTo>
                    <a:pt x="257" y="73"/>
                  </a:lnTo>
                  <a:lnTo>
                    <a:pt x="257" y="73"/>
                  </a:lnTo>
                  <a:lnTo>
                    <a:pt x="257" y="73"/>
                  </a:lnTo>
                  <a:lnTo>
                    <a:pt x="257" y="73"/>
                  </a:lnTo>
                  <a:lnTo>
                    <a:pt x="259" y="73"/>
                  </a:lnTo>
                  <a:lnTo>
                    <a:pt x="259" y="75"/>
                  </a:lnTo>
                  <a:lnTo>
                    <a:pt x="259" y="75"/>
                  </a:lnTo>
                  <a:lnTo>
                    <a:pt x="259" y="75"/>
                  </a:lnTo>
                  <a:lnTo>
                    <a:pt x="261" y="75"/>
                  </a:lnTo>
                  <a:lnTo>
                    <a:pt x="261" y="75"/>
                  </a:lnTo>
                  <a:lnTo>
                    <a:pt x="261" y="75"/>
                  </a:lnTo>
                  <a:lnTo>
                    <a:pt x="261" y="75"/>
                  </a:lnTo>
                  <a:lnTo>
                    <a:pt x="263" y="75"/>
                  </a:lnTo>
                  <a:lnTo>
                    <a:pt x="263" y="77"/>
                  </a:lnTo>
                  <a:lnTo>
                    <a:pt x="263" y="77"/>
                  </a:lnTo>
                  <a:lnTo>
                    <a:pt x="263" y="77"/>
                  </a:lnTo>
                  <a:lnTo>
                    <a:pt x="264" y="77"/>
                  </a:lnTo>
                  <a:lnTo>
                    <a:pt x="264" y="79"/>
                  </a:lnTo>
                  <a:lnTo>
                    <a:pt x="264" y="79"/>
                  </a:lnTo>
                  <a:lnTo>
                    <a:pt x="264" y="79"/>
                  </a:lnTo>
                  <a:lnTo>
                    <a:pt x="266" y="79"/>
                  </a:lnTo>
                  <a:lnTo>
                    <a:pt x="266" y="80"/>
                  </a:lnTo>
                  <a:lnTo>
                    <a:pt x="266" y="80"/>
                  </a:lnTo>
                  <a:lnTo>
                    <a:pt x="266" y="80"/>
                  </a:lnTo>
                  <a:lnTo>
                    <a:pt x="268" y="80"/>
                  </a:lnTo>
                  <a:lnTo>
                    <a:pt x="268" y="82"/>
                  </a:lnTo>
                  <a:lnTo>
                    <a:pt x="268" y="82"/>
                  </a:lnTo>
                  <a:lnTo>
                    <a:pt x="268" y="82"/>
                  </a:lnTo>
                  <a:lnTo>
                    <a:pt x="270" y="82"/>
                  </a:lnTo>
                  <a:lnTo>
                    <a:pt x="270" y="82"/>
                  </a:lnTo>
                  <a:lnTo>
                    <a:pt x="270" y="82"/>
                  </a:lnTo>
                  <a:lnTo>
                    <a:pt x="270" y="82"/>
                  </a:lnTo>
                  <a:lnTo>
                    <a:pt x="271" y="82"/>
                  </a:lnTo>
                  <a:lnTo>
                    <a:pt x="271" y="82"/>
                  </a:lnTo>
                  <a:lnTo>
                    <a:pt x="271" y="82"/>
                  </a:lnTo>
                  <a:lnTo>
                    <a:pt x="271" y="82"/>
                  </a:lnTo>
                  <a:lnTo>
                    <a:pt x="273" y="82"/>
                  </a:lnTo>
                  <a:lnTo>
                    <a:pt x="273" y="82"/>
                  </a:lnTo>
                  <a:lnTo>
                    <a:pt x="273" y="82"/>
                  </a:lnTo>
                  <a:lnTo>
                    <a:pt x="273" y="82"/>
                  </a:lnTo>
                  <a:lnTo>
                    <a:pt x="274" y="82"/>
                  </a:lnTo>
                  <a:lnTo>
                    <a:pt x="274" y="82"/>
                  </a:lnTo>
                  <a:lnTo>
                    <a:pt x="274" y="82"/>
                  </a:lnTo>
                  <a:lnTo>
                    <a:pt x="274" y="82"/>
                  </a:lnTo>
                  <a:lnTo>
                    <a:pt x="276" y="82"/>
                  </a:lnTo>
                  <a:lnTo>
                    <a:pt x="276" y="83"/>
                  </a:lnTo>
                  <a:lnTo>
                    <a:pt x="276" y="83"/>
                  </a:lnTo>
                  <a:lnTo>
                    <a:pt x="276" y="83"/>
                  </a:lnTo>
                  <a:lnTo>
                    <a:pt x="276" y="83"/>
                  </a:lnTo>
                  <a:lnTo>
                    <a:pt x="276" y="85"/>
                  </a:lnTo>
                  <a:lnTo>
                    <a:pt x="276" y="85"/>
                  </a:lnTo>
                  <a:lnTo>
                    <a:pt x="276" y="85"/>
                  </a:lnTo>
                  <a:lnTo>
                    <a:pt x="278" y="85"/>
                  </a:lnTo>
                  <a:lnTo>
                    <a:pt x="278" y="87"/>
                  </a:lnTo>
                  <a:lnTo>
                    <a:pt x="278" y="87"/>
                  </a:lnTo>
                  <a:lnTo>
                    <a:pt x="278" y="88"/>
                  </a:lnTo>
                  <a:lnTo>
                    <a:pt x="279" y="88"/>
                  </a:lnTo>
                  <a:lnTo>
                    <a:pt x="279" y="89"/>
                  </a:lnTo>
                  <a:lnTo>
                    <a:pt x="280" y="89"/>
                  </a:lnTo>
                  <a:lnTo>
                    <a:pt x="280" y="89"/>
                  </a:lnTo>
                  <a:lnTo>
                    <a:pt x="282" y="89"/>
                  </a:lnTo>
                  <a:lnTo>
                    <a:pt x="282" y="90"/>
                  </a:lnTo>
                  <a:lnTo>
                    <a:pt x="282" y="90"/>
                  </a:lnTo>
                  <a:lnTo>
                    <a:pt x="282" y="90"/>
                  </a:lnTo>
                  <a:lnTo>
                    <a:pt x="283" y="90"/>
                  </a:lnTo>
                  <a:lnTo>
                    <a:pt x="283" y="90"/>
                  </a:lnTo>
                  <a:lnTo>
                    <a:pt x="284" y="90"/>
                  </a:lnTo>
                  <a:lnTo>
                    <a:pt x="284" y="90"/>
                  </a:lnTo>
                  <a:lnTo>
                    <a:pt x="286" y="88"/>
                  </a:lnTo>
                  <a:lnTo>
                    <a:pt x="286" y="88"/>
                  </a:lnTo>
                  <a:lnTo>
                    <a:pt x="286" y="88"/>
                  </a:lnTo>
                  <a:lnTo>
                    <a:pt x="286" y="88"/>
                  </a:lnTo>
                  <a:lnTo>
                    <a:pt x="288" y="88"/>
                  </a:lnTo>
                  <a:lnTo>
                    <a:pt x="288" y="88"/>
                  </a:lnTo>
                  <a:lnTo>
                    <a:pt x="289" y="88"/>
                  </a:lnTo>
                  <a:lnTo>
                    <a:pt x="289" y="88"/>
                  </a:lnTo>
                  <a:lnTo>
                    <a:pt x="291" y="86"/>
                  </a:lnTo>
                  <a:lnTo>
                    <a:pt x="291" y="88"/>
                  </a:lnTo>
                  <a:lnTo>
                    <a:pt x="291" y="88"/>
                  </a:lnTo>
                  <a:lnTo>
                    <a:pt x="291" y="89"/>
                  </a:lnTo>
                  <a:lnTo>
                    <a:pt x="292" y="89"/>
                  </a:lnTo>
                  <a:lnTo>
                    <a:pt x="292" y="91"/>
                  </a:lnTo>
                  <a:lnTo>
                    <a:pt x="292" y="91"/>
                  </a:lnTo>
                  <a:lnTo>
                    <a:pt x="292" y="91"/>
                  </a:lnTo>
                  <a:lnTo>
                    <a:pt x="294" y="91"/>
                  </a:lnTo>
                  <a:lnTo>
                    <a:pt x="294" y="93"/>
                  </a:lnTo>
                  <a:lnTo>
                    <a:pt x="294" y="93"/>
                  </a:lnTo>
                  <a:lnTo>
                    <a:pt x="294" y="93"/>
                  </a:lnTo>
                  <a:lnTo>
                    <a:pt x="296" y="93"/>
                  </a:lnTo>
                  <a:lnTo>
                    <a:pt x="296" y="94"/>
                  </a:lnTo>
                  <a:lnTo>
                    <a:pt x="298" y="94"/>
                  </a:lnTo>
                  <a:lnTo>
                    <a:pt x="298" y="94"/>
                  </a:lnTo>
                  <a:lnTo>
                    <a:pt x="300" y="94"/>
                  </a:lnTo>
                  <a:lnTo>
                    <a:pt x="300" y="94"/>
                  </a:lnTo>
                  <a:lnTo>
                    <a:pt x="300" y="94"/>
                  </a:lnTo>
                  <a:lnTo>
                    <a:pt x="300" y="94"/>
                  </a:lnTo>
                  <a:lnTo>
                    <a:pt x="300" y="94"/>
                  </a:lnTo>
                  <a:lnTo>
                    <a:pt x="300" y="94"/>
                  </a:lnTo>
                  <a:lnTo>
                    <a:pt x="300" y="94"/>
                  </a:lnTo>
                  <a:lnTo>
                    <a:pt x="300" y="94"/>
                  </a:lnTo>
                  <a:lnTo>
                    <a:pt x="301" y="94"/>
                  </a:lnTo>
                  <a:lnTo>
                    <a:pt x="301" y="94"/>
                  </a:lnTo>
                  <a:lnTo>
                    <a:pt x="301" y="94"/>
                  </a:lnTo>
                  <a:lnTo>
                    <a:pt x="301" y="94"/>
                  </a:lnTo>
                  <a:lnTo>
                    <a:pt x="302" y="94"/>
                  </a:lnTo>
                  <a:lnTo>
                    <a:pt x="302" y="94"/>
                  </a:lnTo>
                  <a:lnTo>
                    <a:pt x="302" y="94"/>
                  </a:lnTo>
                  <a:lnTo>
                    <a:pt x="302" y="94"/>
                  </a:lnTo>
                  <a:lnTo>
                    <a:pt x="303" y="94"/>
                  </a:lnTo>
                  <a:lnTo>
                    <a:pt x="303" y="95"/>
                  </a:lnTo>
                  <a:lnTo>
                    <a:pt x="303" y="95"/>
                  </a:lnTo>
                  <a:lnTo>
                    <a:pt x="303" y="95"/>
                  </a:lnTo>
                  <a:lnTo>
                    <a:pt x="305" y="95"/>
                  </a:lnTo>
                  <a:lnTo>
                    <a:pt x="305" y="96"/>
                  </a:lnTo>
                  <a:lnTo>
                    <a:pt x="306" y="96"/>
                  </a:lnTo>
                  <a:lnTo>
                    <a:pt x="306" y="96"/>
                  </a:lnTo>
                  <a:lnTo>
                    <a:pt x="308" y="96"/>
                  </a:lnTo>
                  <a:lnTo>
                    <a:pt x="308" y="98"/>
                  </a:lnTo>
                  <a:lnTo>
                    <a:pt x="308" y="98"/>
                  </a:lnTo>
                  <a:lnTo>
                    <a:pt x="308" y="98"/>
                  </a:lnTo>
                  <a:lnTo>
                    <a:pt x="310" y="98"/>
                  </a:lnTo>
                  <a:lnTo>
                    <a:pt x="310" y="98"/>
                  </a:lnTo>
                  <a:lnTo>
                    <a:pt x="310" y="98"/>
                  </a:lnTo>
                  <a:lnTo>
                    <a:pt x="310" y="98"/>
                  </a:lnTo>
                  <a:lnTo>
                    <a:pt x="312" y="98"/>
                  </a:lnTo>
                  <a:lnTo>
                    <a:pt x="312" y="99"/>
                  </a:lnTo>
                  <a:lnTo>
                    <a:pt x="312" y="99"/>
                  </a:lnTo>
                  <a:lnTo>
                    <a:pt x="312" y="99"/>
                  </a:lnTo>
                  <a:lnTo>
                    <a:pt x="314" y="99"/>
                  </a:lnTo>
                  <a:lnTo>
                    <a:pt x="314" y="99"/>
                  </a:lnTo>
                  <a:lnTo>
                    <a:pt x="315" y="99"/>
                  </a:lnTo>
                  <a:lnTo>
                    <a:pt x="315" y="99"/>
                  </a:lnTo>
                  <a:lnTo>
                    <a:pt x="317" y="99"/>
                  </a:lnTo>
                  <a:lnTo>
                    <a:pt x="317" y="99"/>
                  </a:lnTo>
                  <a:lnTo>
                    <a:pt x="317" y="99"/>
                  </a:lnTo>
                  <a:lnTo>
                    <a:pt x="317" y="99"/>
                  </a:lnTo>
                  <a:lnTo>
                    <a:pt x="319" y="99"/>
                  </a:lnTo>
                  <a:lnTo>
                    <a:pt x="319" y="99"/>
                  </a:lnTo>
                  <a:lnTo>
                    <a:pt x="320" y="99"/>
                  </a:lnTo>
                  <a:lnTo>
                    <a:pt x="320" y="99"/>
                  </a:lnTo>
                  <a:lnTo>
                    <a:pt x="322" y="98"/>
                  </a:lnTo>
                  <a:lnTo>
                    <a:pt x="322" y="98"/>
                  </a:lnTo>
                  <a:lnTo>
                    <a:pt x="322" y="98"/>
                  </a:lnTo>
                  <a:lnTo>
                    <a:pt x="322" y="98"/>
                  </a:lnTo>
                  <a:lnTo>
                    <a:pt x="322" y="97"/>
                  </a:lnTo>
                  <a:lnTo>
                    <a:pt x="322" y="97"/>
                  </a:lnTo>
                  <a:lnTo>
                    <a:pt x="322" y="97"/>
                  </a:lnTo>
                  <a:lnTo>
                    <a:pt x="322" y="97"/>
                  </a:lnTo>
                  <a:lnTo>
                    <a:pt x="323" y="95"/>
                  </a:lnTo>
                  <a:lnTo>
                    <a:pt x="323" y="95"/>
                  </a:lnTo>
                  <a:lnTo>
                    <a:pt x="323" y="95"/>
                  </a:lnTo>
                  <a:lnTo>
                    <a:pt x="323" y="95"/>
                  </a:lnTo>
                  <a:lnTo>
                    <a:pt x="323" y="94"/>
                  </a:lnTo>
                  <a:lnTo>
                    <a:pt x="323" y="94"/>
                  </a:lnTo>
                  <a:lnTo>
                    <a:pt x="323" y="94"/>
                  </a:lnTo>
                  <a:lnTo>
                    <a:pt x="323" y="94"/>
                  </a:lnTo>
                  <a:lnTo>
                    <a:pt x="323" y="93"/>
                  </a:lnTo>
                  <a:lnTo>
                    <a:pt x="323" y="93"/>
                  </a:lnTo>
                  <a:lnTo>
                    <a:pt x="325" y="93"/>
                  </a:lnTo>
                  <a:lnTo>
                    <a:pt x="325" y="93"/>
                  </a:lnTo>
                  <a:lnTo>
                    <a:pt x="327" y="93"/>
                  </a:lnTo>
                  <a:lnTo>
                    <a:pt x="327" y="95"/>
                  </a:lnTo>
                  <a:lnTo>
                    <a:pt x="329" y="95"/>
                  </a:lnTo>
                  <a:lnTo>
                    <a:pt x="330" y="95"/>
                  </a:lnTo>
                  <a:lnTo>
                    <a:pt x="332" y="95"/>
                  </a:lnTo>
                  <a:lnTo>
                    <a:pt x="332" y="97"/>
                  </a:lnTo>
                  <a:lnTo>
                    <a:pt x="335" y="97"/>
                  </a:lnTo>
                  <a:lnTo>
                    <a:pt x="335" y="97"/>
                  </a:lnTo>
                  <a:lnTo>
                    <a:pt x="337" y="97"/>
                  </a:lnTo>
                  <a:lnTo>
                    <a:pt x="337" y="100"/>
                  </a:lnTo>
                  <a:lnTo>
                    <a:pt x="338" y="100"/>
                  </a:lnTo>
                  <a:lnTo>
                    <a:pt x="339" y="100"/>
                  </a:lnTo>
                  <a:lnTo>
                    <a:pt x="342" y="100"/>
                  </a:lnTo>
                  <a:lnTo>
                    <a:pt x="342" y="101"/>
                  </a:lnTo>
                  <a:lnTo>
                    <a:pt x="342" y="101"/>
                  </a:lnTo>
                  <a:lnTo>
                    <a:pt x="342" y="101"/>
                  </a:lnTo>
                  <a:lnTo>
                    <a:pt x="342" y="101"/>
                  </a:lnTo>
                  <a:lnTo>
                    <a:pt x="342" y="101"/>
                  </a:lnTo>
                  <a:lnTo>
                    <a:pt x="342" y="101"/>
                  </a:lnTo>
                  <a:lnTo>
                    <a:pt x="342" y="101"/>
                  </a:lnTo>
                  <a:lnTo>
                    <a:pt x="343" y="101"/>
                  </a:lnTo>
                  <a:lnTo>
                    <a:pt x="343" y="101"/>
                  </a:lnTo>
                  <a:lnTo>
                    <a:pt x="343" y="101"/>
                  </a:lnTo>
                  <a:lnTo>
                    <a:pt x="343" y="101"/>
                  </a:lnTo>
                  <a:lnTo>
                    <a:pt x="343" y="101"/>
                  </a:lnTo>
                  <a:lnTo>
                    <a:pt x="343" y="101"/>
                  </a:lnTo>
                  <a:lnTo>
                    <a:pt x="343" y="101"/>
                  </a:lnTo>
                  <a:lnTo>
                    <a:pt x="343" y="101"/>
                  </a:lnTo>
                  <a:lnTo>
                    <a:pt x="344" y="101"/>
                  </a:lnTo>
                  <a:lnTo>
                    <a:pt x="344" y="103"/>
                  </a:lnTo>
                  <a:lnTo>
                    <a:pt x="344" y="103"/>
                  </a:lnTo>
                  <a:lnTo>
                    <a:pt x="344" y="104"/>
                  </a:lnTo>
                  <a:lnTo>
                    <a:pt x="344" y="104"/>
                  </a:lnTo>
                  <a:lnTo>
                    <a:pt x="344" y="106"/>
                  </a:lnTo>
                  <a:lnTo>
                    <a:pt x="344" y="106"/>
                  </a:lnTo>
                  <a:lnTo>
                    <a:pt x="344" y="107"/>
                  </a:lnTo>
                  <a:lnTo>
                    <a:pt x="344" y="107"/>
                  </a:lnTo>
                  <a:lnTo>
                    <a:pt x="344" y="109"/>
                  </a:lnTo>
                  <a:lnTo>
                    <a:pt x="344" y="109"/>
                  </a:lnTo>
                  <a:lnTo>
                    <a:pt x="344" y="111"/>
                  </a:lnTo>
                  <a:lnTo>
                    <a:pt x="344" y="111"/>
                  </a:lnTo>
                  <a:lnTo>
                    <a:pt x="344" y="113"/>
                  </a:lnTo>
                  <a:lnTo>
                    <a:pt x="344" y="113"/>
                  </a:lnTo>
                  <a:lnTo>
                    <a:pt x="344" y="114"/>
                  </a:lnTo>
                  <a:lnTo>
                    <a:pt x="344" y="114"/>
                  </a:lnTo>
                  <a:lnTo>
                    <a:pt x="344" y="115"/>
                  </a:lnTo>
                  <a:lnTo>
                    <a:pt x="346" y="115"/>
                  </a:lnTo>
                  <a:lnTo>
                    <a:pt x="347" y="115"/>
                  </a:lnTo>
                  <a:lnTo>
                    <a:pt x="349" y="115"/>
                  </a:lnTo>
                  <a:lnTo>
                    <a:pt x="349" y="115"/>
                  </a:lnTo>
                  <a:lnTo>
                    <a:pt x="351" y="115"/>
                  </a:lnTo>
                  <a:lnTo>
                    <a:pt x="351" y="115"/>
                  </a:lnTo>
                  <a:lnTo>
                    <a:pt x="353" y="114"/>
                  </a:lnTo>
                  <a:lnTo>
                    <a:pt x="353" y="114"/>
                  </a:lnTo>
                  <a:lnTo>
                    <a:pt x="354" y="114"/>
                  </a:lnTo>
                  <a:lnTo>
                    <a:pt x="354" y="114"/>
                  </a:lnTo>
                  <a:lnTo>
                    <a:pt x="356" y="112"/>
                  </a:lnTo>
                  <a:lnTo>
                    <a:pt x="356" y="112"/>
                  </a:lnTo>
                  <a:lnTo>
                    <a:pt x="356" y="112"/>
                  </a:lnTo>
                  <a:lnTo>
                    <a:pt x="356" y="112"/>
                  </a:lnTo>
                  <a:lnTo>
                    <a:pt x="357" y="112"/>
                  </a:lnTo>
                  <a:lnTo>
                    <a:pt x="357" y="114"/>
                  </a:lnTo>
                  <a:lnTo>
                    <a:pt x="357" y="114"/>
                  </a:lnTo>
                  <a:lnTo>
                    <a:pt x="357" y="114"/>
                  </a:lnTo>
                  <a:lnTo>
                    <a:pt x="359" y="114"/>
                  </a:lnTo>
                  <a:lnTo>
                    <a:pt x="359" y="116"/>
                  </a:lnTo>
                  <a:lnTo>
                    <a:pt x="359" y="116"/>
                  </a:lnTo>
                  <a:lnTo>
                    <a:pt x="359" y="116"/>
                  </a:lnTo>
                  <a:lnTo>
                    <a:pt x="360" y="116"/>
                  </a:lnTo>
                  <a:lnTo>
                    <a:pt x="360" y="117"/>
                  </a:lnTo>
                  <a:lnTo>
                    <a:pt x="360" y="117"/>
                  </a:lnTo>
                  <a:lnTo>
                    <a:pt x="360" y="117"/>
                  </a:lnTo>
                  <a:lnTo>
                    <a:pt x="362" y="117"/>
                  </a:lnTo>
                  <a:lnTo>
                    <a:pt x="362" y="117"/>
                  </a:lnTo>
                  <a:lnTo>
                    <a:pt x="363" y="117"/>
                  </a:lnTo>
                  <a:lnTo>
                    <a:pt x="363" y="117"/>
                  </a:lnTo>
                  <a:lnTo>
                    <a:pt x="365" y="117"/>
                  </a:lnTo>
                  <a:lnTo>
                    <a:pt x="365" y="117"/>
                  </a:lnTo>
                  <a:lnTo>
                    <a:pt x="365" y="117"/>
                  </a:lnTo>
                  <a:lnTo>
                    <a:pt x="365" y="117"/>
                  </a:lnTo>
                  <a:lnTo>
                    <a:pt x="366" y="117"/>
                  </a:lnTo>
                  <a:lnTo>
                    <a:pt x="366" y="117"/>
                  </a:lnTo>
                  <a:lnTo>
                    <a:pt x="366" y="117"/>
                  </a:lnTo>
                  <a:lnTo>
                    <a:pt x="366" y="117"/>
                  </a:lnTo>
                  <a:lnTo>
                    <a:pt x="367" y="117"/>
                  </a:lnTo>
                  <a:lnTo>
                    <a:pt x="367" y="117"/>
                  </a:lnTo>
                  <a:lnTo>
                    <a:pt x="367" y="117"/>
                  </a:lnTo>
                  <a:lnTo>
                    <a:pt x="367" y="117"/>
                  </a:lnTo>
                  <a:lnTo>
                    <a:pt x="368" y="117"/>
                  </a:lnTo>
                  <a:lnTo>
                    <a:pt x="368" y="117"/>
                  </a:lnTo>
                  <a:lnTo>
                    <a:pt x="368" y="117"/>
                  </a:lnTo>
                  <a:lnTo>
                    <a:pt x="368" y="117"/>
                  </a:lnTo>
                  <a:lnTo>
                    <a:pt x="370" y="116"/>
                  </a:lnTo>
                  <a:lnTo>
                    <a:pt x="370" y="116"/>
                  </a:lnTo>
                  <a:lnTo>
                    <a:pt x="370" y="116"/>
                  </a:lnTo>
                  <a:lnTo>
                    <a:pt x="370" y="116"/>
                  </a:lnTo>
                  <a:lnTo>
                    <a:pt x="370" y="116"/>
                  </a:lnTo>
                  <a:lnTo>
                    <a:pt x="370" y="116"/>
                  </a:lnTo>
                  <a:lnTo>
                    <a:pt x="370" y="116"/>
                  </a:lnTo>
                  <a:lnTo>
                    <a:pt x="370" y="116"/>
                  </a:lnTo>
                  <a:lnTo>
                    <a:pt x="371" y="116"/>
                  </a:lnTo>
                  <a:lnTo>
                    <a:pt x="371" y="116"/>
                  </a:lnTo>
                  <a:lnTo>
                    <a:pt x="371" y="116"/>
                  </a:lnTo>
                  <a:lnTo>
                    <a:pt x="371" y="116"/>
                  </a:lnTo>
                  <a:lnTo>
                    <a:pt x="372" y="116"/>
                  </a:lnTo>
                  <a:lnTo>
                    <a:pt x="372" y="116"/>
                  </a:lnTo>
                  <a:lnTo>
                    <a:pt x="372" y="116"/>
                  </a:lnTo>
                  <a:lnTo>
                    <a:pt x="372" y="116"/>
                  </a:lnTo>
                  <a:lnTo>
                    <a:pt x="374" y="116"/>
                  </a:lnTo>
                  <a:lnTo>
                    <a:pt x="374" y="117"/>
                  </a:lnTo>
                  <a:lnTo>
                    <a:pt x="374" y="117"/>
                  </a:lnTo>
                  <a:lnTo>
                    <a:pt x="374" y="117"/>
                  </a:lnTo>
                  <a:lnTo>
                    <a:pt x="374" y="117"/>
                  </a:lnTo>
                  <a:lnTo>
                    <a:pt x="374" y="118"/>
                  </a:lnTo>
                  <a:lnTo>
                    <a:pt x="374" y="118"/>
                  </a:lnTo>
                  <a:lnTo>
                    <a:pt x="374" y="118"/>
                  </a:lnTo>
                  <a:lnTo>
                    <a:pt x="376" y="118"/>
                  </a:lnTo>
                  <a:lnTo>
                    <a:pt x="376" y="120"/>
                  </a:lnTo>
                  <a:lnTo>
                    <a:pt x="376" y="120"/>
                  </a:lnTo>
                  <a:lnTo>
                    <a:pt x="376" y="120"/>
                  </a:lnTo>
                  <a:lnTo>
                    <a:pt x="376" y="120"/>
                  </a:lnTo>
                  <a:lnTo>
                    <a:pt x="376" y="120"/>
                  </a:lnTo>
                  <a:lnTo>
                    <a:pt x="376" y="120"/>
                  </a:lnTo>
                  <a:lnTo>
                    <a:pt x="376" y="120"/>
                  </a:lnTo>
                  <a:lnTo>
                    <a:pt x="378" y="120"/>
                  </a:lnTo>
                  <a:lnTo>
                    <a:pt x="378" y="120"/>
                  </a:lnTo>
                  <a:lnTo>
                    <a:pt x="378" y="120"/>
                  </a:lnTo>
                  <a:lnTo>
                    <a:pt x="378" y="120"/>
                  </a:lnTo>
                  <a:lnTo>
                    <a:pt x="379" y="120"/>
                  </a:lnTo>
                  <a:lnTo>
                    <a:pt x="379" y="120"/>
                  </a:lnTo>
                  <a:lnTo>
                    <a:pt x="380" y="120"/>
                  </a:lnTo>
                  <a:lnTo>
                    <a:pt x="380" y="120"/>
                  </a:lnTo>
                  <a:lnTo>
                    <a:pt x="382" y="120"/>
                  </a:lnTo>
                  <a:lnTo>
                    <a:pt x="382" y="120"/>
                  </a:lnTo>
                  <a:lnTo>
                    <a:pt x="382" y="120"/>
                  </a:lnTo>
                  <a:lnTo>
                    <a:pt x="382" y="120"/>
                  </a:lnTo>
                  <a:lnTo>
                    <a:pt x="383" y="120"/>
                  </a:lnTo>
                  <a:lnTo>
                    <a:pt x="383" y="120"/>
                  </a:lnTo>
                  <a:lnTo>
                    <a:pt x="384" y="120"/>
                  </a:lnTo>
                  <a:lnTo>
                    <a:pt x="384" y="120"/>
                  </a:lnTo>
                  <a:lnTo>
                    <a:pt x="386" y="120"/>
                  </a:lnTo>
                  <a:lnTo>
                    <a:pt x="386" y="120"/>
                  </a:lnTo>
                  <a:lnTo>
                    <a:pt x="386" y="120"/>
                  </a:lnTo>
                  <a:lnTo>
                    <a:pt x="386" y="120"/>
                  </a:lnTo>
                  <a:lnTo>
                    <a:pt x="386" y="120"/>
                  </a:lnTo>
                  <a:lnTo>
                    <a:pt x="386" y="120"/>
                  </a:lnTo>
                  <a:lnTo>
                    <a:pt x="386" y="120"/>
                  </a:lnTo>
                  <a:lnTo>
                    <a:pt x="386" y="120"/>
                  </a:lnTo>
                  <a:lnTo>
                    <a:pt x="387" y="118"/>
                  </a:lnTo>
                  <a:lnTo>
                    <a:pt x="387" y="118"/>
                  </a:lnTo>
                  <a:lnTo>
                    <a:pt x="387" y="118"/>
                  </a:lnTo>
                  <a:lnTo>
                    <a:pt x="387" y="118"/>
                  </a:lnTo>
                  <a:lnTo>
                    <a:pt x="387" y="117"/>
                  </a:lnTo>
                  <a:lnTo>
                    <a:pt x="387" y="117"/>
                  </a:lnTo>
                  <a:lnTo>
                    <a:pt x="387" y="117"/>
                  </a:lnTo>
                  <a:lnTo>
                    <a:pt x="387" y="117"/>
                  </a:lnTo>
                  <a:lnTo>
                    <a:pt x="388" y="116"/>
                  </a:lnTo>
                  <a:lnTo>
                    <a:pt x="388" y="116"/>
                  </a:lnTo>
                  <a:lnTo>
                    <a:pt x="388" y="116"/>
                  </a:lnTo>
                  <a:lnTo>
                    <a:pt x="388" y="116"/>
                  </a:lnTo>
                  <a:lnTo>
                    <a:pt x="388" y="116"/>
                  </a:lnTo>
                  <a:lnTo>
                    <a:pt x="388" y="116"/>
                  </a:lnTo>
                  <a:lnTo>
                    <a:pt x="388" y="116"/>
                  </a:lnTo>
                  <a:lnTo>
                    <a:pt x="388" y="116"/>
                  </a:lnTo>
                  <a:lnTo>
                    <a:pt x="390" y="116"/>
                  </a:lnTo>
                  <a:lnTo>
                    <a:pt x="390" y="116"/>
                  </a:lnTo>
                  <a:lnTo>
                    <a:pt x="390" y="116"/>
                  </a:lnTo>
                  <a:lnTo>
                    <a:pt x="390" y="116"/>
                  </a:lnTo>
                  <a:lnTo>
                    <a:pt x="392" y="116"/>
                  </a:lnTo>
                  <a:lnTo>
                    <a:pt x="392" y="116"/>
                  </a:lnTo>
                  <a:lnTo>
                    <a:pt x="392" y="116"/>
                  </a:lnTo>
                  <a:lnTo>
                    <a:pt x="392" y="116"/>
                  </a:lnTo>
                  <a:lnTo>
                    <a:pt x="394" y="116"/>
                  </a:lnTo>
                  <a:lnTo>
                    <a:pt x="394" y="117"/>
                  </a:lnTo>
                  <a:lnTo>
                    <a:pt x="394" y="117"/>
                  </a:lnTo>
                  <a:lnTo>
                    <a:pt x="394" y="117"/>
                  </a:lnTo>
                  <a:lnTo>
                    <a:pt x="396" y="117"/>
                  </a:lnTo>
                  <a:lnTo>
                    <a:pt x="396" y="118"/>
                  </a:lnTo>
                  <a:lnTo>
                    <a:pt x="397" y="118"/>
                  </a:lnTo>
                  <a:lnTo>
                    <a:pt x="397" y="118"/>
                  </a:lnTo>
                  <a:lnTo>
                    <a:pt x="399" y="118"/>
                  </a:lnTo>
                  <a:lnTo>
                    <a:pt x="399" y="119"/>
                  </a:lnTo>
                  <a:lnTo>
                    <a:pt x="399" y="119"/>
                  </a:lnTo>
                  <a:lnTo>
                    <a:pt x="399" y="119"/>
                  </a:lnTo>
                  <a:lnTo>
                    <a:pt x="401" y="119"/>
                  </a:lnTo>
                  <a:lnTo>
                    <a:pt x="401" y="119"/>
                  </a:lnTo>
                  <a:lnTo>
                    <a:pt x="402" y="119"/>
                  </a:lnTo>
                  <a:lnTo>
                    <a:pt x="402" y="119"/>
                  </a:lnTo>
                  <a:lnTo>
                    <a:pt x="404" y="119"/>
                  </a:lnTo>
                  <a:lnTo>
                    <a:pt x="403" y="120"/>
                  </a:lnTo>
                  <a:lnTo>
                    <a:pt x="403" y="120"/>
                  </a:lnTo>
                  <a:lnTo>
                    <a:pt x="403" y="120"/>
                  </a:lnTo>
                  <a:lnTo>
                    <a:pt x="403" y="120"/>
                  </a:lnTo>
                  <a:lnTo>
                    <a:pt x="403" y="120"/>
                  </a:lnTo>
                  <a:lnTo>
                    <a:pt x="403" y="120"/>
                  </a:lnTo>
                  <a:lnTo>
                    <a:pt x="403" y="120"/>
                  </a:lnTo>
                  <a:lnTo>
                    <a:pt x="403" y="120"/>
                  </a:lnTo>
                  <a:lnTo>
                    <a:pt x="403" y="120"/>
                  </a:lnTo>
                  <a:lnTo>
                    <a:pt x="403" y="120"/>
                  </a:lnTo>
                  <a:lnTo>
                    <a:pt x="403" y="120"/>
                  </a:lnTo>
                  <a:lnTo>
                    <a:pt x="403" y="120"/>
                  </a:lnTo>
                  <a:lnTo>
                    <a:pt x="403" y="120"/>
                  </a:lnTo>
                  <a:lnTo>
                    <a:pt x="403" y="120"/>
                  </a:lnTo>
                  <a:lnTo>
                    <a:pt x="403" y="120"/>
                  </a:lnTo>
                  <a:lnTo>
                    <a:pt x="403" y="120"/>
                  </a:lnTo>
                  <a:lnTo>
                    <a:pt x="403" y="120"/>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67" name=""/>
            <p:cNvSpPr/>
            <p:nvPr/>
          </p:nvSpPr>
          <p:spPr>
            <a:xfrm>
              <a:off x="7719840" y="7010280"/>
              <a:ext cx="25560" cy="17640"/>
            </a:xfrm>
            <a:custGeom>
              <a:avLst/>
              <a:gdLst/>
              <a:ahLst/>
              <a:rect l="l" t="t" r="r" b="b"/>
              <a:pathLst>
                <a:path w="16" h="11">
                  <a:moveTo>
                    <a:pt x="15" y="0"/>
                  </a:moveTo>
                  <a:lnTo>
                    <a:pt x="14" y="0"/>
                  </a:lnTo>
                  <a:lnTo>
                    <a:pt x="14" y="0"/>
                  </a:lnTo>
                  <a:lnTo>
                    <a:pt x="14" y="0"/>
                  </a:lnTo>
                  <a:lnTo>
                    <a:pt x="14" y="0"/>
                  </a:lnTo>
                  <a:lnTo>
                    <a:pt x="14" y="0"/>
                  </a:lnTo>
                  <a:lnTo>
                    <a:pt x="14" y="0"/>
                  </a:lnTo>
                  <a:lnTo>
                    <a:pt x="14" y="0"/>
                  </a:lnTo>
                  <a:lnTo>
                    <a:pt x="14" y="0"/>
                  </a:lnTo>
                  <a:lnTo>
                    <a:pt x="14" y="0"/>
                  </a:lnTo>
                  <a:lnTo>
                    <a:pt x="14" y="0"/>
                  </a:lnTo>
                  <a:lnTo>
                    <a:pt x="14" y="0"/>
                  </a:lnTo>
                  <a:lnTo>
                    <a:pt x="14" y="0"/>
                  </a:lnTo>
                  <a:lnTo>
                    <a:pt x="14" y="0"/>
                  </a:lnTo>
                  <a:lnTo>
                    <a:pt x="14" y="0"/>
                  </a:lnTo>
                  <a:lnTo>
                    <a:pt x="14" y="0"/>
                  </a:lnTo>
                  <a:lnTo>
                    <a:pt x="14" y="0"/>
                  </a:lnTo>
                  <a:lnTo>
                    <a:pt x="13" y="1"/>
                  </a:lnTo>
                  <a:lnTo>
                    <a:pt x="13" y="1"/>
                  </a:lnTo>
                  <a:lnTo>
                    <a:pt x="13" y="1"/>
                  </a:lnTo>
                  <a:lnTo>
                    <a:pt x="13" y="1"/>
                  </a:lnTo>
                  <a:lnTo>
                    <a:pt x="11" y="1"/>
                  </a:lnTo>
                  <a:lnTo>
                    <a:pt x="11" y="1"/>
                  </a:lnTo>
                  <a:lnTo>
                    <a:pt x="11" y="1"/>
                  </a:lnTo>
                  <a:lnTo>
                    <a:pt x="11" y="1"/>
                  </a:lnTo>
                  <a:lnTo>
                    <a:pt x="9" y="2"/>
                  </a:lnTo>
                  <a:lnTo>
                    <a:pt x="9" y="2"/>
                  </a:lnTo>
                  <a:lnTo>
                    <a:pt x="8" y="2"/>
                  </a:lnTo>
                  <a:lnTo>
                    <a:pt x="8" y="2"/>
                  </a:lnTo>
                  <a:lnTo>
                    <a:pt x="7" y="2"/>
                  </a:lnTo>
                  <a:lnTo>
                    <a:pt x="7" y="2"/>
                  </a:lnTo>
                  <a:lnTo>
                    <a:pt x="7" y="2"/>
                  </a:lnTo>
                  <a:lnTo>
                    <a:pt x="7" y="2"/>
                  </a:lnTo>
                  <a:lnTo>
                    <a:pt x="5" y="3"/>
                  </a:lnTo>
                  <a:lnTo>
                    <a:pt x="5" y="3"/>
                  </a:lnTo>
                  <a:lnTo>
                    <a:pt x="4" y="4"/>
                  </a:lnTo>
                  <a:lnTo>
                    <a:pt x="4" y="4"/>
                  </a:lnTo>
                  <a:lnTo>
                    <a:pt x="2" y="6"/>
                  </a:lnTo>
                  <a:lnTo>
                    <a:pt x="2" y="6"/>
                  </a:lnTo>
                  <a:lnTo>
                    <a:pt x="2" y="6"/>
                  </a:lnTo>
                  <a:lnTo>
                    <a:pt x="2" y="6"/>
                  </a:lnTo>
                  <a:lnTo>
                    <a:pt x="0" y="8"/>
                  </a:lnTo>
                  <a:lnTo>
                    <a:pt x="0" y="8"/>
                  </a:lnTo>
                  <a:lnTo>
                    <a:pt x="0" y="8"/>
                  </a:lnTo>
                  <a:lnTo>
                    <a:pt x="0" y="8"/>
                  </a:lnTo>
                  <a:lnTo>
                    <a:pt x="0" y="9"/>
                  </a:lnTo>
                  <a:lnTo>
                    <a:pt x="0" y="9"/>
                  </a:lnTo>
                  <a:lnTo>
                    <a:pt x="0" y="9"/>
                  </a:lnTo>
                  <a:lnTo>
                    <a:pt x="0" y="9"/>
                  </a:lnTo>
                  <a:lnTo>
                    <a:pt x="0" y="10"/>
                  </a:lnTo>
                  <a:lnTo>
                    <a:pt x="0" y="10"/>
                  </a:lnTo>
                  <a:lnTo>
                    <a:pt x="0" y="10"/>
                  </a:lnTo>
                  <a:lnTo>
                    <a:pt x="1" y="10"/>
                  </a:lnTo>
                  <a:lnTo>
                    <a:pt x="1" y="10"/>
                  </a:lnTo>
                  <a:lnTo>
                    <a:pt x="1" y="10"/>
                  </a:lnTo>
                  <a:lnTo>
                    <a:pt x="1" y="10"/>
                  </a:lnTo>
                  <a:lnTo>
                    <a:pt x="4" y="10"/>
                  </a:lnTo>
                  <a:lnTo>
                    <a:pt x="4" y="10"/>
                  </a:lnTo>
                  <a:lnTo>
                    <a:pt x="4" y="10"/>
                  </a:lnTo>
                  <a:lnTo>
                    <a:pt x="4" y="10"/>
                  </a:lnTo>
                  <a:lnTo>
                    <a:pt x="6" y="10"/>
                  </a:lnTo>
                  <a:lnTo>
                    <a:pt x="6" y="10"/>
                  </a:lnTo>
                  <a:lnTo>
                    <a:pt x="6" y="10"/>
                  </a:lnTo>
                  <a:lnTo>
                    <a:pt x="6" y="10"/>
                  </a:lnTo>
                  <a:lnTo>
                    <a:pt x="8" y="9"/>
                  </a:lnTo>
                  <a:lnTo>
                    <a:pt x="8" y="9"/>
                  </a:lnTo>
                  <a:lnTo>
                    <a:pt x="8" y="9"/>
                  </a:lnTo>
                  <a:lnTo>
                    <a:pt x="8" y="9"/>
                  </a:lnTo>
                  <a:lnTo>
                    <a:pt x="8" y="9"/>
                  </a:lnTo>
                  <a:lnTo>
                    <a:pt x="8" y="9"/>
                  </a:lnTo>
                  <a:lnTo>
                    <a:pt x="8" y="9"/>
                  </a:lnTo>
                  <a:lnTo>
                    <a:pt x="8" y="9"/>
                  </a:lnTo>
                  <a:lnTo>
                    <a:pt x="9" y="8"/>
                  </a:lnTo>
                  <a:lnTo>
                    <a:pt x="9" y="8"/>
                  </a:lnTo>
                  <a:lnTo>
                    <a:pt x="9" y="8"/>
                  </a:lnTo>
                  <a:lnTo>
                    <a:pt x="9" y="8"/>
                  </a:lnTo>
                  <a:lnTo>
                    <a:pt x="11" y="8"/>
                  </a:lnTo>
                  <a:lnTo>
                    <a:pt x="11" y="8"/>
                  </a:lnTo>
                  <a:lnTo>
                    <a:pt x="11" y="8"/>
                  </a:lnTo>
                  <a:lnTo>
                    <a:pt x="11" y="8"/>
                  </a:lnTo>
                  <a:lnTo>
                    <a:pt x="13" y="7"/>
                  </a:lnTo>
                  <a:lnTo>
                    <a:pt x="13" y="7"/>
                  </a:lnTo>
                  <a:lnTo>
                    <a:pt x="13" y="7"/>
                  </a:lnTo>
                  <a:lnTo>
                    <a:pt x="13" y="7"/>
                  </a:lnTo>
                  <a:lnTo>
                    <a:pt x="13" y="6"/>
                  </a:lnTo>
                  <a:lnTo>
                    <a:pt x="13" y="6"/>
                  </a:lnTo>
                  <a:lnTo>
                    <a:pt x="13" y="6"/>
                  </a:lnTo>
                  <a:lnTo>
                    <a:pt x="13" y="6"/>
                  </a:lnTo>
                  <a:lnTo>
                    <a:pt x="13" y="4"/>
                  </a:lnTo>
                  <a:lnTo>
                    <a:pt x="13" y="4"/>
                  </a:lnTo>
                  <a:lnTo>
                    <a:pt x="13" y="4"/>
                  </a:lnTo>
                  <a:lnTo>
                    <a:pt x="13" y="4"/>
                  </a:lnTo>
                  <a:lnTo>
                    <a:pt x="13" y="3"/>
                  </a:lnTo>
                  <a:lnTo>
                    <a:pt x="13" y="3"/>
                  </a:lnTo>
                  <a:lnTo>
                    <a:pt x="13" y="3"/>
                  </a:lnTo>
                  <a:lnTo>
                    <a:pt x="13" y="3"/>
                  </a:lnTo>
                  <a:lnTo>
                    <a:pt x="14" y="2"/>
                  </a:lnTo>
                  <a:lnTo>
                    <a:pt x="14" y="2"/>
                  </a:lnTo>
                  <a:lnTo>
                    <a:pt x="14" y="2"/>
                  </a:lnTo>
                  <a:lnTo>
                    <a:pt x="14" y="2"/>
                  </a:lnTo>
                  <a:lnTo>
                    <a:pt x="14" y="2"/>
                  </a:lnTo>
                  <a:lnTo>
                    <a:pt x="14" y="2"/>
                  </a:lnTo>
                  <a:lnTo>
                    <a:pt x="14" y="2"/>
                  </a:lnTo>
                  <a:lnTo>
                    <a:pt x="14" y="2"/>
                  </a:lnTo>
                  <a:lnTo>
                    <a:pt x="14" y="1"/>
                  </a:lnTo>
                  <a:lnTo>
                    <a:pt x="14" y="1"/>
                  </a:lnTo>
                  <a:lnTo>
                    <a:pt x="14" y="1"/>
                  </a:lnTo>
                  <a:lnTo>
                    <a:pt x="14" y="1"/>
                  </a:lnTo>
                  <a:lnTo>
                    <a:pt x="14" y="1"/>
                  </a:lnTo>
                  <a:lnTo>
                    <a:pt x="14" y="1"/>
                  </a:lnTo>
                  <a:lnTo>
                    <a:pt x="14" y="1"/>
                  </a:lnTo>
                  <a:lnTo>
                    <a:pt x="14" y="1"/>
                  </a:lnTo>
                  <a:lnTo>
                    <a:pt x="15" y="0"/>
                  </a:lnTo>
                  <a:lnTo>
                    <a:pt x="15" y="0"/>
                  </a:lnTo>
                </a:path>
              </a:pathLst>
            </a:custGeom>
            <a:solidFill>
              <a:srgbClr val="a1009f"/>
            </a:solidFill>
            <a:ln w="18360">
              <a:solidFill>
                <a:srgbClr val="000000"/>
              </a:solidFill>
              <a:round/>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768" name=""/>
            <p:cNvSpPr/>
            <p:nvPr/>
          </p:nvSpPr>
          <p:spPr>
            <a:xfrm>
              <a:off x="7451640" y="7270920"/>
              <a:ext cx="66600" cy="53640"/>
            </a:xfrm>
            <a:custGeom>
              <a:avLst/>
              <a:gdLst/>
              <a:ahLst/>
              <a:rect l="l" t="t" r="r" b="b"/>
              <a:pathLst>
                <a:path w="42" h="34">
                  <a:moveTo>
                    <a:pt x="0" y="14"/>
                  </a:moveTo>
                  <a:lnTo>
                    <a:pt x="0" y="14"/>
                  </a:lnTo>
                  <a:lnTo>
                    <a:pt x="0" y="14"/>
                  </a:lnTo>
                  <a:lnTo>
                    <a:pt x="0" y="14"/>
                  </a:lnTo>
                  <a:lnTo>
                    <a:pt x="2" y="13"/>
                  </a:lnTo>
                  <a:lnTo>
                    <a:pt x="2" y="13"/>
                  </a:lnTo>
                  <a:lnTo>
                    <a:pt x="4" y="11"/>
                  </a:lnTo>
                  <a:lnTo>
                    <a:pt x="4" y="11"/>
                  </a:lnTo>
                  <a:lnTo>
                    <a:pt x="6" y="9"/>
                  </a:lnTo>
                  <a:lnTo>
                    <a:pt x="6" y="9"/>
                  </a:lnTo>
                  <a:lnTo>
                    <a:pt x="8" y="8"/>
                  </a:lnTo>
                  <a:lnTo>
                    <a:pt x="9" y="8"/>
                  </a:lnTo>
                  <a:lnTo>
                    <a:pt x="11" y="6"/>
                  </a:lnTo>
                  <a:lnTo>
                    <a:pt x="11" y="6"/>
                  </a:lnTo>
                  <a:lnTo>
                    <a:pt x="13" y="6"/>
                  </a:lnTo>
                  <a:lnTo>
                    <a:pt x="14" y="6"/>
                  </a:lnTo>
                  <a:lnTo>
                    <a:pt x="16" y="4"/>
                  </a:lnTo>
                  <a:lnTo>
                    <a:pt x="16" y="4"/>
                  </a:lnTo>
                  <a:lnTo>
                    <a:pt x="16" y="4"/>
                  </a:lnTo>
                  <a:lnTo>
                    <a:pt x="16" y="4"/>
                  </a:lnTo>
                  <a:lnTo>
                    <a:pt x="16" y="4"/>
                  </a:lnTo>
                  <a:lnTo>
                    <a:pt x="16" y="4"/>
                  </a:lnTo>
                  <a:lnTo>
                    <a:pt x="16" y="4"/>
                  </a:lnTo>
                  <a:lnTo>
                    <a:pt x="16" y="4"/>
                  </a:lnTo>
                  <a:lnTo>
                    <a:pt x="18" y="4"/>
                  </a:lnTo>
                  <a:lnTo>
                    <a:pt x="18" y="4"/>
                  </a:lnTo>
                  <a:lnTo>
                    <a:pt x="18" y="4"/>
                  </a:lnTo>
                  <a:lnTo>
                    <a:pt x="18" y="4"/>
                  </a:lnTo>
                  <a:lnTo>
                    <a:pt x="19" y="4"/>
                  </a:lnTo>
                  <a:lnTo>
                    <a:pt x="19" y="4"/>
                  </a:lnTo>
                  <a:lnTo>
                    <a:pt x="19" y="4"/>
                  </a:lnTo>
                  <a:lnTo>
                    <a:pt x="19" y="4"/>
                  </a:lnTo>
                  <a:lnTo>
                    <a:pt x="20" y="4"/>
                  </a:lnTo>
                  <a:lnTo>
                    <a:pt x="20" y="4"/>
                  </a:lnTo>
                  <a:lnTo>
                    <a:pt x="20" y="4"/>
                  </a:lnTo>
                  <a:lnTo>
                    <a:pt x="20" y="4"/>
                  </a:lnTo>
                  <a:lnTo>
                    <a:pt x="20" y="4"/>
                  </a:lnTo>
                  <a:lnTo>
                    <a:pt x="20" y="4"/>
                  </a:lnTo>
                  <a:lnTo>
                    <a:pt x="20" y="4"/>
                  </a:lnTo>
                  <a:lnTo>
                    <a:pt x="20" y="4"/>
                  </a:lnTo>
                  <a:lnTo>
                    <a:pt x="21" y="2"/>
                  </a:lnTo>
                  <a:lnTo>
                    <a:pt x="21" y="2"/>
                  </a:lnTo>
                  <a:lnTo>
                    <a:pt x="21" y="2"/>
                  </a:lnTo>
                  <a:lnTo>
                    <a:pt x="21" y="2"/>
                  </a:lnTo>
                  <a:lnTo>
                    <a:pt x="21" y="1"/>
                  </a:lnTo>
                  <a:lnTo>
                    <a:pt x="21" y="1"/>
                  </a:lnTo>
                  <a:lnTo>
                    <a:pt x="21" y="1"/>
                  </a:lnTo>
                  <a:lnTo>
                    <a:pt x="21" y="1"/>
                  </a:lnTo>
                  <a:lnTo>
                    <a:pt x="23" y="0"/>
                  </a:lnTo>
                  <a:lnTo>
                    <a:pt x="23" y="1"/>
                  </a:lnTo>
                  <a:lnTo>
                    <a:pt x="23" y="1"/>
                  </a:lnTo>
                  <a:lnTo>
                    <a:pt x="23" y="1"/>
                  </a:lnTo>
                  <a:lnTo>
                    <a:pt x="23" y="1"/>
                  </a:lnTo>
                  <a:lnTo>
                    <a:pt x="23" y="1"/>
                  </a:lnTo>
                  <a:lnTo>
                    <a:pt x="23" y="1"/>
                  </a:lnTo>
                  <a:lnTo>
                    <a:pt x="23" y="1"/>
                  </a:lnTo>
                  <a:lnTo>
                    <a:pt x="25" y="1"/>
                  </a:lnTo>
                  <a:lnTo>
                    <a:pt x="25" y="1"/>
                  </a:lnTo>
                  <a:lnTo>
                    <a:pt x="25" y="1"/>
                  </a:lnTo>
                  <a:lnTo>
                    <a:pt x="25" y="1"/>
                  </a:lnTo>
                  <a:lnTo>
                    <a:pt x="26" y="1"/>
                  </a:lnTo>
                  <a:lnTo>
                    <a:pt x="26" y="1"/>
                  </a:lnTo>
                  <a:lnTo>
                    <a:pt x="26" y="1"/>
                  </a:lnTo>
                  <a:lnTo>
                    <a:pt x="26" y="1"/>
                  </a:lnTo>
                  <a:lnTo>
                    <a:pt x="28" y="1"/>
                  </a:lnTo>
                  <a:lnTo>
                    <a:pt x="28" y="4"/>
                  </a:lnTo>
                  <a:lnTo>
                    <a:pt x="28" y="4"/>
                  </a:lnTo>
                  <a:lnTo>
                    <a:pt x="28" y="4"/>
                  </a:lnTo>
                  <a:lnTo>
                    <a:pt x="28" y="4"/>
                  </a:lnTo>
                  <a:lnTo>
                    <a:pt x="28" y="6"/>
                  </a:lnTo>
                  <a:lnTo>
                    <a:pt x="28" y="6"/>
                  </a:lnTo>
                  <a:lnTo>
                    <a:pt x="28" y="6"/>
                  </a:lnTo>
                  <a:lnTo>
                    <a:pt x="28" y="6"/>
                  </a:lnTo>
                  <a:lnTo>
                    <a:pt x="28" y="7"/>
                  </a:lnTo>
                  <a:lnTo>
                    <a:pt x="28" y="7"/>
                  </a:lnTo>
                  <a:lnTo>
                    <a:pt x="28" y="7"/>
                  </a:lnTo>
                  <a:lnTo>
                    <a:pt x="28" y="7"/>
                  </a:lnTo>
                  <a:lnTo>
                    <a:pt x="28" y="8"/>
                  </a:lnTo>
                  <a:lnTo>
                    <a:pt x="28" y="8"/>
                  </a:lnTo>
                  <a:lnTo>
                    <a:pt x="28" y="8"/>
                  </a:lnTo>
                  <a:lnTo>
                    <a:pt x="28" y="8"/>
                  </a:lnTo>
                  <a:lnTo>
                    <a:pt x="28" y="10"/>
                  </a:lnTo>
                  <a:lnTo>
                    <a:pt x="28" y="10"/>
                  </a:lnTo>
                  <a:lnTo>
                    <a:pt x="28" y="10"/>
                  </a:lnTo>
                  <a:lnTo>
                    <a:pt x="28" y="10"/>
                  </a:lnTo>
                  <a:lnTo>
                    <a:pt x="28" y="12"/>
                  </a:lnTo>
                  <a:lnTo>
                    <a:pt x="28" y="12"/>
                  </a:lnTo>
                  <a:lnTo>
                    <a:pt x="28" y="12"/>
                  </a:lnTo>
                  <a:lnTo>
                    <a:pt x="30" y="12"/>
                  </a:lnTo>
                  <a:lnTo>
                    <a:pt x="30" y="13"/>
                  </a:lnTo>
                  <a:lnTo>
                    <a:pt x="30" y="13"/>
                  </a:lnTo>
                  <a:lnTo>
                    <a:pt x="30" y="13"/>
                  </a:lnTo>
                  <a:lnTo>
                    <a:pt x="32" y="13"/>
                  </a:lnTo>
                  <a:lnTo>
                    <a:pt x="32" y="13"/>
                  </a:lnTo>
                  <a:lnTo>
                    <a:pt x="33" y="13"/>
                  </a:lnTo>
                  <a:lnTo>
                    <a:pt x="33" y="13"/>
                  </a:lnTo>
                  <a:lnTo>
                    <a:pt x="35" y="13"/>
                  </a:lnTo>
                  <a:lnTo>
                    <a:pt x="35" y="13"/>
                  </a:lnTo>
                  <a:lnTo>
                    <a:pt x="35" y="13"/>
                  </a:lnTo>
                  <a:lnTo>
                    <a:pt x="35" y="13"/>
                  </a:lnTo>
                  <a:lnTo>
                    <a:pt x="35" y="13"/>
                  </a:lnTo>
                  <a:lnTo>
                    <a:pt x="35" y="13"/>
                  </a:lnTo>
                  <a:lnTo>
                    <a:pt x="35" y="13"/>
                  </a:lnTo>
                  <a:lnTo>
                    <a:pt x="35" y="13"/>
                  </a:lnTo>
                  <a:lnTo>
                    <a:pt x="36" y="13"/>
                  </a:lnTo>
                  <a:lnTo>
                    <a:pt x="36" y="13"/>
                  </a:lnTo>
                  <a:lnTo>
                    <a:pt x="36" y="13"/>
                  </a:lnTo>
                  <a:lnTo>
                    <a:pt x="36" y="13"/>
                  </a:lnTo>
                  <a:lnTo>
                    <a:pt x="37" y="13"/>
                  </a:lnTo>
                  <a:lnTo>
                    <a:pt x="37" y="13"/>
                  </a:lnTo>
                  <a:lnTo>
                    <a:pt x="37" y="13"/>
                  </a:lnTo>
                  <a:lnTo>
                    <a:pt x="37" y="13"/>
                  </a:lnTo>
                  <a:lnTo>
                    <a:pt x="39" y="13"/>
                  </a:lnTo>
                  <a:lnTo>
                    <a:pt x="39" y="14"/>
                  </a:lnTo>
                  <a:lnTo>
                    <a:pt x="39" y="14"/>
                  </a:lnTo>
                  <a:lnTo>
                    <a:pt x="39" y="14"/>
                  </a:lnTo>
                  <a:lnTo>
                    <a:pt x="39" y="14"/>
                  </a:lnTo>
                  <a:lnTo>
                    <a:pt x="39" y="14"/>
                  </a:lnTo>
                  <a:lnTo>
                    <a:pt x="39" y="14"/>
                  </a:lnTo>
                  <a:lnTo>
                    <a:pt x="39" y="14"/>
                  </a:lnTo>
                  <a:lnTo>
                    <a:pt x="40" y="14"/>
                  </a:lnTo>
                  <a:lnTo>
                    <a:pt x="40" y="14"/>
                  </a:lnTo>
                  <a:lnTo>
                    <a:pt x="40" y="14"/>
                  </a:lnTo>
                  <a:lnTo>
                    <a:pt x="40" y="14"/>
                  </a:lnTo>
                  <a:lnTo>
                    <a:pt x="40" y="14"/>
                  </a:lnTo>
                  <a:lnTo>
                    <a:pt x="40" y="14"/>
                  </a:lnTo>
                  <a:lnTo>
                    <a:pt x="40" y="14"/>
                  </a:lnTo>
                  <a:lnTo>
                    <a:pt x="40" y="14"/>
                  </a:lnTo>
                  <a:lnTo>
                    <a:pt x="41" y="14"/>
                  </a:lnTo>
                  <a:lnTo>
                    <a:pt x="40" y="16"/>
                  </a:lnTo>
                  <a:lnTo>
                    <a:pt x="40" y="16"/>
                  </a:lnTo>
                  <a:lnTo>
                    <a:pt x="40" y="16"/>
                  </a:lnTo>
                  <a:lnTo>
                    <a:pt x="40" y="16"/>
                  </a:lnTo>
                  <a:lnTo>
                    <a:pt x="38" y="17"/>
                  </a:lnTo>
                  <a:lnTo>
                    <a:pt x="38" y="17"/>
                  </a:lnTo>
                  <a:lnTo>
                    <a:pt x="38" y="17"/>
                  </a:lnTo>
                  <a:lnTo>
                    <a:pt x="38" y="17"/>
                  </a:lnTo>
                  <a:lnTo>
                    <a:pt x="36" y="18"/>
                  </a:lnTo>
                  <a:lnTo>
                    <a:pt x="36" y="18"/>
                  </a:lnTo>
                  <a:lnTo>
                    <a:pt x="36" y="18"/>
                  </a:lnTo>
                  <a:lnTo>
                    <a:pt x="36" y="18"/>
                  </a:lnTo>
                  <a:lnTo>
                    <a:pt x="35" y="18"/>
                  </a:lnTo>
                  <a:lnTo>
                    <a:pt x="35" y="18"/>
                  </a:lnTo>
                  <a:lnTo>
                    <a:pt x="35" y="18"/>
                  </a:lnTo>
                  <a:lnTo>
                    <a:pt x="35" y="18"/>
                  </a:lnTo>
                  <a:lnTo>
                    <a:pt x="34" y="20"/>
                  </a:lnTo>
                  <a:lnTo>
                    <a:pt x="34" y="20"/>
                  </a:lnTo>
                  <a:lnTo>
                    <a:pt x="34" y="22"/>
                  </a:lnTo>
                  <a:lnTo>
                    <a:pt x="34" y="22"/>
                  </a:lnTo>
                  <a:lnTo>
                    <a:pt x="34" y="23"/>
                  </a:lnTo>
                  <a:lnTo>
                    <a:pt x="34" y="23"/>
                  </a:lnTo>
                  <a:lnTo>
                    <a:pt x="34" y="23"/>
                  </a:lnTo>
                  <a:lnTo>
                    <a:pt x="34" y="23"/>
                  </a:lnTo>
                  <a:lnTo>
                    <a:pt x="33" y="26"/>
                  </a:lnTo>
                  <a:lnTo>
                    <a:pt x="33" y="26"/>
                  </a:lnTo>
                  <a:lnTo>
                    <a:pt x="33" y="26"/>
                  </a:lnTo>
                  <a:lnTo>
                    <a:pt x="33" y="26"/>
                  </a:lnTo>
                  <a:lnTo>
                    <a:pt x="32" y="28"/>
                  </a:lnTo>
                  <a:lnTo>
                    <a:pt x="32" y="28"/>
                  </a:lnTo>
                  <a:lnTo>
                    <a:pt x="32" y="28"/>
                  </a:lnTo>
                  <a:lnTo>
                    <a:pt x="32" y="28"/>
                  </a:lnTo>
                  <a:lnTo>
                    <a:pt x="30" y="29"/>
                  </a:lnTo>
                  <a:lnTo>
                    <a:pt x="30" y="29"/>
                  </a:lnTo>
                  <a:lnTo>
                    <a:pt x="30" y="29"/>
                  </a:lnTo>
                  <a:lnTo>
                    <a:pt x="30" y="29"/>
                  </a:lnTo>
                  <a:lnTo>
                    <a:pt x="28" y="30"/>
                  </a:lnTo>
                  <a:lnTo>
                    <a:pt x="28" y="30"/>
                  </a:lnTo>
                  <a:lnTo>
                    <a:pt x="28" y="30"/>
                  </a:lnTo>
                  <a:lnTo>
                    <a:pt x="28" y="30"/>
                  </a:lnTo>
                  <a:lnTo>
                    <a:pt x="26" y="33"/>
                  </a:lnTo>
                  <a:lnTo>
                    <a:pt x="26" y="33"/>
                  </a:lnTo>
                  <a:lnTo>
                    <a:pt x="26" y="33"/>
                  </a:lnTo>
                  <a:lnTo>
                    <a:pt x="26" y="33"/>
                  </a:lnTo>
                  <a:lnTo>
                    <a:pt x="26" y="33"/>
                  </a:lnTo>
                  <a:lnTo>
                    <a:pt x="26" y="33"/>
                  </a:lnTo>
                  <a:lnTo>
                    <a:pt x="26" y="33"/>
                  </a:lnTo>
                  <a:lnTo>
                    <a:pt x="26" y="33"/>
                  </a:lnTo>
                  <a:lnTo>
                    <a:pt x="24" y="33"/>
                  </a:lnTo>
                  <a:lnTo>
                    <a:pt x="24" y="33"/>
                  </a:lnTo>
                  <a:lnTo>
                    <a:pt x="24" y="33"/>
                  </a:lnTo>
                  <a:lnTo>
                    <a:pt x="24" y="33"/>
                  </a:lnTo>
                  <a:lnTo>
                    <a:pt x="24" y="33"/>
                  </a:lnTo>
                  <a:lnTo>
                    <a:pt x="24" y="33"/>
                  </a:lnTo>
                  <a:lnTo>
                    <a:pt x="24" y="33"/>
                  </a:lnTo>
                  <a:lnTo>
                    <a:pt x="24" y="31"/>
                  </a:lnTo>
                  <a:lnTo>
                    <a:pt x="23" y="31"/>
                  </a:lnTo>
                  <a:lnTo>
                    <a:pt x="23" y="31"/>
                  </a:lnTo>
                  <a:lnTo>
                    <a:pt x="23" y="31"/>
                  </a:lnTo>
                  <a:lnTo>
                    <a:pt x="23" y="29"/>
                  </a:lnTo>
                  <a:lnTo>
                    <a:pt x="23" y="29"/>
                  </a:lnTo>
                  <a:lnTo>
                    <a:pt x="23" y="29"/>
                  </a:lnTo>
                  <a:lnTo>
                    <a:pt x="23" y="29"/>
                  </a:lnTo>
                  <a:lnTo>
                    <a:pt x="23" y="28"/>
                  </a:lnTo>
                  <a:lnTo>
                    <a:pt x="21" y="28"/>
                  </a:lnTo>
                  <a:lnTo>
                    <a:pt x="21" y="28"/>
                  </a:lnTo>
                  <a:lnTo>
                    <a:pt x="21" y="28"/>
                  </a:lnTo>
                  <a:lnTo>
                    <a:pt x="21" y="28"/>
                  </a:lnTo>
                  <a:lnTo>
                    <a:pt x="19" y="28"/>
                  </a:lnTo>
                  <a:lnTo>
                    <a:pt x="19" y="28"/>
                  </a:lnTo>
                  <a:lnTo>
                    <a:pt x="19" y="28"/>
                  </a:lnTo>
                  <a:lnTo>
                    <a:pt x="19" y="28"/>
                  </a:lnTo>
                  <a:lnTo>
                    <a:pt x="17" y="28"/>
                  </a:lnTo>
                  <a:lnTo>
                    <a:pt x="17" y="28"/>
                  </a:lnTo>
                  <a:lnTo>
                    <a:pt x="17" y="28"/>
                  </a:lnTo>
                  <a:lnTo>
                    <a:pt x="17" y="28"/>
                  </a:lnTo>
                  <a:lnTo>
                    <a:pt x="16" y="28"/>
                  </a:lnTo>
                  <a:lnTo>
                    <a:pt x="16" y="28"/>
                  </a:lnTo>
                  <a:lnTo>
                    <a:pt x="16" y="28"/>
                  </a:lnTo>
                  <a:lnTo>
                    <a:pt x="16" y="28"/>
                  </a:lnTo>
                  <a:lnTo>
                    <a:pt x="14" y="28"/>
                  </a:lnTo>
                  <a:lnTo>
                    <a:pt x="14" y="28"/>
                  </a:lnTo>
                  <a:lnTo>
                    <a:pt x="14" y="28"/>
                  </a:lnTo>
                  <a:lnTo>
                    <a:pt x="14" y="28"/>
                  </a:lnTo>
                  <a:lnTo>
                    <a:pt x="14" y="28"/>
                  </a:lnTo>
                  <a:lnTo>
                    <a:pt x="14" y="28"/>
                  </a:lnTo>
                  <a:lnTo>
                    <a:pt x="14" y="28"/>
                  </a:lnTo>
                  <a:lnTo>
                    <a:pt x="14" y="28"/>
                  </a:lnTo>
                  <a:lnTo>
                    <a:pt x="14" y="28"/>
                  </a:lnTo>
                  <a:lnTo>
                    <a:pt x="14" y="28"/>
                  </a:lnTo>
                  <a:lnTo>
                    <a:pt x="14" y="28"/>
                  </a:lnTo>
                  <a:lnTo>
                    <a:pt x="14" y="28"/>
                  </a:lnTo>
                  <a:lnTo>
                    <a:pt x="14" y="28"/>
                  </a:lnTo>
                  <a:lnTo>
                    <a:pt x="14" y="28"/>
                  </a:lnTo>
                  <a:lnTo>
                    <a:pt x="14" y="28"/>
                  </a:lnTo>
                  <a:lnTo>
                    <a:pt x="14" y="27"/>
                  </a:lnTo>
                  <a:lnTo>
                    <a:pt x="13" y="27"/>
                  </a:lnTo>
                  <a:lnTo>
                    <a:pt x="13" y="27"/>
                  </a:lnTo>
                  <a:lnTo>
                    <a:pt x="13" y="27"/>
                  </a:lnTo>
                  <a:lnTo>
                    <a:pt x="13" y="25"/>
                  </a:lnTo>
                  <a:lnTo>
                    <a:pt x="13" y="25"/>
                  </a:lnTo>
                  <a:lnTo>
                    <a:pt x="13" y="23"/>
                  </a:lnTo>
                  <a:lnTo>
                    <a:pt x="13" y="23"/>
                  </a:lnTo>
                  <a:lnTo>
                    <a:pt x="14" y="22"/>
                  </a:lnTo>
                  <a:lnTo>
                    <a:pt x="14" y="22"/>
                  </a:lnTo>
                  <a:lnTo>
                    <a:pt x="14" y="21"/>
                  </a:lnTo>
                  <a:lnTo>
                    <a:pt x="14" y="21"/>
                  </a:lnTo>
                  <a:lnTo>
                    <a:pt x="14" y="19"/>
                  </a:lnTo>
                  <a:lnTo>
                    <a:pt x="14" y="19"/>
                  </a:lnTo>
                  <a:lnTo>
                    <a:pt x="14" y="18"/>
                  </a:lnTo>
                  <a:lnTo>
                    <a:pt x="14" y="18"/>
                  </a:lnTo>
                  <a:lnTo>
                    <a:pt x="14" y="16"/>
                  </a:lnTo>
                  <a:lnTo>
                    <a:pt x="13" y="16"/>
                  </a:lnTo>
                  <a:lnTo>
                    <a:pt x="13" y="16"/>
                  </a:lnTo>
                  <a:lnTo>
                    <a:pt x="13" y="16"/>
                  </a:lnTo>
                  <a:lnTo>
                    <a:pt x="13" y="16"/>
                  </a:lnTo>
                  <a:lnTo>
                    <a:pt x="11" y="16"/>
                  </a:lnTo>
                  <a:lnTo>
                    <a:pt x="11" y="16"/>
                  </a:lnTo>
                  <a:lnTo>
                    <a:pt x="11" y="16"/>
                  </a:lnTo>
                  <a:lnTo>
                    <a:pt x="11" y="16"/>
                  </a:lnTo>
                  <a:lnTo>
                    <a:pt x="9" y="18"/>
                  </a:lnTo>
                  <a:lnTo>
                    <a:pt x="9" y="18"/>
                  </a:lnTo>
                  <a:lnTo>
                    <a:pt x="9" y="18"/>
                  </a:lnTo>
                  <a:lnTo>
                    <a:pt x="9" y="18"/>
                  </a:lnTo>
                  <a:lnTo>
                    <a:pt x="8" y="18"/>
                  </a:lnTo>
                  <a:lnTo>
                    <a:pt x="8" y="18"/>
                  </a:lnTo>
                  <a:lnTo>
                    <a:pt x="8" y="18"/>
                  </a:lnTo>
                  <a:lnTo>
                    <a:pt x="8" y="18"/>
                  </a:lnTo>
                  <a:lnTo>
                    <a:pt x="7" y="18"/>
                  </a:lnTo>
                  <a:lnTo>
                    <a:pt x="7" y="18"/>
                  </a:lnTo>
                  <a:lnTo>
                    <a:pt x="7" y="18"/>
                  </a:lnTo>
                  <a:lnTo>
                    <a:pt x="7" y="18"/>
                  </a:lnTo>
                  <a:lnTo>
                    <a:pt x="7" y="18"/>
                  </a:lnTo>
                  <a:lnTo>
                    <a:pt x="7" y="18"/>
                  </a:lnTo>
                  <a:lnTo>
                    <a:pt x="7" y="18"/>
                  </a:lnTo>
                  <a:lnTo>
                    <a:pt x="7" y="18"/>
                  </a:lnTo>
                  <a:lnTo>
                    <a:pt x="5" y="18"/>
                  </a:lnTo>
                  <a:lnTo>
                    <a:pt x="5" y="18"/>
                  </a:lnTo>
                  <a:lnTo>
                    <a:pt x="5" y="18"/>
                  </a:lnTo>
                  <a:lnTo>
                    <a:pt x="5" y="18"/>
                  </a:lnTo>
                  <a:lnTo>
                    <a:pt x="5" y="18"/>
                  </a:lnTo>
                  <a:lnTo>
                    <a:pt x="5" y="18"/>
                  </a:lnTo>
                  <a:lnTo>
                    <a:pt x="5" y="18"/>
                  </a:lnTo>
                  <a:lnTo>
                    <a:pt x="5" y="18"/>
                  </a:lnTo>
                  <a:lnTo>
                    <a:pt x="4" y="18"/>
                  </a:lnTo>
                  <a:lnTo>
                    <a:pt x="4" y="18"/>
                  </a:lnTo>
                  <a:lnTo>
                    <a:pt x="4" y="18"/>
                  </a:lnTo>
                  <a:lnTo>
                    <a:pt x="4" y="18"/>
                  </a:lnTo>
                  <a:lnTo>
                    <a:pt x="2" y="18"/>
                  </a:lnTo>
                  <a:lnTo>
                    <a:pt x="2" y="18"/>
                  </a:lnTo>
                  <a:lnTo>
                    <a:pt x="2" y="18"/>
                  </a:lnTo>
                  <a:lnTo>
                    <a:pt x="2"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6"/>
                  </a:lnTo>
                  <a:lnTo>
                    <a:pt x="0" y="16"/>
                  </a:lnTo>
                  <a:lnTo>
                    <a:pt x="0" y="16"/>
                  </a:lnTo>
                  <a:lnTo>
                    <a:pt x="0" y="16"/>
                  </a:lnTo>
                  <a:lnTo>
                    <a:pt x="0" y="16"/>
                  </a:lnTo>
                  <a:lnTo>
                    <a:pt x="0" y="16"/>
                  </a:lnTo>
                  <a:lnTo>
                    <a:pt x="0" y="16"/>
                  </a:lnTo>
                  <a:lnTo>
                    <a:pt x="0" y="16"/>
                  </a:lnTo>
                  <a:lnTo>
                    <a:pt x="0" y="14"/>
                  </a:lnTo>
                  <a:lnTo>
                    <a:pt x="0" y="14"/>
                  </a:lnTo>
                </a:path>
              </a:pathLst>
            </a:custGeom>
            <a:solidFill>
              <a:srgbClr val="a1009f"/>
            </a:solidFill>
            <a:ln w="18360">
              <a:solidFill>
                <a:srgbClr val="000000"/>
              </a:solidFill>
              <a:round/>
            </a:ln>
          </p:spPr>
          <p:style>
            <a:lnRef idx="0"/>
            <a:fillRef idx="0"/>
            <a:effectRef idx="0"/>
            <a:fontRef idx="minor"/>
          </p:style>
          <p:txBody>
            <a:bodyPr lIns="90000" rIns="90000" tIns="6840" bIns="6840" anchor="t">
              <a:noAutofit/>
            </a:bodyPr>
            <a:p>
              <a:endParaRPr b="0" lang="en-IN" sz="2400" strike="noStrike" u="none">
                <a:solidFill>
                  <a:srgbClr val="ffffff"/>
                </a:solidFill>
                <a:effectLst/>
                <a:uFillTx/>
                <a:latin typeface="Times New Roman"/>
              </a:endParaRPr>
            </a:p>
          </p:txBody>
        </p:sp>
        <p:sp>
          <p:nvSpPr>
            <p:cNvPr id="769" name=""/>
            <p:cNvSpPr/>
            <p:nvPr/>
          </p:nvSpPr>
          <p:spPr>
            <a:xfrm>
              <a:off x="7388280" y="7323120"/>
              <a:ext cx="22320" cy="20520"/>
            </a:xfrm>
            <a:custGeom>
              <a:avLst/>
              <a:gdLst/>
              <a:ahLst/>
              <a:rect l="l" t="t" r="r" b="b"/>
              <a:pathLst>
                <a:path w="14" h="13">
                  <a:moveTo>
                    <a:pt x="0" y="0"/>
                  </a:move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1" y="0"/>
                  </a:lnTo>
                  <a:lnTo>
                    <a:pt x="1" y="1"/>
                  </a:lnTo>
                  <a:lnTo>
                    <a:pt x="1" y="1"/>
                  </a:lnTo>
                  <a:lnTo>
                    <a:pt x="1" y="1"/>
                  </a:lnTo>
                  <a:lnTo>
                    <a:pt x="3" y="1"/>
                  </a:lnTo>
                  <a:lnTo>
                    <a:pt x="3" y="1"/>
                  </a:lnTo>
                  <a:lnTo>
                    <a:pt x="4" y="1"/>
                  </a:lnTo>
                  <a:lnTo>
                    <a:pt x="4" y="1"/>
                  </a:lnTo>
                  <a:lnTo>
                    <a:pt x="6" y="1"/>
                  </a:lnTo>
                  <a:lnTo>
                    <a:pt x="6" y="1"/>
                  </a:lnTo>
                  <a:lnTo>
                    <a:pt x="6" y="1"/>
                  </a:lnTo>
                  <a:lnTo>
                    <a:pt x="6" y="1"/>
                  </a:lnTo>
                  <a:lnTo>
                    <a:pt x="8" y="1"/>
                  </a:lnTo>
                  <a:lnTo>
                    <a:pt x="8" y="1"/>
                  </a:lnTo>
                  <a:lnTo>
                    <a:pt x="8" y="1"/>
                  </a:lnTo>
                  <a:lnTo>
                    <a:pt x="8" y="1"/>
                  </a:lnTo>
                  <a:lnTo>
                    <a:pt x="10" y="1"/>
                  </a:lnTo>
                  <a:lnTo>
                    <a:pt x="10" y="2"/>
                  </a:lnTo>
                  <a:lnTo>
                    <a:pt x="10" y="2"/>
                  </a:lnTo>
                  <a:lnTo>
                    <a:pt x="10" y="2"/>
                  </a:lnTo>
                  <a:lnTo>
                    <a:pt x="10" y="2"/>
                  </a:lnTo>
                  <a:lnTo>
                    <a:pt x="10" y="2"/>
                  </a:lnTo>
                  <a:lnTo>
                    <a:pt x="10" y="2"/>
                  </a:lnTo>
                  <a:lnTo>
                    <a:pt x="10" y="2"/>
                  </a:lnTo>
                  <a:lnTo>
                    <a:pt x="11" y="2"/>
                  </a:lnTo>
                  <a:lnTo>
                    <a:pt x="11" y="3"/>
                  </a:lnTo>
                  <a:lnTo>
                    <a:pt x="11" y="3"/>
                  </a:lnTo>
                  <a:lnTo>
                    <a:pt x="11" y="3"/>
                  </a:lnTo>
                  <a:lnTo>
                    <a:pt x="11" y="3"/>
                  </a:lnTo>
                  <a:lnTo>
                    <a:pt x="11" y="3"/>
                  </a:lnTo>
                  <a:lnTo>
                    <a:pt x="11" y="3"/>
                  </a:lnTo>
                  <a:lnTo>
                    <a:pt x="11" y="3"/>
                  </a:lnTo>
                  <a:lnTo>
                    <a:pt x="13" y="3"/>
                  </a:lnTo>
                  <a:lnTo>
                    <a:pt x="11" y="5"/>
                  </a:lnTo>
                  <a:lnTo>
                    <a:pt x="11" y="5"/>
                  </a:lnTo>
                  <a:lnTo>
                    <a:pt x="11" y="7"/>
                  </a:lnTo>
                  <a:lnTo>
                    <a:pt x="11" y="7"/>
                  </a:lnTo>
                  <a:lnTo>
                    <a:pt x="10" y="9"/>
                  </a:lnTo>
                  <a:lnTo>
                    <a:pt x="10" y="9"/>
                  </a:lnTo>
                  <a:lnTo>
                    <a:pt x="10" y="9"/>
                  </a:lnTo>
                  <a:lnTo>
                    <a:pt x="10" y="9"/>
                  </a:lnTo>
                  <a:lnTo>
                    <a:pt x="8" y="11"/>
                  </a:lnTo>
                  <a:lnTo>
                    <a:pt x="8" y="11"/>
                  </a:lnTo>
                  <a:lnTo>
                    <a:pt x="8" y="11"/>
                  </a:lnTo>
                  <a:lnTo>
                    <a:pt x="8" y="11"/>
                  </a:lnTo>
                  <a:lnTo>
                    <a:pt x="7" y="12"/>
                  </a:lnTo>
                  <a:lnTo>
                    <a:pt x="7" y="12"/>
                  </a:lnTo>
                  <a:lnTo>
                    <a:pt x="7" y="12"/>
                  </a:lnTo>
                  <a:lnTo>
                    <a:pt x="7" y="12"/>
                  </a:lnTo>
                  <a:lnTo>
                    <a:pt x="5" y="12"/>
                  </a:lnTo>
                  <a:lnTo>
                    <a:pt x="5" y="12"/>
                  </a:lnTo>
                  <a:lnTo>
                    <a:pt x="4" y="12"/>
                  </a:lnTo>
                  <a:lnTo>
                    <a:pt x="4" y="12"/>
                  </a:lnTo>
                  <a:lnTo>
                    <a:pt x="2" y="12"/>
                  </a:lnTo>
                  <a:lnTo>
                    <a:pt x="2" y="12"/>
                  </a:lnTo>
                  <a:lnTo>
                    <a:pt x="2" y="12"/>
                  </a:lnTo>
                  <a:lnTo>
                    <a:pt x="2" y="11"/>
                  </a:lnTo>
                  <a:lnTo>
                    <a:pt x="0" y="11"/>
                  </a:lnTo>
                  <a:lnTo>
                    <a:pt x="0" y="11"/>
                  </a:lnTo>
                  <a:lnTo>
                    <a:pt x="0" y="11"/>
                  </a:lnTo>
                  <a:lnTo>
                    <a:pt x="0" y="11"/>
                  </a:lnTo>
                  <a:lnTo>
                    <a:pt x="0" y="11"/>
                  </a:lnTo>
                  <a:lnTo>
                    <a:pt x="0" y="11"/>
                  </a:lnTo>
                  <a:lnTo>
                    <a:pt x="0" y="11"/>
                  </a:lnTo>
                  <a:lnTo>
                    <a:pt x="0" y="10"/>
                  </a:lnTo>
                  <a:lnTo>
                    <a:pt x="0" y="10"/>
                  </a:lnTo>
                  <a:lnTo>
                    <a:pt x="0" y="10"/>
                  </a:lnTo>
                  <a:lnTo>
                    <a:pt x="0" y="10"/>
                  </a:lnTo>
                  <a:lnTo>
                    <a:pt x="0" y="10"/>
                  </a:lnTo>
                  <a:lnTo>
                    <a:pt x="0" y="10"/>
                  </a:lnTo>
                  <a:lnTo>
                    <a:pt x="0" y="10"/>
                  </a:lnTo>
                  <a:lnTo>
                    <a:pt x="0" y="10"/>
                  </a:lnTo>
                  <a:lnTo>
                    <a:pt x="0" y="9"/>
                  </a:lnTo>
                  <a:lnTo>
                    <a:pt x="0" y="9"/>
                  </a:lnTo>
                  <a:lnTo>
                    <a:pt x="0" y="9"/>
                  </a:lnTo>
                  <a:lnTo>
                    <a:pt x="0" y="9"/>
                  </a:lnTo>
                  <a:lnTo>
                    <a:pt x="0" y="7"/>
                  </a:lnTo>
                  <a:lnTo>
                    <a:pt x="0" y="7"/>
                  </a:lnTo>
                  <a:lnTo>
                    <a:pt x="0" y="7"/>
                  </a:lnTo>
                  <a:lnTo>
                    <a:pt x="0" y="7"/>
                  </a:lnTo>
                  <a:lnTo>
                    <a:pt x="0" y="6"/>
                  </a:lnTo>
                  <a:lnTo>
                    <a:pt x="0" y="6"/>
                  </a:lnTo>
                  <a:lnTo>
                    <a:pt x="0" y="6"/>
                  </a:lnTo>
                  <a:lnTo>
                    <a:pt x="0" y="6"/>
                  </a:lnTo>
                  <a:lnTo>
                    <a:pt x="0" y="5"/>
                  </a:lnTo>
                  <a:lnTo>
                    <a:pt x="0" y="5"/>
                  </a:lnTo>
                  <a:lnTo>
                    <a:pt x="0" y="5"/>
                  </a:lnTo>
                  <a:lnTo>
                    <a:pt x="0" y="5"/>
                  </a:lnTo>
                  <a:lnTo>
                    <a:pt x="0" y="3"/>
                  </a:lnTo>
                  <a:lnTo>
                    <a:pt x="0" y="3"/>
                  </a:lnTo>
                  <a:lnTo>
                    <a:pt x="0" y="3"/>
                  </a:lnTo>
                  <a:lnTo>
                    <a:pt x="0" y="3"/>
                  </a:lnTo>
                  <a:lnTo>
                    <a:pt x="0" y="2"/>
                  </a:lnTo>
                  <a:lnTo>
                    <a:pt x="0" y="2"/>
                  </a:lnTo>
                  <a:lnTo>
                    <a:pt x="0" y="2"/>
                  </a:lnTo>
                  <a:lnTo>
                    <a:pt x="0" y="2"/>
                  </a:lnTo>
                  <a:lnTo>
                    <a:pt x="0" y="0"/>
                  </a:lnTo>
                  <a:lnTo>
                    <a:pt x="0" y="0"/>
                  </a:lnTo>
                </a:path>
              </a:pathLst>
            </a:custGeom>
            <a:solidFill>
              <a:srgbClr val="a1009f"/>
            </a:solidFill>
            <a:ln w="18360">
              <a:solidFill>
                <a:srgbClr val="000000"/>
              </a:solidFill>
              <a:round/>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770" name=""/>
            <p:cNvSpPr/>
            <p:nvPr/>
          </p:nvSpPr>
          <p:spPr>
            <a:xfrm>
              <a:off x="7535880" y="7269120"/>
              <a:ext cx="31680" cy="23760"/>
            </a:xfrm>
            <a:custGeom>
              <a:avLst/>
              <a:gdLst/>
              <a:ahLst/>
              <a:rect l="l" t="t" r="r" b="b"/>
              <a:pathLst>
                <a:path w="20" h="15">
                  <a:moveTo>
                    <a:pt x="0" y="1"/>
                  </a:moveTo>
                  <a:lnTo>
                    <a:pt x="0" y="1"/>
                  </a:lnTo>
                  <a:lnTo>
                    <a:pt x="0" y="1"/>
                  </a:lnTo>
                  <a:lnTo>
                    <a:pt x="0" y="1"/>
                  </a:lnTo>
                  <a:lnTo>
                    <a:pt x="0" y="1"/>
                  </a:lnTo>
                  <a:lnTo>
                    <a:pt x="0" y="1"/>
                  </a:lnTo>
                  <a:lnTo>
                    <a:pt x="0" y="1"/>
                  </a:lnTo>
                  <a:lnTo>
                    <a:pt x="0" y="1"/>
                  </a:lnTo>
                  <a:lnTo>
                    <a:pt x="1" y="1"/>
                  </a:lnTo>
                  <a:lnTo>
                    <a:pt x="1" y="1"/>
                  </a:lnTo>
                  <a:lnTo>
                    <a:pt x="1" y="1"/>
                  </a:lnTo>
                  <a:lnTo>
                    <a:pt x="1" y="1"/>
                  </a:lnTo>
                  <a:lnTo>
                    <a:pt x="1" y="1"/>
                  </a:lnTo>
                  <a:lnTo>
                    <a:pt x="1" y="1"/>
                  </a:lnTo>
                  <a:lnTo>
                    <a:pt x="1" y="1"/>
                  </a:lnTo>
                  <a:lnTo>
                    <a:pt x="1" y="1"/>
                  </a:lnTo>
                  <a:lnTo>
                    <a:pt x="3" y="1"/>
                  </a:lnTo>
                  <a:lnTo>
                    <a:pt x="3" y="1"/>
                  </a:lnTo>
                  <a:lnTo>
                    <a:pt x="4" y="1"/>
                  </a:lnTo>
                  <a:lnTo>
                    <a:pt x="4" y="1"/>
                  </a:lnTo>
                  <a:lnTo>
                    <a:pt x="5" y="1"/>
                  </a:lnTo>
                  <a:lnTo>
                    <a:pt x="5" y="1"/>
                  </a:lnTo>
                  <a:lnTo>
                    <a:pt x="7" y="1"/>
                  </a:lnTo>
                  <a:lnTo>
                    <a:pt x="7" y="1"/>
                  </a:lnTo>
                  <a:lnTo>
                    <a:pt x="10" y="0"/>
                  </a:lnTo>
                  <a:lnTo>
                    <a:pt x="10" y="2"/>
                  </a:lnTo>
                  <a:lnTo>
                    <a:pt x="11" y="2"/>
                  </a:lnTo>
                  <a:lnTo>
                    <a:pt x="11" y="2"/>
                  </a:lnTo>
                  <a:lnTo>
                    <a:pt x="13" y="2"/>
                  </a:lnTo>
                  <a:lnTo>
                    <a:pt x="13" y="2"/>
                  </a:lnTo>
                  <a:lnTo>
                    <a:pt x="15" y="2"/>
                  </a:lnTo>
                  <a:lnTo>
                    <a:pt x="15" y="2"/>
                  </a:lnTo>
                  <a:lnTo>
                    <a:pt x="17" y="2"/>
                  </a:lnTo>
                  <a:lnTo>
                    <a:pt x="17" y="5"/>
                  </a:lnTo>
                  <a:lnTo>
                    <a:pt x="17" y="5"/>
                  </a:lnTo>
                  <a:lnTo>
                    <a:pt x="17" y="5"/>
                  </a:lnTo>
                  <a:lnTo>
                    <a:pt x="17" y="5"/>
                  </a:lnTo>
                  <a:lnTo>
                    <a:pt x="17" y="7"/>
                  </a:lnTo>
                  <a:lnTo>
                    <a:pt x="17" y="7"/>
                  </a:lnTo>
                  <a:lnTo>
                    <a:pt x="17" y="7"/>
                  </a:lnTo>
                  <a:lnTo>
                    <a:pt x="18" y="7"/>
                  </a:lnTo>
                  <a:lnTo>
                    <a:pt x="18" y="8"/>
                  </a:lnTo>
                  <a:lnTo>
                    <a:pt x="18" y="8"/>
                  </a:lnTo>
                  <a:lnTo>
                    <a:pt x="18" y="8"/>
                  </a:lnTo>
                  <a:lnTo>
                    <a:pt x="18" y="8"/>
                  </a:lnTo>
                  <a:lnTo>
                    <a:pt x="18" y="8"/>
                  </a:lnTo>
                  <a:lnTo>
                    <a:pt x="18" y="8"/>
                  </a:lnTo>
                  <a:lnTo>
                    <a:pt x="18" y="8"/>
                  </a:lnTo>
                  <a:lnTo>
                    <a:pt x="19" y="8"/>
                  </a:lnTo>
                  <a:lnTo>
                    <a:pt x="17" y="9"/>
                  </a:lnTo>
                  <a:lnTo>
                    <a:pt x="17" y="9"/>
                  </a:lnTo>
                  <a:lnTo>
                    <a:pt x="17" y="9"/>
                  </a:lnTo>
                  <a:lnTo>
                    <a:pt x="17" y="9"/>
                  </a:lnTo>
                  <a:lnTo>
                    <a:pt x="17" y="12"/>
                  </a:lnTo>
                  <a:lnTo>
                    <a:pt x="17" y="12"/>
                  </a:lnTo>
                  <a:lnTo>
                    <a:pt x="17" y="12"/>
                  </a:lnTo>
                  <a:lnTo>
                    <a:pt x="17" y="12"/>
                  </a:lnTo>
                  <a:lnTo>
                    <a:pt x="15" y="14"/>
                  </a:lnTo>
                  <a:lnTo>
                    <a:pt x="15" y="14"/>
                  </a:lnTo>
                  <a:lnTo>
                    <a:pt x="15" y="14"/>
                  </a:lnTo>
                  <a:lnTo>
                    <a:pt x="15" y="14"/>
                  </a:lnTo>
                  <a:lnTo>
                    <a:pt x="15" y="14"/>
                  </a:lnTo>
                  <a:lnTo>
                    <a:pt x="15" y="14"/>
                  </a:lnTo>
                  <a:lnTo>
                    <a:pt x="15" y="14"/>
                  </a:lnTo>
                  <a:lnTo>
                    <a:pt x="15" y="14"/>
                  </a:lnTo>
                  <a:lnTo>
                    <a:pt x="13" y="14"/>
                  </a:lnTo>
                  <a:lnTo>
                    <a:pt x="13" y="14"/>
                  </a:lnTo>
                  <a:lnTo>
                    <a:pt x="13" y="14"/>
                  </a:lnTo>
                  <a:lnTo>
                    <a:pt x="13" y="14"/>
                  </a:lnTo>
                  <a:lnTo>
                    <a:pt x="13" y="14"/>
                  </a:lnTo>
                  <a:lnTo>
                    <a:pt x="13" y="14"/>
                  </a:lnTo>
                  <a:lnTo>
                    <a:pt x="13" y="14"/>
                  </a:lnTo>
                  <a:lnTo>
                    <a:pt x="13" y="12"/>
                  </a:lnTo>
                  <a:lnTo>
                    <a:pt x="12" y="12"/>
                  </a:lnTo>
                  <a:lnTo>
                    <a:pt x="12" y="12"/>
                  </a:lnTo>
                  <a:lnTo>
                    <a:pt x="12" y="12"/>
                  </a:lnTo>
                  <a:lnTo>
                    <a:pt x="12" y="9"/>
                  </a:lnTo>
                  <a:lnTo>
                    <a:pt x="12" y="9"/>
                  </a:lnTo>
                  <a:lnTo>
                    <a:pt x="12" y="9"/>
                  </a:lnTo>
                  <a:lnTo>
                    <a:pt x="12" y="9"/>
                  </a:lnTo>
                  <a:lnTo>
                    <a:pt x="12" y="8"/>
                  </a:lnTo>
                  <a:lnTo>
                    <a:pt x="10" y="8"/>
                  </a:lnTo>
                  <a:lnTo>
                    <a:pt x="10" y="8"/>
                  </a:lnTo>
                  <a:lnTo>
                    <a:pt x="10" y="8"/>
                  </a:lnTo>
                  <a:lnTo>
                    <a:pt x="10" y="8"/>
                  </a:lnTo>
                  <a:lnTo>
                    <a:pt x="7" y="8"/>
                  </a:lnTo>
                  <a:lnTo>
                    <a:pt x="7" y="8"/>
                  </a:lnTo>
                  <a:lnTo>
                    <a:pt x="7" y="8"/>
                  </a:lnTo>
                  <a:lnTo>
                    <a:pt x="7" y="8"/>
                  </a:lnTo>
                  <a:lnTo>
                    <a:pt x="5" y="8"/>
                  </a:lnTo>
                  <a:lnTo>
                    <a:pt x="5" y="8"/>
                  </a:lnTo>
                  <a:lnTo>
                    <a:pt x="5" y="8"/>
                  </a:lnTo>
                  <a:lnTo>
                    <a:pt x="5" y="8"/>
                  </a:lnTo>
                  <a:lnTo>
                    <a:pt x="5" y="8"/>
                  </a:lnTo>
                  <a:lnTo>
                    <a:pt x="5" y="8"/>
                  </a:lnTo>
                  <a:lnTo>
                    <a:pt x="5" y="8"/>
                  </a:lnTo>
                  <a:lnTo>
                    <a:pt x="5" y="7"/>
                  </a:lnTo>
                  <a:lnTo>
                    <a:pt x="4" y="7"/>
                  </a:lnTo>
                  <a:lnTo>
                    <a:pt x="4" y="7"/>
                  </a:lnTo>
                  <a:lnTo>
                    <a:pt x="4" y="7"/>
                  </a:lnTo>
                  <a:lnTo>
                    <a:pt x="4" y="7"/>
                  </a:lnTo>
                  <a:lnTo>
                    <a:pt x="3" y="7"/>
                  </a:lnTo>
                  <a:lnTo>
                    <a:pt x="3" y="7"/>
                  </a:lnTo>
                  <a:lnTo>
                    <a:pt x="3" y="7"/>
                  </a:lnTo>
                  <a:lnTo>
                    <a:pt x="3"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5"/>
                  </a:lnTo>
                  <a:lnTo>
                    <a:pt x="0" y="5"/>
                  </a:lnTo>
                  <a:lnTo>
                    <a:pt x="0" y="5"/>
                  </a:lnTo>
                  <a:lnTo>
                    <a:pt x="0" y="5"/>
                  </a:lnTo>
                  <a:lnTo>
                    <a:pt x="0" y="3"/>
                  </a:lnTo>
                  <a:lnTo>
                    <a:pt x="0" y="3"/>
                  </a:lnTo>
                  <a:lnTo>
                    <a:pt x="0" y="3"/>
                  </a:lnTo>
                  <a:lnTo>
                    <a:pt x="0" y="3"/>
                  </a:lnTo>
                  <a:lnTo>
                    <a:pt x="0" y="1"/>
                  </a:lnTo>
                  <a:lnTo>
                    <a:pt x="0" y="1"/>
                  </a:lnTo>
                </a:path>
              </a:pathLst>
            </a:custGeom>
            <a:solidFill>
              <a:srgbClr val="a1009f"/>
            </a:solidFill>
            <a:ln w="18360">
              <a:solidFill>
                <a:srgbClr val="000000"/>
              </a:solidFill>
              <a:round/>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771" name=""/>
            <p:cNvSpPr/>
            <p:nvPr/>
          </p:nvSpPr>
          <p:spPr>
            <a:xfrm>
              <a:off x="6786720" y="7016760"/>
              <a:ext cx="228600" cy="366840"/>
            </a:xfrm>
            <a:custGeom>
              <a:avLst/>
              <a:gdLst/>
              <a:ahLst/>
              <a:rect l="l" t="t" r="r" b="b"/>
              <a:pathLst>
                <a:path w="144" h="231">
                  <a:moveTo>
                    <a:pt x="57" y="223"/>
                  </a:moveTo>
                  <a:lnTo>
                    <a:pt x="55" y="224"/>
                  </a:lnTo>
                  <a:lnTo>
                    <a:pt x="55" y="224"/>
                  </a:lnTo>
                  <a:lnTo>
                    <a:pt x="55" y="224"/>
                  </a:lnTo>
                  <a:lnTo>
                    <a:pt x="55" y="224"/>
                  </a:lnTo>
                  <a:lnTo>
                    <a:pt x="53" y="226"/>
                  </a:lnTo>
                  <a:lnTo>
                    <a:pt x="53" y="226"/>
                  </a:lnTo>
                  <a:lnTo>
                    <a:pt x="52" y="226"/>
                  </a:lnTo>
                  <a:lnTo>
                    <a:pt x="52" y="226"/>
                  </a:lnTo>
                  <a:lnTo>
                    <a:pt x="50" y="227"/>
                  </a:lnTo>
                  <a:lnTo>
                    <a:pt x="50" y="227"/>
                  </a:lnTo>
                  <a:lnTo>
                    <a:pt x="47" y="227"/>
                  </a:lnTo>
                  <a:lnTo>
                    <a:pt x="47" y="227"/>
                  </a:lnTo>
                  <a:lnTo>
                    <a:pt x="46" y="228"/>
                  </a:lnTo>
                  <a:lnTo>
                    <a:pt x="46" y="228"/>
                  </a:lnTo>
                  <a:lnTo>
                    <a:pt x="45" y="228"/>
                  </a:lnTo>
                  <a:lnTo>
                    <a:pt x="45" y="228"/>
                  </a:lnTo>
                  <a:lnTo>
                    <a:pt x="43" y="230"/>
                  </a:lnTo>
                  <a:lnTo>
                    <a:pt x="43" y="230"/>
                  </a:lnTo>
                  <a:lnTo>
                    <a:pt x="42" y="230"/>
                  </a:lnTo>
                  <a:lnTo>
                    <a:pt x="42" y="230"/>
                  </a:lnTo>
                  <a:lnTo>
                    <a:pt x="40" y="230"/>
                  </a:lnTo>
                  <a:lnTo>
                    <a:pt x="40" y="230"/>
                  </a:lnTo>
                  <a:lnTo>
                    <a:pt x="39" y="230"/>
                  </a:lnTo>
                  <a:lnTo>
                    <a:pt x="39" y="230"/>
                  </a:lnTo>
                  <a:lnTo>
                    <a:pt x="37" y="230"/>
                  </a:lnTo>
                  <a:lnTo>
                    <a:pt x="37" y="230"/>
                  </a:lnTo>
                  <a:lnTo>
                    <a:pt x="35" y="230"/>
                  </a:lnTo>
                  <a:lnTo>
                    <a:pt x="35" y="230"/>
                  </a:lnTo>
                  <a:lnTo>
                    <a:pt x="34" y="230"/>
                  </a:lnTo>
                  <a:lnTo>
                    <a:pt x="34" y="230"/>
                  </a:lnTo>
                  <a:lnTo>
                    <a:pt x="34" y="230"/>
                  </a:lnTo>
                  <a:lnTo>
                    <a:pt x="34" y="229"/>
                  </a:lnTo>
                  <a:lnTo>
                    <a:pt x="32" y="229"/>
                  </a:lnTo>
                  <a:lnTo>
                    <a:pt x="32" y="229"/>
                  </a:lnTo>
                  <a:lnTo>
                    <a:pt x="32" y="229"/>
                  </a:lnTo>
                  <a:lnTo>
                    <a:pt x="32" y="228"/>
                  </a:lnTo>
                  <a:lnTo>
                    <a:pt x="32" y="228"/>
                  </a:lnTo>
                  <a:lnTo>
                    <a:pt x="32" y="228"/>
                  </a:lnTo>
                  <a:lnTo>
                    <a:pt x="32" y="228"/>
                  </a:lnTo>
                  <a:lnTo>
                    <a:pt x="32" y="226"/>
                  </a:lnTo>
                  <a:lnTo>
                    <a:pt x="30" y="226"/>
                  </a:lnTo>
                  <a:lnTo>
                    <a:pt x="30" y="226"/>
                  </a:lnTo>
                  <a:lnTo>
                    <a:pt x="30" y="226"/>
                  </a:lnTo>
                  <a:lnTo>
                    <a:pt x="30" y="224"/>
                  </a:lnTo>
                  <a:lnTo>
                    <a:pt x="30" y="224"/>
                  </a:lnTo>
                  <a:lnTo>
                    <a:pt x="30" y="224"/>
                  </a:lnTo>
                  <a:lnTo>
                    <a:pt x="30" y="224"/>
                  </a:lnTo>
                  <a:lnTo>
                    <a:pt x="30" y="223"/>
                  </a:lnTo>
                  <a:lnTo>
                    <a:pt x="28" y="223"/>
                  </a:lnTo>
                  <a:lnTo>
                    <a:pt x="28" y="223"/>
                  </a:lnTo>
                  <a:lnTo>
                    <a:pt x="26" y="223"/>
                  </a:lnTo>
                  <a:lnTo>
                    <a:pt x="26" y="222"/>
                  </a:lnTo>
                  <a:lnTo>
                    <a:pt x="24" y="222"/>
                  </a:lnTo>
                  <a:lnTo>
                    <a:pt x="24" y="222"/>
                  </a:lnTo>
                  <a:lnTo>
                    <a:pt x="23" y="222"/>
                  </a:lnTo>
                  <a:lnTo>
                    <a:pt x="23" y="221"/>
                  </a:lnTo>
                  <a:lnTo>
                    <a:pt x="21" y="221"/>
                  </a:lnTo>
                  <a:lnTo>
                    <a:pt x="21" y="221"/>
                  </a:lnTo>
                  <a:lnTo>
                    <a:pt x="18" y="221"/>
                  </a:lnTo>
                  <a:lnTo>
                    <a:pt x="18" y="221"/>
                  </a:lnTo>
                  <a:lnTo>
                    <a:pt x="17" y="221"/>
                  </a:lnTo>
                  <a:lnTo>
                    <a:pt x="17" y="221"/>
                  </a:lnTo>
                  <a:lnTo>
                    <a:pt x="16" y="221"/>
                  </a:lnTo>
                  <a:lnTo>
                    <a:pt x="16" y="220"/>
                  </a:lnTo>
                  <a:lnTo>
                    <a:pt x="14" y="220"/>
                  </a:lnTo>
                  <a:lnTo>
                    <a:pt x="13" y="220"/>
                  </a:lnTo>
                  <a:lnTo>
                    <a:pt x="11" y="220"/>
                  </a:lnTo>
                  <a:lnTo>
                    <a:pt x="11" y="220"/>
                  </a:lnTo>
                  <a:lnTo>
                    <a:pt x="9" y="220"/>
                  </a:lnTo>
                  <a:lnTo>
                    <a:pt x="8" y="220"/>
                  </a:lnTo>
                  <a:lnTo>
                    <a:pt x="6" y="220"/>
                  </a:lnTo>
                  <a:lnTo>
                    <a:pt x="6" y="220"/>
                  </a:lnTo>
                  <a:lnTo>
                    <a:pt x="4" y="220"/>
                  </a:lnTo>
                  <a:lnTo>
                    <a:pt x="3" y="220"/>
                  </a:lnTo>
                  <a:lnTo>
                    <a:pt x="1" y="220"/>
                  </a:lnTo>
                  <a:lnTo>
                    <a:pt x="1" y="220"/>
                  </a:lnTo>
                  <a:lnTo>
                    <a:pt x="0" y="220"/>
                  </a:lnTo>
                  <a:lnTo>
                    <a:pt x="0" y="220"/>
                  </a:lnTo>
                  <a:lnTo>
                    <a:pt x="0" y="220"/>
                  </a:lnTo>
                  <a:lnTo>
                    <a:pt x="0" y="218"/>
                  </a:lnTo>
                  <a:lnTo>
                    <a:pt x="0" y="218"/>
                  </a:lnTo>
                  <a:lnTo>
                    <a:pt x="0" y="218"/>
                  </a:lnTo>
                  <a:lnTo>
                    <a:pt x="0" y="218"/>
                  </a:lnTo>
                  <a:lnTo>
                    <a:pt x="1" y="217"/>
                  </a:lnTo>
                  <a:lnTo>
                    <a:pt x="1" y="217"/>
                  </a:lnTo>
                  <a:lnTo>
                    <a:pt x="1" y="216"/>
                  </a:lnTo>
                  <a:lnTo>
                    <a:pt x="1" y="216"/>
                  </a:lnTo>
                  <a:lnTo>
                    <a:pt x="2" y="214"/>
                  </a:lnTo>
                  <a:lnTo>
                    <a:pt x="2" y="214"/>
                  </a:lnTo>
                  <a:lnTo>
                    <a:pt x="2" y="212"/>
                  </a:lnTo>
                  <a:lnTo>
                    <a:pt x="2" y="212"/>
                  </a:lnTo>
                  <a:lnTo>
                    <a:pt x="4" y="211"/>
                  </a:lnTo>
                  <a:lnTo>
                    <a:pt x="4" y="211"/>
                  </a:lnTo>
                  <a:lnTo>
                    <a:pt x="5" y="210"/>
                  </a:lnTo>
                  <a:lnTo>
                    <a:pt x="5" y="210"/>
                  </a:lnTo>
                  <a:lnTo>
                    <a:pt x="7" y="208"/>
                  </a:lnTo>
                  <a:lnTo>
                    <a:pt x="7" y="208"/>
                  </a:lnTo>
                  <a:lnTo>
                    <a:pt x="7" y="206"/>
                  </a:lnTo>
                  <a:lnTo>
                    <a:pt x="7" y="206"/>
                  </a:lnTo>
                  <a:lnTo>
                    <a:pt x="7" y="204"/>
                  </a:lnTo>
                  <a:lnTo>
                    <a:pt x="7" y="204"/>
                  </a:lnTo>
                  <a:lnTo>
                    <a:pt x="7" y="202"/>
                  </a:lnTo>
                  <a:lnTo>
                    <a:pt x="7" y="202"/>
                  </a:lnTo>
                  <a:lnTo>
                    <a:pt x="9" y="200"/>
                  </a:lnTo>
                  <a:lnTo>
                    <a:pt x="9" y="200"/>
                  </a:lnTo>
                  <a:lnTo>
                    <a:pt x="9" y="199"/>
                  </a:lnTo>
                  <a:lnTo>
                    <a:pt x="9" y="199"/>
                  </a:lnTo>
                  <a:lnTo>
                    <a:pt x="10" y="197"/>
                  </a:lnTo>
                  <a:lnTo>
                    <a:pt x="10" y="197"/>
                  </a:lnTo>
                  <a:lnTo>
                    <a:pt x="10" y="195"/>
                  </a:lnTo>
                  <a:lnTo>
                    <a:pt x="10" y="195"/>
                  </a:lnTo>
                  <a:lnTo>
                    <a:pt x="12" y="193"/>
                  </a:lnTo>
                  <a:lnTo>
                    <a:pt x="12" y="193"/>
                  </a:lnTo>
                  <a:lnTo>
                    <a:pt x="12" y="193"/>
                  </a:lnTo>
                  <a:lnTo>
                    <a:pt x="12" y="193"/>
                  </a:lnTo>
                  <a:lnTo>
                    <a:pt x="13" y="191"/>
                  </a:lnTo>
                  <a:lnTo>
                    <a:pt x="13" y="191"/>
                  </a:lnTo>
                  <a:lnTo>
                    <a:pt x="13" y="190"/>
                  </a:lnTo>
                  <a:lnTo>
                    <a:pt x="13" y="190"/>
                  </a:lnTo>
                  <a:lnTo>
                    <a:pt x="15" y="188"/>
                  </a:lnTo>
                  <a:lnTo>
                    <a:pt x="15" y="188"/>
                  </a:lnTo>
                  <a:lnTo>
                    <a:pt x="15" y="187"/>
                  </a:lnTo>
                  <a:lnTo>
                    <a:pt x="15" y="187"/>
                  </a:lnTo>
                  <a:lnTo>
                    <a:pt x="15" y="185"/>
                  </a:lnTo>
                  <a:lnTo>
                    <a:pt x="15" y="185"/>
                  </a:lnTo>
                  <a:lnTo>
                    <a:pt x="15" y="183"/>
                  </a:lnTo>
                  <a:lnTo>
                    <a:pt x="15" y="183"/>
                  </a:lnTo>
                  <a:lnTo>
                    <a:pt x="16" y="181"/>
                  </a:lnTo>
                  <a:lnTo>
                    <a:pt x="16" y="181"/>
                  </a:lnTo>
                  <a:lnTo>
                    <a:pt x="16" y="181"/>
                  </a:lnTo>
                  <a:lnTo>
                    <a:pt x="16" y="181"/>
                  </a:lnTo>
                  <a:lnTo>
                    <a:pt x="16" y="180"/>
                  </a:lnTo>
                  <a:lnTo>
                    <a:pt x="16" y="180"/>
                  </a:lnTo>
                  <a:lnTo>
                    <a:pt x="16" y="180"/>
                  </a:lnTo>
                  <a:lnTo>
                    <a:pt x="16" y="180"/>
                  </a:lnTo>
                  <a:lnTo>
                    <a:pt x="16" y="178"/>
                  </a:lnTo>
                  <a:lnTo>
                    <a:pt x="15" y="178"/>
                  </a:lnTo>
                  <a:lnTo>
                    <a:pt x="15" y="178"/>
                  </a:lnTo>
                  <a:lnTo>
                    <a:pt x="15" y="178"/>
                  </a:lnTo>
                  <a:lnTo>
                    <a:pt x="15" y="176"/>
                  </a:lnTo>
                  <a:lnTo>
                    <a:pt x="15" y="176"/>
                  </a:lnTo>
                  <a:lnTo>
                    <a:pt x="15" y="176"/>
                  </a:lnTo>
                  <a:lnTo>
                    <a:pt x="15" y="176"/>
                  </a:lnTo>
                  <a:lnTo>
                    <a:pt x="16" y="174"/>
                  </a:lnTo>
                  <a:lnTo>
                    <a:pt x="15" y="174"/>
                  </a:lnTo>
                  <a:lnTo>
                    <a:pt x="15" y="174"/>
                  </a:lnTo>
                  <a:lnTo>
                    <a:pt x="15" y="174"/>
                  </a:lnTo>
                  <a:lnTo>
                    <a:pt x="16" y="174"/>
                  </a:lnTo>
                  <a:lnTo>
                    <a:pt x="16" y="174"/>
                  </a:lnTo>
                  <a:lnTo>
                    <a:pt x="16" y="174"/>
                  </a:lnTo>
                  <a:lnTo>
                    <a:pt x="16" y="174"/>
                  </a:lnTo>
                  <a:lnTo>
                    <a:pt x="18" y="174"/>
                  </a:lnTo>
                  <a:lnTo>
                    <a:pt x="18" y="174"/>
                  </a:lnTo>
                  <a:lnTo>
                    <a:pt x="18" y="174"/>
                  </a:lnTo>
                  <a:lnTo>
                    <a:pt x="18" y="174"/>
                  </a:lnTo>
                  <a:lnTo>
                    <a:pt x="20" y="173"/>
                  </a:lnTo>
                  <a:lnTo>
                    <a:pt x="20" y="173"/>
                  </a:lnTo>
                  <a:lnTo>
                    <a:pt x="20" y="173"/>
                  </a:lnTo>
                  <a:lnTo>
                    <a:pt x="20" y="173"/>
                  </a:lnTo>
                  <a:lnTo>
                    <a:pt x="21" y="171"/>
                  </a:lnTo>
                  <a:lnTo>
                    <a:pt x="21" y="171"/>
                  </a:lnTo>
                  <a:lnTo>
                    <a:pt x="21" y="171"/>
                  </a:lnTo>
                  <a:lnTo>
                    <a:pt x="21" y="171"/>
                  </a:lnTo>
                  <a:lnTo>
                    <a:pt x="21" y="169"/>
                  </a:lnTo>
                  <a:lnTo>
                    <a:pt x="21" y="169"/>
                  </a:lnTo>
                  <a:lnTo>
                    <a:pt x="21" y="167"/>
                  </a:lnTo>
                  <a:lnTo>
                    <a:pt x="21" y="167"/>
                  </a:lnTo>
                  <a:lnTo>
                    <a:pt x="21" y="166"/>
                  </a:lnTo>
                  <a:lnTo>
                    <a:pt x="21" y="166"/>
                  </a:lnTo>
                  <a:lnTo>
                    <a:pt x="21" y="164"/>
                  </a:lnTo>
                  <a:lnTo>
                    <a:pt x="21" y="164"/>
                  </a:lnTo>
                  <a:lnTo>
                    <a:pt x="21" y="162"/>
                  </a:lnTo>
                  <a:lnTo>
                    <a:pt x="21" y="162"/>
                  </a:lnTo>
                  <a:lnTo>
                    <a:pt x="21" y="161"/>
                  </a:lnTo>
                  <a:lnTo>
                    <a:pt x="21" y="161"/>
                  </a:lnTo>
                  <a:lnTo>
                    <a:pt x="21" y="160"/>
                  </a:lnTo>
                  <a:lnTo>
                    <a:pt x="21" y="160"/>
                  </a:lnTo>
                  <a:lnTo>
                    <a:pt x="21" y="160"/>
                  </a:lnTo>
                  <a:lnTo>
                    <a:pt x="21" y="160"/>
                  </a:lnTo>
                  <a:lnTo>
                    <a:pt x="21" y="160"/>
                  </a:lnTo>
                  <a:lnTo>
                    <a:pt x="21" y="160"/>
                  </a:lnTo>
                  <a:lnTo>
                    <a:pt x="21" y="160"/>
                  </a:lnTo>
                  <a:lnTo>
                    <a:pt x="21" y="160"/>
                  </a:lnTo>
                  <a:lnTo>
                    <a:pt x="23" y="160"/>
                  </a:lnTo>
                  <a:lnTo>
                    <a:pt x="23" y="160"/>
                  </a:lnTo>
                  <a:lnTo>
                    <a:pt x="23" y="160"/>
                  </a:lnTo>
                  <a:lnTo>
                    <a:pt x="23" y="160"/>
                  </a:lnTo>
                  <a:lnTo>
                    <a:pt x="24" y="160"/>
                  </a:lnTo>
                  <a:lnTo>
                    <a:pt x="24" y="160"/>
                  </a:lnTo>
                  <a:lnTo>
                    <a:pt x="24" y="160"/>
                  </a:lnTo>
                  <a:lnTo>
                    <a:pt x="24" y="160"/>
                  </a:lnTo>
                  <a:lnTo>
                    <a:pt x="25" y="160"/>
                  </a:lnTo>
                  <a:lnTo>
                    <a:pt x="25" y="160"/>
                  </a:lnTo>
                  <a:lnTo>
                    <a:pt x="25" y="160"/>
                  </a:lnTo>
                  <a:lnTo>
                    <a:pt x="25" y="160"/>
                  </a:lnTo>
                  <a:lnTo>
                    <a:pt x="25" y="159"/>
                  </a:lnTo>
                  <a:lnTo>
                    <a:pt x="25" y="159"/>
                  </a:lnTo>
                  <a:lnTo>
                    <a:pt x="25" y="158"/>
                  </a:lnTo>
                  <a:lnTo>
                    <a:pt x="25" y="158"/>
                  </a:lnTo>
                  <a:lnTo>
                    <a:pt x="25" y="156"/>
                  </a:lnTo>
                  <a:lnTo>
                    <a:pt x="24" y="156"/>
                  </a:lnTo>
                  <a:lnTo>
                    <a:pt x="24" y="156"/>
                  </a:lnTo>
                  <a:lnTo>
                    <a:pt x="24" y="156"/>
                  </a:lnTo>
                  <a:lnTo>
                    <a:pt x="24" y="154"/>
                  </a:lnTo>
                  <a:lnTo>
                    <a:pt x="24" y="154"/>
                  </a:lnTo>
                  <a:lnTo>
                    <a:pt x="24" y="154"/>
                  </a:lnTo>
                  <a:lnTo>
                    <a:pt x="24" y="154"/>
                  </a:lnTo>
                  <a:lnTo>
                    <a:pt x="24" y="152"/>
                  </a:lnTo>
                  <a:lnTo>
                    <a:pt x="22" y="153"/>
                  </a:lnTo>
                  <a:lnTo>
                    <a:pt x="22" y="153"/>
                  </a:lnTo>
                  <a:lnTo>
                    <a:pt x="21" y="153"/>
                  </a:lnTo>
                  <a:lnTo>
                    <a:pt x="21" y="153"/>
                  </a:lnTo>
                  <a:lnTo>
                    <a:pt x="19" y="154"/>
                  </a:lnTo>
                  <a:lnTo>
                    <a:pt x="19" y="154"/>
                  </a:lnTo>
                  <a:lnTo>
                    <a:pt x="19" y="154"/>
                  </a:lnTo>
                  <a:lnTo>
                    <a:pt x="19" y="154"/>
                  </a:lnTo>
                  <a:lnTo>
                    <a:pt x="17" y="155"/>
                  </a:lnTo>
                  <a:lnTo>
                    <a:pt x="17" y="155"/>
                  </a:lnTo>
                  <a:lnTo>
                    <a:pt x="17" y="155"/>
                  </a:lnTo>
                  <a:lnTo>
                    <a:pt x="17" y="155"/>
                  </a:lnTo>
                  <a:lnTo>
                    <a:pt x="15" y="155"/>
                  </a:lnTo>
                  <a:lnTo>
                    <a:pt x="15" y="155"/>
                  </a:lnTo>
                  <a:lnTo>
                    <a:pt x="15" y="155"/>
                  </a:lnTo>
                  <a:lnTo>
                    <a:pt x="15" y="155"/>
                  </a:lnTo>
                  <a:lnTo>
                    <a:pt x="13" y="156"/>
                  </a:lnTo>
                  <a:lnTo>
                    <a:pt x="13" y="156"/>
                  </a:lnTo>
                  <a:lnTo>
                    <a:pt x="12" y="156"/>
                  </a:lnTo>
                  <a:lnTo>
                    <a:pt x="12" y="156"/>
                  </a:lnTo>
                  <a:lnTo>
                    <a:pt x="10" y="156"/>
                  </a:lnTo>
                  <a:lnTo>
                    <a:pt x="10" y="156"/>
                  </a:lnTo>
                  <a:lnTo>
                    <a:pt x="10" y="156"/>
                  </a:lnTo>
                  <a:lnTo>
                    <a:pt x="10" y="156"/>
                  </a:lnTo>
                  <a:lnTo>
                    <a:pt x="8" y="156"/>
                  </a:lnTo>
                  <a:lnTo>
                    <a:pt x="8" y="156"/>
                  </a:lnTo>
                  <a:lnTo>
                    <a:pt x="8" y="156"/>
                  </a:lnTo>
                  <a:lnTo>
                    <a:pt x="8" y="156"/>
                  </a:lnTo>
                  <a:lnTo>
                    <a:pt x="8" y="156"/>
                  </a:lnTo>
                  <a:lnTo>
                    <a:pt x="8" y="156"/>
                  </a:lnTo>
                  <a:lnTo>
                    <a:pt x="8" y="156"/>
                  </a:lnTo>
                  <a:lnTo>
                    <a:pt x="8" y="155"/>
                  </a:lnTo>
                  <a:lnTo>
                    <a:pt x="7" y="155"/>
                  </a:lnTo>
                  <a:lnTo>
                    <a:pt x="7" y="155"/>
                  </a:lnTo>
                  <a:lnTo>
                    <a:pt x="7" y="155"/>
                  </a:lnTo>
                  <a:lnTo>
                    <a:pt x="7" y="154"/>
                  </a:lnTo>
                  <a:lnTo>
                    <a:pt x="7" y="154"/>
                  </a:lnTo>
                  <a:lnTo>
                    <a:pt x="7" y="154"/>
                  </a:lnTo>
                  <a:lnTo>
                    <a:pt x="7" y="154"/>
                  </a:lnTo>
                  <a:lnTo>
                    <a:pt x="8" y="152"/>
                  </a:lnTo>
                  <a:lnTo>
                    <a:pt x="8" y="152"/>
                  </a:lnTo>
                  <a:lnTo>
                    <a:pt x="8" y="152"/>
                  </a:lnTo>
                  <a:lnTo>
                    <a:pt x="8" y="152"/>
                  </a:lnTo>
                  <a:lnTo>
                    <a:pt x="9" y="151"/>
                  </a:lnTo>
                  <a:lnTo>
                    <a:pt x="9" y="151"/>
                  </a:lnTo>
                  <a:lnTo>
                    <a:pt x="9" y="151"/>
                  </a:lnTo>
                  <a:lnTo>
                    <a:pt x="9" y="151"/>
                  </a:lnTo>
                  <a:lnTo>
                    <a:pt x="9" y="149"/>
                  </a:lnTo>
                  <a:lnTo>
                    <a:pt x="9" y="149"/>
                  </a:lnTo>
                  <a:lnTo>
                    <a:pt x="9" y="149"/>
                  </a:lnTo>
                  <a:lnTo>
                    <a:pt x="9" y="149"/>
                  </a:lnTo>
                  <a:lnTo>
                    <a:pt x="9" y="149"/>
                  </a:lnTo>
                  <a:lnTo>
                    <a:pt x="9" y="149"/>
                  </a:lnTo>
                  <a:lnTo>
                    <a:pt x="9" y="149"/>
                  </a:lnTo>
                  <a:lnTo>
                    <a:pt x="9" y="149"/>
                  </a:lnTo>
                  <a:lnTo>
                    <a:pt x="10" y="147"/>
                  </a:lnTo>
                  <a:lnTo>
                    <a:pt x="9" y="147"/>
                  </a:lnTo>
                  <a:lnTo>
                    <a:pt x="9" y="147"/>
                  </a:lnTo>
                  <a:lnTo>
                    <a:pt x="9" y="147"/>
                  </a:lnTo>
                  <a:lnTo>
                    <a:pt x="9" y="145"/>
                  </a:lnTo>
                  <a:lnTo>
                    <a:pt x="9" y="145"/>
                  </a:lnTo>
                  <a:lnTo>
                    <a:pt x="9" y="145"/>
                  </a:lnTo>
                  <a:lnTo>
                    <a:pt x="9" y="145"/>
                  </a:lnTo>
                  <a:lnTo>
                    <a:pt x="9" y="144"/>
                  </a:lnTo>
                  <a:lnTo>
                    <a:pt x="9" y="145"/>
                  </a:lnTo>
                  <a:lnTo>
                    <a:pt x="9" y="145"/>
                  </a:lnTo>
                  <a:lnTo>
                    <a:pt x="9" y="145"/>
                  </a:lnTo>
                  <a:lnTo>
                    <a:pt x="9" y="145"/>
                  </a:lnTo>
                  <a:lnTo>
                    <a:pt x="9" y="145"/>
                  </a:lnTo>
                  <a:lnTo>
                    <a:pt x="9" y="145"/>
                  </a:lnTo>
                  <a:lnTo>
                    <a:pt x="9" y="145"/>
                  </a:lnTo>
                  <a:lnTo>
                    <a:pt x="11" y="145"/>
                  </a:lnTo>
                  <a:lnTo>
                    <a:pt x="11" y="146"/>
                  </a:lnTo>
                  <a:lnTo>
                    <a:pt x="11" y="146"/>
                  </a:lnTo>
                  <a:lnTo>
                    <a:pt x="11" y="146"/>
                  </a:lnTo>
                  <a:lnTo>
                    <a:pt x="11" y="146"/>
                  </a:lnTo>
                  <a:lnTo>
                    <a:pt x="11" y="146"/>
                  </a:lnTo>
                  <a:lnTo>
                    <a:pt x="11" y="146"/>
                  </a:lnTo>
                  <a:lnTo>
                    <a:pt x="11" y="146"/>
                  </a:lnTo>
                  <a:lnTo>
                    <a:pt x="13" y="146"/>
                  </a:lnTo>
                  <a:lnTo>
                    <a:pt x="13" y="146"/>
                  </a:lnTo>
                  <a:lnTo>
                    <a:pt x="13" y="146"/>
                  </a:lnTo>
                  <a:lnTo>
                    <a:pt x="13" y="146"/>
                  </a:lnTo>
                  <a:lnTo>
                    <a:pt x="14" y="146"/>
                  </a:lnTo>
                  <a:lnTo>
                    <a:pt x="14" y="146"/>
                  </a:lnTo>
                  <a:lnTo>
                    <a:pt x="14" y="146"/>
                  </a:lnTo>
                  <a:lnTo>
                    <a:pt x="14" y="146"/>
                  </a:lnTo>
                  <a:lnTo>
                    <a:pt x="16" y="146"/>
                  </a:lnTo>
                  <a:lnTo>
                    <a:pt x="16" y="146"/>
                  </a:lnTo>
                  <a:lnTo>
                    <a:pt x="16" y="146"/>
                  </a:lnTo>
                  <a:lnTo>
                    <a:pt x="16" y="146"/>
                  </a:lnTo>
                  <a:lnTo>
                    <a:pt x="17" y="146"/>
                  </a:lnTo>
                  <a:lnTo>
                    <a:pt x="17" y="146"/>
                  </a:lnTo>
                  <a:lnTo>
                    <a:pt x="17" y="146"/>
                  </a:lnTo>
                  <a:lnTo>
                    <a:pt x="17" y="146"/>
                  </a:lnTo>
                  <a:lnTo>
                    <a:pt x="18" y="146"/>
                  </a:lnTo>
                  <a:lnTo>
                    <a:pt x="18" y="146"/>
                  </a:lnTo>
                  <a:lnTo>
                    <a:pt x="18" y="146"/>
                  </a:lnTo>
                  <a:lnTo>
                    <a:pt x="18" y="146"/>
                  </a:lnTo>
                  <a:lnTo>
                    <a:pt x="18" y="145"/>
                  </a:lnTo>
                  <a:lnTo>
                    <a:pt x="18" y="145"/>
                  </a:lnTo>
                  <a:lnTo>
                    <a:pt x="18" y="145"/>
                  </a:lnTo>
                  <a:lnTo>
                    <a:pt x="18" y="145"/>
                  </a:lnTo>
                  <a:lnTo>
                    <a:pt x="20" y="143"/>
                  </a:lnTo>
                  <a:lnTo>
                    <a:pt x="20" y="143"/>
                  </a:lnTo>
                  <a:lnTo>
                    <a:pt x="20" y="143"/>
                  </a:lnTo>
                  <a:lnTo>
                    <a:pt x="20" y="143"/>
                  </a:lnTo>
                  <a:lnTo>
                    <a:pt x="21" y="142"/>
                  </a:lnTo>
                  <a:lnTo>
                    <a:pt x="21" y="142"/>
                  </a:lnTo>
                  <a:lnTo>
                    <a:pt x="21" y="142"/>
                  </a:lnTo>
                  <a:lnTo>
                    <a:pt x="21" y="142"/>
                  </a:lnTo>
                  <a:lnTo>
                    <a:pt x="22" y="139"/>
                  </a:lnTo>
                  <a:lnTo>
                    <a:pt x="21" y="139"/>
                  </a:lnTo>
                  <a:lnTo>
                    <a:pt x="21" y="139"/>
                  </a:lnTo>
                  <a:lnTo>
                    <a:pt x="21" y="139"/>
                  </a:lnTo>
                  <a:lnTo>
                    <a:pt x="21" y="139"/>
                  </a:lnTo>
                  <a:lnTo>
                    <a:pt x="21" y="139"/>
                  </a:lnTo>
                  <a:lnTo>
                    <a:pt x="21" y="139"/>
                  </a:lnTo>
                  <a:lnTo>
                    <a:pt x="21" y="139"/>
                  </a:lnTo>
                  <a:lnTo>
                    <a:pt x="21" y="137"/>
                  </a:lnTo>
                  <a:lnTo>
                    <a:pt x="19" y="137"/>
                  </a:lnTo>
                  <a:lnTo>
                    <a:pt x="19" y="137"/>
                  </a:lnTo>
                  <a:lnTo>
                    <a:pt x="19" y="137"/>
                  </a:lnTo>
                  <a:lnTo>
                    <a:pt x="19" y="136"/>
                  </a:lnTo>
                  <a:lnTo>
                    <a:pt x="19" y="136"/>
                  </a:lnTo>
                  <a:lnTo>
                    <a:pt x="19" y="136"/>
                  </a:lnTo>
                  <a:lnTo>
                    <a:pt x="19" y="136"/>
                  </a:lnTo>
                  <a:lnTo>
                    <a:pt x="19" y="134"/>
                  </a:lnTo>
                  <a:lnTo>
                    <a:pt x="17" y="136"/>
                  </a:lnTo>
                  <a:lnTo>
                    <a:pt x="17" y="136"/>
                  </a:lnTo>
                  <a:lnTo>
                    <a:pt x="15" y="136"/>
                  </a:lnTo>
                  <a:lnTo>
                    <a:pt x="15" y="136"/>
                  </a:lnTo>
                  <a:lnTo>
                    <a:pt x="13" y="138"/>
                  </a:lnTo>
                  <a:lnTo>
                    <a:pt x="13" y="138"/>
                  </a:lnTo>
                  <a:lnTo>
                    <a:pt x="13" y="138"/>
                  </a:lnTo>
                  <a:lnTo>
                    <a:pt x="13" y="138"/>
                  </a:lnTo>
                  <a:lnTo>
                    <a:pt x="11" y="140"/>
                  </a:lnTo>
                  <a:lnTo>
                    <a:pt x="11" y="140"/>
                  </a:lnTo>
                  <a:lnTo>
                    <a:pt x="11" y="142"/>
                  </a:lnTo>
                  <a:lnTo>
                    <a:pt x="11" y="142"/>
                  </a:lnTo>
                  <a:lnTo>
                    <a:pt x="9" y="142"/>
                  </a:lnTo>
                  <a:lnTo>
                    <a:pt x="9" y="142"/>
                  </a:lnTo>
                  <a:lnTo>
                    <a:pt x="9" y="142"/>
                  </a:lnTo>
                  <a:lnTo>
                    <a:pt x="9" y="142"/>
                  </a:lnTo>
                  <a:lnTo>
                    <a:pt x="8" y="142"/>
                  </a:lnTo>
                  <a:lnTo>
                    <a:pt x="8" y="142"/>
                  </a:lnTo>
                  <a:lnTo>
                    <a:pt x="7" y="142"/>
                  </a:lnTo>
                  <a:lnTo>
                    <a:pt x="7" y="142"/>
                  </a:lnTo>
                  <a:lnTo>
                    <a:pt x="5" y="142"/>
                  </a:lnTo>
                  <a:lnTo>
                    <a:pt x="5" y="142"/>
                  </a:lnTo>
                  <a:lnTo>
                    <a:pt x="5" y="142"/>
                  </a:lnTo>
                  <a:lnTo>
                    <a:pt x="5" y="142"/>
                  </a:lnTo>
                  <a:lnTo>
                    <a:pt x="3" y="142"/>
                  </a:lnTo>
                  <a:lnTo>
                    <a:pt x="3" y="142"/>
                  </a:lnTo>
                  <a:lnTo>
                    <a:pt x="3" y="142"/>
                  </a:lnTo>
                  <a:lnTo>
                    <a:pt x="3" y="142"/>
                  </a:lnTo>
                  <a:lnTo>
                    <a:pt x="3" y="142"/>
                  </a:lnTo>
                  <a:lnTo>
                    <a:pt x="3" y="142"/>
                  </a:lnTo>
                  <a:lnTo>
                    <a:pt x="3" y="142"/>
                  </a:lnTo>
                  <a:lnTo>
                    <a:pt x="3" y="139"/>
                  </a:lnTo>
                  <a:lnTo>
                    <a:pt x="2" y="139"/>
                  </a:lnTo>
                  <a:lnTo>
                    <a:pt x="2" y="139"/>
                  </a:lnTo>
                  <a:lnTo>
                    <a:pt x="2" y="139"/>
                  </a:lnTo>
                  <a:lnTo>
                    <a:pt x="2" y="137"/>
                  </a:lnTo>
                  <a:lnTo>
                    <a:pt x="2" y="137"/>
                  </a:lnTo>
                  <a:lnTo>
                    <a:pt x="2" y="136"/>
                  </a:lnTo>
                  <a:lnTo>
                    <a:pt x="2" y="136"/>
                  </a:lnTo>
                  <a:lnTo>
                    <a:pt x="3" y="134"/>
                  </a:lnTo>
                  <a:lnTo>
                    <a:pt x="3" y="134"/>
                  </a:lnTo>
                  <a:lnTo>
                    <a:pt x="3" y="134"/>
                  </a:lnTo>
                  <a:lnTo>
                    <a:pt x="3" y="134"/>
                  </a:lnTo>
                  <a:lnTo>
                    <a:pt x="4" y="132"/>
                  </a:lnTo>
                  <a:lnTo>
                    <a:pt x="4" y="132"/>
                  </a:lnTo>
                  <a:lnTo>
                    <a:pt x="4" y="131"/>
                  </a:lnTo>
                  <a:lnTo>
                    <a:pt x="4" y="131"/>
                  </a:lnTo>
                  <a:lnTo>
                    <a:pt x="6" y="129"/>
                  </a:lnTo>
                  <a:lnTo>
                    <a:pt x="6" y="129"/>
                  </a:lnTo>
                  <a:lnTo>
                    <a:pt x="6" y="128"/>
                  </a:lnTo>
                  <a:lnTo>
                    <a:pt x="6" y="128"/>
                  </a:lnTo>
                  <a:lnTo>
                    <a:pt x="7" y="126"/>
                  </a:lnTo>
                  <a:lnTo>
                    <a:pt x="7" y="126"/>
                  </a:lnTo>
                  <a:lnTo>
                    <a:pt x="7" y="124"/>
                  </a:lnTo>
                  <a:lnTo>
                    <a:pt x="7" y="124"/>
                  </a:lnTo>
                  <a:lnTo>
                    <a:pt x="9" y="122"/>
                  </a:lnTo>
                  <a:lnTo>
                    <a:pt x="9" y="122"/>
                  </a:lnTo>
                  <a:lnTo>
                    <a:pt x="9" y="120"/>
                  </a:lnTo>
                  <a:lnTo>
                    <a:pt x="9" y="120"/>
                  </a:lnTo>
                  <a:lnTo>
                    <a:pt x="11" y="118"/>
                  </a:lnTo>
                  <a:lnTo>
                    <a:pt x="11" y="118"/>
                  </a:lnTo>
                  <a:lnTo>
                    <a:pt x="11" y="116"/>
                  </a:lnTo>
                  <a:lnTo>
                    <a:pt x="11" y="116"/>
                  </a:lnTo>
                  <a:lnTo>
                    <a:pt x="13" y="114"/>
                  </a:lnTo>
                  <a:lnTo>
                    <a:pt x="13" y="114"/>
                  </a:lnTo>
                  <a:lnTo>
                    <a:pt x="13" y="114"/>
                  </a:lnTo>
                  <a:lnTo>
                    <a:pt x="13" y="114"/>
                  </a:lnTo>
                  <a:lnTo>
                    <a:pt x="15" y="112"/>
                  </a:lnTo>
                  <a:lnTo>
                    <a:pt x="15" y="112"/>
                  </a:lnTo>
                  <a:lnTo>
                    <a:pt x="16" y="112"/>
                  </a:lnTo>
                  <a:lnTo>
                    <a:pt x="16" y="112"/>
                  </a:lnTo>
                  <a:lnTo>
                    <a:pt x="18" y="110"/>
                  </a:lnTo>
                  <a:lnTo>
                    <a:pt x="18" y="110"/>
                  </a:lnTo>
                  <a:lnTo>
                    <a:pt x="18" y="110"/>
                  </a:lnTo>
                  <a:lnTo>
                    <a:pt x="18" y="110"/>
                  </a:lnTo>
                  <a:lnTo>
                    <a:pt x="20" y="109"/>
                  </a:lnTo>
                  <a:lnTo>
                    <a:pt x="20" y="109"/>
                  </a:lnTo>
                  <a:lnTo>
                    <a:pt x="21" y="109"/>
                  </a:lnTo>
                  <a:lnTo>
                    <a:pt x="21" y="109"/>
                  </a:lnTo>
                  <a:lnTo>
                    <a:pt x="22" y="107"/>
                  </a:lnTo>
                  <a:lnTo>
                    <a:pt x="22" y="107"/>
                  </a:lnTo>
                  <a:lnTo>
                    <a:pt x="22" y="107"/>
                  </a:lnTo>
                  <a:lnTo>
                    <a:pt x="22" y="107"/>
                  </a:lnTo>
                  <a:lnTo>
                    <a:pt x="24" y="105"/>
                  </a:lnTo>
                  <a:lnTo>
                    <a:pt x="24" y="105"/>
                  </a:lnTo>
                  <a:lnTo>
                    <a:pt x="24" y="103"/>
                  </a:lnTo>
                  <a:lnTo>
                    <a:pt x="24" y="103"/>
                  </a:lnTo>
                  <a:lnTo>
                    <a:pt x="25" y="101"/>
                  </a:lnTo>
                  <a:lnTo>
                    <a:pt x="25" y="101"/>
                  </a:lnTo>
                  <a:lnTo>
                    <a:pt x="25" y="99"/>
                  </a:lnTo>
                  <a:lnTo>
                    <a:pt x="25" y="99"/>
                  </a:lnTo>
                  <a:lnTo>
                    <a:pt x="28" y="98"/>
                  </a:lnTo>
                  <a:lnTo>
                    <a:pt x="28" y="98"/>
                  </a:lnTo>
                  <a:lnTo>
                    <a:pt x="28" y="96"/>
                  </a:lnTo>
                  <a:lnTo>
                    <a:pt x="28" y="96"/>
                  </a:lnTo>
                  <a:lnTo>
                    <a:pt x="30" y="94"/>
                  </a:lnTo>
                  <a:lnTo>
                    <a:pt x="30" y="94"/>
                  </a:lnTo>
                  <a:lnTo>
                    <a:pt x="30" y="94"/>
                  </a:lnTo>
                  <a:lnTo>
                    <a:pt x="30" y="94"/>
                  </a:lnTo>
                  <a:lnTo>
                    <a:pt x="32" y="93"/>
                  </a:lnTo>
                  <a:lnTo>
                    <a:pt x="32" y="93"/>
                  </a:lnTo>
                  <a:lnTo>
                    <a:pt x="32" y="92"/>
                  </a:lnTo>
                  <a:lnTo>
                    <a:pt x="32" y="92"/>
                  </a:lnTo>
                  <a:lnTo>
                    <a:pt x="34" y="90"/>
                  </a:lnTo>
                  <a:lnTo>
                    <a:pt x="34" y="90"/>
                  </a:lnTo>
                  <a:lnTo>
                    <a:pt x="34" y="90"/>
                  </a:lnTo>
                  <a:lnTo>
                    <a:pt x="34" y="90"/>
                  </a:lnTo>
                  <a:lnTo>
                    <a:pt x="35" y="88"/>
                  </a:lnTo>
                  <a:lnTo>
                    <a:pt x="35" y="88"/>
                  </a:lnTo>
                  <a:lnTo>
                    <a:pt x="35" y="87"/>
                  </a:lnTo>
                  <a:lnTo>
                    <a:pt x="35" y="87"/>
                  </a:lnTo>
                  <a:lnTo>
                    <a:pt x="38" y="85"/>
                  </a:lnTo>
                  <a:lnTo>
                    <a:pt x="38" y="85"/>
                  </a:lnTo>
                  <a:lnTo>
                    <a:pt x="38" y="85"/>
                  </a:lnTo>
                  <a:lnTo>
                    <a:pt x="38" y="85"/>
                  </a:lnTo>
                  <a:lnTo>
                    <a:pt x="38" y="84"/>
                  </a:lnTo>
                  <a:lnTo>
                    <a:pt x="38" y="84"/>
                  </a:lnTo>
                  <a:lnTo>
                    <a:pt x="38" y="84"/>
                  </a:lnTo>
                  <a:lnTo>
                    <a:pt x="38" y="84"/>
                  </a:lnTo>
                  <a:lnTo>
                    <a:pt x="38" y="82"/>
                  </a:lnTo>
                  <a:lnTo>
                    <a:pt x="38" y="82"/>
                  </a:lnTo>
                  <a:lnTo>
                    <a:pt x="38" y="82"/>
                  </a:lnTo>
                  <a:lnTo>
                    <a:pt x="38" y="82"/>
                  </a:lnTo>
                  <a:lnTo>
                    <a:pt x="38" y="81"/>
                  </a:lnTo>
                  <a:lnTo>
                    <a:pt x="38" y="81"/>
                  </a:lnTo>
                  <a:lnTo>
                    <a:pt x="38" y="81"/>
                  </a:lnTo>
                  <a:lnTo>
                    <a:pt x="38" y="81"/>
                  </a:lnTo>
                  <a:lnTo>
                    <a:pt x="39" y="79"/>
                  </a:lnTo>
                  <a:lnTo>
                    <a:pt x="39" y="79"/>
                  </a:lnTo>
                  <a:lnTo>
                    <a:pt x="39" y="79"/>
                  </a:lnTo>
                  <a:lnTo>
                    <a:pt x="39" y="79"/>
                  </a:lnTo>
                  <a:lnTo>
                    <a:pt x="39" y="79"/>
                  </a:lnTo>
                  <a:lnTo>
                    <a:pt x="39" y="79"/>
                  </a:lnTo>
                  <a:lnTo>
                    <a:pt x="39" y="79"/>
                  </a:lnTo>
                  <a:lnTo>
                    <a:pt x="39" y="79"/>
                  </a:lnTo>
                  <a:lnTo>
                    <a:pt x="40" y="77"/>
                  </a:lnTo>
                  <a:lnTo>
                    <a:pt x="40" y="77"/>
                  </a:lnTo>
                  <a:lnTo>
                    <a:pt x="40" y="77"/>
                  </a:lnTo>
                  <a:lnTo>
                    <a:pt x="40" y="77"/>
                  </a:lnTo>
                  <a:lnTo>
                    <a:pt x="42" y="76"/>
                  </a:lnTo>
                  <a:lnTo>
                    <a:pt x="42" y="76"/>
                  </a:lnTo>
                  <a:lnTo>
                    <a:pt x="42" y="76"/>
                  </a:lnTo>
                  <a:lnTo>
                    <a:pt x="42" y="76"/>
                  </a:lnTo>
                  <a:lnTo>
                    <a:pt x="43" y="75"/>
                  </a:lnTo>
                  <a:lnTo>
                    <a:pt x="43" y="75"/>
                  </a:lnTo>
                  <a:lnTo>
                    <a:pt x="43" y="75"/>
                  </a:lnTo>
                  <a:lnTo>
                    <a:pt x="43" y="75"/>
                  </a:lnTo>
                  <a:lnTo>
                    <a:pt x="43" y="73"/>
                  </a:lnTo>
                  <a:lnTo>
                    <a:pt x="43" y="73"/>
                  </a:lnTo>
                  <a:lnTo>
                    <a:pt x="43" y="71"/>
                  </a:lnTo>
                  <a:lnTo>
                    <a:pt x="43" y="71"/>
                  </a:lnTo>
                  <a:lnTo>
                    <a:pt x="45" y="70"/>
                  </a:lnTo>
                  <a:lnTo>
                    <a:pt x="45" y="70"/>
                  </a:lnTo>
                  <a:lnTo>
                    <a:pt x="45" y="70"/>
                  </a:lnTo>
                  <a:lnTo>
                    <a:pt x="45" y="70"/>
                  </a:lnTo>
                  <a:lnTo>
                    <a:pt x="46" y="68"/>
                  </a:lnTo>
                  <a:lnTo>
                    <a:pt x="46" y="68"/>
                  </a:lnTo>
                  <a:lnTo>
                    <a:pt x="46" y="66"/>
                  </a:lnTo>
                  <a:lnTo>
                    <a:pt x="46" y="66"/>
                  </a:lnTo>
                  <a:lnTo>
                    <a:pt x="47" y="64"/>
                  </a:lnTo>
                  <a:lnTo>
                    <a:pt x="47" y="64"/>
                  </a:lnTo>
                  <a:lnTo>
                    <a:pt x="47" y="64"/>
                  </a:lnTo>
                  <a:lnTo>
                    <a:pt x="47" y="64"/>
                  </a:lnTo>
                  <a:lnTo>
                    <a:pt x="48" y="62"/>
                  </a:lnTo>
                  <a:lnTo>
                    <a:pt x="48" y="62"/>
                  </a:lnTo>
                  <a:lnTo>
                    <a:pt x="50" y="60"/>
                  </a:lnTo>
                  <a:lnTo>
                    <a:pt x="50" y="59"/>
                  </a:lnTo>
                  <a:lnTo>
                    <a:pt x="52" y="56"/>
                  </a:lnTo>
                  <a:lnTo>
                    <a:pt x="52" y="56"/>
                  </a:lnTo>
                  <a:lnTo>
                    <a:pt x="53" y="55"/>
                  </a:lnTo>
                  <a:lnTo>
                    <a:pt x="53" y="54"/>
                  </a:lnTo>
                  <a:lnTo>
                    <a:pt x="55" y="52"/>
                  </a:lnTo>
                  <a:lnTo>
                    <a:pt x="55" y="52"/>
                  </a:lnTo>
                  <a:lnTo>
                    <a:pt x="55" y="50"/>
                  </a:lnTo>
                  <a:lnTo>
                    <a:pt x="55" y="49"/>
                  </a:lnTo>
                  <a:lnTo>
                    <a:pt x="57" y="48"/>
                  </a:lnTo>
                  <a:lnTo>
                    <a:pt x="57" y="48"/>
                  </a:lnTo>
                  <a:lnTo>
                    <a:pt x="57" y="48"/>
                  </a:lnTo>
                  <a:lnTo>
                    <a:pt x="57" y="48"/>
                  </a:lnTo>
                  <a:lnTo>
                    <a:pt x="57" y="46"/>
                  </a:lnTo>
                  <a:lnTo>
                    <a:pt x="57" y="46"/>
                  </a:lnTo>
                  <a:lnTo>
                    <a:pt x="57" y="44"/>
                  </a:lnTo>
                  <a:lnTo>
                    <a:pt x="57" y="44"/>
                  </a:lnTo>
                  <a:lnTo>
                    <a:pt x="57" y="42"/>
                  </a:lnTo>
                  <a:lnTo>
                    <a:pt x="57" y="42"/>
                  </a:lnTo>
                  <a:lnTo>
                    <a:pt x="57" y="41"/>
                  </a:lnTo>
                  <a:lnTo>
                    <a:pt x="57" y="41"/>
                  </a:lnTo>
                  <a:lnTo>
                    <a:pt x="57" y="39"/>
                  </a:lnTo>
                  <a:lnTo>
                    <a:pt x="57" y="39"/>
                  </a:lnTo>
                  <a:lnTo>
                    <a:pt x="57" y="39"/>
                  </a:lnTo>
                  <a:lnTo>
                    <a:pt x="57" y="39"/>
                  </a:lnTo>
                  <a:lnTo>
                    <a:pt x="57" y="37"/>
                  </a:lnTo>
                  <a:lnTo>
                    <a:pt x="57" y="37"/>
                  </a:lnTo>
                  <a:lnTo>
                    <a:pt x="58" y="35"/>
                  </a:lnTo>
                  <a:lnTo>
                    <a:pt x="58" y="34"/>
                  </a:lnTo>
                  <a:lnTo>
                    <a:pt x="59" y="33"/>
                  </a:lnTo>
                  <a:lnTo>
                    <a:pt x="57" y="31"/>
                  </a:lnTo>
                  <a:lnTo>
                    <a:pt x="57" y="29"/>
                  </a:lnTo>
                  <a:lnTo>
                    <a:pt x="57" y="27"/>
                  </a:lnTo>
                  <a:lnTo>
                    <a:pt x="57" y="24"/>
                  </a:lnTo>
                  <a:lnTo>
                    <a:pt x="55" y="22"/>
                  </a:lnTo>
                  <a:lnTo>
                    <a:pt x="55" y="20"/>
                  </a:lnTo>
                  <a:lnTo>
                    <a:pt x="55" y="18"/>
                  </a:lnTo>
                  <a:lnTo>
                    <a:pt x="55" y="15"/>
                  </a:lnTo>
                  <a:lnTo>
                    <a:pt x="55" y="15"/>
                  </a:lnTo>
                  <a:lnTo>
                    <a:pt x="55" y="12"/>
                  </a:lnTo>
                  <a:lnTo>
                    <a:pt x="55" y="11"/>
                  </a:lnTo>
                  <a:lnTo>
                    <a:pt x="57" y="10"/>
                  </a:lnTo>
                  <a:lnTo>
                    <a:pt x="57" y="10"/>
                  </a:lnTo>
                  <a:lnTo>
                    <a:pt x="57" y="10"/>
                  </a:lnTo>
                  <a:lnTo>
                    <a:pt x="57" y="10"/>
                  </a:lnTo>
                  <a:lnTo>
                    <a:pt x="57" y="10"/>
                  </a:lnTo>
                  <a:lnTo>
                    <a:pt x="57" y="10"/>
                  </a:lnTo>
                  <a:lnTo>
                    <a:pt x="57" y="10"/>
                  </a:lnTo>
                  <a:lnTo>
                    <a:pt x="57" y="10"/>
                  </a:lnTo>
                  <a:lnTo>
                    <a:pt x="57" y="8"/>
                  </a:lnTo>
                  <a:lnTo>
                    <a:pt x="57" y="8"/>
                  </a:lnTo>
                  <a:lnTo>
                    <a:pt x="57" y="8"/>
                  </a:lnTo>
                  <a:lnTo>
                    <a:pt x="57" y="8"/>
                  </a:lnTo>
                  <a:lnTo>
                    <a:pt x="57" y="8"/>
                  </a:lnTo>
                  <a:lnTo>
                    <a:pt x="57" y="8"/>
                  </a:lnTo>
                  <a:lnTo>
                    <a:pt x="57" y="8"/>
                  </a:lnTo>
                  <a:lnTo>
                    <a:pt x="57" y="8"/>
                  </a:lnTo>
                  <a:lnTo>
                    <a:pt x="58" y="7"/>
                  </a:lnTo>
                  <a:lnTo>
                    <a:pt x="60" y="7"/>
                  </a:lnTo>
                  <a:lnTo>
                    <a:pt x="60" y="7"/>
                  </a:lnTo>
                  <a:lnTo>
                    <a:pt x="60" y="7"/>
                  </a:lnTo>
                  <a:lnTo>
                    <a:pt x="60" y="7"/>
                  </a:lnTo>
                  <a:lnTo>
                    <a:pt x="62" y="6"/>
                  </a:lnTo>
                  <a:lnTo>
                    <a:pt x="62" y="6"/>
                  </a:lnTo>
                  <a:lnTo>
                    <a:pt x="64" y="6"/>
                  </a:lnTo>
                  <a:lnTo>
                    <a:pt x="65" y="6"/>
                  </a:lnTo>
                  <a:lnTo>
                    <a:pt x="67" y="4"/>
                  </a:lnTo>
                  <a:lnTo>
                    <a:pt x="67" y="4"/>
                  </a:lnTo>
                  <a:lnTo>
                    <a:pt x="68" y="4"/>
                  </a:lnTo>
                  <a:lnTo>
                    <a:pt x="68" y="4"/>
                  </a:lnTo>
                  <a:lnTo>
                    <a:pt x="70" y="2"/>
                  </a:lnTo>
                  <a:lnTo>
                    <a:pt x="70" y="2"/>
                  </a:lnTo>
                  <a:lnTo>
                    <a:pt x="70" y="2"/>
                  </a:lnTo>
                  <a:lnTo>
                    <a:pt x="70" y="2"/>
                  </a:lnTo>
                  <a:lnTo>
                    <a:pt x="72" y="0"/>
                  </a:lnTo>
                  <a:lnTo>
                    <a:pt x="72" y="2"/>
                  </a:lnTo>
                  <a:lnTo>
                    <a:pt x="72" y="2"/>
                  </a:lnTo>
                  <a:lnTo>
                    <a:pt x="72" y="2"/>
                  </a:lnTo>
                  <a:lnTo>
                    <a:pt x="72" y="2"/>
                  </a:lnTo>
                  <a:lnTo>
                    <a:pt x="72" y="2"/>
                  </a:lnTo>
                  <a:lnTo>
                    <a:pt x="74" y="2"/>
                  </a:lnTo>
                  <a:lnTo>
                    <a:pt x="74" y="2"/>
                  </a:lnTo>
                  <a:lnTo>
                    <a:pt x="76" y="2"/>
                  </a:lnTo>
                  <a:lnTo>
                    <a:pt x="76" y="2"/>
                  </a:lnTo>
                  <a:lnTo>
                    <a:pt x="78" y="2"/>
                  </a:lnTo>
                  <a:lnTo>
                    <a:pt x="78" y="2"/>
                  </a:lnTo>
                  <a:lnTo>
                    <a:pt x="80" y="2"/>
                  </a:lnTo>
                  <a:lnTo>
                    <a:pt x="80" y="2"/>
                  </a:lnTo>
                  <a:lnTo>
                    <a:pt x="82" y="2"/>
                  </a:lnTo>
                  <a:lnTo>
                    <a:pt x="82" y="2"/>
                  </a:lnTo>
                  <a:lnTo>
                    <a:pt x="84" y="0"/>
                  </a:lnTo>
                  <a:lnTo>
                    <a:pt x="84" y="2"/>
                  </a:lnTo>
                  <a:lnTo>
                    <a:pt x="84" y="2"/>
                  </a:lnTo>
                  <a:lnTo>
                    <a:pt x="84" y="2"/>
                  </a:lnTo>
                  <a:lnTo>
                    <a:pt x="84" y="2"/>
                  </a:lnTo>
                  <a:lnTo>
                    <a:pt x="84" y="4"/>
                  </a:lnTo>
                  <a:lnTo>
                    <a:pt x="84" y="4"/>
                  </a:lnTo>
                  <a:lnTo>
                    <a:pt x="84" y="4"/>
                  </a:lnTo>
                  <a:lnTo>
                    <a:pt x="84" y="4"/>
                  </a:lnTo>
                  <a:lnTo>
                    <a:pt x="84" y="5"/>
                  </a:lnTo>
                  <a:lnTo>
                    <a:pt x="84" y="5"/>
                  </a:lnTo>
                  <a:lnTo>
                    <a:pt x="84" y="5"/>
                  </a:lnTo>
                  <a:lnTo>
                    <a:pt x="84" y="5"/>
                  </a:lnTo>
                  <a:lnTo>
                    <a:pt x="84" y="5"/>
                  </a:lnTo>
                  <a:lnTo>
                    <a:pt x="84" y="5"/>
                  </a:lnTo>
                  <a:lnTo>
                    <a:pt x="84" y="5"/>
                  </a:lnTo>
                  <a:lnTo>
                    <a:pt x="86" y="5"/>
                  </a:lnTo>
                  <a:lnTo>
                    <a:pt x="84" y="7"/>
                  </a:lnTo>
                  <a:lnTo>
                    <a:pt x="84" y="7"/>
                  </a:lnTo>
                  <a:lnTo>
                    <a:pt x="84" y="7"/>
                  </a:lnTo>
                  <a:lnTo>
                    <a:pt x="84" y="7"/>
                  </a:lnTo>
                  <a:lnTo>
                    <a:pt x="83" y="9"/>
                  </a:lnTo>
                  <a:lnTo>
                    <a:pt x="83" y="9"/>
                  </a:lnTo>
                  <a:lnTo>
                    <a:pt x="83" y="9"/>
                  </a:lnTo>
                  <a:lnTo>
                    <a:pt x="83" y="9"/>
                  </a:lnTo>
                  <a:lnTo>
                    <a:pt x="81" y="11"/>
                  </a:lnTo>
                  <a:lnTo>
                    <a:pt x="81" y="11"/>
                  </a:lnTo>
                  <a:lnTo>
                    <a:pt x="81" y="11"/>
                  </a:lnTo>
                  <a:lnTo>
                    <a:pt x="81" y="11"/>
                  </a:lnTo>
                  <a:lnTo>
                    <a:pt x="80" y="12"/>
                  </a:lnTo>
                  <a:lnTo>
                    <a:pt x="80" y="12"/>
                  </a:lnTo>
                  <a:lnTo>
                    <a:pt x="80" y="12"/>
                  </a:lnTo>
                  <a:lnTo>
                    <a:pt x="80" y="12"/>
                  </a:lnTo>
                  <a:lnTo>
                    <a:pt x="80" y="14"/>
                  </a:lnTo>
                  <a:lnTo>
                    <a:pt x="80" y="14"/>
                  </a:lnTo>
                  <a:lnTo>
                    <a:pt x="80" y="14"/>
                  </a:lnTo>
                  <a:lnTo>
                    <a:pt x="80" y="14"/>
                  </a:lnTo>
                  <a:lnTo>
                    <a:pt x="80" y="15"/>
                  </a:lnTo>
                  <a:lnTo>
                    <a:pt x="80" y="15"/>
                  </a:lnTo>
                  <a:lnTo>
                    <a:pt x="80" y="15"/>
                  </a:lnTo>
                  <a:lnTo>
                    <a:pt x="80" y="15"/>
                  </a:lnTo>
                  <a:lnTo>
                    <a:pt x="80" y="17"/>
                  </a:lnTo>
                  <a:lnTo>
                    <a:pt x="80" y="17"/>
                  </a:lnTo>
                  <a:lnTo>
                    <a:pt x="80" y="17"/>
                  </a:lnTo>
                  <a:lnTo>
                    <a:pt x="80" y="17"/>
                  </a:lnTo>
                  <a:lnTo>
                    <a:pt x="80" y="17"/>
                  </a:lnTo>
                  <a:lnTo>
                    <a:pt x="80" y="17"/>
                  </a:lnTo>
                  <a:lnTo>
                    <a:pt x="80" y="17"/>
                  </a:lnTo>
                  <a:lnTo>
                    <a:pt x="82" y="17"/>
                  </a:lnTo>
                  <a:lnTo>
                    <a:pt x="82" y="18"/>
                  </a:lnTo>
                  <a:lnTo>
                    <a:pt x="82" y="18"/>
                  </a:lnTo>
                  <a:lnTo>
                    <a:pt x="82" y="18"/>
                  </a:lnTo>
                  <a:lnTo>
                    <a:pt x="83" y="18"/>
                  </a:lnTo>
                  <a:lnTo>
                    <a:pt x="83" y="18"/>
                  </a:lnTo>
                  <a:lnTo>
                    <a:pt x="84" y="18"/>
                  </a:lnTo>
                  <a:lnTo>
                    <a:pt x="84" y="18"/>
                  </a:lnTo>
                  <a:lnTo>
                    <a:pt x="86" y="16"/>
                  </a:lnTo>
                  <a:lnTo>
                    <a:pt x="86" y="16"/>
                  </a:lnTo>
                  <a:lnTo>
                    <a:pt x="87" y="16"/>
                  </a:lnTo>
                  <a:lnTo>
                    <a:pt x="87" y="16"/>
                  </a:lnTo>
                  <a:lnTo>
                    <a:pt x="89" y="15"/>
                  </a:lnTo>
                  <a:lnTo>
                    <a:pt x="89" y="15"/>
                  </a:lnTo>
                  <a:lnTo>
                    <a:pt x="90" y="15"/>
                  </a:lnTo>
                  <a:lnTo>
                    <a:pt x="90" y="15"/>
                  </a:lnTo>
                  <a:lnTo>
                    <a:pt x="92" y="14"/>
                  </a:lnTo>
                  <a:lnTo>
                    <a:pt x="92" y="15"/>
                  </a:lnTo>
                  <a:lnTo>
                    <a:pt x="92" y="15"/>
                  </a:lnTo>
                  <a:lnTo>
                    <a:pt x="92" y="15"/>
                  </a:lnTo>
                  <a:lnTo>
                    <a:pt x="92" y="15"/>
                  </a:lnTo>
                  <a:lnTo>
                    <a:pt x="92" y="17"/>
                  </a:lnTo>
                  <a:lnTo>
                    <a:pt x="92" y="17"/>
                  </a:lnTo>
                  <a:lnTo>
                    <a:pt x="92" y="17"/>
                  </a:lnTo>
                  <a:lnTo>
                    <a:pt x="94" y="17"/>
                  </a:lnTo>
                  <a:lnTo>
                    <a:pt x="94" y="18"/>
                  </a:lnTo>
                  <a:lnTo>
                    <a:pt x="94" y="18"/>
                  </a:lnTo>
                  <a:lnTo>
                    <a:pt x="94" y="18"/>
                  </a:lnTo>
                  <a:lnTo>
                    <a:pt x="95" y="18"/>
                  </a:lnTo>
                  <a:lnTo>
                    <a:pt x="95" y="18"/>
                  </a:lnTo>
                  <a:lnTo>
                    <a:pt x="95" y="18"/>
                  </a:lnTo>
                  <a:lnTo>
                    <a:pt x="95" y="18"/>
                  </a:lnTo>
                  <a:lnTo>
                    <a:pt x="97" y="18"/>
                  </a:lnTo>
                  <a:lnTo>
                    <a:pt x="97" y="19"/>
                  </a:lnTo>
                  <a:lnTo>
                    <a:pt x="97" y="19"/>
                  </a:lnTo>
                  <a:lnTo>
                    <a:pt x="97" y="19"/>
                  </a:lnTo>
                  <a:lnTo>
                    <a:pt x="99" y="19"/>
                  </a:lnTo>
                  <a:lnTo>
                    <a:pt x="99" y="19"/>
                  </a:lnTo>
                  <a:lnTo>
                    <a:pt x="101" y="19"/>
                  </a:lnTo>
                  <a:lnTo>
                    <a:pt x="101" y="19"/>
                  </a:lnTo>
                  <a:lnTo>
                    <a:pt x="103" y="19"/>
                  </a:lnTo>
                  <a:lnTo>
                    <a:pt x="103" y="19"/>
                  </a:lnTo>
                  <a:lnTo>
                    <a:pt x="103" y="19"/>
                  </a:lnTo>
                  <a:lnTo>
                    <a:pt x="103" y="19"/>
                  </a:lnTo>
                  <a:lnTo>
                    <a:pt x="105" y="19"/>
                  </a:lnTo>
                  <a:lnTo>
                    <a:pt x="105" y="19"/>
                  </a:lnTo>
                  <a:lnTo>
                    <a:pt x="105" y="19"/>
                  </a:lnTo>
                  <a:lnTo>
                    <a:pt x="105" y="19"/>
                  </a:lnTo>
                  <a:lnTo>
                    <a:pt x="107" y="19"/>
                  </a:lnTo>
                  <a:lnTo>
                    <a:pt x="107" y="19"/>
                  </a:lnTo>
                  <a:lnTo>
                    <a:pt x="107" y="19"/>
                  </a:lnTo>
                  <a:lnTo>
                    <a:pt x="107" y="19"/>
                  </a:lnTo>
                  <a:lnTo>
                    <a:pt x="109" y="19"/>
                  </a:lnTo>
                  <a:lnTo>
                    <a:pt x="109" y="19"/>
                  </a:lnTo>
                  <a:lnTo>
                    <a:pt x="109" y="19"/>
                  </a:lnTo>
                  <a:lnTo>
                    <a:pt x="109" y="19"/>
                  </a:lnTo>
                  <a:lnTo>
                    <a:pt x="111" y="18"/>
                  </a:lnTo>
                  <a:lnTo>
                    <a:pt x="111" y="18"/>
                  </a:lnTo>
                  <a:lnTo>
                    <a:pt x="111" y="18"/>
                  </a:lnTo>
                  <a:lnTo>
                    <a:pt x="111" y="18"/>
                  </a:lnTo>
                  <a:lnTo>
                    <a:pt x="113" y="18"/>
                  </a:lnTo>
                  <a:lnTo>
                    <a:pt x="113" y="18"/>
                  </a:lnTo>
                  <a:lnTo>
                    <a:pt x="114" y="18"/>
                  </a:lnTo>
                  <a:lnTo>
                    <a:pt x="114" y="18"/>
                  </a:lnTo>
                  <a:lnTo>
                    <a:pt x="116" y="17"/>
                  </a:lnTo>
                  <a:lnTo>
                    <a:pt x="116" y="18"/>
                  </a:lnTo>
                  <a:lnTo>
                    <a:pt x="116" y="18"/>
                  </a:lnTo>
                  <a:lnTo>
                    <a:pt x="116" y="18"/>
                  </a:lnTo>
                  <a:lnTo>
                    <a:pt x="118" y="18"/>
                  </a:lnTo>
                  <a:lnTo>
                    <a:pt x="118" y="18"/>
                  </a:lnTo>
                  <a:lnTo>
                    <a:pt x="118" y="18"/>
                  </a:lnTo>
                  <a:lnTo>
                    <a:pt x="118" y="18"/>
                  </a:lnTo>
                  <a:lnTo>
                    <a:pt x="120" y="18"/>
                  </a:lnTo>
                  <a:lnTo>
                    <a:pt x="120" y="18"/>
                  </a:lnTo>
                  <a:lnTo>
                    <a:pt x="120" y="18"/>
                  </a:lnTo>
                  <a:lnTo>
                    <a:pt x="120" y="18"/>
                  </a:lnTo>
                  <a:lnTo>
                    <a:pt x="122" y="18"/>
                  </a:lnTo>
                  <a:lnTo>
                    <a:pt x="122" y="18"/>
                  </a:lnTo>
                  <a:lnTo>
                    <a:pt x="122" y="18"/>
                  </a:lnTo>
                  <a:lnTo>
                    <a:pt x="122" y="18"/>
                  </a:lnTo>
                  <a:lnTo>
                    <a:pt x="124" y="18"/>
                  </a:lnTo>
                  <a:lnTo>
                    <a:pt x="124" y="19"/>
                  </a:lnTo>
                  <a:lnTo>
                    <a:pt x="124" y="19"/>
                  </a:lnTo>
                  <a:lnTo>
                    <a:pt x="124" y="19"/>
                  </a:lnTo>
                  <a:lnTo>
                    <a:pt x="126" y="19"/>
                  </a:lnTo>
                  <a:lnTo>
                    <a:pt x="126" y="19"/>
                  </a:lnTo>
                  <a:lnTo>
                    <a:pt x="128" y="19"/>
                  </a:lnTo>
                  <a:lnTo>
                    <a:pt x="128" y="19"/>
                  </a:lnTo>
                  <a:lnTo>
                    <a:pt x="130" y="19"/>
                  </a:lnTo>
                  <a:lnTo>
                    <a:pt x="130" y="19"/>
                  </a:lnTo>
                  <a:lnTo>
                    <a:pt x="130" y="19"/>
                  </a:lnTo>
                  <a:lnTo>
                    <a:pt x="130" y="19"/>
                  </a:lnTo>
                  <a:lnTo>
                    <a:pt x="132" y="19"/>
                  </a:lnTo>
                  <a:lnTo>
                    <a:pt x="132" y="19"/>
                  </a:lnTo>
                  <a:lnTo>
                    <a:pt x="133" y="19"/>
                  </a:lnTo>
                  <a:lnTo>
                    <a:pt x="133" y="19"/>
                  </a:lnTo>
                  <a:lnTo>
                    <a:pt x="134" y="19"/>
                  </a:lnTo>
                  <a:lnTo>
                    <a:pt x="134" y="20"/>
                  </a:lnTo>
                  <a:lnTo>
                    <a:pt x="134" y="20"/>
                  </a:lnTo>
                  <a:lnTo>
                    <a:pt x="134" y="21"/>
                  </a:lnTo>
                  <a:lnTo>
                    <a:pt x="134" y="21"/>
                  </a:lnTo>
                  <a:lnTo>
                    <a:pt x="134" y="23"/>
                  </a:lnTo>
                  <a:lnTo>
                    <a:pt x="134" y="23"/>
                  </a:lnTo>
                  <a:lnTo>
                    <a:pt x="134" y="23"/>
                  </a:lnTo>
                  <a:lnTo>
                    <a:pt x="134" y="23"/>
                  </a:lnTo>
                  <a:lnTo>
                    <a:pt x="134" y="25"/>
                  </a:lnTo>
                  <a:lnTo>
                    <a:pt x="134" y="25"/>
                  </a:lnTo>
                  <a:lnTo>
                    <a:pt x="134" y="25"/>
                  </a:lnTo>
                  <a:lnTo>
                    <a:pt x="134" y="25"/>
                  </a:lnTo>
                  <a:lnTo>
                    <a:pt x="134" y="26"/>
                  </a:lnTo>
                  <a:lnTo>
                    <a:pt x="134" y="26"/>
                  </a:lnTo>
                  <a:lnTo>
                    <a:pt x="134" y="26"/>
                  </a:lnTo>
                  <a:lnTo>
                    <a:pt x="134" y="26"/>
                  </a:lnTo>
                  <a:lnTo>
                    <a:pt x="132" y="27"/>
                  </a:lnTo>
                  <a:lnTo>
                    <a:pt x="132" y="27"/>
                  </a:lnTo>
                  <a:lnTo>
                    <a:pt x="132" y="27"/>
                  </a:lnTo>
                  <a:lnTo>
                    <a:pt x="132" y="27"/>
                  </a:lnTo>
                  <a:lnTo>
                    <a:pt x="132" y="28"/>
                  </a:lnTo>
                  <a:lnTo>
                    <a:pt x="132" y="28"/>
                  </a:lnTo>
                  <a:lnTo>
                    <a:pt x="132" y="28"/>
                  </a:lnTo>
                  <a:lnTo>
                    <a:pt x="132" y="28"/>
                  </a:lnTo>
                  <a:lnTo>
                    <a:pt x="130" y="30"/>
                  </a:lnTo>
                  <a:lnTo>
                    <a:pt x="130" y="30"/>
                  </a:lnTo>
                  <a:lnTo>
                    <a:pt x="130" y="30"/>
                  </a:lnTo>
                  <a:lnTo>
                    <a:pt x="130" y="30"/>
                  </a:lnTo>
                  <a:lnTo>
                    <a:pt x="130" y="32"/>
                  </a:lnTo>
                  <a:lnTo>
                    <a:pt x="130" y="32"/>
                  </a:lnTo>
                  <a:lnTo>
                    <a:pt x="130" y="32"/>
                  </a:lnTo>
                  <a:lnTo>
                    <a:pt x="130" y="32"/>
                  </a:lnTo>
                  <a:lnTo>
                    <a:pt x="130" y="33"/>
                  </a:lnTo>
                  <a:lnTo>
                    <a:pt x="130" y="33"/>
                  </a:lnTo>
                  <a:lnTo>
                    <a:pt x="130" y="33"/>
                  </a:lnTo>
                  <a:lnTo>
                    <a:pt x="130" y="33"/>
                  </a:lnTo>
                  <a:lnTo>
                    <a:pt x="130" y="34"/>
                  </a:lnTo>
                  <a:lnTo>
                    <a:pt x="130" y="34"/>
                  </a:lnTo>
                  <a:lnTo>
                    <a:pt x="130" y="34"/>
                  </a:lnTo>
                  <a:lnTo>
                    <a:pt x="131" y="34"/>
                  </a:lnTo>
                  <a:lnTo>
                    <a:pt x="131" y="35"/>
                  </a:lnTo>
                  <a:lnTo>
                    <a:pt x="131" y="35"/>
                  </a:lnTo>
                  <a:lnTo>
                    <a:pt x="131" y="35"/>
                  </a:lnTo>
                  <a:lnTo>
                    <a:pt x="131" y="35"/>
                  </a:lnTo>
                  <a:lnTo>
                    <a:pt x="131" y="35"/>
                  </a:lnTo>
                  <a:lnTo>
                    <a:pt x="131" y="35"/>
                  </a:lnTo>
                  <a:lnTo>
                    <a:pt x="131" y="35"/>
                  </a:lnTo>
                  <a:lnTo>
                    <a:pt x="131" y="35"/>
                  </a:lnTo>
                  <a:lnTo>
                    <a:pt x="131" y="36"/>
                  </a:lnTo>
                  <a:lnTo>
                    <a:pt x="131" y="36"/>
                  </a:lnTo>
                  <a:lnTo>
                    <a:pt x="131" y="36"/>
                  </a:lnTo>
                  <a:lnTo>
                    <a:pt x="133" y="36"/>
                  </a:lnTo>
                  <a:lnTo>
                    <a:pt x="133" y="36"/>
                  </a:lnTo>
                  <a:lnTo>
                    <a:pt x="133" y="36"/>
                  </a:lnTo>
                  <a:lnTo>
                    <a:pt x="133" y="36"/>
                  </a:lnTo>
                  <a:lnTo>
                    <a:pt x="135" y="36"/>
                  </a:lnTo>
                  <a:lnTo>
                    <a:pt x="135" y="36"/>
                  </a:lnTo>
                  <a:lnTo>
                    <a:pt x="135" y="36"/>
                  </a:lnTo>
                  <a:lnTo>
                    <a:pt x="135" y="36"/>
                  </a:lnTo>
                  <a:lnTo>
                    <a:pt x="137" y="36"/>
                  </a:lnTo>
                  <a:lnTo>
                    <a:pt x="137" y="36"/>
                  </a:lnTo>
                  <a:lnTo>
                    <a:pt x="138" y="36"/>
                  </a:lnTo>
                  <a:lnTo>
                    <a:pt x="138" y="36"/>
                  </a:lnTo>
                  <a:lnTo>
                    <a:pt x="139" y="35"/>
                  </a:lnTo>
                  <a:lnTo>
                    <a:pt x="139" y="37"/>
                  </a:lnTo>
                  <a:lnTo>
                    <a:pt x="139" y="37"/>
                  </a:lnTo>
                  <a:lnTo>
                    <a:pt x="139" y="37"/>
                  </a:lnTo>
                  <a:lnTo>
                    <a:pt x="139" y="37"/>
                  </a:lnTo>
                  <a:lnTo>
                    <a:pt x="139" y="39"/>
                  </a:lnTo>
                  <a:lnTo>
                    <a:pt x="139" y="39"/>
                  </a:lnTo>
                  <a:lnTo>
                    <a:pt x="139" y="39"/>
                  </a:lnTo>
                  <a:lnTo>
                    <a:pt x="141" y="39"/>
                  </a:lnTo>
                  <a:lnTo>
                    <a:pt x="141" y="40"/>
                  </a:lnTo>
                  <a:lnTo>
                    <a:pt x="141" y="40"/>
                  </a:lnTo>
                  <a:lnTo>
                    <a:pt x="141" y="40"/>
                  </a:lnTo>
                  <a:lnTo>
                    <a:pt x="142" y="40"/>
                  </a:lnTo>
                  <a:lnTo>
                    <a:pt x="142" y="40"/>
                  </a:lnTo>
                  <a:lnTo>
                    <a:pt x="142" y="40"/>
                  </a:lnTo>
                  <a:lnTo>
                    <a:pt x="142" y="40"/>
                  </a:lnTo>
                  <a:lnTo>
                    <a:pt x="143" y="40"/>
                  </a:lnTo>
                  <a:lnTo>
                    <a:pt x="142" y="42"/>
                  </a:lnTo>
                  <a:lnTo>
                    <a:pt x="142" y="42"/>
                  </a:lnTo>
                  <a:lnTo>
                    <a:pt x="141" y="44"/>
                  </a:lnTo>
                  <a:lnTo>
                    <a:pt x="141" y="44"/>
                  </a:lnTo>
                  <a:lnTo>
                    <a:pt x="139" y="46"/>
                  </a:lnTo>
                  <a:lnTo>
                    <a:pt x="138" y="46"/>
                  </a:lnTo>
                  <a:lnTo>
                    <a:pt x="136" y="48"/>
                  </a:lnTo>
                  <a:lnTo>
                    <a:pt x="136" y="48"/>
                  </a:lnTo>
                  <a:lnTo>
                    <a:pt x="135" y="50"/>
                  </a:lnTo>
                  <a:lnTo>
                    <a:pt x="133" y="50"/>
                  </a:lnTo>
                  <a:lnTo>
                    <a:pt x="131" y="51"/>
                  </a:lnTo>
                  <a:lnTo>
                    <a:pt x="131" y="51"/>
                  </a:lnTo>
                  <a:lnTo>
                    <a:pt x="129" y="52"/>
                  </a:lnTo>
                  <a:lnTo>
                    <a:pt x="129" y="52"/>
                  </a:lnTo>
                  <a:lnTo>
                    <a:pt x="128" y="52"/>
                  </a:lnTo>
                  <a:lnTo>
                    <a:pt x="128" y="52"/>
                  </a:lnTo>
                  <a:lnTo>
                    <a:pt x="127" y="53"/>
                  </a:lnTo>
                  <a:lnTo>
                    <a:pt x="127" y="53"/>
                  </a:lnTo>
                  <a:lnTo>
                    <a:pt x="127" y="53"/>
                  </a:lnTo>
                  <a:lnTo>
                    <a:pt x="127" y="53"/>
                  </a:lnTo>
                  <a:lnTo>
                    <a:pt x="127" y="53"/>
                  </a:lnTo>
                  <a:lnTo>
                    <a:pt x="127" y="53"/>
                  </a:lnTo>
                  <a:lnTo>
                    <a:pt x="127" y="53"/>
                  </a:lnTo>
                  <a:lnTo>
                    <a:pt x="127" y="53"/>
                  </a:lnTo>
                  <a:lnTo>
                    <a:pt x="126" y="54"/>
                  </a:lnTo>
                  <a:lnTo>
                    <a:pt x="126" y="54"/>
                  </a:lnTo>
                  <a:lnTo>
                    <a:pt x="126" y="54"/>
                  </a:lnTo>
                  <a:lnTo>
                    <a:pt x="126" y="54"/>
                  </a:lnTo>
                  <a:lnTo>
                    <a:pt x="125" y="54"/>
                  </a:lnTo>
                  <a:lnTo>
                    <a:pt x="125" y="54"/>
                  </a:lnTo>
                  <a:lnTo>
                    <a:pt x="125" y="54"/>
                  </a:lnTo>
                  <a:lnTo>
                    <a:pt x="125" y="54"/>
                  </a:lnTo>
                  <a:lnTo>
                    <a:pt x="123" y="55"/>
                  </a:lnTo>
                  <a:lnTo>
                    <a:pt x="123" y="55"/>
                  </a:lnTo>
                  <a:lnTo>
                    <a:pt x="121" y="55"/>
                  </a:lnTo>
                  <a:lnTo>
                    <a:pt x="121" y="55"/>
                  </a:lnTo>
                  <a:lnTo>
                    <a:pt x="120" y="55"/>
                  </a:lnTo>
                  <a:lnTo>
                    <a:pt x="120" y="55"/>
                  </a:lnTo>
                  <a:lnTo>
                    <a:pt x="120" y="55"/>
                  </a:lnTo>
                  <a:lnTo>
                    <a:pt x="120" y="55"/>
                  </a:lnTo>
                  <a:lnTo>
                    <a:pt x="118" y="57"/>
                  </a:lnTo>
                  <a:lnTo>
                    <a:pt x="118" y="57"/>
                  </a:lnTo>
                  <a:lnTo>
                    <a:pt x="118" y="57"/>
                  </a:lnTo>
                  <a:lnTo>
                    <a:pt x="118" y="57"/>
                  </a:lnTo>
                  <a:lnTo>
                    <a:pt x="117" y="59"/>
                  </a:lnTo>
                  <a:lnTo>
                    <a:pt x="117" y="59"/>
                  </a:lnTo>
                  <a:lnTo>
                    <a:pt x="117" y="59"/>
                  </a:lnTo>
                  <a:lnTo>
                    <a:pt x="117" y="59"/>
                  </a:lnTo>
                  <a:lnTo>
                    <a:pt x="115" y="61"/>
                  </a:lnTo>
                  <a:lnTo>
                    <a:pt x="115" y="61"/>
                  </a:lnTo>
                  <a:lnTo>
                    <a:pt x="115" y="62"/>
                  </a:lnTo>
                  <a:lnTo>
                    <a:pt x="115" y="62"/>
                  </a:lnTo>
                  <a:lnTo>
                    <a:pt x="115" y="64"/>
                  </a:lnTo>
                  <a:lnTo>
                    <a:pt x="115" y="64"/>
                  </a:lnTo>
                  <a:lnTo>
                    <a:pt x="115" y="65"/>
                  </a:lnTo>
                  <a:lnTo>
                    <a:pt x="115" y="65"/>
                  </a:lnTo>
                  <a:lnTo>
                    <a:pt x="115" y="67"/>
                  </a:lnTo>
                  <a:lnTo>
                    <a:pt x="115" y="67"/>
                  </a:lnTo>
                  <a:lnTo>
                    <a:pt x="115" y="69"/>
                  </a:lnTo>
                  <a:lnTo>
                    <a:pt x="115" y="69"/>
                  </a:lnTo>
                  <a:lnTo>
                    <a:pt x="115" y="71"/>
                  </a:lnTo>
                  <a:lnTo>
                    <a:pt x="115" y="71"/>
                  </a:lnTo>
                  <a:lnTo>
                    <a:pt x="115" y="72"/>
                  </a:lnTo>
                  <a:lnTo>
                    <a:pt x="115" y="72"/>
                  </a:lnTo>
                  <a:lnTo>
                    <a:pt x="114" y="74"/>
                  </a:lnTo>
                  <a:lnTo>
                    <a:pt x="114" y="74"/>
                  </a:lnTo>
                  <a:lnTo>
                    <a:pt x="114" y="74"/>
                  </a:lnTo>
                  <a:lnTo>
                    <a:pt x="114" y="74"/>
                  </a:lnTo>
                  <a:lnTo>
                    <a:pt x="114" y="76"/>
                  </a:lnTo>
                  <a:lnTo>
                    <a:pt x="114" y="76"/>
                  </a:lnTo>
                  <a:lnTo>
                    <a:pt x="114" y="76"/>
                  </a:lnTo>
                  <a:lnTo>
                    <a:pt x="114" y="76"/>
                  </a:lnTo>
                  <a:lnTo>
                    <a:pt x="113" y="78"/>
                  </a:lnTo>
                  <a:lnTo>
                    <a:pt x="113" y="78"/>
                  </a:lnTo>
                  <a:lnTo>
                    <a:pt x="113" y="78"/>
                  </a:lnTo>
                  <a:lnTo>
                    <a:pt x="113" y="78"/>
                  </a:lnTo>
                  <a:lnTo>
                    <a:pt x="113" y="79"/>
                  </a:lnTo>
                  <a:lnTo>
                    <a:pt x="113" y="79"/>
                  </a:lnTo>
                  <a:lnTo>
                    <a:pt x="113" y="79"/>
                  </a:lnTo>
                  <a:lnTo>
                    <a:pt x="113" y="79"/>
                  </a:lnTo>
                  <a:lnTo>
                    <a:pt x="112" y="81"/>
                  </a:lnTo>
                  <a:lnTo>
                    <a:pt x="112" y="81"/>
                  </a:lnTo>
                  <a:lnTo>
                    <a:pt x="112" y="83"/>
                  </a:lnTo>
                  <a:lnTo>
                    <a:pt x="112" y="83"/>
                  </a:lnTo>
                  <a:lnTo>
                    <a:pt x="112" y="85"/>
                  </a:lnTo>
                  <a:lnTo>
                    <a:pt x="112" y="85"/>
                  </a:lnTo>
                  <a:lnTo>
                    <a:pt x="112" y="86"/>
                  </a:lnTo>
                  <a:lnTo>
                    <a:pt x="112" y="86"/>
                  </a:lnTo>
                  <a:lnTo>
                    <a:pt x="111" y="88"/>
                  </a:lnTo>
                  <a:lnTo>
                    <a:pt x="111" y="88"/>
                  </a:lnTo>
                  <a:lnTo>
                    <a:pt x="111" y="90"/>
                  </a:lnTo>
                  <a:lnTo>
                    <a:pt x="111" y="90"/>
                  </a:lnTo>
                  <a:lnTo>
                    <a:pt x="111" y="92"/>
                  </a:lnTo>
                  <a:lnTo>
                    <a:pt x="111" y="92"/>
                  </a:lnTo>
                  <a:lnTo>
                    <a:pt x="111" y="92"/>
                  </a:lnTo>
                  <a:lnTo>
                    <a:pt x="111" y="92"/>
                  </a:lnTo>
                  <a:lnTo>
                    <a:pt x="108" y="94"/>
                  </a:lnTo>
                  <a:lnTo>
                    <a:pt x="108" y="94"/>
                  </a:lnTo>
                  <a:lnTo>
                    <a:pt x="108" y="94"/>
                  </a:lnTo>
                  <a:lnTo>
                    <a:pt x="108" y="94"/>
                  </a:lnTo>
                  <a:lnTo>
                    <a:pt x="106" y="94"/>
                  </a:lnTo>
                  <a:lnTo>
                    <a:pt x="106" y="94"/>
                  </a:lnTo>
                  <a:lnTo>
                    <a:pt x="105" y="94"/>
                  </a:lnTo>
                  <a:lnTo>
                    <a:pt x="105" y="94"/>
                  </a:lnTo>
                  <a:lnTo>
                    <a:pt x="104" y="94"/>
                  </a:lnTo>
                  <a:lnTo>
                    <a:pt x="104" y="94"/>
                  </a:lnTo>
                  <a:lnTo>
                    <a:pt x="103" y="94"/>
                  </a:lnTo>
                  <a:lnTo>
                    <a:pt x="103" y="94"/>
                  </a:lnTo>
                  <a:lnTo>
                    <a:pt x="102" y="94"/>
                  </a:lnTo>
                  <a:lnTo>
                    <a:pt x="102" y="94"/>
                  </a:lnTo>
                  <a:lnTo>
                    <a:pt x="102" y="94"/>
                  </a:lnTo>
                  <a:lnTo>
                    <a:pt x="102" y="94"/>
                  </a:lnTo>
                  <a:lnTo>
                    <a:pt x="101" y="96"/>
                  </a:lnTo>
                  <a:lnTo>
                    <a:pt x="101" y="96"/>
                  </a:lnTo>
                  <a:lnTo>
                    <a:pt x="101" y="98"/>
                  </a:lnTo>
                  <a:lnTo>
                    <a:pt x="101" y="98"/>
                  </a:lnTo>
                  <a:lnTo>
                    <a:pt x="101" y="99"/>
                  </a:lnTo>
                  <a:lnTo>
                    <a:pt x="101" y="99"/>
                  </a:lnTo>
                  <a:lnTo>
                    <a:pt x="101" y="101"/>
                  </a:lnTo>
                  <a:lnTo>
                    <a:pt x="103" y="101"/>
                  </a:lnTo>
                  <a:lnTo>
                    <a:pt x="103" y="103"/>
                  </a:lnTo>
                  <a:lnTo>
                    <a:pt x="103" y="103"/>
                  </a:lnTo>
                  <a:lnTo>
                    <a:pt x="103" y="105"/>
                  </a:lnTo>
                  <a:lnTo>
                    <a:pt x="103" y="105"/>
                  </a:lnTo>
                  <a:lnTo>
                    <a:pt x="103" y="107"/>
                  </a:lnTo>
                  <a:lnTo>
                    <a:pt x="103" y="107"/>
                  </a:lnTo>
                  <a:lnTo>
                    <a:pt x="103" y="107"/>
                  </a:lnTo>
                  <a:lnTo>
                    <a:pt x="104" y="107"/>
                  </a:lnTo>
                  <a:lnTo>
                    <a:pt x="103" y="109"/>
                  </a:lnTo>
                  <a:lnTo>
                    <a:pt x="103" y="109"/>
                  </a:lnTo>
                  <a:lnTo>
                    <a:pt x="103" y="109"/>
                  </a:lnTo>
                  <a:lnTo>
                    <a:pt x="103" y="109"/>
                  </a:lnTo>
                  <a:lnTo>
                    <a:pt x="101" y="110"/>
                  </a:lnTo>
                  <a:lnTo>
                    <a:pt x="101" y="110"/>
                  </a:lnTo>
                  <a:lnTo>
                    <a:pt x="101" y="110"/>
                  </a:lnTo>
                  <a:lnTo>
                    <a:pt x="101" y="110"/>
                  </a:lnTo>
                  <a:lnTo>
                    <a:pt x="99" y="112"/>
                  </a:lnTo>
                  <a:lnTo>
                    <a:pt x="99" y="112"/>
                  </a:lnTo>
                  <a:lnTo>
                    <a:pt x="99" y="112"/>
                  </a:lnTo>
                  <a:lnTo>
                    <a:pt x="99" y="112"/>
                  </a:lnTo>
                  <a:lnTo>
                    <a:pt x="99" y="114"/>
                  </a:lnTo>
                  <a:lnTo>
                    <a:pt x="99" y="114"/>
                  </a:lnTo>
                  <a:lnTo>
                    <a:pt x="99" y="114"/>
                  </a:lnTo>
                  <a:lnTo>
                    <a:pt x="99" y="114"/>
                  </a:lnTo>
                  <a:lnTo>
                    <a:pt x="99" y="115"/>
                  </a:lnTo>
                  <a:lnTo>
                    <a:pt x="99" y="115"/>
                  </a:lnTo>
                  <a:lnTo>
                    <a:pt x="99" y="115"/>
                  </a:lnTo>
                  <a:lnTo>
                    <a:pt x="99" y="115"/>
                  </a:lnTo>
                  <a:lnTo>
                    <a:pt x="99" y="117"/>
                  </a:lnTo>
                  <a:lnTo>
                    <a:pt x="99" y="117"/>
                  </a:lnTo>
                  <a:lnTo>
                    <a:pt x="99" y="117"/>
                  </a:lnTo>
                  <a:lnTo>
                    <a:pt x="99" y="117"/>
                  </a:lnTo>
                  <a:lnTo>
                    <a:pt x="98" y="119"/>
                  </a:lnTo>
                  <a:lnTo>
                    <a:pt x="98" y="119"/>
                  </a:lnTo>
                  <a:lnTo>
                    <a:pt x="98" y="119"/>
                  </a:lnTo>
                  <a:lnTo>
                    <a:pt x="98" y="119"/>
                  </a:lnTo>
                  <a:lnTo>
                    <a:pt x="97" y="120"/>
                  </a:lnTo>
                  <a:lnTo>
                    <a:pt x="97" y="120"/>
                  </a:lnTo>
                  <a:lnTo>
                    <a:pt x="97" y="120"/>
                  </a:lnTo>
                  <a:lnTo>
                    <a:pt x="97" y="120"/>
                  </a:lnTo>
                  <a:lnTo>
                    <a:pt x="96" y="120"/>
                  </a:lnTo>
                  <a:lnTo>
                    <a:pt x="96" y="120"/>
                  </a:lnTo>
                  <a:lnTo>
                    <a:pt x="96" y="120"/>
                  </a:lnTo>
                  <a:lnTo>
                    <a:pt x="96" y="120"/>
                  </a:lnTo>
                  <a:lnTo>
                    <a:pt x="94" y="120"/>
                  </a:lnTo>
                  <a:lnTo>
                    <a:pt x="94" y="120"/>
                  </a:lnTo>
                  <a:lnTo>
                    <a:pt x="94" y="120"/>
                  </a:lnTo>
                  <a:lnTo>
                    <a:pt x="94" y="119"/>
                  </a:lnTo>
                  <a:lnTo>
                    <a:pt x="92" y="119"/>
                  </a:lnTo>
                  <a:lnTo>
                    <a:pt x="92" y="119"/>
                  </a:lnTo>
                  <a:lnTo>
                    <a:pt x="92" y="119"/>
                  </a:lnTo>
                  <a:lnTo>
                    <a:pt x="92" y="119"/>
                  </a:lnTo>
                  <a:lnTo>
                    <a:pt x="92" y="119"/>
                  </a:lnTo>
                  <a:lnTo>
                    <a:pt x="92" y="119"/>
                  </a:lnTo>
                  <a:lnTo>
                    <a:pt x="92" y="119"/>
                  </a:lnTo>
                  <a:lnTo>
                    <a:pt x="92" y="117"/>
                  </a:lnTo>
                  <a:lnTo>
                    <a:pt x="90" y="117"/>
                  </a:lnTo>
                  <a:lnTo>
                    <a:pt x="90" y="117"/>
                  </a:lnTo>
                  <a:lnTo>
                    <a:pt x="89" y="117"/>
                  </a:lnTo>
                  <a:lnTo>
                    <a:pt x="89" y="117"/>
                  </a:lnTo>
                  <a:lnTo>
                    <a:pt x="86" y="117"/>
                  </a:lnTo>
                  <a:lnTo>
                    <a:pt x="86" y="117"/>
                  </a:lnTo>
                  <a:lnTo>
                    <a:pt x="84" y="117"/>
                  </a:lnTo>
                  <a:lnTo>
                    <a:pt x="84" y="117"/>
                  </a:lnTo>
                  <a:lnTo>
                    <a:pt x="83" y="117"/>
                  </a:lnTo>
                  <a:lnTo>
                    <a:pt x="83" y="117"/>
                  </a:lnTo>
                  <a:lnTo>
                    <a:pt x="81" y="117"/>
                  </a:lnTo>
                  <a:lnTo>
                    <a:pt x="81" y="117"/>
                  </a:lnTo>
                  <a:lnTo>
                    <a:pt x="79" y="117"/>
                  </a:lnTo>
                  <a:lnTo>
                    <a:pt x="79" y="117"/>
                  </a:lnTo>
                  <a:lnTo>
                    <a:pt x="79" y="117"/>
                  </a:lnTo>
                  <a:lnTo>
                    <a:pt x="79" y="117"/>
                  </a:lnTo>
                  <a:lnTo>
                    <a:pt x="79" y="120"/>
                  </a:lnTo>
                  <a:lnTo>
                    <a:pt x="79" y="120"/>
                  </a:lnTo>
                  <a:lnTo>
                    <a:pt x="79" y="120"/>
                  </a:lnTo>
                  <a:lnTo>
                    <a:pt x="79" y="120"/>
                  </a:lnTo>
                  <a:lnTo>
                    <a:pt x="79" y="121"/>
                  </a:lnTo>
                  <a:lnTo>
                    <a:pt x="79" y="121"/>
                  </a:lnTo>
                  <a:lnTo>
                    <a:pt x="79" y="121"/>
                  </a:lnTo>
                  <a:lnTo>
                    <a:pt x="80" y="121"/>
                  </a:lnTo>
                  <a:lnTo>
                    <a:pt x="80" y="123"/>
                  </a:lnTo>
                  <a:lnTo>
                    <a:pt x="80" y="123"/>
                  </a:lnTo>
                  <a:lnTo>
                    <a:pt x="80" y="123"/>
                  </a:lnTo>
                  <a:lnTo>
                    <a:pt x="82" y="123"/>
                  </a:lnTo>
                  <a:lnTo>
                    <a:pt x="82" y="123"/>
                  </a:lnTo>
                  <a:lnTo>
                    <a:pt x="82" y="123"/>
                  </a:lnTo>
                  <a:lnTo>
                    <a:pt x="82" y="123"/>
                  </a:lnTo>
                  <a:lnTo>
                    <a:pt x="82" y="123"/>
                  </a:lnTo>
                  <a:lnTo>
                    <a:pt x="82" y="125"/>
                  </a:lnTo>
                  <a:lnTo>
                    <a:pt x="82" y="125"/>
                  </a:lnTo>
                  <a:lnTo>
                    <a:pt x="82" y="127"/>
                  </a:lnTo>
                  <a:lnTo>
                    <a:pt x="83" y="127"/>
                  </a:lnTo>
                  <a:lnTo>
                    <a:pt x="83" y="129"/>
                  </a:lnTo>
                  <a:lnTo>
                    <a:pt x="83" y="129"/>
                  </a:lnTo>
                  <a:lnTo>
                    <a:pt x="83" y="131"/>
                  </a:lnTo>
                  <a:lnTo>
                    <a:pt x="84" y="131"/>
                  </a:lnTo>
                  <a:lnTo>
                    <a:pt x="84" y="133"/>
                  </a:lnTo>
                  <a:lnTo>
                    <a:pt x="84" y="134"/>
                  </a:lnTo>
                  <a:lnTo>
                    <a:pt x="84" y="136"/>
                  </a:lnTo>
                  <a:lnTo>
                    <a:pt x="84" y="136"/>
                  </a:lnTo>
                  <a:lnTo>
                    <a:pt x="84" y="137"/>
                  </a:lnTo>
                  <a:lnTo>
                    <a:pt x="84" y="137"/>
                  </a:lnTo>
                  <a:lnTo>
                    <a:pt x="84" y="137"/>
                  </a:lnTo>
                  <a:lnTo>
                    <a:pt x="86" y="137"/>
                  </a:lnTo>
                  <a:lnTo>
                    <a:pt x="86" y="139"/>
                  </a:lnTo>
                  <a:lnTo>
                    <a:pt x="86" y="139"/>
                  </a:lnTo>
                  <a:lnTo>
                    <a:pt x="86" y="140"/>
                  </a:lnTo>
                  <a:lnTo>
                    <a:pt x="86" y="140"/>
                  </a:lnTo>
                  <a:lnTo>
                    <a:pt x="86" y="142"/>
                  </a:lnTo>
                  <a:lnTo>
                    <a:pt x="87" y="142"/>
                  </a:lnTo>
                  <a:lnTo>
                    <a:pt x="87" y="142"/>
                  </a:lnTo>
                  <a:lnTo>
                    <a:pt x="89" y="142"/>
                  </a:lnTo>
                  <a:lnTo>
                    <a:pt x="89" y="144"/>
                  </a:lnTo>
                  <a:lnTo>
                    <a:pt x="89" y="144"/>
                  </a:lnTo>
                  <a:lnTo>
                    <a:pt x="89" y="144"/>
                  </a:lnTo>
                  <a:lnTo>
                    <a:pt x="91" y="144"/>
                  </a:lnTo>
                  <a:lnTo>
                    <a:pt x="91" y="146"/>
                  </a:lnTo>
                  <a:lnTo>
                    <a:pt x="92" y="146"/>
                  </a:lnTo>
                  <a:lnTo>
                    <a:pt x="92" y="146"/>
                  </a:lnTo>
                  <a:lnTo>
                    <a:pt x="93" y="146"/>
                  </a:lnTo>
                  <a:lnTo>
                    <a:pt x="92" y="148"/>
                  </a:lnTo>
                  <a:lnTo>
                    <a:pt x="92" y="148"/>
                  </a:lnTo>
                  <a:lnTo>
                    <a:pt x="92" y="148"/>
                  </a:lnTo>
                  <a:lnTo>
                    <a:pt x="92" y="148"/>
                  </a:lnTo>
                  <a:lnTo>
                    <a:pt x="90" y="149"/>
                  </a:lnTo>
                  <a:lnTo>
                    <a:pt x="90" y="149"/>
                  </a:lnTo>
                  <a:lnTo>
                    <a:pt x="90" y="149"/>
                  </a:lnTo>
                  <a:lnTo>
                    <a:pt x="90" y="149"/>
                  </a:lnTo>
                  <a:lnTo>
                    <a:pt x="89" y="151"/>
                  </a:lnTo>
                  <a:lnTo>
                    <a:pt x="89" y="151"/>
                  </a:lnTo>
                  <a:lnTo>
                    <a:pt x="89" y="151"/>
                  </a:lnTo>
                  <a:lnTo>
                    <a:pt x="89" y="151"/>
                  </a:lnTo>
                  <a:lnTo>
                    <a:pt x="88" y="152"/>
                  </a:lnTo>
                  <a:lnTo>
                    <a:pt x="88" y="152"/>
                  </a:lnTo>
                  <a:lnTo>
                    <a:pt x="88" y="152"/>
                  </a:lnTo>
                  <a:lnTo>
                    <a:pt x="88" y="152"/>
                  </a:lnTo>
                  <a:lnTo>
                    <a:pt x="86" y="154"/>
                  </a:lnTo>
                  <a:lnTo>
                    <a:pt x="86" y="154"/>
                  </a:lnTo>
                  <a:lnTo>
                    <a:pt x="85" y="154"/>
                  </a:lnTo>
                  <a:lnTo>
                    <a:pt x="85" y="154"/>
                  </a:lnTo>
                  <a:lnTo>
                    <a:pt x="83" y="154"/>
                  </a:lnTo>
                  <a:lnTo>
                    <a:pt x="83" y="154"/>
                  </a:lnTo>
                  <a:lnTo>
                    <a:pt x="83" y="154"/>
                  </a:lnTo>
                  <a:lnTo>
                    <a:pt x="83" y="154"/>
                  </a:lnTo>
                  <a:lnTo>
                    <a:pt x="81" y="156"/>
                  </a:lnTo>
                  <a:lnTo>
                    <a:pt x="81" y="156"/>
                  </a:lnTo>
                  <a:lnTo>
                    <a:pt x="79" y="156"/>
                  </a:lnTo>
                  <a:lnTo>
                    <a:pt x="79" y="156"/>
                  </a:lnTo>
                  <a:lnTo>
                    <a:pt x="78" y="157"/>
                  </a:lnTo>
                  <a:lnTo>
                    <a:pt x="78" y="157"/>
                  </a:lnTo>
                  <a:lnTo>
                    <a:pt x="78" y="157"/>
                  </a:lnTo>
                  <a:lnTo>
                    <a:pt x="78" y="157"/>
                  </a:lnTo>
                  <a:lnTo>
                    <a:pt x="76" y="159"/>
                  </a:lnTo>
                  <a:lnTo>
                    <a:pt x="76" y="159"/>
                  </a:lnTo>
                  <a:lnTo>
                    <a:pt x="76" y="159"/>
                  </a:lnTo>
                  <a:lnTo>
                    <a:pt x="76" y="159"/>
                  </a:lnTo>
                  <a:lnTo>
                    <a:pt x="75" y="161"/>
                  </a:lnTo>
                  <a:lnTo>
                    <a:pt x="75" y="161"/>
                  </a:lnTo>
                  <a:lnTo>
                    <a:pt x="75" y="164"/>
                  </a:lnTo>
                  <a:lnTo>
                    <a:pt x="75" y="164"/>
                  </a:lnTo>
                  <a:lnTo>
                    <a:pt x="74" y="166"/>
                  </a:lnTo>
                  <a:lnTo>
                    <a:pt x="74" y="166"/>
                  </a:lnTo>
                  <a:lnTo>
                    <a:pt x="74" y="167"/>
                  </a:lnTo>
                  <a:lnTo>
                    <a:pt x="74" y="167"/>
                  </a:lnTo>
                  <a:lnTo>
                    <a:pt x="74" y="169"/>
                  </a:lnTo>
                  <a:lnTo>
                    <a:pt x="74" y="169"/>
                  </a:lnTo>
                  <a:lnTo>
                    <a:pt x="74" y="171"/>
                  </a:lnTo>
                  <a:lnTo>
                    <a:pt x="74" y="171"/>
                  </a:lnTo>
                  <a:lnTo>
                    <a:pt x="74" y="173"/>
                  </a:lnTo>
                  <a:lnTo>
                    <a:pt x="74" y="173"/>
                  </a:lnTo>
                  <a:lnTo>
                    <a:pt x="74" y="174"/>
                  </a:lnTo>
                  <a:lnTo>
                    <a:pt x="74" y="174"/>
                  </a:lnTo>
                  <a:lnTo>
                    <a:pt x="74" y="176"/>
                  </a:lnTo>
                  <a:lnTo>
                    <a:pt x="74" y="176"/>
                  </a:lnTo>
                  <a:lnTo>
                    <a:pt x="74" y="176"/>
                  </a:lnTo>
                  <a:lnTo>
                    <a:pt x="74" y="176"/>
                  </a:lnTo>
                  <a:lnTo>
                    <a:pt x="74" y="178"/>
                  </a:lnTo>
                  <a:lnTo>
                    <a:pt x="74" y="178"/>
                  </a:lnTo>
                  <a:lnTo>
                    <a:pt x="74" y="179"/>
                  </a:lnTo>
                  <a:lnTo>
                    <a:pt x="76" y="179"/>
                  </a:lnTo>
                  <a:lnTo>
                    <a:pt x="76" y="180"/>
                  </a:lnTo>
                  <a:lnTo>
                    <a:pt x="76" y="180"/>
                  </a:lnTo>
                  <a:lnTo>
                    <a:pt x="76" y="180"/>
                  </a:lnTo>
                  <a:lnTo>
                    <a:pt x="77" y="180"/>
                  </a:lnTo>
                  <a:lnTo>
                    <a:pt x="77" y="182"/>
                  </a:lnTo>
                  <a:lnTo>
                    <a:pt x="77" y="182"/>
                  </a:lnTo>
                  <a:lnTo>
                    <a:pt x="77" y="182"/>
                  </a:lnTo>
                  <a:lnTo>
                    <a:pt x="78" y="182"/>
                  </a:lnTo>
                  <a:lnTo>
                    <a:pt x="78" y="182"/>
                  </a:lnTo>
                  <a:lnTo>
                    <a:pt x="78" y="182"/>
                  </a:lnTo>
                  <a:lnTo>
                    <a:pt x="78" y="182"/>
                  </a:lnTo>
                  <a:lnTo>
                    <a:pt x="80" y="182"/>
                  </a:lnTo>
                  <a:lnTo>
                    <a:pt x="80" y="183"/>
                  </a:lnTo>
                  <a:lnTo>
                    <a:pt x="80" y="183"/>
                  </a:lnTo>
                  <a:lnTo>
                    <a:pt x="80" y="183"/>
                  </a:lnTo>
                  <a:lnTo>
                    <a:pt x="82" y="183"/>
                  </a:lnTo>
                  <a:lnTo>
                    <a:pt x="82" y="184"/>
                  </a:lnTo>
                  <a:lnTo>
                    <a:pt x="83" y="184"/>
                  </a:lnTo>
                  <a:lnTo>
                    <a:pt x="83" y="184"/>
                  </a:lnTo>
                  <a:lnTo>
                    <a:pt x="84" y="184"/>
                  </a:lnTo>
                  <a:lnTo>
                    <a:pt x="83" y="186"/>
                  </a:lnTo>
                  <a:lnTo>
                    <a:pt x="83" y="186"/>
                  </a:lnTo>
                  <a:lnTo>
                    <a:pt x="83" y="187"/>
                  </a:lnTo>
                  <a:lnTo>
                    <a:pt x="83" y="187"/>
                  </a:lnTo>
                  <a:lnTo>
                    <a:pt x="82" y="189"/>
                  </a:lnTo>
                  <a:lnTo>
                    <a:pt x="82" y="189"/>
                  </a:lnTo>
                  <a:lnTo>
                    <a:pt x="82" y="189"/>
                  </a:lnTo>
                  <a:lnTo>
                    <a:pt x="82" y="189"/>
                  </a:lnTo>
                  <a:lnTo>
                    <a:pt x="79" y="190"/>
                  </a:lnTo>
                  <a:lnTo>
                    <a:pt x="79" y="190"/>
                  </a:lnTo>
                  <a:lnTo>
                    <a:pt x="79" y="190"/>
                  </a:lnTo>
                  <a:lnTo>
                    <a:pt x="79" y="190"/>
                  </a:lnTo>
                  <a:lnTo>
                    <a:pt x="78" y="191"/>
                  </a:lnTo>
                  <a:lnTo>
                    <a:pt x="78" y="191"/>
                  </a:lnTo>
                  <a:lnTo>
                    <a:pt x="78" y="191"/>
                  </a:lnTo>
                  <a:lnTo>
                    <a:pt x="78" y="191"/>
                  </a:lnTo>
                  <a:lnTo>
                    <a:pt x="76" y="193"/>
                  </a:lnTo>
                  <a:lnTo>
                    <a:pt x="76" y="193"/>
                  </a:lnTo>
                  <a:lnTo>
                    <a:pt x="76" y="193"/>
                  </a:lnTo>
                  <a:lnTo>
                    <a:pt x="76" y="193"/>
                  </a:lnTo>
                  <a:lnTo>
                    <a:pt x="75" y="193"/>
                  </a:lnTo>
                  <a:lnTo>
                    <a:pt x="75" y="193"/>
                  </a:lnTo>
                  <a:lnTo>
                    <a:pt x="75" y="193"/>
                  </a:lnTo>
                  <a:lnTo>
                    <a:pt x="75" y="193"/>
                  </a:lnTo>
                  <a:lnTo>
                    <a:pt x="73" y="193"/>
                  </a:lnTo>
                  <a:lnTo>
                    <a:pt x="73" y="193"/>
                  </a:lnTo>
                  <a:lnTo>
                    <a:pt x="73" y="193"/>
                  </a:lnTo>
                  <a:lnTo>
                    <a:pt x="73" y="193"/>
                  </a:lnTo>
                  <a:lnTo>
                    <a:pt x="72" y="193"/>
                  </a:lnTo>
                  <a:lnTo>
                    <a:pt x="72" y="193"/>
                  </a:lnTo>
                  <a:lnTo>
                    <a:pt x="72" y="193"/>
                  </a:lnTo>
                  <a:lnTo>
                    <a:pt x="72" y="193"/>
                  </a:lnTo>
                  <a:lnTo>
                    <a:pt x="70" y="195"/>
                  </a:lnTo>
                  <a:lnTo>
                    <a:pt x="70" y="195"/>
                  </a:lnTo>
                  <a:lnTo>
                    <a:pt x="68" y="195"/>
                  </a:lnTo>
                  <a:lnTo>
                    <a:pt x="68" y="195"/>
                  </a:lnTo>
                  <a:lnTo>
                    <a:pt x="67" y="196"/>
                  </a:lnTo>
                  <a:lnTo>
                    <a:pt x="67" y="196"/>
                  </a:lnTo>
                  <a:lnTo>
                    <a:pt x="66" y="196"/>
                  </a:lnTo>
                  <a:lnTo>
                    <a:pt x="66" y="196"/>
                  </a:lnTo>
                  <a:lnTo>
                    <a:pt x="64" y="198"/>
                  </a:lnTo>
                  <a:lnTo>
                    <a:pt x="64" y="198"/>
                  </a:lnTo>
                  <a:lnTo>
                    <a:pt x="63" y="198"/>
                  </a:lnTo>
                  <a:lnTo>
                    <a:pt x="63" y="198"/>
                  </a:lnTo>
                  <a:lnTo>
                    <a:pt x="62" y="200"/>
                  </a:lnTo>
                  <a:lnTo>
                    <a:pt x="62" y="200"/>
                  </a:lnTo>
                  <a:lnTo>
                    <a:pt x="62" y="200"/>
                  </a:lnTo>
                  <a:lnTo>
                    <a:pt x="62" y="200"/>
                  </a:lnTo>
                  <a:lnTo>
                    <a:pt x="61" y="202"/>
                  </a:lnTo>
                  <a:lnTo>
                    <a:pt x="61" y="202"/>
                  </a:lnTo>
                  <a:lnTo>
                    <a:pt x="61" y="202"/>
                  </a:lnTo>
                  <a:lnTo>
                    <a:pt x="61" y="202"/>
                  </a:lnTo>
                  <a:lnTo>
                    <a:pt x="59" y="204"/>
                  </a:lnTo>
                  <a:lnTo>
                    <a:pt x="59" y="204"/>
                  </a:lnTo>
                  <a:lnTo>
                    <a:pt x="59" y="204"/>
                  </a:lnTo>
                  <a:lnTo>
                    <a:pt x="59" y="204"/>
                  </a:lnTo>
                  <a:lnTo>
                    <a:pt x="57" y="206"/>
                  </a:lnTo>
                  <a:lnTo>
                    <a:pt x="57" y="206"/>
                  </a:lnTo>
                  <a:lnTo>
                    <a:pt x="57" y="206"/>
                  </a:lnTo>
                  <a:lnTo>
                    <a:pt x="57" y="206"/>
                  </a:lnTo>
                  <a:lnTo>
                    <a:pt x="57" y="208"/>
                  </a:lnTo>
                  <a:lnTo>
                    <a:pt x="57" y="208"/>
                  </a:lnTo>
                  <a:lnTo>
                    <a:pt x="57" y="208"/>
                  </a:lnTo>
                  <a:lnTo>
                    <a:pt x="57" y="208"/>
                  </a:lnTo>
                  <a:lnTo>
                    <a:pt x="57" y="210"/>
                  </a:lnTo>
                  <a:lnTo>
                    <a:pt x="57" y="211"/>
                  </a:lnTo>
                  <a:lnTo>
                    <a:pt x="57" y="212"/>
                  </a:lnTo>
                  <a:lnTo>
                    <a:pt x="57" y="212"/>
                  </a:lnTo>
                  <a:lnTo>
                    <a:pt x="57" y="215"/>
                  </a:lnTo>
                  <a:lnTo>
                    <a:pt x="57" y="215"/>
                  </a:lnTo>
                  <a:lnTo>
                    <a:pt x="57" y="217"/>
                  </a:lnTo>
                  <a:lnTo>
                    <a:pt x="57" y="217"/>
                  </a:lnTo>
                  <a:lnTo>
                    <a:pt x="57" y="218"/>
                  </a:lnTo>
                  <a:lnTo>
                    <a:pt x="57" y="218"/>
                  </a:lnTo>
                  <a:lnTo>
                    <a:pt x="57" y="220"/>
                  </a:lnTo>
                  <a:lnTo>
                    <a:pt x="57" y="220"/>
                  </a:lnTo>
                  <a:lnTo>
                    <a:pt x="57" y="222"/>
                  </a:lnTo>
                  <a:lnTo>
                    <a:pt x="57" y="222"/>
                  </a:lnTo>
                  <a:lnTo>
                    <a:pt x="57" y="223"/>
                  </a:lnTo>
                  <a:lnTo>
                    <a:pt x="57" y="223"/>
                  </a:lnTo>
                  <a:lnTo>
                    <a:pt x="57" y="223"/>
                  </a:lnTo>
                  <a:lnTo>
                    <a:pt x="57" y="223"/>
                  </a:lnTo>
                  <a:lnTo>
                    <a:pt x="57" y="223"/>
                  </a:lnTo>
                  <a:lnTo>
                    <a:pt x="57" y="223"/>
                  </a:lnTo>
                  <a:lnTo>
                    <a:pt x="57" y="223"/>
                  </a:lnTo>
                  <a:lnTo>
                    <a:pt x="57" y="223"/>
                  </a:lnTo>
                  <a:lnTo>
                    <a:pt x="57" y="223"/>
                  </a:lnTo>
                  <a:lnTo>
                    <a:pt x="57" y="223"/>
                  </a:lnTo>
                  <a:lnTo>
                    <a:pt x="57" y="223"/>
                  </a:lnTo>
                  <a:lnTo>
                    <a:pt x="57" y="223"/>
                  </a:lnTo>
                  <a:lnTo>
                    <a:pt x="57" y="223"/>
                  </a:lnTo>
                  <a:lnTo>
                    <a:pt x="57" y="223"/>
                  </a:lnTo>
                  <a:lnTo>
                    <a:pt x="57" y="223"/>
                  </a:lnTo>
                  <a:lnTo>
                    <a:pt x="57" y="223"/>
                  </a:lnTo>
                  <a:lnTo>
                    <a:pt x="57" y="223"/>
                  </a:lnTo>
                  <a:lnTo>
                    <a:pt x="57" y="223"/>
                  </a:lnTo>
                  <a:lnTo>
                    <a:pt x="57" y="223"/>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72" name=""/>
            <p:cNvSpPr/>
            <p:nvPr/>
          </p:nvSpPr>
          <p:spPr>
            <a:xfrm>
              <a:off x="7161120" y="5910120"/>
              <a:ext cx="360360" cy="596880"/>
            </a:xfrm>
            <a:custGeom>
              <a:avLst/>
              <a:gdLst/>
              <a:ahLst/>
              <a:rect l="l" t="t" r="r" b="b"/>
              <a:pathLst>
                <a:path w="227" h="376">
                  <a:moveTo>
                    <a:pt x="97" y="0"/>
                  </a:moveTo>
                  <a:lnTo>
                    <a:pt x="97" y="1"/>
                  </a:lnTo>
                  <a:lnTo>
                    <a:pt x="97" y="1"/>
                  </a:lnTo>
                  <a:lnTo>
                    <a:pt x="97" y="1"/>
                  </a:lnTo>
                  <a:lnTo>
                    <a:pt x="98" y="1"/>
                  </a:lnTo>
                  <a:lnTo>
                    <a:pt x="98" y="3"/>
                  </a:lnTo>
                  <a:lnTo>
                    <a:pt x="98" y="3"/>
                  </a:lnTo>
                  <a:lnTo>
                    <a:pt x="98" y="3"/>
                  </a:lnTo>
                  <a:lnTo>
                    <a:pt x="100" y="3"/>
                  </a:lnTo>
                  <a:lnTo>
                    <a:pt x="100" y="4"/>
                  </a:lnTo>
                  <a:lnTo>
                    <a:pt x="100" y="4"/>
                  </a:lnTo>
                  <a:lnTo>
                    <a:pt x="100" y="4"/>
                  </a:lnTo>
                  <a:lnTo>
                    <a:pt x="102" y="4"/>
                  </a:lnTo>
                  <a:lnTo>
                    <a:pt x="102" y="4"/>
                  </a:lnTo>
                  <a:lnTo>
                    <a:pt x="102" y="4"/>
                  </a:lnTo>
                  <a:lnTo>
                    <a:pt x="102" y="4"/>
                  </a:lnTo>
                  <a:lnTo>
                    <a:pt x="103" y="4"/>
                  </a:lnTo>
                  <a:lnTo>
                    <a:pt x="103" y="4"/>
                  </a:lnTo>
                  <a:lnTo>
                    <a:pt x="103" y="4"/>
                  </a:lnTo>
                  <a:lnTo>
                    <a:pt x="103" y="4"/>
                  </a:lnTo>
                  <a:lnTo>
                    <a:pt x="104" y="4"/>
                  </a:lnTo>
                  <a:lnTo>
                    <a:pt x="104" y="4"/>
                  </a:lnTo>
                  <a:lnTo>
                    <a:pt x="104" y="4"/>
                  </a:lnTo>
                  <a:lnTo>
                    <a:pt x="104" y="4"/>
                  </a:lnTo>
                  <a:lnTo>
                    <a:pt x="106" y="3"/>
                  </a:lnTo>
                  <a:lnTo>
                    <a:pt x="106" y="3"/>
                  </a:lnTo>
                  <a:lnTo>
                    <a:pt x="106" y="3"/>
                  </a:lnTo>
                  <a:lnTo>
                    <a:pt x="106" y="3"/>
                  </a:lnTo>
                  <a:lnTo>
                    <a:pt x="107" y="3"/>
                  </a:lnTo>
                  <a:lnTo>
                    <a:pt x="107" y="3"/>
                  </a:lnTo>
                  <a:lnTo>
                    <a:pt x="107" y="3"/>
                  </a:lnTo>
                  <a:lnTo>
                    <a:pt x="107" y="3"/>
                  </a:lnTo>
                  <a:lnTo>
                    <a:pt x="109" y="2"/>
                  </a:lnTo>
                  <a:lnTo>
                    <a:pt x="109" y="3"/>
                  </a:lnTo>
                  <a:lnTo>
                    <a:pt x="109" y="3"/>
                  </a:lnTo>
                  <a:lnTo>
                    <a:pt x="109" y="3"/>
                  </a:lnTo>
                  <a:lnTo>
                    <a:pt x="109" y="3"/>
                  </a:lnTo>
                  <a:lnTo>
                    <a:pt x="109" y="5"/>
                  </a:lnTo>
                  <a:lnTo>
                    <a:pt x="109" y="5"/>
                  </a:lnTo>
                  <a:lnTo>
                    <a:pt x="109" y="5"/>
                  </a:lnTo>
                  <a:lnTo>
                    <a:pt x="109" y="5"/>
                  </a:lnTo>
                  <a:lnTo>
                    <a:pt x="109" y="6"/>
                  </a:lnTo>
                  <a:lnTo>
                    <a:pt x="109" y="6"/>
                  </a:lnTo>
                  <a:lnTo>
                    <a:pt x="109" y="6"/>
                  </a:lnTo>
                  <a:lnTo>
                    <a:pt x="109" y="6"/>
                  </a:lnTo>
                  <a:lnTo>
                    <a:pt x="109" y="6"/>
                  </a:lnTo>
                  <a:lnTo>
                    <a:pt x="109" y="6"/>
                  </a:lnTo>
                  <a:lnTo>
                    <a:pt x="109" y="6"/>
                  </a:lnTo>
                  <a:lnTo>
                    <a:pt x="109" y="6"/>
                  </a:lnTo>
                  <a:lnTo>
                    <a:pt x="109" y="8"/>
                  </a:lnTo>
                  <a:lnTo>
                    <a:pt x="111" y="8"/>
                  </a:lnTo>
                  <a:lnTo>
                    <a:pt x="112" y="8"/>
                  </a:lnTo>
                  <a:lnTo>
                    <a:pt x="113" y="8"/>
                  </a:lnTo>
                  <a:lnTo>
                    <a:pt x="115" y="8"/>
                  </a:lnTo>
                  <a:lnTo>
                    <a:pt x="117" y="8"/>
                  </a:lnTo>
                  <a:lnTo>
                    <a:pt x="119" y="8"/>
                  </a:lnTo>
                  <a:lnTo>
                    <a:pt x="121" y="8"/>
                  </a:lnTo>
                  <a:lnTo>
                    <a:pt x="121" y="8"/>
                  </a:lnTo>
                  <a:lnTo>
                    <a:pt x="122" y="8"/>
                  </a:lnTo>
                  <a:lnTo>
                    <a:pt x="124" y="8"/>
                  </a:lnTo>
                  <a:lnTo>
                    <a:pt x="126" y="8"/>
                  </a:lnTo>
                  <a:lnTo>
                    <a:pt x="127" y="8"/>
                  </a:lnTo>
                  <a:lnTo>
                    <a:pt x="129" y="8"/>
                  </a:lnTo>
                  <a:lnTo>
                    <a:pt x="131" y="8"/>
                  </a:lnTo>
                  <a:lnTo>
                    <a:pt x="133" y="8"/>
                  </a:lnTo>
                  <a:lnTo>
                    <a:pt x="133" y="8"/>
                  </a:lnTo>
                  <a:lnTo>
                    <a:pt x="133" y="8"/>
                  </a:lnTo>
                  <a:lnTo>
                    <a:pt x="133" y="8"/>
                  </a:lnTo>
                  <a:lnTo>
                    <a:pt x="133" y="8"/>
                  </a:lnTo>
                  <a:lnTo>
                    <a:pt x="133" y="8"/>
                  </a:lnTo>
                  <a:lnTo>
                    <a:pt x="133" y="8"/>
                  </a:lnTo>
                  <a:lnTo>
                    <a:pt x="133" y="8"/>
                  </a:lnTo>
                  <a:lnTo>
                    <a:pt x="135" y="8"/>
                  </a:lnTo>
                  <a:lnTo>
                    <a:pt x="135" y="8"/>
                  </a:lnTo>
                  <a:lnTo>
                    <a:pt x="135" y="8"/>
                  </a:lnTo>
                  <a:lnTo>
                    <a:pt x="135" y="8"/>
                  </a:lnTo>
                  <a:lnTo>
                    <a:pt x="135" y="8"/>
                  </a:lnTo>
                  <a:lnTo>
                    <a:pt x="135" y="8"/>
                  </a:lnTo>
                  <a:lnTo>
                    <a:pt x="135" y="8"/>
                  </a:lnTo>
                  <a:lnTo>
                    <a:pt x="135" y="8"/>
                  </a:lnTo>
                  <a:lnTo>
                    <a:pt x="137" y="6"/>
                  </a:lnTo>
                  <a:lnTo>
                    <a:pt x="137" y="6"/>
                  </a:lnTo>
                  <a:lnTo>
                    <a:pt x="137" y="6"/>
                  </a:lnTo>
                  <a:lnTo>
                    <a:pt x="137" y="6"/>
                  </a:lnTo>
                  <a:lnTo>
                    <a:pt x="138" y="6"/>
                  </a:lnTo>
                  <a:lnTo>
                    <a:pt x="138" y="6"/>
                  </a:lnTo>
                  <a:lnTo>
                    <a:pt x="138" y="6"/>
                  </a:lnTo>
                  <a:lnTo>
                    <a:pt x="138" y="6"/>
                  </a:lnTo>
                  <a:lnTo>
                    <a:pt x="140" y="6"/>
                  </a:lnTo>
                  <a:lnTo>
                    <a:pt x="140" y="8"/>
                  </a:lnTo>
                  <a:lnTo>
                    <a:pt x="140" y="8"/>
                  </a:lnTo>
                  <a:lnTo>
                    <a:pt x="140" y="8"/>
                  </a:lnTo>
                  <a:lnTo>
                    <a:pt x="142" y="8"/>
                  </a:lnTo>
                  <a:lnTo>
                    <a:pt x="142" y="8"/>
                  </a:lnTo>
                  <a:lnTo>
                    <a:pt x="143" y="8"/>
                  </a:lnTo>
                  <a:lnTo>
                    <a:pt x="143" y="8"/>
                  </a:lnTo>
                  <a:lnTo>
                    <a:pt x="144" y="8"/>
                  </a:lnTo>
                  <a:lnTo>
                    <a:pt x="144" y="9"/>
                  </a:lnTo>
                  <a:lnTo>
                    <a:pt x="144" y="9"/>
                  </a:lnTo>
                  <a:lnTo>
                    <a:pt x="144" y="10"/>
                  </a:lnTo>
                  <a:lnTo>
                    <a:pt x="144" y="10"/>
                  </a:lnTo>
                  <a:lnTo>
                    <a:pt x="143" y="12"/>
                  </a:lnTo>
                  <a:lnTo>
                    <a:pt x="143" y="12"/>
                  </a:lnTo>
                  <a:lnTo>
                    <a:pt x="143" y="13"/>
                  </a:lnTo>
                  <a:lnTo>
                    <a:pt x="143" y="13"/>
                  </a:lnTo>
                  <a:lnTo>
                    <a:pt x="141" y="15"/>
                  </a:lnTo>
                  <a:lnTo>
                    <a:pt x="141" y="15"/>
                  </a:lnTo>
                  <a:lnTo>
                    <a:pt x="141" y="17"/>
                  </a:lnTo>
                  <a:lnTo>
                    <a:pt x="141" y="17"/>
                  </a:lnTo>
                  <a:lnTo>
                    <a:pt x="141" y="19"/>
                  </a:lnTo>
                  <a:lnTo>
                    <a:pt x="141" y="19"/>
                  </a:lnTo>
                  <a:lnTo>
                    <a:pt x="141" y="20"/>
                  </a:lnTo>
                  <a:lnTo>
                    <a:pt x="141" y="20"/>
                  </a:lnTo>
                  <a:lnTo>
                    <a:pt x="138" y="22"/>
                  </a:lnTo>
                  <a:lnTo>
                    <a:pt x="138" y="22"/>
                  </a:lnTo>
                  <a:lnTo>
                    <a:pt x="137" y="23"/>
                  </a:lnTo>
                  <a:lnTo>
                    <a:pt x="137" y="23"/>
                  </a:lnTo>
                  <a:lnTo>
                    <a:pt x="135" y="25"/>
                  </a:lnTo>
                  <a:lnTo>
                    <a:pt x="135" y="25"/>
                  </a:lnTo>
                  <a:lnTo>
                    <a:pt x="133" y="25"/>
                  </a:lnTo>
                  <a:lnTo>
                    <a:pt x="133" y="25"/>
                  </a:lnTo>
                  <a:lnTo>
                    <a:pt x="131" y="27"/>
                  </a:lnTo>
                  <a:lnTo>
                    <a:pt x="131" y="27"/>
                  </a:lnTo>
                  <a:lnTo>
                    <a:pt x="129" y="27"/>
                  </a:lnTo>
                  <a:lnTo>
                    <a:pt x="129" y="27"/>
                  </a:lnTo>
                  <a:lnTo>
                    <a:pt x="127" y="28"/>
                  </a:lnTo>
                  <a:lnTo>
                    <a:pt x="127" y="28"/>
                  </a:lnTo>
                  <a:lnTo>
                    <a:pt x="126" y="28"/>
                  </a:lnTo>
                  <a:lnTo>
                    <a:pt x="126" y="28"/>
                  </a:lnTo>
                  <a:lnTo>
                    <a:pt x="124" y="31"/>
                  </a:lnTo>
                  <a:lnTo>
                    <a:pt x="124" y="31"/>
                  </a:lnTo>
                  <a:lnTo>
                    <a:pt x="124" y="31"/>
                  </a:lnTo>
                  <a:lnTo>
                    <a:pt x="124" y="31"/>
                  </a:lnTo>
                  <a:lnTo>
                    <a:pt x="122" y="31"/>
                  </a:lnTo>
                  <a:lnTo>
                    <a:pt x="122" y="31"/>
                  </a:lnTo>
                  <a:lnTo>
                    <a:pt x="122" y="31"/>
                  </a:lnTo>
                  <a:lnTo>
                    <a:pt x="122" y="31"/>
                  </a:lnTo>
                  <a:lnTo>
                    <a:pt x="121" y="33"/>
                  </a:lnTo>
                  <a:lnTo>
                    <a:pt x="121" y="33"/>
                  </a:lnTo>
                  <a:lnTo>
                    <a:pt x="121" y="33"/>
                  </a:lnTo>
                  <a:lnTo>
                    <a:pt x="121" y="33"/>
                  </a:lnTo>
                  <a:lnTo>
                    <a:pt x="120" y="33"/>
                  </a:lnTo>
                  <a:lnTo>
                    <a:pt x="120" y="33"/>
                  </a:lnTo>
                  <a:lnTo>
                    <a:pt x="120" y="33"/>
                  </a:lnTo>
                  <a:lnTo>
                    <a:pt x="120" y="33"/>
                  </a:lnTo>
                  <a:lnTo>
                    <a:pt x="118" y="34"/>
                  </a:lnTo>
                  <a:lnTo>
                    <a:pt x="118" y="34"/>
                  </a:lnTo>
                  <a:lnTo>
                    <a:pt x="117" y="34"/>
                  </a:lnTo>
                  <a:lnTo>
                    <a:pt x="117" y="34"/>
                  </a:lnTo>
                  <a:lnTo>
                    <a:pt x="115" y="35"/>
                  </a:lnTo>
                  <a:lnTo>
                    <a:pt x="115" y="35"/>
                  </a:lnTo>
                  <a:lnTo>
                    <a:pt x="113" y="35"/>
                  </a:lnTo>
                  <a:lnTo>
                    <a:pt x="113" y="35"/>
                  </a:lnTo>
                  <a:lnTo>
                    <a:pt x="112" y="37"/>
                  </a:lnTo>
                  <a:lnTo>
                    <a:pt x="112" y="37"/>
                  </a:lnTo>
                  <a:lnTo>
                    <a:pt x="110" y="37"/>
                  </a:lnTo>
                  <a:lnTo>
                    <a:pt x="110" y="37"/>
                  </a:lnTo>
                  <a:lnTo>
                    <a:pt x="109" y="37"/>
                  </a:lnTo>
                  <a:lnTo>
                    <a:pt x="109" y="37"/>
                  </a:lnTo>
                  <a:lnTo>
                    <a:pt x="109" y="37"/>
                  </a:lnTo>
                  <a:lnTo>
                    <a:pt x="109" y="37"/>
                  </a:lnTo>
                  <a:lnTo>
                    <a:pt x="109" y="38"/>
                  </a:lnTo>
                  <a:lnTo>
                    <a:pt x="109" y="38"/>
                  </a:lnTo>
                  <a:lnTo>
                    <a:pt x="109" y="38"/>
                  </a:lnTo>
                  <a:lnTo>
                    <a:pt x="111" y="38"/>
                  </a:lnTo>
                  <a:lnTo>
                    <a:pt x="111" y="38"/>
                  </a:lnTo>
                  <a:lnTo>
                    <a:pt x="113" y="38"/>
                  </a:lnTo>
                  <a:lnTo>
                    <a:pt x="113" y="38"/>
                  </a:lnTo>
                  <a:lnTo>
                    <a:pt x="115" y="38"/>
                  </a:lnTo>
                  <a:lnTo>
                    <a:pt x="115" y="40"/>
                  </a:lnTo>
                  <a:lnTo>
                    <a:pt x="116" y="40"/>
                  </a:lnTo>
                  <a:lnTo>
                    <a:pt x="116" y="40"/>
                  </a:lnTo>
                  <a:lnTo>
                    <a:pt x="118" y="40"/>
                  </a:lnTo>
                  <a:lnTo>
                    <a:pt x="118" y="41"/>
                  </a:lnTo>
                  <a:lnTo>
                    <a:pt x="119" y="41"/>
                  </a:lnTo>
                  <a:lnTo>
                    <a:pt x="119" y="41"/>
                  </a:lnTo>
                  <a:lnTo>
                    <a:pt x="120" y="41"/>
                  </a:lnTo>
                  <a:lnTo>
                    <a:pt x="119" y="42"/>
                  </a:lnTo>
                  <a:lnTo>
                    <a:pt x="119" y="42"/>
                  </a:lnTo>
                  <a:lnTo>
                    <a:pt x="119" y="42"/>
                  </a:lnTo>
                  <a:lnTo>
                    <a:pt x="119" y="42"/>
                  </a:lnTo>
                  <a:lnTo>
                    <a:pt x="118" y="43"/>
                  </a:lnTo>
                  <a:lnTo>
                    <a:pt x="118" y="43"/>
                  </a:lnTo>
                  <a:lnTo>
                    <a:pt x="118" y="43"/>
                  </a:lnTo>
                  <a:lnTo>
                    <a:pt x="118" y="43"/>
                  </a:lnTo>
                  <a:lnTo>
                    <a:pt x="116" y="45"/>
                  </a:lnTo>
                  <a:lnTo>
                    <a:pt x="116" y="45"/>
                  </a:lnTo>
                  <a:lnTo>
                    <a:pt x="116" y="45"/>
                  </a:lnTo>
                  <a:lnTo>
                    <a:pt x="116" y="45"/>
                  </a:lnTo>
                  <a:lnTo>
                    <a:pt x="116" y="47"/>
                  </a:lnTo>
                  <a:lnTo>
                    <a:pt x="116" y="47"/>
                  </a:lnTo>
                  <a:lnTo>
                    <a:pt x="116" y="47"/>
                  </a:lnTo>
                  <a:lnTo>
                    <a:pt x="116" y="47"/>
                  </a:lnTo>
                  <a:lnTo>
                    <a:pt x="114" y="48"/>
                  </a:lnTo>
                  <a:lnTo>
                    <a:pt x="114" y="48"/>
                  </a:lnTo>
                  <a:lnTo>
                    <a:pt x="113" y="48"/>
                  </a:lnTo>
                  <a:lnTo>
                    <a:pt x="113" y="48"/>
                  </a:lnTo>
                  <a:lnTo>
                    <a:pt x="112" y="48"/>
                  </a:lnTo>
                  <a:lnTo>
                    <a:pt x="112" y="48"/>
                  </a:lnTo>
                  <a:lnTo>
                    <a:pt x="112" y="48"/>
                  </a:lnTo>
                  <a:lnTo>
                    <a:pt x="112" y="48"/>
                  </a:lnTo>
                  <a:lnTo>
                    <a:pt x="109" y="48"/>
                  </a:lnTo>
                  <a:lnTo>
                    <a:pt x="109" y="48"/>
                  </a:lnTo>
                  <a:lnTo>
                    <a:pt x="109" y="48"/>
                  </a:lnTo>
                  <a:lnTo>
                    <a:pt x="109" y="48"/>
                  </a:lnTo>
                  <a:lnTo>
                    <a:pt x="109" y="48"/>
                  </a:lnTo>
                  <a:lnTo>
                    <a:pt x="109" y="48"/>
                  </a:lnTo>
                  <a:lnTo>
                    <a:pt x="109" y="48"/>
                  </a:lnTo>
                  <a:lnTo>
                    <a:pt x="109" y="48"/>
                  </a:lnTo>
                  <a:lnTo>
                    <a:pt x="109" y="49"/>
                  </a:lnTo>
                  <a:lnTo>
                    <a:pt x="109" y="49"/>
                  </a:lnTo>
                  <a:lnTo>
                    <a:pt x="109" y="49"/>
                  </a:lnTo>
                  <a:lnTo>
                    <a:pt x="109" y="49"/>
                  </a:lnTo>
                  <a:lnTo>
                    <a:pt x="109" y="50"/>
                  </a:lnTo>
                  <a:lnTo>
                    <a:pt x="109" y="50"/>
                  </a:lnTo>
                  <a:lnTo>
                    <a:pt x="109" y="50"/>
                  </a:lnTo>
                  <a:lnTo>
                    <a:pt x="109" y="50"/>
                  </a:lnTo>
                  <a:lnTo>
                    <a:pt x="109" y="53"/>
                  </a:lnTo>
                  <a:lnTo>
                    <a:pt x="109" y="53"/>
                  </a:lnTo>
                  <a:lnTo>
                    <a:pt x="109" y="53"/>
                  </a:lnTo>
                  <a:lnTo>
                    <a:pt x="109" y="53"/>
                  </a:lnTo>
                  <a:lnTo>
                    <a:pt x="109" y="53"/>
                  </a:lnTo>
                  <a:lnTo>
                    <a:pt x="109" y="53"/>
                  </a:lnTo>
                  <a:lnTo>
                    <a:pt x="109" y="53"/>
                  </a:lnTo>
                  <a:lnTo>
                    <a:pt x="109" y="53"/>
                  </a:lnTo>
                  <a:lnTo>
                    <a:pt x="109" y="53"/>
                  </a:lnTo>
                  <a:lnTo>
                    <a:pt x="109" y="53"/>
                  </a:lnTo>
                  <a:lnTo>
                    <a:pt x="109" y="53"/>
                  </a:lnTo>
                  <a:lnTo>
                    <a:pt x="111" y="53"/>
                  </a:lnTo>
                  <a:lnTo>
                    <a:pt x="111" y="53"/>
                  </a:lnTo>
                  <a:lnTo>
                    <a:pt x="112" y="53"/>
                  </a:lnTo>
                  <a:lnTo>
                    <a:pt x="112" y="53"/>
                  </a:lnTo>
                  <a:lnTo>
                    <a:pt x="114" y="50"/>
                  </a:lnTo>
                  <a:lnTo>
                    <a:pt x="114" y="50"/>
                  </a:lnTo>
                  <a:lnTo>
                    <a:pt x="115" y="50"/>
                  </a:lnTo>
                  <a:lnTo>
                    <a:pt x="115" y="50"/>
                  </a:lnTo>
                  <a:lnTo>
                    <a:pt x="117" y="49"/>
                  </a:lnTo>
                  <a:lnTo>
                    <a:pt x="117" y="49"/>
                  </a:lnTo>
                  <a:lnTo>
                    <a:pt x="119" y="49"/>
                  </a:lnTo>
                  <a:lnTo>
                    <a:pt x="119" y="49"/>
                  </a:lnTo>
                  <a:lnTo>
                    <a:pt x="121" y="48"/>
                  </a:lnTo>
                  <a:lnTo>
                    <a:pt x="121" y="48"/>
                  </a:lnTo>
                  <a:lnTo>
                    <a:pt x="121" y="48"/>
                  </a:lnTo>
                  <a:lnTo>
                    <a:pt x="121" y="48"/>
                  </a:lnTo>
                  <a:lnTo>
                    <a:pt x="121" y="48"/>
                  </a:lnTo>
                  <a:lnTo>
                    <a:pt x="121" y="48"/>
                  </a:lnTo>
                  <a:lnTo>
                    <a:pt x="121" y="48"/>
                  </a:lnTo>
                  <a:lnTo>
                    <a:pt x="121" y="48"/>
                  </a:lnTo>
                  <a:lnTo>
                    <a:pt x="122" y="48"/>
                  </a:lnTo>
                  <a:lnTo>
                    <a:pt x="122" y="48"/>
                  </a:lnTo>
                  <a:lnTo>
                    <a:pt x="122" y="48"/>
                  </a:lnTo>
                  <a:lnTo>
                    <a:pt x="122" y="48"/>
                  </a:lnTo>
                  <a:lnTo>
                    <a:pt x="123" y="48"/>
                  </a:lnTo>
                  <a:lnTo>
                    <a:pt x="123" y="48"/>
                  </a:lnTo>
                  <a:lnTo>
                    <a:pt x="123" y="48"/>
                  </a:lnTo>
                  <a:lnTo>
                    <a:pt x="123" y="48"/>
                  </a:lnTo>
                  <a:lnTo>
                    <a:pt x="124" y="48"/>
                  </a:lnTo>
                  <a:lnTo>
                    <a:pt x="124" y="48"/>
                  </a:lnTo>
                  <a:lnTo>
                    <a:pt x="124" y="48"/>
                  </a:lnTo>
                  <a:lnTo>
                    <a:pt x="124" y="48"/>
                  </a:lnTo>
                  <a:lnTo>
                    <a:pt x="124" y="48"/>
                  </a:lnTo>
                  <a:lnTo>
                    <a:pt x="124" y="48"/>
                  </a:lnTo>
                  <a:lnTo>
                    <a:pt x="124" y="48"/>
                  </a:lnTo>
                  <a:lnTo>
                    <a:pt x="124" y="48"/>
                  </a:lnTo>
                  <a:lnTo>
                    <a:pt x="126" y="48"/>
                  </a:lnTo>
                  <a:lnTo>
                    <a:pt x="126" y="48"/>
                  </a:lnTo>
                  <a:lnTo>
                    <a:pt x="126" y="48"/>
                  </a:lnTo>
                  <a:lnTo>
                    <a:pt x="126" y="48"/>
                  </a:lnTo>
                  <a:lnTo>
                    <a:pt x="127" y="48"/>
                  </a:lnTo>
                  <a:lnTo>
                    <a:pt x="127" y="48"/>
                  </a:lnTo>
                  <a:lnTo>
                    <a:pt x="127" y="48"/>
                  </a:lnTo>
                  <a:lnTo>
                    <a:pt x="127" y="48"/>
                  </a:lnTo>
                  <a:lnTo>
                    <a:pt x="129" y="47"/>
                  </a:lnTo>
                  <a:lnTo>
                    <a:pt x="129" y="49"/>
                  </a:lnTo>
                  <a:lnTo>
                    <a:pt x="129" y="49"/>
                  </a:lnTo>
                  <a:lnTo>
                    <a:pt x="129" y="49"/>
                  </a:lnTo>
                  <a:lnTo>
                    <a:pt x="131" y="49"/>
                  </a:lnTo>
                  <a:lnTo>
                    <a:pt x="131" y="50"/>
                  </a:lnTo>
                  <a:lnTo>
                    <a:pt x="131" y="50"/>
                  </a:lnTo>
                  <a:lnTo>
                    <a:pt x="131" y="50"/>
                  </a:lnTo>
                  <a:lnTo>
                    <a:pt x="133" y="50"/>
                  </a:lnTo>
                  <a:lnTo>
                    <a:pt x="133" y="52"/>
                  </a:lnTo>
                  <a:lnTo>
                    <a:pt x="133" y="52"/>
                  </a:lnTo>
                  <a:lnTo>
                    <a:pt x="133" y="52"/>
                  </a:lnTo>
                  <a:lnTo>
                    <a:pt x="135" y="52"/>
                  </a:lnTo>
                  <a:lnTo>
                    <a:pt x="135" y="52"/>
                  </a:lnTo>
                  <a:lnTo>
                    <a:pt x="135" y="52"/>
                  </a:lnTo>
                  <a:lnTo>
                    <a:pt x="135" y="52"/>
                  </a:lnTo>
                  <a:lnTo>
                    <a:pt x="137" y="52"/>
                  </a:lnTo>
                  <a:lnTo>
                    <a:pt x="137" y="52"/>
                  </a:lnTo>
                  <a:lnTo>
                    <a:pt x="137" y="52"/>
                  </a:lnTo>
                  <a:lnTo>
                    <a:pt x="137" y="52"/>
                  </a:lnTo>
                  <a:lnTo>
                    <a:pt x="137" y="52"/>
                  </a:lnTo>
                  <a:lnTo>
                    <a:pt x="137" y="52"/>
                  </a:lnTo>
                  <a:lnTo>
                    <a:pt x="137" y="52"/>
                  </a:lnTo>
                  <a:lnTo>
                    <a:pt x="137" y="52"/>
                  </a:lnTo>
                  <a:lnTo>
                    <a:pt x="137" y="50"/>
                  </a:lnTo>
                  <a:lnTo>
                    <a:pt x="137" y="50"/>
                  </a:lnTo>
                  <a:lnTo>
                    <a:pt x="137" y="50"/>
                  </a:lnTo>
                  <a:lnTo>
                    <a:pt x="137" y="50"/>
                  </a:lnTo>
                  <a:lnTo>
                    <a:pt x="137" y="49"/>
                  </a:lnTo>
                  <a:lnTo>
                    <a:pt x="137" y="49"/>
                  </a:lnTo>
                  <a:lnTo>
                    <a:pt x="137" y="49"/>
                  </a:lnTo>
                  <a:lnTo>
                    <a:pt x="137" y="49"/>
                  </a:lnTo>
                  <a:lnTo>
                    <a:pt x="138" y="48"/>
                  </a:lnTo>
                  <a:lnTo>
                    <a:pt x="138" y="49"/>
                  </a:lnTo>
                  <a:lnTo>
                    <a:pt x="139" y="49"/>
                  </a:lnTo>
                  <a:lnTo>
                    <a:pt x="139" y="49"/>
                  </a:lnTo>
                  <a:lnTo>
                    <a:pt x="141" y="49"/>
                  </a:lnTo>
                  <a:lnTo>
                    <a:pt x="141" y="50"/>
                  </a:lnTo>
                  <a:lnTo>
                    <a:pt x="143" y="50"/>
                  </a:lnTo>
                  <a:lnTo>
                    <a:pt x="143" y="50"/>
                  </a:lnTo>
                  <a:lnTo>
                    <a:pt x="145" y="50"/>
                  </a:lnTo>
                  <a:lnTo>
                    <a:pt x="145" y="52"/>
                  </a:lnTo>
                  <a:lnTo>
                    <a:pt x="146" y="52"/>
                  </a:lnTo>
                  <a:lnTo>
                    <a:pt x="146" y="52"/>
                  </a:lnTo>
                  <a:lnTo>
                    <a:pt x="148" y="52"/>
                  </a:lnTo>
                  <a:lnTo>
                    <a:pt x="148" y="52"/>
                  </a:lnTo>
                  <a:lnTo>
                    <a:pt x="149" y="52"/>
                  </a:lnTo>
                  <a:lnTo>
                    <a:pt x="149" y="52"/>
                  </a:lnTo>
                  <a:lnTo>
                    <a:pt x="151" y="52"/>
                  </a:lnTo>
                  <a:lnTo>
                    <a:pt x="151" y="53"/>
                  </a:lnTo>
                  <a:lnTo>
                    <a:pt x="151" y="53"/>
                  </a:lnTo>
                  <a:lnTo>
                    <a:pt x="151" y="53"/>
                  </a:lnTo>
                  <a:lnTo>
                    <a:pt x="153" y="53"/>
                  </a:lnTo>
                  <a:lnTo>
                    <a:pt x="153" y="53"/>
                  </a:lnTo>
                  <a:lnTo>
                    <a:pt x="155" y="53"/>
                  </a:lnTo>
                  <a:lnTo>
                    <a:pt x="155" y="53"/>
                  </a:lnTo>
                  <a:lnTo>
                    <a:pt x="157" y="53"/>
                  </a:lnTo>
                  <a:lnTo>
                    <a:pt x="157" y="54"/>
                  </a:lnTo>
                  <a:lnTo>
                    <a:pt x="158" y="54"/>
                  </a:lnTo>
                  <a:lnTo>
                    <a:pt x="158" y="54"/>
                  </a:lnTo>
                  <a:lnTo>
                    <a:pt x="160" y="54"/>
                  </a:lnTo>
                  <a:lnTo>
                    <a:pt x="160" y="55"/>
                  </a:lnTo>
                  <a:lnTo>
                    <a:pt x="160" y="55"/>
                  </a:lnTo>
                  <a:lnTo>
                    <a:pt x="160" y="55"/>
                  </a:lnTo>
                  <a:lnTo>
                    <a:pt x="163" y="55"/>
                  </a:lnTo>
                  <a:lnTo>
                    <a:pt x="163" y="56"/>
                  </a:lnTo>
                  <a:lnTo>
                    <a:pt x="163" y="56"/>
                  </a:lnTo>
                  <a:lnTo>
                    <a:pt x="163" y="57"/>
                  </a:lnTo>
                  <a:lnTo>
                    <a:pt x="164" y="57"/>
                  </a:lnTo>
                  <a:lnTo>
                    <a:pt x="164" y="59"/>
                  </a:lnTo>
                  <a:lnTo>
                    <a:pt x="164" y="59"/>
                  </a:lnTo>
                  <a:lnTo>
                    <a:pt x="164" y="60"/>
                  </a:lnTo>
                  <a:lnTo>
                    <a:pt x="166" y="60"/>
                  </a:lnTo>
                  <a:lnTo>
                    <a:pt x="166" y="62"/>
                  </a:lnTo>
                  <a:lnTo>
                    <a:pt x="166" y="62"/>
                  </a:lnTo>
                  <a:lnTo>
                    <a:pt x="166" y="63"/>
                  </a:lnTo>
                  <a:lnTo>
                    <a:pt x="166" y="63"/>
                  </a:lnTo>
                  <a:lnTo>
                    <a:pt x="166" y="65"/>
                  </a:lnTo>
                  <a:lnTo>
                    <a:pt x="166" y="65"/>
                  </a:lnTo>
                  <a:lnTo>
                    <a:pt x="166" y="65"/>
                  </a:lnTo>
                  <a:lnTo>
                    <a:pt x="167" y="65"/>
                  </a:lnTo>
                  <a:lnTo>
                    <a:pt x="166" y="67"/>
                  </a:lnTo>
                  <a:lnTo>
                    <a:pt x="166" y="67"/>
                  </a:lnTo>
                  <a:lnTo>
                    <a:pt x="165" y="67"/>
                  </a:lnTo>
                  <a:lnTo>
                    <a:pt x="165" y="67"/>
                  </a:lnTo>
                  <a:lnTo>
                    <a:pt x="163" y="69"/>
                  </a:lnTo>
                  <a:lnTo>
                    <a:pt x="163" y="69"/>
                  </a:lnTo>
                  <a:lnTo>
                    <a:pt x="163" y="69"/>
                  </a:lnTo>
                  <a:lnTo>
                    <a:pt x="163" y="69"/>
                  </a:lnTo>
                  <a:lnTo>
                    <a:pt x="161" y="71"/>
                  </a:lnTo>
                  <a:lnTo>
                    <a:pt x="161" y="71"/>
                  </a:lnTo>
                  <a:lnTo>
                    <a:pt x="161" y="71"/>
                  </a:lnTo>
                  <a:lnTo>
                    <a:pt x="161" y="71"/>
                  </a:lnTo>
                  <a:lnTo>
                    <a:pt x="160" y="71"/>
                  </a:lnTo>
                  <a:lnTo>
                    <a:pt x="160" y="71"/>
                  </a:lnTo>
                  <a:lnTo>
                    <a:pt x="160" y="71"/>
                  </a:lnTo>
                  <a:lnTo>
                    <a:pt x="160" y="71"/>
                  </a:lnTo>
                  <a:lnTo>
                    <a:pt x="159" y="73"/>
                  </a:lnTo>
                  <a:lnTo>
                    <a:pt x="159" y="73"/>
                  </a:lnTo>
                  <a:lnTo>
                    <a:pt x="158" y="74"/>
                  </a:lnTo>
                  <a:lnTo>
                    <a:pt x="158" y="74"/>
                  </a:lnTo>
                  <a:lnTo>
                    <a:pt x="157" y="76"/>
                  </a:lnTo>
                  <a:lnTo>
                    <a:pt x="157" y="76"/>
                  </a:lnTo>
                  <a:lnTo>
                    <a:pt x="157" y="76"/>
                  </a:lnTo>
                  <a:lnTo>
                    <a:pt x="157" y="76"/>
                  </a:lnTo>
                  <a:lnTo>
                    <a:pt x="156" y="78"/>
                  </a:lnTo>
                  <a:lnTo>
                    <a:pt x="156" y="78"/>
                  </a:lnTo>
                  <a:lnTo>
                    <a:pt x="156" y="78"/>
                  </a:lnTo>
                  <a:lnTo>
                    <a:pt x="156" y="78"/>
                  </a:lnTo>
                  <a:lnTo>
                    <a:pt x="156" y="80"/>
                  </a:lnTo>
                  <a:lnTo>
                    <a:pt x="156" y="80"/>
                  </a:lnTo>
                  <a:lnTo>
                    <a:pt x="156" y="80"/>
                  </a:lnTo>
                  <a:lnTo>
                    <a:pt x="156" y="80"/>
                  </a:lnTo>
                  <a:lnTo>
                    <a:pt x="153" y="82"/>
                  </a:lnTo>
                  <a:lnTo>
                    <a:pt x="153" y="82"/>
                  </a:lnTo>
                  <a:lnTo>
                    <a:pt x="153" y="84"/>
                  </a:lnTo>
                  <a:lnTo>
                    <a:pt x="153" y="84"/>
                  </a:lnTo>
                  <a:lnTo>
                    <a:pt x="151" y="86"/>
                  </a:lnTo>
                  <a:lnTo>
                    <a:pt x="151" y="86"/>
                  </a:lnTo>
                  <a:lnTo>
                    <a:pt x="151" y="87"/>
                  </a:lnTo>
                  <a:lnTo>
                    <a:pt x="151" y="87"/>
                  </a:lnTo>
                  <a:lnTo>
                    <a:pt x="149" y="89"/>
                  </a:lnTo>
                  <a:lnTo>
                    <a:pt x="149" y="89"/>
                  </a:lnTo>
                  <a:lnTo>
                    <a:pt x="149" y="91"/>
                  </a:lnTo>
                  <a:lnTo>
                    <a:pt x="149" y="91"/>
                  </a:lnTo>
                  <a:lnTo>
                    <a:pt x="148" y="92"/>
                  </a:lnTo>
                  <a:lnTo>
                    <a:pt x="148" y="92"/>
                  </a:lnTo>
                  <a:lnTo>
                    <a:pt x="148" y="92"/>
                  </a:lnTo>
                  <a:lnTo>
                    <a:pt x="148" y="92"/>
                  </a:lnTo>
                  <a:lnTo>
                    <a:pt x="146" y="94"/>
                  </a:lnTo>
                  <a:lnTo>
                    <a:pt x="146" y="94"/>
                  </a:lnTo>
                  <a:lnTo>
                    <a:pt x="146" y="95"/>
                  </a:lnTo>
                  <a:lnTo>
                    <a:pt x="146" y="95"/>
                  </a:lnTo>
                  <a:lnTo>
                    <a:pt x="144" y="97"/>
                  </a:lnTo>
                  <a:lnTo>
                    <a:pt x="144" y="97"/>
                  </a:lnTo>
                  <a:lnTo>
                    <a:pt x="144" y="97"/>
                  </a:lnTo>
                  <a:lnTo>
                    <a:pt x="144" y="97"/>
                  </a:lnTo>
                  <a:lnTo>
                    <a:pt x="143" y="99"/>
                  </a:lnTo>
                  <a:lnTo>
                    <a:pt x="143" y="99"/>
                  </a:lnTo>
                  <a:lnTo>
                    <a:pt x="143" y="99"/>
                  </a:lnTo>
                  <a:lnTo>
                    <a:pt x="143" y="99"/>
                  </a:lnTo>
                  <a:lnTo>
                    <a:pt x="141" y="100"/>
                  </a:lnTo>
                  <a:lnTo>
                    <a:pt x="141" y="100"/>
                  </a:lnTo>
                  <a:lnTo>
                    <a:pt x="141" y="100"/>
                  </a:lnTo>
                  <a:lnTo>
                    <a:pt x="141" y="100"/>
                  </a:lnTo>
                  <a:lnTo>
                    <a:pt x="139" y="102"/>
                  </a:lnTo>
                  <a:lnTo>
                    <a:pt x="139" y="102"/>
                  </a:lnTo>
                  <a:lnTo>
                    <a:pt x="138" y="102"/>
                  </a:lnTo>
                  <a:lnTo>
                    <a:pt x="138" y="102"/>
                  </a:lnTo>
                  <a:lnTo>
                    <a:pt x="137" y="103"/>
                  </a:lnTo>
                  <a:lnTo>
                    <a:pt x="137" y="103"/>
                  </a:lnTo>
                  <a:lnTo>
                    <a:pt x="137" y="103"/>
                  </a:lnTo>
                  <a:lnTo>
                    <a:pt x="137" y="103"/>
                  </a:lnTo>
                  <a:lnTo>
                    <a:pt x="135" y="105"/>
                  </a:lnTo>
                  <a:lnTo>
                    <a:pt x="135" y="105"/>
                  </a:lnTo>
                  <a:lnTo>
                    <a:pt x="134" y="105"/>
                  </a:lnTo>
                  <a:lnTo>
                    <a:pt x="134" y="105"/>
                  </a:lnTo>
                  <a:lnTo>
                    <a:pt x="133" y="106"/>
                  </a:lnTo>
                  <a:lnTo>
                    <a:pt x="133" y="106"/>
                  </a:lnTo>
                  <a:lnTo>
                    <a:pt x="133" y="106"/>
                  </a:lnTo>
                  <a:lnTo>
                    <a:pt x="133" y="106"/>
                  </a:lnTo>
                  <a:lnTo>
                    <a:pt x="133" y="108"/>
                  </a:lnTo>
                  <a:lnTo>
                    <a:pt x="133" y="108"/>
                  </a:lnTo>
                  <a:lnTo>
                    <a:pt x="133" y="108"/>
                  </a:lnTo>
                  <a:lnTo>
                    <a:pt x="133" y="108"/>
                  </a:lnTo>
                  <a:lnTo>
                    <a:pt x="133" y="108"/>
                  </a:lnTo>
                  <a:lnTo>
                    <a:pt x="133" y="108"/>
                  </a:lnTo>
                  <a:lnTo>
                    <a:pt x="133" y="108"/>
                  </a:lnTo>
                  <a:lnTo>
                    <a:pt x="134" y="108"/>
                  </a:lnTo>
                  <a:lnTo>
                    <a:pt x="134" y="109"/>
                  </a:lnTo>
                  <a:lnTo>
                    <a:pt x="134" y="109"/>
                  </a:lnTo>
                  <a:lnTo>
                    <a:pt x="134" y="109"/>
                  </a:lnTo>
                  <a:lnTo>
                    <a:pt x="135" y="109"/>
                  </a:lnTo>
                  <a:lnTo>
                    <a:pt x="135" y="109"/>
                  </a:lnTo>
                  <a:lnTo>
                    <a:pt x="135" y="109"/>
                  </a:lnTo>
                  <a:lnTo>
                    <a:pt x="135" y="109"/>
                  </a:lnTo>
                  <a:lnTo>
                    <a:pt x="137" y="109"/>
                  </a:lnTo>
                  <a:lnTo>
                    <a:pt x="137" y="111"/>
                  </a:lnTo>
                  <a:lnTo>
                    <a:pt x="137" y="111"/>
                  </a:lnTo>
                  <a:lnTo>
                    <a:pt x="137" y="111"/>
                  </a:lnTo>
                  <a:lnTo>
                    <a:pt x="137" y="111"/>
                  </a:lnTo>
                  <a:lnTo>
                    <a:pt x="137" y="113"/>
                  </a:lnTo>
                  <a:lnTo>
                    <a:pt x="137" y="113"/>
                  </a:lnTo>
                  <a:lnTo>
                    <a:pt x="137" y="113"/>
                  </a:lnTo>
                  <a:lnTo>
                    <a:pt x="137" y="113"/>
                  </a:lnTo>
                  <a:lnTo>
                    <a:pt x="137" y="114"/>
                  </a:lnTo>
                  <a:lnTo>
                    <a:pt x="137" y="114"/>
                  </a:lnTo>
                  <a:lnTo>
                    <a:pt x="137" y="114"/>
                  </a:lnTo>
                  <a:lnTo>
                    <a:pt x="137" y="114"/>
                  </a:lnTo>
                  <a:lnTo>
                    <a:pt x="137" y="114"/>
                  </a:lnTo>
                  <a:lnTo>
                    <a:pt x="137" y="114"/>
                  </a:lnTo>
                  <a:lnTo>
                    <a:pt x="137" y="114"/>
                  </a:lnTo>
                  <a:lnTo>
                    <a:pt x="138" y="114"/>
                  </a:lnTo>
                  <a:lnTo>
                    <a:pt x="137" y="115"/>
                  </a:lnTo>
                  <a:lnTo>
                    <a:pt x="137" y="115"/>
                  </a:lnTo>
                  <a:lnTo>
                    <a:pt x="137" y="116"/>
                  </a:lnTo>
                  <a:lnTo>
                    <a:pt x="137" y="116"/>
                  </a:lnTo>
                  <a:lnTo>
                    <a:pt x="135" y="117"/>
                  </a:lnTo>
                  <a:lnTo>
                    <a:pt x="135" y="117"/>
                  </a:lnTo>
                  <a:lnTo>
                    <a:pt x="135" y="117"/>
                  </a:lnTo>
                  <a:lnTo>
                    <a:pt x="135" y="117"/>
                  </a:lnTo>
                  <a:lnTo>
                    <a:pt x="133" y="117"/>
                  </a:lnTo>
                  <a:lnTo>
                    <a:pt x="133" y="117"/>
                  </a:lnTo>
                  <a:lnTo>
                    <a:pt x="131" y="117"/>
                  </a:lnTo>
                  <a:lnTo>
                    <a:pt x="131" y="117"/>
                  </a:lnTo>
                  <a:lnTo>
                    <a:pt x="129" y="117"/>
                  </a:lnTo>
                  <a:lnTo>
                    <a:pt x="129" y="117"/>
                  </a:lnTo>
                  <a:lnTo>
                    <a:pt x="129" y="117"/>
                  </a:lnTo>
                  <a:lnTo>
                    <a:pt x="129" y="117"/>
                  </a:lnTo>
                  <a:lnTo>
                    <a:pt x="128" y="117"/>
                  </a:lnTo>
                  <a:lnTo>
                    <a:pt x="128" y="117"/>
                  </a:lnTo>
                  <a:lnTo>
                    <a:pt x="128" y="117"/>
                  </a:lnTo>
                  <a:lnTo>
                    <a:pt x="128" y="117"/>
                  </a:lnTo>
                  <a:lnTo>
                    <a:pt x="126" y="117"/>
                  </a:lnTo>
                  <a:lnTo>
                    <a:pt x="126" y="117"/>
                  </a:lnTo>
                  <a:lnTo>
                    <a:pt x="126" y="117"/>
                  </a:lnTo>
                  <a:lnTo>
                    <a:pt x="126" y="116"/>
                  </a:lnTo>
                  <a:lnTo>
                    <a:pt x="124" y="116"/>
                  </a:lnTo>
                  <a:lnTo>
                    <a:pt x="124" y="116"/>
                  </a:lnTo>
                  <a:lnTo>
                    <a:pt x="124" y="116"/>
                  </a:lnTo>
                  <a:lnTo>
                    <a:pt x="124" y="115"/>
                  </a:lnTo>
                  <a:lnTo>
                    <a:pt x="122" y="115"/>
                  </a:lnTo>
                  <a:lnTo>
                    <a:pt x="122" y="115"/>
                  </a:lnTo>
                  <a:lnTo>
                    <a:pt x="122" y="115"/>
                  </a:lnTo>
                  <a:lnTo>
                    <a:pt x="122" y="114"/>
                  </a:lnTo>
                  <a:lnTo>
                    <a:pt x="121" y="116"/>
                  </a:lnTo>
                  <a:lnTo>
                    <a:pt x="121" y="116"/>
                  </a:lnTo>
                  <a:lnTo>
                    <a:pt x="121" y="116"/>
                  </a:lnTo>
                  <a:lnTo>
                    <a:pt x="121" y="116"/>
                  </a:lnTo>
                  <a:lnTo>
                    <a:pt x="121" y="118"/>
                  </a:lnTo>
                  <a:lnTo>
                    <a:pt x="121" y="118"/>
                  </a:lnTo>
                  <a:lnTo>
                    <a:pt x="121" y="118"/>
                  </a:lnTo>
                  <a:lnTo>
                    <a:pt x="121" y="118"/>
                  </a:lnTo>
                  <a:lnTo>
                    <a:pt x="121" y="120"/>
                  </a:lnTo>
                  <a:lnTo>
                    <a:pt x="121" y="120"/>
                  </a:lnTo>
                  <a:lnTo>
                    <a:pt x="121" y="120"/>
                  </a:lnTo>
                  <a:lnTo>
                    <a:pt x="121" y="120"/>
                  </a:lnTo>
                  <a:lnTo>
                    <a:pt x="121" y="120"/>
                  </a:lnTo>
                  <a:lnTo>
                    <a:pt x="121" y="120"/>
                  </a:lnTo>
                  <a:lnTo>
                    <a:pt x="121" y="120"/>
                  </a:lnTo>
                  <a:lnTo>
                    <a:pt x="121" y="120"/>
                  </a:lnTo>
                  <a:lnTo>
                    <a:pt x="119" y="120"/>
                  </a:lnTo>
                  <a:lnTo>
                    <a:pt x="119" y="120"/>
                  </a:lnTo>
                  <a:lnTo>
                    <a:pt x="119" y="120"/>
                  </a:lnTo>
                  <a:lnTo>
                    <a:pt x="119" y="120"/>
                  </a:lnTo>
                  <a:lnTo>
                    <a:pt x="117" y="120"/>
                  </a:lnTo>
                  <a:lnTo>
                    <a:pt x="117" y="120"/>
                  </a:lnTo>
                  <a:lnTo>
                    <a:pt x="117" y="120"/>
                  </a:lnTo>
                  <a:lnTo>
                    <a:pt x="117" y="120"/>
                  </a:lnTo>
                  <a:lnTo>
                    <a:pt x="115" y="120"/>
                  </a:lnTo>
                  <a:lnTo>
                    <a:pt x="115" y="120"/>
                  </a:lnTo>
                  <a:lnTo>
                    <a:pt x="115" y="120"/>
                  </a:lnTo>
                  <a:lnTo>
                    <a:pt x="115" y="120"/>
                  </a:lnTo>
                  <a:lnTo>
                    <a:pt x="114" y="120"/>
                  </a:lnTo>
                  <a:lnTo>
                    <a:pt x="114" y="120"/>
                  </a:lnTo>
                  <a:lnTo>
                    <a:pt x="114" y="120"/>
                  </a:lnTo>
                  <a:lnTo>
                    <a:pt x="114" y="120"/>
                  </a:lnTo>
                  <a:lnTo>
                    <a:pt x="114" y="121"/>
                  </a:lnTo>
                  <a:lnTo>
                    <a:pt x="114" y="121"/>
                  </a:lnTo>
                  <a:lnTo>
                    <a:pt x="114" y="121"/>
                  </a:lnTo>
                  <a:lnTo>
                    <a:pt x="114" y="121"/>
                  </a:lnTo>
                  <a:lnTo>
                    <a:pt x="114" y="122"/>
                  </a:lnTo>
                  <a:lnTo>
                    <a:pt x="114" y="122"/>
                  </a:lnTo>
                  <a:lnTo>
                    <a:pt x="114" y="122"/>
                  </a:lnTo>
                  <a:lnTo>
                    <a:pt x="115" y="122"/>
                  </a:lnTo>
                  <a:lnTo>
                    <a:pt x="115" y="124"/>
                  </a:lnTo>
                  <a:lnTo>
                    <a:pt x="115" y="124"/>
                  </a:lnTo>
                  <a:lnTo>
                    <a:pt x="115" y="124"/>
                  </a:lnTo>
                  <a:lnTo>
                    <a:pt x="115" y="124"/>
                  </a:lnTo>
                  <a:lnTo>
                    <a:pt x="115" y="124"/>
                  </a:lnTo>
                  <a:lnTo>
                    <a:pt x="115" y="124"/>
                  </a:lnTo>
                  <a:lnTo>
                    <a:pt x="115" y="124"/>
                  </a:lnTo>
                  <a:lnTo>
                    <a:pt x="116" y="124"/>
                  </a:lnTo>
                  <a:lnTo>
                    <a:pt x="116" y="126"/>
                  </a:lnTo>
                  <a:lnTo>
                    <a:pt x="116" y="126"/>
                  </a:lnTo>
                  <a:lnTo>
                    <a:pt x="116" y="126"/>
                  </a:lnTo>
                  <a:lnTo>
                    <a:pt x="117" y="126"/>
                  </a:lnTo>
                  <a:lnTo>
                    <a:pt x="117" y="126"/>
                  </a:lnTo>
                  <a:lnTo>
                    <a:pt x="117" y="126"/>
                  </a:lnTo>
                  <a:lnTo>
                    <a:pt x="117" y="126"/>
                  </a:lnTo>
                  <a:lnTo>
                    <a:pt x="119" y="126"/>
                  </a:lnTo>
                  <a:lnTo>
                    <a:pt x="119" y="126"/>
                  </a:lnTo>
                  <a:lnTo>
                    <a:pt x="119" y="126"/>
                  </a:lnTo>
                  <a:lnTo>
                    <a:pt x="119" y="126"/>
                  </a:lnTo>
                  <a:lnTo>
                    <a:pt x="121" y="126"/>
                  </a:lnTo>
                  <a:lnTo>
                    <a:pt x="121" y="126"/>
                  </a:lnTo>
                  <a:lnTo>
                    <a:pt x="122" y="126"/>
                  </a:lnTo>
                  <a:lnTo>
                    <a:pt x="122" y="126"/>
                  </a:lnTo>
                  <a:lnTo>
                    <a:pt x="124" y="126"/>
                  </a:lnTo>
                  <a:lnTo>
                    <a:pt x="124" y="126"/>
                  </a:lnTo>
                  <a:lnTo>
                    <a:pt x="124" y="126"/>
                  </a:lnTo>
                  <a:lnTo>
                    <a:pt x="124" y="126"/>
                  </a:lnTo>
                  <a:lnTo>
                    <a:pt x="125" y="126"/>
                  </a:lnTo>
                  <a:lnTo>
                    <a:pt x="125" y="126"/>
                  </a:lnTo>
                  <a:lnTo>
                    <a:pt x="125" y="126"/>
                  </a:lnTo>
                  <a:lnTo>
                    <a:pt x="125" y="126"/>
                  </a:lnTo>
                  <a:lnTo>
                    <a:pt x="127" y="124"/>
                  </a:lnTo>
                  <a:lnTo>
                    <a:pt x="127" y="124"/>
                  </a:lnTo>
                  <a:lnTo>
                    <a:pt x="127" y="124"/>
                  </a:lnTo>
                  <a:lnTo>
                    <a:pt x="127" y="124"/>
                  </a:lnTo>
                  <a:lnTo>
                    <a:pt x="128" y="122"/>
                  </a:lnTo>
                  <a:lnTo>
                    <a:pt x="128" y="122"/>
                  </a:lnTo>
                  <a:lnTo>
                    <a:pt x="128" y="122"/>
                  </a:lnTo>
                  <a:lnTo>
                    <a:pt x="128" y="122"/>
                  </a:lnTo>
                  <a:lnTo>
                    <a:pt x="129" y="121"/>
                  </a:lnTo>
                  <a:lnTo>
                    <a:pt x="129" y="122"/>
                  </a:lnTo>
                  <a:lnTo>
                    <a:pt x="129" y="122"/>
                  </a:lnTo>
                  <a:lnTo>
                    <a:pt x="129" y="122"/>
                  </a:lnTo>
                  <a:lnTo>
                    <a:pt x="131" y="122"/>
                  </a:lnTo>
                  <a:lnTo>
                    <a:pt x="131" y="122"/>
                  </a:lnTo>
                  <a:lnTo>
                    <a:pt x="131" y="122"/>
                  </a:lnTo>
                  <a:lnTo>
                    <a:pt x="131" y="122"/>
                  </a:lnTo>
                  <a:lnTo>
                    <a:pt x="133" y="122"/>
                  </a:lnTo>
                  <a:lnTo>
                    <a:pt x="133" y="124"/>
                  </a:lnTo>
                  <a:lnTo>
                    <a:pt x="133" y="124"/>
                  </a:lnTo>
                  <a:lnTo>
                    <a:pt x="133" y="124"/>
                  </a:lnTo>
                  <a:lnTo>
                    <a:pt x="134" y="124"/>
                  </a:lnTo>
                  <a:lnTo>
                    <a:pt x="134" y="124"/>
                  </a:lnTo>
                  <a:lnTo>
                    <a:pt x="134" y="124"/>
                  </a:lnTo>
                  <a:lnTo>
                    <a:pt x="134" y="124"/>
                  </a:lnTo>
                  <a:lnTo>
                    <a:pt x="135" y="124"/>
                  </a:lnTo>
                  <a:lnTo>
                    <a:pt x="135" y="126"/>
                  </a:lnTo>
                  <a:lnTo>
                    <a:pt x="135" y="126"/>
                  </a:lnTo>
                  <a:lnTo>
                    <a:pt x="135" y="126"/>
                  </a:lnTo>
                  <a:lnTo>
                    <a:pt x="137" y="126"/>
                  </a:lnTo>
                  <a:lnTo>
                    <a:pt x="137" y="128"/>
                  </a:lnTo>
                  <a:lnTo>
                    <a:pt x="137" y="128"/>
                  </a:lnTo>
                  <a:lnTo>
                    <a:pt x="137" y="128"/>
                  </a:lnTo>
                  <a:lnTo>
                    <a:pt x="139" y="128"/>
                  </a:lnTo>
                  <a:lnTo>
                    <a:pt x="139" y="130"/>
                  </a:lnTo>
                  <a:lnTo>
                    <a:pt x="139" y="130"/>
                  </a:lnTo>
                  <a:lnTo>
                    <a:pt x="139" y="131"/>
                  </a:lnTo>
                  <a:lnTo>
                    <a:pt x="141" y="131"/>
                  </a:lnTo>
                  <a:lnTo>
                    <a:pt x="141" y="133"/>
                  </a:lnTo>
                  <a:lnTo>
                    <a:pt x="141" y="133"/>
                  </a:lnTo>
                  <a:lnTo>
                    <a:pt x="141" y="133"/>
                  </a:lnTo>
                  <a:lnTo>
                    <a:pt x="143" y="133"/>
                  </a:lnTo>
                  <a:lnTo>
                    <a:pt x="143" y="135"/>
                  </a:lnTo>
                  <a:lnTo>
                    <a:pt x="144" y="135"/>
                  </a:lnTo>
                  <a:lnTo>
                    <a:pt x="144" y="136"/>
                  </a:lnTo>
                  <a:lnTo>
                    <a:pt x="146" y="136"/>
                  </a:lnTo>
                  <a:lnTo>
                    <a:pt x="146" y="138"/>
                  </a:lnTo>
                  <a:lnTo>
                    <a:pt x="148" y="138"/>
                  </a:lnTo>
                  <a:lnTo>
                    <a:pt x="148" y="140"/>
                  </a:lnTo>
                  <a:lnTo>
                    <a:pt x="150" y="140"/>
                  </a:lnTo>
                  <a:lnTo>
                    <a:pt x="150" y="142"/>
                  </a:lnTo>
                  <a:lnTo>
                    <a:pt x="150" y="142"/>
                  </a:lnTo>
                  <a:lnTo>
                    <a:pt x="150" y="144"/>
                  </a:lnTo>
                  <a:lnTo>
                    <a:pt x="151" y="144"/>
                  </a:lnTo>
                  <a:lnTo>
                    <a:pt x="151" y="146"/>
                  </a:lnTo>
                  <a:lnTo>
                    <a:pt x="152" y="146"/>
                  </a:lnTo>
                  <a:lnTo>
                    <a:pt x="152" y="147"/>
                  </a:lnTo>
                  <a:lnTo>
                    <a:pt x="154" y="147"/>
                  </a:lnTo>
                  <a:lnTo>
                    <a:pt x="154" y="149"/>
                  </a:lnTo>
                  <a:lnTo>
                    <a:pt x="154" y="149"/>
                  </a:lnTo>
                  <a:lnTo>
                    <a:pt x="154" y="151"/>
                  </a:lnTo>
                  <a:lnTo>
                    <a:pt x="154" y="151"/>
                  </a:lnTo>
                  <a:lnTo>
                    <a:pt x="154" y="153"/>
                  </a:lnTo>
                  <a:lnTo>
                    <a:pt x="154" y="153"/>
                  </a:lnTo>
                  <a:lnTo>
                    <a:pt x="154" y="154"/>
                  </a:lnTo>
                  <a:lnTo>
                    <a:pt x="154" y="154"/>
                  </a:lnTo>
                  <a:lnTo>
                    <a:pt x="154" y="156"/>
                  </a:lnTo>
                  <a:lnTo>
                    <a:pt x="154" y="156"/>
                  </a:lnTo>
                  <a:lnTo>
                    <a:pt x="154" y="158"/>
                  </a:lnTo>
                  <a:lnTo>
                    <a:pt x="154" y="158"/>
                  </a:lnTo>
                  <a:lnTo>
                    <a:pt x="154" y="160"/>
                  </a:lnTo>
                  <a:lnTo>
                    <a:pt x="154" y="160"/>
                  </a:lnTo>
                  <a:lnTo>
                    <a:pt x="154" y="160"/>
                  </a:lnTo>
                  <a:lnTo>
                    <a:pt x="156" y="160"/>
                  </a:lnTo>
                  <a:lnTo>
                    <a:pt x="156" y="162"/>
                  </a:lnTo>
                  <a:lnTo>
                    <a:pt x="156" y="163"/>
                  </a:lnTo>
                  <a:lnTo>
                    <a:pt x="156" y="165"/>
                  </a:lnTo>
                  <a:lnTo>
                    <a:pt x="156" y="165"/>
                  </a:lnTo>
                  <a:lnTo>
                    <a:pt x="156" y="167"/>
                  </a:lnTo>
                  <a:lnTo>
                    <a:pt x="156" y="167"/>
                  </a:lnTo>
                  <a:lnTo>
                    <a:pt x="156" y="168"/>
                  </a:lnTo>
                  <a:lnTo>
                    <a:pt x="156" y="168"/>
                  </a:lnTo>
                  <a:lnTo>
                    <a:pt x="156" y="170"/>
                  </a:lnTo>
                  <a:lnTo>
                    <a:pt x="156" y="170"/>
                  </a:lnTo>
                  <a:lnTo>
                    <a:pt x="156" y="172"/>
                  </a:lnTo>
                  <a:lnTo>
                    <a:pt x="156" y="172"/>
                  </a:lnTo>
                  <a:lnTo>
                    <a:pt x="156" y="174"/>
                  </a:lnTo>
                  <a:lnTo>
                    <a:pt x="156" y="174"/>
                  </a:lnTo>
                  <a:lnTo>
                    <a:pt x="156" y="176"/>
                  </a:lnTo>
                  <a:lnTo>
                    <a:pt x="158" y="176"/>
                  </a:lnTo>
                  <a:lnTo>
                    <a:pt x="158" y="178"/>
                  </a:lnTo>
                  <a:lnTo>
                    <a:pt x="158" y="179"/>
                  </a:lnTo>
                  <a:lnTo>
                    <a:pt x="158" y="181"/>
                  </a:lnTo>
                  <a:lnTo>
                    <a:pt x="158" y="181"/>
                  </a:lnTo>
                  <a:lnTo>
                    <a:pt x="158" y="183"/>
                  </a:lnTo>
                  <a:lnTo>
                    <a:pt x="158" y="183"/>
                  </a:lnTo>
                  <a:lnTo>
                    <a:pt x="158" y="185"/>
                  </a:lnTo>
                  <a:lnTo>
                    <a:pt x="160" y="185"/>
                  </a:lnTo>
                  <a:lnTo>
                    <a:pt x="160" y="187"/>
                  </a:lnTo>
                  <a:lnTo>
                    <a:pt x="160" y="188"/>
                  </a:lnTo>
                  <a:lnTo>
                    <a:pt x="160" y="190"/>
                  </a:lnTo>
                  <a:lnTo>
                    <a:pt x="160" y="190"/>
                  </a:lnTo>
                  <a:lnTo>
                    <a:pt x="160" y="192"/>
                  </a:lnTo>
                  <a:lnTo>
                    <a:pt x="160" y="192"/>
                  </a:lnTo>
                  <a:lnTo>
                    <a:pt x="160" y="193"/>
                  </a:lnTo>
                  <a:lnTo>
                    <a:pt x="163" y="193"/>
                  </a:lnTo>
                  <a:lnTo>
                    <a:pt x="163" y="195"/>
                  </a:lnTo>
                  <a:lnTo>
                    <a:pt x="163" y="195"/>
                  </a:lnTo>
                  <a:lnTo>
                    <a:pt x="163" y="196"/>
                  </a:lnTo>
                  <a:lnTo>
                    <a:pt x="165" y="196"/>
                  </a:lnTo>
                  <a:lnTo>
                    <a:pt x="165" y="198"/>
                  </a:lnTo>
                  <a:lnTo>
                    <a:pt x="166" y="198"/>
                  </a:lnTo>
                  <a:lnTo>
                    <a:pt x="166" y="198"/>
                  </a:lnTo>
                  <a:lnTo>
                    <a:pt x="168" y="198"/>
                  </a:lnTo>
                  <a:lnTo>
                    <a:pt x="168" y="200"/>
                  </a:lnTo>
                  <a:lnTo>
                    <a:pt x="170" y="200"/>
                  </a:lnTo>
                  <a:lnTo>
                    <a:pt x="170" y="202"/>
                  </a:lnTo>
                  <a:lnTo>
                    <a:pt x="172" y="202"/>
                  </a:lnTo>
                  <a:lnTo>
                    <a:pt x="172" y="203"/>
                  </a:lnTo>
                  <a:lnTo>
                    <a:pt x="174" y="203"/>
                  </a:lnTo>
                  <a:lnTo>
                    <a:pt x="175" y="203"/>
                  </a:lnTo>
                  <a:lnTo>
                    <a:pt x="177" y="203"/>
                  </a:lnTo>
                  <a:lnTo>
                    <a:pt x="177" y="205"/>
                  </a:lnTo>
                  <a:lnTo>
                    <a:pt x="177" y="205"/>
                  </a:lnTo>
                  <a:lnTo>
                    <a:pt x="177" y="206"/>
                  </a:lnTo>
                  <a:lnTo>
                    <a:pt x="177" y="206"/>
                  </a:lnTo>
                  <a:lnTo>
                    <a:pt x="177" y="209"/>
                  </a:lnTo>
                  <a:lnTo>
                    <a:pt x="177" y="209"/>
                  </a:lnTo>
                  <a:lnTo>
                    <a:pt x="177" y="209"/>
                  </a:lnTo>
                  <a:lnTo>
                    <a:pt x="178" y="209"/>
                  </a:lnTo>
                  <a:lnTo>
                    <a:pt x="178" y="211"/>
                  </a:lnTo>
                  <a:lnTo>
                    <a:pt x="178" y="211"/>
                  </a:lnTo>
                  <a:lnTo>
                    <a:pt x="178" y="211"/>
                  </a:lnTo>
                  <a:lnTo>
                    <a:pt x="178" y="211"/>
                  </a:lnTo>
                  <a:lnTo>
                    <a:pt x="178" y="213"/>
                  </a:lnTo>
                  <a:lnTo>
                    <a:pt x="178" y="213"/>
                  </a:lnTo>
                  <a:lnTo>
                    <a:pt x="178" y="213"/>
                  </a:lnTo>
                  <a:lnTo>
                    <a:pt x="180" y="213"/>
                  </a:lnTo>
                  <a:lnTo>
                    <a:pt x="180" y="214"/>
                  </a:lnTo>
                  <a:lnTo>
                    <a:pt x="180" y="214"/>
                  </a:lnTo>
                  <a:lnTo>
                    <a:pt x="180" y="214"/>
                  </a:lnTo>
                  <a:lnTo>
                    <a:pt x="180" y="214"/>
                  </a:lnTo>
                  <a:lnTo>
                    <a:pt x="180" y="216"/>
                  </a:lnTo>
                  <a:lnTo>
                    <a:pt x="180" y="216"/>
                  </a:lnTo>
                  <a:lnTo>
                    <a:pt x="180" y="216"/>
                  </a:lnTo>
                  <a:lnTo>
                    <a:pt x="181" y="216"/>
                  </a:lnTo>
                  <a:lnTo>
                    <a:pt x="181" y="218"/>
                  </a:lnTo>
                  <a:lnTo>
                    <a:pt x="181" y="218"/>
                  </a:lnTo>
                  <a:lnTo>
                    <a:pt x="181" y="218"/>
                  </a:lnTo>
                  <a:lnTo>
                    <a:pt x="181" y="218"/>
                  </a:lnTo>
                  <a:lnTo>
                    <a:pt x="181" y="218"/>
                  </a:lnTo>
                  <a:lnTo>
                    <a:pt x="181" y="218"/>
                  </a:lnTo>
                  <a:lnTo>
                    <a:pt x="181" y="218"/>
                  </a:lnTo>
                  <a:lnTo>
                    <a:pt x="182" y="218"/>
                  </a:lnTo>
                  <a:lnTo>
                    <a:pt x="182" y="219"/>
                  </a:lnTo>
                  <a:lnTo>
                    <a:pt x="182" y="219"/>
                  </a:lnTo>
                  <a:lnTo>
                    <a:pt x="182" y="220"/>
                  </a:lnTo>
                  <a:lnTo>
                    <a:pt x="182" y="220"/>
                  </a:lnTo>
                  <a:lnTo>
                    <a:pt x="182" y="222"/>
                  </a:lnTo>
                  <a:lnTo>
                    <a:pt x="182" y="222"/>
                  </a:lnTo>
                  <a:lnTo>
                    <a:pt x="182" y="222"/>
                  </a:lnTo>
                  <a:lnTo>
                    <a:pt x="182" y="222"/>
                  </a:lnTo>
                  <a:lnTo>
                    <a:pt x="182" y="224"/>
                  </a:lnTo>
                  <a:lnTo>
                    <a:pt x="182" y="224"/>
                  </a:lnTo>
                  <a:lnTo>
                    <a:pt x="182" y="225"/>
                  </a:lnTo>
                  <a:lnTo>
                    <a:pt x="182" y="225"/>
                  </a:lnTo>
                  <a:lnTo>
                    <a:pt x="182" y="227"/>
                  </a:lnTo>
                  <a:lnTo>
                    <a:pt x="182" y="227"/>
                  </a:lnTo>
                  <a:lnTo>
                    <a:pt x="182" y="227"/>
                  </a:lnTo>
                  <a:lnTo>
                    <a:pt x="182" y="227"/>
                  </a:lnTo>
                  <a:lnTo>
                    <a:pt x="182" y="228"/>
                  </a:lnTo>
                  <a:lnTo>
                    <a:pt x="182" y="228"/>
                  </a:lnTo>
                  <a:lnTo>
                    <a:pt x="182" y="230"/>
                  </a:lnTo>
                  <a:lnTo>
                    <a:pt x="182" y="230"/>
                  </a:lnTo>
                  <a:lnTo>
                    <a:pt x="182" y="232"/>
                  </a:lnTo>
                  <a:lnTo>
                    <a:pt x="182" y="233"/>
                  </a:lnTo>
                  <a:lnTo>
                    <a:pt x="182" y="234"/>
                  </a:lnTo>
                  <a:lnTo>
                    <a:pt x="185" y="234"/>
                  </a:lnTo>
                  <a:lnTo>
                    <a:pt x="185" y="236"/>
                  </a:lnTo>
                  <a:lnTo>
                    <a:pt x="185" y="238"/>
                  </a:lnTo>
                  <a:lnTo>
                    <a:pt x="185" y="240"/>
                  </a:lnTo>
                  <a:lnTo>
                    <a:pt x="186" y="240"/>
                  </a:lnTo>
                  <a:lnTo>
                    <a:pt x="186" y="241"/>
                  </a:lnTo>
                  <a:lnTo>
                    <a:pt x="187" y="241"/>
                  </a:lnTo>
                  <a:lnTo>
                    <a:pt x="187" y="242"/>
                  </a:lnTo>
                  <a:lnTo>
                    <a:pt x="188" y="242"/>
                  </a:lnTo>
                  <a:lnTo>
                    <a:pt x="187" y="242"/>
                  </a:lnTo>
                  <a:lnTo>
                    <a:pt x="187" y="242"/>
                  </a:lnTo>
                  <a:lnTo>
                    <a:pt x="186" y="242"/>
                  </a:lnTo>
                  <a:lnTo>
                    <a:pt x="186" y="242"/>
                  </a:lnTo>
                  <a:lnTo>
                    <a:pt x="184" y="242"/>
                  </a:lnTo>
                  <a:lnTo>
                    <a:pt x="184" y="242"/>
                  </a:lnTo>
                  <a:lnTo>
                    <a:pt x="184" y="242"/>
                  </a:lnTo>
                  <a:lnTo>
                    <a:pt x="184" y="242"/>
                  </a:lnTo>
                  <a:lnTo>
                    <a:pt x="182" y="242"/>
                  </a:lnTo>
                  <a:lnTo>
                    <a:pt x="182" y="242"/>
                  </a:lnTo>
                  <a:lnTo>
                    <a:pt x="182" y="242"/>
                  </a:lnTo>
                  <a:lnTo>
                    <a:pt x="182" y="242"/>
                  </a:lnTo>
                  <a:lnTo>
                    <a:pt x="182" y="242"/>
                  </a:lnTo>
                  <a:lnTo>
                    <a:pt x="182" y="242"/>
                  </a:lnTo>
                  <a:lnTo>
                    <a:pt x="182" y="242"/>
                  </a:lnTo>
                  <a:lnTo>
                    <a:pt x="182" y="242"/>
                  </a:lnTo>
                  <a:lnTo>
                    <a:pt x="182" y="244"/>
                  </a:lnTo>
                  <a:lnTo>
                    <a:pt x="182" y="244"/>
                  </a:lnTo>
                  <a:lnTo>
                    <a:pt x="182" y="245"/>
                  </a:lnTo>
                  <a:lnTo>
                    <a:pt x="182" y="245"/>
                  </a:lnTo>
                  <a:lnTo>
                    <a:pt x="182" y="247"/>
                  </a:lnTo>
                  <a:lnTo>
                    <a:pt x="182" y="247"/>
                  </a:lnTo>
                  <a:lnTo>
                    <a:pt x="182" y="249"/>
                  </a:lnTo>
                  <a:lnTo>
                    <a:pt x="185" y="249"/>
                  </a:lnTo>
                  <a:lnTo>
                    <a:pt x="185" y="250"/>
                  </a:lnTo>
                  <a:lnTo>
                    <a:pt x="185" y="250"/>
                  </a:lnTo>
                  <a:lnTo>
                    <a:pt x="185" y="253"/>
                  </a:lnTo>
                  <a:lnTo>
                    <a:pt x="187" y="253"/>
                  </a:lnTo>
                  <a:lnTo>
                    <a:pt x="187" y="255"/>
                  </a:lnTo>
                  <a:lnTo>
                    <a:pt x="189" y="255"/>
                  </a:lnTo>
                  <a:lnTo>
                    <a:pt x="189" y="255"/>
                  </a:lnTo>
                  <a:lnTo>
                    <a:pt x="191" y="255"/>
                  </a:lnTo>
                  <a:lnTo>
                    <a:pt x="190" y="256"/>
                  </a:lnTo>
                  <a:lnTo>
                    <a:pt x="190" y="256"/>
                  </a:lnTo>
                  <a:lnTo>
                    <a:pt x="190" y="258"/>
                  </a:lnTo>
                  <a:lnTo>
                    <a:pt x="190" y="258"/>
                  </a:lnTo>
                  <a:lnTo>
                    <a:pt x="190" y="260"/>
                  </a:lnTo>
                  <a:lnTo>
                    <a:pt x="190" y="260"/>
                  </a:lnTo>
                  <a:lnTo>
                    <a:pt x="190" y="260"/>
                  </a:lnTo>
                  <a:lnTo>
                    <a:pt x="190" y="260"/>
                  </a:lnTo>
                  <a:lnTo>
                    <a:pt x="190" y="262"/>
                  </a:lnTo>
                  <a:lnTo>
                    <a:pt x="190" y="262"/>
                  </a:lnTo>
                  <a:lnTo>
                    <a:pt x="190" y="263"/>
                  </a:lnTo>
                  <a:lnTo>
                    <a:pt x="190" y="263"/>
                  </a:lnTo>
                  <a:lnTo>
                    <a:pt x="190" y="264"/>
                  </a:lnTo>
                  <a:lnTo>
                    <a:pt x="190" y="264"/>
                  </a:lnTo>
                  <a:lnTo>
                    <a:pt x="190" y="264"/>
                  </a:lnTo>
                  <a:lnTo>
                    <a:pt x="191" y="264"/>
                  </a:lnTo>
                  <a:lnTo>
                    <a:pt x="190" y="265"/>
                  </a:lnTo>
                  <a:lnTo>
                    <a:pt x="190" y="265"/>
                  </a:lnTo>
                  <a:lnTo>
                    <a:pt x="189" y="265"/>
                  </a:lnTo>
                  <a:lnTo>
                    <a:pt x="189" y="265"/>
                  </a:lnTo>
                  <a:lnTo>
                    <a:pt x="187" y="268"/>
                  </a:lnTo>
                  <a:lnTo>
                    <a:pt x="187" y="268"/>
                  </a:lnTo>
                  <a:lnTo>
                    <a:pt x="187" y="268"/>
                  </a:lnTo>
                  <a:lnTo>
                    <a:pt x="187" y="268"/>
                  </a:lnTo>
                  <a:lnTo>
                    <a:pt x="185" y="270"/>
                  </a:lnTo>
                  <a:lnTo>
                    <a:pt x="185" y="270"/>
                  </a:lnTo>
                  <a:lnTo>
                    <a:pt x="184" y="270"/>
                  </a:lnTo>
                  <a:lnTo>
                    <a:pt x="184" y="270"/>
                  </a:lnTo>
                  <a:lnTo>
                    <a:pt x="183" y="270"/>
                  </a:lnTo>
                  <a:lnTo>
                    <a:pt x="183" y="270"/>
                  </a:lnTo>
                  <a:lnTo>
                    <a:pt x="183" y="270"/>
                  </a:lnTo>
                  <a:lnTo>
                    <a:pt x="183" y="270"/>
                  </a:lnTo>
                  <a:lnTo>
                    <a:pt x="182" y="272"/>
                  </a:lnTo>
                  <a:lnTo>
                    <a:pt x="182" y="272"/>
                  </a:lnTo>
                  <a:lnTo>
                    <a:pt x="182" y="273"/>
                  </a:lnTo>
                  <a:lnTo>
                    <a:pt x="182" y="273"/>
                  </a:lnTo>
                  <a:lnTo>
                    <a:pt x="182" y="275"/>
                  </a:lnTo>
                  <a:lnTo>
                    <a:pt x="182" y="275"/>
                  </a:lnTo>
                  <a:lnTo>
                    <a:pt x="182" y="275"/>
                  </a:lnTo>
                  <a:lnTo>
                    <a:pt x="183" y="275"/>
                  </a:lnTo>
                  <a:lnTo>
                    <a:pt x="183" y="277"/>
                  </a:lnTo>
                  <a:lnTo>
                    <a:pt x="183" y="277"/>
                  </a:lnTo>
                  <a:lnTo>
                    <a:pt x="183" y="277"/>
                  </a:lnTo>
                  <a:lnTo>
                    <a:pt x="184" y="277"/>
                  </a:lnTo>
                  <a:lnTo>
                    <a:pt x="184" y="278"/>
                  </a:lnTo>
                  <a:lnTo>
                    <a:pt x="184" y="278"/>
                  </a:lnTo>
                  <a:lnTo>
                    <a:pt x="184" y="278"/>
                  </a:lnTo>
                  <a:lnTo>
                    <a:pt x="186" y="278"/>
                  </a:lnTo>
                  <a:lnTo>
                    <a:pt x="186" y="278"/>
                  </a:lnTo>
                  <a:lnTo>
                    <a:pt x="186" y="278"/>
                  </a:lnTo>
                  <a:lnTo>
                    <a:pt x="186" y="278"/>
                  </a:lnTo>
                  <a:lnTo>
                    <a:pt x="187" y="278"/>
                  </a:lnTo>
                  <a:lnTo>
                    <a:pt x="187" y="278"/>
                  </a:lnTo>
                  <a:lnTo>
                    <a:pt x="187" y="278"/>
                  </a:lnTo>
                  <a:lnTo>
                    <a:pt x="187" y="278"/>
                  </a:lnTo>
                  <a:lnTo>
                    <a:pt x="189" y="277"/>
                  </a:lnTo>
                  <a:lnTo>
                    <a:pt x="189" y="277"/>
                  </a:lnTo>
                  <a:lnTo>
                    <a:pt x="189" y="277"/>
                  </a:lnTo>
                  <a:lnTo>
                    <a:pt x="189" y="277"/>
                  </a:lnTo>
                  <a:lnTo>
                    <a:pt x="190" y="275"/>
                  </a:lnTo>
                  <a:lnTo>
                    <a:pt x="190" y="275"/>
                  </a:lnTo>
                  <a:lnTo>
                    <a:pt x="190" y="275"/>
                  </a:lnTo>
                  <a:lnTo>
                    <a:pt x="190" y="275"/>
                  </a:lnTo>
                  <a:lnTo>
                    <a:pt x="192" y="274"/>
                  </a:lnTo>
                  <a:lnTo>
                    <a:pt x="192" y="274"/>
                  </a:lnTo>
                  <a:lnTo>
                    <a:pt x="192" y="274"/>
                  </a:lnTo>
                  <a:lnTo>
                    <a:pt x="192" y="274"/>
                  </a:lnTo>
                  <a:lnTo>
                    <a:pt x="193" y="274"/>
                  </a:lnTo>
                  <a:lnTo>
                    <a:pt x="193" y="274"/>
                  </a:lnTo>
                  <a:lnTo>
                    <a:pt x="193" y="274"/>
                  </a:lnTo>
                  <a:lnTo>
                    <a:pt x="193" y="274"/>
                  </a:lnTo>
                  <a:lnTo>
                    <a:pt x="195" y="272"/>
                  </a:lnTo>
                  <a:lnTo>
                    <a:pt x="195" y="272"/>
                  </a:lnTo>
                  <a:lnTo>
                    <a:pt x="195" y="272"/>
                  </a:lnTo>
                  <a:lnTo>
                    <a:pt x="195" y="272"/>
                  </a:lnTo>
                  <a:lnTo>
                    <a:pt x="196" y="271"/>
                  </a:lnTo>
                  <a:lnTo>
                    <a:pt x="196" y="271"/>
                  </a:lnTo>
                  <a:lnTo>
                    <a:pt x="196" y="271"/>
                  </a:lnTo>
                  <a:lnTo>
                    <a:pt x="196" y="271"/>
                  </a:lnTo>
                  <a:lnTo>
                    <a:pt x="197" y="270"/>
                  </a:lnTo>
                  <a:lnTo>
                    <a:pt x="197" y="271"/>
                  </a:lnTo>
                  <a:lnTo>
                    <a:pt x="199" y="271"/>
                  </a:lnTo>
                  <a:lnTo>
                    <a:pt x="199" y="271"/>
                  </a:lnTo>
                  <a:lnTo>
                    <a:pt x="201" y="271"/>
                  </a:lnTo>
                  <a:lnTo>
                    <a:pt x="201" y="272"/>
                  </a:lnTo>
                  <a:lnTo>
                    <a:pt x="203" y="272"/>
                  </a:lnTo>
                  <a:lnTo>
                    <a:pt x="203" y="272"/>
                  </a:lnTo>
                  <a:lnTo>
                    <a:pt x="204" y="272"/>
                  </a:lnTo>
                  <a:lnTo>
                    <a:pt x="204" y="274"/>
                  </a:lnTo>
                  <a:lnTo>
                    <a:pt x="206" y="274"/>
                  </a:lnTo>
                  <a:lnTo>
                    <a:pt x="206" y="274"/>
                  </a:lnTo>
                  <a:lnTo>
                    <a:pt x="208" y="274"/>
                  </a:lnTo>
                  <a:lnTo>
                    <a:pt x="208" y="274"/>
                  </a:lnTo>
                  <a:lnTo>
                    <a:pt x="209" y="274"/>
                  </a:lnTo>
                  <a:lnTo>
                    <a:pt x="209" y="274"/>
                  </a:lnTo>
                  <a:lnTo>
                    <a:pt x="211" y="274"/>
                  </a:lnTo>
                  <a:lnTo>
                    <a:pt x="211" y="276"/>
                  </a:lnTo>
                  <a:lnTo>
                    <a:pt x="212" y="276"/>
                  </a:lnTo>
                  <a:lnTo>
                    <a:pt x="212" y="277"/>
                  </a:lnTo>
                  <a:lnTo>
                    <a:pt x="214" y="277"/>
                  </a:lnTo>
                  <a:lnTo>
                    <a:pt x="214" y="278"/>
                  </a:lnTo>
                  <a:lnTo>
                    <a:pt x="216" y="278"/>
                  </a:lnTo>
                  <a:lnTo>
                    <a:pt x="217" y="278"/>
                  </a:lnTo>
                  <a:lnTo>
                    <a:pt x="219" y="278"/>
                  </a:lnTo>
                  <a:lnTo>
                    <a:pt x="219" y="280"/>
                  </a:lnTo>
                  <a:lnTo>
                    <a:pt x="221" y="280"/>
                  </a:lnTo>
                  <a:lnTo>
                    <a:pt x="221" y="282"/>
                  </a:lnTo>
                  <a:lnTo>
                    <a:pt x="223" y="282"/>
                  </a:lnTo>
                  <a:lnTo>
                    <a:pt x="223" y="284"/>
                  </a:lnTo>
                  <a:lnTo>
                    <a:pt x="224" y="284"/>
                  </a:lnTo>
                  <a:lnTo>
                    <a:pt x="224" y="284"/>
                  </a:lnTo>
                  <a:lnTo>
                    <a:pt x="226" y="284"/>
                  </a:lnTo>
                  <a:lnTo>
                    <a:pt x="226" y="286"/>
                  </a:lnTo>
                  <a:lnTo>
                    <a:pt x="226" y="287"/>
                  </a:lnTo>
                  <a:lnTo>
                    <a:pt x="226" y="289"/>
                  </a:lnTo>
                  <a:lnTo>
                    <a:pt x="226" y="289"/>
                  </a:lnTo>
                  <a:lnTo>
                    <a:pt x="226" y="291"/>
                  </a:lnTo>
                  <a:lnTo>
                    <a:pt x="226" y="291"/>
                  </a:lnTo>
                  <a:lnTo>
                    <a:pt x="226" y="293"/>
                  </a:lnTo>
                  <a:lnTo>
                    <a:pt x="226" y="293"/>
                  </a:lnTo>
                  <a:lnTo>
                    <a:pt x="225" y="294"/>
                  </a:lnTo>
                  <a:lnTo>
                    <a:pt x="225" y="296"/>
                  </a:lnTo>
                  <a:lnTo>
                    <a:pt x="225" y="298"/>
                  </a:lnTo>
                  <a:lnTo>
                    <a:pt x="225" y="298"/>
                  </a:lnTo>
                  <a:lnTo>
                    <a:pt x="225" y="300"/>
                  </a:lnTo>
                  <a:lnTo>
                    <a:pt x="225" y="300"/>
                  </a:lnTo>
                  <a:lnTo>
                    <a:pt x="225" y="301"/>
                  </a:lnTo>
                  <a:lnTo>
                    <a:pt x="225" y="301"/>
                  </a:lnTo>
                  <a:lnTo>
                    <a:pt x="224" y="303"/>
                  </a:lnTo>
                  <a:lnTo>
                    <a:pt x="224" y="303"/>
                  </a:lnTo>
                  <a:lnTo>
                    <a:pt x="224" y="303"/>
                  </a:lnTo>
                  <a:lnTo>
                    <a:pt x="224" y="303"/>
                  </a:lnTo>
                  <a:lnTo>
                    <a:pt x="221" y="304"/>
                  </a:lnTo>
                  <a:lnTo>
                    <a:pt x="221" y="304"/>
                  </a:lnTo>
                  <a:lnTo>
                    <a:pt x="221" y="304"/>
                  </a:lnTo>
                  <a:lnTo>
                    <a:pt x="221" y="304"/>
                  </a:lnTo>
                  <a:lnTo>
                    <a:pt x="219" y="306"/>
                  </a:lnTo>
                  <a:lnTo>
                    <a:pt x="219" y="306"/>
                  </a:lnTo>
                  <a:lnTo>
                    <a:pt x="219" y="306"/>
                  </a:lnTo>
                  <a:lnTo>
                    <a:pt x="219" y="306"/>
                  </a:lnTo>
                  <a:lnTo>
                    <a:pt x="218" y="307"/>
                  </a:lnTo>
                  <a:lnTo>
                    <a:pt x="218" y="307"/>
                  </a:lnTo>
                  <a:lnTo>
                    <a:pt x="218" y="307"/>
                  </a:lnTo>
                  <a:lnTo>
                    <a:pt x="218" y="307"/>
                  </a:lnTo>
                  <a:lnTo>
                    <a:pt x="218" y="308"/>
                  </a:lnTo>
                  <a:lnTo>
                    <a:pt x="218" y="308"/>
                  </a:lnTo>
                  <a:lnTo>
                    <a:pt x="218" y="308"/>
                  </a:lnTo>
                  <a:lnTo>
                    <a:pt x="218" y="308"/>
                  </a:lnTo>
                  <a:lnTo>
                    <a:pt x="218" y="309"/>
                  </a:lnTo>
                  <a:lnTo>
                    <a:pt x="218" y="309"/>
                  </a:lnTo>
                  <a:lnTo>
                    <a:pt x="218" y="309"/>
                  </a:lnTo>
                  <a:lnTo>
                    <a:pt x="219" y="309"/>
                  </a:lnTo>
                  <a:lnTo>
                    <a:pt x="219" y="311"/>
                  </a:lnTo>
                  <a:lnTo>
                    <a:pt x="219" y="311"/>
                  </a:lnTo>
                  <a:lnTo>
                    <a:pt x="219" y="311"/>
                  </a:lnTo>
                  <a:lnTo>
                    <a:pt x="220" y="311"/>
                  </a:lnTo>
                  <a:lnTo>
                    <a:pt x="220" y="311"/>
                  </a:lnTo>
                  <a:lnTo>
                    <a:pt x="220" y="311"/>
                  </a:lnTo>
                  <a:lnTo>
                    <a:pt x="220" y="311"/>
                  </a:lnTo>
                  <a:lnTo>
                    <a:pt x="221" y="311"/>
                  </a:lnTo>
                  <a:lnTo>
                    <a:pt x="220" y="313"/>
                  </a:lnTo>
                  <a:lnTo>
                    <a:pt x="220" y="313"/>
                  </a:lnTo>
                  <a:lnTo>
                    <a:pt x="219" y="313"/>
                  </a:lnTo>
                  <a:lnTo>
                    <a:pt x="219" y="313"/>
                  </a:lnTo>
                  <a:lnTo>
                    <a:pt x="218" y="315"/>
                  </a:lnTo>
                  <a:lnTo>
                    <a:pt x="218" y="315"/>
                  </a:lnTo>
                  <a:lnTo>
                    <a:pt x="216" y="315"/>
                  </a:lnTo>
                  <a:lnTo>
                    <a:pt x="216" y="315"/>
                  </a:lnTo>
                  <a:lnTo>
                    <a:pt x="214" y="316"/>
                  </a:lnTo>
                  <a:lnTo>
                    <a:pt x="214" y="316"/>
                  </a:lnTo>
                  <a:lnTo>
                    <a:pt x="212" y="316"/>
                  </a:lnTo>
                  <a:lnTo>
                    <a:pt x="212" y="316"/>
                  </a:lnTo>
                  <a:lnTo>
                    <a:pt x="211" y="316"/>
                  </a:lnTo>
                  <a:lnTo>
                    <a:pt x="211" y="316"/>
                  </a:lnTo>
                  <a:lnTo>
                    <a:pt x="211" y="316"/>
                  </a:lnTo>
                  <a:lnTo>
                    <a:pt x="211" y="316"/>
                  </a:lnTo>
                  <a:lnTo>
                    <a:pt x="210" y="319"/>
                  </a:lnTo>
                  <a:lnTo>
                    <a:pt x="210" y="319"/>
                  </a:lnTo>
                  <a:lnTo>
                    <a:pt x="210" y="319"/>
                  </a:lnTo>
                  <a:lnTo>
                    <a:pt x="210" y="319"/>
                  </a:lnTo>
                  <a:lnTo>
                    <a:pt x="210" y="320"/>
                  </a:lnTo>
                  <a:lnTo>
                    <a:pt x="210" y="320"/>
                  </a:lnTo>
                  <a:lnTo>
                    <a:pt x="210" y="320"/>
                  </a:lnTo>
                  <a:lnTo>
                    <a:pt x="210" y="320"/>
                  </a:lnTo>
                  <a:lnTo>
                    <a:pt x="209" y="322"/>
                  </a:lnTo>
                  <a:lnTo>
                    <a:pt x="209" y="322"/>
                  </a:lnTo>
                  <a:lnTo>
                    <a:pt x="209" y="322"/>
                  </a:lnTo>
                  <a:lnTo>
                    <a:pt x="209" y="322"/>
                  </a:lnTo>
                  <a:lnTo>
                    <a:pt x="209" y="322"/>
                  </a:lnTo>
                  <a:lnTo>
                    <a:pt x="209" y="322"/>
                  </a:lnTo>
                  <a:lnTo>
                    <a:pt x="209" y="322"/>
                  </a:lnTo>
                  <a:lnTo>
                    <a:pt x="209" y="322"/>
                  </a:lnTo>
                  <a:lnTo>
                    <a:pt x="208" y="324"/>
                  </a:lnTo>
                  <a:lnTo>
                    <a:pt x="208" y="324"/>
                  </a:lnTo>
                  <a:lnTo>
                    <a:pt x="208" y="324"/>
                  </a:lnTo>
                  <a:lnTo>
                    <a:pt x="208" y="324"/>
                  </a:lnTo>
                  <a:lnTo>
                    <a:pt x="208" y="324"/>
                  </a:lnTo>
                  <a:lnTo>
                    <a:pt x="208" y="324"/>
                  </a:lnTo>
                  <a:lnTo>
                    <a:pt x="208" y="324"/>
                  </a:lnTo>
                  <a:lnTo>
                    <a:pt x="208" y="324"/>
                  </a:lnTo>
                  <a:lnTo>
                    <a:pt x="207" y="324"/>
                  </a:lnTo>
                  <a:lnTo>
                    <a:pt x="207" y="324"/>
                  </a:lnTo>
                  <a:lnTo>
                    <a:pt x="207" y="324"/>
                  </a:lnTo>
                  <a:lnTo>
                    <a:pt x="207" y="324"/>
                  </a:lnTo>
                  <a:lnTo>
                    <a:pt x="207" y="324"/>
                  </a:lnTo>
                  <a:lnTo>
                    <a:pt x="207" y="324"/>
                  </a:lnTo>
                  <a:lnTo>
                    <a:pt x="207" y="324"/>
                  </a:lnTo>
                  <a:lnTo>
                    <a:pt x="207" y="324"/>
                  </a:lnTo>
                  <a:lnTo>
                    <a:pt x="205" y="324"/>
                  </a:lnTo>
                  <a:lnTo>
                    <a:pt x="205" y="324"/>
                  </a:lnTo>
                  <a:lnTo>
                    <a:pt x="205" y="324"/>
                  </a:lnTo>
                  <a:lnTo>
                    <a:pt x="205" y="324"/>
                  </a:lnTo>
                  <a:lnTo>
                    <a:pt x="204" y="324"/>
                  </a:lnTo>
                  <a:lnTo>
                    <a:pt x="204" y="324"/>
                  </a:lnTo>
                  <a:lnTo>
                    <a:pt x="204" y="324"/>
                  </a:lnTo>
                  <a:lnTo>
                    <a:pt x="204" y="323"/>
                  </a:lnTo>
                  <a:lnTo>
                    <a:pt x="203" y="323"/>
                  </a:lnTo>
                  <a:lnTo>
                    <a:pt x="203" y="323"/>
                  </a:lnTo>
                  <a:lnTo>
                    <a:pt x="203" y="323"/>
                  </a:lnTo>
                  <a:lnTo>
                    <a:pt x="203" y="323"/>
                  </a:lnTo>
                  <a:lnTo>
                    <a:pt x="203" y="323"/>
                  </a:lnTo>
                  <a:lnTo>
                    <a:pt x="203" y="323"/>
                  </a:lnTo>
                  <a:lnTo>
                    <a:pt x="203" y="323"/>
                  </a:lnTo>
                  <a:lnTo>
                    <a:pt x="203" y="322"/>
                  </a:lnTo>
                  <a:lnTo>
                    <a:pt x="202" y="323"/>
                  </a:lnTo>
                  <a:lnTo>
                    <a:pt x="202" y="323"/>
                  </a:lnTo>
                  <a:lnTo>
                    <a:pt x="201" y="323"/>
                  </a:lnTo>
                  <a:lnTo>
                    <a:pt x="201" y="323"/>
                  </a:lnTo>
                  <a:lnTo>
                    <a:pt x="199" y="323"/>
                  </a:lnTo>
                  <a:lnTo>
                    <a:pt x="199" y="323"/>
                  </a:lnTo>
                  <a:lnTo>
                    <a:pt x="199" y="323"/>
                  </a:lnTo>
                  <a:lnTo>
                    <a:pt x="199" y="323"/>
                  </a:lnTo>
                  <a:lnTo>
                    <a:pt x="197" y="324"/>
                  </a:lnTo>
                  <a:lnTo>
                    <a:pt x="197" y="324"/>
                  </a:lnTo>
                  <a:lnTo>
                    <a:pt x="197" y="324"/>
                  </a:lnTo>
                  <a:lnTo>
                    <a:pt x="197" y="324"/>
                  </a:lnTo>
                  <a:lnTo>
                    <a:pt x="197" y="324"/>
                  </a:lnTo>
                  <a:lnTo>
                    <a:pt x="197" y="324"/>
                  </a:lnTo>
                  <a:lnTo>
                    <a:pt x="197" y="324"/>
                  </a:lnTo>
                  <a:lnTo>
                    <a:pt x="197" y="324"/>
                  </a:lnTo>
                  <a:lnTo>
                    <a:pt x="197" y="326"/>
                  </a:lnTo>
                  <a:lnTo>
                    <a:pt x="197" y="326"/>
                  </a:lnTo>
                  <a:lnTo>
                    <a:pt x="197" y="326"/>
                  </a:lnTo>
                  <a:lnTo>
                    <a:pt x="197" y="326"/>
                  </a:lnTo>
                  <a:lnTo>
                    <a:pt x="197" y="326"/>
                  </a:lnTo>
                  <a:lnTo>
                    <a:pt x="197" y="326"/>
                  </a:lnTo>
                  <a:lnTo>
                    <a:pt x="197" y="326"/>
                  </a:lnTo>
                  <a:lnTo>
                    <a:pt x="198" y="326"/>
                  </a:lnTo>
                  <a:lnTo>
                    <a:pt x="198" y="329"/>
                  </a:lnTo>
                  <a:lnTo>
                    <a:pt x="198" y="329"/>
                  </a:lnTo>
                  <a:lnTo>
                    <a:pt x="198" y="329"/>
                  </a:lnTo>
                  <a:lnTo>
                    <a:pt x="200" y="329"/>
                  </a:lnTo>
                  <a:lnTo>
                    <a:pt x="200" y="329"/>
                  </a:lnTo>
                  <a:lnTo>
                    <a:pt x="200" y="329"/>
                  </a:lnTo>
                  <a:lnTo>
                    <a:pt x="200" y="329"/>
                  </a:lnTo>
                  <a:lnTo>
                    <a:pt x="201" y="329"/>
                  </a:lnTo>
                  <a:lnTo>
                    <a:pt x="200" y="330"/>
                  </a:lnTo>
                  <a:lnTo>
                    <a:pt x="200" y="330"/>
                  </a:lnTo>
                  <a:lnTo>
                    <a:pt x="200" y="330"/>
                  </a:lnTo>
                  <a:lnTo>
                    <a:pt x="200" y="330"/>
                  </a:lnTo>
                  <a:lnTo>
                    <a:pt x="200" y="330"/>
                  </a:lnTo>
                  <a:lnTo>
                    <a:pt x="200" y="330"/>
                  </a:lnTo>
                  <a:lnTo>
                    <a:pt x="200" y="330"/>
                  </a:lnTo>
                  <a:lnTo>
                    <a:pt x="200" y="330"/>
                  </a:lnTo>
                  <a:lnTo>
                    <a:pt x="199" y="330"/>
                  </a:lnTo>
                  <a:lnTo>
                    <a:pt x="199" y="330"/>
                  </a:lnTo>
                  <a:lnTo>
                    <a:pt x="199" y="330"/>
                  </a:lnTo>
                  <a:lnTo>
                    <a:pt x="199" y="330"/>
                  </a:lnTo>
                  <a:lnTo>
                    <a:pt x="199" y="330"/>
                  </a:lnTo>
                  <a:lnTo>
                    <a:pt x="199" y="330"/>
                  </a:lnTo>
                  <a:lnTo>
                    <a:pt x="199" y="330"/>
                  </a:lnTo>
                  <a:lnTo>
                    <a:pt x="199" y="330"/>
                  </a:lnTo>
                  <a:lnTo>
                    <a:pt x="197" y="332"/>
                  </a:lnTo>
                  <a:lnTo>
                    <a:pt x="197" y="332"/>
                  </a:lnTo>
                  <a:lnTo>
                    <a:pt x="196" y="333"/>
                  </a:lnTo>
                  <a:lnTo>
                    <a:pt x="196" y="333"/>
                  </a:lnTo>
                  <a:lnTo>
                    <a:pt x="194" y="334"/>
                  </a:lnTo>
                  <a:lnTo>
                    <a:pt x="194" y="334"/>
                  </a:lnTo>
                  <a:lnTo>
                    <a:pt x="193" y="334"/>
                  </a:lnTo>
                  <a:lnTo>
                    <a:pt x="193" y="334"/>
                  </a:lnTo>
                  <a:lnTo>
                    <a:pt x="191" y="336"/>
                  </a:lnTo>
                  <a:lnTo>
                    <a:pt x="191" y="336"/>
                  </a:lnTo>
                  <a:lnTo>
                    <a:pt x="189" y="336"/>
                  </a:lnTo>
                  <a:lnTo>
                    <a:pt x="189" y="336"/>
                  </a:lnTo>
                  <a:lnTo>
                    <a:pt x="188" y="337"/>
                  </a:lnTo>
                  <a:lnTo>
                    <a:pt x="188" y="337"/>
                  </a:lnTo>
                  <a:lnTo>
                    <a:pt x="188" y="337"/>
                  </a:lnTo>
                  <a:lnTo>
                    <a:pt x="188" y="337"/>
                  </a:lnTo>
                  <a:lnTo>
                    <a:pt x="188" y="338"/>
                  </a:lnTo>
                  <a:lnTo>
                    <a:pt x="188" y="338"/>
                  </a:lnTo>
                  <a:lnTo>
                    <a:pt x="188" y="339"/>
                  </a:lnTo>
                  <a:lnTo>
                    <a:pt x="189" y="339"/>
                  </a:lnTo>
                  <a:lnTo>
                    <a:pt x="189" y="341"/>
                  </a:lnTo>
                  <a:lnTo>
                    <a:pt x="189" y="341"/>
                  </a:lnTo>
                  <a:lnTo>
                    <a:pt x="189" y="341"/>
                  </a:lnTo>
                  <a:lnTo>
                    <a:pt x="191" y="341"/>
                  </a:lnTo>
                  <a:lnTo>
                    <a:pt x="191" y="343"/>
                  </a:lnTo>
                  <a:lnTo>
                    <a:pt x="192" y="343"/>
                  </a:lnTo>
                  <a:lnTo>
                    <a:pt x="192" y="343"/>
                  </a:lnTo>
                  <a:lnTo>
                    <a:pt x="194" y="343"/>
                  </a:lnTo>
                  <a:lnTo>
                    <a:pt x="194" y="344"/>
                  </a:lnTo>
                  <a:lnTo>
                    <a:pt x="195" y="344"/>
                  </a:lnTo>
                  <a:lnTo>
                    <a:pt x="195" y="344"/>
                  </a:lnTo>
                  <a:lnTo>
                    <a:pt x="197" y="344"/>
                  </a:lnTo>
                  <a:lnTo>
                    <a:pt x="197" y="344"/>
                  </a:lnTo>
                  <a:lnTo>
                    <a:pt x="197" y="344"/>
                  </a:lnTo>
                  <a:lnTo>
                    <a:pt x="197" y="344"/>
                  </a:lnTo>
                  <a:lnTo>
                    <a:pt x="197" y="344"/>
                  </a:lnTo>
                  <a:lnTo>
                    <a:pt x="197" y="344"/>
                  </a:lnTo>
                  <a:lnTo>
                    <a:pt x="197" y="344"/>
                  </a:lnTo>
                  <a:lnTo>
                    <a:pt x="197" y="344"/>
                  </a:lnTo>
                  <a:lnTo>
                    <a:pt x="200" y="343"/>
                  </a:lnTo>
                  <a:lnTo>
                    <a:pt x="200" y="343"/>
                  </a:lnTo>
                  <a:lnTo>
                    <a:pt x="200" y="343"/>
                  </a:lnTo>
                  <a:lnTo>
                    <a:pt x="200" y="343"/>
                  </a:lnTo>
                  <a:lnTo>
                    <a:pt x="202" y="343"/>
                  </a:lnTo>
                  <a:lnTo>
                    <a:pt x="202" y="343"/>
                  </a:lnTo>
                  <a:lnTo>
                    <a:pt x="202" y="343"/>
                  </a:lnTo>
                  <a:lnTo>
                    <a:pt x="202" y="343"/>
                  </a:lnTo>
                  <a:lnTo>
                    <a:pt x="203" y="342"/>
                  </a:lnTo>
                  <a:lnTo>
                    <a:pt x="203" y="343"/>
                  </a:lnTo>
                  <a:lnTo>
                    <a:pt x="203" y="343"/>
                  </a:lnTo>
                  <a:lnTo>
                    <a:pt x="203" y="343"/>
                  </a:lnTo>
                  <a:lnTo>
                    <a:pt x="205" y="343"/>
                  </a:lnTo>
                  <a:lnTo>
                    <a:pt x="205" y="343"/>
                  </a:lnTo>
                  <a:lnTo>
                    <a:pt x="207" y="343"/>
                  </a:lnTo>
                  <a:lnTo>
                    <a:pt x="207" y="343"/>
                  </a:lnTo>
                  <a:lnTo>
                    <a:pt x="209" y="343"/>
                  </a:lnTo>
                  <a:lnTo>
                    <a:pt x="209" y="345"/>
                  </a:lnTo>
                  <a:lnTo>
                    <a:pt x="209" y="345"/>
                  </a:lnTo>
                  <a:lnTo>
                    <a:pt x="209" y="345"/>
                  </a:lnTo>
                  <a:lnTo>
                    <a:pt x="210" y="345"/>
                  </a:lnTo>
                  <a:lnTo>
                    <a:pt x="210" y="345"/>
                  </a:lnTo>
                  <a:lnTo>
                    <a:pt x="211" y="345"/>
                  </a:lnTo>
                  <a:lnTo>
                    <a:pt x="211" y="345"/>
                  </a:lnTo>
                  <a:lnTo>
                    <a:pt x="213" y="345"/>
                  </a:lnTo>
                  <a:lnTo>
                    <a:pt x="212" y="347"/>
                  </a:lnTo>
                  <a:lnTo>
                    <a:pt x="212" y="347"/>
                  </a:lnTo>
                  <a:lnTo>
                    <a:pt x="212" y="347"/>
                  </a:lnTo>
                  <a:lnTo>
                    <a:pt x="212" y="347"/>
                  </a:lnTo>
                  <a:lnTo>
                    <a:pt x="212" y="348"/>
                  </a:lnTo>
                  <a:lnTo>
                    <a:pt x="212" y="348"/>
                  </a:lnTo>
                  <a:lnTo>
                    <a:pt x="212" y="348"/>
                  </a:lnTo>
                  <a:lnTo>
                    <a:pt x="212" y="348"/>
                  </a:lnTo>
                  <a:lnTo>
                    <a:pt x="211" y="348"/>
                  </a:lnTo>
                  <a:lnTo>
                    <a:pt x="211" y="348"/>
                  </a:lnTo>
                  <a:lnTo>
                    <a:pt x="211" y="348"/>
                  </a:lnTo>
                  <a:lnTo>
                    <a:pt x="211" y="348"/>
                  </a:lnTo>
                  <a:lnTo>
                    <a:pt x="211" y="348"/>
                  </a:lnTo>
                  <a:lnTo>
                    <a:pt x="211" y="348"/>
                  </a:lnTo>
                  <a:lnTo>
                    <a:pt x="211" y="348"/>
                  </a:lnTo>
                  <a:lnTo>
                    <a:pt x="211" y="348"/>
                  </a:lnTo>
                  <a:lnTo>
                    <a:pt x="211" y="350"/>
                  </a:lnTo>
                  <a:lnTo>
                    <a:pt x="211" y="350"/>
                  </a:lnTo>
                  <a:lnTo>
                    <a:pt x="211" y="350"/>
                  </a:lnTo>
                  <a:lnTo>
                    <a:pt x="211" y="350"/>
                  </a:lnTo>
                  <a:lnTo>
                    <a:pt x="211" y="352"/>
                  </a:lnTo>
                  <a:lnTo>
                    <a:pt x="211" y="352"/>
                  </a:lnTo>
                  <a:lnTo>
                    <a:pt x="211" y="352"/>
                  </a:lnTo>
                  <a:lnTo>
                    <a:pt x="211" y="352"/>
                  </a:lnTo>
                  <a:lnTo>
                    <a:pt x="211" y="354"/>
                  </a:lnTo>
                  <a:lnTo>
                    <a:pt x="211" y="354"/>
                  </a:lnTo>
                  <a:lnTo>
                    <a:pt x="211" y="354"/>
                  </a:lnTo>
                  <a:lnTo>
                    <a:pt x="211" y="354"/>
                  </a:lnTo>
                  <a:lnTo>
                    <a:pt x="211" y="355"/>
                  </a:lnTo>
                  <a:lnTo>
                    <a:pt x="211" y="355"/>
                  </a:lnTo>
                  <a:lnTo>
                    <a:pt x="211" y="355"/>
                  </a:lnTo>
                  <a:lnTo>
                    <a:pt x="211" y="355"/>
                  </a:lnTo>
                  <a:lnTo>
                    <a:pt x="209" y="356"/>
                  </a:lnTo>
                  <a:lnTo>
                    <a:pt x="209" y="356"/>
                  </a:lnTo>
                  <a:lnTo>
                    <a:pt x="208" y="356"/>
                  </a:lnTo>
                  <a:lnTo>
                    <a:pt x="208" y="356"/>
                  </a:lnTo>
                  <a:lnTo>
                    <a:pt x="206" y="356"/>
                  </a:lnTo>
                  <a:lnTo>
                    <a:pt x="206" y="356"/>
                  </a:lnTo>
                  <a:lnTo>
                    <a:pt x="205" y="356"/>
                  </a:lnTo>
                  <a:lnTo>
                    <a:pt x="205" y="356"/>
                  </a:lnTo>
                  <a:lnTo>
                    <a:pt x="203" y="356"/>
                  </a:lnTo>
                  <a:lnTo>
                    <a:pt x="203" y="356"/>
                  </a:lnTo>
                  <a:lnTo>
                    <a:pt x="202" y="356"/>
                  </a:lnTo>
                  <a:lnTo>
                    <a:pt x="202" y="356"/>
                  </a:lnTo>
                  <a:lnTo>
                    <a:pt x="202" y="356"/>
                  </a:lnTo>
                  <a:lnTo>
                    <a:pt x="202" y="356"/>
                  </a:lnTo>
                  <a:lnTo>
                    <a:pt x="202" y="356"/>
                  </a:lnTo>
                  <a:lnTo>
                    <a:pt x="202" y="355"/>
                  </a:lnTo>
                  <a:lnTo>
                    <a:pt x="200" y="356"/>
                  </a:lnTo>
                  <a:lnTo>
                    <a:pt x="200" y="356"/>
                  </a:lnTo>
                  <a:lnTo>
                    <a:pt x="200" y="356"/>
                  </a:lnTo>
                  <a:lnTo>
                    <a:pt x="200" y="356"/>
                  </a:lnTo>
                  <a:lnTo>
                    <a:pt x="197" y="358"/>
                  </a:lnTo>
                  <a:lnTo>
                    <a:pt x="197" y="358"/>
                  </a:lnTo>
                  <a:lnTo>
                    <a:pt x="197" y="358"/>
                  </a:lnTo>
                  <a:lnTo>
                    <a:pt x="197" y="358"/>
                  </a:lnTo>
                  <a:lnTo>
                    <a:pt x="196" y="360"/>
                  </a:lnTo>
                  <a:lnTo>
                    <a:pt x="196" y="360"/>
                  </a:lnTo>
                  <a:lnTo>
                    <a:pt x="196" y="360"/>
                  </a:lnTo>
                  <a:lnTo>
                    <a:pt x="196" y="360"/>
                  </a:lnTo>
                  <a:lnTo>
                    <a:pt x="195" y="361"/>
                  </a:lnTo>
                  <a:lnTo>
                    <a:pt x="195" y="361"/>
                  </a:lnTo>
                  <a:lnTo>
                    <a:pt x="195" y="361"/>
                  </a:lnTo>
                  <a:lnTo>
                    <a:pt x="195" y="361"/>
                  </a:lnTo>
                  <a:lnTo>
                    <a:pt x="194" y="361"/>
                  </a:lnTo>
                  <a:lnTo>
                    <a:pt x="194" y="361"/>
                  </a:lnTo>
                  <a:lnTo>
                    <a:pt x="193" y="361"/>
                  </a:lnTo>
                  <a:lnTo>
                    <a:pt x="193" y="361"/>
                  </a:lnTo>
                  <a:lnTo>
                    <a:pt x="191" y="361"/>
                  </a:lnTo>
                  <a:lnTo>
                    <a:pt x="191" y="361"/>
                  </a:lnTo>
                  <a:lnTo>
                    <a:pt x="191" y="361"/>
                  </a:lnTo>
                  <a:lnTo>
                    <a:pt x="191" y="361"/>
                  </a:lnTo>
                  <a:lnTo>
                    <a:pt x="189" y="361"/>
                  </a:lnTo>
                  <a:lnTo>
                    <a:pt x="189" y="361"/>
                  </a:lnTo>
                  <a:lnTo>
                    <a:pt x="189" y="361"/>
                  </a:lnTo>
                  <a:lnTo>
                    <a:pt x="189" y="361"/>
                  </a:lnTo>
                  <a:lnTo>
                    <a:pt x="188" y="361"/>
                  </a:lnTo>
                  <a:lnTo>
                    <a:pt x="188" y="361"/>
                  </a:lnTo>
                  <a:lnTo>
                    <a:pt x="188" y="361"/>
                  </a:lnTo>
                  <a:lnTo>
                    <a:pt x="188" y="361"/>
                  </a:lnTo>
                  <a:lnTo>
                    <a:pt x="187" y="363"/>
                  </a:lnTo>
                  <a:lnTo>
                    <a:pt x="187" y="363"/>
                  </a:lnTo>
                  <a:lnTo>
                    <a:pt x="187" y="364"/>
                  </a:lnTo>
                  <a:lnTo>
                    <a:pt x="187" y="364"/>
                  </a:lnTo>
                  <a:lnTo>
                    <a:pt x="185" y="366"/>
                  </a:lnTo>
                  <a:lnTo>
                    <a:pt x="185" y="366"/>
                  </a:lnTo>
                  <a:lnTo>
                    <a:pt x="183" y="366"/>
                  </a:lnTo>
                  <a:lnTo>
                    <a:pt x="183" y="366"/>
                  </a:lnTo>
                  <a:lnTo>
                    <a:pt x="181" y="368"/>
                  </a:lnTo>
                  <a:lnTo>
                    <a:pt x="181" y="368"/>
                  </a:lnTo>
                  <a:lnTo>
                    <a:pt x="179" y="368"/>
                  </a:lnTo>
                  <a:lnTo>
                    <a:pt x="179" y="368"/>
                  </a:lnTo>
                  <a:lnTo>
                    <a:pt x="177" y="369"/>
                  </a:lnTo>
                  <a:lnTo>
                    <a:pt x="177" y="369"/>
                  </a:lnTo>
                  <a:lnTo>
                    <a:pt x="176" y="369"/>
                  </a:lnTo>
                  <a:lnTo>
                    <a:pt x="176" y="369"/>
                  </a:lnTo>
                  <a:lnTo>
                    <a:pt x="174" y="369"/>
                  </a:lnTo>
                  <a:lnTo>
                    <a:pt x="174" y="369"/>
                  </a:lnTo>
                  <a:lnTo>
                    <a:pt x="173" y="369"/>
                  </a:lnTo>
                  <a:lnTo>
                    <a:pt x="173" y="369"/>
                  </a:lnTo>
                  <a:lnTo>
                    <a:pt x="171" y="369"/>
                  </a:lnTo>
                  <a:lnTo>
                    <a:pt x="171" y="369"/>
                  </a:lnTo>
                  <a:lnTo>
                    <a:pt x="171" y="369"/>
                  </a:lnTo>
                  <a:lnTo>
                    <a:pt x="171" y="368"/>
                  </a:lnTo>
                  <a:lnTo>
                    <a:pt x="169" y="368"/>
                  </a:lnTo>
                  <a:lnTo>
                    <a:pt x="169" y="368"/>
                  </a:lnTo>
                  <a:lnTo>
                    <a:pt x="168" y="368"/>
                  </a:lnTo>
                  <a:lnTo>
                    <a:pt x="168" y="367"/>
                  </a:lnTo>
                  <a:lnTo>
                    <a:pt x="167" y="367"/>
                  </a:lnTo>
                  <a:lnTo>
                    <a:pt x="167" y="367"/>
                  </a:lnTo>
                  <a:lnTo>
                    <a:pt x="167" y="367"/>
                  </a:lnTo>
                  <a:lnTo>
                    <a:pt x="167" y="366"/>
                  </a:lnTo>
                  <a:lnTo>
                    <a:pt x="165" y="366"/>
                  </a:lnTo>
                  <a:lnTo>
                    <a:pt x="165" y="366"/>
                  </a:lnTo>
                  <a:lnTo>
                    <a:pt x="165" y="366"/>
                  </a:lnTo>
                  <a:lnTo>
                    <a:pt x="165" y="366"/>
                  </a:lnTo>
                  <a:lnTo>
                    <a:pt x="163" y="366"/>
                  </a:lnTo>
                  <a:lnTo>
                    <a:pt x="163" y="366"/>
                  </a:lnTo>
                  <a:lnTo>
                    <a:pt x="163" y="366"/>
                  </a:lnTo>
                  <a:lnTo>
                    <a:pt x="163" y="365"/>
                  </a:lnTo>
                  <a:lnTo>
                    <a:pt x="161" y="365"/>
                  </a:lnTo>
                  <a:lnTo>
                    <a:pt x="161" y="365"/>
                  </a:lnTo>
                  <a:lnTo>
                    <a:pt x="161" y="365"/>
                  </a:lnTo>
                  <a:lnTo>
                    <a:pt x="161" y="365"/>
                  </a:lnTo>
                  <a:lnTo>
                    <a:pt x="161" y="365"/>
                  </a:lnTo>
                  <a:lnTo>
                    <a:pt x="161" y="365"/>
                  </a:lnTo>
                  <a:lnTo>
                    <a:pt x="161" y="365"/>
                  </a:lnTo>
                  <a:lnTo>
                    <a:pt x="161" y="363"/>
                  </a:lnTo>
                  <a:lnTo>
                    <a:pt x="159" y="363"/>
                  </a:lnTo>
                  <a:lnTo>
                    <a:pt x="159" y="363"/>
                  </a:lnTo>
                  <a:lnTo>
                    <a:pt x="158" y="363"/>
                  </a:lnTo>
                  <a:lnTo>
                    <a:pt x="158" y="363"/>
                  </a:lnTo>
                  <a:lnTo>
                    <a:pt x="156" y="363"/>
                  </a:lnTo>
                  <a:lnTo>
                    <a:pt x="156" y="363"/>
                  </a:lnTo>
                  <a:lnTo>
                    <a:pt x="156" y="363"/>
                  </a:lnTo>
                  <a:lnTo>
                    <a:pt x="156" y="363"/>
                  </a:lnTo>
                  <a:lnTo>
                    <a:pt x="153" y="363"/>
                  </a:lnTo>
                  <a:lnTo>
                    <a:pt x="153" y="363"/>
                  </a:lnTo>
                  <a:lnTo>
                    <a:pt x="153" y="363"/>
                  </a:lnTo>
                  <a:lnTo>
                    <a:pt x="153" y="363"/>
                  </a:lnTo>
                  <a:lnTo>
                    <a:pt x="151" y="363"/>
                  </a:lnTo>
                  <a:lnTo>
                    <a:pt x="151" y="363"/>
                  </a:lnTo>
                  <a:lnTo>
                    <a:pt x="151" y="363"/>
                  </a:lnTo>
                  <a:lnTo>
                    <a:pt x="151" y="363"/>
                  </a:lnTo>
                  <a:lnTo>
                    <a:pt x="149" y="364"/>
                  </a:lnTo>
                  <a:lnTo>
                    <a:pt x="149" y="364"/>
                  </a:lnTo>
                  <a:lnTo>
                    <a:pt x="149" y="364"/>
                  </a:lnTo>
                  <a:lnTo>
                    <a:pt x="149" y="364"/>
                  </a:lnTo>
                  <a:lnTo>
                    <a:pt x="148" y="364"/>
                  </a:lnTo>
                  <a:lnTo>
                    <a:pt x="148" y="364"/>
                  </a:lnTo>
                  <a:lnTo>
                    <a:pt x="148" y="364"/>
                  </a:lnTo>
                  <a:lnTo>
                    <a:pt x="148" y="364"/>
                  </a:lnTo>
                  <a:lnTo>
                    <a:pt x="146" y="365"/>
                  </a:lnTo>
                  <a:lnTo>
                    <a:pt x="146" y="365"/>
                  </a:lnTo>
                  <a:lnTo>
                    <a:pt x="146" y="365"/>
                  </a:lnTo>
                  <a:lnTo>
                    <a:pt x="146" y="365"/>
                  </a:lnTo>
                  <a:lnTo>
                    <a:pt x="144" y="365"/>
                  </a:lnTo>
                  <a:lnTo>
                    <a:pt x="144" y="365"/>
                  </a:lnTo>
                  <a:lnTo>
                    <a:pt x="144" y="365"/>
                  </a:lnTo>
                  <a:lnTo>
                    <a:pt x="144" y="365"/>
                  </a:lnTo>
                  <a:lnTo>
                    <a:pt x="143" y="365"/>
                  </a:lnTo>
                  <a:lnTo>
                    <a:pt x="143" y="365"/>
                  </a:lnTo>
                  <a:lnTo>
                    <a:pt x="143" y="365"/>
                  </a:lnTo>
                  <a:lnTo>
                    <a:pt x="143" y="365"/>
                  </a:lnTo>
                  <a:lnTo>
                    <a:pt x="143" y="365"/>
                  </a:lnTo>
                  <a:lnTo>
                    <a:pt x="143" y="365"/>
                  </a:lnTo>
                  <a:lnTo>
                    <a:pt x="143" y="365"/>
                  </a:lnTo>
                  <a:lnTo>
                    <a:pt x="143" y="363"/>
                  </a:lnTo>
                  <a:lnTo>
                    <a:pt x="141" y="363"/>
                  </a:lnTo>
                  <a:lnTo>
                    <a:pt x="141" y="363"/>
                  </a:lnTo>
                  <a:lnTo>
                    <a:pt x="141" y="363"/>
                  </a:lnTo>
                  <a:lnTo>
                    <a:pt x="141" y="362"/>
                  </a:lnTo>
                  <a:lnTo>
                    <a:pt x="141" y="362"/>
                  </a:lnTo>
                  <a:lnTo>
                    <a:pt x="141" y="362"/>
                  </a:lnTo>
                  <a:lnTo>
                    <a:pt x="141" y="362"/>
                  </a:lnTo>
                  <a:lnTo>
                    <a:pt x="141" y="361"/>
                  </a:lnTo>
                  <a:lnTo>
                    <a:pt x="139" y="361"/>
                  </a:lnTo>
                  <a:lnTo>
                    <a:pt x="139" y="361"/>
                  </a:lnTo>
                  <a:lnTo>
                    <a:pt x="139" y="361"/>
                  </a:lnTo>
                  <a:lnTo>
                    <a:pt x="139" y="361"/>
                  </a:lnTo>
                  <a:lnTo>
                    <a:pt x="138" y="361"/>
                  </a:lnTo>
                  <a:lnTo>
                    <a:pt x="138" y="361"/>
                  </a:lnTo>
                  <a:lnTo>
                    <a:pt x="138" y="361"/>
                  </a:lnTo>
                  <a:lnTo>
                    <a:pt x="138" y="361"/>
                  </a:lnTo>
                  <a:lnTo>
                    <a:pt x="136" y="361"/>
                  </a:lnTo>
                  <a:lnTo>
                    <a:pt x="136" y="361"/>
                  </a:lnTo>
                  <a:lnTo>
                    <a:pt x="136" y="361"/>
                  </a:lnTo>
                  <a:lnTo>
                    <a:pt x="136" y="361"/>
                  </a:lnTo>
                  <a:lnTo>
                    <a:pt x="135" y="361"/>
                  </a:lnTo>
                  <a:lnTo>
                    <a:pt x="135" y="361"/>
                  </a:lnTo>
                  <a:lnTo>
                    <a:pt x="135" y="361"/>
                  </a:lnTo>
                  <a:lnTo>
                    <a:pt x="135" y="361"/>
                  </a:lnTo>
                  <a:lnTo>
                    <a:pt x="135" y="362"/>
                  </a:lnTo>
                  <a:lnTo>
                    <a:pt x="135" y="362"/>
                  </a:lnTo>
                  <a:lnTo>
                    <a:pt x="135" y="362"/>
                  </a:lnTo>
                  <a:lnTo>
                    <a:pt x="135" y="362"/>
                  </a:lnTo>
                  <a:lnTo>
                    <a:pt x="135" y="363"/>
                  </a:lnTo>
                  <a:lnTo>
                    <a:pt x="135" y="363"/>
                  </a:lnTo>
                  <a:lnTo>
                    <a:pt x="135" y="363"/>
                  </a:lnTo>
                  <a:lnTo>
                    <a:pt x="135" y="363"/>
                  </a:lnTo>
                  <a:lnTo>
                    <a:pt x="135" y="365"/>
                  </a:lnTo>
                  <a:lnTo>
                    <a:pt x="135" y="365"/>
                  </a:lnTo>
                  <a:lnTo>
                    <a:pt x="135" y="365"/>
                  </a:lnTo>
                  <a:lnTo>
                    <a:pt x="135" y="365"/>
                  </a:lnTo>
                  <a:lnTo>
                    <a:pt x="135" y="365"/>
                  </a:lnTo>
                  <a:lnTo>
                    <a:pt x="135" y="365"/>
                  </a:lnTo>
                  <a:lnTo>
                    <a:pt x="135" y="365"/>
                  </a:lnTo>
                  <a:lnTo>
                    <a:pt x="135" y="365"/>
                  </a:lnTo>
                  <a:lnTo>
                    <a:pt x="134" y="367"/>
                  </a:lnTo>
                  <a:lnTo>
                    <a:pt x="134" y="367"/>
                  </a:lnTo>
                  <a:lnTo>
                    <a:pt x="134" y="367"/>
                  </a:lnTo>
                  <a:lnTo>
                    <a:pt x="134" y="367"/>
                  </a:lnTo>
                  <a:lnTo>
                    <a:pt x="133" y="368"/>
                  </a:lnTo>
                  <a:lnTo>
                    <a:pt x="133" y="368"/>
                  </a:lnTo>
                  <a:lnTo>
                    <a:pt x="133" y="368"/>
                  </a:lnTo>
                  <a:lnTo>
                    <a:pt x="133" y="368"/>
                  </a:lnTo>
                  <a:lnTo>
                    <a:pt x="131" y="370"/>
                  </a:lnTo>
                  <a:lnTo>
                    <a:pt x="131" y="370"/>
                  </a:lnTo>
                  <a:lnTo>
                    <a:pt x="131" y="370"/>
                  </a:lnTo>
                  <a:lnTo>
                    <a:pt x="131" y="370"/>
                  </a:lnTo>
                  <a:lnTo>
                    <a:pt x="129" y="370"/>
                  </a:lnTo>
                  <a:lnTo>
                    <a:pt x="129" y="370"/>
                  </a:lnTo>
                  <a:lnTo>
                    <a:pt x="129" y="370"/>
                  </a:lnTo>
                  <a:lnTo>
                    <a:pt x="129" y="370"/>
                  </a:lnTo>
                  <a:lnTo>
                    <a:pt x="128" y="370"/>
                  </a:lnTo>
                  <a:lnTo>
                    <a:pt x="128" y="370"/>
                  </a:lnTo>
                  <a:lnTo>
                    <a:pt x="128" y="370"/>
                  </a:lnTo>
                  <a:lnTo>
                    <a:pt x="128" y="370"/>
                  </a:lnTo>
                  <a:lnTo>
                    <a:pt x="128" y="370"/>
                  </a:lnTo>
                  <a:lnTo>
                    <a:pt x="128" y="370"/>
                  </a:lnTo>
                  <a:lnTo>
                    <a:pt x="128" y="370"/>
                  </a:lnTo>
                  <a:lnTo>
                    <a:pt x="128" y="368"/>
                  </a:lnTo>
                  <a:lnTo>
                    <a:pt x="126" y="368"/>
                  </a:lnTo>
                  <a:lnTo>
                    <a:pt x="126" y="368"/>
                  </a:lnTo>
                  <a:lnTo>
                    <a:pt x="126" y="368"/>
                  </a:lnTo>
                  <a:lnTo>
                    <a:pt x="126" y="368"/>
                  </a:lnTo>
                  <a:lnTo>
                    <a:pt x="126" y="368"/>
                  </a:lnTo>
                  <a:lnTo>
                    <a:pt x="126" y="368"/>
                  </a:lnTo>
                  <a:lnTo>
                    <a:pt x="126" y="368"/>
                  </a:lnTo>
                  <a:lnTo>
                    <a:pt x="126" y="367"/>
                  </a:lnTo>
                  <a:lnTo>
                    <a:pt x="125" y="367"/>
                  </a:lnTo>
                  <a:lnTo>
                    <a:pt x="125" y="367"/>
                  </a:lnTo>
                  <a:lnTo>
                    <a:pt x="125" y="367"/>
                  </a:lnTo>
                  <a:lnTo>
                    <a:pt x="125" y="367"/>
                  </a:lnTo>
                  <a:lnTo>
                    <a:pt x="125" y="367"/>
                  </a:lnTo>
                  <a:lnTo>
                    <a:pt x="125" y="367"/>
                  </a:lnTo>
                  <a:lnTo>
                    <a:pt x="125" y="367"/>
                  </a:lnTo>
                  <a:lnTo>
                    <a:pt x="125" y="365"/>
                  </a:lnTo>
                  <a:lnTo>
                    <a:pt x="124" y="365"/>
                  </a:lnTo>
                  <a:lnTo>
                    <a:pt x="124" y="365"/>
                  </a:lnTo>
                  <a:lnTo>
                    <a:pt x="124" y="365"/>
                  </a:lnTo>
                  <a:lnTo>
                    <a:pt x="124" y="365"/>
                  </a:lnTo>
                  <a:lnTo>
                    <a:pt x="124" y="365"/>
                  </a:lnTo>
                  <a:lnTo>
                    <a:pt x="124" y="365"/>
                  </a:lnTo>
                  <a:lnTo>
                    <a:pt x="124" y="365"/>
                  </a:lnTo>
                  <a:lnTo>
                    <a:pt x="124" y="363"/>
                  </a:lnTo>
                  <a:lnTo>
                    <a:pt x="122" y="363"/>
                  </a:lnTo>
                  <a:lnTo>
                    <a:pt x="122" y="363"/>
                  </a:lnTo>
                  <a:lnTo>
                    <a:pt x="120" y="363"/>
                  </a:lnTo>
                  <a:lnTo>
                    <a:pt x="120" y="363"/>
                  </a:lnTo>
                  <a:lnTo>
                    <a:pt x="118" y="363"/>
                  </a:lnTo>
                  <a:lnTo>
                    <a:pt x="118" y="363"/>
                  </a:lnTo>
                  <a:lnTo>
                    <a:pt x="117" y="363"/>
                  </a:lnTo>
                  <a:lnTo>
                    <a:pt x="117" y="363"/>
                  </a:lnTo>
                  <a:lnTo>
                    <a:pt x="115" y="363"/>
                  </a:lnTo>
                  <a:lnTo>
                    <a:pt x="115" y="363"/>
                  </a:lnTo>
                  <a:lnTo>
                    <a:pt x="114" y="363"/>
                  </a:lnTo>
                  <a:lnTo>
                    <a:pt x="114" y="363"/>
                  </a:lnTo>
                  <a:lnTo>
                    <a:pt x="113" y="363"/>
                  </a:lnTo>
                  <a:lnTo>
                    <a:pt x="113" y="363"/>
                  </a:lnTo>
                  <a:lnTo>
                    <a:pt x="113" y="363"/>
                  </a:lnTo>
                  <a:lnTo>
                    <a:pt x="113" y="363"/>
                  </a:lnTo>
                  <a:lnTo>
                    <a:pt x="112" y="364"/>
                  </a:lnTo>
                  <a:lnTo>
                    <a:pt x="112" y="364"/>
                  </a:lnTo>
                  <a:lnTo>
                    <a:pt x="112" y="364"/>
                  </a:lnTo>
                  <a:lnTo>
                    <a:pt x="112" y="364"/>
                  </a:lnTo>
                  <a:lnTo>
                    <a:pt x="112" y="365"/>
                  </a:lnTo>
                  <a:lnTo>
                    <a:pt x="112" y="365"/>
                  </a:lnTo>
                  <a:lnTo>
                    <a:pt x="112" y="365"/>
                  </a:lnTo>
                  <a:lnTo>
                    <a:pt x="112" y="365"/>
                  </a:lnTo>
                  <a:lnTo>
                    <a:pt x="112" y="366"/>
                  </a:lnTo>
                  <a:lnTo>
                    <a:pt x="112" y="366"/>
                  </a:lnTo>
                  <a:lnTo>
                    <a:pt x="112" y="366"/>
                  </a:lnTo>
                  <a:lnTo>
                    <a:pt x="112" y="366"/>
                  </a:lnTo>
                  <a:lnTo>
                    <a:pt x="112" y="366"/>
                  </a:lnTo>
                  <a:lnTo>
                    <a:pt x="112" y="366"/>
                  </a:lnTo>
                  <a:lnTo>
                    <a:pt x="112" y="366"/>
                  </a:lnTo>
                  <a:lnTo>
                    <a:pt x="112" y="366"/>
                  </a:lnTo>
                  <a:lnTo>
                    <a:pt x="109" y="367"/>
                  </a:lnTo>
                  <a:lnTo>
                    <a:pt x="109" y="367"/>
                  </a:lnTo>
                  <a:lnTo>
                    <a:pt x="108" y="367"/>
                  </a:lnTo>
                  <a:lnTo>
                    <a:pt x="108" y="367"/>
                  </a:lnTo>
                  <a:lnTo>
                    <a:pt x="106" y="367"/>
                  </a:lnTo>
                  <a:lnTo>
                    <a:pt x="106" y="367"/>
                  </a:lnTo>
                  <a:lnTo>
                    <a:pt x="106" y="367"/>
                  </a:lnTo>
                  <a:lnTo>
                    <a:pt x="106" y="365"/>
                  </a:lnTo>
                  <a:lnTo>
                    <a:pt x="104" y="365"/>
                  </a:lnTo>
                  <a:lnTo>
                    <a:pt x="104" y="365"/>
                  </a:lnTo>
                  <a:lnTo>
                    <a:pt x="104" y="365"/>
                  </a:lnTo>
                  <a:lnTo>
                    <a:pt x="104" y="364"/>
                  </a:lnTo>
                  <a:lnTo>
                    <a:pt x="103" y="364"/>
                  </a:lnTo>
                  <a:lnTo>
                    <a:pt x="103" y="364"/>
                  </a:lnTo>
                  <a:lnTo>
                    <a:pt x="103" y="364"/>
                  </a:lnTo>
                  <a:lnTo>
                    <a:pt x="103" y="363"/>
                  </a:lnTo>
                  <a:lnTo>
                    <a:pt x="101" y="364"/>
                  </a:lnTo>
                  <a:lnTo>
                    <a:pt x="101" y="364"/>
                  </a:lnTo>
                  <a:lnTo>
                    <a:pt x="100" y="364"/>
                  </a:lnTo>
                  <a:lnTo>
                    <a:pt x="100" y="364"/>
                  </a:lnTo>
                  <a:lnTo>
                    <a:pt x="99" y="365"/>
                  </a:lnTo>
                  <a:lnTo>
                    <a:pt x="99" y="365"/>
                  </a:lnTo>
                  <a:lnTo>
                    <a:pt x="99" y="365"/>
                  </a:lnTo>
                  <a:lnTo>
                    <a:pt x="99" y="365"/>
                  </a:lnTo>
                  <a:lnTo>
                    <a:pt x="97" y="366"/>
                  </a:lnTo>
                  <a:lnTo>
                    <a:pt x="97" y="366"/>
                  </a:lnTo>
                  <a:lnTo>
                    <a:pt x="97" y="366"/>
                  </a:lnTo>
                  <a:lnTo>
                    <a:pt x="97" y="366"/>
                  </a:lnTo>
                  <a:lnTo>
                    <a:pt x="97" y="366"/>
                  </a:lnTo>
                  <a:lnTo>
                    <a:pt x="97" y="366"/>
                  </a:lnTo>
                  <a:lnTo>
                    <a:pt x="97" y="366"/>
                  </a:lnTo>
                  <a:lnTo>
                    <a:pt x="97" y="366"/>
                  </a:lnTo>
                  <a:lnTo>
                    <a:pt x="95" y="366"/>
                  </a:lnTo>
                  <a:lnTo>
                    <a:pt x="95" y="366"/>
                  </a:lnTo>
                  <a:lnTo>
                    <a:pt x="94" y="366"/>
                  </a:lnTo>
                  <a:lnTo>
                    <a:pt x="94" y="366"/>
                  </a:lnTo>
                  <a:lnTo>
                    <a:pt x="92" y="366"/>
                  </a:lnTo>
                  <a:lnTo>
                    <a:pt x="92" y="366"/>
                  </a:lnTo>
                  <a:lnTo>
                    <a:pt x="92" y="366"/>
                  </a:lnTo>
                  <a:lnTo>
                    <a:pt x="92" y="365"/>
                  </a:lnTo>
                  <a:lnTo>
                    <a:pt x="90" y="365"/>
                  </a:lnTo>
                  <a:lnTo>
                    <a:pt x="90" y="365"/>
                  </a:lnTo>
                  <a:lnTo>
                    <a:pt x="90" y="365"/>
                  </a:lnTo>
                  <a:lnTo>
                    <a:pt x="90" y="363"/>
                  </a:lnTo>
                  <a:lnTo>
                    <a:pt x="90" y="363"/>
                  </a:lnTo>
                  <a:lnTo>
                    <a:pt x="90" y="363"/>
                  </a:lnTo>
                  <a:lnTo>
                    <a:pt x="90" y="363"/>
                  </a:lnTo>
                  <a:lnTo>
                    <a:pt x="90" y="361"/>
                  </a:lnTo>
                  <a:lnTo>
                    <a:pt x="88" y="361"/>
                  </a:lnTo>
                  <a:lnTo>
                    <a:pt x="88" y="361"/>
                  </a:lnTo>
                  <a:lnTo>
                    <a:pt x="88" y="361"/>
                  </a:lnTo>
                  <a:lnTo>
                    <a:pt x="88" y="360"/>
                  </a:lnTo>
                  <a:lnTo>
                    <a:pt x="87" y="360"/>
                  </a:lnTo>
                  <a:lnTo>
                    <a:pt x="87" y="360"/>
                  </a:lnTo>
                  <a:lnTo>
                    <a:pt x="87" y="360"/>
                  </a:lnTo>
                  <a:lnTo>
                    <a:pt x="87" y="358"/>
                  </a:lnTo>
                  <a:lnTo>
                    <a:pt x="85" y="358"/>
                  </a:lnTo>
                  <a:lnTo>
                    <a:pt x="85" y="358"/>
                  </a:lnTo>
                  <a:lnTo>
                    <a:pt x="85" y="358"/>
                  </a:lnTo>
                  <a:lnTo>
                    <a:pt x="85" y="356"/>
                  </a:lnTo>
                  <a:lnTo>
                    <a:pt x="85" y="356"/>
                  </a:lnTo>
                  <a:lnTo>
                    <a:pt x="85" y="355"/>
                  </a:lnTo>
                  <a:lnTo>
                    <a:pt x="85" y="355"/>
                  </a:lnTo>
                  <a:lnTo>
                    <a:pt x="85" y="354"/>
                  </a:lnTo>
                  <a:lnTo>
                    <a:pt x="83" y="354"/>
                  </a:lnTo>
                  <a:lnTo>
                    <a:pt x="83" y="354"/>
                  </a:lnTo>
                  <a:lnTo>
                    <a:pt x="82" y="354"/>
                  </a:lnTo>
                  <a:lnTo>
                    <a:pt x="82" y="354"/>
                  </a:lnTo>
                  <a:lnTo>
                    <a:pt x="80" y="354"/>
                  </a:lnTo>
                  <a:lnTo>
                    <a:pt x="80" y="354"/>
                  </a:lnTo>
                  <a:lnTo>
                    <a:pt x="78" y="354"/>
                  </a:lnTo>
                  <a:lnTo>
                    <a:pt x="78" y="354"/>
                  </a:lnTo>
                  <a:lnTo>
                    <a:pt x="77" y="355"/>
                  </a:lnTo>
                  <a:lnTo>
                    <a:pt x="77" y="355"/>
                  </a:lnTo>
                  <a:lnTo>
                    <a:pt x="75" y="355"/>
                  </a:lnTo>
                  <a:lnTo>
                    <a:pt x="75" y="355"/>
                  </a:lnTo>
                  <a:lnTo>
                    <a:pt x="73" y="355"/>
                  </a:lnTo>
                  <a:lnTo>
                    <a:pt x="73" y="355"/>
                  </a:lnTo>
                  <a:lnTo>
                    <a:pt x="72" y="355"/>
                  </a:lnTo>
                  <a:lnTo>
                    <a:pt x="72" y="355"/>
                  </a:lnTo>
                  <a:lnTo>
                    <a:pt x="70" y="357"/>
                  </a:lnTo>
                  <a:lnTo>
                    <a:pt x="70" y="357"/>
                  </a:lnTo>
                  <a:lnTo>
                    <a:pt x="70" y="358"/>
                  </a:lnTo>
                  <a:lnTo>
                    <a:pt x="70" y="358"/>
                  </a:lnTo>
                  <a:lnTo>
                    <a:pt x="68" y="360"/>
                  </a:lnTo>
                  <a:lnTo>
                    <a:pt x="68" y="360"/>
                  </a:lnTo>
                  <a:lnTo>
                    <a:pt x="68" y="360"/>
                  </a:lnTo>
                  <a:lnTo>
                    <a:pt x="68" y="360"/>
                  </a:lnTo>
                  <a:lnTo>
                    <a:pt x="67" y="362"/>
                  </a:lnTo>
                  <a:lnTo>
                    <a:pt x="67" y="362"/>
                  </a:lnTo>
                  <a:lnTo>
                    <a:pt x="67" y="363"/>
                  </a:lnTo>
                  <a:lnTo>
                    <a:pt x="67" y="363"/>
                  </a:lnTo>
                  <a:lnTo>
                    <a:pt x="67" y="363"/>
                  </a:lnTo>
                  <a:lnTo>
                    <a:pt x="67" y="363"/>
                  </a:lnTo>
                  <a:lnTo>
                    <a:pt x="67" y="363"/>
                  </a:lnTo>
                  <a:lnTo>
                    <a:pt x="67" y="363"/>
                  </a:lnTo>
                  <a:lnTo>
                    <a:pt x="65" y="365"/>
                  </a:lnTo>
                  <a:lnTo>
                    <a:pt x="65" y="365"/>
                  </a:lnTo>
                  <a:lnTo>
                    <a:pt x="64" y="367"/>
                  </a:lnTo>
                  <a:lnTo>
                    <a:pt x="64" y="367"/>
                  </a:lnTo>
                  <a:lnTo>
                    <a:pt x="62" y="369"/>
                  </a:lnTo>
                  <a:lnTo>
                    <a:pt x="62" y="369"/>
                  </a:lnTo>
                  <a:lnTo>
                    <a:pt x="62" y="371"/>
                  </a:lnTo>
                  <a:lnTo>
                    <a:pt x="62" y="371"/>
                  </a:lnTo>
                  <a:lnTo>
                    <a:pt x="60" y="373"/>
                  </a:lnTo>
                  <a:lnTo>
                    <a:pt x="60" y="373"/>
                  </a:lnTo>
                  <a:lnTo>
                    <a:pt x="59" y="375"/>
                  </a:lnTo>
                  <a:lnTo>
                    <a:pt x="59" y="375"/>
                  </a:lnTo>
                  <a:lnTo>
                    <a:pt x="57" y="375"/>
                  </a:lnTo>
                  <a:lnTo>
                    <a:pt x="57" y="375"/>
                  </a:lnTo>
                  <a:lnTo>
                    <a:pt x="57" y="375"/>
                  </a:lnTo>
                  <a:lnTo>
                    <a:pt x="57" y="375"/>
                  </a:lnTo>
                  <a:lnTo>
                    <a:pt x="55" y="375"/>
                  </a:lnTo>
                  <a:lnTo>
                    <a:pt x="55" y="375"/>
                  </a:lnTo>
                  <a:lnTo>
                    <a:pt x="55" y="375"/>
                  </a:lnTo>
                  <a:lnTo>
                    <a:pt x="55" y="375"/>
                  </a:lnTo>
                  <a:lnTo>
                    <a:pt x="53" y="375"/>
                  </a:lnTo>
                  <a:lnTo>
                    <a:pt x="53" y="375"/>
                  </a:lnTo>
                  <a:lnTo>
                    <a:pt x="53" y="375"/>
                  </a:lnTo>
                  <a:lnTo>
                    <a:pt x="53" y="374"/>
                  </a:lnTo>
                  <a:lnTo>
                    <a:pt x="51" y="374"/>
                  </a:lnTo>
                  <a:lnTo>
                    <a:pt x="51" y="374"/>
                  </a:lnTo>
                  <a:lnTo>
                    <a:pt x="51" y="374"/>
                  </a:lnTo>
                  <a:lnTo>
                    <a:pt x="51" y="372"/>
                  </a:lnTo>
                  <a:lnTo>
                    <a:pt x="50" y="372"/>
                  </a:lnTo>
                  <a:lnTo>
                    <a:pt x="50" y="372"/>
                  </a:lnTo>
                  <a:lnTo>
                    <a:pt x="50" y="372"/>
                  </a:lnTo>
                  <a:lnTo>
                    <a:pt x="50" y="370"/>
                  </a:lnTo>
                  <a:lnTo>
                    <a:pt x="48" y="370"/>
                  </a:lnTo>
                  <a:lnTo>
                    <a:pt x="48" y="370"/>
                  </a:lnTo>
                  <a:lnTo>
                    <a:pt x="48" y="370"/>
                  </a:lnTo>
                  <a:lnTo>
                    <a:pt x="48" y="369"/>
                  </a:lnTo>
                  <a:lnTo>
                    <a:pt x="47" y="369"/>
                  </a:lnTo>
                  <a:lnTo>
                    <a:pt x="47" y="369"/>
                  </a:lnTo>
                  <a:lnTo>
                    <a:pt x="47" y="369"/>
                  </a:lnTo>
                  <a:lnTo>
                    <a:pt x="47" y="367"/>
                  </a:lnTo>
                  <a:lnTo>
                    <a:pt x="46" y="367"/>
                  </a:lnTo>
                  <a:lnTo>
                    <a:pt x="46" y="367"/>
                  </a:lnTo>
                  <a:lnTo>
                    <a:pt x="46" y="367"/>
                  </a:lnTo>
                  <a:lnTo>
                    <a:pt x="46" y="366"/>
                  </a:lnTo>
                  <a:lnTo>
                    <a:pt x="43" y="366"/>
                  </a:lnTo>
                  <a:lnTo>
                    <a:pt x="43" y="366"/>
                  </a:lnTo>
                  <a:lnTo>
                    <a:pt x="43" y="366"/>
                  </a:lnTo>
                  <a:lnTo>
                    <a:pt x="43" y="365"/>
                  </a:lnTo>
                  <a:lnTo>
                    <a:pt x="41" y="365"/>
                  </a:lnTo>
                  <a:lnTo>
                    <a:pt x="41" y="365"/>
                  </a:lnTo>
                  <a:lnTo>
                    <a:pt x="41" y="365"/>
                  </a:lnTo>
                  <a:lnTo>
                    <a:pt x="41" y="365"/>
                  </a:lnTo>
                  <a:lnTo>
                    <a:pt x="39" y="365"/>
                  </a:lnTo>
                  <a:lnTo>
                    <a:pt x="39" y="365"/>
                  </a:lnTo>
                  <a:lnTo>
                    <a:pt x="39" y="365"/>
                  </a:lnTo>
                  <a:lnTo>
                    <a:pt x="39" y="364"/>
                  </a:lnTo>
                  <a:lnTo>
                    <a:pt x="37" y="364"/>
                  </a:lnTo>
                  <a:lnTo>
                    <a:pt x="37" y="364"/>
                  </a:lnTo>
                  <a:lnTo>
                    <a:pt x="36" y="364"/>
                  </a:lnTo>
                  <a:lnTo>
                    <a:pt x="36" y="364"/>
                  </a:lnTo>
                  <a:lnTo>
                    <a:pt x="35" y="364"/>
                  </a:lnTo>
                  <a:lnTo>
                    <a:pt x="35" y="364"/>
                  </a:lnTo>
                  <a:lnTo>
                    <a:pt x="35" y="364"/>
                  </a:lnTo>
                  <a:lnTo>
                    <a:pt x="35" y="363"/>
                  </a:lnTo>
                  <a:lnTo>
                    <a:pt x="33" y="365"/>
                  </a:lnTo>
                  <a:lnTo>
                    <a:pt x="33" y="365"/>
                  </a:lnTo>
                  <a:lnTo>
                    <a:pt x="32" y="365"/>
                  </a:lnTo>
                  <a:lnTo>
                    <a:pt x="32" y="365"/>
                  </a:lnTo>
                  <a:lnTo>
                    <a:pt x="31" y="366"/>
                  </a:lnTo>
                  <a:lnTo>
                    <a:pt x="31" y="366"/>
                  </a:lnTo>
                  <a:lnTo>
                    <a:pt x="31" y="366"/>
                  </a:lnTo>
                  <a:lnTo>
                    <a:pt x="31" y="366"/>
                  </a:lnTo>
                  <a:lnTo>
                    <a:pt x="29" y="368"/>
                  </a:lnTo>
                  <a:lnTo>
                    <a:pt x="29" y="368"/>
                  </a:lnTo>
                  <a:lnTo>
                    <a:pt x="29" y="368"/>
                  </a:lnTo>
                  <a:lnTo>
                    <a:pt x="29" y="368"/>
                  </a:lnTo>
                  <a:lnTo>
                    <a:pt x="28" y="369"/>
                  </a:lnTo>
                  <a:lnTo>
                    <a:pt x="28" y="369"/>
                  </a:lnTo>
                  <a:lnTo>
                    <a:pt x="28" y="369"/>
                  </a:lnTo>
                  <a:lnTo>
                    <a:pt x="28" y="369"/>
                  </a:lnTo>
                  <a:lnTo>
                    <a:pt x="26" y="370"/>
                  </a:lnTo>
                  <a:lnTo>
                    <a:pt x="26" y="370"/>
                  </a:lnTo>
                  <a:lnTo>
                    <a:pt x="25" y="370"/>
                  </a:lnTo>
                  <a:lnTo>
                    <a:pt x="25" y="370"/>
                  </a:lnTo>
                  <a:lnTo>
                    <a:pt x="24" y="370"/>
                  </a:lnTo>
                  <a:lnTo>
                    <a:pt x="24" y="370"/>
                  </a:lnTo>
                  <a:lnTo>
                    <a:pt x="24" y="370"/>
                  </a:lnTo>
                  <a:lnTo>
                    <a:pt x="24" y="370"/>
                  </a:lnTo>
                  <a:lnTo>
                    <a:pt x="21" y="370"/>
                  </a:lnTo>
                  <a:lnTo>
                    <a:pt x="21" y="370"/>
                  </a:lnTo>
                  <a:lnTo>
                    <a:pt x="21" y="370"/>
                  </a:lnTo>
                  <a:lnTo>
                    <a:pt x="21" y="370"/>
                  </a:lnTo>
                  <a:lnTo>
                    <a:pt x="21" y="370"/>
                  </a:lnTo>
                  <a:lnTo>
                    <a:pt x="21" y="370"/>
                  </a:lnTo>
                  <a:lnTo>
                    <a:pt x="21" y="370"/>
                  </a:lnTo>
                  <a:lnTo>
                    <a:pt x="21" y="370"/>
                  </a:lnTo>
                  <a:lnTo>
                    <a:pt x="19" y="370"/>
                  </a:lnTo>
                  <a:lnTo>
                    <a:pt x="19" y="370"/>
                  </a:lnTo>
                  <a:lnTo>
                    <a:pt x="19" y="370"/>
                  </a:lnTo>
                  <a:lnTo>
                    <a:pt x="19" y="370"/>
                  </a:lnTo>
                  <a:lnTo>
                    <a:pt x="17" y="370"/>
                  </a:lnTo>
                  <a:lnTo>
                    <a:pt x="17" y="370"/>
                  </a:lnTo>
                  <a:lnTo>
                    <a:pt x="16" y="370"/>
                  </a:lnTo>
                  <a:lnTo>
                    <a:pt x="16" y="370"/>
                  </a:lnTo>
                  <a:lnTo>
                    <a:pt x="14" y="370"/>
                  </a:lnTo>
                  <a:lnTo>
                    <a:pt x="14" y="370"/>
                  </a:lnTo>
                  <a:lnTo>
                    <a:pt x="13" y="370"/>
                  </a:lnTo>
                  <a:lnTo>
                    <a:pt x="13" y="370"/>
                  </a:lnTo>
                  <a:lnTo>
                    <a:pt x="12" y="370"/>
                  </a:lnTo>
                  <a:lnTo>
                    <a:pt x="12" y="370"/>
                  </a:lnTo>
                  <a:lnTo>
                    <a:pt x="12" y="370"/>
                  </a:lnTo>
                  <a:lnTo>
                    <a:pt x="12" y="370"/>
                  </a:lnTo>
                  <a:lnTo>
                    <a:pt x="11" y="370"/>
                  </a:lnTo>
                  <a:lnTo>
                    <a:pt x="11" y="370"/>
                  </a:lnTo>
                  <a:lnTo>
                    <a:pt x="10" y="370"/>
                  </a:lnTo>
                  <a:lnTo>
                    <a:pt x="10" y="370"/>
                  </a:lnTo>
                  <a:lnTo>
                    <a:pt x="8" y="370"/>
                  </a:lnTo>
                  <a:lnTo>
                    <a:pt x="8" y="370"/>
                  </a:lnTo>
                  <a:lnTo>
                    <a:pt x="6" y="370"/>
                  </a:lnTo>
                  <a:lnTo>
                    <a:pt x="6" y="370"/>
                  </a:lnTo>
                  <a:lnTo>
                    <a:pt x="4" y="370"/>
                  </a:lnTo>
                  <a:lnTo>
                    <a:pt x="4" y="370"/>
                  </a:lnTo>
                  <a:lnTo>
                    <a:pt x="2" y="370"/>
                  </a:lnTo>
                  <a:lnTo>
                    <a:pt x="2" y="370"/>
                  </a:lnTo>
                  <a:lnTo>
                    <a:pt x="1" y="370"/>
                  </a:lnTo>
                  <a:lnTo>
                    <a:pt x="1" y="370"/>
                  </a:lnTo>
                  <a:lnTo>
                    <a:pt x="1" y="370"/>
                  </a:lnTo>
                  <a:lnTo>
                    <a:pt x="1" y="369"/>
                  </a:lnTo>
                  <a:lnTo>
                    <a:pt x="0" y="369"/>
                  </a:lnTo>
                  <a:lnTo>
                    <a:pt x="0" y="369"/>
                  </a:lnTo>
                  <a:lnTo>
                    <a:pt x="0" y="369"/>
                  </a:lnTo>
                  <a:lnTo>
                    <a:pt x="0" y="368"/>
                  </a:lnTo>
                  <a:lnTo>
                    <a:pt x="0" y="368"/>
                  </a:lnTo>
                  <a:lnTo>
                    <a:pt x="0" y="368"/>
                  </a:lnTo>
                  <a:lnTo>
                    <a:pt x="0" y="368"/>
                  </a:lnTo>
                  <a:lnTo>
                    <a:pt x="0" y="367"/>
                  </a:lnTo>
                  <a:lnTo>
                    <a:pt x="0" y="367"/>
                  </a:lnTo>
                  <a:lnTo>
                    <a:pt x="0" y="367"/>
                  </a:lnTo>
                  <a:lnTo>
                    <a:pt x="0" y="367"/>
                  </a:lnTo>
                  <a:lnTo>
                    <a:pt x="0" y="365"/>
                  </a:lnTo>
                  <a:lnTo>
                    <a:pt x="0" y="365"/>
                  </a:lnTo>
                  <a:lnTo>
                    <a:pt x="0" y="365"/>
                  </a:lnTo>
                  <a:lnTo>
                    <a:pt x="0" y="365"/>
                  </a:lnTo>
                  <a:lnTo>
                    <a:pt x="2" y="363"/>
                  </a:lnTo>
                  <a:lnTo>
                    <a:pt x="2" y="363"/>
                  </a:lnTo>
                  <a:lnTo>
                    <a:pt x="2" y="363"/>
                  </a:lnTo>
                  <a:lnTo>
                    <a:pt x="2" y="363"/>
                  </a:lnTo>
                  <a:lnTo>
                    <a:pt x="3" y="363"/>
                  </a:lnTo>
                  <a:lnTo>
                    <a:pt x="3" y="363"/>
                  </a:lnTo>
                  <a:lnTo>
                    <a:pt x="5" y="363"/>
                  </a:lnTo>
                  <a:lnTo>
                    <a:pt x="5" y="363"/>
                  </a:lnTo>
                  <a:lnTo>
                    <a:pt x="7" y="363"/>
                  </a:lnTo>
                  <a:lnTo>
                    <a:pt x="7" y="363"/>
                  </a:lnTo>
                  <a:lnTo>
                    <a:pt x="9" y="363"/>
                  </a:lnTo>
                  <a:lnTo>
                    <a:pt x="9" y="363"/>
                  </a:lnTo>
                  <a:lnTo>
                    <a:pt x="10" y="363"/>
                  </a:lnTo>
                  <a:lnTo>
                    <a:pt x="10" y="363"/>
                  </a:lnTo>
                  <a:lnTo>
                    <a:pt x="12" y="363"/>
                  </a:lnTo>
                  <a:lnTo>
                    <a:pt x="12" y="363"/>
                  </a:lnTo>
                  <a:lnTo>
                    <a:pt x="14" y="363"/>
                  </a:lnTo>
                  <a:lnTo>
                    <a:pt x="14" y="363"/>
                  </a:lnTo>
                  <a:lnTo>
                    <a:pt x="14" y="363"/>
                  </a:lnTo>
                  <a:lnTo>
                    <a:pt x="14" y="363"/>
                  </a:lnTo>
                  <a:lnTo>
                    <a:pt x="16" y="363"/>
                  </a:lnTo>
                  <a:lnTo>
                    <a:pt x="16" y="363"/>
                  </a:lnTo>
                  <a:lnTo>
                    <a:pt x="16" y="363"/>
                  </a:lnTo>
                  <a:lnTo>
                    <a:pt x="16" y="363"/>
                  </a:lnTo>
                  <a:lnTo>
                    <a:pt x="18" y="361"/>
                  </a:lnTo>
                  <a:lnTo>
                    <a:pt x="18" y="361"/>
                  </a:lnTo>
                  <a:lnTo>
                    <a:pt x="18" y="361"/>
                  </a:lnTo>
                  <a:lnTo>
                    <a:pt x="18" y="361"/>
                  </a:lnTo>
                  <a:lnTo>
                    <a:pt x="19" y="359"/>
                  </a:lnTo>
                  <a:lnTo>
                    <a:pt x="19" y="359"/>
                  </a:lnTo>
                  <a:lnTo>
                    <a:pt x="21" y="359"/>
                  </a:lnTo>
                  <a:lnTo>
                    <a:pt x="21" y="359"/>
                  </a:lnTo>
                  <a:lnTo>
                    <a:pt x="23" y="358"/>
                  </a:lnTo>
                  <a:lnTo>
                    <a:pt x="23" y="358"/>
                  </a:lnTo>
                  <a:lnTo>
                    <a:pt x="23" y="358"/>
                  </a:lnTo>
                  <a:lnTo>
                    <a:pt x="23" y="358"/>
                  </a:lnTo>
                  <a:lnTo>
                    <a:pt x="23" y="357"/>
                  </a:lnTo>
                  <a:lnTo>
                    <a:pt x="23" y="357"/>
                  </a:lnTo>
                  <a:lnTo>
                    <a:pt x="23" y="357"/>
                  </a:lnTo>
                  <a:lnTo>
                    <a:pt x="23" y="357"/>
                  </a:lnTo>
                  <a:lnTo>
                    <a:pt x="24" y="355"/>
                  </a:lnTo>
                  <a:lnTo>
                    <a:pt x="24" y="355"/>
                  </a:lnTo>
                  <a:lnTo>
                    <a:pt x="24" y="355"/>
                  </a:lnTo>
                  <a:lnTo>
                    <a:pt x="24" y="355"/>
                  </a:lnTo>
                  <a:lnTo>
                    <a:pt x="24" y="353"/>
                  </a:lnTo>
                  <a:lnTo>
                    <a:pt x="24" y="353"/>
                  </a:lnTo>
                  <a:lnTo>
                    <a:pt x="24" y="352"/>
                  </a:lnTo>
                  <a:lnTo>
                    <a:pt x="24" y="352"/>
                  </a:lnTo>
                  <a:lnTo>
                    <a:pt x="25" y="351"/>
                  </a:lnTo>
                  <a:lnTo>
                    <a:pt x="25" y="352"/>
                  </a:lnTo>
                  <a:lnTo>
                    <a:pt x="25" y="352"/>
                  </a:lnTo>
                  <a:lnTo>
                    <a:pt x="25" y="352"/>
                  </a:lnTo>
                  <a:lnTo>
                    <a:pt x="25" y="352"/>
                  </a:lnTo>
                  <a:lnTo>
                    <a:pt x="25" y="352"/>
                  </a:lnTo>
                  <a:lnTo>
                    <a:pt x="25" y="352"/>
                  </a:lnTo>
                  <a:lnTo>
                    <a:pt x="25" y="352"/>
                  </a:lnTo>
                  <a:lnTo>
                    <a:pt x="27" y="352"/>
                  </a:lnTo>
                  <a:lnTo>
                    <a:pt x="27" y="352"/>
                  </a:lnTo>
                  <a:lnTo>
                    <a:pt x="27" y="352"/>
                  </a:lnTo>
                  <a:lnTo>
                    <a:pt x="27" y="352"/>
                  </a:lnTo>
                  <a:lnTo>
                    <a:pt x="27" y="352"/>
                  </a:lnTo>
                  <a:lnTo>
                    <a:pt x="27" y="352"/>
                  </a:lnTo>
                  <a:lnTo>
                    <a:pt x="27" y="352"/>
                  </a:lnTo>
                  <a:lnTo>
                    <a:pt x="27" y="352"/>
                  </a:lnTo>
                  <a:lnTo>
                    <a:pt x="29" y="352"/>
                  </a:lnTo>
                  <a:lnTo>
                    <a:pt x="29" y="352"/>
                  </a:lnTo>
                  <a:lnTo>
                    <a:pt x="31" y="352"/>
                  </a:lnTo>
                  <a:lnTo>
                    <a:pt x="31" y="352"/>
                  </a:lnTo>
                  <a:lnTo>
                    <a:pt x="32" y="352"/>
                  </a:lnTo>
                  <a:lnTo>
                    <a:pt x="32" y="352"/>
                  </a:lnTo>
                  <a:lnTo>
                    <a:pt x="34" y="352"/>
                  </a:lnTo>
                  <a:lnTo>
                    <a:pt x="35" y="352"/>
                  </a:lnTo>
                  <a:lnTo>
                    <a:pt x="37" y="350"/>
                  </a:lnTo>
                  <a:lnTo>
                    <a:pt x="37" y="350"/>
                  </a:lnTo>
                  <a:lnTo>
                    <a:pt x="38" y="350"/>
                  </a:lnTo>
                  <a:lnTo>
                    <a:pt x="38" y="350"/>
                  </a:lnTo>
                  <a:lnTo>
                    <a:pt x="40" y="348"/>
                  </a:lnTo>
                  <a:lnTo>
                    <a:pt x="40" y="348"/>
                  </a:lnTo>
                  <a:lnTo>
                    <a:pt x="41" y="347"/>
                  </a:lnTo>
                  <a:lnTo>
                    <a:pt x="41" y="347"/>
                  </a:lnTo>
                  <a:lnTo>
                    <a:pt x="43" y="345"/>
                  </a:lnTo>
                  <a:lnTo>
                    <a:pt x="41" y="345"/>
                  </a:lnTo>
                  <a:lnTo>
                    <a:pt x="41" y="345"/>
                  </a:lnTo>
                  <a:lnTo>
                    <a:pt x="41" y="345"/>
                  </a:lnTo>
                  <a:lnTo>
                    <a:pt x="41" y="344"/>
                  </a:lnTo>
                  <a:lnTo>
                    <a:pt x="41" y="344"/>
                  </a:lnTo>
                  <a:lnTo>
                    <a:pt x="41" y="344"/>
                  </a:lnTo>
                  <a:lnTo>
                    <a:pt x="41" y="344"/>
                  </a:lnTo>
                  <a:lnTo>
                    <a:pt x="41" y="342"/>
                  </a:lnTo>
                  <a:lnTo>
                    <a:pt x="41" y="342"/>
                  </a:lnTo>
                  <a:lnTo>
                    <a:pt x="41" y="342"/>
                  </a:lnTo>
                  <a:lnTo>
                    <a:pt x="41" y="342"/>
                  </a:lnTo>
                  <a:lnTo>
                    <a:pt x="41" y="340"/>
                  </a:lnTo>
                  <a:lnTo>
                    <a:pt x="41" y="340"/>
                  </a:lnTo>
                  <a:lnTo>
                    <a:pt x="41" y="340"/>
                  </a:lnTo>
                  <a:lnTo>
                    <a:pt x="41" y="340"/>
                  </a:lnTo>
                  <a:lnTo>
                    <a:pt x="41" y="338"/>
                  </a:lnTo>
                  <a:lnTo>
                    <a:pt x="41" y="338"/>
                  </a:lnTo>
                  <a:lnTo>
                    <a:pt x="41" y="338"/>
                  </a:lnTo>
                  <a:lnTo>
                    <a:pt x="41" y="338"/>
                  </a:lnTo>
                  <a:lnTo>
                    <a:pt x="41" y="338"/>
                  </a:lnTo>
                  <a:lnTo>
                    <a:pt x="41" y="338"/>
                  </a:lnTo>
                  <a:lnTo>
                    <a:pt x="41" y="338"/>
                  </a:lnTo>
                  <a:lnTo>
                    <a:pt x="41" y="338"/>
                  </a:lnTo>
                  <a:lnTo>
                    <a:pt x="42" y="336"/>
                  </a:lnTo>
                  <a:lnTo>
                    <a:pt x="42" y="336"/>
                  </a:lnTo>
                  <a:lnTo>
                    <a:pt x="42" y="336"/>
                  </a:lnTo>
                  <a:lnTo>
                    <a:pt x="42" y="336"/>
                  </a:lnTo>
                  <a:lnTo>
                    <a:pt x="43" y="336"/>
                  </a:lnTo>
                  <a:lnTo>
                    <a:pt x="43" y="336"/>
                  </a:lnTo>
                  <a:lnTo>
                    <a:pt x="43" y="336"/>
                  </a:lnTo>
                  <a:lnTo>
                    <a:pt x="43" y="336"/>
                  </a:lnTo>
                  <a:lnTo>
                    <a:pt x="45" y="335"/>
                  </a:lnTo>
                  <a:lnTo>
                    <a:pt x="45" y="336"/>
                  </a:lnTo>
                  <a:lnTo>
                    <a:pt x="45" y="336"/>
                  </a:lnTo>
                  <a:lnTo>
                    <a:pt x="45" y="336"/>
                  </a:lnTo>
                  <a:lnTo>
                    <a:pt x="46" y="336"/>
                  </a:lnTo>
                  <a:lnTo>
                    <a:pt x="46" y="336"/>
                  </a:lnTo>
                  <a:lnTo>
                    <a:pt x="46" y="336"/>
                  </a:lnTo>
                  <a:lnTo>
                    <a:pt x="46" y="336"/>
                  </a:lnTo>
                  <a:lnTo>
                    <a:pt x="47" y="336"/>
                  </a:lnTo>
                  <a:lnTo>
                    <a:pt x="47" y="337"/>
                  </a:lnTo>
                  <a:lnTo>
                    <a:pt x="47" y="337"/>
                  </a:lnTo>
                  <a:lnTo>
                    <a:pt x="47" y="337"/>
                  </a:lnTo>
                  <a:lnTo>
                    <a:pt x="48" y="337"/>
                  </a:lnTo>
                  <a:lnTo>
                    <a:pt x="48" y="337"/>
                  </a:lnTo>
                  <a:lnTo>
                    <a:pt x="48" y="337"/>
                  </a:lnTo>
                  <a:lnTo>
                    <a:pt x="48" y="337"/>
                  </a:lnTo>
                  <a:lnTo>
                    <a:pt x="50" y="337"/>
                  </a:lnTo>
                  <a:lnTo>
                    <a:pt x="50" y="337"/>
                  </a:lnTo>
                  <a:lnTo>
                    <a:pt x="50" y="337"/>
                  </a:lnTo>
                  <a:lnTo>
                    <a:pt x="50" y="337"/>
                  </a:lnTo>
                  <a:lnTo>
                    <a:pt x="51" y="336"/>
                  </a:lnTo>
                  <a:lnTo>
                    <a:pt x="51" y="336"/>
                  </a:lnTo>
                  <a:lnTo>
                    <a:pt x="51" y="335"/>
                  </a:lnTo>
                  <a:lnTo>
                    <a:pt x="51" y="335"/>
                  </a:lnTo>
                  <a:lnTo>
                    <a:pt x="52" y="333"/>
                  </a:lnTo>
                  <a:lnTo>
                    <a:pt x="52" y="333"/>
                  </a:lnTo>
                  <a:lnTo>
                    <a:pt x="52" y="332"/>
                  </a:lnTo>
                  <a:lnTo>
                    <a:pt x="52" y="332"/>
                  </a:lnTo>
                  <a:lnTo>
                    <a:pt x="53" y="330"/>
                  </a:lnTo>
                  <a:lnTo>
                    <a:pt x="53" y="330"/>
                  </a:lnTo>
                  <a:lnTo>
                    <a:pt x="53" y="330"/>
                  </a:lnTo>
                  <a:lnTo>
                    <a:pt x="53" y="330"/>
                  </a:lnTo>
                  <a:lnTo>
                    <a:pt x="54" y="329"/>
                  </a:lnTo>
                  <a:lnTo>
                    <a:pt x="54" y="329"/>
                  </a:lnTo>
                  <a:lnTo>
                    <a:pt x="54" y="329"/>
                  </a:lnTo>
                  <a:lnTo>
                    <a:pt x="54" y="329"/>
                  </a:lnTo>
                  <a:lnTo>
                    <a:pt x="56" y="328"/>
                  </a:lnTo>
                  <a:lnTo>
                    <a:pt x="56" y="328"/>
                  </a:lnTo>
                  <a:lnTo>
                    <a:pt x="58" y="328"/>
                  </a:lnTo>
                  <a:lnTo>
                    <a:pt x="58" y="328"/>
                  </a:lnTo>
                  <a:lnTo>
                    <a:pt x="60" y="326"/>
                  </a:lnTo>
                  <a:lnTo>
                    <a:pt x="60" y="327"/>
                  </a:lnTo>
                  <a:lnTo>
                    <a:pt x="61" y="327"/>
                  </a:lnTo>
                  <a:lnTo>
                    <a:pt x="61" y="327"/>
                  </a:lnTo>
                  <a:lnTo>
                    <a:pt x="63" y="327"/>
                  </a:lnTo>
                  <a:lnTo>
                    <a:pt x="63" y="327"/>
                  </a:lnTo>
                  <a:lnTo>
                    <a:pt x="63" y="327"/>
                  </a:lnTo>
                  <a:lnTo>
                    <a:pt x="63" y="327"/>
                  </a:lnTo>
                  <a:lnTo>
                    <a:pt x="65" y="327"/>
                  </a:lnTo>
                  <a:lnTo>
                    <a:pt x="65" y="329"/>
                  </a:lnTo>
                  <a:lnTo>
                    <a:pt x="65" y="329"/>
                  </a:lnTo>
                  <a:lnTo>
                    <a:pt x="65" y="329"/>
                  </a:lnTo>
                  <a:lnTo>
                    <a:pt x="65" y="329"/>
                  </a:lnTo>
                  <a:lnTo>
                    <a:pt x="65" y="329"/>
                  </a:lnTo>
                  <a:lnTo>
                    <a:pt x="65" y="329"/>
                  </a:lnTo>
                  <a:lnTo>
                    <a:pt x="65" y="329"/>
                  </a:lnTo>
                  <a:lnTo>
                    <a:pt x="66" y="329"/>
                  </a:lnTo>
                  <a:lnTo>
                    <a:pt x="66" y="330"/>
                  </a:lnTo>
                  <a:lnTo>
                    <a:pt x="66" y="330"/>
                  </a:lnTo>
                  <a:lnTo>
                    <a:pt x="66" y="330"/>
                  </a:lnTo>
                  <a:lnTo>
                    <a:pt x="66" y="330"/>
                  </a:lnTo>
                  <a:lnTo>
                    <a:pt x="66" y="330"/>
                  </a:lnTo>
                  <a:lnTo>
                    <a:pt x="66" y="330"/>
                  </a:lnTo>
                  <a:lnTo>
                    <a:pt x="66" y="330"/>
                  </a:lnTo>
                  <a:lnTo>
                    <a:pt x="68" y="330"/>
                  </a:lnTo>
                  <a:lnTo>
                    <a:pt x="68" y="331"/>
                  </a:lnTo>
                  <a:lnTo>
                    <a:pt x="68" y="331"/>
                  </a:lnTo>
                  <a:lnTo>
                    <a:pt x="68" y="331"/>
                  </a:lnTo>
                  <a:lnTo>
                    <a:pt x="69" y="331"/>
                  </a:lnTo>
                  <a:lnTo>
                    <a:pt x="69" y="331"/>
                  </a:lnTo>
                  <a:lnTo>
                    <a:pt x="69" y="331"/>
                  </a:lnTo>
                  <a:lnTo>
                    <a:pt x="69" y="331"/>
                  </a:lnTo>
                  <a:lnTo>
                    <a:pt x="70" y="331"/>
                  </a:lnTo>
                  <a:lnTo>
                    <a:pt x="70" y="331"/>
                  </a:lnTo>
                  <a:lnTo>
                    <a:pt x="70" y="331"/>
                  </a:lnTo>
                  <a:lnTo>
                    <a:pt x="70" y="331"/>
                  </a:lnTo>
                  <a:lnTo>
                    <a:pt x="73" y="331"/>
                  </a:lnTo>
                  <a:lnTo>
                    <a:pt x="73" y="331"/>
                  </a:lnTo>
                  <a:lnTo>
                    <a:pt x="74" y="331"/>
                  </a:lnTo>
                  <a:lnTo>
                    <a:pt x="74" y="331"/>
                  </a:lnTo>
                  <a:lnTo>
                    <a:pt x="76" y="331"/>
                  </a:lnTo>
                  <a:lnTo>
                    <a:pt x="76" y="333"/>
                  </a:lnTo>
                  <a:lnTo>
                    <a:pt x="77" y="333"/>
                  </a:lnTo>
                  <a:lnTo>
                    <a:pt x="77" y="333"/>
                  </a:lnTo>
                  <a:lnTo>
                    <a:pt x="78" y="333"/>
                  </a:lnTo>
                  <a:lnTo>
                    <a:pt x="78" y="333"/>
                  </a:lnTo>
                  <a:lnTo>
                    <a:pt x="80" y="333"/>
                  </a:lnTo>
                  <a:lnTo>
                    <a:pt x="80" y="333"/>
                  </a:lnTo>
                  <a:lnTo>
                    <a:pt x="82" y="333"/>
                  </a:lnTo>
                  <a:lnTo>
                    <a:pt x="82" y="334"/>
                  </a:lnTo>
                  <a:lnTo>
                    <a:pt x="84" y="334"/>
                  </a:lnTo>
                  <a:lnTo>
                    <a:pt x="84" y="334"/>
                  </a:lnTo>
                  <a:lnTo>
                    <a:pt x="86" y="334"/>
                  </a:lnTo>
                  <a:lnTo>
                    <a:pt x="86" y="334"/>
                  </a:lnTo>
                  <a:lnTo>
                    <a:pt x="88" y="334"/>
                  </a:lnTo>
                  <a:lnTo>
                    <a:pt x="88" y="334"/>
                  </a:lnTo>
                  <a:lnTo>
                    <a:pt x="90" y="333"/>
                  </a:lnTo>
                  <a:lnTo>
                    <a:pt x="89" y="333"/>
                  </a:lnTo>
                  <a:lnTo>
                    <a:pt x="89" y="333"/>
                  </a:lnTo>
                  <a:lnTo>
                    <a:pt x="89" y="333"/>
                  </a:lnTo>
                  <a:lnTo>
                    <a:pt x="89" y="333"/>
                  </a:lnTo>
                  <a:lnTo>
                    <a:pt x="89" y="333"/>
                  </a:lnTo>
                  <a:lnTo>
                    <a:pt x="89" y="333"/>
                  </a:lnTo>
                  <a:lnTo>
                    <a:pt x="89" y="333"/>
                  </a:lnTo>
                  <a:lnTo>
                    <a:pt x="89" y="331"/>
                  </a:lnTo>
                  <a:lnTo>
                    <a:pt x="89" y="331"/>
                  </a:lnTo>
                  <a:lnTo>
                    <a:pt x="89" y="331"/>
                  </a:lnTo>
                  <a:lnTo>
                    <a:pt x="89" y="331"/>
                  </a:lnTo>
                  <a:lnTo>
                    <a:pt x="89" y="330"/>
                  </a:lnTo>
                  <a:lnTo>
                    <a:pt x="89" y="330"/>
                  </a:lnTo>
                  <a:lnTo>
                    <a:pt x="89" y="330"/>
                  </a:lnTo>
                  <a:lnTo>
                    <a:pt x="89" y="330"/>
                  </a:lnTo>
                  <a:lnTo>
                    <a:pt x="90" y="329"/>
                  </a:lnTo>
                  <a:lnTo>
                    <a:pt x="90" y="329"/>
                  </a:lnTo>
                  <a:lnTo>
                    <a:pt x="90" y="328"/>
                  </a:lnTo>
                  <a:lnTo>
                    <a:pt x="90" y="328"/>
                  </a:lnTo>
                  <a:lnTo>
                    <a:pt x="92" y="326"/>
                  </a:lnTo>
                  <a:lnTo>
                    <a:pt x="93" y="326"/>
                  </a:lnTo>
                  <a:lnTo>
                    <a:pt x="95" y="324"/>
                  </a:lnTo>
                  <a:lnTo>
                    <a:pt x="97" y="324"/>
                  </a:lnTo>
                  <a:lnTo>
                    <a:pt x="99" y="322"/>
                  </a:lnTo>
                  <a:lnTo>
                    <a:pt x="100" y="322"/>
                  </a:lnTo>
                  <a:lnTo>
                    <a:pt x="102" y="322"/>
                  </a:lnTo>
                  <a:lnTo>
                    <a:pt x="104" y="322"/>
                  </a:lnTo>
                  <a:lnTo>
                    <a:pt x="106" y="320"/>
                  </a:lnTo>
                  <a:lnTo>
                    <a:pt x="106" y="320"/>
                  </a:lnTo>
                  <a:lnTo>
                    <a:pt x="108" y="319"/>
                  </a:lnTo>
                  <a:lnTo>
                    <a:pt x="108" y="319"/>
                  </a:lnTo>
                  <a:lnTo>
                    <a:pt x="109" y="316"/>
                  </a:lnTo>
                  <a:lnTo>
                    <a:pt x="107" y="317"/>
                  </a:lnTo>
                  <a:lnTo>
                    <a:pt x="107" y="317"/>
                  </a:lnTo>
                  <a:lnTo>
                    <a:pt x="106" y="317"/>
                  </a:lnTo>
                  <a:lnTo>
                    <a:pt x="106" y="317"/>
                  </a:lnTo>
                  <a:lnTo>
                    <a:pt x="104" y="317"/>
                  </a:lnTo>
                  <a:lnTo>
                    <a:pt x="102" y="317"/>
                  </a:lnTo>
                  <a:lnTo>
                    <a:pt x="100" y="317"/>
                  </a:lnTo>
                  <a:lnTo>
                    <a:pt x="100" y="317"/>
                  </a:lnTo>
                  <a:lnTo>
                    <a:pt x="99" y="318"/>
                  </a:lnTo>
                  <a:lnTo>
                    <a:pt x="97" y="318"/>
                  </a:lnTo>
                  <a:lnTo>
                    <a:pt x="95" y="318"/>
                  </a:lnTo>
                  <a:lnTo>
                    <a:pt x="94" y="318"/>
                  </a:lnTo>
                  <a:lnTo>
                    <a:pt x="92" y="318"/>
                  </a:lnTo>
                  <a:lnTo>
                    <a:pt x="91" y="318"/>
                  </a:lnTo>
                  <a:lnTo>
                    <a:pt x="90" y="318"/>
                  </a:lnTo>
                  <a:lnTo>
                    <a:pt x="90" y="318"/>
                  </a:lnTo>
                  <a:lnTo>
                    <a:pt x="88" y="320"/>
                  </a:lnTo>
                  <a:lnTo>
                    <a:pt x="88" y="320"/>
                  </a:lnTo>
                  <a:lnTo>
                    <a:pt x="87" y="320"/>
                  </a:lnTo>
                  <a:lnTo>
                    <a:pt x="87" y="320"/>
                  </a:lnTo>
                  <a:lnTo>
                    <a:pt x="85" y="322"/>
                  </a:lnTo>
                  <a:lnTo>
                    <a:pt x="85" y="322"/>
                  </a:lnTo>
                  <a:lnTo>
                    <a:pt x="85" y="322"/>
                  </a:lnTo>
                  <a:lnTo>
                    <a:pt x="85" y="322"/>
                  </a:lnTo>
                  <a:lnTo>
                    <a:pt x="84" y="324"/>
                  </a:lnTo>
                  <a:lnTo>
                    <a:pt x="84" y="324"/>
                  </a:lnTo>
                  <a:lnTo>
                    <a:pt x="84" y="324"/>
                  </a:lnTo>
                  <a:lnTo>
                    <a:pt x="84" y="324"/>
                  </a:lnTo>
                  <a:lnTo>
                    <a:pt x="82" y="324"/>
                  </a:lnTo>
                  <a:lnTo>
                    <a:pt x="82" y="324"/>
                  </a:lnTo>
                  <a:lnTo>
                    <a:pt x="82" y="324"/>
                  </a:lnTo>
                  <a:lnTo>
                    <a:pt x="82" y="324"/>
                  </a:lnTo>
                  <a:lnTo>
                    <a:pt x="80" y="324"/>
                  </a:lnTo>
                  <a:lnTo>
                    <a:pt x="80" y="324"/>
                  </a:lnTo>
                  <a:lnTo>
                    <a:pt x="79" y="324"/>
                  </a:lnTo>
                  <a:lnTo>
                    <a:pt x="79" y="324"/>
                  </a:lnTo>
                  <a:lnTo>
                    <a:pt x="77" y="324"/>
                  </a:lnTo>
                  <a:lnTo>
                    <a:pt x="77" y="324"/>
                  </a:lnTo>
                  <a:lnTo>
                    <a:pt x="77" y="324"/>
                  </a:lnTo>
                  <a:lnTo>
                    <a:pt x="77" y="324"/>
                  </a:lnTo>
                  <a:lnTo>
                    <a:pt x="75" y="324"/>
                  </a:lnTo>
                  <a:lnTo>
                    <a:pt x="75" y="324"/>
                  </a:lnTo>
                  <a:lnTo>
                    <a:pt x="75" y="324"/>
                  </a:lnTo>
                  <a:lnTo>
                    <a:pt x="75" y="324"/>
                  </a:lnTo>
                  <a:lnTo>
                    <a:pt x="73" y="324"/>
                  </a:lnTo>
                  <a:lnTo>
                    <a:pt x="73" y="324"/>
                  </a:lnTo>
                  <a:lnTo>
                    <a:pt x="73" y="324"/>
                  </a:lnTo>
                  <a:lnTo>
                    <a:pt x="73" y="322"/>
                  </a:lnTo>
                  <a:lnTo>
                    <a:pt x="70" y="322"/>
                  </a:lnTo>
                  <a:lnTo>
                    <a:pt x="70" y="322"/>
                  </a:lnTo>
                  <a:lnTo>
                    <a:pt x="70" y="322"/>
                  </a:lnTo>
                  <a:lnTo>
                    <a:pt x="70" y="322"/>
                  </a:lnTo>
                  <a:lnTo>
                    <a:pt x="70" y="322"/>
                  </a:lnTo>
                  <a:lnTo>
                    <a:pt x="70" y="322"/>
                  </a:lnTo>
                  <a:lnTo>
                    <a:pt x="70" y="322"/>
                  </a:lnTo>
                  <a:lnTo>
                    <a:pt x="70" y="320"/>
                  </a:lnTo>
                  <a:lnTo>
                    <a:pt x="68" y="320"/>
                  </a:lnTo>
                  <a:lnTo>
                    <a:pt x="68" y="320"/>
                  </a:lnTo>
                  <a:lnTo>
                    <a:pt x="68" y="320"/>
                  </a:lnTo>
                  <a:lnTo>
                    <a:pt x="68" y="318"/>
                  </a:lnTo>
                  <a:lnTo>
                    <a:pt x="68" y="318"/>
                  </a:lnTo>
                  <a:lnTo>
                    <a:pt x="68" y="317"/>
                  </a:lnTo>
                  <a:lnTo>
                    <a:pt x="68" y="317"/>
                  </a:lnTo>
                  <a:lnTo>
                    <a:pt x="68" y="316"/>
                  </a:lnTo>
                  <a:lnTo>
                    <a:pt x="65" y="316"/>
                  </a:lnTo>
                  <a:lnTo>
                    <a:pt x="65" y="316"/>
                  </a:lnTo>
                  <a:lnTo>
                    <a:pt x="64" y="316"/>
                  </a:lnTo>
                  <a:lnTo>
                    <a:pt x="64" y="316"/>
                  </a:lnTo>
                  <a:lnTo>
                    <a:pt x="62" y="316"/>
                  </a:lnTo>
                  <a:lnTo>
                    <a:pt x="62" y="316"/>
                  </a:lnTo>
                  <a:lnTo>
                    <a:pt x="61" y="316"/>
                  </a:lnTo>
                  <a:lnTo>
                    <a:pt x="61" y="316"/>
                  </a:lnTo>
                  <a:lnTo>
                    <a:pt x="59" y="316"/>
                  </a:lnTo>
                  <a:lnTo>
                    <a:pt x="59" y="316"/>
                  </a:lnTo>
                  <a:lnTo>
                    <a:pt x="57" y="316"/>
                  </a:lnTo>
                  <a:lnTo>
                    <a:pt x="57" y="316"/>
                  </a:lnTo>
                  <a:lnTo>
                    <a:pt x="55" y="316"/>
                  </a:lnTo>
                  <a:lnTo>
                    <a:pt x="55" y="316"/>
                  </a:lnTo>
                  <a:lnTo>
                    <a:pt x="55" y="316"/>
                  </a:lnTo>
                  <a:lnTo>
                    <a:pt x="55" y="316"/>
                  </a:lnTo>
                  <a:lnTo>
                    <a:pt x="53" y="316"/>
                  </a:lnTo>
                  <a:lnTo>
                    <a:pt x="53" y="315"/>
                  </a:lnTo>
                  <a:lnTo>
                    <a:pt x="53" y="315"/>
                  </a:lnTo>
                  <a:lnTo>
                    <a:pt x="53" y="313"/>
                  </a:lnTo>
                  <a:lnTo>
                    <a:pt x="53" y="313"/>
                  </a:lnTo>
                  <a:lnTo>
                    <a:pt x="53" y="311"/>
                  </a:lnTo>
                  <a:lnTo>
                    <a:pt x="53" y="311"/>
                  </a:lnTo>
                  <a:lnTo>
                    <a:pt x="53" y="309"/>
                  </a:lnTo>
                  <a:lnTo>
                    <a:pt x="53" y="309"/>
                  </a:lnTo>
                  <a:lnTo>
                    <a:pt x="53" y="308"/>
                  </a:lnTo>
                  <a:lnTo>
                    <a:pt x="53" y="308"/>
                  </a:lnTo>
                  <a:lnTo>
                    <a:pt x="53" y="306"/>
                  </a:lnTo>
                  <a:lnTo>
                    <a:pt x="53" y="306"/>
                  </a:lnTo>
                  <a:lnTo>
                    <a:pt x="53" y="305"/>
                  </a:lnTo>
                  <a:lnTo>
                    <a:pt x="53" y="305"/>
                  </a:lnTo>
                  <a:lnTo>
                    <a:pt x="55" y="303"/>
                  </a:lnTo>
                  <a:lnTo>
                    <a:pt x="53" y="304"/>
                  </a:lnTo>
                  <a:lnTo>
                    <a:pt x="53" y="304"/>
                  </a:lnTo>
                  <a:lnTo>
                    <a:pt x="53" y="304"/>
                  </a:lnTo>
                  <a:lnTo>
                    <a:pt x="53" y="304"/>
                  </a:lnTo>
                  <a:lnTo>
                    <a:pt x="51" y="304"/>
                  </a:lnTo>
                  <a:lnTo>
                    <a:pt x="51" y="304"/>
                  </a:lnTo>
                  <a:lnTo>
                    <a:pt x="51" y="304"/>
                  </a:lnTo>
                  <a:lnTo>
                    <a:pt x="51" y="304"/>
                  </a:lnTo>
                  <a:lnTo>
                    <a:pt x="48" y="304"/>
                  </a:lnTo>
                  <a:lnTo>
                    <a:pt x="48" y="304"/>
                  </a:lnTo>
                  <a:lnTo>
                    <a:pt x="47" y="304"/>
                  </a:lnTo>
                  <a:lnTo>
                    <a:pt x="47" y="304"/>
                  </a:lnTo>
                  <a:lnTo>
                    <a:pt x="47" y="304"/>
                  </a:lnTo>
                  <a:lnTo>
                    <a:pt x="47" y="304"/>
                  </a:lnTo>
                  <a:lnTo>
                    <a:pt x="47" y="304"/>
                  </a:lnTo>
                  <a:lnTo>
                    <a:pt x="47" y="303"/>
                  </a:lnTo>
                  <a:lnTo>
                    <a:pt x="46" y="304"/>
                  </a:lnTo>
                  <a:lnTo>
                    <a:pt x="46" y="304"/>
                  </a:lnTo>
                  <a:lnTo>
                    <a:pt x="46" y="304"/>
                  </a:lnTo>
                  <a:lnTo>
                    <a:pt x="46" y="304"/>
                  </a:lnTo>
                  <a:lnTo>
                    <a:pt x="44" y="305"/>
                  </a:lnTo>
                  <a:lnTo>
                    <a:pt x="44" y="305"/>
                  </a:lnTo>
                  <a:lnTo>
                    <a:pt x="44" y="305"/>
                  </a:lnTo>
                  <a:lnTo>
                    <a:pt x="44" y="305"/>
                  </a:lnTo>
                  <a:lnTo>
                    <a:pt x="42" y="307"/>
                  </a:lnTo>
                  <a:lnTo>
                    <a:pt x="42" y="307"/>
                  </a:lnTo>
                  <a:lnTo>
                    <a:pt x="42" y="307"/>
                  </a:lnTo>
                  <a:lnTo>
                    <a:pt x="42" y="307"/>
                  </a:lnTo>
                  <a:lnTo>
                    <a:pt x="41" y="307"/>
                  </a:lnTo>
                  <a:lnTo>
                    <a:pt x="41" y="307"/>
                  </a:lnTo>
                  <a:lnTo>
                    <a:pt x="41" y="307"/>
                  </a:lnTo>
                  <a:lnTo>
                    <a:pt x="41" y="307"/>
                  </a:lnTo>
                  <a:lnTo>
                    <a:pt x="39" y="307"/>
                  </a:lnTo>
                  <a:lnTo>
                    <a:pt x="39" y="307"/>
                  </a:lnTo>
                  <a:lnTo>
                    <a:pt x="38" y="307"/>
                  </a:lnTo>
                  <a:lnTo>
                    <a:pt x="38" y="307"/>
                  </a:lnTo>
                  <a:lnTo>
                    <a:pt x="36" y="307"/>
                  </a:lnTo>
                  <a:lnTo>
                    <a:pt x="36" y="307"/>
                  </a:lnTo>
                  <a:lnTo>
                    <a:pt x="36" y="307"/>
                  </a:lnTo>
                  <a:lnTo>
                    <a:pt x="36" y="307"/>
                  </a:lnTo>
                  <a:lnTo>
                    <a:pt x="34" y="307"/>
                  </a:lnTo>
                  <a:lnTo>
                    <a:pt x="34" y="307"/>
                  </a:lnTo>
                  <a:lnTo>
                    <a:pt x="34" y="307"/>
                  </a:lnTo>
                  <a:lnTo>
                    <a:pt x="34" y="307"/>
                  </a:lnTo>
                  <a:lnTo>
                    <a:pt x="33" y="307"/>
                  </a:lnTo>
                  <a:lnTo>
                    <a:pt x="33" y="307"/>
                  </a:lnTo>
                  <a:lnTo>
                    <a:pt x="33" y="307"/>
                  </a:lnTo>
                  <a:lnTo>
                    <a:pt x="33" y="305"/>
                  </a:lnTo>
                  <a:lnTo>
                    <a:pt x="31" y="305"/>
                  </a:lnTo>
                  <a:lnTo>
                    <a:pt x="31" y="305"/>
                  </a:lnTo>
                  <a:lnTo>
                    <a:pt x="31" y="305"/>
                  </a:lnTo>
                  <a:lnTo>
                    <a:pt x="31" y="304"/>
                  </a:lnTo>
                  <a:lnTo>
                    <a:pt x="29" y="304"/>
                  </a:lnTo>
                  <a:lnTo>
                    <a:pt x="29" y="304"/>
                  </a:lnTo>
                  <a:lnTo>
                    <a:pt x="29" y="304"/>
                  </a:lnTo>
                  <a:lnTo>
                    <a:pt x="29" y="302"/>
                  </a:lnTo>
                  <a:lnTo>
                    <a:pt x="28" y="302"/>
                  </a:lnTo>
                  <a:lnTo>
                    <a:pt x="28" y="302"/>
                  </a:lnTo>
                  <a:lnTo>
                    <a:pt x="28" y="302"/>
                  </a:lnTo>
                  <a:lnTo>
                    <a:pt x="28" y="300"/>
                  </a:lnTo>
                  <a:lnTo>
                    <a:pt x="28" y="300"/>
                  </a:lnTo>
                  <a:lnTo>
                    <a:pt x="28" y="300"/>
                  </a:lnTo>
                  <a:lnTo>
                    <a:pt x="28" y="300"/>
                  </a:lnTo>
                  <a:lnTo>
                    <a:pt x="28" y="298"/>
                  </a:lnTo>
                  <a:lnTo>
                    <a:pt x="28" y="298"/>
                  </a:lnTo>
                  <a:lnTo>
                    <a:pt x="28" y="298"/>
                  </a:lnTo>
                  <a:lnTo>
                    <a:pt x="28" y="298"/>
                  </a:lnTo>
                  <a:lnTo>
                    <a:pt x="29" y="298"/>
                  </a:lnTo>
                  <a:lnTo>
                    <a:pt x="29" y="298"/>
                  </a:lnTo>
                  <a:lnTo>
                    <a:pt x="29" y="298"/>
                  </a:lnTo>
                  <a:lnTo>
                    <a:pt x="29" y="298"/>
                  </a:lnTo>
                  <a:lnTo>
                    <a:pt x="31" y="296"/>
                  </a:lnTo>
                  <a:lnTo>
                    <a:pt x="31" y="296"/>
                  </a:lnTo>
                  <a:lnTo>
                    <a:pt x="31" y="296"/>
                  </a:lnTo>
                  <a:lnTo>
                    <a:pt x="31" y="296"/>
                  </a:lnTo>
                  <a:lnTo>
                    <a:pt x="32" y="295"/>
                  </a:lnTo>
                  <a:lnTo>
                    <a:pt x="32" y="295"/>
                  </a:lnTo>
                  <a:lnTo>
                    <a:pt x="33" y="295"/>
                  </a:lnTo>
                  <a:lnTo>
                    <a:pt x="33" y="295"/>
                  </a:lnTo>
                  <a:lnTo>
                    <a:pt x="34" y="293"/>
                  </a:lnTo>
                  <a:lnTo>
                    <a:pt x="33" y="293"/>
                  </a:lnTo>
                  <a:lnTo>
                    <a:pt x="33" y="293"/>
                  </a:lnTo>
                  <a:lnTo>
                    <a:pt x="33" y="293"/>
                  </a:lnTo>
                  <a:lnTo>
                    <a:pt x="33" y="293"/>
                  </a:lnTo>
                  <a:lnTo>
                    <a:pt x="32" y="293"/>
                  </a:lnTo>
                  <a:lnTo>
                    <a:pt x="32" y="293"/>
                  </a:lnTo>
                  <a:lnTo>
                    <a:pt x="32" y="293"/>
                  </a:lnTo>
                  <a:lnTo>
                    <a:pt x="32" y="292"/>
                  </a:lnTo>
                  <a:lnTo>
                    <a:pt x="31" y="292"/>
                  </a:lnTo>
                  <a:lnTo>
                    <a:pt x="31" y="292"/>
                  </a:lnTo>
                  <a:lnTo>
                    <a:pt x="31" y="292"/>
                  </a:lnTo>
                  <a:lnTo>
                    <a:pt x="31" y="292"/>
                  </a:lnTo>
                  <a:lnTo>
                    <a:pt x="31" y="292"/>
                  </a:lnTo>
                  <a:lnTo>
                    <a:pt x="31" y="292"/>
                  </a:lnTo>
                  <a:lnTo>
                    <a:pt x="31" y="292"/>
                  </a:lnTo>
                  <a:lnTo>
                    <a:pt x="31" y="290"/>
                  </a:lnTo>
                  <a:lnTo>
                    <a:pt x="31" y="290"/>
                  </a:lnTo>
                  <a:lnTo>
                    <a:pt x="31" y="290"/>
                  </a:lnTo>
                  <a:lnTo>
                    <a:pt x="31" y="290"/>
                  </a:lnTo>
                  <a:lnTo>
                    <a:pt x="31" y="289"/>
                  </a:lnTo>
                  <a:lnTo>
                    <a:pt x="31" y="289"/>
                  </a:lnTo>
                  <a:lnTo>
                    <a:pt x="31" y="289"/>
                  </a:lnTo>
                  <a:lnTo>
                    <a:pt x="31" y="289"/>
                  </a:lnTo>
                  <a:lnTo>
                    <a:pt x="33" y="287"/>
                  </a:lnTo>
                  <a:lnTo>
                    <a:pt x="33" y="287"/>
                  </a:lnTo>
                  <a:lnTo>
                    <a:pt x="33" y="287"/>
                  </a:lnTo>
                  <a:lnTo>
                    <a:pt x="33" y="287"/>
                  </a:lnTo>
                  <a:lnTo>
                    <a:pt x="35" y="287"/>
                  </a:lnTo>
                  <a:lnTo>
                    <a:pt x="35" y="287"/>
                  </a:lnTo>
                  <a:lnTo>
                    <a:pt x="35" y="287"/>
                  </a:lnTo>
                  <a:lnTo>
                    <a:pt x="35" y="287"/>
                  </a:lnTo>
                  <a:lnTo>
                    <a:pt x="37" y="287"/>
                  </a:lnTo>
                  <a:lnTo>
                    <a:pt x="37" y="288"/>
                  </a:lnTo>
                  <a:lnTo>
                    <a:pt x="37" y="288"/>
                  </a:lnTo>
                  <a:lnTo>
                    <a:pt x="37" y="288"/>
                  </a:lnTo>
                  <a:lnTo>
                    <a:pt x="39" y="288"/>
                  </a:lnTo>
                  <a:lnTo>
                    <a:pt x="39" y="288"/>
                  </a:lnTo>
                  <a:lnTo>
                    <a:pt x="41" y="288"/>
                  </a:lnTo>
                  <a:lnTo>
                    <a:pt x="41" y="288"/>
                  </a:lnTo>
                  <a:lnTo>
                    <a:pt x="43" y="288"/>
                  </a:lnTo>
                  <a:lnTo>
                    <a:pt x="43" y="289"/>
                  </a:lnTo>
                  <a:lnTo>
                    <a:pt x="44" y="289"/>
                  </a:lnTo>
                  <a:lnTo>
                    <a:pt x="44" y="289"/>
                  </a:lnTo>
                  <a:lnTo>
                    <a:pt x="46" y="289"/>
                  </a:lnTo>
                  <a:lnTo>
                    <a:pt x="46" y="289"/>
                  </a:lnTo>
                  <a:lnTo>
                    <a:pt x="47" y="289"/>
                  </a:lnTo>
                  <a:lnTo>
                    <a:pt x="47" y="289"/>
                  </a:lnTo>
                  <a:lnTo>
                    <a:pt x="49" y="289"/>
                  </a:lnTo>
                  <a:lnTo>
                    <a:pt x="49" y="289"/>
                  </a:lnTo>
                  <a:lnTo>
                    <a:pt x="49" y="289"/>
                  </a:lnTo>
                  <a:lnTo>
                    <a:pt x="49" y="289"/>
                  </a:lnTo>
                  <a:lnTo>
                    <a:pt x="51" y="287"/>
                  </a:lnTo>
                  <a:lnTo>
                    <a:pt x="51" y="287"/>
                  </a:lnTo>
                  <a:lnTo>
                    <a:pt x="52" y="287"/>
                  </a:lnTo>
                  <a:lnTo>
                    <a:pt x="52" y="287"/>
                  </a:lnTo>
                  <a:lnTo>
                    <a:pt x="54" y="286"/>
                  </a:lnTo>
                  <a:lnTo>
                    <a:pt x="54" y="286"/>
                  </a:lnTo>
                  <a:lnTo>
                    <a:pt x="54" y="286"/>
                  </a:lnTo>
                  <a:lnTo>
                    <a:pt x="54" y="286"/>
                  </a:lnTo>
                  <a:lnTo>
                    <a:pt x="56" y="284"/>
                  </a:lnTo>
                  <a:lnTo>
                    <a:pt x="56" y="284"/>
                  </a:lnTo>
                  <a:lnTo>
                    <a:pt x="57" y="282"/>
                  </a:lnTo>
                  <a:lnTo>
                    <a:pt x="57" y="282"/>
                  </a:lnTo>
                  <a:lnTo>
                    <a:pt x="59" y="280"/>
                  </a:lnTo>
                  <a:lnTo>
                    <a:pt x="59" y="280"/>
                  </a:lnTo>
                  <a:lnTo>
                    <a:pt x="59" y="280"/>
                  </a:lnTo>
                  <a:lnTo>
                    <a:pt x="59" y="280"/>
                  </a:lnTo>
                  <a:lnTo>
                    <a:pt x="61" y="280"/>
                  </a:lnTo>
                  <a:lnTo>
                    <a:pt x="61" y="280"/>
                  </a:lnTo>
                  <a:lnTo>
                    <a:pt x="63" y="280"/>
                  </a:lnTo>
                  <a:lnTo>
                    <a:pt x="63" y="280"/>
                  </a:lnTo>
                  <a:lnTo>
                    <a:pt x="65" y="280"/>
                  </a:lnTo>
                  <a:lnTo>
                    <a:pt x="65" y="280"/>
                  </a:lnTo>
                  <a:lnTo>
                    <a:pt x="65" y="280"/>
                  </a:lnTo>
                  <a:lnTo>
                    <a:pt x="65" y="280"/>
                  </a:lnTo>
                  <a:lnTo>
                    <a:pt x="67" y="280"/>
                  </a:lnTo>
                  <a:lnTo>
                    <a:pt x="67" y="280"/>
                  </a:lnTo>
                  <a:lnTo>
                    <a:pt x="68" y="280"/>
                  </a:lnTo>
                  <a:lnTo>
                    <a:pt x="68" y="280"/>
                  </a:lnTo>
                  <a:lnTo>
                    <a:pt x="69" y="278"/>
                  </a:lnTo>
                  <a:lnTo>
                    <a:pt x="69" y="278"/>
                  </a:lnTo>
                  <a:lnTo>
                    <a:pt x="69" y="278"/>
                  </a:lnTo>
                  <a:lnTo>
                    <a:pt x="69" y="278"/>
                  </a:lnTo>
                  <a:lnTo>
                    <a:pt x="70" y="276"/>
                  </a:lnTo>
                  <a:lnTo>
                    <a:pt x="70" y="276"/>
                  </a:lnTo>
                  <a:lnTo>
                    <a:pt x="70" y="275"/>
                  </a:lnTo>
                  <a:lnTo>
                    <a:pt x="70" y="275"/>
                  </a:lnTo>
                  <a:lnTo>
                    <a:pt x="71" y="272"/>
                  </a:lnTo>
                  <a:lnTo>
                    <a:pt x="71" y="272"/>
                  </a:lnTo>
                  <a:lnTo>
                    <a:pt x="71" y="272"/>
                  </a:lnTo>
                  <a:lnTo>
                    <a:pt x="71" y="272"/>
                  </a:lnTo>
                  <a:lnTo>
                    <a:pt x="71" y="270"/>
                  </a:lnTo>
                  <a:lnTo>
                    <a:pt x="71" y="270"/>
                  </a:lnTo>
                  <a:lnTo>
                    <a:pt x="71" y="268"/>
                  </a:lnTo>
                  <a:lnTo>
                    <a:pt x="71" y="268"/>
                  </a:lnTo>
                  <a:lnTo>
                    <a:pt x="72" y="266"/>
                  </a:lnTo>
                  <a:lnTo>
                    <a:pt x="71" y="266"/>
                  </a:lnTo>
                  <a:lnTo>
                    <a:pt x="71" y="265"/>
                  </a:lnTo>
                  <a:lnTo>
                    <a:pt x="71" y="265"/>
                  </a:lnTo>
                  <a:lnTo>
                    <a:pt x="71" y="264"/>
                  </a:lnTo>
                  <a:lnTo>
                    <a:pt x="71" y="264"/>
                  </a:lnTo>
                  <a:lnTo>
                    <a:pt x="71" y="262"/>
                  </a:lnTo>
                  <a:lnTo>
                    <a:pt x="71" y="260"/>
                  </a:lnTo>
                  <a:lnTo>
                    <a:pt x="71" y="258"/>
                  </a:lnTo>
                  <a:lnTo>
                    <a:pt x="70" y="258"/>
                  </a:lnTo>
                  <a:lnTo>
                    <a:pt x="70" y="256"/>
                  </a:lnTo>
                  <a:lnTo>
                    <a:pt x="70" y="256"/>
                  </a:lnTo>
                  <a:lnTo>
                    <a:pt x="70" y="255"/>
                  </a:lnTo>
                  <a:lnTo>
                    <a:pt x="70" y="255"/>
                  </a:lnTo>
                  <a:lnTo>
                    <a:pt x="70" y="253"/>
                  </a:lnTo>
                  <a:lnTo>
                    <a:pt x="70" y="253"/>
                  </a:lnTo>
                  <a:lnTo>
                    <a:pt x="70" y="250"/>
                  </a:lnTo>
                  <a:lnTo>
                    <a:pt x="68" y="252"/>
                  </a:lnTo>
                  <a:lnTo>
                    <a:pt x="68" y="252"/>
                  </a:lnTo>
                  <a:lnTo>
                    <a:pt x="68" y="252"/>
                  </a:lnTo>
                  <a:lnTo>
                    <a:pt x="68" y="252"/>
                  </a:lnTo>
                  <a:lnTo>
                    <a:pt x="67" y="252"/>
                  </a:lnTo>
                  <a:lnTo>
                    <a:pt x="67" y="252"/>
                  </a:lnTo>
                  <a:lnTo>
                    <a:pt x="67" y="252"/>
                  </a:lnTo>
                  <a:lnTo>
                    <a:pt x="67" y="252"/>
                  </a:lnTo>
                  <a:lnTo>
                    <a:pt x="65" y="253"/>
                  </a:lnTo>
                  <a:lnTo>
                    <a:pt x="65" y="253"/>
                  </a:lnTo>
                  <a:lnTo>
                    <a:pt x="65" y="253"/>
                  </a:lnTo>
                  <a:lnTo>
                    <a:pt x="65" y="253"/>
                  </a:lnTo>
                  <a:lnTo>
                    <a:pt x="63" y="253"/>
                  </a:lnTo>
                  <a:lnTo>
                    <a:pt x="63" y="253"/>
                  </a:lnTo>
                  <a:lnTo>
                    <a:pt x="63" y="253"/>
                  </a:lnTo>
                  <a:lnTo>
                    <a:pt x="63" y="253"/>
                  </a:lnTo>
                  <a:lnTo>
                    <a:pt x="62" y="255"/>
                  </a:lnTo>
                  <a:lnTo>
                    <a:pt x="62" y="255"/>
                  </a:lnTo>
                  <a:lnTo>
                    <a:pt x="60" y="255"/>
                  </a:lnTo>
                  <a:lnTo>
                    <a:pt x="60" y="255"/>
                  </a:lnTo>
                  <a:lnTo>
                    <a:pt x="58" y="256"/>
                  </a:lnTo>
                  <a:lnTo>
                    <a:pt x="58" y="256"/>
                  </a:lnTo>
                  <a:lnTo>
                    <a:pt x="58" y="256"/>
                  </a:lnTo>
                  <a:lnTo>
                    <a:pt x="58" y="256"/>
                  </a:lnTo>
                  <a:lnTo>
                    <a:pt x="56" y="258"/>
                  </a:lnTo>
                  <a:lnTo>
                    <a:pt x="56" y="258"/>
                  </a:lnTo>
                  <a:lnTo>
                    <a:pt x="56" y="258"/>
                  </a:lnTo>
                  <a:lnTo>
                    <a:pt x="56" y="258"/>
                  </a:lnTo>
                  <a:lnTo>
                    <a:pt x="55" y="258"/>
                  </a:lnTo>
                  <a:lnTo>
                    <a:pt x="55" y="258"/>
                  </a:lnTo>
                  <a:lnTo>
                    <a:pt x="55" y="258"/>
                  </a:lnTo>
                  <a:lnTo>
                    <a:pt x="55" y="256"/>
                  </a:lnTo>
                  <a:lnTo>
                    <a:pt x="53" y="256"/>
                  </a:lnTo>
                  <a:lnTo>
                    <a:pt x="53" y="256"/>
                  </a:lnTo>
                  <a:lnTo>
                    <a:pt x="53" y="256"/>
                  </a:lnTo>
                  <a:lnTo>
                    <a:pt x="53" y="256"/>
                  </a:lnTo>
                  <a:lnTo>
                    <a:pt x="53" y="256"/>
                  </a:lnTo>
                  <a:lnTo>
                    <a:pt x="53" y="256"/>
                  </a:lnTo>
                  <a:lnTo>
                    <a:pt x="53" y="256"/>
                  </a:lnTo>
                  <a:lnTo>
                    <a:pt x="53" y="255"/>
                  </a:lnTo>
                  <a:lnTo>
                    <a:pt x="53" y="255"/>
                  </a:lnTo>
                  <a:lnTo>
                    <a:pt x="53" y="255"/>
                  </a:lnTo>
                  <a:lnTo>
                    <a:pt x="53" y="255"/>
                  </a:lnTo>
                  <a:lnTo>
                    <a:pt x="53" y="255"/>
                  </a:lnTo>
                  <a:lnTo>
                    <a:pt x="53" y="255"/>
                  </a:lnTo>
                  <a:lnTo>
                    <a:pt x="53" y="255"/>
                  </a:lnTo>
                  <a:lnTo>
                    <a:pt x="53" y="255"/>
                  </a:lnTo>
                  <a:lnTo>
                    <a:pt x="53" y="253"/>
                  </a:lnTo>
                  <a:lnTo>
                    <a:pt x="53" y="253"/>
                  </a:lnTo>
                  <a:lnTo>
                    <a:pt x="53" y="253"/>
                  </a:lnTo>
                  <a:lnTo>
                    <a:pt x="53" y="253"/>
                  </a:lnTo>
                  <a:lnTo>
                    <a:pt x="53" y="253"/>
                  </a:lnTo>
                  <a:lnTo>
                    <a:pt x="53" y="253"/>
                  </a:lnTo>
                  <a:lnTo>
                    <a:pt x="53" y="253"/>
                  </a:lnTo>
                  <a:lnTo>
                    <a:pt x="53" y="253"/>
                  </a:lnTo>
                  <a:lnTo>
                    <a:pt x="55" y="250"/>
                  </a:lnTo>
                  <a:lnTo>
                    <a:pt x="55" y="250"/>
                  </a:lnTo>
                  <a:lnTo>
                    <a:pt x="55" y="250"/>
                  </a:lnTo>
                  <a:lnTo>
                    <a:pt x="55" y="250"/>
                  </a:lnTo>
                  <a:lnTo>
                    <a:pt x="57" y="250"/>
                  </a:lnTo>
                  <a:lnTo>
                    <a:pt x="57" y="250"/>
                  </a:lnTo>
                  <a:lnTo>
                    <a:pt x="57" y="250"/>
                  </a:lnTo>
                  <a:lnTo>
                    <a:pt x="57" y="250"/>
                  </a:lnTo>
                  <a:lnTo>
                    <a:pt x="59" y="249"/>
                  </a:lnTo>
                  <a:lnTo>
                    <a:pt x="59" y="249"/>
                  </a:lnTo>
                  <a:lnTo>
                    <a:pt x="59" y="249"/>
                  </a:lnTo>
                  <a:lnTo>
                    <a:pt x="59" y="249"/>
                  </a:lnTo>
                  <a:lnTo>
                    <a:pt x="61" y="249"/>
                  </a:lnTo>
                  <a:lnTo>
                    <a:pt x="61" y="249"/>
                  </a:lnTo>
                  <a:lnTo>
                    <a:pt x="62" y="249"/>
                  </a:lnTo>
                  <a:lnTo>
                    <a:pt x="62" y="249"/>
                  </a:lnTo>
                  <a:lnTo>
                    <a:pt x="63" y="248"/>
                  </a:lnTo>
                  <a:lnTo>
                    <a:pt x="63" y="248"/>
                  </a:lnTo>
                  <a:lnTo>
                    <a:pt x="63" y="248"/>
                  </a:lnTo>
                  <a:lnTo>
                    <a:pt x="63" y="248"/>
                  </a:lnTo>
                  <a:lnTo>
                    <a:pt x="65" y="247"/>
                  </a:lnTo>
                  <a:lnTo>
                    <a:pt x="65" y="247"/>
                  </a:lnTo>
                  <a:lnTo>
                    <a:pt x="66" y="247"/>
                  </a:lnTo>
                  <a:lnTo>
                    <a:pt x="66" y="247"/>
                  </a:lnTo>
                  <a:lnTo>
                    <a:pt x="68" y="245"/>
                  </a:lnTo>
                  <a:lnTo>
                    <a:pt x="66" y="245"/>
                  </a:lnTo>
                  <a:lnTo>
                    <a:pt x="66" y="245"/>
                  </a:lnTo>
                  <a:lnTo>
                    <a:pt x="66" y="245"/>
                  </a:lnTo>
                  <a:lnTo>
                    <a:pt x="66" y="243"/>
                  </a:lnTo>
                  <a:lnTo>
                    <a:pt x="65" y="243"/>
                  </a:lnTo>
                  <a:lnTo>
                    <a:pt x="65" y="243"/>
                  </a:lnTo>
                  <a:lnTo>
                    <a:pt x="65" y="243"/>
                  </a:lnTo>
                  <a:lnTo>
                    <a:pt x="65" y="241"/>
                  </a:lnTo>
                  <a:lnTo>
                    <a:pt x="64" y="241"/>
                  </a:lnTo>
                  <a:lnTo>
                    <a:pt x="64" y="241"/>
                  </a:lnTo>
                  <a:lnTo>
                    <a:pt x="64" y="241"/>
                  </a:lnTo>
                  <a:lnTo>
                    <a:pt x="64" y="240"/>
                  </a:lnTo>
                  <a:lnTo>
                    <a:pt x="64" y="240"/>
                  </a:lnTo>
                  <a:lnTo>
                    <a:pt x="64" y="240"/>
                  </a:lnTo>
                  <a:lnTo>
                    <a:pt x="64" y="240"/>
                  </a:lnTo>
                  <a:lnTo>
                    <a:pt x="64" y="239"/>
                  </a:lnTo>
                  <a:lnTo>
                    <a:pt x="64" y="239"/>
                  </a:lnTo>
                  <a:lnTo>
                    <a:pt x="64" y="239"/>
                  </a:lnTo>
                  <a:lnTo>
                    <a:pt x="64" y="239"/>
                  </a:lnTo>
                  <a:lnTo>
                    <a:pt x="64" y="238"/>
                  </a:lnTo>
                  <a:lnTo>
                    <a:pt x="64" y="238"/>
                  </a:lnTo>
                  <a:lnTo>
                    <a:pt x="64" y="238"/>
                  </a:lnTo>
                  <a:lnTo>
                    <a:pt x="64" y="238"/>
                  </a:lnTo>
                  <a:lnTo>
                    <a:pt x="64" y="236"/>
                  </a:lnTo>
                  <a:lnTo>
                    <a:pt x="64" y="236"/>
                  </a:lnTo>
                  <a:lnTo>
                    <a:pt x="64" y="236"/>
                  </a:lnTo>
                  <a:lnTo>
                    <a:pt x="64" y="236"/>
                  </a:lnTo>
                  <a:lnTo>
                    <a:pt x="64" y="235"/>
                  </a:lnTo>
                  <a:lnTo>
                    <a:pt x="64" y="235"/>
                  </a:lnTo>
                  <a:lnTo>
                    <a:pt x="64" y="235"/>
                  </a:lnTo>
                  <a:lnTo>
                    <a:pt x="64" y="235"/>
                  </a:lnTo>
                  <a:lnTo>
                    <a:pt x="64" y="234"/>
                  </a:lnTo>
                  <a:lnTo>
                    <a:pt x="64" y="234"/>
                  </a:lnTo>
                  <a:lnTo>
                    <a:pt x="64" y="234"/>
                  </a:lnTo>
                  <a:lnTo>
                    <a:pt x="64" y="234"/>
                  </a:lnTo>
                  <a:lnTo>
                    <a:pt x="64" y="234"/>
                  </a:lnTo>
                  <a:lnTo>
                    <a:pt x="64" y="234"/>
                  </a:lnTo>
                  <a:lnTo>
                    <a:pt x="64" y="234"/>
                  </a:lnTo>
                  <a:lnTo>
                    <a:pt x="64" y="234"/>
                  </a:lnTo>
                  <a:lnTo>
                    <a:pt x="66" y="232"/>
                  </a:lnTo>
                  <a:lnTo>
                    <a:pt x="66" y="232"/>
                  </a:lnTo>
                  <a:lnTo>
                    <a:pt x="66" y="232"/>
                  </a:lnTo>
                  <a:lnTo>
                    <a:pt x="66" y="232"/>
                  </a:lnTo>
                  <a:lnTo>
                    <a:pt x="68" y="231"/>
                  </a:lnTo>
                  <a:lnTo>
                    <a:pt x="68" y="231"/>
                  </a:lnTo>
                  <a:lnTo>
                    <a:pt x="68" y="231"/>
                  </a:lnTo>
                  <a:lnTo>
                    <a:pt x="68" y="231"/>
                  </a:lnTo>
                  <a:lnTo>
                    <a:pt x="69" y="230"/>
                  </a:lnTo>
                  <a:lnTo>
                    <a:pt x="69" y="231"/>
                  </a:lnTo>
                  <a:lnTo>
                    <a:pt x="69" y="231"/>
                  </a:lnTo>
                  <a:lnTo>
                    <a:pt x="69" y="231"/>
                  </a:lnTo>
                  <a:lnTo>
                    <a:pt x="69" y="231"/>
                  </a:lnTo>
                  <a:lnTo>
                    <a:pt x="69" y="233"/>
                  </a:lnTo>
                  <a:lnTo>
                    <a:pt x="69" y="233"/>
                  </a:lnTo>
                  <a:lnTo>
                    <a:pt x="69" y="233"/>
                  </a:lnTo>
                  <a:lnTo>
                    <a:pt x="70" y="233"/>
                  </a:lnTo>
                  <a:lnTo>
                    <a:pt x="70" y="235"/>
                  </a:lnTo>
                  <a:lnTo>
                    <a:pt x="70" y="235"/>
                  </a:lnTo>
                  <a:lnTo>
                    <a:pt x="70" y="235"/>
                  </a:lnTo>
                  <a:lnTo>
                    <a:pt x="70" y="235"/>
                  </a:lnTo>
                  <a:lnTo>
                    <a:pt x="70" y="236"/>
                  </a:lnTo>
                  <a:lnTo>
                    <a:pt x="70" y="236"/>
                  </a:lnTo>
                  <a:lnTo>
                    <a:pt x="70" y="236"/>
                  </a:lnTo>
                  <a:lnTo>
                    <a:pt x="73" y="236"/>
                  </a:lnTo>
                  <a:lnTo>
                    <a:pt x="73" y="238"/>
                  </a:lnTo>
                  <a:lnTo>
                    <a:pt x="73" y="238"/>
                  </a:lnTo>
                  <a:lnTo>
                    <a:pt x="73" y="238"/>
                  </a:lnTo>
                  <a:lnTo>
                    <a:pt x="74" y="238"/>
                  </a:lnTo>
                  <a:lnTo>
                    <a:pt x="74" y="238"/>
                  </a:lnTo>
                  <a:lnTo>
                    <a:pt x="74" y="238"/>
                  </a:lnTo>
                  <a:lnTo>
                    <a:pt x="74" y="238"/>
                  </a:lnTo>
                  <a:lnTo>
                    <a:pt x="76" y="238"/>
                  </a:lnTo>
                  <a:lnTo>
                    <a:pt x="76" y="239"/>
                  </a:lnTo>
                  <a:lnTo>
                    <a:pt x="76" y="239"/>
                  </a:lnTo>
                  <a:lnTo>
                    <a:pt x="76" y="239"/>
                  </a:lnTo>
                  <a:lnTo>
                    <a:pt x="77" y="239"/>
                  </a:lnTo>
                  <a:lnTo>
                    <a:pt x="77" y="239"/>
                  </a:lnTo>
                  <a:lnTo>
                    <a:pt x="77" y="239"/>
                  </a:lnTo>
                  <a:lnTo>
                    <a:pt x="77" y="239"/>
                  </a:lnTo>
                  <a:lnTo>
                    <a:pt x="78" y="239"/>
                  </a:lnTo>
                  <a:lnTo>
                    <a:pt x="78" y="239"/>
                  </a:lnTo>
                  <a:lnTo>
                    <a:pt x="78" y="239"/>
                  </a:lnTo>
                  <a:lnTo>
                    <a:pt x="78" y="239"/>
                  </a:lnTo>
                  <a:lnTo>
                    <a:pt x="78" y="239"/>
                  </a:lnTo>
                  <a:lnTo>
                    <a:pt x="78" y="239"/>
                  </a:lnTo>
                  <a:lnTo>
                    <a:pt x="78" y="239"/>
                  </a:lnTo>
                  <a:lnTo>
                    <a:pt x="78" y="239"/>
                  </a:lnTo>
                  <a:lnTo>
                    <a:pt x="79" y="238"/>
                  </a:lnTo>
                  <a:lnTo>
                    <a:pt x="79" y="238"/>
                  </a:lnTo>
                  <a:lnTo>
                    <a:pt x="79" y="238"/>
                  </a:lnTo>
                  <a:lnTo>
                    <a:pt x="79" y="238"/>
                  </a:lnTo>
                  <a:lnTo>
                    <a:pt x="80" y="238"/>
                  </a:lnTo>
                  <a:lnTo>
                    <a:pt x="80" y="238"/>
                  </a:lnTo>
                  <a:lnTo>
                    <a:pt x="80" y="238"/>
                  </a:lnTo>
                  <a:lnTo>
                    <a:pt x="80" y="238"/>
                  </a:lnTo>
                  <a:lnTo>
                    <a:pt x="82" y="236"/>
                  </a:lnTo>
                  <a:lnTo>
                    <a:pt x="82" y="238"/>
                  </a:lnTo>
                  <a:lnTo>
                    <a:pt x="82" y="238"/>
                  </a:lnTo>
                  <a:lnTo>
                    <a:pt x="82" y="238"/>
                  </a:lnTo>
                  <a:lnTo>
                    <a:pt x="84" y="238"/>
                  </a:lnTo>
                  <a:lnTo>
                    <a:pt x="84" y="238"/>
                  </a:lnTo>
                  <a:lnTo>
                    <a:pt x="84" y="238"/>
                  </a:lnTo>
                  <a:lnTo>
                    <a:pt x="84" y="238"/>
                  </a:lnTo>
                  <a:lnTo>
                    <a:pt x="85" y="238"/>
                  </a:lnTo>
                  <a:lnTo>
                    <a:pt x="85" y="239"/>
                  </a:lnTo>
                  <a:lnTo>
                    <a:pt x="85" y="239"/>
                  </a:lnTo>
                  <a:lnTo>
                    <a:pt x="85" y="239"/>
                  </a:lnTo>
                  <a:lnTo>
                    <a:pt x="87" y="239"/>
                  </a:lnTo>
                  <a:lnTo>
                    <a:pt x="87" y="239"/>
                  </a:lnTo>
                  <a:lnTo>
                    <a:pt x="88" y="239"/>
                  </a:lnTo>
                  <a:lnTo>
                    <a:pt x="88" y="239"/>
                  </a:lnTo>
                  <a:lnTo>
                    <a:pt x="90" y="239"/>
                  </a:lnTo>
                  <a:lnTo>
                    <a:pt x="90" y="239"/>
                  </a:lnTo>
                  <a:lnTo>
                    <a:pt x="90" y="239"/>
                  </a:lnTo>
                  <a:lnTo>
                    <a:pt x="90" y="239"/>
                  </a:lnTo>
                  <a:lnTo>
                    <a:pt x="91" y="239"/>
                  </a:lnTo>
                  <a:lnTo>
                    <a:pt x="91" y="239"/>
                  </a:lnTo>
                  <a:lnTo>
                    <a:pt x="91" y="239"/>
                  </a:lnTo>
                  <a:lnTo>
                    <a:pt x="91" y="239"/>
                  </a:lnTo>
                  <a:lnTo>
                    <a:pt x="93" y="239"/>
                  </a:lnTo>
                  <a:lnTo>
                    <a:pt x="93" y="239"/>
                  </a:lnTo>
                  <a:lnTo>
                    <a:pt x="93" y="239"/>
                  </a:lnTo>
                  <a:lnTo>
                    <a:pt x="93" y="239"/>
                  </a:lnTo>
                  <a:lnTo>
                    <a:pt x="95" y="239"/>
                  </a:lnTo>
                  <a:lnTo>
                    <a:pt x="95" y="239"/>
                  </a:lnTo>
                  <a:lnTo>
                    <a:pt x="95" y="239"/>
                  </a:lnTo>
                  <a:lnTo>
                    <a:pt x="95" y="239"/>
                  </a:lnTo>
                  <a:lnTo>
                    <a:pt x="97" y="239"/>
                  </a:lnTo>
                  <a:lnTo>
                    <a:pt x="97" y="239"/>
                  </a:lnTo>
                  <a:lnTo>
                    <a:pt x="97" y="239"/>
                  </a:lnTo>
                  <a:lnTo>
                    <a:pt x="97" y="239"/>
                  </a:lnTo>
                  <a:lnTo>
                    <a:pt x="99" y="239"/>
                  </a:lnTo>
                  <a:lnTo>
                    <a:pt x="99" y="239"/>
                  </a:lnTo>
                  <a:lnTo>
                    <a:pt x="101" y="239"/>
                  </a:lnTo>
                  <a:lnTo>
                    <a:pt x="101" y="239"/>
                  </a:lnTo>
                  <a:lnTo>
                    <a:pt x="103" y="239"/>
                  </a:lnTo>
                  <a:lnTo>
                    <a:pt x="103" y="239"/>
                  </a:lnTo>
                  <a:lnTo>
                    <a:pt x="104" y="239"/>
                  </a:lnTo>
                  <a:lnTo>
                    <a:pt x="104" y="239"/>
                  </a:lnTo>
                  <a:lnTo>
                    <a:pt x="106" y="239"/>
                  </a:lnTo>
                  <a:lnTo>
                    <a:pt x="106" y="239"/>
                  </a:lnTo>
                  <a:lnTo>
                    <a:pt x="107" y="239"/>
                  </a:lnTo>
                  <a:lnTo>
                    <a:pt x="107" y="239"/>
                  </a:lnTo>
                  <a:lnTo>
                    <a:pt x="109" y="238"/>
                  </a:lnTo>
                  <a:lnTo>
                    <a:pt x="107" y="238"/>
                  </a:lnTo>
                  <a:lnTo>
                    <a:pt x="107" y="238"/>
                  </a:lnTo>
                  <a:lnTo>
                    <a:pt x="107" y="238"/>
                  </a:lnTo>
                  <a:lnTo>
                    <a:pt x="107" y="238"/>
                  </a:lnTo>
                  <a:lnTo>
                    <a:pt x="105" y="238"/>
                  </a:lnTo>
                  <a:lnTo>
                    <a:pt x="105" y="238"/>
                  </a:lnTo>
                  <a:lnTo>
                    <a:pt x="105" y="238"/>
                  </a:lnTo>
                  <a:lnTo>
                    <a:pt x="105" y="236"/>
                  </a:lnTo>
                  <a:lnTo>
                    <a:pt x="103" y="236"/>
                  </a:lnTo>
                  <a:lnTo>
                    <a:pt x="103" y="236"/>
                  </a:lnTo>
                  <a:lnTo>
                    <a:pt x="103" y="236"/>
                  </a:lnTo>
                  <a:lnTo>
                    <a:pt x="103" y="235"/>
                  </a:lnTo>
                  <a:lnTo>
                    <a:pt x="102" y="235"/>
                  </a:lnTo>
                  <a:lnTo>
                    <a:pt x="102" y="235"/>
                  </a:lnTo>
                  <a:lnTo>
                    <a:pt x="102" y="235"/>
                  </a:lnTo>
                  <a:lnTo>
                    <a:pt x="103" y="234"/>
                  </a:lnTo>
                  <a:lnTo>
                    <a:pt x="102" y="234"/>
                  </a:lnTo>
                  <a:lnTo>
                    <a:pt x="102" y="234"/>
                  </a:lnTo>
                  <a:lnTo>
                    <a:pt x="102" y="234"/>
                  </a:lnTo>
                  <a:lnTo>
                    <a:pt x="102" y="233"/>
                  </a:lnTo>
                  <a:lnTo>
                    <a:pt x="102" y="233"/>
                  </a:lnTo>
                  <a:lnTo>
                    <a:pt x="102" y="233"/>
                  </a:lnTo>
                  <a:lnTo>
                    <a:pt x="102" y="233"/>
                  </a:lnTo>
                  <a:lnTo>
                    <a:pt x="102" y="231"/>
                  </a:lnTo>
                  <a:lnTo>
                    <a:pt x="102" y="231"/>
                  </a:lnTo>
                  <a:lnTo>
                    <a:pt x="102" y="231"/>
                  </a:lnTo>
                  <a:lnTo>
                    <a:pt x="102" y="231"/>
                  </a:lnTo>
                  <a:lnTo>
                    <a:pt x="102" y="228"/>
                  </a:lnTo>
                  <a:lnTo>
                    <a:pt x="102" y="228"/>
                  </a:lnTo>
                  <a:lnTo>
                    <a:pt x="102" y="228"/>
                  </a:lnTo>
                  <a:lnTo>
                    <a:pt x="102" y="228"/>
                  </a:lnTo>
                  <a:lnTo>
                    <a:pt x="103" y="227"/>
                  </a:lnTo>
                  <a:lnTo>
                    <a:pt x="103" y="227"/>
                  </a:lnTo>
                  <a:lnTo>
                    <a:pt x="103" y="227"/>
                  </a:lnTo>
                  <a:lnTo>
                    <a:pt x="103" y="227"/>
                  </a:lnTo>
                  <a:lnTo>
                    <a:pt x="103" y="227"/>
                  </a:lnTo>
                  <a:lnTo>
                    <a:pt x="103" y="227"/>
                  </a:lnTo>
                  <a:lnTo>
                    <a:pt x="103" y="227"/>
                  </a:lnTo>
                  <a:lnTo>
                    <a:pt x="103" y="227"/>
                  </a:lnTo>
                  <a:lnTo>
                    <a:pt x="105" y="226"/>
                  </a:lnTo>
                  <a:lnTo>
                    <a:pt x="105" y="226"/>
                  </a:lnTo>
                  <a:lnTo>
                    <a:pt x="105" y="226"/>
                  </a:lnTo>
                  <a:lnTo>
                    <a:pt x="105" y="226"/>
                  </a:lnTo>
                  <a:lnTo>
                    <a:pt x="106" y="226"/>
                  </a:lnTo>
                  <a:lnTo>
                    <a:pt x="106" y="226"/>
                  </a:lnTo>
                  <a:lnTo>
                    <a:pt x="106" y="226"/>
                  </a:lnTo>
                  <a:lnTo>
                    <a:pt x="106" y="226"/>
                  </a:lnTo>
                  <a:lnTo>
                    <a:pt x="107" y="224"/>
                  </a:lnTo>
                  <a:lnTo>
                    <a:pt x="106" y="224"/>
                  </a:lnTo>
                  <a:lnTo>
                    <a:pt x="106" y="224"/>
                  </a:lnTo>
                  <a:lnTo>
                    <a:pt x="106" y="224"/>
                  </a:lnTo>
                  <a:lnTo>
                    <a:pt x="106" y="224"/>
                  </a:lnTo>
                  <a:lnTo>
                    <a:pt x="106" y="224"/>
                  </a:lnTo>
                  <a:lnTo>
                    <a:pt x="106" y="224"/>
                  </a:lnTo>
                  <a:lnTo>
                    <a:pt x="106" y="224"/>
                  </a:lnTo>
                  <a:lnTo>
                    <a:pt x="106" y="223"/>
                  </a:lnTo>
                  <a:lnTo>
                    <a:pt x="105" y="223"/>
                  </a:lnTo>
                  <a:lnTo>
                    <a:pt x="105" y="223"/>
                  </a:lnTo>
                  <a:lnTo>
                    <a:pt x="105" y="223"/>
                  </a:lnTo>
                  <a:lnTo>
                    <a:pt x="105" y="223"/>
                  </a:lnTo>
                  <a:lnTo>
                    <a:pt x="105" y="223"/>
                  </a:lnTo>
                  <a:lnTo>
                    <a:pt x="105" y="223"/>
                  </a:lnTo>
                  <a:lnTo>
                    <a:pt x="105" y="223"/>
                  </a:lnTo>
                  <a:lnTo>
                    <a:pt x="105" y="221"/>
                  </a:lnTo>
                  <a:lnTo>
                    <a:pt x="105" y="221"/>
                  </a:lnTo>
                  <a:lnTo>
                    <a:pt x="105" y="221"/>
                  </a:lnTo>
                  <a:lnTo>
                    <a:pt x="105" y="221"/>
                  </a:lnTo>
                  <a:lnTo>
                    <a:pt x="105" y="219"/>
                  </a:lnTo>
                  <a:lnTo>
                    <a:pt x="105" y="219"/>
                  </a:lnTo>
                  <a:lnTo>
                    <a:pt x="105" y="218"/>
                  </a:lnTo>
                  <a:lnTo>
                    <a:pt x="105" y="218"/>
                  </a:lnTo>
                  <a:lnTo>
                    <a:pt x="105" y="216"/>
                  </a:lnTo>
                  <a:lnTo>
                    <a:pt x="105" y="216"/>
                  </a:lnTo>
                  <a:lnTo>
                    <a:pt x="105" y="216"/>
                  </a:lnTo>
                  <a:lnTo>
                    <a:pt x="105" y="216"/>
                  </a:lnTo>
                  <a:lnTo>
                    <a:pt x="105" y="214"/>
                  </a:lnTo>
                  <a:lnTo>
                    <a:pt x="105" y="214"/>
                  </a:lnTo>
                  <a:lnTo>
                    <a:pt x="105" y="214"/>
                  </a:lnTo>
                  <a:lnTo>
                    <a:pt x="105" y="214"/>
                  </a:lnTo>
                  <a:lnTo>
                    <a:pt x="106" y="212"/>
                  </a:lnTo>
                  <a:lnTo>
                    <a:pt x="106" y="212"/>
                  </a:lnTo>
                  <a:lnTo>
                    <a:pt x="106" y="212"/>
                  </a:lnTo>
                  <a:lnTo>
                    <a:pt x="106" y="212"/>
                  </a:lnTo>
                  <a:lnTo>
                    <a:pt x="107" y="212"/>
                  </a:lnTo>
                  <a:lnTo>
                    <a:pt x="107" y="212"/>
                  </a:lnTo>
                  <a:lnTo>
                    <a:pt x="107" y="212"/>
                  </a:lnTo>
                  <a:lnTo>
                    <a:pt x="107" y="212"/>
                  </a:lnTo>
                  <a:lnTo>
                    <a:pt x="109" y="211"/>
                  </a:lnTo>
                  <a:lnTo>
                    <a:pt x="109" y="211"/>
                  </a:lnTo>
                  <a:lnTo>
                    <a:pt x="109" y="211"/>
                  </a:lnTo>
                  <a:lnTo>
                    <a:pt x="109" y="211"/>
                  </a:lnTo>
                  <a:lnTo>
                    <a:pt x="111" y="211"/>
                  </a:lnTo>
                  <a:lnTo>
                    <a:pt x="111" y="211"/>
                  </a:lnTo>
                  <a:lnTo>
                    <a:pt x="112" y="211"/>
                  </a:lnTo>
                  <a:lnTo>
                    <a:pt x="112" y="211"/>
                  </a:lnTo>
                  <a:lnTo>
                    <a:pt x="113" y="209"/>
                  </a:lnTo>
                  <a:lnTo>
                    <a:pt x="113" y="209"/>
                  </a:lnTo>
                  <a:lnTo>
                    <a:pt x="113" y="209"/>
                  </a:lnTo>
                  <a:lnTo>
                    <a:pt x="113" y="209"/>
                  </a:lnTo>
                  <a:lnTo>
                    <a:pt x="113" y="207"/>
                  </a:lnTo>
                  <a:lnTo>
                    <a:pt x="113" y="207"/>
                  </a:lnTo>
                  <a:lnTo>
                    <a:pt x="113" y="207"/>
                  </a:lnTo>
                  <a:lnTo>
                    <a:pt x="113" y="207"/>
                  </a:lnTo>
                  <a:lnTo>
                    <a:pt x="115" y="205"/>
                  </a:lnTo>
                  <a:lnTo>
                    <a:pt x="115" y="205"/>
                  </a:lnTo>
                  <a:lnTo>
                    <a:pt x="115" y="205"/>
                  </a:lnTo>
                  <a:lnTo>
                    <a:pt x="115" y="205"/>
                  </a:lnTo>
                  <a:lnTo>
                    <a:pt x="116" y="203"/>
                  </a:lnTo>
                  <a:lnTo>
                    <a:pt x="116" y="203"/>
                  </a:lnTo>
                  <a:lnTo>
                    <a:pt x="116" y="203"/>
                  </a:lnTo>
                  <a:lnTo>
                    <a:pt x="116" y="203"/>
                  </a:lnTo>
                  <a:lnTo>
                    <a:pt x="118" y="202"/>
                  </a:lnTo>
                  <a:lnTo>
                    <a:pt x="116" y="203"/>
                  </a:lnTo>
                  <a:lnTo>
                    <a:pt x="116" y="203"/>
                  </a:lnTo>
                  <a:lnTo>
                    <a:pt x="115" y="203"/>
                  </a:lnTo>
                  <a:lnTo>
                    <a:pt x="115" y="203"/>
                  </a:lnTo>
                  <a:lnTo>
                    <a:pt x="113" y="203"/>
                  </a:lnTo>
                  <a:lnTo>
                    <a:pt x="113" y="203"/>
                  </a:lnTo>
                  <a:lnTo>
                    <a:pt x="113" y="203"/>
                  </a:lnTo>
                  <a:lnTo>
                    <a:pt x="113" y="203"/>
                  </a:lnTo>
                  <a:lnTo>
                    <a:pt x="111" y="203"/>
                  </a:lnTo>
                  <a:lnTo>
                    <a:pt x="111" y="203"/>
                  </a:lnTo>
                  <a:lnTo>
                    <a:pt x="109" y="203"/>
                  </a:lnTo>
                  <a:lnTo>
                    <a:pt x="109" y="203"/>
                  </a:lnTo>
                  <a:lnTo>
                    <a:pt x="109" y="203"/>
                  </a:lnTo>
                  <a:lnTo>
                    <a:pt x="109" y="203"/>
                  </a:lnTo>
                  <a:lnTo>
                    <a:pt x="109" y="203"/>
                  </a:lnTo>
                  <a:lnTo>
                    <a:pt x="109" y="202"/>
                  </a:lnTo>
                  <a:lnTo>
                    <a:pt x="109" y="203"/>
                  </a:lnTo>
                  <a:lnTo>
                    <a:pt x="109" y="203"/>
                  </a:lnTo>
                  <a:lnTo>
                    <a:pt x="109" y="203"/>
                  </a:lnTo>
                  <a:lnTo>
                    <a:pt x="109" y="203"/>
                  </a:lnTo>
                  <a:lnTo>
                    <a:pt x="109" y="205"/>
                  </a:lnTo>
                  <a:lnTo>
                    <a:pt x="109" y="205"/>
                  </a:lnTo>
                  <a:lnTo>
                    <a:pt x="109" y="205"/>
                  </a:lnTo>
                  <a:lnTo>
                    <a:pt x="109" y="205"/>
                  </a:lnTo>
                  <a:lnTo>
                    <a:pt x="109" y="206"/>
                  </a:lnTo>
                  <a:lnTo>
                    <a:pt x="109" y="206"/>
                  </a:lnTo>
                  <a:lnTo>
                    <a:pt x="109" y="206"/>
                  </a:lnTo>
                  <a:lnTo>
                    <a:pt x="109" y="206"/>
                  </a:lnTo>
                  <a:lnTo>
                    <a:pt x="109" y="206"/>
                  </a:lnTo>
                  <a:lnTo>
                    <a:pt x="109" y="206"/>
                  </a:lnTo>
                  <a:lnTo>
                    <a:pt x="109" y="206"/>
                  </a:lnTo>
                  <a:lnTo>
                    <a:pt x="109" y="206"/>
                  </a:lnTo>
                  <a:lnTo>
                    <a:pt x="107" y="208"/>
                  </a:lnTo>
                  <a:lnTo>
                    <a:pt x="107" y="208"/>
                  </a:lnTo>
                  <a:lnTo>
                    <a:pt x="107" y="208"/>
                  </a:lnTo>
                  <a:lnTo>
                    <a:pt x="107" y="208"/>
                  </a:lnTo>
                  <a:lnTo>
                    <a:pt x="106" y="208"/>
                  </a:lnTo>
                  <a:lnTo>
                    <a:pt x="106" y="208"/>
                  </a:lnTo>
                  <a:lnTo>
                    <a:pt x="106" y="208"/>
                  </a:lnTo>
                  <a:lnTo>
                    <a:pt x="106" y="208"/>
                  </a:lnTo>
                  <a:lnTo>
                    <a:pt x="104" y="209"/>
                  </a:lnTo>
                  <a:lnTo>
                    <a:pt x="104" y="209"/>
                  </a:lnTo>
                  <a:lnTo>
                    <a:pt x="104" y="209"/>
                  </a:lnTo>
                  <a:lnTo>
                    <a:pt x="104" y="209"/>
                  </a:lnTo>
                  <a:lnTo>
                    <a:pt x="103" y="209"/>
                  </a:lnTo>
                  <a:lnTo>
                    <a:pt x="103" y="209"/>
                  </a:lnTo>
                  <a:lnTo>
                    <a:pt x="103" y="209"/>
                  </a:lnTo>
                  <a:lnTo>
                    <a:pt x="103" y="209"/>
                  </a:lnTo>
                  <a:lnTo>
                    <a:pt x="101" y="209"/>
                  </a:lnTo>
                  <a:lnTo>
                    <a:pt x="101" y="209"/>
                  </a:lnTo>
                  <a:lnTo>
                    <a:pt x="100" y="209"/>
                  </a:lnTo>
                  <a:lnTo>
                    <a:pt x="100" y="207"/>
                  </a:lnTo>
                  <a:lnTo>
                    <a:pt x="100" y="207"/>
                  </a:lnTo>
                  <a:lnTo>
                    <a:pt x="100" y="205"/>
                  </a:lnTo>
                  <a:lnTo>
                    <a:pt x="100" y="205"/>
                  </a:lnTo>
                  <a:lnTo>
                    <a:pt x="100" y="203"/>
                  </a:lnTo>
                  <a:lnTo>
                    <a:pt x="100" y="203"/>
                  </a:lnTo>
                  <a:lnTo>
                    <a:pt x="100" y="202"/>
                  </a:lnTo>
                  <a:lnTo>
                    <a:pt x="100" y="202"/>
                  </a:lnTo>
                  <a:lnTo>
                    <a:pt x="100" y="200"/>
                  </a:lnTo>
                  <a:lnTo>
                    <a:pt x="100" y="200"/>
                  </a:lnTo>
                  <a:lnTo>
                    <a:pt x="100" y="199"/>
                  </a:lnTo>
                  <a:lnTo>
                    <a:pt x="100" y="199"/>
                  </a:lnTo>
                  <a:lnTo>
                    <a:pt x="100" y="197"/>
                  </a:lnTo>
                  <a:lnTo>
                    <a:pt x="99" y="197"/>
                  </a:lnTo>
                  <a:lnTo>
                    <a:pt x="99" y="197"/>
                  </a:lnTo>
                  <a:lnTo>
                    <a:pt x="99" y="197"/>
                  </a:lnTo>
                  <a:lnTo>
                    <a:pt x="99" y="196"/>
                  </a:lnTo>
                  <a:lnTo>
                    <a:pt x="99" y="196"/>
                  </a:lnTo>
                  <a:lnTo>
                    <a:pt x="99" y="196"/>
                  </a:lnTo>
                  <a:lnTo>
                    <a:pt x="99" y="196"/>
                  </a:lnTo>
                  <a:lnTo>
                    <a:pt x="99" y="194"/>
                  </a:lnTo>
                  <a:lnTo>
                    <a:pt x="99" y="194"/>
                  </a:lnTo>
                  <a:lnTo>
                    <a:pt x="99" y="194"/>
                  </a:lnTo>
                  <a:lnTo>
                    <a:pt x="99" y="194"/>
                  </a:lnTo>
                  <a:lnTo>
                    <a:pt x="99" y="192"/>
                  </a:lnTo>
                  <a:lnTo>
                    <a:pt x="99" y="192"/>
                  </a:lnTo>
                  <a:lnTo>
                    <a:pt x="99" y="191"/>
                  </a:lnTo>
                  <a:lnTo>
                    <a:pt x="99" y="191"/>
                  </a:lnTo>
                  <a:lnTo>
                    <a:pt x="99" y="189"/>
                  </a:lnTo>
                  <a:lnTo>
                    <a:pt x="98" y="189"/>
                  </a:lnTo>
                  <a:lnTo>
                    <a:pt x="98" y="189"/>
                  </a:lnTo>
                  <a:lnTo>
                    <a:pt x="98" y="189"/>
                  </a:lnTo>
                  <a:lnTo>
                    <a:pt x="98" y="189"/>
                  </a:lnTo>
                  <a:lnTo>
                    <a:pt x="98" y="189"/>
                  </a:lnTo>
                  <a:lnTo>
                    <a:pt x="98" y="189"/>
                  </a:lnTo>
                  <a:lnTo>
                    <a:pt x="98" y="189"/>
                  </a:lnTo>
                  <a:lnTo>
                    <a:pt x="98" y="188"/>
                  </a:lnTo>
                  <a:lnTo>
                    <a:pt x="97" y="188"/>
                  </a:lnTo>
                  <a:lnTo>
                    <a:pt x="97" y="188"/>
                  </a:lnTo>
                  <a:lnTo>
                    <a:pt x="97" y="188"/>
                  </a:lnTo>
                  <a:lnTo>
                    <a:pt x="97" y="187"/>
                  </a:lnTo>
                  <a:lnTo>
                    <a:pt x="97" y="187"/>
                  </a:lnTo>
                  <a:lnTo>
                    <a:pt x="97" y="187"/>
                  </a:lnTo>
                  <a:lnTo>
                    <a:pt x="97" y="187"/>
                  </a:lnTo>
                  <a:lnTo>
                    <a:pt x="97" y="185"/>
                  </a:lnTo>
                  <a:lnTo>
                    <a:pt x="97" y="185"/>
                  </a:lnTo>
                  <a:lnTo>
                    <a:pt x="97" y="185"/>
                  </a:lnTo>
                  <a:lnTo>
                    <a:pt x="97" y="185"/>
                  </a:lnTo>
                  <a:lnTo>
                    <a:pt x="97" y="183"/>
                  </a:lnTo>
                  <a:lnTo>
                    <a:pt x="97" y="183"/>
                  </a:lnTo>
                  <a:lnTo>
                    <a:pt x="97" y="183"/>
                  </a:lnTo>
                  <a:lnTo>
                    <a:pt x="97" y="183"/>
                  </a:lnTo>
                  <a:lnTo>
                    <a:pt x="98" y="181"/>
                  </a:lnTo>
                  <a:lnTo>
                    <a:pt x="98" y="181"/>
                  </a:lnTo>
                  <a:lnTo>
                    <a:pt x="98" y="181"/>
                  </a:lnTo>
                  <a:lnTo>
                    <a:pt x="98" y="181"/>
                  </a:lnTo>
                  <a:lnTo>
                    <a:pt x="100" y="180"/>
                  </a:lnTo>
                  <a:lnTo>
                    <a:pt x="100" y="180"/>
                  </a:lnTo>
                  <a:lnTo>
                    <a:pt x="100" y="178"/>
                  </a:lnTo>
                  <a:lnTo>
                    <a:pt x="100" y="178"/>
                  </a:lnTo>
                  <a:lnTo>
                    <a:pt x="102" y="176"/>
                  </a:lnTo>
                  <a:lnTo>
                    <a:pt x="102" y="176"/>
                  </a:lnTo>
                  <a:lnTo>
                    <a:pt x="102" y="176"/>
                  </a:lnTo>
                  <a:lnTo>
                    <a:pt x="102" y="176"/>
                  </a:lnTo>
                  <a:lnTo>
                    <a:pt x="103" y="175"/>
                  </a:lnTo>
                  <a:lnTo>
                    <a:pt x="103" y="175"/>
                  </a:lnTo>
                  <a:lnTo>
                    <a:pt x="104" y="175"/>
                  </a:lnTo>
                  <a:lnTo>
                    <a:pt x="104" y="175"/>
                  </a:lnTo>
                  <a:lnTo>
                    <a:pt x="106" y="173"/>
                  </a:lnTo>
                  <a:lnTo>
                    <a:pt x="106" y="173"/>
                  </a:lnTo>
                  <a:lnTo>
                    <a:pt x="107" y="173"/>
                  </a:lnTo>
                  <a:lnTo>
                    <a:pt x="107" y="173"/>
                  </a:lnTo>
                  <a:lnTo>
                    <a:pt x="109" y="171"/>
                  </a:lnTo>
                  <a:lnTo>
                    <a:pt x="109" y="171"/>
                  </a:lnTo>
                  <a:lnTo>
                    <a:pt x="110" y="170"/>
                  </a:lnTo>
                  <a:lnTo>
                    <a:pt x="110" y="170"/>
                  </a:lnTo>
                  <a:lnTo>
                    <a:pt x="112" y="168"/>
                  </a:lnTo>
                  <a:lnTo>
                    <a:pt x="110" y="168"/>
                  </a:lnTo>
                  <a:lnTo>
                    <a:pt x="110" y="168"/>
                  </a:lnTo>
                  <a:lnTo>
                    <a:pt x="109" y="168"/>
                  </a:lnTo>
                  <a:lnTo>
                    <a:pt x="109" y="168"/>
                  </a:lnTo>
                  <a:lnTo>
                    <a:pt x="107" y="168"/>
                  </a:lnTo>
                  <a:lnTo>
                    <a:pt x="107" y="168"/>
                  </a:lnTo>
                  <a:lnTo>
                    <a:pt x="107" y="168"/>
                  </a:lnTo>
                  <a:lnTo>
                    <a:pt x="107" y="167"/>
                  </a:lnTo>
                  <a:lnTo>
                    <a:pt x="106" y="167"/>
                  </a:lnTo>
                  <a:lnTo>
                    <a:pt x="106" y="167"/>
                  </a:lnTo>
                  <a:lnTo>
                    <a:pt x="105" y="167"/>
                  </a:lnTo>
                  <a:lnTo>
                    <a:pt x="105" y="167"/>
                  </a:lnTo>
                  <a:lnTo>
                    <a:pt x="103" y="167"/>
                  </a:lnTo>
                  <a:lnTo>
                    <a:pt x="103" y="167"/>
                  </a:lnTo>
                  <a:lnTo>
                    <a:pt x="103" y="167"/>
                  </a:lnTo>
                  <a:lnTo>
                    <a:pt x="103" y="165"/>
                  </a:lnTo>
                  <a:lnTo>
                    <a:pt x="101" y="167"/>
                  </a:lnTo>
                  <a:lnTo>
                    <a:pt x="101" y="167"/>
                  </a:lnTo>
                  <a:lnTo>
                    <a:pt x="100" y="167"/>
                  </a:lnTo>
                  <a:lnTo>
                    <a:pt x="100" y="167"/>
                  </a:lnTo>
                  <a:lnTo>
                    <a:pt x="99" y="167"/>
                  </a:lnTo>
                  <a:lnTo>
                    <a:pt x="99" y="167"/>
                  </a:lnTo>
                  <a:lnTo>
                    <a:pt x="99" y="167"/>
                  </a:lnTo>
                  <a:lnTo>
                    <a:pt x="99" y="167"/>
                  </a:lnTo>
                  <a:lnTo>
                    <a:pt x="97" y="168"/>
                  </a:lnTo>
                  <a:lnTo>
                    <a:pt x="97" y="168"/>
                  </a:lnTo>
                  <a:lnTo>
                    <a:pt x="95" y="168"/>
                  </a:lnTo>
                  <a:lnTo>
                    <a:pt x="95" y="168"/>
                  </a:lnTo>
                  <a:lnTo>
                    <a:pt x="93" y="168"/>
                  </a:lnTo>
                  <a:lnTo>
                    <a:pt x="93" y="168"/>
                  </a:lnTo>
                  <a:lnTo>
                    <a:pt x="93" y="168"/>
                  </a:lnTo>
                  <a:lnTo>
                    <a:pt x="93" y="168"/>
                  </a:lnTo>
                  <a:lnTo>
                    <a:pt x="91" y="170"/>
                  </a:lnTo>
                  <a:lnTo>
                    <a:pt x="91" y="170"/>
                  </a:lnTo>
                  <a:lnTo>
                    <a:pt x="91" y="170"/>
                  </a:lnTo>
                  <a:lnTo>
                    <a:pt x="91" y="170"/>
                  </a:lnTo>
                  <a:lnTo>
                    <a:pt x="91" y="172"/>
                  </a:lnTo>
                  <a:lnTo>
                    <a:pt x="91" y="172"/>
                  </a:lnTo>
                  <a:lnTo>
                    <a:pt x="91" y="172"/>
                  </a:lnTo>
                  <a:lnTo>
                    <a:pt x="91" y="172"/>
                  </a:lnTo>
                  <a:lnTo>
                    <a:pt x="90" y="174"/>
                  </a:lnTo>
                  <a:lnTo>
                    <a:pt x="90" y="174"/>
                  </a:lnTo>
                  <a:lnTo>
                    <a:pt x="90" y="174"/>
                  </a:lnTo>
                  <a:lnTo>
                    <a:pt x="90" y="174"/>
                  </a:lnTo>
                  <a:lnTo>
                    <a:pt x="90" y="174"/>
                  </a:lnTo>
                  <a:lnTo>
                    <a:pt x="90" y="174"/>
                  </a:lnTo>
                  <a:lnTo>
                    <a:pt x="90" y="174"/>
                  </a:lnTo>
                  <a:lnTo>
                    <a:pt x="90" y="174"/>
                  </a:lnTo>
                  <a:lnTo>
                    <a:pt x="88" y="174"/>
                  </a:lnTo>
                  <a:lnTo>
                    <a:pt x="88" y="174"/>
                  </a:lnTo>
                  <a:lnTo>
                    <a:pt x="87" y="174"/>
                  </a:lnTo>
                  <a:lnTo>
                    <a:pt x="87" y="174"/>
                  </a:lnTo>
                  <a:lnTo>
                    <a:pt x="85" y="174"/>
                  </a:lnTo>
                  <a:lnTo>
                    <a:pt x="85" y="173"/>
                  </a:lnTo>
                  <a:lnTo>
                    <a:pt x="85" y="173"/>
                  </a:lnTo>
                  <a:lnTo>
                    <a:pt x="85" y="171"/>
                  </a:lnTo>
                  <a:lnTo>
                    <a:pt x="84" y="171"/>
                  </a:lnTo>
                  <a:lnTo>
                    <a:pt x="84" y="171"/>
                  </a:lnTo>
                  <a:lnTo>
                    <a:pt x="84" y="171"/>
                  </a:lnTo>
                  <a:lnTo>
                    <a:pt x="84" y="169"/>
                  </a:lnTo>
                  <a:lnTo>
                    <a:pt x="82" y="169"/>
                  </a:lnTo>
                  <a:lnTo>
                    <a:pt x="82" y="168"/>
                  </a:lnTo>
                  <a:lnTo>
                    <a:pt x="82" y="168"/>
                  </a:lnTo>
                  <a:lnTo>
                    <a:pt x="82" y="167"/>
                  </a:lnTo>
                  <a:lnTo>
                    <a:pt x="82" y="169"/>
                  </a:lnTo>
                  <a:lnTo>
                    <a:pt x="82" y="169"/>
                  </a:lnTo>
                  <a:lnTo>
                    <a:pt x="82" y="170"/>
                  </a:lnTo>
                  <a:lnTo>
                    <a:pt x="82" y="170"/>
                  </a:lnTo>
                  <a:lnTo>
                    <a:pt x="82" y="172"/>
                  </a:lnTo>
                  <a:lnTo>
                    <a:pt x="82" y="172"/>
                  </a:lnTo>
                  <a:lnTo>
                    <a:pt x="82" y="173"/>
                  </a:lnTo>
                  <a:lnTo>
                    <a:pt x="82" y="173"/>
                  </a:lnTo>
                  <a:lnTo>
                    <a:pt x="82" y="175"/>
                  </a:lnTo>
                  <a:lnTo>
                    <a:pt x="82" y="175"/>
                  </a:lnTo>
                  <a:lnTo>
                    <a:pt x="82" y="176"/>
                  </a:lnTo>
                  <a:lnTo>
                    <a:pt x="82" y="176"/>
                  </a:lnTo>
                  <a:lnTo>
                    <a:pt x="82" y="177"/>
                  </a:lnTo>
                  <a:lnTo>
                    <a:pt x="82" y="177"/>
                  </a:lnTo>
                  <a:lnTo>
                    <a:pt x="82" y="177"/>
                  </a:lnTo>
                  <a:lnTo>
                    <a:pt x="82" y="177"/>
                  </a:lnTo>
                  <a:lnTo>
                    <a:pt x="80" y="177"/>
                  </a:lnTo>
                  <a:lnTo>
                    <a:pt x="80" y="177"/>
                  </a:lnTo>
                  <a:lnTo>
                    <a:pt x="80" y="177"/>
                  </a:lnTo>
                  <a:lnTo>
                    <a:pt x="80" y="177"/>
                  </a:lnTo>
                  <a:lnTo>
                    <a:pt x="78" y="177"/>
                  </a:lnTo>
                  <a:lnTo>
                    <a:pt x="78" y="177"/>
                  </a:lnTo>
                  <a:lnTo>
                    <a:pt x="78" y="177"/>
                  </a:lnTo>
                  <a:lnTo>
                    <a:pt x="78" y="175"/>
                  </a:lnTo>
                  <a:lnTo>
                    <a:pt x="76" y="175"/>
                  </a:lnTo>
                  <a:lnTo>
                    <a:pt x="76" y="175"/>
                  </a:lnTo>
                  <a:lnTo>
                    <a:pt x="76" y="175"/>
                  </a:lnTo>
                  <a:lnTo>
                    <a:pt x="76" y="174"/>
                  </a:lnTo>
                  <a:lnTo>
                    <a:pt x="76" y="174"/>
                  </a:lnTo>
                  <a:lnTo>
                    <a:pt x="76" y="173"/>
                  </a:lnTo>
                  <a:lnTo>
                    <a:pt x="76" y="173"/>
                  </a:lnTo>
                  <a:lnTo>
                    <a:pt x="76" y="171"/>
                  </a:lnTo>
                  <a:lnTo>
                    <a:pt x="74" y="171"/>
                  </a:lnTo>
                  <a:lnTo>
                    <a:pt x="74" y="171"/>
                  </a:lnTo>
                  <a:lnTo>
                    <a:pt x="72" y="171"/>
                  </a:lnTo>
                  <a:lnTo>
                    <a:pt x="72" y="171"/>
                  </a:lnTo>
                  <a:lnTo>
                    <a:pt x="70" y="171"/>
                  </a:lnTo>
                  <a:lnTo>
                    <a:pt x="70" y="171"/>
                  </a:lnTo>
                  <a:lnTo>
                    <a:pt x="70" y="171"/>
                  </a:lnTo>
                  <a:lnTo>
                    <a:pt x="70" y="169"/>
                  </a:lnTo>
                  <a:lnTo>
                    <a:pt x="68" y="169"/>
                  </a:lnTo>
                  <a:lnTo>
                    <a:pt x="68" y="169"/>
                  </a:lnTo>
                  <a:lnTo>
                    <a:pt x="68" y="169"/>
                  </a:lnTo>
                  <a:lnTo>
                    <a:pt x="68" y="168"/>
                  </a:lnTo>
                  <a:lnTo>
                    <a:pt x="68" y="168"/>
                  </a:lnTo>
                  <a:lnTo>
                    <a:pt x="68" y="168"/>
                  </a:lnTo>
                  <a:lnTo>
                    <a:pt x="68" y="168"/>
                  </a:lnTo>
                  <a:lnTo>
                    <a:pt x="68" y="167"/>
                  </a:lnTo>
                  <a:lnTo>
                    <a:pt x="68" y="168"/>
                  </a:lnTo>
                  <a:lnTo>
                    <a:pt x="68" y="168"/>
                  </a:lnTo>
                  <a:lnTo>
                    <a:pt x="68" y="169"/>
                  </a:lnTo>
                  <a:lnTo>
                    <a:pt x="68" y="169"/>
                  </a:lnTo>
                  <a:lnTo>
                    <a:pt x="68" y="171"/>
                  </a:lnTo>
                  <a:lnTo>
                    <a:pt x="68" y="171"/>
                  </a:lnTo>
                  <a:lnTo>
                    <a:pt x="68" y="172"/>
                  </a:lnTo>
                  <a:lnTo>
                    <a:pt x="68" y="172"/>
                  </a:lnTo>
                  <a:lnTo>
                    <a:pt x="68" y="174"/>
                  </a:lnTo>
                  <a:lnTo>
                    <a:pt x="68" y="174"/>
                  </a:lnTo>
                  <a:lnTo>
                    <a:pt x="68" y="175"/>
                  </a:lnTo>
                  <a:lnTo>
                    <a:pt x="68" y="175"/>
                  </a:lnTo>
                  <a:lnTo>
                    <a:pt x="68" y="176"/>
                  </a:lnTo>
                  <a:lnTo>
                    <a:pt x="68" y="176"/>
                  </a:lnTo>
                  <a:lnTo>
                    <a:pt x="68" y="176"/>
                  </a:lnTo>
                  <a:lnTo>
                    <a:pt x="68" y="176"/>
                  </a:lnTo>
                  <a:lnTo>
                    <a:pt x="66" y="176"/>
                  </a:lnTo>
                  <a:lnTo>
                    <a:pt x="66" y="176"/>
                  </a:lnTo>
                  <a:lnTo>
                    <a:pt x="66" y="176"/>
                  </a:lnTo>
                  <a:lnTo>
                    <a:pt x="66" y="176"/>
                  </a:lnTo>
                  <a:lnTo>
                    <a:pt x="66" y="176"/>
                  </a:lnTo>
                  <a:lnTo>
                    <a:pt x="66" y="176"/>
                  </a:lnTo>
                  <a:lnTo>
                    <a:pt x="66" y="176"/>
                  </a:lnTo>
                  <a:lnTo>
                    <a:pt x="66" y="176"/>
                  </a:lnTo>
                  <a:lnTo>
                    <a:pt x="65" y="176"/>
                  </a:lnTo>
                  <a:lnTo>
                    <a:pt x="65" y="176"/>
                  </a:lnTo>
                  <a:lnTo>
                    <a:pt x="65" y="176"/>
                  </a:lnTo>
                  <a:lnTo>
                    <a:pt x="65" y="176"/>
                  </a:lnTo>
                  <a:lnTo>
                    <a:pt x="65" y="176"/>
                  </a:lnTo>
                  <a:lnTo>
                    <a:pt x="65" y="176"/>
                  </a:lnTo>
                  <a:lnTo>
                    <a:pt x="65" y="176"/>
                  </a:lnTo>
                  <a:lnTo>
                    <a:pt x="65" y="176"/>
                  </a:lnTo>
                  <a:lnTo>
                    <a:pt x="64" y="176"/>
                  </a:lnTo>
                  <a:lnTo>
                    <a:pt x="64" y="176"/>
                  </a:lnTo>
                  <a:lnTo>
                    <a:pt x="64" y="176"/>
                  </a:lnTo>
                  <a:lnTo>
                    <a:pt x="64" y="174"/>
                  </a:lnTo>
                  <a:lnTo>
                    <a:pt x="64" y="174"/>
                  </a:lnTo>
                  <a:lnTo>
                    <a:pt x="64" y="172"/>
                  </a:lnTo>
                  <a:lnTo>
                    <a:pt x="64" y="172"/>
                  </a:lnTo>
                  <a:lnTo>
                    <a:pt x="64" y="170"/>
                  </a:lnTo>
                  <a:lnTo>
                    <a:pt x="63" y="170"/>
                  </a:lnTo>
                  <a:lnTo>
                    <a:pt x="63" y="169"/>
                  </a:lnTo>
                  <a:lnTo>
                    <a:pt x="63" y="169"/>
                  </a:lnTo>
                  <a:lnTo>
                    <a:pt x="63" y="167"/>
                  </a:lnTo>
                  <a:lnTo>
                    <a:pt x="63" y="167"/>
                  </a:lnTo>
                  <a:lnTo>
                    <a:pt x="63" y="167"/>
                  </a:lnTo>
                  <a:lnTo>
                    <a:pt x="63" y="167"/>
                  </a:lnTo>
                  <a:lnTo>
                    <a:pt x="63" y="165"/>
                  </a:lnTo>
                  <a:lnTo>
                    <a:pt x="62" y="165"/>
                  </a:lnTo>
                  <a:lnTo>
                    <a:pt x="62" y="165"/>
                  </a:lnTo>
                  <a:lnTo>
                    <a:pt x="62" y="165"/>
                  </a:lnTo>
                  <a:lnTo>
                    <a:pt x="62" y="165"/>
                  </a:lnTo>
                  <a:lnTo>
                    <a:pt x="60" y="165"/>
                  </a:lnTo>
                  <a:lnTo>
                    <a:pt x="60" y="165"/>
                  </a:lnTo>
                  <a:lnTo>
                    <a:pt x="60" y="165"/>
                  </a:lnTo>
                  <a:lnTo>
                    <a:pt x="60" y="165"/>
                  </a:lnTo>
                  <a:lnTo>
                    <a:pt x="58" y="165"/>
                  </a:lnTo>
                  <a:lnTo>
                    <a:pt x="58" y="165"/>
                  </a:lnTo>
                  <a:lnTo>
                    <a:pt x="56" y="165"/>
                  </a:lnTo>
                  <a:lnTo>
                    <a:pt x="56" y="165"/>
                  </a:lnTo>
                  <a:lnTo>
                    <a:pt x="55" y="165"/>
                  </a:lnTo>
                  <a:lnTo>
                    <a:pt x="55" y="165"/>
                  </a:lnTo>
                  <a:lnTo>
                    <a:pt x="55" y="165"/>
                  </a:lnTo>
                  <a:lnTo>
                    <a:pt x="55" y="164"/>
                  </a:lnTo>
                  <a:lnTo>
                    <a:pt x="55" y="164"/>
                  </a:lnTo>
                  <a:lnTo>
                    <a:pt x="55" y="164"/>
                  </a:lnTo>
                  <a:lnTo>
                    <a:pt x="55" y="164"/>
                  </a:lnTo>
                  <a:lnTo>
                    <a:pt x="55" y="163"/>
                  </a:lnTo>
                  <a:lnTo>
                    <a:pt x="55" y="163"/>
                  </a:lnTo>
                  <a:lnTo>
                    <a:pt x="55" y="163"/>
                  </a:lnTo>
                  <a:lnTo>
                    <a:pt x="55" y="163"/>
                  </a:lnTo>
                  <a:lnTo>
                    <a:pt x="56" y="160"/>
                  </a:lnTo>
                  <a:lnTo>
                    <a:pt x="56" y="160"/>
                  </a:lnTo>
                  <a:lnTo>
                    <a:pt x="56" y="160"/>
                  </a:lnTo>
                  <a:lnTo>
                    <a:pt x="56" y="160"/>
                  </a:lnTo>
                  <a:lnTo>
                    <a:pt x="56" y="159"/>
                  </a:lnTo>
                  <a:lnTo>
                    <a:pt x="56" y="159"/>
                  </a:lnTo>
                  <a:lnTo>
                    <a:pt x="56" y="158"/>
                  </a:lnTo>
                  <a:lnTo>
                    <a:pt x="56" y="158"/>
                  </a:lnTo>
                  <a:lnTo>
                    <a:pt x="58" y="156"/>
                  </a:lnTo>
                  <a:lnTo>
                    <a:pt x="58" y="156"/>
                  </a:lnTo>
                  <a:lnTo>
                    <a:pt x="58" y="156"/>
                  </a:lnTo>
                  <a:lnTo>
                    <a:pt x="58" y="156"/>
                  </a:lnTo>
                  <a:lnTo>
                    <a:pt x="59" y="156"/>
                  </a:lnTo>
                  <a:lnTo>
                    <a:pt x="59" y="156"/>
                  </a:lnTo>
                  <a:lnTo>
                    <a:pt x="61" y="156"/>
                  </a:lnTo>
                  <a:lnTo>
                    <a:pt x="61" y="156"/>
                  </a:lnTo>
                  <a:lnTo>
                    <a:pt x="63" y="155"/>
                  </a:lnTo>
                  <a:lnTo>
                    <a:pt x="63" y="155"/>
                  </a:lnTo>
                  <a:lnTo>
                    <a:pt x="64" y="155"/>
                  </a:lnTo>
                  <a:lnTo>
                    <a:pt x="64" y="155"/>
                  </a:lnTo>
                  <a:lnTo>
                    <a:pt x="66" y="155"/>
                  </a:lnTo>
                  <a:lnTo>
                    <a:pt x="66" y="155"/>
                  </a:lnTo>
                  <a:lnTo>
                    <a:pt x="68" y="155"/>
                  </a:lnTo>
                  <a:lnTo>
                    <a:pt x="68" y="155"/>
                  </a:lnTo>
                  <a:lnTo>
                    <a:pt x="69" y="153"/>
                  </a:lnTo>
                  <a:lnTo>
                    <a:pt x="69" y="153"/>
                  </a:lnTo>
                  <a:lnTo>
                    <a:pt x="69" y="153"/>
                  </a:lnTo>
                  <a:lnTo>
                    <a:pt x="69" y="153"/>
                  </a:lnTo>
                  <a:lnTo>
                    <a:pt x="69" y="152"/>
                  </a:lnTo>
                  <a:lnTo>
                    <a:pt x="69" y="152"/>
                  </a:lnTo>
                  <a:lnTo>
                    <a:pt x="69" y="152"/>
                  </a:lnTo>
                  <a:lnTo>
                    <a:pt x="69" y="152"/>
                  </a:lnTo>
                  <a:lnTo>
                    <a:pt x="70" y="150"/>
                  </a:lnTo>
                  <a:lnTo>
                    <a:pt x="70" y="150"/>
                  </a:lnTo>
                  <a:lnTo>
                    <a:pt x="70" y="150"/>
                  </a:lnTo>
                  <a:lnTo>
                    <a:pt x="70" y="150"/>
                  </a:lnTo>
                  <a:lnTo>
                    <a:pt x="70" y="148"/>
                  </a:lnTo>
                  <a:lnTo>
                    <a:pt x="70" y="148"/>
                  </a:lnTo>
                  <a:lnTo>
                    <a:pt x="70" y="148"/>
                  </a:lnTo>
                  <a:lnTo>
                    <a:pt x="70" y="148"/>
                  </a:lnTo>
                  <a:lnTo>
                    <a:pt x="73" y="147"/>
                  </a:lnTo>
                  <a:lnTo>
                    <a:pt x="73" y="147"/>
                  </a:lnTo>
                  <a:lnTo>
                    <a:pt x="73" y="147"/>
                  </a:lnTo>
                  <a:lnTo>
                    <a:pt x="73" y="147"/>
                  </a:lnTo>
                  <a:lnTo>
                    <a:pt x="75" y="145"/>
                  </a:lnTo>
                  <a:lnTo>
                    <a:pt x="75" y="145"/>
                  </a:lnTo>
                  <a:lnTo>
                    <a:pt x="75" y="145"/>
                  </a:lnTo>
                  <a:lnTo>
                    <a:pt x="75" y="145"/>
                  </a:lnTo>
                  <a:lnTo>
                    <a:pt x="77" y="143"/>
                  </a:lnTo>
                  <a:lnTo>
                    <a:pt x="77" y="143"/>
                  </a:lnTo>
                  <a:lnTo>
                    <a:pt x="77" y="143"/>
                  </a:lnTo>
                  <a:lnTo>
                    <a:pt x="77" y="143"/>
                  </a:lnTo>
                  <a:lnTo>
                    <a:pt x="78" y="141"/>
                  </a:lnTo>
                  <a:lnTo>
                    <a:pt x="78" y="141"/>
                  </a:lnTo>
                  <a:lnTo>
                    <a:pt x="78" y="141"/>
                  </a:lnTo>
                  <a:lnTo>
                    <a:pt x="78" y="141"/>
                  </a:lnTo>
                  <a:lnTo>
                    <a:pt x="80" y="138"/>
                  </a:lnTo>
                  <a:lnTo>
                    <a:pt x="78" y="138"/>
                  </a:lnTo>
                  <a:lnTo>
                    <a:pt x="78" y="138"/>
                  </a:lnTo>
                  <a:lnTo>
                    <a:pt x="78" y="138"/>
                  </a:lnTo>
                  <a:lnTo>
                    <a:pt x="78" y="137"/>
                  </a:lnTo>
                  <a:lnTo>
                    <a:pt x="78" y="137"/>
                  </a:lnTo>
                  <a:lnTo>
                    <a:pt x="78" y="137"/>
                  </a:lnTo>
                  <a:lnTo>
                    <a:pt x="78" y="137"/>
                  </a:lnTo>
                  <a:lnTo>
                    <a:pt x="78" y="135"/>
                  </a:lnTo>
                  <a:lnTo>
                    <a:pt x="78" y="135"/>
                  </a:lnTo>
                  <a:lnTo>
                    <a:pt x="78" y="135"/>
                  </a:lnTo>
                  <a:lnTo>
                    <a:pt x="78" y="135"/>
                  </a:lnTo>
                  <a:lnTo>
                    <a:pt x="78" y="133"/>
                  </a:lnTo>
                  <a:lnTo>
                    <a:pt x="78" y="133"/>
                  </a:lnTo>
                  <a:lnTo>
                    <a:pt x="78" y="131"/>
                  </a:lnTo>
                  <a:lnTo>
                    <a:pt x="78" y="131"/>
                  </a:lnTo>
                  <a:lnTo>
                    <a:pt x="78" y="129"/>
                  </a:lnTo>
                  <a:lnTo>
                    <a:pt x="77" y="129"/>
                  </a:lnTo>
                  <a:lnTo>
                    <a:pt x="77" y="129"/>
                  </a:lnTo>
                  <a:lnTo>
                    <a:pt x="77" y="129"/>
                  </a:lnTo>
                  <a:lnTo>
                    <a:pt x="77" y="129"/>
                  </a:lnTo>
                  <a:lnTo>
                    <a:pt x="77" y="129"/>
                  </a:lnTo>
                  <a:lnTo>
                    <a:pt x="77" y="129"/>
                  </a:lnTo>
                  <a:lnTo>
                    <a:pt x="77" y="129"/>
                  </a:lnTo>
                  <a:lnTo>
                    <a:pt x="77" y="128"/>
                  </a:lnTo>
                  <a:lnTo>
                    <a:pt x="77" y="128"/>
                  </a:lnTo>
                  <a:lnTo>
                    <a:pt x="77" y="128"/>
                  </a:lnTo>
                  <a:lnTo>
                    <a:pt x="77" y="128"/>
                  </a:lnTo>
                  <a:lnTo>
                    <a:pt x="77" y="126"/>
                  </a:lnTo>
                  <a:lnTo>
                    <a:pt x="77" y="126"/>
                  </a:lnTo>
                  <a:lnTo>
                    <a:pt x="77" y="126"/>
                  </a:lnTo>
                  <a:lnTo>
                    <a:pt x="77" y="126"/>
                  </a:lnTo>
                  <a:lnTo>
                    <a:pt x="78" y="124"/>
                  </a:lnTo>
                  <a:lnTo>
                    <a:pt x="78" y="124"/>
                  </a:lnTo>
                  <a:lnTo>
                    <a:pt x="78" y="124"/>
                  </a:lnTo>
                  <a:lnTo>
                    <a:pt x="78" y="124"/>
                  </a:lnTo>
                  <a:lnTo>
                    <a:pt x="78" y="124"/>
                  </a:lnTo>
                  <a:lnTo>
                    <a:pt x="78" y="124"/>
                  </a:lnTo>
                  <a:lnTo>
                    <a:pt x="78" y="124"/>
                  </a:lnTo>
                  <a:lnTo>
                    <a:pt x="78" y="124"/>
                  </a:lnTo>
                  <a:lnTo>
                    <a:pt x="80" y="122"/>
                  </a:lnTo>
                  <a:lnTo>
                    <a:pt x="80" y="122"/>
                  </a:lnTo>
                  <a:lnTo>
                    <a:pt x="80" y="122"/>
                  </a:lnTo>
                  <a:lnTo>
                    <a:pt x="80" y="122"/>
                  </a:lnTo>
                  <a:lnTo>
                    <a:pt x="81" y="121"/>
                  </a:lnTo>
                  <a:lnTo>
                    <a:pt x="81" y="121"/>
                  </a:lnTo>
                  <a:lnTo>
                    <a:pt x="81" y="121"/>
                  </a:lnTo>
                  <a:lnTo>
                    <a:pt x="81" y="121"/>
                  </a:lnTo>
                  <a:lnTo>
                    <a:pt x="82" y="120"/>
                  </a:lnTo>
                  <a:lnTo>
                    <a:pt x="80" y="120"/>
                  </a:lnTo>
                  <a:lnTo>
                    <a:pt x="80" y="120"/>
                  </a:lnTo>
                  <a:lnTo>
                    <a:pt x="80" y="120"/>
                  </a:lnTo>
                  <a:lnTo>
                    <a:pt x="80" y="120"/>
                  </a:lnTo>
                  <a:lnTo>
                    <a:pt x="78" y="120"/>
                  </a:lnTo>
                  <a:lnTo>
                    <a:pt x="78" y="120"/>
                  </a:lnTo>
                  <a:lnTo>
                    <a:pt x="78" y="120"/>
                  </a:lnTo>
                  <a:lnTo>
                    <a:pt x="78" y="119"/>
                  </a:lnTo>
                  <a:lnTo>
                    <a:pt x="77" y="119"/>
                  </a:lnTo>
                  <a:lnTo>
                    <a:pt x="77" y="119"/>
                  </a:lnTo>
                  <a:lnTo>
                    <a:pt x="77" y="119"/>
                  </a:lnTo>
                  <a:lnTo>
                    <a:pt x="77" y="119"/>
                  </a:lnTo>
                  <a:lnTo>
                    <a:pt x="76" y="119"/>
                  </a:lnTo>
                  <a:lnTo>
                    <a:pt x="76" y="119"/>
                  </a:lnTo>
                  <a:lnTo>
                    <a:pt x="76" y="119"/>
                  </a:lnTo>
                  <a:lnTo>
                    <a:pt x="76" y="119"/>
                  </a:lnTo>
                  <a:lnTo>
                    <a:pt x="74" y="121"/>
                  </a:lnTo>
                  <a:lnTo>
                    <a:pt x="74" y="121"/>
                  </a:lnTo>
                  <a:lnTo>
                    <a:pt x="73" y="121"/>
                  </a:lnTo>
                  <a:lnTo>
                    <a:pt x="73" y="121"/>
                  </a:lnTo>
                  <a:lnTo>
                    <a:pt x="73" y="123"/>
                  </a:lnTo>
                  <a:lnTo>
                    <a:pt x="73" y="123"/>
                  </a:lnTo>
                  <a:lnTo>
                    <a:pt x="73" y="123"/>
                  </a:lnTo>
                  <a:lnTo>
                    <a:pt x="73" y="123"/>
                  </a:lnTo>
                  <a:lnTo>
                    <a:pt x="72" y="125"/>
                  </a:lnTo>
                  <a:lnTo>
                    <a:pt x="72" y="125"/>
                  </a:lnTo>
                  <a:lnTo>
                    <a:pt x="72" y="125"/>
                  </a:lnTo>
                  <a:lnTo>
                    <a:pt x="72" y="125"/>
                  </a:lnTo>
                  <a:lnTo>
                    <a:pt x="72" y="126"/>
                  </a:lnTo>
                  <a:lnTo>
                    <a:pt x="72" y="126"/>
                  </a:lnTo>
                  <a:lnTo>
                    <a:pt x="72" y="126"/>
                  </a:lnTo>
                  <a:lnTo>
                    <a:pt x="72" y="126"/>
                  </a:lnTo>
                  <a:lnTo>
                    <a:pt x="70" y="126"/>
                  </a:lnTo>
                  <a:lnTo>
                    <a:pt x="70" y="126"/>
                  </a:lnTo>
                  <a:lnTo>
                    <a:pt x="70" y="126"/>
                  </a:lnTo>
                  <a:lnTo>
                    <a:pt x="70" y="125"/>
                  </a:lnTo>
                  <a:lnTo>
                    <a:pt x="70" y="125"/>
                  </a:lnTo>
                  <a:lnTo>
                    <a:pt x="70" y="125"/>
                  </a:lnTo>
                  <a:lnTo>
                    <a:pt x="70" y="125"/>
                  </a:lnTo>
                  <a:lnTo>
                    <a:pt x="70" y="123"/>
                  </a:lnTo>
                  <a:lnTo>
                    <a:pt x="69" y="123"/>
                  </a:lnTo>
                  <a:lnTo>
                    <a:pt x="69" y="123"/>
                  </a:lnTo>
                  <a:lnTo>
                    <a:pt x="69" y="123"/>
                  </a:lnTo>
                  <a:lnTo>
                    <a:pt x="69" y="121"/>
                  </a:lnTo>
                  <a:lnTo>
                    <a:pt x="69" y="121"/>
                  </a:lnTo>
                  <a:lnTo>
                    <a:pt x="69" y="121"/>
                  </a:lnTo>
                  <a:lnTo>
                    <a:pt x="69" y="121"/>
                  </a:lnTo>
                  <a:lnTo>
                    <a:pt x="69" y="120"/>
                  </a:lnTo>
                  <a:lnTo>
                    <a:pt x="68" y="121"/>
                  </a:lnTo>
                  <a:lnTo>
                    <a:pt x="68" y="121"/>
                  </a:lnTo>
                  <a:lnTo>
                    <a:pt x="68" y="121"/>
                  </a:lnTo>
                  <a:lnTo>
                    <a:pt x="68" y="121"/>
                  </a:lnTo>
                  <a:lnTo>
                    <a:pt x="67" y="121"/>
                  </a:lnTo>
                  <a:lnTo>
                    <a:pt x="67" y="121"/>
                  </a:lnTo>
                  <a:lnTo>
                    <a:pt x="67" y="121"/>
                  </a:lnTo>
                  <a:lnTo>
                    <a:pt x="67" y="121"/>
                  </a:lnTo>
                  <a:lnTo>
                    <a:pt x="65" y="121"/>
                  </a:lnTo>
                  <a:lnTo>
                    <a:pt x="65" y="121"/>
                  </a:lnTo>
                  <a:lnTo>
                    <a:pt x="65" y="121"/>
                  </a:lnTo>
                  <a:lnTo>
                    <a:pt x="65" y="121"/>
                  </a:lnTo>
                  <a:lnTo>
                    <a:pt x="65" y="121"/>
                  </a:lnTo>
                  <a:lnTo>
                    <a:pt x="65" y="121"/>
                  </a:lnTo>
                  <a:lnTo>
                    <a:pt x="65" y="121"/>
                  </a:lnTo>
                  <a:lnTo>
                    <a:pt x="65" y="121"/>
                  </a:lnTo>
                  <a:lnTo>
                    <a:pt x="65" y="123"/>
                  </a:lnTo>
                  <a:lnTo>
                    <a:pt x="65" y="123"/>
                  </a:lnTo>
                  <a:lnTo>
                    <a:pt x="65" y="123"/>
                  </a:lnTo>
                  <a:lnTo>
                    <a:pt x="65" y="123"/>
                  </a:lnTo>
                  <a:lnTo>
                    <a:pt x="65" y="125"/>
                  </a:lnTo>
                  <a:lnTo>
                    <a:pt x="65" y="125"/>
                  </a:lnTo>
                  <a:lnTo>
                    <a:pt x="65" y="125"/>
                  </a:lnTo>
                  <a:lnTo>
                    <a:pt x="66" y="125"/>
                  </a:lnTo>
                  <a:lnTo>
                    <a:pt x="66" y="127"/>
                  </a:lnTo>
                  <a:lnTo>
                    <a:pt x="66" y="127"/>
                  </a:lnTo>
                  <a:lnTo>
                    <a:pt x="66" y="127"/>
                  </a:lnTo>
                  <a:lnTo>
                    <a:pt x="68" y="127"/>
                  </a:lnTo>
                  <a:lnTo>
                    <a:pt x="68" y="128"/>
                  </a:lnTo>
                  <a:lnTo>
                    <a:pt x="68" y="128"/>
                  </a:lnTo>
                  <a:lnTo>
                    <a:pt x="68" y="128"/>
                  </a:lnTo>
                  <a:lnTo>
                    <a:pt x="69" y="128"/>
                  </a:lnTo>
                  <a:lnTo>
                    <a:pt x="69" y="130"/>
                  </a:lnTo>
                  <a:lnTo>
                    <a:pt x="69" y="130"/>
                  </a:lnTo>
                  <a:lnTo>
                    <a:pt x="69" y="131"/>
                  </a:lnTo>
                  <a:lnTo>
                    <a:pt x="69" y="131"/>
                  </a:lnTo>
                  <a:lnTo>
                    <a:pt x="69" y="133"/>
                  </a:lnTo>
                  <a:lnTo>
                    <a:pt x="69" y="133"/>
                  </a:lnTo>
                  <a:lnTo>
                    <a:pt x="69" y="133"/>
                  </a:lnTo>
                  <a:lnTo>
                    <a:pt x="69" y="133"/>
                  </a:lnTo>
                  <a:lnTo>
                    <a:pt x="69" y="135"/>
                  </a:lnTo>
                  <a:lnTo>
                    <a:pt x="69" y="135"/>
                  </a:lnTo>
                  <a:lnTo>
                    <a:pt x="69" y="135"/>
                  </a:lnTo>
                  <a:lnTo>
                    <a:pt x="69" y="135"/>
                  </a:lnTo>
                  <a:lnTo>
                    <a:pt x="69" y="136"/>
                  </a:lnTo>
                  <a:lnTo>
                    <a:pt x="69" y="136"/>
                  </a:lnTo>
                  <a:lnTo>
                    <a:pt x="69" y="136"/>
                  </a:lnTo>
                  <a:lnTo>
                    <a:pt x="69" y="136"/>
                  </a:lnTo>
                  <a:lnTo>
                    <a:pt x="68" y="137"/>
                  </a:lnTo>
                  <a:lnTo>
                    <a:pt x="68" y="137"/>
                  </a:lnTo>
                  <a:lnTo>
                    <a:pt x="68" y="137"/>
                  </a:lnTo>
                  <a:lnTo>
                    <a:pt x="68" y="137"/>
                  </a:lnTo>
                  <a:lnTo>
                    <a:pt x="68" y="138"/>
                  </a:lnTo>
                  <a:lnTo>
                    <a:pt x="68" y="138"/>
                  </a:lnTo>
                  <a:lnTo>
                    <a:pt x="68" y="138"/>
                  </a:lnTo>
                  <a:lnTo>
                    <a:pt x="68" y="138"/>
                  </a:lnTo>
                  <a:lnTo>
                    <a:pt x="68" y="140"/>
                  </a:lnTo>
                  <a:lnTo>
                    <a:pt x="68" y="140"/>
                  </a:lnTo>
                  <a:lnTo>
                    <a:pt x="68" y="140"/>
                  </a:lnTo>
                  <a:lnTo>
                    <a:pt x="68" y="140"/>
                  </a:lnTo>
                  <a:lnTo>
                    <a:pt x="68" y="140"/>
                  </a:lnTo>
                  <a:lnTo>
                    <a:pt x="68" y="140"/>
                  </a:lnTo>
                  <a:lnTo>
                    <a:pt x="68" y="140"/>
                  </a:lnTo>
                  <a:lnTo>
                    <a:pt x="69" y="140"/>
                  </a:lnTo>
                  <a:lnTo>
                    <a:pt x="68" y="140"/>
                  </a:lnTo>
                  <a:lnTo>
                    <a:pt x="68" y="140"/>
                  </a:lnTo>
                  <a:lnTo>
                    <a:pt x="68" y="140"/>
                  </a:lnTo>
                  <a:lnTo>
                    <a:pt x="68" y="140"/>
                  </a:lnTo>
                  <a:lnTo>
                    <a:pt x="66" y="140"/>
                  </a:lnTo>
                  <a:lnTo>
                    <a:pt x="66" y="140"/>
                  </a:lnTo>
                  <a:lnTo>
                    <a:pt x="66" y="140"/>
                  </a:lnTo>
                  <a:lnTo>
                    <a:pt x="66" y="140"/>
                  </a:lnTo>
                  <a:lnTo>
                    <a:pt x="64" y="140"/>
                  </a:lnTo>
                  <a:lnTo>
                    <a:pt x="64" y="140"/>
                  </a:lnTo>
                  <a:lnTo>
                    <a:pt x="64" y="140"/>
                  </a:lnTo>
                  <a:lnTo>
                    <a:pt x="64" y="140"/>
                  </a:lnTo>
                  <a:lnTo>
                    <a:pt x="64" y="140"/>
                  </a:lnTo>
                  <a:lnTo>
                    <a:pt x="64" y="140"/>
                  </a:lnTo>
                  <a:lnTo>
                    <a:pt x="64" y="140"/>
                  </a:lnTo>
                  <a:lnTo>
                    <a:pt x="64" y="140"/>
                  </a:lnTo>
                  <a:lnTo>
                    <a:pt x="63" y="140"/>
                  </a:lnTo>
                  <a:lnTo>
                    <a:pt x="63" y="140"/>
                  </a:lnTo>
                  <a:lnTo>
                    <a:pt x="63" y="140"/>
                  </a:lnTo>
                  <a:lnTo>
                    <a:pt x="63" y="139"/>
                  </a:lnTo>
                  <a:lnTo>
                    <a:pt x="63" y="139"/>
                  </a:lnTo>
                  <a:lnTo>
                    <a:pt x="63" y="139"/>
                  </a:lnTo>
                  <a:lnTo>
                    <a:pt x="63" y="139"/>
                  </a:lnTo>
                  <a:lnTo>
                    <a:pt x="63" y="137"/>
                  </a:lnTo>
                  <a:lnTo>
                    <a:pt x="62" y="137"/>
                  </a:lnTo>
                  <a:lnTo>
                    <a:pt x="62" y="137"/>
                  </a:lnTo>
                  <a:lnTo>
                    <a:pt x="62" y="137"/>
                  </a:lnTo>
                  <a:lnTo>
                    <a:pt x="62" y="136"/>
                  </a:lnTo>
                  <a:lnTo>
                    <a:pt x="62" y="136"/>
                  </a:lnTo>
                  <a:lnTo>
                    <a:pt x="62" y="136"/>
                  </a:lnTo>
                  <a:lnTo>
                    <a:pt x="62" y="136"/>
                  </a:lnTo>
                  <a:lnTo>
                    <a:pt x="62" y="135"/>
                  </a:lnTo>
                  <a:lnTo>
                    <a:pt x="60" y="136"/>
                  </a:lnTo>
                  <a:lnTo>
                    <a:pt x="60" y="136"/>
                  </a:lnTo>
                  <a:lnTo>
                    <a:pt x="60" y="136"/>
                  </a:lnTo>
                  <a:lnTo>
                    <a:pt x="60" y="136"/>
                  </a:lnTo>
                  <a:lnTo>
                    <a:pt x="59" y="137"/>
                  </a:lnTo>
                  <a:lnTo>
                    <a:pt x="59" y="137"/>
                  </a:lnTo>
                  <a:lnTo>
                    <a:pt x="59" y="137"/>
                  </a:lnTo>
                  <a:lnTo>
                    <a:pt x="59" y="137"/>
                  </a:lnTo>
                  <a:lnTo>
                    <a:pt x="58" y="138"/>
                  </a:lnTo>
                  <a:lnTo>
                    <a:pt x="58" y="138"/>
                  </a:lnTo>
                  <a:lnTo>
                    <a:pt x="58" y="138"/>
                  </a:lnTo>
                  <a:lnTo>
                    <a:pt x="58" y="138"/>
                  </a:lnTo>
                  <a:lnTo>
                    <a:pt x="58" y="138"/>
                  </a:lnTo>
                  <a:lnTo>
                    <a:pt x="58" y="138"/>
                  </a:lnTo>
                  <a:lnTo>
                    <a:pt x="58" y="138"/>
                  </a:lnTo>
                  <a:lnTo>
                    <a:pt x="58" y="138"/>
                  </a:lnTo>
                  <a:lnTo>
                    <a:pt x="56" y="141"/>
                  </a:lnTo>
                  <a:lnTo>
                    <a:pt x="56" y="141"/>
                  </a:lnTo>
                  <a:lnTo>
                    <a:pt x="56" y="141"/>
                  </a:lnTo>
                  <a:lnTo>
                    <a:pt x="56" y="141"/>
                  </a:lnTo>
                  <a:lnTo>
                    <a:pt x="54" y="141"/>
                  </a:lnTo>
                  <a:lnTo>
                    <a:pt x="54" y="141"/>
                  </a:lnTo>
                  <a:lnTo>
                    <a:pt x="54" y="141"/>
                  </a:lnTo>
                  <a:lnTo>
                    <a:pt x="54" y="141"/>
                  </a:lnTo>
                  <a:lnTo>
                    <a:pt x="53" y="143"/>
                  </a:lnTo>
                  <a:lnTo>
                    <a:pt x="53" y="143"/>
                  </a:lnTo>
                  <a:lnTo>
                    <a:pt x="53" y="143"/>
                  </a:lnTo>
                  <a:lnTo>
                    <a:pt x="53" y="143"/>
                  </a:lnTo>
                  <a:lnTo>
                    <a:pt x="51" y="143"/>
                  </a:lnTo>
                  <a:lnTo>
                    <a:pt x="51" y="143"/>
                  </a:lnTo>
                  <a:lnTo>
                    <a:pt x="51" y="143"/>
                  </a:lnTo>
                  <a:lnTo>
                    <a:pt x="51" y="143"/>
                  </a:lnTo>
                  <a:lnTo>
                    <a:pt x="49" y="143"/>
                  </a:lnTo>
                  <a:lnTo>
                    <a:pt x="49" y="143"/>
                  </a:lnTo>
                  <a:lnTo>
                    <a:pt x="49" y="143"/>
                  </a:lnTo>
                  <a:lnTo>
                    <a:pt x="49" y="143"/>
                  </a:lnTo>
                  <a:lnTo>
                    <a:pt x="49" y="143"/>
                  </a:lnTo>
                  <a:lnTo>
                    <a:pt x="49" y="143"/>
                  </a:lnTo>
                  <a:lnTo>
                    <a:pt x="49" y="143"/>
                  </a:lnTo>
                  <a:lnTo>
                    <a:pt x="49" y="141"/>
                  </a:lnTo>
                  <a:lnTo>
                    <a:pt x="49" y="141"/>
                  </a:lnTo>
                  <a:lnTo>
                    <a:pt x="49" y="141"/>
                  </a:lnTo>
                  <a:lnTo>
                    <a:pt x="49" y="141"/>
                  </a:lnTo>
                  <a:lnTo>
                    <a:pt x="49" y="141"/>
                  </a:lnTo>
                  <a:lnTo>
                    <a:pt x="49" y="141"/>
                  </a:lnTo>
                  <a:lnTo>
                    <a:pt x="49" y="141"/>
                  </a:lnTo>
                  <a:lnTo>
                    <a:pt x="49" y="141"/>
                  </a:lnTo>
                  <a:lnTo>
                    <a:pt x="49" y="138"/>
                  </a:lnTo>
                  <a:lnTo>
                    <a:pt x="49" y="138"/>
                  </a:lnTo>
                  <a:lnTo>
                    <a:pt x="49" y="138"/>
                  </a:lnTo>
                  <a:lnTo>
                    <a:pt x="49" y="138"/>
                  </a:lnTo>
                  <a:lnTo>
                    <a:pt x="49" y="137"/>
                  </a:lnTo>
                  <a:lnTo>
                    <a:pt x="49" y="137"/>
                  </a:lnTo>
                  <a:lnTo>
                    <a:pt x="49" y="135"/>
                  </a:lnTo>
                  <a:lnTo>
                    <a:pt x="49" y="135"/>
                  </a:lnTo>
                  <a:lnTo>
                    <a:pt x="51" y="133"/>
                  </a:lnTo>
                  <a:lnTo>
                    <a:pt x="51" y="133"/>
                  </a:lnTo>
                  <a:lnTo>
                    <a:pt x="51" y="133"/>
                  </a:lnTo>
                  <a:lnTo>
                    <a:pt x="51" y="133"/>
                  </a:lnTo>
                  <a:lnTo>
                    <a:pt x="53" y="131"/>
                  </a:lnTo>
                  <a:lnTo>
                    <a:pt x="53" y="131"/>
                  </a:lnTo>
                  <a:lnTo>
                    <a:pt x="53" y="130"/>
                  </a:lnTo>
                  <a:lnTo>
                    <a:pt x="53" y="130"/>
                  </a:lnTo>
                  <a:lnTo>
                    <a:pt x="54" y="128"/>
                  </a:lnTo>
                  <a:lnTo>
                    <a:pt x="54" y="128"/>
                  </a:lnTo>
                  <a:lnTo>
                    <a:pt x="54" y="128"/>
                  </a:lnTo>
                  <a:lnTo>
                    <a:pt x="54" y="128"/>
                  </a:lnTo>
                  <a:lnTo>
                    <a:pt x="54" y="127"/>
                  </a:lnTo>
                  <a:lnTo>
                    <a:pt x="54" y="127"/>
                  </a:lnTo>
                  <a:lnTo>
                    <a:pt x="54" y="127"/>
                  </a:lnTo>
                  <a:lnTo>
                    <a:pt x="54" y="127"/>
                  </a:lnTo>
                  <a:lnTo>
                    <a:pt x="56" y="125"/>
                  </a:lnTo>
                  <a:lnTo>
                    <a:pt x="56" y="125"/>
                  </a:lnTo>
                  <a:lnTo>
                    <a:pt x="56" y="125"/>
                  </a:lnTo>
                  <a:lnTo>
                    <a:pt x="56" y="125"/>
                  </a:lnTo>
                  <a:lnTo>
                    <a:pt x="56" y="123"/>
                  </a:lnTo>
                  <a:lnTo>
                    <a:pt x="56" y="123"/>
                  </a:lnTo>
                  <a:lnTo>
                    <a:pt x="56" y="123"/>
                  </a:lnTo>
                  <a:lnTo>
                    <a:pt x="56" y="123"/>
                  </a:lnTo>
                  <a:lnTo>
                    <a:pt x="58" y="121"/>
                  </a:lnTo>
                  <a:lnTo>
                    <a:pt x="58" y="121"/>
                  </a:lnTo>
                  <a:lnTo>
                    <a:pt x="58" y="121"/>
                  </a:lnTo>
                  <a:lnTo>
                    <a:pt x="58" y="121"/>
                  </a:lnTo>
                  <a:lnTo>
                    <a:pt x="59" y="121"/>
                  </a:lnTo>
                  <a:lnTo>
                    <a:pt x="59" y="121"/>
                  </a:lnTo>
                  <a:lnTo>
                    <a:pt x="59" y="121"/>
                  </a:lnTo>
                  <a:lnTo>
                    <a:pt x="59" y="121"/>
                  </a:lnTo>
                  <a:lnTo>
                    <a:pt x="61" y="121"/>
                  </a:lnTo>
                  <a:lnTo>
                    <a:pt x="61" y="121"/>
                  </a:lnTo>
                  <a:lnTo>
                    <a:pt x="61" y="121"/>
                  </a:lnTo>
                  <a:lnTo>
                    <a:pt x="61" y="121"/>
                  </a:lnTo>
                  <a:lnTo>
                    <a:pt x="62" y="119"/>
                  </a:lnTo>
                  <a:lnTo>
                    <a:pt x="62" y="119"/>
                  </a:lnTo>
                  <a:lnTo>
                    <a:pt x="62" y="119"/>
                  </a:lnTo>
                  <a:lnTo>
                    <a:pt x="62" y="119"/>
                  </a:lnTo>
                  <a:lnTo>
                    <a:pt x="63" y="117"/>
                  </a:lnTo>
                  <a:lnTo>
                    <a:pt x="62" y="117"/>
                  </a:lnTo>
                  <a:lnTo>
                    <a:pt x="62" y="117"/>
                  </a:lnTo>
                  <a:lnTo>
                    <a:pt x="62" y="117"/>
                  </a:lnTo>
                  <a:lnTo>
                    <a:pt x="62" y="117"/>
                  </a:lnTo>
                  <a:lnTo>
                    <a:pt x="61" y="117"/>
                  </a:lnTo>
                  <a:lnTo>
                    <a:pt x="61" y="117"/>
                  </a:lnTo>
                  <a:lnTo>
                    <a:pt x="61" y="117"/>
                  </a:lnTo>
                  <a:lnTo>
                    <a:pt x="61" y="116"/>
                  </a:lnTo>
                  <a:lnTo>
                    <a:pt x="59" y="116"/>
                  </a:lnTo>
                  <a:lnTo>
                    <a:pt x="59" y="116"/>
                  </a:lnTo>
                  <a:lnTo>
                    <a:pt x="59" y="116"/>
                  </a:lnTo>
                  <a:lnTo>
                    <a:pt x="59" y="115"/>
                  </a:lnTo>
                  <a:lnTo>
                    <a:pt x="59" y="115"/>
                  </a:lnTo>
                  <a:lnTo>
                    <a:pt x="59" y="115"/>
                  </a:lnTo>
                  <a:lnTo>
                    <a:pt x="59" y="115"/>
                  </a:lnTo>
                  <a:lnTo>
                    <a:pt x="59" y="114"/>
                  </a:lnTo>
                  <a:lnTo>
                    <a:pt x="59" y="114"/>
                  </a:lnTo>
                  <a:lnTo>
                    <a:pt x="59" y="114"/>
                  </a:lnTo>
                  <a:lnTo>
                    <a:pt x="59" y="114"/>
                  </a:lnTo>
                  <a:lnTo>
                    <a:pt x="59" y="113"/>
                  </a:lnTo>
                  <a:lnTo>
                    <a:pt x="59" y="113"/>
                  </a:lnTo>
                  <a:lnTo>
                    <a:pt x="59" y="113"/>
                  </a:lnTo>
                  <a:lnTo>
                    <a:pt x="59" y="113"/>
                  </a:lnTo>
                  <a:lnTo>
                    <a:pt x="61" y="111"/>
                  </a:lnTo>
                  <a:lnTo>
                    <a:pt x="61" y="111"/>
                  </a:lnTo>
                  <a:lnTo>
                    <a:pt x="61" y="111"/>
                  </a:lnTo>
                  <a:lnTo>
                    <a:pt x="61" y="111"/>
                  </a:lnTo>
                  <a:lnTo>
                    <a:pt x="62" y="109"/>
                  </a:lnTo>
                  <a:lnTo>
                    <a:pt x="62" y="109"/>
                  </a:lnTo>
                  <a:lnTo>
                    <a:pt x="62" y="109"/>
                  </a:lnTo>
                  <a:lnTo>
                    <a:pt x="62" y="109"/>
                  </a:lnTo>
                  <a:lnTo>
                    <a:pt x="63" y="108"/>
                  </a:lnTo>
                  <a:lnTo>
                    <a:pt x="63" y="108"/>
                  </a:lnTo>
                  <a:lnTo>
                    <a:pt x="63" y="108"/>
                  </a:lnTo>
                  <a:lnTo>
                    <a:pt x="63" y="108"/>
                  </a:lnTo>
                  <a:lnTo>
                    <a:pt x="63" y="106"/>
                  </a:lnTo>
                  <a:lnTo>
                    <a:pt x="63" y="106"/>
                  </a:lnTo>
                  <a:lnTo>
                    <a:pt x="63" y="105"/>
                  </a:lnTo>
                  <a:lnTo>
                    <a:pt x="63" y="105"/>
                  </a:lnTo>
                  <a:lnTo>
                    <a:pt x="63" y="103"/>
                  </a:lnTo>
                  <a:lnTo>
                    <a:pt x="63" y="103"/>
                  </a:lnTo>
                  <a:lnTo>
                    <a:pt x="63" y="102"/>
                  </a:lnTo>
                  <a:lnTo>
                    <a:pt x="63" y="102"/>
                  </a:lnTo>
                  <a:lnTo>
                    <a:pt x="63" y="100"/>
                  </a:lnTo>
                  <a:lnTo>
                    <a:pt x="63" y="100"/>
                  </a:lnTo>
                  <a:lnTo>
                    <a:pt x="63" y="99"/>
                  </a:lnTo>
                  <a:lnTo>
                    <a:pt x="63" y="99"/>
                  </a:lnTo>
                  <a:lnTo>
                    <a:pt x="64" y="97"/>
                  </a:lnTo>
                  <a:lnTo>
                    <a:pt x="64" y="97"/>
                  </a:lnTo>
                  <a:lnTo>
                    <a:pt x="64" y="97"/>
                  </a:lnTo>
                  <a:lnTo>
                    <a:pt x="64" y="97"/>
                  </a:lnTo>
                  <a:lnTo>
                    <a:pt x="65" y="96"/>
                  </a:lnTo>
                  <a:lnTo>
                    <a:pt x="65" y="96"/>
                  </a:lnTo>
                  <a:lnTo>
                    <a:pt x="65" y="96"/>
                  </a:lnTo>
                  <a:lnTo>
                    <a:pt x="65" y="96"/>
                  </a:lnTo>
                  <a:lnTo>
                    <a:pt x="67" y="94"/>
                  </a:lnTo>
                  <a:lnTo>
                    <a:pt x="67" y="94"/>
                  </a:lnTo>
                  <a:lnTo>
                    <a:pt x="67" y="94"/>
                  </a:lnTo>
                  <a:lnTo>
                    <a:pt x="67" y="94"/>
                  </a:lnTo>
                  <a:lnTo>
                    <a:pt x="68" y="93"/>
                  </a:lnTo>
                  <a:lnTo>
                    <a:pt x="68" y="93"/>
                  </a:lnTo>
                  <a:lnTo>
                    <a:pt x="68" y="93"/>
                  </a:lnTo>
                  <a:lnTo>
                    <a:pt x="68" y="93"/>
                  </a:lnTo>
                  <a:lnTo>
                    <a:pt x="69" y="92"/>
                  </a:lnTo>
                  <a:lnTo>
                    <a:pt x="69" y="92"/>
                  </a:lnTo>
                  <a:lnTo>
                    <a:pt x="69" y="92"/>
                  </a:lnTo>
                  <a:lnTo>
                    <a:pt x="69" y="92"/>
                  </a:lnTo>
                  <a:lnTo>
                    <a:pt x="69" y="91"/>
                  </a:lnTo>
                  <a:lnTo>
                    <a:pt x="69" y="91"/>
                  </a:lnTo>
                  <a:lnTo>
                    <a:pt x="69" y="89"/>
                  </a:lnTo>
                  <a:lnTo>
                    <a:pt x="69" y="89"/>
                  </a:lnTo>
                  <a:lnTo>
                    <a:pt x="69" y="87"/>
                  </a:lnTo>
                  <a:lnTo>
                    <a:pt x="69" y="87"/>
                  </a:lnTo>
                  <a:lnTo>
                    <a:pt x="69" y="86"/>
                  </a:lnTo>
                  <a:lnTo>
                    <a:pt x="69" y="86"/>
                  </a:lnTo>
                  <a:lnTo>
                    <a:pt x="69" y="84"/>
                  </a:lnTo>
                  <a:lnTo>
                    <a:pt x="69" y="84"/>
                  </a:lnTo>
                  <a:lnTo>
                    <a:pt x="69" y="84"/>
                  </a:lnTo>
                  <a:lnTo>
                    <a:pt x="69" y="84"/>
                  </a:lnTo>
                  <a:lnTo>
                    <a:pt x="69" y="82"/>
                  </a:lnTo>
                  <a:lnTo>
                    <a:pt x="68" y="84"/>
                  </a:lnTo>
                  <a:lnTo>
                    <a:pt x="68" y="84"/>
                  </a:lnTo>
                  <a:lnTo>
                    <a:pt x="68" y="84"/>
                  </a:lnTo>
                  <a:lnTo>
                    <a:pt x="68" y="84"/>
                  </a:lnTo>
                  <a:lnTo>
                    <a:pt x="68" y="84"/>
                  </a:lnTo>
                  <a:lnTo>
                    <a:pt x="68" y="84"/>
                  </a:lnTo>
                  <a:lnTo>
                    <a:pt x="68" y="84"/>
                  </a:lnTo>
                  <a:lnTo>
                    <a:pt x="68" y="84"/>
                  </a:lnTo>
                  <a:lnTo>
                    <a:pt x="65" y="86"/>
                  </a:lnTo>
                  <a:lnTo>
                    <a:pt x="65" y="86"/>
                  </a:lnTo>
                  <a:lnTo>
                    <a:pt x="65" y="86"/>
                  </a:lnTo>
                  <a:lnTo>
                    <a:pt x="65" y="86"/>
                  </a:lnTo>
                  <a:lnTo>
                    <a:pt x="65" y="86"/>
                  </a:lnTo>
                  <a:lnTo>
                    <a:pt x="65" y="86"/>
                  </a:lnTo>
                  <a:lnTo>
                    <a:pt x="65" y="86"/>
                  </a:lnTo>
                  <a:lnTo>
                    <a:pt x="65" y="86"/>
                  </a:lnTo>
                  <a:lnTo>
                    <a:pt x="64" y="87"/>
                  </a:lnTo>
                  <a:lnTo>
                    <a:pt x="64" y="87"/>
                  </a:lnTo>
                  <a:lnTo>
                    <a:pt x="64" y="87"/>
                  </a:lnTo>
                  <a:lnTo>
                    <a:pt x="64" y="87"/>
                  </a:lnTo>
                  <a:lnTo>
                    <a:pt x="64" y="87"/>
                  </a:lnTo>
                  <a:lnTo>
                    <a:pt x="64" y="87"/>
                  </a:lnTo>
                  <a:lnTo>
                    <a:pt x="64" y="87"/>
                  </a:lnTo>
                  <a:lnTo>
                    <a:pt x="64" y="87"/>
                  </a:lnTo>
                  <a:lnTo>
                    <a:pt x="64" y="89"/>
                  </a:lnTo>
                  <a:lnTo>
                    <a:pt x="64" y="89"/>
                  </a:lnTo>
                  <a:lnTo>
                    <a:pt x="64" y="89"/>
                  </a:lnTo>
                  <a:lnTo>
                    <a:pt x="64" y="89"/>
                  </a:lnTo>
                  <a:lnTo>
                    <a:pt x="64" y="89"/>
                  </a:lnTo>
                  <a:lnTo>
                    <a:pt x="64" y="89"/>
                  </a:lnTo>
                  <a:lnTo>
                    <a:pt x="64" y="89"/>
                  </a:lnTo>
                  <a:lnTo>
                    <a:pt x="64" y="89"/>
                  </a:lnTo>
                  <a:lnTo>
                    <a:pt x="63" y="91"/>
                  </a:lnTo>
                  <a:lnTo>
                    <a:pt x="63" y="91"/>
                  </a:lnTo>
                  <a:lnTo>
                    <a:pt x="63" y="92"/>
                  </a:lnTo>
                  <a:lnTo>
                    <a:pt x="63" y="92"/>
                  </a:lnTo>
                  <a:lnTo>
                    <a:pt x="61" y="93"/>
                  </a:lnTo>
                  <a:lnTo>
                    <a:pt x="61" y="93"/>
                  </a:lnTo>
                  <a:lnTo>
                    <a:pt x="61" y="93"/>
                  </a:lnTo>
                  <a:lnTo>
                    <a:pt x="61" y="93"/>
                  </a:lnTo>
                  <a:lnTo>
                    <a:pt x="59" y="95"/>
                  </a:lnTo>
                  <a:lnTo>
                    <a:pt x="59" y="95"/>
                  </a:lnTo>
                  <a:lnTo>
                    <a:pt x="59" y="95"/>
                  </a:lnTo>
                  <a:lnTo>
                    <a:pt x="59" y="95"/>
                  </a:lnTo>
                  <a:lnTo>
                    <a:pt x="58" y="97"/>
                  </a:lnTo>
                  <a:lnTo>
                    <a:pt x="58" y="97"/>
                  </a:lnTo>
                  <a:lnTo>
                    <a:pt x="58" y="97"/>
                  </a:lnTo>
                  <a:lnTo>
                    <a:pt x="59" y="97"/>
                  </a:lnTo>
                  <a:lnTo>
                    <a:pt x="57" y="97"/>
                  </a:lnTo>
                  <a:lnTo>
                    <a:pt x="57" y="97"/>
                  </a:lnTo>
                  <a:lnTo>
                    <a:pt x="56" y="97"/>
                  </a:lnTo>
                  <a:lnTo>
                    <a:pt x="56" y="97"/>
                  </a:lnTo>
                  <a:lnTo>
                    <a:pt x="54" y="97"/>
                  </a:lnTo>
                  <a:lnTo>
                    <a:pt x="53" y="97"/>
                  </a:lnTo>
                  <a:lnTo>
                    <a:pt x="51" y="97"/>
                  </a:lnTo>
                  <a:lnTo>
                    <a:pt x="51" y="97"/>
                  </a:lnTo>
                  <a:lnTo>
                    <a:pt x="49" y="97"/>
                  </a:lnTo>
                  <a:lnTo>
                    <a:pt x="48" y="97"/>
                  </a:lnTo>
                  <a:lnTo>
                    <a:pt x="46" y="97"/>
                  </a:lnTo>
                  <a:lnTo>
                    <a:pt x="46" y="97"/>
                  </a:lnTo>
                  <a:lnTo>
                    <a:pt x="44" y="97"/>
                  </a:lnTo>
                  <a:lnTo>
                    <a:pt x="44" y="97"/>
                  </a:lnTo>
                  <a:lnTo>
                    <a:pt x="43" y="97"/>
                  </a:lnTo>
                  <a:lnTo>
                    <a:pt x="43" y="94"/>
                  </a:lnTo>
                  <a:lnTo>
                    <a:pt x="43" y="94"/>
                  </a:lnTo>
                  <a:lnTo>
                    <a:pt x="43" y="94"/>
                  </a:lnTo>
                  <a:lnTo>
                    <a:pt x="43" y="94"/>
                  </a:lnTo>
                  <a:lnTo>
                    <a:pt x="46" y="94"/>
                  </a:lnTo>
                  <a:lnTo>
                    <a:pt x="46" y="94"/>
                  </a:lnTo>
                  <a:lnTo>
                    <a:pt x="47" y="93"/>
                  </a:lnTo>
                  <a:lnTo>
                    <a:pt x="47" y="93"/>
                  </a:lnTo>
                  <a:lnTo>
                    <a:pt x="49" y="92"/>
                  </a:lnTo>
                  <a:lnTo>
                    <a:pt x="49" y="92"/>
                  </a:lnTo>
                  <a:lnTo>
                    <a:pt x="51" y="92"/>
                  </a:lnTo>
                  <a:lnTo>
                    <a:pt x="51" y="92"/>
                  </a:lnTo>
                  <a:lnTo>
                    <a:pt x="53" y="89"/>
                  </a:lnTo>
                  <a:lnTo>
                    <a:pt x="53" y="89"/>
                  </a:lnTo>
                  <a:lnTo>
                    <a:pt x="54" y="88"/>
                  </a:lnTo>
                  <a:lnTo>
                    <a:pt x="54" y="88"/>
                  </a:lnTo>
                  <a:lnTo>
                    <a:pt x="55" y="86"/>
                  </a:lnTo>
                  <a:lnTo>
                    <a:pt x="54" y="86"/>
                  </a:lnTo>
                  <a:lnTo>
                    <a:pt x="54" y="86"/>
                  </a:lnTo>
                  <a:lnTo>
                    <a:pt x="54" y="86"/>
                  </a:lnTo>
                  <a:lnTo>
                    <a:pt x="54" y="86"/>
                  </a:lnTo>
                  <a:lnTo>
                    <a:pt x="52" y="86"/>
                  </a:lnTo>
                  <a:lnTo>
                    <a:pt x="52" y="86"/>
                  </a:lnTo>
                  <a:lnTo>
                    <a:pt x="52" y="86"/>
                  </a:lnTo>
                  <a:lnTo>
                    <a:pt x="52" y="86"/>
                  </a:lnTo>
                  <a:lnTo>
                    <a:pt x="50" y="86"/>
                  </a:lnTo>
                  <a:lnTo>
                    <a:pt x="50" y="86"/>
                  </a:lnTo>
                  <a:lnTo>
                    <a:pt x="50" y="86"/>
                  </a:lnTo>
                  <a:lnTo>
                    <a:pt x="50" y="86"/>
                  </a:lnTo>
                  <a:lnTo>
                    <a:pt x="49" y="86"/>
                  </a:lnTo>
                  <a:lnTo>
                    <a:pt x="49" y="86"/>
                  </a:lnTo>
                  <a:lnTo>
                    <a:pt x="49" y="86"/>
                  </a:lnTo>
                  <a:lnTo>
                    <a:pt x="49" y="85"/>
                  </a:lnTo>
                  <a:lnTo>
                    <a:pt x="49" y="85"/>
                  </a:lnTo>
                  <a:lnTo>
                    <a:pt x="49" y="85"/>
                  </a:lnTo>
                  <a:lnTo>
                    <a:pt x="49" y="85"/>
                  </a:lnTo>
                  <a:lnTo>
                    <a:pt x="49" y="84"/>
                  </a:lnTo>
                  <a:lnTo>
                    <a:pt x="49" y="84"/>
                  </a:lnTo>
                  <a:lnTo>
                    <a:pt x="49" y="83"/>
                  </a:lnTo>
                  <a:lnTo>
                    <a:pt x="49" y="83"/>
                  </a:lnTo>
                  <a:lnTo>
                    <a:pt x="49" y="81"/>
                  </a:lnTo>
                  <a:lnTo>
                    <a:pt x="49" y="81"/>
                  </a:lnTo>
                  <a:lnTo>
                    <a:pt x="49" y="81"/>
                  </a:lnTo>
                  <a:lnTo>
                    <a:pt x="49" y="81"/>
                  </a:lnTo>
                  <a:lnTo>
                    <a:pt x="49" y="79"/>
                  </a:lnTo>
                  <a:lnTo>
                    <a:pt x="49" y="79"/>
                  </a:lnTo>
                  <a:lnTo>
                    <a:pt x="49" y="78"/>
                  </a:lnTo>
                  <a:lnTo>
                    <a:pt x="49" y="78"/>
                  </a:lnTo>
                  <a:lnTo>
                    <a:pt x="51" y="77"/>
                  </a:lnTo>
                  <a:lnTo>
                    <a:pt x="51" y="77"/>
                  </a:lnTo>
                  <a:lnTo>
                    <a:pt x="51" y="77"/>
                  </a:lnTo>
                  <a:lnTo>
                    <a:pt x="51" y="77"/>
                  </a:lnTo>
                  <a:lnTo>
                    <a:pt x="53" y="77"/>
                  </a:lnTo>
                  <a:lnTo>
                    <a:pt x="53" y="77"/>
                  </a:lnTo>
                  <a:lnTo>
                    <a:pt x="55" y="77"/>
                  </a:lnTo>
                  <a:lnTo>
                    <a:pt x="55" y="77"/>
                  </a:lnTo>
                  <a:lnTo>
                    <a:pt x="57" y="77"/>
                  </a:lnTo>
                  <a:lnTo>
                    <a:pt x="57" y="77"/>
                  </a:lnTo>
                  <a:lnTo>
                    <a:pt x="58" y="77"/>
                  </a:lnTo>
                  <a:lnTo>
                    <a:pt x="58" y="77"/>
                  </a:lnTo>
                  <a:lnTo>
                    <a:pt x="60" y="77"/>
                  </a:lnTo>
                  <a:lnTo>
                    <a:pt x="60" y="77"/>
                  </a:lnTo>
                  <a:lnTo>
                    <a:pt x="62" y="77"/>
                  </a:lnTo>
                  <a:lnTo>
                    <a:pt x="62" y="77"/>
                  </a:lnTo>
                  <a:lnTo>
                    <a:pt x="63" y="77"/>
                  </a:lnTo>
                  <a:lnTo>
                    <a:pt x="63" y="77"/>
                  </a:lnTo>
                  <a:lnTo>
                    <a:pt x="63" y="77"/>
                  </a:lnTo>
                  <a:lnTo>
                    <a:pt x="63" y="77"/>
                  </a:lnTo>
                  <a:lnTo>
                    <a:pt x="63" y="77"/>
                  </a:lnTo>
                  <a:lnTo>
                    <a:pt x="63" y="77"/>
                  </a:lnTo>
                  <a:lnTo>
                    <a:pt x="63" y="77"/>
                  </a:lnTo>
                  <a:lnTo>
                    <a:pt x="63" y="77"/>
                  </a:lnTo>
                  <a:lnTo>
                    <a:pt x="63" y="75"/>
                  </a:lnTo>
                  <a:lnTo>
                    <a:pt x="63" y="75"/>
                  </a:lnTo>
                  <a:lnTo>
                    <a:pt x="63" y="75"/>
                  </a:lnTo>
                  <a:lnTo>
                    <a:pt x="63" y="75"/>
                  </a:lnTo>
                  <a:lnTo>
                    <a:pt x="63" y="72"/>
                  </a:lnTo>
                  <a:lnTo>
                    <a:pt x="63" y="72"/>
                  </a:lnTo>
                  <a:lnTo>
                    <a:pt x="63" y="72"/>
                  </a:lnTo>
                  <a:lnTo>
                    <a:pt x="63" y="72"/>
                  </a:lnTo>
                  <a:lnTo>
                    <a:pt x="63" y="71"/>
                  </a:lnTo>
                  <a:lnTo>
                    <a:pt x="63" y="71"/>
                  </a:lnTo>
                  <a:lnTo>
                    <a:pt x="63" y="71"/>
                  </a:lnTo>
                  <a:lnTo>
                    <a:pt x="63" y="71"/>
                  </a:lnTo>
                  <a:lnTo>
                    <a:pt x="63" y="71"/>
                  </a:lnTo>
                  <a:lnTo>
                    <a:pt x="63" y="71"/>
                  </a:lnTo>
                  <a:lnTo>
                    <a:pt x="63" y="71"/>
                  </a:lnTo>
                  <a:lnTo>
                    <a:pt x="63" y="71"/>
                  </a:lnTo>
                  <a:lnTo>
                    <a:pt x="63" y="70"/>
                  </a:lnTo>
                  <a:lnTo>
                    <a:pt x="63" y="70"/>
                  </a:lnTo>
                  <a:lnTo>
                    <a:pt x="63" y="70"/>
                  </a:lnTo>
                  <a:lnTo>
                    <a:pt x="63" y="70"/>
                  </a:lnTo>
                  <a:lnTo>
                    <a:pt x="63" y="68"/>
                  </a:lnTo>
                  <a:lnTo>
                    <a:pt x="63" y="68"/>
                  </a:lnTo>
                  <a:lnTo>
                    <a:pt x="63" y="68"/>
                  </a:lnTo>
                  <a:lnTo>
                    <a:pt x="63" y="68"/>
                  </a:lnTo>
                  <a:lnTo>
                    <a:pt x="64" y="67"/>
                  </a:lnTo>
                  <a:lnTo>
                    <a:pt x="64" y="68"/>
                  </a:lnTo>
                  <a:lnTo>
                    <a:pt x="64" y="68"/>
                  </a:lnTo>
                  <a:lnTo>
                    <a:pt x="64" y="68"/>
                  </a:lnTo>
                  <a:lnTo>
                    <a:pt x="64" y="68"/>
                  </a:lnTo>
                  <a:lnTo>
                    <a:pt x="64" y="69"/>
                  </a:lnTo>
                  <a:lnTo>
                    <a:pt x="64" y="69"/>
                  </a:lnTo>
                  <a:lnTo>
                    <a:pt x="64" y="69"/>
                  </a:lnTo>
                  <a:lnTo>
                    <a:pt x="65" y="69"/>
                  </a:lnTo>
                  <a:lnTo>
                    <a:pt x="65" y="70"/>
                  </a:lnTo>
                  <a:lnTo>
                    <a:pt x="65" y="70"/>
                  </a:lnTo>
                  <a:lnTo>
                    <a:pt x="65" y="70"/>
                  </a:lnTo>
                  <a:lnTo>
                    <a:pt x="65" y="70"/>
                  </a:lnTo>
                  <a:lnTo>
                    <a:pt x="65" y="70"/>
                  </a:lnTo>
                  <a:lnTo>
                    <a:pt x="65" y="70"/>
                  </a:lnTo>
                  <a:lnTo>
                    <a:pt x="65" y="70"/>
                  </a:lnTo>
                  <a:lnTo>
                    <a:pt x="68" y="68"/>
                  </a:lnTo>
                  <a:lnTo>
                    <a:pt x="68" y="68"/>
                  </a:lnTo>
                  <a:lnTo>
                    <a:pt x="68" y="68"/>
                  </a:lnTo>
                  <a:lnTo>
                    <a:pt x="68" y="68"/>
                  </a:lnTo>
                  <a:lnTo>
                    <a:pt x="68" y="68"/>
                  </a:lnTo>
                  <a:lnTo>
                    <a:pt x="68" y="68"/>
                  </a:lnTo>
                  <a:lnTo>
                    <a:pt x="68" y="68"/>
                  </a:lnTo>
                  <a:lnTo>
                    <a:pt x="68" y="68"/>
                  </a:lnTo>
                  <a:lnTo>
                    <a:pt x="68" y="67"/>
                  </a:lnTo>
                  <a:lnTo>
                    <a:pt x="68" y="67"/>
                  </a:lnTo>
                  <a:lnTo>
                    <a:pt x="68" y="67"/>
                  </a:lnTo>
                  <a:lnTo>
                    <a:pt x="68" y="67"/>
                  </a:lnTo>
                  <a:lnTo>
                    <a:pt x="68" y="66"/>
                  </a:lnTo>
                  <a:lnTo>
                    <a:pt x="68" y="66"/>
                  </a:lnTo>
                  <a:lnTo>
                    <a:pt x="68" y="66"/>
                  </a:lnTo>
                  <a:lnTo>
                    <a:pt x="68" y="66"/>
                  </a:lnTo>
                  <a:lnTo>
                    <a:pt x="69" y="65"/>
                  </a:lnTo>
                  <a:lnTo>
                    <a:pt x="68" y="65"/>
                  </a:lnTo>
                  <a:lnTo>
                    <a:pt x="68" y="65"/>
                  </a:lnTo>
                  <a:lnTo>
                    <a:pt x="68" y="65"/>
                  </a:lnTo>
                  <a:lnTo>
                    <a:pt x="68" y="65"/>
                  </a:lnTo>
                  <a:lnTo>
                    <a:pt x="66" y="65"/>
                  </a:lnTo>
                  <a:lnTo>
                    <a:pt x="66" y="65"/>
                  </a:lnTo>
                  <a:lnTo>
                    <a:pt x="66" y="65"/>
                  </a:lnTo>
                  <a:lnTo>
                    <a:pt x="66" y="63"/>
                  </a:lnTo>
                  <a:lnTo>
                    <a:pt x="64" y="63"/>
                  </a:lnTo>
                  <a:lnTo>
                    <a:pt x="64" y="63"/>
                  </a:lnTo>
                  <a:lnTo>
                    <a:pt x="64" y="63"/>
                  </a:lnTo>
                  <a:lnTo>
                    <a:pt x="64" y="63"/>
                  </a:lnTo>
                  <a:lnTo>
                    <a:pt x="64" y="63"/>
                  </a:lnTo>
                  <a:lnTo>
                    <a:pt x="64" y="63"/>
                  </a:lnTo>
                  <a:lnTo>
                    <a:pt x="64" y="63"/>
                  </a:lnTo>
                  <a:lnTo>
                    <a:pt x="64" y="62"/>
                  </a:lnTo>
                  <a:lnTo>
                    <a:pt x="63" y="63"/>
                  </a:lnTo>
                  <a:lnTo>
                    <a:pt x="63" y="63"/>
                  </a:lnTo>
                  <a:lnTo>
                    <a:pt x="63" y="63"/>
                  </a:lnTo>
                  <a:lnTo>
                    <a:pt x="63" y="63"/>
                  </a:lnTo>
                  <a:lnTo>
                    <a:pt x="61" y="63"/>
                  </a:lnTo>
                  <a:lnTo>
                    <a:pt x="61" y="63"/>
                  </a:lnTo>
                  <a:lnTo>
                    <a:pt x="61" y="63"/>
                  </a:lnTo>
                  <a:lnTo>
                    <a:pt x="61" y="63"/>
                  </a:lnTo>
                  <a:lnTo>
                    <a:pt x="59" y="65"/>
                  </a:lnTo>
                  <a:lnTo>
                    <a:pt x="59" y="65"/>
                  </a:lnTo>
                  <a:lnTo>
                    <a:pt x="59" y="65"/>
                  </a:lnTo>
                  <a:lnTo>
                    <a:pt x="59" y="65"/>
                  </a:lnTo>
                  <a:lnTo>
                    <a:pt x="58" y="65"/>
                  </a:lnTo>
                  <a:lnTo>
                    <a:pt x="58" y="65"/>
                  </a:lnTo>
                  <a:lnTo>
                    <a:pt x="58" y="65"/>
                  </a:lnTo>
                  <a:lnTo>
                    <a:pt x="58" y="65"/>
                  </a:lnTo>
                  <a:lnTo>
                    <a:pt x="57" y="65"/>
                  </a:lnTo>
                  <a:lnTo>
                    <a:pt x="57" y="65"/>
                  </a:lnTo>
                  <a:lnTo>
                    <a:pt x="57" y="65"/>
                  </a:lnTo>
                  <a:lnTo>
                    <a:pt x="57" y="65"/>
                  </a:lnTo>
                  <a:lnTo>
                    <a:pt x="57" y="65"/>
                  </a:lnTo>
                  <a:lnTo>
                    <a:pt x="57" y="65"/>
                  </a:lnTo>
                  <a:lnTo>
                    <a:pt x="57" y="65"/>
                  </a:lnTo>
                  <a:lnTo>
                    <a:pt x="57" y="63"/>
                  </a:lnTo>
                  <a:lnTo>
                    <a:pt x="57" y="63"/>
                  </a:lnTo>
                  <a:lnTo>
                    <a:pt x="57" y="63"/>
                  </a:lnTo>
                  <a:lnTo>
                    <a:pt x="57" y="63"/>
                  </a:lnTo>
                  <a:lnTo>
                    <a:pt x="57" y="63"/>
                  </a:lnTo>
                  <a:lnTo>
                    <a:pt x="57" y="63"/>
                  </a:lnTo>
                  <a:lnTo>
                    <a:pt x="57" y="63"/>
                  </a:lnTo>
                  <a:lnTo>
                    <a:pt x="57" y="63"/>
                  </a:lnTo>
                  <a:lnTo>
                    <a:pt x="57" y="62"/>
                  </a:lnTo>
                  <a:lnTo>
                    <a:pt x="57" y="62"/>
                  </a:lnTo>
                  <a:lnTo>
                    <a:pt x="57" y="62"/>
                  </a:lnTo>
                  <a:lnTo>
                    <a:pt x="57" y="62"/>
                  </a:lnTo>
                  <a:lnTo>
                    <a:pt x="58" y="62"/>
                  </a:lnTo>
                  <a:lnTo>
                    <a:pt x="58" y="62"/>
                  </a:lnTo>
                  <a:lnTo>
                    <a:pt x="58" y="62"/>
                  </a:lnTo>
                  <a:lnTo>
                    <a:pt x="58" y="62"/>
                  </a:lnTo>
                  <a:lnTo>
                    <a:pt x="60" y="60"/>
                  </a:lnTo>
                  <a:lnTo>
                    <a:pt x="60" y="60"/>
                  </a:lnTo>
                  <a:lnTo>
                    <a:pt x="60" y="60"/>
                  </a:lnTo>
                  <a:lnTo>
                    <a:pt x="60" y="60"/>
                  </a:lnTo>
                  <a:lnTo>
                    <a:pt x="62" y="58"/>
                  </a:lnTo>
                  <a:lnTo>
                    <a:pt x="62" y="58"/>
                  </a:lnTo>
                  <a:lnTo>
                    <a:pt x="62" y="58"/>
                  </a:lnTo>
                  <a:lnTo>
                    <a:pt x="62" y="58"/>
                  </a:lnTo>
                  <a:lnTo>
                    <a:pt x="63" y="56"/>
                  </a:lnTo>
                  <a:lnTo>
                    <a:pt x="62" y="56"/>
                  </a:lnTo>
                  <a:lnTo>
                    <a:pt x="62" y="56"/>
                  </a:lnTo>
                  <a:lnTo>
                    <a:pt x="62" y="56"/>
                  </a:lnTo>
                  <a:lnTo>
                    <a:pt x="62" y="56"/>
                  </a:lnTo>
                  <a:lnTo>
                    <a:pt x="60" y="56"/>
                  </a:lnTo>
                  <a:lnTo>
                    <a:pt x="60" y="56"/>
                  </a:lnTo>
                  <a:lnTo>
                    <a:pt x="60" y="56"/>
                  </a:lnTo>
                  <a:lnTo>
                    <a:pt x="60" y="56"/>
                  </a:lnTo>
                  <a:lnTo>
                    <a:pt x="58" y="56"/>
                  </a:lnTo>
                  <a:lnTo>
                    <a:pt x="58" y="56"/>
                  </a:lnTo>
                  <a:lnTo>
                    <a:pt x="58" y="56"/>
                  </a:lnTo>
                  <a:lnTo>
                    <a:pt x="58" y="56"/>
                  </a:lnTo>
                  <a:lnTo>
                    <a:pt x="57" y="56"/>
                  </a:lnTo>
                  <a:lnTo>
                    <a:pt x="57" y="56"/>
                  </a:lnTo>
                  <a:lnTo>
                    <a:pt x="57" y="56"/>
                  </a:lnTo>
                  <a:lnTo>
                    <a:pt x="57" y="56"/>
                  </a:lnTo>
                  <a:lnTo>
                    <a:pt x="56" y="57"/>
                  </a:lnTo>
                  <a:lnTo>
                    <a:pt x="56" y="57"/>
                  </a:lnTo>
                  <a:lnTo>
                    <a:pt x="56" y="57"/>
                  </a:lnTo>
                  <a:lnTo>
                    <a:pt x="56" y="57"/>
                  </a:lnTo>
                  <a:lnTo>
                    <a:pt x="56" y="58"/>
                  </a:lnTo>
                  <a:lnTo>
                    <a:pt x="56" y="58"/>
                  </a:lnTo>
                  <a:lnTo>
                    <a:pt x="56" y="58"/>
                  </a:lnTo>
                  <a:lnTo>
                    <a:pt x="56" y="58"/>
                  </a:lnTo>
                  <a:lnTo>
                    <a:pt x="54" y="60"/>
                  </a:lnTo>
                  <a:lnTo>
                    <a:pt x="54" y="60"/>
                  </a:lnTo>
                  <a:lnTo>
                    <a:pt x="54" y="60"/>
                  </a:lnTo>
                  <a:lnTo>
                    <a:pt x="54" y="60"/>
                  </a:lnTo>
                  <a:lnTo>
                    <a:pt x="54" y="60"/>
                  </a:lnTo>
                  <a:lnTo>
                    <a:pt x="54" y="60"/>
                  </a:lnTo>
                  <a:lnTo>
                    <a:pt x="54" y="60"/>
                  </a:lnTo>
                  <a:lnTo>
                    <a:pt x="54" y="60"/>
                  </a:lnTo>
                  <a:lnTo>
                    <a:pt x="53" y="60"/>
                  </a:lnTo>
                  <a:lnTo>
                    <a:pt x="53" y="60"/>
                  </a:lnTo>
                  <a:lnTo>
                    <a:pt x="53" y="60"/>
                  </a:lnTo>
                  <a:lnTo>
                    <a:pt x="53" y="60"/>
                  </a:lnTo>
                  <a:lnTo>
                    <a:pt x="51" y="60"/>
                  </a:lnTo>
                  <a:lnTo>
                    <a:pt x="51" y="60"/>
                  </a:lnTo>
                  <a:lnTo>
                    <a:pt x="51" y="60"/>
                  </a:lnTo>
                  <a:lnTo>
                    <a:pt x="51" y="58"/>
                  </a:lnTo>
                  <a:lnTo>
                    <a:pt x="49" y="58"/>
                  </a:lnTo>
                  <a:lnTo>
                    <a:pt x="49" y="58"/>
                  </a:lnTo>
                  <a:lnTo>
                    <a:pt x="49" y="58"/>
                  </a:lnTo>
                  <a:lnTo>
                    <a:pt x="49" y="56"/>
                  </a:lnTo>
                  <a:lnTo>
                    <a:pt x="49" y="56"/>
                  </a:lnTo>
                  <a:lnTo>
                    <a:pt x="49" y="56"/>
                  </a:lnTo>
                  <a:lnTo>
                    <a:pt x="49" y="56"/>
                  </a:lnTo>
                  <a:lnTo>
                    <a:pt x="49" y="55"/>
                  </a:lnTo>
                  <a:lnTo>
                    <a:pt x="49" y="55"/>
                  </a:lnTo>
                  <a:lnTo>
                    <a:pt x="49" y="55"/>
                  </a:lnTo>
                  <a:lnTo>
                    <a:pt x="49" y="55"/>
                  </a:lnTo>
                  <a:lnTo>
                    <a:pt x="49" y="54"/>
                  </a:lnTo>
                  <a:lnTo>
                    <a:pt x="49" y="54"/>
                  </a:lnTo>
                  <a:lnTo>
                    <a:pt x="49" y="54"/>
                  </a:lnTo>
                  <a:lnTo>
                    <a:pt x="49" y="54"/>
                  </a:lnTo>
                  <a:lnTo>
                    <a:pt x="51" y="52"/>
                  </a:lnTo>
                  <a:lnTo>
                    <a:pt x="51" y="52"/>
                  </a:lnTo>
                  <a:lnTo>
                    <a:pt x="51" y="52"/>
                  </a:lnTo>
                  <a:lnTo>
                    <a:pt x="51" y="52"/>
                  </a:lnTo>
                  <a:lnTo>
                    <a:pt x="51" y="50"/>
                  </a:lnTo>
                  <a:lnTo>
                    <a:pt x="51" y="50"/>
                  </a:lnTo>
                  <a:lnTo>
                    <a:pt x="51" y="50"/>
                  </a:lnTo>
                  <a:lnTo>
                    <a:pt x="51" y="50"/>
                  </a:lnTo>
                  <a:lnTo>
                    <a:pt x="53" y="48"/>
                  </a:lnTo>
                  <a:lnTo>
                    <a:pt x="51" y="48"/>
                  </a:lnTo>
                  <a:lnTo>
                    <a:pt x="51" y="48"/>
                  </a:lnTo>
                  <a:lnTo>
                    <a:pt x="51" y="48"/>
                  </a:lnTo>
                  <a:lnTo>
                    <a:pt x="51" y="48"/>
                  </a:lnTo>
                  <a:lnTo>
                    <a:pt x="50" y="48"/>
                  </a:lnTo>
                  <a:lnTo>
                    <a:pt x="50" y="48"/>
                  </a:lnTo>
                  <a:lnTo>
                    <a:pt x="50" y="48"/>
                  </a:lnTo>
                  <a:lnTo>
                    <a:pt x="50" y="48"/>
                  </a:lnTo>
                  <a:lnTo>
                    <a:pt x="48" y="48"/>
                  </a:lnTo>
                  <a:lnTo>
                    <a:pt x="48" y="48"/>
                  </a:lnTo>
                  <a:lnTo>
                    <a:pt x="48" y="48"/>
                  </a:lnTo>
                  <a:lnTo>
                    <a:pt x="48" y="48"/>
                  </a:lnTo>
                  <a:lnTo>
                    <a:pt x="48" y="48"/>
                  </a:lnTo>
                  <a:lnTo>
                    <a:pt x="48" y="48"/>
                  </a:lnTo>
                  <a:lnTo>
                    <a:pt x="48" y="48"/>
                  </a:lnTo>
                  <a:lnTo>
                    <a:pt x="48" y="47"/>
                  </a:lnTo>
                  <a:lnTo>
                    <a:pt x="47" y="47"/>
                  </a:lnTo>
                  <a:lnTo>
                    <a:pt x="47" y="47"/>
                  </a:lnTo>
                  <a:lnTo>
                    <a:pt x="47" y="47"/>
                  </a:lnTo>
                  <a:lnTo>
                    <a:pt x="47" y="45"/>
                  </a:lnTo>
                  <a:lnTo>
                    <a:pt x="47" y="45"/>
                  </a:lnTo>
                  <a:lnTo>
                    <a:pt x="47" y="45"/>
                  </a:lnTo>
                  <a:lnTo>
                    <a:pt x="47" y="45"/>
                  </a:lnTo>
                  <a:lnTo>
                    <a:pt x="47" y="43"/>
                  </a:lnTo>
                  <a:lnTo>
                    <a:pt x="47" y="43"/>
                  </a:lnTo>
                  <a:lnTo>
                    <a:pt x="47" y="43"/>
                  </a:lnTo>
                  <a:lnTo>
                    <a:pt x="47" y="43"/>
                  </a:lnTo>
                  <a:lnTo>
                    <a:pt x="47" y="41"/>
                  </a:lnTo>
                  <a:lnTo>
                    <a:pt x="47" y="41"/>
                  </a:lnTo>
                  <a:lnTo>
                    <a:pt x="47" y="41"/>
                  </a:lnTo>
                  <a:lnTo>
                    <a:pt x="47" y="41"/>
                  </a:lnTo>
                  <a:lnTo>
                    <a:pt x="49" y="40"/>
                  </a:lnTo>
                  <a:lnTo>
                    <a:pt x="49" y="40"/>
                  </a:lnTo>
                  <a:lnTo>
                    <a:pt x="49" y="40"/>
                  </a:lnTo>
                  <a:lnTo>
                    <a:pt x="49" y="40"/>
                  </a:lnTo>
                  <a:lnTo>
                    <a:pt x="50" y="40"/>
                  </a:lnTo>
                  <a:lnTo>
                    <a:pt x="50" y="40"/>
                  </a:lnTo>
                  <a:lnTo>
                    <a:pt x="50" y="40"/>
                  </a:lnTo>
                  <a:lnTo>
                    <a:pt x="50" y="40"/>
                  </a:lnTo>
                  <a:lnTo>
                    <a:pt x="52" y="40"/>
                  </a:lnTo>
                  <a:lnTo>
                    <a:pt x="52" y="41"/>
                  </a:lnTo>
                  <a:lnTo>
                    <a:pt x="52" y="41"/>
                  </a:lnTo>
                  <a:lnTo>
                    <a:pt x="52" y="41"/>
                  </a:lnTo>
                  <a:lnTo>
                    <a:pt x="53" y="41"/>
                  </a:lnTo>
                  <a:lnTo>
                    <a:pt x="53" y="41"/>
                  </a:lnTo>
                  <a:lnTo>
                    <a:pt x="53" y="41"/>
                  </a:lnTo>
                  <a:lnTo>
                    <a:pt x="53" y="41"/>
                  </a:lnTo>
                  <a:lnTo>
                    <a:pt x="55" y="41"/>
                  </a:lnTo>
                  <a:lnTo>
                    <a:pt x="55" y="41"/>
                  </a:lnTo>
                  <a:lnTo>
                    <a:pt x="55" y="41"/>
                  </a:lnTo>
                  <a:lnTo>
                    <a:pt x="55" y="41"/>
                  </a:lnTo>
                  <a:lnTo>
                    <a:pt x="55" y="40"/>
                  </a:lnTo>
                  <a:lnTo>
                    <a:pt x="55" y="40"/>
                  </a:lnTo>
                  <a:lnTo>
                    <a:pt x="55" y="40"/>
                  </a:lnTo>
                  <a:lnTo>
                    <a:pt x="55" y="40"/>
                  </a:lnTo>
                  <a:lnTo>
                    <a:pt x="55" y="38"/>
                  </a:lnTo>
                  <a:lnTo>
                    <a:pt x="55" y="38"/>
                  </a:lnTo>
                  <a:lnTo>
                    <a:pt x="55" y="38"/>
                  </a:lnTo>
                  <a:lnTo>
                    <a:pt x="55" y="38"/>
                  </a:lnTo>
                  <a:lnTo>
                    <a:pt x="55" y="36"/>
                  </a:lnTo>
                  <a:lnTo>
                    <a:pt x="55" y="36"/>
                  </a:lnTo>
                  <a:lnTo>
                    <a:pt x="55" y="36"/>
                  </a:lnTo>
                  <a:lnTo>
                    <a:pt x="55" y="36"/>
                  </a:lnTo>
                  <a:lnTo>
                    <a:pt x="55" y="34"/>
                  </a:lnTo>
                  <a:lnTo>
                    <a:pt x="55" y="34"/>
                  </a:lnTo>
                  <a:lnTo>
                    <a:pt x="55" y="34"/>
                  </a:lnTo>
                  <a:lnTo>
                    <a:pt x="55" y="34"/>
                  </a:lnTo>
                  <a:lnTo>
                    <a:pt x="56" y="34"/>
                  </a:lnTo>
                  <a:lnTo>
                    <a:pt x="56" y="34"/>
                  </a:lnTo>
                  <a:lnTo>
                    <a:pt x="56" y="34"/>
                  </a:lnTo>
                  <a:lnTo>
                    <a:pt x="56" y="34"/>
                  </a:lnTo>
                  <a:lnTo>
                    <a:pt x="58" y="34"/>
                  </a:lnTo>
                  <a:lnTo>
                    <a:pt x="58" y="34"/>
                  </a:lnTo>
                  <a:lnTo>
                    <a:pt x="58" y="34"/>
                  </a:lnTo>
                  <a:lnTo>
                    <a:pt x="58" y="34"/>
                  </a:lnTo>
                  <a:lnTo>
                    <a:pt x="60" y="34"/>
                  </a:lnTo>
                  <a:lnTo>
                    <a:pt x="60" y="34"/>
                  </a:lnTo>
                  <a:lnTo>
                    <a:pt x="60" y="34"/>
                  </a:lnTo>
                  <a:lnTo>
                    <a:pt x="60" y="34"/>
                  </a:lnTo>
                  <a:lnTo>
                    <a:pt x="62" y="34"/>
                  </a:lnTo>
                  <a:lnTo>
                    <a:pt x="62" y="36"/>
                  </a:lnTo>
                  <a:lnTo>
                    <a:pt x="62" y="36"/>
                  </a:lnTo>
                  <a:lnTo>
                    <a:pt x="62" y="36"/>
                  </a:lnTo>
                  <a:lnTo>
                    <a:pt x="62" y="36"/>
                  </a:lnTo>
                  <a:lnTo>
                    <a:pt x="62" y="38"/>
                  </a:lnTo>
                  <a:lnTo>
                    <a:pt x="62" y="38"/>
                  </a:lnTo>
                  <a:lnTo>
                    <a:pt x="62" y="38"/>
                  </a:lnTo>
                  <a:lnTo>
                    <a:pt x="63" y="38"/>
                  </a:lnTo>
                  <a:lnTo>
                    <a:pt x="63" y="40"/>
                  </a:lnTo>
                  <a:lnTo>
                    <a:pt x="63" y="40"/>
                  </a:lnTo>
                  <a:lnTo>
                    <a:pt x="63" y="40"/>
                  </a:lnTo>
                  <a:lnTo>
                    <a:pt x="63" y="40"/>
                  </a:lnTo>
                  <a:lnTo>
                    <a:pt x="63" y="41"/>
                  </a:lnTo>
                  <a:lnTo>
                    <a:pt x="63" y="41"/>
                  </a:lnTo>
                  <a:lnTo>
                    <a:pt x="63" y="41"/>
                  </a:lnTo>
                  <a:lnTo>
                    <a:pt x="63" y="41"/>
                  </a:lnTo>
                  <a:lnTo>
                    <a:pt x="63" y="43"/>
                  </a:lnTo>
                  <a:lnTo>
                    <a:pt x="63" y="43"/>
                  </a:lnTo>
                  <a:lnTo>
                    <a:pt x="63" y="43"/>
                  </a:lnTo>
                  <a:lnTo>
                    <a:pt x="63" y="43"/>
                  </a:lnTo>
                  <a:lnTo>
                    <a:pt x="63" y="45"/>
                  </a:lnTo>
                  <a:lnTo>
                    <a:pt x="63" y="45"/>
                  </a:lnTo>
                  <a:lnTo>
                    <a:pt x="63" y="45"/>
                  </a:lnTo>
                  <a:lnTo>
                    <a:pt x="63" y="45"/>
                  </a:lnTo>
                  <a:lnTo>
                    <a:pt x="63" y="47"/>
                  </a:lnTo>
                  <a:lnTo>
                    <a:pt x="63" y="47"/>
                  </a:lnTo>
                  <a:lnTo>
                    <a:pt x="63" y="47"/>
                  </a:lnTo>
                  <a:lnTo>
                    <a:pt x="63" y="47"/>
                  </a:lnTo>
                  <a:lnTo>
                    <a:pt x="63" y="48"/>
                  </a:lnTo>
                  <a:lnTo>
                    <a:pt x="63" y="48"/>
                  </a:lnTo>
                  <a:lnTo>
                    <a:pt x="63" y="48"/>
                  </a:lnTo>
                  <a:lnTo>
                    <a:pt x="64" y="48"/>
                  </a:lnTo>
                  <a:lnTo>
                    <a:pt x="64" y="50"/>
                  </a:lnTo>
                  <a:lnTo>
                    <a:pt x="64" y="50"/>
                  </a:lnTo>
                  <a:lnTo>
                    <a:pt x="64" y="50"/>
                  </a:lnTo>
                  <a:lnTo>
                    <a:pt x="64" y="50"/>
                  </a:lnTo>
                  <a:lnTo>
                    <a:pt x="64" y="52"/>
                  </a:lnTo>
                  <a:lnTo>
                    <a:pt x="64" y="52"/>
                  </a:lnTo>
                  <a:lnTo>
                    <a:pt x="64" y="52"/>
                  </a:lnTo>
                  <a:lnTo>
                    <a:pt x="64" y="52"/>
                  </a:lnTo>
                  <a:lnTo>
                    <a:pt x="64" y="53"/>
                  </a:lnTo>
                  <a:lnTo>
                    <a:pt x="64" y="53"/>
                  </a:lnTo>
                  <a:lnTo>
                    <a:pt x="64" y="53"/>
                  </a:lnTo>
                  <a:lnTo>
                    <a:pt x="64" y="53"/>
                  </a:lnTo>
                  <a:lnTo>
                    <a:pt x="64" y="53"/>
                  </a:lnTo>
                  <a:lnTo>
                    <a:pt x="64" y="53"/>
                  </a:lnTo>
                  <a:lnTo>
                    <a:pt x="64" y="53"/>
                  </a:lnTo>
                  <a:lnTo>
                    <a:pt x="64" y="53"/>
                  </a:lnTo>
                  <a:lnTo>
                    <a:pt x="64" y="55"/>
                  </a:lnTo>
                  <a:lnTo>
                    <a:pt x="64" y="55"/>
                  </a:lnTo>
                  <a:lnTo>
                    <a:pt x="64" y="55"/>
                  </a:lnTo>
                  <a:lnTo>
                    <a:pt x="66" y="55"/>
                  </a:lnTo>
                  <a:lnTo>
                    <a:pt x="66" y="55"/>
                  </a:lnTo>
                  <a:lnTo>
                    <a:pt x="67" y="55"/>
                  </a:lnTo>
                  <a:lnTo>
                    <a:pt x="67" y="55"/>
                  </a:lnTo>
                  <a:lnTo>
                    <a:pt x="69" y="55"/>
                  </a:lnTo>
                  <a:lnTo>
                    <a:pt x="69" y="55"/>
                  </a:lnTo>
                  <a:lnTo>
                    <a:pt x="69" y="55"/>
                  </a:lnTo>
                  <a:lnTo>
                    <a:pt x="69" y="55"/>
                  </a:lnTo>
                  <a:lnTo>
                    <a:pt x="70" y="55"/>
                  </a:lnTo>
                  <a:lnTo>
                    <a:pt x="70" y="55"/>
                  </a:lnTo>
                  <a:lnTo>
                    <a:pt x="70" y="55"/>
                  </a:lnTo>
                  <a:lnTo>
                    <a:pt x="70" y="55"/>
                  </a:lnTo>
                  <a:lnTo>
                    <a:pt x="72" y="55"/>
                  </a:lnTo>
                  <a:lnTo>
                    <a:pt x="70" y="55"/>
                  </a:lnTo>
                  <a:lnTo>
                    <a:pt x="70" y="55"/>
                  </a:lnTo>
                  <a:lnTo>
                    <a:pt x="70" y="55"/>
                  </a:lnTo>
                  <a:lnTo>
                    <a:pt x="70" y="53"/>
                  </a:lnTo>
                  <a:lnTo>
                    <a:pt x="69" y="53"/>
                  </a:lnTo>
                  <a:lnTo>
                    <a:pt x="69" y="53"/>
                  </a:lnTo>
                  <a:lnTo>
                    <a:pt x="69" y="53"/>
                  </a:lnTo>
                  <a:lnTo>
                    <a:pt x="69" y="50"/>
                  </a:lnTo>
                  <a:lnTo>
                    <a:pt x="68" y="50"/>
                  </a:lnTo>
                  <a:lnTo>
                    <a:pt x="68" y="50"/>
                  </a:lnTo>
                  <a:lnTo>
                    <a:pt x="68" y="50"/>
                  </a:lnTo>
                  <a:lnTo>
                    <a:pt x="68" y="48"/>
                  </a:lnTo>
                  <a:lnTo>
                    <a:pt x="68" y="48"/>
                  </a:lnTo>
                  <a:lnTo>
                    <a:pt x="68" y="46"/>
                  </a:lnTo>
                  <a:lnTo>
                    <a:pt x="68" y="46"/>
                  </a:lnTo>
                  <a:lnTo>
                    <a:pt x="69" y="44"/>
                  </a:lnTo>
                  <a:lnTo>
                    <a:pt x="69" y="44"/>
                  </a:lnTo>
                  <a:lnTo>
                    <a:pt x="69" y="44"/>
                  </a:lnTo>
                  <a:lnTo>
                    <a:pt x="69" y="44"/>
                  </a:lnTo>
                  <a:lnTo>
                    <a:pt x="69" y="44"/>
                  </a:lnTo>
                  <a:lnTo>
                    <a:pt x="69" y="44"/>
                  </a:lnTo>
                  <a:lnTo>
                    <a:pt x="69" y="44"/>
                  </a:lnTo>
                  <a:lnTo>
                    <a:pt x="69" y="44"/>
                  </a:lnTo>
                  <a:lnTo>
                    <a:pt x="70" y="43"/>
                  </a:lnTo>
                  <a:lnTo>
                    <a:pt x="70" y="43"/>
                  </a:lnTo>
                  <a:lnTo>
                    <a:pt x="70" y="43"/>
                  </a:lnTo>
                  <a:lnTo>
                    <a:pt x="70" y="43"/>
                  </a:lnTo>
                  <a:lnTo>
                    <a:pt x="70" y="43"/>
                  </a:lnTo>
                  <a:lnTo>
                    <a:pt x="70" y="43"/>
                  </a:lnTo>
                  <a:lnTo>
                    <a:pt x="70" y="43"/>
                  </a:lnTo>
                  <a:lnTo>
                    <a:pt x="70" y="43"/>
                  </a:lnTo>
                  <a:lnTo>
                    <a:pt x="73" y="41"/>
                  </a:lnTo>
                  <a:lnTo>
                    <a:pt x="73" y="41"/>
                  </a:lnTo>
                  <a:lnTo>
                    <a:pt x="73" y="41"/>
                  </a:lnTo>
                  <a:lnTo>
                    <a:pt x="73" y="41"/>
                  </a:lnTo>
                  <a:lnTo>
                    <a:pt x="73" y="41"/>
                  </a:lnTo>
                  <a:lnTo>
                    <a:pt x="73" y="41"/>
                  </a:lnTo>
                  <a:lnTo>
                    <a:pt x="73" y="41"/>
                  </a:lnTo>
                  <a:lnTo>
                    <a:pt x="73" y="41"/>
                  </a:lnTo>
                  <a:lnTo>
                    <a:pt x="73" y="40"/>
                  </a:lnTo>
                  <a:lnTo>
                    <a:pt x="73" y="40"/>
                  </a:lnTo>
                  <a:lnTo>
                    <a:pt x="73" y="40"/>
                  </a:lnTo>
                  <a:lnTo>
                    <a:pt x="73" y="40"/>
                  </a:lnTo>
                  <a:lnTo>
                    <a:pt x="73" y="38"/>
                  </a:lnTo>
                  <a:lnTo>
                    <a:pt x="73" y="38"/>
                  </a:lnTo>
                  <a:lnTo>
                    <a:pt x="73" y="38"/>
                  </a:lnTo>
                  <a:lnTo>
                    <a:pt x="73" y="38"/>
                  </a:lnTo>
                  <a:lnTo>
                    <a:pt x="73" y="37"/>
                  </a:lnTo>
                  <a:lnTo>
                    <a:pt x="71" y="37"/>
                  </a:lnTo>
                  <a:lnTo>
                    <a:pt x="71" y="37"/>
                  </a:lnTo>
                  <a:lnTo>
                    <a:pt x="71" y="37"/>
                  </a:lnTo>
                  <a:lnTo>
                    <a:pt x="71" y="37"/>
                  </a:lnTo>
                  <a:lnTo>
                    <a:pt x="71" y="37"/>
                  </a:lnTo>
                  <a:lnTo>
                    <a:pt x="71" y="37"/>
                  </a:lnTo>
                  <a:lnTo>
                    <a:pt x="71" y="37"/>
                  </a:lnTo>
                  <a:lnTo>
                    <a:pt x="71" y="35"/>
                  </a:lnTo>
                  <a:lnTo>
                    <a:pt x="70" y="35"/>
                  </a:lnTo>
                  <a:lnTo>
                    <a:pt x="70" y="35"/>
                  </a:lnTo>
                  <a:lnTo>
                    <a:pt x="70" y="35"/>
                  </a:lnTo>
                  <a:lnTo>
                    <a:pt x="70" y="34"/>
                  </a:lnTo>
                  <a:lnTo>
                    <a:pt x="70" y="34"/>
                  </a:lnTo>
                  <a:lnTo>
                    <a:pt x="70" y="34"/>
                  </a:lnTo>
                  <a:lnTo>
                    <a:pt x="70" y="34"/>
                  </a:lnTo>
                  <a:lnTo>
                    <a:pt x="70" y="33"/>
                  </a:lnTo>
                  <a:lnTo>
                    <a:pt x="70" y="33"/>
                  </a:lnTo>
                  <a:lnTo>
                    <a:pt x="70" y="33"/>
                  </a:lnTo>
                  <a:lnTo>
                    <a:pt x="70" y="33"/>
                  </a:lnTo>
                  <a:lnTo>
                    <a:pt x="71" y="31"/>
                  </a:lnTo>
                  <a:lnTo>
                    <a:pt x="71" y="31"/>
                  </a:lnTo>
                  <a:lnTo>
                    <a:pt x="71" y="31"/>
                  </a:lnTo>
                  <a:lnTo>
                    <a:pt x="71" y="31"/>
                  </a:lnTo>
                  <a:lnTo>
                    <a:pt x="73" y="29"/>
                  </a:lnTo>
                  <a:lnTo>
                    <a:pt x="73" y="29"/>
                  </a:lnTo>
                  <a:lnTo>
                    <a:pt x="73" y="29"/>
                  </a:lnTo>
                  <a:lnTo>
                    <a:pt x="73" y="29"/>
                  </a:lnTo>
                  <a:lnTo>
                    <a:pt x="75" y="28"/>
                  </a:lnTo>
                  <a:lnTo>
                    <a:pt x="75" y="28"/>
                  </a:lnTo>
                  <a:lnTo>
                    <a:pt x="76" y="28"/>
                  </a:lnTo>
                  <a:lnTo>
                    <a:pt x="76" y="28"/>
                  </a:lnTo>
                  <a:lnTo>
                    <a:pt x="78" y="27"/>
                  </a:lnTo>
                  <a:lnTo>
                    <a:pt x="78" y="28"/>
                  </a:lnTo>
                  <a:lnTo>
                    <a:pt x="78" y="28"/>
                  </a:lnTo>
                  <a:lnTo>
                    <a:pt x="78" y="28"/>
                  </a:lnTo>
                  <a:lnTo>
                    <a:pt x="78" y="28"/>
                  </a:lnTo>
                  <a:lnTo>
                    <a:pt x="78" y="28"/>
                  </a:lnTo>
                  <a:lnTo>
                    <a:pt x="80" y="28"/>
                  </a:lnTo>
                  <a:lnTo>
                    <a:pt x="80" y="28"/>
                  </a:lnTo>
                  <a:lnTo>
                    <a:pt x="82" y="28"/>
                  </a:lnTo>
                  <a:lnTo>
                    <a:pt x="82" y="28"/>
                  </a:lnTo>
                  <a:lnTo>
                    <a:pt x="83" y="28"/>
                  </a:lnTo>
                  <a:lnTo>
                    <a:pt x="83" y="28"/>
                  </a:lnTo>
                  <a:lnTo>
                    <a:pt x="85" y="28"/>
                  </a:lnTo>
                  <a:lnTo>
                    <a:pt x="85" y="28"/>
                  </a:lnTo>
                  <a:lnTo>
                    <a:pt x="85" y="28"/>
                  </a:lnTo>
                  <a:lnTo>
                    <a:pt x="85" y="28"/>
                  </a:lnTo>
                  <a:lnTo>
                    <a:pt x="87" y="27"/>
                  </a:lnTo>
                  <a:lnTo>
                    <a:pt x="87" y="27"/>
                  </a:lnTo>
                  <a:lnTo>
                    <a:pt x="87" y="27"/>
                  </a:lnTo>
                  <a:lnTo>
                    <a:pt x="87" y="27"/>
                  </a:lnTo>
                  <a:lnTo>
                    <a:pt x="87" y="27"/>
                  </a:lnTo>
                  <a:lnTo>
                    <a:pt x="87" y="27"/>
                  </a:lnTo>
                  <a:lnTo>
                    <a:pt x="87" y="27"/>
                  </a:lnTo>
                  <a:lnTo>
                    <a:pt x="87" y="27"/>
                  </a:lnTo>
                  <a:lnTo>
                    <a:pt x="87" y="25"/>
                  </a:lnTo>
                  <a:lnTo>
                    <a:pt x="85" y="25"/>
                  </a:lnTo>
                  <a:lnTo>
                    <a:pt x="85" y="25"/>
                  </a:lnTo>
                  <a:lnTo>
                    <a:pt x="85" y="25"/>
                  </a:lnTo>
                  <a:lnTo>
                    <a:pt x="85" y="23"/>
                  </a:lnTo>
                  <a:lnTo>
                    <a:pt x="85" y="23"/>
                  </a:lnTo>
                  <a:lnTo>
                    <a:pt x="85" y="23"/>
                  </a:lnTo>
                  <a:lnTo>
                    <a:pt x="85" y="23"/>
                  </a:lnTo>
                  <a:lnTo>
                    <a:pt x="85" y="21"/>
                  </a:lnTo>
                  <a:lnTo>
                    <a:pt x="85" y="21"/>
                  </a:lnTo>
                  <a:lnTo>
                    <a:pt x="85" y="21"/>
                  </a:lnTo>
                  <a:lnTo>
                    <a:pt x="85" y="21"/>
                  </a:lnTo>
                  <a:lnTo>
                    <a:pt x="85" y="21"/>
                  </a:lnTo>
                  <a:lnTo>
                    <a:pt x="85" y="21"/>
                  </a:lnTo>
                  <a:lnTo>
                    <a:pt x="85" y="21"/>
                  </a:lnTo>
                  <a:lnTo>
                    <a:pt x="85" y="21"/>
                  </a:lnTo>
                  <a:lnTo>
                    <a:pt x="87" y="19"/>
                  </a:lnTo>
                  <a:lnTo>
                    <a:pt x="87" y="19"/>
                  </a:lnTo>
                  <a:lnTo>
                    <a:pt x="87" y="19"/>
                  </a:lnTo>
                  <a:lnTo>
                    <a:pt x="87" y="19"/>
                  </a:lnTo>
                  <a:lnTo>
                    <a:pt x="89" y="19"/>
                  </a:lnTo>
                  <a:lnTo>
                    <a:pt x="89" y="19"/>
                  </a:lnTo>
                  <a:lnTo>
                    <a:pt x="89" y="19"/>
                  </a:lnTo>
                  <a:lnTo>
                    <a:pt x="89" y="19"/>
                  </a:lnTo>
                  <a:lnTo>
                    <a:pt x="90" y="18"/>
                  </a:lnTo>
                  <a:lnTo>
                    <a:pt x="89" y="18"/>
                  </a:lnTo>
                  <a:lnTo>
                    <a:pt x="89" y="18"/>
                  </a:lnTo>
                  <a:lnTo>
                    <a:pt x="89" y="18"/>
                  </a:lnTo>
                  <a:lnTo>
                    <a:pt x="89" y="17"/>
                  </a:lnTo>
                  <a:lnTo>
                    <a:pt x="87" y="17"/>
                  </a:lnTo>
                  <a:lnTo>
                    <a:pt x="87" y="17"/>
                  </a:lnTo>
                  <a:lnTo>
                    <a:pt x="87" y="17"/>
                  </a:lnTo>
                  <a:lnTo>
                    <a:pt x="87" y="15"/>
                  </a:lnTo>
                  <a:lnTo>
                    <a:pt x="85" y="15"/>
                  </a:lnTo>
                  <a:lnTo>
                    <a:pt x="85" y="15"/>
                  </a:lnTo>
                  <a:lnTo>
                    <a:pt x="85" y="15"/>
                  </a:lnTo>
                  <a:lnTo>
                    <a:pt x="85" y="13"/>
                  </a:lnTo>
                  <a:lnTo>
                    <a:pt x="85" y="13"/>
                  </a:lnTo>
                  <a:lnTo>
                    <a:pt x="85" y="12"/>
                  </a:lnTo>
                  <a:lnTo>
                    <a:pt x="85" y="12"/>
                  </a:lnTo>
                  <a:lnTo>
                    <a:pt x="87" y="11"/>
                  </a:lnTo>
                  <a:lnTo>
                    <a:pt x="87" y="11"/>
                  </a:lnTo>
                  <a:lnTo>
                    <a:pt x="87" y="11"/>
                  </a:lnTo>
                  <a:lnTo>
                    <a:pt x="87" y="11"/>
                  </a:lnTo>
                  <a:lnTo>
                    <a:pt x="87" y="11"/>
                  </a:lnTo>
                  <a:lnTo>
                    <a:pt x="87" y="11"/>
                  </a:lnTo>
                  <a:lnTo>
                    <a:pt x="87" y="11"/>
                  </a:lnTo>
                  <a:lnTo>
                    <a:pt x="87" y="11"/>
                  </a:lnTo>
                  <a:lnTo>
                    <a:pt x="90" y="11"/>
                  </a:lnTo>
                  <a:lnTo>
                    <a:pt x="90" y="11"/>
                  </a:lnTo>
                  <a:lnTo>
                    <a:pt x="90" y="11"/>
                  </a:lnTo>
                  <a:lnTo>
                    <a:pt x="90" y="11"/>
                  </a:lnTo>
                  <a:lnTo>
                    <a:pt x="91" y="11"/>
                  </a:lnTo>
                  <a:lnTo>
                    <a:pt x="91" y="11"/>
                  </a:lnTo>
                  <a:lnTo>
                    <a:pt x="91" y="11"/>
                  </a:lnTo>
                  <a:lnTo>
                    <a:pt x="91" y="11"/>
                  </a:lnTo>
                  <a:lnTo>
                    <a:pt x="93" y="11"/>
                  </a:lnTo>
                  <a:lnTo>
                    <a:pt x="93" y="11"/>
                  </a:lnTo>
                  <a:lnTo>
                    <a:pt x="93" y="11"/>
                  </a:lnTo>
                  <a:lnTo>
                    <a:pt x="93" y="11"/>
                  </a:lnTo>
                  <a:lnTo>
                    <a:pt x="93" y="11"/>
                  </a:lnTo>
                  <a:lnTo>
                    <a:pt x="93" y="11"/>
                  </a:lnTo>
                  <a:lnTo>
                    <a:pt x="93" y="11"/>
                  </a:lnTo>
                  <a:lnTo>
                    <a:pt x="93" y="11"/>
                  </a:lnTo>
                  <a:lnTo>
                    <a:pt x="93" y="9"/>
                  </a:lnTo>
                  <a:lnTo>
                    <a:pt x="93" y="9"/>
                  </a:lnTo>
                  <a:lnTo>
                    <a:pt x="93" y="9"/>
                  </a:lnTo>
                  <a:lnTo>
                    <a:pt x="93" y="9"/>
                  </a:lnTo>
                  <a:lnTo>
                    <a:pt x="93" y="9"/>
                  </a:lnTo>
                  <a:lnTo>
                    <a:pt x="93" y="9"/>
                  </a:lnTo>
                  <a:lnTo>
                    <a:pt x="93" y="9"/>
                  </a:lnTo>
                  <a:lnTo>
                    <a:pt x="93" y="9"/>
                  </a:lnTo>
                  <a:lnTo>
                    <a:pt x="93" y="8"/>
                  </a:lnTo>
                  <a:lnTo>
                    <a:pt x="93" y="8"/>
                  </a:lnTo>
                  <a:lnTo>
                    <a:pt x="93" y="8"/>
                  </a:lnTo>
                  <a:lnTo>
                    <a:pt x="93" y="8"/>
                  </a:lnTo>
                  <a:lnTo>
                    <a:pt x="93" y="6"/>
                  </a:lnTo>
                  <a:lnTo>
                    <a:pt x="93" y="6"/>
                  </a:lnTo>
                  <a:lnTo>
                    <a:pt x="93" y="6"/>
                  </a:lnTo>
                  <a:lnTo>
                    <a:pt x="93" y="6"/>
                  </a:lnTo>
                  <a:lnTo>
                    <a:pt x="94" y="4"/>
                  </a:lnTo>
                  <a:lnTo>
                    <a:pt x="94" y="4"/>
                  </a:lnTo>
                  <a:lnTo>
                    <a:pt x="94" y="4"/>
                  </a:lnTo>
                  <a:lnTo>
                    <a:pt x="94" y="4"/>
                  </a:lnTo>
                  <a:lnTo>
                    <a:pt x="95" y="2"/>
                  </a:lnTo>
                  <a:lnTo>
                    <a:pt x="95" y="2"/>
                  </a:lnTo>
                  <a:lnTo>
                    <a:pt x="95" y="1"/>
                  </a:lnTo>
                  <a:lnTo>
                    <a:pt x="95" y="1"/>
                  </a:lnTo>
                  <a:lnTo>
                    <a:pt x="97" y="0"/>
                  </a:lnTo>
                  <a:lnTo>
                    <a:pt x="97" y="1"/>
                  </a:lnTo>
                  <a:lnTo>
                    <a:pt x="97" y="1"/>
                  </a:lnTo>
                  <a:lnTo>
                    <a:pt x="97" y="2"/>
                  </a:lnTo>
                  <a:lnTo>
                    <a:pt x="97" y="2"/>
                  </a:lnTo>
                  <a:lnTo>
                    <a:pt x="97" y="4"/>
                  </a:lnTo>
                  <a:lnTo>
                    <a:pt x="97" y="4"/>
                  </a:lnTo>
                  <a:lnTo>
                    <a:pt x="97" y="5"/>
                  </a:lnTo>
                  <a:lnTo>
                    <a:pt x="97" y="5"/>
                  </a:lnTo>
                  <a:lnTo>
                    <a:pt x="97" y="7"/>
                  </a:lnTo>
                  <a:lnTo>
                    <a:pt x="97" y="7"/>
                  </a:lnTo>
                  <a:lnTo>
                    <a:pt x="97" y="9"/>
                  </a:lnTo>
                  <a:lnTo>
                    <a:pt x="97" y="9"/>
                  </a:lnTo>
                  <a:lnTo>
                    <a:pt x="97" y="10"/>
                  </a:lnTo>
                  <a:lnTo>
                    <a:pt x="97" y="10"/>
                  </a:lnTo>
                  <a:lnTo>
                    <a:pt x="97" y="10"/>
                  </a:lnTo>
                  <a:lnTo>
                    <a:pt x="97" y="10"/>
                  </a:lnTo>
                  <a:lnTo>
                    <a:pt x="97" y="10"/>
                  </a:lnTo>
                  <a:lnTo>
                    <a:pt x="97" y="10"/>
                  </a:lnTo>
                  <a:lnTo>
                    <a:pt x="97" y="10"/>
                  </a:lnTo>
                  <a:lnTo>
                    <a:pt x="97" y="10"/>
                  </a:lnTo>
                  <a:lnTo>
                    <a:pt x="97" y="10"/>
                  </a:lnTo>
                  <a:lnTo>
                    <a:pt x="97" y="10"/>
                  </a:lnTo>
                  <a:lnTo>
                    <a:pt x="97" y="10"/>
                  </a:lnTo>
                  <a:lnTo>
                    <a:pt x="99" y="9"/>
                  </a:lnTo>
                  <a:lnTo>
                    <a:pt x="99" y="9"/>
                  </a:lnTo>
                  <a:lnTo>
                    <a:pt x="99" y="9"/>
                  </a:lnTo>
                  <a:lnTo>
                    <a:pt x="99" y="9"/>
                  </a:lnTo>
                  <a:lnTo>
                    <a:pt x="99" y="9"/>
                  </a:lnTo>
                  <a:lnTo>
                    <a:pt x="99" y="9"/>
                  </a:lnTo>
                  <a:lnTo>
                    <a:pt x="99" y="9"/>
                  </a:lnTo>
                  <a:lnTo>
                    <a:pt x="99" y="9"/>
                  </a:lnTo>
                  <a:lnTo>
                    <a:pt x="100" y="8"/>
                  </a:lnTo>
                  <a:lnTo>
                    <a:pt x="99" y="8"/>
                  </a:lnTo>
                  <a:lnTo>
                    <a:pt x="99" y="8"/>
                  </a:lnTo>
                  <a:lnTo>
                    <a:pt x="99" y="8"/>
                  </a:lnTo>
                  <a:lnTo>
                    <a:pt x="99" y="6"/>
                  </a:lnTo>
                  <a:lnTo>
                    <a:pt x="99" y="6"/>
                  </a:lnTo>
                  <a:lnTo>
                    <a:pt x="99" y="6"/>
                  </a:lnTo>
                  <a:lnTo>
                    <a:pt x="99" y="6"/>
                  </a:lnTo>
                  <a:lnTo>
                    <a:pt x="99" y="4"/>
                  </a:lnTo>
                  <a:lnTo>
                    <a:pt x="97" y="4"/>
                  </a:lnTo>
                  <a:lnTo>
                    <a:pt x="97" y="4"/>
                  </a:lnTo>
                  <a:lnTo>
                    <a:pt x="97" y="4"/>
                  </a:lnTo>
                  <a:lnTo>
                    <a:pt x="97" y="2"/>
                  </a:lnTo>
                  <a:lnTo>
                    <a:pt x="97" y="2"/>
                  </a:lnTo>
                  <a:lnTo>
                    <a:pt x="97" y="1"/>
                  </a:lnTo>
                  <a:lnTo>
                    <a:pt x="97" y="1"/>
                  </a:lnTo>
                  <a:lnTo>
                    <a:pt x="97" y="0"/>
                  </a:lnTo>
                  <a:lnTo>
                    <a:pt x="97" y="0"/>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73" name=""/>
            <p:cNvSpPr/>
            <p:nvPr/>
          </p:nvSpPr>
          <p:spPr>
            <a:xfrm>
              <a:off x="7216920" y="6076800"/>
              <a:ext cx="36360" cy="34920"/>
            </a:xfrm>
            <a:custGeom>
              <a:avLst/>
              <a:gdLst/>
              <a:ahLst/>
              <a:rect l="l" t="t" r="r" b="b"/>
              <a:pathLst>
                <a:path w="23" h="22">
                  <a:moveTo>
                    <a:pt x="22" y="0"/>
                  </a:moveTo>
                  <a:lnTo>
                    <a:pt x="21" y="1"/>
                  </a:lnTo>
                  <a:lnTo>
                    <a:pt x="21" y="1"/>
                  </a:lnTo>
                  <a:lnTo>
                    <a:pt x="20" y="1"/>
                  </a:lnTo>
                  <a:lnTo>
                    <a:pt x="20" y="1"/>
                  </a:lnTo>
                  <a:lnTo>
                    <a:pt x="18" y="3"/>
                  </a:lnTo>
                  <a:lnTo>
                    <a:pt x="18" y="3"/>
                  </a:lnTo>
                  <a:lnTo>
                    <a:pt x="18" y="3"/>
                  </a:lnTo>
                  <a:lnTo>
                    <a:pt x="18" y="3"/>
                  </a:lnTo>
                  <a:lnTo>
                    <a:pt x="16" y="5"/>
                  </a:lnTo>
                  <a:lnTo>
                    <a:pt x="16" y="5"/>
                  </a:lnTo>
                  <a:lnTo>
                    <a:pt x="16" y="5"/>
                  </a:lnTo>
                  <a:lnTo>
                    <a:pt x="16" y="5"/>
                  </a:lnTo>
                  <a:lnTo>
                    <a:pt x="14" y="6"/>
                  </a:lnTo>
                  <a:lnTo>
                    <a:pt x="14" y="6"/>
                  </a:lnTo>
                  <a:lnTo>
                    <a:pt x="14" y="6"/>
                  </a:lnTo>
                  <a:lnTo>
                    <a:pt x="14" y="6"/>
                  </a:lnTo>
                  <a:lnTo>
                    <a:pt x="13" y="7"/>
                  </a:lnTo>
                  <a:lnTo>
                    <a:pt x="13" y="7"/>
                  </a:lnTo>
                  <a:lnTo>
                    <a:pt x="13" y="7"/>
                  </a:lnTo>
                  <a:lnTo>
                    <a:pt x="13" y="7"/>
                  </a:lnTo>
                  <a:lnTo>
                    <a:pt x="12" y="7"/>
                  </a:lnTo>
                  <a:lnTo>
                    <a:pt x="12" y="7"/>
                  </a:lnTo>
                  <a:lnTo>
                    <a:pt x="12" y="7"/>
                  </a:lnTo>
                  <a:lnTo>
                    <a:pt x="12" y="7"/>
                  </a:lnTo>
                  <a:lnTo>
                    <a:pt x="11" y="7"/>
                  </a:lnTo>
                  <a:lnTo>
                    <a:pt x="11" y="7"/>
                  </a:lnTo>
                  <a:lnTo>
                    <a:pt x="11" y="7"/>
                  </a:lnTo>
                  <a:lnTo>
                    <a:pt x="11" y="7"/>
                  </a:lnTo>
                  <a:lnTo>
                    <a:pt x="10" y="7"/>
                  </a:lnTo>
                  <a:lnTo>
                    <a:pt x="10" y="7"/>
                  </a:lnTo>
                  <a:lnTo>
                    <a:pt x="10" y="7"/>
                  </a:lnTo>
                  <a:lnTo>
                    <a:pt x="10" y="7"/>
                  </a:lnTo>
                  <a:lnTo>
                    <a:pt x="8" y="9"/>
                  </a:lnTo>
                  <a:lnTo>
                    <a:pt x="8" y="9"/>
                  </a:lnTo>
                  <a:lnTo>
                    <a:pt x="8" y="9"/>
                  </a:lnTo>
                  <a:lnTo>
                    <a:pt x="8" y="9"/>
                  </a:lnTo>
                  <a:lnTo>
                    <a:pt x="6" y="9"/>
                  </a:lnTo>
                  <a:lnTo>
                    <a:pt x="6" y="9"/>
                  </a:lnTo>
                  <a:lnTo>
                    <a:pt x="6" y="9"/>
                  </a:lnTo>
                  <a:lnTo>
                    <a:pt x="6" y="9"/>
                  </a:lnTo>
                  <a:lnTo>
                    <a:pt x="5" y="9"/>
                  </a:lnTo>
                  <a:lnTo>
                    <a:pt x="5" y="9"/>
                  </a:lnTo>
                  <a:lnTo>
                    <a:pt x="5" y="9"/>
                  </a:lnTo>
                  <a:lnTo>
                    <a:pt x="5" y="9"/>
                  </a:lnTo>
                  <a:lnTo>
                    <a:pt x="3" y="9"/>
                  </a:lnTo>
                  <a:lnTo>
                    <a:pt x="3" y="9"/>
                  </a:lnTo>
                  <a:lnTo>
                    <a:pt x="3" y="9"/>
                  </a:lnTo>
                  <a:lnTo>
                    <a:pt x="3" y="9"/>
                  </a:lnTo>
                  <a:lnTo>
                    <a:pt x="2" y="10"/>
                  </a:lnTo>
                  <a:lnTo>
                    <a:pt x="2" y="10"/>
                  </a:lnTo>
                  <a:lnTo>
                    <a:pt x="2" y="10"/>
                  </a:lnTo>
                  <a:lnTo>
                    <a:pt x="2" y="10"/>
                  </a:lnTo>
                  <a:lnTo>
                    <a:pt x="1" y="11"/>
                  </a:lnTo>
                  <a:lnTo>
                    <a:pt x="1" y="11"/>
                  </a:lnTo>
                  <a:lnTo>
                    <a:pt x="1" y="11"/>
                  </a:lnTo>
                  <a:lnTo>
                    <a:pt x="1" y="11"/>
                  </a:lnTo>
                  <a:lnTo>
                    <a:pt x="0" y="14"/>
                  </a:lnTo>
                  <a:lnTo>
                    <a:pt x="0" y="14"/>
                  </a:lnTo>
                  <a:lnTo>
                    <a:pt x="0" y="14"/>
                  </a:lnTo>
                  <a:lnTo>
                    <a:pt x="0" y="14"/>
                  </a:lnTo>
                  <a:lnTo>
                    <a:pt x="0" y="14"/>
                  </a:lnTo>
                  <a:lnTo>
                    <a:pt x="0" y="14"/>
                  </a:lnTo>
                  <a:lnTo>
                    <a:pt x="0" y="14"/>
                  </a:lnTo>
                  <a:lnTo>
                    <a:pt x="0" y="14"/>
                  </a:lnTo>
                  <a:lnTo>
                    <a:pt x="0" y="16"/>
                  </a:lnTo>
                  <a:lnTo>
                    <a:pt x="0" y="16"/>
                  </a:lnTo>
                  <a:lnTo>
                    <a:pt x="0" y="16"/>
                  </a:lnTo>
                  <a:lnTo>
                    <a:pt x="0" y="16"/>
                  </a:lnTo>
                  <a:lnTo>
                    <a:pt x="0" y="16"/>
                  </a:lnTo>
                  <a:lnTo>
                    <a:pt x="0" y="16"/>
                  </a:lnTo>
                  <a:lnTo>
                    <a:pt x="0" y="16"/>
                  </a:lnTo>
                  <a:lnTo>
                    <a:pt x="1" y="16"/>
                  </a:lnTo>
                  <a:lnTo>
                    <a:pt x="1" y="16"/>
                  </a:lnTo>
                  <a:lnTo>
                    <a:pt x="1" y="16"/>
                  </a:lnTo>
                  <a:lnTo>
                    <a:pt x="1" y="16"/>
                  </a:lnTo>
                  <a:lnTo>
                    <a:pt x="1" y="16"/>
                  </a:lnTo>
                  <a:lnTo>
                    <a:pt x="1" y="16"/>
                  </a:lnTo>
                  <a:lnTo>
                    <a:pt x="1" y="16"/>
                  </a:lnTo>
                  <a:lnTo>
                    <a:pt x="1" y="16"/>
                  </a:lnTo>
                  <a:lnTo>
                    <a:pt x="2" y="16"/>
                  </a:lnTo>
                  <a:lnTo>
                    <a:pt x="2" y="16"/>
                  </a:lnTo>
                  <a:lnTo>
                    <a:pt x="2" y="16"/>
                  </a:lnTo>
                  <a:lnTo>
                    <a:pt x="2" y="16"/>
                  </a:lnTo>
                  <a:lnTo>
                    <a:pt x="2" y="16"/>
                  </a:lnTo>
                  <a:lnTo>
                    <a:pt x="2" y="16"/>
                  </a:lnTo>
                  <a:lnTo>
                    <a:pt x="2" y="16"/>
                  </a:lnTo>
                  <a:lnTo>
                    <a:pt x="2" y="16"/>
                  </a:lnTo>
                  <a:lnTo>
                    <a:pt x="4" y="16"/>
                  </a:lnTo>
                  <a:lnTo>
                    <a:pt x="4" y="16"/>
                  </a:lnTo>
                  <a:lnTo>
                    <a:pt x="4" y="16"/>
                  </a:lnTo>
                  <a:lnTo>
                    <a:pt x="4" y="16"/>
                  </a:lnTo>
                  <a:lnTo>
                    <a:pt x="5" y="16"/>
                  </a:lnTo>
                  <a:lnTo>
                    <a:pt x="5" y="16"/>
                  </a:lnTo>
                  <a:lnTo>
                    <a:pt x="5" y="16"/>
                  </a:lnTo>
                  <a:lnTo>
                    <a:pt x="5" y="16"/>
                  </a:lnTo>
                  <a:lnTo>
                    <a:pt x="6" y="14"/>
                  </a:lnTo>
                  <a:lnTo>
                    <a:pt x="5" y="16"/>
                  </a:lnTo>
                  <a:lnTo>
                    <a:pt x="5" y="16"/>
                  </a:lnTo>
                  <a:lnTo>
                    <a:pt x="5" y="16"/>
                  </a:lnTo>
                  <a:lnTo>
                    <a:pt x="5" y="16"/>
                  </a:lnTo>
                  <a:lnTo>
                    <a:pt x="4" y="18"/>
                  </a:lnTo>
                  <a:lnTo>
                    <a:pt x="4" y="18"/>
                  </a:lnTo>
                  <a:lnTo>
                    <a:pt x="4" y="18"/>
                  </a:lnTo>
                  <a:lnTo>
                    <a:pt x="4" y="18"/>
                  </a:lnTo>
                  <a:lnTo>
                    <a:pt x="3" y="20"/>
                  </a:lnTo>
                  <a:lnTo>
                    <a:pt x="3" y="20"/>
                  </a:lnTo>
                  <a:lnTo>
                    <a:pt x="3" y="21"/>
                  </a:lnTo>
                  <a:lnTo>
                    <a:pt x="3" y="21"/>
                  </a:lnTo>
                  <a:lnTo>
                    <a:pt x="3" y="21"/>
                  </a:lnTo>
                  <a:lnTo>
                    <a:pt x="3" y="21"/>
                  </a:lnTo>
                  <a:lnTo>
                    <a:pt x="3" y="21"/>
                  </a:lnTo>
                  <a:lnTo>
                    <a:pt x="3" y="21"/>
                  </a:lnTo>
                  <a:lnTo>
                    <a:pt x="3" y="21"/>
                  </a:lnTo>
                  <a:lnTo>
                    <a:pt x="3" y="21"/>
                  </a:lnTo>
                  <a:lnTo>
                    <a:pt x="3" y="21"/>
                  </a:lnTo>
                  <a:lnTo>
                    <a:pt x="4" y="21"/>
                  </a:lnTo>
                  <a:lnTo>
                    <a:pt x="4" y="21"/>
                  </a:lnTo>
                  <a:lnTo>
                    <a:pt x="4" y="21"/>
                  </a:lnTo>
                  <a:lnTo>
                    <a:pt x="4" y="21"/>
                  </a:lnTo>
                  <a:lnTo>
                    <a:pt x="6" y="21"/>
                  </a:lnTo>
                  <a:lnTo>
                    <a:pt x="6" y="21"/>
                  </a:lnTo>
                  <a:lnTo>
                    <a:pt x="6" y="21"/>
                  </a:lnTo>
                  <a:lnTo>
                    <a:pt x="6" y="21"/>
                  </a:lnTo>
                  <a:lnTo>
                    <a:pt x="7" y="21"/>
                  </a:lnTo>
                  <a:lnTo>
                    <a:pt x="7" y="21"/>
                  </a:lnTo>
                  <a:lnTo>
                    <a:pt x="7" y="21"/>
                  </a:lnTo>
                  <a:lnTo>
                    <a:pt x="7" y="21"/>
                  </a:lnTo>
                  <a:lnTo>
                    <a:pt x="8" y="21"/>
                  </a:lnTo>
                  <a:lnTo>
                    <a:pt x="8" y="21"/>
                  </a:lnTo>
                  <a:lnTo>
                    <a:pt x="8" y="21"/>
                  </a:lnTo>
                  <a:lnTo>
                    <a:pt x="8" y="21"/>
                  </a:lnTo>
                  <a:lnTo>
                    <a:pt x="10" y="19"/>
                  </a:lnTo>
                  <a:lnTo>
                    <a:pt x="10" y="19"/>
                  </a:lnTo>
                  <a:lnTo>
                    <a:pt x="10" y="19"/>
                  </a:lnTo>
                  <a:lnTo>
                    <a:pt x="10" y="19"/>
                  </a:lnTo>
                  <a:lnTo>
                    <a:pt x="12" y="17"/>
                  </a:lnTo>
                  <a:lnTo>
                    <a:pt x="12" y="17"/>
                  </a:lnTo>
                  <a:lnTo>
                    <a:pt x="12" y="17"/>
                  </a:lnTo>
                  <a:lnTo>
                    <a:pt x="12" y="17"/>
                  </a:lnTo>
                  <a:lnTo>
                    <a:pt x="13" y="16"/>
                  </a:lnTo>
                  <a:lnTo>
                    <a:pt x="13" y="16"/>
                  </a:lnTo>
                  <a:lnTo>
                    <a:pt x="13" y="16"/>
                  </a:lnTo>
                  <a:lnTo>
                    <a:pt x="13" y="16"/>
                  </a:lnTo>
                  <a:lnTo>
                    <a:pt x="14" y="15"/>
                  </a:lnTo>
                  <a:lnTo>
                    <a:pt x="14" y="15"/>
                  </a:lnTo>
                  <a:lnTo>
                    <a:pt x="14" y="15"/>
                  </a:lnTo>
                  <a:lnTo>
                    <a:pt x="14" y="15"/>
                  </a:lnTo>
                  <a:lnTo>
                    <a:pt x="14" y="14"/>
                  </a:lnTo>
                  <a:lnTo>
                    <a:pt x="14" y="14"/>
                  </a:lnTo>
                  <a:lnTo>
                    <a:pt x="14" y="14"/>
                  </a:lnTo>
                  <a:lnTo>
                    <a:pt x="14" y="14"/>
                  </a:lnTo>
                  <a:lnTo>
                    <a:pt x="15" y="12"/>
                  </a:lnTo>
                  <a:lnTo>
                    <a:pt x="15" y="12"/>
                  </a:lnTo>
                  <a:lnTo>
                    <a:pt x="15" y="12"/>
                  </a:lnTo>
                  <a:lnTo>
                    <a:pt x="15" y="12"/>
                  </a:lnTo>
                  <a:lnTo>
                    <a:pt x="15" y="10"/>
                  </a:lnTo>
                  <a:lnTo>
                    <a:pt x="15" y="10"/>
                  </a:lnTo>
                  <a:lnTo>
                    <a:pt x="15" y="10"/>
                  </a:lnTo>
                  <a:lnTo>
                    <a:pt x="15" y="10"/>
                  </a:lnTo>
                  <a:lnTo>
                    <a:pt x="16" y="9"/>
                  </a:lnTo>
                  <a:lnTo>
                    <a:pt x="16" y="9"/>
                  </a:lnTo>
                  <a:lnTo>
                    <a:pt x="16" y="9"/>
                  </a:lnTo>
                  <a:lnTo>
                    <a:pt x="16" y="9"/>
                  </a:lnTo>
                  <a:lnTo>
                    <a:pt x="18" y="8"/>
                  </a:lnTo>
                  <a:lnTo>
                    <a:pt x="18" y="8"/>
                  </a:lnTo>
                  <a:lnTo>
                    <a:pt x="18" y="8"/>
                  </a:lnTo>
                  <a:lnTo>
                    <a:pt x="18" y="8"/>
                  </a:lnTo>
                  <a:lnTo>
                    <a:pt x="19" y="6"/>
                  </a:lnTo>
                  <a:lnTo>
                    <a:pt x="19" y="6"/>
                  </a:lnTo>
                  <a:lnTo>
                    <a:pt x="19" y="6"/>
                  </a:lnTo>
                  <a:lnTo>
                    <a:pt x="19" y="6"/>
                  </a:lnTo>
                  <a:lnTo>
                    <a:pt x="21" y="4"/>
                  </a:lnTo>
                  <a:lnTo>
                    <a:pt x="21" y="4"/>
                  </a:lnTo>
                  <a:lnTo>
                    <a:pt x="21" y="4"/>
                  </a:lnTo>
                  <a:lnTo>
                    <a:pt x="21" y="4"/>
                  </a:lnTo>
                  <a:lnTo>
                    <a:pt x="22" y="3"/>
                  </a:lnTo>
                  <a:lnTo>
                    <a:pt x="22" y="3"/>
                  </a:lnTo>
                  <a:lnTo>
                    <a:pt x="22" y="3"/>
                  </a:lnTo>
                  <a:lnTo>
                    <a:pt x="22" y="3"/>
                  </a:lnTo>
                  <a:lnTo>
                    <a:pt x="22" y="3"/>
                  </a:lnTo>
                  <a:lnTo>
                    <a:pt x="22" y="3"/>
                  </a:lnTo>
                  <a:lnTo>
                    <a:pt x="22" y="3"/>
                  </a:lnTo>
                  <a:lnTo>
                    <a:pt x="22" y="3"/>
                  </a:lnTo>
                  <a:lnTo>
                    <a:pt x="22" y="2"/>
                  </a:lnTo>
                  <a:lnTo>
                    <a:pt x="22" y="2"/>
                  </a:lnTo>
                  <a:lnTo>
                    <a:pt x="22" y="2"/>
                  </a:lnTo>
                  <a:lnTo>
                    <a:pt x="22" y="2"/>
                  </a:lnTo>
                  <a:lnTo>
                    <a:pt x="22" y="1"/>
                  </a:lnTo>
                  <a:lnTo>
                    <a:pt x="22" y="1"/>
                  </a:lnTo>
                  <a:lnTo>
                    <a:pt x="22" y="1"/>
                  </a:lnTo>
                  <a:lnTo>
                    <a:pt x="22" y="1"/>
                  </a:lnTo>
                  <a:lnTo>
                    <a:pt x="22" y="0"/>
                  </a:lnTo>
                  <a:lnTo>
                    <a:pt x="22" y="0"/>
                  </a:lnTo>
                </a:path>
              </a:pathLst>
            </a:custGeom>
            <a:solidFill>
              <a:srgbClr val="a1009f"/>
            </a:solidFill>
            <a:ln w="18360">
              <a:solidFill>
                <a:srgbClr val="000000"/>
              </a:solidFill>
              <a:round/>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774" name=""/>
            <p:cNvSpPr/>
            <p:nvPr/>
          </p:nvSpPr>
          <p:spPr>
            <a:xfrm>
              <a:off x="7261200" y="6210360"/>
              <a:ext cx="25560" cy="17280"/>
            </a:xfrm>
            <a:custGeom>
              <a:avLst/>
              <a:gdLst/>
              <a:ahLst/>
              <a:rect l="l" t="t" r="r" b="b"/>
              <a:pathLst>
                <a:path w="16" h="11">
                  <a:moveTo>
                    <a:pt x="13" y="0"/>
                  </a:moveTo>
                  <a:lnTo>
                    <a:pt x="12" y="1"/>
                  </a:lnTo>
                  <a:lnTo>
                    <a:pt x="12" y="1"/>
                  </a:lnTo>
                  <a:lnTo>
                    <a:pt x="12" y="1"/>
                  </a:lnTo>
                  <a:lnTo>
                    <a:pt x="12" y="1"/>
                  </a:lnTo>
                  <a:lnTo>
                    <a:pt x="10" y="1"/>
                  </a:lnTo>
                  <a:lnTo>
                    <a:pt x="10" y="1"/>
                  </a:lnTo>
                  <a:lnTo>
                    <a:pt x="10" y="1"/>
                  </a:lnTo>
                  <a:lnTo>
                    <a:pt x="10" y="1"/>
                  </a:lnTo>
                  <a:lnTo>
                    <a:pt x="8" y="2"/>
                  </a:lnTo>
                  <a:lnTo>
                    <a:pt x="8" y="2"/>
                  </a:lnTo>
                  <a:lnTo>
                    <a:pt x="8" y="2"/>
                  </a:lnTo>
                  <a:lnTo>
                    <a:pt x="8" y="2"/>
                  </a:lnTo>
                  <a:lnTo>
                    <a:pt x="7" y="2"/>
                  </a:lnTo>
                  <a:lnTo>
                    <a:pt x="7" y="2"/>
                  </a:lnTo>
                  <a:lnTo>
                    <a:pt x="7" y="2"/>
                  </a:lnTo>
                  <a:lnTo>
                    <a:pt x="7" y="2"/>
                  </a:lnTo>
                  <a:lnTo>
                    <a:pt x="6" y="3"/>
                  </a:lnTo>
                  <a:lnTo>
                    <a:pt x="6" y="3"/>
                  </a:lnTo>
                  <a:lnTo>
                    <a:pt x="6" y="3"/>
                  </a:lnTo>
                  <a:lnTo>
                    <a:pt x="6" y="3"/>
                  </a:lnTo>
                  <a:lnTo>
                    <a:pt x="5" y="3"/>
                  </a:lnTo>
                  <a:lnTo>
                    <a:pt x="5" y="3"/>
                  </a:lnTo>
                  <a:lnTo>
                    <a:pt x="5" y="3"/>
                  </a:lnTo>
                  <a:lnTo>
                    <a:pt x="5" y="3"/>
                  </a:lnTo>
                  <a:lnTo>
                    <a:pt x="4" y="5"/>
                  </a:lnTo>
                  <a:lnTo>
                    <a:pt x="4" y="5"/>
                  </a:lnTo>
                  <a:lnTo>
                    <a:pt x="4" y="5"/>
                  </a:lnTo>
                  <a:lnTo>
                    <a:pt x="4" y="5"/>
                  </a:lnTo>
                  <a:lnTo>
                    <a:pt x="4" y="5"/>
                  </a:lnTo>
                  <a:lnTo>
                    <a:pt x="4" y="5"/>
                  </a:lnTo>
                  <a:lnTo>
                    <a:pt x="4" y="5"/>
                  </a:lnTo>
                  <a:lnTo>
                    <a:pt x="4" y="5"/>
                  </a:lnTo>
                  <a:lnTo>
                    <a:pt x="2" y="7"/>
                  </a:lnTo>
                  <a:lnTo>
                    <a:pt x="2" y="7"/>
                  </a:lnTo>
                  <a:lnTo>
                    <a:pt x="2" y="7"/>
                  </a:lnTo>
                  <a:lnTo>
                    <a:pt x="2" y="7"/>
                  </a:lnTo>
                  <a:lnTo>
                    <a:pt x="1" y="8"/>
                  </a:lnTo>
                  <a:lnTo>
                    <a:pt x="1" y="8"/>
                  </a:lnTo>
                  <a:lnTo>
                    <a:pt x="1" y="8"/>
                  </a:lnTo>
                  <a:lnTo>
                    <a:pt x="1" y="8"/>
                  </a:lnTo>
                  <a:lnTo>
                    <a:pt x="0" y="10"/>
                  </a:lnTo>
                  <a:lnTo>
                    <a:pt x="0" y="10"/>
                  </a:lnTo>
                  <a:lnTo>
                    <a:pt x="0" y="10"/>
                  </a:lnTo>
                  <a:lnTo>
                    <a:pt x="0" y="10"/>
                  </a:lnTo>
                  <a:lnTo>
                    <a:pt x="0" y="10"/>
                  </a:lnTo>
                  <a:lnTo>
                    <a:pt x="0" y="10"/>
                  </a:lnTo>
                  <a:lnTo>
                    <a:pt x="0" y="10"/>
                  </a:lnTo>
                  <a:lnTo>
                    <a:pt x="0" y="10"/>
                  </a:lnTo>
                  <a:lnTo>
                    <a:pt x="0" y="10"/>
                  </a:lnTo>
                  <a:lnTo>
                    <a:pt x="0" y="10"/>
                  </a:lnTo>
                  <a:lnTo>
                    <a:pt x="0" y="10"/>
                  </a:lnTo>
                  <a:lnTo>
                    <a:pt x="0" y="10"/>
                  </a:lnTo>
                  <a:lnTo>
                    <a:pt x="0" y="10"/>
                  </a:lnTo>
                  <a:lnTo>
                    <a:pt x="0" y="10"/>
                  </a:lnTo>
                  <a:lnTo>
                    <a:pt x="0" y="10"/>
                  </a:lnTo>
                  <a:lnTo>
                    <a:pt x="2" y="10"/>
                  </a:lnTo>
                  <a:lnTo>
                    <a:pt x="2" y="10"/>
                  </a:lnTo>
                  <a:lnTo>
                    <a:pt x="2" y="10"/>
                  </a:lnTo>
                  <a:lnTo>
                    <a:pt x="2" y="10"/>
                  </a:lnTo>
                  <a:lnTo>
                    <a:pt x="5" y="10"/>
                  </a:lnTo>
                  <a:lnTo>
                    <a:pt x="5" y="10"/>
                  </a:lnTo>
                  <a:lnTo>
                    <a:pt x="5" y="10"/>
                  </a:lnTo>
                  <a:lnTo>
                    <a:pt x="5" y="10"/>
                  </a:lnTo>
                  <a:lnTo>
                    <a:pt x="6" y="10"/>
                  </a:lnTo>
                  <a:lnTo>
                    <a:pt x="6" y="10"/>
                  </a:lnTo>
                  <a:lnTo>
                    <a:pt x="6" y="10"/>
                  </a:lnTo>
                  <a:lnTo>
                    <a:pt x="6" y="10"/>
                  </a:lnTo>
                  <a:lnTo>
                    <a:pt x="6" y="10"/>
                  </a:lnTo>
                  <a:lnTo>
                    <a:pt x="6" y="10"/>
                  </a:lnTo>
                  <a:lnTo>
                    <a:pt x="6" y="10"/>
                  </a:lnTo>
                  <a:lnTo>
                    <a:pt x="6" y="10"/>
                  </a:lnTo>
                  <a:lnTo>
                    <a:pt x="7" y="8"/>
                  </a:lnTo>
                  <a:lnTo>
                    <a:pt x="7" y="8"/>
                  </a:lnTo>
                  <a:lnTo>
                    <a:pt x="7" y="8"/>
                  </a:lnTo>
                  <a:lnTo>
                    <a:pt x="7" y="8"/>
                  </a:lnTo>
                  <a:lnTo>
                    <a:pt x="7" y="7"/>
                  </a:lnTo>
                  <a:lnTo>
                    <a:pt x="7" y="7"/>
                  </a:lnTo>
                  <a:lnTo>
                    <a:pt x="7" y="7"/>
                  </a:lnTo>
                  <a:lnTo>
                    <a:pt x="7" y="7"/>
                  </a:lnTo>
                  <a:lnTo>
                    <a:pt x="9" y="6"/>
                  </a:lnTo>
                  <a:lnTo>
                    <a:pt x="9" y="6"/>
                  </a:lnTo>
                  <a:lnTo>
                    <a:pt x="9" y="6"/>
                  </a:lnTo>
                  <a:lnTo>
                    <a:pt x="9" y="6"/>
                  </a:lnTo>
                  <a:lnTo>
                    <a:pt x="10" y="6"/>
                  </a:lnTo>
                  <a:lnTo>
                    <a:pt x="10" y="6"/>
                  </a:lnTo>
                  <a:lnTo>
                    <a:pt x="10" y="6"/>
                  </a:lnTo>
                  <a:lnTo>
                    <a:pt x="10" y="6"/>
                  </a:lnTo>
                  <a:lnTo>
                    <a:pt x="12" y="6"/>
                  </a:lnTo>
                  <a:lnTo>
                    <a:pt x="12" y="6"/>
                  </a:lnTo>
                  <a:lnTo>
                    <a:pt x="12" y="6"/>
                  </a:lnTo>
                  <a:lnTo>
                    <a:pt x="12" y="6"/>
                  </a:lnTo>
                  <a:lnTo>
                    <a:pt x="13" y="6"/>
                  </a:lnTo>
                  <a:lnTo>
                    <a:pt x="13" y="6"/>
                  </a:lnTo>
                  <a:lnTo>
                    <a:pt x="13" y="6"/>
                  </a:lnTo>
                  <a:lnTo>
                    <a:pt x="13" y="6"/>
                  </a:lnTo>
                  <a:lnTo>
                    <a:pt x="15" y="5"/>
                  </a:lnTo>
                  <a:lnTo>
                    <a:pt x="15" y="5"/>
                  </a:lnTo>
                  <a:lnTo>
                    <a:pt x="15" y="5"/>
                  </a:lnTo>
                  <a:lnTo>
                    <a:pt x="15" y="5"/>
                  </a:lnTo>
                  <a:lnTo>
                    <a:pt x="15" y="5"/>
                  </a:lnTo>
                  <a:lnTo>
                    <a:pt x="15" y="5"/>
                  </a:lnTo>
                  <a:lnTo>
                    <a:pt x="15" y="5"/>
                  </a:lnTo>
                  <a:lnTo>
                    <a:pt x="15" y="5"/>
                  </a:lnTo>
                  <a:lnTo>
                    <a:pt x="15" y="4"/>
                  </a:lnTo>
                  <a:lnTo>
                    <a:pt x="15" y="4"/>
                  </a:lnTo>
                  <a:lnTo>
                    <a:pt x="15" y="4"/>
                  </a:lnTo>
                  <a:lnTo>
                    <a:pt x="15" y="4"/>
                  </a:lnTo>
                  <a:lnTo>
                    <a:pt x="15" y="3"/>
                  </a:lnTo>
                  <a:lnTo>
                    <a:pt x="15" y="3"/>
                  </a:lnTo>
                  <a:lnTo>
                    <a:pt x="15" y="3"/>
                  </a:lnTo>
                  <a:lnTo>
                    <a:pt x="15" y="3"/>
                  </a:lnTo>
                  <a:lnTo>
                    <a:pt x="15" y="2"/>
                  </a:lnTo>
                  <a:lnTo>
                    <a:pt x="14" y="2"/>
                  </a:lnTo>
                  <a:lnTo>
                    <a:pt x="14" y="2"/>
                  </a:lnTo>
                  <a:lnTo>
                    <a:pt x="14" y="2"/>
                  </a:lnTo>
                  <a:lnTo>
                    <a:pt x="14" y="2"/>
                  </a:lnTo>
                  <a:lnTo>
                    <a:pt x="14" y="2"/>
                  </a:lnTo>
                  <a:lnTo>
                    <a:pt x="14" y="2"/>
                  </a:lnTo>
                  <a:lnTo>
                    <a:pt x="14" y="2"/>
                  </a:lnTo>
                  <a:lnTo>
                    <a:pt x="14" y="1"/>
                  </a:lnTo>
                  <a:lnTo>
                    <a:pt x="13" y="1"/>
                  </a:lnTo>
                  <a:lnTo>
                    <a:pt x="13" y="1"/>
                  </a:lnTo>
                  <a:lnTo>
                    <a:pt x="13" y="1"/>
                  </a:lnTo>
                  <a:lnTo>
                    <a:pt x="13" y="1"/>
                  </a:lnTo>
                  <a:lnTo>
                    <a:pt x="13" y="1"/>
                  </a:lnTo>
                  <a:lnTo>
                    <a:pt x="13" y="1"/>
                  </a:lnTo>
                  <a:lnTo>
                    <a:pt x="13" y="1"/>
                  </a:lnTo>
                  <a:lnTo>
                    <a:pt x="13" y="0"/>
                  </a:lnTo>
                  <a:lnTo>
                    <a:pt x="13" y="0"/>
                  </a:lnTo>
                </a:path>
              </a:pathLst>
            </a:custGeom>
            <a:solidFill>
              <a:srgbClr val="a1009f"/>
            </a:solidFill>
            <a:ln w="18360">
              <a:solidFill>
                <a:srgbClr val="000000"/>
              </a:solidFill>
              <a:round/>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775" name=""/>
            <p:cNvSpPr/>
            <p:nvPr/>
          </p:nvSpPr>
          <p:spPr>
            <a:xfrm>
              <a:off x="7224840" y="5910120"/>
              <a:ext cx="46080" cy="47880"/>
            </a:xfrm>
            <a:custGeom>
              <a:avLst/>
              <a:gdLst/>
              <a:ahLst/>
              <a:rect l="l" t="t" r="r" b="b"/>
              <a:pathLst>
                <a:path w="29" h="30">
                  <a:moveTo>
                    <a:pt x="3" y="11"/>
                  </a:moveTo>
                  <a:lnTo>
                    <a:pt x="3" y="11"/>
                  </a:lnTo>
                  <a:lnTo>
                    <a:pt x="3" y="11"/>
                  </a:lnTo>
                  <a:lnTo>
                    <a:pt x="3" y="11"/>
                  </a:lnTo>
                  <a:lnTo>
                    <a:pt x="4" y="11"/>
                  </a:lnTo>
                  <a:lnTo>
                    <a:pt x="4" y="11"/>
                  </a:lnTo>
                  <a:lnTo>
                    <a:pt x="4" y="11"/>
                  </a:lnTo>
                  <a:lnTo>
                    <a:pt x="4" y="11"/>
                  </a:lnTo>
                  <a:lnTo>
                    <a:pt x="6" y="9"/>
                  </a:lnTo>
                  <a:lnTo>
                    <a:pt x="6" y="9"/>
                  </a:lnTo>
                  <a:lnTo>
                    <a:pt x="6" y="9"/>
                  </a:lnTo>
                  <a:lnTo>
                    <a:pt x="6" y="9"/>
                  </a:lnTo>
                  <a:lnTo>
                    <a:pt x="7" y="9"/>
                  </a:lnTo>
                  <a:lnTo>
                    <a:pt x="7" y="9"/>
                  </a:lnTo>
                  <a:lnTo>
                    <a:pt x="7" y="9"/>
                  </a:lnTo>
                  <a:lnTo>
                    <a:pt x="7" y="9"/>
                  </a:lnTo>
                  <a:lnTo>
                    <a:pt x="9" y="8"/>
                  </a:lnTo>
                  <a:lnTo>
                    <a:pt x="9" y="9"/>
                  </a:lnTo>
                  <a:lnTo>
                    <a:pt x="9" y="9"/>
                  </a:lnTo>
                  <a:lnTo>
                    <a:pt x="9" y="9"/>
                  </a:lnTo>
                  <a:lnTo>
                    <a:pt x="9" y="9"/>
                  </a:lnTo>
                  <a:lnTo>
                    <a:pt x="9" y="9"/>
                  </a:lnTo>
                  <a:lnTo>
                    <a:pt x="9" y="9"/>
                  </a:lnTo>
                  <a:lnTo>
                    <a:pt x="9" y="9"/>
                  </a:lnTo>
                  <a:lnTo>
                    <a:pt x="10" y="9"/>
                  </a:lnTo>
                  <a:lnTo>
                    <a:pt x="10" y="10"/>
                  </a:lnTo>
                  <a:lnTo>
                    <a:pt x="10" y="10"/>
                  </a:lnTo>
                  <a:lnTo>
                    <a:pt x="10" y="10"/>
                  </a:lnTo>
                  <a:lnTo>
                    <a:pt x="10" y="10"/>
                  </a:lnTo>
                  <a:lnTo>
                    <a:pt x="10" y="10"/>
                  </a:lnTo>
                  <a:lnTo>
                    <a:pt x="10" y="10"/>
                  </a:lnTo>
                  <a:lnTo>
                    <a:pt x="10" y="10"/>
                  </a:lnTo>
                  <a:lnTo>
                    <a:pt x="11" y="10"/>
                  </a:lnTo>
                  <a:lnTo>
                    <a:pt x="11" y="10"/>
                  </a:lnTo>
                  <a:lnTo>
                    <a:pt x="11" y="10"/>
                  </a:lnTo>
                  <a:lnTo>
                    <a:pt x="11" y="10"/>
                  </a:lnTo>
                  <a:lnTo>
                    <a:pt x="11" y="10"/>
                  </a:lnTo>
                  <a:lnTo>
                    <a:pt x="11" y="10"/>
                  </a:lnTo>
                  <a:lnTo>
                    <a:pt x="11" y="10"/>
                  </a:lnTo>
                  <a:lnTo>
                    <a:pt x="11" y="10"/>
                  </a:lnTo>
                  <a:lnTo>
                    <a:pt x="13" y="9"/>
                  </a:lnTo>
                  <a:lnTo>
                    <a:pt x="13" y="9"/>
                  </a:lnTo>
                  <a:lnTo>
                    <a:pt x="13" y="9"/>
                  </a:lnTo>
                  <a:lnTo>
                    <a:pt x="13" y="9"/>
                  </a:lnTo>
                  <a:lnTo>
                    <a:pt x="13" y="8"/>
                  </a:lnTo>
                  <a:lnTo>
                    <a:pt x="13" y="8"/>
                  </a:lnTo>
                  <a:lnTo>
                    <a:pt x="13" y="8"/>
                  </a:lnTo>
                  <a:lnTo>
                    <a:pt x="13" y="8"/>
                  </a:lnTo>
                  <a:lnTo>
                    <a:pt x="15" y="6"/>
                  </a:lnTo>
                  <a:lnTo>
                    <a:pt x="15" y="6"/>
                  </a:lnTo>
                  <a:lnTo>
                    <a:pt x="15" y="6"/>
                  </a:lnTo>
                  <a:lnTo>
                    <a:pt x="15" y="6"/>
                  </a:lnTo>
                  <a:lnTo>
                    <a:pt x="15" y="6"/>
                  </a:lnTo>
                  <a:lnTo>
                    <a:pt x="15" y="6"/>
                  </a:lnTo>
                  <a:lnTo>
                    <a:pt x="15" y="6"/>
                  </a:lnTo>
                  <a:lnTo>
                    <a:pt x="15" y="6"/>
                  </a:lnTo>
                  <a:lnTo>
                    <a:pt x="17" y="4"/>
                  </a:lnTo>
                  <a:lnTo>
                    <a:pt x="17" y="4"/>
                  </a:lnTo>
                  <a:lnTo>
                    <a:pt x="17" y="4"/>
                  </a:lnTo>
                  <a:lnTo>
                    <a:pt x="17" y="4"/>
                  </a:lnTo>
                  <a:lnTo>
                    <a:pt x="19" y="2"/>
                  </a:lnTo>
                  <a:lnTo>
                    <a:pt x="19" y="2"/>
                  </a:lnTo>
                  <a:lnTo>
                    <a:pt x="20" y="2"/>
                  </a:lnTo>
                  <a:lnTo>
                    <a:pt x="20" y="2"/>
                  </a:lnTo>
                  <a:lnTo>
                    <a:pt x="22" y="0"/>
                  </a:lnTo>
                  <a:lnTo>
                    <a:pt x="22" y="0"/>
                  </a:lnTo>
                  <a:lnTo>
                    <a:pt x="22" y="0"/>
                  </a:lnTo>
                  <a:lnTo>
                    <a:pt x="22" y="0"/>
                  </a:lnTo>
                  <a:lnTo>
                    <a:pt x="22" y="0"/>
                  </a:lnTo>
                  <a:lnTo>
                    <a:pt x="22" y="0"/>
                  </a:lnTo>
                  <a:lnTo>
                    <a:pt x="22" y="0"/>
                  </a:lnTo>
                  <a:lnTo>
                    <a:pt x="22" y="0"/>
                  </a:lnTo>
                  <a:lnTo>
                    <a:pt x="24" y="0"/>
                  </a:lnTo>
                  <a:lnTo>
                    <a:pt x="24" y="0"/>
                  </a:lnTo>
                  <a:lnTo>
                    <a:pt x="24" y="0"/>
                  </a:lnTo>
                  <a:lnTo>
                    <a:pt x="24" y="0"/>
                  </a:lnTo>
                  <a:lnTo>
                    <a:pt x="25" y="0"/>
                  </a:lnTo>
                  <a:lnTo>
                    <a:pt x="25" y="0"/>
                  </a:lnTo>
                  <a:lnTo>
                    <a:pt x="25" y="0"/>
                  </a:lnTo>
                  <a:lnTo>
                    <a:pt x="25" y="0"/>
                  </a:lnTo>
                  <a:lnTo>
                    <a:pt x="28" y="0"/>
                  </a:lnTo>
                  <a:lnTo>
                    <a:pt x="28" y="2"/>
                  </a:lnTo>
                  <a:lnTo>
                    <a:pt x="28" y="2"/>
                  </a:lnTo>
                  <a:lnTo>
                    <a:pt x="28" y="2"/>
                  </a:lnTo>
                  <a:lnTo>
                    <a:pt x="28" y="2"/>
                  </a:lnTo>
                  <a:lnTo>
                    <a:pt x="28" y="4"/>
                  </a:lnTo>
                  <a:lnTo>
                    <a:pt x="28" y="4"/>
                  </a:lnTo>
                  <a:lnTo>
                    <a:pt x="28" y="4"/>
                  </a:lnTo>
                  <a:lnTo>
                    <a:pt x="28" y="4"/>
                  </a:lnTo>
                  <a:lnTo>
                    <a:pt x="28" y="6"/>
                  </a:lnTo>
                  <a:lnTo>
                    <a:pt x="28" y="6"/>
                  </a:lnTo>
                  <a:lnTo>
                    <a:pt x="28" y="6"/>
                  </a:lnTo>
                  <a:lnTo>
                    <a:pt x="28" y="6"/>
                  </a:lnTo>
                  <a:lnTo>
                    <a:pt x="28" y="6"/>
                  </a:lnTo>
                  <a:lnTo>
                    <a:pt x="28" y="6"/>
                  </a:lnTo>
                  <a:lnTo>
                    <a:pt x="28" y="6"/>
                  </a:lnTo>
                  <a:lnTo>
                    <a:pt x="28" y="6"/>
                  </a:lnTo>
                  <a:lnTo>
                    <a:pt x="28" y="9"/>
                  </a:lnTo>
                  <a:lnTo>
                    <a:pt x="28" y="9"/>
                  </a:lnTo>
                  <a:lnTo>
                    <a:pt x="28" y="9"/>
                  </a:lnTo>
                  <a:lnTo>
                    <a:pt x="28" y="9"/>
                  </a:lnTo>
                  <a:lnTo>
                    <a:pt x="28" y="10"/>
                  </a:lnTo>
                  <a:lnTo>
                    <a:pt x="28" y="10"/>
                  </a:lnTo>
                  <a:lnTo>
                    <a:pt x="28" y="10"/>
                  </a:lnTo>
                  <a:lnTo>
                    <a:pt x="28" y="10"/>
                  </a:lnTo>
                  <a:lnTo>
                    <a:pt x="28" y="12"/>
                  </a:lnTo>
                  <a:lnTo>
                    <a:pt x="28" y="12"/>
                  </a:lnTo>
                  <a:lnTo>
                    <a:pt x="28" y="12"/>
                  </a:lnTo>
                  <a:lnTo>
                    <a:pt x="28" y="12"/>
                  </a:lnTo>
                  <a:lnTo>
                    <a:pt x="28" y="12"/>
                  </a:lnTo>
                  <a:lnTo>
                    <a:pt x="28" y="12"/>
                  </a:lnTo>
                  <a:lnTo>
                    <a:pt x="28" y="12"/>
                  </a:lnTo>
                  <a:lnTo>
                    <a:pt x="28" y="12"/>
                  </a:lnTo>
                  <a:lnTo>
                    <a:pt x="26" y="12"/>
                  </a:lnTo>
                  <a:lnTo>
                    <a:pt x="26" y="12"/>
                  </a:lnTo>
                  <a:lnTo>
                    <a:pt x="26" y="12"/>
                  </a:lnTo>
                  <a:lnTo>
                    <a:pt x="26" y="12"/>
                  </a:lnTo>
                  <a:lnTo>
                    <a:pt x="25" y="12"/>
                  </a:lnTo>
                  <a:lnTo>
                    <a:pt x="25" y="12"/>
                  </a:lnTo>
                  <a:lnTo>
                    <a:pt x="25" y="12"/>
                  </a:lnTo>
                  <a:lnTo>
                    <a:pt x="25" y="12"/>
                  </a:lnTo>
                  <a:lnTo>
                    <a:pt x="23" y="14"/>
                  </a:lnTo>
                  <a:lnTo>
                    <a:pt x="23" y="14"/>
                  </a:lnTo>
                  <a:lnTo>
                    <a:pt x="23" y="14"/>
                  </a:lnTo>
                  <a:lnTo>
                    <a:pt x="23" y="14"/>
                  </a:lnTo>
                  <a:lnTo>
                    <a:pt x="23" y="14"/>
                  </a:lnTo>
                  <a:lnTo>
                    <a:pt x="23" y="14"/>
                  </a:lnTo>
                  <a:lnTo>
                    <a:pt x="23" y="14"/>
                  </a:lnTo>
                  <a:lnTo>
                    <a:pt x="23" y="14"/>
                  </a:lnTo>
                  <a:lnTo>
                    <a:pt x="22" y="16"/>
                  </a:lnTo>
                  <a:lnTo>
                    <a:pt x="22" y="16"/>
                  </a:lnTo>
                  <a:lnTo>
                    <a:pt x="22" y="16"/>
                  </a:lnTo>
                  <a:lnTo>
                    <a:pt x="22" y="16"/>
                  </a:lnTo>
                  <a:lnTo>
                    <a:pt x="22" y="18"/>
                  </a:lnTo>
                  <a:lnTo>
                    <a:pt x="22" y="18"/>
                  </a:lnTo>
                  <a:lnTo>
                    <a:pt x="22" y="18"/>
                  </a:lnTo>
                  <a:lnTo>
                    <a:pt x="22" y="18"/>
                  </a:lnTo>
                  <a:lnTo>
                    <a:pt x="22" y="20"/>
                  </a:lnTo>
                  <a:lnTo>
                    <a:pt x="22" y="20"/>
                  </a:lnTo>
                  <a:lnTo>
                    <a:pt x="22" y="21"/>
                  </a:lnTo>
                  <a:lnTo>
                    <a:pt x="22" y="21"/>
                  </a:lnTo>
                  <a:lnTo>
                    <a:pt x="22" y="23"/>
                  </a:lnTo>
                  <a:lnTo>
                    <a:pt x="22" y="23"/>
                  </a:lnTo>
                  <a:lnTo>
                    <a:pt x="22" y="23"/>
                  </a:lnTo>
                  <a:lnTo>
                    <a:pt x="22" y="23"/>
                  </a:lnTo>
                  <a:lnTo>
                    <a:pt x="20" y="24"/>
                  </a:lnTo>
                  <a:lnTo>
                    <a:pt x="20" y="24"/>
                  </a:lnTo>
                  <a:lnTo>
                    <a:pt x="19" y="24"/>
                  </a:lnTo>
                  <a:lnTo>
                    <a:pt x="19" y="24"/>
                  </a:lnTo>
                  <a:lnTo>
                    <a:pt x="17" y="24"/>
                  </a:lnTo>
                  <a:lnTo>
                    <a:pt x="17" y="24"/>
                  </a:lnTo>
                  <a:lnTo>
                    <a:pt x="17" y="24"/>
                  </a:lnTo>
                  <a:lnTo>
                    <a:pt x="17" y="24"/>
                  </a:lnTo>
                  <a:lnTo>
                    <a:pt x="15" y="25"/>
                  </a:lnTo>
                  <a:lnTo>
                    <a:pt x="15" y="25"/>
                  </a:lnTo>
                  <a:lnTo>
                    <a:pt x="15" y="25"/>
                  </a:lnTo>
                  <a:lnTo>
                    <a:pt x="15" y="25"/>
                  </a:lnTo>
                  <a:lnTo>
                    <a:pt x="14" y="25"/>
                  </a:lnTo>
                  <a:lnTo>
                    <a:pt x="14" y="25"/>
                  </a:lnTo>
                  <a:lnTo>
                    <a:pt x="14" y="25"/>
                  </a:lnTo>
                  <a:lnTo>
                    <a:pt x="14" y="25"/>
                  </a:lnTo>
                  <a:lnTo>
                    <a:pt x="13" y="27"/>
                  </a:lnTo>
                  <a:lnTo>
                    <a:pt x="13" y="27"/>
                  </a:lnTo>
                  <a:lnTo>
                    <a:pt x="11" y="27"/>
                  </a:lnTo>
                  <a:lnTo>
                    <a:pt x="11" y="27"/>
                  </a:lnTo>
                  <a:lnTo>
                    <a:pt x="9" y="28"/>
                  </a:lnTo>
                  <a:lnTo>
                    <a:pt x="9" y="28"/>
                  </a:lnTo>
                  <a:lnTo>
                    <a:pt x="9" y="28"/>
                  </a:lnTo>
                  <a:lnTo>
                    <a:pt x="9" y="28"/>
                  </a:lnTo>
                  <a:lnTo>
                    <a:pt x="7" y="29"/>
                  </a:lnTo>
                  <a:lnTo>
                    <a:pt x="7" y="29"/>
                  </a:lnTo>
                  <a:lnTo>
                    <a:pt x="7" y="29"/>
                  </a:lnTo>
                  <a:lnTo>
                    <a:pt x="7" y="29"/>
                  </a:lnTo>
                  <a:lnTo>
                    <a:pt x="5" y="29"/>
                  </a:lnTo>
                  <a:lnTo>
                    <a:pt x="5" y="29"/>
                  </a:lnTo>
                  <a:lnTo>
                    <a:pt x="5" y="29"/>
                  </a:lnTo>
                  <a:lnTo>
                    <a:pt x="5" y="29"/>
                  </a:lnTo>
                  <a:lnTo>
                    <a:pt x="3" y="29"/>
                  </a:lnTo>
                  <a:lnTo>
                    <a:pt x="3" y="29"/>
                  </a:lnTo>
                  <a:lnTo>
                    <a:pt x="3" y="29"/>
                  </a:lnTo>
                  <a:lnTo>
                    <a:pt x="3" y="29"/>
                  </a:lnTo>
                  <a:lnTo>
                    <a:pt x="1" y="29"/>
                  </a:lnTo>
                  <a:lnTo>
                    <a:pt x="1" y="29"/>
                  </a:lnTo>
                  <a:lnTo>
                    <a:pt x="1" y="29"/>
                  </a:lnTo>
                  <a:lnTo>
                    <a:pt x="1" y="28"/>
                  </a:lnTo>
                  <a:lnTo>
                    <a:pt x="0" y="28"/>
                  </a:lnTo>
                  <a:lnTo>
                    <a:pt x="0" y="28"/>
                  </a:lnTo>
                  <a:lnTo>
                    <a:pt x="0" y="28"/>
                  </a:lnTo>
                  <a:lnTo>
                    <a:pt x="0" y="28"/>
                  </a:lnTo>
                  <a:lnTo>
                    <a:pt x="0" y="28"/>
                  </a:lnTo>
                  <a:lnTo>
                    <a:pt x="0" y="28"/>
                  </a:lnTo>
                  <a:lnTo>
                    <a:pt x="0" y="28"/>
                  </a:lnTo>
                  <a:lnTo>
                    <a:pt x="0" y="27"/>
                  </a:lnTo>
                  <a:lnTo>
                    <a:pt x="0" y="27"/>
                  </a:lnTo>
                  <a:lnTo>
                    <a:pt x="0" y="27"/>
                  </a:lnTo>
                  <a:lnTo>
                    <a:pt x="0" y="27"/>
                  </a:lnTo>
                  <a:lnTo>
                    <a:pt x="0" y="27"/>
                  </a:lnTo>
                  <a:lnTo>
                    <a:pt x="0" y="27"/>
                  </a:lnTo>
                  <a:lnTo>
                    <a:pt x="1" y="27"/>
                  </a:lnTo>
                  <a:lnTo>
                    <a:pt x="1" y="27"/>
                  </a:lnTo>
                  <a:lnTo>
                    <a:pt x="3" y="25"/>
                  </a:lnTo>
                  <a:lnTo>
                    <a:pt x="3" y="25"/>
                  </a:lnTo>
                  <a:lnTo>
                    <a:pt x="3" y="25"/>
                  </a:lnTo>
                  <a:lnTo>
                    <a:pt x="3" y="25"/>
                  </a:lnTo>
                  <a:lnTo>
                    <a:pt x="5" y="23"/>
                  </a:lnTo>
                  <a:lnTo>
                    <a:pt x="5" y="23"/>
                  </a:lnTo>
                  <a:lnTo>
                    <a:pt x="6" y="23"/>
                  </a:lnTo>
                  <a:lnTo>
                    <a:pt x="6" y="23"/>
                  </a:lnTo>
                  <a:lnTo>
                    <a:pt x="7" y="21"/>
                  </a:lnTo>
                  <a:lnTo>
                    <a:pt x="6" y="21"/>
                  </a:lnTo>
                  <a:lnTo>
                    <a:pt x="6" y="21"/>
                  </a:lnTo>
                  <a:lnTo>
                    <a:pt x="6" y="21"/>
                  </a:lnTo>
                  <a:lnTo>
                    <a:pt x="6" y="21"/>
                  </a:lnTo>
                  <a:lnTo>
                    <a:pt x="6" y="21"/>
                  </a:lnTo>
                  <a:lnTo>
                    <a:pt x="6" y="21"/>
                  </a:lnTo>
                  <a:lnTo>
                    <a:pt x="6" y="21"/>
                  </a:lnTo>
                  <a:lnTo>
                    <a:pt x="6" y="19"/>
                  </a:lnTo>
                  <a:lnTo>
                    <a:pt x="3" y="19"/>
                  </a:lnTo>
                  <a:lnTo>
                    <a:pt x="3" y="19"/>
                  </a:lnTo>
                  <a:lnTo>
                    <a:pt x="3" y="19"/>
                  </a:lnTo>
                  <a:lnTo>
                    <a:pt x="3" y="18"/>
                  </a:lnTo>
                  <a:lnTo>
                    <a:pt x="3" y="18"/>
                  </a:lnTo>
                  <a:lnTo>
                    <a:pt x="3" y="18"/>
                  </a:lnTo>
                  <a:lnTo>
                    <a:pt x="3" y="18"/>
                  </a:lnTo>
                  <a:lnTo>
                    <a:pt x="3" y="16"/>
                  </a:lnTo>
                  <a:lnTo>
                    <a:pt x="3" y="16"/>
                  </a:lnTo>
                  <a:lnTo>
                    <a:pt x="3" y="16"/>
                  </a:lnTo>
                  <a:lnTo>
                    <a:pt x="3" y="16"/>
                  </a:lnTo>
                  <a:lnTo>
                    <a:pt x="3" y="16"/>
                  </a:lnTo>
                  <a:lnTo>
                    <a:pt x="3" y="16"/>
                  </a:lnTo>
                  <a:lnTo>
                    <a:pt x="3" y="16"/>
                  </a:lnTo>
                  <a:lnTo>
                    <a:pt x="3" y="16"/>
                  </a:lnTo>
                  <a:lnTo>
                    <a:pt x="3" y="14"/>
                  </a:lnTo>
                  <a:lnTo>
                    <a:pt x="3" y="14"/>
                  </a:lnTo>
                  <a:lnTo>
                    <a:pt x="3" y="14"/>
                  </a:lnTo>
                  <a:lnTo>
                    <a:pt x="3" y="14"/>
                  </a:lnTo>
                  <a:lnTo>
                    <a:pt x="3" y="13"/>
                  </a:lnTo>
                  <a:lnTo>
                    <a:pt x="3" y="13"/>
                  </a:lnTo>
                  <a:lnTo>
                    <a:pt x="3" y="13"/>
                  </a:lnTo>
                  <a:lnTo>
                    <a:pt x="3" y="13"/>
                  </a:lnTo>
                  <a:lnTo>
                    <a:pt x="3" y="12"/>
                  </a:lnTo>
                  <a:lnTo>
                    <a:pt x="3" y="12"/>
                  </a:lnTo>
                  <a:lnTo>
                    <a:pt x="3" y="12"/>
                  </a:lnTo>
                  <a:lnTo>
                    <a:pt x="3" y="12"/>
                  </a:lnTo>
                  <a:lnTo>
                    <a:pt x="3" y="12"/>
                  </a:lnTo>
                  <a:lnTo>
                    <a:pt x="3" y="12"/>
                  </a:lnTo>
                  <a:lnTo>
                    <a:pt x="3" y="12"/>
                  </a:lnTo>
                  <a:lnTo>
                    <a:pt x="3" y="12"/>
                  </a:lnTo>
                  <a:lnTo>
                    <a:pt x="3" y="12"/>
                  </a:lnTo>
                  <a:lnTo>
                    <a:pt x="3" y="12"/>
                  </a:lnTo>
                  <a:lnTo>
                    <a:pt x="3" y="12"/>
                  </a:lnTo>
                  <a:lnTo>
                    <a:pt x="3" y="12"/>
                  </a:lnTo>
                  <a:lnTo>
                    <a:pt x="3" y="12"/>
                  </a:lnTo>
                  <a:lnTo>
                    <a:pt x="3" y="12"/>
                  </a:lnTo>
                  <a:lnTo>
                    <a:pt x="3" y="12"/>
                  </a:lnTo>
                  <a:lnTo>
                    <a:pt x="3" y="12"/>
                  </a:lnTo>
                  <a:lnTo>
                    <a:pt x="3" y="11"/>
                  </a:lnTo>
                  <a:lnTo>
                    <a:pt x="3" y="11"/>
                  </a:lnTo>
                </a:path>
              </a:pathLst>
            </a:custGeom>
            <a:solidFill>
              <a:srgbClr val="a1009f"/>
            </a:solidFill>
            <a:ln w="18360">
              <a:solidFill>
                <a:srgbClr val="000000"/>
              </a:solidFill>
              <a:round/>
            </a:ln>
          </p:spPr>
          <p:style>
            <a:lnRef idx="0"/>
            <a:fillRef idx="0"/>
            <a:effectRef idx="0"/>
            <a:fontRef idx="minor"/>
          </p:style>
          <p:txBody>
            <a:bodyPr lIns="90000" rIns="90000" tIns="1080" bIns="1080" anchor="t">
              <a:noAutofit/>
            </a:bodyPr>
            <a:p>
              <a:endParaRPr b="0" lang="en-IN" sz="2400" strike="noStrike" u="none">
                <a:solidFill>
                  <a:srgbClr val="ffffff"/>
                </a:solidFill>
                <a:effectLst/>
                <a:uFillTx/>
                <a:latin typeface="Times New Roman"/>
              </a:endParaRPr>
            </a:p>
          </p:txBody>
        </p:sp>
        <p:sp>
          <p:nvSpPr>
            <p:cNvPr id="776" name=""/>
            <p:cNvSpPr/>
            <p:nvPr/>
          </p:nvSpPr>
          <p:spPr>
            <a:xfrm>
              <a:off x="7129440" y="6130800"/>
              <a:ext cx="111240" cy="95400"/>
            </a:xfrm>
            <a:custGeom>
              <a:avLst/>
              <a:gdLst/>
              <a:ahLst/>
              <a:rect l="l" t="t" r="r" b="b"/>
              <a:pathLst>
                <a:path w="70" h="60">
                  <a:moveTo>
                    <a:pt x="39" y="0"/>
                  </a:moveTo>
                  <a:lnTo>
                    <a:pt x="39" y="0"/>
                  </a:lnTo>
                  <a:lnTo>
                    <a:pt x="39" y="0"/>
                  </a:lnTo>
                  <a:lnTo>
                    <a:pt x="39" y="0"/>
                  </a:lnTo>
                  <a:lnTo>
                    <a:pt x="39" y="0"/>
                  </a:lnTo>
                  <a:lnTo>
                    <a:pt x="39" y="0"/>
                  </a:lnTo>
                  <a:lnTo>
                    <a:pt x="39" y="0"/>
                  </a:lnTo>
                  <a:lnTo>
                    <a:pt x="39" y="0"/>
                  </a:lnTo>
                  <a:lnTo>
                    <a:pt x="39" y="0"/>
                  </a:lnTo>
                  <a:lnTo>
                    <a:pt x="39" y="0"/>
                  </a:lnTo>
                  <a:lnTo>
                    <a:pt x="39" y="0"/>
                  </a:lnTo>
                  <a:lnTo>
                    <a:pt x="39" y="0"/>
                  </a:lnTo>
                  <a:lnTo>
                    <a:pt x="39" y="0"/>
                  </a:lnTo>
                  <a:lnTo>
                    <a:pt x="39" y="0"/>
                  </a:lnTo>
                  <a:lnTo>
                    <a:pt x="39" y="0"/>
                  </a:lnTo>
                  <a:lnTo>
                    <a:pt x="39" y="0"/>
                  </a:lnTo>
                  <a:lnTo>
                    <a:pt x="40" y="0"/>
                  </a:lnTo>
                  <a:lnTo>
                    <a:pt x="40" y="2"/>
                  </a:lnTo>
                  <a:lnTo>
                    <a:pt x="40" y="2"/>
                  </a:lnTo>
                  <a:lnTo>
                    <a:pt x="40" y="2"/>
                  </a:lnTo>
                  <a:lnTo>
                    <a:pt x="40" y="2"/>
                  </a:lnTo>
                  <a:lnTo>
                    <a:pt x="40" y="2"/>
                  </a:lnTo>
                  <a:lnTo>
                    <a:pt x="40" y="2"/>
                  </a:lnTo>
                  <a:lnTo>
                    <a:pt x="40" y="2"/>
                  </a:lnTo>
                  <a:lnTo>
                    <a:pt x="42" y="2"/>
                  </a:lnTo>
                  <a:lnTo>
                    <a:pt x="42" y="2"/>
                  </a:lnTo>
                  <a:lnTo>
                    <a:pt x="42" y="2"/>
                  </a:lnTo>
                  <a:lnTo>
                    <a:pt x="42" y="2"/>
                  </a:lnTo>
                  <a:lnTo>
                    <a:pt x="44" y="2"/>
                  </a:lnTo>
                  <a:lnTo>
                    <a:pt x="44" y="2"/>
                  </a:lnTo>
                  <a:lnTo>
                    <a:pt x="44" y="2"/>
                  </a:lnTo>
                  <a:lnTo>
                    <a:pt x="44" y="2"/>
                  </a:lnTo>
                  <a:lnTo>
                    <a:pt x="45" y="2"/>
                  </a:lnTo>
                  <a:lnTo>
                    <a:pt x="45" y="2"/>
                  </a:lnTo>
                  <a:lnTo>
                    <a:pt x="45" y="2"/>
                  </a:lnTo>
                  <a:lnTo>
                    <a:pt x="45" y="2"/>
                  </a:lnTo>
                  <a:lnTo>
                    <a:pt x="45" y="2"/>
                  </a:lnTo>
                  <a:lnTo>
                    <a:pt x="45" y="2"/>
                  </a:lnTo>
                  <a:lnTo>
                    <a:pt x="45" y="2"/>
                  </a:lnTo>
                  <a:lnTo>
                    <a:pt x="45" y="2"/>
                  </a:lnTo>
                  <a:lnTo>
                    <a:pt x="47" y="2"/>
                  </a:lnTo>
                  <a:lnTo>
                    <a:pt x="47" y="2"/>
                  </a:lnTo>
                  <a:lnTo>
                    <a:pt x="47" y="2"/>
                  </a:lnTo>
                  <a:lnTo>
                    <a:pt x="47" y="2"/>
                  </a:lnTo>
                  <a:lnTo>
                    <a:pt x="47" y="2"/>
                  </a:lnTo>
                  <a:lnTo>
                    <a:pt x="47" y="2"/>
                  </a:lnTo>
                  <a:lnTo>
                    <a:pt x="47" y="2"/>
                  </a:lnTo>
                  <a:lnTo>
                    <a:pt x="47" y="2"/>
                  </a:lnTo>
                  <a:lnTo>
                    <a:pt x="49" y="2"/>
                  </a:lnTo>
                  <a:lnTo>
                    <a:pt x="49" y="3"/>
                  </a:lnTo>
                  <a:lnTo>
                    <a:pt x="50" y="3"/>
                  </a:lnTo>
                  <a:lnTo>
                    <a:pt x="50" y="3"/>
                  </a:lnTo>
                  <a:lnTo>
                    <a:pt x="52" y="3"/>
                  </a:lnTo>
                  <a:lnTo>
                    <a:pt x="52" y="4"/>
                  </a:lnTo>
                  <a:lnTo>
                    <a:pt x="54" y="4"/>
                  </a:lnTo>
                  <a:lnTo>
                    <a:pt x="54" y="4"/>
                  </a:lnTo>
                  <a:lnTo>
                    <a:pt x="56" y="4"/>
                  </a:lnTo>
                  <a:lnTo>
                    <a:pt x="56" y="5"/>
                  </a:lnTo>
                  <a:lnTo>
                    <a:pt x="56" y="5"/>
                  </a:lnTo>
                  <a:lnTo>
                    <a:pt x="56" y="5"/>
                  </a:lnTo>
                  <a:lnTo>
                    <a:pt x="58" y="5"/>
                  </a:lnTo>
                  <a:lnTo>
                    <a:pt x="58" y="5"/>
                  </a:lnTo>
                  <a:lnTo>
                    <a:pt x="59" y="5"/>
                  </a:lnTo>
                  <a:lnTo>
                    <a:pt x="59" y="5"/>
                  </a:lnTo>
                  <a:lnTo>
                    <a:pt x="61" y="5"/>
                  </a:lnTo>
                  <a:lnTo>
                    <a:pt x="61" y="7"/>
                  </a:lnTo>
                  <a:lnTo>
                    <a:pt x="61" y="7"/>
                  </a:lnTo>
                  <a:lnTo>
                    <a:pt x="61" y="9"/>
                  </a:lnTo>
                  <a:lnTo>
                    <a:pt x="61" y="9"/>
                  </a:lnTo>
                  <a:lnTo>
                    <a:pt x="61" y="11"/>
                  </a:lnTo>
                  <a:lnTo>
                    <a:pt x="61" y="11"/>
                  </a:lnTo>
                  <a:lnTo>
                    <a:pt x="61" y="12"/>
                  </a:lnTo>
                  <a:lnTo>
                    <a:pt x="62" y="12"/>
                  </a:lnTo>
                  <a:lnTo>
                    <a:pt x="62" y="14"/>
                  </a:lnTo>
                  <a:lnTo>
                    <a:pt x="62" y="14"/>
                  </a:lnTo>
                  <a:lnTo>
                    <a:pt x="62" y="15"/>
                  </a:lnTo>
                  <a:lnTo>
                    <a:pt x="62" y="15"/>
                  </a:lnTo>
                  <a:lnTo>
                    <a:pt x="62" y="17"/>
                  </a:lnTo>
                  <a:lnTo>
                    <a:pt x="62" y="17"/>
                  </a:lnTo>
                  <a:lnTo>
                    <a:pt x="62" y="17"/>
                  </a:lnTo>
                  <a:lnTo>
                    <a:pt x="63" y="17"/>
                  </a:lnTo>
                  <a:lnTo>
                    <a:pt x="63" y="19"/>
                  </a:lnTo>
                  <a:lnTo>
                    <a:pt x="63" y="19"/>
                  </a:lnTo>
                  <a:lnTo>
                    <a:pt x="63" y="20"/>
                  </a:lnTo>
                  <a:lnTo>
                    <a:pt x="63" y="20"/>
                  </a:lnTo>
                  <a:lnTo>
                    <a:pt x="63" y="21"/>
                  </a:lnTo>
                  <a:lnTo>
                    <a:pt x="63" y="21"/>
                  </a:lnTo>
                  <a:lnTo>
                    <a:pt x="63" y="21"/>
                  </a:lnTo>
                  <a:lnTo>
                    <a:pt x="66" y="21"/>
                  </a:lnTo>
                  <a:lnTo>
                    <a:pt x="66" y="24"/>
                  </a:lnTo>
                  <a:lnTo>
                    <a:pt x="66" y="24"/>
                  </a:lnTo>
                  <a:lnTo>
                    <a:pt x="66" y="24"/>
                  </a:lnTo>
                  <a:lnTo>
                    <a:pt x="66" y="24"/>
                  </a:lnTo>
                  <a:lnTo>
                    <a:pt x="66" y="26"/>
                  </a:lnTo>
                  <a:lnTo>
                    <a:pt x="66" y="26"/>
                  </a:lnTo>
                  <a:lnTo>
                    <a:pt x="66" y="26"/>
                  </a:lnTo>
                  <a:lnTo>
                    <a:pt x="67" y="26"/>
                  </a:lnTo>
                  <a:lnTo>
                    <a:pt x="66" y="28"/>
                  </a:lnTo>
                  <a:lnTo>
                    <a:pt x="66" y="28"/>
                  </a:lnTo>
                  <a:lnTo>
                    <a:pt x="66" y="28"/>
                  </a:lnTo>
                  <a:lnTo>
                    <a:pt x="66" y="28"/>
                  </a:lnTo>
                  <a:lnTo>
                    <a:pt x="66" y="28"/>
                  </a:lnTo>
                  <a:lnTo>
                    <a:pt x="66" y="28"/>
                  </a:lnTo>
                  <a:lnTo>
                    <a:pt x="66" y="28"/>
                  </a:lnTo>
                  <a:lnTo>
                    <a:pt x="66" y="28"/>
                  </a:lnTo>
                  <a:lnTo>
                    <a:pt x="65" y="28"/>
                  </a:lnTo>
                  <a:lnTo>
                    <a:pt x="65" y="28"/>
                  </a:lnTo>
                  <a:lnTo>
                    <a:pt x="65" y="28"/>
                  </a:lnTo>
                  <a:lnTo>
                    <a:pt x="65" y="28"/>
                  </a:lnTo>
                  <a:lnTo>
                    <a:pt x="65" y="28"/>
                  </a:lnTo>
                  <a:lnTo>
                    <a:pt x="65" y="28"/>
                  </a:lnTo>
                  <a:lnTo>
                    <a:pt x="65" y="28"/>
                  </a:lnTo>
                  <a:lnTo>
                    <a:pt x="65" y="28"/>
                  </a:lnTo>
                  <a:lnTo>
                    <a:pt x="65" y="30"/>
                  </a:lnTo>
                  <a:lnTo>
                    <a:pt x="65" y="30"/>
                  </a:lnTo>
                  <a:lnTo>
                    <a:pt x="65" y="30"/>
                  </a:lnTo>
                  <a:lnTo>
                    <a:pt x="66" y="30"/>
                  </a:lnTo>
                  <a:lnTo>
                    <a:pt x="66" y="30"/>
                  </a:lnTo>
                  <a:lnTo>
                    <a:pt x="66" y="30"/>
                  </a:lnTo>
                  <a:lnTo>
                    <a:pt x="66" y="30"/>
                  </a:lnTo>
                  <a:lnTo>
                    <a:pt x="67" y="30"/>
                  </a:lnTo>
                  <a:lnTo>
                    <a:pt x="67" y="31"/>
                  </a:lnTo>
                  <a:lnTo>
                    <a:pt x="67" y="31"/>
                  </a:lnTo>
                  <a:lnTo>
                    <a:pt x="67" y="31"/>
                  </a:lnTo>
                  <a:lnTo>
                    <a:pt x="68" y="31"/>
                  </a:lnTo>
                  <a:lnTo>
                    <a:pt x="68" y="31"/>
                  </a:lnTo>
                  <a:lnTo>
                    <a:pt x="68" y="31"/>
                  </a:lnTo>
                  <a:lnTo>
                    <a:pt x="68" y="31"/>
                  </a:lnTo>
                  <a:lnTo>
                    <a:pt x="69" y="31"/>
                  </a:lnTo>
                  <a:lnTo>
                    <a:pt x="69" y="33"/>
                  </a:lnTo>
                  <a:lnTo>
                    <a:pt x="69" y="33"/>
                  </a:lnTo>
                  <a:lnTo>
                    <a:pt x="69" y="35"/>
                  </a:lnTo>
                  <a:lnTo>
                    <a:pt x="69" y="35"/>
                  </a:lnTo>
                  <a:lnTo>
                    <a:pt x="69" y="36"/>
                  </a:lnTo>
                  <a:lnTo>
                    <a:pt x="69" y="36"/>
                  </a:lnTo>
                  <a:lnTo>
                    <a:pt x="69" y="37"/>
                  </a:lnTo>
                  <a:lnTo>
                    <a:pt x="69" y="37"/>
                  </a:lnTo>
                  <a:lnTo>
                    <a:pt x="69" y="39"/>
                  </a:lnTo>
                  <a:lnTo>
                    <a:pt x="69" y="39"/>
                  </a:lnTo>
                  <a:lnTo>
                    <a:pt x="69" y="40"/>
                  </a:lnTo>
                  <a:lnTo>
                    <a:pt x="69" y="40"/>
                  </a:lnTo>
                  <a:lnTo>
                    <a:pt x="69" y="41"/>
                  </a:lnTo>
                  <a:lnTo>
                    <a:pt x="69" y="41"/>
                  </a:lnTo>
                  <a:lnTo>
                    <a:pt x="69" y="41"/>
                  </a:lnTo>
                  <a:lnTo>
                    <a:pt x="69" y="41"/>
                  </a:lnTo>
                  <a:lnTo>
                    <a:pt x="68" y="43"/>
                  </a:lnTo>
                  <a:lnTo>
                    <a:pt x="68" y="43"/>
                  </a:lnTo>
                  <a:lnTo>
                    <a:pt x="68" y="44"/>
                  </a:lnTo>
                  <a:lnTo>
                    <a:pt x="68" y="44"/>
                  </a:lnTo>
                  <a:lnTo>
                    <a:pt x="68" y="46"/>
                  </a:lnTo>
                  <a:lnTo>
                    <a:pt x="68" y="46"/>
                  </a:lnTo>
                  <a:lnTo>
                    <a:pt x="68" y="46"/>
                  </a:lnTo>
                  <a:lnTo>
                    <a:pt x="68" y="46"/>
                  </a:lnTo>
                  <a:lnTo>
                    <a:pt x="67" y="48"/>
                  </a:lnTo>
                  <a:lnTo>
                    <a:pt x="67" y="48"/>
                  </a:lnTo>
                  <a:lnTo>
                    <a:pt x="67" y="50"/>
                  </a:lnTo>
                  <a:lnTo>
                    <a:pt x="67" y="50"/>
                  </a:lnTo>
                  <a:lnTo>
                    <a:pt x="65" y="50"/>
                  </a:lnTo>
                  <a:lnTo>
                    <a:pt x="65" y="50"/>
                  </a:lnTo>
                  <a:lnTo>
                    <a:pt x="65" y="50"/>
                  </a:lnTo>
                  <a:lnTo>
                    <a:pt x="65" y="50"/>
                  </a:lnTo>
                  <a:lnTo>
                    <a:pt x="63" y="51"/>
                  </a:lnTo>
                  <a:lnTo>
                    <a:pt x="63" y="51"/>
                  </a:lnTo>
                  <a:lnTo>
                    <a:pt x="63" y="51"/>
                  </a:lnTo>
                  <a:lnTo>
                    <a:pt x="63" y="51"/>
                  </a:lnTo>
                  <a:lnTo>
                    <a:pt x="61" y="51"/>
                  </a:lnTo>
                  <a:lnTo>
                    <a:pt x="61" y="51"/>
                  </a:lnTo>
                  <a:lnTo>
                    <a:pt x="61" y="51"/>
                  </a:lnTo>
                  <a:lnTo>
                    <a:pt x="61" y="51"/>
                  </a:lnTo>
                  <a:lnTo>
                    <a:pt x="60" y="51"/>
                  </a:lnTo>
                  <a:lnTo>
                    <a:pt x="60" y="51"/>
                  </a:lnTo>
                  <a:lnTo>
                    <a:pt x="60" y="51"/>
                  </a:lnTo>
                  <a:lnTo>
                    <a:pt x="60" y="51"/>
                  </a:lnTo>
                  <a:lnTo>
                    <a:pt x="58" y="51"/>
                  </a:lnTo>
                  <a:lnTo>
                    <a:pt x="58" y="51"/>
                  </a:lnTo>
                  <a:lnTo>
                    <a:pt x="58" y="51"/>
                  </a:lnTo>
                  <a:lnTo>
                    <a:pt x="58" y="50"/>
                  </a:lnTo>
                  <a:lnTo>
                    <a:pt x="56" y="51"/>
                  </a:lnTo>
                  <a:lnTo>
                    <a:pt x="56" y="51"/>
                  </a:lnTo>
                  <a:lnTo>
                    <a:pt x="56" y="51"/>
                  </a:lnTo>
                  <a:lnTo>
                    <a:pt x="56" y="51"/>
                  </a:lnTo>
                  <a:lnTo>
                    <a:pt x="56" y="53"/>
                  </a:lnTo>
                  <a:lnTo>
                    <a:pt x="56" y="53"/>
                  </a:lnTo>
                  <a:lnTo>
                    <a:pt x="56" y="53"/>
                  </a:lnTo>
                  <a:lnTo>
                    <a:pt x="56" y="53"/>
                  </a:lnTo>
                  <a:lnTo>
                    <a:pt x="55" y="55"/>
                  </a:lnTo>
                  <a:lnTo>
                    <a:pt x="55" y="55"/>
                  </a:lnTo>
                  <a:lnTo>
                    <a:pt x="55" y="55"/>
                  </a:lnTo>
                  <a:lnTo>
                    <a:pt x="55" y="55"/>
                  </a:lnTo>
                  <a:lnTo>
                    <a:pt x="55" y="55"/>
                  </a:lnTo>
                  <a:lnTo>
                    <a:pt x="55" y="55"/>
                  </a:lnTo>
                  <a:lnTo>
                    <a:pt x="55" y="55"/>
                  </a:lnTo>
                  <a:lnTo>
                    <a:pt x="55" y="55"/>
                  </a:lnTo>
                  <a:lnTo>
                    <a:pt x="53" y="57"/>
                  </a:lnTo>
                  <a:lnTo>
                    <a:pt x="53" y="57"/>
                  </a:lnTo>
                  <a:lnTo>
                    <a:pt x="52" y="57"/>
                  </a:lnTo>
                  <a:lnTo>
                    <a:pt x="52" y="57"/>
                  </a:lnTo>
                  <a:lnTo>
                    <a:pt x="51" y="57"/>
                  </a:lnTo>
                  <a:lnTo>
                    <a:pt x="51" y="57"/>
                  </a:lnTo>
                  <a:lnTo>
                    <a:pt x="51" y="57"/>
                  </a:lnTo>
                  <a:lnTo>
                    <a:pt x="51" y="57"/>
                  </a:lnTo>
                  <a:lnTo>
                    <a:pt x="49" y="58"/>
                  </a:lnTo>
                  <a:lnTo>
                    <a:pt x="49" y="58"/>
                  </a:lnTo>
                  <a:lnTo>
                    <a:pt x="49" y="58"/>
                  </a:lnTo>
                  <a:lnTo>
                    <a:pt x="49" y="58"/>
                  </a:lnTo>
                  <a:lnTo>
                    <a:pt x="48" y="58"/>
                  </a:lnTo>
                  <a:lnTo>
                    <a:pt x="48" y="58"/>
                  </a:lnTo>
                  <a:lnTo>
                    <a:pt x="48" y="58"/>
                  </a:lnTo>
                  <a:lnTo>
                    <a:pt x="48" y="58"/>
                  </a:lnTo>
                  <a:lnTo>
                    <a:pt x="46" y="59"/>
                  </a:lnTo>
                  <a:lnTo>
                    <a:pt x="46" y="59"/>
                  </a:lnTo>
                  <a:lnTo>
                    <a:pt x="46" y="59"/>
                  </a:lnTo>
                  <a:lnTo>
                    <a:pt x="46" y="59"/>
                  </a:lnTo>
                  <a:lnTo>
                    <a:pt x="45" y="59"/>
                  </a:lnTo>
                  <a:lnTo>
                    <a:pt x="45" y="59"/>
                  </a:lnTo>
                  <a:lnTo>
                    <a:pt x="45" y="59"/>
                  </a:lnTo>
                  <a:lnTo>
                    <a:pt x="45" y="59"/>
                  </a:lnTo>
                  <a:lnTo>
                    <a:pt x="44" y="59"/>
                  </a:lnTo>
                  <a:lnTo>
                    <a:pt x="44" y="59"/>
                  </a:lnTo>
                  <a:lnTo>
                    <a:pt x="44" y="59"/>
                  </a:lnTo>
                  <a:lnTo>
                    <a:pt x="44" y="59"/>
                  </a:lnTo>
                  <a:lnTo>
                    <a:pt x="44" y="59"/>
                  </a:lnTo>
                  <a:lnTo>
                    <a:pt x="44" y="59"/>
                  </a:lnTo>
                  <a:lnTo>
                    <a:pt x="44" y="59"/>
                  </a:lnTo>
                  <a:lnTo>
                    <a:pt x="44" y="59"/>
                  </a:lnTo>
                  <a:lnTo>
                    <a:pt x="44" y="59"/>
                  </a:lnTo>
                  <a:lnTo>
                    <a:pt x="44" y="59"/>
                  </a:lnTo>
                  <a:lnTo>
                    <a:pt x="44" y="59"/>
                  </a:lnTo>
                  <a:lnTo>
                    <a:pt x="44" y="59"/>
                  </a:lnTo>
                  <a:lnTo>
                    <a:pt x="44" y="59"/>
                  </a:lnTo>
                  <a:lnTo>
                    <a:pt x="44" y="59"/>
                  </a:lnTo>
                  <a:lnTo>
                    <a:pt x="44" y="59"/>
                  </a:lnTo>
                  <a:lnTo>
                    <a:pt x="44" y="58"/>
                  </a:lnTo>
                  <a:lnTo>
                    <a:pt x="44" y="58"/>
                  </a:lnTo>
                  <a:lnTo>
                    <a:pt x="44" y="58"/>
                  </a:lnTo>
                  <a:lnTo>
                    <a:pt x="44" y="58"/>
                  </a:lnTo>
                  <a:lnTo>
                    <a:pt x="44" y="57"/>
                  </a:lnTo>
                  <a:lnTo>
                    <a:pt x="44" y="57"/>
                  </a:lnTo>
                  <a:lnTo>
                    <a:pt x="44" y="57"/>
                  </a:lnTo>
                  <a:lnTo>
                    <a:pt x="44" y="57"/>
                  </a:lnTo>
                  <a:lnTo>
                    <a:pt x="45" y="55"/>
                  </a:lnTo>
                  <a:lnTo>
                    <a:pt x="44" y="55"/>
                  </a:lnTo>
                  <a:lnTo>
                    <a:pt x="44" y="55"/>
                  </a:lnTo>
                  <a:lnTo>
                    <a:pt x="44" y="55"/>
                  </a:lnTo>
                  <a:lnTo>
                    <a:pt x="44" y="55"/>
                  </a:lnTo>
                  <a:lnTo>
                    <a:pt x="44" y="55"/>
                  </a:lnTo>
                  <a:lnTo>
                    <a:pt x="44" y="55"/>
                  </a:lnTo>
                  <a:lnTo>
                    <a:pt x="44" y="55"/>
                  </a:lnTo>
                  <a:lnTo>
                    <a:pt x="44" y="53"/>
                  </a:lnTo>
                  <a:lnTo>
                    <a:pt x="44" y="53"/>
                  </a:lnTo>
                  <a:lnTo>
                    <a:pt x="44" y="53"/>
                  </a:lnTo>
                  <a:lnTo>
                    <a:pt x="44" y="53"/>
                  </a:lnTo>
                  <a:lnTo>
                    <a:pt x="44" y="53"/>
                  </a:lnTo>
                  <a:lnTo>
                    <a:pt x="44" y="53"/>
                  </a:lnTo>
                  <a:lnTo>
                    <a:pt x="44" y="53"/>
                  </a:lnTo>
                  <a:lnTo>
                    <a:pt x="44" y="53"/>
                  </a:lnTo>
                  <a:lnTo>
                    <a:pt x="44" y="52"/>
                  </a:lnTo>
                  <a:lnTo>
                    <a:pt x="43" y="53"/>
                  </a:lnTo>
                  <a:lnTo>
                    <a:pt x="43" y="53"/>
                  </a:lnTo>
                  <a:lnTo>
                    <a:pt x="43" y="53"/>
                  </a:lnTo>
                  <a:lnTo>
                    <a:pt x="43" y="53"/>
                  </a:lnTo>
                  <a:lnTo>
                    <a:pt x="41" y="53"/>
                  </a:lnTo>
                  <a:lnTo>
                    <a:pt x="41" y="53"/>
                  </a:lnTo>
                  <a:lnTo>
                    <a:pt x="41" y="53"/>
                  </a:lnTo>
                  <a:lnTo>
                    <a:pt x="41" y="52"/>
                  </a:lnTo>
                  <a:lnTo>
                    <a:pt x="39" y="52"/>
                  </a:lnTo>
                  <a:lnTo>
                    <a:pt x="39" y="52"/>
                  </a:lnTo>
                  <a:lnTo>
                    <a:pt x="39" y="52"/>
                  </a:lnTo>
                  <a:lnTo>
                    <a:pt x="39" y="52"/>
                  </a:lnTo>
                  <a:lnTo>
                    <a:pt x="39" y="52"/>
                  </a:lnTo>
                  <a:lnTo>
                    <a:pt x="39" y="52"/>
                  </a:lnTo>
                  <a:lnTo>
                    <a:pt x="39" y="52"/>
                  </a:lnTo>
                  <a:lnTo>
                    <a:pt x="39" y="52"/>
                  </a:lnTo>
                  <a:lnTo>
                    <a:pt x="39" y="52"/>
                  </a:lnTo>
                  <a:lnTo>
                    <a:pt x="39" y="52"/>
                  </a:lnTo>
                  <a:lnTo>
                    <a:pt x="39" y="52"/>
                  </a:lnTo>
                  <a:lnTo>
                    <a:pt x="39" y="52"/>
                  </a:lnTo>
                  <a:lnTo>
                    <a:pt x="39" y="52"/>
                  </a:lnTo>
                  <a:lnTo>
                    <a:pt x="39" y="52"/>
                  </a:lnTo>
                  <a:lnTo>
                    <a:pt x="39" y="52"/>
                  </a:lnTo>
                  <a:lnTo>
                    <a:pt x="39" y="51"/>
                  </a:lnTo>
                  <a:lnTo>
                    <a:pt x="39" y="51"/>
                  </a:lnTo>
                  <a:lnTo>
                    <a:pt x="39" y="51"/>
                  </a:lnTo>
                  <a:lnTo>
                    <a:pt x="39" y="51"/>
                  </a:lnTo>
                  <a:lnTo>
                    <a:pt x="39" y="51"/>
                  </a:lnTo>
                  <a:lnTo>
                    <a:pt x="39" y="51"/>
                  </a:lnTo>
                  <a:lnTo>
                    <a:pt x="39" y="51"/>
                  </a:lnTo>
                  <a:lnTo>
                    <a:pt x="39" y="51"/>
                  </a:lnTo>
                  <a:lnTo>
                    <a:pt x="40" y="50"/>
                  </a:lnTo>
                  <a:lnTo>
                    <a:pt x="39" y="50"/>
                  </a:lnTo>
                  <a:lnTo>
                    <a:pt x="39" y="50"/>
                  </a:lnTo>
                  <a:lnTo>
                    <a:pt x="39" y="50"/>
                  </a:lnTo>
                  <a:lnTo>
                    <a:pt x="39" y="49"/>
                  </a:lnTo>
                  <a:lnTo>
                    <a:pt x="37" y="49"/>
                  </a:lnTo>
                  <a:lnTo>
                    <a:pt x="37" y="49"/>
                  </a:lnTo>
                  <a:lnTo>
                    <a:pt x="37" y="49"/>
                  </a:lnTo>
                  <a:lnTo>
                    <a:pt x="37" y="47"/>
                  </a:lnTo>
                  <a:lnTo>
                    <a:pt x="35" y="47"/>
                  </a:lnTo>
                  <a:lnTo>
                    <a:pt x="35" y="47"/>
                  </a:lnTo>
                  <a:lnTo>
                    <a:pt x="35" y="47"/>
                  </a:lnTo>
                  <a:lnTo>
                    <a:pt x="35" y="46"/>
                  </a:lnTo>
                  <a:lnTo>
                    <a:pt x="34" y="46"/>
                  </a:lnTo>
                  <a:lnTo>
                    <a:pt x="34" y="46"/>
                  </a:lnTo>
                  <a:lnTo>
                    <a:pt x="34" y="46"/>
                  </a:lnTo>
                  <a:lnTo>
                    <a:pt x="34" y="44"/>
                  </a:lnTo>
                  <a:lnTo>
                    <a:pt x="32" y="44"/>
                  </a:lnTo>
                  <a:lnTo>
                    <a:pt x="32" y="44"/>
                  </a:lnTo>
                  <a:lnTo>
                    <a:pt x="32" y="44"/>
                  </a:lnTo>
                  <a:lnTo>
                    <a:pt x="32" y="44"/>
                  </a:lnTo>
                  <a:lnTo>
                    <a:pt x="32" y="44"/>
                  </a:lnTo>
                  <a:lnTo>
                    <a:pt x="32" y="44"/>
                  </a:lnTo>
                  <a:lnTo>
                    <a:pt x="32" y="44"/>
                  </a:lnTo>
                  <a:lnTo>
                    <a:pt x="32" y="43"/>
                  </a:lnTo>
                  <a:lnTo>
                    <a:pt x="32" y="43"/>
                  </a:lnTo>
                  <a:lnTo>
                    <a:pt x="32" y="43"/>
                  </a:lnTo>
                  <a:lnTo>
                    <a:pt x="32" y="43"/>
                  </a:lnTo>
                  <a:lnTo>
                    <a:pt x="32" y="42"/>
                  </a:lnTo>
                  <a:lnTo>
                    <a:pt x="32" y="42"/>
                  </a:lnTo>
                  <a:lnTo>
                    <a:pt x="32" y="42"/>
                  </a:lnTo>
                  <a:lnTo>
                    <a:pt x="32" y="42"/>
                  </a:lnTo>
                  <a:lnTo>
                    <a:pt x="32" y="41"/>
                  </a:lnTo>
                  <a:lnTo>
                    <a:pt x="32" y="41"/>
                  </a:lnTo>
                  <a:lnTo>
                    <a:pt x="32" y="41"/>
                  </a:lnTo>
                  <a:lnTo>
                    <a:pt x="32" y="41"/>
                  </a:lnTo>
                  <a:lnTo>
                    <a:pt x="32" y="40"/>
                  </a:lnTo>
                  <a:lnTo>
                    <a:pt x="32" y="40"/>
                  </a:lnTo>
                  <a:lnTo>
                    <a:pt x="32" y="40"/>
                  </a:lnTo>
                  <a:lnTo>
                    <a:pt x="32" y="40"/>
                  </a:lnTo>
                  <a:lnTo>
                    <a:pt x="32" y="38"/>
                  </a:lnTo>
                  <a:lnTo>
                    <a:pt x="32" y="38"/>
                  </a:lnTo>
                  <a:lnTo>
                    <a:pt x="32" y="38"/>
                  </a:lnTo>
                  <a:lnTo>
                    <a:pt x="32" y="38"/>
                  </a:lnTo>
                  <a:lnTo>
                    <a:pt x="32" y="36"/>
                  </a:lnTo>
                  <a:lnTo>
                    <a:pt x="32" y="36"/>
                  </a:lnTo>
                  <a:lnTo>
                    <a:pt x="32" y="36"/>
                  </a:lnTo>
                  <a:lnTo>
                    <a:pt x="32" y="36"/>
                  </a:lnTo>
                  <a:lnTo>
                    <a:pt x="32" y="35"/>
                  </a:lnTo>
                  <a:lnTo>
                    <a:pt x="31" y="35"/>
                  </a:lnTo>
                  <a:lnTo>
                    <a:pt x="31" y="35"/>
                  </a:lnTo>
                  <a:lnTo>
                    <a:pt x="31" y="35"/>
                  </a:lnTo>
                  <a:lnTo>
                    <a:pt x="31" y="35"/>
                  </a:lnTo>
                  <a:lnTo>
                    <a:pt x="31" y="35"/>
                  </a:lnTo>
                  <a:lnTo>
                    <a:pt x="31" y="35"/>
                  </a:lnTo>
                  <a:lnTo>
                    <a:pt x="31" y="35"/>
                  </a:lnTo>
                  <a:lnTo>
                    <a:pt x="31" y="35"/>
                  </a:lnTo>
                  <a:lnTo>
                    <a:pt x="30" y="35"/>
                  </a:lnTo>
                  <a:lnTo>
                    <a:pt x="30" y="35"/>
                  </a:lnTo>
                  <a:lnTo>
                    <a:pt x="30" y="35"/>
                  </a:lnTo>
                  <a:lnTo>
                    <a:pt x="30" y="35"/>
                  </a:lnTo>
                  <a:lnTo>
                    <a:pt x="30" y="35"/>
                  </a:lnTo>
                  <a:lnTo>
                    <a:pt x="30" y="35"/>
                  </a:lnTo>
                  <a:lnTo>
                    <a:pt x="30" y="35"/>
                  </a:lnTo>
                  <a:lnTo>
                    <a:pt x="30" y="35"/>
                  </a:lnTo>
                  <a:lnTo>
                    <a:pt x="29" y="36"/>
                  </a:lnTo>
                  <a:lnTo>
                    <a:pt x="29" y="36"/>
                  </a:lnTo>
                  <a:lnTo>
                    <a:pt x="29" y="36"/>
                  </a:lnTo>
                  <a:lnTo>
                    <a:pt x="29" y="36"/>
                  </a:lnTo>
                  <a:lnTo>
                    <a:pt x="27" y="36"/>
                  </a:lnTo>
                  <a:lnTo>
                    <a:pt x="27" y="36"/>
                  </a:lnTo>
                  <a:lnTo>
                    <a:pt x="27" y="36"/>
                  </a:lnTo>
                  <a:lnTo>
                    <a:pt x="27" y="36"/>
                  </a:lnTo>
                  <a:lnTo>
                    <a:pt x="24" y="38"/>
                  </a:lnTo>
                  <a:lnTo>
                    <a:pt x="24" y="38"/>
                  </a:lnTo>
                  <a:lnTo>
                    <a:pt x="23" y="38"/>
                  </a:lnTo>
                  <a:lnTo>
                    <a:pt x="23" y="38"/>
                  </a:lnTo>
                  <a:lnTo>
                    <a:pt x="22" y="38"/>
                  </a:lnTo>
                  <a:lnTo>
                    <a:pt x="22" y="38"/>
                  </a:lnTo>
                  <a:lnTo>
                    <a:pt x="22" y="38"/>
                  </a:lnTo>
                  <a:lnTo>
                    <a:pt x="22" y="38"/>
                  </a:lnTo>
                  <a:lnTo>
                    <a:pt x="22" y="40"/>
                  </a:lnTo>
                  <a:lnTo>
                    <a:pt x="22" y="40"/>
                  </a:lnTo>
                  <a:lnTo>
                    <a:pt x="22" y="40"/>
                  </a:lnTo>
                  <a:lnTo>
                    <a:pt x="22" y="40"/>
                  </a:lnTo>
                  <a:lnTo>
                    <a:pt x="22" y="41"/>
                  </a:lnTo>
                  <a:lnTo>
                    <a:pt x="22" y="41"/>
                  </a:lnTo>
                  <a:lnTo>
                    <a:pt x="22" y="41"/>
                  </a:lnTo>
                  <a:lnTo>
                    <a:pt x="23" y="41"/>
                  </a:lnTo>
                  <a:lnTo>
                    <a:pt x="23" y="42"/>
                  </a:lnTo>
                  <a:lnTo>
                    <a:pt x="23" y="42"/>
                  </a:lnTo>
                  <a:lnTo>
                    <a:pt x="23" y="42"/>
                  </a:lnTo>
                  <a:lnTo>
                    <a:pt x="23" y="42"/>
                  </a:lnTo>
                  <a:lnTo>
                    <a:pt x="23" y="42"/>
                  </a:lnTo>
                  <a:lnTo>
                    <a:pt x="23" y="42"/>
                  </a:lnTo>
                  <a:lnTo>
                    <a:pt x="23" y="42"/>
                  </a:lnTo>
                  <a:lnTo>
                    <a:pt x="24" y="42"/>
                  </a:lnTo>
                  <a:lnTo>
                    <a:pt x="23" y="43"/>
                  </a:lnTo>
                  <a:lnTo>
                    <a:pt x="23" y="43"/>
                  </a:lnTo>
                  <a:lnTo>
                    <a:pt x="23" y="43"/>
                  </a:lnTo>
                  <a:lnTo>
                    <a:pt x="23" y="43"/>
                  </a:lnTo>
                  <a:lnTo>
                    <a:pt x="22" y="43"/>
                  </a:lnTo>
                  <a:lnTo>
                    <a:pt x="22" y="43"/>
                  </a:lnTo>
                  <a:lnTo>
                    <a:pt x="22" y="43"/>
                  </a:lnTo>
                  <a:lnTo>
                    <a:pt x="22" y="43"/>
                  </a:lnTo>
                  <a:lnTo>
                    <a:pt x="20" y="44"/>
                  </a:lnTo>
                  <a:lnTo>
                    <a:pt x="20" y="44"/>
                  </a:lnTo>
                  <a:lnTo>
                    <a:pt x="20" y="44"/>
                  </a:lnTo>
                  <a:lnTo>
                    <a:pt x="20" y="44"/>
                  </a:lnTo>
                  <a:lnTo>
                    <a:pt x="19" y="44"/>
                  </a:lnTo>
                  <a:lnTo>
                    <a:pt x="19" y="44"/>
                  </a:lnTo>
                  <a:lnTo>
                    <a:pt x="19" y="44"/>
                  </a:lnTo>
                  <a:lnTo>
                    <a:pt x="19" y="44"/>
                  </a:lnTo>
                  <a:lnTo>
                    <a:pt x="17" y="44"/>
                  </a:lnTo>
                  <a:lnTo>
                    <a:pt x="17" y="44"/>
                  </a:lnTo>
                  <a:lnTo>
                    <a:pt x="17" y="44"/>
                  </a:lnTo>
                  <a:lnTo>
                    <a:pt x="17" y="44"/>
                  </a:lnTo>
                  <a:lnTo>
                    <a:pt x="16" y="44"/>
                  </a:lnTo>
                  <a:lnTo>
                    <a:pt x="16" y="44"/>
                  </a:lnTo>
                  <a:lnTo>
                    <a:pt x="16" y="44"/>
                  </a:lnTo>
                  <a:lnTo>
                    <a:pt x="16" y="44"/>
                  </a:lnTo>
                  <a:lnTo>
                    <a:pt x="14" y="44"/>
                  </a:lnTo>
                  <a:lnTo>
                    <a:pt x="14" y="44"/>
                  </a:lnTo>
                  <a:lnTo>
                    <a:pt x="14" y="44"/>
                  </a:lnTo>
                  <a:lnTo>
                    <a:pt x="14" y="44"/>
                  </a:lnTo>
                  <a:lnTo>
                    <a:pt x="13" y="44"/>
                  </a:lnTo>
                  <a:lnTo>
                    <a:pt x="13" y="44"/>
                  </a:lnTo>
                  <a:lnTo>
                    <a:pt x="13" y="44"/>
                  </a:lnTo>
                  <a:lnTo>
                    <a:pt x="13" y="44"/>
                  </a:lnTo>
                  <a:lnTo>
                    <a:pt x="11" y="44"/>
                  </a:lnTo>
                  <a:lnTo>
                    <a:pt x="11" y="44"/>
                  </a:lnTo>
                  <a:lnTo>
                    <a:pt x="11" y="44"/>
                  </a:lnTo>
                  <a:lnTo>
                    <a:pt x="11" y="42"/>
                  </a:lnTo>
                  <a:lnTo>
                    <a:pt x="9" y="42"/>
                  </a:lnTo>
                  <a:lnTo>
                    <a:pt x="9" y="42"/>
                  </a:lnTo>
                  <a:lnTo>
                    <a:pt x="9" y="42"/>
                  </a:lnTo>
                  <a:lnTo>
                    <a:pt x="9" y="41"/>
                  </a:lnTo>
                  <a:lnTo>
                    <a:pt x="7" y="41"/>
                  </a:lnTo>
                  <a:lnTo>
                    <a:pt x="7" y="41"/>
                  </a:lnTo>
                  <a:lnTo>
                    <a:pt x="7" y="41"/>
                  </a:lnTo>
                  <a:lnTo>
                    <a:pt x="7" y="39"/>
                  </a:lnTo>
                  <a:lnTo>
                    <a:pt x="7" y="39"/>
                  </a:lnTo>
                  <a:lnTo>
                    <a:pt x="7" y="39"/>
                  </a:lnTo>
                  <a:lnTo>
                    <a:pt x="7" y="39"/>
                  </a:lnTo>
                  <a:lnTo>
                    <a:pt x="7" y="37"/>
                  </a:lnTo>
                  <a:lnTo>
                    <a:pt x="5" y="37"/>
                  </a:lnTo>
                  <a:lnTo>
                    <a:pt x="5" y="36"/>
                  </a:lnTo>
                  <a:lnTo>
                    <a:pt x="5" y="36"/>
                  </a:lnTo>
                  <a:lnTo>
                    <a:pt x="5" y="35"/>
                  </a:lnTo>
                  <a:lnTo>
                    <a:pt x="2" y="35"/>
                  </a:lnTo>
                  <a:lnTo>
                    <a:pt x="2" y="33"/>
                  </a:lnTo>
                  <a:lnTo>
                    <a:pt x="2" y="33"/>
                  </a:lnTo>
                  <a:lnTo>
                    <a:pt x="2" y="31"/>
                  </a:lnTo>
                  <a:lnTo>
                    <a:pt x="1" y="31"/>
                  </a:lnTo>
                  <a:lnTo>
                    <a:pt x="1" y="29"/>
                  </a:lnTo>
                  <a:lnTo>
                    <a:pt x="1" y="29"/>
                  </a:lnTo>
                  <a:lnTo>
                    <a:pt x="1" y="28"/>
                  </a:lnTo>
                  <a:lnTo>
                    <a:pt x="0" y="28"/>
                  </a:lnTo>
                  <a:lnTo>
                    <a:pt x="0" y="27"/>
                  </a:lnTo>
                  <a:lnTo>
                    <a:pt x="0" y="27"/>
                  </a:lnTo>
                  <a:lnTo>
                    <a:pt x="1" y="25"/>
                  </a:lnTo>
                  <a:lnTo>
                    <a:pt x="1" y="25"/>
                  </a:lnTo>
                  <a:lnTo>
                    <a:pt x="1" y="25"/>
                  </a:lnTo>
                  <a:lnTo>
                    <a:pt x="1" y="25"/>
                  </a:lnTo>
                  <a:lnTo>
                    <a:pt x="1" y="25"/>
                  </a:lnTo>
                  <a:lnTo>
                    <a:pt x="1" y="25"/>
                  </a:lnTo>
                  <a:lnTo>
                    <a:pt x="3" y="25"/>
                  </a:lnTo>
                  <a:lnTo>
                    <a:pt x="3" y="25"/>
                  </a:lnTo>
                  <a:lnTo>
                    <a:pt x="5" y="24"/>
                  </a:lnTo>
                  <a:lnTo>
                    <a:pt x="5" y="24"/>
                  </a:lnTo>
                  <a:lnTo>
                    <a:pt x="7" y="24"/>
                  </a:lnTo>
                  <a:lnTo>
                    <a:pt x="7" y="24"/>
                  </a:lnTo>
                  <a:lnTo>
                    <a:pt x="9" y="24"/>
                  </a:lnTo>
                  <a:lnTo>
                    <a:pt x="9" y="24"/>
                  </a:lnTo>
                  <a:lnTo>
                    <a:pt x="11" y="24"/>
                  </a:lnTo>
                  <a:lnTo>
                    <a:pt x="11" y="24"/>
                  </a:lnTo>
                  <a:lnTo>
                    <a:pt x="13" y="23"/>
                  </a:lnTo>
                  <a:lnTo>
                    <a:pt x="13" y="23"/>
                  </a:lnTo>
                  <a:lnTo>
                    <a:pt x="13" y="23"/>
                  </a:lnTo>
                  <a:lnTo>
                    <a:pt x="13" y="23"/>
                  </a:lnTo>
                  <a:lnTo>
                    <a:pt x="13" y="21"/>
                  </a:lnTo>
                  <a:lnTo>
                    <a:pt x="13" y="21"/>
                  </a:lnTo>
                  <a:lnTo>
                    <a:pt x="13" y="21"/>
                  </a:lnTo>
                  <a:lnTo>
                    <a:pt x="13" y="21"/>
                  </a:lnTo>
                  <a:lnTo>
                    <a:pt x="13" y="20"/>
                  </a:lnTo>
                  <a:lnTo>
                    <a:pt x="13" y="20"/>
                  </a:lnTo>
                  <a:lnTo>
                    <a:pt x="13" y="20"/>
                  </a:lnTo>
                  <a:lnTo>
                    <a:pt x="13" y="20"/>
                  </a:lnTo>
                  <a:lnTo>
                    <a:pt x="13" y="19"/>
                  </a:lnTo>
                  <a:lnTo>
                    <a:pt x="13" y="19"/>
                  </a:lnTo>
                  <a:lnTo>
                    <a:pt x="13" y="19"/>
                  </a:lnTo>
                  <a:lnTo>
                    <a:pt x="13" y="19"/>
                  </a:lnTo>
                  <a:lnTo>
                    <a:pt x="13" y="16"/>
                  </a:lnTo>
                  <a:lnTo>
                    <a:pt x="13" y="16"/>
                  </a:lnTo>
                  <a:lnTo>
                    <a:pt x="13" y="16"/>
                  </a:lnTo>
                  <a:lnTo>
                    <a:pt x="13" y="16"/>
                  </a:lnTo>
                  <a:lnTo>
                    <a:pt x="14" y="16"/>
                  </a:lnTo>
                  <a:lnTo>
                    <a:pt x="14" y="16"/>
                  </a:lnTo>
                  <a:lnTo>
                    <a:pt x="14" y="16"/>
                  </a:lnTo>
                  <a:lnTo>
                    <a:pt x="14" y="16"/>
                  </a:lnTo>
                  <a:lnTo>
                    <a:pt x="16" y="16"/>
                  </a:lnTo>
                  <a:lnTo>
                    <a:pt x="16" y="16"/>
                  </a:lnTo>
                  <a:lnTo>
                    <a:pt x="16" y="16"/>
                  </a:lnTo>
                  <a:lnTo>
                    <a:pt x="16" y="16"/>
                  </a:lnTo>
                  <a:lnTo>
                    <a:pt x="17" y="16"/>
                  </a:lnTo>
                  <a:lnTo>
                    <a:pt x="17" y="16"/>
                  </a:lnTo>
                  <a:lnTo>
                    <a:pt x="17" y="16"/>
                  </a:lnTo>
                  <a:lnTo>
                    <a:pt x="17" y="16"/>
                  </a:lnTo>
                  <a:lnTo>
                    <a:pt x="19" y="14"/>
                  </a:lnTo>
                  <a:lnTo>
                    <a:pt x="19" y="14"/>
                  </a:lnTo>
                  <a:lnTo>
                    <a:pt x="19" y="14"/>
                  </a:lnTo>
                  <a:lnTo>
                    <a:pt x="19" y="14"/>
                  </a:lnTo>
                  <a:lnTo>
                    <a:pt x="19" y="14"/>
                  </a:lnTo>
                  <a:lnTo>
                    <a:pt x="19" y="14"/>
                  </a:lnTo>
                  <a:lnTo>
                    <a:pt x="19" y="14"/>
                  </a:lnTo>
                  <a:lnTo>
                    <a:pt x="19" y="14"/>
                  </a:lnTo>
                  <a:lnTo>
                    <a:pt x="22" y="13"/>
                  </a:lnTo>
                  <a:lnTo>
                    <a:pt x="22" y="13"/>
                  </a:lnTo>
                  <a:lnTo>
                    <a:pt x="22" y="13"/>
                  </a:lnTo>
                  <a:lnTo>
                    <a:pt x="22" y="13"/>
                  </a:lnTo>
                  <a:lnTo>
                    <a:pt x="23" y="13"/>
                  </a:lnTo>
                  <a:lnTo>
                    <a:pt x="23" y="13"/>
                  </a:lnTo>
                  <a:lnTo>
                    <a:pt x="23" y="13"/>
                  </a:lnTo>
                  <a:lnTo>
                    <a:pt x="23" y="13"/>
                  </a:lnTo>
                  <a:lnTo>
                    <a:pt x="25" y="11"/>
                  </a:lnTo>
                  <a:lnTo>
                    <a:pt x="25" y="11"/>
                  </a:lnTo>
                  <a:lnTo>
                    <a:pt x="25" y="11"/>
                  </a:lnTo>
                  <a:lnTo>
                    <a:pt x="25" y="11"/>
                  </a:lnTo>
                  <a:lnTo>
                    <a:pt x="25" y="11"/>
                  </a:lnTo>
                  <a:lnTo>
                    <a:pt x="25" y="11"/>
                  </a:lnTo>
                  <a:lnTo>
                    <a:pt x="25" y="11"/>
                  </a:lnTo>
                  <a:lnTo>
                    <a:pt x="25" y="11"/>
                  </a:lnTo>
                  <a:lnTo>
                    <a:pt x="26" y="9"/>
                  </a:lnTo>
                  <a:lnTo>
                    <a:pt x="26" y="9"/>
                  </a:lnTo>
                  <a:lnTo>
                    <a:pt x="26" y="9"/>
                  </a:lnTo>
                  <a:lnTo>
                    <a:pt x="26" y="9"/>
                  </a:lnTo>
                  <a:lnTo>
                    <a:pt x="26" y="7"/>
                  </a:lnTo>
                  <a:lnTo>
                    <a:pt x="26" y="7"/>
                  </a:lnTo>
                  <a:lnTo>
                    <a:pt x="26" y="7"/>
                  </a:lnTo>
                  <a:lnTo>
                    <a:pt x="26" y="7"/>
                  </a:lnTo>
                  <a:lnTo>
                    <a:pt x="27" y="5"/>
                  </a:lnTo>
                  <a:lnTo>
                    <a:pt x="27" y="5"/>
                  </a:lnTo>
                  <a:lnTo>
                    <a:pt x="27" y="5"/>
                  </a:lnTo>
                  <a:lnTo>
                    <a:pt x="27" y="5"/>
                  </a:lnTo>
                  <a:lnTo>
                    <a:pt x="27" y="5"/>
                  </a:lnTo>
                  <a:lnTo>
                    <a:pt x="27" y="5"/>
                  </a:lnTo>
                  <a:lnTo>
                    <a:pt x="27" y="5"/>
                  </a:lnTo>
                  <a:lnTo>
                    <a:pt x="27" y="5"/>
                  </a:lnTo>
                  <a:lnTo>
                    <a:pt x="29" y="4"/>
                  </a:lnTo>
                  <a:lnTo>
                    <a:pt x="29" y="4"/>
                  </a:lnTo>
                  <a:lnTo>
                    <a:pt x="29" y="4"/>
                  </a:lnTo>
                  <a:lnTo>
                    <a:pt x="29" y="4"/>
                  </a:lnTo>
                  <a:lnTo>
                    <a:pt x="29" y="3"/>
                  </a:lnTo>
                  <a:lnTo>
                    <a:pt x="29" y="3"/>
                  </a:lnTo>
                  <a:lnTo>
                    <a:pt x="29" y="3"/>
                  </a:lnTo>
                  <a:lnTo>
                    <a:pt x="29" y="3"/>
                  </a:lnTo>
                  <a:lnTo>
                    <a:pt x="30" y="2"/>
                  </a:lnTo>
                  <a:lnTo>
                    <a:pt x="30" y="2"/>
                  </a:lnTo>
                  <a:lnTo>
                    <a:pt x="30" y="2"/>
                  </a:lnTo>
                  <a:lnTo>
                    <a:pt x="30" y="2"/>
                  </a:lnTo>
                  <a:lnTo>
                    <a:pt x="30" y="2"/>
                  </a:lnTo>
                  <a:lnTo>
                    <a:pt x="30" y="2"/>
                  </a:lnTo>
                  <a:lnTo>
                    <a:pt x="30" y="2"/>
                  </a:lnTo>
                  <a:lnTo>
                    <a:pt x="30" y="2"/>
                  </a:lnTo>
                  <a:lnTo>
                    <a:pt x="32" y="2"/>
                  </a:lnTo>
                  <a:lnTo>
                    <a:pt x="32" y="2"/>
                  </a:lnTo>
                  <a:lnTo>
                    <a:pt x="32" y="2"/>
                  </a:lnTo>
                  <a:lnTo>
                    <a:pt x="32" y="2"/>
                  </a:lnTo>
                  <a:lnTo>
                    <a:pt x="33" y="2"/>
                  </a:lnTo>
                  <a:lnTo>
                    <a:pt x="33" y="2"/>
                  </a:lnTo>
                  <a:lnTo>
                    <a:pt x="33" y="2"/>
                  </a:lnTo>
                  <a:lnTo>
                    <a:pt x="33" y="2"/>
                  </a:lnTo>
                  <a:lnTo>
                    <a:pt x="34" y="0"/>
                  </a:lnTo>
                  <a:lnTo>
                    <a:pt x="34" y="0"/>
                  </a:lnTo>
                  <a:lnTo>
                    <a:pt x="34" y="0"/>
                  </a:lnTo>
                  <a:lnTo>
                    <a:pt x="34" y="0"/>
                  </a:lnTo>
                  <a:lnTo>
                    <a:pt x="35" y="0"/>
                  </a:lnTo>
                  <a:lnTo>
                    <a:pt x="35" y="0"/>
                  </a:lnTo>
                  <a:lnTo>
                    <a:pt x="35" y="0"/>
                  </a:lnTo>
                  <a:lnTo>
                    <a:pt x="35" y="0"/>
                  </a:lnTo>
                  <a:lnTo>
                    <a:pt x="37" y="0"/>
                  </a:lnTo>
                  <a:lnTo>
                    <a:pt x="37" y="0"/>
                  </a:lnTo>
                  <a:lnTo>
                    <a:pt x="37" y="0"/>
                  </a:lnTo>
                  <a:lnTo>
                    <a:pt x="37" y="0"/>
                  </a:lnTo>
                  <a:lnTo>
                    <a:pt x="38" y="0"/>
                  </a:lnTo>
                  <a:lnTo>
                    <a:pt x="38" y="0"/>
                  </a:lnTo>
                  <a:lnTo>
                    <a:pt x="38" y="0"/>
                  </a:lnTo>
                  <a:lnTo>
                    <a:pt x="38" y="0"/>
                  </a:lnTo>
                  <a:lnTo>
                    <a:pt x="39" y="0"/>
                  </a:lnTo>
                  <a:lnTo>
                    <a:pt x="39" y="0"/>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77" name=""/>
            <p:cNvSpPr/>
            <p:nvPr/>
          </p:nvSpPr>
          <p:spPr>
            <a:xfrm>
              <a:off x="7202520" y="5952960"/>
              <a:ext cx="23760" cy="47880"/>
            </a:xfrm>
            <a:custGeom>
              <a:avLst/>
              <a:gdLst/>
              <a:ahLst/>
              <a:rect l="l" t="t" r="r" b="b"/>
              <a:pathLst>
                <a:path w="15" h="30">
                  <a:moveTo>
                    <a:pt x="14" y="7"/>
                  </a:moveTo>
                  <a:lnTo>
                    <a:pt x="12" y="9"/>
                  </a:lnTo>
                  <a:lnTo>
                    <a:pt x="12" y="9"/>
                  </a:lnTo>
                  <a:lnTo>
                    <a:pt x="12" y="9"/>
                  </a:lnTo>
                  <a:lnTo>
                    <a:pt x="12" y="9"/>
                  </a:lnTo>
                  <a:lnTo>
                    <a:pt x="11" y="11"/>
                  </a:lnTo>
                  <a:lnTo>
                    <a:pt x="11" y="11"/>
                  </a:lnTo>
                  <a:lnTo>
                    <a:pt x="11" y="11"/>
                  </a:lnTo>
                  <a:lnTo>
                    <a:pt x="11" y="11"/>
                  </a:lnTo>
                  <a:lnTo>
                    <a:pt x="9" y="13"/>
                  </a:lnTo>
                  <a:lnTo>
                    <a:pt x="9" y="13"/>
                  </a:lnTo>
                  <a:lnTo>
                    <a:pt x="9" y="14"/>
                  </a:lnTo>
                  <a:lnTo>
                    <a:pt x="9" y="14"/>
                  </a:lnTo>
                  <a:lnTo>
                    <a:pt x="8" y="14"/>
                  </a:lnTo>
                  <a:lnTo>
                    <a:pt x="8" y="14"/>
                  </a:lnTo>
                  <a:lnTo>
                    <a:pt x="8" y="14"/>
                  </a:lnTo>
                  <a:lnTo>
                    <a:pt x="9" y="14"/>
                  </a:lnTo>
                  <a:lnTo>
                    <a:pt x="8" y="16"/>
                  </a:lnTo>
                  <a:lnTo>
                    <a:pt x="8" y="16"/>
                  </a:lnTo>
                  <a:lnTo>
                    <a:pt x="8" y="17"/>
                  </a:lnTo>
                  <a:lnTo>
                    <a:pt x="8" y="17"/>
                  </a:lnTo>
                  <a:lnTo>
                    <a:pt x="8" y="19"/>
                  </a:lnTo>
                  <a:lnTo>
                    <a:pt x="8" y="19"/>
                  </a:lnTo>
                  <a:lnTo>
                    <a:pt x="8" y="19"/>
                  </a:lnTo>
                  <a:lnTo>
                    <a:pt x="8" y="19"/>
                  </a:lnTo>
                  <a:lnTo>
                    <a:pt x="8" y="21"/>
                  </a:lnTo>
                  <a:lnTo>
                    <a:pt x="8" y="21"/>
                  </a:lnTo>
                  <a:lnTo>
                    <a:pt x="8" y="21"/>
                  </a:lnTo>
                  <a:lnTo>
                    <a:pt x="8" y="21"/>
                  </a:lnTo>
                  <a:lnTo>
                    <a:pt x="8" y="21"/>
                  </a:lnTo>
                  <a:lnTo>
                    <a:pt x="8" y="21"/>
                  </a:lnTo>
                  <a:lnTo>
                    <a:pt x="8" y="21"/>
                  </a:lnTo>
                  <a:lnTo>
                    <a:pt x="9" y="21"/>
                  </a:lnTo>
                  <a:lnTo>
                    <a:pt x="8" y="23"/>
                  </a:lnTo>
                  <a:lnTo>
                    <a:pt x="8" y="23"/>
                  </a:lnTo>
                  <a:lnTo>
                    <a:pt x="8" y="24"/>
                  </a:lnTo>
                  <a:lnTo>
                    <a:pt x="8" y="24"/>
                  </a:lnTo>
                  <a:lnTo>
                    <a:pt x="7" y="26"/>
                  </a:lnTo>
                  <a:lnTo>
                    <a:pt x="7" y="26"/>
                  </a:lnTo>
                  <a:lnTo>
                    <a:pt x="7" y="26"/>
                  </a:lnTo>
                  <a:lnTo>
                    <a:pt x="7" y="26"/>
                  </a:lnTo>
                  <a:lnTo>
                    <a:pt x="5" y="28"/>
                  </a:lnTo>
                  <a:lnTo>
                    <a:pt x="5" y="28"/>
                  </a:lnTo>
                  <a:lnTo>
                    <a:pt x="5" y="28"/>
                  </a:lnTo>
                  <a:lnTo>
                    <a:pt x="5" y="28"/>
                  </a:lnTo>
                  <a:lnTo>
                    <a:pt x="3" y="29"/>
                  </a:lnTo>
                  <a:lnTo>
                    <a:pt x="3" y="29"/>
                  </a:lnTo>
                  <a:lnTo>
                    <a:pt x="3" y="29"/>
                  </a:lnTo>
                  <a:lnTo>
                    <a:pt x="3" y="29"/>
                  </a:lnTo>
                  <a:lnTo>
                    <a:pt x="1" y="29"/>
                  </a:lnTo>
                  <a:lnTo>
                    <a:pt x="1" y="29"/>
                  </a:lnTo>
                  <a:lnTo>
                    <a:pt x="1" y="29"/>
                  </a:lnTo>
                  <a:lnTo>
                    <a:pt x="1" y="29"/>
                  </a:lnTo>
                  <a:lnTo>
                    <a:pt x="1" y="29"/>
                  </a:lnTo>
                  <a:lnTo>
                    <a:pt x="1" y="29"/>
                  </a:lnTo>
                  <a:lnTo>
                    <a:pt x="1" y="29"/>
                  </a:lnTo>
                  <a:lnTo>
                    <a:pt x="1" y="28"/>
                  </a:lnTo>
                  <a:lnTo>
                    <a:pt x="1" y="28"/>
                  </a:lnTo>
                  <a:lnTo>
                    <a:pt x="1" y="28"/>
                  </a:lnTo>
                  <a:lnTo>
                    <a:pt x="1" y="28"/>
                  </a:lnTo>
                  <a:lnTo>
                    <a:pt x="1" y="28"/>
                  </a:lnTo>
                  <a:lnTo>
                    <a:pt x="1" y="28"/>
                  </a:lnTo>
                  <a:lnTo>
                    <a:pt x="1" y="28"/>
                  </a:lnTo>
                  <a:lnTo>
                    <a:pt x="1" y="28"/>
                  </a:lnTo>
                  <a:lnTo>
                    <a:pt x="1" y="26"/>
                  </a:lnTo>
                  <a:lnTo>
                    <a:pt x="0" y="26"/>
                  </a:lnTo>
                  <a:lnTo>
                    <a:pt x="0" y="26"/>
                  </a:lnTo>
                  <a:lnTo>
                    <a:pt x="0" y="26"/>
                  </a:lnTo>
                  <a:lnTo>
                    <a:pt x="0" y="26"/>
                  </a:lnTo>
                  <a:lnTo>
                    <a:pt x="0" y="26"/>
                  </a:lnTo>
                  <a:lnTo>
                    <a:pt x="0" y="26"/>
                  </a:lnTo>
                  <a:lnTo>
                    <a:pt x="0" y="26"/>
                  </a:lnTo>
                  <a:lnTo>
                    <a:pt x="0" y="23"/>
                  </a:lnTo>
                  <a:lnTo>
                    <a:pt x="0" y="23"/>
                  </a:lnTo>
                  <a:lnTo>
                    <a:pt x="0" y="23"/>
                  </a:lnTo>
                  <a:lnTo>
                    <a:pt x="0" y="23"/>
                  </a:lnTo>
                  <a:lnTo>
                    <a:pt x="0" y="22"/>
                  </a:lnTo>
                  <a:lnTo>
                    <a:pt x="0" y="22"/>
                  </a:lnTo>
                  <a:lnTo>
                    <a:pt x="0" y="22"/>
                  </a:lnTo>
                  <a:lnTo>
                    <a:pt x="0" y="22"/>
                  </a:lnTo>
                  <a:lnTo>
                    <a:pt x="1" y="20"/>
                  </a:lnTo>
                  <a:lnTo>
                    <a:pt x="1" y="20"/>
                  </a:lnTo>
                  <a:lnTo>
                    <a:pt x="1" y="20"/>
                  </a:lnTo>
                  <a:lnTo>
                    <a:pt x="1" y="20"/>
                  </a:lnTo>
                  <a:lnTo>
                    <a:pt x="1" y="18"/>
                  </a:lnTo>
                  <a:lnTo>
                    <a:pt x="1" y="18"/>
                  </a:lnTo>
                  <a:lnTo>
                    <a:pt x="1" y="18"/>
                  </a:lnTo>
                  <a:lnTo>
                    <a:pt x="1" y="18"/>
                  </a:lnTo>
                  <a:lnTo>
                    <a:pt x="1" y="16"/>
                  </a:lnTo>
                  <a:lnTo>
                    <a:pt x="1" y="16"/>
                  </a:lnTo>
                  <a:lnTo>
                    <a:pt x="1" y="16"/>
                  </a:lnTo>
                  <a:lnTo>
                    <a:pt x="1" y="16"/>
                  </a:lnTo>
                  <a:lnTo>
                    <a:pt x="1" y="16"/>
                  </a:lnTo>
                  <a:lnTo>
                    <a:pt x="1" y="16"/>
                  </a:lnTo>
                  <a:lnTo>
                    <a:pt x="1" y="16"/>
                  </a:lnTo>
                  <a:lnTo>
                    <a:pt x="1" y="16"/>
                  </a:lnTo>
                  <a:lnTo>
                    <a:pt x="3" y="14"/>
                  </a:lnTo>
                  <a:lnTo>
                    <a:pt x="3" y="14"/>
                  </a:lnTo>
                  <a:lnTo>
                    <a:pt x="3" y="14"/>
                  </a:lnTo>
                  <a:lnTo>
                    <a:pt x="3" y="14"/>
                  </a:lnTo>
                  <a:lnTo>
                    <a:pt x="3" y="14"/>
                  </a:lnTo>
                  <a:lnTo>
                    <a:pt x="3" y="14"/>
                  </a:lnTo>
                  <a:lnTo>
                    <a:pt x="3" y="14"/>
                  </a:lnTo>
                  <a:lnTo>
                    <a:pt x="3" y="14"/>
                  </a:lnTo>
                  <a:lnTo>
                    <a:pt x="5" y="12"/>
                  </a:lnTo>
                  <a:lnTo>
                    <a:pt x="5" y="12"/>
                  </a:lnTo>
                  <a:lnTo>
                    <a:pt x="5" y="12"/>
                  </a:lnTo>
                  <a:lnTo>
                    <a:pt x="5" y="12"/>
                  </a:lnTo>
                  <a:lnTo>
                    <a:pt x="5" y="10"/>
                  </a:lnTo>
                  <a:lnTo>
                    <a:pt x="5" y="10"/>
                  </a:lnTo>
                  <a:lnTo>
                    <a:pt x="5" y="10"/>
                  </a:lnTo>
                  <a:lnTo>
                    <a:pt x="5" y="10"/>
                  </a:lnTo>
                  <a:lnTo>
                    <a:pt x="5" y="8"/>
                  </a:lnTo>
                  <a:lnTo>
                    <a:pt x="3" y="8"/>
                  </a:lnTo>
                  <a:lnTo>
                    <a:pt x="3" y="8"/>
                  </a:lnTo>
                  <a:lnTo>
                    <a:pt x="3" y="8"/>
                  </a:lnTo>
                  <a:lnTo>
                    <a:pt x="3" y="8"/>
                  </a:lnTo>
                  <a:lnTo>
                    <a:pt x="3" y="8"/>
                  </a:lnTo>
                  <a:lnTo>
                    <a:pt x="3" y="8"/>
                  </a:lnTo>
                  <a:lnTo>
                    <a:pt x="3" y="8"/>
                  </a:lnTo>
                  <a:lnTo>
                    <a:pt x="3" y="7"/>
                  </a:lnTo>
                  <a:lnTo>
                    <a:pt x="1" y="7"/>
                  </a:lnTo>
                  <a:lnTo>
                    <a:pt x="1" y="7"/>
                  </a:lnTo>
                  <a:lnTo>
                    <a:pt x="1" y="7"/>
                  </a:lnTo>
                  <a:lnTo>
                    <a:pt x="1" y="7"/>
                  </a:lnTo>
                  <a:lnTo>
                    <a:pt x="1" y="7"/>
                  </a:lnTo>
                  <a:lnTo>
                    <a:pt x="1" y="7"/>
                  </a:lnTo>
                  <a:lnTo>
                    <a:pt x="1" y="7"/>
                  </a:lnTo>
                  <a:lnTo>
                    <a:pt x="1" y="6"/>
                  </a:lnTo>
                  <a:lnTo>
                    <a:pt x="1" y="6"/>
                  </a:lnTo>
                  <a:lnTo>
                    <a:pt x="1" y="6"/>
                  </a:lnTo>
                  <a:lnTo>
                    <a:pt x="1" y="6"/>
                  </a:lnTo>
                  <a:lnTo>
                    <a:pt x="1" y="5"/>
                  </a:lnTo>
                  <a:lnTo>
                    <a:pt x="1" y="5"/>
                  </a:lnTo>
                  <a:lnTo>
                    <a:pt x="1" y="5"/>
                  </a:lnTo>
                  <a:lnTo>
                    <a:pt x="1" y="5"/>
                  </a:lnTo>
                  <a:lnTo>
                    <a:pt x="2" y="3"/>
                  </a:lnTo>
                  <a:lnTo>
                    <a:pt x="2" y="3"/>
                  </a:lnTo>
                  <a:lnTo>
                    <a:pt x="2" y="3"/>
                  </a:lnTo>
                  <a:lnTo>
                    <a:pt x="2" y="3"/>
                  </a:lnTo>
                  <a:lnTo>
                    <a:pt x="3" y="1"/>
                  </a:lnTo>
                  <a:lnTo>
                    <a:pt x="3" y="1"/>
                  </a:lnTo>
                  <a:lnTo>
                    <a:pt x="3" y="1"/>
                  </a:lnTo>
                  <a:lnTo>
                    <a:pt x="3" y="1"/>
                  </a:lnTo>
                  <a:lnTo>
                    <a:pt x="5" y="0"/>
                  </a:lnTo>
                  <a:lnTo>
                    <a:pt x="5" y="1"/>
                  </a:lnTo>
                  <a:lnTo>
                    <a:pt x="5" y="1"/>
                  </a:lnTo>
                  <a:lnTo>
                    <a:pt x="5" y="1"/>
                  </a:lnTo>
                  <a:lnTo>
                    <a:pt x="5" y="1"/>
                  </a:lnTo>
                  <a:lnTo>
                    <a:pt x="5" y="1"/>
                  </a:lnTo>
                  <a:lnTo>
                    <a:pt x="5" y="1"/>
                  </a:lnTo>
                  <a:lnTo>
                    <a:pt x="5" y="1"/>
                  </a:lnTo>
                  <a:lnTo>
                    <a:pt x="7" y="1"/>
                  </a:lnTo>
                  <a:lnTo>
                    <a:pt x="7" y="2"/>
                  </a:lnTo>
                  <a:lnTo>
                    <a:pt x="7" y="2"/>
                  </a:lnTo>
                  <a:lnTo>
                    <a:pt x="7" y="2"/>
                  </a:lnTo>
                  <a:lnTo>
                    <a:pt x="8" y="2"/>
                  </a:lnTo>
                  <a:lnTo>
                    <a:pt x="8" y="2"/>
                  </a:lnTo>
                  <a:lnTo>
                    <a:pt x="8" y="2"/>
                  </a:lnTo>
                  <a:lnTo>
                    <a:pt x="8" y="2"/>
                  </a:lnTo>
                  <a:lnTo>
                    <a:pt x="9" y="2"/>
                  </a:lnTo>
                  <a:lnTo>
                    <a:pt x="9" y="4"/>
                  </a:lnTo>
                  <a:lnTo>
                    <a:pt x="9" y="4"/>
                  </a:lnTo>
                  <a:lnTo>
                    <a:pt x="9" y="4"/>
                  </a:lnTo>
                  <a:lnTo>
                    <a:pt x="10" y="4"/>
                  </a:lnTo>
                  <a:lnTo>
                    <a:pt x="10" y="5"/>
                  </a:lnTo>
                  <a:lnTo>
                    <a:pt x="10" y="5"/>
                  </a:lnTo>
                  <a:lnTo>
                    <a:pt x="10" y="5"/>
                  </a:lnTo>
                  <a:lnTo>
                    <a:pt x="12" y="5"/>
                  </a:lnTo>
                  <a:lnTo>
                    <a:pt x="12" y="7"/>
                  </a:lnTo>
                  <a:lnTo>
                    <a:pt x="12" y="7"/>
                  </a:lnTo>
                  <a:lnTo>
                    <a:pt x="12" y="7"/>
                  </a:lnTo>
                  <a:lnTo>
                    <a:pt x="12" y="7"/>
                  </a:lnTo>
                  <a:lnTo>
                    <a:pt x="12" y="7"/>
                  </a:lnTo>
                  <a:lnTo>
                    <a:pt x="12" y="7"/>
                  </a:lnTo>
                  <a:lnTo>
                    <a:pt x="12" y="7"/>
                  </a:lnTo>
                  <a:lnTo>
                    <a:pt x="14" y="7"/>
                  </a:lnTo>
                  <a:lnTo>
                    <a:pt x="14" y="7"/>
                  </a:lnTo>
                </a:path>
              </a:pathLst>
            </a:custGeom>
            <a:solidFill>
              <a:srgbClr val="a1009f"/>
            </a:solidFill>
            <a:ln w="18360">
              <a:solidFill>
                <a:srgbClr val="000000"/>
              </a:solidFill>
              <a:round/>
            </a:ln>
          </p:spPr>
          <p:style>
            <a:lnRef idx="0"/>
            <a:fillRef idx="0"/>
            <a:effectRef idx="0"/>
            <a:fontRef idx="minor"/>
          </p:style>
          <p:txBody>
            <a:bodyPr lIns="90000" rIns="90000" tIns="1080" bIns="1080" anchor="t">
              <a:noAutofit/>
            </a:bodyPr>
            <a:p>
              <a:endParaRPr b="0" lang="en-IN" sz="2400" strike="noStrike" u="none">
                <a:solidFill>
                  <a:srgbClr val="ffffff"/>
                </a:solidFill>
                <a:effectLst/>
                <a:uFillTx/>
                <a:latin typeface="Times New Roman"/>
              </a:endParaRPr>
            </a:p>
          </p:txBody>
        </p:sp>
        <p:sp>
          <p:nvSpPr>
            <p:cNvPr id="778" name=""/>
            <p:cNvSpPr/>
            <p:nvPr/>
          </p:nvSpPr>
          <p:spPr>
            <a:xfrm>
              <a:off x="6991200" y="6114960"/>
              <a:ext cx="211320" cy="252360"/>
            </a:xfrm>
            <a:custGeom>
              <a:avLst/>
              <a:gdLst/>
              <a:ahLst/>
              <a:rect l="l" t="t" r="r" b="b"/>
              <a:pathLst>
                <a:path w="133" h="159">
                  <a:moveTo>
                    <a:pt x="130" y="10"/>
                  </a:moveTo>
                  <a:lnTo>
                    <a:pt x="128" y="10"/>
                  </a:lnTo>
                  <a:lnTo>
                    <a:pt x="128" y="10"/>
                  </a:lnTo>
                  <a:lnTo>
                    <a:pt x="128" y="10"/>
                  </a:lnTo>
                  <a:lnTo>
                    <a:pt x="128" y="10"/>
                  </a:lnTo>
                  <a:lnTo>
                    <a:pt x="128" y="10"/>
                  </a:lnTo>
                  <a:lnTo>
                    <a:pt x="128" y="10"/>
                  </a:lnTo>
                  <a:lnTo>
                    <a:pt x="128" y="10"/>
                  </a:lnTo>
                  <a:lnTo>
                    <a:pt x="128" y="9"/>
                  </a:lnTo>
                  <a:lnTo>
                    <a:pt x="126" y="9"/>
                  </a:lnTo>
                  <a:lnTo>
                    <a:pt x="126" y="9"/>
                  </a:lnTo>
                  <a:lnTo>
                    <a:pt x="126" y="9"/>
                  </a:lnTo>
                  <a:lnTo>
                    <a:pt x="126" y="8"/>
                  </a:lnTo>
                  <a:lnTo>
                    <a:pt x="126" y="8"/>
                  </a:lnTo>
                  <a:lnTo>
                    <a:pt x="126" y="8"/>
                  </a:lnTo>
                  <a:lnTo>
                    <a:pt x="126" y="8"/>
                  </a:lnTo>
                  <a:lnTo>
                    <a:pt x="126" y="7"/>
                  </a:lnTo>
                  <a:lnTo>
                    <a:pt x="125" y="7"/>
                  </a:lnTo>
                  <a:lnTo>
                    <a:pt x="125" y="7"/>
                  </a:lnTo>
                  <a:lnTo>
                    <a:pt x="125" y="7"/>
                  </a:lnTo>
                  <a:lnTo>
                    <a:pt x="125" y="7"/>
                  </a:lnTo>
                  <a:lnTo>
                    <a:pt x="124" y="7"/>
                  </a:lnTo>
                  <a:lnTo>
                    <a:pt x="124" y="7"/>
                  </a:lnTo>
                  <a:lnTo>
                    <a:pt x="124" y="7"/>
                  </a:lnTo>
                  <a:lnTo>
                    <a:pt x="124" y="5"/>
                  </a:lnTo>
                  <a:lnTo>
                    <a:pt x="122" y="5"/>
                  </a:lnTo>
                  <a:lnTo>
                    <a:pt x="122" y="5"/>
                  </a:lnTo>
                  <a:lnTo>
                    <a:pt x="122" y="5"/>
                  </a:lnTo>
                  <a:lnTo>
                    <a:pt x="122" y="5"/>
                  </a:lnTo>
                  <a:lnTo>
                    <a:pt x="121" y="5"/>
                  </a:lnTo>
                  <a:lnTo>
                    <a:pt x="121" y="5"/>
                  </a:lnTo>
                  <a:lnTo>
                    <a:pt x="121" y="5"/>
                  </a:lnTo>
                  <a:lnTo>
                    <a:pt x="121" y="4"/>
                  </a:lnTo>
                  <a:lnTo>
                    <a:pt x="120" y="4"/>
                  </a:lnTo>
                  <a:lnTo>
                    <a:pt x="120" y="4"/>
                  </a:lnTo>
                  <a:lnTo>
                    <a:pt x="120" y="4"/>
                  </a:lnTo>
                  <a:lnTo>
                    <a:pt x="120" y="4"/>
                  </a:lnTo>
                  <a:lnTo>
                    <a:pt x="120" y="4"/>
                  </a:lnTo>
                  <a:lnTo>
                    <a:pt x="120" y="4"/>
                  </a:lnTo>
                  <a:lnTo>
                    <a:pt x="120" y="4"/>
                  </a:lnTo>
                  <a:lnTo>
                    <a:pt x="120" y="2"/>
                  </a:lnTo>
                  <a:lnTo>
                    <a:pt x="119" y="2"/>
                  </a:lnTo>
                  <a:lnTo>
                    <a:pt x="119" y="2"/>
                  </a:lnTo>
                  <a:lnTo>
                    <a:pt x="119" y="2"/>
                  </a:lnTo>
                  <a:lnTo>
                    <a:pt x="119" y="1"/>
                  </a:lnTo>
                  <a:lnTo>
                    <a:pt x="119" y="1"/>
                  </a:lnTo>
                  <a:lnTo>
                    <a:pt x="119" y="1"/>
                  </a:lnTo>
                  <a:lnTo>
                    <a:pt x="119" y="1"/>
                  </a:lnTo>
                  <a:lnTo>
                    <a:pt x="119" y="0"/>
                  </a:lnTo>
                  <a:lnTo>
                    <a:pt x="117" y="1"/>
                  </a:lnTo>
                  <a:lnTo>
                    <a:pt x="117" y="1"/>
                  </a:lnTo>
                  <a:lnTo>
                    <a:pt x="117" y="1"/>
                  </a:lnTo>
                  <a:lnTo>
                    <a:pt x="117" y="1"/>
                  </a:lnTo>
                  <a:lnTo>
                    <a:pt x="117" y="2"/>
                  </a:lnTo>
                  <a:lnTo>
                    <a:pt x="117" y="2"/>
                  </a:lnTo>
                  <a:lnTo>
                    <a:pt x="117" y="2"/>
                  </a:lnTo>
                  <a:lnTo>
                    <a:pt x="117" y="2"/>
                  </a:lnTo>
                  <a:lnTo>
                    <a:pt x="117" y="4"/>
                  </a:lnTo>
                  <a:lnTo>
                    <a:pt x="117" y="4"/>
                  </a:lnTo>
                  <a:lnTo>
                    <a:pt x="117" y="4"/>
                  </a:lnTo>
                  <a:lnTo>
                    <a:pt x="117" y="4"/>
                  </a:lnTo>
                  <a:lnTo>
                    <a:pt x="117" y="6"/>
                  </a:lnTo>
                  <a:lnTo>
                    <a:pt x="117" y="6"/>
                  </a:lnTo>
                  <a:lnTo>
                    <a:pt x="117" y="6"/>
                  </a:lnTo>
                  <a:lnTo>
                    <a:pt x="117" y="6"/>
                  </a:lnTo>
                  <a:lnTo>
                    <a:pt x="116" y="6"/>
                  </a:lnTo>
                  <a:lnTo>
                    <a:pt x="116" y="6"/>
                  </a:lnTo>
                  <a:lnTo>
                    <a:pt x="116" y="6"/>
                  </a:lnTo>
                  <a:lnTo>
                    <a:pt x="116" y="6"/>
                  </a:lnTo>
                  <a:lnTo>
                    <a:pt x="115" y="6"/>
                  </a:lnTo>
                  <a:lnTo>
                    <a:pt x="115" y="6"/>
                  </a:lnTo>
                  <a:lnTo>
                    <a:pt x="115" y="6"/>
                  </a:lnTo>
                  <a:lnTo>
                    <a:pt x="115" y="6"/>
                  </a:lnTo>
                  <a:lnTo>
                    <a:pt x="113" y="6"/>
                  </a:lnTo>
                  <a:lnTo>
                    <a:pt x="113" y="6"/>
                  </a:lnTo>
                  <a:lnTo>
                    <a:pt x="113" y="6"/>
                  </a:lnTo>
                  <a:lnTo>
                    <a:pt x="113" y="6"/>
                  </a:lnTo>
                  <a:lnTo>
                    <a:pt x="112" y="6"/>
                  </a:lnTo>
                  <a:lnTo>
                    <a:pt x="112" y="6"/>
                  </a:lnTo>
                  <a:lnTo>
                    <a:pt x="112" y="6"/>
                  </a:lnTo>
                  <a:lnTo>
                    <a:pt x="112" y="6"/>
                  </a:lnTo>
                  <a:lnTo>
                    <a:pt x="112" y="7"/>
                  </a:lnTo>
                  <a:lnTo>
                    <a:pt x="112" y="7"/>
                  </a:lnTo>
                  <a:lnTo>
                    <a:pt x="112" y="7"/>
                  </a:lnTo>
                  <a:lnTo>
                    <a:pt x="112" y="7"/>
                  </a:lnTo>
                  <a:lnTo>
                    <a:pt x="112" y="8"/>
                  </a:lnTo>
                  <a:lnTo>
                    <a:pt x="112" y="8"/>
                  </a:lnTo>
                  <a:lnTo>
                    <a:pt x="112" y="8"/>
                  </a:lnTo>
                  <a:lnTo>
                    <a:pt x="114" y="8"/>
                  </a:lnTo>
                  <a:lnTo>
                    <a:pt x="114" y="9"/>
                  </a:lnTo>
                  <a:lnTo>
                    <a:pt x="114" y="9"/>
                  </a:lnTo>
                  <a:lnTo>
                    <a:pt x="114" y="9"/>
                  </a:lnTo>
                  <a:lnTo>
                    <a:pt x="114" y="9"/>
                  </a:lnTo>
                  <a:lnTo>
                    <a:pt x="114" y="9"/>
                  </a:lnTo>
                  <a:lnTo>
                    <a:pt x="114" y="9"/>
                  </a:lnTo>
                  <a:lnTo>
                    <a:pt x="114" y="9"/>
                  </a:lnTo>
                  <a:lnTo>
                    <a:pt x="114" y="9"/>
                  </a:lnTo>
                  <a:lnTo>
                    <a:pt x="113" y="12"/>
                  </a:lnTo>
                  <a:lnTo>
                    <a:pt x="113" y="12"/>
                  </a:lnTo>
                  <a:lnTo>
                    <a:pt x="112" y="12"/>
                  </a:lnTo>
                  <a:lnTo>
                    <a:pt x="112" y="12"/>
                  </a:lnTo>
                  <a:lnTo>
                    <a:pt x="110" y="13"/>
                  </a:lnTo>
                  <a:lnTo>
                    <a:pt x="110" y="13"/>
                  </a:lnTo>
                  <a:lnTo>
                    <a:pt x="110" y="13"/>
                  </a:lnTo>
                  <a:lnTo>
                    <a:pt x="110" y="13"/>
                  </a:lnTo>
                  <a:lnTo>
                    <a:pt x="109" y="15"/>
                  </a:lnTo>
                  <a:lnTo>
                    <a:pt x="109" y="15"/>
                  </a:lnTo>
                  <a:lnTo>
                    <a:pt x="108" y="15"/>
                  </a:lnTo>
                  <a:lnTo>
                    <a:pt x="108" y="15"/>
                  </a:lnTo>
                  <a:lnTo>
                    <a:pt x="107" y="15"/>
                  </a:lnTo>
                  <a:lnTo>
                    <a:pt x="107" y="15"/>
                  </a:lnTo>
                  <a:lnTo>
                    <a:pt x="107" y="15"/>
                  </a:lnTo>
                  <a:lnTo>
                    <a:pt x="108" y="15"/>
                  </a:lnTo>
                  <a:lnTo>
                    <a:pt x="108" y="15"/>
                  </a:lnTo>
                  <a:lnTo>
                    <a:pt x="108" y="15"/>
                  </a:lnTo>
                  <a:lnTo>
                    <a:pt x="108" y="15"/>
                  </a:lnTo>
                  <a:lnTo>
                    <a:pt x="108" y="15"/>
                  </a:lnTo>
                  <a:lnTo>
                    <a:pt x="108" y="15"/>
                  </a:lnTo>
                  <a:lnTo>
                    <a:pt x="108" y="15"/>
                  </a:lnTo>
                  <a:lnTo>
                    <a:pt x="108" y="15"/>
                  </a:lnTo>
                  <a:lnTo>
                    <a:pt x="108" y="14"/>
                  </a:lnTo>
                  <a:lnTo>
                    <a:pt x="108" y="14"/>
                  </a:lnTo>
                  <a:lnTo>
                    <a:pt x="108" y="14"/>
                  </a:lnTo>
                  <a:lnTo>
                    <a:pt x="108" y="14"/>
                  </a:lnTo>
                  <a:lnTo>
                    <a:pt x="108" y="12"/>
                  </a:lnTo>
                  <a:lnTo>
                    <a:pt x="108" y="12"/>
                  </a:lnTo>
                  <a:lnTo>
                    <a:pt x="108" y="12"/>
                  </a:lnTo>
                  <a:lnTo>
                    <a:pt x="108" y="12"/>
                  </a:lnTo>
                  <a:lnTo>
                    <a:pt x="108" y="11"/>
                  </a:lnTo>
                  <a:lnTo>
                    <a:pt x="108" y="11"/>
                  </a:lnTo>
                  <a:lnTo>
                    <a:pt x="108" y="11"/>
                  </a:lnTo>
                  <a:lnTo>
                    <a:pt x="108" y="11"/>
                  </a:lnTo>
                  <a:lnTo>
                    <a:pt x="108" y="11"/>
                  </a:lnTo>
                  <a:lnTo>
                    <a:pt x="108" y="11"/>
                  </a:lnTo>
                  <a:lnTo>
                    <a:pt x="108" y="11"/>
                  </a:lnTo>
                  <a:lnTo>
                    <a:pt x="108" y="11"/>
                  </a:lnTo>
                  <a:lnTo>
                    <a:pt x="108" y="9"/>
                  </a:lnTo>
                  <a:lnTo>
                    <a:pt x="108" y="9"/>
                  </a:lnTo>
                  <a:lnTo>
                    <a:pt x="108" y="9"/>
                  </a:lnTo>
                  <a:lnTo>
                    <a:pt x="108" y="9"/>
                  </a:lnTo>
                  <a:lnTo>
                    <a:pt x="108" y="9"/>
                  </a:lnTo>
                  <a:lnTo>
                    <a:pt x="108" y="9"/>
                  </a:lnTo>
                  <a:lnTo>
                    <a:pt x="108" y="9"/>
                  </a:lnTo>
                  <a:lnTo>
                    <a:pt x="108" y="9"/>
                  </a:lnTo>
                  <a:lnTo>
                    <a:pt x="108" y="8"/>
                  </a:lnTo>
                  <a:lnTo>
                    <a:pt x="106" y="8"/>
                  </a:lnTo>
                  <a:lnTo>
                    <a:pt x="106" y="8"/>
                  </a:lnTo>
                  <a:lnTo>
                    <a:pt x="106" y="8"/>
                  </a:lnTo>
                  <a:lnTo>
                    <a:pt x="106" y="8"/>
                  </a:lnTo>
                  <a:lnTo>
                    <a:pt x="106" y="8"/>
                  </a:lnTo>
                  <a:lnTo>
                    <a:pt x="106" y="8"/>
                  </a:lnTo>
                  <a:lnTo>
                    <a:pt x="106" y="8"/>
                  </a:lnTo>
                  <a:lnTo>
                    <a:pt x="106" y="7"/>
                  </a:lnTo>
                  <a:lnTo>
                    <a:pt x="106" y="7"/>
                  </a:lnTo>
                  <a:lnTo>
                    <a:pt x="106" y="7"/>
                  </a:lnTo>
                  <a:lnTo>
                    <a:pt x="106" y="7"/>
                  </a:lnTo>
                  <a:lnTo>
                    <a:pt x="106" y="7"/>
                  </a:lnTo>
                  <a:lnTo>
                    <a:pt x="106" y="7"/>
                  </a:lnTo>
                  <a:lnTo>
                    <a:pt x="106" y="7"/>
                  </a:lnTo>
                  <a:lnTo>
                    <a:pt x="106" y="7"/>
                  </a:lnTo>
                  <a:lnTo>
                    <a:pt x="106" y="6"/>
                  </a:lnTo>
                  <a:lnTo>
                    <a:pt x="104" y="7"/>
                  </a:lnTo>
                  <a:lnTo>
                    <a:pt x="104" y="7"/>
                  </a:lnTo>
                  <a:lnTo>
                    <a:pt x="104" y="7"/>
                  </a:lnTo>
                  <a:lnTo>
                    <a:pt x="104" y="7"/>
                  </a:lnTo>
                  <a:lnTo>
                    <a:pt x="104" y="7"/>
                  </a:lnTo>
                  <a:lnTo>
                    <a:pt x="104" y="7"/>
                  </a:lnTo>
                  <a:lnTo>
                    <a:pt x="104" y="7"/>
                  </a:lnTo>
                  <a:lnTo>
                    <a:pt x="104" y="7"/>
                  </a:lnTo>
                  <a:lnTo>
                    <a:pt x="103" y="7"/>
                  </a:lnTo>
                  <a:lnTo>
                    <a:pt x="103" y="7"/>
                  </a:lnTo>
                  <a:lnTo>
                    <a:pt x="103" y="7"/>
                  </a:lnTo>
                  <a:lnTo>
                    <a:pt x="103" y="7"/>
                  </a:lnTo>
                  <a:lnTo>
                    <a:pt x="103" y="7"/>
                  </a:lnTo>
                  <a:lnTo>
                    <a:pt x="103" y="7"/>
                  </a:lnTo>
                  <a:lnTo>
                    <a:pt x="103" y="7"/>
                  </a:lnTo>
                  <a:lnTo>
                    <a:pt x="103" y="7"/>
                  </a:lnTo>
                  <a:lnTo>
                    <a:pt x="102" y="7"/>
                  </a:lnTo>
                  <a:lnTo>
                    <a:pt x="102" y="7"/>
                  </a:lnTo>
                  <a:lnTo>
                    <a:pt x="102" y="7"/>
                  </a:lnTo>
                  <a:lnTo>
                    <a:pt x="102" y="7"/>
                  </a:lnTo>
                  <a:lnTo>
                    <a:pt x="101" y="7"/>
                  </a:lnTo>
                  <a:lnTo>
                    <a:pt x="101" y="7"/>
                  </a:lnTo>
                  <a:lnTo>
                    <a:pt x="101" y="7"/>
                  </a:lnTo>
                  <a:lnTo>
                    <a:pt x="101" y="7"/>
                  </a:lnTo>
                  <a:lnTo>
                    <a:pt x="100" y="7"/>
                  </a:lnTo>
                  <a:lnTo>
                    <a:pt x="100" y="7"/>
                  </a:lnTo>
                  <a:lnTo>
                    <a:pt x="100" y="7"/>
                  </a:lnTo>
                  <a:lnTo>
                    <a:pt x="100" y="7"/>
                  </a:lnTo>
                  <a:lnTo>
                    <a:pt x="100" y="7"/>
                  </a:lnTo>
                  <a:lnTo>
                    <a:pt x="100" y="7"/>
                  </a:lnTo>
                  <a:lnTo>
                    <a:pt x="100" y="7"/>
                  </a:lnTo>
                  <a:lnTo>
                    <a:pt x="100" y="6"/>
                  </a:lnTo>
                  <a:lnTo>
                    <a:pt x="99" y="6"/>
                  </a:lnTo>
                  <a:lnTo>
                    <a:pt x="99" y="6"/>
                  </a:lnTo>
                  <a:lnTo>
                    <a:pt x="99" y="6"/>
                  </a:lnTo>
                  <a:lnTo>
                    <a:pt x="99" y="6"/>
                  </a:lnTo>
                  <a:lnTo>
                    <a:pt x="97" y="6"/>
                  </a:lnTo>
                  <a:lnTo>
                    <a:pt x="97" y="6"/>
                  </a:lnTo>
                  <a:lnTo>
                    <a:pt x="97" y="6"/>
                  </a:lnTo>
                  <a:lnTo>
                    <a:pt x="97" y="6"/>
                  </a:lnTo>
                  <a:lnTo>
                    <a:pt x="95" y="6"/>
                  </a:lnTo>
                  <a:lnTo>
                    <a:pt x="95" y="6"/>
                  </a:lnTo>
                  <a:lnTo>
                    <a:pt x="95" y="6"/>
                  </a:lnTo>
                  <a:lnTo>
                    <a:pt x="95" y="6"/>
                  </a:lnTo>
                  <a:lnTo>
                    <a:pt x="94" y="6"/>
                  </a:lnTo>
                  <a:lnTo>
                    <a:pt x="94" y="6"/>
                  </a:lnTo>
                  <a:lnTo>
                    <a:pt x="94" y="6"/>
                  </a:lnTo>
                  <a:lnTo>
                    <a:pt x="94" y="6"/>
                  </a:lnTo>
                  <a:lnTo>
                    <a:pt x="92" y="8"/>
                  </a:lnTo>
                  <a:lnTo>
                    <a:pt x="92" y="8"/>
                  </a:lnTo>
                  <a:lnTo>
                    <a:pt x="92" y="8"/>
                  </a:lnTo>
                  <a:lnTo>
                    <a:pt x="92" y="8"/>
                  </a:lnTo>
                  <a:lnTo>
                    <a:pt x="92" y="8"/>
                  </a:lnTo>
                  <a:lnTo>
                    <a:pt x="92" y="8"/>
                  </a:lnTo>
                  <a:lnTo>
                    <a:pt x="92" y="8"/>
                  </a:lnTo>
                  <a:lnTo>
                    <a:pt x="92" y="8"/>
                  </a:lnTo>
                  <a:lnTo>
                    <a:pt x="91" y="9"/>
                  </a:lnTo>
                  <a:lnTo>
                    <a:pt x="91" y="9"/>
                  </a:lnTo>
                  <a:lnTo>
                    <a:pt x="91" y="9"/>
                  </a:lnTo>
                  <a:lnTo>
                    <a:pt x="91" y="9"/>
                  </a:lnTo>
                  <a:lnTo>
                    <a:pt x="91" y="9"/>
                  </a:lnTo>
                  <a:lnTo>
                    <a:pt x="91" y="9"/>
                  </a:lnTo>
                  <a:lnTo>
                    <a:pt x="91" y="9"/>
                  </a:lnTo>
                  <a:lnTo>
                    <a:pt x="91" y="9"/>
                  </a:lnTo>
                  <a:lnTo>
                    <a:pt x="89" y="11"/>
                  </a:lnTo>
                  <a:lnTo>
                    <a:pt x="89" y="11"/>
                  </a:lnTo>
                  <a:lnTo>
                    <a:pt x="89" y="11"/>
                  </a:lnTo>
                  <a:lnTo>
                    <a:pt x="89" y="11"/>
                  </a:lnTo>
                  <a:lnTo>
                    <a:pt x="88" y="11"/>
                  </a:lnTo>
                  <a:lnTo>
                    <a:pt x="88" y="11"/>
                  </a:lnTo>
                  <a:lnTo>
                    <a:pt x="88" y="11"/>
                  </a:lnTo>
                  <a:lnTo>
                    <a:pt x="88" y="11"/>
                  </a:lnTo>
                  <a:lnTo>
                    <a:pt x="87" y="12"/>
                  </a:lnTo>
                  <a:lnTo>
                    <a:pt x="87" y="12"/>
                  </a:lnTo>
                  <a:lnTo>
                    <a:pt x="87" y="12"/>
                  </a:lnTo>
                  <a:lnTo>
                    <a:pt x="87" y="12"/>
                  </a:lnTo>
                  <a:lnTo>
                    <a:pt x="87" y="12"/>
                  </a:lnTo>
                  <a:lnTo>
                    <a:pt x="87" y="12"/>
                  </a:lnTo>
                  <a:lnTo>
                    <a:pt x="87" y="12"/>
                  </a:lnTo>
                  <a:lnTo>
                    <a:pt x="87" y="12"/>
                  </a:lnTo>
                  <a:lnTo>
                    <a:pt x="87" y="13"/>
                  </a:lnTo>
                  <a:lnTo>
                    <a:pt x="87" y="13"/>
                  </a:lnTo>
                  <a:lnTo>
                    <a:pt x="87" y="13"/>
                  </a:lnTo>
                  <a:lnTo>
                    <a:pt x="87" y="13"/>
                  </a:lnTo>
                  <a:lnTo>
                    <a:pt x="87" y="14"/>
                  </a:lnTo>
                  <a:lnTo>
                    <a:pt x="87" y="14"/>
                  </a:lnTo>
                  <a:lnTo>
                    <a:pt x="87" y="14"/>
                  </a:lnTo>
                  <a:lnTo>
                    <a:pt x="87" y="14"/>
                  </a:lnTo>
                  <a:lnTo>
                    <a:pt x="87" y="15"/>
                  </a:lnTo>
                  <a:lnTo>
                    <a:pt x="87" y="15"/>
                  </a:lnTo>
                  <a:lnTo>
                    <a:pt x="87" y="15"/>
                  </a:lnTo>
                  <a:lnTo>
                    <a:pt x="87" y="15"/>
                  </a:lnTo>
                  <a:lnTo>
                    <a:pt x="87" y="15"/>
                  </a:lnTo>
                  <a:lnTo>
                    <a:pt x="87" y="15"/>
                  </a:lnTo>
                  <a:lnTo>
                    <a:pt x="87" y="15"/>
                  </a:lnTo>
                  <a:lnTo>
                    <a:pt x="88" y="15"/>
                  </a:lnTo>
                  <a:lnTo>
                    <a:pt x="87" y="17"/>
                  </a:lnTo>
                  <a:lnTo>
                    <a:pt x="87" y="17"/>
                  </a:lnTo>
                  <a:lnTo>
                    <a:pt x="87" y="17"/>
                  </a:lnTo>
                  <a:lnTo>
                    <a:pt x="87" y="17"/>
                  </a:lnTo>
                  <a:lnTo>
                    <a:pt x="87" y="17"/>
                  </a:lnTo>
                  <a:lnTo>
                    <a:pt x="87" y="17"/>
                  </a:lnTo>
                  <a:lnTo>
                    <a:pt x="87" y="17"/>
                  </a:lnTo>
                  <a:lnTo>
                    <a:pt x="87" y="17"/>
                  </a:lnTo>
                  <a:lnTo>
                    <a:pt x="87" y="18"/>
                  </a:lnTo>
                  <a:lnTo>
                    <a:pt x="87" y="18"/>
                  </a:lnTo>
                  <a:lnTo>
                    <a:pt x="87" y="18"/>
                  </a:lnTo>
                  <a:lnTo>
                    <a:pt x="87" y="18"/>
                  </a:lnTo>
                  <a:lnTo>
                    <a:pt x="87" y="18"/>
                  </a:lnTo>
                  <a:lnTo>
                    <a:pt x="87" y="18"/>
                  </a:lnTo>
                  <a:lnTo>
                    <a:pt x="87" y="18"/>
                  </a:lnTo>
                  <a:lnTo>
                    <a:pt x="87" y="18"/>
                  </a:lnTo>
                  <a:lnTo>
                    <a:pt x="85" y="18"/>
                  </a:lnTo>
                  <a:lnTo>
                    <a:pt x="85" y="18"/>
                  </a:lnTo>
                  <a:lnTo>
                    <a:pt x="85" y="18"/>
                  </a:lnTo>
                  <a:lnTo>
                    <a:pt x="85" y="18"/>
                  </a:lnTo>
                  <a:lnTo>
                    <a:pt x="84" y="18"/>
                  </a:lnTo>
                  <a:lnTo>
                    <a:pt x="84" y="18"/>
                  </a:lnTo>
                  <a:lnTo>
                    <a:pt x="84" y="18"/>
                  </a:lnTo>
                  <a:lnTo>
                    <a:pt x="84" y="18"/>
                  </a:lnTo>
                  <a:lnTo>
                    <a:pt x="84" y="18"/>
                  </a:lnTo>
                  <a:lnTo>
                    <a:pt x="84" y="18"/>
                  </a:lnTo>
                  <a:lnTo>
                    <a:pt x="84" y="18"/>
                  </a:lnTo>
                  <a:lnTo>
                    <a:pt x="84" y="18"/>
                  </a:lnTo>
                  <a:lnTo>
                    <a:pt x="84" y="18"/>
                  </a:lnTo>
                  <a:lnTo>
                    <a:pt x="84" y="18"/>
                  </a:lnTo>
                  <a:lnTo>
                    <a:pt x="84" y="18"/>
                  </a:lnTo>
                  <a:lnTo>
                    <a:pt x="84" y="18"/>
                  </a:lnTo>
                  <a:lnTo>
                    <a:pt x="82" y="19"/>
                  </a:lnTo>
                  <a:lnTo>
                    <a:pt x="82" y="19"/>
                  </a:lnTo>
                  <a:lnTo>
                    <a:pt x="80" y="19"/>
                  </a:lnTo>
                  <a:lnTo>
                    <a:pt x="80" y="19"/>
                  </a:lnTo>
                  <a:lnTo>
                    <a:pt x="79" y="19"/>
                  </a:lnTo>
                  <a:lnTo>
                    <a:pt x="79" y="19"/>
                  </a:lnTo>
                  <a:lnTo>
                    <a:pt x="79" y="19"/>
                  </a:lnTo>
                  <a:lnTo>
                    <a:pt x="79" y="19"/>
                  </a:lnTo>
                  <a:lnTo>
                    <a:pt x="77" y="20"/>
                  </a:lnTo>
                  <a:lnTo>
                    <a:pt x="77" y="20"/>
                  </a:lnTo>
                  <a:lnTo>
                    <a:pt x="76" y="20"/>
                  </a:lnTo>
                  <a:lnTo>
                    <a:pt x="76" y="20"/>
                  </a:lnTo>
                  <a:lnTo>
                    <a:pt x="75" y="20"/>
                  </a:lnTo>
                  <a:lnTo>
                    <a:pt x="75" y="20"/>
                  </a:lnTo>
                  <a:lnTo>
                    <a:pt x="75" y="20"/>
                  </a:lnTo>
                  <a:lnTo>
                    <a:pt x="75" y="20"/>
                  </a:lnTo>
                  <a:lnTo>
                    <a:pt x="75" y="22"/>
                  </a:lnTo>
                  <a:lnTo>
                    <a:pt x="75" y="22"/>
                  </a:lnTo>
                  <a:lnTo>
                    <a:pt x="75" y="22"/>
                  </a:lnTo>
                  <a:lnTo>
                    <a:pt x="75" y="22"/>
                  </a:lnTo>
                  <a:lnTo>
                    <a:pt x="75" y="23"/>
                  </a:lnTo>
                  <a:lnTo>
                    <a:pt x="75" y="23"/>
                  </a:lnTo>
                  <a:lnTo>
                    <a:pt x="75" y="23"/>
                  </a:lnTo>
                  <a:lnTo>
                    <a:pt x="76" y="23"/>
                  </a:lnTo>
                  <a:lnTo>
                    <a:pt x="76" y="24"/>
                  </a:lnTo>
                  <a:lnTo>
                    <a:pt x="76" y="24"/>
                  </a:lnTo>
                  <a:lnTo>
                    <a:pt x="76" y="24"/>
                  </a:lnTo>
                  <a:lnTo>
                    <a:pt x="76" y="24"/>
                  </a:lnTo>
                  <a:lnTo>
                    <a:pt x="76" y="24"/>
                  </a:lnTo>
                  <a:lnTo>
                    <a:pt x="76" y="24"/>
                  </a:lnTo>
                  <a:lnTo>
                    <a:pt x="76" y="24"/>
                  </a:lnTo>
                  <a:lnTo>
                    <a:pt x="77" y="24"/>
                  </a:lnTo>
                  <a:lnTo>
                    <a:pt x="77" y="24"/>
                  </a:lnTo>
                  <a:lnTo>
                    <a:pt x="77" y="24"/>
                  </a:lnTo>
                  <a:lnTo>
                    <a:pt x="77" y="24"/>
                  </a:lnTo>
                  <a:lnTo>
                    <a:pt x="79" y="24"/>
                  </a:lnTo>
                  <a:lnTo>
                    <a:pt x="79" y="24"/>
                  </a:lnTo>
                  <a:lnTo>
                    <a:pt x="79" y="24"/>
                  </a:lnTo>
                  <a:lnTo>
                    <a:pt x="79" y="24"/>
                  </a:lnTo>
                  <a:lnTo>
                    <a:pt x="80" y="24"/>
                  </a:lnTo>
                  <a:lnTo>
                    <a:pt x="80" y="24"/>
                  </a:lnTo>
                  <a:lnTo>
                    <a:pt x="80" y="24"/>
                  </a:lnTo>
                  <a:lnTo>
                    <a:pt x="80" y="24"/>
                  </a:lnTo>
                  <a:lnTo>
                    <a:pt x="82" y="24"/>
                  </a:lnTo>
                  <a:lnTo>
                    <a:pt x="82" y="24"/>
                  </a:lnTo>
                  <a:lnTo>
                    <a:pt x="83" y="24"/>
                  </a:lnTo>
                  <a:lnTo>
                    <a:pt x="83" y="24"/>
                  </a:lnTo>
                  <a:lnTo>
                    <a:pt x="85" y="24"/>
                  </a:lnTo>
                  <a:lnTo>
                    <a:pt x="85" y="26"/>
                  </a:lnTo>
                  <a:lnTo>
                    <a:pt x="85" y="26"/>
                  </a:lnTo>
                  <a:lnTo>
                    <a:pt x="85" y="26"/>
                  </a:lnTo>
                  <a:lnTo>
                    <a:pt x="85" y="26"/>
                  </a:lnTo>
                  <a:lnTo>
                    <a:pt x="85" y="26"/>
                  </a:lnTo>
                  <a:lnTo>
                    <a:pt x="85" y="26"/>
                  </a:lnTo>
                  <a:lnTo>
                    <a:pt x="85" y="26"/>
                  </a:lnTo>
                  <a:lnTo>
                    <a:pt x="87" y="26"/>
                  </a:lnTo>
                  <a:lnTo>
                    <a:pt x="87" y="27"/>
                  </a:lnTo>
                  <a:lnTo>
                    <a:pt x="87" y="27"/>
                  </a:lnTo>
                  <a:lnTo>
                    <a:pt x="87" y="27"/>
                  </a:lnTo>
                  <a:lnTo>
                    <a:pt x="87" y="27"/>
                  </a:lnTo>
                  <a:lnTo>
                    <a:pt x="87" y="27"/>
                  </a:lnTo>
                  <a:lnTo>
                    <a:pt x="87" y="27"/>
                  </a:lnTo>
                  <a:lnTo>
                    <a:pt x="87" y="27"/>
                  </a:lnTo>
                  <a:lnTo>
                    <a:pt x="88" y="27"/>
                  </a:lnTo>
                  <a:lnTo>
                    <a:pt x="87" y="29"/>
                  </a:lnTo>
                  <a:lnTo>
                    <a:pt x="87" y="29"/>
                  </a:lnTo>
                  <a:lnTo>
                    <a:pt x="87" y="29"/>
                  </a:lnTo>
                  <a:lnTo>
                    <a:pt x="87" y="29"/>
                  </a:lnTo>
                  <a:lnTo>
                    <a:pt x="87" y="29"/>
                  </a:lnTo>
                  <a:lnTo>
                    <a:pt x="87" y="29"/>
                  </a:lnTo>
                  <a:lnTo>
                    <a:pt x="87" y="29"/>
                  </a:lnTo>
                  <a:lnTo>
                    <a:pt x="87" y="29"/>
                  </a:lnTo>
                  <a:lnTo>
                    <a:pt x="87" y="31"/>
                  </a:lnTo>
                  <a:lnTo>
                    <a:pt x="87" y="31"/>
                  </a:lnTo>
                  <a:lnTo>
                    <a:pt x="87" y="31"/>
                  </a:lnTo>
                  <a:lnTo>
                    <a:pt x="87" y="31"/>
                  </a:lnTo>
                  <a:lnTo>
                    <a:pt x="87" y="31"/>
                  </a:lnTo>
                  <a:lnTo>
                    <a:pt x="87" y="31"/>
                  </a:lnTo>
                  <a:lnTo>
                    <a:pt x="87" y="31"/>
                  </a:lnTo>
                  <a:lnTo>
                    <a:pt x="87" y="31"/>
                  </a:lnTo>
                  <a:lnTo>
                    <a:pt x="85" y="32"/>
                  </a:lnTo>
                  <a:lnTo>
                    <a:pt x="85" y="32"/>
                  </a:lnTo>
                  <a:lnTo>
                    <a:pt x="85" y="32"/>
                  </a:lnTo>
                  <a:lnTo>
                    <a:pt x="85" y="32"/>
                  </a:lnTo>
                  <a:lnTo>
                    <a:pt x="84" y="32"/>
                  </a:lnTo>
                  <a:lnTo>
                    <a:pt x="84" y="32"/>
                  </a:lnTo>
                  <a:lnTo>
                    <a:pt x="84" y="32"/>
                  </a:lnTo>
                  <a:lnTo>
                    <a:pt x="84" y="32"/>
                  </a:lnTo>
                  <a:lnTo>
                    <a:pt x="82" y="33"/>
                  </a:lnTo>
                  <a:lnTo>
                    <a:pt x="82" y="33"/>
                  </a:lnTo>
                  <a:lnTo>
                    <a:pt x="82" y="33"/>
                  </a:lnTo>
                  <a:lnTo>
                    <a:pt x="82" y="33"/>
                  </a:lnTo>
                  <a:lnTo>
                    <a:pt x="81" y="33"/>
                  </a:lnTo>
                  <a:lnTo>
                    <a:pt x="81" y="33"/>
                  </a:lnTo>
                  <a:lnTo>
                    <a:pt x="81" y="33"/>
                  </a:lnTo>
                  <a:lnTo>
                    <a:pt x="81" y="33"/>
                  </a:lnTo>
                  <a:lnTo>
                    <a:pt x="79" y="34"/>
                  </a:lnTo>
                  <a:lnTo>
                    <a:pt x="79" y="34"/>
                  </a:lnTo>
                  <a:lnTo>
                    <a:pt x="79" y="34"/>
                  </a:lnTo>
                  <a:lnTo>
                    <a:pt x="79" y="34"/>
                  </a:lnTo>
                  <a:lnTo>
                    <a:pt x="77" y="34"/>
                  </a:lnTo>
                  <a:lnTo>
                    <a:pt x="77" y="34"/>
                  </a:lnTo>
                  <a:lnTo>
                    <a:pt x="77" y="34"/>
                  </a:lnTo>
                  <a:lnTo>
                    <a:pt x="77" y="34"/>
                  </a:lnTo>
                  <a:lnTo>
                    <a:pt x="75" y="35"/>
                  </a:lnTo>
                  <a:lnTo>
                    <a:pt x="75" y="35"/>
                  </a:lnTo>
                  <a:lnTo>
                    <a:pt x="75" y="35"/>
                  </a:lnTo>
                  <a:lnTo>
                    <a:pt x="75" y="35"/>
                  </a:lnTo>
                  <a:lnTo>
                    <a:pt x="75" y="35"/>
                  </a:lnTo>
                  <a:lnTo>
                    <a:pt x="75" y="35"/>
                  </a:lnTo>
                  <a:lnTo>
                    <a:pt x="75" y="35"/>
                  </a:lnTo>
                  <a:lnTo>
                    <a:pt x="75" y="35"/>
                  </a:lnTo>
                  <a:lnTo>
                    <a:pt x="75" y="37"/>
                  </a:lnTo>
                  <a:lnTo>
                    <a:pt x="75" y="37"/>
                  </a:lnTo>
                  <a:lnTo>
                    <a:pt x="75" y="37"/>
                  </a:lnTo>
                  <a:lnTo>
                    <a:pt x="75" y="37"/>
                  </a:lnTo>
                  <a:lnTo>
                    <a:pt x="75" y="37"/>
                  </a:lnTo>
                  <a:lnTo>
                    <a:pt x="75" y="37"/>
                  </a:lnTo>
                  <a:lnTo>
                    <a:pt x="75" y="37"/>
                  </a:lnTo>
                  <a:lnTo>
                    <a:pt x="76" y="37"/>
                  </a:lnTo>
                  <a:lnTo>
                    <a:pt x="76" y="38"/>
                  </a:lnTo>
                  <a:lnTo>
                    <a:pt x="76" y="38"/>
                  </a:lnTo>
                  <a:lnTo>
                    <a:pt x="76" y="38"/>
                  </a:lnTo>
                  <a:lnTo>
                    <a:pt x="76" y="38"/>
                  </a:lnTo>
                  <a:lnTo>
                    <a:pt x="76" y="38"/>
                  </a:lnTo>
                  <a:lnTo>
                    <a:pt x="76" y="38"/>
                  </a:lnTo>
                  <a:lnTo>
                    <a:pt x="76" y="38"/>
                  </a:lnTo>
                  <a:lnTo>
                    <a:pt x="77" y="38"/>
                  </a:lnTo>
                  <a:lnTo>
                    <a:pt x="76" y="39"/>
                  </a:lnTo>
                  <a:lnTo>
                    <a:pt x="76" y="39"/>
                  </a:lnTo>
                  <a:lnTo>
                    <a:pt x="76" y="39"/>
                  </a:lnTo>
                  <a:lnTo>
                    <a:pt x="76" y="39"/>
                  </a:lnTo>
                  <a:lnTo>
                    <a:pt x="75" y="39"/>
                  </a:lnTo>
                  <a:lnTo>
                    <a:pt x="75" y="39"/>
                  </a:lnTo>
                  <a:lnTo>
                    <a:pt x="75" y="39"/>
                  </a:lnTo>
                  <a:lnTo>
                    <a:pt x="75" y="39"/>
                  </a:lnTo>
                  <a:lnTo>
                    <a:pt x="73" y="41"/>
                  </a:lnTo>
                  <a:lnTo>
                    <a:pt x="73" y="41"/>
                  </a:lnTo>
                  <a:lnTo>
                    <a:pt x="73" y="41"/>
                  </a:lnTo>
                  <a:lnTo>
                    <a:pt x="73" y="41"/>
                  </a:lnTo>
                  <a:lnTo>
                    <a:pt x="73" y="41"/>
                  </a:lnTo>
                  <a:lnTo>
                    <a:pt x="73" y="41"/>
                  </a:lnTo>
                  <a:lnTo>
                    <a:pt x="73" y="41"/>
                  </a:lnTo>
                  <a:lnTo>
                    <a:pt x="73" y="41"/>
                  </a:lnTo>
                  <a:lnTo>
                    <a:pt x="73" y="39"/>
                  </a:lnTo>
                  <a:lnTo>
                    <a:pt x="72" y="39"/>
                  </a:lnTo>
                  <a:lnTo>
                    <a:pt x="72" y="39"/>
                  </a:lnTo>
                  <a:lnTo>
                    <a:pt x="72" y="39"/>
                  </a:lnTo>
                  <a:lnTo>
                    <a:pt x="72" y="39"/>
                  </a:lnTo>
                  <a:lnTo>
                    <a:pt x="71" y="39"/>
                  </a:lnTo>
                  <a:lnTo>
                    <a:pt x="71" y="39"/>
                  </a:lnTo>
                  <a:lnTo>
                    <a:pt x="71" y="39"/>
                  </a:lnTo>
                  <a:lnTo>
                    <a:pt x="71" y="39"/>
                  </a:lnTo>
                  <a:lnTo>
                    <a:pt x="69" y="39"/>
                  </a:lnTo>
                  <a:lnTo>
                    <a:pt x="69" y="39"/>
                  </a:lnTo>
                  <a:lnTo>
                    <a:pt x="69" y="39"/>
                  </a:lnTo>
                  <a:lnTo>
                    <a:pt x="69" y="39"/>
                  </a:lnTo>
                  <a:lnTo>
                    <a:pt x="69" y="39"/>
                  </a:lnTo>
                  <a:lnTo>
                    <a:pt x="69" y="39"/>
                  </a:lnTo>
                  <a:lnTo>
                    <a:pt x="69" y="39"/>
                  </a:lnTo>
                  <a:lnTo>
                    <a:pt x="69" y="39"/>
                  </a:lnTo>
                  <a:lnTo>
                    <a:pt x="67" y="39"/>
                  </a:lnTo>
                  <a:lnTo>
                    <a:pt x="67" y="39"/>
                  </a:lnTo>
                  <a:lnTo>
                    <a:pt x="67" y="39"/>
                  </a:lnTo>
                  <a:lnTo>
                    <a:pt x="67" y="39"/>
                  </a:lnTo>
                  <a:lnTo>
                    <a:pt x="66" y="39"/>
                  </a:lnTo>
                  <a:lnTo>
                    <a:pt x="66" y="39"/>
                  </a:lnTo>
                  <a:lnTo>
                    <a:pt x="66" y="39"/>
                  </a:lnTo>
                  <a:lnTo>
                    <a:pt x="66" y="39"/>
                  </a:lnTo>
                  <a:lnTo>
                    <a:pt x="64" y="39"/>
                  </a:lnTo>
                  <a:lnTo>
                    <a:pt x="64" y="39"/>
                  </a:lnTo>
                  <a:lnTo>
                    <a:pt x="64" y="39"/>
                  </a:lnTo>
                  <a:lnTo>
                    <a:pt x="64" y="39"/>
                  </a:lnTo>
                  <a:lnTo>
                    <a:pt x="64" y="39"/>
                  </a:lnTo>
                  <a:lnTo>
                    <a:pt x="64" y="39"/>
                  </a:lnTo>
                  <a:lnTo>
                    <a:pt x="64" y="39"/>
                  </a:lnTo>
                  <a:lnTo>
                    <a:pt x="64" y="38"/>
                  </a:lnTo>
                  <a:lnTo>
                    <a:pt x="62" y="39"/>
                  </a:lnTo>
                  <a:lnTo>
                    <a:pt x="62" y="39"/>
                  </a:lnTo>
                  <a:lnTo>
                    <a:pt x="62" y="39"/>
                  </a:lnTo>
                  <a:lnTo>
                    <a:pt x="62" y="39"/>
                  </a:lnTo>
                  <a:lnTo>
                    <a:pt x="62" y="41"/>
                  </a:lnTo>
                  <a:lnTo>
                    <a:pt x="62" y="41"/>
                  </a:lnTo>
                  <a:lnTo>
                    <a:pt x="62" y="41"/>
                  </a:lnTo>
                  <a:lnTo>
                    <a:pt x="62" y="41"/>
                  </a:lnTo>
                  <a:lnTo>
                    <a:pt x="60" y="42"/>
                  </a:lnTo>
                  <a:lnTo>
                    <a:pt x="60" y="42"/>
                  </a:lnTo>
                  <a:lnTo>
                    <a:pt x="60" y="42"/>
                  </a:lnTo>
                  <a:lnTo>
                    <a:pt x="60" y="42"/>
                  </a:lnTo>
                  <a:lnTo>
                    <a:pt x="60" y="42"/>
                  </a:lnTo>
                  <a:lnTo>
                    <a:pt x="60" y="42"/>
                  </a:lnTo>
                  <a:lnTo>
                    <a:pt x="60" y="42"/>
                  </a:lnTo>
                  <a:lnTo>
                    <a:pt x="60" y="42"/>
                  </a:lnTo>
                  <a:lnTo>
                    <a:pt x="58" y="42"/>
                  </a:lnTo>
                  <a:lnTo>
                    <a:pt x="58" y="42"/>
                  </a:lnTo>
                  <a:lnTo>
                    <a:pt x="58" y="42"/>
                  </a:lnTo>
                  <a:lnTo>
                    <a:pt x="58" y="42"/>
                  </a:lnTo>
                  <a:lnTo>
                    <a:pt x="58" y="42"/>
                  </a:lnTo>
                  <a:lnTo>
                    <a:pt x="58" y="42"/>
                  </a:lnTo>
                  <a:lnTo>
                    <a:pt x="58" y="42"/>
                  </a:lnTo>
                  <a:lnTo>
                    <a:pt x="58" y="41"/>
                  </a:lnTo>
                  <a:lnTo>
                    <a:pt x="58" y="41"/>
                  </a:lnTo>
                  <a:lnTo>
                    <a:pt x="58" y="41"/>
                  </a:lnTo>
                  <a:lnTo>
                    <a:pt x="58" y="41"/>
                  </a:lnTo>
                  <a:lnTo>
                    <a:pt x="58" y="39"/>
                  </a:lnTo>
                  <a:lnTo>
                    <a:pt x="58" y="39"/>
                  </a:lnTo>
                  <a:lnTo>
                    <a:pt x="58" y="39"/>
                  </a:lnTo>
                  <a:lnTo>
                    <a:pt x="58" y="39"/>
                  </a:lnTo>
                  <a:lnTo>
                    <a:pt x="58" y="38"/>
                  </a:lnTo>
                  <a:lnTo>
                    <a:pt x="57" y="38"/>
                  </a:lnTo>
                  <a:lnTo>
                    <a:pt x="57" y="38"/>
                  </a:lnTo>
                  <a:lnTo>
                    <a:pt x="56" y="38"/>
                  </a:lnTo>
                  <a:lnTo>
                    <a:pt x="56" y="38"/>
                  </a:lnTo>
                  <a:lnTo>
                    <a:pt x="54" y="38"/>
                  </a:lnTo>
                  <a:lnTo>
                    <a:pt x="54" y="38"/>
                  </a:lnTo>
                  <a:lnTo>
                    <a:pt x="54" y="38"/>
                  </a:lnTo>
                  <a:lnTo>
                    <a:pt x="54" y="36"/>
                  </a:lnTo>
                  <a:lnTo>
                    <a:pt x="52" y="36"/>
                  </a:lnTo>
                  <a:lnTo>
                    <a:pt x="52" y="36"/>
                  </a:lnTo>
                  <a:lnTo>
                    <a:pt x="52" y="36"/>
                  </a:lnTo>
                  <a:lnTo>
                    <a:pt x="52" y="34"/>
                  </a:lnTo>
                  <a:lnTo>
                    <a:pt x="51" y="34"/>
                  </a:lnTo>
                  <a:lnTo>
                    <a:pt x="51" y="34"/>
                  </a:lnTo>
                  <a:lnTo>
                    <a:pt x="51" y="34"/>
                  </a:lnTo>
                  <a:lnTo>
                    <a:pt x="51" y="33"/>
                  </a:lnTo>
                  <a:lnTo>
                    <a:pt x="50" y="33"/>
                  </a:lnTo>
                  <a:lnTo>
                    <a:pt x="50" y="33"/>
                  </a:lnTo>
                  <a:lnTo>
                    <a:pt x="49" y="33"/>
                  </a:lnTo>
                  <a:lnTo>
                    <a:pt x="49" y="33"/>
                  </a:lnTo>
                  <a:lnTo>
                    <a:pt x="47" y="33"/>
                  </a:lnTo>
                  <a:lnTo>
                    <a:pt x="47" y="33"/>
                  </a:lnTo>
                  <a:lnTo>
                    <a:pt x="47" y="33"/>
                  </a:lnTo>
                  <a:lnTo>
                    <a:pt x="47" y="33"/>
                  </a:lnTo>
                  <a:lnTo>
                    <a:pt x="45" y="33"/>
                  </a:lnTo>
                  <a:lnTo>
                    <a:pt x="45" y="33"/>
                  </a:lnTo>
                  <a:lnTo>
                    <a:pt x="45" y="33"/>
                  </a:lnTo>
                  <a:lnTo>
                    <a:pt x="45" y="33"/>
                  </a:lnTo>
                  <a:lnTo>
                    <a:pt x="43" y="33"/>
                  </a:lnTo>
                  <a:lnTo>
                    <a:pt x="43" y="33"/>
                  </a:lnTo>
                  <a:lnTo>
                    <a:pt x="43" y="33"/>
                  </a:lnTo>
                  <a:lnTo>
                    <a:pt x="43" y="33"/>
                  </a:lnTo>
                  <a:lnTo>
                    <a:pt x="42" y="34"/>
                  </a:lnTo>
                  <a:lnTo>
                    <a:pt x="42" y="34"/>
                  </a:lnTo>
                  <a:lnTo>
                    <a:pt x="42" y="34"/>
                  </a:lnTo>
                  <a:lnTo>
                    <a:pt x="42" y="34"/>
                  </a:lnTo>
                  <a:lnTo>
                    <a:pt x="40" y="34"/>
                  </a:lnTo>
                  <a:lnTo>
                    <a:pt x="40" y="34"/>
                  </a:lnTo>
                  <a:lnTo>
                    <a:pt x="40" y="34"/>
                  </a:lnTo>
                  <a:lnTo>
                    <a:pt x="40" y="34"/>
                  </a:lnTo>
                  <a:lnTo>
                    <a:pt x="38" y="36"/>
                  </a:lnTo>
                  <a:lnTo>
                    <a:pt x="38" y="36"/>
                  </a:lnTo>
                  <a:lnTo>
                    <a:pt x="38" y="36"/>
                  </a:lnTo>
                  <a:lnTo>
                    <a:pt x="38" y="36"/>
                  </a:lnTo>
                  <a:lnTo>
                    <a:pt x="37" y="36"/>
                  </a:lnTo>
                  <a:lnTo>
                    <a:pt x="37" y="36"/>
                  </a:lnTo>
                  <a:lnTo>
                    <a:pt x="37" y="36"/>
                  </a:lnTo>
                  <a:lnTo>
                    <a:pt x="37" y="36"/>
                  </a:lnTo>
                  <a:lnTo>
                    <a:pt x="37" y="38"/>
                  </a:lnTo>
                  <a:lnTo>
                    <a:pt x="37" y="38"/>
                  </a:lnTo>
                  <a:lnTo>
                    <a:pt x="37" y="38"/>
                  </a:lnTo>
                  <a:lnTo>
                    <a:pt x="37" y="38"/>
                  </a:lnTo>
                  <a:lnTo>
                    <a:pt x="37" y="39"/>
                  </a:lnTo>
                  <a:lnTo>
                    <a:pt x="37" y="39"/>
                  </a:lnTo>
                  <a:lnTo>
                    <a:pt x="37" y="39"/>
                  </a:lnTo>
                  <a:lnTo>
                    <a:pt x="37" y="39"/>
                  </a:lnTo>
                  <a:lnTo>
                    <a:pt x="37" y="41"/>
                  </a:lnTo>
                  <a:lnTo>
                    <a:pt x="37" y="41"/>
                  </a:lnTo>
                  <a:lnTo>
                    <a:pt x="37" y="41"/>
                  </a:lnTo>
                  <a:lnTo>
                    <a:pt x="38" y="41"/>
                  </a:lnTo>
                  <a:lnTo>
                    <a:pt x="38" y="41"/>
                  </a:lnTo>
                  <a:lnTo>
                    <a:pt x="38" y="41"/>
                  </a:lnTo>
                  <a:lnTo>
                    <a:pt x="38" y="41"/>
                  </a:lnTo>
                  <a:lnTo>
                    <a:pt x="40" y="41"/>
                  </a:lnTo>
                  <a:lnTo>
                    <a:pt x="40" y="42"/>
                  </a:lnTo>
                  <a:lnTo>
                    <a:pt x="40" y="42"/>
                  </a:lnTo>
                  <a:lnTo>
                    <a:pt x="40" y="42"/>
                  </a:lnTo>
                  <a:lnTo>
                    <a:pt x="40" y="42"/>
                  </a:lnTo>
                  <a:lnTo>
                    <a:pt x="40" y="43"/>
                  </a:lnTo>
                  <a:lnTo>
                    <a:pt x="40" y="43"/>
                  </a:lnTo>
                  <a:lnTo>
                    <a:pt x="40" y="43"/>
                  </a:lnTo>
                  <a:lnTo>
                    <a:pt x="40" y="43"/>
                  </a:lnTo>
                  <a:lnTo>
                    <a:pt x="40" y="45"/>
                  </a:lnTo>
                  <a:lnTo>
                    <a:pt x="40" y="45"/>
                  </a:lnTo>
                  <a:lnTo>
                    <a:pt x="40" y="45"/>
                  </a:lnTo>
                  <a:lnTo>
                    <a:pt x="40" y="45"/>
                  </a:lnTo>
                  <a:lnTo>
                    <a:pt x="40" y="45"/>
                  </a:lnTo>
                  <a:lnTo>
                    <a:pt x="40" y="45"/>
                  </a:lnTo>
                  <a:lnTo>
                    <a:pt x="40" y="45"/>
                  </a:lnTo>
                  <a:lnTo>
                    <a:pt x="40" y="45"/>
                  </a:lnTo>
                  <a:lnTo>
                    <a:pt x="39" y="45"/>
                  </a:lnTo>
                  <a:lnTo>
                    <a:pt x="39" y="45"/>
                  </a:lnTo>
                  <a:lnTo>
                    <a:pt x="39" y="45"/>
                  </a:lnTo>
                  <a:lnTo>
                    <a:pt x="39" y="45"/>
                  </a:lnTo>
                  <a:lnTo>
                    <a:pt x="38" y="45"/>
                  </a:lnTo>
                  <a:lnTo>
                    <a:pt x="38" y="45"/>
                  </a:lnTo>
                  <a:lnTo>
                    <a:pt x="38" y="45"/>
                  </a:lnTo>
                  <a:lnTo>
                    <a:pt x="38" y="45"/>
                  </a:lnTo>
                  <a:lnTo>
                    <a:pt x="36" y="45"/>
                  </a:lnTo>
                  <a:lnTo>
                    <a:pt x="36" y="45"/>
                  </a:lnTo>
                  <a:lnTo>
                    <a:pt x="36" y="45"/>
                  </a:lnTo>
                  <a:lnTo>
                    <a:pt x="36" y="45"/>
                  </a:lnTo>
                  <a:lnTo>
                    <a:pt x="35" y="45"/>
                  </a:lnTo>
                  <a:lnTo>
                    <a:pt x="35" y="45"/>
                  </a:lnTo>
                  <a:lnTo>
                    <a:pt x="35" y="45"/>
                  </a:lnTo>
                  <a:lnTo>
                    <a:pt x="35" y="45"/>
                  </a:lnTo>
                  <a:lnTo>
                    <a:pt x="35" y="45"/>
                  </a:lnTo>
                  <a:lnTo>
                    <a:pt x="35" y="45"/>
                  </a:lnTo>
                  <a:lnTo>
                    <a:pt x="35" y="45"/>
                  </a:lnTo>
                  <a:lnTo>
                    <a:pt x="35" y="45"/>
                  </a:lnTo>
                  <a:lnTo>
                    <a:pt x="33" y="45"/>
                  </a:lnTo>
                  <a:lnTo>
                    <a:pt x="33" y="45"/>
                  </a:lnTo>
                  <a:lnTo>
                    <a:pt x="33" y="45"/>
                  </a:lnTo>
                  <a:lnTo>
                    <a:pt x="33" y="44"/>
                  </a:lnTo>
                  <a:lnTo>
                    <a:pt x="31" y="44"/>
                  </a:lnTo>
                  <a:lnTo>
                    <a:pt x="31" y="44"/>
                  </a:lnTo>
                  <a:lnTo>
                    <a:pt x="31" y="44"/>
                  </a:lnTo>
                  <a:lnTo>
                    <a:pt x="31" y="43"/>
                  </a:lnTo>
                  <a:lnTo>
                    <a:pt x="31" y="43"/>
                  </a:lnTo>
                  <a:lnTo>
                    <a:pt x="31" y="43"/>
                  </a:lnTo>
                  <a:lnTo>
                    <a:pt x="31" y="43"/>
                  </a:lnTo>
                  <a:lnTo>
                    <a:pt x="31" y="42"/>
                  </a:lnTo>
                  <a:lnTo>
                    <a:pt x="31" y="43"/>
                  </a:lnTo>
                  <a:lnTo>
                    <a:pt x="31" y="43"/>
                  </a:lnTo>
                  <a:lnTo>
                    <a:pt x="31" y="43"/>
                  </a:lnTo>
                  <a:lnTo>
                    <a:pt x="31" y="43"/>
                  </a:lnTo>
                  <a:lnTo>
                    <a:pt x="31" y="45"/>
                  </a:lnTo>
                  <a:lnTo>
                    <a:pt x="31" y="45"/>
                  </a:lnTo>
                  <a:lnTo>
                    <a:pt x="31" y="45"/>
                  </a:lnTo>
                  <a:lnTo>
                    <a:pt x="33" y="45"/>
                  </a:lnTo>
                  <a:lnTo>
                    <a:pt x="33" y="47"/>
                  </a:lnTo>
                  <a:lnTo>
                    <a:pt x="33" y="47"/>
                  </a:lnTo>
                  <a:lnTo>
                    <a:pt x="33" y="47"/>
                  </a:lnTo>
                  <a:lnTo>
                    <a:pt x="33" y="47"/>
                  </a:lnTo>
                  <a:lnTo>
                    <a:pt x="33" y="48"/>
                  </a:lnTo>
                  <a:lnTo>
                    <a:pt x="33" y="48"/>
                  </a:lnTo>
                  <a:lnTo>
                    <a:pt x="33" y="48"/>
                  </a:lnTo>
                  <a:lnTo>
                    <a:pt x="34" y="48"/>
                  </a:lnTo>
                  <a:lnTo>
                    <a:pt x="34" y="49"/>
                  </a:lnTo>
                  <a:lnTo>
                    <a:pt x="34" y="49"/>
                  </a:lnTo>
                  <a:lnTo>
                    <a:pt x="34" y="49"/>
                  </a:lnTo>
                  <a:lnTo>
                    <a:pt x="36" y="49"/>
                  </a:lnTo>
                  <a:lnTo>
                    <a:pt x="36" y="49"/>
                  </a:lnTo>
                  <a:lnTo>
                    <a:pt x="37" y="49"/>
                  </a:lnTo>
                  <a:lnTo>
                    <a:pt x="37" y="49"/>
                  </a:lnTo>
                  <a:lnTo>
                    <a:pt x="39" y="49"/>
                  </a:lnTo>
                  <a:lnTo>
                    <a:pt x="39" y="50"/>
                  </a:lnTo>
                  <a:lnTo>
                    <a:pt x="39" y="50"/>
                  </a:lnTo>
                  <a:lnTo>
                    <a:pt x="39" y="50"/>
                  </a:lnTo>
                  <a:lnTo>
                    <a:pt x="41" y="50"/>
                  </a:lnTo>
                  <a:lnTo>
                    <a:pt x="41" y="50"/>
                  </a:lnTo>
                  <a:lnTo>
                    <a:pt x="42" y="50"/>
                  </a:lnTo>
                  <a:lnTo>
                    <a:pt x="42" y="50"/>
                  </a:lnTo>
                  <a:lnTo>
                    <a:pt x="44" y="50"/>
                  </a:lnTo>
                  <a:lnTo>
                    <a:pt x="44" y="51"/>
                  </a:lnTo>
                  <a:lnTo>
                    <a:pt x="44" y="51"/>
                  </a:lnTo>
                  <a:lnTo>
                    <a:pt x="44" y="51"/>
                  </a:lnTo>
                  <a:lnTo>
                    <a:pt x="44" y="51"/>
                  </a:lnTo>
                  <a:lnTo>
                    <a:pt x="44" y="52"/>
                  </a:lnTo>
                  <a:lnTo>
                    <a:pt x="44" y="52"/>
                  </a:lnTo>
                  <a:lnTo>
                    <a:pt x="44" y="52"/>
                  </a:lnTo>
                  <a:lnTo>
                    <a:pt x="45" y="52"/>
                  </a:lnTo>
                  <a:lnTo>
                    <a:pt x="45" y="54"/>
                  </a:lnTo>
                  <a:lnTo>
                    <a:pt x="45" y="54"/>
                  </a:lnTo>
                  <a:lnTo>
                    <a:pt x="45" y="54"/>
                  </a:lnTo>
                  <a:lnTo>
                    <a:pt x="45" y="54"/>
                  </a:lnTo>
                  <a:lnTo>
                    <a:pt x="45" y="54"/>
                  </a:lnTo>
                  <a:lnTo>
                    <a:pt x="45" y="54"/>
                  </a:lnTo>
                  <a:lnTo>
                    <a:pt x="45" y="54"/>
                  </a:lnTo>
                  <a:lnTo>
                    <a:pt x="45" y="54"/>
                  </a:lnTo>
                  <a:lnTo>
                    <a:pt x="44" y="54"/>
                  </a:lnTo>
                  <a:lnTo>
                    <a:pt x="44" y="54"/>
                  </a:lnTo>
                  <a:lnTo>
                    <a:pt x="44" y="54"/>
                  </a:lnTo>
                  <a:lnTo>
                    <a:pt x="44" y="54"/>
                  </a:lnTo>
                  <a:lnTo>
                    <a:pt x="42" y="54"/>
                  </a:lnTo>
                  <a:lnTo>
                    <a:pt x="42" y="54"/>
                  </a:lnTo>
                  <a:lnTo>
                    <a:pt x="42" y="54"/>
                  </a:lnTo>
                  <a:lnTo>
                    <a:pt x="42" y="54"/>
                  </a:lnTo>
                  <a:lnTo>
                    <a:pt x="40" y="54"/>
                  </a:lnTo>
                  <a:lnTo>
                    <a:pt x="40" y="54"/>
                  </a:lnTo>
                  <a:lnTo>
                    <a:pt x="40" y="54"/>
                  </a:lnTo>
                  <a:lnTo>
                    <a:pt x="40" y="54"/>
                  </a:lnTo>
                  <a:lnTo>
                    <a:pt x="40" y="54"/>
                  </a:lnTo>
                  <a:lnTo>
                    <a:pt x="40" y="54"/>
                  </a:lnTo>
                  <a:lnTo>
                    <a:pt x="40" y="54"/>
                  </a:lnTo>
                  <a:lnTo>
                    <a:pt x="40" y="54"/>
                  </a:lnTo>
                  <a:lnTo>
                    <a:pt x="39" y="56"/>
                  </a:lnTo>
                  <a:lnTo>
                    <a:pt x="39" y="56"/>
                  </a:lnTo>
                  <a:lnTo>
                    <a:pt x="38" y="56"/>
                  </a:lnTo>
                  <a:lnTo>
                    <a:pt x="38" y="56"/>
                  </a:lnTo>
                  <a:lnTo>
                    <a:pt x="36" y="56"/>
                  </a:lnTo>
                  <a:lnTo>
                    <a:pt x="36" y="56"/>
                  </a:lnTo>
                  <a:lnTo>
                    <a:pt x="36" y="56"/>
                  </a:lnTo>
                  <a:lnTo>
                    <a:pt x="36" y="56"/>
                  </a:lnTo>
                  <a:lnTo>
                    <a:pt x="35" y="57"/>
                  </a:lnTo>
                  <a:lnTo>
                    <a:pt x="35" y="57"/>
                  </a:lnTo>
                  <a:lnTo>
                    <a:pt x="35" y="57"/>
                  </a:lnTo>
                  <a:lnTo>
                    <a:pt x="35" y="57"/>
                  </a:lnTo>
                  <a:lnTo>
                    <a:pt x="34" y="57"/>
                  </a:lnTo>
                  <a:lnTo>
                    <a:pt x="34" y="57"/>
                  </a:lnTo>
                  <a:lnTo>
                    <a:pt x="34" y="57"/>
                  </a:lnTo>
                  <a:lnTo>
                    <a:pt x="34" y="57"/>
                  </a:lnTo>
                  <a:lnTo>
                    <a:pt x="34" y="58"/>
                  </a:lnTo>
                  <a:lnTo>
                    <a:pt x="34" y="58"/>
                  </a:lnTo>
                  <a:lnTo>
                    <a:pt x="34" y="58"/>
                  </a:lnTo>
                  <a:lnTo>
                    <a:pt x="34" y="58"/>
                  </a:lnTo>
                  <a:lnTo>
                    <a:pt x="34" y="59"/>
                  </a:lnTo>
                  <a:lnTo>
                    <a:pt x="34" y="59"/>
                  </a:lnTo>
                  <a:lnTo>
                    <a:pt x="34" y="59"/>
                  </a:lnTo>
                  <a:lnTo>
                    <a:pt x="35" y="59"/>
                  </a:lnTo>
                  <a:lnTo>
                    <a:pt x="35" y="60"/>
                  </a:lnTo>
                  <a:lnTo>
                    <a:pt x="35" y="60"/>
                  </a:lnTo>
                  <a:lnTo>
                    <a:pt x="35" y="60"/>
                  </a:lnTo>
                  <a:lnTo>
                    <a:pt x="36" y="60"/>
                  </a:lnTo>
                  <a:lnTo>
                    <a:pt x="36" y="60"/>
                  </a:lnTo>
                  <a:lnTo>
                    <a:pt x="36" y="60"/>
                  </a:lnTo>
                  <a:lnTo>
                    <a:pt x="36" y="60"/>
                  </a:lnTo>
                  <a:lnTo>
                    <a:pt x="38" y="60"/>
                  </a:lnTo>
                  <a:lnTo>
                    <a:pt x="36" y="61"/>
                  </a:lnTo>
                  <a:lnTo>
                    <a:pt x="36" y="61"/>
                  </a:lnTo>
                  <a:lnTo>
                    <a:pt x="35" y="61"/>
                  </a:lnTo>
                  <a:lnTo>
                    <a:pt x="35" y="61"/>
                  </a:lnTo>
                  <a:lnTo>
                    <a:pt x="33" y="61"/>
                  </a:lnTo>
                  <a:lnTo>
                    <a:pt x="33" y="61"/>
                  </a:lnTo>
                  <a:lnTo>
                    <a:pt x="33" y="61"/>
                  </a:lnTo>
                  <a:lnTo>
                    <a:pt x="33" y="61"/>
                  </a:lnTo>
                  <a:lnTo>
                    <a:pt x="31" y="61"/>
                  </a:lnTo>
                  <a:lnTo>
                    <a:pt x="31" y="61"/>
                  </a:lnTo>
                  <a:lnTo>
                    <a:pt x="31" y="61"/>
                  </a:lnTo>
                  <a:lnTo>
                    <a:pt x="31" y="61"/>
                  </a:lnTo>
                  <a:lnTo>
                    <a:pt x="31" y="61"/>
                  </a:lnTo>
                  <a:lnTo>
                    <a:pt x="31" y="61"/>
                  </a:lnTo>
                  <a:lnTo>
                    <a:pt x="31" y="61"/>
                  </a:lnTo>
                  <a:lnTo>
                    <a:pt x="31" y="60"/>
                  </a:lnTo>
                  <a:lnTo>
                    <a:pt x="29" y="62"/>
                  </a:lnTo>
                  <a:lnTo>
                    <a:pt x="29" y="62"/>
                  </a:lnTo>
                  <a:lnTo>
                    <a:pt x="29" y="63"/>
                  </a:lnTo>
                  <a:lnTo>
                    <a:pt x="29" y="63"/>
                  </a:lnTo>
                  <a:lnTo>
                    <a:pt x="29" y="65"/>
                  </a:lnTo>
                  <a:lnTo>
                    <a:pt x="29" y="65"/>
                  </a:lnTo>
                  <a:lnTo>
                    <a:pt x="29" y="65"/>
                  </a:lnTo>
                  <a:lnTo>
                    <a:pt x="29" y="65"/>
                  </a:lnTo>
                  <a:lnTo>
                    <a:pt x="28" y="67"/>
                  </a:lnTo>
                  <a:lnTo>
                    <a:pt x="28" y="67"/>
                  </a:lnTo>
                  <a:lnTo>
                    <a:pt x="28" y="67"/>
                  </a:lnTo>
                  <a:lnTo>
                    <a:pt x="28" y="67"/>
                  </a:lnTo>
                  <a:lnTo>
                    <a:pt x="28" y="68"/>
                  </a:lnTo>
                  <a:lnTo>
                    <a:pt x="28" y="68"/>
                  </a:lnTo>
                  <a:lnTo>
                    <a:pt x="28" y="68"/>
                  </a:lnTo>
                  <a:lnTo>
                    <a:pt x="29" y="68"/>
                  </a:lnTo>
                  <a:lnTo>
                    <a:pt x="29" y="70"/>
                  </a:lnTo>
                  <a:lnTo>
                    <a:pt x="29" y="70"/>
                  </a:lnTo>
                  <a:lnTo>
                    <a:pt x="29" y="70"/>
                  </a:lnTo>
                  <a:lnTo>
                    <a:pt x="29" y="70"/>
                  </a:lnTo>
                  <a:lnTo>
                    <a:pt x="29" y="70"/>
                  </a:lnTo>
                  <a:lnTo>
                    <a:pt x="29" y="70"/>
                  </a:lnTo>
                  <a:lnTo>
                    <a:pt x="29" y="70"/>
                  </a:lnTo>
                  <a:lnTo>
                    <a:pt x="30" y="70"/>
                  </a:lnTo>
                  <a:lnTo>
                    <a:pt x="30" y="70"/>
                  </a:lnTo>
                  <a:lnTo>
                    <a:pt x="30" y="70"/>
                  </a:lnTo>
                  <a:lnTo>
                    <a:pt x="30" y="70"/>
                  </a:lnTo>
                  <a:lnTo>
                    <a:pt x="30" y="70"/>
                  </a:lnTo>
                  <a:lnTo>
                    <a:pt x="30" y="70"/>
                  </a:lnTo>
                  <a:lnTo>
                    <a:pt x="30" y="70"/>
                  </a:lnTo>
                  <a:lnTo>
                    <a:pt x="30" y="70"/>
                  </a:lnTo>
                  <a:lnTo>
                    <a:pt x="32" y="70"/>
                  </a:lnTo>
                  <a:lnTo>
                    <a:pt x="32" y="72"/>
                  </a:lnTo>
                  <a:lnTo>
                    <a:pt x="32" y="72"/>
                  </a:lnTo>
                  <a:lnTo>
                    <a:pt x="32" y="72"/>
                  </a:lnTo>
                  <a:lnTo>
                    <a:pt x="32" y="72"/>
                  </a:lnTo>
                  <a:lnTo>
                    <a:pt x="32" y="73"/>
                  </a:lnTo>
                  <a:lnTo>
                    <a:pt x="32" y="73"/>
                  </a:lnTo>
                  <a:lnTo>
                    <a:pt x="32" y="73"/>
                  </a:lnTo>
                  <a:lnTo>
                    <a:pt x="32" y="73"/>
                  </a:lnTo>
                  <a:lnTo>
                    <a:pt x="32" y="74"/>
                  </a:lnTo>
                  <a:lnTo>
                    <a:pt x="32" y="74"/>
                  </a:lnTo>
                  <a:lnTo>
                    <a:pt x="32" y="74"/>
                  </a:lnTo>
                  <a:lnTo>
                    <a:pt x="32" y="74"/>
                  </a:lnTo>
                  <a:lnTo>
                    <a:pt x="32" y="74"/>
                  </a:lnTo>
                  <a:lnTo>
                    <a:pt x="32" y="74"/>
                  </a:lnTo>
                  <a:lnTo>
                    <a:pt x="32" y="74"/>
                  </a:lnTo>
                  <a:lnTo>
                    <a:pt x="32" y="74"/>
                  </a:lnTo>
                  <a:lnTo>
                    <a:pt x="32" y="74"/>
                  </a:lnTo>
                  <a:lnTo>
                    <a:pt x="32" y="74"/>
                  </a:lnTo>
                  <a:lnTo>
                    <a:pt x="32" y="74"/>
                  </a:lnTo>
                  <a:lnTo>
                    <a:pt x="33" y="74"/>
                  </a:lnTo>
                  <a:lnTo>
                    <a:pt x="33" y="74"/>
                  </a:lnTo>
                  <a:lnTo>
                    <a:pt x="33" y="74"/>
                  </a:lnTo>
                  <a:lnTo>
                    <a:pt x="33" y="74"/>
                  </a:lnTo>
                  <a:lnTo>
                    <a:pt x="35" y="74"/>
                  </a:lnTo>
                  <a:lnTo>
                    <a:pt x="35" y="74"/>
                  </a:lnTo>
                  <a:lnTo>
                    <a:pt x="35" y="74"/>
                  </a:lnTo>
                  <a:lnTo>
                    <a:pt x="35" y="74"/>
                  </a:lnTo>
                  <a:lnTo>
                    <a:pt x="36" y="74"/>
                  </a:lnTo>
                  <a:lnTo>
                    <a:pt x="36" y="74"/>
                  </a:lnTo>
                  <a:lnTo>
                    <a:pt x="36" y="74"/>
                  </a:lnTo>
                  <a:lnTo>
                    <a:pt x="36" y="74"/>
                  </a:lnTo>
                  <a:lnTo>
                    <a:pt x="37" y="73"/>
                  </a:lnTo>
                  <a:lnTo>
                    <a:pt x="37" y="74"/>
                  </a:lnTo>
                  <a:lnTo>
                    <a:pt x="37" y="74"/>
                  </a:lnTo>
                  <a:lnTo>
                    <a:pt x="37" y="74"/>
                  </a:lnTo>
                  <a:lnTo>
                    <a:pt x="37" y="74"/>
                  </a:lnTo>
                  <a:lnTo>
                    <a:pt x="37" y="76"/>
                  </a:lnTo>
                  <a:lnTo>
                    <a:pt x="37" y="76"/>
                  </a:lnTo>
                  <a:lnTo>
                    <a:pt x="37" y="76"/>
                  </a:lnTo>
                  <a:lnTo>
                    <a:pt x="37" y="76"/>
                  </a:lnTo>
                  <a:lnTo>
                    <a:pt x="37" y="77"/>
                  </a:lnTo>
                  <a:lnTo>
                    <a:pt x="37" y="77"/>
                  </a:lnTo>
                  <a:lnTo>
                    <a:pt x="37" y="77"/>
                  </a:lnTo>
                  <a:lnTo>
                    <a:pt x="37" y="77"/>
                  </a:lnTo>
                  <a:lnTo>
                    <a:pt x="37" y="77"/>
                  </a:lnTo>
                  <a:lnTo>
                    <a:pt x="37" y="77"/>
                  </a:lnTo>
                  <a:lnTo>
                    <a:pt x="37" y="77"/>
                  </a:lnTo>
                  <a:lnTo>
                    <a:pt x="38" y="77"/>
                  </a:lnTo>
                  <a:lnTo>
                    <a:pt x="38" y="80"/>
                  </a:lnTo>
                  <a:lnTo>
                    <a:pt x="38" y="80"/>
                  </a:lnTo>
                  <a:lnTo>
                    <a:pt x="38" y="80"/>
                  </a:lnTo>
                  <a:lnTo>
                    <a:pt x="40" y="80"/>
                  </a:lnTo>
                  <a:lnTo>
                    <a:pt x="40" y="80"/>
                  </a:lnTo>
                  <a:lnTo>
                    <a:pt x="40" y="80"/>
                  </a:lnTo>
                  <a:lnTo>
                    <a:pt x="40" y="80"/>
                  </a:lnTo>
                  <a:lnTo>
                    <a:pt x="42" y="80"/>
                  </a:lnTo>
                  <a:lnTo>
                    <a:pt x="42" y="80"/>
                  </a:lnTo>
                  <a:lnTo>
                    <a:pt x="42" y="80"/>
                  </a:lnTo>
                  <a:lnTo>
                    <a:pt x="42" y="80"/>
                  </a:lnTo>
                  <a:lnTo>
                    <a:pt x="44" y="80"/>
                  </a:lnTo>
                  <a:lnTo>
                    <a:pt x="44" y="80"/>
                  </a:lnTo>
                  <a:lnTo>
                    <a:pt x="45" y="80"/>
                  </a:lnTo>
                  <a:lnTo>
                    <a:pt x="45" y="80"/>
                  </a:lnTo>
                  <a:lnTo>
                    <a:pt x="48" y="80"/>
                  </a:lnTo>
                  <a:lnTo>
                    <a:pt x="48" y="80"/>
                  </a:lnTo>
                  <a:lnTo>
                    <a:pt x="48" y="80"/>
                  </a:lnTo>
                  <a:lnTo>
                    <a:pt x="48" y="80"/>
                  </a:lnTo>
                  <a:lnTo>
                    <a:pt x="48" y="80"/>
                  </a:lnTo>
                  <a:lnTo>
                    <a:pt x="48" y="80"/>
                  </a:lnTo>
                  <a:lnTo>
                    <a:pt x="48" y="80"/>
                  </a:lnTo>
                  <a:lnTo>
                    <a:pt x="48" y="80"/>
                  </a:lnTo>
                  <a:lnTo>
                    <a:pt x="50" y="80"/>
                  </a:lnTo>
                  <a:lnTo>
                    <a:pt x="50" y="80"/>
                  </a:lnTo>
                  <a:lnTo>
                    <a:pt x="50" y="80"/>
                  </a:lnTo>
                  <a:lnTo>
                    <a:pt x="50" y="80"/>
                  </a:lnTo>
                  <a:lnTo>
                    <a:pt x="52" y="80"/>
                  </a:lnTo>
                  <a:lnTo>
                    <a:pt x="52" y="80"/>
                  </a:lnTo>
                  <a:lnTo>
                    <a:pt x="53" y="80"/>
                  </a:lnTo>
                  <a:lnTo>
                    <a:pt x="53" y="80"/>
                  </a:lnTo>
                  <a:lnTo>
                    <a:pt x="55" y="80"/>
                  </a:lnTo>
                  <a:lnTo>
                    <a:pt x="55" y="81"/>
                  </a:lnTo>
                  <a:lnTo>
                    <a:pt x="55" y="81"/>
                  </a:lnTo>
                  <a:lnTo>
                    <a:pt x="55" y="81"/>
                  </a:lnTo>
                  <a:lnTo>
                    <a:pt x="55" y="81"/>
                  </a:lnTo>
                  <a:lnTo>
                    <a:pt x="55" y="83"/>
                  </a:lnTo>
                  <a:lnTo>
                    <a:pt x="55" y="83"/>
                  </a:lnTo>
                  <a:lnTo>
                    <a:pt x="55" y="83"/>
                  </a:lnTo>
                  <a:lnTo>
                    <a:pt x="55" y="83"/>
                  </a:lnTo>
                  <a:lnTo>
                    <a:pt x="53" y="85"/>
                  </a:lnTo>
                  <a:lnTo>
                    <a:pt x="53" y="85"/>
                  </a:lnTo>
                  <a:lnTo>
                    <a:pt x="53" y="85"/>
                  </a:lnTo>
                  <a:lnTo>
                    <a:pt x="53" y="85"/>
                  </a:lnTo>
                  <a:lnTo>
                    <a:pt x="52" y="86"/>
                  </a:lnTo>
                  <a:lnTo>
                    <a:pt x="52" y="86"/>
                  </a:lnTo>
                  <a:lnTo>
                    <a:pt x="52" y="86"/>
                  </a:lnTo>
                  <a:lnTo>
                    <a:pt x="52" y="86"/>
                  </a:lnTo>
                  <a:lnTo>
                    <a:pt x="50" y="87"/>
                  </a:lnTo>
                  <a:lnTo>
                    <a:pt x="50" y="87"/>
                  </a:lnTo>
                  <a:lnTo>
                    <a:pt x="50" y="87"/>
                  </a:lnTo>
                  <a:lnTo>
                    <a:pt x="50" y="87"/>
                  </a:lnTo>
                  <a:lnTo>
                    <a:pt x="48" y="87"/>
                  </a:lnTo>
                  <a:lnTo>
                    <a:pt x="48" y="87"/>
                  </a:lnTo>
                  <a:lnTo>
                    <a:pt x="48" y="87"/>
                  </a:lnTo>
                  <a:lnTo>
                    <a:pt x="48" y="86"/>
                  </a:lnTo>
                  <a:lnTo>
                    <a:pt x="45" y="86"/>
                  </a:lnTo>
                  <a:lnTo>
                    <a:pt x="45" y="86"/>
                  </a:lnTo>
                  <a:lnTo>
                    <a:pt x="45" y="86"/>
                  </a:lnTo>
                  <a:lnTo>
                    <a:pt x="45" y="85"/>
                  </a:lnTo>
                  <a:lnTo>
                    <a:pt x="43" y="85"/>
                  </a:lnTo>
                  <a:lnTo>
                    <a:pt x="43" y="85"/>
                  </a:lnTo>
                  <a:lnTo>
                    <a:pt x="43" y="85"/>
                  </a:lnTo>
                  <a:lnTo>
                    <a:pt x="43" y="84"/>
                  </a:lnTo>
                  <a:lnTo>
                    <a:pt x="42" y="86"/>
                  </a:lnTo>
                  <a:lnTo>
                    <a:pt x="42" y="86"/>
                  </a:lnTo>
                  <a:lnTo>
                    <a:pt x="42" y="86"/>
                  </a:lnTo>
                  <a:lnTo>
                    <a:pt x="42" y="86"/>
                  </a:lnTo>
                  <a:lnTo>
                    <a:pt x="40" y="88"/>
                  </a:lnTo>
                  <a:lnTo>
                    <a:pt x="40" y="88"/>
                  </a:lnTo>
                  <a:lnTo>
                    <a:pt x="40" y="88"/>
                  </a:lnTo>
                  <a:lnTo>
                    <a:pt x="40" y="88"/>
                  </a:lnTo>
                  <a:lnTo>
                    <a:pt x="38" y="90"/>
                  </a:lnTo>
                  <a:lnTo>
                    <a:pt x="38" y="90"/>
                  </a:lnTo>
                  <a:lnTo>
                    <a:pt x="38" y="90"/>
                  </a:lnTo>
                  <a:lnTo>
                    <a:pt x="38" y="90"/>
                  </a:lnTo>
                  <a:lnTo>
                    <a:pt x="38" y="90"/>
                  </a:lnTo>
                  <a:lnTo>
                    <a:pt x="38" y="90"/>
                  </a:lnTo>
                  <a:lnTo>
                    <a:pt x="38" y="90"/>
                  </a:lnTo>
                  <a:lnTo>
                    <a:pt x="38" y="90"/>
                  </a:lnTo>
                  <a:lnTo>
                    <a:pt x="38" y="91"/>
                  </a:lnTo>
                  <a:lnTo>
                    <a:pt x="38" y="91"/>
                  </a:lnTo>
                  <a:lnTo>
                    <a:pt x="38" y="91"/>
                  </a:lnTo>
                  <a:lnTo>
                    <a:pt x="38" y="91"/>
                  </a:lnTo>
                  <a:lnTo>
                    <a:pt x="38" y="91"/>
                  </a:lnTo>
                  <a:lnTo>
                    <a:pt x="38" y="91"/>
                  </a:lnTo>
                  <a:lnTo>
                    <a:pt x="38" y="91"/>
                  </a:lnTo>
                  <a:lnTo>
                    <a:pt x="39" y="91"/>
                  </a:lnTo>
                  <a:lnTo>
                    <a:pt x="39" y="92"/>
                  </a:lnTo>
                  <a:lnTo>
                    <a:pt x="39" y="92"/>
                  </a:lnTo>
                  <a:lnTo>
                    <a:pt x="39" y="92"/>
                  </a:lnTo>
                  <a:lnTo>
                    <a:pt x="40" y="92"/>
                  </a:lnTo>
                  <a:lnTo>
                    <a:pt x="40" y="92"/>
                  </a:lnTo>
                  <a:lnTo>
                    <a:pt x="40" y="92"/>
                  </a:lnTo>
                  <a:lnTo>
                    <a:pt x="40" y="92"/>
                  </a:lnTo>
                  <a:lnTo>
                    <a:pt x="41" y="92"/>
                  </a:lnTo>
                  <a:lnTo>
                    <a:pt x="40" y="95"/>
                  </a:lnTo>
                  <a:lnTo>
                    <a:pt x="40" y="95"/>
                  </a:lnTo>
                  <a:lnTo>
                    <a:pt x="40" y="95"/>
                  </a:lnTo>
                  <a:lnTo>
                    <a:pt x="40" y="95"/>
                  </a:lnTo>
                  <a:lnTo>
                    <a:pt x="38" y="95"/>
                  </a:lnTo>
                  <a:lnTo>
                    <a:pt x="38" y="95"/>
                  </a:lnTo>
                  <a:lnTo>
                    <a:pt x="38" y="95"/>
                  </a:lnTo>
                  <a:lnTo>
                    <a:pt x="38" y="95"/>
                  </a:lnTo>
                  <a:lnTo>
                    <a:pt x="36" y="96"/>
                  </a:lnTo>
                  <a:lnTo>
                    <a:pt x="36" y="96"/>
                  </a:lnTo>
                  <a:lnTo>
                    <a:pt x="36" y="96"/>
                  </a:lnTo>
                  <a:lnTo>
                    <a:pt x="36" y="96"/>
                  </a:lnTo>
                  <a:lnTo>
                    <a:pt x="35" y="96"/>
                  </a:lnTo>
                  <a:lnTo>
                    <a:pt x="35" y="96"/>
                  </a:lnTo>
                  <a:lnTo>
                    <a:pt x="35" y="96"/>
                  </a:lnTo>
                  <a:lnTo>
                    <a:pt x="35" y="96"/>
                  </a:lnTo>
                  <a:lnTo>
                    <a:pt x="33" y="98"/>
                  </a:lnTo>
                  <a:lnTo>
                    <a:pt x="33" y="98"/>
                  </a:lnTo>
                  <a:lnTo>
                    <a:pt x="33" y="98"/>
                  </a:lnTo>
                  <a:lnTo>
                    <a:pt x="33" y="98"/>
                  </a:lnTo>
                  <a:lnTo>
                    <a:pt x="32" y="98"/>
                  </a:lnTo>
                  <a:lnTo>
                    <a:pt x="32" y="98"/>
                  </a:lnTo>
                  <a:lnTo>
                    <a:pt x="32" y="98"/>
                  </a:lnTo>
                  <a:lnTo>
                    <a:pt x="32" y="98"/>
                  </a:lnTo>
                  <a:lnTo>
                    <a:pt x="30" y="100"/>
                  </a:lnTo>
                  <a:lnTo>
                    <a:pt x="30" y="100"/>
                  </a:lnTo>
                  <a:lnTo>
                    <a:pt x="30" y="100"/>
                  </a:lnTo>
                  <a:lnTo>
                    <a:pt x="30" y="100"/>
                  </a:lnTo>
                  <a:lnTo>
                    <a:pt x="29" y="101"/>
                  </a:lnTo>
                  <a:lnTo>
                    <a:pt x="29" y="101"/>
                  </a:lnTo>
                  <a:lnTo>
                    <a:pt x="29" y="101"/>
                  </a:lnTo>
                  <a:lnTo>
                    <a:pt x="29" y="101"/>
                  </a:lnTo>
                  <a:lnTo>
                    <a:pt x="27" y="103"/>
                  </a:lnTo>
                  <a:lnTo>
                    <a:pt x="27" y="103"/>
                  </a:lnTo>
                  <a:lnTo>
                    <a:pt x="26" y="103"/>
                  </a:lnTo>
                  <a:lnTo>
                    <a:pt x="26" y="103"/>
                  </a:lnTo>
                  <a:lnTo>
                    <a:pt x="24" y="104"/>
                  </a:lnTo>
                  <a:lnTo>
                    <a:pt x="24" y="104"/>
                  </a:lnTo>
                  <a:lnTo>
                    <a:pt x="24" y="104"/>
                  </a:lnTo>
                  <a:lnTo>
                    <a:pt x="24" y="104"/>
                  </a:lnTo>
                  <a:lnTo>
                    <a:pt x="22" y="106"/>
                  </a:lnTo>
                  <a:lnTo>
                    <a:pt x="22" y="106"/>
                  </a:lnTo>
                  <a:lnTo>
                    <a:pt x="22" y="106"/>
                  </a:lnTo>
                  <a:lnTo>
                    <a:pt x="22" y="106"/>
                  </a:lnTo>
                  <a:lnTo>
                    <a:pt x="22" y="107"/>
                  </a:lnTo>
                  <a:lnTo>
                    <a:pt x="22" y="107"/>
                  </a:lnTo>
                  <a:lnTo>
                    <a:pt x="22" y="107"/>
                  </a:lnTo>
                  <a:lnTo>
                    <a:pt x="22" y="107"/>
                  </a:lnTo>
                  <a:lnTo>
                    <a:pt x="22" y="107"/>
                  </a:lnTo>
                  <a:lnTo>
                    <a:pt x="22" y="107"/>
                  </a:lnTo>
                  <a:lnTo>
                    <a:pt x="22" y="107"/>
                  </a:lnTo>
                  <a:lnTo>
                    <a:pt x="23" y="107"/>
                  </a:lnTo>
                  <a:lnTo>
                    <a:pt x="23" y="107"/>
                  </a:lnTo>
                  <a:lnTo>
                    <a:pt x="24" y="107"/>
                  </a:lnTo>
                  <a:lnTo>
                    <a:pt x="24" y="107"/>
                  </a:lnTo>
                  <a:lnTo>
                    <a:pt x="26" y="105"/>
                  </a:lnTo>
                  <a:lnTo>
                    <a:pt x="26" y="105"/>
                  </a:lnTo>
                  <a:lnTo>
                    <a:pt x="28" y="105"/>
                  </a:lnTo>
                  <a:lnTo>
                    <a:pt x="28" y="105"/>
                  </a:lnTo>
                  <a:lnTo>
                    <a:pt x="29" y="105"/>
                  </a:lnTo>
                  <a:lnTo>
                    <a:pt x="29" y="105"/>
                  </a:lnTo>
                  <a:lnTo>
                    <a:pt x="30" y="105"/>
                  </a:lnTo>
                  <a:lnTo>
                    <a:pt x="30" y="105"/>
                  </a:lnTo>
                  <a:lnTo>
                    <a:pt x="32" y="104"/>
                  </a:lnTo>
                  <a:lnTo>
                    <a:pt x="32" y="105"/>
                  </a:lnTo>
                  <a:lnTo>
                    <a:pt x="32" y="105"/>
                  </a:lnTo>
                  <a:lnTo>
                    <a:pt x="32" y="105"/>
                  </a:lnTo>
                  <a:lnTo>
                    <a:pt x="33" y="105"/>
                  </a:lnTo>
                  <a:lnTo>
                    <a:pt x="33" y="106"/>
                  </a:lnTo>
                  <a:lnTo>
                    <a:pt x="33" y="106"/>
                  </a:lnTo>
                  <a:lnTo>
                    <a:pt x="33" y="106"/>
                  </a:lnTo>
                  <a:lnTo>
                    <a:pt x="35" y="106"/>
                  </a:lnTo>
                  <a:lnTo>
                    <a:pt x="35" y="107"/>
                  </a:lnTo>
                  <a:lnTo>
                    <a:pt x="35" y="107"/>
                  </a:lnTo>
                  <a:lnTo>
                    <a:pt x="35" y="107"/>
                  </a:lnTo>
                  <a:lnTo>
                    <a:pt x="37" y="107"/>
                  </a:lnTo>
                  <a:lnTo>
                    <a:pt x="37" y="107"/>
                  </a:lnTo>
                  <a:lnTo>
                    <a:pt x="38" y="107"/>
                  </a:lnTo>
                  <a:lnTo>
                    <a:pt x="38" y="107"/>
                  </a:lnTo>
                  <a:lnTo>
                    <a:pt x="40" y="107"/>
                  </a:lnTo>
                  <a:lnTo>
                    <a:pt x="40" y="107"/>
                  </a:lnTo>
                  <a:lnTo>
                    <a:pt x="40" y="107"/>
                  </a:lnTo>
                  <a:lnTo>
                    <a:pt x="40" y="107"/>
                  </a:lnTo>
                  <a:lnTo>
                    <a:pt x="40" y="107"/>
                  </a:lnTo>
                  <a:lnTo>
                    <a:pt x="40" y="107"/>
                  </a:lnTo>
                  <a:lnTo>
                    <a:pt x="40" y="107"/>
                  </a:lnTo>
                  <a:lnTo>
                    <a:pt x="40" y="107"/>
                  </a:lnTo>
                  <a:lnTo>
                    <a:pt x="42" y="107"/>
                  </a:lnTo>
                  <a:lnTo>
                    <a:pt x="42" y="107"/>
                  </a:lnTo>
                  <a:lnTo>
                    <a:pt x="42" y="107"/>
                  </a:lnTo>
                  <a:lnTo>
                    <a:pt x="42" y="107"/>
                  </a:lnTo>
                  <a:lnTo>
                    <a:pt x="44" y="107"/>
                  </a:lnTo>
                  <a:lnTo>
                    <a:pt x="44" y="107"/>
                  </a:lnTo>
                  <a:lnTo>
                    <a:pt x="44" y="107"/>
                  </a:lnTo>
                  <a:lnTo>
                    <a:pt x="44" y="107"/>
                  </a:lnTo>
                  <a:lnTo>
                    <a:pt x="45" y="107"/>
                  </a:lnTo>
                  <a:lnTo>
                    <a:pt x="45" y="107"/>
                  </a:lnTo>
                  <a:lnTo>
                    <a:pt x="45" y="107"/>
                  </a:lnTo>
                  <a:lnTo>
                    <a:pt x="45" y="107"/>
                  </a:lnTo>
                  <a:lnTo>
                    <a:pt x="45" y="107"/>
                  </a:lnTo>
                  <a:lnTo>
                    <a:pt x="45" y="107"/>
                  </a:lnTo>
                  <a:lnTo>
                    <a:pt x="45" y="107"/>
                  </a:lnTo>
                  <a:lnTo>
                    <a:pt x="45" y="107"/>
                  </a:lnTo>
                  <a:lnTo>
                    <a:pt x="47" y="105"/>
                  </a:lnTo>
                  <a:lnTo>
                    <a:pt x="47" y="105"/>
                  </a:lnTo>
                  <a:lnTo>
                    <a:pt x="47" y="105"/>
                  </a:lnTo>
                  <a:lnTo>
                    <a:pt x="47" y="105"/>
                  </a:lnTo>
                  <a:lnTo>
                    <a:pt x="47" y="105"/>
                  </a:lnTo>
                  <a:lnTo>
                    <a:pt x="47" y="105"/>
                  </a:lnTo>
                  <a:lnTo>
                    <a:pt x="47" y="105"/>
                  </a:lnTo>
                  <a:lnTo>
                    <a:pt x="47" y="105"/>
                  </a:lnTo>
                  <a:lnTo>
                    <a:pt x="49" y="104"/>
                  </a:lnTo>
                  <a:lnTo>
                    <a:pt x="49" y="105"/>
                  </a:lnTo>
                  <a:lnTo>
                    <a:pt x="49" y="105"/>
                  </a:lnTo>
                  <a:lnTo>
                    <a:pt x="49" y="105"/>
                  </a:lnTo>
                  <a:lnTo>
                    <a:pt x="49" y="105"/>
                  </a:lnTo>
                  <a:lnTo>
                    <a:pt x="49" y="106"/>
                  </a:lnTo>
                  <a:lnTo>
                    <a:pt x="49" y="106"/>
                  </a:lnTo>
                  <a:lnTo>
                    <a:pt x="49" y="106"/>
                  </a:lnTo>
                  <a:lnTo>
                    <a:pt x="51" y="106"/>
                  </a:lnTo>
                  <a:lnTo>
                    <a:pt x="51" y="107"/>
                  </a:lnTo>
                  <a:lnTo>
                    <a:pt x="51" y="107"/>
                  </a:lnTo>
                  <a:lnTo>
                    <a:pt x="51" y="107"/>
                  </a:lnTo>
                  <a:lnTo>
                    <a:pt x="51" y="107"/>
                  </a:lnTo>
                  <a:lnTo>
                    <a:pt x="51" y="107"/>
                  </a:lnTo>
                  <a:lnTo>
                    <a:pt x="51" y="107"/>
                  </a:lnTo>
                  <a:lnTo>
                    <a:pt x="51" y="107"/>
                  </a:lnTo>
                  <a:lnTo>
                    <a:pt x="52" y="107"/>
                  </a:lnTo>
                  <a:lnTo>
                    <a:pt x="51" y="109"/>
                  </a:lnTo>
                  <a:lnTo>
                    <a:pt x="51" y="109"/>
                  </a:lnTo>
                  <a:lnTo>
                    <a:pt x="50" y="109"/>
                  </a:lnTo>
                  <a:lnTo>
                    <a:pt x="50" y="109"/>
                  </a:lnTo>
                  <a:lnTo>
                    <a:pt x="48" y="110"/>
                  </a:lnTo>
                  <a:lnTo>
                    <a:pt x="48" y="110"/>
                  </a:lnTo>
                  <a:lnTo>
                    <a:pt x="48" y="110"/>
                  </a:lnTo>
                  <a:lnTo>
                    <a:pt x="48" y="110"/>
                  </a:lnTo>
                  <a:lnTo>
                    <a:pt x="46" y="110"/>
                  </a:lnTo>
                  <a:lnTo>
                    <a:pt x="46" y="110"/>
                  </a:lnTo>
                  <a:lnTo>
                    <a:pt x="46" y="110"/>
                  </a:lnTo>
                  <a:lnTo>
                    <a:pt x="46" y="110"/>
                  </a:lnTo>
                  <a:lnTo>
                    <a:pt x="45" y="110"/>
                  </a:lnTo>
                  <a:lnTo>
                    <a:pt x="45" y="110"/>
                  </a:lnTo>
                  <a:lnTo>
                    <a:pt x="45" y="110"/>
                  </a:lnTo>
                  <a:lnTo>
                    <a:pt x="45" y="110"/>
                  </a:lnTo>
                  <a:lnTo>
                    <a:pt x="44" y="110"/>
                  </a:lnTo>
                  <a:lnTo>
                    <a:pt x="44" y="110"/>
                  </a:lnTo>
                  <a:lnTo>
                    <a:pt x="44" y="110"/>
                  </a:lnTo>
                  <a:lnTo>
                    <a:pt x="44" y="110"/>
                  </a:lnTo>
                  <a:lnTo>
                    <a:pt x="42" y="110"/>
                  </a:lnTo>
                  <a:lnTo>
                    <a:pt x="42" y="110"/>
                  </a:lnTo>
                  <a:lnTo>
                    <a:pt x="40" y="110"/>
                  </a:lnTo>
                  <a:lnTo>
                    <a:pt x="40" y="110"/>
                  </a:lnTo>
                  <a:lnTo>
                    <a:pt x="38" y="110"/>
                  </a:lnTo>
                  <a:lnTo>
                    <a:pt x="38" y="110"/>
                  </a:lnTo>
                  <a:lnTo>
                    <a:pt x="36" y="110"/>
                  </a:lnTo>
                  <a:lnTo>
                    <a:pt x="36" y="110"/>
                  </a:lnTo>
                  <a:lnTo>
                    <a:pt x="35" y="110"/>
                  </a:lnTo>
                  <a:lnTo>
                    <a:pt x="35" y="110"/>
                  </a:lnTo>
                  <a:lnTo>
                    <a:pt x="34" y="110"/>
                  </a:lnTo>
                  <a:lnTo>
                    <a:pt x="34" y="110"/>
                  </a:lnTo>
                  <a:lnTo>
                    <a:pt x="32" y="110"/>
                  </a:lnTo>
                  <a:lnTo>
                    <a:pt x="32" y="110"/>
                  </a:lnTo>
                  <a:lnTo>
                    <a:pt x="31" y="110"/>
                  </a:lnTo>
                  <a:lnTo>
                    <a:pt x="31" y="110"/>
                  </a:lnTo>
                  <a:lnTo>
                    <a:pt x="29" y="110"/>
                  </a:lnTo>
                  <a:lnTo>
                    <a:pt x="29" y="110"/>
                  </a:lnTo>
                  <a:lnTo>
                    <a:pt x="28" y="110"/>
                  </a:lnTo>
                  <a:lnTo>
                    <a:pt x="28" y="110"/>
                  </a:lnTo>
                  <a:lnTo>
                    <a:pt x="26" y="110"/>
                  </a:lnTo>
                  <a:lnTo>
                    <a:pt x="26" y="110"/>
                  </a:lnTo>
                  <a:lnTo>
                    <a:pt x="26" y="110"/>
                  </a:lnTo>
                  <a:lnTo>
                    <a:pt x="26" y="110"/>
                  </a:lnTo>
                  <a:lnTo>
                    <a:pt x="25" y="110"/>
                  </a:lnTo>
                  <a:lnTo>
                    <a:pt x="25" y="110"/>
                  </a:lnTo>
                  <a:lnTo>
                    <a:pt x="25" y="110"/>
                  </a:lnTo>
                  <a:lnTo>
                    <a:pt x="25" y="110"/>
                  </a:lnTo>
                  <a:lnTo>
                    <a:pt x="23" y="111"/>
                  </a:lnTo>
                  <a:lnTo>
                    <a:pt x="23" y="111"/>
                  </a:lnTo>
                  <a:lnTo>
                    <a:pt x="23" y="111"/>
                  </a:lnTo>
                  <a:lnTo>
                    <a:pt x="23" y="111"/>
                  </a:lnTo>
                  <a:lnTo>
                    <a:pt x="22" y="111"/>
                  </a:lnTo>
                  <a:lnTo>
                    <a:pt x="22" y="111"/>
                  </a:lnTo>
                  <a:lnTo>
                    <a:pt x="22" y="111"/>
                  </a:lnTo>
                  <a:lnTo>
                    <a:pt x="22" y="111"/>
                  </a:lnTo>
                  <a:lnTo>
                    <a:pt x="20" y="113"/>
                  </a:lnTo>
                  <a:lnTo>
                    <a:pt x="20" y="113"/>
                  </a:lnTo>
                  <a:lnTo>
                    <a:pt x="20" y="113"/>
                  </a:lnTo>
                  <a:lnTo>
                    <a:pt x="20" y="113"/>
                  </a:lnTo>
                  <a:lnTo>
                    <a:pt x="19" y="113"/>
                  </a:lnTo>
                  <a:lnTo>
                    <a:pt x="19" y="113"/>
                  </a:lnTo>
                  <a:lnTo>
                    <a:pt x="19" y="113"/>
                  </a:lnTo>
                  <a:lnTo>
                    <a:pt x="19" y="113"/>
                  </a:lnTo>
                  <a:lnTo>
                    <a:pt x="19" y="115"/>
                  </a:lnTo>
                  <a:lnTo>
                    <a:pt x="19" y="115"/>
                  </a:lnTo>
                  <a:lnTo>
                    <a:pt x="19" y="115"/>
                  </a:lnTo>
                  <a:lnTo>
                    <a:pt x="19" y="115"/>
                  </a:lnTo>
                  <a:lnTo>
                    <a:pt x="19" y="117"/>
                  </a:lnTo>
                  <a:lnTo>
                    <a:pt x="19" y="117"/>
                  </a:lnTo>
                  <a:lnTo>
                    <a:pt x="19" y="117"/>
                  </a:lnTo>
                  <a:lnTo>
                    <a:pt x="19" y="117"/>
                  </a:lnTo>
                  <a:lnTo>
                    <a:pt x="18" y="119"/>
                  </a:lnTo>
                  <a:lnTo>
                    <a:pt x="18" y="119"/>
                  </a:lnTo>
                  <a:lnTo>
                    <a:pt x="18" y="119"/>
                  </a:lnTo>
                  <a:lnTo>
                    <a:pt x="18" y="119"/>
                  </a:lnTo>
                  <a:lnTo>
                    <a:pt x="18" y="119"/>
                  </a:lnTo>
                  <a:lnTo>
                    <a:pt x="18" y="119"/>
                  </a:lnTo>
                  <a:lnTo>
                    <a:pt x="18" y="119"/>
                  </a:lnTo>
                  <a:lnTo>
                    <a:pt x="18" y="119"/>
                  </a:lnTo>
                  <a:lnTo>
                    <a:pt x="16" y="119"/>
                  </a:lnTo>
                  <a:lnTo>
                    <a:pt x="16" y="119"/>
                  </a:lnTo>
                  <a:lnTo>
                    <a:pt x="16" y="119"/>
                  </a:lnTo>
                  <a:lnTo>
                    <a:pt x="16" y="119"/>
                  </a:lnTo>
                  <a:lnTo>
                    <a:pt x="15" y="119"/>
                  </a:lnTo>
                  <a:lnTo>
                    <a:pt x="15" y="119"/>
                  </a:lnTo>
                  <a:lnTo>
                    <a:pt x="15" y="119"/>
                  </a:lnTo>
                  <a:lnTo>
                    <a:pt x="15" y="119"/>
                  </a:lnTo>
                  <a:lnTo>
                    <a:pt x="13" y="119"/>
                  </a:lnTo>
                  <a:lnTo>
                    <a:pt x="13" y="119"/>
                  </a:lnTo>
                  <a:lnTo>
                    <a:pt x="13" y="119"/>
                  </a:lnTo>
                  <a:lnTo>
                    <a:pt x="13" y="119"/>
                  </a:lnTo>
                  <a:lnTo>
                    <a:pt x="13" y="119"/>
                  </a:lnTo>
                  <a:lnTo>
                    <a:pt x="13" y="119"/>
                  </a:lnTo>
                  <a:lnTo>
                    <a:pt x="13" y="119"/>
                  </a:lnTo>
                  <a:lnTo>
                    <a:pt x="13" y="119"/>
                  </a:lnTo>
                  <a:lnTo>
                    <a:pt x="11" y="119"/>
                  </a:lnTo>
                  <a:lnTo>
                    <a:pt x="11" y="119"/>
                  </a:lnTo>
                  <a:lnTo>
                    <a:pt x="9" y="119"/>
                  </a:lnTo>
                  <a:lnTo>
                    <a:pt x="9" y="119"/>
                  </a:lnTo>
                  <a:lnTo>
                    <a:pt x="7" y="119"/>
                  </a:lnTo>
                  <a:lnTo>
                    <a:pt x="7" y="119"/>
                  </a:lnTo>
                  <a:lnTo>
                    <a:pt x="5" y="119"/>
                  </a:lnTo>
                  <a:lnTo>
                    <a:pt x="5" y="119"/>
                  </a:lnTo>
                  <a:lnTo>
                    <a:pt x="3" y="119"/>
                  </a:lnTo>
                  <a:lnTo>
                    <a:pt x="3" y="119"/>
                  </a:lnTo>
                  <a:lnTo>
                    <a:pt x="1" y="119"/>
                  </a:lnTo>
                  <a:lnTo>
                    <a:pt x="1" y="119"/>
                  </a:lnTo>
                  <a:lnTo>
                    <a:pt x="0" y="119"/>
                  </a:lnTo>
                  <a:lnTo>
                    <a:pt x="0" y="119"/>
                  </a:lnTo>
                  <a:lnTo>
                    <a:pt x="0" y="119"/>
                  </a:lnTo>
                  <a:lnTo>
                    <a:pt x="0" y="119"/>
                  </a:lnTo>
                  <a:lnTo>
                    <a:pt x="0" y="120"/>
                  </a:lnTo>
                  <a:lnTo>
                    <a:pt x="0" y="120"/>
                  </a:lnTo>
                  <a:lnTo>
                    <a:pt x="0" y="120"/>
                  </a:lnTo>
                  <a:lnTo>
                    <a:pt x="0" y="120"/>
                  </a:lnTo>
                  <a:lnTo>
                    <a:pt x="0" y="120"/>
                  </a:lnTo>
                  <a:lnTo>
                    <a:pt x="0" y="120"/>
                  </a:lnTo>
                  <a:lnTo>
                    <a:pt x="0" y="120"/>
                  </a:lnTo>
                  <a:lnTo>
                    <a:pt x="0" y="120"/>
                  </a:lnTo>
                  <a:lnTo>
                    <a:pt x="0" y="121"/>
                  </a:lnTo>
                  <a:lnTo>
                    <a:pt x="0" y="121"/>
                  </a:lnTo>
                  <a:lnTo>
                    <a:pt x="0" y="121"/>
                  </a:lnTo>
                  <a:lnTo>
                    <a:pt x="0" y="121"/>
                  </a:lnTo>
                  <a:lnTo>
                    <a:pt x="0" y="121"/>
                  </a:lnTo>
                  <a:lnTo>
                    <a:pt x="0" y="121"/>
                  </a:lnTo>
                  <a:lnTo>
                    <a:pt x="0" y="121"/>
                  </a:lnTo>
                  <a:lnTo>
                    <a:pt x="0" y="121"/>
                  </a:lnTo>
                  <a:lnTo>
                    <a:pt x="0" y="121"/>
                  </a:lnTo>
                  <a:lnTo>
                    <a:pt x="0" y="121"/>
                  </a:lnTo>
                  <a:lnTo>
                    <a:pt x="0" y="121"/>
                  </a:lnTo>
                  <a:lnTo>
                    <a:pt x="1" y="121"/>
                  </a:lnTo>
                  <a:lnTo>
                    <a:pt x="1" y="121"/>
                  </a:lnTo>
                  <a:lnTo>
                    <a:pt x="3" y="121"/>
                  </a:lnTo>
                  <a:lnTo>
                    <a:pt x="3" y="121"/>
                  </a:lnTo>
                  <a:lnTo>
                    <a:pt x="5" y="121"/>
                  </a:lnTo>
                  <a:lnTo>
                    <a:pt x="5" y="121"/>
                  </a:lnTo>
                  <a:lnTo>
                    <a:pt x="5" y="121"/>
                  </a:lnTo>
                  <a:lnTo>
                    <a:pt x="5" y="121"/>
                  </a:lnTo>
                  <a:lnTo>
                    <a:pt x="7" y="121"/>
                  </a:lnTo>
                  <a:lnTo>
                    <a:pt x="7" y="121"/>
                  </a:lnTo>
                  <a:lnTo>
                    <a:pt x="8" y="121"/>
                  </a:lnTo>
                  <a:lnTo>
                    <a:pt x="8" y="121"/>
                  </a:lnTo>
                  <a:lnTo>
                    <a:pt x="10" y="121"/>
                  </a:lnTo>
                  <a:lnTo>
                    <a:pt x="10" y="121"/>
                  </a:lnTo>
                  <a:lnTo>
                    <a:pt x="10" y="121"/>
                  </a:lnTo>
                  <a:lnTo>
                    <a:pt x="10" y="121"/>
                  </a:lnTo>
                  <a:lnTo>
                    <a:pt x="12" y="121"/>
                  </a:lnTo>
                  <a:lnTo>
                    <a:pt x="12" y="121"/>
                  </a:lnTo>
                  <a:lnTo>
                    <a:pt x="13" y="121"/>
                  </a:lnTo>
                  <a:lnTo>
                    <a:pt x="13" y="121"/>
                  </a:lnTo>
                  <a:lnTo>
                    <a:pt x="15" y="121"/>
                  </a:lnTo>
                  <a:lnTo>
                    <a:pt x="15" y="121"/>
                  </a:lnTo>
                  <a:lnTo>
                    <a:pt x="15" y="121"/>
                  </a:lnTo>
                  <a:lnTo>
                    <a:pt x="15" y="121"/>
                  </a:lnTo>
                  <a:lnTo>
                    <a:pt x="17" y="121"/>
                  </a:lnTo>
                  <a:lnTo>
                    <a:pt x="17" y="121"/>
                  </a:lnTo>
                  <a:lnTo>
                    <a:pt x="18" y="121"/>
                  </a:lnTo>
                  <a:lnTo>
                    <a:pt x="18" y="121"/>
                  </a:lnTo>
                  <a:lnTo>
                    <a:pt x="19" y="121"/>
                  </a:lnTo>
                  <a:lnTo>
                    <a:pt x="20" y="124"/>
                  </a:lnTo>
                  <a:lnTo>
                    <a:pt x="19" y="126"/>
                  </a:lnTo>
                  <a:lnTo>
                    <a:pt x="19" y="126"/>
                  </a:lnTo>
                  <a:lnTo>
                    <a:pt x="19" y="126"/>
                  </a:lnTo>
                  <a:lnTo>
                    <a:pt x="19" y="126"/>
                  </a:lnTo>
                  <a:lnTo>
                    <a:pt x="18" y="126"/>
                  </a:lnTo>
                  <a:lnTo>
                    <a:pt x="18" y="126"/>
                  </a:lnTo>
                  <a:lnTo>
                    <a:pt x="18" y="126"/>
                  </a:lnTo>
                  <a:lnTo>
                    <a:pt x="18" y="126"/>
                  </a:lnTo>
                  <a:lnTo>
                    <a:pt x="16" y="127"/>
                  </a:lnTo>
                  <a:lnTo>
                    <a:pt x="16" y="127"/>
                  </a:lnTo>
                  <a:lnTo>
                    <a:pt x="16" y="127"/>
                  </a:lnTo>
                  <a:lnTo>
                    <a:pt x="16" y="127"/>
                  </a:lnTo>
                  <a:lnTo>
                    <a:pt x="16" y="127"/>
                  </a:lnTo>
                  <a:lnTo>
                    <a:pt x="16" y="127"/>
                  </a:lnTo>
                  <a:lnTo>
                    <a:pt x="16" y="127"/>
                  </a:lnTo>
                  <a:lnTo>
                    <a:pt x="16" y="127"/>
                  </a:lnTo>
                  <a:lnTo>
                    <a:pt x="14" y="127"/>
                  </a:lnTo>
                  <a:lnTo>
                    <a:pt x="14" y="127"/>
                  </a:lnTo>
                  <a:lnTo>
                    <a:pt x="14" y="127"/>
                  </a:lnTo>
                  <a:lnTo>
                    <a:pt x="14" y="127"/>
                  </a:lnTo>
                  <a:lnTo>
                    <a:pt x="13" y="127"/>
                  </a:lnTo>
                  <a:lnTo>
                    <a:pt x="13" y="127"/>
                  </a:lnTo>
                  <a:lnTo>
                    <a:pt x="13" y="127"/>
                  </a:lnTo>
                  <a:lnTo>
                    <a:pt x="13" y="127"/>
                  </a:lnTo>
                  <a:lnTo>
                    <a:pt x="11" y="127"/>
                  </a:lnTo>
                  <a:lnTo>
                    <a:pt x="11" y="127"/>
                  </a:lnTo>
                  <a:lnTo>
                    <a:pt x="11" y="127"/>
                  </a:lnTo>
                  <a:lnTo>
                    <a:pt x="11" y="127"/>
                  </a:lnTo>
                  <a:lnTo>
                    <a:pt x="10" y="127"/>
                  </a:lnTo>
                  <a:lnTo>
                    <a:pt x="10" y="127"/>
                  </a:lnTo>
                  <a:lnTo>
                    <a:pt x="10" y="127"/>
                  </a:lnTo>
                  <a:lnTo>
                    <a:pt x="10" y="126"/>
                  </a:lnTo>
                  <a:lnTo>
                    <a:pt x="9" y="127"/>
                  </a:lnTo>
                  <a:lnTo>
                    <a:pt x="9" y="127"/>
                  </a:lnTo>
                  <a:lnTo>
                    <a:pt x="9" y="127"/>
                  </a:lnTo>
                  <a:lnTo>
                    <a:pt x="9" y="127"/>
                  </a:lnTo>
                  <a:lnTo>
                    <a:pt x="7" y="128"/>
                  </a:lnTo>
                  <a:lnTo>
                    <a:pt x="7" y="128"/>
                  </a:lnTo>
                  <a:lnTo>
                    <a:pt x="7" y="128"/>
                  </a:lnTo>
                  <a:lnTo>
                    <a:pt x="7" y="128"/>
                  </a:lnTo>
                  <a:lnTo>
                    <a:pt x="6" y="130"/>
                  </a:lnTo>
                  <a:lnTo>
                    <a:pt x="6" y="130"/>
                  </a:lnTo>
                  <a:lnTo>
                    <a:pt x="6" y="130"/>
                  </a:lnTo>
                  <a:lnTo>
                    <a:pt x="6" y="130"/>
                  </a:lnTo>
                  <a:lnTo>
                    <a:pt x="5" y="130"/>
                  </a:lnTo>
                  <a:lnTo>
                    <a:pt x="5" y="130"/>
                  </a:lnTo>
                  <a:lnTo>
                    <a:pt x="5" y="130"/>
                  </a:lnTo>
                  <a:lnTo>
                    <a:pt x="5" y="130"/>
                  </a:lnTo>
                  <a:lnTo>
                    <a:pt x="4" y="130"/>
                  </a:lnTo>
                  <a:lnTo>
                    <a:pt x="4" y="130"/>
                  </a:lnTo>
                  <a:lnTo>
                    <a:pt x="4" y="130"/>
                  </a:lnTo>
                  <a:lnTo>
                    <a:pt x="4" y="130"/>
                  </a:lnTo>
                  <a:lnTo>
                    <a:pt x="3" y="130"/>
                  </a:lnTo>
                  <a:lnTo>
                    <a:pt x="3" y="130"/>
                  </a:lnTo>
                  <a:lnTo>
                    <a:pt x="3" y="130"/>
                  </a:lnTo>
                  <a:lnTo>
                    <a:pt x="3" y="130"/>
                  </a:lnTo>
                  <a:lnTo>
                    <a:pt x="1" y="130"/>
                  </a:lnTo>
                  <a:lnTo>
                    <a:pt x="1" y="130"/>
                  </a:lnTo>
                  <a:lnTo>
                    <a:pt x="1" y="130"/>
                  </a:lnTo>
                  <a:lnTo>
                    <a:pt x="1" y="130"/>
                  </a:lnTo>
                  <a:lnTo>
                    <a:pt x="1" y="130"/>
                  </a:lnTo>
                  <a:lnTo>
                    <a:pt x="1" y="130"/>
                  </a:lnTo>
                  <a:lnTo>
                    <a:pt x="1" y="130"/>
                  </a:lnTo>
                  <a:lnTo>
                    <a:pt x="1" y="130"/>
                  </a:lnTo>
                  <a:lnTo>
                    <a:pt x="1" y="131"/>
                  </a:lnTo>
                  <a:lnTo>
                    <a:pt x="1" y="131"/>
                  </a:lnTo>
                  <a:lnTo>
                    <a:pt x="1" y="131"/>
                  </a:lnTo>
                  <a:lnTo>
                    <a:pt x="1" y="131"/>
                  </a:lnTo>
                  <a:lnTo>
                    <a:pt x="1" y="133"/>
                  </a:lnTo>
                  <a:lnTo>
                    <a:pt x="1" y="133"/>
                  </a:lnTo>
                  <a:lnTo>
                    <a:pt x="1" y="133"/>
                  </a:lnTo>
                  <a:lnTo>
                    <a:pt x="1" y="133"/>
                  </a:lnTo>
                  <a:lnTo>
                    <a:pt x="0" y="134"/>
                  </a:lnTo>
                  <a:lnTo>
                    <a:pt x="0" y="134"/>
                  </a:lnTo>
                  <a:lnTo>
                    <a:pt x="0" y="134"/>
                  </a:lnTo>
                  <a:lnTo>
                    <a:pt x="0" y="134"/>
                  </a:lnTo>
                  <a:lnTo>
                    <a:pt x="0" y="134"/>
                  </a:lnTo>
                  <a:lnTo>
                    <a:pt x="0" y="134"/>
                  </a:lnTo>
                  <a:lnTo>
                    <a:pt x="0" y="134"/>
                  </a:lnTo>
                  <a:lnTo>
                    <a:pt x="0" y="134"/>
                  </a:lnTo>
                  <a:lnTo>
                    <a:pt x="0" y="135"/>
                  </a:lnTo>
                  <a:lnTo>
                    <a:pt x="0" y="135"/>
                  </a:lnTo>
                  <a:lnTo>
                    <a:pt x="0" y="135"/>
                  </a:lnTo>
                  <a:lnTo>
                    <a:pt x="0" y="135"/>
                  </a:lnTo>
                  <a:lnTo>
                    <a:pt x="0" y="135"/>
                  </a:lnTo>
                  <a:lnTo>
                    <a:pt x="0" y="135"/>
                  </a:lnTo>
                  <a:lnTo>
                    <a:pt x="0" y="135"/>
                  </a:lnTo>
                  <a:lnTo>
                    <a:pt x="2" y="135"/>
                  </a:lnTo>
                  <a:lnTo>
                    <a:pt x="2" y="135"/>
                  </a:lnTo>
                  <a:lnTo>
                    <a:pt x="2" y="135"/>
                  </a:lnTo>
                  <a:lnTo>
                    <a:pt x="2" y="135"/>
                  </a:lnTo>
                  <a:lnTo>
                    <a:pt x="4" y="135"/>
                  </a:lnTo>
                  <a:lnTo>
                    <a:pt x="4" y="135"/>
                  </a:lnTo>
                  <a:lnTo>
                    <a:pt x="4" y="135"/>
                  </a:lnTo>
                  <a:lnTo>
                    <a:pt x="4" y="135"/>
                  </a:lnTo>
                  <a:lnTo>
                    <a:pt x="5" y="134"/>
                  </a:lnTo>
                  <a:lnTo>
                    <a:pt x="5" y="136"/>
                  </a:lnTo>
                  <a:lnTo>
                    <a:pt x="5" y="136"/>
                  </a:lnTo>
                  <a:lnTo>
                    <a:pt x="5" y="136"/>
                  </a:lnTo>
                  <a:lnTo>
                    <a:pt x="5" y="136"/>
                  </a:lnTo>
                  <a:lnTo>
                    <a:pt x="5" y="136"/>
                  </a:lnTo>
                  <a:lnTo>
                    <a:pt x="5" y="136"/>
                  </a:lnTo>
                  <a:lnTo>
                    <a:pt x="5" y="136"/>
                  </a:lnTo>
                  <a:lnTo>
                    <a:pt x="6" y="136"/>
                  </a:lnTo>
                  <a:lnTo>
                    <a:pt x="6" y="139"/>
                  </a:lnTo>
                  <a:lnTo>
                    <a:pt x="6" y="139"/>
                  </a:lnTo>
                  <a:lnTo>
                    <a:pt x="6" y="139"/>
                  </a:lnTo>
                  <a:lnTo>
                    <a:pt x="7" y="139"/>
                  </a:lnTo>
                  <a:lnTo>
                    <a:pt x="7" y="139"/>
                  </a:lnTo>
                  <a:lnTo>
                    <a:pt x="7" y="139"/>
                  </a:lnTo>
                  <a:lnTo>
                    <a:pt x="7" y="139"/>
                  </a:lnTo>
                  <a:lnTo>
                    <a:pt x="8" y="139"/>
                  </a:lnTo>
                  <a:lnTo>
                    <a:pt x="8" y="139"/>
                  </a:lnTo>
                  <a:lnTo>
                    <a:pt x="8" y="139"/>
                  </a:lnTo>
                  <a:lnTo>
                    <a:pt x="8" y="139"/>
                  </a:lnTo>
                  <a:lnTo>
                    <a:pt x="9" y="139"/>
                  </a:lnTo>
                  <a:lnTo>
                    <a:pt x="9" y="139"/>
                  </a:lnTo>
                  <a:lnTo>
                    <a:pt x="9" y="139"/>
                  </a:lnTo>
                  <a:lnTo>
                    <a:pt x="9" y="139"/>
                  </a:lnTo>
                  <a:lnTo>
                    <a:pt x="11" y="139"/>
                  </a:lnTo>
                  <a:lnTo>
                    <a:pt x="11" y="139"/>
                  </a:lnTo>
                  <a:lnTo>
                    <a:pt x="11" y="139"/>
                  </a:lnTo>
                  <a:lnTo>
                    <a:pt x="11" y="139"/>
                  </a:lnTo>
                  <a:lnTo>
                    <a:pt x="13" y="139"/>
                  </a:lnTo>
                  <a:lnTo>
                    <a:pt x="13" y="139"/>
                  </a:lnTo>
                  <a:lnTo>
                    <a:pt x="13" y="139"/>
                  </a:lnTo>
                  <a:lnTo>
                    <a:pt x="13" y="139"/>
                  </a:lnTo>
                  <a:lnTo>
                    <a:pt x="14" y="139"/>
                  </a:lnTo>
                  <a:lnTo>
                    <a:pt x="14" y="139"/>
                  </a:lnTo>
                  <a:lnTo>
                    <a:pt x="14" y="139"/>
                  </a:lnTo>
                  <a:lnTo>
                    <a:pt x="14" y="139"/>
                  </a:lnTo>
                  <a:lnTo>
                    <a:pt x="15" y="139"/>
                  </a:lnTo>
                  <a:lnTo>
                    <a:pt x="15" y="139"/>
                  </a:lnTo>
                  <a:lnTo>
                    <a:pt x="15" y="139"/>
                  </a:lnTo>
                  <a:lnTo>
                    <a:pt x="15" y="139"/>
                  </a:lnTo>
                  <a:lnTo>
                    <a:pt x="17" y="139"/>
                  </a:lnTo>
                  <a:lnTo>
                    <a:pt x="17" y="139"/>
                  </a:lnTo>
                  <a:lnTo>
                    <a:pt x="17" y="139"/>
                  </a:lnTo>
                  <a:lnTo>
                    <a:pt x="17" y="139"/>
                  </a:lnTo>
                  <a:lnTo>
                    <a:pt x="19" y="139"/>
                  </a:lnTo>
                  <a:lnTo>
                    <a:pt x="19" y="139"/>
                  </a:lnTo>
                  <a:lnTo>
                    <a:pt x="19" y="139"/>
                  </a:lnTo>
                  <a:lnTo>
                    <a:pt x="19" y="139"/>
                  </a:lnTo>
                  <a:lnTo>
                    <a:pt x="20" y="137"/>
                  </a:lnTo>
                  <a:lnTo>
                    <a:pt x="20" y="139"/>
                  </a:lnTo>
                  <a:lnTo>
                    <a:pt x="20" y="139"/>
                  </a:lnTo>
                  <a:lnTo>
                    <a:pt x="20" y="139"/>
                  </a:lnTo>
                  <a:lnTo>
                    <a:pt x="20" y="139"/>
                  </a:lnTo>
                  <a:lnTo>
                    <a:pt x="19" y="140"/>
                  </a:lnTo>
                  <a:lnTo>
                    <a:pt x="19" y="140"/>
                  </a:lnTo>
                  <a:lnTo>
                    <a:pt x="19" y="140"/>
                  </a:lnTo>
                  <a:lnTo>
                    <a:pt x="19" y="140"/>
                  </a:lnTo>
                  <a:lnTo>
                    <a:pt x="16" y="141"/>
                  </a:lnTo>
                  <a:lnTo>
                    <a:pt x="16" y="141"/>
                  </a:lnTo>
                  <a:lnTo>
                    <a:pt x="16" y="141"/>
                  </a:lnTo>
                  <a:lnTo>
                    <a:pt x="16" y="141"/>
                  </a:lnTo>
                  <a:lnTo>
                    <a:pt x="16" y="141"/>
                  </a:lnTo>
                  <a:lnTo>
                    <a:pt x="16" y="141"/>
                  </a:lnTo>
                  <a:lnTo>
                    <a:pt x="16" y="141"/>
                  </a:lnTo>
                  <a:lnTo>
                    <a:pt x="16" y="141"/>
                  </a:lnTo>
                  <a:lnTo>
                    <a:pt x="14" y="141"/>
                  </a:lnTo>
                  <a:lnTo>
                    <a:pt x="14" y="141"/>
                  </a:lnTo>
                  <a:lnTo>
                    <a:pt x="14" y="141"/>
                  </a:lnTo>
                  <a:lnTo>
                    <a:pt x="14" y="141"/>
                  </a:lnTo>
                  <a:lnTo>
                    <a:pt x="12" y="141"/>
                  </a:lnTo>
                  <a:lnTo>
                    <a:pt x="12" y="141"/>
                  </a:lnTo>
                  <a:lnTo>
                    <a:pt x="12" y="141"/>
                  </a:lnTo>
                  <a:lnTo>
                    <a:pt x="12" y="141"/>
                  </a:lnTo>
                  <a:lnTo>
                    <a:pt x="10" y="141"/>
                  </a:lnTo>
                  <a:lnTo>
                    <a:pt x="10" y="141"/>
                  </a:lnTo>
                  <a:lnTo>
                    <a:pt x="10" y="141"/>
                  </a:lnTo>
                  <a:lnTo>
                    <a:pt x="10" y="141"/>
                  </a:lnTo>
                  <a:lnTo>
                    <a:pt x="8" y="141"/>
                  </a:lnTo>
                  <a:lnTo>
                    <a:pt x="8" y="141"/>
                  </a:lnTo>
                  <a:lnTo>
                    <a:pt x="8" y="141"/>
                  </a:lnTo>
                  <a:lnTo>
                    <a:pt x="8" y="141"/>
                  </a:lnTo>
                  <a:lnTo>
                    <a:pt x="7" y="142"/>
                  </a:lnTo>
                  <a:lnTo>
                    <a:pt x="7" y="142"/>
                  </a:lnTo>
                  <a:lnTo>
                    <a:pt x="7" y="142"/>
                  </a:lnTo>
                  <a:lnTo>
                    <a:pt x="7" y="142"/>
                  </a:lnTo>
                  <a:lnTo>
                    <a:pt x="6" y="143"/>
                  </a:lnTo>
                  <a:lnTo>
                    <a:pt x="6" y="143"/>
                  </a:lnTo>
                  <a:lnTo>
                    <a:pt x="6" y="143"/>
                  </a:lnTo>
                  <a:lnTo>
                    <a:pt x="6" y="143"/>
                  </a:lnTo>
                  <a:lnTo>
                    <a:pt x="4" y="145"/>
                  </a:lnTo>
                  <a:lnTo>
                    <a:pt x="4" y="145"/>
                  </a:lnTo>
                  <a:lnTo>
                    <a:pt x="4" y="145"/>
                  </a:lnTo>
                  <a:lnTo>
                    <a:pt x="4" y="145"/>
                  </a:lnTo>
                  <a:lnTo>
                    <a:pt x="4" y="145"/>
                  </a:lnTo>
                  <a:lnTo>
                    <a:pt x="4" y="145"/>
                  </a:lnTo>
                  <a:lnTo>
                    <a:pt x="4" y="145"/>
                  </a:lnTo>
                  <a:lnTo>
                    <a:pt x="4" y="145"/>
                  </a:lnTo>
                  <a:lnTo>
                    <a:pt x="4" y="146"/>
                  </a:lnTo>
                  <a:lnTo>
                    <a:pt x="4" y="146"/>
                  </a:lnTo>
                  <a:lnTo>
                    <a:pt x="4" y="146"/>
                  </a:lnTo>
                  <a:lnTo>
                    <a:pt x="5" y="146"/>
                  </a:lnTo>
                  <a:lnTo>
                    <a:pt x="5" y="146"/>
                  </a:lnTo>
                  <a:lnTo>
                    <a:pt x="6" y="146"/>
                  </a:lnTo>
                  <a:lnTo>
                    <a:pt x="6" y="146"/>
                  </a:lnTo>
                  <a:lnTo>
                    <a:pt x="7" y="146"/>
                  </a:lnTo>
                  <a:lnTo>
                    <a:pt x="7" y="146"/>
                  </a:lnTo>
                  <a:lnTo>
                    <a:pt x="7" y="146"/>
                  </a:lnTo>
                  <a:lnTo>
                    <a:pt x="7" y="146"/>
                  </a:lnTo>
                  <a:lnTo>
                    <a:pt x="9" y="146"/>
                  </a:lnTo>
                  <a:lnTo>
                    <a:pt x="9" y="146"/>
                  </a:lnTo>
                  <a:lnTo>
                    <a:pt x="10" y="146"/>
                  </a:lnTo>
                  <a:lnTo>
                    <a:pt x="10" y="146"/>
                  </a:lnTo>
                  <a:lnTo>
                    <a:pt x="11" y="145"/>
                  </a:lnTo>
                  <a:lnTo>
                    <a:pt x="11" y="145"/>
                  </a:lnTo>
                  <a:lnTo>
                    <a:pt x="11" y="145"/>
                  </a:lnTo>
                  <a:lnTo>
                    <a:pt x="11" y="145"/>
                  </a:lnTo>
                  <a:lnTo>
                    <a:pt x="12" y="145"/>
                  </a:lnTo>
                  <a:lnTo>
                    <a:pt x="12" y="145"/>
                  </a:lnTo>
                  <a:lnTo>
                    <a:pt x="12" y="145"/>
                  </a:lnTo>
                  <a:lnTo>
                    <a:pt x="12" y="145"/>
                  </a:lnTo>
                  <a:lnTo>
                    <a:pt x="14" y="145"/>
                  </a:lnTo>
                  <a:lnTo>
                    <a:pt x="14" y="145"/>
                  </a:lnTo>
                  <a:lnTo>
                    <a:pt x="14" y="145"/>
                  </a:lnTo>
                  <a:lnTo>
                    <a:pt x="14" y="145"/>
                  </a:lnTo>
                  <a:lnTo>
                    <a:pt x="16" y="145"/>
                  </a:lnTo>
                  <a:lnTo>
                    <a:pt x="16" y="145"/>
                  </a:lnTo>
                  <a:lnTo>
                    <a:pt x="16" y="145"/>
                  </a:lnTo>
                  <a:lnTo>
                    <a:pt x="16" y="145"/>
                  </a:lnTo>
                  <a:lnTo>
                    <a:pt x="18" y="145"/>
                  </a:lnTo>
                  <a:lnTo>
                    <a:pt x="18" y="145"/>
                  </a:lnTo>
                  <a:lnTo>
                    <a:pt x="18" y="145"/>
                  </a:lnTo>
                  <a:lnTo>
                    <a:pt x="18" y="145"/>
                  </a:lnTo>
                  <a:lnTo>
                    <a:pt x="18" y="145"/>
                  </a:lnTo>
                  <a:lnTo>
                    <a:pt x="18" y="145"/>
                  </a:lnTo>
                  <a:lnTo>
                    <a:pt x="18" y="145"/>
                  </a:lnTo>
                  <a:lnTo>
                    <a:pt x="18" y="145"/>
                  </a:lnTo>
                  <a:lnTo>
                    <a:pt x="19" y="143"/>
                  </a:lnTo>
                  <a:lnTo>
                    <a:pt x="19" y="143"/>
                  </a:lnTo>
                  <a:lnTo>
                    <a:pt x="19" y="143"/>
                  </a:lnTo>
                  <a:lnTo>
                    <a:pt x="19" y="143"/>
                  </a:lnTo>
                  <a:lnTo>
                    <a:pt x="20" y="142"/>
                  </a:lnTo>
                  <a:lnTo>
                    <a:pt x="20" y="142"/>
                  </a:lnTo>
                  <a:lnTo>
                    <a:pt x="20" y="142"/>
                  </a:lnTo>
                  <a:lnTo>
                    <a:pt x="20" y="142"/>
                  </a:lnTo>
                  <a:lnTo>
                    <a:pt x="22" y="141"/>
                  </a:lnTo>
                  <a:lnTo>
                    <a:pt x="22" y="142"/>
                  </a:lnTo>
                  <a:lnTo>
                    <a:pt x="22" y="142"/>
                  </a:lnTo>
                  <a:lnTo>
                    <a:pt x="22" y="142"/>
                  </a:lnTo>
                  <a:lnTo>
                    <a:pt x="22" y="142"/>
                  </a:lnTo>
                  <a:lnTo>
                    <a:pt x="22" y="143"/>
                  </a:lnTo>
                  <a:lnTo>
                    <a:pt x="22" y="143"/>
                  </a:lnTo>
                  <a:lnTo>
                    <a:pt x="22" y="143"/>
                  </a:lnTo>
                  <a:lnTo>
                    <a:pt x="23" y="143"/>
                  </a:lnTo>
                  <a:lnTo>
                    <a:pt x="23" y="145"/>
                  </a:lnTo>
                  <a:lnTo>
                    <a:pt x="23" y="145"/>
                  </a:lnTo>
                  <a:lnTo>
                    <a:pt x="23" y="145"/>
                  </a:lnTo>
                  <a:lnTo>
                    <a:pt x="23" y="145"/>
                  </a:lnTo>
                  <a:lnTo>
                    <a:pt x="23" y="145"/>
                  </a:lnTo>
                  <a:lnTo>
                    <a:pt x="23" y="145"/>
                  </a:lnTo>
                  <a:lnTo>
                    <a:pt x="23" y="145"/>
                  </a:lnTo>
                  <a:lnTo>
                    <a:pt x="25" y="145"/>
                  </a:lnTo>
                  <a:lnTo>
                    <a:pt x="23" y="145"/>
                  </a:lnTo>
                  <a:lnTo>
                    <a:pt x="23" y="145"/>
                  </a:lnTo>
                  <a:lnTo>
                    <a:pt x="23" y="145"/>
                  </a:lnTo>
                  <a:lnTo>
                    <a:pt x="23" y="145"/>
                  </a:lnTo>
                  <a:lnTo>
                    <a:pt x="22" y="145"/>
                  </a:lnTo>
                  <a:lnTo>
                    <a:pt x="22" y="145"/>
                  </a:lnTo>
                  <a:lnTo>
                    <a:pt x="22" y="145"/>
                  </a:lnTo>
                  <a:lnTo>
                    <a:pt x="22" y="145"/>
                  </a:lnTo>
                  <a:lnTo>
                    <a:pt x="20" y="145"/>
                  </a:lnTo>
                  <a:lnTo>
                    <a:pt x="20" y="145"/>
                  </a:lnTo>
                  <a:lnTo>
                    <a:pt x="20" y="145"/>
                  </a:lnTo>
                  <a:lnTo>
                    <a:pt x="20" y="145"/>
                  </a:lnTo>
                  <a:lnTo>
                    <a:pt x="19" y="145"/>
                  </a:lnTo>
                  <a:lnTo>
                    <a:pt x="19" y="145"/>
                  </a:lnTo>
                  <a:lnTo>
                    <a:pt x="19" y="145"/>
                  </a:lnTo>
                  <a:lnTo>
                    <a:pt x="19" y="145"/>
                  </a:lnTo>
                  <a:lnTo>
                    <a:pt x="17" y="146"/>
                  </a:lnTo>
                  <a:lnTo>
                    <a:pt x="17" y="146"/>
                  </a:lnTo>
                  <a:lnTo>
                    <a:pt x="17" y="146"/>
                  </a:lnTo>
                  <a:lnTo>
                    <a:pt x="17" y="146"/>
                  </a:lnTo>
                  <a:lnTo>
                    <a:pt x="17" y="147"/>
                  </a:lnTo>
                  <a:lnTo>
                    <a:pt x="17" y="147"/>
                  </a:lnTo>
                  <a:lnTo>
                    <a:pt x="17" y="147"/>
                  </a:lnTo>
                  <a:lnTo>
                    <a:pt x="17" y="147"/>
                  </a:lnTo>
                  <a:lnTo>
                    <a:pt x="16" y="148"/>
                  </a:lnTo>
                  <a:lnTo>
                    <a:pt x="16" y="148"/>
                  </a:lnTo>
                  <a:lnTo>
                    <a:pt x="16" y="148"/>
                  </a:lnTo>
                  <a:lnTo>
                    <a:pt x="16" y="148"/>
                  </a:lnTo>
                  <a:lnTo>
                    <a:pt x="16" y="148"/>
                  </a:lnTo>
                  <a:lnTo>
                    <a:pt x="16" y="148"/>
                  </a:lnTo>
                  <a:lnTo>
                    <a:pt x="16" y="148"/>
                  </a:lnTo>
                  <a:lnTo>
                    <a:pt x="16" y="148"/>
                  </a:lnTo>
                  <a:lnTo>
                    <a:pt x="15" y="150"/>
                  </a:lnTo>
                  <a:lnTo>
                    <a:pt x="15" y="150"/>
                  </a:lnTo>
                  <a:lnTo>
                    <a:pt x="15" y="150"/>
                  </a:lnTo>
                  <a:lnTo>
                    <a:pt x="15" y="150"/>
                  </a:lnTo>
                  <a:lnTo>
                    <a:pt x="14" y="151"/>
                  </a:lnTo>
                  <a:lnTo>
                    <a:pt x="14" y="151"/>
                  </a:lnTo>
                  <a:lnTo>
                    <a:pt x="14" y="151"/>
                  </a:lnTo>
                  <a:lnTo>
                    <a:pt x="14" y="151"/>
                  </a:lnTo>
                  <a:lnTo>
                    <a:pt x="12" y="153"/>
                  </a:lnTo>
                  <a:lnTo>
                    <a:pt x="12" y="153"/>
                  </a:lnTo>
                  <a:lnTo>
                    <a:pt x="12" y="153"/>
                  </a:lnTo>
                  <a:lnTo>
                    <a:pt x="12" y="153"/>
                  </a:lnTo>
                  <a:lnTo>
                    <a:pt x="11" y="153"/>
                  </a:lnTo>
                  <a:lnTo>
                    <a:pt x="11" y="153"/>
                  </a:lnTo>
                  <a:lnTo>
                    <a:pt x="11" y="153"/>
                  </a:lnTo>
                  <a:lnTo>
                    <a:pt x="11" y="153"/>
                  </a:lnTo>
                  <a:lnTo>
                    <a:pt x="11" y="155"/>
                  </a:lnTo>
                  <a:lnTo>
                    <a:pt x="11" y="155"/>
                  </a:lnTo>
                  <a:lnTo>
                    <a:pt x="11" y="155"/>
                  </a:lnTo>
                  <a:lnTo>
                    <a:pt x="13" y="155"/>
                  </a:lnTo>
                  <a:lnTo>
                    <a:pt x="13" y="155"/>
                  </a:lnTo>
                  <a:lnTo>
                    <a:pt x="13" y="155"/>
                  </a:lnTo>
                  <a:lnTo>
                    <a:pt x="13" y="155"/>
                  </a:lnTo>
                  <a:lnTo>
                    <a:pt x="14" y="155"/>
                  </a:lnTo>
                  <a:lnTo>
                    <a:pt x="14" y="155"/>
                  </a:lnTo>
                  <a:lnTo>
                    <a:pt x="14" y="155"/>
                  </a:lnTo>
                  <a:lnTo>
                    <a:pt x="14" y="155"/>
                  </a:lnTo>
                  <a:lnTo>
                    <a:pt x="16" y="155"/>
                  </a:lnTo>
                  <a:lnTo>
                    <a:pt x="16" y="155"/>
                  </a:lnTo>
                  <a:lnTo>
                    <a:pt x="16" y="155"/>
                  </a:lnTo>
                  <a:lnTo>
                    <a:pt x="16" y="155"/>
                  </a:lnTo>
                  <a:lnTo>
                    <a:pt x="18" y="155"/>
                  </a:lnTo>
                  <a:lnTo>
                    <a:pt x="18" y="155"/>
                  </a:lnTo>
                  <a:lnTo>
                    <a:pt x="18" y="155"/>
                  </a:lnTo>
                  <a:lnTo>
                    <a:pt x="18" y="155"/>
                  </a:lnTo>
                  <a:lnTo>
                    <a:pt x="18" y="155"/>
                  </a:lnTo>
                  <a:lnTo>
                    <a:pt x="18" y="155"/>
                  </a:lnTo>
                  <a:lnTo>
                    <a:pt x="18" y="155"/>
                  </a:lnTo>
                  <a:lnTo>
                    <a:pt x="18" y="155"/>
                  </a:lnTo>
                  <a:lnTo>
                    <a:pt x="20" y="153"/>
                  </a:lnTo>
                  <a:lnTo>
                    <a:pt x="20" y="153"/>
                  </a:lnTo>
                  <a:lnTo>
                    <a:pt x="20" y="153"/>
                  </a:lnTo>
                  <a:lnTo>
                    <a:pt x="20" y="153"/>
                  </a:lnTo>
                  <a:lnTo>
                    <a:pt x="20" y="153"/>
                  </a:lnTo>
                  <a:lnTo>
                    <a:pt x="20" y="153"/>
                  </a:lnTo>
                  <a:lnTo>
                    <a:pt x="20" y="153"/>
                  </a:lnTo>
                  <a:lnTo>
                    <a:pt x="20" y="153"/>
                  </a:lnTo>
                  <a:lnTo>
                    <a:pt x="22" y="151"/>
                  </a:lnTo>
                  <a:lnTo>
                    <a:pt x="22" y="153"/>
                  </a:lnTo>
                  <a:lnTo>
                    <a:pt x="22" y="153"/>
                  </a:lnTo>
                  <a:lnTo>
                    <a:pt x="22" y="153"/>
                  </a:lnTo>
                  <a:lnTo>
                    <a:pt x="22" y="153"/>
                  </a:lnTo>
                  <a:lnTo>
                    <a:pt x="22" y="155"/>
                  </a:lnTo>
                  <a:lnTo>
                    <a:pt x="22" y="155"/>
                  </a:lnTo>
                  <a:lnTo>
                    <a:pt x="22" y="155"/>
                  </a:lnTo>
                  <a:lnTo>
                    <a:pt x="22" y="155"/>
                  </a:lnTo>
                  <a:lnTo>
                    <a:pt x="22" y="155"/>
                  </a:lnTo>
                  <a:lnTo>
                    <a:pt x="22" y="155"/>
                  </a:lnTo>
                  <a:lnTo>
                    <a:pt x="22" y="155"/>
                  </a:lnTo>
                  <a:lnTo>
                    <a:pt x="22" y="155"/>
                  </a:lnTo>
                  <a:lnTo>
                    <a:pt x="22" y="155"/>
                  </a:lnTo>
                  <a:lnTo>
                    <a:pt x="22" y="155"/>
                  </a:lnTo>
                  <a:lnTo>
                    <a:pt x="22" y="155"/>
                  </a:lnTo>
                  <a:lnTo>
                    <a:pt x="23" y="155"/>
                  </a:lnTo>
                  <a:lnTo>
                    <a:pt x="23" y="157"/>
                  </a:lnTo>
                  <a:lnTo>
                    <a:pt x="24" y="157"/>
                  </a:lnTo>
                  <a:lnTo>
                    <a:pt x="24" y="158"/>
                  </a:lnTo>
                  <a:lnTo>
                    <a:pt x="26" y="158"/>
                  </a:lnTo>
                  <a:lnTo>
                    <a:pt x="26" y="158"/>
                  </a:lnTo>
                  <a:lnTo>
                    <a:pt x="28" y="158"/>
                  </a:lnTo>
                  <a:lnTo>
                    <a:pt x="29" y="158"/>
                  </a:lnTo>
                  <a:lnTo>
                    <a:pt x="31" y="157"/>
                  </a:lnTo>
                  <a:lnTo>
                    <a:pt x="31" y="157"/>
                  </a:lnTo>
                  <a:lnTo>
                    <a:pt x="33" y="157"/>
                  </a:lnTo>
                  <a:lnTo>
                    <a:pt x="35" y="157"/>
                  </a:lnTo>
                  <a:lnTo>
                    <a:pt x="36" y="156"/>
                  </a:lnTo>
                  <a:lnTo>
                    <a:pt x="36" y="156"/>
                  </a:lnTo>
                  <a:lnTo>
                    <a:pt x="38" y="156"/>
                  </a:lnTo>
                  <a:lnTo>
                    <a:pt x="39" y="156"/>
                  </a:lnTo>
                  <a:lnTo>
                    <a:pt x="41" y="155"/>
                  </a:lnTo>
                  <a:lnTo>
                    <a:pt x="41" y="155"/>
                  </a:lnTo>
                  <a:lnTo>
                    <a:pt x="41" y="155"/>
                  </a:lnTo>
                  <a:lnTo>
                    <a:pt x="41" y="155"/>
                  </a:lnTo>
                  <a:lnTo>
                    <a:pt x="42" y="155"/>
                  </a:lnTo>
                  <a:lnTo>
                    <a:pt x="42" y="155"/>
                  </a:lnTo>
                  <a:lnTo>
                    <a:pt x="42" y="155"/>
                  </a:lnTo>
                  <a:lnTo>
                    <a:pt x="42" y="155"/>
                  </a:lnTo>
                  <a:lnTo>
                    <a:pt x="44" y="155"/>
                  </a:lnTo>
                  <a:lnTo>
                    <a:pt x="44" y="155"/>
                  </a:lnTo>
                  <a:lnTo>
                    <a:pt x="44" y="155"/>
                  </a:lnTo>
                  <a:lnTo>
                    <a:pt x="44" y="155"/>
                  </a:lnTo>
                  <a:lnTo>
                    <a:pt x="46" y="155"/>
                  </a:lnTo>
                  <a:lnTo>
                    <a:pt x="46" y="155"/>
                  </a:lnTo>
                  <a:lnTo>
                    <a:pt x="47" y="155"/>
                  </a:lnTo>
                  <a:lnTo>
                    <a:pt x="47" y="155"/>
                  </a:lnTo>
                  <a:lnTo>
                    <a:pt x="49" y="153"/>
                  </a:lnTo>
                  <a:lnTo>
                    <a:pt x="49" y="153"/>
                  </a:lnTo>
                  <a:lnTo>
                    <a:pt x="49" y="153"/>
                  </a:lnTo>
                  <a:lnTo>
                    <a:pt x="49" y="153"/>
                  </a:lnTo>
                  <a:lnTo>
                    <a:pt x="49" y="153"/>
                  </a:lnTo>
                  <a:lnTo>
                    <a:pt x="49" y="153"/>
                  </a:lnTo>
                  <a:lnTo>
                    <a:pt x="49" y="153"/>
                  </a:lnTo>
                  <a:lnTo>
                    <a:pt x="49" y="153"/>
                  </a:lnTo>
                  <a:lnTo>
                    <a:pt x="49" y="151"/>
                  </a:lnTo>
                  <a:lnTo>
                    <a:pt x="49" y="151"/>
                  </a:lnTo>
                  <a:lnTo>
                    <a:pt x="49" y="151"/>
                  </a:lnTo>
                  <a:lnTo>
                    <a:pt x="49" y="151"/>
                  </a:lnTo>
                  <a:lnTo>
                    <a:pt x="49" y="150"/>
                  </a:lnTo>
                  <a:lnTo>
                    <a:pt x="49" y="150"/>
                  </a:lnTo>
                  <a:lnTo>
                    <a:pt x="49" y="150"/>
                  </a:lnTo>
                  <a:lnTo>
                    <a:pt x="49" y="150"/>
                  </a:lnTo>
                  <a:lnTo>
                    <a:pt x="49" y="149"/>
                  </a:lnTo>
                  <a:lnTo>
                    <a:pt x="49" y="150"/>
                  </a:lnTo>
                  <a:lnTo>
                    <a:pt x="49" y="150"/>
                  </a:lnTo>
                  <a:lnTo>
                    <a:pt x="49" y="150"/>
                  </a:lnTo>
                  <a:lnTo>
                    <a:pt x="49" y="150"/>
                  </a:lnTo>
                  <a:lnTo>
                    <a:pt x="49" y="150"/>
                  </a:lnTo>
                  <a:lnTo>
                    <a:pt x="49" y="150"/>
                  </a:lnTo>
                  <a:lnTo>
                    <a:pt x="49" y="150"/>
                  </a:lnTo>
                  <a:lnTo>
                    <a:pt x="50" y="150"/>
                  </a:lnTo>
                  <a:lnTo>
                    <a:pt x="50" y="151"/>
                  </a:lnTo>
                  <a:lnTo>
                    <a:pt x="50" y="151"/>
                  </a:lnTo>
                  <a:lnTo>
                    <a:pt x="50" y="151"/>
                  </a:lnTo>
                  <a:lnTo>
                    <a:pt x="50" y="151"/>
                  </a:lnTo>
                  <a:lnTo>
                    <a:pt x="50" y="151"/>
                  </a:lnTo>
                  <a:lnTo>
                    <a:pt x="50" y="151"/>
                  </a:lnTo>
                  <a:lnTo>
                    <a:pt x="50" y="151"/>
                  </a:lnTo>
                  <a:lnTo>
                    <a:pt x="51" y="151"/>
                  </a:lnTo>
                  <a:lnTo>
                    <a:pt x="51" y="151"/>
                  </a:lnTo>
                  <a:lnTo>
                    <a:pt x="51" y="151"/>
                  </a:lnTo>
                  <a:lnTo>
                    <a:pt x="51" y="151"/>
                  </a:lnTo>
                  <a:lnTo>
                    <a:pt x="51" y="151"/>
                  </a:lnTo>
                  <a:lnTo>
                    <a:pt x="51" y="151"/>
                  </a:lnTo>
                  <a:lnTo>
                    <a:pt x="51" y="151"/>
                  </a:lnTo>
                  <a:lnTo>
                    <a:pt x="51" y="151"/>
                  </a:lnTo>
                  <a:lnTo>
                    <a:pt x="53" y="150"/>
                  </a:lnTo>
                  <a:lnTo>
                    <a:pt x="53" y="150"/>
                  </a:lnTo>
                  <a:lnTo>
                    <a:pt x="53" y="150"/>
                  </a:lnTo>
                  <a:lnTo>
                    <a:pt x="53" y="150"/>
                  </a:lnTo>
                  <a:lnTo>
                    <a:pt x="54" y="150"/>
                  </a:lnTo>
                  <a:lnTo>
                    <a:pt x="54" y="150"/>
                  </a:lnTo>
                  <a:lnTo>
                    <a:pt x="54" y="150"/>
                  </a:lnTo>
                  <a:lnTo>
                    <a:pt x="54" y="150"/>
                  </a:lnTo>
                  <a:lnTo>
                    <a:pt x="55" y="149"/>
                  </a:lnTo>
                  <a:lnTo>
                    <a:pt x="55" y="149"/>
                  </a:lnTo>
                  <a:lnTo>
                    <a:pt x="55" y="149"/>
                  </a:lnTo>
                  <a:lnTo>
                    <a:pt x="55" y="149"/>
                  </a:lnTo>
                  <a:lnTo>
                    <a:pt x="55" y="149"/>
                  </a:lnTo>
                  <a:lnTo>
                    <a:pt x="55" y="149"/>
                  </a:lnTo>
                  <a:lnTo>
                    <a:pt x="55" y="149"/>
                  </a:lnTo>
                  <a:lnTo>
                    <a:pt x="55" y="149"/>
                  </a:lnTo>
                  <a:lnTo>
                    <a:pt x="55" y="147"/>
                  </a:lnTo>
                  <a:lnTo>
                    <a:pt x="55" y="147"/>
                  </a:lnTo>
                  <a:lnTo>
                    <a:pt x="55" y="147"/>
                  </a:lnTo>
                  <a:lnTo>
                    <a:pt x="55" y="147"/>
                  </a:lnTo>
                  <a:lnTo>
                    <a:pt x="55" y="146"/>
                  </a:lnTo>
                  <a:lnTo>
                    <a:pt x="55" y="146"/>
                  </a:lnTo>
                  <a:lnTo>
                    <a:pt x="55" y="146"/>
                  </a:lnTo>
                  <a:lnTo>
                    <a:pt x="55" y="146"/>
                  </a:lnTo>
                  <a:lnTo>
                    <a:pt x="55" y="144"/>
                  </a:lnTo>
                  <a:lnTo>
                    <a:pt x="55" y="145"/>
                  </a:lnTo>
                  <a:lnTo>
                    <a:pt x="55" y="145"/>
                  </a:lnTo>
                  <a:lnTo>
                    <a:pt x="55" y="145"/>
                  </a:lnTo>
                  <a:lnTo>
                    <a:pt x="55" y="145"/>
                  </a:lnTo>
                  <a:lnTo>
                    <a:pt x="55" y="145"/>
                  </a:lnTo>
                  <a:lnTo>
                    <a:pt x="56" y="145"/>
                  </a:lnTo>
                  <a:lnTo>
                    <a:pt x="56" y="145"/>
                  </a:lnTo>
                  <a:lnTo>
                    <a:pt x="58" y="145"/>
                  </a:lnTo>
                  <a:lnTo>
                    <a:pt x="58" y="145"/>
                  </a:lnTo>
                  <a:lnTo>
                    <a:pt x="58" y="145"/>
                  </a:lnTo>
                  <a:lnTo>
                    <a:pt x="58" y="145"/>
                  </a:lnTo>
                  <a:lnTo>
                    <a:pt x="60" y="145"/>
                  </a:lnTo>
                  <a:lnTo>
                    <a:pt x="60" y="145"/>
                  </a:lnTo>
                  <a:lnTo>
                    <a:pt x="60" y="145"/>
                  </a:lnTo>
                  <a:lnTo>
                    <a:pt x="60" y="145"/>
                  </a:lnTo>
                  <a:lnTo>
                    <a:pt x="62" y="145"/>
                  </a:lnTo>
                  <a:lnTo>
                    <a:pt x="61" y="147"/>
                  </a:lnTo>
                  <a:lnTo>
                    <a:pt x="61" y="147"/>
                  </a:lnTo>
                  <a:lnTo>
                    <a:pt x="61" y="147"/>
                  </a:lnTo>
                  <a:lnTo>
                    <a:pt x="61" y="147"/>
                  </a:lnTo>
                  <a:lnTo>
                    <a:pt x="61" y="148"/>
                  </a:lnTo>
                  <a:lnTo>
                    <a:pt x="61" y="148"/>
                  </a:lnTo>
                  <a:lnTo>
                    <a:pt x="61" y="148"/>
                  </a:lnTo>
                  <a:lnTo>
                    <a:pt x="61" y="148"/>
                  </a:lnTo>
                  <a:lnTo>
                    <a:pt x="61" y="149"/>
                  </a:lnTo>
                  <a:lnTo>
                    <a:pt x="61" y="149"/>
                  </a:lnTo>
                  <a:lnTo>
                    <a:pt x="61" y="149"/>
                  </a:lnTo>
                  <a:lnTo>
                    <a:pt x="61" y="149"/>
                  </a:lnTo>
                  <a:lnTo>
                    <a:pt x="61" y="149"/>
                  </a:lnTo>
                  <a:lnTo>
                    <a:pt x="61" y="149"/>
                  </a:lnTo>
                  <a:lnTo>
                    <a:pt x="61" y="149"/>
                  </a:lnTo>
                  <a:lnTo>
                    <a:pt x="61" y="149"/>
                  </a:lnTo>
                  <a:lnTo>
                    <a:pt x="61" y="149"/>
                  </a:lnTo>
                  <a:lnTo>
                    <a:pt x="61" y="149"/>
                  </a:lnTo>
                  <a:lnTo>
                    <a:pt x="61" y="149"/>
                  </a:lnTo>
                  <a:lnTo>
                    <a:pt x="62" y="149"/>
                  </a:lnTo>
                  <a:lnTo>
                    <a:pt x="62" y="149"/>
                  </a:lnTo>
                  <a:lnTo>
                    <a:pt x="62" y="149"/>
                  </a:lnTo>
                  <a:lnTo>
                    <a:pt x="62" y="149"/>
                  </a:lnTo>
                  <a:lnTo>
                    <a:pt x="64" y="149"/>
                  </a:lnTo>
                  <a:lnTo>
                    <a:pt x="64" y="149"/>
                  </a:lnTo>
                  <a:lnTo>
                    <a:pt x="64" y="149"/>
                  </a:lnTo>
                  <a:lnTo>
                    <a:pt x="64" y="149"/>
                  </a:lnTo>
                  <a:lnTo>
                    <a:pt x="66" y="149"/>
                  </a:lnTo>
                  <a:lnTo>
                    <a:pt x="66" y="149"/>
                  </a:lnTo>
                  <a:lnTo>
                    <a:pt x="67" y="149"/>
                  </a:lnTo>
                  <a:lnTo>
                    <a:pt x="67" y="149"/>
                  </a:lnTo>
                  <a:lnTo>
                    <a:pt x="69" y="149"/>
                  </a:lnTo>
                  <a:lnTo>
                    <a:pt x="69" y="149"/>
                  </a:lnTo>
                  <a:lnTo>
                    <a:pt x="69" y="149"/>
                  </a:lnTo>
                  <a:lnTo>
                    <a:pt x="69" y="149"/>
                  </a:lnTo>
                  <a:lnTo>
                    <a:pt x="69" y="149"/>
                  </a:lnTo>
                  <a:lnTo>
                    <a:pt x="69" y="149"/>
                  </a:lnTo>
                  <a:lnTo>
                    <a:pt x="69" y="149"/>
                  </a:lnTo>
                  <a:lnTo>
                    <a:pt x="69" y="149"/>
                  </a:lnTo>
                  <a:lnTo>
                    <a:pt x="69" y="148"/>
                  </a:lnTo>
                  <a:lnTo>
                    <a:pt x="69" y="148"/>
                  </a:lnTo>
                  <a:lnTo>
                    <a:pt x="69" y="148"/>
                  </a:lnTo>
                  <a:lnTo>
                    <a:pt x="69" y="148"/>
                  </a:lnTo>
                  <a:lnTo>
                    <a:pt x="69" y="147"/>
                  </a:lnTo>
                  <a:lnTo>
                    <a:pt x="69" y="147"/>
                  </a:lnTo>
                  <a:lnTo>
                    <a:pt x="69" y="147"/>
                  </a:lnTo>
                  <a:lnTo>
                    <a:pt x="69" y="147"/>
                  </a:lnTo>
                  <a:lnTo>
                    <a:pt x="69" y="145"/>
                  </a:lnTo>
                  <a:lnTo>
                    <a:pt x="69" y="145"/>
                  </a:lnTo>
                  <a:lnTo>
                    <a:pt x="69" y="145"/>
                  </a:lnTo>
                  <a:lnTo>
                    <a:pt x="69" y="145"/>
                  </a:lnTo>
                  <a:lnTo>
                    <a:pt x="70" y="145"/>
                  </a:lnTo>
                  <a:lnTo>
                    <a:pt x="70" y="145"/>
                  </a:lnTo>
                  <a:lnTo>
                    <a:pt x="71" y="145"/>
                  </a:lnTo>
                  <a:lnTo>
                    <a:pt x="71" y="145"/>
                  </a:lnTo>
                  <a:lnTo>
                    <a:pt x="73" y="145"/>
                  </a:lnTo>
                  <a:lnTo>
                    <a:pt x="73" y="145"/>
                  </a:lnTo>
                  <a:lnTo>
                    <a:pt x="73" y="145"/>
                  </a:lnTo>
                  <a:lnTo>
                    <a:pt x="73" y="145"/>
                  </a:lnTo>
                  <a:lnTo>
                    <a:pt x="75" y="145"/>
                  </a:lnTo>
                  <a:lnTo>
                    <a:pt x="75" y="145"/>
                  </a:lnTo>
                  <a:lnTo>
                    <a:pt x="75" y="145"/>
                  </a:lnTo>
                  <a:lnTo>
                    <a:pt x="75" y="145"/>
                  </a:lnTo>
                  <a:lnTo>
                    <a:pt x="77" y="145"/>
                  </a:lnTo>
                  <a:lnTo>
                    <a:pt x="77" y="145"/>
                  </a:lnTo>
                  <a:lnTo>
                    <a:pt x="77" y="145"/>
                  </a:lnTo>
                  <a:lnTo>
                    <a:pt x="77" y="145"/>
                  </a:lnTo>
                  <a:lnTo>
                    <a:pt x="77" y="145"/>
                  </a:lnTo>
                  <a:lnTo>
                    <a:pt x="77" y="145"/>
                  </a:lnTo>
                  <a:lnTo>
                    <a:pt x="77" y="145"/>
                  </a:lnTo>
                  <a:lnTo>
                    <a:pt x="77" y="145"/>
                  </a:lnTo>
                  <a:lnTo>
                    <a:pt x="79" y="143"/>
                  </a:lnTo>
                  <a:lnTo>
                    <a:pt x="79" y="143"/>
                  </a:lnTo>
                  <a:lnTo>
                    <a:pt x="79" y="143"/>
                  </a:lnTo>
                  <a:lnTo>
                    <a:pt x="79" y="143"/>
                  </a:lnTo>
                  <a:lnTo>
                    <a:pt x="80" y="142"/>
                  </a:lnTo>
                  <a:lnTo>
                    <a:pt x="80" y="142"/>
                  </a:lnTo>
                  <a:lnTo>
                    <a:pt x="80" y="142"/>
                  </a:lnTo>
                  <a:lnTo>
                    <a:pt x="80" y="142"/>
                  </a:lnTo>
                  <a:lnTo>
                    <a:pt x="81" y="141"/>
                  </a:lnTo>
                  <a:lnTo>
                    <a:pt x="81" y="141"/>
                  </a:lnTo>
                  <a:lnTo>
                    <a:pt x="81" y="141"/>
                  </a:lnTo>
                  <a:lnTo>
                    <a:pt x="81" y="141"/>
                  </a:lnTo>
                  <a:lnTo>
                    <a:pt x="81" y="141"/>
                  </a:lnTo>
                  <a:lnTo>
                    <a:pt x="81" y="141"/>
                  </a:lnTo>
                  <a:lnTo>
                    <a:pt x="81" y="141"/>
                  </a:lnTo>
                  <a:lnTo>
                    <a:pt x="81" y="141"/>
                  </a:lnTo>
                  <a:lnTo>
                    <a:pt x="82" y="141"/>
                  </a:lnTo>
                  <a:lnTo>
                    <a:pt x="82" y="141"/>
                  </a:lnTo>
                  <a:lnTo>
                    <a:pt x="82" y="141"/>
                  </a:lnTo>
                  <a:lnTo>
                    <a:pt x="82" y="141"/>
                  </a:lnTo>
                  <a:lnTo>
                    <a:pt x="84" y="141"/>
                  </a:lnTo>
                  <a:lnTo>
                    <a:pt x="84" y="141"/>
                  </a:lnTo>
                  <a:lnTo>
                    <a:pt x="84" y="141"/>
                  </a:lnTo>
                  <a:lnTo>
                    <a:pt x="84" y="141"/>
                  </a:lnTo>
                  <a:lnTo>
                    <a:pt x="85" y="141"/>
                  </a:lnTo>
                  <a:lnTo>
                    <a:pt x="85" y="142"/>
                  </a:lnTo>
                  <a:lnTo>
                    <a:pt x="85" y="142"/>
                  </a:lnTo>
                  <a:lnTo>
                    <a:pt x="85" y="142"/>
                  </a:lnTo>
                  <a:lnTo>
                    <a:pt x="85" y="142"/>
                  </a:lnTo>
                  <a:lnTo>
                    <a:pt x="85" y="142"/>
                  </a:lnTo>
                  <a:lnTo>
                    <a:pt x="85" y="142"/>
                  </a:lnTo>
                  <a:lnTo>
                    <a:pt x="85" y="142"/>
                  </a:lnTo>
                  <a:lnTo>
                    <a:pt x="86" y="142"/>
                  </a:lnTo>
                  <a:lnTo>
                    <a:pt x="86" y="143"/>
                  </a:lnTo>
                  <a:lnTo>
                    <a:pt x="86" y="143"/>
                  </a:lnTo>
                  <a:lnTo>
                    <a:pt x="86" y="143"/>
                  </a:lnTo>
                  <a:lnTo>
                    <a:pt x="86" y="143"/>
                  </a:lnTo>
                  <a:lnTo>
                    <a:pt x="86" y="143"/>
                  </a:lnTo>
                  <a:lnTo>
                    <a:pt x="86" y="143"/>
                  </a:lnTo>
                  <a:lnTo>
                    <a:pt x="86" y="143"/>
                  </a:lnTo>
                  <a:lnTo>
                    <a:pt x="88" y="143"/>
                  </a:lnTo>
                  <a:lnTo>
                    <a:pt x="88" y="144"/>
                  </a:lnTo>
                  <a:lnTo>
                    <a:pt x="88" y="144"/>
                  </a:lnTo>
                  <a:lnTo>
                    <a:pt x="88" y="144"/>
                  </a:lnTo>
                  <a:lnTo>
                    <a:pt x="88" y="144"/>
                  </a:lnTo>
                  <a:lnTo>
                    <a:pt x="88" y="144"/>
                  </a:lnTo>
                  <a:lnTo>
                    <a:pt x="88" y="144"/>
                  </a:lnTo>
                  <a:lnTo>
                    <a:pt x="88" y="144"/>
                  </a:lnTo>
                  <a:lnTo>
                    <a:pt x="89" y="144"/>
                  </a:lnTo>
                  <a:lnTo>
                    <a:pt x="89" y="144"/>
                  </a:lnTo>
                  <a:lnTo>
                    <a:pt x="89" y="144"/>
                  </a:lnTo>
                  <a:lnTo>
                    <a:pt x="89" y="144"/>
                  </a:lnTo>
                  <a:lnTo>
                    <a:pt x="92" y="144"/>
                  </a:lnTo>
                  <a:lnTo>
                    <a:pt x="92" y="144"/>
                  </a:lnTo>
                  <a:lnTo>
                    <a:pt x="92" y="144"/>
                  </a:lnTo>
                  <a:lnTo>
                    <a:pt x="92" y="144"/>
                  </a:lnTo>
                  <a:lnTo>
                    <a:pt x="94" y="144"/>
                  </a:lnTo>
                  <a:lnTo>
                    <a:pt x="94" y="144"/>
                  </a:lnTo>
                  <a:lnTo>
                    <a:pt x="94" y="144"/>
                  </a:lnTo>
                  <a:lnTo>
                    <a:pt x="94" y="144"/>
                  </a:lnTo>
                  <a:lnTo>
                    <a:pt x="94" y="144"/>
                  </a:lnTo>
                  <a:lnTo>
                    <a:pt x="94" y="144"/>
                  </a:lnTo>
                  <a:lnTo>
                    <a:pt x="94" y="144"/>
                  </a:lnTo>
                  <a:lnTo>
                    <a:pt x="94" y="144"/>
                  </a:lnTo>
                  <a:lnTo>
                    <a:pt x="94" y="142"/>
                  </a:lnTo>
                  <a:lnTo>
                    <a:pt x="94" y="142"/>
                  </a:lnTo>
                  <a:lnTo>
                    <a:pt x="94" y="142"/>
                  </a:lnTo>
                  <a:lnTo>
                    <a:pt x="94" y="142"/>
                  </a:lnTo>
                  <a:lnTo>
                    <a:pt x="95" y="142"/>
                  </a:lnTo>
                  <a:lnTo>
                    <a:pt x="95" y="142"/>
                  </a:lnTo>
                  <a:lnTo>
                    <a:pt x="95" y="142"/>
                  </a:lnTo>
                  <a:lnTo>
                    <a:pt x="95" y="142"/>
                  </a:lnTo>
                  <a:lnTo>
                    <a:pt x="97" y="141"/>
                  </a:lnTo>
                  <a:lnTo>
                    <a:pt x="97" y="142"/>
                  </a:lnTo>
                  <a:lnTo>
                    <a:pt x="97" y="142"/>
                  </a:lnTo>
                  <a:lnTo>
                    <a:pt x="97" y="142"/>
                  </a:lnTo>
                  <a:lnTo>
                    <a:pt x="97" y="142"/>
                  </a:lnTo>
                  <a:lnTo>
                    <a:pt x="97" y="143"/>
                  </a:lnTo>
                  <a:lnTo>
                    <a:pt x="97" y="143"/>
                  </a:lnTo>
                  <a:lnTo>
                    <a:pt x="97" y="143"/>
                  </a:lnTo>
                  <a:lnTo>
                    <a:pt x="97" y="143"/>
                  </a:lnTo>
                  <a:lnTo>
                    <a:pt x="97" y="144"/>
                  </a:lnTo>
                  <a:lnTo>
                    <a:pt x="97" y="144"/>
                  </a:lnTo>
                  <a:lnTo>
                    <a:pt x="97" y="144"/>
                  </a:lnTo>
                  <a:lnTo>
                    <a:pt x="97" y="144"/>
                  </a:lnTo>
                  <a:lnTo>
                    <a:pt x="97" y="144"/>
                  </a:lnTo>
                  <a:lnTo>
                    <a:pt x="97" y="144"/>
                  </a:lnTo>
                  <a:lnTo>
                    <a:pt x="97" y="144"/>
                  </a:lnTo>
                  <a:lnTo>
                    <a:pt x="98" y="144"/>
                  </a:lnTo>
                  <a:lnTo>
                    <a:pt x="98" y="144"/>
                  </a:lnTo>
                  <a:lnTo>
                    <a:pt x="98" y="144"/>
                  </a:lnTo>
                  <a:lnTo>
                    <a:pt x="98" y="144"/>
                  </a:lnTo>
                  <a:lnTo>
                    <a:pt x="98" y="144"/>
                  </a:lnTo>
                  <a:lnTo>
                    <a:pt x="98" y="144"/>
                  </a:lnTo>
                  <a:lnTo>
                    <a:pt x="98" y="144"/>
                  </a:lnTo>
                  <a:lnTo>
                    <a:pt x="98" y="144"/>
                  </a:lnTo>
                  <a:lnTo>
                    <a:pt x="99" y="143"/>
                  </a:lnTo>
                  <a:lnTo>
                    <a:pt x="99" y="143"/>
                  </a:lnTo>
                  <a:lnTo>
                    <a:pt x="99" y="143"/>
                  </a:lnTo>
                  <a:lnTo>
                    <a:pt x="99" y="143"/>
                  </a:lnTo>
                  <a:lnTo>
                    <a:pt x="99" y="142"/>
                  </a:lnTo>
                  <a:lnTo>
                    <a:pt x="99" y="142"/>
                  </a:lnTo>
                  <a:lnTo>
                    <a:pt x="99" y="142"/>
                  </a:lnTo>
                  <a:lnTo>
                    <a:pt x="99" y="142"/>
                  </a:lnTo>
                  <a:lnTo>
                    <a:pt x="101" y="141"/>
                  </a:lnTo>
                  <a:lnTo>
                    <a:pt x="101" y="142"/>
                  </a:lnTo>
                  <a:lnTo>
                    <a:pt x="101" y="142"/>
                  </a:lnTo>
                  <a:lnTo>
                    <a:pt x="101" y="142"/>
                  </a:lnTo>
                  <a:lnTo>
                    <a:pt x="101" y="142"/>
                  </a:lnTo>
                  <a:lnTo>
                    <a:pt x="101" y="142"/>
                  </a:lnTo>
                  <a:lnTo>
                    <a:pt x="101" y="142"/>
                  </a:lnTo>
                  <a:lnTo>
                    <a:pt x="101" y="142"/>
                  </a:lnTo>
                  <a:lnTo>
                    <a:pt x="103" y="142"/>
                  </a:lnTo>
                  <a:lnTo>
                    <a:pt x="103" y="144"/>
                  </a:lnTo>
                  <a:lnTo>
                    <a:pt x="103" y="144"/>
                  </a:lnTo>
                  <a:lnTo>
                    <a:pt x="103" y="144"/>
                  </a:lnTo>
                  <a:lnTo>
                    <a:pt x="103" y="144"/>
                  </a:lnTo>
                  <a:lnTo>
                    <a:pt x="103" y="144"/>
                  </a:lnTo>
                  <a:lnTo>
                    <a:pt x="103" y="144"/>
                  </a:lnTo>
                  <a:lnTo>
                    <a:pt x="103" y="144"/>
                  </a:lnTo>
                  <a:lnTo>
                    <a:pt x="104" y="144"/>
                  </a:lnTo>
                  <a:lnTo>
                    <a:pt x="104" y="145"/>
                  </a:lnTo>
                  <a:lnTo>
                    <a:pt x="104" y="145"/>
                  </a:lnTo>
                  <a:lnTo>
                    <a:pt x="104" y="145"/>
                  </a:lnTo>
                  <a:lnTo>
                    <a:pt x="106" y="145"/>
                  </a:lnTo>
                  <a:lnTo>
                    <a:pt x="106" y="145"/>
                  </a:lnTo>
                  <a:lnTo>
                    <a:pt x="108" y="145"/>
                  </a:lnTo>
                  <a:lnTo>
                    <a:pt x="108" y="145"/>
                  </a:lnTo>
                  <a:lnTo>
                    <a:pt x="110" y="145"/>
                  </a:lnTo>
                  <a:lnTo>
                    <a:pt x="110" y="145"/>
                  </a:lnTo>
                  <a:lnTo>
                    <a:pt x="110" y="145"/>
                  </a:lnTo>
                  <a:lnTo>
                    <a:pt x="110" y="145"/>
                  </a:lnTo>
                  <a:lnTo>
                    <a:pt x="112" y="145"/>
                  </a:lnTo>
                  <a:lnTo>
                    <a:pt x="112" y="145"/>
                  </a:lnTo>
                  <a:lnTo>
                    <a:pt x="113" y="145"/>
                  </a:lnTo>
                  <a:lnTo>
                    <a:pt x="113" y="145"/>
                  </a:lnTo>
                  <a:lnTo>
                    <a:pt x="114" y="145"/>
                  </a:lnTo>
                  <a:lnTo>
                    <a:pt x="113" y="145"/>
                  </a:lnTo>
                  <a:lnTo>
                    <a:pt x="113" y="145"/>
                  </a:lnTo>
                  <a:lnTo>
                    <a:pt x="113" y="145"/>
                  </a:lnTo>
                  <a:lnTo>
                    <a:pt x="113" y="144"/>
                  </a:lnTo>
                  <a:lnTo>
                    <a:pt x="113" y="144"/>
                  </a:lnTo>
                  <a:lnTo>
                    <a:pt x="113" y="143"/>
                  </a:lnTo>
                  <a:lnTo>
                    <a:pt x="113" y="143"/>
                  </a:lnTo>
                  <a:lnTo>
                    <a:pt x="113" y="141"/>
                  </a:lnTo>
                  <a:lnTo>
                    <a:pt x="113" y="141"/>
                  </a:lnTo>
                  <a:lnTo>
                    <a:pt x="113" y="141"/>
                  </a:lnTo>
                  <a:lnTo>
                    <a:pt x="113" y="141"/>
                  </a:lnTo>
                  <a:lnTo>
                    <a:pt x="113" y="139"/>
                  </a:lnTo>
                  <a:lnTo>
                    <a:pt x="113" y="139"/>
                  </a:lnTo>
                  <a:lnTo>
                    <a:pt x="113" y="139"/>
                  </a:lnTo>
                  <a:lnTo>
                    <a:pt x="113" y="139"/>
                  </a:lnTo>
                  <a:lnTo>
                    <a:pt x="114" y="136"/>
                  </a:lnTo>
                  <a:lnTo>
                    <a:pt x="114" y="136"/>
                  </a:lnTo>
                  <a:lnTo>
                    <a:pt x="114" y="136"/>
                  </a:lnTo>
                  <a:lnTo>
                    <a:pt x="114" y="136"/>
                  </a:lnTo>
                  <a:lnTo>
                    <a:pt x="114" y="135"/>
                  </a:lnTo>
                  <a:lnTo>
                    <a:pt x="114" y="135"/>
                  </a:lnTo>
                  <a:lnTo>
                    <a:pt x="114" y="135"/>
                  </a:lnTo>
                  <a:lnTo>
                    <a:pt x="114" y="135"/>
                  </a:lnTo>
                  <a:lnTo>
                    <a:pt x="116" y="133"/>
                  </a:lnTo>
                  <a:lnTo>
                    <a:pt x="116" y="133"/>
                  </a:lnTo>
                  <a:lnTo>
                    <a:pt x="116" y="131"/>
                  </a:lnTo>
                  <a:lnTo>
                    <a:pt x="116" y="131"/>
                  </a:lnTo>
                  <a:lnTo>
                    <a:pt x="118" y="129"/>
                  </a:lnTo>
                  <a:lnTo>
                    <a:pt x="118" y="129"/>
                  </a:lnTo>
                  <a:lnTo>
                    <a:pt x="119" y="127"/>
                  </a:lnTo>
                  <a:lnTo>
                    <a:pt x="119" y="127"/>
                  </a:lnTo>
                  <a:lnTo>
                    <a:pt x="121" y="126"/>
                  </a:lnTo>
                  <a:lnTo>
                    <a:pt x="121" y="126"/>
                  </a:lnTo>
                  <a:lnTo>
                    <a:pt x="121" y="126"/>
                  </a:lnTo>
                  <a:lnTo>
                    <a:pt x="121" y="126"/>
                  </a:lnTo>
                  <a:lnTo>
                    <a:pt x="121" y="125"/>
                  </a:lnTo>
                  <a:lnTo>
                    <a:pt x="121" y="125"/>
                  </a:lnTo>
                  <a:lnTo>
                    <a:pt x="121" y="125"/>
                  </a:lnTo>
                  <a:lnTo>
                    <a:pt x="121" y="125"/>
                  </a:lnTo>
                  <a:lnTo>
                    <a:pt x="121" y="123"/>
                  </a:lnTo>
                  <a:lnTo>
                    <a:pt x="121" y="123"/>
                  </a:lnTo>
                  <a:lnTo>
                    <a:pt x="121" y="123"/>
                  </a:lnTo>
                  <a:lnTo>
                    <a:pt x="121" y="123"/>
                  </a:lnTo>
                  <a:lnTo>
                    <a:pt x="121" y="121"/>
                  </a:lnTo>
                  <a:lnTo>
                    <a:pt x="121" y="121"/>
                  </a:lnTo>
                  <a:lnTo>
                    <a:pt x="121" y="121"/>
                  </a:lnTo>
                  <a:lnTo>
                    <a:pt x="121" y="121"/>
                  </a:lnTo>
                  <a:lnTo>
                    <a:pt x="121" y="120"/>
                  </a:lnTo>
                  <a:lnTo>
                    <a:pt x="121" y="120"/>
                  </a:lnTo>
                  <a:lnTo>
                    <a:pt x="121" y="120"/>
                  </a:lnTo>
                  <a:lnTo>
                    <a:pt x="121" y="120"/>
                  </a:lnTo>
                  <a:lnTo>
                    <a:pt x="123" y="120"/>
                  </a:lnTo>
                  <a:lnTo>
                    <a:pt x="123" y="120"/>
                  </a:lnTo>
                  <a:lnTo>
                    <a:pt x="123" y="120"/>
                  </a:lnTo>
                  <a:lnTo>
                    <a:pt x="123" y="120"/>
                  </a:lnTo>
                  <a:lnTo>
                    <a:pt x="125" y="118"/>
                  </a:lnTo>
                  <a:lnTo>
                    <a:pt x="125" y="118"/>
                  </a:lnTo>
                  <a:lnTo>
                    <a:pt x="125" y="118"/>
                  </a:lnTo>
                  <a:lnTo>
                    <a:pt x="125" y="118"/>
                  </a:lnTo>
                  <a:lnTo>
                    <a:pt x="126" y="116"/>
                  </a:lnTo>
                  <a:lnTo>
                    <a:pt x="126" y="116"/>
                  </a:lnTo>
                  <a:lnTo>
                    <a:pt x="126" y="116"/>
                  </a:lnTo>
                  <a:lnTo>
                    <a:pt x="126" y="116"/>
                  </a:lnTo>
                  <a:lnTo>
                    <a:pt x="128" y="114"/>
                  </a:lnTo>
                  <a:lnTo>
                    <a:pt x="128" y="114"/>
                  </a:lnTo>
                  <a:lnTo>
                    <a:pt x="128" y="114"/>
                  </a:lnTo>
                  <a:lnTo>
                    <a:pt x="128" y="114"/>
                  </a:lnTo>
                  <a:lnTo>
                    <a:pt x="128" y="113"/>
                  </a:lnTo>
                  <a:lnTo>
                    <a:pt x="128" y="113"/>
                  </a:lnTo>
                  <a:lnTo>
                    <a:pt x="128" y="113"/>
                  </a:lnTo>
                  <a:lnTo>
                    <a:pt x="128" y="113"/>
                  </a:lnTo>
                  <a:lnTo>
                    <a:pt x="128" y="111"/>
                  </a:lnTo>
                  <a:lnTo>
                    <a:pt x="128" y="111"/>
                  </a:lnTo>
                  <a:lnTo>
                    <a:pt x="128" y="111"/>
                  </a:lnTo>
                  <a:lnTo>
                    <a:pt x="128" y="111"/>
                  </a:lnTo>
                  <a:lnTo>
                    <a:pt x="128" y="109"/>
                  </a:lnTo>
                  <a:lnTo>
                    <a:pt x="128" y="109"/>
                  </a:lnTo>
                  <a:lnTo>
                    <a:pt x="128" y="109"/>
                  </a:lnTo>
                  <a:lnTo>
                    <a:pt x="128" y="109"/>
                  </a:lnTo>
                  <a:lnTo>
                    <a:pt x="130" y="107"/>
                  </a:lnTo>
                  <a:lnTo>
                    <a:pt x="130" y="107"/>
                  </a:lnTo>
                  <a:lnTo>
                    <a:pt x="130" y="107"/>
                  </a:lnTo>
                  <a:lnTo>
                    <a:pt x="130" y="107"/>
                  </a:lnTo>
                  <a:lnTo>
                    <a:pt x="130" y="107"/>
                  </a:lnTo>
                  <a:lnTo>
                    <a:pt x="130" y="107"/>
                  </a:lnTo>
                  <a:lnTo>
                    <a:pt x="130" y="107"/>
                  </a:lnTo>
                  <a:lnTo>
                    <a:pt x="130" y="107"/>
                  </a:lnTo>
                  <a:lnTo>
                    <a:pt x="130" y="105"/>
                  </a:lnTo>
                  <a:lnTo>
                    <a:pt x="130" y="105"/>
                  </a:lnTo>
                  <a:lnTo>
                    <a:pt x="130" y="105"/>
                  </a:lnTo>
                  <a:lnTo>
                    <a:pt x="130" y="105"/>
                  </a:lnTo>
                  <a:lnTo>
                    <a:pt x="130" y="103"/>
                  </a:lnTo>
                  <a:lnTo>
                    <a:pt x="130" y="103"/>
                  </a:lnTo>
                  <a:lnTo>
                    <a:pt x="130" y="103"/>
                  </a:lnTo>
                  <a:lnTo>
                    <a:pt x="130" y="103"/>
                  </a:lnTo>
                  <a:lnTo>
                    <a:pt x="130" y="101"/>
                  </a:lnTo>
                  <a:lnTo>
                    <a:pt x="128" y="101"/>
                  </a:lnTo>
                  <a:lnTo>
                    <a:pt x="128" y="101"/>
                  </a:lnTo>
                  <a:lnTo>
                    <a:pt x="128" y="101"/>
                  </a:lnTo>
                  <a:lnTo>
                    <a:pt x="128" y="101"/>
                  </a:lnTo>
                  <a:lnTo>
                    <a:pt x="127" y="101"/>
                  </a:lnTo>
                  <a:lnTo>
                    <a:pt x="127" y="101"/>
                  </a:lnTo>
                  <a:lnTo>
                    <a:pt x="127" y="101"/>
                  </a:lnTo>
                  <a:lnTo>
                    <a:pt x="127" y="100"/>
                  </a:lnTo>
                  <a:lnTo>
                    <a:pt x="126" y="100"/>
                  </a:lnTo>
                  <a:lnTo>
                    <a:pt x="126" y="100"/>
                  </a:lnTo>
                  <a:lnTo>
                    <a:pt x="126" y="100"/>
                  </a:lnTo>
                  <a:lnTo>
                    <a:pt x="126" y="100"/>
                  </a:lnTo>
                  <a:lnTo>
                    <a:pt x="126" y="100"/>
                  </a:lnTo>
                  <a:lnTo>
                    <a:pt x="126" y="100"/>
                  </a:lnTo>
                  <a:lnTo>
                    <a:pt x="126" y="100"/>
                  </a:lnTo>
                  <a:lnTo>
                    <a:pt x="126" y="99"/>
                  </a:lnTo>
                  <a:lnTo>
                    <a:pt x="126" y="99"/>
                  </a:lnTo>
                  <a:lnTo>
                    <a:pt x="126" y="99"/>
                  </a:lnTo>
                  <a:lnTo>
                    <a:pt x="126" y="99"/>
                  </a:lnTo>
                  <a:lnTo>
                    <a:pt x="126" y="98"/>
                  </a:lnTo>
                  <a:lnTo>
                    <a:pt x="126" y="98"/>
                  </a:lnTo>
                  <a:lnTo>
                    <a:pt x="126" y="98"/>
                  </a:lnTo>
                  <a:lnTo>
                    <a:pt x="126" y="98"/>
                  </a:lnTo>
                  <a:lnTo>
                    <a:pt x="126" y="96"/>
                  </a:lnTo>
                  <a:lnTo>
                    <a:pt x="126" y="96"/>
                  </a:lnTo>
                  <a:lnTo>
                    <a:pt x="126" y="96"/>
                  </a:lnTo>
                  <a:lnTo>
                    <a:pt x="126" y="96"/>
                  </a:lnTo>
                  <a:lnTo>
                    <a:pt x="126" y="95"/>
                  </a:lnTo>
                  <a:lnTo>
                    <a:pt x="126" y="95"/>
                  </a:lnTo>
                  <a:lnTo>
                    <a:pt x="126" y="95"/>
                  </a:lnTo>
                  <a:lnTo>
                    <a:pt x="126" y="95"/>
                  </a:lnTo>
                  <a:lnTo>
                    <a:pt x="127" y="92"/>
                  </a:lnTo>
                  <a:lnTo>
                    <a:pt x="127" y="92"/>
                  </a:lnTo>
                  <a:lnTo>
                    <a:pt x="127" y="92"/>
                  </a:lnTo>
                  <a:lnTo>
                    <a:pt x="127" y="92"/>
                  </a:lnTo>
                  <a:lnTo>
                    <a:pt x="127" y="92"/>
                  </a:lnTo>
                  <a:lnTo>
                    <a:pt x="127" y="92"/>
                  </a:lnTo>
                  <a:lnTo>
                    <a:pt x="127" y="92"/>
                  </a:lnTo>
                  <a:lnTo>
                    <a:pt x="127" y="92"/>
                  </a:lnTo>
                  <a:lnTo>
                    <a:pt x="128" y="92"/>
                  </a:lnTo>
                  <a:lnTo>
                    <a:pt x="128" y="92"/>
                  </a:lnTo>
                  <a:lnTo>
                    <a:pt x="128" y="92"/>
                  </a:lnTo>
                  <a:lnTo>
                    <a:pt x="128" y="92"/>
                  </a:lnTo>
                  <a:lnTo>
                    <a:pt x="128" y="92"/>
                  </a:lnTo>
                  <a:lnTo>
                    <a:pt x="128" y="92"/>
                  </a:lnTo>
                  <a:lnTo>
                    <a:pt x="128" y="92"/>
                  </a:lnTo>
                  <a:lnTo>
                    <a:pt x="128" y="92"/>
                  </a:lnTo>
                  <a:lnTo>
                    <a:pt x="130" y="92"/>
                  </a:lnTo>
                  <a:lnTo>
                    <a:pt x="130" y="92"/>
                  </a:lnTo>
                  <a:lnTo>
                    <a:pt x="130" y="92"/>
                  </a:lnTo>
                  <a:lnTo>
                    <a:pt x="130" y="92"/>
                  </a:lnTo>
                  <a:lnTo>
                    <a:pt x="130" y="92"/>
                  </a:lnTo>
                  <a:lnTo>
                    <a:pt x="130" y="92"/>
                  </a:lnTo>
                  <a:lnTo>
                    <a:pt x="130" y="92"/>
                  </a:lnTo>
                  <a:lnTo>
                    <a:pt x="130" y="92"/>
                  </a:lnTo>
                  <a:lnTo>
                    <a:pt x="130" y="90"/>
                  </a:lnTo>
                  <a:lnTo>
                    <a:pt x="130" y="90"/>
                  </a:lnTo>
                  <a:lnTo>
                    <a:pt x="130" y="90"/>
                  </a:lnTo>
                  <a:lnTo>
                    <a:pt x="130" y="90"/>
                  </a:lnTo>
                  <a:lnTo>
                    <a:pt x="130" y="89"/>
                  </a:lnTo>
                  <a:lnTo>
                    <a:pt x="130" y="89"/>
                  </a:lnTo>
                  <a:lnTo>
                    <a:pt x="130" y="89"/>
                  </a:lnTo>
                  <a:lnTo>
                    <a:pt x="130" y="89"/>
                  </a:lnTo>
                  <a:lnTo>
                    <a:pt x="131" y="87"/>
                  </a:lnTo>
                  <a:lnTo>
                    <a:pt x="131" y="87"/>
                  </a:lnTo>
                  <a:lnTo>
                    <a:pt x="131" y="87"/>
                  </a:lnTo>
                  <a:lnTo>
                    <a:pt x="131" y="87"/>
                  </a:lnTo>
                  <a:lnTo>
                    <a:pt x="131" y="87"/>
                  </a:lnTo>
                  <a:lnTo>
                    <a:pt x="131" y="87"/>
                  </a:lnTo>
                  <a:lnTo>
                    <a:pt x="131" y="87"/>
                  </a:lnTo>
                  <a:lnTo>
                    <a:pt x="131" y="87"/>
                  </a:lnTo>
                  <a:lnTo>
                    <a:pt x="131" y="85"/>
                  </a:lnTo>
                  <a:lnTo>
                    <a:pt x="131" y="85"/>
                  </a:lnTo>
                  <a:lnTo>
                    <a:pt x="131" y="85"/>
                  </a:lnTo>
                  <a:lnTo>
                    <a:pt x="131" y="85"/>
                  </a:lnTo>
                  <a:lnTo>
                    <a:pt x="131" y="84"/>
                  </a:lnTo>
                  <a:lnTo>
                    <a:pt x="131" y="84"/>
                  </a:lnTo>
                  <a:lnTo>
                    <a:pt x="131" y="84"/>
                  </a:lnTo>
                  <a:lnTo>
                    <a:pt x="131" y="84"/>
                  </a:lnTo>
                  <a:lnTo>
                    <a:pt x="131" y="83"/>
                  </a:lnTo>
                  <a:lnTo>
                    <a:pt x="130" y="83"/>
                  </a:lnTo>
                  <a:lnTo>
                    <a:pt x="130" y="83"/>
                  </a:lnTo>
                  <a:lnTo>
                    <a:pt x="130" y="83"/>
                  </a:lnTo>
                  <a:lnTo>
                    <a:pt x="130" y="82"/>
                  </a:lnTo>
                  <a:lnTo>
                    <a:pt x="130" y="82"/>
                  </a:lnTo>
                  <a:lnTo>
                    <a:pt x="130" y="82"/>
                  </a:lnTo>
                  <a:lnTo>
                    <a:pt x="130" y="82"/>
                  </a:lnTo>
                  <a:lnTo>
                    <a:pt x="130" y="80"/>
                  </a:lnTo>
                  <a:lnTo>
                    <a:pt x="130" y="80"/>
                  </a:lnTo>
                  <a:lnTo>
                    <a:pt x="130" y="80"/>
                  </a:lnTo>
                  <a:lnTo>
                    <a:pt x="130" y="80"/>
                  </a:lnTo>
                  <a:lnTo>
                    <a:pt x="130" y="77"/>
                  </a:lnTo>
                  <a:lnTo>
                    <a:pt x="130" y="77"/>
                  </a:lnTo>
                  <a:lnTo>
                    <a:pt x="130" y="76"/>
                  </a:lnTo>
                  <a:lnTo>
                    <a:pt x="130" y="76"/>
                  </a:lnTo>
                  <a:lnTo>
                    <a:pt x="130" y="74"/>
                  </a:lnTo>
                  <a:lnTo>
                    <a:pt x="130" y="74"/>
                  </a:lnTo>
                  <a:lnTo>
                    <a:pt x="130" y="74"/>
                  </a:lnTo>
                  <a:lnTo>
                    <a:pt x="130" y="74"/>
                  </a:lnTo>
                  <a:lnTo>
                    <a:pt x="130" y="74"/>
                  </a:lnTo>
                  <a:lnTo>
                    <a:pt x="130" y="74"/>
                  </a:lnTo>
                  <a:lnTo>
                    <a:pt x="130" y="74"/>
                  </a:lnTo>
                  <a:lnTo>
                    <a:pt x="130" y="74"/>
                  </a:lnTo>
                  <a:lnTo>
                    <a:pt x="130" y="73"/>
                  </a:lnTo>
                  <a:lnTo>
                    <a:pt x="130" y="73"/>
                  </a:lnTo>
                  <a:lnTo>
                    <a:pt x="130" y="73"/>
                  </a:lnTo>
                  <a:lnTo>
                    <a:pt x="130" y="73"/>
                  </a:lnTo>
                  <a:lnTo>
                    <a:pt x="130" y="72"/>
                  </a:lnTo>
                  <a:lnTo>
                    <a:pt x="130" y="72"/>
                  </a:lnTo>
                  <a:lnTo>
                    <a:pt x="130" y="72"/>
                  </a:lnTo>
                  <a:lnTo>
                    <a:pt x="130" y="72"/>
                  </a:lnTo>
                  <a:lnTo>
                    <a:pt x="130" y="70"/>
                  </a:lnTo>
                  <a:lnTo>
                    <a:pt x="128" y="70"/>
                  </a:lnTo>
                  <a:lnTo>
                    <a:pt x="128" y="70"/>
                  </a:lnTo>
                  <a:lnTo>
                    <a:pt x="128" y="70"/>
                  </a:lnTo>
                  <a:lnTo>
                    <a:pt x="128" y="70"/>
                  </a:lnTo>
                  <a:lnTo>
                    <a:pt x="128" y="70"/>
                  </a:lnTo>
                  <a:lnTo>
                    <a:pt x="128" y="70"/>
                  </a:lnTo>
                  <a:lnTo>
                    <a:pt x="128" y="70"/>
                  </a:lnTo>
                  <a:lnTo>
                    <a:pt x="128" y="70"/>
                  </a:lnTo>
                  <a:lnTo>
                    <a:pt x="128" y="70"/>
                  </a:lnTo>
                  <a:lnTo>
                    <a:pt x="128" y="70"/>
                  </a:lnTo>
                  <a:lnTo>
                    <a:pt x="128" y="70"/>
                  </a:lnTo>
                  <a:lnTo>
                    <a:pt x="128" y="70"/>
                  </a:lnTo>
                  <a:lnTo>
                    <a:pt x="128" y="70"/>
                  </a:lnTo>
                  <a:lnTo>
                    <a:pt x="128" y="70"/>
                  </a:lnTo>
                  <a:lnTo>
                    <a:pt x="128" y="70"/>
                  </a:lnTo>
                  <a:lnTo>
                    <a:pt x="128" y="70"/>
                  </a:lnTo>
                  <a:lnTo>
                    <a:pt x="131" y="69"/>
                  </a:lnTo>
                  <a:lnTo>
                    <a:pt x="131" y="69"/>
                  </a:lnTo>
                  <a:lnTo>
                    <a:pt x="131" y="69"/>
                  </a:lnTo>
                  <a:lnTo>
                    <a:pt x="131" y="69"/>
                  </a:lnTo>
                  <a:lnTo>
                    <a:pt x="131" y="69"/>
                  </a:lnTo>
                  <a:lnTo>
                    <a:pt x="131" y="69"/>
                  </a:lnTo>
                  <a:lnTo>
                    <a:pt x="131" y="69"/>
                  </a:lnTo>
                  <a:lnTo>
                    <a:pt x="131" y="69"/>
                  </a:lnTo>
                  <a:lnTo>
                    <a:pt x="131" y="68"/>
                  </a:lnTo>
                  <a:lnTo>
                    <a:pt x="131" y="68"/>
                  </a:lnTo>
                  <a:lnTo>
                    <a:pt x="131" y="68"/>
                  </a:lnTo>
                  <a:lnTo>
                    <a:pt x="131" y="68"/>
                  </a:lnTo>
                  <a:lnTo>
                    <a:pt x="131" y="67"/>
                  </a:lnTo>
                  <a:lnTo>
                    <a:pt x="131" y="67"/>
                  </a:lnTo>
                  <a:lnTo>
                    <a:pt x="131" y="67"/>
                  </a:lnTo>
                  <a:lnTo>
                    <a:pt x="131" y="67"/>
                  </a:lnTo>
                  <a:lnTo>
                    <a:pt x="132" y="65"/>
                  </a:lnTo>
                  <a:lnTo>
                    <a:pt x="131" y="65"/>
                  </a:lnTo>
                  <a:lnTo>
                    <a:pt x="131" y="65"/>
                  </a:lnTo>
                  <a:lnTo>
                    <a:pt x="131" y="65"/>
                  </a:lnTo>
                  <a:lnTo>
                    <a:pt x="131" y="65"/>
                  </a:lnTo>
                  <a:lnTo>
                    <a:pt x="131" y="65"/>
                  </a:lnTo>
                  <a:lnTo>
                    <a:pt x="131" y="65"/>
                  </a:lnTo>
                  <a:lnTo>
                    <a:pt x="131" y="65"/>
                  </a:lnTo>
                  <a:lnTo>
                    <a:pt x="131" y="63"/>
                  </a:lnTo>
                  <a:lnTo>
                    <a:pt x="131" y="63"/>
                  </a:lnTo>
                  <a:lnTo>
                    <a:pt x="131" y="63"/>
                  </a:lnTo>
                  <a:lnTo>
                    <a:pt x="131" y="63"/>
                  </a:lnTo>
                  <a:lnTo>
                    <a:pt x="131" y="63"/>
                  </a:lnTo>
                  <a:lnTo>
                    <a:pt x="131" y="63"/>
                  </a:lnTo>
                  <a:lnTo>
                    <a:pt x="131" y="63"/>
                  </a:lnTo>
                  <a:lnTo>
                    <a:pt x="131" y="63"/>
                  </a:lnTo>
                  <a:lnTo>
                    <a:pt x="131" y="62"/>
                  </a:lnTo>
                  <a:lnTo>
                    <a:pt x="130" y="63"/>
                  </a:lnTo>
                  <a:lnTo>
                    <a:pt x="130" y="63"/>
                  </a:lnTo>
                  <a:lnTo>
                    <a:pt x="130" y="63"/>
                  </a:lnTo>
                  <a:lnTo>
                    <a:pt x="130" y="63"/>
                  </a:lnTo>
                  <a:lnTo>
                    <a:pt x="128" y="63"/>
                  </a:lnTo>
                  <a:lnTo>
                    <a:pt x="128" y="63"/>
                  </a:lnTo>
                  <a:lnTo>
                    <a:pt x="128" y="63"/>
                  </a:lnTo>
                  <a:lnTo>
                    <a:pt x="128" y="62"/>
                  </a:lnTo>
                  <a:lnTo>
                    <a:pt x="126" y="62"/>
                  </a:lnTo>
                  <a:lnTo>
                    <a:pt x="126" y="62"/>
                  </a:lnTo>
                  <a:lnTo>
                    <a:pt x="126" y="62"/>
                  </a:lnTo>
                  <a:lnTo>
                    <a:pt x="126" y="62"/>
                  </a:lnTo>
                  <a:lnTo>
                    <a:pt x="126" y="62"/>
                  </a:lnTo>
                  <a:lnTo>
                    <a:pt x="126" y="62"/>
                  </a:lnTo>
                  <a:lnTo>
                    <a:pt x="126" y="62"/>
                  </a:lnTo>
                  <a:lnTo>
                    <a:pt x="126" y="62"/>
                  </a:lnTo>
                  <a:lnTo>
                    <a:pt x="126" y="62"/>
                  </a:lnTo>
                  <a:lnTo>
                    <a:pt x="126" y="62"/>
                  </a:lnTo>
                  <a:lnTo>
                    <a:pt x="126" y="62"/>
                  </a:lnTo>
                  <a:lnTo>
                    <a:pt x="126" y="62"/>
                  </a:lnTo>
                  <a:lnTo>
                    <a:pt x="126" y="62"/>
                  </a:lnTo>
                  <a:lnTo>
                    <a:pt x="126" y="62"/>
                  </a:lnTo>
                  <a:lnTo>
                    <a:pt x="126" y="62"/>
                  </a:lnTo>
                  <a:lnTo>
                    <a:pt x="126" y="61"/>
                  </a:lnTo>
                  <a:lnTo>
                    <a:pt x="126" y="61"/>
                  </a:lnTo>
                  <a:lnTo>
                    <a:pt x="126" y="61"/>
                  </a:lnTo>
                  <a:lnTo>
                    <a:pt x="126" y="61"/>
                  </a:lnTo>
                  <a:lnTo>
                    <a:pt x="126" y="61"/>
                  </a:lnTo>
                  <a:lnTo>
                    <a:pt x="126" y="61"/>
                  </a:lnTo>
                  <a:lnTo>
                    <a:pt x="126" y="61"/>
                  </a:lnTo>
                  <a:lnTo>
                    <a:pt x="126" y="61"/>
                  </a:lnTo>
                  <a:lnTo>
                    <a:pt x="127" y="60"/>
                  </a:lnTo>
                  <a:lnTo>
                    <a:pt x="126" y="60"/>
                  </a:lnTo>
                  <a:lnTo>
                    <a:pt x="126" y="60"/>
                  </a:lnTo>
                  <a:lnTo>
                    <a:pt x="126" y="60"/>
                  </a:lnTo>
                  <a:lnTo>
                    <a:pt x="126" y="59"/>
                  </a:lnTo>
                  <a:lnTo>
                    <a:pt x="124" y="59"/>
                  </a:lnTo>
                  <a:lnTo>
                    <a:pt x="124" y="59"/>
                  </a:lnTo>
                  <a:lnTo>
                    <a:pt x="124" y="59"/>
                  </a:lnTo>
                  <a:lnTo>
                    <a:pt x="124" y="57"/>
                  </a:lnTo>
                  <a:lnTo>
                    <a:pt x="122" y="57"/>
                  </a:lnTo>
                  <a:lnTo>
                    <a:pt x="122" y="57"/>
                  </a:lnTo>
                  <a:lnTo>
                    <a:pt x="122" y="57"/>
                  </a:lnTo>
                  <a:lnTo>
                    <a:pt x="122" y="56"/>
                  </a:lnTo>
                  <a:lnTo>
                    <a:pt x="121" y="56"/>
                  </a:lnTo>
                  <a:lnTo>
                    <a:pt x="121" y="56"/>
                  </a:lnTo>
                  <a:lnTo>
                    <a:pt x="121" y="56"/>
                  </a:lnTo>
                  <a:lnTo>
                    <a:pt x="121" y="54"/>
                  </a:lnTo>
                  <a:lnTo>
                    <a:pt x="119" y="54"/>
                  </a:lnTo>
                  <a:lnTo>
                    <a:pt x="119" y="54"/>
                  </a:lnTo>
                  <a:lnTo>
                    <a:pt x="119" y="54"/>
                  </a:lnTo>
                  <a:lnTo>
                    <a:pt x="119" y="54"/>
                  </a:lnTo>
                  <a:lnTo>
                    <a:pt x="119" y="54"/>
                  </a:lnTo>
                  <a:lnTo>
                    <a:pt x="119" y="54"/>
                  </a:lnTo>
                  <a:lnTo>
                    <a:pt x="119" y="54"/>
                  </a:lnTo>
                  <a:lnTo>
                    <a:pt x="119" y="53"/>
                  </a:lnTo>
                  <a:lnTo>
                    <a:pt x="119" y="53"/>
                  </a:lnTo>
                  <a:lnTo>
                    <a:pt x="119" y="53"/>
                  </a:lnTo>
                  <a:lnTo>
                    <a:pt x="119" y="53"/>
                  </a:lnTo>
                  <a:lnTo>
                    <a:pt x="119" y="52"/>
                  </a:lnTo>
                  <a:lnTo>
                    <a:pt x="119" y="52"/>
                  </a:lnTo>
                  <a:lnTo>
                    <a:pt x="119" y="52"/>
                  </a:lnTo>
                  <a:lnTo>
                    <a:pt x="119" y="52"/>
                  </a:lnTo>
                  <a:lnTo>
                    <a:pt x="119" y="51"/>
                  </a:lnTo>
                  <a:lnTo>
                    <a:pt x="119" y="51"/>
                  </a:lnTo>
                  <a:lnTo>
                    <a:pt x="119" y="51"/>
                  </a:lnTo>
                  <a:lnTo>
                    <a:pt x="119" y="51"/>
                  </a:lnTo>
                  <a:lnTo>
                    <a:pt x="119" y="50"/>
                  </a:lnTo>
                  <a:lnTo>
                    <a:pt x="119" y="50"/>
                  </a:lnTo>
                  <a:lnTo>
                    <a:pt x="119" y="50"/>
                  </a:lnTo>
                  <a:lnTo>
                    <a:pt x="119" y="50"/>
                  </a:lnTo>
                  <a:lnTo>
                    <a:pt x="119" y="48"/>
                  </a:lnTo>
                  <a:lnTo>
                    <a:pt x="119" y="48"/>
                  </a:lnTo>
                  <a:lnTo>
                    <a:pt x="119" y="48"/>
                  </a:lnTo>
                  <a:lnTo>
                    <a:pt x="119" y="48"/>
                  </a:lnTo>
                  <a:lnTo>
                    <a:pt x="119" y="46"/>
                  </a:lnTo>
                  <a:lnTo>
                    <a:pt x="119" y="46"/>
                  </a:lnTo>
                  <a:lnTo>
                    <a:pt x="119" y="46"/>
                  </a:lnTo>
                  <a:lnTo>
                    <a:pt x="119" y="46"/>
                  </a:lnTo>
                  <a:lnTo>
                    <a:pt x="119" y="45"/>
                  </a:lnTo>
                  <a:lnTo>
                    <a:pt x="118" y="45"/>
                  </a:lnTo>
                  <a:lnTo>
                    <a:pt x="118" y="45"/>
                  </a:lnTo>
                  <a:lnTo>
                    <a:pt x="118" y="45"/>
                  </a:lnTo>
                  <a:lnTo>
                    <a:pt x="118" y="45"/>
                  </a:lnTo>
                  <a:lnTo>
                    <a:pt x="118" y="45"/>
                  </a:lnTo>
                  <a:lnTo>
                    <a:pt x="118" y="45"/>
                  </a:lnTo>
                  <a:lnTo>
                    <a:pt x="118" y="45"/>
                  </a:lnTo>
                  <a:lnTo>
                    <a:pt x="118" y="45"/>
                  </a:lnTo>
                  <a:lnTo>
                    <a:pt x="117" y="45"/>
                  </a:lnTo>
                  <a:lnTo>
                    <a:pt x="117" y="45"/>
                  </a:lnTo>
                  <a:lnTo>
                    <a:pt x="117" y="45"/>
                  </a:lnTo>
                  <a:lnTo>
                    <a:pt x="117" y="45"/>
                  </a:lnTo>
                  <a:lnTo>
                    <a:pt x="117" y="45"/>
                  </a:lnTo>
                  <a:lnTo>
                    <a:pt x="117" y="45"/>
                  </a:lnTo>
                  <a:lnTo>
                    <a:pt x="117" y="45"/>
                  </a:lnTo>
                  <a:lnTo>
                    <a:pt x="117" y="45"/>
                  </a:lnTo>
                  <a:lnTo>
                    <a:pt x="116" y="46"/>
                  </a:lnTo>
                  <a:lnTo>
                    <a:pt x="116" y="46"/>
                  </a:lnTo>
                  <a:lnTo>
                    <a:pt x="116" y="46"/>
                  </a:lnTo>
                  <a:lnTo>
                    <a:pt x="116" y="46"/>
                  </a:lnTo>
                  <a:lnTo>
                    <a:pt x="114" y="46"/>
                  </a:lnTo>
                  <a:lnTo>
                    <a:pt x="114" y="46"/>
                  </a:lnTo>
                  <a:lnTo>
                    <a:pt x="114" y="46"/>
                  </a:lnTo>
                  <a:lnTo>
                    <a:pt x="114" y="46"/>
                  </a:lnTo>
                  <a:lnTo>
                    <a:pt x="111" y="48"/>
                  </a:lnTo>
                  <a:lnTo>
                    <a:pt x="111" y="48"/>
                  </a:lnTo>
                  <a:lnTo>
                    <a:pt x="110" y="48"/>
                  </a:lnTo>
                  <a:lnTo>
                    <a:pt x="110" y="48"/>
                  </a:lnTo>
                  <a:lnTo>
                    <a:pt x="109" y="48"/>
                  </a:lnTo>
                  <a:lnTo>
                    <a:pt x="109" y="48"/>
                  </a:lnTo>
                  <a:lnTo>
                    <a:pt x="109" y="48"/>
                  </a:lnTo>
                  <a:lnTo>
                    <a:pt x="109" y="48"/>
                  </a:lnTo>
                  <a:lnTo>
                    <a:pt x="109" y="50"/>
                  </a:lnTo>
                  <a:lnTo>
                    <a:pt x="109" y="50"/>
                  </a:lnTo>
                  <a:lnTo>
                    <a:pt x="109" y="50"/>
                  </a:lnTo>
                  <a:lnTo>
                    <a:pt x="109" y="50"/>
                  </a:lnTo>
                  <a:lnTo>
                    <a:pt x="109" y="51"/>
                  </a:lnTo>
                  <a:lnTo>
                    <a:pt x="109" y="51"/>
                  </a:lnTo>
                  <a:lnTo>
                    <a:pt x="109" y="51"/>
                  </a:lnTo>
                  <a:lnTo>
                    <a:pt x="110" y="51"/>
                  </a:lnTo>
                  <a:lnTo>
                    <a:pt x="110" y="52"/>
                  </a:lnTo>
                  <a:lnTo>
                    <a:pt x="110" y="52"/>
                  </a:lnTo>
                  <a:lnTo>
                    <a:pt x="110" y="52"/>
                  </a:lnTo>
                  <a:lnTo>
                    <a:pt x="110" y="52"/>
                  </a:lnTo>
                  <a:lnTo>
                    <a:pt x="110" y="52"/>
                  </a:lnTo>
                  <a:lnTo>
                    <a:pt x="110" y="52"/>
                  </a:lnTo>
                  <a:lnTo>
                    <a:pt x="110" y="52"/>
                  </a:lnTo>
                  <a:lnTo>
                    <a:pt x="111" y="52"/>
                  </a:lnTo>
                  <a:lnTo>
                    <a:pt x="110" y="53"/>
                  </a:lnTo>
                  <a:lnTo>
                    <a:pt x="110" y="53"/>
                  </a:lnTo>
                  <a:lnTo>
                    <a:pt x="110" y="53"/>
                  </a:lnTo>
                  <a:lnTo>
                    <a:pt x="110" y="53"/>
                  </a:lnTo>
                  <a:lnTo>
                    <a:pt x="109" y="53"/>
                  </a:lnTo>
                  <a:lnTo>
                    <a:pt x="109" y="53"/>
                  </a:lnTo>
                  <a:lnTo>
                    <a:pt x="109" y="53"/>
                  </a:lnTo>
                  <a:lnTo>
                    <a:pt x="109" y="53"/>
                  </a:lnTo>
                  <a:lnTo>
                    <a:pt x="107" y="54"/>
                  </a:lnTo>
                  <a:lnTo>
                    <a:pt x="107" y="54"/>
                  </a:lnTo>
                  <a:lnTo>
                    <a:pt x="107" y="54"/>
                  </a:lnTo>
                  <a:lnTo>
                    <a:pt x="107" y="54"/>
                  </a:lnTo>
                  <a:lnTo>
                    <a:pt x="106" y="54"/>
                  </a:lnTo>
                  <a:lnTo>
                    <a:pt x="106" y="54"/>
                  </a:lnTo>
                  <a:lnTo>
                    <a:pt x="106" y="54"/>
                  </a:lnTo>
                  <a:lnTo>
                    <a:pt x="106" y="54"/>
                  </a:lnTo>
                  <a:lnTo>
                    <a:pt x="104" y="54"/>
                  </a:lnTo>
                  <a:lnTo>
                    <a:pt x="104" y="54"/>
                  </a:lnTo>
                  <a:lnTo>
                    <a:pt x="104" y="54"/>
                  </a:lnTo>
                  <a:lnTo>
                    <a:pt x="104" y="54"/>
                  </a:lnTo>
                  <a:lnTo>
                    <a:pt x="103" y="54"/>
                  </a:lnTo>
                  <a:lnTo>
                    <a:pt x="103" y="54"/>
                  </a:lnTo>
                  <a:lnTo>
                    <a:pt x="103" y="54"/>
                  </a:lnTo>
                  <a:lnTo>
                    <a:pt x="103" y="54"/>
                  </a:lnTo>
                  <a:lnTo>
                    <a:pt x="101" y="54"/>
                  </a:lnTo>
                  <a:lnTo>
                    <a:pt x="101" y="54"/>
                  </a:lnTo>
                  <a:lnTo>
                    <a:pt x="101" y="54"/>
                  </a:lnTo>
                  <a:lnTo>
                    <a:pt x="101" y="54"/>
                  </a:lnTo>
                  <a:lnTo>
                    <a:pt x="100" y="54"/>
                  </a:lnTo>
                  <a:lnTo>
                    <a:pt x="100" y="54"/>
                  </a:lnTo>
                  <a:lnTo>
                    <a:pt x="100" y="54"/>
                  </a:lnTo>
                  <a:lnTo>
                    <a:pt x="100" y="54"/>
                  </a:lnTo>
                  <a:lnTo>
                    <a:pt x="98" y="54"/>
                  </a:lnTo>
                  <a:lnTo>
                    <a:pt x="98" y="54"/>
                  </a:lnTo>
                  <a:lnTo>
                    <a:pt x="98" y="54"/>
                  </a:lnTo>
                  <a:lnTo>
                    <a:pt x="98" y="52"/>
                  </a:lnTo>
                  <a:lnTo>
                    <a:pt x="96" y="52"/>
                  </a:lnTo>
                  <a:lnTo>
                    <a:pt x="96" y="52"/>
                  </a:lnTo>
                  <a:lnTo>
                    <a:pt x="96" y="52"/>
                  </a:lnTo>
                  <a:lnTo>
                    <a:pt x="96" y="51"/>
                  </a:lnTo>
                  <a:lnTo>
                    <a:pt x="94" y="51"/>
                  </a:lnTo>
                  <a:lnTo>
                    <a:pt x="94" y="51"/>
                  </a:lnTo>
                  <a:lnTo>
                    <a:pt x="94" y="51"/>
                  </a:lnTo>
                  <a:lnTo>
                    <a:pt x="94" y="49"/>
                  </a:lnTo>
                  <a:lnTo>
                    <a:pt x="94" y="49"/>
                  </a:lnTo>
                  <a:lnTo>
                    <a:pt x="94" y="49"/>
                  </a:lnTo>
                  <a:lnTo>
                    <a:pt x="94" y="49"/>
                  </a:lnTo>
                  <a:lnTo>
                    <a:pt x="94" y="47"/>
                  </a:lnTo>
                  <a:lnTo>
                    <a:pt x="92" y="47"/>
                  </a:lnTo>
                  <a:lnTo>
                    <a:pt x="92" y="46"/>
                  </a:lnTo>
                  <a:lnTo>
                    <a:pt x="92" y="46"/>
                  </a:lnTo>
                  <a:lnTo>
                    <a:pt x="92" y="45"/>
                  </a:lnTo>
                  <a:lnTo>
                    <a:pt x="89" y="45"/>
                  </a:lnTo>
                  <a:lnTo>
                    <a:pt x="89" y="43"/>
                  </a:lnTo>
                  <a:lnTo>
                    <a:pt x="89" y="43"/>
                  </a:lnTo>
                  <a:lnTo>
                    <a:pt x="89" y="41"/>
                  </a:lnTo>
                  <a:lnTo>
                    <a:pt x="88" y="41"/>
                  </a:lnTo>
                  <a:lnTo>
                    <a:pt x="88" y="39"/>
                  </a:lnTo>
                  <a:lnTo>
                    <a:pt x="88" y="39"/>
                  </a:lnTo>
                  <a:lnTo>
                    <a:pt x="88" y="38"/>
                  </a:lnTo>
                  <a:lnTo>
                    <a:pt x="87" y="38"/>
                  </a:lnTo>
                  <a:lnTo>
                    <a:pt x="87" y="37"/>
                  </a:lnTo>
                  <a:lnTo>
                    <a:pt x="87" y="37"/>
                  </a:lnTo>
                  <a:lnTo>
                    <a:pt x="88" y="35"/>
                  </a:lnTo>
                  <a:lnTo>
                    <a:pt x="88" y="35"/>
                  </a:lnTo>
                  <a:lnTo>
                    <a:pt x="88" y="35"/>
                  </a:lnTo>
                  <a:lnTo>
                    <a:pt x="88" y="35"/>
                  </a:lnTo>
                  <a:lnTo>
                    <a:pt x="88" y="35"/>
                  </a:lnTo>
                  <a:lnTo>
                    <a:pt x="88" y="35"/>
                  </a:lnTo>
                  <a:lnTo>
                    <a:pt x="90" y="35"/>
                  </a:lnTo>
                  <a:lnTo>
                    <a:pt x="90" y="35"/>
                  </a:lnTo>
                  <a:lnTo>
                    <a:pt x="92" y="34"/>
                  </a:lnTo>
                  <a:lnTo>
                    <a:pt x="92" y="34"/>
                  </a:lnTo>
                  <a:lnTo>
                    <a:pt x="94" y="34"/>
                  </a:lnTo>
                  <a:lnTo>
                    <a:pt x="94" y="34"/>
                  </a:lnTo>
                  <a:lnTo>
                    <a:pt x="96" y="34"/>
                  </a:lnTo>
                  <a:lnTo>
                    <a:pt x="96" y="34"/>
                  </a:lnTo>
                  <a:lnTo>
                    <a:pt x="98" y="34"/>
                  </a:lnTo>
                  <a:lnTo>
                    <a:pt x="98" y="34"/>
                  </a:lnTo>
                  <a:lnTo>
                    <a:pt x="100" y="33"/>
                  </a:lnTo>
                  <a:lnTo>
                    <a:pt x="100" y="33"/>
                  </a:lnTo>
                  <a:lnTo>
                    <a:pt x="100" y="33"/>
                  </a:lnTo>
                  <a:lnTo>
                    <a:pt x="100" y="33"/>
                  </a:lnTo>
                  <a:lnTo>
                    <a:pt x="100" y="31"/>
                  </a:lnTo>
                  <a:lnTo>
                    <a:pt x="100" y="31"/>
                  </a:lnTo>
                  <a:lnTo>
                    <a:pt x="100" y="31"/>
                  </a:lnTo>
                  <a:lnTo>
                    <a:pt x="100" y="31"/>
                  </a:lnTo>
                  <a:lnTo>
                    <a:pt x="100" y="30"/>
                  </a:lnTo>
                  <a:lnTo>
                    <a:pt x="100" y="30"/>
                  </a:lnTo>
                  <a:lnTo>
                    <a:pt x="100" y="30"/>
                  </a:lnTo>
                  <a:lnTo>
                    <a:pt x="100" y="30"/>
                  </a:lnTo>
                  <a:lnTo>
                    <a:pt x="100" y="29"/>
                  </a:lnTo>
                  <a:lnTo>
                    <a:pt x="100" y="29"/>
                  </a:lnTo>
                  <a:lnTo>
                    <a:pt x="100" y="29"/>
                  </a:lnTo>
                  <a:lnTo>
                    <a:pt x="100" y="29"/>
                  </a:lnTo>
                  <a:lnTo>
                    <a:pt x="100" y="26"/>
                  </a:lnTo>
                  <a:lnTo>
                    <a:pt x="100" y="26"/>
                  </a:lnTo>
                  <a:lnTo>
                    <a:pt x="100" y="26"/>
                  </a:lnTo>
                  <a:lnTo>
                    <a:pt x="100" y="26"/>
                  </a:lnTo>
                  <a:lnTo>
                    <a:pt x="101" y="26"/>
                  </a:lnTo>
                  <a:lnTo>
                    <a:pt x="101" y="26"/>
                  </a:lnTo>
                  <a:lnTo>
                    <a:pt x="101" y="26"/>
                  </a:lnTo>
                  <a:lnTo>
                    <a:pt x="101" y="26"/>
                  </a:lnTo>
                  <a:lnTo>
                    <a:pt x="103" y="26"/>
                  </a:lnTo>
                  <a:lnTo>
                    <a:pt x="103" y="26"/>
                  </a:lnTo>
                  <a:lnTo>
                    <a:pt x="103" y="26"/>
                  </a:lnTo>
                  <a:lnTo>
                    <a:pt x="103" y="26"/>
                  </a:lnTo>
                  <a:lnTo>
                    <a:pt x="104" y="26"/>
                  </a:lnTo>
                  <a:lnTo>
                    <a:pt x="104" y="26"/>
                  </a:lnTo>
                  <a:lnTo>
                    <a:pt x="104" y="26"/>
                  </a:lnTo>
                  <a:lnTo>
                    <a:pt x="104" y="26"/>
                  </a:lnTo>
                  <a:lnTo>
                    <a:pt x="106" y="24"/>
                  </a:lnTo>
                  <a:lnTo>
                    <a:pt x="106" y="24"/>
                  </a:lnTo>
                  <a:lnTo>
                    <a:pt x="106" y="24"/>
                  </a:lnTo>
                  <a:lnTo>
                    <a:pt x="106" y="24"/>
                  </a:lnTo>
                  <a:lnTo>
                    <a:pt x="106" y="24"/>
                  </a:lnTo>
                  <a:lnTo>
                    <a:pt x="106" y="24"/>
                  </a:lnTo>
                  <a:lnTo>
                    <a:pt x="106" y="24"/>
                  </a:lnTo>
                  <a:lnTo>
                    <a:pt x="106" y="24"/>
                  </a:lnTo>
                  <a:lnTo>
                    <a:pt x="109" y="23"/>
                  </a:lnTo>
                  <a:lnTo>
                    <a:pt x="109" y="23"/>
                  </a:lnTo>
                  <a:lnTo>
                    <a:pt x="109" y="23"/>
                  </a:lnTo>
                  <a:lnTo>
                    <a:pt x="109" y="23"/>
                  </a:lnTo>
                  <a:lnTo>
                    <a:pt x="110" y="23"/>
                  </a:lnTo>
                  <a:lnTo>
                    <a:pt x="110" y="23"/>
                  </a:lnTo>
                  <a:lnTo>
                    <a:pt x="110" y="23"/>
                  </a:lnTo>
                  <a:lnTo>
                    <a:pt x="110" y="23"/>
                  </a:lnTo>
                  <a:lnTo>
                    <a:pt x="112" y="21"/>
                  </a:lnTo>
                  <a:lnTo>
                    <a:pt x="112" y="21"/>
                  </a:lnTo>
                  <a:lnTo>
                    <a:pt x="112" y="21"/>
                  </a:lnTo>
                  <a:lnTo>
                    <a:pt x="112" y="21"/>
                  </a:lnTo>
                  <a:lnTo>
                    <a:pt x="112" y="21"/>
                  </a:lnTo>
                  <a:lnTo>
                    <a:pt x="112" y="21"/>
                  </a:lnTo>
                  <a:lnTo>
                    <a:pt x="112" y="21"/>
                  </a:lnTo>
                  <a:lnTo>
                    <a:pt x="112" y="21"/>
                  </a:lnTo>
                  <a:lnTo>
                    <a:pt x="113" y="19"/>
                  </a:lnTo>
                  <a:lnTo>
                    <a:pt x="113" y="19"/>
                  </a:lnTo>
                  <a:lnTo>
                    <a:pt x="113" y="19"/>
                  </a:lnTo>
                  <a:lnTo>
                    <a:pt x="113" y="19"/>
                  </a:lnTo>
                  <a:lnTo>
                    <a:pt x="113" y="17"/>
                  </a:lnTo>
                  <a:lnTo>
                    <a:pt x="113" y="17"/>
                  </a:lnTo>
                  <a:lnTo>
                    <a:pt x="113" y="17"/>
                  </a:lnTo>
                  <a:lnTo>
                    <a:pt x="113" y="17"/>
                  </a:lnTo>
                  <a:lnTo>
                    <a:pt x="114" y="15"/>
                  </a:lnTo>
                  <a:lnTo>
                    <a:pt x="114" y="15"/>
                  </a:lnTo>
                  <a:lnTo>
                    <a:pt x="114" y="15"/>
                  </a:lnTo>
                  <a:lnTo>
                    <a:pt x="114" y="15"/>
                  </a:lnTo>
                  <a:lnTo>
                    <a:pt x="114" y="15"/>
                  </a:lnTo>
                  <a:lnTo>
                    <a:pt x="114" y="15"/>
                  </a:lnTo>
                  <a:lnTo>
                    <a:pt x="114" y="15"/>
                  </a:lnTo>
                  <a:lnTo>
                    <a:pt x="114" y="15"/>
                  </a:lnTo>
                  <a:lnTo>
                    <a:pt x="116" y="14"/>
                  </a:lnTo>
                  <a:lnTo>
                    <a:pt x="116" y="14"/>
                  </a:lnTo>
                  <a:lnTo>
                    <a:pt x="116" y="14"/>
                  </a:lnTo>
                  <a:lnTo>
                    <a:pt x="116" y="14"/>
                  </a:lnTo>
                  <a:lnTo>
                    <a:pt x="116" y="13"/>
                  </a:lnTo>
                  <a:lnTo>
                    <a:pt x="116" y="13"/>
                  </a:lnTo>
                  <a:lnTo>
                    <a:pt x="116" y="13"/>
                  </a:lnTo>
                  <a:lnTo>
                    <a:pt x="116" y="13"/>
                  </a:lnTo>
                  <a:lnTo>
                    <a:pt x="117" y="12"/>
                  </a:lnTo>
                  <a:lnTo>
                    <a:pt x="117" y="12"/>
                  </a:lnTo>
                  <a:lnTo>
                    <a:pt x="117" y="12"/>
                  </a:lnTo>
                  <a:lnTo>
                    <a:pt x="117" y="12"/>
                  </a:lnTo>
                  <a:lnTo>
                    <a:pt x="117" y="12"/>
                  </a:lnTo>
                  <a:lnTo>
                    <a:pt x="117" y="12"/>
                  </a:lnTo>
                  <a:lnTo>
                    <a:pt x="117" y="12"/>
                  </a:lnTo>
                  <a:lnTo>
                    <a:pt x="117" y="12"/>
                  </a:lnTo>
                  <a:lnTo>
                    <a:pt x="119" y="12"/>
                  </a:lnTo>
                  <a:lnTo>
                    <a:pt x="119" y="12"/>
                  </a:lnTo>
                  <a:lnTo>
                    <a:pt x="119" y="12"/>
                  </a:lnTo>
                  <a:lnTo>
                    <a:pt x="119" y="12"/>
                  </a:lnTo>
                  <a:lnTo>
                    <a:pt x="120" y="12"/>
                  </a:lnTo>
                  <a:lnTo>
                    <a:pt x="120" y="12"/>
                  </a:lnTo>
                  <a:lnTo>
                    <a:pt x="120" y="12"/>
                  </a:lnTo>
                  <a:lnTo>
                    <a:pt x="120" y="12"/>
                  </a:lnTo>
                  <a:lnTo>
                    <a:pt x="121" y="10"/>
                  </a:lnTo>
                  <a:lnTo>
                    <a:pt x="121" y="10"/>
                  </a:lnTo>
                  <a:lnTo>
                    <a:pt x="121" y="10"/>
                  </a:lnTo>
                  <a:lnTo>
                    <a:pt x="121" y="10"/>
                  </a:lnTo>
                  <a:lnTo>
                    <a:pt x="123" y="10"/>
                  </a:lnTo>
                  <a:lnTo>
                    <a:pt x="123" y="10"/>
                  </a:lnTo>
                  <a:lnTo>
                    <a:pt x="123" y="10"/>
                  </a:lnTo>
                  <a:lnTo>
                    <a:pt x="123" y="10"/>
                  </a:lnTo>
                  <a:lnTo>
                    <a:pt x="125" y="10"/>
                  </a:lnTo>
                  <a:lnTo>
                    <a:pt x="125" y="10"/>
                  </a:lnTo>
                  <a:lnTo>
                    <a:pt x="125" y="10"/>
                  </a:lnTo>
                  <a:lnTo>
                    <a:pt x="125" y="10"/>
                  </a:lnTo>
                  <a:lnTo>
                    <a:pt x="126" y="10"/>
                  </a:lnTo>
                  <a:lnTo>
                    <a:pt x="126" y="10"/>
                  </a:lnTo>
                  <a:lnTo>
                    <a:pt x="128" y="10"/>
                  </a:lnTo>
                  <a:lnTo>
                    <a:pt x="128" y="10"/>
                  </a:lnTo>
                  <a:lnTo>
                    <a:pt x="130" y="10"/>
                  </a:lnTo>
                  <a:lnTo>
                    <a:pt x="130" y="10"/>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79" name=""/>
            <p:cNvSpPr/>
            <p:nvPr/>
          </p:nvSpPr>
          <p:spPr>
            <a:xfrm>
              <a:off x="7378560" y="5884920"/>
              <a:ext cx="28800" cy="39600"/>
            </a:xfrm>
            <a:custGeom>
              <a:avLst/>
              <a:gdLst/>
              <a:ahLst/>
              <a:rect l="l" t="t" r="r" b="b"/>
              <a:pathLst>
                <a:path w="18" h="25">
                  <a:moveTo>
                    <a:pt x="14" y="24"/>
                  </a:moveTo>
                  <a:lnTo>
                    <a:pt x="13" y="24"/>
                  </a:lnTo>
                  <a:lnTo>
                    <a:pt x="13" y="24"/>
                  </a:lnTo>
                  <a:lnTo>
                    <a:pt x="13" y="24"/>
                  </a:lnTo>
                  <a:lnTo>
                    <a:pt x="13" y="23"/>
                  </a:lnTo>
                  <a:lnTo>
                    <a:pt x="13" y="23"/>
                  </a:lnTo>
                  <a:lnTo>
                    <a:pt x="13" y="23"/>
                  </a:lnTo>
                  <a:lnTo>
                    <a:pt x="13" y="23"/>
                  </a:lnTo>
                  <a:lnTo>
                    <a:pt x="13" y="21"/>
                  </a:lnTo>
                  <a:lnTo>
                    <a:pt x="13" y="21"/>
                  </a:lnTo>
                  <a:lnTo>
                    <a:pt x="13" y="21"/>
                  </a:lnTo>
                  <a:lnTo>
                    <a:pt x="13" y="21"/>
                  </a:lnTo>
                  <a:lnTo>
                    <a:pt x="13" y="19"/>
                  </a:lnTo>
                  <a:lnTo>
                    <a:pt x="13" y="19"/>
                  </a:lnTo>
                  <a:lnTo>
                    <a:pt x="13" y="18"/>
                  </a:lnTo>
                  <a:lnTo>
                    <a:pt x="13" y="18"/>
                  </a:lnTo>
                  <a:lnTo>
                    <a:pt x="13" y="16"/>
                  </a:lnTo>
                  <a:lnTo>
                    <a:pt x="13" y="16"/>
                  </a:lnTo>
                  <a:lnTo>
                    <a:pt x="13" y="16"/>
                  </a:lnTo>
                  <a:lnTo>
                    <a:pt x="13" y="16"/>
                  </a:lnTo>
                  <a:lnTo>
                    <a:pt x="13" y="16"/>
                  </a:lnTo>
                  <a:lnTo>
                    <a:pt x="13" y="16"/>
                  </a:lnTo>
                  <a:lnTo>
                    <a:pt x="13" y="16"/>
                  </a:lnTo>
                  <a:lnTo>
                    <a:pt x="13" y="16"/>
                  </a:lnTo>
                  <a:lnTo>
                    <a:pt x="14" y="15"/>
                  </a:lnTo>
                  <a:lnTo>
                    <a:pt x="14" y="15"/>
                  </a:lnTo>
                  <a:lnTo>
                    <a:pt x="14" y="15"/>
                  </a:lnTo>
                  <a:lnTo>
                    <a:pt x="14" y="15"/>
                  </a:lnTo>
                  <a:lnTo>
                    <a:pt x="16" y="14"/>
                  </a:lnTo>
                  <a:lnTo>
                    <a:pt x="16" y="14"/>
                  </a:lnTo>
                  <a:lnTo>
                    <a:pt x="16" y="14"/>
                  </a:lnTo>
                  <a:lnTo>
                    <a:pt x="16" y="14"/>
                  </a:lnTo>
                  <a:lnTo>
                    <a:pt x="17" y="12"/>
                  </a:lnTo>
                  <a:lnTo>
                    <a:pt x="16" y="12"/>
                  </a:lnTo>
                  <a:lnTo>
                    <a:pt x="16" y="12"/>
                  </a:lnTo>
                  <a:lnTo>
                    <a:pt x="16" y="12"/>
                  </a:lnTo>
                  <a:lnTo>
                    <a:pt x="16" y="12"/>
                  </a:lnTo>
                  <a:lnTo>
                    <a:pt x="14" y="12"/>
                  </a:lnTo>
                  <a:lnTo>
                    <a:pt x="14" y="12"/>
                  </a:lnTo>
                  <a:lnTo>
                    <a:pt x="14" y="12"/>
                  </a:lnTo>
                  <a:lnTo>
                    <a:pt x="14" y="12"/>
                  </a:lnTo>
                  <a:lnTo>
                    <a:pt x="12" y="12"/>
                  </a:lnTo>
                  <a:lnTo>
                    <a:pt x="12" y="12"/>
                  </a:lnTo>
                  <a:lnTo>
                    <a:pt x="12" y="12"/>
                  </a:lnTo>
                  <a:lnTo>
                    <a:pt x="12" y="12"/>
                  </a:lnTo>
                  <a:lnTo>
                    <a:pt x="11" y="12"/>
                  </a:lnTo>
                  <a:lnTo>
                    <a:pt x="11" y="12"/>
                  </a:lnTo>
                  <a:lnTo>
                    <a:pt x="11" y="12"/>
                  </a:lnTo>
                  <a:lnTo>
                    <a:pt x="11" y="10"/>
                  </a:lnTo>
                  <a:lnTo>
                    <a:pt x="10" y="10"/>
                  </a:lnTo>
                  <a:lnTo>
                    <a:pt x="10" y="10"/>
                  </a:lnTo>
                  <a:lnTo>
                    <a:pt x="10" y="10"/>
                  </a:lnTo>
                  <a:lnTo>
                    <a:pt x="10" y="8"/>
                  </a:lnTo>
                  <a:lnTo>
                    <a:pt x="10" y="8"/>
                  </a:lnTo>
                  <a:lnTo>
                    <a:pt x="10" y="6"/>
                  </a:lnTo>
                  <a:lnTo>
                    <a:pt x="10" y="6"/>
                  </a:lnTo>
                  <a:lnTo>
                    <a:pt x="11" y="5"/>
                  </a:lnTo>
                  <a:lnTo>
                    <a:pt x="11" y="5"/>
                  </a:lnTo>
                  <a:lnTo>
                    <a:pt x="11" y="5"/>
                  </a:lnTo>
                  <a:lnTo>
                    <a:pt x="11" y="5"/>
                  </a:lnTo>
                  <a:lnTo>
                    <a:pt x="12" y="3"/>
                  </a:lnTo>
                  <a:lnTo>
                    <a:pt x="12" y="3"/>
                  </a:lnTo>
                  <a:lnTo>
                    <a:pt x="12" y="2"/>
                  </a:lnTo>
                  <a:lnTo>
                    <a:pt x="12" y="2"/>
                  </a:lnTo>
                  <a:lnTo>
                    <a:pt x="14" y="0"/>
                  </a:lnTo>
                  <a:lnTo>
                    <a:pt x="12" y="2"/>
                  </a:lnTo>
                  <a:lnTo>
                    <a:pt x="12" y="2"/>
                  </a:lnTo>
                  <a:lnTo>
                    <a:pt x="11" y="2"/>
                  </a:lnTo>
                  <a:lnTo>
                    <a:pt x="11" y="2"/>
                  </a:lnTo>
                  <a:lnTo>
                    <a:pt x="9" y="2"/>
                  </a:lnTo>
                  <a:lnTo>
                    <a:pt x="9" y="2"/>
                  </a:lnTo>
                  <a:lnTo>
                    <a:pt x="9" y="2"/>
                  </a:lnTo>
                  <a:lnTo>
                    <a:pt x="9" y="2"/>
                  </a:lnTo>
                  <a:lnTo>
                    <a:pt x="7" y="3"/>
                  </a:lnTo>
                  <a:lnTo>
                    <a:pt x="7" y="3"/>
                  </a:lnTo>
                  <a:lnTo>
                    <a:pt x="6" y="3"/>
                  </a:lnTo>
                  <a:lnTo>
                    <a:pt x="6" y="3"/>
                  </a:lnTo>
                  <a:lnTo>
                    <a:pt x="4" y="3"/>
                  </a:lnTo>
                  <a:lnTo>
                    <a:pt x="4" y="3"/>
                  </a:lnTo>
                  <a:lnTo>
                    <a:pt x="4" y="3"/>
                  </a:lnTo>
                  <a:lnTo>
                    <a:pt x="4" y="3"/>
                  </a:lnTo>
                  <a:lnTo>
                    <a:pt x="4" y="5"/>
                  </a:lnTo>
                  <a:lnTo>
                    <a:pt x="4" y="5"/>
                  </a:lnTo>
                  <a:lnTo>
                    <a:pt x="4" y="5"/>
                  </a:lnTo>
                  <a:lnTo>
                    <a:pt x="4" y="5"/>
                  </a:lnTo>
                  <a:lnTo>
                    <a:pt x="4" y="7"/>
                  </a:lnTo>
                  <a:lnTo>
                    <a:pt x="4" y="7"/>
                  </a:lnTo>
                  <a:lnTo>
                    <a:pt x="4" y="7"/>
                  </a:lnTo>
                  <a:lnTo>
                    <a:pt x="4" y="7"/>
                  </a:lnTo>
                  <a:lnTo>
                    <a:pt x="4" y="9"/>
                  </a:lnTo>
                  <a:lnTo>
                    <a:pt x="4" y="9"/>
                  </a:lnTo>
                  <a:lnTo>
                    <a:pt x="4" y="9"/>
                  </a:lnTo>
                  <a:lnTo>
                    <a:pt x="4" y="9"/>
                  </a:lnTo>
                  <a:lnTo>
                    <a:pt x="4" y="10"/>
                  </a:lnTo>
                  <a:lnTo>
                    <a:pt x="4" y="10"/>
                  </a:lnTo>
                  <a:lnTo>
                    <a:pt x="4" y="10"/>
                  </a:lnTo>
                  <a:lnTo>
                    <a:pt x="4" y="10"/>
                  </a:lnTo>
                  <a:lnTo>
                    <a:pt x="3" y="11"/>
                  </a:lnTo>
                  <a:lnTo>
                    <a:pt x="3" y="11"/>
                  </a:lnTo>
                  <a:lnTo>
                    <a:pt x="3" y="11"/>
                  </a:lnTo>
                  <a:lnTo>
                    <a:pt x="3" y="11"/>
                  </a:lnTo>
                  <a:lnTo>
                    <a:pt x="1" y="11"/>
                  </a:lnTo>
                  <a:lnTo>
                    <a:pt x="1" y="11"/>
                  </a:lnTo>
                  <a:lnTo>
                    <a:pt x="1" y="11"/>
                  </a:lnTo>
                  <a:lnTo>
                    <a:pt x="1" y="11"/>
                  </a:lnTo>
                  <a:lnTo>
                    <a:pt x="0" y="12"/>
                  </a:lnTo>
                  <a:lnTo>
                    <a:pt x="0" y="12"/>
                  </a:lnTo>
                  <a:lnTo>
                    <a:pt x="0" y="12"/>
                  </a:lnTo>
                  <a:lnTo>
                    <a:pt x="0" y="12"/>
                  </a:lnTo>
                  <a:lnTo>
                    <a:pt x="0" y="12"/>
                  </a:lnTo>
                  <a:lnTo>
                    <a:pt x="0" y="12"/>
                  </a:lnTo>
                  <a:lnTo>
                    <a:pt x="0" y="12"/>
                  </a:lnTo>
                  <a:lnTo>
                    <a:pt x="0" y="12"/>
                  </a:lnTo>
                  <a:lnTo>
                    <a:pt x="0" y="14"/>
                  </a:lnTo>
                  <a:lnTo>
                    <a:pt x="0" y="14"/>
                  </a:lnTo>
                  <a:lnTo>
                    <a:pt x="0" y="14"/>
                  </a:lnTo>
                  <a:lnTo>
                    <a:pt x="0" y="14"/>
                  </a:lnTo>
                  <a:lnTo>
                    <a:pt x="0" y="15"/>
                  </a:lnTo>
                  <a:lnTo>
                    <a:pt x="0" y="15"/>
                  </a:lnTo>
                  <a:lnTo>
                    <a:pt x="0" y="15"/>
                  </a:lnTo>
                  <a:lnTo>
                    <a:pt x="0" y="15"/>
                  </a:lnTo>
                  <a:lnTo>
                    <a:pt x="0" y="16"/>
                  </a:lnTo>
                  <a:lnTo>
                    <a:pt x="0" y="16"/>
                  </a:lnTo>
                  <a:lnTo>
                    <a:pt x="0" y="16"/>
                  </a:lnTo>
                  <a:lnTo>
                    <a:pt x="0" y="16"/>
                  </a:lnTo>
                  <a:lnTo>
                    <a:pt x="0" y="16"/>
                  </a:lnTo>
                  <a:lnTo>
                    <a:pt x="0" y="16"/>
                  </a:lnTo>
                  <a:lnTo>
                    <a:pt x="0" y="16"/>
                  </a:lnTo>
                  <a:lnTo>
                    <a:pt x="1" y="16"/>
                  </a:lnTo>
                  <a:lnTo>
                    <a:pt x="1" y="16"/>
                  </a:lnTo>
                  <a:lnTo>
                    <a:pt x="1" y="16"/>
                  </a:lnTo>
                  <a:lnTo>
                    <a:pt x="1" y="16"/>
                  </a:lnTo>
                  <a:lnTo>
                    <a:pt x="3" y="16"/>
                  </a:lnTo>
                  <a:lnTo>
                    <a:pt x="3" y="16"/>
                  </a:lnTo>
                  <a:lnTo>
                    <a:pt x="3" y="16"/>
                  </a:lnTo>
                  <a:lnTo>
                    <a:pt x="3" y="16"/>
                  </a:lnTo>
                  <a:lnTo>
                    <a:pt x="5" y="15"/>
                  </a:lnTo>
                  <a:lnTo>
                    <a:pt x="5" y="15"/>
                  </a:lnTo>
                  <a:lnTo>
                    <a:pt x="5" y="15"/>
                  </a:lnTo>
                  <a:lnTo>
                    <a:pt x="5" y="15"/>
                  </a:lnTo>
                  <a:lnTo>
                    <a:pt x="7" y="14"/>
                  </a:lnTo>
                  <a:lnTo>
                    <a:pt x="7" y="14"/>
                  </a:lnTo>
                  <a:lnTo>
                    <a:pt x="8" y="14"/>
                  </a:lnTo>
                  <a:lnTo>
                    <a:pt x="8" y="14"/>
                  </a:lnTo>
                  <a:lnTo>
                    <a:pt x="10" y="13"/>
                  </a:lnTo>
                  <a:lnTo>
                    <a:pt x="10" y="15"/>
                  </a:lnTo>
                  <a:lnTo>
                    <a:pt x="10" y="15"/>
                  </a:lnTo>
                  <a:lnTo>
                    <a:pt x="10" y="17"/>
                  </a:lnTo>
                  <a:lnTo>
                    <a:pt x="10" y="17"/>
                  </a:lnTo>
                  <a:lnTo>
                    <a:pt x="10" y="19"/>
                  </a:lnTo>
                  <a:lnTo>
                    <a:pt x="10" y="19"/>
                  </a:lnTo>
                  <a:lnTo>
                    <a:pt x="10" y="19"/>
                  </a:lnTo>
                  <a:lnTo>
                    <a:pt x="10" y="19"/>
                  </a:lnTo>
                  <a:lnTo>
                    <a:pt x="10" y="21"/>
                  </a:lnTo>
                  <a:lnTo>
                    <a:pt x="10" y="21"/>
                  </a:lnTo>
                  <a:lnTo>
                    <a:pt x="10" y="21"/>
                  </a:lnTo>
                  <a:lnTo>
                    <a:pt x="10" y="21"/>
                  </a:lnTo>
                  <a:lnTo>
                    <a:pt x="10" y="22"/>
                  </a:lnTo>
                  <a:lnTo>
                    <a:pt x="10" y="22"/>
                  </a:lnTo>
                  <a:lnTo>
                    <a:pt x="10" y="22"/>
                  </a:lnTo>
                  <a:lnTo>
                    <a:pt x="11" y="22"/>
                  </a:lnTo>
                  <a:lnTo>
                    <a:pt x="11" y="23"/>
                  </a:lnTo>
                  <a:lnTo>
                    <a:pt x="11" y="23"/>
                  </a:lnTo>
                  <a:lnTo>
                    <a:pt x="11" y="23"/>
                  </a:lnTo>
                  <a:lnTo>
                    <a:pt x="11" y="23"/>
                  </a:lnTo>
                  <a:lnTo>
                    <a:pt x="11" y="23"/>
                  </a:lnTo>
                  <a:lnTo>
                    <a:pt x="11" y="23"/>
                  </a:lnTo>
                  <a:lnTo>
                    <a:pt x="11" y="23"/>
                  </a:lnTo>
                  <a:lnTo>
                    <a:pt x="12" y="23"/>
                  </a:lnTo>
                  <a:lnTo>
                    <a:pt x="12" y="24"/>
                  </a:lnTo>
                  <a:lnTo>
                    <a:pt x="12" y="24"/>
                  </a:lnTo>
                  <a:lnTo>
                    <a:pt x="12" y="24"/>
                  </a:lnTo>
                  <a:lnTo>
                    <a:pt x="13" y="24"/>
                  </a:lnTo>
                  <a:lnTo>
                    <a:pt x="13" y="24"/>
                  </a:lnTo>
                  <a:lnTo>
                    <a:pt x="13" y="24"/>
                  </a:lnTo>
                  <a:lnTo>
                    <a:pt x="13" y="24"/>
                  </a:lnTo>
                  <a:lnTo>
                    <a:pt x="14" y="24"/>
                  </a:lnTo>
                  <a:lnTo>
                    <a:pt x="14" y="24"/>
                  </a:lnTo>
                </a:path>
              </a:pathLst>
            </a:custGeom>
            <a:solidFill>
              <a:srgbClr val="a1009f"/>
            </a:solidFill>
            <a:ln w="18360">
              <a:solidFill>
                <a:srgbClr val="000000"/>
              </a:solidFill>
              <a:round/>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780" name=""/>
            <p:cNvSpPr/>
            <p:nvPr/>
          </p:nvSpPr>
          <p:spPr>
            <a:xfrm>
              <a:off x="7456320" y="5784840"/>
              <a:ext cx="43200" cy="63360"/>
            </a:xfrm>
            <a:custGeom>
              <a:avLst/>
              <a:gdLst/>
              <a:ahLst/>
              <a:rect l="l" t="t" r="r" b="b"/>
              <a:pathLst>
                <a:path w="27" h="40">
                  <a:moveTo>
                    <a:pt x="8" y="39"/>
                  </a:moveTo>
                  <a:lnTo>
                    <a:pt x="8" y="39"/>
                  </a:lnTo>
                  <a:lnTo>
                    <a:pt x="8" y="39"/>
                  </a:lnTo>
                  <a:lnTo>
                    <a:pt x="8" y="39"/>
                  </a:lnTo>
                  <a:lnTo>
                    <a:pt x="8" y="39"/>
                  </a:lnTo>
                  <a:lnTo>
                    <a:pt x="8" y="39"/>
                  </a:lnTo>
                  <a:lnTo>
                    <a:pt x="8" y="39"/>
                  </a:lnTo>
                  <a:lnTo>
                    <a:pt x="8" y="39"/>
                  </a:lnTo>
                  <a:lnTo>
                    <a:pt x="8" y="38"/>
                  </a:lnTo>
                  <a:lnTo>
                    <a:pt x="8" y="38"/>
                  </a:lnTo>
                  <a:lnTo>
                    <a:pt x="8" y="38"/>
                  </a:lnTo>
                  <a:lnTo>
                    <a:pt x="8" y="38"/>
                  </a:lnTo>
                  <a:lnTo>
                    <a:pt x="8" y="38"/>
                  </a:lnTo>
                  <a:lnTo>
                    <a:pt x="8" y="38"/>
                  </a:lnTo>
                  <a:lnTo>
                    <a:pt x="8" y="38"/>
                  </a:lnTo>
                  <a:lnTo>
                    <a:pt x="8" y="38"/>
                  </a:lnTo>
                  <a:lnTo>
                    <a:pt x="8" y="37"/>
                  </a:lnTo>
                  <a:lnTo>
                    <a:pt x="8" y="37"/>
                  </a:lnTo>
                  <a:lnTo>
                    <a:pt x="8" y="37"/>
                  </a:lnTo>
                  <a:lnTo>
                    <a:pt x="8" y="37"/>
                  </a:lnTo>
                  <a:lnTo>
                    <a:pt x="9" y="36"/>
                  </a:lnTo>
                  <a:lnTo>
                    <a:pt x="9" y="36"/>
                  </a:lnTo>
                  <a:lnTo>
                    <a:pt x="9" y="35"/>
                  </a:lnTo>
                  <a:lnTo>
                    <a:pt x="9" y="35"/>
                  </a:lnTo>
                  <a:lnTo>
                    <a:pt x="11" y="33"/>
                  </a:lnTo>
                  <a:lnTo>
                    <a:pt x="11" y="33"/>
                  </a:lnTo>
                  <a:lnTo>
                    <a:pt x="11" y="33"/>
                  </a:lnTo>
                  <a:lnTo>
                    <a:pt x="11" y="33"/>
                  </a:lnTo>
                  <a:lnTo>
                    <a:pt x="11" y="31"/>
                  </a:lnTo>
                  <a:lnTo>
                    <a:pt x="11" y="31"/>
                  </a:lnTo>
                  <a:lnTo>
                    <a:pt x="11" y="29"/>
                  </a:lnTo>
                  <a:lnTo>
                    <a:pt x="11" y="29"/>
                  </a:lnTo>
                  <a:lnTo>
                    <a:pt x="13" y="27"/>
                  </a:lnTo>
                  <a:lnTo>
                    <a:pt x="13" y="27"/>
                  </a:lnTo>
                  <a:lnTo>
                    <a:pt x="13" y="27"/>
                  </a:lnTo>
                  <a:lnTo>
                    <a:pt x="13" y="27"/>
                  </a:lnTo>
                  <a:lnTo>
                    <a:pt x="14" y="25"/>
                  </a:lnTo>
                  <a:lnTo>
                    <a:pt x="14" y="25"/>
                  </a:lnTo>
                  <a:lnTo>
                    <a:pt x="15" y="24"/>
                  </a:lnTo>
                  <a:lnTo>
                    <a:pt x="15" y="24"/>
                  </a:lnTo>
                  <a:lnTo>
                    <a:pt x="17" y="22"/>
                  </a:lnTo>
                  <a:lnTo>
                    <a:pt x="17" y="22"/>
                  </a:lnTo>
                  <a:lnTo>
                    <a:pt x="17" y="22"/>
                  </a:lnTo>
                  <a:lnTo>
                    <a:pt x="17" y="22"/>
                  </a:lnTo>
                  <a:lnTo>
                    <a:pt x="18" y="20"/>
                  </a:lnTo>
                  <a:lnTo>
                    <a:pt x="18" y="20"/>
                  </a:lnTo>
                  <a:lnTo>
                    <a:pt x="18" y="19"/>
                  </a:lnTo>
                  <a:lnTo>
                    <a:pt x="18" y="19"/>
                  </a:lnTo>
                  <a:lnTo>
                    <a:pt x="18" y="17"/>
                  </a:lnTo>
                  <a:lnTo>
                    <a:pt x="17" y="17"/>
                  </a:lnTo>
                  <a:lnTo>
                    <a:pt x="17" y="17"/>
                  </a:lnTo>
                  <a:lnTo>
                    <a:pt x="17" y="17"/>
                  </a:lnTo>
                  <a:lnTo>
                    <a:pt x="17" y="17"/>
                  </a:lnTo>
                  <a:lnTo>
                    <a:pt x="17" y="17"/>
                  </a:lnTo>
                  <a:lnTo>
                    <a:pt x="17" y="17"/>
                  </a:lnTo>
                  <a:lnTo>
                    <a:pt x="17" y="17"/>
                  </a:lnTo>
                  <a:lnTo>
                    <a:pt x="17" y="16"/>
                  </a:lnTo>
                  <a:lnTo>
                    <a:pt x="16" y="16"/>
                  </a:lnTo>
                  <a:lnTo>
                    <a:pt x="16" y="16"/>
                  </a:lnTo>
                  <a:lnTo>
                    <a:pt x="16" y="16"/>
                  </a:lnTo>
                  <a:lnTo>
                    <a:pt x="16" y="15"/>
                  </a:lnTo>
                  <a:lnTo>
                    <a:pt x="16" y="15"/>
                  </a:lnTo>
                  <a:lnTo>
                    <a:pt x="16" y="15"/>
                  </a:lnTo>
                  <a:lnTo>
                    <a:pt x="16" y="15"/>
                  </a:lnTo>
                  <a:lnTo>
                    <a:pt x="16" y="14"/>
                  </a:lnTo>
                  <a:lnTo>
                    <a:pt x="16" y="14"/>
                  </a:lnTo>
                  <a:lnTo>
                    <a:pt x="16" y="14"/>
                  </a:lnTo>
                  <a:lnTo>
                    <a:pt x="16" y="14"/>
                  </a:lnTo>
                  <a:lnTo>
                    <a:pt x="16" y="13"/>
                  </a:lnTo>
                  <a:lnTo>
                    <a:pt x="16" y="13"/>
                  </a:lnTo>
                  <a:lnTo>
                    <a:pt x="16" y="13"/>
                  </a:lnTo>
                  <a:lnTo>
                    <a:pt x="16" y="13"/>
                  </a:lnTo>
                  <a:lnTo>
                    <a:pt x="16" y="11"/>
                  </a:lnTo>
                  <a:lnTo>
                    <a:pt x="16" y="11"/>
                  </a:lnTo>
                  <a:lnTo>
                    <a:pt x="16" y="11"/>
                  </a:lnTo>
                  <a:lnTo>
                    <a:pt x="16" y="11"/>
                  </a:lnTo>
                  <a:lnTo>
                    <a:pt x="16" y="10"/>
                  </a:lnTo>
                  <a:lnTo>
                    <a:pt x="16" y="10"/>
                  </a:lnTo>
                  <a:lnTo>
                    <a:pt x="16" y="10"/>
                  </a:lnTo>
                  <a:lnTo>
                    <a:pt x="16" y="10"/>
                  </a:lnTo>
                  <a:lnTo>
                    <a:pt x="17" y="9"/>
                  </a:lnTo>
                  <a:lnTo>
                    <a:pt x="17" y="10"/>
                  </a:lnTo>
                  <a:lnTo>
                    <a:pt x="17" y="10"/>
                  </a:lnTo>
                  <a:lnTo>
                    <a:pt x="17" y="10"/>
                  </a:lnTo>
                  <a:lnTo>
                    <a:pt x="19" y="10"/>
                  </a:lnTo>
                  <a:lnTo>
                    <a:pt x="19" y="10"/>
                  </a:lnTo>
                  <a:lnTo>
                    <a:pt x="19" y="10"/>
                  </a:lnTo>
                  <a:lnTo>
                    <a:pt x="19" y="10"/>
                  </a:lnTo>
                  <a:lnTo>
                    <a:pt x="21" y="10"/>
                  </a:lnTo>
                  <a:lnTo>
                    <a:pt x="21" y="10"/>
                  </a:lnTo>
                  <a:lnTo>
                    <a:pt x="21" y="10"/>
                  </a:lnTo>
                  <a:lnTo>
                    <a:pt x="21" y="10"/>
                  </a:lnTo>
                  <a:lnTo>
                    <a:pt x="23" y="10"/>
                  </a:lnTo>
                  <a:lnTo>
                    <a:pt x="23" y="10"/>
                  </a:lnTo>
                  <a:lnTo>
                    <a:pt x="23" y="10"/>
                  </a:lnTo>
                  <a:lnTo>
                    <a:pt x="23" y="10"/>
                  </a:lnTo>
                  <a:lnTo>
                    <a:pt x="25" y="10"/>
                  </a:lnTo>
                  <a:lnTo>
                    <a:pt x="24" y="10"/>
                  </a:lnTo>
                  <a:lnTo>
                    <a:pt x="24" y="10"/>
                  </a:lnTo>
                  <a:lnTo>
                    <a:pt x="24" y="10"/>
                  </a:lnTo>
                  <a:lnTo>
                    <a:pt x="24" y="10"/>
                  </a:lnTo>
                  <a:lnTo>
                    <a:pt x="24" y="10"/>
                  </a:lnTo>
                  <a:lnTo>
                    <a:pt x="24" y="10"/>
                  </a:lnTo>
                  <a:lnTo>
                    <a:pt x="24" y="10"/>
                  </a:lnTo>
                  <a:lnTo>
                    <a:pt x="24" y="8"/>
                  </a:lnTo>
                  <a:lnTo>
                    <a:pt x="23" y="8"/>
                  </a:lnTo>
                  <a:lnTo>
                    <a:pt x="23" y="8"/>
                  </a:lnTo>
                  <a:lnTo>
                    <a:pt x="23" y="8"/>
                  </a:lnTo>
                  <a:lnTo>
                    <a:pt x="23" y="8"/>
                  </a:lnTo>
                  <a:lnTo>
                    <a:pt x="23" y="8"/>
                  </a:lnTo>
                  <a:lnTo>
                    <a:pt x="23" y="8"/>
                  </a:lnTo>
                  <a:lnTo>
                    <a:pt x="23" y="8"/>
                  </a:lnTo>
                  <a:lnTo>
                    <a:pt x="23" y="7"/>
                  </a:lnTo>
                  <a:lnTo>
                    <a:pt x="21" y="7"/>
                  </a:lnTo>
                  <a:lnTo>
                    <a:pt x="21" y="7"/>
                  </a:lnTo>
                  <a:lnTo>
                    <a:pt x="21" y="7"/>
                  </a:lnTo>
                  <a:lnTo>
                    <a:pt x="21" y="7"/>
                  </a:lnTo>
                  <a:lnTo>
                    <a:pt x="21" y="7"/>
                  </a:lnTo>
                  <a:lnTo>
                    <a:pt x="21" y="7"/>
                  </a:lnTo>
                  <a:lnTo>
                    <a:pt x="21" y="7"/>
                  </a:lnTo>
                  <a:lnTo>
                    <a:pt x="21" y="7"/>
                  </a:lnTo>
                  <a:lnTo>
                    <a:pt x="18" y="7"/>
                  </a:lnTo>
                  <a:lnTo>
                    <a:pt x="18" y="7"/>
                  </a:lnTo>
                  <a:lnTo>
                    <a:pt x="18" y="7"/>
                  </a:lnTo>
                  <a:lnTo>
                    <a:pt x="18" y="7"/>
                  </a:lnTo>
                  <a:lnTo>
                    <a:pt x="18" y="7"/>
                  </a:lnTo>
                  <a:lnTo>
                    <a:pt x="18" y="7"/>
                  </a:lnTo>
                  <a:lnTo>
                    <a:pt x="18" y="7"/>
                  </a:lnTo>
                  <a:lnTo>
                    <a:pt x="18" y="7"/>
                  </a:lnTo>
                  <a:lnTo>
                    <a:pt x="18" y="7"/>
                  </a:lnTo>
                  <a:lnTo>
                    <a:pt x="18" y="7"/>
                  </a:lnTo>
                  <a:lnTo>
                    <a:pt x="18" y="7"/>
                  </a:lnTo>
                  <a:lnTo>
                    <a:pt x="18" y="6"/>
                  </a:lnTo>
                  <a:lnTo>
                    <a:pt x="18" y="6"/>
                  </a:lnTo>
                  <a:lnTo>
                    <a:pt x="18" y="6"/>
                  </a:lnTo>
                  <a:lnTo>
                    <a:pt x="18" y="6"/>
                  </a:lnTo>
                  <a:lnTo>
                    <a:pt x="19" y="4"/>
                  </a:lnTo>
                  <a:lnTo>
                    <a:pt x="19" y="4"/>
                  </a:lnTo>
                  <a:lnTo>
                    <a:pt x="19" y="4"/>
                  </a:lnTo>
                  <a:lnTo>
                    <a:pt x="19" y="4"/>
                  </a:lnTo>
                  <a:lnTo>
                    <a:pt x="19" y="3"/>
                  </a:lnTo>
                  <a:lnTo>
                    <a:pt x="19" y="3"/>
                  </a:lnTo>
                  <a:lnTo>
                    <a:pt x="19" y="3"/>
                  </a:lnTo>
                  <a:lnTo>
                    <a:pt x="19" y="3"/>
                  </a:lnTo>
                  <a:lnTo>
                    <a:pt x="20" y="2"/>
                  </a:lnTo>
                  <a:lnTo>
                    <a:pt x="20" y="2"/>
                  </a:lnTo>
                  <a:lnTo>
                    <a:pt x="20" y="2"/>
                  </a:lnTo>
                  <a:lnTo>
                    <a:pt x="20" y="2"/>
                  </a:lnTo>
                  <a:lnTo>
                    <a:pt x="21" y="2"/>
                  </a:lnTo>
                  <a:lnTo>
                    <a:pt x="21" y="2"/>
                  </a:lnTo>
                  <a:lnTo>
                    <a:pt x="21" y="2"/>
                  </a:lnTo>
                  <a:lnTo>
                    <a:pt x="21" y="2"/>
                  </a:lnTo>
                  <a:lnTo>
                    <a:pt x="23" y="1"/>
                  </a:lnTo>
                  <a:lnTo>
                    <a:pt x="23" y="1"/>
                  </a:lnTo>
                  <a:lnTo>
                    <a:pt x="23" y="1"/>
                  </a:lnTo>
                  <a:lnTo>
                    <a:pt x="23" y="1"/>
                  </a:lnTo>
                  <a:lnTo>
                    <a:pt x="24" y="1"/>
                  </a:lnTo>
                  <a:lnTo>
                    <a:pt x="24" y="1"/>
                  </a:lnTo>
                  <a:lnTo>
                    <a:pt x="24" y="1"/>
                  </a:lnTo>
                  <a:lnTo>
                    <a:pt x="24" y="1"/>
                  </a:lnTo>
                  <a:lnTo>
                    <a:pt x="26" y="0"/>
                  </a:lnTo>
                  <a:lnTo>
                    <a:pt x="24" y="0"/>
                  </a:lnTo>
                  <a:lnTo>
                    <a:pt x="24" y="0"/>
                  </a:lnTo>
                  <a:lnTo>
                    <a:pt x="24" y="0"/>
                  </a:lnTo>
                  <a:lnTo>
                    <a:pt x="24" y="0"/>
                  </a:lnTo>
                  <a:lnTo>
                    <a:pt x="22" y="0"/>
                  </a:lnTo>
                  <a:lnTo>
                    <a:pt x="22" y="0"/>
                  </a:lnTo>
                  <a:lnTo>
                    <a:pt x="21" y="0"/>
                  </a:lnTo>
                  <a:lnTo>
                    <a:pt x="21" y="0"/>
                  </a:lnTo>
                  <a:lnTo>
                    <a:pt x="18" y="1"/>
                  </a:lnTo>
                  <a:lnTo>
                    <a:pt x="18" y="1"/>
                  </a:lnTo>
                  <a:lnTo>
                    <a:pt x="17" y="1"/>
                  </a:lnTo>
                  <a:lnTo>
                    <a:pt x="17" y="1"/>
                  </a:lnTo>
                  <a:lnTo>
                    <a:pt x="16" y="1"/>
                  </a:lnTo>
                  <a:lnTo>
                    <a:pt x="16" y="1"/>
                  </a:lnTo>
                  <a:lnTo>
                    <a:pt x="16" y="1"/>
                  </a:lnTo>
                  <a:lnTo>
                    <a:pt x="16" y="1"/>
                  </a:lnTo>
                  <a:lnTo>
                    <a:pt x="14" y="3"/>
                  </a:lnTo>
                  <a:lnTo>
                    <a:pt x="14" y="3"/>
                  </a:lnTo>
                  <a:lnTo>
                    <a:pt x="14" y="4"/>
                  </a:lnTo>
                  <a:lnTo>
                    <a:pt x="14" y="4"/>
                  </a:lnTo>
                  <a:lnTo>
                    <a:pt x="14" y="6"/>
                  </a:lnTo>
                  <a:lnTo>
                    <a:pt x="14" y="6"/>
                  </a:lnTo>
                  <a:lnTo>
                    <a:pt x="14" y="6"/>
                  </a:lnTo>
                  <a:lnTo>
                    <a:pt x="14" y="6"/>
                  </a:lnTo>
                  <a:lnTo>
                    <a:pt x="13" y="8"/>
                  </a:lnTo>
                  <a:lnTo>
                    <a:pt x="13" y="8"/>
                  </a:lnTo>
                  <a:lnTo>
                    <a:pt x="13" y="8"/>
                  </a:lnTo>
                  <a:lnTo>
                    <a:pt x="13" y="8"/>
                  </a:lnTo>
                  <a:lnTo>
                    <a:pt x="13" y="9"/>
                  </a:lnTo>
                  <a:lnTo>
                    <a:pt x="13" y="9"/>
                  </a:lnTo>
                  <a:lnTo>
                    <a:pt x="13" y="9"/>
                  </a:lnTo>
                  <a:lnTo>
                    <a:pt x="13" y="9"/>
                  </a:lnTo>
                  <a:lnTo>
                    <a:pt x="11" y="9"/>
                  </a:lnTo>
                  <a:lnTo>
                    <a:pt x="11" y="9"/>
                  </a:lnTo>
                  <a:lnTo>
                    <a:pt x="11" y="9"/>
                  </a:lnTo>
                  <a:lnTo>
                    <a:pt x="11" y="9"/>
                  </a:lnTo>
                  <a:lnTo>
                    <a:pt x="11" y="9"/>
                  </a:lnTo>
                  <a:lnTo>
                    <a:pt x="11" y="9"/>
                  </a:lnTo>
                  <a:lnTo>
                    <a:pt x="11" y="9"/>
                  </a:lnTo>
                  <a:lnTo>
                    <a:pt x="11" y="7"/>
                  </a:lnTo>
                  <a:lnTo>
                    <a:pt x="11" y="7"/>
                  </a:lnTo>
                  <a:lnTo>
                    <a:pt x="11" y="7"/>
                  </a:lnTo>
                  <a:lnTo>
                    <a:pt x="11" y="7"/>
                  </a:lnTo>
                  <a:lnTo>
                    <a:pt x="11" y="5"/>
                  </a:lnTo>
                  <a:lnTo>
                    <a:pt x="11" y="5"/>
                  </a:lnTo>
                  <a:lnTo>
                    <a:pt x="11" y="5"/>
                  </a:lnTo>
                  <a:lnTo>
                    <a:pt x="11" y="5"/>
                  </a:lnTo>
                  <a:lnTo>
                    <a:pt x="11" y="4"/>
                  </a:lnTo>
                  <a:lnTo>
                    <a:pt x="10" y="5"/>
                  </a:lnTo>
                  <a:lnTo>
                    <a:pt x="10" y="5"/>
                  </a:lnTo>
                  <a:lnTo>
                    <a:pt x="10" y="5"/>
                  </a:lnTo>
                  <a:lnTo>
                    <a:pt x="10" y="5"/>
                  </a:lnTo>
                  <a:lnTo>
                    <a:pt x="8" y="7"/>
                  </a:lnTo>
                  <a:lnTo>
                    <a:pt x="8" y="7"/>
                  </a:lnTo>
                  <a:lnTo>
                    <a:pt x="8" y="7"/>
                  </a:lnTo>
                  <a:lnTo>
                    <a:pt x="8" y="7"/>
                  </a:lnTo>
                  <a:lnTo>
                    <a:pt x="6" y="9"/>
                  </a:lnTo>
                  <a:lnTo>
                    <a:pt x="6" y="9"/>
                  </a:lnTo>
                  <a:lnTo>
                    <a:pt x="6" y="9"/>
                  </a:lnTo>
                  <a:lnTo>
                    <a:pt x="6" y="9"/>
                  </a:lnTo>
                  <a:lnTo>
                    <a:pt x="5" y="9"/>
                  </a:lnTo>
                  <a:lnTo>
                    <a:pt x="5" y="9"/>
                  </a:lnTo>
                  <a:lnTo>
                    <a:pt x="5" y="9"/>
                  </a:lnTo>
                  <a:lnTo>
                    <a:pt x="5" y="9"/>
                  </a:lnTo>
                  <a:lnTo>
                    <a:pt x="5" y="10"/>
                  </a:lnTo>
                  <a:lnTo>
                    <a:pt x="5" y="10"/>
                  </a:lnTo>
                  <a:lnTo>
                    <a:pt x="5" y="11"/>
                  </a:lnTo>
                  <a:lnTo>
                    <a:pt x="5" y="11"/>
                  </a:lnTo>
                  <a:lnTo>
                    <a:pt x="5" y="13"/>
                  </a:lnTo>
                  <a:lnTo>
                    <a:pt x="5" y="13"/>
                  </a:lnTo>
                  <a:lnTo>
                    <a:pt x="5" y="13"/>
                  </a:lnTo>
                  <a:lnTo>
                    <a:pt x="6" y="13"/>
                  </a:lnTo>
                  <a:lnTo>
                    <a:pt x="6" y="15"/>
                  </a:lnTo>
                  <a:lnTo>
                    <a:pt x="6" y="15"/>
                  </a:lnTo>
                  <a:lnTo>
                    <a:pt x="6" y="15"/>
                  </a:lnTo>
                  <a:lnTo>
                    <a:pt x="6" y="15"/>
                  </a:lnTo>
                  <a:lnTo>
                    <a:pt x="6" y="16"/>
                  </a:lnTo>
                  <a:lnTo>
                    <a:pt x="6" y="16"/>
                  </a:lnTo>
                  <a:lnTo>
                    <a:pt x="6" y="16"/>
                  </a:lnTo>
                  <a:lnTo>
                    <a:pt x="8" y="16"/>
                  </a:lnTo>
                  <a:lnTo>
                    <a:pt x="7" y="16"/>
                  </a:lnTo>
                  <a:lnTo>
                    <a:pt x="7" y="16"/>
                  </a:lnTo>
                  <a:lnTo>
                    <a:pt x="7" y="16"/>
                  </a:lnTo>
                  <a:lnTo>
                    <a:pt x="7" y="16"/>
                  </a:lnTo>
                  <a:lnTo>
                    <a:pt x="5" y="16"/>
                  </a:lnTo>
                  <a:lnTo>
                    <a:pt x="5" y="16"/>
                  </a:lnTo>
                  <a:lnTo>
                    <a:pt x="5" y="16"/>
                  </a:lnTo>
                  <a:lnTo>
                    <a:pt x="5" y="16"/>
                  </a:lnTo>
                  <a:lnTo>
                    <a:pt x="3" y="16"/>
                  </a:lnTo>
                  <a:lnTo>
                    <a:pt x="3" y="16"/>
                  </a:lnTo>
                  <a:lnTo>
                    <a:pt x="3" y="16"/>
                  </a:lnTo>
                  <a:lnTo>
                    <a:pt x="3" y="16"/>
                  </a:lnTo>
                  <a:lnTo>
                    <a:pt x="2" y="16"/>
                  </a:lnTo>
                  <a:lnTo>
                    <a:pt x="2" y="16"/>
                  </a:lnTo>
                  <a:lnTo>
                    <a:pt x="2" y="16"/>
                  </a:lnTo>
                  <a:lnTo>
                    <a:pt x="2" y="16"/>
                  </a:lnTo>
                  <a:lnTo>
                    <a:pt x="1" y="17"/>
                  </a:lnTo>
                  <a:lnTo>
                    <a:pt x="1" y="17"/>
                  </a:lnTo>
                  <a:lnTo>
                    <a:pt x="1" y="17"/>
                  </a:lnTo>
                  <a:lnTo>
                    <a:pt x="1" y="17"/>
                  </a:lnTo>
                  <a:lnTo>
                    <a:pt x="1" y="18"/>
                  </a:lnTo>
                  <a:lnTo>
                    <a:pt x="1" y="18"/>
                  </a:lnTo>
                  <a:lnTo>
                    <a:pt x="1" y="18"/>
                  </a:lnTo>
                  <a:lnTo>
                    <a:pt x="1" y="18"/>
                  </a:lnTo>
                  <a:lnTo>
                    <a:pt x="0" y="20"/>
                  </a:lnTo>
                  <a:lnTo>
                    <a:pt x="0" y="20"/>
                  </a:lnTo>
                  <a:lnTo>
                    <a:pt x="0" y="20"/>
                  </a:lnTo>
                  <a:lnTo>
                    <a:pt x="0" y="20"/>
                  </a:lnTo>
                  <a:lnTo>
                    <a:pt x="0" y="21"/>
                  </a:lnTo>
                  <a:lnTo>
                    <a:pt x="0" y="21"/>
                  </a:lnTo>
                  <a:lnTo>
                    <a:pt x="0" y="21"/>
                  </a:lnTo>
                  <a:lnTo>
                    <a:pt x="0" y="21"/>
                  </a:lnTo>
                  <a:lnTo>
                    <a:pt x="0" y="23"/>
                  </a:lnTo>
                  <a:lnTo>
                    <a:pt x="0" y="23"/>
                  </a:lnTo>
                  <a:lnTo>
                    <a:pt x="0" y="23"/>
                  </a:lnTo>
                  <a:lnTo>
                    <a:pt x="1" y="23"/>
                  </a:lnTo>
                  <a:lnTo>
                    <a:pt x="1" y="24"/>
                  </a:lnTo>
                  <a:lnTo>
                    <a:pt x="1" y="24"/>
                  </a:lnTo>
                  <a:lnTo>
                    <a:pt x="1" y="24"/>
                  </a:lnTo>
                  <a:lnTo>
                    <a:pt x="2" y="24"/>
                  </a:lnTo>
                  <a:lnTo>
                    <a:pt x="2" y="26"/>
                  </a:lnTo>
                  <a:lnTo>
                    <a:pt x="2" y="26"/>
                  </a:lnTo>
                  <a:lnTo>
                    <a:pt x="2" y="26"/>
                  </a:lnTo>
                  <a:lnTo>
                    <a:pt x="4" y="26"/>
                  </a:lnTo>
                  <a:lnTo>
                    <a:pt x="4" y="27"/>
                  </a:lnTo>
                  <a:lnTo>
                    <a:pt x="4" y="27"/>
                  </a:lnTo>
                  <a:lnTo>
                    <a:pt x="4" y="27"/>
                  </a:lnTo>
                  <a:lnTo>
                    <a:pt x="6" y="27"/>
                  </a:lnTo>
                  <a:lnTo>
                    <a:pt x="6" y="29"/>
                  </a:lnTo>
                  <a:lnTo>
                    <a:pt x="6" y="29"/>
                  </a:lnTo>
                  <a:lnTo>
                    <a:pt x="6" y="29"/>
                  </a:lnTo>
                  <a:lnTo>
                    <a:pt x="6" y="29"/>
                  </a:lnTo>
                  <a:lnTo>
                    <a:pt x="6" y="30"/>
                  </a:lnTo>
                  <a:lnTo>
                    <a:pt x="6" y="30"/>
                  </a:lnTo>
                  <a:lnTo>
                    <a:pt x="6" y="30"/>
                  </a:lnTo>
                  <a:lnTo>
                    <a:pt x="6" y="30"/>
                  </a:lnTo>
                  <a:lnTo>
                    <a:pt x="6" y="32"/>
                  </a:lnTo>
                  <a:lnTo>
                    <a:pt x="6" y="32"/>
                  </a:lnTo>
                  <a:lnTo>
                    <a:pt x="6" y="32"/>
                  </a:lnTo>
                  <a:lnTo>
                    <a:pt x="6" y="32"/>
                  </a:lnTo>
                  <a:lnTo>
                    <a:pt x="6" y="32"/>
                  </a:lnTo>
                  <a:lnTo>
                    <a:pt x="6" y="32"/>
                  </a:lnTo>
                  <a:lnTo>
                    <a:pt x="6" y="32"/>
                  </a:lnTo>
                  <a:lnTo>
                    <a:pt x="6" y="32"/>
                  </a:lnTo>
                  <a:lnTo>
                    <a:pt x="6" y="33"/>
                  </a:lnTo>
                  <a:lnTo>
                    <a:pt x="6" y="33"/>
                  </a:lnTo>
                  <a:lnTo>
                    <a:pt x="6" y="33"/>
                  </a:lnTo>
                  <a:lnTo>
                    <a:pt x="6" y="33"/>
                  </a:lnTo>
                  <a:lnTo>
                    <a:pt x="6" y="35"/>
                  </a:lnTo>
                  <a:lnTo>
                    <a:pt x="6" y="35"/>
                  </a:lnTo>
                  <a:lnTo>
                    <a:pt x="6" y="35"/>
                  </a:lnTo>
                  <a:lnTo>
                    <a:pt x="7" y="35"/>
                  </a:lnTo>
                  <a:lnTo>
                    <a:pt x="7" y="37"/>
                  </a:lnTo>
                  <a:lnTo>
                    <a:pt x="7" y="37"/>
                  </a:lnTo>
                  <a:lnTo>
                    <a:pt x="7" y="38"/>
                  </a:lnTo>
                  <a:lnTo>
                    <a:pt x="7" y="38"/>
                  </a:lnTo>
                  <a:lnTo>
                    <a:pt x="7" y="39"/>
                  </a:lnTo>
                  <a:lnTo>
                    <a:pt x="7" y="39"/>
                  </a:lnTo>
                  <a:lnTo>
                    <a:pt x="7" y="39"/>
                  </a:lnTo>
                  <a:lnTo>
                    <a:pt x="8" y="39"/>
                  </a:lnTo>
                  <a:lnTo>
                    <a:pt x="8" y="39"/>
                  </a:lnTo>
                </a:path>
              </a:pathLst>
            </a:custGeom>
            <a:solidFill>
              <a:srgbClr val="a1009f"/>
            </a:solidFill>
            <a:ln w="18360">
              <a:solidFill>
                <a:srgbClr val="000000"/>
              </a:solidFill>
              <a:round/>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781" name=""/>
            <p:cNvSpPr/>
            <p:nvPr/>
          </p:nvSpPr>
          <p:spPr>
            <a:xfrm>
              <a:off x="7299360" y="5635800"/>
              <a:ext cx="17280" cy="31680"/>
            </a:xfrm>
            <a:custGeom>
              <a:avLst/>
              <a:gdLst/>
              <a:ahLst/>
              <a:rect l="l" t="t" r="r" b="b"/>
              <a:pathLst>
                <a:path w="11" h="20">
                  <a:moveTo>
                    <a:pt x="0" y="0"/>
                  </a:moveTo>
                  <a:lnTo>
                    <a:pt x="0" y="1"/>
                  </a:lnTo>
                  <a:lnTo>
                    <a:pt x="0" y="1"/>
                  </a:lnTo>
                  <a:lnTo>
                    <a:pt x="0" y="1"/>
                  </a:lnTo>
                  <a:lnTo>
                    <a:pt x="0" y="1"/>
                  </a:lnTo>
                  <a:lnTo>
                    <a:pt x="0" y="3"/>
                  </a:lnTo>
                  <a:lnTo>
                    <a:pt x="0" y="3"/>
                  </a:lnTo>
                  <a:lnTo>
                    <a:pt x="0" y="3"/>
                  </a:lnTo>
                  <a:lnTo>
                    <a:pt x="3" y="3"/>
                  </a:lnTo>
                  <a:lnTo>
                    <a:pt x="3" y="5"/>
                  </a:lnTo>
                  <a:lnTo>
                    <a:pt x="3" y="5"/>
                  </a:lnTo>
                  <a:lnTo>
                    <a:pt x="3" y="5"/>
                  </a:lnTo>
                  <a:lnTo>
                    <a:pt x="4" y="5"/>
                  </a:lnTo>
                  <a:lnTo>
                    <a:pt x="4" y="6"/>
                  </a:lnTo>
                  <a:lnTo>
                    <a:pt x="4" y="6"/>
                  </a:lnTo>
                  <a:lnTo>
                    <a:pt x="4" y="6"/>
                  </a:lnTo>
                  <a:lnTo>
                    <a:pt x="6" y="6"/>
                  </a:lnTo>
                  <a:lnTo>
                    <a:pt x="6" y="7"/>
                  </a:lnTo>
                  <a:lnTo>
                    <a:pt x="6" y="7"/>
                  </a:lnTo>
                  <a:lnTo>
                    <a:pt x="6" y="8"/>
                  </a:lnTo>
                  <a:lnTo>
                    <a:pt x="6" y="8"/>
                  </a:lnTo>
                  <a:lnTo>
                    <a:pt x="6" y="10"/>
                  </a:lnTo>
                  <a:lnTo>
                    <a:pt x="6" y="10"/>
                  </a:lnTo>
                  <a:lnTo>
                    <a:pt x="6" y="10"/>
                  </a:lnTo>
                  <a:lnTo>
                    <a:pt x="7" y="10"/>
                  </a:lnTo>
                  <a:lnTo>
                    <a:pt x="7" y="12"/>
                  </a:lnTo>
                  <a:lnTo>
                    <a:pt x="7" y="12"/>
                  </a:lnTo>
                  <a:lnTo>
                    <a:pt x="7" y="13"/>
                  </a:lnTo>
                  <a:lnTo>
                    <a:pt x="8" y="13"/>
                  </a:lnTo>
                  <a:lnTo>
                    <a:pt x="8" y="14"/>
                  </a:lnTo>
                  <a:lnTo>
                    <a:pt x="8" y="14"/>
                  </a:lnTo>
                  <a:lnTo>
                    <a:pt x="8" y="14"/>
                  </a:lnTo>
                  <a:lnTo>
                    <a:pt x="10" y="14"/>
                  </a:lnTo>
                  <a:lnTo>
                    <a:pt x="8" y="16"/>
                  </a:lnTo>
                  <a:lnTo>
                    <a:pt x="8" y="16"/>
                  </a:lnTo>
                  <a:lnTo>
                    <a:pt x="8" y="16"/>
                  </a:lnTo>
                  <a:lnTo>
                    <a:pt x="8" y="16"/>
                  </a:lnTo>
                  <a:lnTo>
                    <a:pt x="7" y="18"/>
                  </a:lnTo>
                  <a:lnTo>
                    <a:pt x="7" y="18"/>
                  </a:lnTo>
                  <a:lnTo>
                    <a:pt x="7" y="18"/>
                  </a:lnTo>
                  <a:lnTo>
                    <a:pt x="7" y="18"/>
                  </a:lnTo>
                  <a:lnTo>
                    <a:pt x="5" y="19"/>
                  </a:lnTo>
                  <a:lnTo>
                    <a:pt x="5" y="19"/>
                  </a:lnTo>
                  <a:lnTo>
                    <a:pt x="5" y="19"/>
                  </a:lnTo>
                  <a:lnTo>
                    <a:pt x="5" y="19"/>
                  </a:lnTo>
                  <a:lnTo>
                    <a:pt x="4" y="19"/>
                  </a:lnTo>
                  <a:lnTo>
                    <a:pt x="4" y="19"/>
                  </a:lnTo>
                  <a:lnTo>
                    <a:pt x="4" y="19"/>
                  </a:lnTo>
                  <a:lnTo>
                    <a:pt x="4" y="19"/>
                  </a:lnTo>
                  <a:lnTo>
                    <a:pt x="3" y="19"/>
                  </a:lnTo>
                  <a:lnTo>
                    <a:pt x="3" y="19"/>
                  </a:lnTo>
                  <a:lnTo>
                    <a:pt x="3" y="19"/>
                  </a:lnTo>
                  <a:lnTo>
                    <a:pt x="3" y="18"/>
                  </a:lnTo>
                  <a:lnTo>
                    <a:pt x="3" y="18"/>
                  </a:lnTo>
                  <a:lnTo>
                    <a:pt x="3" y="18"/>
                  </a:lnTo>
                  <a:lnTo>
                    <a:pt x="3" y="18"/>
                  </a:lnTo>
                  <a:lnTo>
                    <a:pt x="3" y="16"/>
                  </a:lnTo>
                  <a:lnTo>
                    <a:pt x="3" y="16"/>
                  </a:lnTo>
                  <a:lnTo>
                    <a:pt x="3" y="16"/>
                  </a:lnTo>
                  <a:lnTo>
                    <a:pt x="3" y="16"/>
                  </a:lnTo>
                  <a:lnTo>
                    <a:pt x="3" y="14"/>
                  </a:lnTo>
                  <a:lnTo>
                    <a:pt x="3" y="14"/>
                  </a:lnTo>
                  <a:lnTo>
                    <a:pt x="3" y="14"/>
                  </a:lnTo>
                  <a:lnTo>
                    <a:pt x="3" y="14"/>
                  </a:lnTo>
                  <a:lnTo>
                    <a:pt x="3" y="13"/>
                  </a:lnTo>
                  <a:lnTo>
                    <a:pt x="1" y="13"/>
                  </a:lnTo>
                  <a:lnTo>
                    <a:pt x="1" y="13"/>
                  </a:lnTo>
                  <a:lnTo>
                    <a:pt x="1" y="13"/>
                  </a:lnTo>
                  <a:lnTo>
                    <a:pt x="1" y="13"/>
                  </a:lnTo>
                  <a:lnTo>
                    <a:pt x="0" y="13"/>
                  </a:lnTo>
                  <a:lnTo>
                    <a:pt x="0" y="13"/>
                  </a:lnTo>
                  <a:lnTo>
                    <a:pt x="0" y="13"/>
                  </a:lnTo>
                  <a:lnTo>
                    <a:pt x="0" y="11"/>
                  </a:lnTo>
                  <a:lnTo>
                    <a:pt x="0" y="11"/>
                  </a:lnTo>
                  <a:lnTo>
                    <a:pt x="0" y="11"/>
                  </a:lnTo>
                  <a:lnTo>
                    <a:pt x="0" y="11"/>
                  </a:lnTo>
                  <a:lnTo>
                    <a:pt x="0" y="11"/>
                  </a:lnTo>
                  <a:lnTo>
                    <a:pt x="0" y="11"/>
                  </a:lnTo>
                  <a:lnTo>
                    <a:pt x="0" y="11"/>
                  </a:lnTo>
                  <a:lnTo>
                    <a:pt x="0" y="11"/>
                  </a:lnTo>
                  <a:lnTo>
                    <a:pt x="0" y="9"/>
                  </a:lnTo>
                  <a:lnTo>
                    <a:pt x="0" y="9"/>
                  </a:lnTo>
                  <a:lnTo>
                    <a:pt x="0" y="9"/>
                  </a:lnTo>
                  <a:lnTo>
                    <a:pt x="0" y="9"/>
                  </a:lnTo>
                  <a:lnTo>
                    <a:pt x="0" y="8"/>
                  </a:lnTo>
                  <a:lnTo>
                    <a:pt x="0" y="8"/>
                  </a:lnTo>
                  <a:lnTo>
                    <a:pt x="0" y="8"/>
                  </a:lnTo>
                  <a:lnTo>
                    <a:pt x="0" y="8"/>
                  </a:lnTo>
                  <a:lnTo>
                    <a:pt x="0" y="6"/>
                  </a:lnTo>
                  <a:lnTo>
                    <a:pt x="0" y="6"/>
                  </a:lnTo>
                  <a:lnTo>
                    <a:pt x="0" y="6"/>
                  </a:lnTo>
                  <a:lnTo>
                    <a:pt x="0" y="6"/>
                  </a:lnTo>
                  <a:lnTo>
                    <a:pt x="0" y="5"/>
                  </a:lnTo>
                  <a:lnTo>
                    <a:pt x="0" y="5"/>
                  </a:lnTo>
                  <a:lnTo>
                    <a:pt x="0" y="5"/>
                  </a:lnTo>
                  <a:lnTo>
                    <a:pt x="0" y="5"/>
                  </a:lnTo>
                  <a:lnTo>
                    <a:pt x="0" y="4"/>
                  </a:lnTo>
                  <a:lnTo>
                    <a:pt x="0" y="4"/>
                  </a:lnTo>
                  <a:lnTo>
                    <a:pt x="0" y="4"/>
                  </a:lnTo>
                  <a:lnTo>
                    <a:pt x="0" y="4"/>
                  </a:lnTo>
                  <a:lnTo>
                    <a:pt x="0" y="4"/>
                  </a:lnTo>
                  <a:lnTo>
                    <a:pt x="0" y="4"/>
                  </a:lnTo>
                  <a:lnTo>
                    <a:pt x="0" y="4"/>
                  </a:lnTo>
                  <a:lnTo>
                    <a:pt x="0" y="4"/>
                  </a:lnTo>
                  <a:lnTo>
                    <a:pt x="0" y="2"/>
                  </a:lnTo>
                  <a:lnTo>
                    <a:pt x="0" y="2"/>
                  </a:lnTo>
                  <a:lnTo>
                    <a:pt x="0" y="2"/>
                  </a:lnTo>
                  <a:lnTo>
                    <a:pt x="0" y="2"/>
                  </a:lnTo>
                  <a:lnTo>
                    <a:pt x="0" y="2"/>
                  </a:lnTo>
                  <a:lnTo>
                    <a:pt x="0" y="2"/>
                  </a:lnTo>
                  <a:lnTo>
                    <a:pt x="0" y="2"/>
                  </a:lnTo>
                  <a:lnTo>
                    <a:pt x="0" y="2"/>
                  </a:lnTo>
                  <a:lnTo>
                    <a:pt x="0" y="0"/>
                  </a:lnTo>
                  <a:lnTo>
                    <a:pt x="0" y="0"/>
                  </a:lnTo>
                </a:path>
              </a:pathLst>
            </a:custGeom>
            <a:solidFill>
              <a:srgbClr val="a1009f"/>
            </a:solidFill>
            <a:ln w="18360">
              <a:solidFill>
                <a:srgbClr val="000000"/>
              </a:solidFill>
              <a:round/>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782" name=""/>
            <p:cNvSpPr/>
            <p:nvPr/>
          </p:nvSpPr>
          <p:spPr>
            <a:xfrm>
              <a:off x="7296120" y="5688000"/>
              <a:ext cx="9720" cy="19080"/>
            </a:xfrm>
            <a:custGeom>
              <a:avLst/>
              <a:gdLst/>
              <a:ahLst/>
              <a:rect l="l" t="t" r="r" b="b"/>
              <a:pathLst>
                <a:path w="6" h="12">
                  <a:moveTo>
                    <a:pt x="0" y="0"/>
                  </a:move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2" y="0"/>
                  </a:lnTo>
                  <a:lnTo>
                    <a:pt x="2" y="1"/>
                  </a:lnTo>
                  <a:lnTo>
                    <a:pt x="2" y="1"/>
                  </a:lnTo>
                  <a:lnTo>
                    <a:pt x="2" y="1"/>
                  </a:lnTo>
                  <a:lnTo>
                    <a:pt x="2" y="1"/>
                  </a:lnTo>
                  <a:lnTo>
                    <a:pt x="2" y="2"/>
                  </a:lnTo>
                  <a:lnTo>
                    <a:pt x="2" y="2"/>
                  </a:lnTo>
                  <a:lnTo>
                    <a:pt x="2" y="2"/>
                  </a:lnTo>
                  <a:lnTo>
                    <a:pt x="3" y="2"/>
                  </a:lnTo>
                  <a:lnTo>
                    <a:pt x="3" y="4"/>
                  </a:lnTo>
                  <a:lnTo>
                    <a:pt x="3" y="4"/>
                  </a:lnTo>
                  <a:lnTo>
                    <a:pt x="3" y="4"/>
                  </a:lnTo>
                  <a:lnTo>
                    <a:pt x="4" y="4"/>
                  </a:lnTo>
                  <a:lnTo>
                    <a:pt x="4" y="4"/>
                  </a:lnTo>
                  <a:lnTo>
                    <a:pt x="4" y="4"/>
                  </a:lnTo>
                  <a:lnTo>
                    <a:pt x="4" y="4"/>
                  </a:lnTo>
                  <a:lnTo>
                    <a:pt x="5" y="4"/>
                  </a:lnTo>
                  <a:lnTo>
                    <a:pt x="5" y="6"/>
                  </a:lnTo>
                  <a:lnTo>
                    <a:pt x="5" y="6"/>
                  </a:lnTo>
                  <a:lnTo>
                    <a:pt x="5" y="6"/>
                  </a:lnTo>
                  <a:lnTo>
                    <a:pt x="5" y="6"/>
                  </a:lnTo>
                  <a:lnTo>
                    <a:pt x="5" y="8"/>
                  </a:lnTo>
                  <a:lnTo>
                    <a:pt x="5" y="8"/>
                  </a:lnTo>
                  <a:lnTo>
                    <a:pt x="5" y="8"/>
                  </a:lnTo>
                  <a:lnTo>
                    <a:pt x="5" y="8"/>
                  </a:lnTo>
                  <a:lnTo>
                    <a:pt x="3" y="10"/>
                  </a:lnTo>
                  <a:lnTo>
                    <a:pt x="3" y="10"/>
                  </a:lnTo>
                  <a:lnTo>
                    <a:pt x="3" y="10"/>
                  </a:lnTo>
                  <a:lnTo>
                    <a:pt x="3" y="10"/>
                  </a:lnTo>
                  <a:lnTo>
                    <a:pt x="2" y="11"/>
                  </a:lnTo>
                  <a:lnTo>
                    <a:pt x="2" y="11"/>
                  </a:lnTo>
                  <a:lnTo>
                    <a:pt x="2" y="11"/>
                  </a:lnTo>
                  <a:lnTo>
                    <a:pt x="2" y="11"/>
                  </a:lnTo>
                  <a:lnTo>
                    <a:pt x="1" y="11"/>
                  </a:lnTo>
                  <a:lnTo>
                    <a:pt x="1" y="11"/>
                  </a:lnTo>
                  <a:lnTo>
                    <a:pt x="1" y="11"/>
                  </a:lnTo>
                  <a:lnTo>
                    <a:pt x="1" y="11"/>
                  </a:lnTo>
                  <a:lnTo>
                    <a:pt x="1" y="11"/>
                  </a:lnTo>
                  <a:lnTo>
                    <a:pt x="1" y="11"/>
                  </a:lnTo>
                  <a:lnTo>
                    <a:pt x="1" y="11"/>
                  </a:lnTo>
                  <a:lnTo>
                    <a:pt x="1" y="10"/>
                  </a:lnTo>
                  <a:lnTo>
                    <a:pt x="0" y="10"/>
                  </a:lnTo>
                  <a:lnTo>
                    <a:pt x="0" y="10"/>
                  </a:lnTo>
                  <a:lnTo>
                    <a:pt x="0" y="10"/>
                  </a:lnTo>
                  <a:lnTo>
                    <a:pt x="0" y="9"/>
                  </a:lnTo>
                  <a:lnTo>
                    <a:pt x="0" y="9"/>
                  </a:lnTo>
                  <a:lnTo>
                    <a:pt x="0" y="9"/>
                  </a:lnTo>
                  <a:lnTo>
                    <a:pt x="0" y="9"/>
                  </a:lnTo>
                  <a:lnTo>
                    <a:pt x="0" y="7"/>
                  </a:lnTo>
                  <a:lnTo>
                    <a:pt x="0" y="7"/>
                  </a:lnTo>
                  <a:lnTo>
                    <a:pt x="0" y="7"/>
                  </a:lnTo>
                  <a:lnTo>
                    <a:pt x="0" y="7"/>
                  </a:lnTo>
                  <a:lnTo>
                    <a:pt x="0" y="7"/>
                  </a:lnTo>
                  <a:lnTo>
                    <a:pt x="0" y="7"/>
                  </a:lnTo>
                  <a:lnTo>
                    <a:pt x="0" y="7"/>
                  </a:lnTo>
                  <a:lnTo>
                    <a:pt x="0" y="7"/>
                  </a:lnTo>
                  <a:lnTo>
                    <a:pt x="0" y="5"/>
                  </a:lnTo>
                  <a:lnTo>
                    <a:pt x="0" y="5"/>
                  </a:lnTo>
                  <a:lnTo>
                    <a:pt x="0" y="5"/>
                  </a:lnTo>
                  <a:lnTo>
                    <a:pt x="0" y="5"/>
                  </a:lnTo>
                  <a:lnTo>
                    <a:pt x="0" y="5"/>
                  </a:lnTo>
                  <a:lnTo>
                    <a:pt x="0" y="5"/>
                  </a:lnTo>
                  <a:lnTo>
                    <a:pt x="0" y="5"/>
                  </a:lnTo>
                  <a:lnTo>
                    <a:pt x="0" y="5"/>
                  </a:lnTo>
                  <a:lnTo>
                    <a:pt x="0" y="4"/>
                  </a:lnTo>
                  <a:lnTo>
                    <a:pt x="0" y="4"/>
                  </a:lnTo>
                  <a:lnTo>
                    <a:pt x="0" y="4"/>
                  </a:lnTo>
                  <a:lnTo>
                    <a:pt x="0" y="4"/>
                  </a:lnTo>
                  <a:lnTo>
                    <a:pt x="0" y="4"/>
                  </a:lnTo>
                  <a:lnTo>
                    <a:pt x="0" y="4"/>
                  </a:lnTo>
                  <a:lnTo>
                    <a:pt x="0" y="4"/>
                  </a:lnTo>
                  <a:lnTo>
                    <a:pt x="0" y="4"/>
                  </a:lnTo>
                  <a:lnTo>
                    <a:pt x="0" y="2"/>
                  </a:lnTo>
                  <a:lnTo>
                    <a:pt x="0" y="2"/>
                  </a:lnTo>
                  <a:lnTo>
                    <a:pt x="0" y="2"/>
                  </a:lnTo>
                  <a:lnTo>
                    <a:pt x="0" y="2"/>
                  </a:lnTo>
                  <a:lnTo>
                    <a:pt x="0" y="1"/>
                  </a:lnTo>
                  <a:lnTo>
                    <a:pt x="0" y="1"/>
                  </a:lnTo>
                  <a:lnTo>
                    <a:pt x="0" y="1"/>
                  </a:lnTo>
                  <a:lnTo>
                    <a:pt x="0" y="1"/>
                  </a:lnTo>
                  <a:lnTo>
                    <a:pt x="0" y="0"/>
                  </a:lnTo>
                  <a:lnTo>
                    <a:pt x="0" y="0"/>
                  </a:lnTo>
                </a:path>
              </a:pathLst>
            </a:custGeom>
            <a:solidFill>
              <a:srgbClr val="a1009f"/>
            </a:solidFill>
            <a:ln w="18360">
              <a:solidFill>
                <a:srgbClr val="000000"/>
              </a:solidFill>
              <a:round/>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783" name=""/>
            <p:cNvSpPr/>
            <p:nvPr/>
          </p:nvSpPr>
          <p:spPr>
            <a:xfrm>
              <a:off x="7299360" y="5672160"/>
              <a:ext cx="11160" cy="11160"/>
            </a:xfrm>
            <a:custGeom>
              <a:avLst/>
              <a:gdLst/>
              <a:ahLst/>
              <a:rect l="l" t="t" r="r" b="b"/>
              <a:pathLst>
                <a:path w="7" h="7">
                  <a:moveTo>
                    <a:pt x="6" y="3"/>
                  </a:moveTo>
                  <a:lnTo>
                    <a:pt x="4" y="5"/>
                  </a:lnTo>
                  <a:lnTo>
                    <a:pt x="4" y="5"/>
                  </a:lnTo>
                  <a:lnTo>
                    <a:pt x="4" y="5"/>
                  </a:lnTo>
                  <a:lnTo>
                    <a:pt x="4" y="5"/>
                  </a:lnTo>
                  <a:lnTo>
                    <a:pt x="4" y="5"/>
                  </a:lnTo>
                  <a:lnTo>
                    <a:pt x="4" y="5"/>
                  </a:lnTo>
                  <a:lnTo>
                    <a:pt x="4" y="5"/>
                  </a:lnTo>
                  <a:lnTo>
                    <a:pt x="4" y="5"/>
                  </a:lnTo>
                  <a:lnTo>
                    <a:pt x="3" y="6"/>
                  </a:lnTo>
                  <a:lnTo>
                    <a:pt x="3" y="6"/>
                  </a:lnTo>
                  <a:lnTo>
                    <a:pt x="3" y="6"/>
                  </a:lnTo>
                  <a:lnTo>
                    <a:pt x="3" y="6"/>
                  </a:lnTo>
                  <a:lnTo>
                    <a:pt x="3" y="6"/>
                  </a:lnTo>
                  <a:lnTo>
                    <a:pt x="3" y="6"/>
                  </a:lnTo>
                  <a:lnTo>
                    <a:pt x="3" y="6"/>
                  </a:lnTo>
                  <a:lnTo>
                    <a:pt x="3" y="6"/>
                  </a:lnTo>
                  <a:lnTo>
                    <a:pt x="2" y="6"/>
                  </a:lnTo>
                  <a:lnTo>
                    <a:pt x="2" y="6"/>
                  </a:lnTo>
                  <a:lnTo>
                    <a:pt x="2" y="6"/>
                  </a:lnTo>
                  <a:lnTo>
                    <a:pt x="2" y="6"/>
                  </a:lnTo>
                  <a:lnTo>
                    <a:pt x="2" y="6"/>
                  </a:lnTo>
                  <a:lnTo>
                    <a:pt x="2" y="6"/>
                  </a:lnTo>
                  <a:lnTo>
                    <a:pt x="2" y="6"/>
                  </a:lnTo>
                  <a:lnTo>
                    <a:pt x="2" y="5"/>
                  </a:lnTo>
                  <a:lnTo>
                    <a:pt x="0" y="5"/>
                  </a:lnTo>
                  <a:lnTo>
                    <a:pt x="0" y="5"/>
                  </a:lnTo>
                  <a:lnTo>
                    <a:pt x="0" y="5"/>
                  </a:lnTo>
                  <a:lnTo>
                    <a:pt x="0" y="5"/>
                  </a:lnTo>
                  <a:lnTo>
                    <a:pt x="0" y="5"/>
                  </a:lnTo>
                  <a:lnTo>
                    <a:pt x="0" y="5"/>
                  </a:lnTo>
                  <a:lnTo>
                    <a:pt x="0" y="5"/>
                  </a:lnTo>
                  <a:lnTo>
                    <a:pt x="0" y="3"/>
                  </a:lnTo>
                  <a:lnTo>
                    <a:pt x="0" y="3"/>
                  </a:lnTo>
                  <a:lnTo>
                    <a:pt x="0" y="3"/>
                  </a:lnTo>
                  <a:lnTo>
                    <a:pt x="0" y="3"/>
                  </a:lnTo>
                  <a:lnTo>
                    <a:pt x="0" y="3"/>
                  </a:lnTo>
                  <a:lnTo>
                    <a:pt x="0" y="3"/>
                  </a:lnTo>
                  <a:lnTo>
                    <a:pt x="0" y="3"/>
                  </a:lnTo>
                  <a:lnTo>
                    <a:pt x="0" y="3"/>
                  </a:lnTo>
                  <a:lnTo>
                    <a:pt x="2" y="3"/>
                  </a:lnTo>
                  <a:lnTo>
                    <a:pt x="2" y="3"/>
                  </a:lnTo>
                  <a:lnTo>
                    <a:pt x="2" y="3"/>
                  </a:lnTo>
                  <a:lnTo>
                    <a:pt x="2" y="3"/>
                  </a:lnTo>
                  <a:lnTo>
                    <a:pt x="2" y="3"/>
                  </a:lnTo>
                  <a:lnTo>
                    <a:pt x="2" y="3"/>
                  </a:lnTo>
                  <a:lnTo>
                    <a:pt x="2" y="3"/>
                  </a:lnTo>
                  <a:lnTo>
                    <a:pt x="2" y="3"/>
                  </a:lnTo>
                  <a:lnTo>
                    <a:pt x="3" y="1"/>
                  </a:lnTo>
                  <a:lnTo>
                    <a:pt x="3" y="1"/>
                  </a:lnTo>
                  <a:lnTo>
                    <a:pt x="3" y="1"/>
                  </a:lnTo>
                  <a:lnTo>
                    <a:pt x="3" y="1"/>
                  </a:lnTo>
                  <a:lnTo>
                    <a:pt x="3" y="1"/>
                  </a:lnTo>
                  <a:lnTo>
                    <a:pt x="3" y="1"/>
                  </a:lnTo>
                  <a:lnTo>
                    <a:pt x="3" y="1"/>
                  </a:lnTo>
                  <a:lnTo>
                    <a:pt x="3" y="1"/>
                  </a:lnTo>
                  <a:lnTo>
                    <a:pt x="3" y="0"/>
                  </a:lnTo>
                  <a:lnTo>
                    <a:pt x="3" y="2"/>
                  </a:lnTo>
                  <a:lnTo>
                    <a:pt x="3" y="2"/>
                  </a:lnTo>
                  <a:lnTo>
                    <a:pt x="3" y="2"/>
                  </a:lnTo>
                  <a:lnTo>
                    <a:pt x="4" y="2"/>
                  </a:lnTo>
                  <a:lnTo>
                    <a:pt x="4" y="3"/>
                  </a:lnTo>
                  <a:lnTo>
                    <a:pt x="4" y="3"/>
                  </a:lnTo>
                  <a:lnTo>
                    <a:pt x="4" y="3"/>
                  </a:lnTo>
                  <a:lnTo>
                    <a:pt x="6" y="3"/>
                  </a:lnTo>
                  <a:lnTo>
                    <a:pt x="6" y="3"/>
                  </a:lnTo>
                </a:path>
              </a:pathLst>
            </a:custGeom>
            <a:solidFill>
              <a:srgbClr val="a1009f"/>
            </a:solidFill>
            <a:ln w="18360">
              <a:solidFill>
                <a:srgbClr val="000000"/>
              </a:solidFill>
              <a:round/>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784" name=""/>
            <p:cNvSpPr/>
            <p:nvPr/>
          </p:nvSpPr>
          <p:spPr>
            <a:xfrm>
              <a:off x="6846840" y="5187960"/>
              <a:ext cx="311040" cy="262080"/>
            </a:xfrm>
            <a:custGeom>
              <a:avLst/>
              <a:gdLst/>
              <a:ahLst/>
              <a:rect l="l" t="t" r="r" b="b"/>
              <a:pathLst>
                <a:path w="196" h="165">
                  <a:moveTo>
                    <a:pt x="172" y="49"/>
                  </a:moveTo>
                  <a:lnTo>
                    <a:pt x="171" y="51"/>
                  </a:lnTo>
                  <a:lnTo>
                    <a:pt x="171" y="51"/>
                  </a:lnTo>
                  <a:lnTo>
                    <a:pt x="171" y="52"/>
                  </a:lnTo>
                  <a:lnTo>
                    <a:pt x="171" y="52"/>
                  </a:lnTo>
                  <a:lnTo>
                    <a:pt x="171" y="54"/>
                  </a:lnTo>
                  <a:lnTo>
                    <a:pt x="171" y="54"/>
                  </a:lnTo>
                  <a:lnTo>
                    <a:pt x="171" y="56"/>
                  </a:lnTo>
                  <a:lnTo>
                    <a:pt x="172" y="56"/>
                  </a:lnTo>
                  <a:lnTo>
                    <a:pt x="172" y="58"/>
                  </a:lnTo>
                  <a:lnTo>
                    <a:pt x="172" y="58"/>
                  </a:lnTo>
                  <a:lnTo>
                    <a:pt x="172" y="59"/>
                  </a:lnTo>
                  <a:lnTo>
                    <a:pt x="172" y="59"/>
                  </a:lnTo>
                  <a:lnTo>
                    <a:pt x="172" y="61"/>
                  </a:lnTo>
                  <a:lnTo>
                    <a:pt x="172" y="61"/>
                  </a:lnTo>
                  <a:lnTo>
                    <a:pt x="172" y="61"/>
                  </a:lnTo>
                  <a:lnTo>
                    <a:pt x="172" y="61"/>
                  </a:lnTo>
                  <a:lnTo>
                    <a:pt x="172" y="62"/>
                  </a:lnTo>
                  <a:lnTo>
                    <a:pt x="172" y="62"/>
                  </a:lnTo>
                  <a:lnTo>
                    <a:pt x="172" y="63"/>
                  </a:lnTo>
                  <a:lnTo>
                    <a:pt x="173" y="63"/>
                  </a:lnTo>
                  <a:lnTo>
                    <a:pt x="173" y="65"/>
                  </a:lnTo>
                  <a:lnTo>
                    <a:pt x="173" y="65"/>
                  </a:lnTo>
                  <a:lnTo>
                    <a:pt x="173" y="65"/>
                  </a:lnTo>
                  <a:lnTo>
                    <a:pt x="175" y="65"/>
                  </a:lnTo>
                  <a:lnTo>
                    <a:pt x="175" y="67"/>
                  </a:lnTo>
                  <a:lnTo>
                    <a:pt x="175" y="67"/>
                  </a:lnTo>
                  <a:lnTo>
                    <a:pt x="175" y="68"/>
                  </a:lnTo>
                  <a:lnTo>
                    <a:pt x="175" y="68"/>
                  </a:lnTo>
                  <a:lnTo>
                    <a:pt x="175" y="68"/>
                  </a:lnTo>
                  <a:lnTo>
                    <a:pt x="175" y="68"/>
                  </a:lnTo>
                  <a:lnTo>
                    <a:pt x="175" y="68"/>
                  </a:lnTo>
                  <a:lnTo>
                    <a:pt x="176" y="68"/>
                  </a:lnTo>
                  <a:lnTo>
                    <a:pt x="176" y="68"/>
                  </a:lnTo>
                  <a:lnTo>
                    <a:pt x="176" y="68"/>
                  </a:lnTo>
                  <a:lnTo>
                    <a:pt x="176" y="68"/>
                  </a:lnTo>
                  <a:lnTo>
                    <a:pt x="176" y="68"/>
                  </a:lnTo>
                  <a:lnTo>
                    <a:pt x="176" y="68"/>
                  </a:lnTo>
                  <a:lnTo>
                    <a:pt x="176" y="68"/>
                  </a:lnTo>
                  <a:lnTo>
                    <a:pt x="176" y="68"/>
                  </a:lnTo>
                  <a:lnTo>
                    <a:pt x="177" y="67"/>
                  </a:lnTo>
                  <a:lnTo>
                    <a:pt x="177" y="67"/>
                  </a:lnTo>
                  <a:lnTo>
                    <a:pt x="177" y="67"/>
                  </a:lnTo>
                  <a:lnTo>
                    <a:pt x="177" y="67"/>
                  </a:lnTo>
                  <a:lnTo>
                    <a:pt x="177" y="67"/>
                  </a:lnTo>
                  <a:lnTo>
                    <a:pt x="177" y="67"/>
                  </a:lnTo>
                  <a:lnTo>
                    <a:pt x="177" y="67"/>
                  </a:lnTo>
                  <a:lnTo>
                    <a:pt x="177" y="67"/>
                  </a:lnTo>
                  <a:lnTo>
                    <a:pt x="178" y="66"/>
                  </a:lnTo>
                  <a:lnTo>
                    <a:pt x="178" y="66"/>
                  </a:lnTo>
                  <a:lnTo>
                    <a:pt x="178" y="66"/>
                  </a:lnTo>
                  <a:lnTo>
                    <a:pt x="178" y="66"/>
                  </a:lnTo>
                  <a:lnTo>
                    <a:pt x="178" y="66"/>
                  </a:lnTo>
                  <a:lnTo>
                    <a:pt x="178" y="66"/>
                  </a:lnTo>
                  <a:lnTo>
                    <a:pt x="178" y="66"/>
                  </a:lnTo>
                  <a:lnTo>
                    <a:pt x="178" y="66"/>
                  </a:lnTo>
                  <a:lnTo>
                    <a:pt x="179" y="65"/>
                  </a:lnTo>
                  <a:lnTo>
                    <a:pt x="179" y="65"/>
                  </a:lnTo>
                  <a:lnTo>
                    <a:pt x="179" y="65"/>
                  </a:lnTo>
                  <a:lnTo>
                    <a:pt x="179" y="65"/>
                  </a:lnTo>
                  <a:lnTo>
                    <a:pt x="180" y="65"/>
                  </a:lnTo>
                  <a:lnTo>
                    <a:pt x="180" y="65"/>
                  </a:lnTo>
                  <a:lnTo>
                    <a:pt x="180" y="65"/>
                  </a:lnTo>
                  <a:lnTo>
                    <a:pt x="180" y="65"/>
                  </a:lnTo>
                  <a:lnTo>
                    <a:pt x="183" y="64"/>
                  </a:lnTo>
                  <a:lnTo>
                    <a:pt x="183" y="64"/>
                  </a:lnTo>
                  <a:lnTo>
                    <a:pt x="183" y="64"/>
                  </a:lnTo>
                  <a:lnTo>
                    <a:pt x="183" y="64"/>
                  </a:lnTo>
                  <a:lnTo>
                    <a:pt x="183" y="64"/>
                  </a:lnTo>
                  <a:lnTo>
                    <a:pt x="183" y="64"/>
                  </a:lnTo>
                  <a:lnTo>
                    <a:pt x="183" y="64"/>
                  </a:lnTo>
                  <a:lnTo>
                    <a:pt x="183" y="64"/>
                  </a:lnTo>
                  <a:lnTo>
                    <a:pt x="185" y="63"/>
                  </a:lnTo>
                  <a:lnTo>
                    <a:pt x="185" y="63"/>
                  </a:lnTo>
                  <a:lnTo>
                    <a:pt x="185" y="63"/>
                  </a:lnTo>
                  <a:lnTo>
                    <a:pt x="185" y="63"/>
                  </a:lnTo>
                  <a:lnTo>
                    <a:pt x="186" y="62"/>
                  </a:lnTo>
                  <a:lnTo>
                    <a:pt x="186" y="62"/>
                  </a:lnTo>
                  <a:lnTo>
                    <a:pt x="186" y="62"/>
                  </a:lnTo>
                  <a:lnTo>
                    <a:pt x="186" y="62"/>
                  </a:lnTo>
                  <a:lnTo>
                    <a:pt x="188" y="61"/>
                  </a:lnTo>
                  <a:lnTo>
                    <a:pt x="188" y="61"/>
                  </a:lnTo>
                  <a:lnTo>
                    <a:pt x="188" y="61"/>
                  </a:lnTo>
                  <a:lnTo>
                    <a:pt x="188" y="61"/>
                  </a:lnTo>
                  <a:lnTo>
                    <a:pt x="189" y="61"/>
                  </a:lnTo>
                  <a:lnTo>
                    <a:pt x="189" y="61"/>
                  </a:lnTo>
                  <a:lnTo>
                    <a:pt x="189" y="61"/>
                  </a:lnTo>
                  <a:lnTo>
                    <a:pt x="189" y="61"/>
                  </a:lnTo>
                  <a:lnTo>
                    <a:pt x="191" y="61"/>
                  </a:lnTo>
                  <a:lnTo>
                    <a:pt x="191" y="61"/>
                  </a:lnTo>
                  <a:lnTo>
                    <a:pt x="191" y="61"/>
                  </a:lnTo>
                  <a:lnTo>
                    <a:pt x="191" y="61"/>
                  </a:lnTo>
                  <a:lnTo>
                    <a:pt x="192" y="61"/>
                  </a:lnTo>
                  <a:lnTo>
                    <a:pt x="192" y="61"/>
                  </a:lnTo>
                  <a:lnTo>
                    <a:pt x="192" y="61"/>
                  </a:lnTo>
                  <a:lnTo>
                    <a:pt x="192" y="61"/>
                  </a:lnTo>
                  <a:lnTo>
                    <a:pt x="194" y="61"/>
                  </a:lnTo>
                  <a:lnTo>
                    <a:pt x="194" y="63"/>
                  </a:lnTo>
                  <a:lnTo>
                    <a:pt x="194" y="63"/>
                  </a:lnTo>
                  <a:lnTo>
                    <a:pt x="194" y="63"/>
                  </a:lnTo>
                  <a:lnTo>
                    <a:pt x="194" y="63"/>
                  </a:lnTo>
                  <a:lnTo>
                    <a:pt x="194" y="65"/>
                  </a:lnTo>
                  <a:lnTo>
                    <a:pt x="194" y="65"/>
                  </a:lnTo>
                  <a:lnTo>
                    <a:pt x="194" y="65"/>
                  </a:lnTo>
                  <a:lnTo>
                    <a:pt x="194" y="65"/>
                  </a:lnTo>
                  <a:lnTo>
                    <a:pt x="194" y="67"/>
                  </a:lnTo>
                  <a:lnTo>
                    <a:pt x="194" y="67"/>
                  </a:lnTo>
                  <a:lnTo>
                    <a:pt x="194" y="67"/>
                  </a:lnTo>
                  <a:lnTo>
                    <a:pt x="194" y="67"/>
                  </a:lnTo>
                  <a:lnTo>
                    <a:pt x="194" y="67"/>
                  </a:lnTo>
                  <a:lnTo>
                    <a:pt x="194" y="67"/>
                  </a:lnTo>
                  <a:lnTo>
                    <a:pt x="194" y="67"/>
                  </a:lnTo>
                  <a:lnTo>
                    <a:pt x="194" y="67"/>
                  </a:lnTo>
                  <a:lnTo>
                    <a:pt x="193" y="67"/>
                  </a:lnTo>
                  <a:lnTo>
                    <a:pt x="193" y="67"/>
                  </a:lnTo>
                  <a:lnTo>
                    <a:pt x="193" y="67"/>
                  </a:lnTo>
                  <a:lnTo>
                    <a:pt x="193" y="67"/>
                  </a:lnTo>
                  <a:lnTo>
                    <a:pt x="191" y="67"/>
                  </a:lnTo>
                  <a:lnTo>
                    <a:pt x="191" y="67"/>
                  </a:lnTo>
                  <a:lnTo>
                    <a:pt x="191" y="67"/>
                  </a:lnTo>
                  <a:lnTo>
                    <a:pt x="191" y="67"/>
                  </a:lnTo>
                  <a:lnTo>
                    <a:pt x="189" y="68"/>
                  </a:lnTo>
                  <a:lnTo>
                    <a:pt x="189" y="68"/>
                  </a:lnTo>
                  <a:lnTo>
                    <a:pt x="189" y="68"/>
                  </a:lnTo>
                  <a:lnTo>
                    <a:pt x="189" y="68"/>
                  </a:lnTo>
                  <a:lnTo>
                    <a:pt x="188" y="68"/>
                  </a:lnTo>
                  <a:lnTo>
                    <a:pt x="188" y="68"/>
                  </a:lnTo>
                  <a:lnTo>
                    <a:pt x="188" y="68"/>
                  </a:lnTo>
                  <a:lnTo>
                    <a:pt x="188" y="68"/>
                  </a:lnTo>
                  <a:lnTo>
                    <a:pt x="186" y="70"/>
                  </a:lnTo>
                  <a:lnTo>
                    <a:pt x="186" y="70"/>
                  </a:lnTo>
                  <a:lnTo>
                    <a:pt x="185" y="70"/>
                  </a:lnTo>
                  <a:lnTo>
                    <a:pt x="185" y="70"/>
                  </a:lnTo>
                  <a:lnTo>
                    <a:pt x="183" y="71"/>
                  </a:lnTo>
                  <a:lnTo>
                    <a:pt x="183" y="71"/>
                  </a:lnTo>
                  <a:lnTo>
                    <a:pt x="183" y="71"/>
                  </a:lnTo>
                  <a:lnTo>
                    <a:pt x="183" y="71"/>
                  </a:lnTo>
                  <a:lnTo>
                    <a:pt x="181" y="73"/>
                  </a:lnTo>
                  <a:lnTo>
                    <a:pt x="181" y="73"/>
                  </a:lnTo>
                  <a:lnTo>
                    <a:pt x="181" y="73"/>
                  </a:lnTo>
                  <a:lnTo>
                    <a:pt x="181" y="73"/>
                  </a:lnTo>
                  <a:lnTo>
                    <a:pt x="180" y="73"/>
                  </a:lnTo>
                  <a:lnTo>
                    <a:pt x="180" y="73"/>
                  </a:lnTo>
                  <a:lnTo>
                    <a:pt x="180" y="73"/>
                  </a:lnTo>
                  <a:lnTo>
                    <a:pt x="180" y="73"/>
                  </a:lnTo>
                  <a:lnTo>
                    <a:pt x="179" y="74"/>
                  </a:lnTo>
                  <a:lnTo>
                    <a:pt x="179" y="74"/>
                  </a:lnTo>
                  <a:lnTo>
                    <a:pt x="179" y="74"/>
                  </a:lnTo>
                  <a:lnTo>
                    <a:pt x="179" y="74"/>
                  </a:lnTo>
                  <a:lnTo>
                    <a:pt x="179" y="75"/>
                  </a:lnTo>
                  <a:lnTo>
                    <a:pt x="179" y="75"/>
                  </a:lnTo>
                  <a:lnTo>
                    <a:pt x="179" y="75"/>
                  </a:lnTo>
                  <a:lnTo>
                    <a:pt x="179" y="75"/>
                  </a:lnTo>
                  <a:lnTo>
                    <a:pt x="179" y="77"/>
                  </a:lnTo>
                  <a:lnTo>
                    <a:pt x="179" y="77"/>
                  </a:lnTo>
                  <a:lnTo>
                    <a:pt x="179" y="77"/>
                  </a:lnTo>
                  <a:lnTo>
                    <a:pt x="179" y="77"/>
                  </a:lnTo>
                  <a:lnTo>
                    <a:pt x="179" y="78"/>
                  </a:lnTo>
                  <a:lnTo>
                    <a:pt x="179" y="78"/>
                  </a:lnTo>
                  <a:lnTo>
                    <a:pt x="179" y="78"/>
                  </a:lnTo>
                  <a:lnTo>
                    <a:pt x="179" y="78"/>
                  </a:lnTo>
                  <a:lnTo>
                    <a:pt x="179" y="78"/>
                  </a:lnTo>
                  <a:lnTo>
                    <a:pt x="179" y="78"/>
                  </a:lnTo>
                  <a:lnTo>
                    <a:pt x="179" y="78"/>
                  </a:lnTo>
                  <a:lnTo>
                    <a:pt x="180" y="78"/>
                  </a:lnTo>
                  <a:lnTo>
                    <a:pt x="180" y="78"/>
                  </a:lnTo>
                  <a:lnTo>
                    <a:pt x="180" y="78"/>
                  </a:lnTo>
                  <a:lnTo>
                    <a:pt x="180" y="78"/>
                  </a:lnTo>
                  <a:lnTo>
                    <a:pt x="182" y="76"/>
                  </a:lnTo>
                  <a:lnTo>
                    <a:pt x="182" y="76"/>
                  </a:lnTo>
                  <a:lnTo>
                    <a:pt x="182" y="76"/>
                  </a:lnTo>
                  <a:lnTo>
                    <a:pt x="182" y="76"/>
                  </a:lnTo>
                  <a:lnTo>
                    <a:pt x="183" y="76"/>
                  </a:lnTo>
                  <a:lnTo>
                    <a:pt x="183" y="76"/>
                  </a:lnTo>
                  <a:lnTo>
                    <a:pt x="183" y="76"/>
                  </a:lnTo>
                  <a:lnTo>
                    <a:pt x="183" y="76"/>
                  </a:lnTo>
                  <a:lnTo>
                    <a:pt x="185" y="74"/>
                  </a:lnTo>
                  <a:lnTo>
                    <a:pt x="185" y="76"/>
                  </a:lnTo>
                  <a:lnTo>
                    <a:pt x="185" y="76"/>
                  </a:lnTo>
                  <a:lnTo>
                    <a:pt x="185" y="76"/>
                  </a:lnTo>
                  <a:lnTo>
                    <a:pt x="187" y="76"/>
                  </a:lnTo>
                  <a:lnTo>
                    <a:pt x="187" y="78"/>
                  </a:lnTo>
                  <a:lnTo>
                    <a:pt x="187" y="78"/>
                  </a:lnTo>
                  <a:lnTo>
                    <a:pt x="187" y="78"/>
                  </a:lnTo>
                  <a:lnTo>
                    <a:pt x="189" y="78"/>
                  </a:lnTo>
                  <a:lnTo>
                    <a:pt x="189" y="80"/>
                  </a:lnTo>
                  <a:lnTo>
                    <a:pt x="189" y="80"/>
                  </a:lnTo>
                  <a:lnTo>
                    <a:pt x="189" y="80"/>
                  </a:lnTo>
                  <a:lnTo>
                    <a:pt x="190" y="80"/>
                  </a:lnTo>
                  <a:lnTo>
                    <a:pt x="190" y="81"/>
                  </a:lnTo>
                  <a:lnTo>
                    <a:pt x="190" y="81"/>
                  </a:lnTo>
                  <a:lnTo>
                    <a:pt x="190" y="81"/>
                  </a:lnTo>
                  <a:lnTo>
                    <a:pt x="191" y="81"/>
                  </a:lnTo>
                  <a:lnTo>
                    <a:pt x="190" y="82"/>
                  </a:lnTo>
                  <a:lnTo>
                    <a:pt x="190" y="82"/>
                  </a:lnTo>
                  <a:lnTo>
                    <a:pt x="190" y="82"/>
                  </a:lnTo>
                  <a:lnTo>
                    <a:pt x="190" y="82"/>
                  </a:lnTo>
                  <a:lnTo>
                    <a:pt x="188" y="82"/>
                  </a:lnTo>
                  <a:lnTo>
                    <a:pt x="188" y="82"/>
                  </a:lnTo>
                  <a:lnTo>
                    <a:pt x="188" y="82"/>
                  </a:lnTo>
                  <a:lnTo>
                    <a:pt x="188" y="82"/>
                  </a:lnTo>
                  <a:lnTo>
                    <a:pt x="186" y="83"/>
                  </a:lnTo>
                  <a:lnTo>
                    <a:pt x="186" y="83"/>
                  </a:lnTo>
                  <a:lnTo>
                    <a:pt x="186" y="83"/>
                  </a:lnTo>
                  <a:lnTo>
                    <a:pt x="186" y="83"/>
                  </a:lnTo>
                  <a:lnTo>
                    <a:pt x="185" y="83"/>
                  </a:lnTo>
                  <a:lnTo>
                    <a:pt x="185" y="83"/>
                  </a:lnTo>
                  <a:lnTo>
                    <a:pt x="185" y="83"/>
                  </a:lnTo>
                  <a:lnTo>
                    <a:pt x="185" y="83"/>
                  </a:lnTo>
                  <a:lnTo>
                    <a:pt x="183" y="85"/>
                  </a:lnTo>
                  <a:lnTo>
                    <a:pt x="183" y="85"/>
                  </a:lnTo>
                  <a:lnTo>
                    <a:pt x="183" y="85"/>
                  </a:lnTo>
                  <a:lnTo>
                    <a:pt x="183" y="85"/>
                  </a:lnTo>
                  <a:lnTo>
                    <a:pt x="183" y="85"/>
                  </a:lnTo>
                  <a:lnTo>
                    <a:pt x="183" y="85"/>
                  </a:lnTo>
                  <a:lnTo>
                    <a:pt x="183" y="85"/>
                  </a:lnTo>
                  <a:lnTo>
                    <a:pt x="183" y="85"/>
                  </a:lnTo>
                  <a:lnTo>
                    <a:pt x="182" y="85"/>
                  </a:lnTo>
                  <a:lnTo>
                    <a:pt x="182" y="85"/>
                  </a:lnTo>
                  <a:lnTo>
                    <a:pt x="182" y="85"/>
                  </a:lnTo>
                  <a:lnTo>
                    <a:pt x="182" y="85"/>
                  </a:lnTo>
                  <a:lnTo>
                    <a:pt x="182" y="85"/>
                  </a:lnTo>
                  <a:lnTo>
                    <a:pt x="182" y="85"/>
                  </a:lnTo>
                  <a:lnTo>
                    <a:pt x="182" y="85"/>
                  </a:lnTo>
                  <a:lnTo>
                    <a:pt x="182" y="85"/>
                  </a:lnTo>
                  <a:lnTo>
                    <a:pt x="180" y="87"/>
                  </a:lnTo>
                  <a:lnTo>
                    <a:pt x="180" y="87"/>
                  </a:lnTo>
                  <a:lnTo>
                    <a:pt x="180" y="88"/>
                  </a:lnTo>
                  <a:lnTo>
                    <a:pt x="180" y="88"/>
                  </a:lnTo>
                  <a:lnTo>
                    <a:pt x="180" y="90"/>
                  </a:lnTo>
                  <a:lnTo>
                    <a:pt x="180" y="90"/>
                  </a:lnTo>
                  <a:lnTo>
                    <a:pt x="180" y="90"/>
                  </a:lnTo>
                  <a:lnTo>
                    <a:pt x="180" y="90"/>
                  </a:lnTo>
                  <a:lnTo>
                    <a:pt x="180" y="92"/>
                  </a:lnTo>
                  <a:lnTo>
                    <a:pt x="180" y="92"/>
                  </a:lnTo>
                  <a:lnTo>
                    <a:pt x="180" y="93"/>
                  </a:lnTo>
                  <a:lnTo>
                    <a:pt x="180" y="93"/>
                  </a:lnTo>
                  <a:lnTo>
                    <a:pt x="180" y="94"/>
                  </a:lnTo>
                  <a:lnTo>
                    <a:pt x="180" y="94"/>
                  </a:lnTo>
                  <a:lnTo>
                    <a:pt x="180" y="94"/>
                  </a:lnTo>
                  <a:lnTo>
                    <a:pt x="180" y="94"/>
                  </a:lnTo>
                  <a:lnTo>
                    <a:pt x="180" y="94"/>
                  </a:lnTo>
                  <a:lnTo>
                    <a:pt x="180" y="94"/>
                  </a:lnTo>
                  <a:lnTo>
                    <a:pt x="180" y="94"/>
                  </a:lnTo>
                  <a:lnTo>
                    <a:pt x="182" y="94"/>
                  </a:lnTo>
                  <a:lnTo>
                    <a:pt x="182" y="94"/>
                  </a:lnTo>
                  <a:lnTo>
                    <a:pt x="183" y="94"/>
                  </a:lnTo>
                  <a:lnTo>
                    <a:pt x="183" y="94"/>
                  </a:lnTo>
                  <a:lnTo>
                    <a:pt x="185" y="94"/>
                  </a:lnTo>
                  <a:lnTo>
                    <a:pt x="185" y="94"/>
                  </a:lnTo>
                  <a:lnTo>
                    <a:pt x="185" y="94"/>
                  </a:lnTo>
                  <a:lnTo>
                    <a:pt x="185" y="94"/>
                  </a:lnTo>
                  <a:lnTo>
                    <a:pt x="186" y="94"/>
                  </a:lnTo>
                  <a:lnTo>
                    <a:pt x="186" y="94"/>
                  </a:lnTo>
                  <a:lnTo>
                    <a:pt x="187" y="94"/>
                  </a:lnTo>
                  <a:lnTo>
                    <a:pt x="187" y="94"/>
                  </a:lnTo>
                  <a:lnTo>
                    <a:pt x="188" y="94"/>
                  </a:lnTo>
                  <a:lnTo>
                    <a:pt x="187" y="95"/>
                  </a:lnTo>
                  <a:lnTo>
                    <a:pt x="187" y="95"/>
                  </a:lnTo>
                  <a:lnTo>
                    <a:pt x="187" y="95"/>
                  </a:lnTo>
                  <a:lnTo>
                    <a:pt x="187" y="95"/>
                  </a:lnTo>
                  <a:lnTo>
                    <a:pt x="186" y="96"/>
                  </a:lnTo>
                  <a:lnTo>
                    <a:pt x="186" y="96"/>
                  </a:lnTo>
                  <a:lnTo>
                    <a:pt x="186" y="96"/>
                  </a:lnTo>
                  <a:lnTo>
                    <a:pt x="186" y="96"/>
                  </a:lnTo>
                  <a:lnTo>
                    <a:pt x="185" y="98"/>
                  </a:lnTo>
                  <a:lnTo>
                    <a:pt x="185" y="98"/>
                  </a:lnTo>
                  <a:lnTo>
                    <a:pt x="185" y="98"/>
                  </a:lnTo>
                  <a:lnTo>
                    <a:pt x="185" y="98"/>
                  </a:lnTo>
                  <a:lnTo>
                    <a:pt x="185" y="99"/>
                  </a:lnTo>
                  <a:lnTo>
                    <a:pt x="185" y="99"/>
                  </a:lnTo>
                  <a:lnTo>
                    <a:pt x="185" y="99"/>
                  </a:lnTo>
                  <a:lnTo>
                    <a:pt x="185" y="99"/>
                  </a:lnTo>
                  <a:lnTo>
                    <a:pt x="185" y="100"/>
                  </a:lnTo>
                  <a:lnTo>
                    <a:pt x="185" y="100"/>
                  </a:lnTo>
                  <a:lnTo>
                    <a:pt x="185" y="100"/>
                  </a:lnTo>
                  <a:lnTo>
                    <a:pt x="186" y="100"/>
                  </a:lnTo>
                  <a:lnTo>
                    <a:pt x="186" y="100"/>
                  </a:lnTo>
                  <a:lnTo>
                    <a:pt x="186" y="100"/>
                  </a:lnTo>
                  <a:lnTo>
                    <a:pt x="186" y="100"/>
                  </a:lnTo>
                  <a:lnTo>
                    <a:pt x="188" y="100"/>
                  </a:lnTo>
                  <a:lnTo>
                    <a:pt x="188" y="100"/>
                  </a:lnTo>
                  <a:lnTo>
                    <a:pt x="188" y="100"/>
                  </a:lnTo>
                  <a:lnTo>
                    <a:pt x="188" y="100"/>
                  </a:lnTo>
                  <a:lnTo>
                    <a:pt x="190" y="100"/>
                  </a:lnTo>
                  <a:lnTo>
                    <a:pt x="190" y="100"/>
                  </a:lnTo>
                  <a:lnTo>
                    <a:pt x="192" y="100"/>
                  </a:lnTo>
                  <a:lnTo>
                    <a:pt x="192" y="100"/>
                  </a:lnTo>
                  <a:lnTo>
                    <a:pt x="194" y="100"/>
                  </a:lnTo>
                  <a:lnTo>
                    <a:pt x="194" y="102"/>
                  </a:lnTo>
                  <a:lnTo>
                    <a:pt x="194" y="102"/>
                  </a:lnTo>
                  <a:lnTo>
                    <a:pt x="194" y="103"/>
                  </a:lnTo>
                  <a:lnTo>
                    <a:pt x="194" y="103"/>
                  </a:lnTo>
                  <a:lnTo>
                    <a:pt x="194" y="105"/>
                  </a:lnTo>
                  <a:lnTo>
                    <a:pt x="194" y="105"/>
                  </a:lnTo>
                  <a:lnTo>
                    <a:pt x="194" y="105"/>
                  </a:lnTo>
                  <a:lnTo>
                    <a:pt x="194" y="105"/>
                  </a:lnTo>
                  <a:lnTo>
                    <a:pt x="194" y="107"/>
                  </a:lnTo>
                  <a:lnTo>
                    <a:pt x="194" y="107"/>
                  </a:lnTo>
                  <a:lnTo>
                    <a:pt x="194" y="107"/>
                  </a:lnTo>
                  <a:lnTo>
                    <a:pt x="194" y="107"/>
                  </a:lnTo>
                  <a:lnTo>
                    <a:pt x="194" y="108"/>
                  </a:lnTo>
                  <a:lnTo>
                    <a:pt x="194" y="108"/>
                  </a:lnTo>
                  <a:lnTo>
                    <a:pt x="194" y="108"/>
                  </a:lnTo>
                  <a:lnTo>
                    <a:pt x="195" y="108"/>
                  </a:lnTo>
                  <a:lnTo>
                    <a:pt x="194" y="110"/>
                  </a:lnTo>
                  <a:lnTo>
                    <a:pt x="194" y="110"/>
                  </a:lnTo>
                  <a:lnTo>
                    <a:pt x="194" y="110"/>
                  </a:lnTo>
                  <a:lnTo>
                    <a:pt x="194" y="110"/>
                  </a:lnTo>
                  <a:lnTo>
                    <a:pt x="194" y="112"/>
                  </a:lnTo>
                  <a:lnTo>
                    <a:pt x="194" y="112"/>
                  </a:lnTo>
                  <a:lnTo>
                    <a:pt x="194" y="112"/>
                  </a:lnTo>
                  <a:lnTo>
                    <a:pt x="194" y="112"/>
                  </a:lnTo>
                  <a:lnTo>
                    <a:pt x="194" y="114"/>
                  </a:lnTo>
                  <a:lnTo>
                    <a:pt x="194" y="114"/>
                  </a:lnTo>
                  <a:lnTo>
                    <a:pt x="194" y="114"/>
                  </a:lnTo>
                  <a:lnTo>
                    <a:pt x="194" y="114"/>
                  </a:lnTo>
                  <a:lnTo>
                    <a:pt x="194" y="115"/>
                  </a:lnTo>
                  <a:lnTo>
                    <a:pt x="194" y="115"/>
                  </a:lnTo>
                  <a:lnTo>
                    <a:pt x="194" y="115"/>
                  </a:lnTo>
                  <a:lnTo>
                    <a:pt x="194" y="115"/>
                  </a:lnTo>
                  <a:lnTo>
                    <a:pt x="194" y="117"/>
                  </a:lnTo>
                  <a:lnTo>
                    <a:pt x="194" y="117"/>
                  </a:lnTo>
                  <a:lnTo>
                    <a:pt x="194" y="118"/>
                  </a:lnTo>
                  <a:lnTo>
                    <a:pt x="194" y="118"/>
                  </a:lnTo>
                  <a:lnTo>
                    <a:pt x="194" y="120"/>
                  </a:lnTo>
                  <a:lnTo>
                    <a:pt x="194" y="120"/>
                  </a:lnTo>
                  <a:lnTo>
                    <a:pt x="194" y="120"/>
                  </a:lnTo>
                  <a:lnTo>
                    <a:pt x="194" y="120"/>
                  </a:lnTo>
                  <a:lnTo>
                    <a:pt x="194" y="122"/>
                  </a:lnTo>
                  <a:lnTo>
                    <a:pt x="194" y="122"/>
                  </a:lnTo>
                  <a:lnTo>
                    <a:pt x="194" y="122"/>
                  </a:lnTo>
                  <a:lnTo>
                    <a:pt x="194" y="122"/>
                  </a:lnTo>
                  <a:lnTo>
                    <a:pt x="194" y="123"/>
                  </a:lnTo>
                  <a:lnTo>
                    <a:pt x="194" y="123"/>
                  </a:lnTo>
                  <a:lnTo>
                    <a:pt x="194" y="123"/>
                  </a:lnTo>
                  <a:lnTo>
                    <a:pt x="194" y="123"/>
                  </a:lnTo>
                  <a:lnTo>
                    <a:pt x="193" y="124"/>
                  </a:lnTo>
                  <a:lnTo>
                    <a:pt x="193" y="124"/>
                  </a:lnTo>
                  <a:lnTo>
                    <a:pt x="193" y="124"/>
                  </a:lnTo>
                  <a:lnTo>
                    <a:pt x="193" y="124"/>
                  </a:lnTo>
                  <a:lnTo>
                    <a:pt x="192" y="126"/>
                  </a:lnTo>
                  <a:lnTo>
                    <a:pt x="192" y="126"/>
                  </a:lnTo>
                  <a:lnTo>
                    <a:pt x="192" y="126"/>
                  </a:lnTo>
                  <a:lnTo>
                    <a:pt x="192" y="126"/>
                  </a:lnTo>
                  <a:lnTo>
                    <a:pt x="191" y="127"/>
                  </a:lnTo>
                  <a:lnTo>
                    <a:pt x="191" y="127"/>
                  </a:lnTo>
                  <a:lnTo>
                    <a:pt x="191" y="127"/>
                  </a:lnTo>
                  <a:lnTo>
                    <a:pt x="191" y="127"/>
                  </a:lnTo>
                  <a:lnTo>
                    <a:pt x="191" y="127"/>
                  </a:lnTo>
                  <a:lnTo>
                    <a:pt x="191" y="127"/>
                  </a:lnTo>
                  <a:lnTo>
                    <a:pt x="191" y="127"/>
                  </a:lnTo>
                  <a:lnTo>
                    <a:pt x="191" y="127"/>
                  </a:lnTo>
                  <a:lnTo>
                    <a:pt x="190" y="127"/>
                  </a:lnTo>
                  <a:lnTo>
                    <a:pt x="190" y="127"/>
                  </a:lnTo>
                  <a:lnTo>
                    <a:pt x="189" y="127"/>
                  </a:lnTo>
                  <a:lnTo>
                    <a:pt x="189" y="127"/>
                  </a:lnTo>
                  <a:lnTo>
                    <a:pt x="187" y="127"/>
                  </a:lnTo>
                  <a:lnTo>
                    <a:pt x="187" y="127"/>
                  </a:lnTo>
                  <a:lnTo>
                    <a:pt x="187" y="127"/>
                  </a:lnTo>
                  <a:lnTo>
                    <a:pt x="187" y="127"/>
                  </a:lnTo>
                  <a:lnTo>
                    <a:pt x="185" y="127"/>
                  </a:lnTo>
                  <a:lnTo>
                    <a:pt x="185" y="127"/>
                  </a:lnTo>
                  <a:lnTo>
                    <a:pt x="184" y="127"/>
                  </a:lnTo>
                  <a:lnTo>
                    <a:pt x="184" y="127"/>
                  </a:lnTo>
                  <a:lnTo>
                    <a:pt x="183" y="127"/>
                  </a:lnTo>
                  <a:lnTo>
                    <a:pt x="183" y="127"/>
                  </a:lnTo>
                  <a:lnTo>
                    <a:pt x="183" y="127"/>
                  </a:lnTo>
                  <a:lnTo>
                    <a:pt x="183" y="127"/>
                  </a:lnTo>
                  <a:lnTo>
                    <a:pt x="183" y="129"/>
                  </a:lnTo>
                  <a:lnTo>
                    <a:pt x="183" y="129"/>
                  </a:lnTo>
                  <a:lnTo>
                    <a:pt x="183" y="129"/>
                  </a:lnTo>
                  <a:lnTo>
                    <a:pt x="184" y="129"/>
                  </a:lnTo>
                  <a:lnTo>
                    <a:pt x="184" y="130"/>
                  </a:lnTo>
                  <a:lnTo>
                    <a:pt x="184" y="130"/>
                  </a:lnTo>
                  <a:lnTo>
                    <a:pt x="184" y="130"/>
                  </a:lnTo>
                  <a:lnTo>
                    <a:pt x="186" y="130"/>
                  </a:lnTo>
                  <a:lnTo>
                    <a:pt x="186" y="132"/>
                  </a:lnTo>
                  <a:lnTo>
                    <a:pt x="186" y="132"/>
                  </a:lnTo>
                  <a:lnTo>
                    <a:pt x="186" y="132"/>
                  </a:lnTo>
                  <a:lnTo>
                    <a:pt x="187" y="132"/>
                  </a:lnTo>
                  <a:lnTo>
                    <a:pt x="187" y="133"/>
                  </a:lnTo>
                  <a:lnTo>
                    <a:pt x="187" y="133"/>
                  </a:lnTo>
                  <a:lnTo>
                    <a:pt x="187" y="133"/>
                  </a:lnTo>
                  <a:lnTo>
                    <a:pt x="188" y="133"/>
                  </a:lnTo>
                  <a:lnTo>
                    <a:pt x="187" y="134"/>
                  </a:lnTo>
                  <a:lnTo>
                    <a:pt x="187" y="134"/>
                  </a:lnTo>
                  <a:lnTo>
                    <a:pt x="186" y="134"/>
                  </a:lnTo>
                  <a:lnTo>
                    <a:pt x="186" y="134"/>
                  </a:lnTo>
                  <a:lnTo>
                    <a:pt x="185" y="134"/>
                  </a:lnTo>
                  <a:lnTo>
                    <a:pt x="185" y="134"/>
                  </a:lnTo>
                  <a:lnTo>
                    <a:pt x="185" y="134"/>
                  </a:lnTo>
                  <a:lnTo>
                    <a:pt x="185" y="134"/>
                  </a:lnTo>
                  <a:lnTo>
                    <a:pt x="183" y="135"/>
                  </a:lnTo>
                  <a:lnTo>
                    <a:pt x="183" y="135"/>
                  </a:lnTo>
                  <a:lnTo>
                    <a:pt x="183" y="135"/>
                  </a:lnTo>
                  <a:lnTo>
                    <a:pt x="183" y="135"/>
                  </a:lnTo>
                  <a:lnTo>
                    <a:pt x="182" y="135"/>
                  </a:lnTo>
                  <a:lnTo>
                    <a:pt x="182" y="135"/>
                  </a:lnTo>
                  <a:lnTo>
                    <a:pt x="182" y="135"/>
                  </a:lnTo>
                  <a:lnTo>
                    <a:pt x="182" y="135"/>
                  </a:lnTo>
                  <a:lnTo>
                    <a:pt x="180" y="137"/>
                  </a:lnTo>
                  <a:lnTo>
                    <a:pt x="180" y="137"/>
                  </a:lnTo>
                  <a:lnTo>
                    <a:pt x="180" y="137"/>
                  </a:lnTo>
                  <a:lnTo>
                    <a:pt x="180" y="137"/>
                  </a:lnTo>
                  <a:lnTo>
                    <a:pt x="178" y="139"/>
                  </a:lnTo>
                  <a:lnTo>
                    <a:pt x="178" y="139"/>
                  </a:lnTo>
                  <a:lnTo>
                    <a:pt x="178" y="139"/>
                  </a:lnTo>
                  <a:lnTo>
                    <a:pt x="178" y="139"/>
                  </a:lnTo>
                  <a:lnTo>
                    <a:pt x="176" y="140"/>
                  </a:lnTo>
                  <a:lnTo>
                    <a:pt x="176" y="140"/>
                  </a:lnTo>
                  <a:lnTo>
                    <a:pt x="176" y="140"/>
                  </a:lnTo>
                  <a:lnTo>
                    <a:pt x="176" y="140"/>
                  </a:lnTo>
                  <a:lnTo>
                    <a:pt x="176" y="140"/>
                  </a:lnTo>
                  <a:lnTo>
                    <a:pt x="176" y="140"/>
                  </a:lnTo>
                  <a:lnTo>
                    <a:pt x="176" y="140"/>
                  </a:lnTo>
                  <a:lnTo>
                    <a:pt x="176" y="140"/>
                  </a:lnTo>
                  <a:lnTo>
                    <a:pt x="175" y="140"/>
                  </a:lnTo>
                  <a:lnTo>
                    <a:pt x="175" y="140"/>
                  </a:lnTo>
                  <a:lnTo>
                    <a:pt x="175" y="140"/>
                  </a:lnTo>
                  <a:lnTo>
                    <a:pt x="175" y="140"/>
                  </a:lnTo>
                  <a:lnTo>
                    <a:pt x="173" y="140"/>
                  </a:lnTo>
                  <a:lnTo>
                    <a:pt x="173" y="140"/>
                  </a:lnTo>
                  <a:lnTo>
                    <a:pt x="173" y="140"/>
                  </a:lnTo>
                  <a:lnTo>
                    <a:pt x="173" y="138"/>
                  </a:lnTo>
                  <a:lnTo>
                    <a:pt x="172" y="138"/>
                  </a:lnTo>
                  <a:lnTo>
                    <a:pt x="172" y="138"/>
                  </a:lnTo>
                  <a:lnTo>
                    <a:pt x="172" y="138"/>
                  </a:lnTo>
                  <a:lnTo>
                    <a:pt x="172" y="137"/>
                  </a:lnTo>
                  <a:lnTo>
                    <a:pt x="172" y="137"/>
                  </a:lnTo>
                  <a:lnTo>
                    <a:pt x="172" y="137"/>
                  </a:lnTo>
                  <a:lnTo>
                    <a:pt x="172" y="137"/>
                  </a:lnTo>
                  <a:lnTo>
                    <a:pt x="172" y="135"/>
                  </a:lnTo>
                  <a:lnTo>
                    <a:pt x="170" y="137"/>
                  </a:lnTo>
                  <a:lnTo>
                    <a:pt x="170" y="137"/>
                  </a:lnTo>
                  <a:lnTo>
                    <a:pt x="170" y="137"/>
                  </a:lnTo>
                  <a:lnTo>
                    <a:pt x="170" y="137"/>
                  </a:lnTo>
                  <a:lnTo>
                    <a:pt x="169" y="138"/>
                  </a:lnTo>
                  <a:lnTo>
                    <a:pt x="169" y="138"/>
                  </a:lnTo>
                  <a:lnTo>
                    <a:pt x="169" y="138"/>
                  </a:lnTo>
                  <a:lnTo>
                    <a:pt x="169" y="138"/>
                  </a:lnTo>
                  <a:lnTo>
                    <a:pt x="168" y="140"/>
                  </a:lnTo>
                  <a:lnTo>
                    <a:pt x="168" y="140"/>
                  </a:lnTo>
                  <a:lnTo>
                    <a:pt x="168" y="140"/>
                  </a:lnTo>
                  <a:lnTo>
                    <a:pt x="168" y="140"/>
                  </a:lnTo>
                  <a:lnTo>
                    <a:pt x="168" y="141"/>
                  </a:lnTo>
                  <a:lnTo>
                    <a:pt x="168" y="141"/>
                  </a:lnTo>
                  <a:lnTo>
                    <a:pt x="168" y="141"/>
                  </a:lnTo>
                  <a:lnTo>
                    <a:pt x="168" y="141"/>
                  </a:lnTo>
                  <a:lnTo>
                    <a:pt x="168" y="143"/>
                  </a:lnTo>
                  <a:lnTo>
                    <a:pt x="168" y="143"/>
                  </a:lnTo>
                  <a:lnTo>
                    <a:pt x="168" y="143"/>
                  </a:lnTo>
                  <a:lnTo>
                    <a:pt x="168" y="143"/>
                  </a:lnTo>
                  <a:lnTo>
                    <a:pt x="168" y="145"/>
                  </a:lnTo>
                  <a:lnTo>
                    <a:pt x="168" y="145"/>
                  </a:lnTo>
                  <a:lnTo>
                    <a:pt x="168" y="145"/>
                  </a:lnTo>
                  <a:lnTo>
                    <a:pt x="168" y="145"/>
                  </a:lnTo>
                  <a:lnTo>
                    <a:pt x="167" y="147"/>
                  </a:lnTo>
                  <a:lnTo>
                    <a:pt x="167" y="147"/>
                  </a:lnTo>
                  <a:lnTo>
                    <a:pt x="167" y="147"/>
                  </a:lnTo>
                  <a:lnTo>
                    <a:pt x="167" y="147"/>
                  </a:lnTo>
                  <a:lnTo>
                    <a:pt x="167" y="149"/>
                  </a:lnTo>
                  <a:lnTo>
                    <a:pt x="167" y="149"/>
                  </a:lnTo>
                  <a:lnTo>
                    <a:pt x="167" y="149"/>
                  </a:lnTo>
                  <a:lnTo>
                    <a:pt x="167" y="149"/>
                  </a:lnTo>
                  <a:lnTo>
                    <a:pt x="166" y="150"/>
                  </a:lnTo>
                  <a:lnTo>
                    <a:pt x="166" y="150"/>
                  </a:lnTo>
                  <a:lnTo>
                    <a:pt x="166" y="150"/>
                  </a:lnTo>
                  <a:lnTo>
                    <a:pt x="166" y="150"/>
                  </a:lnTo>
                  <a:lnTo>
                    <a:pt x="164" y="150"/>
                  </a:lnTo>
                  <a:lnTo>
                    <a:pt x="164" y="150"/>
                  </a:lnTo>
                  <a:lnTo>
                    <a:pt x="164" y="150"/>
                  </a:lnTo>
                  <a:lnTo>
                    <a:pt x="164" y="150"/>
                  </a:lnTo>
                  <a:lnTo>
                    <a:pt x="163" y="150"/>
                  </a:lnTo>
                  <a:lnTo>
                    <a:pt x="163" y="150"/>
                  </a:lnTo>
                  <a:lnTo>
                    <a:pt x="163" y="150"/>
                  </a:lnTo>
                  <a:lnTo>
                    <a:pt x="163" y="150"/>
                  </a:lnTo>
                  <a:lnTo>
                    <a:pt x="162" y="150"/>
                  </a:lnTo>
                  <a:lnTo>
                    <a:pt x="162" y="150"/>
                  </a:lnTo>
                  <a:lnTo>
                    <a:pt x="162" y="150"/>
                  </a:lnTo>
                  <a:lnTo>
                    <a:pt x="162" y="150"/>
                  </a:lnTo>
                  <a:lnTo>
                    <a:pt x="160" y="152"/>
                  </a:lnTo>
                  <a:lnTo>
                    <a:pt x="160" y="152"/>
                  </a:lnTo>
                  <a:lnTo>
                    <a:pt x="158" y="152"/>
                  </a:lnTo>
                  <a:lnTo>
                    <a:pt x="158" y="152"/>
                  </a:lnTo>
                  <a:lnTo>
                    <a:pt x="157" y="152"/>
                  </a:lnTo>
                  <a:lnTo>
                    <a:pt x="157" y="152"/>
                  </a:lnTo>
                  <a:lnTo>
                    <a:pt x="156" y="152"/>
                  </a:lnTo>
                  <a:lnTo>
                    <a:pt x="156" y="152"/>
                  </a:lnTo>
                  <a:lnTo>
                    <a:pt x="154" y="152"/>
                  </a:lnTo>
                  <a:lnTo>
                    <a:pt x="154" y="152"/>
                  </a:lnTo>
                  <a:lnTo>
                    <a:pt x="153" y="152"/>
                  </a:lnTo>
                  <a:lnTo>
                    <a:pt x="153" y="152"/>
                  </a:lnTo>
                  <a:lnTo>
                    <a:pt x="151" y="152"/>
                  </a:lnTo>
                  <a:lnTo>
                    <a:pt x="151" y="152"/>
                  </a:lnTo>
                  <a:lnTo>
                    <a:pt x="151" y="152"/>
                  </a:lnTo>
                  <a:lnTo>
                    <a:pt x="151" y="151"/>
                  </a:lnTo>
                  <a:lnTo>
                    <a:pt x="150" y="151"/>
                  </a:lnTo>
                  <a:lnTo>
                    <a:pt x="150" y="151"/>
                  </a:lnTo>
                  <a:lnTo>
                    <a:pt x="150" y="151"/>
                  </a:lnTo>
                  <a:lnTo>
                    <a:pt x="150" y="151"/>
                  </a:lnTo>
                  <a:lnTo>
                    <a:pt x="150" y="151"/>
                  </a:lnTo>
                  <a:lnTo>
                    <a:pt x="150" y="151"/>
                  </a:lnTo>
                  <a:lnTo>
                    <a:pt x="150" y="151"/>
                  </a:lnTo>
                  <a:lnTo>
                    <a:pt x="150" y="149"/>
                  </a:lnTo>
                  <a:lnTo>
                    <a:pt x="149" y="149"/>
                  </a:lnTo>
                  <a:lnTo>
                    <a:pt x="149" y="149"/>
                  </a:lnTo>
                  <a:lnTo>
                    <a:pt x="149" y="149"/>
                  </a:lnTo>
                  <a:lnTo>
                    <a:pt x="149" y="148"/>
                  </a:lnTo>
                  <a:lnTo>
                    <a:pt x="149" y="148"/>
                  </a:lnTo>
                  <a:lnTo>
                    <a:pt x="149" y="148"/>
                  </a:lnTo>
                  <a:lnTo>
                    <a:pt x="149" y="148"/>
                  </a:lnTo>
                  <a:lnTo>
                    <a:pt x="149" y="146"/>
                  </a:lnTo>
                  <a:lnTo>
                    <a:pt x="148" y="147"/>
                  </a:lnTo>
                  <a:lnTo>
                    <a:pt x="148" y="147"/>
                  </a:lnTo>
                  <a:lnTo>
                    <a:pt x="146" y="147"/>
                  </a:lnTo>
                  <a:lnTo>
                    <a:pt x="146" y="147"/>
                  </a:lnTo>
                  <a:lnTo>
                    <a:pt x="144" y="148"/>
                  </a:lnTo>
                  <a:lnTo>
                    <a:pt x="144" y="148"/>
                  </a:lnTo>
                  <a:lnTo>
                    <a:pt x="144" y="148"/>
                  </a:lnTo>
                  <a:lnTo>
                    <a:pt x="144" y="148"/>
                  </a:lnTo>
                  <a:lnTo>
                    <a:pt x="142" y="150"/>
                  </a:lnTo>
                  <a:lnTo>
                    <a:pt x="142" y="150"/>
                  </a:lnTo>
                  <a:lnTo>
                    <a:pt x="141" y="150"/>
                  </a:lnTo>
                  <a:lnTo>
                    <a:pt x="141" y="150"/>
                  </a:lnTo>
                  <a:lnTo>
                    <a:pt x="139" y="151"/>
                  </a:lnTo>
                  <a:lnTo>
                    <a:pt x="139" y="151"/>
                  </a:lnTo>
                  <a:lnTo>
                    <a:pt x="139" y="151"/>
                  </a:lnTo>
                  <a:lnTo>
                    <a:pt x="139" y="151"/>
                  </a:lnTo>
                  <a:lnTo>
                    <a:pt x="136" y="153"/>
                  </a:lnTo>
                  <a:lnTo>
                    <a:pt x="136" y="153"/>
                  </a:lnTo>
                  <a:lnTo>
                    <a:pt x="136" y="153"/>
                  </a:lnTo>
                  <a:lnTo>
                    <a:pt x="136" y="153"/>
                  </a:lnTo>
                  <a:lnTo>
                    <a:pt x="135" y="153"/>
                  </a:lnTo>
                  <a:lnTo>
                    <a:pt x="135" y="153"/>
                  </a:lnTo>
                  <a:lnTo>
                    <a:pt x="135" y="153"/>
                  </a:lnTo>
                  <a:lnTo>
                    <a:pt x="135" y="153"/>
                  </a:lnTo>
                  <a:lnTo>
                    <a:pt x="133" y="154"/>
                  </a:lnTo>
                  <a:lnTo>
                    <a:pt x="133" y="154"/>
                  </a:lnTo>
                  <a:lnTo>
                    <a:pt x="133" y="154"/>
                  </a:lnTo>
                  <a:lnTo>
                    <a:pt x="133" y="154"/>
                  </a:lnTo>
                  <a:lnTo>
                    <a:pt x="132" y="154"/>
                  </a:lnTo>
                  <a:lnTo>
                    <a:pt x="132" y="154"/>
                  </a:lnTo>
                  <a:lnTo>
                    <a:pt x="132" y="154"/>
                  </a:lnTo>
                  <a:lnTo>
                    <a:pt x="132" y="154"/>
                  </a:lnTo>
                  <a:lnTo>
                    <a:pt x="130" y="155"/>
                  </a:lnTo>
                  <a:lnTo>
                    <a:pt x="130" y="155"/>
                  </a:lnTo>
                  <a:lnTo>
                    <a:pt x="128" y="155"/>
                  </a:lnTo>
                  <a:lnTo>
                    <a:pt x="128" y="155"/>
                  </a:lnTo>
                  <a:lnTo>
                    <a:pt x="126" y="156"/>
                  </a:lnTo>
                  <a:lnTo>
                    <a:pt x="126" y="156"/>
                  </a:lnTo>
                  <a:lnTo>
                    <a:pt x="125" y="156"/>
                  </a:lnTo>
                  <a:lnTo>
                    <a:pt x="125" y="156"/>
                  </a:lnTo>
                  <a:lnTo>
                    <a:pt x="123" y="159"/>
                  </a:lnTo>
                  <a:lnTo>
                    <a:pt x="123" y="159"/>
                  </a:lnTo>
                  <a:lnTo>
                    <a:pt x="121" y="159"/>
                  </a:lnTo>
                  <a:lnTo>
                    <a:pt x="121" y="159"/>
                  </a:lnTo>
                  <a:lnTo>
                    <a:pt x="119" y="159"/>
                  </a:lnTo>
                  <a:lnTo>
                    <a:pt x="119" y="159"/>
                  </a:lnTo>
                  <a:lnTo>
                    <a:pt x="119" y="159"/>
                  </a:lnTo>
                  <a:lnTo>
                    <a:pt x="119" y="159"/>
                  </a:lnTo>
                  <a:lnTo>
                    <a:pt x="117" y="159"/>
                  </a:lnTo>
                  <a:lnTo>
                    <a:pt x="117" y="159"/>
                  </a:lnTo>
                  <a:lnTo>
                    <a:pt x="115" y="159"/>
                  </a:lnTo>
                  <a:lnTo>
                    <a:pt x="115" y="159"/>
                  </a:lnTo>
                  <a:lnTo>
                    <a:pt x="113" y="159"/>
                  </a:lnTo>
                  <a:lnTo>
                    <a:pt x="113" y="159"/>
                  </a:lnTo>
                  <a:lnTo>
                    <a:pt x="112" y="159"/>
                  </a:lnTo>
                  <a:lnTo>
                    <a:pt x="112" y="159"/>
                  </a:lnTo>
                  <a:lnTo>
                    <a:pt x="110" y="159"/>
                  </a:lnTo>
                  <a:lnTo>
                    <a:pt x="110" y="159"/>
                  </a:lnTo>
                  <a:lnTo>
                    <a:pt x="109" y="159"/>
                  </a:lnTo>
                  <a:lnTo>
                    <a:pt x="109" y="159"/>
                  </a:lnTo>
                  <a:lnTo>
                    <a:pt x="107" y="159"/>
                  </a:lnTo>
                  <a:lnTo>
                    <a:pt x="107" y="159"/>
                  </a:lnTo>
                  <a:lnTo>
                    <a:pt x="107" y="159"/>
                  </a:lnTo>
                  <a:lnTo>
                    <a:pt x="107" y="157"/>
                  </a:lnTo>
                  <a:lnTo>
                    <a:pt x="105" y="158"/>
                  </a:lnTo>
                  <a:lnTo>
                    <a:pt x="105" y="158"/>
                  </a:lnTo>
                  <a:lnTo>
                    <a:pt x="103" y="158"/>
                  </a:lnTo>
                  <a:lnTo>
                    <a:pt x="103" y="158"/>
                  </a:lnTo>
                  <a:lnTo>
                    <a:pt x="101" y="158"/>
                  </a:lnTo>
                  <a:lnTo>
                    <a:pt x="101" y="158"/>
                  </a:lnTo>
                  <a:lnTo>
                    <a:pt x="99" y="158"/>
                  </a:lnTo>
                  <a:lnTo>
                    <a:pt x="99" y="158"/>
                  </a:lnTo>
                  <a:lnTo>
                    <a:pt x="97" y="158"/>
                  </a:lnTo>
                  <a:lnTo>
                    <a:pt x="97" y="158"/>
                  </a:lnTo>
                  <a:lnTo>
                    <a:pt x="95" y="158"/>
                  </a:lnTo>
                  <a:lnTo>
                    <a:pt x="95" y="158"/>
                  </a:lnTo>
                  <a:lnTo>
                    <a:pt x="93" y="158"/>
                  </a:lnTo>
                  <a:lnTo>
                    <a:pt x="93" y="158"/>
                  </a:lnTo>
                  <a:lnTo>
                    <a:pt x="92" y="158"/>
                  </a:lnTo>
                  <a:lnTo>
                    <a:pt x="92" y="158"/>
                  </a:lnTo>
                  <a:lnTo>
                    <a:pt x="91" y="160"/>
                  </a:lnTo>
                  <a:lnTo>
                    <a:pt x="91" y="160"/>
                  </a:lnTo>
                  <a:lnTo>
                    <a:pt x="90" y="160"/>
                  </a:lnTo>
                  <a:lnTo>
                    <a:pt x="90" y="160"/>
                  </a:lnTo>
                  <a:lnTo>
                    <a:pt x="88" y="161"/>
                  </a:lnTo>
                  <a:lnTo>
                    <a:pt x="88" y="161"/>
                  </a:lnTo>
                  <a:lnTo>
                    <a:pt x="86" y="161"/>
                  </a:lnTo>
                  <a:lnTo>
                    <a:pt x="86" y="161"/>
                  </a:lnTo>
                  <a:lnTo>
                    <a:pt x="84" y="163"/>
                  </a:lnTo>
                  <a:lnTo>
                    <a:pt x="83" y="163"/>
                  </a:lnTo>
                  <a:lnTo>
                    <a:pt x="82" y="163"/>
                  </a:lnTo>
                  <a:lnTo>
                    <a:pt x="82" y="163"/>
                  </a:lnTo>
                  <a:lnTo>
                    <a:pt x="80" y="164"/>
                  </a:lnTo>
                  <a:lnTo>
                    <a:pt x="80" y="164"/>
                  </a:lnTo>
                  <a:lnTo>
                    <a:pt x="79" y="164"/>
                  </a:lnTo>
                  <a:lnTo>
                    <a:pt x="79" y="164"/>
                  </a:lnTo>
                  <a:lnTo>
                    <a:pt x="77" y="164"/>
                  </a:lnTo>
                  <a:lnTo>
                    <a:pt x="77" y="164"/>
                  </a:lnTo>
                  <a:lnTo>
                    <a:pt x="76" y="164"/>
                  </a:lnTo>
                  <a:lnTo>
                    <a:pt x="76" y="164"/>
                  </a:lnTo>
                  <a:lnTo>
                    <a:pt x="74" y="164"/>
                  </a:lnTo>
                  <a:lnTo>
                    <a:pt x="74" y="164"/>
                  </a:lnTo>
                  <a:lnTo>
                    <a:pt x="73" y="164"/>
                  </a:lnTo>
                  <a:lnTo>
                    <a:pt x="73" y="164"/>
                  </a:lnTo>
                  <a:lnTo>
                    <a:pt x="71" y="164"/>
                  </a:lnTo>
                  <a:lnTo>
                    <a:pt x="71" y="164"/>
                  </a:lnTo>
                  <a:lnTo>
                    <a:pt x="69" y="164"/>
                  </a:lnTo>
                  <a:lnTo>
                    <a:pt x="69" y="164"/>
                  </a:lnTo>
                  <a:lnTo>
                    <a:pt x="68" y="164"/>
                  </a:lnTo>
                  <a:lnTo>
                    <a:pt x="68" y="164"/>
                  </a:lnTo>
                  <a:lnTo>
                    <a:pt x="68" y="164"/>
                  </a:lnTo>
                  <a:lnTo>
                    <a:pt x="68" y="164"/>
                  </a:lnTo>
                  <a:lnTo>
                    <a:pt x="67" y="164"/>
                  </a:lnTo>
                  <a:lnTo>
                    <a:pt x="67" y="164"/>
                  </a:lnTo>
                  <a:lnTo>
                    <a:pt x="67" y="164"/>
                  </a:lnTo>
                  <a:lnTo>
                    <a:pt x="67" y="163"/>
                  </a:lnTo>
                  <a:lnTo>
                    <a:pt x="66" y="163"/>
                  </a:lnTo>
                  <a:lnTo>
                    <a:pt x="66" y="163"/>
                  </a:lnTo>
                  <a:lnTo>
                    <a:pt x="66" y="163"/>
                  </a:lnTo>
                  <a:lnTo>
                    <a:pt x="66" y="161"/>
                  </a:lnTo>
                  <a:lnTo>
                    <a:pt x="64" y="161"/>
                  </a:lnTo>
                  <a:lnTo>
                    <a:pt x="64" y="161"/>
                  </a:lnTo>
                  <a:lnTo>
                    <a:pt x="64" y="161"/>
                  </a:lnTo>
                  <a:lnTo>
                    <a:pt x="64" y="160"/>
                  </a:lnTo>
                  <a:lnTo>
                    <a:pt x="63" y="160"/>
                  </a:lnTo>
                  <a:lnTo>
                    <a:pt x="63" y="160"/>
                  </a:lnTo>
                  <a:lnTo>
                    <a:pt x="63" y="160"/>
                  </a:lnTo>
                  <a:lnTo>
                    <a:pt x="63" y="159"/>
                  </a:lnTo>
                  <a:lnTo>
                    <a:pt x="61" y="159"/>
                  </a:lnTo>
                  <a:lnTo>
                    <a:pt x="61" y="159"/>
                  </a:lnTo>
                  <a:lnTo>
                    <a:pt x="60" y="159"/>
                  </a:lnTo>
                  <a:lnTo>
                    <a:pt x="60" y="157"/>
                  </a:lnTo>
                  <a:lnTo>
                    <a:pt x="58" y="157"/>
                  </a:lnTo>
                  <a:lnTo>
                    <a:pt x="58" y="156"/>
                  </a:lnTo>
                  <a:lnTo>
                    <a:pt x="58" y="156"/>
                  </a:lnTo>
                  <a:lnTo>
                    <a:pt x="58" y="154"/>
                  </a:lnTo>
                  <a:lnTo>
                    <a:pt x="56" y="154"/>
                  </a:lnTo>
                  <a:lnTo>
                    <a:pt x="56" y="154"/>
                  </a:lnTo>
                  <a:lnTo>
                    <a:pt x="56" y="154"/>
                  </a:lnTo>
                  <a:lnTo>
                    <a:pt x="56" y="151"/>
                  </a:lnTo>
                  <a:lnTo>
                    <a:pt x="54" y="151"/>
                  </a:lnTo>
                  <a:lnTo>
                    <a:pt x="54" y="151"/>
                  </a:lnTo>
                  <a:lnTo>
                    <a:pt x="54" y="151"/>
                  </a:lnTo>
                  <a:lnTo>
                    <a:pt x="54" y="149"/>
                  </a:lnTo>
                  <a:lnTo>
                    <a:pt x="52" y="149"/>
                  </a:lnTo>
                  <a:lnTo>
                    <a:pt x="52" y="149"/>
                  </a:lnTo>
                  <a:lnTo>
                    <a:pt x="51" y="149"/>
                  </a:lnTo>
                  <a:lnTo>
                    <a:pt x="51" y="148"/>
                  </a:lnTo>
                  <a:lnTo>
                    <a:pt x="49" y="148"/>
                  </a:lnTo>
                  <a:lnTo>
                    <a:pt x="49" y="148"/>
                  </a:lnTo>
                  <a:lnTo>
                    <a:pt x="49" y="148"/>
                  </a:lnTo>
                  <a:lnTo>
                    <a:pt x="49" y="147"/>
                  </a:lnTo>
                  <a:lnTo>
                    <a:pt x="47" y="147"/>
                  </a:lnTo>
                  <a:lnTo>
                    <a:pt x="47" y="147"/>
                  </a:lnTo>
                  <a:lnTo>
                    <a:pt x="47" y="147"/>
                  </a:lnTo>
                  <a:lnTo>
                    <a:pt x="47" y="146"/>
                  </a:lnTo>
                  <a:lnTo>
                    <a:pt x="46" y="146"/>
                  </a:lnTo>
                  <a:lnTo>
                    <a:pt x="46" y="146"/>
                  </a:lnTo>
                  <a:lnTo>
                    <a:pt x="46" y="146"/>
                  </a:lnTo>
                  <a:lnTo>
                    <a:pt x="46" y="144"/>
                  </a:lnTo>
                  <a:lnTo>
                    <a:pt x="44" y="144"/>
                  </a:lnTo>
                  <a:lnTo>
                    <a:pt x="44" y="144"/>
                  </a:lnTo>
                  <a:lnTo>
                    <a:pt x="44" y="144"/>
                  </a:lnTo>
                  <a:lnTo>
                    <a:pt x="44" y="144"/>
                  </a:lnTo>
                  <a:lnTo>
                    <a:pt x="43" y="144"/>
                  </a:lnTo>
                  <a:lnTo>
                    <a:pt x="43" y="142"/>
                  </a:lnTo>
                  <a:lnTo>
                    <a:pt x="43" y="142"/>
                  </a:lnTo>
                  <a:lnTo>
                    <a:pt x="43" y="140"/>
                  </a:lnTo>
                  <a:lnTo>
                    <a:pt x="42" y="140"/>
                  </a:lnTo>
                  <a:lnTo>
                    <a:pt x="42" y="140"/>
                  </a:lnTo>
                  <a:lnTo>
                    <a:pt x="42" y="140"/>
                  </a:lnTo>
                  <a:lnTo>
                    <a:pt x="42" y="138"/>
                  </a:lnTo>
                  <a:lnTo>
                    <a:pt x="42" y="138"/>
                  </a:lnTo>
                  <a:lnTo>
                    <a:pt x="42" y="137"/>
                  </a:lnTo>
                  <a:lnTo>
                    <a:pt x="42" y="137"/>
                  </a:lnTo>
                  <a:lnTo>
                    <a:pt x="42" y="134"/>
                  </a:lnTo>
                  <a:lnTo>
                    <a:pt x="40" y="134"/>
                  </a:lnTo>
                  <a:lnTo>
                    <a:pt x="40" y="134"/>
                  </a:lnTo>
                  <a:lnTo>
                    <a:pt x="40" y="134"/>
                  </a:lnTo>
                  <a:lnTo>
                    <a:pt x="40" y="133"/>
                  </a:lnTo>
                  <a:lnTo>
                    <a:pt x="39" y="133"/>
                  </a:lnTo>
                  <a:lnTo>
                    <a:pt x="39" y="131"/>
                  </a:lnTo>
                  <a:lnTo>
                    <a:pt x="39" y="131"/>
                  </a:lnTo>
                  <a:lnTo>
                    <a:pt x="39" y="129"/>
                  </a:lnTo>
                  <a:lnTo>
                    <a:pt x="37" y="129"/>
                  </a:lnTo>
                  <a:lnTo>
                    <a:pt x="37" y="128"/>
                  </a:lnTo>
                  <a:lnTo>
                    <a:pt x="36" y="128"/>
                  </a:lnTo>
                  <a:lnTo>
                    <a:pt x="36" y="126"/>
                  </a:lnTo>
                  <a:lnTo>
                    <a:pt x="34" y="126"/>
                  </a:lnTo>
                  <a:lnTo>
                    <a:pt x="34" y="125"/>
                  </a:lnTo>
                  <a:lnTo>
                    <a:pt x="34" y="125"/>
                  </a:lnTo>
                  <a:lnTo>
                    <a:pt x="34" y="123"/>
                  </a:lnTo>
                  <a:lnTo>
                    <a:pt x="32" y="123"/>
                  </a:lnTo>
                  <a:lnTo>
                    <a:pt x="32" y="123"/>
                  </a:lnTo>
                  <a:lnTo>
                    <a:pt x="32" y="123"/>
                  </a:lnTo>
                  <a:lnTo>
                    <a:pt x="32" y="123"/>
                  </a:lnTo>
                  <a:lnTo>
                    <a:pt x="30" y="123"/>
                  </a:lnTo>
                  <a:lnTo>
                    <a:pt x="30" y="123"/>
                  </a:lnTo>
                  <a:lnTo>
                    <a:pt x="30" y="123"/>
                  </a:lnTo>
                  <a:lnTo>
                    <a:pt x="30" y="123"/>
                  </a:lnTo>
                  <a:lnTo>
                    <a:pt x="28" y="123"/>
                  </a:lnTo>
                  <a:lnTo>
                    <a:pt x="28" y="123"/>
                  </a:lnTo>
                  <a:lnTo>
                    <a:pt x="27" y="123"/>
                  </a:lnTo>
                  <a:lnTo>
                    <a:pt x="27" y="123"/>
                  </a:lnTo>
                  <a:lnTo>
                    <a:pt x="24" y="123"/>
                  </a:lnTo>
                  <a:lnTo>
                    <a:pt x="24" y="123"/>
                  </a:lnTo>
                  <a:lnTo>
                    <a:pt x="24" y="123"/>
                  </a:lnTo>
                  <a:lnTo>
                    <a:pt x="24" y="121"/>
                  </a:lnTo>
                  <a:lnTo>
                    <a:pt x="23" y="121"/>
                  </a:lnTo>
                  <a:lnTo>
                    <a:pt x="23" y="121"/>
                  </a:lnTo>
                  <a:lnTo>
                    <a:pt x="21" y="121"/>
                  </a:lnTo>
                  <a:lnTo>
                    <a:pt x="21" y="121"/>
                  </a:lnTo>
                  <a:lnTo>
                    <a:pt x="19" y="121"/>
                  </a:lnTo>
                  <a:lnTo>
                    <a:pt x="19" y="121"/>
                  </a:lnTo>
                  <a:lnTo>
                    <a:pt x="17" y="121"/>
                  </a:lnTo>
                  <a:lnTo>
                    <a:pt x="17" y="119"/>
                  </a:lnTo>
                  <a:lnTo>
                    <a:pt x="16" y="119"/>
                  </a:lnTo>
                  <a:lnTo>
                    <a:pt x="16" y="119"/>
                  </a:lnTo>
                  <a:lnTo>
                    <a:pt x="14" y="119"/>
                  </a:lnTo>
                  <a:lnTo>
                    <a:pt x="14" y="117"/>
                  </a:lnTo>
                  <a:lnTo>
                    <a:pt x="12" y="117"/>
                  </a:lnTo>
                  <a:lnTo>
                    <a:pt x="12" y="117"/>
                  </a:lnTo>
                  <a:lnTo>
                    <a:pt x="12" y="117"/>
                  </a:lnTo>
                  <a:lnTo>
                    <a:pt x="12" y="115"/>
                  </a:lnTo>
                  <a:lnTo>
                    <a:pt x="10" y="115"/>
                  </a:lnTo>
                  <a:lnTo>
                    <a:pt x="10" y="115"/>
                  </a:lnTo>
                  <a:lnTo>
                    <a:pt x="9" y="115"/>
                  </a:lnTo>
                  <a:lnTo>
                    <a:pt x="9" y="115"/>
                  </a:lnTo>
                  <a:lnTo>
                    <a:pt x="7" y="115"/>
                  </a:lnTo>
                  <a:lnTo>
                    <a:pt x="7" y="115"/>
                  </a:lnTo>
                  <a:lnTo>
                    <a:pt x="7" y="115"/>
                  </a:lnTo>
                  <a:lnTo>
                    <a:pt x="7" y="115"/>
                  </a:lnTo>
                  <a:lnTo>
                    <a:pt x="5" y="115"/>
                  </a:lnTo>
                  <a:lnTo>
                    <a:pt x="5" y="115"/>
                  </a:lnTo>
                  <a:lnTo>
                    <a:pt x="5" y="115"/>
                  </a:lnTo>
                  <a:lnTo>
                    <a:pt x="5" y="115"/>
                  </a:lnTo>
                  <a:lnTo>
                    <a:pt x="5" y="115"/>
                  </a:lnTo>
                  <a:lnTo>
                    <a:pt x="5" y="115"/>
                  </a:lnTo>
                  <a:lnTo>
                    <a:pt x="5" y="115"/>
                  </a:lnTo>
                  <a:lnTo>
                    <a:pt x="5" y="112"/>
                  </a:lnTo>
                  <a:lnTo>
                    <a:pt x="3" y="112"/>
                  </a:lnTo>
                  <a:lnTo>
                    <a:pt x="3" y="112"/>
                  </a:lnTo>
                  <a:lnTo>
                    <a:pt x="3" y="112"/>
                  </a:lnTo>
                  <a:lnTo>
                    <a:pt x="3" y="111"/>
                  </a:lnTo>
                  <a:lnTo>
                    <a:pt x="3" y="111"/>
                  </a:lnTo>
                  <a:lnTo>
                    <a:pt x="3" y="110"/>
                  </a:lnTo>
                  <a:lnTo>
                    <a:pt x="3" y="110"/>
                  </a:lnTo>
                  <a:lnTo>
                    <a:pt x="5" y="108"/>
                  </a:lnTo>
                  <a:lnTo>
                    <a:pt x="5" y="108"/>
                  </a:lnTo>
                  <a:lnTo>
                    <a:pt x="5" y="108"/>
                  </a:lnTo>
                  <a:lnTo>
                    <a:pt x="5" y="108"/>
                  </a:lnTo>
                  <a:lnTo>
                    <a:pt x="7" y="106"/>
                  </a:lnTo>
                  <a:lnTo>
                    <a:pt x="7" y="106"/>
                  </a:lnTo>
                  <a:lnTo>
                    <a:pt x="7" y="106"/>
                  </a:lnTo>
                  <a:lnTo>
                    <a:pt x="7" y="106"/>
                  </a:lnTo>
                  <a:lnTo>
                    <a:pt x="8" y="105"/>
                  </a:lnTo>
                  <a:lnTo>
                    <a:pt x="8" y="105"/>
                  </a:lnTo>
                  <a:lnTo>
                    <a:pt x="8" y="105"/>
                  </a:lnTo>
                  <a:lnTo>
                    <a:pt x="8" y="105"/>
                  </a:lnTo>
                  <a:lnTo>
                    <a:pt x="10" y="105"/>
                  </a:lnTo>
                  <a:lnTo>
                    <a:pt x="10" y="105"/>
                  </a:lnTo>
                  <a:lnTo>
                    <a:pt x="12" y="105"/>
                  </a:lnTo>
                  <a:lnTo>
                    <a:pt x="12" y="105"/>
                  </a:lnTo>
                  <a:lnTo>
                    <a:pt x="14" y="105"/>
                  </a:lnTo>
                  <a:lnTo>
                    <a:pt x="14" y="107"/>
                  </a:lnTo>
                  <a:lnTo>
                    <a:pt x="16" y="107"/>
                  </a:lnTo>
                  <a:lnTo>
                    <a:pt x="16" y="107"/>
                  </a:lnTo>
                  <a:lnTo>
                    <a:pt x="18" y="107"/>
                  </a:lnTo>
                  <a:lnTo>
                    <a:pt x="18" y="107"/>
                  </a:lnTo>
                  <a:lnTo>
                    <a:pt x="19" y="107"/>
                  </a:lnTo>
                  <a:lnTo>
                    <a:pt x="19" y="107"/>
                  </a:lnTo>
                  <a:lnTo>
                    <a:pt x="22" y="107"/>
                  </a:lnTo>
                  <a:lnTo>
                    <a:pt x="22" y="107"/>
                  </a:lnTo>
                  <a:lnTo>
                    <a:pt x="22" y="107"/>
                  </a:lnTo>
                  <a:lnTo>
                    <a:pt x="22" y="107"/>
                  </a:lnTo>
                  <a:lnTo>
                    <a:pt x="23" y="107"/>
                  </a:lnTo>
                  <a:lnTo>
                    <a:pt x="23" y="107"/>
                  </a:lnTo>
                  <a:lnTo>
                    <a:pt x="24" y="107"/>
                  </a:lnTo>
                  <a:lnTo>
                    <a:pt x="24" y="107"/>
                  </a:lnTo>
                  <a:lnTo>
                    <a:pt x="26" y="107"/>
                  </a:lnTo>
                  <a:lnTo>
                    <a:pt x="26" y="107"/>
                  </a:lnTo>
                  <a:lnTo>
                    <a:pt x="26" y="107"/>
                  </a:lnTo>
                  <a:lnTo>
                    <a:pt x="26" y="107"/>
                  </a:lnTo>
                  <a:lnTo>
                    <a:pt x="28" y="107"/>
                  </a:lnTo>
                  <a:lnTo>
                    <a:pt x="28" y="107"/>
                  </a:lnTo>
                  <a:lnTo>
                    <a:pt x="29" y="107"/>
                  </a:lnTo>
                  <a:lnTo>
                    <a:pt x="29" y="107"/>
                  </a:lnTo>
                  <a:lnTo>
                    <a:pt x="31" y="106"/>
                  </a:lnTo>
                  <a:lnTo>
                    <a:pt x="31" y="106"/>
                  </a:lnTo>
                  <a:lnTo>
                    <a:pt x="31" y="106"/>
                  </a:lnTo>
                  <a:lnTo>
                    <a:pt x="31" y="106"/>
                  </a:lnTo>
                  <a:lnTo>
                    <a:pt x="31" y="105"/>
                  </a:lnTo>
                  <a:lnTo>
                    <a:pt x="31" y="105"/>
                  </a:lnTo>
                  <a:lnTo>
                    <a:pt x="31" y="105"/>
                  </a:lnTo>
                  <a:lnTo>
                    <a:pt x="31" y="105"/>
                  </a:lnTo>
                  <a:lnTo>
                    <a:pt x="31" y="104"/>
                  </a:lnTo>
                  <a:lnTo>
                    <a:pt x="31" y="104"/>
                  </a:lnTo>
                  <a:lnTo>
                    <a:pt x="31" y="104"/>
                  </a:lnTo>
                  <a:lnTo>
                    <a:pt x="31" y="104"/>
                  </a:lnTo>
                  <a:lnTo>
                    <a:pt x="32" y="102"/>
                  </a:lnTo>
                  <a:lnTo>
                    <a:pt x="32" y="102"/>
                  </a:lnTo>
                  <a:lnTo>
                    <a:pt x="32" y="102"/>
                  </a:lnTo>
                  <a:lnTo>
                    <a:pt x="32" y="102"/>
                  </a:lnTo>
                  <a:lnTo>
                    <a:pt x="34" y="100"/>
                  </a:lnTo>
                  <a:lnTo>
                    <a:pt x="34" y="101"/>
                  </a:lnTo>
                  <a:lnTo>
                    <a:pt x="34" y="101"/>
                  </a:lnTo>
                  <a:lnTo>
                    <a:pt x="34" y="101"/>
                  </a:lnTo>
                  <a:lnTo>
                    <a:pt x="34" y="101"/>
                  </a:lnTo>
                  <a:lnTo>
                    <a:pt x="34" y="101"/>
                  </a:lnTo>
                  <a:lnTo>
                    <a:pt x="34" y="101"/>
                  </a:lnTo>
                  <a:lnTo>
                    <a:pt x="34" y="101"/>
                  </a:lnTo>
                  <a:lnTo>
                    <a:pt x="36" y="101"/>
                  </a:lnTo>
                  <a:lnTo>
                    <a:pt x="36" y="101"/>
                  </a:lnTo>
                  <a:lnTo>
                    <a:pt x="36" y="101"/>
                  </a:lnTo>
                  <a:lnTo>
                    <a:pt x="36" y="101"/>
                  </a:lnTo>
                  <a:lnTo>
                    <a:pt x="38" y="101"/>
                  </a:lnTo>
                  <a:lnTo>
                    <a:pt x="38" y="101"/>
                  </a:lnTo>
                  <a:lnTo>
                    <a:pt x="38" y="101"/>
                  </a:lnTo>
                  <a:lnTo>
                    <a:pt x="38" y="101"/>
                  </a:lnTo>
                  <a:lnTo>
                    <a:pt x="39" y="100"/>
                  </a:lnTo>
                  <a:lnTo>
                    <a:pt x="38" y="100"/>
                  </a:lnTo>
                  <a:lnTo>
                    <a:pt x="38" y="100"/>
                  </a:lnTo>
                  <a:lnTo>
                    <a:pt x="38" y="100"/>
                  </a:lnTo>
                  <a:lnTo>
                    <a:pt x="38" y="100"/>
                  </a:lnTo>
                  <a:lnTo>
                    <a:pt x="38" y="100"/>
                  </a:lnTo>
                  <a:lnTo>
                    <a:pt x="38" y="100"/>
                  </a:lnTo>
                  <a:lnTo>
                    <a:pt x="38" y="100"/>
                  </a:lnTo>
                  <a:lnTo>
                    <a:pt x="38" y="99"/>
                  </a:lnTo>
                  <a:lnTo>
                    <a:pt x="37" y="99"/>
                  </a:lnTo>
                  <a:lnTo>
                    <a:pt x="37" y="99"/>
                  </a:lnTo>
                  <a:lnTo>
                    <a:pt x="37" y="99"/>
                  </a:lnTo>
                  <a:lnTo>
                    <a:pt x="37" y="98"/>
                  </a:lnTo>
                  <a:lnTo>
                    <a:pt x="37" y="98"/>
                  </a:lnTo>
                  <a:lnTo>
                    <a:pt x="37" y="98"/>
                  </a:lnTo>
                  <a:lnTo>
                    <a:pt x="37" y="98"/>
                  </a:lnTo>
                  <a:lnTo>
                    <a:pt x="37" y="96"/>
                  </a:lnTo>
                  <a:lnTo>
                    <a:pt x="35" y="97"/>
                  </a:lnTo>
                  <a:lnTo>
                    <a:pt x="35" y="97"/>
                  </a:lnTo>
                  <a:lnTo>
                    <a:pt x="34" y="97"/>
                  </a:lnTo>
                  <a:lnTo>
                    <a:pt x="34" y="97"/>
                  </a:lnTo>
                  <a:lnTo>
                    <a:pt x="32" y="97"/>
                  </a:lnTo>
                  <a:lnTo>
                    <a:pt x="32" y="97"/>
                  </a:lnTo>
                  <a:lnTo>
                    <a:pt x="32" y="97"/>
                  </a:lnTo>
                  <a:lnTo>
                    <a:pt x="32" y="97"/>
                  </a:lnTo>
                  <a:lnTo>
                    <a:pt x="30" y="97"/>
                  </a:lnTo>
                  <a:lnTo>
                    <a:pt x="30" y="97"/>
                  </a:lnTo>
                  <a:lnTo>
                    <a:pt x="29" y="97"/>
                  </a:lnTo>
                  <a:lnTo>
                    <a:pt x="29" y="97"/>
                  </a:lnTo>
                  <a:lnTo>
                    <a:pt x="28" y="97"/>
                  </a:lnTo>
                  <a:lnTo>
                    <a:pt x="28" y="97"/>
                  </a:lnTo>
                  <a:lnTo>
                    <a:pt x="28" y="97"/>
                  </a:lnTo>
                  <a:lnTo>
                    <a:pt x="28" y="96"/>
                  </a:lnTo>
                  <a:lnTo>
                    <a:pt x="28" y="96"/>
                  </a:lnTo>
                  <a:lnTo>
                    <a:pt x="28" y="96"/>
                  </a:lnTo>
                  <a:lnTo>
                    <a:pt x="28" y="96"/>
                  </a:lnTo>
                  <a:lnTo>
                    <a:pt x="28" y="96"/>
                  </a:lnTo>
                  <a:lnTo>
                    <a:pt x="28" y="96"/>
                  </a:lnTo>
                  <a:lnTo>
                    <a:pt x="28" y="96"/>
                  </a:lnTo>
                  <a:lnTo>
                    <a:pt x="28" y="96"/>
                  </a:lnTo>
                  <a:lnTo>
                    <a:pt x="29" y="95"/>
                  </a:lnTo>
                  <a:lnTo>
                    <a:pt x="29" y="95"/>
                  </a:lnTo>
                  <a:lnTo>
                    <a:pt x="29" y="95"/>
                  </a:lnTo>
                  <a:lnTo>
                    <a:pt x="29" y="95"/>
                  </a:lnTo>
                  <a:lnTo>
                    <a:pt x="29" y="95"/>
                  </a:lnTo>
                  <a:lnTo>
                    <a:pt x="29" y="95"/>
                  </a:lnTo>
                  <a:lnTo>
                    <a:pt x="29" y="95"/>
                  </a:lnTo>
                  <a:lnTo>
                    <a:pt x="29" y="95"/>
                  </a:lnTo>
                  <a:lnTo>
                    <a:pt x="29" y="93"/>
                  </a:lnTo>
                  <a:lnTo>
                    <a:pt x="29" y="93"/>
                  </a:lnTo>
                  <a:lnTo>
                    <a:pt x="30" y="93"/>
                  </a:lnTo>
                  <a:lnTo>
                    <a:pt x="30" y="93"/>
                  </a:lnTo>
                  <a:lnTo>
                    <a:pt x="32" y="93"/>
                  </a:lnTo>
                  <a:lnTo>
                    <a:pt x="32" y="93"/>
                  </a:lnTo>
                  <a:lnTo>
                    <a:pt x="34" y="93"/>
                  </a:lnTo>
                  <a:lnTo>
                    <a:pt x="34" y="93"/>
                  </a:lnTo>
                  <a:lnTo>
                    <a:pt x="36" y="93"/>
                  </a:lnTo>
                  <a:lnTo>
                    <a:pt x="36" y="93"/>
                  </a:lnTo>
                  <a:lnTo>
                    <a:pt x="36" y="93"/>
                  </a:lnTo>
                  <a:lnTo>
                    <a:pt x="36" y="93"/>
                  </a:lnTo>
                  <a:lnTo>
                    <a:pt x="38" y="93"/>
                  </a:lnTo>
                  <a:lnTo>
                    <a:pt x="38" y="93"/>
                  </a:lnTo>
                  <a:lnTo>
                    <a:pt x="39" y="93"/>
                  </a:lnTo>
                  <a:lnTo>
                    <a:pt x="39" y="93"/>
                  </a:lnTo>
                  <a:lnTo>
                    <a:pt x="40" y="91"/>
                  </a:lnTo>
                  <a:lnTo>
                    <a:pt x="39" y="91"/>
                  </a:lnTo>
                  <a:lnTo>
                    <a:pt x="39" y="91"/>
                  </a:lnTo>
                  <a:lnTo>
                    <a:pt x="39" y="91"/>
                  </a:lnTo>
                  <a:lnTo>
                    <a:pt x="39" y="91"/>
                  </a:lnTo>
                  <a:lnTo>
                    <a:pt x="38" y="91"/>
                  </a:lnTo>
                  <a:lnTo>
                    <a:pt x="38" y="91"/>
                  </a:lnTo>
                  <a:lnTo>
                    <a:pt x="38" y="91"/>
                  </a:lnTo>
                  <a:lnTo>
                    <a:pt x="38" y="90"/>
                  </a:lnTo>
                  <a:lnTo>
                    <a:pt x="36" y="90"/>
                  </a:lnTo>
                  <a:lnTo>
                    <a:pt x="36" y="90"/>
                  </a:lnTo>
                  <a:lnTo>
                    <a:pt x="36" y="90"/>
                  </a:lnTo>
                  <a:lnTo>
                    <a:pt x="36" y="89"/>
                  </a:lnTo>
                  <a:lnTo>
                    <a:pt x="36" y="89"/>
                  </a:lnTo>
                  <a:lnTo>
                    <a:pt x="36" y="89"/>
                  </a:lnTo>
                  <a:lnTo>
                    <a:pt x="36" y="89"/>
                  </a:lnTo>
                  <a:lnTo>
                    <a:pt x="36" y="88"/>
                  </a:lnTo>
                  <a:lnTo>
                    <a:pt x="34" y="89"/>
                  </a:lnTo>
                  <a:lnTo>
                    <a:pt x="34" y="89"/>
                  </a:lnTo>
                  <a:lnTo>
                    <a:pt x="34" y="89"/>
                  </a:lnTo>
                  <a:lnTo>
                    <a:pt x="34" y="89"/>
                  </a:lnTo>
                  <a:lnTo>
                    <a:pt x="32" y="89"/>
                  </a:lnTo>
                  <a:lnTo>
                    <a:pt x="32" y="89"/>
                  </a:lnTo>
                  <a:lnTo>
                    <a:pt x="31" y="89"/>
                  </a:lnTo>
                  <a:lnTo>
                    <a:pt x="31" y="89"/>
                  </a:lnTo>
                  <a:lnTo>
                    <a:pt x="29" y="89"/>
                  </a:lnTo>
                  <a:lnTo>
                    <a:pt x="29" y="89"/>
                  </a:lnTo>
                  <a:lnTo>
                    <a:pt x="28" y="89"/>
                  </a:lnTo>
                  <a:lnTo>
                    <a:pt x="28" y="89"/>
                  </a:lnTo>
                  <a:lnTo>
                    <a:pt x="27" y="89"/>
                  </a:lnTo>
                  <a:lnTo>
                    <a:pt x="27" y="89"/>
                  </a:lnTo>
                  <a:lnTo>
                    <a:pt x="27" y="89"/>
                  </a:lnTo>
                  <a:lnTo>
                    <a:pt x="27" y="88"/>
                  </a:lnTo>
                  <a:lnTo>
                    <a:pt x="26" y="88"/>
                  </a:lnTo>
                  <a:lnTo>
                    <a:pt x="26" y="88"/>
                  </a:lnTo>
                  <a:lnTo>
                    <a:pt x="26" y="88"/>
                  </a:lnTo>
                  <a:lnTo>
                    <a:pt x="26" y="88"/>
                  </a:lnTo>
                  <a:lnTo>
                    <a:pt x="26" y="88"/>
                  </a:lnTo>
                  <a:lnTo>
                    <a:pt x="26" y="88"/>
                  </a:lnTo>
                  <a:lnTo>
                    <a:pt x="26" y="88"/>
                  </a:lnTo>
                  <a:lnTo>
                    <a:pt x="26" y="86"/>
                  </a:lnTo>
                  <a:lnTo>
                    <a:pt x="25" y="86"/>
                  </a:lnTo>
                  <a:lnTo>
                    <a:pt x="25" y="86"/>
                  </a:lnTo>
                  <a:lnTo>
                    <a:pt x="25" y="86"/>
                  </a:lnTo>
                  <a:lnTo>
                    <a:pt x="25" y="85"/>
                  </a:lnTo>
                  <a:lnTo>
                    <a:pt x="25" y="85"/>
                  </a:lnTo>
                  <a:lnTo>
                    <a:pt x="25" y="85"/>
                  </a:lnTo>
                  <a:lnTo>
                    <a:pt x="25" y="85"/>
                  </a:lnTo>
                  <a:lnTo>
                    <a:pt x="25" y="83"/>
                  </a:lnTo>
                  <a:lnTo>
                    <a:pt x="25" y="83"/>
                  </a:lnTo>
                  <a:lnTo>
                    <a:pt x="25" y="83"/>
                  </a:lnTo>
                  <a:lnTo>
                    <a:pt x="25" y="83"/>
                  </a:lnTo>
                  <a:lnTo>
                    <a:pt x="25" y="83"/>
                  </a:lnTo>
                  <a:lnTo>
                    <a:pt x="25" y="83"/>
                  </a:lnTo>
                  <a:lnTo>
                    <a:pt x="25" y="83"/>
                  </a:lnTo>
                  <a:lnTo>
                    <a:pt x="25" y="83"/>
                  </a:lnTo>
                  <a:lnTo>
                    <a:pt x="26" y="81"/>
                  </a:lnTo>
                  <a:lnTo>
                    <a:pt x="26" y="81"/>
                  </a:lnTo>
                  <a:lnTo>
                    <a:pt x="26" y="81"/>
                  </a:lnTo>
                  <a:lnTo>
                    <a:pt x="26" y="81"/>
                  </a:lnTo>
                  <a:lnTo>
                    <a:pt x="26" y="80"/>
                  </a:lnTo>
                  <a:lnTo>
                    <a:pt x="26" y="80"/>
                  </a:lnTo>
                  <a:lnTo>
                    <a:pt x="26" y="80"/>
                  </a:lnTo>
                  <a:lnTo>
                    <a:pt x="26" y="80"/>
                  </a:lnTo>
                  <a:lnTo>
                    <a:pt x="27" y="79"/>
                  </a:lnTo>
                  <a:lnTo>
                    <a:pt x="27" y="79"/>
                  </a:lnTo>
                  <a:lnTo>
                    <a:pt x="27" y="79"/>
                  </a:lnTo>
                  <a:lnTo>
                    <a:pt x="27" y="79"/>
                  </a:lnTo>
                  <a:lnTo>
                    <a:pt x="28" y="79"/>
                  </a:lnTo>
                  <a:lnTo>
                    <a:pt x="28" y="79"/>
                  </a:lnTo>
                  <a:lnTo>
                    <a:pt x="29" y="79"/>
                  </a:lnTo>
                  <a:lnTo>
                    <a:pt x="29" y="79"/>
                  </a:lnTo>
                  <a:lnTo>
                    <a:pt x="30" y="77"/>
                  </a:lnTo>
                  <a:lnTo>
                    <a:pt x="30" y="77"/>
                  </a:lnTo>
                  <a:lnTo>
                    <a:pt x="30" y="77"/>
                  </a:lnTo>
                  <a:lnTo>
                    <a:pt x="30" y="77"/>
                  </a:lnTo>
                  <a:lnTo>
                    <a:pt x="32" y="76"/>
                  </a:lnTo>
                  <a:lnTo>
                    <a:pt x="32" y="76"/>
                  </a:lnTo>
                  <a:lnTo>
                    <a:pt x="33" y="76"/>
                  </a:lnTo>
                  <a:lnTo>
                    <a:pt x="33" y="76"/>
                  </a:lnTo>
                  <a:lnTo>
                    <a:pt x="34" y="74"/>
                  </a:lnTo>
                  <a:lnTo>
                    <a:pt x="33" y="74"/>
                  </a:lnTo>
                  <a:lnTo>
                    <a:pt x="33" y="74"/>
                  </a:lnTo>
                  <a:lnTo>
                    <a:pt x="32" y="74"/>
                  </a:lnTo>
                  <a:lnTo>
                    <a:pt x="32" y="74"/>
                  </a:lnTo>
                  <a:lnTo>
                    <a:pt x="30" y="74"/>
                  </a:lnTo>
                  <a:lnTo>
                    <a:pt x="30" y="74"/>
                  </a:lnTo>
                  <a:lnTo>
                    <a:pt x="30" y="74"/>
                  </a:lnTo>
                  <a:lnTo>
                    <a:pt x="30" y="73"/>
                  </a:lnTo>
                  <a:lnTo>
                    <a:pt x="28" y="73"/>
                  </a:lnTo>
                  <a:lnTo>
                    <a:pt x="28" y="73"/>
                  </a:lnTo>
                  <a:lnTo>
                    <a:pt x="27" y="73"/>
                  </a:lnTo>
                  <a:lnTo>
                    <a:pt x="27" y="73"/>
                  </a:lnTo>
                  <a:lnTo>
                    <a:pt x="24" y="73"/>
                  </a:lnTo>
                  <a:lnTo>
                    <a:pt x="24" y="73"/>
                  </a:lnTo>
                  <a:lnTo>
                    <a:pt x="24" y="73"/>
                  </a:lnTo>
                  <a:lnTo>
                    <a:pt x="24" y="73"/>
                  </a:lnTo>
                  <a:lnTo>
                    <a:pt x="23" y="73"/>
                  </a:lnTo>
                  <a:lnTo>
                    <a:pt x="23" y="73"/>
                  </a:lnTo>
                  <a:lnTo>
                    <a:pt x="22" y="73"/>
                  </a:lnTo>
                  <a:lnTo>
                    <a:pt x="22" y="73"/>
                  </a:lnTo>
                  <a:lnTo>
                    <a:pt x="19" y="73"/>
                  </a:lnTo>
                  <a:lnTo>
                    <a:pt x="19" y="73"/>
                  </a:lnTo>
                  <a:lnTo>
                    <a:pt x="18" y="73"/>
                  </a:lnTo>
                  <a:lnTo>
                    <a:pt x="18" y="71"/>
                  </a:lnTo>
                  <a:lnTo>
                    <a:pt x="16" y="71"/>
                  </a:lnTo>
                  <a:lnTo>
                    <a:pt x="16" y="71"/>
                  </a:lnTo>
                  <a:lnTo>
                    <a:pt x="15" y="71"/>
                  </a:lnTo>
                  <a:lnTo>
                    <a:pt x="15" y="68"/>
                  </a:lnTo>
                  <a:lnTo>
                    <a:pt x="14" y="68"/>
                  </a:lnTo>
                  <a:lnTo>
                    <a:pt x="14" y="68"/>
                  </a:lnTo>
                  <a:lnTo>
                    <a:pt x="14" y="68"/>
                  </a:lnTo>
                  <a:lnTo>
                    <a:pt x="14" y="67"/>
                  </a:lnTo>
                  <a:lnTo>
                    <a:pt x="13" y="67"/>
                  </a:lnTo>
                  <a:lnTo>
                    <a:pt x="13" y="67"/>
                  </a:lnTo>
                  <a:lnTo>
                    <a:pt x="12" y="67"/>
                  </a:lnTo>
                  <a:lnTo>
                    <a:pt x="12" y="67"/>
                  </a:lnTo>
                  <a:lnTo>
                    <a:pt x="10" y="67"/>
                  </a:lnTo>
                  <a:lnTo>
                    <a:pt x="10" y="67"/>
                  </a:lnTo>
                  <a:lnTo>
                    <a:pt x="9" y="67"/>
                  </a:lnTo>
                  <a:lnTo>
                    <a:pt x="9" y="67"/>
                  </a:lnTo>
                  <a:lnTo>
                    <a:pt x="8" y="67"/>
                  </a:lnTo>
                  <a:lnTo>
                    <a:pt x="8" y="67"/>
                  </a:lnTo>
                  <a:lnTo>
                    <a:pt x="7" y="67"/>
                  </a:lnTo>
                  <a:lnTo>
                    <a:pt x="7" y="67"/>
                  </a:lnTo>
                  <a:lnTo>
                    <a:pt x="5" y="67"/>
                  </a:lnTo>
                  <a:lnTo>
                    <a:pt x="5" y="67"/>
                  </a:lnTo>
                  <a:lnTo>
                    <a:pt x="5" y="67"/>
                  </a:lnTo>
                  <a:lnTo>
                    <a:pt x="5" y="67"/>
                  </a:lnTo>
                  <a:lnTo>
                    <a:pt x="5" y="67"/>
                  </a:lnTo>
                  <a:lnTo>
                    <a:pt x="5" y="67"/>
                  </a:lnTo>
                  <a:lnTo>
                    <a:pt x="5" y="67"/>
                  </a:lnTo>
                  <a:lnTo>
                    <a:pt x="5" y="67"/>
                  </a:lnTo>
                  <a:lnTo>
                    <a:pt x="2" y="67"/>
                  </a:lnTo>
                  <a:lnTo>
                    <a:pt x="2" y="67"/>
                  </a:lnTo>
                  <a:lnTo>
                    <a:pt x="2" y="67"/>
                  </a:lnTo>
                  <a:lnTo>
                    <a:pt x="2" y="65"/>
                  </a:lnTo>
                  <a:lnTo>
                    <a:pt x="1" y="65"/>
                  </a:lnTo>
                  <a:lnTo>
                    <a:pt x="1" y="65"/>
                  </a:lnTo>
                  <a:lnTo>
                    <a:pt x="0" y="65"/>
                  </a:lnTo>
                  <a:lnTo>
                    <a:pt x="0" y="63"/>
                  </a:lnTo>
                  <a:lnTo>
                    <a:pt x="0" y="63"/>
                  </a:lnTo>
                  <a:lnTo>
                    <a:pt x="0" y="63"/>
                  </a:lnTo>
                  <a:lnTo>
                    <a:pt x="0" y="63"/>
                  </a:lnTo>
                  <a:lnTo>
                    <a:pt x="0" y="61"/>
                  </a:lnTo>
                  <a:lnTo>
                    <a:pt x="0" y="61"/>
                  </a:lnTo>
                  <a:lnTo>
                    <a:pt x="0" y="61"/>
                  </a:lnTo>
                  <a:lnTo>
                    <a:pt x="0" y="61"/>
                  </a:lnTo>
                  <a:lnTo>
                    <a:pt x="0" y="60"/>
                  </a:lnTo>
                  <a:lnTo>
                    <a:pt x="0" y="60"/>
                  </a:lnTo>
                  <a:lnTo>
                    <a:pt x="0" y="60"/>
                  </a:lnTo>
                  <a:lnTo>
                    <a:pt x="0" y="60"/>
                  </a:lnTo>
                  <a:lnTo>
                    <a:pt x="1" y="58"/>
                  </a:lnTo>
                  <a:lnTo>
                    <a:pt x="1" y="58"/>
                  </a:lnTo>
                  <a:lnTo>
                    <a:pt x="1" y="58"/>
                  </a:lnTo>
                  <a:lnTo>
                    <a:pt x="1" y="58"/>
                  </a:lnTo>
                  <a:lnTo>
                    <a:pt x="2" y="57"/>
                  </a:lnTo>
                  <a:lnTo>
                    <a:pt x="2" y="57"/>
                  </a:lnTo>
                  <a:lnTo>
                    <a:pt x="2" y="57"/>
                  </a:lnTo>
                  <a:lnTo>
                    <a:pt x="2" y="57"/>
                  </a:lnTo>
                  <a:lnTo>
                    <a:pt x="5" y="56"/>
                  </a:lnTo>
                  <a:lnTo>
                    <a:pt x="5" y="57"/>
                  </a:lnTo>
                  <a:lnTo>
                    <a:pt x="5" y="57"/>
                  </a:lnTo>
                  <a:lnTo>
                    <a:pt x="5" y="57"/>
                  </a:lnTo>
                  <a:lnTo>
                    <a:pt x="5" y="57"/>
                  </a:lnTo>
                  <a:lnTo>
                    <a:pt x="5" y="58"/>
                  </a:lnTo>
                  <a:lnTo>
                    <a:pt x="5" y="58"/>
                  </a:lnTo>
                  <a:lnTo>
                    <a:pt x="5" y="58"/>
                  </a:lnTo>
                  <a:lnTo>
                    <a:pt x="7" y="58"/>
                  </a:lnTo>
                  <a:lnTo>
                    <a:pt x="7" y="59"/>
                  </a:lnTo>
                  <a:lnTo>
                    <a:pt x="7" y="59"/>
                  </a:lnTo>
                  <a:lnTo>
                    <a:pt x="7" y="59"/>
                  </a:lnTo>
                  <a:lnTo>
                    <a:pt x="8" y="59"/>
                  </a:lnTo>
                  <a:lnTo>
                    <a:pt x="8" y="60"/>
                  </a:lnTo>
                  <a:lnTo>
                    <a:pt x="8" y="60"/>
                  </a:lnTo>
                  <a:lnTo>
                    <a:pt x="8" y="60"/>
                  </a:lnTo>
                  <a:lnTo>
                    <a:pt x="10" y="60"/>
                  </a:lnTo>
                  <a:lnTo>
                    <a:pt x="10" y="61"/>
                  </a:lnTo>
                  <a:lnTo>
                    <a:pt x="10" y="61"/>
                  </a:lnTo>
                  <a:lnTo>
                    <a:pt x="10" y="61"/>
                  </a:lnTo>
                  <a:lnTo>
                    <a:pt x="12" y="61"/>
                  </a:lnTo>
                  <a:lnTo>
                    <a:pt x="12" y="61"/>
                  </a:lnTo>
                  <a:lnTo>
                    <a:pt x="14" y="61"/>
                  </a:lnTo>
                  <a:lnTo>
                    <a:pt x="14" y="61"/>
                  </a:lnTo>
                  <a:lnTo>
                    <a:pt x="16" y="61"/>
                  </a:lnTo>
                  <a:lnTo>
                    <a:pt x="16" y="61"/>
                  </a:lnTo>
                  <a:lnTo>
                    <a:pt x="16" y="61"/>
                  </a:lnTo>
                  <a:lnTo>
                    <a:pt x="16" y="61"/>
                  </a:lnTo>
                  <a:lnTo>
                    <a:pt x="17" y="61"/>
                  </a:lnTo>
                  <a:lnTo>
                    <a:pt x="17" y="61"/>
                  </a:lnTo>
                  <a:lnTo>
                    <a:pt x="18" y="61"/>
                  </a:lnTo>
                  <a:lnTo>
                    <a:pt x="18" y="61"/>
                  </a:lnTo>
                  <a:lnTo>
                    <a:pt x="20" y="61"/>
                  </a:lnTo>
                  <a:lnTo>
                    <a:pt x="20" y="62"/>
                  </a:lnTo>
                  <a:lnTo>
                    <a:pt x="22" y="62"/>
                  </a:lnTo>
                  <a:lnTo>
                    <a:pt x="22" y="62"/>
                  </a:lnTo>
                  <a:lnTo>
                    <a:pt x="23" y="62"/>
                  </a:lnTo>
                  <a:lnTo>
                    <a:pt x="23" y="62"/>
                  </a:lnTo>
                  <a:lnTo>
                    <a:pt x="25" y="62"/>
                  </a:lnTo>
                  <a:lnTo>
                    <a:pt x="27" y="62"/>
                  </a:lnTo>
                  <a:lnTo>
                    <a:pt x="29" y="62"/>
                  </a:lnTo>
                  <a:lnTo>
                    <a:pt x="29" y="64"/>
                  </a:lnTo>
                  <a:lnTo>
                    <a:pt x="30" y="64"/>
                  </a:lnTo>
                  <a:lnTo>
                    <a:pt x="30" y="64"/>
                  </a:lnTo>
                  <a:lnTo>
                    <a:pt x="32" y="64"/>
                  </a:lnTo>
                  <a:lnTo>
                    <a:pt x="32" y="64"/>
                  </a:lnTo>
                  <a:lnTo>
                    <a:pt x="34" y="64"/>
                  </a:lnTo>
                  <a:lnTo>
                    <a:pt x="34" y="64"/>
                  </a:lnTo>
                  <a:lnTo>
                    <a:pt x="36" y="64"/>
                  </a:lnTo>
                  <a:lnTo>
                    <a:pt x="36" y="65"/>
                  </a:lnTo>
                  <a:lnTo>
                    <a:pt x="36" y="65"/>
                  </a:lnTo>
                  <a:lnTo>
                    <a:pt x="36" y="65"/>
                  </a:lnTo>
                  <a:lnTo>
                    <a:pt x="36" y="65"/>
                  </a:lnTo>
                  <a:lnTo>
                    <a:pt x="36" y="67"/>
                  </a:lnTo>
                  <a:lnTo>
                    <a:pt x="36" y="67"/>
                  </a:lnTo>
                  <a:lnTo>
                    <a:pt x="36" y="67"/>
                  </a:lnTo>
                  <a:lnTo>
                    <a:pt x="38" y="67"/>
                  </a:lnTo>
                  <a:lnTo>
                    <a:pt x="38" y="68"/>
                  </a:lnTo>
                  <a:lnTo>
                    <a:pt x="38" y="68"/>
                  </a:lnTo>
                  <a:lnTo>
                    <a:pt x="38" y="68"/>
                  </a:lnTo>
                  <a:lnTo>
                    <a:pt x="40" y="68"/>
                  </a:lnTo>
                  <a:lnTo>
                    <a:pt x="40" y="69"/>
                  </a:lnTo>
                  <a:lnTo>
                    <a:pt x="40" y="69"/>
                  </a:lnTo>
                  <a:lnTo>
                    <a:pt x="40" y="69"/>
                  </a:lnTo>
                  <a:lnTo>
                    <a:pt x="42" y="69"/>
                  </a:lnTo>
                  <a:lnTo>
                    <a:pt x="42" y="69"/>
                  </a:lnTo>
                  <a:lnTo>
                    <a:pt x="42" y="69"/>
                  </a:lnTo>
                  <a:lnTo>
                    <a:pt x="42" y="69"/>
                  </a:lnTo>
                  <a:lnTo>
                    <a:pt x="44" y="69"/>
                  </a:lnTo>
                  <a:lnTo>
                    <a:pt x="44" y="69"/>
                  </a:lnTo>
                  <a:lnTo>
                    <a:pt x="44" y="69"/>
                  </a:lnTo>
                  <a:lnTo>
                    <a:pt x="44" y="69"/>
                  </a:lnTo>
                  <a:lnTo>
                    <a:pt x="46" y="68"/>
                  </a:lnTo>
                  <a:lnTo>
                    <a:pt x="46" y="68"/>
                  </a:lnTo>
                  <a:lnTo>
                    <a:pt x="46" y="68"/>
                  </a:lnTo>
                  <a:lnTo>
                    <a:pt x="46" y="68"/>
                  </a:lnTo>
                  <a:lnTo>
                    <a:pt x="48" y="68"/>
                  </a:lnTo>
                  <a:lnTo>
                    <a:pt x="48" y="68"/>
                  </a:lnTo>
                  <a:lnTo>
                    <a:pt x="48" y="68"/>
                  </a:lnTo>
                  <a:lnTo>
                    <a:pt x="48" y="68"/>
                  </a:lnTo>
                  <a:lnTo>
                    <a:pt x="50" y="66"/>
                  </a:lnTo>
                  <a:lnTo>
                    <a:pt x="48" y="66"/>
                  </a:lnTo>
                  <a:lnTo>
                    <a:pt x="48" y="66"/>
                  </a:lnTo>
                  <a:lnTo>
                    <a:pt x="48" y="66"/>
                  </a:lnTo>
                  <a:lnTo>
                    <a:pt x="48" y="66"/>
                  </a:lnTo>
                  <a:lnTo>
                    <a:pt x="46" y="66"/>
                  </a:lnTo>
                  <a:lnTo>
                    <a:pt x="46" y="66"/>
                  </a:lnTo>
                  <a:lnTo>
                    <a:pt x="46" y="66"/>
                  </a:lnTo>
                  <a:lnTo>
                    <a:pt x="46" y="65"/>
                  </a:lnTo>
                  <a:lnTo>
                    <a:pt x="44" y="65"/>
                  </a:lnTo>
                  <a:lnTo>
                    <a:pt x="44" y="65"/>
                  </a:lnTo>
                  <a:lnTo>
                    <a:pt x="44" y="65"/>
                  </a:lnTo>
                  <a:lnTo>
                    <a:pt x="44" y="65"/>
                  </a:lnTo>
                  <a:lnTo>
                    <a:pt x="42" y="65"/>
                  </a:lnTo>
                  <a:lnTo>
                    <a:pt x="42" y="65"/>
                  </a:lnTo>
                  <a:lnTo>
                    <a:pt x="42" y="65"/>
                  </a:lnTo>
                  <a:lnTo>
                    <a:pt x="42" y="64"/>
                  </a:lnTo>
                  <a:lnTo>
                    <a:pt x="40" y="64"/>
                  </a:lnTo>
                  <a:lnTo>
                    <a:pt x="40" y="64"/>
                  </a:lnTo>
                  <a:lnTo>
                    <a:pt x="39" y="64"/>
                  </a:lnTo>
                  <a:lnTo>
                    <a:pt x="39" y="63"/>
                  </a:lnTo>
                  <a:lnTo>
                    <a:pt x="38" y="63"/>
                  </a:lnTo>
                  <a:lnTo>
                    <a:pt x="38" y="63"/>
                  </a:lnTo>
                  <a:lnTo>
                    <a:pt x="38" y="63"/>
                  </a:lnTo>
                  <a:lnTo>
                    <a:pt x="38" y="61"/>
                  </a:lnTo>
                  <a:lnTo>
                    <a:pt x="36" y="61"/>
                  </a:lnTo>
                  <a:lnTo>
                    <a:pt x="36" y="61"/>
                  </a:lnTo>
                  <a:lnTo>
                    <a:pt x="36" y="61"/>
                  </a:lnTo>
                  <a:lnTo>
                    <a:pt x="36" y="59"/>
                  </a:lnTo>
                  <a:lnTo>
                    <a:pt x="36" y="59"/>
                  </a:lnTo>
                  <a:lnTo>
                    <a:pt x="36" y="59"/>
                  </a:lnTo>
                  <a:lnTo>
                    <a:pt x="36" y="59"/>
                  </a:lnTo>
                  <a:lnTo>
                    <a:pt x="36" y="57"/>
                  </a:lnTo>
                  <a:lnTo>
                    <a:pt x="36" y="57"/>
                  </a:lnTo>
                  <a:lnTo>
                    <a:pt x="36" y="57"/>
                  </a:lnTo>
                  <a:lnTo>
                    <a:pt x="36" y="57"/>
                  </a:lnTo>
                  <a:lnTo>
                    <a:pt x="36" y="57"/>
                  </a:lnTo>
                  <a:lnTo>
                    <a:pt x="36" y="57"/>
                  </a:lnTo>
                  <a:lnTo>
                    <a:pt x="36" y="57"/>
                  </a:lnTo>
                  <a:lnTo>
                    <a:pt x="36" y="57"/>
                  </a:lnTo>
                  <a:lnTo>
                    <a:pt x="38" y="55"/>
                  </a:lnTo>
                  <a:lnTo>
                    <a:pt x="38" y="55"/>
                  </a:lnTo>
                  <a:lnTo>
                    <a:pt x="38" y="55"/>
                  </a:lnTo>
                  <a:lnTo>
                    <a:pt x="38" y="55"/>
                  </a:lnTo>
                  <a:lnTo>
                    <a:pt x="40" y="55"/>
                  </a:lnTo>
                  <a:lnTo>
                    <a:pt x="40" y="55"/>
                  </a:lnTo>
                  <a:lnTo>
                    <a:pt x="40" y="55"/>
                  </a:lnTo>
                  <a:lnTo>
                    <a:pt x="40" y="55"/>
                  </a:lnTo>
                  <a:lnTo>
                    <a:pt x="42" y="54"/>
                  </a:lnTo>
                  <a:lnTo>
                    <a:pt x="42" y="54"/>
                  </a:lnTo>
                  <a:lnTo>
                    <a:pt x="42" y="54"/>
                  </a:lnTo>
                  <a:lnTo>
                    <a:pt x="42" y="54"/>
                  </a:lnTo>
                  <a:lnTo>
                    <a:pt x="44" y="54"/>
                  </a:lnTo>
                  <a:lnTo>
                    <a:pt x="44" y="54"/>
                  </a:lnTo>
                  <a:lnTo>
                    <a:pt x="44" y="54"/>
                  </a:lnTo>
                  <a:lnTo>
                    <a:pt x="44" y="54"/>
                  </a:lnTo>
                  <a:lnTo>
                    <a:pt x="45" y="54"/>
                  </a:lnTo>
                  <a:lnTo>
                    <a:pt x="45" y="54"/>
                  </a:lnTo>
                  <a:lnTo>
                    <a:pt x="45" y="54"/>
                  </a:lnTo>
                  <a:lnTo>
                    <a:pt x="45" y="54"/>
                  </a:lnTo>
                  <a:lnTo>
                    <a:pt x="47" y="54"/>
                  </a:lnTo>
                  <a:lnTo>
                    <a:pt x="47" y="54"/>
                  </a:lnTo>
                  <a:lnTo>
                    <a:pt x="48" y="54"/>
                  </a:lnTo>
                  <a:lnTo>
                    <a:pt x="48" y="54"/>
                  </a:lnTo>
                  <a:lnTo>
                    <a:pt x="50" y="54"/>
                  </a:lnTo>
                  <a:lnTo>
                    <a:pt x="50" y="54"/>
                  </a:lnTo>
                  <a:lnTo>
                    <a:pt x="50" y="54"/>
                  </a:lnTo>
                  <a:lnTo>
                    <a:pt x="50" y="54"/>
                  </a:lnTo>
                  <a:lnTo>
                    <a:pt x="50" y="53"/>
                  </a:lnTo>
                  <a:lnTo>
                    <a:pt x="50" y="53"/>
                  </a:lnTo>
                  <a:lnTo>
                    <a:pt x="50" y="53"/>
                  </a:lnTo>
                  <a:lnTo>
                    <a:pt x="50" y="53"/>
                  </a:lnTo>
                  <a:lnTo>
                    <a:pt x="50" y="51"/>
                  </a:lnTo>
                  <a:lnTo>
                    <a:pt x="48" y="51"/>
                  </a:lnTo>
                  <a:lnTo>
                    <a:pt x="48" y="51"/>
                  </a:lnTo>
                  <a:lnTo>
                    <a:pt x="48" y="51"/>
                  </a:lnTo>
                  <a:lnTo>
                    <a:pt x="48" y="49"/>
                  </a:lnTo>
                  <a:lnTo>
                    <a:pt x="48" y="49"/>
                  </a:lnTo>
                  <a:lnTo>
                    <a:pt x="48" y="49"/>
                  </a:lnTo>
                  <a:lnTo>
                    <a:pt x="48" y="49"/>
                  </a:lnTo>
                  <a:lnTo>
                    <a:pt x="48" y="48"/>
                  </a:lnTo>
                  <a:lnTo>
                    <a:pt x="47" y="48"/>
                  </a:lnTo>
                  <a:lnTo>
                    <a:pt x="47" y="48"/>
                  </a:lnTo>
                  <a:lnTo>
                    <a:pt x="47" y="48"/>
                  </a:lnTo>
                  <a:lnTo>
                    <a:pt x="47" y="47"/>
                  </a:lnTo>
                  <a:lnTo>
                    <a:pt x="45" y="47"/>
                  </a:lnTo>
                  <a:lnTo>
                    <a:pt x="45" y="47"/>
                  </a:lnTo>
                  <a:lnTo>
                    <a:pt x="45" y="47"/>
                  </a:lnTo>
                  <a:lnTo>
                    <a:pt x="45" y="45"/>
                  </a:lnTo>
                  <a:lnTo>
                    <a:pt x="44" y="45"/>
                  </a:lnTo>
                  <a:lnTo>
                    <a:pt x="44" y="45"/>
                  </a:lnTo>
                  <a:lnTo>
                    <a:pt x="44" y="45"/>
                  </a:lnTo>
                  <a:lnTo>
                    <a:pt x="44" y="44"/>
                  </a:lnTo>
                  <a:lnTo>
                    <a:pt x="42" y="44"/>
                  </a:lnTo>
                  <a:lnTo>
                    <a:pt x="42" y="44"/>
                  </a:lnTo>
                  <a:lnTo>
                    <a:pt x="42" y="44"/>
                  </a:lnTo>
                  <a:lnTo>
                    <a:pt x="42" y="42"/>
                  </a:lnTo>
                  <a:lnTo>
                    <a:pt x="41" y="42"/>
                  </a:lnTo>
                  <a:lnTo>
                    <a:pt x="41" y="42"/>
                  </a:lnTo>
                  <a:lnTo>
                    <a:pt x="41" y="42"/>
                  </a:lnTo>
                  <a:lnTo>
                    <a:pt x="41" y="42"/>
                  </a:lnTo>
                  <a:lnTo>
                    <a:pt x="41" y="42"/>
                  </a:lnTo>
                  <a:lnTo>
                    <a:pt x="41" y="42"/>
                  </a:lnTo>
                  <a:lnTo>
                    <a:pt x="41" y="42"/>
                  </a:lnTo>
                  <a:lnTo>
                    <a:pt x="41" y="42"/>
                  </a:lnTo>
                  <a:lnTo>
                    <a:pt x="39" y="42"/>
                  </a:lnTo>
                  <a:lnTo>
                    <a:pt x="39" y="42"/>
                  </a:lnTo>
                  <a:lnTo>
                    <a:pt x="39" y="42"/>
                  </a:lnTo>
                  <a:lnTo>
                    <a:pt x="39" y="42"/>
                  </a:lnTo>
                  <a:lnTo>
                    <a:pt x="39" y="42"/>
                  </a:lnTo>
                  <a:lnTo>
                    <a:pt x="39" y="42"/>
                  </a:lnTo>
                  <a:lnTo>
                    <a:pt x="39" y="42"/>
                  </a:lnTo>
                  <a:lnTo>
                    <a:pt x="39" y="40"/>
                  </a:lnTo>
                  <a:lnTo>
                    <a:pt x="38" y="40"/>
                  </a:lnTo>
                  <a:lnTo>
                    <a:pt x="38" y="40"/>
                  </a:lnTo>
                  <a:lnTo>
                    <a:pt x="37" y="40"/>
                  </a:lnTo>
                  <a:lnTo>
                    <a:pt x="37" y="40"/>
                  </a:lnTo>
                  <a:lnTo>
                    <a:pt x="35" y="40"/>
                  </a:lnTo>
                  <a:lnTo>
                    <a:pt x="35" y="40"/>
                  </a:lnTo>
                  <a:lnTo>
                    <a:pt x="33" y="40"/>
                  </a:lnTo>
                  <a:lnTo>
                    <a:pt x="33" y="40"/>
                  </a:lnTo>
                  <a:lnTo>
                    <a:pt x="31" y="40"/>
                  </a:lnTo>
                  <a:lnTo>
                    <a:pt x="31" y="40"/>
                  </a:lnTo>
                  <a:lnTo>
                    <a:pt x="29" y="40"/>
                  </a:lnTo>
                  <a:lnTo>
                    <a:pt x="29" y="40"/>
                  </a:lnTo>
                  <a:lnTo>
                    <a:pt x="28" y="40"/>
                  </a:lnTo>
                  <a:lnTo>
                    <a:pt x="28" y="40"/>
                  </a:lnTo>
                  <a:lnTo>
                    <a:pt x="28" y="40"/>
                  </a:lnTo>
                  <a:lnTo>
                    <a:pt x="28" y="40"/>
                  </a:lnTo>
                  <a:lnTo>
                    <a:pt x="27" y="40"/>
                  </a:lnTo>
                  <a:lnTo>
                    <a:pt x="27" y="40"/>
                  </a:lnTo>
                  <a:lnTo>
                    <a:pt x="27" y="40"/>
                  </a:lnTo>
                  <a:lnTo>
                    <a:pt x="27" y="40"/>
                  </a:lnTo>
                  <a:lnTo>
                    <a:pt x="25" y="40"/>
                  </a:lnTo>
                  <a:lnTo>
                    <a:pt x="25" y="40"/>
                  </a:lnTo>
                  <a:lnTo>
                    <a:pt x="25" y="40"/>
                  </a:lnTo>
                  <a:lnTo>
                    <a:pt x="25" y="39"/>
                  </a:lnTo>
                  <a:lnTo>
                    <a:pt x="23" y="39"/>
                  </a:lnTo>
                  <a:lnTo>
                    <a:pt x="23" y="39"/>
                  </a:lnTo>
                  <a:lnTo>
                    <a:pt x="23" y="39"/>
                  </a:lnTo>
                  <a:lnTo>
                    <a:pt x="23" y="37"/>
                  </a:lnTo>
                  <a:lnTo>
                    <a:pt x="23" y="37"/>
                  </a:lnTo>
                  <a:lnTo>
                    <a:pt x="23" y="37"/>
                  </a:lnTo>
                  <a:lnTo>
                    <a:pt x="23" y="37"/>
                  </a:lnTo>
                  <a:lnTo>
                    <a:pt x="23" y="36"/>
                  </a:lnTo>
                  <a:lnTo>
                    <a:pt x="21" y="36"/>
                  </a:lnTo>
                  <a:lnTo>
                    <a:pt x="21" y="36"/>
                  </a:lnTo>
                  <a:lnTo>
                    <a:pt x="19" y="36"/>
                  </a:lnTo>
                  <a:lnTo>
                    <a:pt x="19" y="36"/>
                  </a:lnTo>
                  <a:lnTo>
                    <a:pt x="17" y="36"/>
                  </a:lnTo>
                  <a:lnTo>
                    <a:pt x="17" y="36"/>
                  </a:lnTo>
                  <a:lnTo>
                    <a:pt x="16" y="36"/>
                  </a:lnTo>
                  <a:lnTo>
                    <a:pt x="16" y="36"/>
                  </a:lnTo>
                  <a:lnTo>
                    <a:pt x="14" y="36"/>
                  </a:lnTo>
                  <a:lnTo>
                    <a:pt x="14" y="36"/>
                  </a:lnTo>
                  <a:lnTo>
                    <a:pt x="13" y="36"/>
                  </a:lnTo>
                  <a:lnTo>
                    <a:pt x="13" y="36"/>
                  </a:lnTo>
                  <a:lnTo>
                    <a:pt x="12" y="36"/>
                  </a:lnTo>
                  <a:lnTo>
                    <a:pt x="12" y="36"/>
                  </a:lnTo>
                  <a:lnTo>
                    <a:pt x="12" y="36"/>
                  </a:lnTo>
                  <a:lnTo>
                    <a:pt x="13" y="36"/>
                  </a:lnTo>
                  <a:lnTo>
                    <a:pt x="14" y="39"/>
                  </a:lnTo>
                  <a:lnTo>
                    <a:pt x="16" y="40"/>
                  </a:lnTo>
                  <a:lnTo>
                    <a:pt x="16" y="41"/>
                  </a:lnTo>
                  <a:lnTo>
                    <a:pt x="17" y="41"/>
                  </a:lnTo>
                  <a:lnTo>
                    <a:pt x="16" y="41"/>
                  </a:lnTo>
                  <a:lnTo>
                    <a:pt x="16" y="39"/>
                  </a:lnTo>
                  <a:lnTo>
                    <a:pt x="14" y="39"/>
                  </a:lnTo>
                  <a:lnTo>
                    <a:pt x="14" y="37"/>
                  </a:lnTo>
                  <a:lnTo>
                    <a:pt x="12" y="37"/>
                  </a:lnTo>
                  <a:lnTo>
                    <a:pt x="11" y="35"/>
                  </a:lnTo>
                  <a:lnTo>
                    <a:pt x="9" y="33"/>
                  </a:lnTo>
                  <a:lnTo>
                    <a:pt x="9" y="31"/>
                  </a:lnTo>
                  <a:lnTo>
                    <a:pt x="7" y="31"/>
                  </a:lnTo>
                  <a:lnTo>
                    <a:pt x="7" y="29"/>
                  </a:lnTo>
                  <a:lnTo>
                    <a:pt x="7" y="29"/>
                  </a:lnTo>
                  <a:lnTo>
                    <a:pt x="7" y="27"/>
                  </a:lnTo>
                  <a:lnTo>
                    <a:pt x="7" y="27"/>
                  </a:lnTo>
                  <a:lnTo>
                    <a:pt x="7" y="27"/>
                  </a:lnTo>
                  <a:lnTo>
                    <a:pt x="7" y="27"/>
                  </a:lnTo>
                  <a:lnTo>
                    <a:pt x="7" y="27"/>
                  </a:lnTo>
                  <a:lnTo>
                    <a:pt x="7" y="27"/>
                  </a:lnTo>
                  <a:lnTo>
                    <a:pt x="7" y="27"/>
                  </a:lnTo>
                  <a:lnTo>
                    <a:pt x="7" y="27"/>
                  </a:lnTo>
                  <a:lnTo>
                    <a:pt x="8" y="26"/>
                  </a:lnTo>
                  <a:lnTo>
                    <a:pt x="8" y="26"/>
                  </a:lnTo>
                  <a:lnTo>
                    <a:pt x="8" y="26"/>
                  </a:lnTo>
                  <a:lnTo>
                    <a:pt x="8" y="26"/>
                  </a:lnTo>
                  <a:lnTo>
                    <a:pt x="10" y="26"/>
                  </a:lnTo>
                  <a:lnTo>
                    <a:pt x="10" y="26"/>
                  </a:lnTo>
                  <a:lnTo>
                    <a:pt x="10" y="26"/>
                  </a:lnTo>
                  <a:lnTo>
                    <a:pt x="10" y="26"/>
                  </a:lnTo>
                  <a:lnTo>
                    <a:pt x="12" y="24"/>
                  </a:lnTo>
                  <a:lnTo>
                    <a:pt x="12" y="26"/>
                  </a:lnTo>
                  <a:lnTo>
                    <a:pt x="12" y="26"/>
                  </a:lnTo>
                  <a:lnTo>
                    <a:pt x="12" y="26"/>
                  </a:lnTo>
                  <a:lnTo>
                    <a:pt x="13" y="26"/>
                  </a:lnTo>
                  <a:lnTo>
                    <a:pt x="13" y="27"/>
                  </a:lnTo>
                  <a:lnTo>
                    <a:pt x="13" y="27"/>
                  </a:lnTo>
                  <a:lnTo>
                    <a:pt x="13" y="27"/>
                  </a:lnTo>
                  <a:lnTo>
                    <a:pt x="15" y="27"/>
                  </a:lnTo>
                  <a:lnTo>
                    <a:pt x="15" y="29"/>
                  </a:lnTo>
                  <a:lnTo>
                    <a:pt x="15" y="29"/>
                  </a:lnTo>
                  <a:lnTo>
                    <a:pt x="15" y="29"/>
                  </a:lnTo>
                  <a:lnTo>
                    <a:pt x="17" y="29"/>
                  </a:lnTo>
                  <a:lnTo>
                    <a:pt x="17" y="30"/>
                  </a:lnTo>
                  <a:lnTo>
                    <a:pt x="17" y="30"/>
                  </a:lnTo>
                  <a:lnTo>
                    <a:pt x="17" y="30"/>
                  </a:lnTo>
                  <a:lnTo>
                    <a:pt x="19" y="30"/>
                  </a:lnTo>
                  <a:lnTo>
                    <a:pt x="19" y="30"/>
                  </a:lnTo>
                  <a:lnTo>
                    <a:pt x="19" y="30"/>
                  </a:lnTo>
                  <a:lnTo>
                    <a:pt x="19" y="30"/>
                  </a:lnTo>
                  <a:lnTo>
                    <a:pt x="19" y="29"/>
                  </a:lnTo>
                  <a:lnTo>
                    <a:pt x="19" y="29"/>
                  </a:lnTo>
                  <a:lnTo>
                    <a:pt x="19" y="29"/>
                  </a:lnTo>
                  <a:lnTo>
                    <a:pt x="19" y="29"/>
                  </a:lnTo>
                  <a:lnTo>
                    <a:pt x="19" y="27"/>
                  </a:lnTo>
                  <a:lnTo>
                    <a:pt x="19" y="27"/>
                  </a:lnTo>
                  <a:lnTo>
                    <a:pt x="19" y="27"/>
                  </a:lnTo>
                  <a:lnTo>
                    <a:pt x="19" y="27"/>
                  </a:lnTo>
                  <a:lnTo>
                    <a:pt x="19" y="26"/>
                  </a:lnTo>
                  <a:lnTo>
                    <a:pt x="19" y="26"/>
                  </a:lnTo>
                  <a:lnTo>
                    <a:pt x="19" y="26"/>
                  </a:lnTo>
                  <a:lnTo>
                    <a:pt x="19" y="26"/>
                  </a:lnTo>
                  <a:lnTo>
                    <a:pt x="20" y="24"/>
                  </a:lnTo>
                  <a:lnTo>
                    <a:pt x="20" y="24"/>
                  </a:lnTo>
                  <a:lnTo>
                    <a:pt x="20" y="24"/>
                  </a:lnTo>
                  <a:lnTo>
                    <a:pt x="20" y="24"/>
                  </a:lnTo>
                  <a:lnTo>
                    <a:pt x="20" y="24"/>
                  </a:lnTo>
                  <a:lnTo>
                    <a:pt x="20" y="24"/>
                  </a:lnTo>
                  <a:lnTo>
                    <a:pt x="20" y="24"/>
                  </a:lnTo>
                  <a:lnTo>
                    <a:pt x="20" y="24"/>
                  </a:lnTo>
                  <a:lnTo>
                    <a:pt x="20" y="22"/>
                  </a:lnTo>
                  <a:lnTo>
                    <a:pt x="20" y="22"/>
                  </a:lnTo>
                  <a:lnTo>
                    <a:pt x="20" y="22"/>
                  </a:lnTo>
                  <a:lnTo>
                    <a:pt x="20" y="22"/>
                  </a:lnTo>
                  <a:lnTo>
                    <a:pt x="20" y="22"/>
                  </a:lnTo>
                  <a:lnTo>
                    <a:pt x="20" y="22"/>
                  </a:lnTo>
                  <a:lnTo>
                    <a:pt x="20" y="22"/>
                  </a:lnTo>
                  <a:lnTo>
                    <a:pt x="20" y="22"/>
                  </a:lnTo>
                  <a:lnTo>
                    <a:pt x="22" y="21"/>
                  </a:lnTo>
                  <a:lnTo>
                    <a:pt x="22" y="21"/>
                  </a:lnTo>
                  <a:lnTo>
                    <a:pt x="22" y="21"/>
                  </a:lnTo>
                  <a:lnTo>
                    <a:pt x="22" y="21"/>
                  </a:lnTo>
                  <a:lnTo>
                    <a:pt x="22" y="21"/>
                  </a:lnTo>
                  <a:lnTo>
                    <a:pt x="22" y="22"/>
                  </a:lnTo>
                  <a:lnTo>
                    <a:pt x="22" y="22"/>
                  </a:lnTo>
                  <a:lnTo>
                    <a:pt x="22" y="22"/>
                  </a:lnTo>
                  <a:lnTo>
                    <a:pt x="23" y="22"/>
                  </a:lnTo>
                  <a:lnTo>
                    <a:pt x="23" y="24"/>
                  </a:lnTo>
                  <a:lnTo>
                    <a:pt x="23" y="24"/>
                  </a:lnTo>
                  <a:lnTo>
                    <a:pt x="23" y="24"/>
                  </a:lnTo>
                  <a:lnTo>
                    <a:pt x="24" y="24"/>
                  </a:lnTo>
                  <a:lnTo>
                    <a:pt x="24" y="24"/>
                  </a:lnTo>
                  <a:lnTo>
                    <a:pt x="24" y="24"/>
                  </a:lnTo>
                  <a:lnTo>
                    <a:pt x="24" y="24"/>
                  </a:lnTo>
                  <a:lnTo>
                    <a:pt x="25" y="24"/>
                  </a:lnTo>
                  <a:lnTo>
                    <a:pt x="25" y="27"/>
                  </a:lnTo>
                  <a:lnTo>
                    <a:pt x="25" y="27"/>
                  </a:lnTo>
                  <a:lnTo>
                    <a:pt x="25" y="27"/>
                  </a:lnTo>
                  <a:lnTo>
                    <a:pt x="25" y="27"/>
                  </a:lnTo>
                  <a:lnTo>
                    <a:pt x="25" y="29"/>
                  </a:lnTo>
                  <a:lnTo>
                    <a:pt x="25" y="29"/>
                  </a:lnTo>
                  <a:lnTo>
                    <a:pt x="25" y="29"/>
                  </a:lnTo>
                  <a:lnTo>
                    <a:pt x="27" y="29"/>
                  </a:lnTo>
                  <a:lnTo>
                    <a:pt x="27" y="31"/>
                  </a:lnTo>
                  <a:lnTo>
                    <a:pt x="27" y="31"/>
                  </a:lnTo>
                  <a:lnTo>
                    <a:pt x="27" y="32"/>
                  </a:lnTo>
                  <a:lnTo>
                    <a:pt x="27" y="32"/>
                  </a:lnTo>
                  <a:lnTo>
                    <a:pt x="27" y="33"/>
                  </a:lnTo>
                  <a:lnTo>
                    <a:pt x="27" y="33"/>
                  </a:lnTo>
                  <a:lnTo>
                    <a:pt x="27" y="33"/>
                  </a:lnTo>
                  <a:lnTo>
                    <a:pt x="28" y="33"/>
                  </a:lnTo>
                  <a:lnTo>
                    <a:pt x="27" y="33"/>
                  </a:lnTo>
                  <a:lnTo>
                    <a:pt x="27" y="33"/>
                  </a:lnTo>
                  <a:lnTo>
                    <a:pt x="27" y="33"/>
                  </a:lnTo>
                  <a:lnTo>
                    <a:pt x="27" y="32"/>
                  </a:lnTo>
                  <a:lnTo>
                    <a:pt x="27" y="32"/>
                  </a:lnTo>
                  <a:lnTo>
                    <a:pt x="27" y="30"/>
                  </a:lnTo>
                  <a:lnTo>
                    <a:pt x="27" y="30"/>
                  </a:lnTo>
                  <a:lnTo>
                    <a:pt x="27" y="29"/>
                  </a:lnTo>
                  <a:lnTo>
                    <a:pt x="26" y="29"/>
                  </a:lnTo>
                  <a:lnTo>
                    <a:pt x="26" y="27"/>
                  </a:lnTo>
                  <a:lnTo>
                    <a:pt x="26" y="27"/>
                  </a:lnTo>
                  <a:lnTo>
                    <a:pt x="26" y="25"/>
                  </a:lnTo>
                  <a:lnTo>
                    <a:pt x="26" y="25"/>
                  </a:lnTo>
                  <a:lnTo>
                    <a:pt x="26" y="24"/>
                  </a:lnTo>
                  <a:lnTo>
                    <a:pt x="26" y="24"/>
                  </a:lnTo>
                  <a:lnTo>
                    <a:pt x="27" y="22"/>
                  </a:lnTo>
                  <a:lnTo>
                    <a:pt x="27" y="22"/>
                  </a:lnTo>
                  <a:lnTo>
                    <a:pt x="27" y="22"/>
                  </a:lnTo>
                  <a:lnTo>
                    <a:pt x="27" y="22"/>
                  </a:lnTo>
                  <a:lnTo>
                    <a:pt x="27" y="22"/>
                  </a:lnTo>
                  <a:lnTo>
                    <a:pt x="27" y="22"/>
                  </a:lnTo>
                  <a:lnTo>
                    <a:pt x="27" y="22"/>
                  </a:lnTo>
                  <a:lnTo>
                    <a:pt x="27" y="22"/>
                  </a:lnTo>
                  <a:lnTo>
                    <a:pt x="27" y="21"/>
                  </a:lnTo>
                  <a:lnTo>
                    <a:pt x="27" y="21"/>
                  </a:lnTo>
                  <a:lnTo>
                    <a:pt x="27" y="21"/>
                  </a:lnTo>
                  <a:lnTo>
                    <a:pt x="27" y="21"/>
                  </a:lnTo>
                  <a:lnTo>
                    <a:pt x="27" y="20"/>
                  </a:lnTo>
                  <a:lnTo>
                    <a:pt x="27" y="20"/>
                  </a:lnTo>
                  <a:lnTo>
                    <a:pt x="27" y="20"/>
                  </a:lnTo>
                  <a:lnTo>
                    <a:pt x="27" y="20"/>
                  </a:lnTo>
                  <a:lnTo>
                    <a:pt x="27" y="19"/>
                  </a:lnTo>
                  <a:lnTo>
                    <a:pt x="27" y="19"/>
                  </a:lnTo>
                  <a:lnTo>
                    <a:pt x="27" y="19"/>
                  </a:lnTo>
                  <a:lnTo>
                    <a:pt x="27" y="19"/>
                  </a:lnTo>
                  <a:lnTo>
                    <a:pt x="27" y="19"/>
                  </a:lnTo>
                  <a:lnTo>
                    <a:pt x="27" y="19"/>
                  </a:lnTo>
                  <a:lnTo>
                    <a:pt x="27" y="19"/>
                  </a:lnTo>
                  <a:lnTo>
                    <a:pt x="27" y="19"/>
                  </a:lnTo>
                  <a:lnTo>
                    <a:pt x="29" y="19"/>
                  </a:lnTo>
                  <a:lnTo>
                    <a:pt x="29" y="19"/>
                  </a:lnTo>
                  <a:lnTo>
                    <a:pt x="29" y="19"/>
                  </a:lnTo>
                  <a:lnTo>
                    <a:pt x="29" y="19"/>
                  </a:lnTo>
                  <a:lnTo>
                    <a:pt x="29" y="19"/>
                  </a:lnTo>
                  <a:lnTo>
                    <a:pt x="29" y="19"/>
                  </a:lnTo>
                  <a:lnTo>
                    <a:pt x="29" y="19"/>
                  </a:lnTo>
                  <a:lnTo>
                    <a:pt x="29" y="19"/>
                  </a:lnTo>
                  <a:lnTo>
                    <a:pt x="31" y="18"/>
                  </a:lnTo>
                  <a:lnTo>
                    <a:pt x="31" y="20"/>
                  </a:lnTo>
                  <a:lnTo>
                    <a:pt x="31" y="20"/>
                  </a:lnTo>
                  <a:lnTo>
                    <a:pt x="31" y="20"/>
                  </a:lnTo>
                  <a:lnTo>
                    <a:pt x="32" y="20"/>
                  </a:lnTo>
                  <a:lnTo>
                    <a:pt x="32" y="22"/>
                  </a:lnTo>
                  <a:lnTo>
                    <a:pt x="32" y="22"/>
                  </a:lnTo>
                  <a:lnTo>
                    <a:pt x="32" y="22"/>
                  </a:lnTo>
                  <a:lnTo>
                    <a:pt x="34" y="22"/>
                  </a:lnTo>
                  <a:lnTo>
                    <a:pt x="34" y="24"/>
                  </a:lnTo>
                  <a:lnTo>
                    <a:pt x="34" y="24"/>
                  </a:lnTo>
                  <a:lnTo>
                    <a:pt x="34" y="24"/>
                  </a:lnTo>
                  <a:lnTo>
                    <a:pt x="36" y="24"/>
                  </a:lnTo>
                  <a:lnTo>
                    <a:pt x="36" y="24"/>
                  </a:lnTo>
                  <a:lnTo>
                    <a:pt x="36" y="24"/>
                  </a:lnTo>
                  <a:lnTo>
                    <a:pt x="36" y="24"/>
                  </a:lnTo>
                  <a:lnTo>
                    <a:pt x="37" y="24"/>
                  </a:lnTo>
                  <a:lnTo>
                    <a:pt x="36" y="24"/>
                  </a:lnTo>
                  <a:lnTo>
                    <a:pt x="36" y="24"/>
                  </a:lnTo>
                  <a:lnTo>
                    <a:pt x="35" y="24"/>
                  </a:lnTo>
                  <a:lnTo>
                    <a:pt x="35" y="23"/>
                  </a:lnTo>
                  <a:lnTo>
                    <a:pt x="33" y="23"/>
                  </a:lnTo>
                  <a:lnTo>
                    <a:pt x="33" y="21"/>
                  </a:lnTo>
                  <a:lnTo>
                    <a:pt x="33" y="21"/>
                  </a:lnTo>
                  <a:lnTo>
                    <a:pt x="33" y="20"/>
                  </a:lnTo>
                  <a:lnTo>
                    <a:pt x="31" y="20"/>
                  </a:lnTo>
                  <a:lnTo>
                    <a:pt x="31" y="18"/>
                  </a:lnTo>
                  <a:lnTo>
                    <a:pt x="30" y="18"/>
                  </a:lnTo>
                  <a:lnTo>
                    <a:pt x="30" y="16"/>
                  </a:lnTo>
                  <a:lnTo>
                    <a:pt x="30" y="16"/>
                  </a:lnTo>
                  <a:lnTo>
                    <a:pt x="30" y="15"/>
                  </a:lnTo>
                  <a:lnTo>
                    <a:pt x="30" y="15"/>
                  </a:lnTo>
                  <a:lnTo>
                    <a:pt x="31" y="13"/>
                  </a:lnTo>
                  <a:lnTo>
                    <a:pt x="31" y="13"/>
                  </a:lnTo>
                  <a:lnTo>
                    <a:pt x="31" y="13"/>
                  </a:lnTo>
                  <a:lnTo>
                    <a:pt x="31" y="13"/>
                  </a:lnTo>
                  <a:lnTo>
                    <a:pt x="31" y="13"/>
                  </a:lnTo>
                  <a:lnTo>
                    <a:pt x="31" y="13"/>
                  </a:lnTo>
                  <a:lnTo>
                    <a:pt x="31" y="13"/>
                  </a:lnTo>
                  <a:lnTo>
                    <a:pt x="31" y="13"/>
                  </a:lnTo>
                  <a:lnTo>
                    <a:pt x="33" y="13"/>
                  </a:lnTo>
                  <a:lnTo>
                    <a:pt x="33" y="13"/>
                  </a:lnTo>
                  <a:lnTo>
                    <a:pt x="33" y="13"/>
                  </a:lnTo>
                  <a:lnTo>
                    <a:pt x="33" y="13"/>
                  </a:lnTo>
                  <a:lnTo>
                    <a:pt x="34" y="13"/>
                  </a:lnTo>
                  <a:lnTo>
                    <a:pt x="34" y="13"/>
                  </a:lnTo>
                  <a:lnTo>
                    <a:pt x="34" y="13"/>
                  </a:lnTo>
                  <a:lnTo>
                    <a:pt x="34" y="13"/>
                  </a:lnTo>
                  <a:lnTo>
                    <a:pt x="36" y="13"/>
                  </a:lnTo>
                  <a:lnTo>
                    <a:pt x="36" y="13"/>
                  </a:lnTo>
                  <a:lnTo>
                    <a:pt x="36" y="13"/>
                  </a:lnTo>
                  <a:lnTo>
                    <a:pt x="36" y="13"/>
                  </a:lnTo>
                  <a:lnTo>
                    <a:pt x="36" y="12"/>
                  </a:lnTo>
                  <a:lnTo>
                    <a:pt x="36" y="12"/>
                  </a:lnTo>
                  <a:lnTo>
                    <a:pt x="36" y="12"/>
                  </a:lnTo>
                  <a:lnTo>
                    <a:pt x="36" y="12"/>
                  </a:lnTo>
                  <a:lnTo>
                    <a:pt x="37" y="10"/>
                  </a:lnTo>
                  <a:lnTo>
                    <a:pt x="37" y="10"/>
                  </a:lnTo>
                  <a:lnTo>
                    <a:pt x="37" y="10"/>
                  </a:lnTo>
                  <a:lnTo>
                    <a:pt x="37" y="10"/>
                  </a:lnTo>
                  <a:lnTo>
                    <a:pt x="38" y="9"/>
                  </a:lnTo>
                  <a:lnTo>
                    <a:pt x="38" y="9"/>
                  </a:lnTo>
                  <a:lnTo>
                    <a:pt x="38" y="9"/>
                  </a:lnTo>
                  <a:lnTo>
                    <a:pt x="38" y="9"/>
                  </a:lnTo>
                  <a:lnTo>
                    <a:pt x="39" y="8"/>
                  </a:lnTo>
                  <a:lnTo>
                    <a:pt x="39" y="9"/>
                  </a:lnTo>
                  <a:lnTo>
                    <a:pt x="39" y="9"/>
                  </a:lnTo>
                  <a:lnTo>
                    <a:pt x="39" y="9"/>
                  </a:lnTo>
                  <a:lnTo>
                    <a:pt x="39" y="9"/>
                  </a:lnTo>
                  <a:lnTo>
                    <a:pt x="39" y="10"/>
                  </a:lnTo>
                  <a:lnTo>
                    <a:pt x="39" y="10"/>
                  </a:lnTo>
                  <a:lnTo>
                    <a:pt x="39" y="10"/>
                  </a:lnTo>
                  <a:lnTo>
                    <a:pt x="40" y="10"/>
                  </a:lnTo>
                  <a:lnTo>
                    <a:pt x="40" y="12"/>
                  </a:lnTo>
                  <a:lnTo>
                    <a:pt x="40" y="12"/>
                  </a:lnTo>
                  <a:lnTo>
                    <a:pt x="40" y="12"/>
                  </a:lnTo>
                  <a:lnTo>
                    <a:pt x="40" y="12"/>
                  </a:lnTo>
                  <a:lnTo>
                    <a:pt x="40" y="13"/>
                  </a:lnTo>
                  <a:lnTo>
                    <a:pt x="40" y="13"/>
                  </a:lnTo>
                  <a:lnTo>
                    <a:pt x="40" y="13"/>
                  </a:lnTo>
                  <a:lnTo>
                    <a:pt x="41" y="13"/>
                  </a:lnTo>
                  <a:lnTo>
                    <a:pt x="41" y="15"/>
                  </a:lnTo>
                  <a:lnTo>
                    <a:pt x="41" y="15"/>
                  </a:lnTo>
                  <a:lnTo>
                    <a:pt x="41" y="15"/>
                  </a:lnTo>
                  <a:lnTo>
                    <a:pt x="41" y="15"/>
                  </a:lnTo>
                  <a:lnTo>
                    <a:pt x="41" y="17"/>
                  </a:lnTo>
                  <a:lnTo>
                    <a:pt x="41" y="17"/>
                  </a:lnTo>
                  <a:lnTo>
                    <a:pt x="41" y="17"/>
                  </a:lnTo>
                  <a:lnTo>
                    <a:pt x="44" y="17"/>
                  </a:lnTo>
                  <a:lnTo>
                    <a:pt x="44" y="19"/>
                  </a:lnTo>
                  <a:lnTo>
                    <a:pt x="44" y="19"/>
                  </a:lnTo>
                  <a:lnTo>
                    <a:pt x="44" y="20"/>
                  </a:lnTo>
                  <a:lnTo>
                    <a:pt x="45" y="20"/>
                  </a:lnTo>
                  <a:lnTo>
                    <a:pt x="45" y="21"/>
                  </a:lnTo>
                  <a:lnTo>
                    <a:pt x="45" y="21"/>
                  </a:lnTo>
                  <a:lnTo>
                    <a:pt x="45" y="21"/>
                  </a:lnTo>
                  <a:lnTo>
                    <a:pt x="46" y="21"/>
                  </a:lnTo>
                  <a:lnTo>
                    <a:pt x="46" y="23"/>
                  </a:lnTo>
                  <a:lnTo>
                    <a:pt x="46" y="23"/>
                  </a:lnTo>
                  <a:lnTo>
                    <a:pt x="46" y="23"/>
                  </a:lnTo>
                  <a:lnTo>
                    <a:pt x="47" y="23"/>
                  </a:lnTo>
                  <a:lnTo>
                    <a:pt x="47" y="24"/>
                  </a:lnTo>
                  <a:lnTo>
                    <a:pt x="47" y="24"/>
                  </a:lnTo>
                  <a:lnTo>
                    <a:pt x="47" y="24"/>
                  </a:lnTo>
                  <a:lnTo>
                    <a:pt x="49" y="24"/>
                  </a:lnTo>
                  <a:lnTo>
                    <a:pt x="49" y="27"/>
                  </a:lnTo>
                  <a:lnTo>
                    <a:pt x="49" y="27"/>
                  </a:lnTo>
                  <a:lnTo>
                    <a:pt x="49" y="27"/>
                  </a:lnTo>
                  <a:lnTo>
                    <a:pt x="51" y="27"/>
                  </a:lnTo>
                  <a:lnTo>
                    <a:pt x="51" y="27"/>
                  </a:lnTo>
                  <a:lnTo>
                    <a:pt x="51" y="27"/>
                  </a:lnTo>
                  <a:lnTo>
                    <a:pt x="51" y="27"/>
                  </a:lnTo>
                  <a:lnTo>
                    <a:pt x="52" y="27"/>
                  </a:lnTo>
                  <a:lnTo>
                    <a:pt x="52" y="27"/>
                  </a:lnTo>
                  <a:lnTo>
                    <a:pt x="52" y="27"/>
                  </a:lnTo>
                  <a:lnTo>
                    <a:pt x="52" y="27"/>
                  </a:lnTo>
                  <a:lnTo>
                    <a:pt x="52" y="27"/>
                  </a:lnTo>
                  <a:lnTo>
                    <a:pt x="52" y="27"/>
                  </a:lnTo>
                  <a:lnTo>
                    <a:pt x="52" y="27"/>
                  </a:lnTo>
                  <a:lnTo>
                    <a:pt x="52" y="27"/>
                  </a:lnTo>
                  <a:lnTo>
                    <a:pt x="54" y="24"/>
                  </a:lnTo>
                  <a:lnTo>
                    <a:pt x="54" y="24"/>
                  </a:lnTo>
                  <a:lnTo>
                    <a:pt x="54" y="24"/>
                  </a:lnTo>
                  <a:lnTo>
                    <a:pt x="54" y="24"/>
                  </a:lnTo>
                  <a:lnTo>
                    <a:pt x="54" y="23"/>
                  </a:lnTo>
                  <a:lnTo>
                    <a:pt x="54" y="23"/>
                  </a:lnTo>
                  <a:lnTo>
                    <a:pt x="54" y="23"/>
                  </a:lnTo>
                  <a:lnTo>
                    <a:pt x="54" y="23"/>
                  </a:lnTo>
                  <a:lnTo>
                    <a:pt x="54" y="21"/>
                  </a:lnTo>
                  <a:lnTo>
                    <a:pt x="53" y="21"/>
                  </a:lnTo>
                  <a:lnTo>
                    <a:pt x="53" y="21"/>
                  </a:lnTo>
                  <a:lnTo>
                    <a:pt x="53" y="21"/>
                  </a:lnTo>
                  <a:lnTo>
                    <a:pt x="53" y="20"/>
                  </a:lnTo>
                  <a:lnTo>
                    <a:pt x="52" y="20"/>
                  </a:lnTo>
                  <a:lnTo>
                    <a:pt x="52" y="20"/>
                  </a:lnTo>
                  <a:lnTo>
                    <a:pt x="52" y="20"/>
                  </a:lnTo>
                  <a:lnTo>
                    <a:pt x="52" y="17"/>
                  </a:lnTo>
                  <a:lnTo>
                    <a:pt x="50" y="17"/>
                  </a:lnTo>
                  <a:lnTo>
                    <a:pt x="50" y="17"/>
                  </a:lnTo>
                  <a:lnTo>
                    <a:pt x="50" y="17"/>
                  </a:lnTo>
                  <a:lnTo>
                    <a:pt x="50" y="15"/>
                  </a:lnTo>
                  <a:lnTo>
                    <a:pt x="50" y="15"/>
                  </a:lnTo>
                  <a:lnTo>
                    <a:pt x="50" y="15"/>
                  </a:lnTo>
                  <a:lnTo>
                    <a:pt x="50" y="15"/>
                  </a:lnTo>
                  <a:lnTo>
                    <a:pt x="50" y="14"/>
                  </a:lnTo>
                  <a:lnTo>
                    <a:pt x="50" y="14"/>
                  </a:lnTo>
                  <a:lnTo>
                    <a:pt x="50" y="14"/>
                  </a:lnTo>
                  <a:lnTo>
                    <a:pt x="50" y="14"/>
                  </a:lnTo>
                  <a:lnTo>
                    <a:pt x="50" y="14"/>
                  </a:lnTo>
                  <a:lnTo>
                    <a:pt x="50" y="14"/>
                  </a:lnTo>
                  <a:lnTo>
                    <a:pt x="50" y="14"/>
                  </a:lnTo>
                  <a:lnTo>
                    <a:pt x="50" y="14"/>
                  </a:lnTo>
                  <a:lnTo>
                    <a:pt x="50" y="12"/>
                  </a:lnTo>
                  <a:lnTo>
                    <a:pt x="50" y="12"/>
                  </a:lnTo>
                  <a:lnTo>
                    <a:pt x="50" y="12"/>
                  </a:lnTo>
                  <a:lnTo>
                    <a:pt x="50" y="12"/>
                  </a:lnTo>
                  <a:lnTo>
                    <a:pt x="50" y="12"/>
                  </a:lnTo>
                  <a:lnTo>
                    <a:pt x="50" y="12"/>
                  </a:lnTo>
                  <a:lnTo>
                    <a:pt x="50" y="12"/>
                  </a:lnTo>
                  <a:lnTo>
                    <a:pt x="50" y="12"/>
                  </a:lnTo>
                  <a:lnTo>
                    <a:pt x="50" y="10"/>
                  </a:lnTo>
                  <a:lnTo>
                    <a:pt x="50" y="12"/>
                  </a:lnTo>
                  <a:lnTo>
                    <a:pt x="50" y="12"/>
                  </a:lnTo>
                  <a:lnTo>
                    <a:pt x="50" y="12"/>
                  </a:lnTo>
                  <a:lnTo>
                    <a:pt x="51" y="12"/>
                  </a:lnTo>
                  <a:lnTo>
                    <a:pt x="51" y="12"/>
                  </a:lnTo>
                  <a:lnTo>
                    <a:pt x="51" y="12"/>
                  </a:lnTo>
                  <a:lnTo>
                    <a:pt x="51" y="12"/>
                  </a:lnTo>
                  <a:lnTo>
                    <a:pt x="52" y="12"/>
                  </a:lnTo>
                  <a:lnTo>
                    <a:pt x="52" y="14"/>
                  </a:lnTo>
                  <a:lnTo>
                    <a:pt x="52" y="14"/>
                  </a:lnTo>
                  <a:lnTo>
                    <a:pt x="52" y="14"/>
                  </a:lnTo>
                  <a:lnTo>
                    <a:pt x="53" y="14"/>
                  </a:lnTo>
                  <a:lnTo>
                    <a:pt x="53" y="14"/>
                  </a:lnTo>
                  <a:lnTo>
                    <a:pt x="53" y="14"/>
                  </a:lnTo>
                  <a:lnTo>
                    <a:pt x="53" y="14"/>
                  </a:lnTo>
                  <a:lnTo>
                    <a:pt x="54" y="14"/>
                  </a:lnTo>
                  <a:lnTo>
                    <a:pt x="54" y="14"/>
                  </a:lnTo>
                  <a:lnTo>
                    <a:pt x="54" y="14"/>
                  </a:lnTo>
                  <a:lnTo>
                    <a:pt x="54" y="14"/>
                  </a:lnTo>
                  <a:lnTo>
                    <a:pt x="54" y="13"/>
                  </a:lnTo>
                  <a:lnTo>
                    <a:pt x="54" y="13"/>
                  </a:lnTo>
                  <a:lnTo>
                    <a:pt x="54" y="13"/>
                  </a:lnTo>
                  <a:lnTo>
                    <a:pt x="54" y="13"/>
                  </a:lnTo>
                  <a:lnTo>
                    <a:pt x="54" y="11"/>
                  </a:lnTo>
                  <a:lnTo>
                    <a:pt x="52" y="11"/>
                  </a:lnTo>
                  <a:lnTo>
                    <a:pt x="52" y="11"/>
                  </a:lnTo>
                  <a:lnTo>
                    <a:pt x="52" y="11"/>
                  </a:lnTo>
                  <a:lnTo>
                    <a:pt x="52" y="10"/>
                  </a:lnTo>
                  <a:lnTo>
                    <a:pt x="52" y="10"/>
                  </a:lnTo>
                  <a:lnTo>
                    <a:pt x="52" y="10"/>
                  </a:lnTo>
                  <a:lnTo>
                    <a:pt x="52" y="10"/>
                  </a:lnTo>
                  <a:lnTo>
                    <a:pt x="52" y="8"/>
                  </a:lnTo>
                  <a:lnTo>
                    <a:pt x="51" y="8"/>
                  </a:lnTo>
                  <a:lnTo>
                    <a:pt x="51" y="8"/>
                  </a:lnTo>
                  <a:lnTo>
                    <a:pt x="51" y="8"/>
                  </a:lnTo>
                  <a:lnTo>
                    <a:pt x="51" y="8"/>
                  </a:lnTo>
                  <a:lnTo>
                    <a:pt x="50" y="8"/>
                  </a:lnTo>
                  <a:lnTo>
                    <a:pt x="50" y="8"/>
                  </a:lnTo>
                  <a:lnTo>
                    <a:pt x="50" y="8"/>
                  </a:lnTo>
                  <a:lnTo>
                    <a:pt x="50" y="8"/>
                  </a:lnTo>
                  <a:lnTo>
                    <a:pt x="48" y="8"/>
                  </a:lnTo>
                  <a:lnTo>
                    <a:pt x="48" y="8"/>
                  </a:lnTo>
                  <a:lnTo>
                    <a:pt x="48" y="8"/>
                  </a:lnTo>
                  <a:lnTo>
                    <a:pt x="48" y="8"/>
                  </a:lnTo>
                  <a:lnTo>
                    <a:pt x="48" y="8"/>
                  </a:lnTo>
                  <a:lnTo>
                    <a:pt x="48" y="8"/>
                  </a:lnTo>
                  <a:lnTo>
                    <a:pt x="48" y="8"/>
                  </a:lnTo>
                  <a:lnTo>
                    <a:pt x="48" y="7"/>
                  </a:lnTo>
                  <a:lnTo>
                    <a:pt x="48" y="7"/>
                  </a:lnTo>
                  <a:lnTo>
                    <a:pt x="48" y="7"/>
                  </a:lnTo>
                  <a:lnTo>
                    <a:pt x="48" y="7"/>
                  </a:lnTo>
                  <a:lnTo>
                    <a:pt x="48" y="6"/>
                  </a:lnTo>
                  <a:lnTo>
                    <a:pt x="48" y="6"/>
                  </a:lnTo>
                  <a:lnTo>
                    <a:pt x="48" y="6"/>
                  </a:lnTo>
                  <a:lnTo>
                    <a:pt x="48" y="6"/>
                  </a:lnTo>
                  <a:lnTo>
                    <a:pt x="48" y="4"/>
                  </a:lnTo>
                  <a:lnTo>
                    <a:pt x="48" y="4"/>
                  </a:lnTo>
                  <a:lnTo>
                    <a:pt x="48" y="4"/>
                  </a:lnTo>
                  <a:lnTo>
                    <a:pt x="48" y="4"/>
                  </a:lnTo>
                  <a:lnTo>
                    <a:pt x="50" y="2"/>
                  </a:lnTo>
                  <a:lnTo>
                    <a:pt x="50" y="2"/>
                  </a:lnTo>
                  <a:lnTo>
                    <a:pt x="50" y="1"/>
                  </a:lnTo>
                  <a:lnTo>
                    <a:pt x="50" y="1"/>
                  </a:lnTo>
                  <a:lnTo>
                    <a:pt x="52" y="0"/>
                  </a:lnTo>
                  <a:lnTo>
                    <a:pt x="52" y="1"/>
                  </a:lnTo>
                  <a:lnTo>
                    <a:pt x="52" y="1"/>
                  </a:lnTo>
                  <a:lnTo>
                    <a:pt x="52" y="2"/>
                  </a:lnTo>
                  <a:lnTo>
                    <a:pt x="52" y="2"/>
                  </a:lnTo>
                  <a:lnTo>
                    <a:pt x="52" y="4"/>
                  </a:lnTo>
                  <a:lnTo>
                    <a:pt x="52" y="4"/>
                  </a:lnTo>
                  <a:lnTo>
                    <a:pt x="52" y="5"/>
                  </a:lnTo>
                  <a:lnTo>
                    <a:pt x="54" y="5"/>
                  </a:lnTo>
                  <a:lnTo>
                    <a:pt x="54" y="7"/>
                  </a:lnTo>
                  <a:lnTo>
                    <a:pt x="54" y="7"/>
                  </a:lnTo>
                  <a:lnTo>
                    <a:pt x="54" y="8"/>
                  </a:lnTo>
                  <a:lnTo>
                    <a:pt x="56" y="8"/>
                  </a:lnTo>
                  <a:lnTo>
                    <a:pt x="56" y="9"/>
                  </a:lnTo>
                  <a:lnTo>
                    <a:pt x="56" y="9"/>
                  </a:lnTo>
                  <a:lnTo>
                    <a:pt x="56" y="9"/>
                  </a:lnTo>
                  <a:lnTo>
                    <a:pt x="58" y="9"/>
                  </a:lnTo>
                  <a:lnTo>
                    <a:pt x="58" y="11"/>
                  </a:lnTo>
                  <a:lnTo>
                    <a:pt x="58" y="11"/>
                  </a:lnTo>
                  <a:lnTo>
                    <a:pt x="58" y="12"/>
                  </a:lnTo>
                  <a:lnTo>
                    <a:pt x="60" y="12"/>
                  </a:lnTo>
                  <a:lnTo>
                    <a:pt x="60" y="14"/>
                  </a:lnTo>
                  <a:lnTo>
                    <a:pt x="60" y="14"/>
                  </a:lnTo>
                  <a:lnTo>
                    <a:pt x="60" y="14"/>
                  </a:lnTo>
                  <a:lnTo>
                    <a:pt x="62" y="14"/>
                  </a:lnTo>
                  <a:lnTo>
                    <a:pt x="62" y="16"/>
                  </a:lnTo>
                  <a:lnTo>
                    <a:pt x="62" y="16"/>
                  </a:lnTo>
                  <a:lnTo>
                    <a:pt x="62" y="16"/>
                  </a:lnTo>
                  <a:lnTo>
                    <a:pt x="64" y="16"/>
                  </a:lnTo>
                  <a:lnTo>
                    <a:pt x="64" y="18"/>
                  </a:lnTo>
                  <a:lnTo>
                    <a:pt x="64" y="18"/>
                  </a:lnTo>
                  <a:lnTo>
                    <a:pt x="64" y="18"/>
                  </a:lnTo>
                  <a:lnTo>
                    <a:pt x="66" y="18"/>
                  </a:lnTo>
                  <a:lnTo>
                    <a:pt x="66" y="20"/>
                  </a:lnTo>
                  <a:lnTo>
                    <a:pt x="66" y="20"/>
                  </a:lnTo>
                  <a:lnTo>
                    <a:pt x="66" y="21"/>
                  </a:lnTo>
                  <a:lnTo>
                    <a:pt x="66" y="21"/>
                  </a:lnTo>
                  <a:lnTo>
                    <a:pt x="66" y="23"/>
                  </a:lnTo>
                  <a:lnTo>
                    <a:pt x="66" y="23"/>
                  </a:lnTo>
                  <a:lnTo>
                    <a:pt x="66" y="23"/>
                  </a:lnTo>
                  <a:lnTo>
                    <a:pt x="66" y="23"/>
                  </a:lnTo>
                  <a:lnTo>
                    <a:pt x="66" y="24"/>
                  </a:lnTo>
                  <a:lnTo>
                    <a:pt x="66" y="24"/>
                  </a:lnTo>
                  <a:lnTo>
                    <a:pt x="66" y="27"/>
                  </a:lnTo>
                  <a:lnTo>
                    <a:pt x="66" y="27"/>
                  </a:lnTo>
                  <a:lnTo>
                    <a:pt x="66" y="29"/>
                  </a:lnTo>
                  <a:lnTo>
                    <a:pt x="66" y="29"/>
                  </a:lnTo>
                  <a:lnTo>
                    <a:pt x="66" y="29"/>
                  </a:lnTo>
                  <a:lnTo>
                    <a:pt x="67" y="29"/>
                  </a:lnTo>
                  <a:lnTo>
                    <a:pt x="67" y="30"/>
                  </a:lnTo>
                  <a:lnTo>
                    <a:pt x="67" y="30"/>
                  </a:lnTo>
                  <a:lnTo>
                    <a:pt x="67" y="31"/>
                  </a:lnTo>
                  <a:lnTo>
                    <a:pt x="67" y="31"/>
                  </a:lnTo>
                  <a:lnTo>
                    <a:pt x="67" y="33"/>
                  </a:lnTo>
                  <a:lnTo>
                    <a:pt x="67" y="33"/>
                  </a:lnTo>
                  <a:lnTo>
                    <a:pt x="67" y="33"/>
                  </a:lnTo>
                  <a:lnTo>
                    <a:pt x="69" y="33"/>
                  </a:lnTo>
                  <a:lnTo>
                    <a:pt x="69" y="35"/>
                  </a:lnTo>
                  <a:lnTo>
                    <a:pt x="69" y="35"/>
                  </a:lnTo>
                  <a:lnTo>
                    <a:pt x="69" y="35"/>
                  </a:lnTo>
                  <a:lnTo>
                    <a:pt x="70" y="35"/>
                  </a:lnTo>
                  <a:lnTo>
                    <a:pt x="70" y="36"/>
                  </a:lnTo>
                  <a:lnTo>
                    <a:pt x="70" y="36"/>
                  </a:lnTo>
                  <a:lnTo>
                    <a:pt x="70" y="36"/>
                  </a:lnTo>
                  <a:lnTo>
                    <a:pt x="71" y="36"/>
                  </a:lnTo>
                  <a:lnTo>
                    <a:pt x="70" y="38"/>
                  </a:lnTo>
                  <a:lnTo>
                    <a:pt x="70" y="38"/>
                  </a:lnTo>
                  <a:lnTo>
                    <a:pt x="70" y="38"/>
                  </a:lnTo>
                  <a:lnTo>
                    <a:pt x="70" y="38"/>
                  </a:lnTo>
                  <a:lnTo>
                    <a:pt x="69" y="39"/>
                  </a:lnTo>
                  <a:lnTo>
                    <a:pt x="69" y="39"/>
                  </a:lnTo>
                  <a:lnTo>
                    <a:pt x="69" y="39"/>
                  </a:lnTo>
                  <a:lnTo>
                    <a:pt x="69" y="39"/>
                  </a:lnTo>
                  <a:lnTo>
                    <a:pt x="67" y="40"/>
                  </a:lnTo>
                  <a:lnTo>
                    <a:pt x="67" y="40"/>
                  </a:lnTo>
                  <a:lnTo>
                    <a:pt x="67" y="40"/>
                  </a:lnTo>
                  <a:lnTo>
                    <a:pt x="67" y="40"/>
                  </a:lnTo>
                  <a:lnTo>
                    <a:pt x="67" y="40"/>
                  </a:lnTo>
                  <a:lnTo>
                    <a:pt x="67" y="40"/>
                  </a:lnTo>
                  <a:lnTo>
                    <a:pt x="67" y="40"/>
                  </a:lnTo>
                  <a:lnTo>
                    <a:pt x="67" y="40"/>
                  </a:lnTo>
                  <a:lnTo>
                    <a:pt x="65" y="42"/>
                  </a:lnTo>
                  <a:lnTo>
                    <a:pt x="65" y="42"/>
                  </a:lnTo>
                  <a:lnTo>
                    <a:pt x="65" y="42"/>
                  </a:lnTo>
                  <a:lnTo>
                    <a:pt x="65" y="42"/>
                  </a:lnTo>
                  <a:lnTo>
                    <a:pt x="63" y="43"/>
                  </a:lnTo>
                  <a:lnTo>
                    <a:pt x="63" y="43"/>
                  </a:lnTo>
                  <a:lnTo>
                    <a:pt x="63" y="43"/>
                  </a:lnTo>
                  <a:lnTo>
                    <a:pt x="63" y="43"/>
                  </a:lnTo>
                  <a:lnTo>
                    <a:pt x="61" y="43"/>
                  </a:lnTo>
                  <a:lnTo>
                    <a:pt x="61" y="43"/>
                  </a:lnTo>
                  <a:lnTo>
                    <a:pt x="61" y="43"/>
                  </a:lnTo>
                  <a:lnTo>
                    <a:pt x="61" y="43"/>
                  </a:lnTo>
                  <a:lnTo>
                    <a:pt x="61" y="43"/>
                  </a:lnTo>
                  <a:lnTo>
                    <a:pt x="61" y="43"/>
                  </a:lnTo>
                  <a:lnTo>
                    <a:pt x="61" y="43"/>
                  </a:lnTo>
                  <a:lnTo>
                    <a:pt x="61" y="43"/>
                  </a:lnTo>
                  <a:lnTo>
                    <a:pt x="61" y="45"/>
                  </a:lnTo>
                  <a:lnTo>
                    <a:pt x="61" y="45"/>
                  </a:lnTo>
                  <a:lnTo>
                    <a:pt x="61" y="45"/>
                  </a:lnTo>
                  <a:lnTo>
                    <a:pt x="61" y="45"/>
                  </a:lnTo>
                  <a:lnTo>
                    <a:pt x="61" y="46"/>
                  </a:lnTo>
                  <a:lnTo>
                    <a:pt x="61" y="46"/>
                  </a:lnTo>
                  <a:lnTo>
                    <a:pt x="61" y="46"/>
                  </a:lnTo>
                  <a:lnTo>
                    <a:pt x="61" y="46"/>
                  </a:lnTo>
                  <a:lnTo>
                    <a:pt x="61" y="48"/>
                  </a:lnTo>
                  <a:lnTo>
                    <a:pt x="61" y="48"/>
                  </a:lnTo>
                  <a:lnTo>
                    <a:pt x="61" y="48"/>
                  </a:lnTo>
                  <a:lnTo>
                    <a:pt x="61" y="48"/>
                  </a:lnTo>
                  <a:lnTo>
                    <a:pt x="61" y="48"/>
                  </a:lnTo>
                  <a:lnTo>
                    <a:pt x="61" y="48"/>
                  </a:lnTo>
                  <a:lnTo>
                    <a:pt x="61" y="48"/>
                  </a:lnTo>
                  <a:lnTo>
                    <a:pt x="61" y="48"/>
                  </a:lnTo>
                  <a:lnTo>
                    <a:pt x="61" y="50"/>
                  </a:lnTo>
                  <a:lnTo>
                    <a:pt x="61" y="50"/>
                  </a:lnTo>
                  <a:lnTo>
                    <a:pt x="61" y="51"/>
                  </a:lnTo>
                  <a:lnTo>
                    <a:pt x="61" y="51"/>
                  </a:lnTo>
                  <a:lnTo>
                    <a:pt x="61" y="52"/>
                  </a:lnTo>
                  <a:lnTo>
                    <a:pt x="61" y="52"/>
                  </a:lnTo>
                  <a:lnTo>
                    <a:pt x="61" y="52"/>
                  </a:lnTo>
                  <a:lnTo>
                    <a:pt x="61" y="52"/>
                  </a:lnTo>
                  <a:lnTo>
                    <a:pt x="60" y="54"/>
                  </a:lnTo>
                  <a:lnTo>
                    <a:pt x="60" y="54"/>
                  </a:lnTo>
                  <a:lnTo>
                    <a:pt x="60" y="55"/>
                  </a:lnTo>
                  <a:lnTo>
                    <a:pt x="60" y="55"/>
                  </a:lnTo>
                  <a:lnTo>
                    <a:pt x="59" y="57"/>
                  </a:lnTo>
                  <a:lnTo>
                    <a:pt x="59" y="57"/>
                  </a:lnTo>
                  <a:lnTo>
                    <a:pt x="59" y="57"/>
                  </a:lnTo>
                  <a:lnTo>
                    <a:pt x="59" y="57"/>
                  </a:lnTo>
                  <a:lnTo>
                    <a:pt x="58" y="59"/>
                  </a:lnTo>
                  <a:lnTo>
                    <a:pt x="58" y="59"/>
                  </a:lnTo>
                  <a:lnTo>
                    <a:pt x="58" y="59"/>
                  </a:lnTo>
                  <a:lnTo>
                    <a:pt x="58" y="59"/>
                  </a:lnTo>
                  <a:lnTo>
                    <a:pt x="58" y="61"/>
                  </a:lnTo>
                  <a:lnTo>
                    <a:pt x="58" y="61"/>
                  </a:lnTo>
                  <a:lnTo>
                    <a:pt x="58" y="63"/>
                  </a:lnTo>
                  <a:lnTo>
                    <a:pt x="58" y="63"/>
                  </a:lnTo>
                  <a:lnTo>
                    <a:pt x="58" y="65"/>
                  </a:lnTo>
                  <a:lnTo>
                    <a:pt x="58" y="65"/>
                  </a:lnTo>
                  <a:lnTo>
                    <a:pt x="58" y="66"/>
                  </a:lnTo>
                  <a:lnTo>
                    <a:pt x="58" y="66"/>
                  </a:lnTo>
                  <a:lnTo>
                    <a:pt x="58" y="67"/>
                  </a:lnTo>
                  <a:lnTo>
                    <a:pt x="58" y="67"/>
                  </a:lnTo>
                  <a:lnTo>
                    <a:pt x="58" y="67"/>
                  </a:lnTo>
                  <a:lnTo>
                    <a:pt x="58" y="67"/>
                  </a:lnTo>
                  <a:lnTo>
                    <a:pt x="58" y="67"/>
                  </a:lnTo>
                  <a:lnTo>
                    <a:pt x="58" y="67"/>
                  </a:lnTo>
                  <a:lnTo>
                    <a:pt x="58" y="67"/>
                  </a:lnTo>
                  <a:lnTo>
                    <a:pt x="59" y="66"/>
                  </a:lnTo>
                  <a:lnTo>
                    <a:pt x="59" y="66"/>
                  </a:lnTo>
                  <a:lnTo>
                    <a:pt x="59" y="66"/>
                  </a:lnTo>
                  <a:lnTo>
                    <a:pt x="59" y="66"/>
                  </a:lnTo>
                  <a:lnTo>
                    <a:pt x="61" y="64"/>
                  </a:lnTo>
                  <a:lnTo>
                    <a:pt x="61" y="64"/>
                  </a:lnTo>
                  <a:lnTo>
                    <a:pt x="61" y="64"/>
                  </a:lnTo>
                  <a:lnTo>
                    <a:pt x="61" y="64"/>
                  </a:lnTo>
                  <a:lnTo>
                    <a:pt x="62" y="62"/>
                  </a:lnTo>
                  <a:lnTo>
                    <a:pt x="62" y="62"/>
                  </a:lnTo>
                  <a:lnTo>
                    <a:pt x="62" y="62"/>
                  </a:lnTo>
                  <a:lnTo>
                    <a:pt x="62" y="62"/>
                  </a:lnTo>
                  <a:lnTo>
                    <a:pt x="64" y="61"/>
                  </a:lnTo>
                  <a:lnTo>
                    <a:pt x="64" y="61"/>
                  </a:lnTo>
                  <a:lnTo>
                    <a:pt x="64" y="61"/>
                  </a:lnTo>
                  <a:lnTo>
                    <a:pt x="64" y="61"/>
                  </a:lnTo>
                  <a:lnTo>
                    <a:pt x="66" y="59"/>
                  </a:lnTo>
                  <a:lnTo>
                    <a:pt x="66" y="59"/>
                  </a:lnTo>
                  <a:lnTo>
                    <a:pt x="66" y="59"/>
                  </a:lnTo>
                  <a:lnTo>
                    <a:pt x="66" y="59"/>
                  </a:lnTo>
                  <a:lnTo>
                    <a:pt x="67" y="57"/>
                  </a:lnTo>
                  <a:lnTo>
                    <a:pt x="67" y="57"/>
                  </a:lnTo>
                  <a:lnTo>
                    <a:pt x="67" y="57"/>
                  </a:lnTo>
                  <a:lnTo>
                    <a:pt x="67" y="57"/>
                  </a:lnTo>
                  <a:lnTo>
                    <a:pt x="69" y="55"/>
                  </a:lnTo>
                  <a:lnTo>
                    <a:pt x="69" y="55"/>
                  </a:lnTo>
                  <a:lnTo>
                    <a:pt x="70" y="55"/>
                  </a:lnTo>
                  <a:lnTo>
                    <a:pt x="70" y="55"/>
                  </a:lnTo>
                  <a:lnTo>
                    <a:pt x="73" y="54"/>
                  </a:lnTo>
                  <a:lnTo>
                    <a:pt x="73" y="55"/>
                  </a:lnTo>
                  <a:lnTo>
                    <a:pt x="73" y="55"/>
                  </a:lnTo>
                  <a:lnTo>
                    <a:pt x="73" y="55"/>
                  </a:lnTo>
                  <a:lnTo>
                    <a:pt x="73" y="55"/>
                  </a:lnTo>
                  <a:lnTo>
                    <a:pt x="73" y="56"/>
                  </a:lnTo>
                  <a:lnTo>
                    <a:pt x="73" y="56"/>
                  </a:lnTo>
                  <a:lnTo>
                    <a:pt x="73" y="56"/>
                  </a:lnTo>
                  <a:lnTo>
                    <a:pt x="75" y="56"/>
                  </a:lnTo>
                  <a:lnTo>
                    <a:pt x="75" y="57"/>
                  </a:lnTo>
                  <a:lnTo>
                    <a:pt x="75" y="57"/>
                  </a:lnTo>
                  <a:lnTo>
                    <a:pt x="75" y="57"/>
                  </a:lnTo>
                  <a:lnTo>
                    <a:pt x="76" y="57"/>
                  </a:lnTo>
                  <a:lnTo>
                    <a:pt x="76" y="57"/>
                  </a:lnTo>
                  <a:lnTo>
                    <a:pt x="76" y="57"/>
                  </a:lnTo>
                  <a:lnTo>
                    <a:pt x="76" y="57"/>
                  </a:lnTo>
                  <a:lnTo>
                    <a:pt x="78" y="57"/>
                  </a:lnTo>
                  <a:lnTo>
                    <a:pt x="78" y="57"/>
                  </a:lnTo>
                  <a:lnTo>
                    <a:pt x="78" y="57"/>
                  </a:lnTo>
                  <a:lnTo>
                    <a:pt x="78" y="57"/>
                  </a:lnTo>
                  <a:lnTo>
                    <a:pt x="78" y="57"/>
                  </a:lnTo>
                  <a:lnTo>
                    <a:pt x="78" y="57"/>
                  </a:lnTo>
                  <a:lnTo>
                    <a:pt x="78" y="57"/>
                  </a:lnTo>
                  <a:lnTo>
                    <a:pt x="78" y="57"/>
                  </a:lnTo>
                  <a:lnTo>
                    <a:pt x="80" y="56"/>
                  </a:lnTo>
                  <a:lnTo>
                    <a:pt x="80" y="56"/>
                  </a:lnTo>
                  <a:lnTo>
                    <a:pt x="80" y="56"/>
                  </a:lnTo>
                  <a:lnTo>
                    <a:pt x="80" y="56"/>
                  </a:lnTo>
                  <a:lnTo>
                    <a:pt x="80" y="56"/>
                  </a:lnTo>
                  <a:lnTo>
                    <a:pt x="80" y="56"/>
                  </a:lnTo>
                  <a:lnTo>
                    <a:pt x="80" y="56"/>
                  </a:lnTo>
                  <a:lnTo>
                    <a:pt x="80" y="56"/>
                  </a:lnTo>
                  <a:lnTo>
                    <a:pt x="82" y="54"/>
                  </a:lnTo>
                  <a:lnTo>
                    <a:pt x="82" y="54"/>
                  </a:lnTo>
                  <a:lnTo>
                    <a:pt x="82" y="54"/>
                  </a:lnTo>
                  <a:lnTo>
                    <a:pt x="82" y="54"/>
                  </a:lnTo>
                  <a:lnTo>
                    <a:pt x="82" y="52"/>
                  </a:lnTo>
                  <a:lnTo>
                    <a:pt x="82" y="52"/>
                  </a:lnTo>
                  <a:lnTo>
                    <a:pt x="82" y="51"/>
                  </a:lnTo>
                  <a:lnTo>
                    <a:pt x="82" y="51"/>
                  </a:lnTo>
                  <a:lnTo>
                    <a:pt x="83" y="49"/>
                  </a:lnTo>
                  <a:lnTo>
                    <a:pt x="83" y="49"/>
                  </a:lnTo>
                  <a:lnTo>
                    <a:pt x="83" y="49"/>
                  </a:lnTo>
                  <a:lnTo>
                    <a:pt x="83" y="49"/>
                  </a:lnTo>
                  <a:lnTo>
                    <a:pt x="84" y="47"/>
                  </a:lnTo>
                  <a:lnTo>
                    <a:pt x="84" y="47"/>
                  </a:lnTo>
                  <a:lnTo>
                    <a:pt x="84" y="46"/>
                  </a:lnTo>
                  <a:lnTo>
                    <a:pt x="84" y="46"/>
                  </a:lnTo>
                  <a:lnTo>
                    <a:pt x="86" y="45"/>
                  </a:lnTo>
                  <a:lnTo>
                    <a:pt x="85" y="45"/>
                  </a:lnTo>
                  <a:lnTo>
                    <a:pt x="85" y="45"/>
                  </a:lnTo>
                  <a:lnTo>
                    <a:pt x="85" y="45"/>
                  </a:lnTo>
                  <a:lnTo>
                    <a:pt x="85" y="45"/>
                  </a:lnTo>
                  <a:lnTo>
                    <a:pt x="85" y="45"/>
                  </a:lnTo>
                  <a:lnTo>
                    <a:pt x="85" y="45"/>
                  </a:lnTo>
                  <a:lnTo>
                    <a:pt x="85" y="45"/>
                  </a:lnTo>
                  <a:lnTo>
                    <a:pt x="85" y="43"/>
                  </a:lnTo>
                  <a:lnTo>
                    <a:pt x="85" y="43"/>
                  </a:lnTo>
                  <a:lnTo>
                    <a:pt x="85" y="43"/>
                  </a:lnTo>
                  <a:lnTo>
                    <a:pt x="85" y="43"/>
                  </a:lnTo>
                  <a:lnTo>
                    <a:pt x="85" y="42"/>
                  </a:lnTo>
                  <a:lnTo>
                    <a:pt x="85" y="42"/>
                  </a:lnTo>
                  <a:lnTo>
                    <a:pt x="85" y="42"/>
                  </a:lnTo>
                  <a:lnTo>
                    <a:pt x="85" y="42"/>
                  </a:lnTo>
                  <a:lnTo>
                    <a:pt x="86" y="39"/>
                  </a:lnTo>
                  <a:lnTo>
                    <a:pt x="86" y="39"/>
                  </a:lnTo>
                  <a:lnTo>
                    <a:pt x="86" y="39"/>
                  </a:lnTo>
                  <a:lnTo>
                    <a:pt x="86" y="39"/>
                  </a:lnTo>
                  <a:lnTo>
                    <a:pt x="87" y="39"/>
                  </a:lnTo>
                  <a:lnTo>
                    <a:pt x="87" y="39"/>
                  </a:lnTo>
                  <a:lnTo>
                    <a:pt x="87" y="39"/>
                  </a:lnTo>
                  <a:lnTo>
                    <a:pt x="87" y="39"/>
                  </a:lnTo>
                  <a:lnTo>
                    <a:pt x="89" y="39"/>
                  </a:lnTo>
                  <a:lnTo>
                    <a:pt x="89" y="39"/>
                  </a:lnTo>
                  <a:lnTo>
                    <a:pt x="89" y="39"/>
                  </a:lnTo>
                  <a:lnTo>
                    <a:pt x="89" y="39"/>
                  </a:lnTo>
                  <a:lnTo>
                    <a:pt x="90" y="39"/>
                  </a:lnTo>
                  <a:lnTo>
                    <a:pt x="90" y="39"/>
                  </a:lnTo>
                  <a:lnTo>
                    <a:pt x="90" y="39"/>
                  </a:lnTo>
                  <a:lnTo>
                    <a:pt x="90" y="39"/>
                  </a:lnTo>
                  <a:lnTo>
                    <a:pt x="91" y="37"/>
                  </a:lnTo>
                  <a:lnTo>
                    <a:pt x="91" y="39"/>
                  </a:lnTo>
                  <a:lnTo>
                    <a:pt x="91" y="39"/>
                  </a:lnTo>
                  <a:lnTo>
                    <a:pt x="91" y="39"/>
                  </a:lnTo>
                  <a:lnTo>
                    <a:pt x="91" y="39"/>
                  </a:lnTo>
                  <a:lnTo>
                    <a:pt x="91" y="39"/>
                  </a:lnTo>
                  <a:lnTo>
                    <a:pt x="91" y="39"/>
                  </a:lnTo>
                  <a:lnTo>
                    <a:pt x="91" y="39"/>
                  </a:lnTo>
                  <a:lnTo>
                    <a:pt x="92" y="39"/>
                  </a:lnTo>
                  <a:lnTo>
                    <a:pt x="92" y="42"/>
                  </a:lnTo>
                  <a:lnTo>
                    <a:pt x="92" y="42"/>
                  </a:lnTo>
                  <a:lnTo>
                    <a:pt x="92" y="42"/>
                  </a:lnTo>
                  <a:lnTo>
                    <a:pt x="92" y="42"/>
                  </a:lnTo>
                  <a:lnTo>
                    <a:pt x="92" y="42"/>
                  </a:lnTo>
                  <a:lnTo>
                    <a:pt x="92" y="42"/>
                  </a:lnTo>
                  <a:lnTo>
                    <a:pt x="92" y="42"/>
                  </a:lnTo>
                  <a:lnTo>
                    <a:pt x="92" y="42"/>
                  </a:lnTo>
                  <a:lnTo>
                    <a:pt x="91" y="44"/>
                  </a:lnTo>
                  <a:lnTo>
                    <a:pt x="91" y="45"/>
                  </a:lnTo>
                  <a:lnTo>
                    <a:pt x="91" y="46"/>
                  </a:lnTo>
                  <a:lnTo>
                    <a:pt x="91" y="46"/>
                  </a:lnTo>
                  <a:lnTo>
                    <a:pt x="89" y="49"/>
                  </a:lnTo>
                  <a:lnTo>
                    <a:pt x="89" y="49"/>
                  </a:lnTo>
                  <a:lnTo>
                    <a:pt x="89" y="51"/>
                  </a:lnTo>
                  <a:lnTo>
                    <a:pt x="89" y="51"/>
                  </a:lnTo>
                  <a:lnTo>
                    <a:pt x="88" y="52"/>
                  </a:lnTo>
                  <a:lnTo>
                    <a:pt x="88" y="52"/>
                  </a:lnTo>
                  <a:lnTo>
                    <a:pt x="88" y="54"/>
                  </a:lnTo>
                  <a:lnTo>
                    <a:pt x="88" y="54"/>
                  </a:lnTo>
                  <a:lnTo>
                    <a:pt x="88" y="56"/>
                  </a:lnTo>
                  <a:lnTo>
                    <a:pt x="88" y="56"/>
                  </a:lnTo>
                  <a:lnTo>
                    <a:pt x="88" y="57"/>
                  </a:lnTo>
                  <a:lnTo>
                    <a:pt x="89" y="57"/>
                  </a:lnTo>
                  <a:lnTo>
                    <a:pt x="89" y="58"/>
                  </a:lnTo>
                  <a:lnTo>
                    <a:pt x="89" y="58"/>
                  </a:lnTo>
                  <a:lnTo>
                    <a:pt x="89" y="58"/>
                  </a:lnTo>
                  <a:lnTo>
                    <a:pt x="90" y="58"/>
                  </a:lnTo>
                  <a:lnTo>
                    <a:pt x="90" y="58"/>
                  </a:lnTo>
                  <a:lnTo>
                    <a:pt x="91" y="58"/>
                  </a:lnTo>
                  <a:lnTo>
                    <a:pt x="91" y="58"/>
                  </a:lnTo>
                  <a:lnTo>
                    <a:pt x="93" y="58"/>
                  </a:lnTo>
                  <a:lnTo>
                    <a:pt x="93" y="58"/>
                  </a:lnTo>
                  <a:lnTo>
                    <a:pt x="95" y="58"/>
                  </a:lnTo>
                  <a:lnTo>
                    <a:pt x="95" y="58"/>
                  </a:lnTo>
                  <a:lnTo>
                    <a:pt x="97" y="58"/>
                  </a:lnTo>
                  <a:lnTo>
                    <a:pt x="97" y="58"/>
                  </a:lnTo>
                  <a:lnTo>
                    <a:pt x="97" y="58"/>
                  </a:lnTo>
                  <a:lnTo>
                    <a:pt x="97" y="58"/>
                  </a:lnTo>
                  <a:lnTo>
                    <a:pt x="99" y="57"/>
                  </a:lnTo>
                  <a:lnTo>
                    <a:pt x="99" y="57"/>
                  </a:lnTo>
                  <a:lnTo>
                    <a:pt x="99" y="57"/>
                  </a:lnTo>
                  <a:lnTo>
                    <a:pt x="99" y="57"/>
                  </a:lnTo>
                  <a:lnTo>
                    <a:pt x="99" y="56"/>
                  </a:lnTo>
                  <a:lnTo>
                    <a:pt x="99" y="56"/>
                  </a:lnTo>
                  <a:lnTo>
                    <a:pt x="99" y="56"/>
                  </a:lnTo>
                  <a:lnTo>
                    <a:pt x="99" y="56"/>
                  </a:lnTo>
                  <a:lnTo>
                    <a:pt x="101" y="54"/>
                  </a:lnTo>
                  <a:lnTo>
                    <a:pt x="101" y="54"/>
                  </a:lnTo>
                  <a:lnTo>
                    <a:pt x="101" y="54"/>
                  </a:lnTo>
                  <a:lnTo>
                    <a:pt x="101" y="54"/>
                  </a:lnTo>
                  <a:lnTo>
                    <a:pt x="102" y="53"/>
                  </a:lnTo>
                  <a:lnTo>
                    <a:pt x="102" y="53"/>
                  </a:lnTo>
                  <a:lnTo>
                    <a:pt x="102" y="53"/>
                  </a:lnTo>
                  <a:lnTo>
                    <a:pt x="102" y="53"/>
                  </a:lnTo>
                  <a:lnTo>
                    <a:pt x="104" y="52"/>
                  </a:lnTo>
                  <a:lnTo>
                    <a:pt x="103" y="52"/>
                  </a:lnTo>
                  <a:lnTo>
                    <a:pt x="103" y="52"/>
                  </a:lnTo>
                  <a:lnTo>
                    <a:pt x="103" y="52"/>
                  </a:lnTo>
                  <a:lnTo>
                    <a:pt x="103" y="51"/>
                  </a:lnTo>
                  <a:lnTo>
                    <a:pt x="103" y="51"/>
                  </a:lnTo>
                  <a:lnTo>
                    <a:pt x="103" y="51"/>
                  </a:lnTo>
                  <a:lnTo>
                    <a:pt x="103" y="51"/>
                  </a:lnTo>
                  <a:lnTo>
                    <a:pt x="103" y="49"/>
                  </a:lnTo>
                  <a:lnTo>
                    <a:pt x="103" y="49"/>
                  </a:lnTo>
                  <a:lnTo>
                    <a:pt x="103" y="49"/>
                  </a:lnTo>
                  <a:lnTo>
                    <a:pt x="103" y="49"/>
                  </a:lnTo>
                  <a:lnTo>
                    <a:pt x="103" y="46"/>
                  </a:lnTo>
                  <a:lnTo>
                    <a:pt x="103" y="46"/>
                  </a:lnTo>
                  <a:lnTo>
                    <a:pt x="103" y="46"/>
                  </a:lnTo>
                  <a:lnTo>
                    <a:pt x="103" y="46"/>
                  </a:lnTo>
                  <a:lnTo>
                    <a:pt x="104" y="45"/>
                  </a:lnTo>
                  <a:lnTo>
                    <a:pt x="104" y="45"/>
                  </a:lnTo>
                  <a:lnTo>
                    <a:pt x="104" y="45"/>
                  </a:lnTo>
                  <a:lnTo>
                    <a:pt x="104" y="45"/>
                  </a:lnTo>
                  <a:lnTo>
                    <a:pt x="105" y="45"/>
                  </a:lnTo>
                  <a:lnTo>
                    <a:pt x="105" y="45"/>
                  </a:lnTo>
                  <a:lnTo>
                    <a:pt x="105" y="45"/>
                  </a:lnTo>
                  <a:lnTo>
                    <a:pt x="105" y="45"/>
                  </a:lnTo>
                  <a:lnTo>
                    <a:pt x="107" y="45"/>
                  </a:lnTo>
                  <a:lnTo>
                    <a:pt x="107" y="45"/>
                  </a:lnTo>
                  <a:lnTo>
                    <a:pt x="107" y="45"/>
                  </a:lnTo>
                  <a:lnTo>
                    <a:pt x="107" y="45"/>
                  </a:lnTo>
                  <a:lnTo>
                    <a:pt x="109" y="45"/>
                  </a:lnTo>
                  <a:lnTo>
                    <a:pt x="109" y="45"/>
                  </a:lnTo>
                  <a:lnTo>
                    <a:pt x="110" y="45"/>
                  </a:lnTo>
                  <a:lnTo>
                    <a:pt x="110" y="45"/>
                  </a:lnTo>
                  <a:lnTo>
                    <a:pt x="111" y="45"/>
                  </a:lnTo>
                  <a:lnTo>
                    <a:pt x="111" y="45"/>
                  </a:lnTo>
                  <a:lnTo>
                    <a:pt x="111" y="45"/>
                  </a:lnTo>
                  <a:lnTo>
                    <a:pt x="111" y="45"/>
                  </a:lnTo>
                  <a:lnTo>
                    <a:pt x="111" y="45"/>
                  </a:lnTo>
                  <a:lnTo>
                    <a:pt x="111" y="45"/>
                  </a:lnTo>
                  <a:lnTo>
                    <a:pt x="111" y="45"/>
                  </a:lnTo>
                  <a:lnTo>
                    <a:pt x="111" y="45"/>
                  </a:lnTo>
                  <a:lnTo>
                    <a:pt x="113" y="44"/>
                  </a:lnTo>
                  <a:lnTo>
                    <a:pt x="113" y="44"/>
                  </a:lnTo>
                  <a:lnTo>
                    <a:pt x="113" y="44"/>
                  </a:lnTo>
                  <a:lnTo>
                    <a:pt x="113" y="44"/>
                  </a:lnTo>
                  <a:lnTo>
                    <a:pt x="114" y="43"/>
                  </a:lnTo>
                  <a:lnTo>
                    <a:pt x="114" y="43"/>
                  </a:lnTo>
                  <a:lnTo>
                    <a:pt x="114" y="43"/>
                  </a:lnTo>
                  <a:lnTo>
                    <a:pt x="114" y="43"/>
                  </a:lnTo>
                  <a:lnTo>
                    <a:pt x="116" y="42"/>
                  </a:lnTo>
                  <a:lnTo>
                    <a:pt x="116" y="43"/>
                  </a:lnTo>
                  <a:lnTo>
                    <a:pt x="116" y="43"/>
                  </a:lnTo>
                  <a:lnTo>
                    <a:pt x="116" y="43"/>
                  </a:lnTo>
                  <a:lnTo>
                    <a:pt x="116" y="43"/>
                  </a:lnTo>
                  <a:lnTo>
                    <a:pt x="116" y="45"/>
                  </a:lnTo>
                  <a:lnTo>
                    <a:pt x="116" y="45"/>
                  </a:lnTo>
                  <a:lnTo>
                    <a:pt x="116" y="45"/>
                  </a:lnTo>
                  <a:lnTo>
                    <a:pt x="118" y="45"/>
                  </a:lnTo>
                  <a:lnTo>
                    <a:pt x="118" y="46"/>
                  </a:lnTo>
                  <a:lnTo>
                    <a:pt x="118" y="46"/>
                  </a:lnTo>
                  <a:lnTo>
                    <a:pt x="118" y="46"/>
                  </a:lnTo>
                  <a:lnTo>
                    <a:pt x="119" y="46"/>
                  </a:lnTo>
                  <a:lnTo>
                    <a:pt x="119" y="48"/>
                  </a:lnTo>
                  <a:lnTo>
                    <a:pt x="119" y="48"/>
                  </a:lnTo>
                  <a:lnTo>
                    <a:pt x="119" y="48"/>
                  </a:lnTo>
                  <a:lnTo>
                    <a:pt x="120" y="48"/>
                  </a:lnTo>
                  <a:lnTo>
                    <a:pt x="119" y="50"/>
                  </a:lnTo>
                  <a:lnTo>
                    <a:pt x="119" y="50"/>
                  </a:lnTo>
                  <a:lnTo>
                    <a:pt x="119" y="51"/>
                  </a:lnTo>
                  <a:lnTo>
                    <a:pt x="119" y="51"/>
                  </a:lnTo>
                  <a:lnTo>
                    <a:pt x="119" y="52"/>
                  </a:lnTo>
                  <a:lnTo>
                    <a:pt x="119" y="52"/>
                  </a:lnTo>
                  <a:lnTo>
                    <a:pt x="119" y="52"/>
                  </a:lnTo>
                  <a:lnTo>
                    <a:pt x="119" y="52"/>
                  </a:lnTo>
                  <a:lnTo>
                    <a:pt x="117" y="54"/>
                  </a:lnTo>
                  <a:lnTo>
                    <a:pt x="117" y="54"/>
                  </a:lnTo>
                  <a:lnTo>
                    <a:pt x="117" y="54"/>
                  </a:lnTo>
                  <a:lnTo>
                    <a:pt x="117" y="54"/>
                  </a:lnTo>
                  <a:lnTo>
                    <a:pt x="117" y="56"/>
                  </a:lnTo>
                  <a:lnTo>
                    <a:pt x="117" y="56"/>
                  </a:lnTo>
                  <a:lnTo>
                    <a:pt x="117" y="56"/>
                  </a:lnTo>
                  <a:lnTo>
                    <a:pt x="117" y="56"/>
                  </a:lnTo>
                  <a:lnTo>
                    <a:pt x="117" y="58"/>
                  </a:lnTo>
                  <a:lnTo>
                    <a:pt x="117" y="58"/>
                  </a:lnTo>
                  <a:lnTo>
                    <a:pt x="117" y="59"/>
                  </a:lnTo>
                  <a:lnTo>
                    <a:pt x="117" y="59"/>
                  </a:lnTo>
                  <a:lnTo>
                    <a:pt x="117" y="61"/>
                  </a:lnTo>
                  <a:lnTo>
                    <a:pt x="117" y="61"/>
                  </a:lnTo>
                  <a:lnTo>
                    <a:pt x="117" y="61"/>
                  </a:lnTo>
                  <a:lnTo>
                    <a:pt x="119" y="61"/>
                  </a:lnTo>
                  <a:lnTo>
                    <a:pt x="119" y="64"/>
                  </a:lnTo>
                  <a:lnTo>
                    <a:pt x="119" y="64"/>
                  </a:lnTo>
                  <a:lnTo>
                    <a:pt x="119" y="64"/>
                  </a:lnTo>
                  <a:lnTo>
                    <a:pt x="120" y="64"/>
                  </a:lnTo>
                  <a:lnTo>
                    <a:pt x="120" y="64"/>
                  </a:lnTo>
                  <a:lnTo>
                    <a:pt x="120" y="64"/>
                  </a:lnTo>
                  <a:lnTo>
                    <a:pt x="120" y="64"/>
                  </a:lnTo>
                  <a:lnTo>
                    <a:pt x="122" y="64"/>
                  </a:lnTo>
                  <a:lnTo>
                    <a:pt x="122" y="64"/>
                  </a:lnTo>
                  <a:lnTo>
                    <a:pt x="122" y="64"/>
                  </a:lnTo>
                  <a:lnTo>
                    <a:pt x="122" y="64"/>
                  </a:lnTo>
                  <a:lnTo>
                    <a:pt x="122" y="64"/>
                  </a:lnTo>
                  <a:lnTo>
                    <a:pt x="122" y="64"/>
                  </a:lnTo>
                  <a:lnTo>
                    <a:pt x="122" y="64"/>
                  </a:lnTo>
                  <a:lnTo>
                    <a:pt x="122" y="64"/>
                  </a:lnTo>
                  <a:lnTo>
                    <a:pt x="124" y="62"/>
                  </a:lnTo>
                  <a:lnTo>
                    <a:pt x="124" y="62"/>
                  </a:lnTo>
                  <a:lnTo>
                    <a:pt x="124" y="62"/>
                  </a:lnTo>
                  <a:lnTo>
                    <a:pt x="124" y="62"/>
                  </a:lnTo>
                  <a:lnTo>
                    <a:pt x="124" y="60"/>
                  </a:lnTo>
                  <a:lnTo>
                    <a:pt x="124" y="60"/>
                  </a:lnTo>
                  <a:lnTo>
                    <a:pt x="124" y="60"/>
                  </a:lnTo>
                  <a:lnTo>
                    <a:pt x="124" y="60"/>
                  </a:lnTo>
                  <a:lnTo>
                    <a:pt x="125" y="58"/>
                  </a:lnTo>
                  <a:lnTo>
                    <a:pt x="124" y="58"/>
                  </a:lnTo>
                  <a:lnTo>
                    <a:pt x="124" y="58"/>
                  </a:lnTo>
                  <a:lnTo>
                    <a:pt x="124" y="58"/>
                  </a:lnTo>
                  <a:lnTo>
                    <a:pt x="124" y="56"/>
                  </a:lnTo>
                  <a:lnTo>
                    <a:pt x="124" y="56"/>
                  </a:lnTo>
                  <a:lnTo>
                    <a:pt x="124" y="56"/>
                  </a:lnTo>
                  <a:lnTo>
                    <a:pt x="124" y="56"/>
                  </a:lnTo>
                  <a:lnTo>
                    <a:pt x="124" y="54"/>
                  </a:lnTo>
                  <a:lnTo>
                    <a:pt x="124" y="54"/>
                  </a:lnTo>
                  <a:lnTo>
                    <a:pt x="124" y="54"/>
                  </a:lnTo>
                  <a:lnTo>
                    <a:pt x="124" y="54"/>
                  </a:lnTo>
                  <a:lnTo>
                    <a:pt x="124" y="52"/>
                  </a:lnTo>
                  <a:lnTo>
                    <a:pt x="124" y="52"/>
                  </a:lnTo>
                  <a:lnTo>
                    <a:pt x="124" y="52"/>
                  </a:lnTo>
                  <a:lnTo>
                    <a:pt x="124" y="52"/>
                  </a:lnTo>
                  <a:lnTo>
                    <a:pt x="125" y="51"/>
                  </a:lnTo>
                  <a:lnTo>
                    <a:pt x="125" y="51"/>
                  </a:lnTo>
                  <a:lnTo>
                    <a:pt x="125" y="51"/>
                  </a:lnTo>
                  <a:lnTo>
                    <a:pt x="125" y="51"/>
                  </a:lnTo>
                  <a:lnTo>
                    <a:pt x="125" y="51"/>
                  </a:lnTo>
                  <a:lnTo>
                    <a:pt x="125" y="51"/>
                  </a:lnTo>
                  <a:lnTo>
                    <a:pt x="125" y="51"/>
                  </a:lnTo>
                  <a:lnTo>
                    <a:pt x="125" y="51"/>
                  </a:lnTo>
                  <a:lnTo>
                    <a:pt x="126" y="49"/>
                  </a:lnTo>
                  <a:lnTo>
                    <a:pt x="126" y="49"/>
                  </a:lnTo>
                  <a:lnTo>
                    <a:pt x="126" y="49"/>
                  </a:lnTo>
                  <a:lnTo>
                    <a:pt x="126" y="49"/>
                  </a:lnTo>
                  <a:lnTo>
                    <a:pt x="127" y="49"/>
                  </a:lnTo>
                  <a:lnTo>
                    <a:pt x="127" y="49"/>
                  </a:lnTo>
                  <a:lnTo>
                    <a:pt x="127" y="49"/>
                  </a:lnTo>
                  <a:lnTo>
                    <a:pt x="127" y="49"/>
                  </a:lnTo>
                  <a:lnTo>
                    <a:pt x="129" y="48"/>
                  </a:lnTo>
                  <a:lnTo>
                    <a:pt x="129" y="49"/>
                  </a:lnTo>
                  <a:lnTo>
                    <a:pt x="129" y="49"/>
                  </a:lnTo>
                  <a:lnTo>
                    <a:pt x="129" y="50"/>
                  </a:lnTo>
                  <a:lnTo>
                    <a:pt x="129" y="50"/>
                  </a:lnTo>
                  <a:lnTo>
                    <a:pt x="129" y="52"/>
                  </a:lnTo>
                  <a:lnTo>
                    <a:pt x="129" y="52"/>
                  </a:lnTo>
                  <a:lnTo>
                    <a:pt x="129" y="52"/>
                  </a:lnTo>
                  <a:lnTo>
                    <a:pt x="131" y="52"/>
                  </a:lnTo>
                  <a:lnTo>
                    <a:pt x="131" y="54"/>
                  </a:lnTo>
                  <a:lnTo>
                    <a:pt x="131" y="54"/>
                  </a:lnTo>
                  <a:lnTo>
                    <a:pt x="131" y="54"/>
                  </a:lnTo>
                  <a:lnTo>
                    <a:pt x="131" y="54"/>
                  </a:lnTo>
                  <a:lnTo>
                    <a:pt x="131" y="54"/>
                  </a:lnTo>
                  <a:lnTo>
                    <a:pt x="131" y="54"/>
                  </a:lnTo>
                  <a:lnTo>
                    <a:pt x="131" y="54"/>
                  </a:lnTo>
                  <a:lnTo>
                    <a:pt x="132" y="54"/>
                  </a:lnTo>
                  <a:lnTo>
                    <a:pt x="132" y="56"/>
                  </a:lnTo>
                  <a:lnTo>
                    <a:pt x="132" y="56"/>
                  </a:lnTo>
                  <a:lnTo>
                    <a:pt x="132" y="56"/>
                  </a:lnTo>
                  <a:lnTo>
                    <a:pt x="132" y="56"/>
                  </a:lnTo>
                  <a:lnTo>
                    <a:pt x="132" y="58"/>
                  </a:lnTo>
                  <a:lnTo>
                    <a:pt x="132" y="58"/>
                  </a:lnTo>
                  <a:lnTo>
                    <a:pt x="132" y="58"/>
                  </a:lnTo>
                  <a:lnTo>
                    <a:pt x="133" y="58"/>
                  </a:lnTo>
                  <a:lnTo>
                    <a:pt x="133" y="60"/>
                  </a:lnTo>
                  <a:lnTo>
                    <a:pt x="133" y="60"/>
                  </a:lnTo>
                  <a:lnTo>
                    <a:pt x="133" y="60"/>
                  </a:lnTo>
                  <a:lnTo>
                    <a:pt x="133" y="60"/>
                  </a:lnTo>
                  <a:lnTo>
                    <a:pt x="133" y="61"/>
                  </a:lnTo>
                  <a:lnTo>
                    <a:pt x="133" y="61"/>
                  </a:lnTo>
                  <a:lnTo>
                    <a:pt x="133" y="61"/>
                  </a:lnTo>
                  <a:lnTo>
                    <a:pt x="134" y="61"/>
                  </a:lnTo>
                  <a:lnTo>
                    <a:pt x="134" y="63"/>
                  </a:lnTo>
                  <a:lnTo>
                    <a:pt x="134" y="63"/>
                  </a:lnTo>
                  <a:lnTo>
                    <a:pt x="134" y="63"/>
                  </a:lnTo>
                  <a:lnTo>
                    <a:pt x="135" y="63"/>
                  </a:lnTo>
                  <a:lnTo>
                    <a:pt x="135" y="63"/>
                  </a:lnTo>
                  <a:lnTo>
                    <a:pt x="135" y="63"/>
                  </a:lnTo>
                  <a:lnTo>
                    <a:pt x="135" y="63"/>
                  </a:lnTo>
                  <a:lnTo>
                    <a:pt x="136" y="63"/>
                  </a:lnTo>
                  <a:lnTo>
                    <a:pt x="136" y="63"/>
                  </a:lnTo>
                  <a:lnTo>
                    <a:pt x="136" y="63"/>
                  </a:lnTo>
                  <a:lnTo>
                    <a:pt x="136" y="63"/>
                  </a:lnTo>
                  <a:lnTo>
                    <a:pt x="138" y="63"/>
                  </a:lnTo>
                  <a:lnTo>
                    <a:pt x="138" y="63"/>
                  </a:lnTo>
                  <a:lnTo>
                    <a:pt x="138" y="63"/>
                  </a:lnTo>
                  <a:lnTo>
                    <a:pt x="138" y="63"/>
                  </a:lnTo>
                  <a:lnTo>
                    <a:pt x="140" y="61"/>
                  </a:lnTo>
                  <a:lnTo>
                    <a:pt x="140" y="61"/>
                  </a:lnTo>
                  <a:lnTo>
                    <a:pt x="140" y="61"/>
                  </a:lnTo>
                  <a:lnTo>
                    <a:pt x="140" y="61"/>
                  </a:lnTo>
                  <a:lnTo>
                    <a:pt x="142" y="61"/>
                  </a:lnTo>
                  <a:lnTo>
                    <a:pt x="142" y="61"/>
                  </a:lnTo>
                  <a:lnTo>
                    <a:pt x="142" y="61"/>
                  </a:lnTo>
                  <a:lnTo>
                    <a:pt x="142" y="61"/>
                  </a:lnTo>
                  <a:lnTo>
                    <a:pt x="144" y="59"/>
                  </a:lnTo>
                  <a:lnTo>
                    <a:pt x="144" y="59"/>
                  </a:lnTo>
                  <a:lnTo>
                    <a:pt x="144" y="59"/>
                  </a:lnTo>
                  <a:lnTo>
                    <a:pt x="144" y="59"/>
                  </a:lnTo>
                  <a:lnTo>
                    <a:pt x="146" y="58"/>
                  </a:lnTo>
                  <a:lnTo>
                    <a:pt x="146" y="58"/>
                  </a:lnTo>
                  <a:lnTo>
                    <a:pt x="147" y="58"/>
                  </a:lnTo>
                  <a:lnTo>
                    <a:pt x="147" y="58"/>
                  </a:lnTo>
                  <a:lnTo>
                    <a:pt x="149" y="57"/>
                  </a:lnTo>
                  <a:lnTo>
                    <a:pt x="149" y="58"/>
                  </a:lnTo>
                  <a:lnTo>
                    <a:pt x="149" y="58"/>
                  </a:lnTo>
                  <a:lnTo>
                    <a:pt x="149" y="58"/>
                  </a:lnTo>
                  <a:lnTo>
                    <a:pt x="149" y="58"/>
                  </a:lnTo>
                  <a:lnTo>
                    <a:pt x="149" y="59"/>
                  </a:lnTo>
                  <a:lnTo>
                    <a:pt x="149" y="59"/>
                  </a:lnTo>
                  <a:lnTo>
                    <a:pt x="149" y="59"/>
                  </a:lnTo>
                  <a:lnTo>
                    <a:pt x="150" y="59"/>
                  </a:lnTo>
                  <a:lnTo>
                    <a:pt x="150" y="61"/>
                  </a:lnTo>
                  <a:lnTo>
                    <a:pt x="150" y="61"/>
                  </a:lnTo>
                  <a:lnTo>
                    <a:pt x="150" y="61"/>
                  </a:lnTo>
                  <a:lnTo>
                    <a:pt x="150" y="61"/>
                  </a:lnTo>
                  <a:lnTo>
                    <a:pt x="150" y="61"/>
                  </a:lnTo>
                  <a:lnTo>
                    <a:pt x="150" y="61"/>
                  </a:lnTo>
                  <a:lnTo>
                    <a:pt x="150" y="61"/>
                  </a:lnTo>
                  <a:lnTo>
                    <a:pt x="152" y="61"/>
                  </a:lnTo>
                  <a:lnTo>
                    <a:pt x="152" y="62"/>
                  </a:lnTo>
                  <a:lnTo>
                    <a:pt x="152" y="62"/>
                  </a:lnTo>
                  <a:lnTo>
                    <a:pt x="152" y="62"/>
                  </a:lnTo>
                  <a:lnTo>
                    <a:pt x="153" y="62"/>
                  </a:lnTo>
                  <a:lnTo>
                    <a:pt x="153" y="62"/>
                  </a:lnTo>
                  <a:lnTo>
                    <a:pt x="154" y="62"/>
                  </a:lnTo>
                  <a:lnTo>
                    <a:pt x="154" y="62"/>
                  </a:lnTo>
                  <a:lnTo>
                    <a:pt x="156" y="61"/>
                  </a:lnTo>
                  <a:lnTo>
                    <a:pt x="156" y="61"/>
                  </a:lnTo>
                  <a:lnTo>
                    <a:pt x="156" y="61"/>
                  </a:lnTo>
                  <a:lnTo>
                    <a:pt x="156" y="61"/>
                  </a:lnTo>
                  <a:lnTo>
                    <a:pt x="158" y="61"/>
                  </a:lnTo>
                  <a:lnTo>
                    <a:pt x="158" y="61"/>
                  </a:lnTo>
                  <a:lnTo>
                    <a:pt x="158" y="61"/>
                  </a:lnTo>
                  <a:lnTo>
                    <a:pt x="158" y="61"/>
                  </a:lnTo>
                  <a:lnTo>
                    <a:pt x="160" y="60"/>
                  </a:lnTo>
                  <a:lnTo>
                    <a:pt x="160" y="60"/>
                  </a:lnTo>
                  <a:lnTo>
                    <a:pt x="160" y="60"/>
                  </a:lnTo>
                  <a:lnTo>
                    <a:pt x="160" y="60"/>
                  </a:lnTo>
                  <a:lnTo>
                    <a:pt x="160" y="59"/>
                  </a:lnTo>
                  <a:lnTo>
                    <a:pt x="160" y="59"/>
                  </a:lnTo>
                  <a:lnTo>
                    <a:pt x="160" y="59"/>
                  </a:lnTo>
                  <a:lnTo>
                    <a:pt x="160" y="59"/>
                  </a:lnTo>
                  <a:lnTo>
                    <a:pt x="161" y="57"/>
                  </a:lnTo>
                  <a:lnTo>
                    <a:pt x="161" y="57"/>
                  </a:lnTo>
                  <a:lnTo>
                    <a:pt x="161" y="57"/>
                  </a:lnTo>
                  <a:lnTo>
                    <a:pt x="161" y="57"/>
                  </a:lnTo>
                  <a:lnTo>
                    <a:pt x="161" y="56"/>
                  </a:lnTo>
                  <a:lnTo>
                    <a:pt x="161" y="56"/>
                  </a:lnTo>
                  <a:lnTo>
                    <a:pt x="161" y="56"/>
                  </a:lnTo>
                  <a:lnTo>
                    <a:pt x="161" y="56"/>
                  </a:lnTo>
                  <a:lnTo>
                    <a:pt x="162" y="54"/>
                  </a:lnTo>
                  <a:lnTo>
                    <a:pt x="162" y="54"/>
                  </a:lnTo>
                  <a:lnTo>
                    <a:pt x="162" y="54"/>
                  </a:lnTo>
                  <a:lnTo>
                    <a:pt x="162" y="54"/>
                  </a:lnTo>
                  <a:lnTo>
                    <a:pt x="162" y="54"/>
                  </a:lnTo>
                  <a:lnTo>
                    <a:pt x="162" y="54"/>
                  </a:lnTo>
                  <a:lnTo>
                    <a:pt x="162" y="54"/>
                  </a:lnTo>
                  <a:lnTo>
                    <a:pt x="162" y="54"/>
                  </a:lnTo>
                  <a:lnTo>
                    <a:pt x="163" y="52"/>
                  </a:lnTo>
                  <a:lnTo>
                    <a:pt x="163" y="52"/>
                  </a:lnTo>
                  <a:lnTo>
                    <a:pt x="163" y="52"/>
                  </a:lnTo>
                  <a:lnTo>
                    <a:pt x="163" y="52"/>
                  </a:lnTo>
                  <a:lnTo>
                    <a:pt x="163" y="51"/>
                  </a:lnTo>
                  <a:lnTo>
                    <a:pt x="163" y="51"/>
                  </a:lnTo>
                  <a:lnTo>
                    <a:pt x="163" y="51"/>
                  </a:lnTo>
                  <a:lnTo>
                    <a:pt x="163" y="51"/>
                  </a:lnTo>
                  <a:lnTo>
                    <a:pt x="164" y="49"/>
                  </a:lnTo>
                  <a:lnTo>
                    <a:pt x="164" y="49"/>
                  </a:lnTo>
                  <a:lnTo>
                    <a:pt x="164" y="49"/>
                  </a:lnTo>
                  <a:lnTo>
                    <a:pt x="164" y="49"/>
                  </a:lnTo>
                  <a:lnTo>
                    <a:pt x="164" y="49"/>
                  </a:lnTo>
                  <a:lnTo>
                    <a:pt x="164" y="49"/>
                  </a:lnTo>
                  <a:lnTo>
                    <a:pt x="166" y="48"/>
                  </a:lnTo>
                  <a:lnTo>
                    <a:pt x="166" y="48"/>
                  </a:lnTo>
                  <a:lnTo>
                    <a:pt x="168" y="46"/>
                  </a:lnTo>
                  <a:lnTo>
                    <a:pt x="168" y="46"/>
                  </a:lnTo>
                  <a:lnTo>
                    <a:pt x="168" y="46"/>
                  </a:lnTo>
                  <a:lnTo>
                    <a:pt x="168" y="46"/>
                  </a:lnTo>
                  <a:lnTo>
                    <a:pt x="170" y="46"/>
                  </a:lnTo>
                  <a:lnTo>
                    <a:pt x="170" y="47"/>
                  </a:lnTo>
                  <a:lnTo>
                    <a:pt x="171" y="47"/>
                  </a:lnTo>
                  <a:lnTo>
                    <a:pt x="171" y="49"/>
                  </a:lnTo>
                  <a:lnTo>
                    <a:pt x="172" y="49"/>
                  </a:lnTo>
                  <a:lnTo>
                    <a:pt x="172" y="49"/>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85" name=""/>
            <p:cNvSpPr/>
            <p:nvPr/>
          </p:nvSpPr>
          <p:spPr>
            <a:xfrm>
              <a:off x="8442360" y="6237360"/>
              <a:ext cx="812880" cy="554040"/>
            </a:xfrm>
            <a:custGeom>
              <a:avLst/>
              <a:gdLst/>
              <a:ahLst/>
              <a:rect l="l" t="t" r="r" b="b"/>
              <a:pathLst>
                <a:path w="512" h="349">
                  <a:moveTo>
                    <a:pt x="247" y="333"/>
                  </a:moveTo>
                  <a:lnTo>
                    <a:pt x="247" y="333"/>
                  </a:lnTo>
                  <a:lnTo>
                    <a:pt x="247" y="333"/>
                  </a:lnTo>
                  <a:lnTo>
                    <a:pt x="247" y="333"/>
                  </a:lnTo>
                  <a:lnTo>
                    <a:pt x="247" y="331"/>
                  </a:lnTo>
                  <a:lnTo>
                    <a:pt x="247" y="331"/>
                  </a:lnTo>
                  <a:lnTo>
                    <a:pt x="247" y="329"/>
                  </a:lnTo>
                  <a:lnTo>
                    <a:pt x="247" y="329"/>
                  </a:lnTo>
                  <a:lnTo>
                    <a:pt x="247" y="327"/>
                  </a:lnTo>
                  <a:lnTo>
                    <a:pt x="244" y="327"/>
                  </a:lnTo>
                  <a:lnTo>
                    <a:pt x="244" y="325"/>
                  </a:lnTo>
                  <a:lnTo>
                    <a:pt x="244" y="325"/>
                  </a:lnTo>
                  <a:lnTo>
                    <a:pt x="244" y="323"/>
                  </a:lnTo>
                  <a:lnTo>
                    <a:pt x="244" y="323"/>
                  </a:lnTo>
                  <a:lnTo>
                    <a:pt x="244" y="323"/>
                  </a:lnTo>
                  <a:lnTo>
                    <a:pt x="244" y="323"/>
                  </a:lnTo>
                  <a:lnTo>
                    <a:pt x="244" y="321"/>
                  </a:lnTo>
                  <a:lnTo>
                    <a:pt x="244" y="323"/>
                  </a:lnTo>
                  <a:lnTo>
                    <a:pt x="244" y="323"/>
                  </a:lnTo>
                  <a:lnTo>
                    <a:pt x="244" y="323"/>
                  </a:lnTo>
                  <a:lnTo>
                    <a:pt x="244" y="323"/>
                  </a:lnTo>
                  <a:lnTo>
                    <a:pt x="244" y="324"/>
                  </a:lnTo>
                  <a:lnTo>
                    <a:pt x="244" y="324"/>
                  </a:lnTo>
                  <a:lnTo>
                    <a:pt x="244" y="324"/>
                  </a:lnTo>
                  <a:lnTo>
                    <a:pt x="247" y="324"/>
                  </a:lnTo>
                  <a:lnTo>
                    <a:pt x="247" y="324"/>
                  </a:lnTo>
                  <a:lnTo>
                    <a:pt x="247" y="324"/>
                  </a:lnTo>
                  <a:lnTo>
                    <a:pt x="247" y="324"/>
                  </a:lnTo>
                  <a:lnTo>
                    <a:pt x="248" y="324"/>
                  </a:lnTo>
                  <a:lnTo>
                    <a:pt x="248" y="324"/>
                  </a:lnTo>
                  <a:lnTo>
                    <a:pt x="249" y="324"/>
                  </a:lnTo>
                  <a:lnTo>
                    <a:pt x="249" y="324"/>
                  </a:lnTo>
                  <a:lnTo>
                    <a:pt x="252" y="323"/>
                  </a:lnTo>
                  <a:lnTo>
                    <a:pt x="252" y="323"/>
                  </a:lnTo>
                  <a:lnTo>
                    <a:pt x="252" y="323"/>
                  </a:lnTo>
                  <a:lnTo>
                    <a:pt x="252" y="323"/>
                  </a:lnTo>
                  <a:lnTo>
                    <a:pt x="254" y="321"/>
                  </a:lnTo>
                  <a:lnTo>
                    <a:pt x="254" y="321"/>
                  </a:lnTo>
                  <a:lnTo>
                    <a:pt x="256" y="319"/>
                  </a:lnTo>
                  <a:lnTo>
                    <a:pt x="256" y="319"/>
                  </a:lnTo>
                  <a:lnTo>
                    <a:pt x="258" y="317"/>
                  </a:lnTo>
                  <a:lnTo>
                    <a:pt x="258" y="317"/>
                  </a:lnTo>
                  <a:lnTo>
                    <a:pt x="259" y="315"/>
                  </a:lnTo>
                  <a:lnTo>
                    <a:pt x="259" y="315"/>
                  </a:lnTo>
                  <a:lnTo>
                    <a:pt x="261" y="313"/>
                  </a:lnTo>
                  <a:lnTo>
                    <a:pt x="261" y="313"/>
                  </a:lnTo>
                  <a:lnTo>
                    <a:pt x="262" y="312"/>
                  </a:lnTo>
                  <a:lnTo>
                    <a:pt x="262" y="312"/>
                  </a:lnTo>
                  <a:lnTo>
                    <a:pt x="264" y="310"/>
                  </a:lnTo>
                  <a:lnTo>
                    <a:pt x="264" y="310"/>
                  </a:lnTo>
                  <a:lnTo>
                    <a:pt x="264" y="309"/>
                  </a:lnTo>
                  <a:lnTo>
                    <a:pt x="264" y="309"/>
                  </a:lnTo>
                  <a:lnTo>
                    <a:pt x="264" y="307"/>
                  </a:lnTo>
                  <a:lnTo>
                    <a:pt x="264" y="307"/>
                  </a:lnTo>
                  <a:lnTo>
                    <a:pt x="264" y="305"/>
                  </a:lnTo>
                  <a:lnTo>
                    <a:pt x="264" y="305"/>
                  </a:lnTo>
                  <a:lnTo>
                    <a:pt x="266" y="303"/>
                  </a:lnTo>
                  <a:lnTo>
                    <a:pt x="266" y="303"/>
                  </a:lnTo>
                  <a:lnTo>
                    <a:pt x="266" y="302"/>
                  </a:lnTo>
                  <a:lnTo>
                    <a:pt x="266" y="302"/>
                  </a:lnTo>
                  <a:lnTo>
                    <a:pt x="266" y="300"/>
                  </a:lnTo>
                  <a:lnTo>
                    <a:pt x="266" y="300"/>
                  </a:lnTo>
                  <a:lnTo>
                    <a:pt x="266" y="298"/>
                  </a:lnTo>
                  <a:lnTo>
                    <a:pt x="266" y="298"/>
                  </a:lnTo>
                  <a:lnTo>
                    <a:pt x="267" y="296"/>
                  </a:lnTo>
                  <a:lnTo>
                    <a:pt x="267" y="296"/>
                  </a:lnTo>
                  <a:lnTo>
                    <a:pt x="267" y="296"/>
                  </a:lnTo>
                  <a:lnTo>
                    <a:pt x="267" y="296"/>
                  </a:lnTo>
                  <a:lnTo>
                    <a:pt x="267" y="294"/>
                  </a:lnTo>
                  <a:lnTo>
                    <a:pt x="267" y="294"/>
                  </a:lnTo>
                  <a:lnTo>
                    <a:pt x="267" y="292"/>
                  </a:lnTo>
                  <a:lnTo>
                    <a:pt x="267" y="292"/>
                  </a:lnTo>
                  <a:lnTo>
                    <a:pt x="269" y="290"/>
                  </a:lnTo>
                  <a:lnTo>
                    <a:pt x="269" y="290"/>
                  </a:lnTo>
                  <a:lnTo>
                    <a:pt x="269" y="288"/>
                  </a:lnTo>
                  <a:lnTo>
                    <a:pt x="269" y="288"/>
                  </a:lnTo>
                  <a:lnTo>
                    <a:pt x="269" y="287"/>
                  </a:lnTo>
                  <a:lnTo>
                    <a:pt x="269" y="287"/>
                  </a:lnTo>
                  <a:lnTo>
                    <a:pt x="269" y="286"/>
                  </a:lnTo>
                  <a:lnTo>
                    <a:pt x="269" y="286"/>
                  </a:lnTo>
                  <a:lnTo>
                    <a:pt x="270" y="284"/>
                  </a:lnTo>
                  <a:lnTo>
                    <a:pt x="269" y="284"/>
                  </a:lnTo>
                  <a:lnTo>
                    <a:pt x="269" y="284"/>
                  </a:lnTo>
                  <a:lnTo>
                    <a:pt x="269" y="284"/>
                  </a:lnTo>
                  <a:lnTo>
                    <a:pt x="269" y="282"/>
                  </a:lnTo>
                  <a:lnTo>
                    <a:pt x="269" y="282"/>
                  </a:lnTo>
                  <a:lnTo>
                    <a:pt x="269" y="280"/>
                  </a:lnTo>
                  <a:lnTo>
                    <a:pt x="269" y="280"/>
                  </a:lnTo>
                  <a:lnTo>
                    <a:pt x="269" y="278"/>
                  </a:lnTo>
                  <a:lnTo>
                    <a:pt x="267" y="278"/>
                  </a:lnTo>
                  <a:lnTo>
                    <a:pt x="267" y="277"/>
                  </a:lnTo>
                  <a:lnTo>
                    <a:pt x="267" y="277"/>
                  </a:lnTo>
                  <a:lnTo>
                    <a:pt x="267" y="275"/>
                  </a:lnTo>
                  <a:lnTo>
                    <a:pt x="267" y="275"/>
                  </a:lnTo>
                  <a:lnTo>
                    <a:pt x="267" y="274"/>
                  </a:lnTo>
                  <a:lnTo>
                    <a:pt x="267" y="274"/>
                  </a:lnTo>
                  <a:lnTo>
                    <a:pt x="267" y="273"/>
                  </a:lnTo>
                  <a:lnTo>
                    <a:pt x="267" y="273"/>
                  </a:lnTo>
                  <a:lnTo>
                    <a:pt x="267" y="273"/>
                  </a:lnTo>
                  <a:lnTo>
                    <a:pt x="267" y="273"/>
                  </a:lnTo>
                  <a:lnTo>
                    <a:pt x="269" y="273"/>
                  </a:lnTo>
                  <a:lnTo>
                    <a:pt x="269" y="273"/>
                  </a:lnTo>
                  <a:lnTo>
                    <a:pt x="270" y="273"/>
                  </a:lnTo>
                  <a:lnTo>
                    <a:pt x="271" y="273"/>
                  </a:lnTo>
                  <a:lnTo>
                    <a:pt x="273" y="273"/>
                  </a:lnTo>
                  <a:lnTo>
                    <a:pt x="273" y="273"/>
                  </a:lnTo>
                  <a:lnTo>
                    <a:pt x="275" y="273"/>
                  </a:lnTo>
                  <a:lnTo>
                    <a:pt x="276" y="273"/>
                  </a:lnTo>
                  <a:lnTo>
                    <a:pt x="277" y="272"/>
                  </a:lnTo>
                  <a:lnTo>
                    <a:pt x="277" y="272"/>
                  </a:lnTo>
                  <a:lnTo>
                    <a:pt x="279" y="272"/>
                  </a:lnTo>
                  <a:lnTo>
                    <a:pt x="280" y="272"/>
                  </a:lnTo>
                  <a:lnTo>
                    <a:pt x="282" y="271"/>
                  </a:lnTo>
                  <a:lnTo>
                    <a:pt x="282" y="271"/>
                  </a:lnTo>
                  <a:lnTo>
                    <a:pt x="284" y="271"/>
                  </a:lnTo>
                  <a:lnTo>
                    <a:pt x="284" y="271"/>
                  </a:lnTo>
                  <a:lnTo>
                    <a:pt x="286" y="271"/>
                  </a:lnTo>
                  <a:lnTo>
                    <a:pt x="286" y="271"/>
                  </a:lnTo>
                  <a:lnTo>
                    <a:pt x="288" y="271"/>
                  </a:lnTo>
                  <a:lnTo>
                    <a:pt x="289" y="271"/>
                  </a:lnTo>
                  <a:lnTo>
                    <a:pt x="291" y="269"/>
                  </a:lnTo>
                  <a:lnTo>
                    <a:pt x="291" y="269"/>
                  </a:lnTo>
                  <a:lnTo>
                    <a:pt x="293" y="269"/>
                  </a:lnTo>
                  <a:lnTo>
                    <a:pt x="293" y="269"/>
                  </a:lnTo>
                  <a:lnTo>
                    <a:pt x="296" y="267"/>
                  </a:lnTo>
                  <a:lnTo>
                    <a:pt x="296" y="267"/>
                  </a:lnTo>
                  <a:lnTo>
                    <a:pt x="298" y="267"/>
                  </a:lnTo>
                  <a:lnTo>
                    <a:pt x="298" y="267"/>
                  </a:lnTo>
                  <a:lnTo>
                    <a:pt x="300" y="265"/>
                  </a:lnTo>
                  <a:lnTo>
                    <a:pt x="300" y="265"/>
                  </a:lnTo>
                  <a:lnTo>
                    <a:pt x="300" y="265"/>
                  </a:lnTo>
                  <a:lnTo>
                    <a:pt x="300" y="265"/>
                  </a:lnTo>
                  <a:lnTo>
                    <a:pt x="300" y="265"/>
                  </a:lnTo>
                  <a:lnTo>
                    <a:pt x="300" y="265"/>
                  </a:lnTo>
                  <a:lnTo>
                    <a:pt x="300" y="265"/>
                  </a:lnTo>
                  <a:lnTo>
                    <a:pt x="300" y="265"/>
                  </a:lnTo>
                  <a:lnTo>
                    <a:pt x="302" y="264"/>
                  </a:lnTo>
                  <a:lnTo>
                    <a:pt x="302" y="264"/>
                  </a:lnTo>
                  <a:lnTo>
                    <a:pt x="302" y="264"/>
                  </a:lnTo>
                  <a:lnTo>
                    <a:pt x="302" y="264"/>
                  </a:lnTo>
                  <a:lnTo>
                    <a:pt x="303" y="262"/>
                  </a:lnTo>
                  <a:lnTo>
                    <a:pt x="303" y="262"/>
                  </a:lnTo>
                  <a:lnTo>
                    <a:pt x="303" y="262"/>
                  </a:lnTo>
                  <a:lnTo>
                    <a:pt x="303" y="262"/>
                  </a:lnTo>
                  <a:lnTo>
                    <a:pt x="305" y="260"/>
                  </a:lnTo>
                  <a:lnTo>
                    <a:pt x="305" y="262"/>
                  </a:lnTo>
                  <a:lnTo>
                    <a:pt x="307" y="262"/>
                  </a:lnTo>
                  <a:lnTo>
                    <a:pt x="307" y="263"/>
                  </a:lnTo>
                  <a:lnTo>
                    <a:pt x="309" y="263"/>
                  </a:lnTo>
                  <a:lnTo>
                    <a:pt x="309" y="263"/>
                  </a:lnTo>
                  <a:lnTo>
                    <a:pt x="311" y="263"/>
                  </a:lnTo>
                  <a:lnTo>
                    <a:pt x="313" y="263"/>
                  </a:lnTo>
                  <a:lnTo>
                    <a:pt x="314" y="262"/>
                  </a:lnTo>
                  <a:lnTo>
                    <a:pt x="314" y="262"/>
                  </a:lnTo>
                  <a:lnTo>
                    <a:pt x="316" y="262"/>
                  </a:lnTo>
                  <a:lnTo>
                    <a:pt x="316" y="262"/>
                  </a:lnTo>
                  <a:lnTo>
                    <a:pt x="318" y="261"/>
                  </a:lnTo>
                  <a:lnTo>
                    <a:pt x="318" y="261"/>
                  </a:lnTo>
                  <a:lnTo>
                    <a:pt x="319" y="261"/>
                  </a:lnTo>
                  <a:lnTo>
                    <a:pt x="319" y="261"/>
                  </a:lnTo>
                  <a:lnTo>
                    <a:pt x="321" y="261"/>
                  </a:lnTo>
                  <a:lnTo>
                    <a:pt x="321" y="263"/>
                  </a:lnTo>
                  <a:lnTo>
                    <a:pt x="321" y="263"/>
                  </a:lnTo>
                  <a:lnTo>
                    <a:pt x="321" y="263"/>
                  </a:lnTo>
                  <a:lnTo>
                    <a:pt x="321" y="263"/>
                  </a:lnTo>
                  <a:lnTo>
                    <a:pt x="321" y="265"/>
                  </a:lnTo>
                  <a:lnTo>
                    <a:pt x="321" y="265"/>
                  </a:lnTo>
                  <a:lnTo>
                    <a:pt x="321" y="265"/>
                  </a:lnTo>
                  <a:lnTo>
                    <a:pt x="321" y="265"/>
                  </a:lnTo>
                  <a:lnTo>
                    <a:pt x="319" y="267"/>
                  </a:lnTo>
                  <a:lnTo>
                    <a:pt x="319" y="267"/>
                  </a:lnTo>
                  <a:lnTo>
                    <a:pt x="319" y="267"/>
                  </a:lnTo>
                  <a:lnTo>
                    <a:pt x="319" y="267"/>
                  </a:lnTo>
                  <a:lnTo>
                    <a:pt x="318" y="267"/>
                  </a:lnTo>
                  <a:lnTo>
                    <a:pt x="318" y="267"/>
                  </a:lnTo>
                  <a:lnTo>
                    <a:pt x="318" y="267"/>
                  </a:lnTo>
                  <a:lnTo>
                    <a:pt x="318" y="267"/>
                  </a:lnTo>
                  <a:lnTo>
                    <a:pt x="316" y="269"/>
                  </a:lnTo>
                  <a:lnTo>
                    <a:pt x="316" y="269"/>
                  </a:lnTo>
                  <a:lnTo>
                    <a:pt x="315" y="269"/>
                  </a:lnTo>
                  <a:lnTo>
                    <a:pt x="315" y="269"/>
                  </a:lnTo>
                  <a:lnTo>
                    <a:pt x="314" y="269"/>
                  </a:lnTo>
                  <a:lnTo>
                    <a:pt x="314" y="269"/>
                  </a:lnTo>
                  <a:lnTo>
                    <a:pt x="313" y="269"/>
                  </a:lnTo>
                  <a:lnTo>
                    <a:pt x="313" y="269"/>
                  </a:lnTo>
                  <a:lnTo>
                    <a:pt x="310" y="269"/>
                  </a:lnTo>
                  <a:lnTo>
                    <a:pt x="310" y="269"/>
                  </a:lnTo>
                  <a:lnTo>
                    <a:pt x="308" y="269"/>
                  </a:lnTo>
                  <a:lnTo>
                    <a:pt x="308" y="269"/>
                  </a:lnTo>
                  <a:lnTo>
                    <a:pt x="307" y="269"/>
                  </a:lnTo>
                  <a:lnTo>
                    <a:pt x="307" y="269"/>
                  </a:lnTo>
                  <a:lnTo>
                    <a:pt x="305" y="269"/>
                  </a:lnTo>
                  <a:lnTo>
                    <a:pt x="305" y="269"/>
                  </a:lnTo>
                  <a:lnTo>
                    <a:pt x="303" y="271"/>
                  </a:lnTo>
                  <a:lnTo>
                    <a:pt x="303" y="271"/>
                  </a:lnTo>
                  <a:lnTo>
                    <a:pt x="302" y="271"/>
                  </a:lnTo>
                  <a:lnTo>
                    <a:pt x="302" y="271"/>
                  </a:lnTo>
                  <a:lnTo>
                    <a:pt x="300" y="273"/>
                  </a:lnTo>
                  <a:lnTo>
                    <a:pt x="300" y="273"/>
                  </a:lnTo>
                  <a:lnTo>
                    <a:pt x="300" y="273"/>
                  </a:lnTo>
                  <a:lnTo>
                    <a:pt x="300" y="273"/>
                  </a:lnTo>
                  <a:lnTo>
                    <a:pt x="298" y="275"/>
                  </a:lnTo>
                  <a:lnTo>
                    <a:pt x="298" y="275"/>
                  </a:lnTo>
                  <a:lnTo>
                    <a:pt x="298" y="275"/>
                  </a:lnTo>
                  <a:lnTo>
                    <a:pt x="298" y="275"/>
                  </a:lnTo>
                  <a:lnTo>
                    <a:pt x="298" y="276"/>
                  </a:lnTo>
                  <a:lnTo>
                    <a:pt x="298" y="276"/>
                  </a:lnTo>
                  <a:lnTo>
                    <a:pt x="298" y="276"/>
                  </a:lnTo>
                  <a:lnTo>
                    <a:pt x="298" y="276"/>
                  </a:lnTo>
                  <a:lnTo>
                    <a:pt x="298" y="278"/>
                  </a:lnTo>
                  <a:lnTo>
                    <a:pt x="298" y="278"/>
                  </a:lnTo>
                  <a:lnTo>
                    <a:pt x="298" y="278"/>
                  </a:lnTo>
                  <a:lnTo>
                    <a:pt x="299" y="278"/>
                  </a:lnTo>
                  <a:lnTo>
                    <a:pt x="299" y="280"/>
                  </a:lnTo>
                  <a:lnTo>
                    <a:pt x="299" y="280"/>
                  </a:lnTo>
                  <a:lnTo>
                    <a:pt x="299" y="280"/>
                  </a:lnTo>
                  <a:lnTo>
                    <a:pt x="301" y="280"/>
                  </a:lnTo>
                  <a:lnTo>
                    <a:pt x="301" y="281"/>
                  </a:lnTo>
                  <a:lnTo>
                    <a:pt x="301" y="281"/>
                  </a:lnTo>
                  <a:lnTo>
                    <a:pt x="301" y="281"/>
                  </a:lnTo>
                  <a:lnTo>
                    <a:pt x="303" y="281"/>
                  </a:lnTo>
                  <a:lnTo>
                    <a:pt x="303" y="281"/>
                  </a:lnTo>
                  <a:lnTo>
                    <a:pt x="303" y="281"/>
                  </a:lnTo>
                  <a:lnTo>
                    <a:pt x="303" y="281"/>
                  </a:lnTo>
                  <a:lnTo>
                    <a:pt x="305" y="281"/>
                  </a:lnTo>
                  <a:lnTo>
                    <a:pt x="305" y="283"/>
                  </a:lnTo>
                  <a:lnTo>
                    <a:pt x="307" y="283"/>
                  </a:lnTo>
                  <a:lnTo>
                    <a:pt x="307" y="283"/>
                  </a:lnTo>
                  <a:lnTo>
                    <a:pt x="308" y="283"/>
                  </a:lnTo>
                  <a:lnTo>
                    <a:pt x="308" y="283"/>
                  </a:lnTo>
                  <a:lnTo>
                    <a:pt x="310" y="283"/>
                  </a:lnTo>
                  <a:lnTo>
                    <a:pt x="310" y="283"/>
                  </a:lnTo>
                  <a:lnTo>
                    <a:pt x="313" y="283"/>
                  </a:lnTo>
                  <a:lnTo>
                    <a:pt x="313" y="283"/>
                  </a:lnTo>
                  <a:lnTo>
                    <a:pt x="314" y="283"/>
                  </a:lnTo>
                  <a:lnTo>
                    <a:pt x="314" y="283"/>
                  </a:lnTo>
                  <a:lnTo>
                    <a:pt x="316" y="283"/>
                  </a:lnTo>
                  <a:lnTo>
                    <a:pt x="316" y="283"/>
                  </a:lnTo>
                  <a:lnTo>
                    <a:pt x="318" y="283"/>
                  </a:lnTo>
                  <a:lnTo>
                    <a:pt x="318" y="283"/>
                  </a:lnTo>
                  <a:lnTo>
                    <a:pt x="320" y="283"/>
                  </a:lnTo>
                  <a:lnTo>
                    <a:pt x="320" y="283"/>
                  </a:lnTo>
                  <a:lnTo>
                    <a:pt x="322" y="283"/>
                  </a:lnTo>
                  <a:lnTo>
                    <a:pt x="322" y="283"/>
                  </a:lnTo>
                  <a:lnTo>
                    <a:pt x="324" y="281"/>
                  </a:lnTo>
                  <a:lnTo>
                    <a:pt x="324" y="281"/>
                  </a:lnTo>
                  <a:lnTo>
                    <a:pt x="326" y="281"/>
                  </a:lnTo>
                  <a:lnTo>
                    <a:pt x="328" y="281"/>
                  </a:lnTo>
                  <a:lnTo>
                    <a:pt x="330" y="280"/>
                  </a:lnTo>
                  <a:lnTo>
                    <a:pt x="330" y="280"/>
                  </a:lnTo>
                  <a:lnTo>
                    <a:pt x="332" y="280"/>
                  </a:lnTo>
                  <a:lnTo>
                    <a:pt x="334" y="280"/>
                  </a:lnTo>
                  <a:lnTo>
                    <a:pt x="336" y="278"/>
                  </a:lnTo>
                  <a:lnTo>
                    <a:pt x="336" y="278"/>
                  </a:lnTo>
                  <a:lnTo>
                    <a:pt x="338" y="276"/>
                  </a:lnTo>
                  <a:lnTo>
                    <a:pt x="339" y="276"/>
                  </a:lnTo>
                  <a:lnTo>
                    <a:pt x="341" y="274"/>
                  </a:lnTo>
                  <a:lnTo>
                    <a:pt x="341" y="274"/>
                  </a:lnTo>
                  <a:lnTo>
                    <a:pt x="341" y="274"/>
                  </a:lnTo>
                  <a:lnTo>
                    <a:pt x="341" y="274"/>
                  </a:lnTo>
                  <a:lnTo>
                    <a:pt x="342" y="274"/>
                  </a:lnTo>
                  <a:lnTo>
                    <a:pt x="342" y="274"/>
                  </a:lnTo>
                  <a:lnTo>
                    <a:pt x="343" y="274"/>
                  </a:lnTo>
                  <a:lnTo>
                    <a:pt x="343" y="274"/>
                  </a:lnTo>
                  <a:lnTo>
                    <a:pt x="345" y="273"/>
                  </a:lnTo>
                  <a:lnTo>
                    <a:pt x="345" y="273"/>
                  </a:lnTo>
                  <a:lnTo>
                    <a:pt x="345" y="273"/>
                  </a:lnTo>
                  <a:lnTo>
                    <a:pt x="345" y="273"/>
                  </a:lnTo>
                  <a:lnTo>
                    <a:pt x="347" y="272"/>
                  </a:lnTo>
                  <a:lnTo>
                    <a:pt x="347" y="272"/>
                  </a:lnTo>
                  <a:lnTo>
                    <a:pt x="348" y="272"/>
                  </a:lnTo>
                  <a:lnTo>
                    <a:pt x="348" y="272"/>
                  </a:lnTo>
                  <a:lnTo>
                    <a:pt x="350" y="271"/>
                  </a:lnTo>
                  <a:lnTo>
                    <a:pt x="350" y="272"/>
                  </a:lnTo>
                  <a:lnTo>
                    <a:pt x="350" y="272"/>
                  </a:lnTo>
                  <a:lnTo>
                    <a:pt x="350" y="272"/>
                  </a:lnTo>
                  <a:lnTo>
                    <a:pt x="350" y="272"/>
                  </a:lnTo>
                  <a:lnTo>
                    <a:pt x="350" y="274"/>
                  </a:lnTo>
                  <a:lnTo>
                    <a:pt x="350" y="274"/>
                  </a:lnTo>
                  <a:lnTo>
                    <a:pt x="350" y="274"/>
                  </a:lnTo>
                  <a:lnTo>
                    <a:pt x="352" y="274"/>
                  </a:lnTo>
                  <a:lnTo>
                    <a:pt x="352" y="276"/>
                  </a:lnTo>
                  <a:lnTo>
                    <a:pt x="352" y="276"/>
                  </a:lnTo>
                  <a:lnTo>
                    <a:pt x="352" y="276"/>
                  </a:lnTo>
                  <a:lnTo>
                    <a:pt x="354" y="276"/>
                  </a:lnTo>
                  <a:lnTo>
                    <a:pt x="354" y="276"/>
                  </a:lnTo>
                  <a:lnTo>
                    <a:pt x="354" y="276"/>
                  </a:lnTo>
                  <a:lnTo>
                    <a:pt x="354" y="276"/>
                  </a:lnTo>
                  <a:lnTo>
                    <a:pt x="356" y="275"/>
                  </a:lnTo>
                  <a:lnTo>
                    <a:pt x="356" y="275"/>
                  </a:lnTo>
                  <a:lnTo>
                    <a:pt x="356" y="275"/>
                  </a:lnTo>
                  <a:lnTo>
                    <a:pt x="356" y="275"/>
                  </a:lnTo>
                  <a:lnTo>
                    <a:pt x="356" y="275"/>
                  </a:lnTo>
                  <a:lnTo>
                    <a:pt x="356" y="275"/>
                  </a:lnTo>
                  <a:lnTo>
                    <a:pt x="356" y="275"/>
                  </a:lnTo>
                  <a:lnTo>
                    <a:pt x="356" y="275"/>
                  </a:lnTo>
                  <a:lnTo>
                    <a:pt x="357" y="273"/>
                  </a:lnTo>
                  <a:lnTo>
                    <a:pt x="357" y="273"/>
                  </a:lnTo>
                  <a:lnTo>
                    <a:pt x="357" y="273"/>
                  </a:lnTo>
                  <a:lnTo>
                    <a:pt x="357" y="273"/>
                  </a:lnTo>
                  <a:lnTo>
                    <a:pt x="357" y="272"/>
                  </a:lnTo>
                  <a:lnTo>
                    <a:pt x="357" y="272"/>
                  </a:lnTo>
                  <a:lnTo>
                    <a:pt x="357" y="272"/>
                  </a:lnTo>
                  <a:lnTo>
                    <a:pt x="357" y="272"/>
                  </a:lnTo>
                  <a:lnTo>
                    <a:pt x="357" y="271"/>
                  </a:lnTo>
                  <a:lnTo>
                    <a:pt x="357" y="271"/>
                  </a:lnTo>
                  <a:lnTo>
                    <a:pt x="357" y="271"/>
                  </a:lnTo>
                  <a:lnTo>
                    <a:pt x="357" y="271"/>
                  </a:lnTo>
                  <a:lnTo>
                    <a:pt x="357" y="271"/>
                  </a:lnTo>
                  <a:lnTo>
                    <a:pt x="357" y="272"/>
                  </a:lnTo>
                  <a:lnTo>
                    <a:pt x="357" y="272"/>
                  </a:lnTo>
                  <a:lnTo>
                    <a:pt x="357" y="272"/>
                  </a:lnTo>
                  <a:lnTo>
                    <a:pt x="359" y="272"/>
                  </a:lnTo>
                  <a:lnTo>
                    <a:pt x="359" y="274"/>
                  </a:lnTo>
                  <a:lnTo>
                    <a:pt x="359" y="274"/>
                  </a:lnTo>
                  <a:lnTo>
                    <a:pt x="359" y="274"/>
                  </a:lnTo>
                  <a:lnTo>
                    <a:pt x="360" y="274"/>
                  </a:lnTo>
                  <a:lnTo>
                    <a:pt x="360" y="274"/>
                  </a:lnTo>
                  <a:lnTo>
                    <a:pt x="360" y="274"/>
                  </a:lnTo>
                  <a:lnTo>
                    <a:pt x="360" y="274"/>
                  </a:lnTo>
                  <a:lnTo>
                    <a:pt x="361" y="274"/>
                  </a:lnTo>
                  <a:lnTo>
                    <a:pt x="361" y="276"/>
                  </a:lnTo>
                  <a:lnTo>
                    <a:pt x="361" y="276"/>
                  </a:lnTo>
                  <a:lnTo>
                    <a:pt x="361" y="277"/>
                  </a:lnTo>
                  <a:lnTo>
                    <a:pt x="361" y="277"/>
                  </a:lnTo>
                  <a:lnTo>
                    <a:pt x="361" y="279"/>
                  </a:lnTo>
                  <a:lnTo>
                    <a:pt x="361" y="279"/>
                  </a:lnTo>
                  <a:lnTo>
                    <a:pt x="361" y="279"/>
                  </a:lnTo>
                  <a:lnTo>
                    <a:pt x="361" y="279"/>
                  </a:lnTo>
                  <a:lnTo>
                    <a:pt x="361" y="281"/>
                  </a:lnTo>
                  <a:lnTo>
                    <a:pt x="361" y="281"/>
                  </a:lnTo>
                  <a:lnTo>
                    <a:pt x="361" y="281"/>
                  </a:lnTo>
                  <a:lnTo>
                    <a:pt x="361" y="281"/>
                  </a:lnTo>
                  <a:lnTo>
                    <a:pt x="361" y="281"/>
                  </a:lnTo>
                  <a:lnTo>
                    <a:pt x="361" y="281"/>
                  </a:lnTo>
                  <a:lnTo>
                    <a:pt x="361" y="281"/>
                  </a:lnTo>
                  <a:lnTo>
                    <a:pt x="361" y="281"/>
                  </a:lnTo>
                  <a:lnTo>
                    <a:pt x="360" y="284"/>
                  </a:lnTo>
                  <a:lnTo>
                    <a:pt x="360" y="284"/>
                  </a:lnTo>
                  <a:lnTo>
                    <a:pt x="358" y="286"/>
                  </a:lnTo>
                  <a:lnTo>
                    <a:pt x="358" y="286"/>
                  </a:lnTo>
                  <a:lnTo>
                    <a:pt x="356" y="287"/>
                  </a:lnTo>
                  <a:lnTo>
                    <a:pt x="356" y="287"/>
                  </a:lnTo>
                  <a:lnTo>
                    <a:pt x="356" y="287"/>
                  </a:lnTo>
                  <a:lnTo>
                    <a:pt x="356" y="287"/>
                  </a:lnTo>
                  <a:lnTo>
                    <a:pt x="354" y="289"/>
                  </a:lnTo>
                  <a:lnTo>
                    <a:pt x="354" y="289"/>
                  </a:lnTo>
                  <a:lnTo>
                    <a:pt x="352" y="291"/>
                  </a:lnTo>
                  <a:lnTo>
                    <a:pt x="352" y="291"/>
                  </a:lnTo>
                  <a:lnTo>
                    <a:pt x="351" y="293"/>
                  </a:lnTo>
                  <a:lnTo>
                    <a:pt x="351" y="293"/>
                  </a:lnTo>
                  <a:lnTo>
                    <a:pt x="351" y="293"/>
                  </a:lnTo>
                  <a:lnTo>
                    <a:pt x="351" y="293"/>
                  </a:lnTo>
                  <a:lnTo>
                    <a:pt x="349" y="295"/>
                  </a:lnTo>
                  <a:lnTo>
                    <a:pt x="349" y="295"/>
                  </a:lnTo>
                  <a:lnTo>
                    <a:pt x="347" y="296"/>
                  </a:lnTo>
                  <a:lnTo>
                    <a:pt x="347" y="296"/>
                  </a:lnTo>
                  <a:lnTo>
                    <a:pt x="345" y="298"/>
                  </a:lnTo>
                  <a:lnTo>
                    <a:pt x="345" y="298"/>
                  </a:lnTo>
                  <a:lnTo>
                    <a:pt x="343" y="300"/>
                  </a:lnTo>
                  <a:lnTo>
                    <a:pt x="343" y="300"/>
                  </a:lnTo>
                  <a:lnTo>
                    <a:pt x="341" y="302"/>
                  </a:lnTo>
                  <a:lnTo>
                    <a:pt x="340" y="302"/>
                  </a:lnTo>
                  <a:lnTo>
                    <a:pt x="338" y="304"/>
                  </a:lnTo>
                  <a:lnTo>
                    <a:pt x="338" y="304"/>
                  </a:lnTo>
                  <a:lnTo>
                    <a:pt x="336" y="306"/>
                  </a:lnTo>
                  <a:lnTo>
                    <a:pt x="336" y="306"/>
                  </a:lnTo>
                  <a:lnTo>
                    <a:pt x="336" y="308"/>
                  </a:lnTo>
                  <a:lnTo>
                    <a:pt x="336" y="308"/>
                  </a:lnTo>
                  <a:lnTo>
                    <a:pt x="334" y="310"/>
                  </a:lnTo>
                  <a:lnTo>
                    <a:pt x="334" y="310"/>
                  </a:lnTo>
                  <a:lnTo>
                    <a:pt x="334" y="310"/>
                  </a:lnTo>
                  <a:lnTo>
                    <a:pt x="334" y="310"/>
                  </a:lnTo>
                  <a:lnTo>
                    <a:pt x="334" y="310"/>
                  </a:lnTo>
                  <a:lnTo>
                    <a:pt x="334" y="310"/>
                  </a:lnTo>
                  <a:lnTo>
                    <a:pt x="334" y="310"/>
                  </a:lnTo>
                  <a:lnTo>
                    <a:pt x="334" y="310"/>
                  </a:lnTo>
                  <a:lnTo>
                    <a:pt x="332" y="310"/>
                  </a:lnTo>
                  <a:lnTo>
                    <a:pt x="332" y="310"/>
                  </a:lnTo>
                  <a:lnTo>
                    <a:pt x="332" y="310"/>
                  </a:lnTo>
                  <a:lnTo>
                    <a:pt x="332" y="310"/>
                  </a:lnTo>
                  <a:lnTo>
                    <a:pt x="332" y="310"/>
                  </a:lnTo>
                  <a:lnTo>
                    <a:pt x="332" y="310"/>
                  </a:lnTo>
                  <a:lnTo>
                    <a:pt x="332" y="310"/>
                  </a:lnTo>
                  <a:lnTo>
                    <a:pt x="332" y="310"/>
                  </a:lnTo>
                  <a:lnTo>
                    <a:pt x="332" y="313"/>
                  </a:lnTo>
                  <a:lnTo>
                    <a:pt x="332" y="313"/>
                  </a:lnTo>
                  <a:lnTo>
                    <a:pt x="332" y="313"/>
                  </a:lnTo>
                  <a:lnTo>
                    <a:pt x="332" y="313"/>
                  </a:lnTo>
                  <a:lnTo>
                    <a:pt x="332" y="315"/>
                  </a:lnTo>
                  <a:lnTo>
                    <a:pt x="332" y="315"/>
                  </a:lnTo>
                  <a:lnTo>
                    <a:pt x="332" y="315"/>
                  </a:lnTo>
                  <a:lnTo>
                    <a:pt x="334" y="315"/>
                  </a:lnTo>
                  <a:lnTo>
                    <a:pt x="334" y="315"/>
                  </a:lnTo>
                  <a:lnTo>
                    <a:pt x="334" y="315"/>
                  </a:lnTo>
                  <a:lnTo>
                    <a:pt x="334" y="315"/>
                  </a:lnTo>
                  <a:lnTo>
                    <a:pt x="335" y="315"/>
                  </a:lnTo>
                  <a:lnTo>
                    <a:pt x="335" y="315"/>
                  </a:lnTo>
                  <a:lnTo>
                    <a:pt x="335" y="315"/>
                  </a:lnTo>
                  <a:lnTo>
                    <a:pt x="335" y="315"/>
                  </a:lnTo>
                  <a:lnTo>
                    <a:pt x="337" y="315"/>
                  </a:lnTo>
                  <a:lnTo>
                    <a:pt x="337" y="315"/>
                  </a:lnTo>
                  <a:lnTo>
                    <a:pt x="337" y="315"/>
                  </a:lnTo>
                  <a:lnTo>
                    <a:pt x="337" y="315"/>
                  </a:lnTo>
                  <a:lnTo>
                    <a:pt x="338" y="315"/>
                  </a:lnTo>
                  <a:lnTo>
                    <a:pt x="338" y="315"/>
                  </a:lnTo>
                  <a:lnTo>
                    <a:pt x="338" y="315"/>
                  </a:lnTo>
                  <a:lnTo>
                    <a:pt x="338" y="315"/>
                  </a:lnTo>
                  <a:lnTo>
                    <a:pt x="340" y="313"/>
                  </a:lnTo>
                  <a:lnTo>
                    <a:pt x="340" y="313"/>
                  </a:lnTo>
                  <a:lnTo>
                    <a:pt x="340" y="313"/>
                  </a:lnTo>
                  <a:lnTo>
                    <a:pt x="340" y="313"/>
                  </a:lnTo>
                  <a:lnTo>
                    <a:pt x="342" y="312"/>
                  </a:lnTo>
                  <a:lnTo>
                    <a:pt x="342" y="312"/>
                  </a:lnTo>
                  <a:lnTo>
                    <a:pt x="342" y="312"/>
                  </a:lnTo>
                  <a:lnTo>
                    <a:pt x="342" y="312"/>
                  </a:lnTo>
                  <a:lnTo>
                    <a:pt x="344" y="310"/>
                  </a:lnTo>
                  <a:lnTo>
                    <a:pt x="344" y="310"/>
                  </a:lnTo>
                  <a:lnTo>
                    <a:pt x="344" y="310"/>
                  </a:lnTo>
                  <a:lnTo>
                    <a:pt x="344" y="310"/>
                  </a:lnTo>
                  <a:lnTo>
                    <a:pt x="345" y="310"/>
                  </a:lnTo>
                  <a:lnTo>
                    <a:pt x="345" y="310"/>
                  </a:lnTo>
                  <a:lnTo>
                    <a:pt x="345" y="310"/>
                  </a:lnTo>
                  <a:lnTo>
                    <a:pt x="345" y="310"/>
                  </a:lnTo>
                  <a:lnTo>
                    <a:pt x="347" y="310"/>
                  </a:lnTo>
                  <a:lnTo>
                    <a:pt x="347" y="310"/>
                  </a:lnTo>
                  <a:lnTo>
                    <a:pt x="347" y="310"/>
                  </a:lnTo>
                  <a:lnTo>
                    <a:pt x="347" y="310"/>
                  </a:lnTo>
                  <a:lnTo>
                    <a:pt x="349" y="310"/>
                  </a:lnTo>
                  <a:lnTo>
                    <a:pt x="349" y="310"/>
                  </a:lnTo>
                  <a:lnTo>
                    <a:pt x="351" y="310"/>
                  </a:lnTo>
                  <a:lnTo>
                    <a:pt x="351" y="310"/>
                  </a:lnTo>
                  <a:lnTo>
                    <a:pt x="352" y="310"/>
                  </a:lnTo>
                  <a:lnTo>
                    <a:pt x="352" y="311"/>
                  </a:lnTo>
                  <a:lnTo>
                    <a:pt x="352" y="311"/>
                  </a:lnTo>
                  <a:lnTo>
                    <a:pt x="352" y="311"/>
                  </a:lnTo>
                  <a:lnTo>
                    <a:pt x="352" y="311"/>
                  </a:lnTo>
                  <a:lnTo>
                    <a:pt x="352" y="313"/>
                  </a:lnTo>
                  <a:lnTo>
                    <a:pt x="352" y="313"/>
                  </a:lnTo>
                  <a:lnTo>
                    <a:pt x="352" y="313"/>
                  </a:lnTo>
                  <a:lnTo>
                    <a:pt x="354" y="313"/>
                  </a:lnTo>
                  <a:lnTo>
                    <a:pt x="354" y="315"/>
                  </a:lnTo>
                  <a:lnTo>
                    <a:pt x="354" y="315"/>
                  </a:lnTo>
                  <a:lnTo>
                    <a:pt x="354" y="315"/>
                  </a:lnTo>
                  <a:lnTo>
                    <a:pt x="357" y="315"/>
                  </a:lnTo>
                  <a:lnTo>
                    <a:pt x="357" y="315"/>
                  </a:lnTo>
                  <a:lnTo>
                    <a:pt x="357" y="315"/>
                  </a:lnTo>
                  <a:lnTo>
                    <a:pt x="357" y="315"/>
                  </a:lnTo>
                  <a:lnTo>
                    <a:pt x="358" y="315"/>
                  </a:lnTo>
                  <a:lnTo>
                    <a:pt x="358" y="315"/>
                  </a:lnTo>
                  <a:lnTo>
                    <a:pt x="358" y="315"/>
                  </a:lnTo>
                  <a:lnTo>
                    <a:pt x="358" y="315"/>
                  </a:lnTo>
                  <a:lnTo>
                    <a:pt x="360" y="315"/>
                  </a:lnTo>
                  <a:lnTo>
                    <a:pt x="360" y="315"/>
                  </a:lnTo>
                  <a:lnTo>
                    <a:pt x="361" y="315"/>
                  </a:lnTo>
                  <a:lnTo>
                    <a:pt x="361" y="315"/>
                  </a:lnTo>
                  <a:lnTo>
                    <a:pt x="364" y="314"/>
                  </a:lnTo>
                  <a:lnTo>
                    <a:pt x="364" y="314"/>
                  </a:lnTo>
                  <a:lnTo>
                    <a:pt x="364" y="314"/>
                  </a:lnTo>
                  <a:lnTo>
                    <a:pt x="364" y="314"/>
                  </a:lnTo>
                  <a:lnTo>
                    <a:pt x="366" y="314"/>
                  </a:lnTo>
                  <a:lnTo>
                    <a:pt x="366" y="314"/>
                  </a:lnTo>
                  <a:lnTo>
                    <a:pt x="367" y="314"/>
                  </a:lnTo>
                  <a:lnTo>
                    <a:pt x="367" y="314"/>
                  </a:lnTo>
                  <a:lnTo>
                    <a:pt x="369" y="314"/>
                  </a:lnTo>
                  <a:lnTo>
                    <a:pt x="369" y="315"/>
                  </a:lnTo>
                  <a:lnTo>
                    <a:pt x="369" y="315"/>
                  </a:lnTo>
                  <a:lnTo>
                    <a:pt x="369" y="315"/>
                  </a:lnTo>
                  <a:lnTo>
                    <a:pt x="371" y="315"/>
                  </a:lnTo>
                  <a:lnTo>
                    <a:pt x="371" y="317"/>
                  </a:lnTo>
                  <a:lnTo>
                    <a:pt x="372" y="317"/>
                  </a:lnTo>
                  <a:lnTo>
                    <a:pt x="372" y="317"/>
                  </a:lnTo>
                  <a:lnTo>
                    <a:pt x="374" y="317"/>
                  </a:lnTo>
                  <a:lnTo>
                    <a:pt x="374" y="319"/>
                  </a:lnTo>
                  <a:lnTo>
                    <a:pt x="374" y="319"/>
                  </a:lnTo>
                  <a:lnTo>
                    <a:pt x="374" y="321"/>
                  </a:lnTo>
                  <a:lnTo>
                    <a:pt x="376" y="321"/>
                  </a:lnTo>
                  <a:lnTo>
                    <a:pt x="376" y="323"/>
                  </a:lnTo>
                  <a:lnTo>
                    <a:pt x="376" y="323"/>
                  </a:lnTo>
                  <a:lnTo>
                    <a:pt x="376" y="323"/>
                  </a:lnTo>
                  <a:lnTo>
                    <a:pt x="377" y="323"/>
                  </a:lnTo>
                  <a:lnTo>
                    <a:pt x="376" y="325"/>
                  </a:lnTo>
                  <a:lnTo>
                    <a:pt x="376" y="325"/>
                  </a:lnTo>
                  <a:lnTo>
                    <a:pt x="376" y="325"/>
                  </a:lnTo>
                  <a:lnTo>
                    <a:pt x="376" y="325"/>
                  </a:lnTo>
                  <a:lnTo>
                    <a:pt x="376" y="326"/>
                  </a:lnTo>
                  <a:lnTo>
                    <a:pt x="376" y="326"/>
                  </a:lnTo>
                  <a:lnTo>
                    <a:pt x="376" y="326"/>
                  </a:lnTo>
                  <a:lnTo>
                    <a:pt x="376" y="326"/>
                  </a:lnTo>
                  <a:lnTo>
                    <a:pt x="376" y="328"/>
                  </a:lnTo>
                  <a:lnTo>
                    <a:pt x="376" y="328"/>
                  </a:lnTo>
                  <a:lnTo>
                    <a:pt x="376" y="328"/>
                  </a:lnTo>
                  <a:lnTo>
                    <a:pt x="376" y="328"/>
                  </a:lnTo>
                  <a:lnTo>
                    <a:pt x="376" y="329"/>
                  </a:lnTo>
                  <a:lnTo>
                    <a:pt x="376" y="329"/>
                  </a:lnTo>
                  <a:lnTo>
                    <a:pt x="376" y="329"/>
                  </a:lnTo>
                  <a:lnTo>
                    <a:pt x="376" y="329"/>
                  </a:lnTo>
                  <a:lnTo>
                    <a:pt x="376" y="331"/>
                  </a:lnTo>
                  <a:lnTo>
                    <a:pt x="376" y="331"/>
                  </a:lnTo>
                  <a:lnTo>
                    <a:pt x="376" y="331"/>
                  </a:lnTo>
                  <a:lnTo>
                    <a:pt x="376" y="331"/>
                  </a:lnTo>
                  <a:lnTo>
                    <a:pt x="376" y="333"/>
                  </a:lnTo>
                  <a:lnTo>
                    <a:pt x="376" y="333"/>
                  </a:lnTo>
                  <a:lnTo>
                    <a:pt x="376" y="333"/>
                  </a:lnTo>
                  <a:lnTo>
                    <a:pt x="376" y="333"/>
                  </a:lnTo>
                  <a:lnTo>
                    <a:pt x="376" y="335"/>
                  </a:lnTo>
                  <a:lnTo>
                    <a:pt x="376" y="335"/>
                  </a:lnTo>
                  <a:lnTo>
                    <a:pt x="376" y="336"/>
                  </a:lnTo>
                  <a:lnTo>
                    <a:pt x="376" y="336"/>
                  </a:lnTo>
                  <a:lnTo>
                    <a:pt x="376" y="337"/>
                  </a:lnTo>
                  <a:lnTo>
                    <a:pt x="376" y="337"/>
                  </a:lnTo>
                  <a:lnTo>
                    <a:pt x="376" y="337"/>
                  </a:lnTo>
                  <a:lnTo>
                    <a:pt x="376" y="337"/>
                  </a:lnTo>
                  <a:lnTo>
                    <a:pt x="374" y="338"/>
                  </a:lnTo>
                  <a:lnTo>
                    <a:pt x="374" y="338"/>
                  </a:lnTo>
                  <a:lnTo>
                    <a:pt x="374" y="338"/>
                  </a:lnTo>
                  <a:lnTo>
                    <a:pt x="374" y="338"/>
                  </a:lnTo>
                  <a:lnTo>
                    <a:pt x="373" y="338"/>
                  </a:lnTo>
                  <a:lnTo>
                    <a:pt x="373" y="338"/>
                  </a:lnTo>
                  <a:lnTo>
                    <a:pt x="373" y="338"/>
                  </a:lnTo>
                  <a:lnTo>
                    <a:pt x="373" y="338"/>
                  </a:lnTo>
                  <a:lnTo>
                    <a:pt x="372" y="338"/>
                  </a:lnTo>
                  <a:lnTo>
                    <a:pt x="372" y="338"/>
                  </a:lnTo>
                  <a:lnTo>
                    <a:pt x="372" y="338"/>
                  </a:lnTo>
                  <a:lnTo>
                    <a:pt x="372" y="338"/>
                  </a:lnTo>
                  <a:lnTo>
                    <a:pt x="372" y="338"/>
                  </a:lnTo>
                  <a:lnTo>
                    <a:pt x="372" y="338"/>
                  </a:lnTo>
                  <a:lnTo>
                    <a:pt x="372" y="338"/>
                  </a:lnTo>
                  <a:lnTo>
                    <a:pt x="372" y="338"/>
                  </a:lnTo>
                  <a:lnTo>
                    <a:pt x="372" y="340"/>
                  </a:lnTo>
                  <a:lnTo>
                    <a:pt x="372" y="340"/>
                  </a:lnTo>
                  <a:lnTo>
                    <a:pt x="372" y="340"/>
                  </a:lnTo>
                  <a:lnTo>
                    <a:pt x="373" y="340"/>
                  </a:lnTo>
                  <a:lnTo>
                    <a:pt x="373" y="340"/>
                  </a:lnTo>
                  <a:lnTo>
                    <a:pt x="373" y="340"/>
                  </a:lnTo>
                  <a:lnTo>
                    <a:pt x="373" y="340"/>
                  </a:lnTo>
                  <a:lnTo>
                    <a:pt x="375" y="340"/>
                  </a:lnTo>
                  <a:lnTo>
                    <a:pt x="375" y="341"/>
                  </a:lnTo>
                  <a:lnTo>
                    <a:pt x="375" y="341"/>
                  </a:lnTo>
                  <a:lnTo>
                    <a:pt x="375" y="341"/>
                  </a:lnTo>
                  <a:lnTo>
                    <a:pt x="377" y="341"/>
                  </a:lnTo>
                  <a:lnTo>
                    <a:pt x="377" y="341"/>
                  </a:lnTo>
                  <a:lnTo>
                    <a:pt x="378" y="341"/>
                  </a:lnTo>
                  <a:lnTo>
                    <a:pt x="378" y="341"/>
                  </a:lnTo>
                  <a:lnTo>
                    <a:pt x="380" y="341"/>
                  </a:lnTo>
                  <a:lnTo>
                    <a:pt x="380" y="342"/>
                  </a:lnTo>
                  <a:lnTo>
                    <a:pt x="380" y="342"/>
                  </a:lnTo>
                  <a:lnTo>
                    <a:pt x="380" y="342"/>
                  </a:lnTo>
                  <a:lnTo>
                    <a:pt x="381" y="342"/>
                  </a:lnTo>
                  <a:lnTo>
                    <a:pt x="381" y="342"/>
                  </a:lnTo>
                  <a:lnTo>
                    <a:pt x="383" y="342"/>
                  </a:lnTo>
                  <a:lnTo>
                    <a:pt x="383" y="342"/>
                  </a:lnTo>
                  <a:lnTo>
                    <a:pt x="385" y="342"/>
                  </a:lnTo>
                  <a:lnTo>
                    <a:pt x="385" y="343"/>
                  </a:lnTo>
                  <a:lnTo>
                    <a:pt x="386" y="343"/>
                  </a:lnTo>
                  <a:lnTo>
                    <a:pt x="386" y="343"/>
                  </a:lnTo>
                  <a:lnTo>
                    <a:pt x="388" y="343"/>
                  </a:lnTo>
                  <a:lnTo>
                    <a:pt x="388" y="343"/>
                  </a:lnTo>
                  <a:lnTo>
                    <a:pt x="389" y="343"/>
                  </a:lnTo>
                  <a:lnTo>
                    <a:pt x="389" y="343"/>
                  </a:lnTo>
                  <a:lnTo>
                    <a:pt x="391" y="342"/>
                  </a:lnTo>
                  <a:lnTo>
                    <a:pt x="391" y="342"/>
                  </a:lnTo>
                  <a:lnTo>
                    <a:pt x="391" y="342"/>
                  </a:lnTo>
                  <a:lnTo>
                    <a:pt x="391" y="342"/>
                  </a:lnTo>
                  <a:lnTo>
                    <a:pt x="393" y="341"/>
                  </a:lnTo>
                  <a:lnTo>
                    <a:pt x="393" y="341"/>
                  </a:lnTo>
                  <a:lnTo>
                    <a:pt x="393" y="341"/>
                  </a:lnTo>
                  <a:lnTo>
                    <a:pt x="393" y="341"/>
                  </a:lnTo>
                  <a:lnTo>
                    <a:pt x="395" y="339"/>
                  </a:lnTo>
                  <a:lnTo>
                    <a:pt x="395" y="339"/>
                  </a:lnTo>
                  <a:lnTo>
                    <a:pt x="395" y="339"/>
                  </a:lnTo>
                  <a:lnTo>
                    <a:pt x="395" y="339"/>
                  </a:lnTo>
                  <a:lnTo>
                    <a:pt x="397" y="337"/>
                  </a:lnTo>
                  <a:lnTo>
                    <a:pt x="397" y="337"/>
                  </a:lnTo>
                  <a:lnTo>
                    <a:pt x="397" y="337"/>
                  </a:lnTo>
                  <a:lnTo>
                    <a:pt x="397" y="337"/>
                  </a:lnTo>
                  <a:lnTo>
                    <a:pt x="399" y="335"/>
                  </a:lnTo>
                  <a:lnTo>
                    <a:pt x="399" y="335"/>
                  </a:lnTo>
                  <a:lnTo>
                    <a:pt x="399" y="335"/>
                  </a:lnTo>
                  <a:lnTo>
                    <a:pt x="399" y="335"/>
                  </a:lnTo>
                  <a:lnTo>
                    <a:pt x="399" y="333"/>
                  </a:lnTo>
                  <a:lnTo>
                    <a:pt x="399" y="333"/>
                  </a:lnTo>
                  <a:lnTo>
                    <a:pt x="399" y="333"/>
                  </a:lnTo>
                  <a:lnTo>
                    <a:pt x="399" y="333"/>
                  </a:lnTo>
                  <a:lnTo>
                    <a:pt x="401" y="331"/>
                  </a:lnTo>
                  <a:lnTo>
                    <a:pt x="401" y="331"/>
                  </a:lnTo>
                  <a:lnTo>
                    <a:pt x="401" y="331"/>
                  </a:lnTo>
                  <a:lnTo>
                    <a:pt x="401" y="331"/>
                  </a:lnTo>
                  <a:lnTo>
                    <a:pt x="401" y="330"/>
                  </a:lnTo>
                  <a:lnTo>
                    <a:pt x="401" y="330"/>
                  </a:lnTo>
                  <a:lnTo>
                    <a:pt x="401" y="328"/>
                  </a:lnTo>
                  <a:lnTo>
                    <a:pt x="401" y="328"/>
                  </a:lnTo>
                  <a:lnTo>
                    <a:pt x="403" y="326"/>
                  </a:lnTo>
                  <a:lnTo>
                    <a:pt x="403" y="326"/>
                  </a:lnTo>
                  <a:lnTo>
                    <a:pt x="403" y="326"/>
                  </a:lnTo>
                  <a:lnTo>
                    <a:pt x="403" y="326"/>
                  </a:lnTo>
                  <a:lnTo>
                    <a:pt x="405" y="324"/>
                  </a:lnTo>
                  <a:lnTo>
                    <a:pt x="405" y="324"/>
                  </a:lnTo>
                  <a:lnTo>
                    <a:pt x="406" y="323"/>
                  </a:lnTo>
                  <a:lnTo>
                    <a:pt x="406" y="323"/>
                  </a:lnTo>
                  <a:lnTo>
                    <a:pt x="408" y="321"/>
                  </a:lnTo>
                  <a:lnTo>
                    <a:pt x="408" y="321"/>
                  </a:lnTo>
                  <a:lnTo>
                    <a:pt x="408" y="320"/>
                  </a:lnTo>
                  <a:lnTo>
                    <a:pt x="408" y="320"/>
                  </a:lnTo>
                  <a:lnTo>
                    <a:pt x="410" y="318"/>
                  </a:lnTo>
                  <a:lnTo>
                    <a:pt x="410" y="318"/>
                  </a:lnTo>
                  <a:lnTo>
                    <a:pt x="411" y="317"/>
                  </a:lnTo>
                  <a:lnTo>
                    <a:pt x="411" y="317"/>
                  </a:lnTo>
                  <a:lnTo>
                    <a:pt x="413" y="315"/>
                  </a:lnTo>
                  <a:lnTo>
                    <a:pt x="413" y="315"/>
                  </a:lnTo>
                  <a:lnTo>
                    <a:pt x="413" y="315"/>
                  </a:lnTo>
                  <a:lnTo>
                    <a:pt x="413" y="315"/>
                  </a:lnTo>
                  <a:lnTo>
                    <a:pt x="415" y="313"/>
                  </a:lnTo>
                  <a:lnTo>
                    <a:pt x="415" y="313"/>
                  </a:lnTo>
                  <a:lnTo>
                    <a:pt x="417" y="313"/>
                  </a:lnTo>
                  <a:lnTo>
                    <a:pt x="417" y="313"/>
                  </a:lnTo>
                  <a:lnTo>
                    <a:pt x="419" y="310"/>
                  </a:lnTo>
                  <a:lnTo>
                    <a:pt x="419" y="310"/>
                  </a:lnTo>
                  <a:lnTo>
                    <a:pt x="419" y="310"/>
                  </a:lnTo>
                  <a:lnTo>
                    <a:pt x="419" y="310"/>
                  </a:lnTo>
                  <a:lnTo>
                    <a:pt x="421" y="309"/>
                  </a:lnTo>
                  <a:lnTo>
                    <a:pt x="421" y="309"/>
                  </a:lnTo>
                  <a:lnTo>
                    <a:pt x="422" y="307"/>
                  </a:lnTo>
                  <a:lnTo>
                    <a:pt x="422" y="307"/>
                  </a:lnTo>
                  <a:lnTo>
                    <a:pt x="425" y="305"/>
                  </a:lnTo>
                  <a:lnTo>
                    <a:pt x="425" y="305"/>
                  </a:lnTo>
                  <a:lnTo>
                    <a:pt x="425" y="305"/>
                  </a:lnTo>
                  <a:lnTo>
                    <a:pt x="425" y="305"/>
                  </a:lnTo>
                  <a:lnTo>
                    <a:pt x="425" y="305"/>
                  </a:lnTo>
                  <a:lnTo>
                    <a:pt x="425" y="305"/>
                  </a:lnTo>
                  <a:lnTo>
                    <a:pt x="425" y="305"/>
                  </a:lnTo>
                  <a:lnTo>
                    <a:pt x="425" y="305"/>
                  </a:lnTo>
                  <a:lnTo>
                    <a:pt x="426" y="303"/>
                  </a:lnTo>
                  <a:lnTo>
                    <a:pt x="426" y="303"/>
                  </a:lnTo>
                  <a:lnTo>
                    <a:pt x="426" y="303"/>
                  </a:lnTo>
                  <a:lnTo>
                    <a:pt x="426" y="303"/>
                  </a:lnTo>
                  <a:lnTo>
                    <a:pt x="427" y="302"/>
                  </a:lnTo>
                  <a:lnTo>
                    <a:pt x="427" y="302"/>
                  </a:lnTo>
                  <a:lnTo>
                    <a:pt x="427" y="302"/>
                  </a:lnTo>
                  <a:lnTo>
                    <a:pt x="427" y="302"/>
                  </a:lnTo>
                  <a:lnTo>
                    <a:pt x="428" y="300"/>
                  </a:lnTo>
                  <a:lnTo>
                    <a:pt x="427" y="300"/>
                  </a:lnTo>
                  <a:lnTo>
                    <a:pt x="427" y="300"/>
                  </a:lnTo>
                  <a:lnTo>
                    <a:pt x="427" y="300"/>
                  </a:lnTo>
                  <a:lnTo>
                    <a:pt x="427" y="300"/>
                  </a:lnTo>
                  <a:lnTo>
                    <a:pt x="427" y="300"/>
                  </a:lnTo>
                  <a:lnTo>
                    <a:pt x="427" y="300"/>
                  </a:lnTo>
                  <a:lnTo>
                    <a:pt x="427" y="300"/>
                  </a:lnTo>
                  <a:lnTo>
                    <a:pt x="427" y="298"/>
                  </a:lnTo>
                  <a:lnTo>
                    <a:pt x="427" y="298"/>
                  </a:lnTo>
                  <a:lnTo>
                    <a:pt x="427" y="298"/>
                  </a:lnTo>
                  <a:lnTo>
                    <a:pt x="427" y="298"/>
                  </a:lnTo>
                  <a:lnTo>
                    <a:pt x="427" y="298"/>
                  </a:lnTo>
                  <a:lnTo>
                    <a:pt x="427" y="298"/>
                  </a:lnTo>
                  <a:lnTo>
                    <a:pt x="427" y="298"/>
                  </a:lnTo>
                  <a:lnTo>
                    <a:pt x="427" y="298"/>
                  </a:lnTo>
                  <a:lnTo>
                    <a:pt x="427" y="296"/>
                  </a:lnTo>
                  <a:lnTo>
                    <a:pt x="427" y="296"/>
                  </a:lnTo>
                  <a:lnTo>
                    <a:pt x="427" y="296"/>
                  </a:lnTo>
                  <a:lnTo>
                    <a:pt x="427" y="296"/>
                  </a:lnTo>
                  <a:lnTo>
                    <a:pt x="427" y="296"/>
                  </a:lnTo>
                  <a:lnTo>
                    <a:pt x="427" y="296"/>
                  </a:lnTo>
                  <a:lnTo>
                    <a:pt x="427" y="296"/>
                  </a:lnTo>
                  <a:lnTo>
                    <a:pt x="427" y="296"/>
                  </a:lnTo>
                  <a:lnTo>
                    <a:pt x="427" y="295"/>
                  </a:lnTo>
                  <a:lnTo>
                    <a:pt x="427" y="295"/>
                  </a:lnTo>
                  <a:lnTo>
                    <a:pt x="427" y="295"/>
                  </a:lnTo>
                  <a:lnTo>
                    <a:pt x="427" y="295"/>
                  </a:lnTo>
                  <a:lnTo>
                    <a:pt x="429" y="295"/>
                  </a:lnTo>
                  <a:lnTo>
                    <a:pt x="429" y="295"/>
                  </a:lnTo>
                  <a:lnTo>
                    <a:pt x="429" y="295"/>
                  </a:lnTo>
                  <a:lnTo>
                    <a:pt x="429" y="295"/>
                  </a:lnTo>
                  <a:lnTo>
                    <a:pt x="431" y="294"/>
                  </a:lnTo>
                  <a:lnTo>
                    <a:pt x="431" y="295"/>
                  </a:lnTo>
                  <a:lnTo>
                    <a:pt x="431" y="295"/>
                  </a:lnTo>
                  <a:lnTo>
                    <a:pt x="431" y="295"/>
                  </a:lnTo>
                  <a:lnTo>
                    <a:pt x="433" y="295"/>
                  </a:lnTo>
                  <a:lnTo>
                    <a:pt x="433" y="295"/>
                  </a:lnTo>
                  <a:lnTo>
                    <a:pt x="433" y="295"/>
                  </a:lnTo>
                  <a:lnTo>
                    <a:pt x="433" y="295"/>
                  </a:lnTo>
                  <a:lnTo>
                    <a:pt x="435" y="295"/>
                  </a:lnTo>
                  <a:lnTo>
                    <a:pt x="435" y="296"/>
                  </a:lnTo>
                  <a:lnTo>
                    <a:pt x="435" y="296"/>
                  </a:lnTo>
                  <a:lnTo>
                    <a:pt x="435" y="296"/>
                  </a:lnTo>
                  <a:lnTo>
                    <a:pt x="437" y="296"/>
                  </a:lnTo>
                  <a:lnTo>
                    <a:pt x="437" y="296"/>
                  </a:lnTo>
                  <a:lnTo>
                    <a:pt x="438" y="296"/>
                  </a:lnTo>
                  <a:lnTo>
                    <a:pt x="438" y="296"/>
                  </a:lnTo>
                  <a:lnTo>
                    <a:pt x="440" y="296"/>
                  </a:lnTo>
                  <a:lnTo>
                    <a:pt x="440" y="296"/>
                  </a:lnTo>
                  <a:lnTo>
                    <a:pt x="440" y="296"/>
                  </a:lnTo>
                  <a:lnTo>
                    <a:pt x="440" y="296"/>
                  </a:lnTo>
                  <a:lnTo>
                    <a:pt x="442" y="296"/>
                  </a:lnTo>
                  <a:lnTo>
                    <a:pt x="442" y="296"/>
                  </a:lnTo>
                  <a:lnTo>
                    <a:pt x="444" y="296"/>
                  </a:lnTo>
                  <a:lnTo>
                    <a:pt x="444" y="296"/>
                  </a:lnTo>
                  <a:lnTo>
                    <a:pt x="446" y="294"/>
                  </a:lnTo>
                  <a:lnTo>
                    <a:pt x="446" y="294"/>
                  </a:lnTo>
                  <a:lnTo>
                    <a:pt x="447" y="294"/>
                  </a:lnTo>
                  <a:lnTo>
                    <a:pt x="447" y="294"/>
                  </a:lnTo>
                  <a:lnTo>
                    <a:pt x="448" y="293"/>
                  </a:lnTo>
                  <a:lnTo>
                    <a:pt x="448" y="293"/>
                  </a:lnTo>
                  <a:lnTo>
                    <a:pt x="449" y="291"/>
                  </a:lnTo>
                  <a:lnTo>
                    <a:pt x="449" y="291"/>
                  </a:lnTo>
                  <a:lnTo>
                    <a:pt x="451" y="289"/>
                  </a:lnTo>
                  <a:lnTo>
                    <a:pt x="451" y="289"/>
                  </a:lnTo>
                  <a:lnTo>
                    <a:pt x="451" y="289"/>
                  </a:lnTo>
                  <a:lnTo>
                    <a:pt x="451" y="289"/>
                  </a:lnTo>
                  <a:lnTo>
                    <a:pt x="453" y="288"/>
                  </a:lnTo>
                  <a:lnTo>
                    <a:pt x="453" y="288"/>
                  </a:lnTo>
                  <a:lnTo>
                    <a:pt x="453" y="288"/>
                  </a:lnTo>
                  <a:lnTo>
                    <a:pt x="453" y="288"/>
                  </a:lnTo>
                  <a:lnTo>
                    <a:pt x="455" y="287"/>
                  </a:lnTo>
                  <a:lnTo>
                    <a:pt x="455" y="287"/>
                  </a:lnTo>
                  <a:lnTo>
                    <a:pt x="455" y="287"/>
                  </a:lnTo>
                  <a:lnTo>
                    <a:pt x="455" y="287"/>
                  </a:lnTo>
                  <a:lnTo>
                    <a:pt x="456" y="285"/>
                  </a:lnTo>
                  <a:lnTo>
                    <a:pt x="456" y="285"/>
                  </a:lnTo>
                  <a:lnTo>
                    <a:pt x="456" y="285"/>
                  </a:lnTo>
                  <a:lnTo>
                    <a:pt x="456" y="285"/>
                  </a:lnTo>
                  <a:lnTo>
                    <a:pt x="457" y="283"/>
                  </a:lnTo>
                  <a:lnTo>
                    <a:pt x="456" y="283"/>
                  </a:lnTo>
                  <a:lnTo>
                    <a:pt x="456" y="283"/>
                  </a:lnTo>
                  <a:lnTo>
                    <a:pt x="456" y="283"/>
                  </a:lnTo>
                  <a:lnTo>
                    <a:pt x="456" y="283"/>
                  </a:lnTo>
                  <a:lnTo>
                    <a:pt x="456" y="283"/>
                  </a:lnTo>
                  <a:lnTo>
                    <a:pt x="456" y="283"/>
                  </a:lnTo>
                  <a:lnTo>
                    <a:pt x="456" y="283"/>
                  </a:lnTo>
                  <a:lnTo>
                    <a:pt x="456" y="281"/>
                  </a:lnTo>
                  <a:lnTo>
                    <a:pt x="455" y="281"/>
                  </a:lnTo>
                  <a:lnTo>
                    <a:pt x="455" y="281"/>
                  </a:lnTo>
                  <a:lnTo>
                    <a:pt x="455" y="281"/>
                  </a:lnTo>
                  <a:lnTo>
                    <a:pt x="455" y="279"/>
                  </a:lnTo>
                  <a:lnTo>
                    <a:pt x="455" y="279"/>
                  </a:lnTo>
                  <a:lnTo>
                    <a:pt x="455" y="278"/>
                  </a:lnTo>
                  <a:lnTo>
                    <a:pt x="455" y="278"/>
                  </a:lnTo>
                  <a:lnTo>
                    <a:pt x="455" y="276"/>
                  </a:lnTo>
                  <a:lnTo>
                    <a:pt x="455" y="276"/>
                  </a:lnTo>
                  <a:lnTo>
                    <a:pt x="455" y="276"/>
                  </a:lnTo>
                  <a:lnTo>
                    <a:pt x="455" y="276"/>
                  </a:lnTo>
                  <a:lnTo>
                    <a:pt x="455" y="275"/>
                  </a:lnTo>
                  <a:lnTo>
                    <a:pt x="455" y="275"/>
                  </a:lnTo>
                  <a:lnTo>
                    <a:pt x="455" y="275"/>
                  </a:lnTo>
                  <a:lnTo>
                    <a:pt x="455" y="275"/>
                  </a:lnTo>
                  <a:lnTo>
                    <a:pt x="456" y="273"/>
                  </a:lnTo>
                  <a:lnTo>
                    <a:pt x="456" y="273"/>
                  </a:lnTo>
                  <a:lnTo>
                    <a:pt x="456" y="273"/>
                  </a:lnTo>
                  <a:lnTo>
                    <a:pt x="456" y="273"/>
                  </a:lnTo>
                  <a:lnTo>
                    <a:pt x="457" y="272"/>
                  </a:lnTo>
                  <a:lnTo>
                    <a:pt x="457" y="272"/>
                  </a:lnTo>
                  <a:lnTo>
                    <a:pt x="457" y="272"/>
                  </a:lnTo>
                  <a:lnTo>
                    <a:pt x="457" y="272"/>
                  </a:lnTo>
                  <a:lnTo>
                    <a:pt x="457" y="271"/>
                  </a:lnTo>
                  <a:lnTo>
                    <a:pt x="455" y="271"/>
                  </a:lnTo>
                  <a:lnTo>
                    <a:pt x="455" y="271"/>
                  </a:lnTo>
                  <a:lnTo>
                    <a:pt x="454" y="271"/>
                  </a:lnTo>
                  <a:lnTo>
                    <a:pt x="454" y="271"/>
                  </a:lnTo>
                  <a:lnTo>
                    <a:pt x="452" y="271"/>
                  </a:lnTo>
                  <a:lnTo>
                    <a:pt x="452" y="271"/>
                  </a:lnTo>
                  <a:lnTo>
                    <a:pt x="450" y="271"/>
                  </a:lnTo>
                  <a:lnTo>
                    <a:pt x="450" y="271"/>
                  </a:lnTo>
                  <a:lnTo>
                    <a:pt x="448" y="273"/>
                  </a:lnTo>
                  <a:lnTo>
                    <a:pt x="447" y="273"/>
                  </a:lnTo>
                  <a:lnTo>
                    <a:pt x="445" y="273"/>
                  </a:lnTo>
                  <a:lnTo>
                    <a:pt x="445" y="273"/>
                  </a:lnTo>
                  <a:lnTo>
                    <a:pt x="443" y="274"/>
                  </a:lnTo>
                  <a:lnTo>
                    <a:pt x="443" y="274"/>
                  </a:lnTo>
                  <a:lnTo>
                    <a:pt x="442" y="274"/>
                  </a:lnTo>
                  <a:lnTo>
                    <a:pt x="442" y="274"/>
                  </a:lnTo>
                  <a:lnTo>
                    <a:pt x="442" y="276"/>
                  </a:lnTo>
                  <a:lnTo>
                    <a:pt x="442" y="276"/>
                  </a:lnTo>
                  <a:lnTo>
                    <a:pt x="442" y="276"/>
                  </a:lnTo>
                  <a:lnTo>
                    <a:pt x="442" y="276"/>
                  </a:lnTo>
                  <a:lnTo>
                    <a:pt x="442" y="276"/>
                  </a:lnTo>
                  <a:lnTo>
                    <a:pt x="442" y="276"/>
                  </a:lnTo>
                  <a:lnTo>
                    <a:pt x="442" y="276"/>
                  </a:lnTo>
                  <a:lnTo>
                    <a:pt x="442" y="276"/>
                  </a:lnTo>
                  <a:lnTo>
                    <a:pt x="441" y="278"/>
                  </a:lnTo>
                  <a:lnTo>
                    <a:pt x="441" y="278"/>
                  </a:lnTo>
                  <a:lnTo>
                    <a:pt x="441" y="278"/>
                  </a:lnTo>
                  <a:lnTo>
                    <a:pt x="441" y="278"/>
                  </a:lnTo>
                  <a:lnTo>
                    <a:pt x="441" y="279"/>
                  </a:lnTo>
                  <a:lnTo>
                    <a:pt x="441" y="279"/>
                  </a:lnTo>
                  <a:lnTo>
                    <a:pt x="441" y="279"/>
                  </a:lnTo>
                  <a:lnTo>
                    <a:pt x="441" y="279"/>
                  </a:lnTo>
                  <a:lnTo>
                    <a:pt x="440" y="279"/>
                  </a:lnTo>
                  <a:lnTo>
                    <a:pt x="440" y="279"/>
                  </a:lnTo>
                  <a:lnTo>
                    <a:pt x="440" y="279"/>
                  </a:lnTo>
                  <a:lnTo>
                    <a:pt x="440" y="279"/>
                  </a:lnTo>
                  <a:lnTo>
                    <a:pt x="439" y="279"/>
                  </a:lnTo>
                  <a:lnTo>
                    <a:pt x="439" y="279"/>
                  </a:lnTo>
                  <a:lnTo>
                    <a:pt x="439" y="279"/>
                  </a:lnTo>
                  <a:lnTo>
                    <a:pt x="439" y="278"/>
                  </a:lnTo>
                  <a:lnTo>
                    <a:pt x="437" y="278"/>
                  </a:lnTo>
                  <a:lnTo>
                    <a:pt x="437" y="278"/>
                  </a:lnTo>
                  <a:lnTo>
                    <a:pt x="437" y="278"/>
                  </a:lnTo>
                  <a:lnTo>
                    <a:pt x="437" y="276"/>
                  </a:lnTo>
                  <a:lnTo>
                    <a:pt x="436" y="276"/>
                  </a:lnTo>
                  <a:lnTo>
                    <a:pt x="436" y="276"/>
                  </a:lnTo>
                  <a:lnTo>
                    <a:pt x="436" y="276"/>
                  </a:lnTo>
                  <a:lnTo>
                    <a:pt x="436" y="275"/>
                  </a:lnTo>
                  <a:lnTo>
                    <a:pt x="435" y="277"/>
                  </a:lnTo>
                  <a:lnTo>
                    <a:pt x="435" y="277"/>
                  </a:lnTo>
                  <a:lnTo>
                    <a:pt x="435" y="278"/>
                  </a:lnTo>
                  <a:lnTo>
                    <a:pt x="435" y="278"/>
                  </a:lnTo>
                  <a:lnTo>
                    <a:pt x="435" y="280"/>
                  </a:lnTo>
                  <a:lnTo>
                    <a:pt x="435" y="280"/>
                  </a:lnTo>
                  <a:lnTo>
                    <a:pt x="435" y="280"/>
                  </a:lnTo>
                  <a:lnTo>
                    <a:pt x="435" y="280"/>
                  </a:lnTo>
                  <a:lnTo>
                    <a:pt x="435" y="281"/>
                  </a:lnTo>
                  <a:lnTo>
                    <a:pt x="435" y="281"/>
                  </a:lnTo>
                  <a:lnTo>
                    <a:pt x="435" y="283"/>
                  </a:lnTo>
                  <a:lnTo>
                    <a:pt x="435" y="283"/>
                  </a:lnTo>
                  <a:lnTo>
                    <a:pt x="435" y="284"/>
                  </a:lnTo>
                  <a:lnTo>
                    <a:pt x="435" y="284"/>
                  </a:lnTo>
                  <a:lnTo>
                    <a:pt x="435" y="284"/>
                  </a:lnTo>
                  <a:lnTo>
                    <a:pt x="436" y="284"/>
                  </a:lnTo>
                  <a:lnTo>
                    <a:pt x="434" y="286"/>
                  </a:lnTo>
                  <a:lnTo>
                    <a:pt x="434" y="286"/>
                  </a:lnTo>
                  <a:lnTo>
                    <a:pt x="433" y="287"/>
                  </a:lnTo>
                  <a:lnTo>
                    <a:pt x="433" y="287"/>
                  </a:lnTo>
                  <a:lnTo>
                    <a:pt x="432" y="288"/>
                  </a:lnTo>
                  <a:lnTo>
                    <a:pt x="432" y="288"/>
                  </a:lnTo>
                  <a:lnTo>
                    <a:pt x="431" y="288"/>
                  </a:lnTo>
                  <a:lnTo>
                    <a:pt x="431" y="288"/>
                  </a:lnTo>
                  <a:lnTo>
                    <a:pt x="429" y="289"/>
                  </a:lnTo>
                  <a:lnTo>
                    <a:pt x="429" y="289"/>
                  </a:lnTo>
                  <a:lnTo>
                    <a:pt x="427" y="289"/>
                  </a:lnTo>
                  <a:lnTo>
                    <a:pt x="427" y="289"/>
                  </a:lnTo>
                  <a:lnTo>
                    <a:pt x="426" y="289"/>
                  </a:lnTo>
                  <a:lnTo>
                    <a:pt x="426" y="289"/>
                  </a:lnTo>
                  <a:lnTo>
                    <a:pt x="426" y="289"/>
                  </a:lnTo>
                  <a:lnTo>
                    <a:pt x="426" y="289"/>
                  </a:lnTo>
                  <a:lnTo>
                    <a:pt x="425" y="289"/>
                  </a:lnTo>
                  <a:lnTo>
                    <a:pt x="425" y="289"/>
                  </a:lnTo>
                  <a:lnTo>
                    <a:pt x="423" y="289"/>
                  </a:lnTo>
                  <a:lnTo>
                    <a:pt x="423" y="289"/>
                  </a:lnTo>
                  <a:lnTo>
                    <a:pt x="421" y="289"/>
                  </a:lnTo>
                  <a:lnTo>
                    <a:pt x="421" y="289"/>
                  </a:lnTo>
                  <a:lnTo>
                    <a:pt x="420" y="289"/>
                  </a:lnTo>
                  <a:lnTo>
                    <a:pt x="420" y="289"/>
                  </a:lnTo>
                  <a:lnTo>
                    <a:pt x="419" y="289"/>
                  </a:lnTo>
                  <a:lnTo>
                    <a:pt x="419" y="289"/>
                  </a:lnTo>
                  <a:lnTo>
                    <a:pt x="417" y="289"/>
                  </a:lnTo>
                  <a:lnTo>
                    <a:pt x="417" y="289"/>
                  </a:lnTo>
                  <a:lnTo>
                    <a:pt x="415" y="289"/>
                  </a:lnTo>
                  <a:lnTo>
                    <a:pt x="415" y="289"/>
                  </a:lnTo>
                  <a:lnTo>
                    <a:pt x="413" y="289"/>
                  </a:lnTo>
                  <a:lnTo>
                    <a:pt x="413" y="288"/>
                  </a:lnTo>
                  <a:lnTo>
                    <a:pt x="411" y="288"/>
                  </a:lnTo>
                  <a:lnTo>
                    <a:pt x="411" y="288"/>
                  </a:lnTo>
                  <a:lnTo>
                    <a:pt x="411" y="288"/>
                  </a:lnTo>
                  <a:lnTo>
                    <a:pt x="411" y="287"/>
                  </a:lnTo>
                  <a:lnTo>
                    <a:pt x="411" y="287"/>
                  </a:lnTo>
                  <a:lnTo>
                    <a:pt x="411" y="286"/>
                  </a:lnTo>
                  <a:lnTo>
                    <a:pt x="411" y="286"/>
                  </a:lnTo>
                  <a:lnTo>
                    <a:pt x="411" y="284"/>
                  </a:lnTo>
                  <a:lnTo>
                    <a:pt x="410" y="284"/>
                  </a:lnTo>
                  <a:lnTo>
                    <a:pt x="410" y="282"/>
                  </a:lnTo>
                  <a:lnTo>
                    <a:pt x="410" y="282"/>
                  </a:lnTo>
                  <a:lnTo>
                    <a:pt x="410" y="280"/>
                  </a:lnTo>
                  <a:lnTo>
                    <a:pt x="409" y="280"/>
                  </a:lnTo>
                  <a:lnTo>
                    <a:pt x="409" y="278"/>
                  </a:lnTo>
                  <a:lnTo>
                    <a:pt x="409" y="278"/>
                  </a:lnTo>
                  <a:lnTo>
                    <a:pt x="409" y="276"/>
                  </a:lnTo>
                  <a:lnTo>
                    <a:pt x="407" y="276"/>
                  </a:lnTo>
                  <a:lnTo>
                    <a:pt x="407" y="276"/>
                  </a:lnTo>
                  <a:lnTo>
                    <a:pt x="405" y="276"/>
                  </a:lnTo>
                  <a:lnTo>
                    <a:pt x="405" y="276"/>
                  </a:lnTo>
                  <a:lnTo>
                    <a:pt x="403" y="276"/>
                  </a:lnTo>
                  <a:lnTo>
                    <a:pt x="403" y="276"/>
                  </a:lnTo>
                  <a:lnTo>
                    <a:pt x="401" y="276"/>
                  </a:lnTo>
                  <a:lnTo>
                    <a:pt x="401" y="274"/>
                  </a:lnTo>
                  <a:lnTo>
                    <a:pt x="399" y="274"/>
                  </a:lnTo>
                  <a:lnTo>
                    <a:pt x="398" y="274"/>
                  </a:lnTo>
                  <a:lnTo>
                    <a:pt x="396" y="274"/>
                  </a:lnTo>
                  <a:lnTo>
                    <a:pt x="396" y="274"/>
                  </a:lnTo>
                  <a:lnTo>
                    <a:pt x="394" y="274"/>
                  </a:lnTo>
                  <a:lnTo>
                    <a:pt x="394" y="274"/>
                  </a:lnTo>
                  <a:lnTo>
                    <a:pt x="393" y="274"/>
                  </a:lnTo>
                  <a:lnTo>
                    <a:pt x="393" y="272"/>
                  </a:lnTo>
                  <a:lnTo>
                    <a:pt x="391" y="272"/>
                  </a:lnTo>
                  <a:lnTo>
                    <a:pt x="391" y="272"/>
                  </a:lnTo>
                  <a:lnTo>
                    <a:pt x="390" y="272"/>
                  </a:lnTo>
                  <a:lnTo>
                    <a:pt x="390" y="272"/>
                  </a:lnTo>
                  <a:lnTo>
                    <a:pt x="388" y="272"/>
                  </a:lnTo>
                  <a:lnTo>
                    <a:pt x="388" y="272"/>
                  </a:lnTo>
                  <a:lnTo>
                    <a:pt x="388" y="272"/>
                  </a:lnTo>
                  <a:lnTo>
                    <a:pt x="388" y="270"/>
                  </a:lnTo>
                  <a:lnTo>
                    <a:pt x="386" y="270"/>
                  </a:lnTo>
                  <a:lnTo>
                    <a:pt x="386" y="270"/>
                  </a:lnTo>
                  <a:lnTo>
                    <a:pt x="384" y="270"/>
                  </a:lnTo>
                  <a:lnTo>
                    <a:pt x="384" y="270"/>
                  </a:lnTo>
                  <a:lnTo>
                    <a:pt x="382" y="270"/>
                  </a:lnTo>
                  <a:lnTo>
                    <a:pt x="382" y="270"/>
                  </a:lnTo>
                  <a:lnTo>
                    <a:pt x="382" y="270"/>
                  </a:lnTo>
                  <a:lnTo>
                    <a:pt x="382" y="269"/>
                  </a:lnTo>
                  <a:lnTo>
                    <a:pt x="380" y="271"/>
                  </a:lnTo>
                  <a:lnTo>
                    <a:pt x="380" y="271"/>
                  </a:lnTo>
                  <a:lnTo>
                    <a:pt x="379" y="271"/>
                  </a:lnTo>
                  <a:lnTo>
                    <a:pt x="379" y="271"/>
                  </a:lnTo>
                  <a:lnTo>
                    <a:pt x="377" y="271"/>
                  </a:lnTo>
                  <a:lnTo>
                    <a:pt x="377" y="271"/>
                  </a:lnTo>
                  <a:lnTo>
                    <a:pt x="376" y="271"/>
                  </a:lnTo>
                  <a:lnTo>
                    <a:pt x="376" y="271"/>
                  </a:lnTo>
                  <a:lnTo>
                    <a:pt x="374" y="272"/>
                  </a:lnTo>
                  <a:lnTo>
                    <a:pt x="374" y="272"/>
                  </a:lnTo>
                  <a:lnTo>
                    <a:pt x="372" y="272"/>
                  </a:lnTo>
                  <a:lnTo>
                    <a:pt x="372" y="272"/>
                  </a:lnTo>
                  <a:lnTo>
                    <a:pt x="370" y="272"/>
                  </a:lnTo>
                  <a:lnTo>
                    <a:pt x="370" y="272"/>
                  </a:lnTo>
                  <a:lnTo>
                    <a:pt x="369" y="272"/>
                  </a:lnTo>
                  <a:lnTo>
                    <a:pt x="369" y="272"/>
                  </a:lnTo>
                  <a:lnTo>
                    <a:pt x="367" y="272"/>
                  </a:lnTo>
                  <a:lnTo>
                    <a:pt x="367" y="272"/>
                  </a:lnTo>
                  <a:lnTo>
                    <a:pt x="367" y="272"/>
                  </a:lnTo>
                  <a:lnTo>
                    <a:pt x="367" y="272"/>
                  </a:lnTo>
                  <a:lnTo>
                    <a:pt x="366" y="272"/>
                  </a:lnTo>
                  <a:lnTo>
                    <a:pt x="366" y="272"/>
                  </a:lnTo>
                  <a:lnTo>
                    <a:pt x="366" y="272"/>
                  </a:lnTo>
                  <a:lnTo>
                    <a:pt x="366" y="270"/>
                  </a:lnTo>
                  <a:lnTo>
                    <a:pt x="364" y="270"/>
                  </a:lnTo>
                  <a:lnTo>
                    <a:pt x="364" y="270"/>
                  </a:lnTo>
                  <a:lnTo>
                    <a:pt x="364" y="270"/>
                  </a:lnTo>
                  <a:lnTo>
                    <a:pt x="364" y="269"/>
                  </a:lnTo>
                  <a:lnTo>
                    <a:pt x="364" y="269"/>
                  </a:lnTo>
                  <a:lnTo>
                    <a:pt x="364" y="269"/>
                  </a:lnTo>
                  <a:lnTo>
                    <a:pt x="364" y="269"/>
                  </a:lnTo>
                  <a:lnTo>
                    <a:pt x="364" y="267"/>
                  </a:lnTo>
                  <a:lnTo>
                    <a:pt x="364" y="267"/>
                  </a:lnTo>
                  <a:lnTo>
                    <a:pt x="364" y="267"/>
                  </a:lnTo>
                  <a:lnTo>
                    <a:pt x="364" y="267"/>
                  </a:lnTo>
                  <a:lnTo>
                    <a:pt x="365" y="267"/>
                  </a:lnTo>
                  <a:lnTo>
                    <a:pt x="365" y="267"/>
                  </a:lnTo>
                  <a:lnTo>
                    <a:pt x="365" y="267"/>
                  </a:lnTo>
                  <a:lnTo>
                    <a:pt x="365" y="267"/>
                  </a:lnTo>
                  <a:lnTo>
                    <a:pt x="367" y="267"/>
                  </a:lnTo>
                  <a:lnTo>
                    <a:pt x="367" y="267"/>
                  </a:lnTo>
                  <a:lnTo>
                    <a:pt x="367" y="267"/>
                  </a:lnTo>
                  <a:lnTo>
                    <a:pt x="367" y="267"/>
                  </a:lnTo>
                  <a:lnTo>
                    <a:pt x="369" y="267"/>
                  </a:lnTo>
                  <a:lnTo>
                    <a:pt x="369" y="267"/>
                  </a:lnTo>
                  <a:lnTo>
                    <a:pt x="369" y="267"/>
                  </a:lnTo>
                  <a:lnTo>
                    <a:pt x="369" y="267"/>
                  </a:lnTo>
                  <a:lnTo>
                    <a:pt x="371" y="266"/>
                  </a:lnTo>
                  <a:lnTo>
                    <a:pt x="371" y="266"/>
                  </a:lnTo>
                  <a:lnTo>
                    <a:pt x="371" y="266"/>
                  </a:lnTo>
                  <a:lnTo>
                    <a:pt x="371" y="266"/>
                  </a:lnTo>
                  <a:lnTo>
                    <a:pt x="371" y="266"/>
                  </a:lnTo>
                  <a:lnTo>
                    <a:pt x="371" y="266"/>
                  </a:lnTo>
                  <a:lnTo>
                    <a:pt x="371" y="266"/>
                  </a:lnTo>
                  <a:lnTo>
                    <a:pt x="371" y="266"/>
                  </a:lnTo>
                  <a:lnTo>
                    <a:pt x="373" y="266"/>
                  </a:lnTo>
                  <a:lnTo>
                    <a:pt x="373" y="266"/>
                  </a:lnTo>
                  <a:lnTo>
                    <a:pt x="373" y="266"/>
                  </a:lnTo>
                  <a:lnTo>
                    <a:pt x="373" y="266"/>
                  </a:lnTo>
                  <a:lnTo>
                    <a:pt x="375" y="266"/>
                  </a:lnTo>
                  <a:lnTo>
                    <a:pt x="375" y="266"/>
                  </a:lnTo>
                  <a:lnTo>
                    <a:pt x="375" y="266"/>
                  </a:lnTo>
                  <a:lnTo>
                    <a:pt x="375" y="266"/>
                  </a:lnTo>
                  <a:lnTo>
                    <a:pt x="376" y="266"/>
                  </a:lnTo>
                  <a:lnTo>
                    <a:pt x="376" y="266"/>
                  </a:lnTo>
                  <a:lnTo>
                    <a:pt x="376" y="266"/>
                  </a:lnTo>
                  <a:lnTo>
                    <a:pt x="376" y="266"/>
                  </a:lnTo>
                  <a:lnTo>
                    <a:pt x="376" y="265"/>
                  </a:lnTo>
                  <a:lnTo>
                    <a:pt x="376" y="265"/>
                  </a:lnTo>
                  <a:lnTo>
                    <a:pt x="376" y="265"/>
                  </a:lnTo>
                  <a:lnTo>
                    <a:pt x="376" y="265"/>
                  </a:lnTo>
                  <a:lnTo>
                    <a:pt x="376" y="264"/>
                  </a:lnTo>
                  <a:lnTo>
                    <a:pt x="374" y="264"/>
                  </a:lnTo>
                  <a:lnTo>
                    <a:pt x="374" y="264"/>
                  </a:lnTo>
                  <a:lnTo>
                    <a:pt x="374" y="264"/>
                  </a:lnTo>
                  <a:lnTo>
                    <a:pt x="374" y="262"/>
                  </a:lnTo>
                  <a:lnTo>
                    <a:pt x="374" y="262"/>
                  </a:lnTo>
                  <a:lnTo>
                    <a:pt x="374" y="262"/>
                  </a:lnTo>
                  <a:lnTo>
                    <a:pt x="374" y="262"/>
                  </a:lnTo>
                  <a:lnTo>
                    <a:pt x="374" y="261"/>
                  </a:lnTo>
                  <a:lnTo>
                    <a:pt x="374" y="262"/>
                  </a:lnTo>
                  <a:lnTo>
                    <a:pt x="374" y="262"/>
                  </a:lnTo>
                  <a:lnTo>
                    <a:pt x="374" y="262"/>
                  </a:lnTo>
                  <a:lnTo>
                    <a:pt x="374" y="262"/>
                  </a:lnTo>
                  <a:lnTo>
                    <a:pt x="374" y="264"/>
                  </a:lnTo>
                  <a:lnTo>
                    <a:pt x="374" y="264"/>
                  </a:lnTo>
                  <a:lnTo>
                    <a:pt x="374" y="264"/>
                  </a:lnTo>
                  <a:lnTo>
                    <a:pt x="376" y="264"/>
                  </a:lnTo>
                  <a:lnTo>
                    <a:pt x="376" y="265"/>
                  </a:lnTo>
                  <a:lnTo>
                    <a:pt x="376" y="265"/>
                  </a:lnTo>
                  <a:lnTo>
                    <a:pt x="376" y="265"/>
                  </a:lnTo>
                  <a:lnTo>
                    <a:pt x="378" y="265"/>
                  </a:lnTo>
                  <a:lnTo>
                    <a:pt x="378" y="266"/>
                  </a:lnTo>
                  <a:lnTo>
                    <a:pt x="378" y="266"/>
                  </a:lnTo>
                  <a:lnTo>
                    <a:pt x="378" y="266"/>
                  </a:lnTo>
                  <a:lnTo>
                    <a:pt x="380" y="266"/>
                  </a:lnTo>
                  <a:lnTo>
                    <a:pt x="380" y="266"/>
                  </a:lnTo>
                  <a:lnTo>
                    <a:pt x="380" y="266"/>
                  </a:lnTo>
                  <a:lnTo>
                    <a:pt x="380" y="266"/>
                  </a:lnTo>
                  <a:lnTo>
                    <a:pt x="381" y="266"/>
                  </a:lnTo>
                  <a:lnTo>
                    <a:pt x="381" y="266"/>
                  </a:lnTo>
                  <a:lnTo>
                    <a:pt x="382" y="266"/>
                  </a:lnTo>
                  <a:lnTo>
                    <a:pt x="382" y="266"/>
                  </a:lnTo>
                  <a:lnTo>
                    <a:pt x="383" y="266"/>
                  </a:lnTo>
                  <a:lnTo>
                    <a:pt x="383" y="266"/>
                  </a:lnTo>
                  <a:lnTo>
                    <a:pt x="385" y="266"/>
                  </a:lnTo>
                  <a:lnTo>
                    <a:pt x="385" y="266"/>
                  </a:lnTo>
                  <a:lnTo>
                    <a:pt x="387" y="266"/>
                  </a:lnTo>
                  <a:lnTo>
                    <a:pt x="387" y="266"/>
                  </a:lnTo>
                  <a:lnTo>
                    <a:pt x="389" y="266"/>
                  </a:lnTo>
                  <a:lnTo>
                    <a:pt x="389" y="266"/>
                  </a:lnTo>
                  <a:lnTo>
                    <a:pt x="391" y="265"/>
                  </a:lnTo>
                  <a:lnTo>
                    <a:pt x="391" y="265"/>
                  </a:lnTo>
                  <a:lnTo>
                    <a:pt x="391" y="265"/>
                  </a:lnTo>
                  <a:lnTo>
                    <a:pt x="391" y="265"/>
                  </a:lnTo>
                  <a:lnTo>
                    <a:pt x="391" y="264"/>
                  </a:lnTo>
                  <a:lnTo>
                    <a:pt x="391" y="264"/>
                  </a:lnTo>
                  <a:lnTo>
                    <a:pt x="391" y="264"/>
                  </a:lnTo>
                  <a:lnTo>
                    <a:pt x="391" y="264"/>
                  </a:lnTo>
                  <a:lnTo>
                    <a:pt x="392" y="262"/>
                  </a:lnTo>
                  <a:lnTo>
                    <a:pt x="392" y="262"/>
                  </a:lnTo>
                  <a:lnTo>
                    <a:pt x="392" y="262"/>
                  </a:lnTo>
                  <a:lnTo>
                    <a:pt x="392" y="262"/>
                  </a:lnTo>
                  <a:lnTo>
                    <a:pt x="393" y="259"/>
                  </a:lnTo>
                  <a:lnTo>
                    <a:pt x="393" y="259"/>
                  </a:lnTo>
                  <a:lnTo>
                    <a:pt x="393" y="259"/>
                  </a:lnTo>
                  <a:lnTo>
                    <a:pt x="393" y="259"/>
                  </a:lnTo>
                  <a:lnTo>
                    <a:pt x="395" y="257"/>
                  </a:lnTo>
                  <a:lnTo>
                    <a:pt x="395" y="257"/>
                  </a:lnTo>
                  <a:lnTo>
                    <a:pt x="395" y="257"/>
                  </a:lnTo>
                  <a:lnTo>
                    <a:pt x="395" y="257"/>
                  </a:lnTo>
                  <a:lnTo>
                    <a:pt x="395" y="256"/>
                  </a:lnTo>
                  <a:lnTo>
                    <a:pt x="395" y="256"/>
                  </a:lnTo>
                  <a:lnTo>
                    <a:pt x="395" y="256"/>
                  </a:lnTo>
                  <a:lnTo>
                    <a:pt x="395" y="256"/>
                  </a:lnTo>
                  <a:lnTo>
                    <a:pt x="397" y="254"/>
                  </a:lnTo>
                  <a:lnTo>
                    <a:pt x="397" y="254"/>
                  </a:lnTo>
                  <a:lnTo>
                    <a:pt x="397" y="254"/>
                  </a:lnTo>
                  <a:lnTo>
                    <a:pt x="397" y="254"/>
                  </a:lnTo>
                  <a:lnTo>
                    <a:pt x="399" y="254"/>
                  </a:lnTo>
                  <a:lnTo>
                    <a:pt x="399" y="254"/>
                  </a:lnTo>
                  <a:lnTo>
                    <a:pt x="399" y="254"/>
                  </a:lnTo>
                  <a:lnTo>
                    <a:pt x="399" y="254"/>
                  </a:lnTo>
                  <a:lnTo>
                    <a:pt x="401" y="252"/>
                  </a:lnTo>
                  <a:lnTo>
                    <a:pt x="401" y="252"/>
                  </a:lnTo>
                  <a:lnTo>
                    <a:pt x="401" y="252"/>
                  </a:lnTo>
                  <a:lnTo>
                    <a:pt x="401" y="252"/>
                  </a:lnTo>
                  <a:lnTo>
                    <a:pt x="401" y="250"/>
                  </a:lnTo>
                  <a:lnTo>
                    <a:pt x="401" y="250"/>
                  </a:lnTo>
                  <a:lnTo>
                    <a:pt x="401" y="249"/>
                  </a:lnTo>
                  <a:lnTo>
                    <a:pt x="401" y="249"/>
                  </a:lnTo>
                  <a:lnTo>
                    <a:pt x="401" y="247"/>
                  </a:lnTo>
                  <a:lnTo>
                    <a:pt x="401" y="247"/>
                  </a:lnTo>
                  <a:lnTo>
                    <a:pt x="401" y="247"/>
                  </a:lnTo>
                  <a:lnTo>
                    <a:pt x="401" y="247"/>
                  </a:lnTo>
                  <a:lnTo>
                    <a:pt x="402" y="245"/>
                  </a:lnTo>
                  <a:lnTo>
                    <a:pt x="402" y="245"/>
                  </a:lnTo>
                  <a:lnTo>
                    <a:pt x="402" y="245"/>
                  </a:lnTo>
                  <a:lnTo>
                    <a:pt x="402" y="245"/>
                  </a:lnTo>
                  <a:lnTo>
                    <a:pt x="404" y="243"/>
                  </a:lnTo>
                  <a:lnTo>
                    <a:pt x="404" y="245"/>
                  </a:lnTo>
                  <a:lnTo>
                    <a:pt x="404" y="245"/>
                  </a:lnTo>
                  <a:lnTo>
                    <a:pt x="404" y="245"/>
                  </a:lnTo>
                  <a:lnTo>
                    <a:pt x="404" y="245"/>
                  </a:lnTo>
                  <a:lnTo>
                    <a:pt x="404" y="245"/>
                  </a:lnTo>
                  <a:lnTo>
                    <a:pt x="404" y="245"/>
                  </a:lnTo>
                  <a:lnTo>
                    <a:pt x="404" y="245"/>
                  </a:lnTo>
                  <a:lnTo>
                    <a:pt x="405" y="245"/>
                  </a:lnTo>
                  <a:lnTo>
                    <a:pt x="405" y="246"/>
                  </a:lnTo>
                  <a:lnTo>
                    <a:pt x="405" y="246"/>
                  </a:lnTo>
                  <a:lnTo>
                    <a:pt x="405" y="246"/>
                  </a:lnTo>
                  <a:lnTo>
                    <a:pt x="405" y="246"/>
                  </a:lnTo>
                  <a:lnTo>
                    <a:pt x="405" y="246"/>
                  </a:lnTo>
                  <a:lnTo>
                    <a:pt x="405" y="246"/>
                  </a:lnTo>
                  <a:lnTo>
                    <a:pt x="405" y="246"/>
                  </a:lnTo>
                  <a:lnTo>
                    <a:pt x="406" y="246"/>
                  </a:lnTo>
                  <a:lnTo>
                    <a:pt x="406" y="246"/>
                  </a:lnTo>
                  <a:lnTo>
                    <a:pt x="407" y="246"/>
                  </a:lnTo>
                  <a:lnTo>
                    <a:pt x="407" y="246"/>
                  </a:lnTo>
                  <a:lnTo>
                    <a:pt x="409" y="244"/>
                  </a:lnTo>
                  <a:lnTo>
                    <a:pt x="409" y="244"/>
                  </a:lnTo>
                  <a:lnTo>
                    <a:pt x="409" y="242"/>
                  </a:lnTo>
                  <a:lnTo>
                    <a:pt x="409" y="240"/>
                  </a:lnTo>
                  <a:lnTo>
                    <a:pt x="411" y="238"/>
                  </a:lnTo>
                  <a:lnTo>
                    <a:pt x="411" y="238"/>
                  </a:lnTo>
                  <a:lnTo>
                    <a:pt x="411" y="236"/>
                  </a:lnTo>
                  <a:lnTo>
                    <a:pt x="411" y="235"/>
                  </a:lnTo>
                  <a:lnTo>
                    <a:pt x="413" y="233"/>
                  </a:lnTo>
                  <a:lnTo>
                    <a:pt x="413" y="233"/>
                  </a:lnTo>
                  <a:lnTo>
                    <a:pt x="413" y="231"/>
                  </a:lnTo>
                  <a:lnTo>
                    <a:pt x="413" y="230"/>
                  </a:lnTo>
                  <a:lnTo>
                    <a:pt x="415" y="228"/>
                  </a:lnTo>
                  <a:lnTo>
                    <a:pt x="415" y="228"/>
                  </a:lnTo>
                  <a:lnTo>
                    <a:pt x="415" y="228"/>
                  </a:lnTo>
                  <a:lnTo>
                    <a:pt x="415" y="228"/>
                  </a:lnTo>
                  <a:lnTo>
                    <a:pt x="417" y="227"/>
                  </a:lnTo>
                  <a:lnTo>
                    <a:pt x="417" y="227"/>
                  </a:lnTo>
                  <a:lnTo>
                    <a:pt x="419" y="227"/>
                  </a:lnTo>
                  <a:lnTo>
                    <a:pt x="419" y="227"/>
                  </a:lnTo>
                  <a:lnTo>
                    <a:pt x="421" y="225"/>
                  </a:lnTo>
                  <a:lnTo>
                    <a:pt x="421" y="225"/>
                  </a:lnTo>
                  <a:lnTo>
                    <a:pt x="422" y="225"/>
                  </a:lnTo>
                  <a:lnTo>
                    <a:pt x="422" y="225"/>
                  </a:lnTo>
                  <a:lnTo>
                    <a:pt x="425" y="225"/>
                  </a:lnTo>
                  <a:lnTo>
                    <a:pt x="425" y="225"/>
                  </a:lnTo>
                  <a:lnTo>
                    <a:pt x="426" y="225"/>
                  </a:lnTo>
                  <a:lnTo>
                    <a:pt x="426" y="225"/>
                  </a:lnTo>
                  <a:lnTo>
                    <a:pt x="427" y="223"/>
                  </a:lnTo>
                  <a:lnTo>
                    <a:pt x="427" y="223"/>
                  </a:lnTo>
                  <a:lnTo>
                    <a:pt x="427" y="223"/>
                  </a:lnTo>
                  <a:lnTo>
                    <a:pt x="427" y="223"/>
                  </a:lnTo>
                  <a:lnTo>
                    <a:pt x="430" y="221"/>
                  </a:lnTo>
                  <a:lnTo>
                    <a:pt x="430" y="221"/>
                  </a:lnTo>
                  <a:lnTo>
                    <a:pt x="431" y="219"/>
                  </a:lnTo>
                  <a:lnTo>
                    <a:pt x="431" y="219"/>
                  </a:lnTo>
                  <a:lnTo>
                    <a:pt x="433" y="217"/>
                  </a:lnTo>
                  <a:lnTo>
                    <a:pt x="433" y="217"/>
                  </a:lnTo>
                  <a:lnTo>
                    <a:pt x="433" y="215"/>
                  </a:lnTo>
                  <a:lnTo>
                    <a:pt x="433" y="215"/>
                  </a:lnTo>
                  <a:lnTo>
                    <a:pt x="435" y="213"/>
                  </a:lnTo>
                  <a:lnTo>
                    <a:pt x="435" y="213"/>
                  </a:lnTo>
                  <a:lnTo>
                    <a:pt x="437" y="213"/>
                  </a:lnTo>
                  <a:lnTo>
                    <a:pt x="437" y="213"/>
                  </a:lnTo>
                  <a:lnTo>
                    <a:pt x="439" y="212"/>
                  </a:lnTo>
                  <a:lnTo>
                    <a:pt x="439" y="212"/>
                  </a:lnTo>
                  <a:lnTo>
                    <a:pt x="439" y="212"/>
                  </a:lnTo>
                  <a:lnTo>
                    <a:pt x="439" y="212"/>
                  </a:lnTo>
                  <a:lnTo>
                    <a:pt x="439" y="212"/>
                  </a:lnTo>
                  <a:lnTo>
                    <a:pt x="439" y="212"/>
                  </a:lnTo>
                  <a:lnTo>
                    <a:pt x="439" y="212"/>
                  </a:lnTo>
                  <a:lnTo>
                    <a:pt x="439" y="212"/>
                  </a:lnTo>
                  <a:lnTo>
                    <a:pt x="441" y="212"/>
                  </a:lnTo>
                  <a:lnTo>
                    <a:pt x="441" y="212"/>
                  </a:lnTo>
                  <a:lnTo>
                    <a:pt x="441" y="212"/>
                  </a:lnTo>
                  <a:lnTo>
                    <a:pt x="441" y="212"/>
                  </a:lnTo>
                  <a:lnTo>
                    <a:pt x="441" y="210"/>
                  </a:lnTo>
                  <a:lnTo>
                    <a:pt x="441" y="210"/>
                  </a:lnTo>
                  <a:lnTo>
                    <a:pt x="441" y="210"/>
                  </a:lnTo>
                  <a:lnTo>
                    <a:pt x="441" y="210"/>
                  </a:lnTo>
                  <a:lnTo>
                    <a:pt x="442" y="208"/>
                  </a:lnTo>
                  <a:lnTo>
                    <a:pt x="442" y="208"/>
                  </a:lnTo>
                  <a:lnTo>
                    <a:pt x="442" y="208"/>
                  </a:lnTo>
                  <a:lnTo>
                    <a:pt x="442" y="208"/>
                  </a:lnTo>
                  <a:lnTo>
                    <a:pt x="443" y="206"/>
                  </a:lnTo>
                  <a:lnTo>
                    <a:pt x="443" y="206"/>
                  </a:lnTo>
                  <a:lnTo>
                    <a:pt x="444" y="205"/>
                  </a:lnTo>
                  <a:lnTo>
                    <a:pt x="444" y="205"/>
                  </a:lnTo>
                  <a:lnTo>
                    <a:pt x="447" y="203"/>
                  </a:lnTo>
                  <a:lnTo>
                    <a:pt x="447" y="203"/>
                  </a:lnTo>
                  <a:lnTo>
                    <a:pt x="447" y="203"/>
                  </a:lnTo>
                  <a:lnTo>
                    <a:pt x="447" y="203"/>
                  </a:lnTo>
                  <a:lnTo>
                    <a:pt x="448" y="201"/>
                  </a:lnTo>
                  <a:lnTo>
                    <a:pt x="448" y="201"/>
                  </a:lnTo>
                  <a:lnTo>
                    <a:pt x="449" y="201"/>
                  </a:lnTo>
                  <a:lnTo>
                    <a:pt x="449" y="201"/>
                  </a:lnTo>
                  <a:lnTo>
                    <a:pt x="451" y="199"/>
                  </a:lnTo>
                  <a:lnTo>
                    <a:pt x="451" y="199"/>
                  </a:lnTo>
                  <a:lnTo>
                    <a:pt x="451" y="199"/>
                  </a:lnTo>
                  <a:lnTo>
                    <a:pt x="451" y="199"/>
                  </a:lnTo>
                  <a:lnTo>
                    <a:pt x="451" y="199"/>
                  </a:lnTo>
                  <a:lnTo>
                    <a:pt x="451" y="199"/>
                  </a:lnTo>
                  <a:lnTo>
                    <a:pt x="451" y="199"/>
                  </a:lnTo>
                  <a:lnTo>
                    <a:pt x="451" y="199"/>
                  </a:lnTo>
                  <a:lnTo>
                    <a:pt x="453" y="198"/>
                  </a:lnTo>
                  <a:lnTo>
                    <a:pt x="453" y="198"/>
                  </a:lnTo>
                  <a:lnTo>
                    <a:pt x="453" y="198"/>
                  </a:lnTo>
                  <a:lnTo>
                    <a:pt x="453" y="198"/>
                  </a:lnTo>
                  <a:lnTo>
                    <a:pt x="454" y="198"/>
                  </a:lnTo>
                  <a:lnTo>
                    <a:pt x="454" y="198"/>
                  </a:lnTo>
                  <a:lnTo>
                    <a:pt x="454" y="198"/>
                  </a:lnTo>
                  <a:lnTo>
                    <a:pt x="454" y="198"/>
                  </a:lnTo>
                  <a:lnTo>
                    <a:pt x="456" y="197"/>
                  </a:lnTo>
                  <a:lnTo>
                    <a:pt x="456" y="197"/>
                  </a:lnTo>
                  <a:lnTo>
                    <a:pt x="456" y="197"/>
                  </a:lnTo>
                  <a:lnTo>
                    <a:pt x="456" y="197"/>
                  </a:lnTo>
                  <a:lnTo>
                    <a:pt x="456" y="196"/>
                  </a:lnTo>
                  <a:lnTo>
                    <a:pt x="456" y="196"/>
                  </a:lnTo>
                  <a:lnTo>
                    <a:pt x="456" y="196"/>
                  </a:lnTo>
                  <a:lnTo>
                    <a:pt x="456" y="196"/>
                  </a:lnTo>
                  <a:lnTo>
                    <a:pt x="456" y="193"/>
                  </a:lnTo>
                  <a:lnTo>
                    <a:pt x="456" y="193"/>
                  </a:lnTo>
                  <a:lnTo>
                    <a:pt x="456" y="193"/>
                  </a:lnTo>
                  <a:lnTo>
                    <a:pt x="456" y="193"/>
                  </a:lnTo>
                  <a:lnTo>
                    <a:pt x="456" y="191"/>
                  </a:lnTo>
                  <a:lnTo>
                    <a:pt x="456" y="191"/>
                  </a:lnTo>
                  <a:lnTo>
                    <a:pt x="456" y="190"/>
                  </a:lnTo>
                  <a:lnTo>
                    <a:pt x="456" y="190"/>
                  </a:lnTo>
                  <a:lnTo>
                    <a:pt x="456" y="188"/>
                  </a:lnTo>
                  <a:lnTo>
                    <a:pt x="456" y="190"/>
                  </a:lnTo>
                  <a:lnTo>
                    <a:pt x="456" y="190"/>
                  </a:lnTo>
                  <a:lnTo>
                    <a:pt x="456" y="190"/>
                  </a:lnTo>
                  <a:lnTo>
                    <a:pt x="457" y="190"/>
                  </a:lnTo>
                  <a:lnTo>
                    <a:pt x="457" y="190"/>
                  </a:lnTo>
                  <a:lnTo>
                    <a:pt x="459" y="190"/>
                  </a:lnTo>
                  <a:lnTo>
                    <a:pt x="459" y="190"/>
                  </a:lnTo>
                  <a:lnTo>
                    <a:pt x="461" y="188"/>
                  </a:lnTo>
                  <a:lnTo>
                    <a:pt x="461" y="188"/>
                  </a:lnTo>
                  <a:lnTo>
                    <a:pt x="463" y="188"/>
                  </a:lnTo>
                  <a:lnTo>
                    <a:pt x="463" y="188"/>
                  </a:lnTo>
                  <a:lnTo>
                    <a:pt x="464" y="186"/>
                  </a:lnTo>
                  <a:lnTo>
                    <a:pt x="464" y="186"/>
                  </a:lnTo>
                  <a:lnTo>
                    <a:pt x="466" y="186"/>
                  </a:lnTo>
                  <a:lnTo>
                    <a:pt x="466" y="186"/>
                  </a:lnTo>
                  <a:lnTo>
                    <a:pt x="469" y="184"/>
                  </a:lnTo>
                  <a:lnTo>
                    <a:pt x="469" y="184"/>
                  </a:lnTo>
                  <a:lnTo>
                    <a:pt x="469" y="184"/>
                  </a:lnTo>
                  <a:lnTo>
                    <a:pt x="469" y="184"/>
                  </a:lnTo>
                  <a:lnTo>
                    <a:pt x="470" y="184"/>
                  </a:lnTo>
                  <a:lnTo>
                    <a:pt x="470" y="184"/>
                  </a:lnTo>
                  <a:lnTo>
                    <a:pt x="472" y="184"/>
                  </a:lnTo>
                  <a:lnTo>
                    <a:pt x="472" y="184"/>
                  </a:lnTo>
                  <a:lnTo>
                    <a:pt x="474" y="183"/>
                  </a:lnTo>
                  <a:lnTo>
                    <a:pt x="474" y="183"/>
                  </a:lnTo>
                  <a:lnTo>
                    <a:pt x="476" y="183"/>
                  </a:lnTo>
                  <a:lnTo>
                    <a:pt x="476" y="183"/>
                  </a:lnTo>
                  <a:lnTo>
                    <a:pt x="477" y="183"/>
                  </a:lnTo>
                  <a:lnTo>
                    <a:pt x="477" y="183"/>
                  </a:lnTo>
                  <a:lnTo>
                    <a:pt x="479" y="183"/>
                  </a:lnTo>
                  <a:lnTo>
                    <a:pt x="479" y="183"/>
                  </a:lnTo>
                  <a:lnTo>
                    <a:pt x="481" y="182"/>
                  </a:lnTo>
                  <a:lnTo>
                    <a:pt x="479" y="182"/>
                  </a:lnTo>
                  <a:lnTo>
                    <a:pt x="479" y="182"/>
                  </a:lnTo>
                  <a:lnTo>
                    <a:pt x="479" y="182"/>
                  </a:lnTo>
                  <a:lnTo>
                    <a:pt x="479" y="181"/>
                  </a:lnTo>
                  <a:lnTo>
                    <a:pt x="478" y="181"/>
                  </a:lnTo>
                  <a:lnTo>
                    <a:pt x="478" y="181"/>
                  </a:lnTo>
                  <a:lnTo>
                    <a:pt x="478" y="181"/>
                  </a:lnTo>
                  <a:lnTo>
                    <a:pt x="478" y="179"/>
                  </a:lnTo>
                  <a:lnTo>
                    <a:pt x="476" y="179"/>
                  </a:lnTo>
                  <a:lnTo>
                    <a:pt x="476" y="178"/>
                  </a:lnTo>
                  <a:lnTo>
                    <a:pt x="476" y="178"/>
                  </a:lnTo>
                  <a:lnTo>
                    <a:pt x="476" y="176"/>
                  </a:lnTo>
                  <a:lnTo>
                    <a:pt x="476" y="176"/>
                  </a:lnTo>
                  <a:lnTo>
                    <a:pt x="476" y="174"/>
                  </a:lnTo>
                  <a:lnTo>
                    <a:pt x="476" y="174"/>
                  </a:lnTo>
                  <a:lnTo>
                    <a:pt x="476" y="172"/>
                  </a:lnTo>
                  <a:lnTo>
                    <a:pt x="474" y="172"/>
                  </a:lnTo>
                  <a:lnTo>
                    <a:pt x="474" y="172"/>
                  </a:lnTo>
                  <a:lnTo>
                    <a:pt x="474" y="172"/>
                  </a:lnTo>
                  <a:lnTo>
                    <a:pt x="474" y="170"/>
                  </a:lnTo>
                  <a:lnTo>
                    <a:pt x="472" y="170"/>
                  </a:lnTo>
                  <a:lnTo>
                    <a:pt x="472" y="168"/>
                  </a:lnTo>
                  <a:lnTo>
                    <a:pt x="472" y="168"/>
                  </a:lnTo>
                  <a:lnTo>
                    <a:pt x="472" y="166"/>
                  </a:lnTo>
                  <a:lnTo>
                    <a:pt x="470" y="166"/>
                  </a:lnTo>
                  <a:lnTo>
                    <a:pt x="470" y="164"/>
                  </a:lnTo>
                  <a:lnTo>
                    <a:pt x="470" y="164"/>
                  </a:lnTo>
                  <a:lnTo>
                    <a:pt x="470" y="162"/>
                  </a:lnTo>
                  <a:lnTo>
                    <a:pt x="470" y="162"/>
                  </a:lnTo>
                  <a:lnTo>
                    <a:pt x="470" y="161"/>
                  </a:lnTo>
                  <a:lnTo>
                    <a:pt x="470" y="161"/>
                  </a:lnTo>
                  <a:lnTo>
                    <a:pt x="471" y="159"/>
                  </a:lnTo>
                  <a:lnTo>
                    <a:pt x="471" y="159"/>
                  </a:lnTo>
                  <a:lnTo>
                    <a:pt x="471" y="159"/>
                  </a:lnTo>
                  <a:lnTo>
                    <a:pt x="471" y="159"/>
                  </a:lnTo>
                  <a:lnTo>
                    <a:pt x="472" y="157"/>
                  </a:lnTo>
                  <a:lnTo>
                    <a:pt x="472" y="157"/>
                  </a:lnTo>
                  <a:lnTo>
                    <a:pt x="474" y="156"/>
                  </a:lnTo>
                  <a:lnTo>
                    <a:pt x="476" y="156"/>
                  </a:lnTo>
                  <a:lnTo>
                    <a:pt x="477" y="154"/>
                  </a:lnTo>
                  <a:lnTo>
                    <a:pt x="477" y="154"/>
                  </a:lnTo>
                  <a:lnTo>
                    <a:pt x="479" y="154"/>
                  </a:lnTo>
                  <a:lnTo>
                    <a:pt x="479" y="154"/>
                  </a:lnTo>
                  <a:lnTo>
                    <a:pt x="481" y="152"/>
                  </a:lnTo>
                  <a:lnTo>
                    <a:pt x="481" y="152"/>
                  </a:lnTo>
                  <a:lnTo>
                    <a:pt x="483" y="150"/>
                  </a:lnTo>
                  <a:lnTo>
                    <a:pt x="483" y="150"/>
                  </a:lnTo>
                  <a:lnTo>
                    <a:pt x="485" y="148"/>
                  </a:lnTo>
                  <a:lnTo>
                    <a:pt x="483" y="148"/>
                  </a:lnTo>
                  <a:lnTo>
                    <a:pt x="483" y="148"/>
                  </a:lnTo>
                  <a:lnTo>
                    <a:pt x="483" y="148"/>
                  </a:lnTo>
                  <a:lnTo>
                    <a:pt x="483" y="148"/>
                  </a:lnTo>
                  <a:lnTo>
                    <a:pt x="483" y="148"/>
                  </a:lnTo>
                  <a:lnTo>
                    <a:pt x="483" y="148"/>
                  </a:lnTo>
                  <a:lnTo>
                    <a:pt x="483" y="148"/>
                  </a:lnTo>
                  <a:lnTo>
                    <a:pt x="483" y="146"/>
                  </a:lnTo>
                  <a:lnTo>
                    <a:pt x="482" y="146"/>
                  </a:lnTo>
                  <a:lnTo>
                    <a:pt x="482" y="146"/>
                  </a:lnTo>
                  <a:lnTo>
                    <a:pt x="482" y="146"/>
                  </a:lnTo>
                  <a:lnTo>
                    <a:pt x="482" y="145"/>
                  </a:lnTo>
                  <a:lnTo>
                    <a:pt x="482" y="145"/>
                  </a:lnTo>
                  <a:lnTo>
                    <a:pt x="482" y="145"/>
                  </a:lnTo>
                  <a:lnTo>
                    <a:pt x="482" y="145"/>
                  </a:lnTo>
                  <a:lnTo>
                    <a:pt x="482" y="143"/>
                  </a:lnTo>
                  <a:lnTo>
                    <a:pt x="481" y="143"/>
                  </a:lnTo>
                  <a:lnTo>
                    <a:pt x="481" y="143"/>
                  </a:lnTo>
                  <a:lnTo>
                    <a:pt x="481" y="143"/>
                  </a:lnTo>
                  <a:lnTo>
                    <a:pt x="481" y="143"/>
                  </a:lnTo>
                  <a:lnTo>
                    <a:pt x="481" y="143"/>
                  </a:lnTo>
                  <a:lnTo>
                    <a:pt x="481" y="143"/>
                  </a:lnTo>
                  <a:lnTo>
                    <a:pt x="481" y="143"/>
                  </a:lnTo>
                  <a:lnTo>
                    <a:pt x="481" y="141"/>
                  </a:lnTo>
                  <a:lnTo>
                    <a:pt x="481" y="141"/>
                  </a:lnTo>
                  <a:lnTo>
                    <a:pt x="481" y="141"/>
                  </a:lnTo>
                  <a:lnTo>
                    <a:pt x="481" y="141"/>
                  </a:lnTo>
                  <a:lnTo>
                    <a:pt x="481" y="140"/>
                  </a:lnTo>
                  <a:lnTo>
                    <a:pt x="481" y="140"/>
                  </a:lnTo>
                  <a:lnTo>
                    <a:pt x="481" y="140"/>
                  </a:lnTo>
                  <a:lnTo>
                    <a:pt x="481" y="140"/>
                  </a:lnTo>
                  <a:lnTo>
                    <a:pt x="483" y="138"/>
                  </a:lnTo>
                  <a:lnTo>
                    <a:pt x="483" y="138"/>
                  </a:lnTo>
                  <a:lnTo>
                    <a:pt x="484" y="138"/>
                  </a:lnTo>
                  <a:lnTo>
                    <a:pt x="484" y="138"/>
                  </a:lnTo>
                  <a:lnTo>
                    <a:pt x="486" y="138"/>
                  </a:lnTo>
                  <a:lnTo>
                    <a:pt x="486" y="138"/>
                  </a:lnTo>
                  <a:lnTo>
                    <a:pt x="488" y="138"/>
                  </a:lnTo>
                  <a:lnTo>
                    <a:pt x="488" y="138"/>
                  </a:lnTo>
                  <a:lnTo>
                    <a:pt x="490" y="137"/>
                  </a:lnTo>
                  <a:lnTo>
                    <a:pt x="490" y="138"/>
                  </a:lnTo>
                  <a:lnTo>
                    <a:pt x="491" y="138"/>
                  </a:lnTo>
                  <a:lnTo>
                    <a:pt x="491" y="138"/>
                  </a:lnTo>
                  <a:lnTo>
                    <a:pt x="493" y="138"/>
                  </a:lnTo>
                  <a:lnTo>
                    <a:pt x="493" y="138"/>
                  </a:lnTo>
                  <a:lnTo>
                    <a:pt x="493" y="138"/>
                  </a:lnTo>
                  <a:lnTo>
                    <a:pt x="493" y="138"/>
                  </a:lnTo>
                  <a:lnTo>
                    <a:pt x="495" y="138"/>
                  </a:lnTo>
                  <a:lnTo>
                    <a:pt x="495" y="138"/>
                  </a:lnTo>
                  <a:lnTo>
                    <a:pt x="495" y="138"/>
                  </a:lnTo>
                  <a:lnTo>
                    <a:pt x="495" y="138"/>
                  </a:lnTo>
                  <a:lnTo>
                    <a:pt x="496" y="137"/>
                  </a:lnTo>
                  <a:lnTo>
                    <a:pt x="496" y="137"/>
                  </a:lnTo>
                  <a:lnTo>
                    <a:pt x="498" y="137"/>
                  </a:lnTo>
                  <a:lnTo>
                    <a:pt x="499" y="137"/>
                  </a:lnTo>
                  <a:lnTo>
                    <a:pt x="501" y="135"/>
                  </a:lnTo>
                  <a:lnTo>
                    <a:pt x="501" y="135"/>
                  </a:lnTo>
                  <a:lnTo>
                    <a:pt x="503" y="135"/>
                  </a:lnTo>
                  <a:lnTo>
                    <a:pt x="503" y="135"/>
                  </a:lnTo>
                  <a:lnTo>
                    <a:pt x="505" y="134"/>
                  </a:lnTo>
                  <a:lnTo>
                    <a:pt x="505" y="134"/>
                  </a:lnTo>
                  <a:lnTo>
                    <a:pt x="507" y="134"/>
                  </a:lnTo>
                  <a:lnTo>
                    <a:pt x="507" y="134"/>
                  </a:lnTo>
                  <a:lnTo>
                    <a:pt x="509" y="132"/>
                  </a:lnTo>
                  <a:lnTo>
                    <a:pt x="507" y="132"/>
                  </a:lnTo>
                  <a:lnTo>
                    <a:pt x="507" y="132"/>
                  </a:lnTo>
                  <a:lnTo>
                    <a:pt x="507" y="132"/>
                  </a:lnTo>
                  <a:lnTo>
                    <a:pt x="507" y="132"/>
                  </a:lnTo>
                  <a:lnTo>
                    <a:pt x="507" y="132"/>
                  </a:lnTo>
                  <a:lnTo>
                    <a:pt x="507" y="131"/>
                  </a:lnTo>
                  <a:lnTo>
                    <a:pt x="507" y="131"/>
                  </a:lnTo>
                  <a:lnTo>
                    <a:pt x="507" y="129"/>
                  </a:lnTo>
                  <a:lnTo>
                    <a:pt x="507" y="129"/>
                  </a:lnTo>
                  <a:lnTo>
                    <a:pt x="507" y="128"/>
                  </a:lnTo>
                  <a:lnTo>
                    <a:pt x="507" y="128"/>
                  </a:lnTo>
                  <a:lnTo>
                    <a:pt x="507" y="126"/>
                  </a:lnTo>
                  <a:lnTo>
                    <a:pt x="507" y="126"/>
                  </a:lnTo>
                  <a:lnTo>
                    <a:pt x="507" y="124"/>
                  </a:lnTo>
                  <a:lnTo>
                    <a:pt x="507" y="124"/>
                  </a:lnTo>
                  <a:lnTo>
                    <a:pt x="508" y="123"/>
                  </a:lnTo>
                  <a:lnTo>
                    <a:pt x="508" y="123"/>
                  </a:lnTo>
                  <a:lnTo>
                    <a:pt x="508" y="123"/>
                  </a:lnTo>
                  <a:lnTo>
                    <a:pt x="508" y="123"/>
                  </a:lnTo>
                  <a:lnTo>
                    <a:pt x="508" y="120"/>
                  </a:lnTo>
                  <a:lnTo>
                    <a:pt x="508" y="120"/>
                  </a:lnTo>
                  <a:lnTo>
                    <a:pt x="508" y="120"/>
                  </a:lnTo>
                  <a:lnTo>
                    <a:pt x="508" y="120"/>
                  </a:lnTo>
                  <a:lnTo>
                    <a:pt x="509" y="118"/>
                  </a:lnTo>
                  <a:lnTo>
                    <a:pt x="509" y="118"/>
                  </a:lnTo>
                  <a:lnTo>
                    <a:pt x="509" y="118"/>
                  </a:lnTo>
                  <a:lnTo>
                    <a:pt x="509" y="118"/>
                  </a:lnTo>
                  <a:lnTo>
                    <a:pt x="510" y="116"/>
                  </a:lnTo>
                  <a:lnTo>
                    <a:pt x="510" y="116"/>
                  </a:lnTo>
                  <a:lnTo>
                    <a:pt x="510" y="116"/>
                  </a:lnTo>
                  <a:lnTo>
                    <a:pt x="510" y="116"/>
                  </a:lnTo>
                  <a:lnTo>
                    <a:pt x="511" y="114"/>
                  </a:lnTo>
                  <a:lnTo>
                    <a:pt x="510" y="114"/>
                  </a:lnTo>
                  <a:lnTo>
                    <a:pt x="510" y="114"/>
                  </a:lnTo>
                  <a:lnTo>
                    <a:pt x="510" y="114"/>
                  </a:lnTo>
                  <a:lnTo>
                    <a:pt x="510" y="114"/>
                  </a:lnTo>
                  <a:lnTo>
                    <a:pt x="508" y="114"/>
                  </a:lnTo>
                  <a:lnTo>
                    <a:pt x="508" y="114"/>
                  </a:lnTo>
                  <a:lnTo>
                    <a:pt x="508" y="114"/>
                  </a:lnTo>
                  <a:lnTo>
                    <a:pt x="508" y="113"/>
                  </a:lnTo>
                  <a:lnTo>
                    <a:pt x="507" y="113"/>
                  </a:lnTo>
                  <a:lnTo>
                    <a:pt x="507" y="113"/>
                  </a:lnTo>
                  <a:lnTo>
                    <a:pt x="507" y="113"/>
                  </a:lnTo>
                  <a:lnTo>
                    <a:pt x="507" y="112"/>
                  </a:lnTo>
                  <a:lnTo>
                    <a:pt x="507" y="112"/>
                  </a:lnTo>
                  <a:lnTo>
                    <a:pt x="507" y="112"/>
                  </a:lnTo>
                  <a:lnTo>
                    <a:pt x="507" y="112"/>
                  </a:lnTo>
                  <a:lnTo>
                    <a:pt x="507" y="110"/>
                  </a:lnTo>
                  <a:lnTo>
                    <a:pt x="505" y="110"/>
                  </a:lnTo>
                  <a:lnTo>
                    <a:pt x="505" y="110"/>
                  </a:lnTo>
                  <a:lnTo>
                    <a:pt x="504" y="110"/>
                  </a:lnTo>
                  <a:lnTo>
                    <a:pt x="504" y="108"/>
                  </a:lnTo>
                  <a:lnTo>
                    <a:pt x="502" y="108"/>
                  </a:lnTo>
                  <a:lnTo>
                    <a:pt x="502" y="108"/>
                  </a:lnTo>
                  <a:lnTo>
                    <a:pt x="501" y="108"/>
                  </a:lnTo>
                  <a:lnTo>
                    <a:pt x="501" y="106"/>
                  </a:lnTo>
                  <a:lnTo>
                    <a:pt x="500" y="106"/>
                  </a:lnTo>
                  <a:lnTo>
                    <a:pt x="500" y="106"/>
                  </a:lnTo>
                  <a:lnTo>
                    <a:pt x="498" y="106"/>
                  </a:lnTo>
                  <a:lnTo>
                    <a:pt x="498" y="104"/>
                  </a:lnTo>
                  <a:lnTo>
                    <a:pt x="496" y="104"/>
                  </a:lnTo>
                  <a:lnTo>
                    <a:pt x="496" y="103"/>
                  </a:lnTo>
                  <a:lnTo>
                    <a:pt x="496" y="103"/>
                  </a:lnTo>
                  <a:lnTo>
                    <a:pt x="496" y="102"/>
                  </a:lnTo>
                  <a:lnTo>
                    <a:pt x="494" y="103"/>
                  </a:lnTo>
                  <a:lnTo>
                    <a:pt x="494" y="103"/>
                  </a:lnTo>
                  <a:lnTo>
                    <a:pt x="494" y="103"/>
                  </a:lnTo>
                  <a:lnTo>
                    <a:pt x="494" y="103"/>
                  </a:lnTo>
                  <a:lnTo>
                    <a:pt x="493" y="103"/>
                  </a:lnTo>
                  <a:lnTo>
                    <a:pt x="493" y="103"/>
                  </a:lnTo>
                  <a:lnTo>
                    <a:pt x="493" y="103"/>
                  </a:lnTo>
                  <a:lnTo>
                    <a:pt x="493" y="103"/>
                  </a:lnTo>
                  <a:lnTo>
                    <a:pt x="492" y="103"/>
                  </a:lnTo>
                  <a:lnTo>
                    <a:pt x="492" y="103"/>
                  </a:lnTo>
                  <a:lnTo>
                    <a:pt x="492" y="103"/>
                  </a:lnTo>
                  <a:lnTo>
                    <a:pt x="492" y="103"/>
                  </a:lnTo>
                  <a:lnTo>
                    <a:pt x="492" y="103"/>
                  </a:lnTo>
                  <a:lnTo>
                    <a:pt x="492" y="103"/>
                  </a:lnTo>
                  <a:lnTo>
                    <a:pt x="492" y="103"/>
                  </a:lnTo>
                  <a:lnTo>
                    <a:pt x="492" y="102"/>
                  </a:lnTo>
                  <a:lnTo>
                    <a:pt x="492" y="102"/>
                  </a:lnTo>
                  <a:lnTo>
                    <a:pt x="492" y="102"/>
                  </a:lnTo>
                  <a:lnTo>
                    <a:pt x="492" y="102"/>
                  </a:lnTo>
                  <a:lnTo>
                    <a:pt x="492" y="101"/>
                  </a:lnTo>
                  <a:lnTo>
                    <a:pt x="492" y="101"/>
                  </a:lnTo>
                  <a:lnTo>
                    <a:pt x="492" y="100"/>
                  </a:lnTo>
                  <a:lnTo>
                    <a:pt x="492" y="100"/>
                  </a:lnTo>
                  <a:lnTo>
                    <a:pt x="492" y="98"/>
                  </a:lnTo>
                  <a:lnTo>
                    <a:pt x="492" y="98"/>
                  </a:lnTo>
                  <a:lnTo>
                    <a:pt x="492" y="97"/>
                  </a:lnTo>
                  <a:lnTo>
                    <a:pt x="492" y="97"/>
                  </a:lnTo>
                  <a:lnTo>
                    <a:pt x="492" y="95"/>
                  </a:lnTo>
                  <a:lnTo>
                    <a:pt x="492" y="95"/>
                  </a:lnTo>
                  <a:lnTo>
                    <a:pt x="492" y="94"/>
                  </a:lnTo>
                  <a:lnTo>
                    <a:pt x="492" y="94"/>
                  </a:lnTo>
                  <a:lnTo>
                    <a:pt x="493" y="92"/>
                  </a:lnTo>
                  <a:lnTo>
                    <a:pt x="493" y="92"/>
                  </a:lnTo>
                  <a:lnTo>
                    <a:pt x="493" y="92"/>
                  </a:lnTo>
                  <a:lnTo>
                    <a:pt x="493" y="92"/>
                  </a:lnTo>
                  <a:lnTo>
                    <a:pt x="495" y="92"/>
                  </a:lnTo>
                  <a:lnTo>
                    <a:pt x="495" y="92"/>
                  </a:lnTo>
                  <a:lnTo>
                    <a:pt x="495" y="92"/>
                  </a:lnTo>
                  <a:lnTo>
                    <a:pt x="495" y="92"/>
                  </a:lnTo>
                  <a:lnTo>
                    <a:pt x="497" y="91"/>
                  </a:lnTo>
                  <a:lnTo>
                    <a:pt x="497" y="91"/>
                  </a:lnTo>
                  <a:lnTo>
                    <a:pt x="497" y="91"/>
                  </a:lnTo>
                  <a:lnTo>
                    <a:pt x="497" y="91"/>
                  </a:lnTo>
                  <a:lnTo>
                    <a:pt x="499" y="91"/>
                  </a:lnTo>
                  <a:lnTo>
                    <a:pt x="499" y="91"/>
                  </a:lnTo>
                  <a:lnTo>
                    <a:pt x="500" y="91"/>
                  </a:lnTo>
                  <a:lnTo>
                    <a:pt x="500" y="91"/>
                  </a:lnTo>
                  <a:lnTo>
                    <a:pt x="501" y="90"/>
                  </a:lnTo>
                  <a:lnTo>
                    <a:pt x="500" y="90"/>
                  </a:lnTo>
                  <a:lnTo>
                    <a:pt x="500" y="90"/>
                  </a:lnTo>
                  <a:lnTo>
                    <a:pt x="500" y="90"/>
                  </a:lnTo>
                  <a:lnTo>
                    <a:pt x="500" y="90"/>
                  </a:lnTo>
                  <a:lnTo>
                    <a:pt x="500" y="90"/>
                  </a:lnTo>
                  <a:lnTo>
                    <a:pt x="500" y="90"/>
                  </a:lnTo>
                  <a:lnTo>
                    <a:pt x="500" y="90"/>
                  </a:lnTo>
                  <a:lnTo>
                    <a:pt x="500" y="88"/>
                  </a:lnTo>
                  <a:lnTo>
                    <a:pt x="499" y="88"/>
                  </a:lnTo>
                  <a:lnTo>
                    <a:pt x="499" y="88"/>
                  </a:lnTo>
                  <a:lnTo>
                    <a:pt x="499" y="88"/>
                  </a:lnTo>
                  <a:lnTo>
                    <a:pt x="499" y="87"/>
                  </a:lnTo>
                  <a:lnTo>
                    <a:pt x="499" y="87"/>
                  </a:lnTo>
                  <a:lnTo>
                    <a:pt x="499" y="87"/>
                  </a:lnTo>
                  <a:lnTo>
                    <a:pt x="499" y="87"/>
                  </a:lnTo>
                  <a:lnTo>
                    <a:pt x="499" y="85"/>
                  </a:lnTo>
                  <a:lnTo>
                    <a:pt x="497" y="87"/>
                  </a:lnTo>
                  <a:lnTo>
                    <a:pt x="497" y="87"/>
                  </a:lnTo>
                  <a:lnTo>
                    <a:pt x="496" y="87"/>
                  </a:lnTo>
                  <a:lnTo>
                    <a:pt x="496" y="87"/>
                  </a:lnTo>
                  <a:lnTo>
                    <a:pt x="493" y="87"/>
                  </a:lnTo>
                  <a:lnTo>
                    <a:pt x="493" y="87"/>
                  </a:lnTo>
                  <a:lnTo>
                    <a:pt x="493" y="87"/>
                  </a:lnTo>
                  <a:lnTo>
                    <a:pt x="493" y="87"/>
                  </a:lnTo>
                  <a:lnTo>
                    <a:pt x="492" y="87"/>
                  </a:lnTo>
                  <a:lnTo>
                    <a:pt x="492" y="87"/>
                  </a:lnTo>
                  <a:lnTo>
                    <a:pt x="492" y="87"/>
                  </a:lnTo>
                  <a:lnTo>
                    <a:pt x="492" y="87"/>
                  </a:lnTo>
                  <a:lnTo>
                    <a:pt x="491" y="87"/>
                  </a:lnTo>
                  <a:lnTo>
                    <a:pt x="491" y="87"/>
                  </a:lnTo>
                  <a:lnTo>
                    <a:pt x="491" y="87"/>
                  </a:lnTo>
                  <a:lnTo>
                    <a:pt x="491" y="87"/>
                  </a:lnTo>
                  <a:lnTo>
                    <a:pt x="488" y="87"/>
                  </a:lnTo>
                  <a:lnTo>
                    <a:pt x="488" y="87"/>
                  </a:lnTo>
                  <a:lnTo>
                    <a:pt x="488" y="87"/>
                  </a:lnTo>
                  <a:lnTo>
                    <a:pt x="488" y="87"/>
                  </a:lnTo>
                  <a:lnTo>
                    <a:pt x="488" y="87"/>
                  </a:lnTo>
                  <a:lnTo>
                    <a:pt x="488" y="87"/>
                  </a:lnTo>
                  <a:lnTo>
                    <a:pt x="488" y="87"/>
                  </a:lnTo>
                  <a:lnTo>
                    <a:pt x="488" y="86"/>
                  </a:lnTo>
                  <a:lnTo>
                    <a:pt x="488" y="86"/>
                  </a:lnTo>
                  <a:lnTo>
                    <a:pt x="488" y="86"/>
                  </a:lnTo>
                  <a:lnTo>
                    <a:pt x="488" y="86"/>
                  </a:lnTo>
                  <a:lnTo>
                    <a:pt x="488" y="86"/>
                  </a:lnTo>
                  <a:lnTo>
                    <a:pt x="488" y="86"/>
                  </a:lnTo>
                  <a:lnTo>
                    <a:pt x="488" y="86"/>
                  </a:lnTo>
                  <a:lnTo>
                    <a:pt x="488" y="86"/>
                  </a:lnTo>
                  <a:lnTo>
                    <a:pt x="488" y="84"/>
                  </a:lnTo>
                  <a:lnTo>
                    <a:pt x="488" y="84"/>
                  </a:lnTo>
                  <a:lnTo>
                    <a:pt x="488" y="84"/>
                  </a:lnTo>
                  <a:lnTo>
                    <a:pt x="488" y="84"/>
                  </a:lnTo>
                  <a:lnTo>
                    <a:pt x="488" y="84"/>
                  </a:lnTo>
                  <a:lnTo>
                    <a:pt x="488" y="84"/>
                  </a:lnTo>
                  <a:lnTo>
                    <a:pt x="488" y="84"/>
                  </a:lnTo>
                  <a:lnTo>
                    <a:pt x="488" y="84"/>
                  </a:lnTo>
                  <a:lnTo>
                    <a:pt x="491" y="82"/>
                  </a:lnTo>
                  <a:lnTo>
                    <a:pt x="491" y="82"/>
                  </a:lnTo>
                  <a:lnTo>
                    <a:pt x="491" y="82"/>
                  </a:lnTo>
                  <a:lnTo>
                    <a:pt x="491" y="82"/>
                  </a:lnTo>
                  <a:lnTo>
                    <a:pt x="492" y="80"/>
                  </a:lnTo>
                  <a:lnTo>
                    <a:pt x="492" y="80"/>
                  </a:lnTo>
                  <a:lnTo>
                    <a:pt x="492" y="80"/>
                  </a:lnTo>
                  <a:lnTo>
                    <a:pt x="492" y="80"/>
                  </a:lnTo>
                  <a:lnTo>
                    <a:pt x="493" y="78"/>
                  </a:lnTo>
                  <a:lnTo>
                    <a:pt x="493" y="78"/>
                  </a:lnTo>
                  <a:lnTo>
                    <a:pt x="493" y="78"/>
                  </a:lnTo>
                  <a:lnTo>
                    <a:pt x="493" y="78"/>
                  </a:lnTo>
                  <a:lnTo>
                    <a:pt x="493" y="78"/>
                  </a:lnTo>
                  <a:lnTo>
                    <a:pt x="493" y="78"/>
                  </a:lnTo>
                  <a:lnTo>
                    <a:pt x="493" y="78"/>
                  </a:lnTo>
                  <a:lnTo>
                    <a:pt x="493" y="78"/>
                  </a:lnTo>
                  <a:lnTo>
                    <a:pt x="493" y="78"/>
                  </a:lnTo>
                  <a:lnTo>
                    <a:pt x="493" y="78"/>
                  </a:lnTo>
                  <a:lnTo>
                    <a:pt x="493" y="78"/>
                  </a:lnTo>
                  <a:lnTo>
                    <a:pt x="493" y="78"/>
                  </a:lnTo>
                  <a:lnTo>
                    <a:pt x="493" y="78"/>
                  </a:lnTo>
                  <a:lnTo>
                    <a:pt x="493" y="78"/>
                  </a:lnTo>
                  <a:lnTo>
                    <a:pt x="493" y="78"/>
                  </a:lnTo>
                  <a:lnTo>
                    <a:pt x="493" y="78"/>
                  </a:lnTo>
                  <a:lnTo>
                    <a:pt x="493" y="76"/>
                  </a:lnTo>
                  <a:lnTo>
                    <a:pt x="493" y="76"/>
                  </a:lnTo>
                  <a:lnTo>
                    <a:pt x="493" y="76"/>
                  </a:lnTo>
                  <a:lnTo>
                    <a:pt x="493" y="76"/>
                  </a:lnTo>
                  <a:lnTo>
                    <a:pt x="493" y="74"/>
                  </a:lnTo>
                  <a:lnTo>
                    <a:pt x="493" y="74"/>
                  </a:lnTo>
                  <a:lnTo>
                    <a:pt x="493" y="73"/>
                  </a:lnTo>
                  <a:lnTo>
                    <a:pt x="493" y="73"/>
                  </a:lnTo>
                  <a:lnTo>
                    <a:pt x="493" y="71"/>
                  </a:lnTo>
                  <a:lnTo>
                    <a:pt x="493" y="71"/>
                  </a:lnTo>
                  <a:lnTo>
                    <a:pt x="493" y="71"/>
                  </a:lnTo>
                  <a:lnTo>
                    <a:pt x="493" y="71"/>
                  </a:lnTo>
                  <a:lnTo>
                    <a:pt x="493" y="69"/>
                  </a:lnTo>
                  <a:lnTo>
                    <a:pt x="493" y="69"/>
                  </a:lnTo>
                  <a:lnTo>
                    <a:pt x="493" y="68"/>
                  </a:lnTo>
                  <a:lnTo>
                    <a:pt x="493" y="68"/>
                  </a:lnTo>
                  <a:lnTo>
                    <a:pt x="493" y="66"/>
                  </a:lnTo>
                  <a:lnTo>
                    <a:pt x="492" y="66"/>
                  </a:lnTo>
                  <a:lnTo>
                    <a:pt x="492" y="66"/>
                  </a:lnTo>
                  <a:lnTo>
                    <a:pt x="492" y="66"/>
                  </a:lnTo>
                  <a:lnTo>
                    <a:pt x="492" y="64"/>
                  </a:lnTo>
                  <a:lnTo>
                    <a:pt x="491" y="64"/>
                  </a:lnTo>
                  <a:lnTo>
                    <a:pt x="491" y="63"/>
                  </a:lnTo>
                  <a:lnTo>
                    <a:pt x="491" y="63"/>
                  </a:lnTo>
                  <a:lnTo>
                    <a:pt x="491" y="61"/>
                  </a:lnTo>
                  <a:lnTo>
                    <a:pt x="488" y="61"/>
                  </a:lnTo>
                  <a:lnTo>
                    <a:pt x="488" y="61"/>
                  </a:lnTo>
                  <a:lnTo>
                    <a:pt x="488" y="61"/>
                  </a:lnTo>
                  <a:lnTo>
                    <a:pt x="488" y="59"/>
                  </a:lnTo>
                  <a:lnTo>
                    <a:pt x="488" y="59"/>
                  </a:lnTo>
                  <a:lnTo>
                    <a:pt x="488" y="58"/>
                  </a:lnTo>
                  <a:lnTo>
                    <a:pt x="488" y="58"/>
                  </a:lnTo>
                  <a:lnTo>
                    <a:pt x="488" y="57"/>
                  </a:lnTo>
                  <a:lnTo>
                    <a:pt x="486" y="58"/>
                  </a:lnTo>
                  <a:lnTo>
                    <a:pt x="486" y="58"/>
                  </a:lnTo>
                  <a:lnTo>
                    <a:pt x="484" y="58"/>
                  </a:lnTo>
                  <a:lnTo>
                    <a:pt x="484" y="58"/>
                  </a:lnTo>
                  <a:lnTo>
                    <a:pt x="482" y="58"/>
                  </a:lnTo>
                  <a:lnTo>
                    <a:pt x="482" y="58"/>
                  </a:lnTo>
                  <a:lnTo>
                    <a:pt x="482" y="58"/>
                  </a:lnTo>
                  <a:lnTo>
                    <a:pt x="482" y="58"/>
                  </a:lnTo>
                  <a:lnTo>
                    <a:pt x="480" y="60"/>
                  </a:lnTo>
                  <a:lnTo>
                    <a:pt x="480" y="60"/>
                  </a:lnTo>
                  <a:lnTo>
                    <a:pt x="480" y="60"/>
                  </a:lnTo>
                  <a:lnTo>
                    <a:pt x="480" y="60"/>
                  </a:lnTo>
                  <a:lnTo>
                    <a:pt x="478" y="60"/>
                  </a:lnTo>
                  <a:lnTo>
                    <a:pt x="478" y="60"/>
                  </a:lnTo>
                  <a:lnTo>
                    <a:pt x="478" y="60"/>
                  </a:lnTo>
                  <a:lnTo>
                    <a:pt x="478" y="59"/>
                  </a:lnTo>
                  <a:lnTo>
                    <a:pt x="476" y="59"/>
                  </a:lnTo>
                  <a:lnTo>
                    <a:pt x="476" y="59"/>
                  </a:lnTo>
                  <a:lnTo>
                    <a:pt x="476" y="59"/>
                  </a:lnTo>
                  <a:lnTo>
                    <a:pt x="476" y="59"/>
                  </a:lnTo>
                  <a:lnTo>
                    <a:pt x="475" y="59"/>
                  </a:lnTo>
                  <a:lnTo>
                    <a:pt x="475" y="59"/>
                  </a:lnTo>
                  <a:lnTo>
                    <a:pt x="475" y="59"/>
                  </a:lnTo>
                  <a:lnTo>
                    <a:pt x="475" y="58"/>
                  </a:lnTo>
                  <a:lnTo>
                    <a:pt x="473" y="58"/>
                  </a:lnTo>
                  <a:lnTo>
                    <a:pt x="473" y="58"/>
                  </a:lnTo>
                  <a:lnTo>
                    <a:pt x="473" y="58"/>
                  </a:lnTo>
                  <a:lnTo>
                    <a:pt x="473" y="58"/>
                  </a:lnTo>
                  <a:lnTo>
                    <a:pt x="471" y="58"/>
                  </a:lnTo>
                  <a:lnTo>
                    <a:pt x="471" y="58"/>
                  </a:lnTo>
                  <a:lnTo>
                    <a:pt x="471" y="58"/>
                  </a:lnTo>
                  <a:lnTo>
                    <a:pt x="471" y="57"/>
                  </a:lnTo>
                  <a:lnTo>
                    <a:pt x="470" y="57"/>
                  </a:lnTo>
                  <a:lnTo>
                    <a:pt x="470" y="57"/>
                  </a:lnTo>
                  <a:lnTo>
                    <a:pt x="470" y="57"/>
                  </a:lnTo>
                  <a:lnTo>
                    <a:pt x="470" y="57"/>
                  </a:lnTo>
                  <a:lnTo>
                    <a:pt x="469" y="57"/>
                  </a:lnTo>
                  <a:lnTo>
                    <a:pt x="469" y="57"/>
                  </a:lnTo>
                  <a:lnTo>
                    <a:pt x="469" y="57"/>
                  </a:lnTo>
                  <a:lnTo>
                    <a:pt x="469" y="57"/>
                  </a:lnTo>
                  <a:lnTo>
                    <a:pt x="467" y="58"/>
                  </a:lnTo>
                  <a:lnTo>
                    <a:pt x="467" y="58"/>
                  </a:lnTo>
                  <a:lnTo>
                    <a:pt x="467" y="58"/>
                  </a:lnTo>
                  <a:lnTo>
                    <a:pt x="467" y="58"/>
                  </a:lnTo>
                  <a:lnTo>
                    <a:pt x="467" y="58"/>
                  </a:lnTo>
                  <a:lnTo>
                    <a:pt x="467" y="58"/>
                  </a:lnTo>
                  <a:lnTo>
                    <a:pt x="467" y="58"/>
                  </a:lnTo>
                  <a:lnTo>
                    <a:pt x="467" y="58"/>
                  </a:lnTo>
                  <a:lnTo>
                    <a:pt x="465" y="58"/>
                  </a:lnTo>
                  <a:lnTo>
                    <a:pt x="465" y="58"/>
                  </a:lnTo>
                  <a:lnTo>
                    <a:pt x="465" y="58"/>
                  </a:lnTo>
                  <a:lnTo>
                    <a:pt x="465" y="58"/>
                  </a:lnTo>
                  <a:lnTo>
                    <a:pt x="463" y="58"/>
                  </a:lnTo>
                  <a:lnTo>
                    <a:pt x="463" y="58"/>
                  </a:lnTo>
                  <a:lnTo>
                    <a:pt x="463" y="58"/>
                  </a:lnTo>
                  <a:lnTo>
                    <a:pt x="463" y="56"/>
                  </a:lnTo>
                  <a:lnTo>
                    <a:pt x="461" y="56"/>
                  </a:lnTo>
                  <a:lnTo>
                    <a:pt x="461" y="56"/>
                  </a:lnTo>
                  <a:lnTo>
                    <a:pt x="461" y="56"/>
                  </a:lnTo>
                  <a:lnTo>
                    <a:pt x="461" y="55"/>
                  </a:lnTo>
                  <a:lnTo>
                    <a:pt x="459" y="55"/>
                  </a:lnTo>
                  <a:lnTo>
                    <a:pt x="459" y="55"/>
                  </a:lnTo>
                  <a:lnTo>
                    <a:pt x="459" y="55"/>
                  </a:lnTo>
                  <a:lnTo>
                    <a:pt x="459" y="54"/>
                  </a:lnTo>
                  <a:lnTo>
                    <a:pt x="457" y="56"/>
                  </a:lnTo>
                  <a:lnTo>
                    <a:pt x="457" y="56"/>
                  </a:lnTo>
                  <a:lnTo>
                    <a:pt x="457" y="56"/>
                  </a:lnTo>
                  <a:lnTo>
                    <a:pt x="457" y="56"/>
                  </a:lnTo>
                  <a:lnTo>
                    <a:pt x="457" y="58"/>
                  </a:lnTo>
                  <a:lnTo>
                    <a:pt x="457" y="58"/>
                  </a:lnTo>
                  <a:lnTo>
                    <a:pt x="457" y="58"/>
                  </a:lnTo>
                  <a:lnTo>
                    <a:pt x="457" y="58"/>
                  </a:lnTo>
                  <a:lnTo>
                    <a:pt x="456" y="59"/>
                  </a:lnTo>
                  <a:lnTo>
                    <a:pt x="456" y="59"/>
                  </a:lnTo>
                  <a:lnTo>
                    <a:pt x="456" y="59"/>
                  </a:lnTo>
                  <a:lnTo>
                    <a:pt x="456" y="59"/>
                  </a:lnTo>
                  <a:lnTo>
                    <a:pt x="456" y="60"/>
                  </a:lnTo>
                  <a:lnTo>
                    <a:pt x="456" y="60"/>
                  </a:lnTo>
                  <a:lnTo>
                    <a:pt x="456" y="60"/>
                  </a:lnTo>
                  <a:lnTo>
                    <a:pt x="456" y="60"/>
                  </a:lnTo>
                  <a:lnTo>
                    <a:pt x="454" y="61"/>
                  </a:lnTo>
                  <a:lnTo>
                    <a:pt x="454" y="61"/>
                  </a:lnTo>
                  <a:lnTo>
                    <a:pt x="453" y="61"/>
                  </a:lnTo>
                  <a:lnTo>
                    <a:pt x="453" y="61"/>
                  </a:lnTo>
                  <a:lnTo>
                    <a:pt x="451" y="61"/>
                  </a:lnTo>
                  <a:lnTo>
                    <a:pt x="451" y="61"/>
                  </a:lnTo>
                  <a:lnTo>
                    <a:pt x="451" y="61"/>
                  </a:lnTo>
                  <a:lnTo>
                    <a:pt x="451" y="59"/>
                  </a:lnTo>
                  <a:lnTo>
                    <a:pt x="449" y="59"/>
                  </a:lnTo>
                  <a:lnTo>
                    <a:pt x="449" y="59"/>
                  </a:lnTo>
                  <a:lnTo>
                    <a:pt x="448" y="59"/>
                  </a:lnTo>
                  <a:lnTo>
                    <a:pt x="448" y="58"/>
                  </a:lnTo>
                  <a:lnTo>
                    <a:pt x="446" y="58"/>
                  </a:lnTo>
                  <a:lnTo>
                    <a:pt x="446" y="58"/>
                  </a:lnTo>
                  <a:lnTo>
                    <a:pt x="446" y="58"/>
                  </a:lnTo>
                  <a:lnTo>
                    <a:pt x="446" y="57"/>
                  </a:lnTo>
                  <a:lnTo>
                    <a:pt x="444" y="57"/>
                  </a:lnTo>
                  <a:lnTo>
                    <a:pt x="444" y="57"/>
                  </a:lnTo>
                  <a:lnTo>
                    <a:pt x="444" y="57"/>
                  </a:lnTo>
                  <a:lnTo>
                    <a:pt x="444" y="57"/>
                  </a:lnTo>
                  <a:lnTo>
                    <a:pt x="442" y="57"/>
                  </a:lnTo>
                  <a:lnTo>
                    <a:pt x="442" y="57"/>
                  </a:lnTo>
                  <a:lnTo>
                    <a:pt x="442" y="57"/>
                  </a:lnTo>
                  <a:lnTo>
                    <a:pt x="442" y="57"/>
                  </a:lnTo>
                  <a:lnTo>
                    <a:pt x="440" y="59"/>
                  </a:lnTo>
                  <a:lnTo>
                    <a:pt x="440" y="59"/>
                  </a:lnTo>
                  <a:lnTo>
                    <a:pt x="440" y="59"/>
                  </a:lnTo>
                  <a:lnTo>
                    <a:pt x="440" y="59"/>
                  </a:lnTo>
                  <a:lnTo>
                    <a:pt x="440" y="59"/>
                  </a:lnTo>
                  <a:lnTo>
                    <a:pt x="440" y="59"/>
                  </a:lnTo>
                  <a:lnTo>
                    <a:pt x="440" y="59"/>
                  </a:lnTo>
                  <a:lnTo>
                    <a:pt x="440" y="59"/>
                  </a:lnTo>
                  <a:lnTo>
                    <a:pt x="438" y="59"/>
                  </a:lnTo>
                  <a:lnTo>
                    <a:pt x="438" y="59"/>
                  </a:lnTo>
                  <a:lnTo>
                    <a:pt x="437" y="59"/>
                  </a:lnTo>
                  <a:lnTo>
                    <a:pt x="437" y="59"/>
                  </a:lnTo>
                  <a:lnTo>
                    <a:pt x="435" y="59"/>
                  </a:lnTo>
                  <a:lnTo>
                    <a:pt x="435" y="59"/>
                  </a:lnTo>
                  <a:lnTo>
                    <a:pt x="435" y="59"/>
                  </a:lnTo>
                  <a:lnTo>
                    <a:pt x="435" y="58"/>
                  </a:lnTo>
                  <a:lnTo>
                    <a:pt x="433" y="58"/>
                  </a:lnTo>
                  <a:lnTo>
                    <a:pt x="433" y="58"/>
                  </a:lnTo>
                  <a:lnTo>
                    <a:pt x="433" y="58"/>
                  </a:lnTo>
                  <a:lnTo>
                    <a:pt x="433" y="58"/>
                  </a:lnTo>
                  <a:lnTo>
                    <a:pt x="431" y="58"/>
                  </a:lnTo>
                  <a:lnTo>
                    <a:pt x="431" y="58"/>
                  </a:lnTo>
                  <a:lnTo>
                    <a:pt x="431" y="58"/>
                  </a:lnTo>
                  <a:lnTo>
                    <a:pt x="431" y="58"/>
                  </a:lnTo>
                  <a:lnTo>
                    <a:pt x="431" y="59"/>
                  </a:lnTo>
                  <a:lnTo>
                    <a:pt x="431" y="59"/>
                  </a:lnTo>
                  <a:lnTo>
                    <a:pt x="431" y="59"/>
                  </a:lnTo>
                  <a:lnTo>
                    <a:pt x="431" y="59"/>
                  </a:lnTo>
                  <a:lnTo>
                    <a:pt x="431" y="60"/>
                  </a:lnTo>
                  <a:lnTo>
                    <a:pt x="431" y="60"/>
                  </a:lnTo>
                  <a:lnTo>
                    <a:pt x="431" y="60"/>
                  </a:lnTo>
                  <a:lnTo>
                    <a:pt x="431" y="60"/>
                  </a:lnTo>
                  <a:lnTo>
                    <a:pt x="431" y="62"/>
                  </a:lnTo>
                  <a:lnTo>
                    <a:pt x="431" y="62"/>
                  </a:lnTo>
                  <a:lnTo>
                    <a:pt x="431" y="62"/>
                  </a:lnTo>
                  <a:lnTo>
                    <a:pt x="431" y="62"/>
                  </a:lnTo>
                  <a:lnTo>
                    <a:pt x="431" y="62"/>
                  </a:lnTo>
                  <a:lnTo>
                    <a:pt x="431" y="62"/>
                  </a:lnTo>
                  <a:lnTo>
                    <a:pt x="431" y="62"/>
                  </a:lnTo>
                  <a:lnTo>
                    <a:pt x="431" y="62"/>
                  </a:lnTo>
                  <a:lnTo>
                    <a:pt x="430" y="64"/>
                  </a:lnTo>
                  <a:lnTo>
                    <a:pt x="430" y="64"/>
                  </a:lnTo>
                  <a:lnTo>
                    <a:pt x="430" y="64"/>
                  </a:lnTo>
                  <a:lnTo>
                    <a:pt x="430" y="64"/>
                  </a:lnTo>
                  <a:lnTo>
                    <a:pt x="428" y="64"/>
                  </a:lnTo>
                  <a:lnTo>
                    <a:pt x="428" y="64"/>
                  </a:lnTo>
                  <a:lnTo>
                    <a:pt x="428" y="64"/>
                  </a:lnTo>
                  <a:lnTo>
                    <a:pt x="428" y="64"/>
                  </a:lnTo>
                  <a:lnTo>
                    <a:pt x="426" y="64"/>
                  </a:lnTo>
                  <a:lnTo>
                    <a:pt x="426" y="64"/>
                  </a:lnTo>
                  <a:lnTo>
                    <a:pt x="426" y="64"/>
                  </a:lnTo>
                  <a:lnTo>
                    <a:pt x="426" y="64"/>
                  </a:lnTo>
                  <a:lnTo>
                    <a:pt x="425" y="64"/>
                  </a:lnTo>
                  <a:lnTo>
                    <a:pt x="425" y="64"/>
                  </a:lnTo>
                  <a:lnTo>
                    <a:pt x="425" y="64"/>
                  </a:lnTo>
                  <a:lnTo>
                    <a:pt x="425" y="64"/>
                  </a:lnTo>
                  <a:lnTo>
                    <a:pt x="424" y="64"/>
                  </a:lnTo>
                  <a:lnTo>
                    <a:pt x="424" y="64"/>
                  </a:lnTo>
                  <a:lnTo>
                    <a:pt x="424" y="64"/>
                  </a:lnTo>
                  <a:lnTo>
                    <a:pt x="424" y="64"/>
                  </a:lnTo>
                  <a:lnTo>
                    <a:pt x="424" y="64"/>
                  </a:lnTo>
                  <a:lnTo>
                    <a:pt x="424" y="64"/>
                  </a:lnTo>
                  <a:lnTo>
                    <a:pt x="424" y="64"/>
                  </a:lnTo>
                  <a:lnTo>
                    <a:pt x="424" y="64"/>
                  </a:lnTo>
                  <a:lnTo>
                    <a:pt x="422" y="64"/>
                  </a:lnTo>
                  <a:lnTo>
                    <a:pt x="422" y="64"/>
                  </a:lnTo>
                  <a:lnTo>
                    <a:pt x="422" y="64"/>
                  </a:lnTo>
                  <a:lnTo>
                    <a:pt x="422" y="62"/>
                  </a:lnTo>
                  <a:lnTo>
                    <a:pt x="422" y="62"/>
                  </a:lnTo>
                  <a:lnTo>
                    <a:pt x="422" y="62"/>
                  </a:lnTo>
                  <a:lnTo>
                    <a:pt x="422" y="62"/>
                  </a:lnTo>
                  <a:lnTo>
                    <a:pt x="422" y="60"/>
                  </a:lnTo>
                  <a:lnTo>
                    <a:pt x="420" y="60"/>
                  </a:lnTo>
                  <a:lnTo>
                    <a:pt x="420" y="60"/>
                  </a:lnTo>
                  <a:lnTo>
                    <a:pt x="419" y="60"/>
                  </a:lnTo>
                  <a:lnTo>
                    <a:pt x="419" y="59"/>
                  </a:lnTo>
                  <a:lnTo>
                    <a:pt x="417" y="59"/>
                  </a:lnTo>
                  <a:lnTo>
                    <a:pt x="417" y="59"/>
                  </a:lnTo>
                  <a:lnTo>
                    <a:pt x="416" y="59"/>
                  </a:lnTo>
                  <a:lnTo>
                    <a:pt x="416" y="58"/>
                  </a:lnTo>
                  <a:lnTo>
                    <a:pt x="414" y="58"/>
                  </a:lnTo>
                  <a:lnTo>
                    <a:pt x="414" y="58"/>
                  </a:lnTo>
                  <a:lnTo>
                    <a:pt x="413" y="58"/>
                  </a:lnTo>
                  <a:lnTo>
                    <a:pt x="413" y="56"/>
                  </a:lnTo>
                  <a:lnTo>
                    <a:pt x="411" y="56"/>
                  </a:lnTo>
                  <a:lnTo>
                    <a:pt x="411" y="56"/>
                  </a:lnTo>
                  <a:lnTo>
                    <a:pt x="411" y="56"/>
                  </a:lnTo>
                  <a:lnTo>
                    <a:pt x="411" y="54"/>
                  </a:lnTo>
                  <a:lnTo>
                    <a:pt x="410" y="54"/>
                  </a:lnTo>
                  <a:lnTo>
                    <a:pt x="410" y="54"/>
                  </a:lnTo>
                  <a:lnTo>
                    <a:pt x="410" y="54"/>
                  </a:lnTo>
                  <a:lnTo>
                    <a:pt x="410" y="53"/>
                  </a:lnTo>
                  <a:lnTo>
                    <a:pt x="409" y="53"/>
                  </a:lnTo>
                  <a:lnTo>
                    <a:pt x="409" y="53"/>
                  </a:lnTo>
                  <a:lnTo>
                    <a:pt x="409" y="53"/>
                  </a:lnTo>
                  <a:lnTo>
                    <a:pt x="409" y="51"/>
                  </a:lnTo>
                  <a:lnTo>
                    <a:pt x="407" y="51"/>
                  </a:lnTo>
                  <a:lnTo>
                    <a:pt x="407" y="51"/>
                  </a:lnTo>
                  <a:lnTo>
                    <a:pt x="407" y="51"/>
                  </a:lnTo>
                  <a:lnTo>
                    <a:pt x="407" y="50"/>
                  </a:lnTo>
                  <a:lnTo>
                    <a:pt x="406" y="50"/>
                  </a:lnTo>
                  <a:lnTo>
                    <a:pt x="406" y="50"/>
                  </a:lnTo>
                  <a:lnTo>
                    <a:pt x="406" y="50"/>
                  </a:lnTo>
                  <a:lnTo>
                    <a:pt x="406" y="49"/>
                  </a:lnTo>
                  <a:lnTo>
                    <a:pt x="404" y="50"/>
                  </a:lnTo>
                  <a:lnTo>
                    <a:pt x="404" y="50"/>
                  </a:lnTo>
                  <a:lnTo>
                    <a:pt x="404" y="50"/>
                  </a:lnTo>
                  <a:lnTo>
                    <a:pt x="404" y="50"/>
                  </a:lnTo>
                  <a:lnTo>
                    <a:pt x="404" y="52"/>
                  </a:lnTo>
                  <a:lnTo>
                    <a:pt x="404" y="52"/>
                  </a:lnTo>
                  <a:lnTo>
                    <a:pt x="404" y="52"/>
                  </a:lnTo>
                  <a:lnTo>
                    <a:pt x="404" y="52"/>
                  </a:lnTo>
                  <a:lnTo>
                    <a:pt x="402" y="54"/>
                  </a:lnTo>
                  <a:lnTo>
                    <a:pt x="402" y="54"/>
                  </a:lnTo>
                  <a:lnTo>
                    <a:pt x="401" y="56"/>
                  </a:lnTo>
                  <a:lnTo>
                    <a:pt x="401" y="56"/>
                  </a:lnTo>
                  <a:lnTo>
                    <a:pt x="399" y="57"/>
                  </a:lnTo>
                  <a:lnTo>
                    <a:pt x="399" y="57"/>
                  </a:lnTo>
                  <a:lnTo>
                    <a:pt x="399" y="57"/>
                  </a:lnTo>
                  <a:lnTo>
                    <a:pt x="399" y="57"/>
                  </a:lnTo>
                  <a:lnTo>
                    <a:pt x="397" y="58"/>
                  </a:lnTo>
                  <a:lnTo>
                    <a:pt x="397" y="58"/>
                  </a:lnTo>
                  <a:lnTo>
                    <a:pt x="396" y="58"/>
                  </a:lnTo>
                  <a:lnTo>
                    <a:pt x="396" y="58"/>
                  </a:lnTo>
                  <a:lnTo>
                    <a:pt x="395" y="58"/>
                  </a:lnTo>
                  <a:lnTo>
                    <a:pt x="395" y="58"/>
                  </a:lnTo>
                  <a:lnTo>
                    <a:pt x="395" y="58"/>
                  </a:lnTo>
                  <a:lnTo>
                    <a:pt x="395" y="58"/>
                  </a:lnTo>
                  <a:lnTo>
                    <a:pt x="393" y="59"/>
                  </a:lnTo>
                  <a:lnTo>
                    <a:pt x="393" y="59"/>
                  </a:lnTo>
                  <a:lnTo>
                    <a:pt x="393" y="59"/>
                  </a:lnTo>
                  <a:lnTo>
                    <a:pt x="393" y="59"/>
                  </a:lnTo>
                  <a:lnTo>
                    <a:pt x="391" y="59"/>
                  </a:lnTo>
                  <a:lnTo>
                    <a:pt x="391" y="59"/>
                  </a:lnTo>
                  <a:lnTo>
                    <a:pt x="391" y="59"/>
                  </a:lnTo>
                  <a:lnTo>
                    <a:pt x="391" y="59"/>
                  </a:lnTo>
                  <a:lnTo>
                    <a:pt x="389" y="62"/>
                  </a:lnTo>
                  <a:lnTo>
                    <a:pt x="389" y="62"/>
                  </a:lnTo>
                  <a:lnTo>
                    <a:pt x="388" y="62"/>
                  </a:lnTo>
                  <a:lnTo>
                    <a:pt x="388" y="62"/>
                  </a:lnTo>
                  <a:lnTo>
                    <a:pt x="386" y="64"/>
                  </a:lnTo>
                  <a:lnTo>
                    <a:pt x="386" y="64"/>
                  </a:lnTo>
                  <a:lnTo>
                    <a:pt x="386" y="64"/>
                  </a:lnTo>
                  <a:lnTo>
                    <a:pt x="386" y="64"/>
                  </a:lnTo>
                  <a:lnTo>
                    <a:pt x="384" y="66"/>
                  </a:lnTo>
                  <a:lnTo>
                    <a:pt x="384" y="66"/>
                  </a:lnTo>
                  <a:lnTo>
                    <a:pt x="384" y="67"/>
                  </a:lnTo>
                  <a:lnTo>
                    <a:pt x="384" y="67"/>
                  </a:lnTo>
                  <a:lnTo>
                    <a:pt x="382" y="68"/>
                  </a:lnTo>
                  <a:lnTo>
                    <a:pt x="382" y="68"/>
                  </a:lnTo>
                  <a:lnTo>
                    <a:pt x="382" y="68"/>
                  </a:lnTo>
                  <a:lnTo>
                    <a:pt x="382" y="68"/>
                  </a:lnTo>
                  <a:lnTo>
                    <a:pt x="381" y="68"/>
                  </a:lnTo>
                  <a:lnTo>
                    <a:pt x="381" y="68"/>
                  </a:lnTo>
                  <a:lnTo>
                    <a:pt x="381" y="68"/>
                  </a:lnTo>
                  <a:lnTo>
                    <a:pt x="381" y="68"/>
                  </a:lnTo>
                  <a:lnTo>
                    <a:pt x="380" y="68"/>
                  </a:lnTo>
                  <a:lnTo>
                    <a:pt x="380" y="68"/>
                  </a:lnTo>
                  <a:lnTo>
                    <a:pt x="380" y="68"/>
                  </a:lnTo>
                  <a:lnTo>
                    <a:pt x="380" y="66"/>
                  </a:lnTo>
                  <a:lnTo>
                    <a:pt x="379" y="66"/>
                  </a:lnTo>
                  <a:lnTo>
                    <a:pt x="379" y="66"/>
                  </a:lnTo>
                  <a:lnTo>
                    <a:pt x="379" y="66"/>
                  </a:lnTo>
                  <a:lnTo>
                    <a:pt x="379" y="66"/>
                  </a:lnTo>
                  <a:lnTo>
                    <a:pt x="379" y="66"/>
                  </a:lnTo>
                  <a:lnTo>
                    <a:pt x="379" y="66"/>
                  </a:lnTo>
                  <a:lnTo>
                    <a:pt x="379" y="66"/>
                  </a:lnTo>
                  <a:lnTo>
                    <a:pt x="379" y="66"/>
                  </a:lnTo>
                  <a:lnTo>
                    <a:pt x="376" y="67"/>
                  </a:lnTo>
                  <a:lnTo>
                    <a:pt x="376" y="67"/>
                  </a:lnTo>
                  <a:lnTo>
                    <a:pt x="376" y="67"/>
                  </a:lnTo>
                  <a:lnTo>
                    <a:pt x="376" y="67"/>
                  </a:lnTo>
                  <a:lnTo>
                    <a:pt x="375" y="67"/>
                  </a:lnTo>
                  <a:lnTo>
                    <a:pt x="375" y="67"/>
                  </a:lnTo>
                  <a:lnTo>
                    <a:pt x="375" y="67"/>
                  </a:lnTo>
                  <a:lnTo>
                    <a:pt x="375" y="67"/>
                  </a:lnTo>
                  <a:lnTo>
                    <a:pt x="373" y="67"/>
                  </a:lnTo>
                  <a:lnTo>
                    <a:pt x="373" y="67"/>
                  </a:lnTo>
                  <a:lnTo>
                    <a:pt x="373" y="67"/>
                  </a:lnTo>
                  <a:lnTo>
                    <a:pt x="373" y="67"/>
                  </a:lnTo>
                  <a:lnTo>
                    <a:pt x="372" y="67"/>
                  </a:lnTo>
                  <a:lnTo>
                    <a:pt x="372" y="67"/>
                  </a:lnTo>
                  <a:lnTo>
                    <a:pt x="372" y="67"/>
                  </a:lnTo>
                  <a:lnTo>
                    <a:pt x="372" y="67"/>
                  </a:lnTo>
                  <a:lnTo>
                    <a:pt x="370" y="67"/>
                  </a:lnTo>
                  <a:lnTo>
                    <a:pt x="370" y="67"/>
                  </a:lnTo>
                  <a:lnTo>
                    <a:pt x="370" y="67"/>
                  </a:lnTo>
                  <a:lnTo>
                    <a:pt x="370" y="66"/>
                  </a:lnTo>
                  <a:lnTo>
                    <a:pt x="369" y="66"/>
                  </a:lnTo>
                  <a:lnTo>
                    <a:pt x="369" y="66"/>
                  </a:lnTo>
                  <a:lnTo>
                    <a:pt x="369" y="66"/>
                  </a:lnTo>
                  <a:lnTo>
                    <a:pt x="369" y="65"/>
                  </a:lnTo>
                  <a:lnTo>
                    <a:pt x="369" y="65"/>
                  </a:lnTo>
                  <a:lnTo>
                    <a:pt x="369" y="65"/>
                  </a:lnTo>
                  <a:lnTo>
                    <a:pt x="369" y="65"/>
                  </a:lnTo>
                  <a:lnTo>
                    <a:pt x="369" y="64"/>
                  </a:lnTo>
                  <a:lnTo>
                    <a:pt x="369" y="64"/>
                  </a:lnTo>
                  <a:lnTo>
                    <a:pt x="369" y="64"/>
                  </a:lnTo>
                  <a:lnTo>
                    <a:pt x="369" y="64"/>
                  </a:lnTo>
                  <a:lnTo>
                    <a:pt x="369" y="62"/>
                  </a:lnTo>
                  <a:lnTo>
                    <a:pt x="367" y="63"/>
                  </a:lnTo>
                  <a:lnTo>
                    <a:pt x="367" y="63"/>
                  </a:lnTo>
                  <a:lnTo>
                    <a:pt x="367" y="63"/>
                  </a:lnTo>
                  <a:lnTo>
                    <a:pt x="367" y="63"/>
                  </a:lnTo>
                  <a:lnTo>
                    <a:pt x="365" y="63"/>
                  </a:lnTo>
                  <a:lnTo>
                    <a:pt x="365" y="63"/>
                  </a:lnTo>
                  <a:lnTo>
                    <a:pt x="365" y="63"/>
                  </a:lnTo>
                  <a:lnTo>
                    <a:pt x="365" y="63"/>
                  </a:lnTo>
                  <a:lnTo>
                    <a:pt x="363" y="64"/>
                  </a:lnTo>
                  <a:lnTo>
                    <a:pt x="363" y="64"/>
                  </a:lnTo>
                  <a:lnTo>
                    <a:pt x="363" y="64"/>
                  </a:lnTo>
                  <a:lnTo>
                    <a:pt x="363" y="64"/>
                  </a:lnTo>
                  <a:lnTo>
                    <a:pt x="361" y="64"/>
                  </a:lnTo>
                  <a:lnTo>
                    <a:pt x="361" y="64"/>
                  </a:lnTo>
                  <a:lnTo>
                    <a:pt x="361" y="64"/>
                  </a:lnTo>
                  <a:lnTo>
                    <a:pt x="361" y="64"/>
                  </a:lnTo>
                  <a:lnTo>
                    <a:pt x="361" y="65"/>
                  </a:lnTo>
                  <a:lnTo>
                    <a:pt x="361" y="65"/>
                  </a:lnTo>
                  <a:lnTo>
                    <a:pt x="361" y="65"/>
                  </a:lnTo>
                  <a:lnTo>
                    <a:pt x="361" y="65"/>
                  </a:lnTo>
                  <a:lnTo>
                    <a:pt x="361" y="66"/>
                  </a:lnTo>
                  <a:lnTo>
                    <a:pt x="361" y="66"/>
                  </a:lnTo>
                  <a:lnTo>
                    <a:pt x="361" y="66"/>
                  </a:lnTo>
                  <a:lnTo>
                    <a:pt x="361" y="66"/>
                  </a:lnTo>
                  <a:lnTo>
                    <a:pt x="361" y="69"/>
                  </a:lnTo>
                  <a:lnTo>
                    <a:pt x="361" y="69"/>
                  </a:lnTo>
                  <a:lnTo>
                    <a:pt x="361" y="69"/>
                  </a:lnTo>
                  <a:lnTo>
                    <a:pt x="361" y="69"/>
                  </a:lnTo>
                  <a:lnTo>
                    <a:pt x="361" y="69"/>
                  </a:lnTo>
                  <a:lnTo>
                    <a:pt x="361" y="69"/>
                  </a:lnTo>
                  <a:lnTo>
                    <a:pt x="361" y="69"/>
                  </a:lnTo>
                  <a:lnTo>
                    <a:pt x="361" y="69"/>
                  </a:lnTo>
                  <a:lnTo>
                    <a:pt x="360" y="71"/>
                  </a:lnTo>
                  <a:lnTo>
                    <a:pt x="360" y="71"/>
                  </a:lnTo>
                  <a:lnTo>
                    <a:pt x="360" y="71"/>
                  </a:lnTo>
                  <a:lnTo>
                    <a:pt x="360" y="71"/>
                  </a:lnTo>
                  <a:lnTo>
                    <a:pt x="358" y="71"/>
                  </a:lnTo>
                  <a:lnTo>
                    <a:pt x="358" y="71"/>
                  </a:lnTo>
                  <a:lnTo>
                    <a:pt x="358" y="71"/>
                  </a:lnTo>
                  <a:lnTo>
                    <a:pt x="358" y="71"/>
                  </a:lnTo>
                  <a:lnTo>
                    <a:pt x="357" y="71"/>
                  </a:lnTo>
                  <a:lnTo>
                    <a:pt x="357" y="71"/>
                  </a:lnTo>
                  <a:lnTo>
                    <a:pt x="357" y="71"/>
                  </a:lnTo>
                  <a:lnTo>
                    <a:pt x="357" y="71"/>
                  </a:lnTo>
                  <a:lnTo>
                    <a:pt x="356" y="71"/>
                  </a:lnTo>
                  <a:lnTo>
                    <a:pt x="356" y="71"/>
                  </a:lnTo>
                  <a:lnTo>
                    <a:pt x="356" y="71"/>
                  </a:lnTo>
                  <a:lnTo>
                    <a:pt x="356" y="71"/>
                  </a:lnTo>
                  <a:lnTo>
                    <a:pt x="354" y="71"/>
                  </a:lnTo>
                  <a:lnTo>
                    <a:pt x="354" y="71"/>
                  </a:lnTo>
                  <a:lnTo>
                    <a:pt x="354" y="71"/>
                  </a:lnTo>
                  <a:lnTo>
                    <a:pt x="354" y="71"/>
                  </a:lnTo>
                  <a:lnTo>
                    <a:pt x="352" y="71"/>
                  </a:lnTo>
                  <a:lnTo>
                    <a:pt x="352" y="71"/>
                  </a:lnTo>
                  <a:lnTo>
                    <a:pt x="352" y="71"/>
                  </a:lnTo>
                  <a:lnTo>
                    <a:pt x="352" y="71"/>
                  </a:lnTo>
                  <a:lnTo>
                    <a:pt x="350" y="71"/>
                  </a:lnTo>
                  <a:lnTo>
                    <a:pt x="350" y="71"/>
                  </a:lnTo>
                  <a:lnTo>
                    <a:pt x="350" y="71"/>
                  </a:lnTo>
                  <a:lnTo>
                    <a:pt x="350" y="70"/>
                  </a:lnTo>
                  <a:lnTo>
                    <a:pt x="350" y="70"/>
                  </a:lnTo>
                  <a:lnTo>
                    <a:pt x="350" y="70"/>
                  </a:lnTo>
                  <a:lnTo>
                    <a:pt x="350" y="70"/>
                  </a:lnTo>
                  <a:lnTo>
                    <a:pt x="350" y="68"/>
                  </a:lnTo>
                  <a:lnTo>
                    <a:pt x="349" y="68"/>
                  </a:lnTo>
                  <a:lnTo>
                    <a:pt x="349" y="68"/>
                  </a:lnTo>
                  <a:lnTo>
                    <a:pt x="349" y="68"/>
                  </a:lnTo>
                  <a:lnTo>
                    <a:pt x="349" y="66"/>
                  </a:lnTo>
                  <a:lnTo>
                    <a:pt x="349" y="66"/>
                  </a:lnTo>
                  <a:lnTo>
                    <a:pt x="349" y="66"/>
                  </a:lnTo>
                  <a:lnTo>
                    <a:pt x="349" y="66"/>
                  </a:lnTo>
                  <a:lnTo>
                    <a:pt x="349" y="65"/>
                  </a:lnTo>
                  <a:lnTo>
                    <a:pt x="347" y="65"/>
                  </a:lnTo>
                  <a:lnTo>
                    <a:pt x="347" y="65"/>
                  </a:lnTo>
                  <a:lnTo>
                    <a:pt x="347" y="65"/>
                  </a:lnTo>
                  <a:lnTo>
                    <a:pt x="347" y="63"/>
                  </a:lnTo>
                  <a:lnTo>
                    <a:pt x="347" y="63"/>
                  </a:lnTo>
                  <a:lnTo>
                    <a:pt x="347" y="62"/>
                  </a:lnTo>
                  <a:lnTo>
                    <a:pt x="347" y="62"/>
                  </a:lnTo>
                  <a:lnTo>
                    <a:pt x="347" y="60"/>
                  </a:lnTo>
                  <a:lnTo>
                    <a:pt x="347" y="60"/>
                  </a:lnTo>
                  <a:lnTo>
                    <a:pt x="347" y="60"/>
                  </a:lnTo>
                  <a:lnTo>
                    <a:pt x="347" y="60"/>
                  </a:lnTo>
                  <a:lnTo>
                    <a:pt x="347" y="60"/>
                  </a:lnTo>
                  <a:lnTo>
                    <a:pt x="347" y="60"/>
                  </a:lnTo>
                  <a:lnTo>
                    <a:pt x="347" y="60"/>
                  </a:lnTo>
                  <a:lnTo>
                    <a:pt x="347" y="60"/>
                  </a:lnTo>
                  <a:lnTo>
                    <a:pt x="347" y="59"/>
                  </a:lnTo>
                  <a:lnTo>
                    <a:pt x="347" y="59"/>
                  </a:lnTo>
                  <a:lnTo>
                    <a:pt x="347" y="59"/>
                  </a:lnTo>
                  <a:lnTo>
                    <a:pt x="347" y="59"/>
                  </a:lnTo>
                  <a:lnTo>
                    <a:pt x="347" y="57"/>
                  </a:lnTo>
                  <a:lnTo>
                    <a:pt x="347" y="57"/>
                  </a:lnTo>
                  <a:lnTo>
                    <a:pt x="347" y="57"/>
                  </a:lnTo>
                  <a:lnTo>
                    <a:pt x="347" y="57"/>
                  </a:lnTo>
                  <a:lnTo>
                    <a:pt x="348" y="55"/>
                  </a:lnTo>
                  <a:lnTo>
                    <a:pt x="347" y="55"/>
                  </a:lnTo>
                  <a:lnTo>
                    <a:pt x="347" y="55"/>
                  </a:lnTo>
                  <a:lnTo>
                    <a:pt x="347" y="55"/>
                  </a:lnTo>
                  <a:lnTo>
                    <a:pt x="347" y="55"/>
                  </a:lnTo>
                  <a:lnTo>
                    <a:pt x="345" y="55"/>
                  </a:lnTo>
                  <a:lnTo>
                    <a:pt x="345" y="55"/>
                  </a:lnTo>
                  <a:lnTo>
                    <a:pt x="345" y="55"/>
                  </a:lnTo>
                  <a:lnTo>
                    <a:pt x="345" y="54"/>
                  </a:lnTo>
                  <a:lnTo>
                    <a:pt x="344" y="54"/>
                  </a:lnTo>
                  <a:lnTo>
                    <a:pt x="344" y="54"/>
                  </a:lnTo>
                  <a:lnTo>
                    <a:pt x="344" y="54"/>
                  </a:lnTo>
                  <a:lnTo>
                    <a:pt x="344" y="52"/>
                  </a:lnTo>
                  <a:lnTo>
                    <a:pt x="342" y="52"/>
                  </a:lnTo>
                  <a:lnTo>
                    <a:pt x="342" y="52"/>
                  </a:lnTo>
                  <a:lnTo>
                    <a:pt x="342" y="52"/>
                  </a:lnTo>
                  <a:lnTo>
                    <a:pt x="342" y="50"/>
                  </a:lnTo>
                  <a:lnTo>
                    <a:pt x="340" y="50"/>
                  </a:lnTo>
                  <a:lnTo>
                    <a:pt x="340" y="50"/>
                  </a:lnTo>
                  <a:lnTo>
                    <a:pt x="340" y="50"/>
                  </a:lnTo>
                  <a:lnTo>
                    <a:pt x="340" y="49"/>
                  </a:lnTo>
                  <a:lnTo>
                    <a:pt x="339" y="49"/>
                  </a:lnTo>
                  <a:lnTo>
                    <a:pt x="339" y="49"/>
                  </a:lnTo>
                  <a:lnTo>
                    <a:pt x="339" y="49"/>
                  </a:lnTo>
                  <a:lnTo>
                    <a:pt x="339" y="47"/>
                  </a:lnTo>
                  <a:lnTo>
                    <a:pt x="337" y="47"/>
                  </a:lnTo>
                  <a:lnTo>
                    <a:pt x="337" y="47"/>
                  </a:lnTo>
                  <a:lnTo>
                    <a:pt x="337" y="47"/>
                  </a:lnTo>
                  <a:lnTo>
                    <a:pt x="337" y="46"/>
                  </a:lnTo>
                  <a:lnTo>
                    <a:pt x="336" y="46"/>
                  </a:lnTo>
                  <a:lnTo>
                    <a:pt x="336" y="46"/>
                  </a:lnTo>
                  <a:lnTo>
                    <a:pt x="336" y="46"/>
                  </a:lnTo>
                  <a:lnTo>
                    <a:pt x="336" y="44"/>
                  </a:lnTo>
                  <a:lnTo>
                    <a:pt x="334" y="44"/>
                  </a:lnTo>
                  <a:lnTo>
                    <a:pt x="334" y="44"/>
                  </a:lnTo>
                  <a:lnTo>
                    <a:pt x="334" y="44"/>
                  </a:lnTo>
                  <a:lnTo>
                    <a:pt x="334" y="43"/>
                  </a:lnTo>
                  <a:lnTo>
                    <a:pt x="333" y="43"/>
                  </a:lnTo>
                  <a:lnTo>
                    <a:pt x="333" y="43"/>
                  </a:lnTo>
                  <a:lnTo>
                    <a:pt x="333" y="43"/>
                  </a:lnTo>
                  <a:lnTo>
                    <a:pt x="333" y="42"/>
                  </a:lnTo>
                  <a:lnTo>
                    <a:pt x="331" y="42"/>
                  </a:lnTo>
                  <a:lnTo>
                    <a:pt x="331" y="42"/>
                  </a:lnTo>
                  <a:lnTo>
                    <a:pt x="330" y="42"/>
                  </a:lnTo>
                  <a:lnTo>
                    <a:pt x="330" y="40"/>
                  </a:lnTo>
                  <a:lnTo>
                    <a:pt x="329" y="40"/>
                  </a:lnTo>
                  <a:lnTo>
                    <a:pt x="329" y="40"/>
                  </a:lnTo>
                  <a:lnTo>
                    <a:pt x="329" y="40"/>
                  </a:lnTo>
                  <a:lnTo>
                    <a:pt x="329" y="39"/>
                  </a:lnTo>
                  <a:lnTo>
                    <a:pt x="327" y="40"/>
                  </a:lnTo>
                  <a:lnTo>
                    <a:pt x="327" y="40"/>
                  </a:lnTo>
                  <a:lnTo>
                    <a:pt x="327" y="40"/>
                  </a:lnTo>
                  <a:lnTo>
                    <a:pt x="327" y="40"/>
                  </a:lnTo>
                  <a:lnTo>
                    <a:pt x="325" y="41"/>
                  </a:lnTo>
                  <a:lnTo>
                    <a:pt x="325" y="41"/>
                  </a:lnTo>
                  <a:lnTo>
                    <a:pt x="325" y="41"/>
                  </a:lnTo>
                  <a:lnTo>
                    <a:pt x="325" y="41"/>
                  </a:lnTo>
                  <a:lnTo>
                    <a:pt x="324" y="43"/>
                  </a:lnTo>
                  <a:lnTo>
                    <a:pt x="324" y="43"/>
                  </a:lnTo>
                  <a:lnTo>
                    <a:pt x="324" y="43"/>
                  </a:lnTo>
                  <a:lnTo>
                    <a:pt x="324" y="43"/>
                  </a:lnTo>
                  <a:lnTo>
                    <a:pt x="324" y="43"/>
                  </a:lnTo>
                  <a:lnTo>
                    <a:pt x="324" y="43"/>
                  </a:lnTo>
                  <a:lnTo>
                    <a:pt x="324" y="43"/>
                  </a:lnTo>
                  <a:lnTo>
                    <a:pt x="324" y="43"/>
                  </a:lnTo>
                  <a:lnTo>
                    <a:pt x="322" y="44"/>
                  </a:lnTo>
                  <a:lnTo>
                    <a:pt x="322" y="44"/>
                  </a:lnTo>
                  <a:lnTo>
                    <a:pt x="322" y="44"/>
                  </a:lnTo>
                  <a:lnTo>
                    <a:pt x="322" y="44"/>
                  </a:lnTo>
                  <a:lnTo>
                    <a:pt x="322" y="44"/>
                  </a:lnTo>
                  <a:lnTo>
                    <a:pt x="322" y="44"/>
                  </a:lnTo>
                  <a:lnTo>
                    <a:pt x="322" y="44"/>
                  </a:lnTo>
                  <a:lnTo>
                    <a:pt x="322" y="44"/>
                  </a:lnTo>
                  <a:lnTo>
                    <a:pt x="320" y="44"/>
                  </a:lnTo>
                  <a:lnTo>
                    <a:pt x="320" y="44"/>
                  </a:lnTo>
                  <a:lnTo>
                    <a:pt x="320" y="44"/>
                  </a:lnTo>
                  <a:lnTo>
                    <a:pt x="320" y="44"/>
                  </a:lnTo>
                  <a:lnTo>
                    <a:pt x="320" y="44"/>
                  </a:lnTo>
                  <a:lnTo>
                    <a:pt x="320" y="44"/>
                  </a:lnTo>
                  <a:lnTo>
                    <a:pt x="320" y="44"/>
                  </a:lnTo>
                  <a:lnTo>
                    <a:pt x="320" y="44"/>
                  </a:lnTo>
                  <a:lnTo>
                    <a:pt x="318" y="44"/>
                  </a:lnTo>
                  <a:lnTo>
                    <a:pt x="318" y="44"/>
                  </a:lnTo>
                  <a:lnTo>
                    <a:pt x="318" y="44"/>
                  </a:lnTo>
                  <a:lnTo>
                    <a:pt x="318" y="44"/>
                  </a:lnTo>
                  <a:lnTo>
                    <a:pt x="316" y="44"/>
                  </a:lnTo>
                  <a:lnTo>
                    <a:pt x="316" y="44"/>
                  </a:lnTo>
                  <a:lnTo>
                    <a:pt x="316" y="44"/>
                  </a:lnTo>
                  <a:lnTo>
                    <a:pt x="316" y="44"/>
                  </a:lnTo>
                  <a:lnTo>
                    <a:pt x="314" y="44"/>
                  </a:lnTo>
                  <a:lnTo>
                    <a:pt x="314" y="44"/>
                  </a:lnTo>
                  <a:lnTo>
                    <a:pt x="314" y="44"/>
                  </a:lnTo>
                  <a:lnTo>
                    <a:pt x="314" y="44"/>
                  </a:lnTo>
                  <a:lnTo>
                    <a:pt x="314" y="44"/>
                  </a:lnTo>
                  <a:lnTo>
                    <a:pt x="314" y="44"/>
                  </a:lnTo>
                  <a:lnTo>
                    <a:pt x="314" y="44"/>
                  </a:lnTo>
                  <a:lnTo>
                    <a:pt x="314" y="44"/>
                  </a:lnTo>
                  <a:lnTo>
                    <a:pt x="312" y="45"/>
                  </a:lnTo>
                  <a:lnTo>
                    <a:pt x="312" y="45"/>
                  </a:lnTo>
                  <a:lnTo>
                    <a:pt x="312" y="45"/>
                  </a:lnTo>
                  <a:lnTo>
                    <a:pt x="312" y="45"/>
                  </a:lnTo>
                  <a:lnTo>
                    <a:pt x="310" y="45"/>
                  </a:lnTo>
                  <a:lnTo>
                    <a:pt x="310" y="45"/>
                  </a:lnTo>
                  <a:lnTo>
                    <a:pt x="310" y="45"/>
                  </a:lnTo>
                  <a:lnTo>
                    <a:pt x="310" y="45"/>
                  </a:lnTo>
                  <a:lnTo>
                    <a:pt x="308" y="47"/>
                  </a:lnTo>
                  <a:lnTo>
                    <a:pt x="308" y="47"/>
                  </a:lnTo>
                  <a:lnTo>
                    <a:pt x="308" y="47"/>
                  </a:lnTo>
                  <a:lnTo>
                    <a:pt x="308" y="47"/>
                  </a:lnTo>
                  <a:lnTo>
                    <a:pt x="308" y="47"/>
                  </a:lnTo>
                  <a:lnTo>
                    <a:pt x="308" y="47"/>
                  </a:lnTo>
                  <a:lnTo>
                    <a:pt x="308" y="47"/>
                  </a:lnTo>
                  <a:lnTo>
                    <a:pt x="308" y="47"/>
                  </a:lnTo>
                  <a:lnTo>
                    <a:pt x="307" y="47"/>
                  </a:lnTo>
                  <a:lnTo>
                    <a:pt x="307" y="47"/>
                  </a:lnTo>
                  <a:lnTo>
                    <a:pt x="307" y="47"/>
                  </a:lnTo>
                  <a:lnTo>
                    <a:pt x="307" y="46"/>
                  </a:lnTo>
                  <a:lnTo>
                    <a:pt x="307" y="46"/>
                  </a:lnTo>
                  <a:lnTo>
                    <a:pt x="307" y="46"/>
                  </a:lnTo>
                  <a:lnTo>
                    <a:pt x="307" y="46"/>
                  </a:lnTo>
                  <a:lnTo>
                    <a:pt x="307" y="44"/>
                  </a:lnTo>
                  <a:lnTo>
                    <a:pt x="306" y="44"/>
                  </a:lnTo>
                  <a:lnTo>
                    <a:pt x="306" y="44"/>
                  </a:lnTo>
                  <a:lnTo>
                    <a:pt x="306" y="44"/>
                  </a:lnTo>
                  <a:lnTo>
                    <a:pt x="306" y="43"/>
                  </a:lnTo>
                  <a:lnTo>
                    <a:pt x="306" y="43"/>
                  </a:lnTo>
                  <a:lnTo>
                    <a:pt x="306" y="43"/>
                  </a:lnTo>
                  <a:lnTo>
                    <a:pt x="306" y="43"/>
                  </a:lnTo>
                  <a:lnTo>
                    <a:pt x="306" y="42"/>
                  </a:lnTo>
                  <a:lnTo>
                    <a:pt x="304" y="42"/>
                  </a:lnTo>
                  <a:lnTo>
                    <a:pt x="304" y="42"/>
                  </a:lnTo>
                  <a:lnTo>
                    <a:pt x="304" y="42"/>
                  </a:lnTo>
                  <a:lnTo>
                    <a:pt x="304" y="42"/>
                  </a:lnTo>
                  <a:lnTo>
                    <a:pt x="303" y="42"/>
                  </a:lnTo>
                  <a:lnTo>
                    <a:pt x="303" y="42"/>
                  </a:lnTo>
                  <a:lnTo>
                    <a:pt x="303" y="42"/>
                  </a:lnTo>
                  <a:lnTo>
                    <a:pt x="303" y="42"/>
                  </a:lnTo>
                  <a:lnTo>
                    <a:pt x="301" y="42"/>
                  </a:lnTo>
                  <a:lnTo>
                    <a:pt x="301" y="42"/>
                  </a:lnTo>
                  <a:lnTo>
                    <a:pt x="301" y="42"/>
                  </a:lnTo>
                  <a:lnTo>
                    <a:pt x="301" y="42"/>
                  </a:lnTo>
                  <a:lnTo>
                    <a:pt x="301" y="42"/>
                  </a:lnTo>
                  <a:lnTo>
                    <a:pt x="301" y="42"/>
                  </a:lnTo>
                  <a:lnTo>
                    <a:pt x="301" y="42"/>
                  </a:lnTo>
                  <a:lnTo>
                    <a:pt x="301" y="40"/>
                  </a:lnTo>
                  <a:lnTo>
                    <a:pt x="301" y="40"/>
                  </a:lnTo>
                  <a:lnTo>
                    <a:pt x="301" y="40"/>
                  </a:lnTo>
                  <a:lnTo>
                    <a:pt x="301" y="40"/>
                  </a:lnTo>
                  <a:lnTo>
                    <a:pt x="301" y="39"/>
                  </a:lnTo>
                  <a:lnTo>
                    <a:pt x="301" y="39"/>
                  </a:lnTo>
                  <a:lnTo>
                    <a:pt x="301" y="39"/>
                  </a:lnTo>
                  <a:lnTo>
                    <a:pt x="301" y="39"/>
                  </a:lnTo>
                  <a:lnTo>
                    <a:pt x="301" y="37"/>
                  </a:lnTo>
                  <a:lnTo>
                    <a:pt x="300" y="37"/>
                  </a:lnTo>
                  <a:lnTo>
                    <a:pt x="300" y="37"/>
                  </a:lnTo>
                  <a:lnTo>
                    <a:pt x="300" y="37"/>
                  </a:lnTo>
                  <a:lnTo>
                    <a:pt x="300" y="35"/>
                  </a:lnTo>
                  <a:lnTo>
                    <a:pt x="300" y="35"/>
                  </a:lnTo>
                  <a:lnTo>
                    <a:pt x="300" y="34"/>
                  </a:lnTo>
                  <a:lnTo>
                    <a:pt x="300" y="34"/>
                  </a:lnTo>
                  <a:lnTo>
                    <a:pt x="300" y="32"/>
                  </a:lnTo>
                  <a:lnTo>
                    <a:pt x="299" y="32"/>
                  </a:lnTo>
                  <a:lnTo>
                    <a:pt x="299" y="32"/>
                  </a:lnTo>
                  <a:lnTo>
                    <a:pt x="299" y="32"/>
                  </a:lnTo>
                  <a:lnTo>
                    <a:pt x="299" y="31"/>
                  </a:lnTo>
                  <a:lnTo>
                    <a:pt x="298" y="31"/>
                  </a:lnTo>
                  <a:lnTo>
                    <a:pt x="298" y="31"/>
                  </a:lnTo>
                  <a:lnTo>
                    <a:pt x="298" y="31"/>
                  </a:lnTo>
                  <a:lnTo>
                    <a:pt x="298" y="29"/>
                  </a:lnTo>
                  <a:lnTo>
                    <a:pt x="297" y="29"/>
                  </a:lnTo>
                  <a:lnTo>
                    <a:pt x="297" y="29"/>
                  </a:lnTo>
                  <a:lnTo>
                    <a:pt x="297" y="29"/>
                  </a:lnTo>
                  <a:lnTo>
                    <a:pt x="297" y="28"/>
                  </a:lnTo>
                  <a:lnTo>
                    <a:pt x="297" y="28"/>
                  </a:lnTo>
                  <a:lnTo>
                    <a:pt x="297" y="28"/>
                  </a:lnTo>
                  <a:lnTo>
                    <a:pt x="297" y="28"/>
                  </a:lnTo>
                  <a:lnTo>
                    <a:pt x="297" y="27"/>
                  </a:lnTo>
                  <a:lnTo>
                    <a:pt x="297" y="27"/>
                  </a:lnTo>
                  <a:lnTo>
                    <a:pt x="297" y="27"/>
                  </a:lnTo>
                  <a:lnTo>
                    <a:pt x="297" y="27"/>
                  </a:lnTo>
                  <a:lnTo>
                    <a:pt x="297" y="27"/>
                  </a:lnTo>
                  <a:lnTo>
                    <a:pt x="297" y="27"/>
                  </a:lnTo>
                  <a:lnTo>
                    <a:pt x="297" y="27"/>
                  </a:lnTo>
                  <a:lnTo>
                    <a:pt x="297" y="27"/>
                  </a:lnTo>
                  <a:lnTo>
                    <a:pt x="299" y="26"/>
                  </a:lnTo>
                  <a:lnTo>
                    <a:pt x="299" y="26"/>
                  </a:lnTo>
                  <a:lnTo>
                    <a:pt x="299" y="26"/>
                  </a:lnTo>
                  <a:lnTo>
                    <a:pt x="299" y="26"/>
                  </a:lnTo>
                  <a:lnTo>
                    <a:pt x="300" y="26"/>
                  </a:lnTo>
                  <a:lnTo>
                    <a:pt x="300" y="26"/>
                  </a:lnTo>
                  <a:lnTo>
                    <a:pt x="300" y="26"/>
                  </a:lnTo>
                  <a:lnTo>
                    <a:pt x="300" y="26"/>
                  </a:lnTo>
                  <a:lnTo>
                    <a:pt x="301" y="25"/>
                  </a:lnTo>
                  <a:lnTo>
                    <a:pt x="301" y="25"/>
                  </a:lnTo>
                  <a:lnTo>
                    <a:pt x="301" y="25"/>
                  </a:lnTo>
                  <a:lnTo>
                    <a:pt x="301" y="25"/>
                  </a:lnTo>
                  <a:lnTo>
                    <a:pt x="301" y="25"/>
                  </a:lnTo>
                  <a:lnTo>
                    <a:pt x="301" y="25"/>
                  </a:lnTo>
                  <a:lnTo>
                    <a:pt x="301" y="25"/>
                  </a:lnTo>
                  <a:lnTo>
                    <a:pt x="301" y="25"/>
                  </a:lnTo>
                  <a:lnTo>
                    <a:pt x="303" y="22"/>
                  </a:lnTo>
                  <a:lnTo>
                    <a:pt x="303" y="22"/>
                  </a:lnTo>
                  <a:lnTo>
                    <a:pt x="303" y="22"/>
                  </a:lnTo>
                  <a:lnTo>
                    <a:pt x="303" y="22"/>
                  </a:lnTo>
                  <a:lnTo>
                    <a:pt x="304" y="21"/>
                  </a:lnTo>
                  <a:lnTo>
                    <a:pt x="304" y="21"/>
                  </a:lnTo>
                  <a:lnTo>
                    <a:pt x="304" y="21"/>
                  </a:lnTo>
                  <a:lnTo>
                    <a:pt x="304" y="21"/>
                  </a:lnTo>
                  <a:lnTo>
                    <a:pt x="305" y="19"/>
                  </a:lnTo>
                  <a:lnTo>
                    <a:pt x="303" y="19"/>
                  </a:lnTo>
                  <a:lnTo>
                    <a:pt x="303" y="19"/>
                  </a:lnTo>
                  <a:lnTo>
                    <a:pt x="302" y="19"/>
                  </a:lnTo>
                  <a:lnTo>
                    <a:pt x="302" y="19"/>
                  </a:lnTo>
                  <a:lnTo>
                    <a:pt x="300" y="19"/>
                  </a:lnTo>
                  <a:lnTo>
                    <a:pt x="300" y="19"/>
                  </a:lnTo>
                  <a:lnTo>
                    <a:pt x="299" y="19"/>
                  </a:lnTo>
                  <a:lnTo>
                    <a:pt x="299" y="19"/>
                  </a:lnTo>
                  <a:lnTo>
                    <a:pt x="298" y="19"/>
                  </a:lnTo>
                  <a:lnTo>
                    <a:pt x="298" y="19"/>
                  </a:lnTo>
                  <a:lnTo>
                    <a:pt x="296" y="19"/>
                  </a:lnTo>
                  <a:lnTo>
                    <a:pt x="296" y="19"/>
                  </a:lnTo>
                  <a:lnTo>
                    <a:pt x="293" y="19"/>
                  </a:lnTo>
                  <a:lnTo>
                    <a:pt x="293" y="19"/>
                  </a:lnTo>
                  <a:lnTo>
                    <a:pt x="293" y="19"/>
                  </a:lnTo>
                  <a:lnTo>
                    <a:pt x="293" y="18"/>
                  </a:lnTo>
                  <a:lnTo>
                    <a:pt x="292" y="18"/>
                  </a:lnTo>
                  <a:lnTo>
                    <a:pt x="292" y="17"/>
                  </a:lnTo>
                  <a:lnTo>
                    <a:pt x="292" y="17"/>
                  </a:lnTo>
                  <a:lnTo>
                    <a:pt x="292" y="15"/>
                  </a:lnTo>
                  <a:lnTo>
                    <a:pt x="292" y="15"/>
                  </a:lnTo>
                  <a:lnTo>
                    <a:pt x="292" y="13"/>
                  </a:lnTo>
                  <a:lnTo>
                    <a:pt x="292" y="13"/>
                  </a:lnTo>
                  <a:lnTo>
                    <a:pt x="292" y="11"/>
                  </a:lnTo>
                  <a:lnTo>
                    <a:pt x="291" y="11"/>
                  </a:lnTo>
                  <a:lnTo>
                    <a:pt x="291" y="10"/>
                  </a:lnTo>
                  <a:lnTo>
                    <a:pt x="291" y="10"/>
                  </a:lnTo>
                  <a:lnTo>
                    <a:pt x="291" y="8"/>
                  </a:lnTo>
                  <a:lnTo>
                    <a:pt x="291" y="8"/>
                  </a:lnTo>
                  <a:lnTo>
                    <a:pt x="291" y="6"/>
                  </a:lnTo>
                  <a:lnTo>
                    <a:pt x="291" y="6"/>
                  </a:lnTo>
                  <a:lnTo>
                    <a:pt x="291" y="4"/>
                  </a:lnTo>
                  <a:lnTo>
                    <a:pt x="288" y="4"/>
                  </a:lnTo>
                  <a:lnTo>
                    <a:pt x="288" y="4"/>
                  </a:lnTo>
                  <a:lnTo>
                    <a:pt x="286" y="4"/>
                  </a:lnTo>
                  <a:lnTo>
                    <a:pt x="286" y="4"/>
                  </a:lnTo>
                  <a:lnTo>
                    <a:pt x="285" y="4"/>
                  </a:lnTo>
                  <a:lnTo>
                    <a:pt x="285" y="4"/>
                  </a:lnTo>
                  <a:lnTo>
                    <a:pt x="285" y="4"/>
                  </a:lnTo>
                  <a:lnTo>
                    <a:pt x="285" y="2"/>
                  </a:lnTo>
                  <a:lnTo>
                    <a:pt x="283" y="2"/>
                  </a:lnTo>
                  <a:lnTo>
                    <a:pt x="283" y="2"/>
                  </a:lnTo>
                  <a:lnTo>
                    <a:pt x="282" y="2"/>
                  </a:lnTo>
                  <a:lnTo>
                    <a:pt x="282" y="0"/>
                  </a:lnTo>
                  <a:lnTo>
                    <a:pt x="280" y="0"/>
                  </a:lnTo>
                  <a:lnTo>
                    <a:pt x="280" y="0"/>
                  </a:lnTo>
                  <a:lnTo>
                    <a:pt x="280" y="0"/>
                  </a:lnTo>
                  <a:lnTo>
                    <a:pt x="280" y="0"/>
                  </a:lnTo>
                  <a:lnTo>
                    <a:pt x="278" y="1"/>
                  </a:lnTo>
                  <a:lnTo>
                    <a:pt x="278" y="1"/>
                  </a:lnTo>
                  <a:lnTo>
                    <a:pt x="278" y="1"/>
                  </a:lnTo>
                  <a:lnTo>
                    <a:pt x="278" y="1"/>
                  </a:lnTo>
                  <a:lnTo>
                    <a:pt x="278" y="3"/>
                  </a:lnTo>
                  <a:lnTo>
                    <a:pt x="278" y="3"/>
                  </a:lnTo>
                  <a:lnTo>
                    <a:pt x="278" y="3"/>
                  </a:lnTo>
                  <a:lnTo>
                    <a:pt x="278" y="3"/>
                  </a:lnTo>
                  <a:lnTo>
                    <a:pt x="278" y="5"/>
                  </a:lnTo>
                  <a:lnTo>
                    <a:pt x="278" y="5"/>
                  </a:lnTo>
                  <a:lnTo>
                    <a:pt x="278" y="5"/>
                  </a:lnTo>
                  <a:lnTo>
                    <a:pt x="278" y="5"/>
                  </a:lnTo>
                  <a:lnTo>
                    <a:pt x="278" y="6"/>
                  </a:lnTo>
                  <a:lnTo>
                    <a:pt x="278" y="6"/>
                  </a:lnTo>
                  <a:lnTo>
                    <a:pt x="278" y="6"/>
                  </a:lnTo>
                  <a:lnTo>
                    <a:pt x="278" y="6"/>
                  </a:lnTo>
                  <a:lnTo>
                    <a:pt x="276" y="6"/>
                  </a:lnTo>
                  <a:lnTo>
                    <a:pt x="276" y="6"/>
                  </a:lnTo>
                  <a:lnTo>
                    <a:pt x="276" y="6"/>
                  </a:lnTo>
                  <a:lnTo>
                    <a:pt x="276" y="6"/>
                  </a:lnTo>
                  <a:lnTo>
                    <a:pt x="276" y="6"/>
                  </a:lnTo>
                  <a:lnTo>
                    <a:pt x="276" y="6"/>
                  </a:lnTo>
                  <a:lnTo>
                    <a:pt x="276" y="6"/>
                  </a:lnTo>
                  <a:lnTo>
                    <a:pt x="276" y="5"/>
                  </a:lnTo>
                  <a:lnTo>
                    <a:pt x="276" y="5"/>
                  </a:lnTo>
                  <a:lnTo>
                    <a:pt x="276" y="5"/>
                  </a:lnTo>
                  <a:lnTo>
                    <a:pt x="276" y="5"/>
                  </a:lnTo>
                  <a:lnTo>
                    <a:pt x="276" y="5"/>
                  </a:lnTo>
                  <a:lnTo>
                    <a:pt x="276" y="5"/>
                  </a:lnTo>
                  <a:lnTo>
                    <a:pt x="276" y="5"/>
                  </a:lnTo>
                  <a:lnTo>
                    <a:pt x="276" y="5"/>
                  </a:lnTo>
                  <a:lnTo>
                    <a:pt x="276" y="3"/>
                  </a:lnTo>
                  <a:lnTo>
                    <a:pt x="274" y="4"/>
                  </a:lnTo>
                  <a:lnTo>
                    <a:pt x="274" y="4"/>
                  </a:lnTo>
                  <a:lnTo>
                    <a:pt x="271" y="4"/>
                  </a:lnTo>
                  <a:lnTo>
                    <a:pt x="271" y="4"/>
                  </a:lnTo>
                  <a:lnTo>
                    <a:pt x="270" y="4"/>
                  </a:lnTo>
                  <a:lnTo>
                    <a:pt x="270" y="4"/>
                  </a:lnTo>
                  <a:lnTo>
                    <a:pt x="270" y="4"/>
                  </a:lnTo>
                  <a:lnTo>
                    <a:pt x="270" y="4"/>
                  </a:lnTo>
                  <a:lnTo>
                    <a:pt x="268" y="6"/>
                  </a:lnTo>
                  <a:lnTo>
                    <a:pt x="268" y="6"/>
                  </a:lnTo>
                  <a:lnTo>
                    <a:pt x="266" y="6"/>
                  </a:lnTo>
                  <a:lnTo>
                    <a:pt x="266" y="6"/>
                  </a:lnTo>
                  <a:lnTo>
                    <a:pt x="264" y="6"/>
                  </a:lnTo>
                  <a:lnTo>
                    <a:pt x="264" y="6"/>
                  </a:lnTo>
                  <a:lnTo>
                    <a:pt x="264" y="6"/>
                  </a:lnTo>
                  <a:lnTo>
                    <a:pt x="264" y="6"/>
                  </a:lnTo>
                  <a:lnTo>
                    <a:pt x="263" y="8"/>
                  </a:lnTo>
                  <a:lnTo>
                    <a:pt x="263" y="8"/>
                  </a:lnTo>
                  <a:lnTo>
                    <a:pt x="263" y="8"/>
                  </a:lnTo>
                  <a:lnTo>
                    <a:pt x="263" y="8"/>
                  </a:lnTo>
                  <a:lnTo>
                    <a:pt x="262" y="10"/>
                  </a:lnTo>
                  <a:lnTo>
                    <a:pt x="262" y="10"/>
                  </a:lnTo>
                  <a:lnTo>
                    <a:pt x="262" y="10"/>
                  </a:lnTo>
                  <a:lnTo>
                    <a:pt x="262" y="10"/>
                  </a:lnTo>
                  <a:lnTo>
                    <a:pt x="260" y="12"/>
                  </a:lnTo>
                  <a:lnTo>
                    <a:pt x="260" y="12"/>
                  </a:lnTo>
                  <a:lnTo>
                    <a:pt x="260" y="12"/>
                  </a:lnTo>
                  <a:lnTo>
                    <a:pt x="260" y="12"/>
                  </a:lnTo>
                  <a:lnTo>
                    <a:pt x="258" y="13"/>
                  </a:lnTo>
                  <a:lnTo>
                    <a:pt x="258" y="13"/>
                  </a:lnTo>
                  <a:lnTo>
                    <a:pt x="258" y="13"/>
                  </a:lnTo>
                  <a:lnTo>
                    <a:pt x="258" y="13"/>
                  </a:lnTo>
                  <a:lnTo>
                    <a:pt x="256" y="13"/>
                  </a:lnTo>
                  <a:lnTo>
                    <a:pt x="256" y="13"/>
                  </a:lnTo>
                  <a:lnTo>
                    <a:pt x="255" y="13"/>
                  </a:lnTo>
                  <a:lnTo>
                    <a:pt x="255" y="13"/>
                  </a:lnTo>
                  <a:lnTo>
                    <a:pt x="253" y="13"/>
                  </a:lnTo>
                  <a:lnTo>
                    <a:pt x="253" y="13"/>
                  </a:lnTo>
                  <a:lnTo>
                    <a:pt x="253" y="13"/>
                  </a:lnTo>
                  <a:lnTo>
                    <a:pt x="253" y="13"/>
                  </a:lnTo>
                  <a:lnTo>
                    <a:pt x="251" y="13"/>
                  </a:lnTo>
                  <a:lnTo>
                    <a:pt x="251" y="13"/>
                  </a:lnTo>
                  <a:lnTo>
                    <a:pt x="251" y="13"/>
                  </a:lnTo>
                  <a:lnTo>
                    <a:pt x="251" y="13"/>
                  </a:lnTo>
                  <a:lnTo>
                    <a:pt x="249" y="13"/>
                  </a:lnTo>
                  <a:lnTo>
                    <a:pt x="249" y="13"/>
                  </a:lnTo>
                  <a:lnTo>
                    <a:pt x="249" y="13"/>
                  </a:lnTo>
                  <a:lnTo>
                    <a:pt x="249" y="13"/>
                  </a:lnTo>
                  <a:lnTo>
                    <a:pt x="247" y="13"/>
                  </a:lnTo>
                  <a:lnTo>
                    <a:pt x="247" y="13"/>
                  </a:lnTo>
                  <a:lnTo>
                    <a:pt x="247" y="13"/>
                  </a:lnTo>
                  <a:lnTo>
                    <a:pt x="247" y="13"/>
                  </a:lnTo>
                  <a:lnTo>
                    <a:pt x="246" y="13"/>
                  </a:lnTo>
                  <a:lnTo>
                    <a:pt x="246" y="13"/>
                  </a:lnTo>
                  <a:lnTo>
                    <a:pt x="246" y="13"/>
                  </a:lnTo>
                  <a:lnTo>
                    <a:pt x="246" y="13"/>
                  </a:lnTo>
                  <a:lnTo>
                    <a:pt x="244" y="14"/>
                  </a:lnTo>
                  <a:lnTo>
                    <a:pt x="244" y="14"/>
                  </a:lnTo>
                  <a:lnTo>
                    <a:pt x="244" y="14"/>
                  </a:lnTo>
                  <a:lnTo>
                    <a:pt x="244" y="14"/>
                  </a:lnTo>
                  <a:lnTo>
                    <a:pt x="244" y="14"/>
                  </a:lnTo>
                  <a:lnTo>
                    <a:pt x="244" y="14"/>
                  </a:lnTo>
                  <a:lnTo>
                    <a:pt x="244" y="14"/>
                  </a:lnTo>
                  <a:lnTo>
                    <a:pt x="244" y="14"/>
                  </a:lnTo>
                  <a:lnTo>
                    <a:pt x="244" y="16"/>
                  </a:lnTo>
                  <a:lnTo>
                    <a:pt x="244" y="16"/>
                  </a:lnTo>
                  <a:lnTo>
                    <a:pt x="244" y="17"/>
                  </a:lnTo>
                  <a:lnTo>
                    <a:pt x="244" y="17"/>
                  </a:lnTo>
                  <a:lnTo>
                    <a:pt x="244" y="19"/>
                  </a:lnTo>
                  <a:lnTo>
                    <a:pt x="244" y="19"/>
                  </a:lnTo>
                  <a:lnTo>
                    <a:pt x="244" y="19"/>
                  </a:lnTo>
                  <a:lnTo>
                    <a:pt x="244" y="19"/>
                  </a:lnTo>
                  <a:lnTo>
                    <a:pt x="244" y="21"/>
                  </a:lnTo>
                  <a:lnTo>
                    <a:pt x="244" y="21"/>
                  </a:lnTo>
                  <a:lnTo>
                    <a:pt x="244" y="22"/>
                  </a:lnTo>
                  <a:lnTo>
                    <a:pt x="244" y="22"/>
                  </a:lnTo>
                  <a:lnTo>
                    <a:pt x="244" y="25"/>
                  </a:lnTo>
                  <a:lnTo>
                    <a:pt x="244" y="25"/>
                  </a:lnTo>
                  <a:lnTo>
                    <a:pt x="244" y="25"/>
                  </a:lnTo>
                  <a:lnTo>
                    <a:pt x="246" y="25"/>
                  </a:lnTo>
                  <a:lnTo>
                    <a:pt x="244" y="27"/>
                  </a:lnTo>
                  <a:lnTo>
                    <a:pt x="244" y="27"/>
                  </a:lnTo>
                  <a:lnTo>
                    <a:pt x="244" y="27"/>
                  </a:lnTo>
                  <a:lnTo>
                    <a:pt x="244" y="27"/>
                  </a:lnTo>
                  <a:lnTo>
                    <a:pt x="242" y="28"/>
                  </a:lnTo>
                  <a:lnTo>
                    <a:pt x="242" y="28"/>
                  </a:lnTo>
                  <a:lnTo>
                    <a:pt x="242" y="28"/>
                  </a:lnTo>
                  <a:lnTo>
                    <a:pt x="242" y="28"/>
                  </a:lnTo>
                  <a:lnTo>
                    <a:pt x="241" y="30"/>
                  </a:lnTo>
                  <a:lnTo>
                    <a:pt x="241" y="30"/>
                  </a:lnTo>
                  <a:lnTo>
                    <a:pt x="241" y="30"/>
                  </a:lnTo>
                  <a:lnTo>
                    <a:pt x="241" y="30"/>
                  </a:lnTo>
                  <a:lnTo>
                    <a:pt x="239" y="30"/>
                  </a:lnTo>
                  <a:lnTo>
                    <a:pt x="239" y="30"/>
                  </a:lnTo>
                  <a:lnTo>
                    <a:pt x="239" y="30"/>
                  </a:lnTo>
                  <a:lnTo>
                    <a:pt x="239" y="30"/>
                  </a:lnTo>
                  <a:lnTo>
                    <a:pt x="237" y="30"/>
                  </a:lnTo>
                  <a:lnTo>
                    <a:pt x="237" y="30"/>
                  </a:lnTo>
                  <a:lnTo>
                    <a:pt x="237" y="30"/>
                  </a:lnTo>
                  <a:lnTo>
                    <a:pt x="237" y="30"/>
                  </a:lnTo>
                  <a:lnTo>
                    <a:pt x="236" y="30"/>
                  </a:lnTo>
                  <a:lnTo>
                    <a:pt x="236" y="30"/>
                  </a:lnTo>
                  <a:lnTo>
                    <a:pt x="236" y="30"/>
                  </a:lnTo>
                  <a:lnTo>
                    <a:pt x="236" y="29"/>
                  </a:lnTo>
                  <a:lnTo>
                    <a:pt x="235" y="29"/>
                  </a:lnTo>
                  <a:lnTo>
                    <a:pt x="235" y="29"/>
                  </a:lnTo>
                  <a:lnTo>
                    <a:pt x="235" y="29"/>
                  </a:lnTo>
                  <a:lnTo>
                    <a:pt x="235" y="28"/>
                  </a:lnTo>
                  <a:lnTo>
                    <a:pt x="235" y="28"/>
                  </a:lnTo>
                  <a:lnTo>
                    <a:pt x="235" y="28"/>
                  </a:lnTo>
                  <a:lnTo>
                    <a:pt x="235" y="28"/>
                  </a:lnTo>
                  <a:lnTo>
                    <a:pt x="235" y="27"/>
                  </a:lnTo>
                  <a:lnTo>
                    <a:pt x="233" y="30"/>
                  </a:lnTo>
                  <a:lnTo>
                    <a:pt x="231" y="30"/>
                  </a:lnTo>
                  <a:lnTo>
                    <a:pt x="231" y="30"/>
                  </a:lnTo>
                  <a:lnTo>
                    <a:pt x="229" y="30"/>
                  </a:lnTo>
                  <a:lnTo>
                    <a:pt x="229" y="30"/>
                  </a:lnTo>
                  <a:lnTo>
                    <a:pt x="227" y="30"/>
                  </a:lnTo>
                  <a:lnTo>
                    <a:pt x="227" y="30"/>
                  </a:lnTo>
                  <a:lnTo>
                    <a:pt x="226" y="30"/>
                  </a:lnTo>
                  <a:lnTo>
                    <a:pt x="226" y="30"/>
                  </a:lnTo>
                  <a:lnTo>
                    <a:pt x="224" y="30"/>
                  </a:lnTo>
                  <a:lnTo>
                    <a:pt x="224" y="30"/>
                  </a:lnTo>
                  <a:lnTo>
                    <a:pt x="222" y="30"/>
                  </a:lnTo>
                  <a:lnTo>
                    <a:pt x="222" y="30"/>
                  </a:lnTo>
                  <a:lnTo>
                    <a:pt x="220" y="30"/>
                  </a:lnTo>
                  <a:lnTo>
                    <a:pt x="220" y="30"/>
                  </a:lnTo>
                  <a:lnTo>
                    <a:pt x="220" y="30"/>
                  </a:lnTo>
                  <a:lnTo>
                    <a:pt x="220" y="30"/>
                  </a:lnTo>
                  <a:lnTo>
                    <a:pt x="220" y="31"/>
                  </a:lnTo>
                  <a:lnTo>
                    <a:pt x="220" y="31"/>
                  </a:lnTo>
                  <a:lnTo>
                    <a:pt x="220" y="31"/>
                  </a:lnTo>
                  <a:lnTo>
                    <a:pt x="220" y="31"/>
                  </a:lnTo>
                  <a:lnTo>
                    <a:pt x="219" y="32"/>
                  </a:lnTo>
                  <a:lnTo>
                    <a:pt x="219" y="32"/>
                  </a:lnTo>
                  <a:lnTo>
                    <a:pt x="219" y="32"/>
                  </a:lnTo>
                  <a:lnTo>
                    <a:pt x="219" y="32"/>
                  </a:lnTo>
                  <a:lnTo>
                    <a:pt x="217" y="34"/>
                  </a:lnTo>
                  <a:lnTo>
                    <a:pt x="217" y="34"/>
                  </a:lnTo>
                  <a:lnTo>
                    <a:pt x="217" y="34"/>
                  </a:lnTo>
                  <a:lnTo>
                    <a:pt x="217" y="34"/>
                  </a:lnTo>
                  <a:lnTo>
                    <a:pt x="215" y="34"/>
                  </a:lnTo>
                  <a:lnTo>
                    <a:pt x="215" y="34"/>
                  </a:lnTo>
                  <a:lnTo>
                    <a:pt x="215" y="34"/>
                  </a:lnTo>
                  <a:lnTo>
                    <a:pt x="215" y="34"/>
                  </a:lnTo>
                  <a:lnTo>
                    <a:pt x="213" y="35"/>
                  </a:lnTo>
                  <a:lnTo>
                    <a:pt x="213" y="35"/>
                  </a:lnTo>
                  <a:lnTo>
                    <a:pt x="213" y="35"/>
                  </a:lnTo>
                  <a:lnTo>
                    <a:pt x="213" y="35"/>
                  </a:lnTo>
                  <a:lnTo>
                    <a:pt x="211" y="35"/>
                  </a:lnTo>
                  <a:lnTo>
                    <a:pt x="211" y="35"/>
                  </a:lnTo>
                  <a:lnTo>
                    <a:pt x="211" y="35"/>
                  </a:lnTo>
                  <a:lnTo>
                    <a:pt x="211" y="35"/>
                  </a:lnTo>
                  <a:lnTo>
                    <a:pt x="209" y="35"/>
                  </a:lnTo>
                  <a:lnTo>
                    <a:pt x="209" y="35"/>
                  </a:lnTo>
                  <a:lnTo>
                    <a:pt x="209" y="35"/>
                  </a:lnTo>
                  <a:lnTo>
                    <a:pt x="209" y="35"/>
                  </a:lnTo>
                  <a:lnTo>
                    <a:pt x="208" y="35"/>
                  </a:lnTo>
                  <a:lnTo>
                    <a:pt x="208" y="35"/>
                  </a:lnTo>
                  <a:lnTo>
                    <a:pt x="208" y="35"/>
                  </a:lnTo>
                  <a:lnTo>
                    <a:pt x="208" y="34"/>
                  </a:lnTo>
                  <a:lnTo>
                    <a:pt x="208" y="35"/>
                  </a:lnTo>
                  <a:lnTo>
                    <a:pt x="208" y="35"/>
                  </a:lnTo>
                  <a:lnTo>
                    <a:pt x="208" y="35"/>
                  </a:lnTo>
                  <a:lnTo>
                    <a:pt x="208" y="35"/>
                  </a:lnTo>
                  <a:lnTo>
                    <a:pt x="208" y="37"/>
                  </a:lnTo>
                  <a:lnTo>
                    <a:pt x="208" y="37"/>
                  </a:lnTo>
                  <a:lnTo>
                    <a:pt x="208" y="37"/>
                  </a:lnTo>
                  <a:lnTo>
                    <a:pt x="208" y="37"/>
                  </a:lnTo>
                  <a:lnTo>
                    <a:pt x="208" y="39"/>
                  </a:lnTo>
                  <a:lnTo>
                    <a:pt x="208" y="39"/>
                  </a:lnTo>
                  <a:lnTo>
                    <a:pt x="208" y="39"/>
                  </a:lnTo>
                  <a:lnTo>
                    <a:pt x="208" y="39"/>
                  </a:lnTo>
                  <a:lnTo>
                    <a:pt x="208" y="39"/>
                  </a:lnTo>
                  <a:lnTo>
                    <a:pt x="208" y="39"/>
                  </a:lnTo>
                  <a:lnTo>
                    <a:pt x="208" y="39"/>
                  </a:lnTo>
                  <a:lnTo>
                    <a:pt x="208" y="39"/>
                  </a:lnTo>
                  <a:lnTo>
                    <a:pt x="207" y="41"/>
                  </a:lnTo>
                  <a:lnTo>
                    <a:pt x="207" y="41"/>
                  </a:lnTo>
                  <a:lnTo>
                    <a:pt x="207" y="41"/>
                  </a:lnTo>
                  <a:lnTo>
                    <a:pt x="207" y="41"/>
                  </a:lnTo>
                  <a:lnTo>
                    <a:pt x="207" y="41"/>
                  </a:lnTo>
                  <a:lnTo>
                    <a:pt x="207" y="41"/>
                  </a:lnTo>
                  <a:lnTo>
                    <a:pt x="207" y="41"/>
                  </a:lnTo>
                  <a:lnTo>
                    <a:pt x="207" y="41"/>
                  </a:lnTo>
                  <a:lnTo>
                    <a:pt x="205" y="42"/>
                  </a:lnTo>
                  <a:lnTo>
                    <a:pt x="205" y="42"/>
                  </a:lnTo>
                  <a:lnTo>
                    <a:pt x="205" y="42"/>
                  </a:lnTo>
                  <a:lnTo>
                    <a:pt x="205" y="42"/>
                  </a:lnTo>
                  <a:lnTo>
                    <a:pt x="205" y="42"/>
                  </a:lnTo>
                  <a:lnTo>
                    <a:pt x="205" y="42"/>
                  </a:lnTo>
                  <a:lnTo>
                    <a:pt x="205" y="42"/>
                  </a:lnTo>
                  <a:lnTo>
                    <a:pt x="205" y="42"/>
                  </a:lnTo>
                  <a:lnTo>
                    <a:pt x="204" y="43"/>
                  </a:lnTo>
                  <a:lnTo>
                    <a:pt x="204" y="43"/>
                  </a:lnTo>
                  <a:lnTo>
                    <a:pt x="204" y="44"/>
                  </a:lnTo>
                  <a:lnTo>
                    <a:pt x="204" y="44"/>
                  </a:lnTo>
                  <a:lnTo>
                    <a:pt x="203" y="46"/>
                  </a:lnTo>
                  <a:lnTo>
                    <a:pt x="203" y="46"/>
                  </a:lnTo>
                  <a:lnTo>
                    <a:pt x="203" y="47"/>
                  </a:lnTo>
                  <a:lnTo>
                    <a:pt x="203" y="47"/>
                  </a:lnTo>
                  <a:lnTo>
                    <a:pt x="203" y="49"/>
                  </a:lnTo>
                  <a:lnTo>
                    <a:pt x="203" y="49"/>
                  </a:lnTo>
                  <a:lnTo>
                    <a:pt x="203" y="51"/>
                  </a:lnTo>
                  <a:lnTo>
                    <a:pt x="203" y="51"/>
                  </a:lnTo>
                  <a:lnTo>
                    <a:pt x="203" y="53"/>
                  </a:lnTo>
                  <a:lnTo>
                    <a:pt x="203" y="53"/>
                  </a:lnTo>
                  <a:lnTo>
                    <a:pt x="203" y="53"/>
                  </a:lnTo>
                  <a:lnTo>
                    <a:pt x="204" y="53"/>
                  </a:lnTo>
                  <a:lnTo>
                    <a:pt x="204" y="55"/>
                  </a:lnTo>
                  <a:lnTo>
                    <a:pt x="204" y="55"/>
                  </a:lnTo>
                  <a:lnTo>
                    <a:pt x="204" y="55"/>
                  </a:lnTo>
                  <a:lnTo>
                    <a:pt x="204" y="55"/>
                  </a:lnTo>
                  <a:lnTo>
                    <a:pt x="204" y="56"/>
                  </a:lnTo>
                  <a:lnTo>
                    <a:pt x="204" y="56"/>
                  </a:lnTo>
                  <a:lnTo>
                    <a:pt x="204" y="56"/>
                  </a:lnTo>
                  <a:lnTo>
                    <a:pt x="204" y="56"/>
                  </a:lnTo>
                  <a:lnTo>
                    <a:pt x="204" y="58"/>
                  </a:lnTo>
                  <a:lnTo>
                    <a:pt x="204" y="58"/>
                  </a:lnTo>
                  <a:lnTo>
                    <a:pt x="204" y="58"/>
                  </a:lnTo>
                  <a:lnTo>
                    <a:pt x="204" y="58"/>
                  </a:lnTo>
                  <a:lnTo>
                    <a:pt x="204" y="59"/>
                  </a:lnTo>
                  <a:lnTo>
                    <a:pt x="204" y="59"/>
                  </a:lnTo>
                  <a:lnTo>
                    <a:pt x="204" y="59"/>
                  </a:lnTo>
                  <a:lnTo>
                    <a:pt x="204" y="59"/>
                  </a:lnTo>
                  <a:lnTo>
                    <a:pt x="204" y="62"/>
                  </a:lnTo>
                  <a:lnTo>
                    <a:pt x="204" y="62"/>
                  </a:lnTo>
                  <a:lnTo>
                    <a:pt x="204" y="62"/>
                  </a:lnTo>
                  <a:lnTo>
                    <a:pt x="204" y="62"/>
                  </a:lnTo>
                  <a:lnTo>
                    <a:pt x="204" y="63"/>
                  </a:lnTo>
                  <a:lnTo>
                    <a:pt x="204" y="63"/>
                  </a:lnTo>
                  <a:lnTo>
                    <a:pt x="204" y="63"/>
                  </a:lnTo>
                  <a:lnTo>
                    <a:pt x="206" y="63"/>
                  </a:lnTo>
                  <a:lnTo>
                    <a:pt x="206" y="65"/>
                  </a:lnTo>
                  <a:lnTo>
                    <a:pt x="206" y="65"/>
                  </a:lnTo>
                  <a:lnTo>
                    <a:pt x="206" y="65"/>
                  </a:lnTo>
                  <a:lnTo>
                    <a:pt x="206" y="65"/>
                  </a:lnTo>
                  <a:lnTo>
                    <a:pt x="206" y="66"/>
                  </a:lnTo>
                  <a:lnTo>
                    <a:pt x="206" y="66"/>
                  </a:lnTo>
                  <a:lnTo>
                    <a:pt x="206" y="66"/>
                  </a:lnTo>
                  <a:lnTo>
                    <a:pt x="208" y="66"/>
                  </a:lnTo>
                  <a:lnTo>
                    <a:pt x="208" y="68"/>
                  </a:lnTo>
                  <a:lnTo>
                    <a:pt x="208" y="68"/>
                  </a:lnTo>
                  <a:lnTo>
                    <a:pt x="208" y="68"/>
                  </a:lnTo>
                  <a:lnTo>
                    <a:pt x="208" y="68"/>
                  </a:lnTo>
                  <a:lnTo>
                    <a:pt x="208" y="69"/>
                  </a:lnTo>
                  <a:lnTo>
                    <a:pt x="208" y="69"/>
                  </a:lnTo>
                  <a:lnTo>
                    <a:pt x="208" y="69"/>
                  </a:lnTo>
                  <a:lnTo>
                    <a:pt x="208" y="69"/>
                  </a:lnTo>
                  <a:lnTo>
                    <a:pt x="208" y="71"/>
                  </a:lnTo>
                  <a:lnTo>
                    <a:pt x="208" y="71"/>
                  </a:lnTo>
                  <a:lnTo>
                    <a:pt x="208" y="71"/>
                  </a:lnTo>
                  <a:lnTo>
                    <a:pt x="208" y="71"/>
                  </a:lnTo>
                  <a:lnTo>
                    <a:pt x="208" y="72"/>
                  </a:lnTo>
                  <a:lnTo>
                    <a:pt x="208" y="72"/>
                  </a:lnTo>
                  <a:lnTo>
                    <a:pt x="208" y="72"/>
                  </a:lnTo>
                  <a:lnTo>
                    <a:pt x="208" y="72"/>
                  </a:lnTo>
                  <a:lnTo>
                    <a:pt x="206" y="72"/>
                  </a:lnTo>
                  <a:lnTo>
                    <a:pt x="206" y="72"/>
                  </a:lnTo>
                  <a:lnTo>
                    <a:pt x="205" y="72"/>
                  </a:lnTo>
                  <a:lnTo>
                    <a:pt x="205" y="72"/>
                  </a:lnTo>
                  <a:lnTo>
                    <a:pt x="204" y="72"/>
                  </a:lnTo>
                  <a:lnTo>
                    <a:pt x="204" y="72"/>
                  </a:lnTo>
                  <a:lnTo>
                    <a:pt x="204" y="72"/>
                  </a:lnTo>
                  <a:lnTo>
                    <a:pt x="204" y="72"/>
                  </a:lnTo>
                  <a:lnTo>
                    <a:pt x="202" y="72"/>
                  </a:lnTo>
                  <a:lnTo>
                    <a:pt x="202" y="72"/>
                  </a:lnTo>
                  <a:lnTo>
                    <a:pt x="201" y="72"/>
                  </a:lnTo>
                  <a:lnTo>
                    <a:pt x="201" y="72"/>
                  </a:lnTo>
                  <a:lnTo>
                    <a:pt x="200" y="72"/>
                  </a:lnTo>
                  <a:lnTo>
                    <a:pt x="200" y="72"/>
                  </a:lnTo>
                  <a:lnTo>
                    <a:pt x="200" y="72"/>
                  </a:lnTo>
                  <a:lnTo>
                    <a:pt x="200" y="72"/>
                  </a:lnTo>
                  <a:lnTo>
                    <a:pt x="199" y="72"/>
                  </a:lnTo>
                  <a:lnTo>
                    <a:pt x="199" y="72"/>
                  </a:lnTo>
                  <a:lnTo>
                    <a:pt x="199" y="72"/>
                  </a:lnTo>
                  <a:lnTo>
                    <a:pt x="199" y="72"/>
                  </a:lnTo>
                  <a:lnTo>
                    <a:pt x="198" y="72"/>
                  </a:lnTo>
                  <a:lnTo>
                    <a:pt x="198" y="72"/>
                  </a:lnTo>
                  <a:lnTo>
                    <a:pt x="198" y="72"/>
                  </a:lnTo>
                  <a:lnTo>
                    <a:pt x="198" y="71"/>
                  </a:lnTo>
                  <a:lnTo>
                    <a:pt x="196" y="71"/>
                  </a:lnTo>
                  <a:lnTo>
                    <a:pt x="196" y="71"/>
                  </a:lnTo>
                  <a:lnTo>
                    <a:pt x="196" y="71"/>
                  </a:lnTo>
                  <a:lnTo>
                    <a:pt x="196" y="69"/>
                  </a:lnTo>
                  <a:lnTo>
                    <a:pt x="196" y="69"/>
                  </a:lnTo>
                  <a:lnTo>
                    <a:pt x="196" y="69"/>
                  </a:lnTo>
                  <a:lnTo>
                    <a:pt x="196" y="69"/>
                  </a:lnTo>
                  <a:lnTo>
                    <a:pt x="196" y="67"/>
                  </a:lnTo>
                  <a:lnTo>
                    <a:pt x="194" y="69"/>
                  </a:lnTo>
                  <a:lnTo>
                    <a:pt x="194" y="69"/>
                  </a:lnTo>
                  <a:lnTo>
                    <a:pt x="194" y="69"/>
                  </a:lnTo>
                  <a:lnTo>
                    <a:pt x="194" y="69"/>
                  </a:lnTo>
                  <a:lnTo>
                    <a:pt x="192" y="69"/>
                  </a:lnTo>
                  <a:lnTo>
                    <a:pt x="192" y="69"/>
                  </a:lnTo>
                  <a:lnTo>
                    <a:pt x="192" y="69"/>
                  </a:lnTo>
                  <a:lnTo>
                    <a:pt x="192" y="69"/>
                  </a:lnTo>
                  <a:lnTo>
                    <a:pt x="190" y="69"/>
                  </a:lnTo>
                  <a:lnTo>
                    <a:pt x="190" y="69"/>
                  </a:lnTo>
                  <a:lnTo>
                    <a:pt x="189" y="69"/>
                  </a:lnTo>
                  <a:lnTo>
                    <a:pt x="189" y="69"/>
                  </a:lnTo>
                  <a:lnTo>
                    <a:pt x="188" y="69"/>
                  </a:lnTo>
                  <a:lnTo>
                    <a:pt x="188" y="69"/>
                  </a:lnTo>
                  <a:lnTo>
                    <a:pt x="188" y="69"/>
                  </a:lnTo>
                  <a:lnTo>
                    <a:pt x="188" y="69"/>
                  </a:lnTo>
                  <a:lnTo>
                    <a:pt x="186" y="69"/>
                  </a:lnTo>
                  <a:lnTo>
                    <a:pt x="186" y="69"/>
                  </a:lnTo>
                  <a:lnTo>
                    <a:pt x="186" y="69"/>
                  </a:lnTo>
                  <a:lnTo>
                    <a:pt x="186" y="69"/>
                  </a:lnTo>
                  <a:lnTo>
                    <a:pt x="183" y="69"/>
                  </a:lnTo>
                  <a:lnTo>
                    <a:pt x="183" y="69"/>
                  </a:lnTo>
                  <a:lnTo>
                    <a:pt x="183" y="69"/>
                  </a:lnTo>
                  <a:lnTo>
                    <a:pt x="183" y="69"/>
                  </a:lnTo>
                  <a:lnTo>
                    <a:pt x="182" y="69"/>
                  </a:lnTo>
                  <a:lnTo>
                    <a:pt x="182" y="69"/>
                  </a:lnTo>
                  <a:lnTo>
                    <a:pt x="182" y="69"/>
                  </a:lnTo>
                  <a:lnTo>
                    <a:pt x="182" y="69"/>
                  </a:lnTo>
                  <a:lnTo>
                    <a:pt x="182" y="69"/>
                  </a:lnTo>
                  <a:lnTo>
                    <a:pt x="182" y="69"/>
                  </a:lnTo>
                  <a:lnTo>
                    <a:pt x="182" y="69"/>
                  </a:lnTo>
                  <a:lnTo>
                    <a:pt x="182" y="69"/>
                  </a:lnTo>
                  <a:lnTo>
                    <a:pt x="180" y="71"/>
                  </a:lnTo>
                  <a:lnTo>
                    <a:pt x="180" y="71"/>
                  </a:lnTo>
                  <a:lnTo>
                    <a:pt x="180" y="71"/>
                  </a:lnTo>
                  <a:lnTo>
                    <a:pt x="180" y="71"/>
                  </a:lnTo>
                  <a:lnTo>
                    <a:pt x="178" y="73"/>
                  </a:lnTo>
                  <a:lnTo>
                    <a:pt x="178" y="73"/>
                  </a:lnTo>
                  <a:lnTo>
                    <a:pt x="178" y="73"/>
                  </a:lnTo>
                  <a:lnTo>
                    <a:pt x="178" y="73"/>
                  </a:lnTo>
                  <a:lnTo>
                    <a:pt x="176" y="75"/>
                  </a:lnTo>
                  <a:lnTo>
                    <a:pt x="176" y="75"/>
                  </a:lnTo>
                  <a:lnTo>
                    <a:pt x="175" y="76"/>
                  </a:lnTo>
                  <a:lnTo>
                    <a:pt x="175" y="76"/>
                  </a:lnTo>
                  <a:lnTo>
                    <a:pt x="173" y="76"/>
                  </a:lnTo>
                  <a:lnTo>
                    <a:pt x="173" y="76"/>
                  </a:lnTo>
                  <a:lnTo>
                    <a:pt x="173" y="76"/>
                  </a:lnTo>
                  <a:lnTo>
                    <a:pt x="173" y="76"/>
                  </a:lnTo>
                  <a:lnTo>
                    <a:pt x="171" y="76"/>
                  </a:lnTo>
                  <a:lnTo>
                    <a:pt x="171" y="76"/>
                  </a:lnTo>
                  <a:lnTo>
                    <a:pt x="171" y="76"/>
                  </a:lnTo>
                  <a:lnTo>
                    <a:pt x="171" y="76"/>
                  </a:lnTo>
                  <a:lnTo>
                    <a:pt x="169" y="76"/>
                  </a:lnTo>
                  <a:lnTo>
                    <a:pt x="169" y="75"/>
                  </a:lnTo>
                  <a:lnTo>
                    <a:pt x="169" y="75"/>
                  </a:lnTo>
                  <a:lnTo>
                    <a:pt x="169" y="73"/>
                  </a:lnTo>
                  <a:lnTo>
                    <a:pt x="167" y="73"/>
                  </a:lnTo>
                  <a:lnTo>
                    <a:pt x="167" y="73"/>
                  </a:lnTo>
                  <a:lnTo>
                    <a:pt x="167" y="73"/>
                  </a:lnTo>
                  <a:lnTo>
                    <a:pt x="167" y="71"/>
                  </a:lnTo>
                  <a:lnTo>
                    <a:pt x="165" y="71"/>
                  </a:lnTo>
                  <a:lnTo>
                    <a:pt x="165" y="71"/>
                  </a:lnTo>
                  <a:lnTo>
                    <a:pt x="165" y="71"/>
                  </a:lnTo>
                  <a:lnTo>
                    <a:pt x="165" y="69"/>
                  </a:lnTo>
                  <a:lnTo>
                    <a:pt x="163" y="71"/>
                  </a:lnTo>
                  <a:lnTo>
                    <a:pt x="163" y="71"/>
                  </a:lnTo>
                  <a:lnTo>
                    <a:pt x="161" y="71"/>
                  </a:lnTo>
                  <a:lnTo>
                    <a:pt x="161" y="71"/>
                  </a:lnTo>
                  <a:lnTo>
                    <a:pt x="160" y="73"/>
                  </a:lnTo>
                  <a:lnTo>
                    <a:pt x="160" y="73"/>
                  </a:lnTo>
                  <a:lnTo>
                    <a:pt x="160" y="74"/>
                  </a:lnTo>
                  <a:lnTo>
                    <a:pt x="160" y="74"/>
                  </a:lnTo>
                  <a:lnTo>
                    <a:pt x="158" y="76"/>
                  </a:lnTo>
                  <a:lnTo>
                    <a:pt x="158" y="76"/>
                  </a:lnTo>
                  <a:lnTo>
                    <a:pt x="158" y="78"/>
                  </a:lnTo>
                  <a:lnTo>
                    <a:pt x="158" y="78"/>
                  </a:lnTo>
                  <a:lnTo>
                    <a:pt x="156" y="78"/>
                  </a:lnTo>
                  <a:lnTo>
                    <a:pt x="156" y="78"/>
                  </a:lnTo>
                  <a:lnTo>
                    <a:pt x="156" y="78"/>
                  </a:lnTo>
                  <a:lnTo>
                    <a:pt x="156" y="78"/>
                  </a:lnTo>
                  <a:lnTo>
                    <a:pt x="154" y="78"/>
                  </a:lnTo>
                  <a:lnTo>
                    <a:pt x="154" y="78"/>
                  </a:lnTo>
                  <a:lnTo>
                    <a:pt x="154" y="78"/>
                  </a:lnTo>
                  <a:lnTo>
                    <a:pt x="154" y="78"/>
                  </a:lnTo>
                  <a:lnTo>
                    <a:pt x="154" y="78"/>
                  </a:lnTo>
                  <a:lnTo>
                    <a:pt x="154" y="78"/>
                  </a:lnTo>
                  <a:lnTo>
                    <a:pt x="154" y="78"/>
                  </a:lnTo>
                  <a:lnTo>
                    <a:pt x="154" y="76"/>
                  </a:lnTo>
                  <a:lnTo>
                    <a:pt x="152" y="76"/>
                  </a:lnTo>
                  <a:lnTo>
                    <a:pt x="152" y="76"/>
                  </a:lnTo>
                  <a:lnTo>
                    <a:pt x="152" y="76"/>
                  </a:lnTo>
                  <a:lnTo>
                    <a:pt x="152" y="75"/>
                  </a:lnTo>
                  <a:lnTo>
                    <a:pt x="152" y="75"/>
                  </a:lnTo>
                  <a:lnTo>
                    <a:pt x="152" y="75"/>
                  </a:lnTo>
                  <a:lnTo>
                    <a:pt x="152" y="75"/>
                  </a:lnTo>
                  <a:lnTo>
                    <a:pt x="152" y="74"/>
                  </a:lnTo>
                  <a:lnTo>
                    <a:pt x="151" y="75"/>
                  </a:lnTo>
                  <a:lnTo>
                    <a:pt x="151" y="75"/>
                  </a:lnTo>
                  <a:lnTo>
                    <a:pt x="151" y="75"/>
                  </a:lnTo>
                  <a:lnTo>
                    <a:pt x="151" y="75"/>
                  </a:lnTo>
                  <a:lnTo>
                    <a:pt x="149" y="76"/>
                  </a:lnTo>
                  <a:lnTo>
                    <a:pt x="149" y="76"/>
                  </a:lnTo>
                  <a:lnTo>
                    <a:pt x="149" y="76"/>
                  </a:lnTo>
                  <a:lnTo>
                    <a:pt x="149" y="76"/>
                  </a:lnTo>
                  <a:lnTo>
                    <a:pt x="147" y="78"/>
                  </a:lnTo>
                  <a:lnTo>
                    <a:pt x="147" y="78"/>
                  </a:lnTo>
                  <a:lnTo>
                    <a:pt x="147" y="78"/>
                  </a:lnTo>
                  <a:lnTo>
                    <a:pt x="147" y="78"/>
                  </a:lnTo>
                  <a:lnTo>
                    <a:pt x="145" y="78"/>
                  </a:lnTo>
                  <a:lnTo>
                    <a:pt x="145" y="78"/>
                  </a:lnTo>
                  <a:lnTo>
                    <a:pt x="145" y="78"/>
                  </a:lnTo>
                  <a:lnTo>
                    <a:pt x="145" y="78"/>
                  </a:lnTo>
                  <a:lnTo>
                    <a:pt x="144" y="78"/>
                  </a:lnTo>
                  <a:lnTo>
                    <a:pt x="144" y="78"/>
                  </a:lnTo>
                  <a:lnTo>
                    <a:pt x="144" y="78"/>
                  </a:lnTo>
                  <a:lnTo>
                    <a:pt x="144" y="78"/>
                  </a:lnTo>
                  <a:lnTo>
                    <a:pt x="142" y="78"/>
                  </a:lnTo>
                  <a:lnTo>
                    <a:pt x="142" y="78"/>
                  </a:lnTo>
                  <a:lnTo>
                    <a:pt x="142" y="78"/>
                  </a:lnTo>
                  <a:lnTo>
                    <a:pt x="142" y="76"/>
                  </a:lnTo>
                  <a:lnTo>
                    <a:pt x="140" y="76"/>
                  </a:lnTo>
                  <a:lnTo>
                    <a:pt x="140" y="76"/>
                  </a:lnTo>
                  <a:lnTo>
                    <a:pt x="140" y="76"/>
                  </a:lnTo>
                  <a:lnTo>
                    <a:pt x="140" y="74"/>
                  </a:lnTo>
                  <a:lnTo>
                    <a:pt x="140" y="74"/>
                  </a:lnTo>
                  <a:lnTo>
                    <a:pt x="140" y="74"/>
                  </a:lnTo>
                  <a:lnTo>
                    <a:pt x="140" y="74"/>
                  </a:lnTo>
                  <a:lnTo>
                    <a:pt x="140" y="74"/>
                  </a:lnTo>
                  <a:lnTo>
                    <a:pt x="140" y="75"/>
                  </a:lnTo>
                  <a:lnTo>
                    <a:pt x="140" y="75"/>
                  </a:lnTo>
                  <a:lnTo>
                    <a:pt x="140" y="75"/>
                  </a:lnTo>
                  <a:lnTo>
                    <a:pt x="140" y="75"/>
                  </a:lnTo>
                  <a:lnTo>
                    <a:pt x="140" y="76"/>
                  </a:lnTo>
                  <a:lnTo>
                    <a:pt x="140" y="76"/>
                  </a:lnTo>
                  <a:lnTo>
                    <a:pt x="140" y="76"/>
                  </a:lnTo>
                  <a:lnTo>
                    <a:pt x="140" y="76"/>
                  </a:lnTo>
                  <a:lnTo>
                    <a:pt x="140" y="78"/>
                  </a:lnTo>
                  <a:lnTo>
                    <a:pt x="140" y="78"/>
                  </a:lnTo>
                  <a:lnTo>
                    <a:pt x="140" y="78"/>
                  </a:lnTo>
                  <a:lnTo>
                    <a:pt x="140" y="78"/>
                  </a:lnTo>
                  <a:lnTo>
                    <a:pt x="140" y="78"/>
                  </a:lnTo>
                  <a:lnTo>
                    <a:pt x="140" y="78"/>
                  </a:lnTo>
                  <a:lnTo>
                    <a:pt x="140" y="78"/>
                  </a:lnTo>
                  <a:lnTo>
                    <a:pt x="140" y="78"/>
                  </a:lnTo>
                  <a:lnTo>
                    <a:pt x="138" y="78"/>
                  </a:lnTo>
                  <a:lnTo>
                    <a:pt x="138" y="78"/>
                  </a:lnTo>
                  <a:lnTo>
                    <a:pt x="137" y="78"/>
                  </a:lnTo>
                  <a:lnTo>
                    <a:pt x="137" y="78"/>
                  </a:lnTo>
                  <a:lnTo>
                    <a:pt x="136" y="78"/>
                  </a:lnTo>
                  <a:lnTo>
                    <a:pt x="136" y="78"/>
                  </a:lnTo>
                  <a:lnTo>
                    <a:pt x="136" y="78"/>
                  </a:lnTo>
                  <a:lnTo>
                    <a:pt x="136" y="78"/>
                  </a:lnTo>
                  <a:lnTo>
                    <a:pt x="134" y="78"/>
                  </a:lnTo>
                  <a:lnTo>
                    <a:pt x="134" y="78"/>
                  </a:lnTo>
                  <a:lnTo>
                    <a:pt x="133" y="78"/>
                  </a:lnTo>
                  <a:lnTo>
                    <a:pt x="133" y="78"/>
                  </a:lnTo>
                  <a:lnTo>
                    <a:pt x="132" y="78"/>
                  </a:lnTo>
                  <a:lnTo>
                    <a:pt x="132" y="78"/>
                  </a:lnTo>
                  <a:lnTo>
                    <a:pt x="132" y="78"/>
                  </a:lnTo>
                  <a:lnTo>
                    <a:pt x="132" y="78"/>
                  </a:lnTo>
                  <a:lnTo>
                    <a:pt x="130" y="80"/>
                  </a:lnTo>
                  <a:lnTo>
                    <a:pt x="130" y="80"/>
                  </a:lnTo>
                  <a:lnTo>
                    <a:pt x="130" y="80"/>
                  </a:lnTo>
                  <a:lnTo>
                    <a:pt x="130" y="80"/>
                  </a:lnTo>
                  <a:lnTo>
                    <a:pt x="130" y="82"/>
                  </a:lnTo>
                  <a:lnTo>
                    <a:pt x="130" y="82"/>
                  </a:lnTo>
                  <a:lnTo>
                    <a:pt x="130" y="82"/>
                  </a:lnTo>
                  <a:lnTo>
                    <a:pt x="130" y="82"/>
                  </a:lnTo>
                  <a:lnTo>
                    <a:pt x="129" y="84"/>
                  </a:lnTo>
                  <a:lnTo>
                    <a:pt x="129" y="84"/>
                  </a:lnTo>
                  <a:lnTo>
                    <a:pt x="129" y="84"/>
                  </a:lnTo>
                  <a:lnTo>
                    <a:pt x="129" y="84"/>
                  </a:lnTo>
                  <a:lnTo>
                    <a:pt x="129" y="85"/>
                  </a:lnTo>
                  <a:lnTo>
                    <a:pt x="129" y="85"/>
                  </a:lnTo>
                  <a:lnTo>
                    <a:pt x="129" y="85"/>
                  </a:lnTo>
                  <a:lnTo>
                    <a:pt x="129" y="85"/>
                  </a:lnTo>
                  <a:lnTo>
                    <a:pt x="128" y="85"/>
                  </a:lnTo>
                  <a:lnTo>
                    <a:pt x="128" y="85"/>
                  </a:lnTo>
                  <a:lnTo>
                    <a:pt x="128" y="85"/>
                  </a:lnTo>
                  <a:lnTo>
                    <a:pt x="128" y="85"/>
                  </a:lnTo>
                  <a:lnTo>
                    <a:pt x="128" y="85"/>
                  </a:lnTo>
                  <a:lnTo>
                    <a:pt x="128" y="85"/>
                  </a:lnTo>
                  <a:lnTo>
                    <a:pt x="128" y="85"/>
                  </a:lnTo>
                  <a:lnTo>
                    <a:pt x="128" y="83"/>
                  </a:lnTo>
                  <a:lnTo>
                    <a:pt x="127" y="83"/>
                  </a:lnTo>
                  <a:lnTo>
                    <a:pt x="127" y="83"/>
                  </a:lnTo>
                  <a:lnTo>
                    <a:pt x="127" y="83"/>
                  </a:lnTo>
                  <a:lnTo>
                    <a:pt x="127" y="81"/>
                  </a:lnTo>
                  <a:lnTo>
                    <a:pt x="127" y="81"/>
                  </a:lnTo>
                  <a:lnTo>
                    <a:pt x="127" y="80"/>
                  </a:lnTo>
                  <a:lnTo>
                    <a:pt x="127" y="80"/>
                  </a:lnTo>
                  <a:lnTo>
                    <a:pt x="127" y="78"/>
                  </a:lnTo>
                  <a:lnTo>
                    <a:pt x="125" y="80"/>
                  </a:lnTo>
                  <a:lnTo>
                    <a:pt x="125" y="80"/>
                  </a:lnTo>
                  <a:lnTo>
                    <a:pt x="125" y="80"/>
                  </a:lnTo>
                  <a:lnTo>
                    <a:pt x="125" y="80"/>
                  </a:lnTo>
                  <a:lnTo>
                    <a:pt x="124" y="80"/>
                  </a:lnTo>
                  <a:lnTo>
                    <a:pt x="124" y="80"/>
                  </a:lnTo>
                  <a:lnTo>
                    <a:pt x="124" y="80"/>
                  </a:lnTo>
                  <a:lnTo>
                    <a:pt x="124" y="80"/>
                  </a:lnTo>
                  <a:lnTo>
                    <a:pt x="123" y="80"/>
                  </a:lnTo>
                  <a:lnTo>
                    <a:pt x="123" y="80"/>
                  </a:lnTo>
                  <a:lnTo>
                    <a:pt x="123" y="80"/>
                  </a:lnTo>
                  <a:lnTo>
                    <a:pt x="123" y="80"/>
                  </a:lnTo>
                  <a:lnTo>
                    <a:pt x="123" y="80"/>
                  </a:lnTo>
                  <a:lnTo>
                    <a:pt x="123" y="80"/>
                  </a:lnTo>
                  <a:lnTo>
                    <a:pt x="123" y="80"/>
                  </a:lnTo>
                  <a:lnTo>
                    <a:pt x="123" y="78"/>
                  </a:lnTo>
                  <a:lnTo>
                    <a:pt x="121" y="80"/>
                  </a:lnTo>
                  <a:lnTo>
                    <a:pt x="121" y="80"/>
                  </a:lnTo>
                  <a:lnTo>
                    <a:pt x="121" y="80"/>
                  </a:lnTo>
                  <a:lnTo>
                    <a:pt x="121" y="80"/>
                  </a:lnTo>
                  <a:lnTo>
                    <a:pt x="119" y="81"/>
                  </a:lnTo>
                  <a:lnTo>
                    <a:pt x="119" y="81"/>
                  </a:lnTo>
                  <a:lnTo>
                    <a:pt x="119" y="81"/>
                  </a:lnTo>
                  <a:lnTo>
                    <a:pt x="119" y="81"/>
                  </a:lnTo>
                  <a:lnTo>
                    <a:pt x="117" y="83"/>
                  </a:lnTo>
                  <a:lnTo>
                    <a:pt x="117" y="83"/>
                  </a:lnTo>
                  <a:lnTo>
                    <a:pt x="116" y="83"/>
                  </a:lnTo>
                  <a:lnTo>
                    <a:pt x="116" y="83"/>
                  </a:lnTo>
                  <a:lnTo>
                    <a:pt x="115" y="83"/>
                  </a:lnTo>
                  <a:lnTo>
                    <a:pt x="115" y="83"/>
                  </a:lnTo>
                  <a:lnTo>
                    <a:pt x="115" y="83"/>
                  </a:lnTo>
                  <a:lnTo>
                    <a:pt x="115" y="83"/>
                  </a:lnTo>
                  <a:lnTo>
                    <a:pt x="114" y="83"/>
                  </a:lnTo>
                  <a:lnTo>
                    <a:pt x="114" y="83"/>
                  </a:lnTo>
                  <a:lnTo>
                    <a:pt x="114" y="83"/>
                  </a:lnTo>
                  <a:lnTo>
                    <a:pt x="114" y="81"/>
                  </a:lnTo>
                  <a:lnTo>
                    <a:pt x="114" y="81"/>
                  </a:lnTo>
                  <a:lnTo>
                    <a:pt x="114" y="80"/>
                  </a:lnTo>
                  <a:lnTo>
                    <a:pt x="114" y="80"/>
                  </a:lnTo>
                  <a:lnTo>
                    <a:pt x="114" y="78"/>
                  </a:lnTo>
                  <a:lnTo>
                    <a:pt x="112" y="78"/>
                  </a:lnTo>
                  <a:lnTo>
                    <a:pt x="112" y="78"/>
                  </a:lnTo>
                  <a:lnTo>
                    <a:pt x="112" y="78"/>
                  </a:lnTo>
                  <a:lnTo>
                    <a:pt x="112" y="76"/>
                  </a:lnTo>
                  <a:lnTo>
                    <a:pt x="112" y="76"/>
                  </a:lnTo>
                  <a:lnTo>
                    <a:pt x="112" y="76"/>
                  </a:lnTo>
                  <a:lnTo>
                    <a:pt x="112" y="76"/>
                  </a:lnTo>
                  <a:lnTo>
                    <a:pt x="112" y="74"/>
                  </a:lnTo>
                  <a:lnTo>
                    <a:pt x="110" y="76"/>
                  </a:lnTo>
                  <a:lnTo>
                    <a:pt x="110" y="76"/>
                  </a:lnTo>
                  <a:lnTo>
                    <a:pt x="110" y="76"/>
                  </a:lnTo>
                  <a:lnTo>
                    <a:pt x="110" y="76"/>
                  </a:lnTo>
                  <a:lnTo>
                    <a:pt x="110" y="76"/>
                  </a:lnTo>
                  <a:lnTo>
                    <a:pt x="110" y="76"/>
                  </a:lnTo>
                  <a:lnTo>
                    <a:pt x="110" y="76"/>
                  </a:lnTo>
                  <a:lnTo>
                    <a:pt x="110" y="76"/>
                  </a:lnTo>
                  <a:lnTo>
                    <a:pt x="108" y="78"/>
                  </a:lnTo>
                  <a:lnTo>
                    <a:pt x="108" y="78"/>
                  </a:lnTo>
                  <a:lnTo>
                    <a:pt x="108" y="78"/>
                  </a:lnTo>
                  <a:lnTo>
                    <a:pt x="108" y="78"/>
                  </a:lnTo>
                  <a:lnTo>
                    <a:pt x="108" y="78"/>
                  </a:lnTo>
                  <a:lnTo>
                    <a:pt x="108" y="78"/>
                  </a:lnTo>
                  <a:lnTo>
                    <a:pt x="108" y="78"/>
                  </a:lnTo>
                  <a:lnTo>
                    <a:pt x="108" y="78"/>
                  </a:lnTo>
                  <a:lnTo>
                    <a:pt x="107" y="78"/>
                  </a:lnTo>
                  <a:lnTo>
                    <a:pt x="105" y="78"/>
                  </a:lnTo>
                  <a:lnTo>
                    <a:pt x="103" y="78"/>
                  </a:lnTo>
                  <a:lnTo>
                    <a:pt x="103" y="78"/>
                  </a:lnTo>
                  <a:lnTo>
                    <a:pt x="101" y="78"/>
                  </a:lnTo>
                  <a:lnTo>
                    <a:pt x="100" y="78"/>
                  </a:lnTo>
                  <a:lnTo>
                    <a:pt x="98" y="78"/>
                  </a:lnTo>
                  <a:lnTo>
                    <a:pt x="98" y="78"/>
                  </a:lnTo>
                  <a:lnTo>
                    <a:pt x="96" y="78"/>
                  </a:lnTo>
                  <a:lnTo>
                    <a:pt x="94" y="78"/>
                  </a:lnTo>
                  <a:lnTo>
                    <a:pt x="92" y="78"/>
                  </a:lnTo>
                  <a:lnTo>
                    <a:pt x="92" y="78"/>
                  </a:lnTo>
                  <a:lnTo>
                    <a:pt x="91" y="78"/>
                  </a:lnTo>
                  <a:lnTo>
                    <a:pt x="90" y="78"/>
                  </a:lnTo>
                  <a:lnTo>
                    <a:pt x="88" y="78"/>
                  </a:lnTo>
                  <a:lnTo>
                    <a:pt x="88" y="78"/>
                  </a:lnTo>
                  <a:lnTo>
                    <a:pt x="86" y="78"/>
                  </a:lnTo>
                  <a:lnTo>
                    <a:pt x="86" y="78"/>
                  </a:lnTo>
                  <a:lnTo>
                    <a:pt x="84" y="78"/>
                  </a:lnTo>
                  <a:lnTo>
                    <a:pt x="84" y="78"/>
                  </a:lnTo>
                  <a:lnTo>
                    <a:pt x="82" y="78"/>
                  </a:lnTo>
                  <a:lnTo>
                    <a:pt x="82" y="78"/>
                  </a:lnTo>
                  <a:lnTo>
                    <a:pt x="81" y="78"/>
                  </a:lnTo>
                  <a:lnTo>
                    <a:pt x="81" y="78"/>
                  </a:lnTo>
                  <a:lnTo>
                    <a:pt x="79" y="78"/>
                  </a:lnTo>
                  <a:lnTo>
                    <a:pt x="79" y="78"/>
                  </a:lnTo>
                  <a:lnTo>
                    <a:pt x="77" y="78"/>
                  </a:lnTo>
                  <a:lnTo>
                    <a:pt x="77" y="78"/>
                  </a:lnTo>
                  <a:lnTo>
                    <a:pt x="75" y="78"/>
                  </a:lnTo>
                  <a:lnTo>
                    <a:pt x="75" y="78"/>
                  </a:lnTo>
                  <a:lnTo>
                    <a:pt x="73" y="78"/>
                  </a:lnTo>
                  <a:lnTo>
                    <a:pt x="73" y="78"/>
                  </a:lnTo>
                  <a:lnTo>
                    <a:pt x="71" y="79"/>
                  </a:lnTo>
                  <a:lnTo>
                    <a:pt x="71" y="79"/>
                  </a:lnTo>
                  <a:lnTo>
                    <a:pt x="71" y="79"/>
                  </a:lnTo>
                  <a:lnTo>
                    <a:pt x="71" y="79"/>
                  </a:lnTo>
                  <a:lnTo>
                    <a:pt x="69" y="80"/>
                  </a:lnTo>
                  <a:lnTo>
                    <a:pt x="69" y="80"/>
                  </a:lnTo>
                  <a:lnTo>
                    <a:pt x="69" y="80"/>
                  </a:lnTo>
                  <a:lnTo>
                    <a:pt x="69" y="80"/>
                  </a:lnTo>
                  <a:lnTo>
                    <a:pt x="67" y="81"/>
                  </a:lnTo>
                  <a:lnTo>
                    <a:pt x="67" y="81"/>
                  </a:lnTo>
                  <a:lnTo>
                    <a:pt x="67" y="81"/>
                  </a:lnTo>
                  <a:lnTo>
                    <a:pt x="67" y="81"/>
                  </a:lnTo>
                  <a:lnTo>
                    <a:pt x="66" y="81"/>
                  </a:lnTo>
                  <a:lnTo>
                    <a:pt x="66" y="81"/>
                  </a:lnTo>
                  <a:lnTo>
                    <a:pt x="66" y="81"/>
                  </a:lnTo>
                  <a:lnTo>
                    <a:pt x="66" y="81"/>
                  </a:lnTo>
                  <a:lnTo>
                    <a:pt x="65" y="81"/>
                  </a:lnTo>
                  <a:lnTo>
                    <a:pt x="65" y="81"/>
                  </a:lnTo>
                  <a:lnTo>
                    <a:pt x="64" y="81"/>
                  </a:lnTo>
                  <a:lnTo>
                    <a:pt x="64" y="81"/>
                  </a:lnTo>
                  <a:lnTo>
                    <a:pt x="62" y="81"/>
                  </a:lnTo>
                  <a:lnTo>
                    <a:pt x="62" y="81"/>
                  </a:lnTo>
                  <a:lnTo>
                    <a:pt x="60" y="81"/>
                  </a:lnTo>
                  <a:lnTo>
                    <a:pt x="60" y="81"/>
                  </a:lnTo>
                  <a:lnTo>
                    <a:pt x="58" y="82"/>
                  </a:lnTo>
                  <a:lnTo>
                    <a:pt x="57" y="82"/>
                  </a:lnTo>
                  <a:lnTo>
                    <a:pt x="55" y="82"/>
                  </a:lnTo>
                  <a:lnTo>
                    <a:pt x="55" y="82"/>
                  </a:lnTo>
                  <a:lnTo>
                    <a:pt x="54" y="82"/>
                  </a:lnTo>
                  <a:lnTo>
                    <a:pt x="54" y="82"/>
                  </a:lnTo>
                  <a:lnTo>
                    <a:pt x="54" y="82"/>
                  </a:lnTo>
                  <a:lnTo>
                    <a:pt x="54" y="81"/>
                  </a:lnTo>
                  <a:lnTo>
                    <a:pt x="53" y="82"/>
                  </a:lnTo>
                  <a:lnTo>
                    <a:pt x="53" y="82"/>
                  </a:lnTo>
                  <a:lnTo>
                    <a:pt x="53" y="82"/>
                  </a:lnTo>
                  <a:lnTo>
                    <a:pt x="53" y="82"/>
                  </a:lnTo>
                  <a:lnTo>
                    <a:pt x="51" y="83"/>
                  </a:lnTo>
                  <a:lnTo>
                    <a:pt x="51" y="83"/>
                  </a:lnTo>
                  <a:lnTo>
                    <a:pt x="51" y="83"/>
                  </a:lnTo>
                  <a:lnTo>
                    <a:pt x="51" y="83"/>
                  </a:lnTo>
                  <a:lnTo>
                    <a:pt x="49" y="85"/>
                  </a:lnTo>
                  <a:lnTo>
                    <a:pt x="49" y="85"/>
                  </a:lnTo>
                  <a:lnTo>
                    <a:pt x="49" y="85"/>
                  </a:lnTo>
                  <a:lnTo>
                    <a:pt x="49" y="85"/>
                  </a:lnTo>
                  <a:lnTo>
                    <a:pt x="48" y="85"/>
                  </a:lnTo>
                  <a:lnTo>
                    <a:pt x="48" y="85"/>
                  </a:lnTo>
                  <a:lnTo>
                    <a:pt x="48" y="85"/>
                  </a:lnTo>
                  <a:lnTo>
                    <a:pt x="48" y="85"/>
                  </a:lnTo>
                  <a:lnTo>
                    <a:pt x="47" y="86"/>
                  </a:lnTo>
                  <a:lnTo>
                    <a:pt x="47" y="86"/>
                  </a:lnTo>
                  <a:lnTo>
                    <a:pt x="44" y="86"/>
                  </a:lnTo>
                  <a:lnTo>
                    <a:pt x="44" y="86"/>
                  </a:lnTo>
                  <a:lnTo>
                    <a:pt x="42" y="86"/>
                  </a:lnTo>
                  <a:lnTo>
                    <a:pt x="42" y="86"/>
                  </a:lnTo>
                  <a:lnTo>
                    <a:pt x="42" y="86"/>
                  </a:lnTo>
                  <a:lnTo>
                    <a:pt x="42" y="86"/>
                  </a:lnTo>
                  <a:lnTo>
                    <a:pt x="40" y="87"/>
                  </a:lnTo>
                  <a:lnTo>
                    <a:pt x="40" y="87"/>
                  </a:lnTo>
                  <a:lnTo>
                    <a:pt x="40" y="87"/>
                  </a:lnTo>
                  <a:lnTo>
                    <a:pt x="40" y="87"/>
                  </a:lnTo>
                  <a:lnTo>
                    <a:pt x="39" y="87"/>
                  </a:lnTo>
                  <a:lnTo>
                    <a:pt x="39" y="87"/>
                  </a:lnTo>
                  <a:lnTo>
                    <a:pt x="39" y="87"/>
                  </a:lnTo>
                  <a:lnTo>
                    <a:pt x="39" y="87"/>
                  </a:lnTo>
                  <a:lnTo>
                    <a:pt x="37" y="88"/>
                  </a:lnTo>
                  <a:lnTo>
                    <a:pt x="37" y="88"/>
                  </a:lnTo>
                  <a:lnTo>
                    <a:pt x="37" y="88"/>
                  </a:lnTo>
                  <a:lnTo>
                    <a:pt x="37" y="88"/>
                  </a:lnTo>
                  <a:lnTo>
                    <a:pt x="37" y="88"/>
                  </a:lnTo>
                  <a:lnTo>
                    <a:pt x="37" y="88"/>
                  </a:lnTo>
                  <a:lnTo>
                    <a:pt x="37" y="88"/>
                  </a:lnTo>
                  <a:lnTo>
                    <a:pt x="37" y="88"/>
                  </a:lnTo>
                  <a:lnTo>
                    <a:pt x="35" y="90"/>
                  </a:lnTo>
                  <a:lnTo>
                    <a:pt x="35" y="90"/>
                  </a:lnTo>
                  <a:lnTo>
                    <a:pt x="35" y="90"/>
                  </a:lnTo>
                  <a:lnTo>
                    <a:pt x="35" y="90"/>
                  </a:lnTo>
                  <a:lnTo>
                    <a:pt x="35" y="90"/>
                  </a:lnTo>
                  <a:lnTo>
                    <a:pt x="35" y="90"/>
                  </a:lnTo>
                  <a:lnTo>
                    <a:pt x="35" y="90"/>
                  </a:lnTo>
                  <a:lnTo>
                    <a:pt x="35" y="90"/>
                  </a:lnTo>
                  <a:lnTo>
                    <a:pt x="35" y="91"/>
                  </a:lnTo>
                  <a:lnTo>
                    <a:pt x="35" y="91"/>
                  </a:lnTo>
                  <a:lnTo>
                    <a:pt x="35" y="91"/>
                  </a:lnTo>
                  <a:lnTo>
                    <a:pt x="35" y="91"/>
                  </a:lnTo>
                  <a:lnTo>
                    <a:pt x="35" y="92"/>
                  </a:lnTo>
                  <a:lnTo>
                    <a:pt x="35" y="92"/>
                  </a:lnTo>
                  <a:lnTo>
                    <a:pt x="35" y="92"/>
                  </a:lnTo>
                  <a:lnTo>
                    <a:pt x="35" y="92"/>
                  </a:lnTo>
                  <a:lnTo>
                    <a:pt x="35" y="94"/>
                  </a:lnTo>
                  <a:lnTo>
                    <a:pt x="35" y="94"/>
                  </a:lnTo>
                  <a:lnTo>
                    <a:pt x="35" y="94"/>
                  </a:lnTo>
                  <a:lnTo>
                    <a:pt x="35" y="94"/>
                  </a:lnTo>
                  <a:lnTo>
                    <a:pt x="35" y="94"/>
                  </a:lnTo>
                  <a:lnTo>
                    <a:pt x="35" y="94"/>
                  </a:lnTo>
                  <a:lnTo>
                    <a:pt x="35" y="94"/>
                  </a:lnTo>
                  <a:lnTo>
                    <a:pt x="36" y="94"/>
                  </a:lnTo>
                  <a:lnTo>
                    <a:pt x="34" y="96"/>
                  </a:lnTo>
                  <a:lnTo>
                    <a:pt x="34" y="96"/>
                  </a:lnTo>
                  <a:lnTo>
                    <a:pt x="34" y="96"/>
                  </a:lnTo>
                  <a:lnTo>
                    <a:pt x="34" y="96"/>
                  </a:lnTo>
                  <a:lnTo>
                    <a:pt x="33" y="98"/>
                  </a:lnTo>
                  <a:lnTo>
                    <a:pt x="33" y="98"/>
                  </a:lnTo>
                  <a:lnTo>
                    <a:pt x="33" y="98"/>
                  </a:lnTo>
                  <a:lnTo>
                    <a:pt x="33" y="98"/>
                  </a:lnTo>
                  <a:lnTo>
                    <a:pt x="31" y="99"/>
                  </a:lnTo>
                  <a:lnTo>
                    <a:pt x="31" y="99"/>
                  </a:lnTo>
                  <a:lnTo>
                    <a:pt x="31" y="99"/>
                  </a:lnTo>
                  <a:lnTo>
                    <a:pt x="31" y="99"/>
                  </a:lnTo>
                  <a:lnTo>
                    <a:pt x="30" y="99"/>
                  </a:lnTo>
                  <a:lnTo>
                    <a:pt x="30" y="99"/>
                  </a:lnTo>
                  <a:lnTo>
                    <a:pt x="30" y="99"/>
                  </a:lnTo>
                  <a:lnTo>
                    <a:pt x="30" y="99"/>
                  </a:lnTo>
                  <a:lnTo>
                    <a:pt x="29" y="101"/>
                  </a:lnTo>
                  <a:lnTo>
                    <a:pt x="29" y="101"/>
                  </a:lnTo>
                  <a:lnTo>
                    <a:pt x="29" y="101"/>
                  </a:lnTo>
                  <a:lnTo>
                    <a:pt x="29" y="101"/>
                  </a:lnTo>
                  <a:lnTo>
                    <a:pt x="29" y="102"/>
                  </a:lnTo>
                  <a:lnTo>
                    <a:pt x="29" y="102"/>
                  </a:lnTo>
                  <a:lnTo>
                    <a:pt x="29" y="102"/>
                  </a:lnTo>
                  <a:lnTo>
                    <a:pt x="29" y="102"/>
                  </a:lnTo>
                  <a:lnTo>
                    <a:pt x="27" y="103"/>
                  </a:lnTo>
                  <a:lnTo>
                    <a:pt x="27" y="103"/>
                  </a:lnTo>
                  <a:lnTo>
                    <a:pt x="27" y="103"/>
                  </a:lnTo>
                  <a:lnTo>
                    <a:pt x="27" y="103"/>
                  </a:lnTo>
                  <a:lnTo>
                    <a:pt x="27" y="103"/>
                  </a:lnTo>
                  <a:lnTo>
                    <a:pt x="27" y="103"/>
                  </a:lnTo>
                  <a:lnTo>
                    <a:pt x="27" y="103"/>
                  </a:lnTo>
                  <a:lnTo>
                    <a:pt x="27" y="103"/>
                  </a:lnTo>
                  <a:lnTo>
                    <a:pt x="26" y="103"/>
                  </a:lnTo>
                  <a:lnTo>
                    <a:pt x="26" y="103"/>
                  </a:lnTo>
                  <a:lnTo>
                    <a:pt x="26" y="103"/>
                  </a:lnTo>
                  <a:lnTo>
                    <a:pt x="26" y="103"/>
                  </a:lnTo>
                  <a:lnTo>
                    <a:pt x="26" y="103"/>
                  </a:lnTo>
                  <a:lnTo>
                    <a:pt x="26" y="103"/>
                  </a:lnTo>
                  <a:lnTo>
                    <a:pt x="26" y="103"/>
                  </a:lnTo>
                  <a:lnTo>
                    <a:pt x="26" y="102"/>
                  </a:lnTo>
                  <a:lnTo>
                    <a:pt x="25" y="102"/>
                  </a:lnTo>
                  <a:lnTo>
                    <a:pt x="25" y="102"/>
                  </a:lnTo>
                  <a:lnTo>
                    <a:pt x="25" y="102"/>
                  </a:lnTo>
                  <a:lnTo>
                    <a:pt x="25" y="102"/>
                  </a:lnTo>
                  <a:lnTo>
                    <a:pt x="25" y="102"/>
                  </a:lnTo>
                  <a:lnTo>
                    <a:pt x="25" y="102"/>
                  </a:lnTo>
                  <a:lnTo>
                    <a:pt x="25" y="102"/>
                  </a:lnTo>
                  <a:lnTo>
                    <a:pt x="25" y="101"/>
                  </a:lnTo>
                  <a:lnTo>
                    <a:pt x="23" y="102"/>
                  </a:lnTo>
                  <a:lnTo>
                    <a:pt x="23" y="102"/>
                  </a:lnTo>
                  <a:lnTo>
                    <a:pt x="22" y="102"/>
                  </a:lnTo>
                  <a:lnTo>
                    <a:pt x="22" y="102"/>
                  </a:lnTo>
                  <a:lnTo>
                    <a:pt x="20" y="103"/>
                  </a:lnTo>
                  <a:lnTo>
                    <a:pt x="20" y="103"/>
                  </a:lnTo>
                  <a:lnTo>
                    <a:pt x="20" y="103"/>
                  </a:lnTo>
                  <a:lnTo>
                    <a:pt x="20" y="103"/>
                  </a:lnTo>
                  <a:lnTo>
                    <a:pt x="18" y="104"/>
                  </a:lnTo>
                  <a:lnTo>
                    <a:pt x="18" y="104"/>
                  </a:lnTo>
                  <a:lnTo>
                    <a:pt x="17" y="104"/>
                  </a:lnTo>
                  <a:lnTo>
                    <a:pt x="17" y="104"/>
                  </a:lnTo>
                  <a:lnTo>
                    <a:pt x="15" y="104"/>
                  </a:lnTo>
                  <a:lnTo>
                    <a:pt x="15" y="104"/>
                  </a:lnTo>
                  <a:lnTo>
                    <a:pt x="15" y="104"/>
                  </a:lnTo>
                  <a:lnTo>
                    <a:pt x="15" y="103"/>
                  </a:lnTo>
                  <a:lnTo>
                    <a:pt x="15" y="105"/>
                  </a:lnTo>
                  <a:lnTo>
                    <a:pt x="15" y="106"/>
                  </a:lnTo>
                  <a:lnTo>
                    <a:pt x="15" y="106"/>
                  </a:lnTo>
                  <a:lnTo>
                    <a:pt x="15" y="106"/>
                  </a:lnTo>
                  <a:lnTo>
                    <a:pt x="15" y="106"/>
                  </a:lnTo>
                  <a:lnTo>
                    <a:pt x="15" y="106"/>
                  </a:lnTo>
                  <a:lnTo>
                    <a:pt x="15" y="106"/>
                  </a:lnTo>
                  <a:lnTo>
                    <a:pt x="15" y="106"/>
                  </a:lnTo>
                  <a:lnTo>
                    <a:pt x="15" y="106"/>
                  </a:lnTo>
                  <a:lnTo>
                    <a:pt x="15" y="108"/>
                  </a:lnTo>
                  <a:lnTo>
                    <a:pt x="15" y="108"/>
                  </a:lnTo>
                  <a:lnTo>
                    <a:pt x="15" y="108"/>
                  </a:lnTo>
                  <a:lnTo>
                    <a:pt x="15" y="108"/>
                  </a:lnTo>
                  <a:lnTo>
                    <a:pt x="15" y="108"/>
                  </a:lnTo>
                  <a:lnTo>
                    <a:pt x="15" y="108"/>
                  </a:lnTo>
                  <a:lnTo>
                    <a:pt x="15" y="108"/>
                  </a:lnTo>
                  <a:lnTo>
                    <a:pt x="17" y="108"/>
                  </a:lnTo>
                  <a:lnTo>
                    <a:pt x="17" y="109"/>
                  </a:lnTo>
                  <a:lnTo>
                    <a:pt x="17" y="109"/>
                  </a:lnTo>
                  <a:lnTo>
                    <a:pt x="17" y="109"/>
                  </a:lnTo>
                  <a:lnTo>
                    <a:pt x="17" y="109"/>
                  </a:lnTo>
                  <a:lnTo>
                    <a:pt x="17" y="109"/>
                  </a:lnTo>
                  <a:lnTo>
                    <a:pt x="17" y="109"/>
                  </a:lnTo>
                  <a:lnTo>
                    <a:pt x="17" y="109"/>
                  </a:lnTo>
                  <a:lnTo>
                    <a:pt x="18" y="109"/>
                  </a:lnTo>
                  <a:lnTo>
                    <a:pt x="18" y="110"/>
                  </a:lnTo>
                  <a:lnTo>
                    <a:pt x="18" y="110"/>
                  </a:lnTo>
                  <a:lnTo>
                    <a:pt x="18" y="110"/>
                  </a:lnTo>
                  <a:lnTo>
                    <a:pt x="19" y="110"/>
                  </a:lnTo>
                  <a:lnTo>
                    <a:pt x="19" y="110"/>
                  </a:lnTo>
                  <a:lnTo>
                    <a:pt x="19" y="110"/>
                  </a:lnTo>
                  <a:lnTo>
                    <a:pt x="19" y="110"/>
                  </a:lnTo>
                  <a:lnTo>
                    <a:pt x="21" y="110"/>
                  </a:lnTo>
                  <a:lnTo>
                    <a:pt x="20" y="113"/>
                  </a:lnTo>
                  <a:lnTo>
                    <a:pt x="20" y="113"/>
                  </a:lnTo>
                  <a:lnTo>
                    <a:pt x="20" y="113"/>
                  </a:lnTo>
                  <a:lnTo>
                    <a:pt x="20" y="113"/>
                  </a:lnTo>
                  <a:lnTo>
                    <a:pt x="20" y="114"/>
                  </a:lnTo>
                  <a:lnTo>
                    <a:pt x="20" y="114"/>
                  </a:lnTo>
                  <a:lnTo>
                    <a:pt x="20" y="114"/>
                  </a:lnTo>
                  <a:lnTo>
                    <a:pt x="20" y="114"/>
                  </a:lnTo>
                  <a:lnTo>
                    <a:pt x="20" y="116"/>
                  </a:lnTo>
                  <a:lnTo>
                    <a:pt x="20" y="116"/>
                  </a:lnTo>
                  <a:lnTo>
                    <a:pt x="20" y="116"/>
                  </a:lnTo>
                  <a:lnTo>
                    <a:pt x="20" y="116"/>
                  </a:lnTo>
                  <a:lnTo>
                    <a:pt x="20" y="116"/>
                  </a:lnTo>
                  <a:lnTo>
                    <a:pt x="20" y="116"/>
                  </a:lnTo>
                  <a:lnTo>
                    <a:pt x="20" y="116"/>
                  </a:lnTo>
                  <a:lnTo>
                    <a:pt x="21" y="116"/>
                  </a:lnTo>
                  <a:lnTo>
                    <a:pt x="21" y="118"/>
                  </a:lnTo>
                  <a:lnTo>
                    <a:pt x="21" y="118"/>
                  </a:lnTo>
                  <a:lnTo>
                    <a:pt x="21" y="118"/>
                  </a:lnTo>
                  <a:lnTo>
                    <a:pt x="21" y="118"/>
                  </a:lnTo>
                  <a:lnTo>
                    <a:pt x="21" y="118"/>
                  </a:lnTo>
                  <a:lnTo>
                    <a:pt x="21" y="118"/>
                  </a:lnTo>
                  <a:lnTo>
                    <a:pt x="21" y="118"/>
                  </a:lnTo>
                  <a:lnTo>
                    <a:pt x="22" y="118"/>
                  </a:lnTo>
                  <a:lnTo>
                    <a:pt x="22" y="119"/>
                  </a:lnTo>
                  <a:lnTo>
                    <a:pt x="22" y="119"/>
                  </a:lnTo>
                  <a:lnTo>
                    <a:pt x="22" y="119"/>
                  </a:lnTo>
                  <a:lnTo>
                    <a:pt x="22" y="119"/>
                  </a:lnTo>
                  <a:lnTo>
                    <a:pt x="22" y="119"/>
                  </a:lnTo>
                  <a:lnTo>
                    <a:pt x="22" y="119"/>
                  </a:lnTo>
                  <a:lnTo>
                    <a:pt x="22" y="119"/>
                  </a:lnTo>
                  <a:lnTo>
                    <a:pt x="24" y="119"/>
                  </a:lnTo>
                  <a:lnTo>
                    <a:pt x="24" y="120"/>
                  </a:lnTo>
                  <a:lnTo>
                    <a:pt x="24" y="120"/>
                  </a:lnTo>
                  <a:lnTo>
                    <a:pt x="24" y="120"/>
                  </a:lnTo>
                  <a:lnTo>
                    <a:pt x="24" y="120"/>
                  </a:lnTo>
                  <a:lnTo>
                    <a:pt x="24" y="121"/>
                  </a:lnTo>
                  <a:lnTo>
                    <a:pt x="24" y="121"/>
                  </a:lnTo>
                  <a:lnTo>
                    <a:pt x="24" y="121"/>
                  </a:lnTo>
                  <a:lnTo>
                    <a:pt x="26" y="121"/>
                  </a:lnTo>
                  <a:lnTo>
                    <a:pt x="26" y="123"/>
                  </a:lnTo>
                  <a:lnTo>
                    <a:pt x="26" y="123"/>
                  </a:lnTo>
                  <a:lnTo>
                    <a:pt x="26" y="123"/>
                  </a:lnTo>
                  <a:lnTo>
                    <a:pt x="26" y="123"/>
                  </a:lnTo>
                  <a:lnTo>
                    <a:pt x="26" y="123"/>
                  </a:lnTo>
                  <a:lnTo>
                    <a:pt x="26" y="123"/>
                  </a:lnTo>
                  <a:lnTo>
                    <a:pt x="26" y="123"/>
                  </a:lnTo>
                  <a:lnTo>
                    <a:pt x="27" y="123"/>
                  </a:lnTo>
                  <a:lnTo>
                    <a:pt x="27" y="124"/>
                  </a:lnTo>
                  <a:lnTo>
                    <a:pt x="27" y="124"/>
                  </a:lnTo>
                  <a:lnTo>
                    <a:pt x="27" y="125"/>
                  </a:lnTo>
                  <a:lnTo>
                    <a:pt x="27" y="125"/>
                  </a:lnTo>
                  <a:lnTo>
                    <a:pt x="27" y="127"/>
                  </a:lnTo>
                  <a:lnTo>
                    <a:pt x="27" y="127"/>
                  </a:lnTo>
                  <a:lnTo>
                    <a:pt x="27" y="127"/>
                  </a:lnTo>
                  <a:lnTo>
                    <a:pt x="30" y="127"/>
                  </a:lnTo>
                  <a:lnTo>
                    <a:pt x="30" y="129"/>
                  </a:lnTo>
                  <a:lnTo>
                    <a:pt x="30" y="129"/>
                  </a:lnTo>
                  <a:lnTo>
                    <a:pt x="30" y="129"/>
                  </a:lnTo>
                  <a:lnTo>
                    <a:pt x="30" y="129"/>
                  </a:lnTo>
                  <a:lnTo>
                    <a:pt x="30" y="131"/>
                  </a:lnTo>
                  <a:lnTo>
                    <a:pt x="30" y="131"/>
                  </a:lnTo>
                  <a:lnTo>
                    <a:pt x="30" y="131"/>
                  </a:lnTo>
                  <a:lnTo>
                    <a:pt x="32" y="131"/>
                  </a:lnTo>
                  <a:lnTo>
                    <a:pt x="32" y="132"/>
                  </a:lnTo>
                  <a:lnTo>
                    <a:pt x="32" y="132"/>
                  </a:lnTo>
                  <a:lnTo>
                    <a:pt x="32" y="132"/>
                  </a:lnTo>
                  <a:lnTo>
                    <a:pt x="32" y="132"/>
                  </a:lnTo>
                  <a:lnTo>
                    <a:pt x="32" y="132"/>
                  </a:lnTo>
                  <a:lnTo>
                    <a:pt x="32" y="132"/>
                  </a:lnTo>
                  <a:lnTo>
                    <a:pt x="32" y="132"/>
                  </a:lnTo>
                  <a:lnTo>
                    <a:pt x="33" y="132"/>
                  </a:lnTo>
                  <a:lnTo>
                    <a:pt x="33" y="132"/>
                  </a:lnTo>
                  <a:lnTo>
                    <a:pt x="33" y="132"/>
                  </a:lnTo>
                  <a:lnTo>
                    <a:pt x="33" y="132"/>
                  </a:lnTo>
                  <a:lnTo>
                    <a:pt x="33" y="132"/>
                  </a:lnTo>
                  <a:lnTo>
                    <a:pt x="33" y="132"/>
                  </a:lnTo>
                  <a:lnTo>
                    <a:pt x="33" y="132"/>
                  </a:lnTo>
                  <a:lnTo>
                    <a:pt x="33" y="132"/>
                  </a:lnTo>
                  <a:lnTo>
                    <a:pt x="34" y="132"/>
                  </a:lnTo>
                  <a:lnTo>
                    <a:pt x="34" y="132"/>
                  </a:lnTo>
                  <a:lnTo>
                    <a:pt x="34" y="132"/>
                  </a:lnTo>
                  <a:lnTo>
                    <a:pt x="34" y="132"/>
                  </a:lnTo>
                  <a:lnTo>
                    <a:pt x="34" y="132"/>
                  </a:lnTo>
                  <a:lnTo>
                    <a:pt x="34" y="132"/>
                  </a:lnTo>
                  <a:lnTo>
                    <a:pt x="34" y="132"/>
                  </a:lnTo>
                  <a:lnTo>
                    <a:pt x="34" y="132"/>
                  </a:lnTo>
                  <a:lnTo>
                    <a:pt x="36" y="132"/>
                  </a:lnTo>
                  <a:lnTo>
                    <a:pt x="36" y="132"/>
                  </a:lnTo>
                  <a:lnTo>
                    <a:pt x="36" y="132"/>
                  </a:lnTo>
                  <a:lnTo>
                    <a:pt x="36" y="132"/>
                  </a:lnTo>
                  <a:lnTo>
                    <a:pt x="37" y="132"/>
                  </a:lnTo>
                  <a:lnTo>
                    <a:pt x="37" y="132"/>
                  </a:lnTo>
                  <a:lnTo>
                    <a:pt x="37" y="132"/>
                  </a:lnTo>
                  <a:lnTo>
                    <a:pt x="37" y="132"/>
                  </a:lnTo>
                  <a:lnTo>
                    <a:pt x="38" y="132"/>
                  </a:lnTo>
                  <a:lnTo>
                    <a:pt x="37" y="134"/>
                  </a:lnTo>
                  <a:lnTo>
                    <a:pt x="37" y="134"/>
                  </a:lnTo>
                  <a:lnTo>
                    <a:pt x="37" y="134"/>
                  </a:lnTo>
                  <a:lnTo>
                    <a:pt x="37" y="134"/>
                  </a:lnTo>
                  <a:lnTo>
                    <a:pt x="35" y="135"/>
                  </a:lnTo>
                  <a:lnTo>
                    <a:pt x="35" y="135"/>
                  </a:lnTo>
                  <a:lnTo>
                    <a:pt x="35" y="135"/>
                  </a:lnTo>
                  <a:lnTo>
                    <a:pt x="35" y="135"/>
                  </a:lnTo>
                  <a:lnTo>
                    <a:pt x="33" y="137"/>
                  </a:lnTo>
                  <a:lnTo>
                    <a:pt x="33" y="137"/>
                  </a:lnTo>
                  <a:lnTo>
                    <a:pt x="33" y="137"/>
                  </a:lnTo>
                  <a:lnTo>
                    <a:pt x="33" y="137"/>
                  </a:lnTo>
                  <a:lnTo>
                    <a:pt x="32" y="138"/>
                  </a:lnTo>
                  <a:lnTo>
                    <a:pt x="32" y="138"/>
                  </a:lnTo>
                  <a:lnTo>
                    <a:pt x="32" y="138"/>
                  </a:lnTo>
                  <a:lnTo>
                    <a:pt x="32" y="138"/>
                  </a:lnTo>
                  <a:lnTo>
                    <a:pt x="32" y="140"/>
                  </a:lnTo>
                  <a:lnTo>
                    <a:pt x="32" y="140"/>
                  </a:lnTo>
                  <a:lnTo>
                    <a:pt x="32" y="140"/>
                  </a:lnTo>
                  <a:lnTo>
                    <a:pt x="32" y="140"/>
                  </a:lnTo>
                  <a:lnTo>
                    <a:pt x="32" y="142"/>
                  </a:lnTo>
                  <a:lnTo>
                    <a:pt x="33" y="142"/>
                  </a:lnTo>
                  <a:lnTo>
                    <a:pt x="33" y="142"/>
                  </a:lnTo>
                  <a:lnTo>
                    <a:pt x="35" y="142"/>
                  </a:lnTo>
                  <a:lnTo>
                    <a:pt x="35" y="144"/>
                  </a:lnTo>
                  <a:lnTo>
                    <a:pt x="35" y="144"/>
                  </a:lnTo>
                  <a:lnTo>
                    <a:pt x="35" y="144"/>
                  </a:lnTo>
                  <a:lnTo>
                    <a:pt x="37" y="144"/>
                  </a:lnTo>
                  <a:lnTo>
                    <a:pt x="37" y="146"/>
                  </a:lnTo>
                  <a:lnTo>
                    <a:pt x="38" y="146"/>
                  </a:lnTo>
                  <a:lnTo>
                    <a:pt x="38" y="146"/>
                  </a:lnTo>
                  <a:lnTo>
                    <a:pt x="39" y="146"/>
                  </a:lnTo>
                  <a:lnTo>
                    <a:pt x="38" y="148"/>
                  </a:lnTo>
                  <a:lnTo>
                    <a:pt x="38" y="148"/>
                  </a:lnTo>
                  <a:lnTo>
                    <a:pt x="38" y="149"/>
                  </a:lnTo>
                  <a:lnTo>
                    <a:pt x="38" y="149"/>
                  </a:lnTo>
                  <a:lnTo>
                    <a:pt x="37" y="152"/>
                  </a:lnTo>
                  <a:lnTo>
                    <a:pt x="37" y="152"/>
                  </a:lnTo>
                  <a:lnTo>
                    <a:pt x="37" y="152"/>
                  </a:lnTo>
                  <a:lnTo>
                    <a:pt x="37" y="152"/>
                  </a:lnTo>
                  <a:lnTo>
                    <a:pt x="34" y="154"/>
                  </a:lnTo>
                  <a:lnTo>
                    <a:pt x="34" y="154"/>
                  </a:lnTo>
                  <a:lnTo>
                    <a:pt x="34" y="155"/>
                  </a:lnTo>
                  <a:lnTo>
                    <a:pt x="34" y="155"/>
                  </a:lnTo>
                  <a:lnTo>
                    <a:pt x="34" y="157"/>
                  </a:lnTo>
                  <a:lnTo>
                    <a:pt x="34" y="157"/>
                  </a:lnTo>
                  <a:lnTo>
                    <a:pt x="34" y="157"/>
                  </a:lnTo>
                  <a:lnTo>
                    <a:pt x="34" y="157"/>
                  </a:lnTo>
                  <a:lnTo>
                    <a:pt x="32" y="159"/>
                  </a:lnTo>
                  <a:lnTo>
                    <a:pt x="32" y="160"/>
                  </a:lnTo>
                  <a:lnTo>
                    <a:pt x="30" y="162"/>
                  </a:lnTo>
                  <a:lnTo>
                    <a:pt x="30" y="162"/>
                  </a:lnTo>
                  <a:lnTo>
                    <a:pt x="28" y="164"/>
                  </a:lnTo>
                  <a:lnTo>
                    <a:pt x="28" y="164"/>
                  </a:lnTo>
                  <a:lnTo>
                    <a:pt x="26" y="166"/>
                  </a:lnTo>
                  <a:lnTo>
                    <a:pt x="26" y="166"/>
                  </a:lnTo>
                  <a:lnTo>
                    <a:pt x="24" y="168"/>
                  </a:lnTo>
                  <a:lnTo>
                    <a:pt x="24" y="168"/>
                  </a:lnTo>
                  <a:lnTo>
                    <a:pt x="22" y="170"/>
                  </a:lnTo>
                  <a:lnTo>
                    <a:pt x="22" y="170"/>
                  </a:lnTo>
                  <a:lnTo>
                    <a:pt x="21" y="172"/>
                  </a:lnTo>
                  <a:lnTo>
                    <a:pt x="21" y="172"/>
                  </a:lnTo>
                  <a:lnTo>
                    <a:pt x="21" y="174"/>
                  </a:lnTo>
                  <a:lnTo>
                    <a:pt x="21" y="174"/>
                  </a:lnTo>
                  <a:lnTo>
                    <a:pt x="19" y="175"/>
                  </a:lnTo>
                  <a:lnTo>
                    <a:pt x="18" y="177"/>
                  </a:lnTo>
                  <a:lnTo>
                    <a:pt x="16" y="179"/>
                  </a:lnTo>
                  <a:lnTo>
                    <a:pt x="16" y="180"/>
                  </a:lnTo>
                  <a:lnTo>
                    <a:pt x="14" y="182"/>
                  </a:lnTo>
                  <a:lnTo>
                    <a:pt x="14" y="184"/>
                  </a:lnTo>
                  <a:lnTo>
                    <a:pt x="12" y="186"/>
                  </a:lnTo>
                  <a:lnTo>
                    <a:pt x="12" y="186"/>
                  </a:lnTo>
                  <a:lnTo>
                    <a:pt x="10" y="188"/>
                  </a:lnTo>
                  <a:lnTo>
                    <a:pt x="10" y="190"/>
                  </a:lnTo>
                  <a:lnTo>
                    <a:pt x="10" y="191"/>
                  </a:lnTo>
                  <a:lnTo>
                    <a:pt x="10" y="192"/>
                  </a:lnTo>
                  <a:lnTo>
                    <a:pt x="9" y="194"/>
                  </a:lnTo>
                  <a:lnTo>
                    <a:pt x="9" y="195"/>
                  </a:lnTo>
                  <a:lnTo>
                    <a:pt x="9" y="197"/>
                  </a:lnTo>
                  <a:lnTo>
                    <a:pt x="9" y="197"/>
                  </a:lnTo>
                  <a:lnTo>
                    <a:pt x="8" y="199"/>
                  </a:lnTo>
                  <a:lnTo>
                    <a:pt x="8" y="199"/>
                  </a:lnTo>
                  <a:lnTo>
                    <a:pt x="8" y="199"/>
                  </a:lnTo>
                  <a:lnTo>
                    <a:pt x="8" y="199"/>
                  </a:lnTo>
                  <a:lnTo>
                    <a:pt x="8" y="201"/>
                  </a:lnTo>
                  <a:lnTo>
                    <a:pt x="8" y="201"/>
                  </a:lnTo>
                  <a:lnTo>
                    <a:pt x="8" y="201"/>
                  </a:lnTo>
                  <a:lnTo>
                    <a:pt x="8" y="201"/>
                  </a:lnTo>
                  <a:lnTo>
                    <a:pt x="8" y="203"/>
                  </a:lnTo>
                  <a:lnTo>
                    <a:pt x="8" y="203"/>
                  </a:lnTo>
                  <a:lnTo>
                    <a:pt x="8" y="203"/>
                  </a:lnTo>
                  <a:lnTo>
                    <a:pt x="8" y="203"/>
                  </a:lnTo>
                  <a:lnTo>
                    <a:pt x="8" y="205"/>
                  </a:lnTo>
                  <a:lnTo>
                    <a:pt x="8" y="205"/>
                  </a:lnTo>
                  <a:lnTo>
                    <a:pt x="8" y="205"/>
                  </a:lnTo>
                  <a:lnTo>
                    <a:pt x="9" y="205"/>
                  </a:lnTo>
                  <a:lnTo>
                    <a:pt x="9" y="206"/>
                  </a:lnTo>
                  <a:lnTo>
                    <a:pt x="9" y="206"/>
                  </a:lnTo>
                  <a:lnTo>
                    <a:pt x="9" y="206"/>
                  </a:lnTo>
                  <a:lnTo>
                    <a:pt x="9" y="206"/>
                  </a:lnTo>
                  <a:lnTo>
                    <a:pt x="9" y="208"/>
                  </a:lnTo>
                  <a:lnTo>
                    <a:pt x="9" y="208"/>
                  </a:lnTo>
                  <a:lnTo>
                    <a:pt x="9" y="208"/>
                  </a:lnTo>
                  <a:lnTo>
                    <a:pt x="10" y="208"/>
                  </a:lnTo>
                  <a:lnTo>
                    <a:pt x="10" y="210"/>
                  </a:lnTo>
                  <a:lnTo>
                    <a:pt x="10" y="210"/>
                  </a:lnTo>
                  <a:lnTo>
                    <a:pt x="10" y="210"/>
                  </a:lnTo>
                  <a:lnTo>
                    <a:pt x="10" y="210"/>
                  </a:lnTo>
                  <a:lnTo>
                    <a:pt x="10" y="211"/>
                  </a:lnTo>
                  <a:lnTo>
                    <a:pt x="10" y="211"/>
                  </a:lnTo>
                  <a:lnTo>
                    <a:pt x="10" y="211"/>
                  </a:lnTo>
                  <a:lnTo>
                    <a:pt x="12" y="211"/>
                  </a:lnTo>
                  <a:lnTo>
                    <a:pt x="12" y="212"/>
                  </a:lnTo>
                  <a:lnTo>
                    <a:pt x="12" y="212"/>
                  </a:lnTo>
                  <a:lnTo>
                    <a:pt x="12" y="212"/>
                  </a:lnTo>
                  <a:lnTo>
                    <a:pt x="12" y="212"/>
                  </a:lnTo>
                  <a:lnTo>
                    <a:pt x="12" y="213"/>
                  </a:lnTo>
                  <a:lnTo>
                    <a:pt x="12" y="213"/>
                  </a:lnTo>
                  <a:lnTo>
                    <a:pt x="12" y="213"/>
                  </a:lnTo>
                  <a:lnTo>
                    <a:pt x="12" y="213"/>
                  </a:lnTo>
                  <a:lnTo>
                    <a:pt x="12" y="214"/>
                  </a:lnTo>
                  <a:lnTo>
                    <a:pt x="12" y="214"/>
                  </a:lnTo>
                  <a:lnTo>
                    <a:pt x="12" y="214"/>
                  </a:lnTo>
                  <a:lnTo>
                    <a:pt x="12" y="214"/>
                  </a:lnTo>
                  <a:lnTo>
                    <a:pt x="12" y="214"/>
                  </a:lnTo>
                  <a:lnTo>
                    <a:pt x="12" y="214"/>
                  </a:lnTo>
                  <a:lnTo>
                    <a:pt x="12" y="214"/>
                  </a:lnTo>
                  <a:lnTo>
                    <a:pt x="12" y="214"/>
                  </a:lnTo>
                  <a:lnTo>
                    <a:pt x="12" y="216"/>
                  </a:lnTo>
                  <a:lnTo>
                    <a:pt x="12" y="216"/>
                  </a:lnTo>
                  <a:lnTo>
                    <a:pt x="12" y="216"/>
                  </a:lnTo>
                  <a:lnTo>
                    <a:pt x="12" y="216"/>
                  </a:lnTo>
                  <a:lnTo>
                    <a:pt x="12" y="217"/>
                  </a:lnTo>
                  <a:lnTo>
                    <a:pt x="12" y="217"/>
                  </a:lnTo>
                  <a:lnTo>
                    <a:pt x="12" y="217"/>
                  </a:lnTo>
                  <a:lnTo>
                    <a:pt x="14" y="217"/>
                  </a:lnTo>
                  <a:lnTo>
                    <a:pt x="14" y="218"/>
                  </a:lnTo>
                  <a:lnTo>
                    <a:pt x="14" y="218"/>
                  </a:lnTo>
                  <a:lnTo>
                    <a:pt x="14" y="218"/>
                  </a:lnTo>
                  <a:lnTo>
                    <a:pt x="15" y="218"/>
                  </a:lnTo>
                  <a:lnTo>
                    <a:pt x="15" y="218"/>
                  </a:lnTo>
                  <a:lnTo>
                    <a:pt x="15" y="218"/>
                  </a:lnTo>
                  <a:lnTo>
                    <a:pt x="15" y="218"/>
                  </a:lnTo>
                  <a:lnTo>
                    <a:pt x="17" y="218"/>
                  </a:lnTo>
                  <a:lnTo>
                    <a:pt x="15" y="220"/>
                  </a:lnTo>
                  <a:lnTo>
                    <a:pt x="15" y="220"/>
                  </a:lnTo>
                  <a:lnTo>
                    <a:pt x="15" y="220"/>
                  </a:lnTo>
                  <a:lnTo>
                    <a:pt x="15" y="220"/>
                  </a:lnTo>
                  <a:lnTo>
                    <a:pt x="15" y="221"/>
                  </a:lnTo>
                  <a:lnTo>
                    <a:pt x="15" y="221"/>
                  </a:lnTo>
                  <a:lnTo>
                    <a:pt x="15" y="221"/>
                  </a:lnTo>
                  <a:lnTo>
                    <a:pt x="15" y="221"/>
                  </a:lnTo>
                  <a:lnTo>
                    <a:pt x="15" y="221"/>
                  </a:lnTo>
                  <a:lnTo>
                    <a:pt x="15" y="221"/>
                  </a:lnTo>
                  <a:lnTo>
                    <a:pt x="15" y="221"/>
                  </a:lnTo>
                  <a:lnTo>
                    <a:pt x="15" y="221"/>
                  </a:lnTo>
                  <a:lnTo>
                    <a:pt x="15" y="221"/>
                  </a:lnTo>
                  <a:lnTo>
                    <a:pt x="15" y="221"/>
                  </a:lnTo>
                  <a:lnTo>
                    <a:pt x="15" y="221"/>
                  </a:lnTo>
                  <a:lnTo>
                    <a:pt x="15" y="221"/>
                  </a:lnTo>
                  <a:lnTo>
                    <a:pt x="14" y="221"/>
                  </a:lnTo>
                  <a:lnTo>
                    <a:pt x="14" y="221"/>
                  </a:lnTo>
                  <a:lnTo>
                    <a:pt x="13" y="221"/>
                  </a:lnTo>
                  <a:lnTo>
                    <a:pt x="13" y="221"/>
                  </a:lnTo>
                  <a:lnTo>
                    <a:pt x="11" y="221"/>
                  </a:lnTo>
                  <a:lnTo>
                    <a:pt x="11" y="221"/>
                  </a:lnTo>
                  <a:lnTo>
                    <a:pt x="10" y="221"/>
                  </a:lnTo>
                  <a:lnTo>
                    <a:pt x="10" y="221"/>
                  </a:lnTo>
                  <a:lnTo>
                    <a:pt x="8" y="221"/>
                  </a:lnTo>
                  <a:lnTo>
                    <a:pt x="8" y="221"/>
                  </a:lnTo>
                  <a:lnTo>
                    <a:pt x="7" y="221"/>
                  </a:lnTo>
                  <a:lnTo>
                    <a:pt x="7" y="221"/>
                  </a:lnTo>
                  <a:lnTo>
                    <a:pt x="6" y="221"/>
                  </a:lnTo>
                  <a:lnTo>
                    <a:pt x="6" y="221"/>
                  </a:lnTo>
                  <a:lnTo>
                    <a:pt x="6" y="221"/>
                  </a:lnTo>
                  <a:lnTo>
                    <a:pt x="6" y="221"/>
                  </a:lnTo>
                  <a:lnTo>
                    <a:pt x="5" y="222"/>
                  </a:lnTo>
                  <a:lnTo>
                    <a:pt x="5" y="222"/>
                  </a:lnTo>
                  <a:lnTo>
                    <a:pt x="5" y="223"/>
                  </a:lnTo>
                  <a:lnTo>
                    <a:pt x="5" y="223"/>
                  </a:lnTo>
                  <a:lnTo>
                    <a:pt x="5" y="225"/>
                  </a:lnTo>
                  <a:lnTo>
                    <a:pt x="5" y="226"/>
                  </a:lnTo>
                  <a:lnTo>
                    <a:pt x="5" y="228"/>
                  </a:lnTo>
                  <a:lnTo>
                    <a:pt x="5" y="228"/>
                  </a:lnTo>
                  <a:lnTo>
                    <a:pt x="4" y="230"/>
                  </a:lnTo>
                  <a:lnTo>
                    <a:pt x="4" y="232"/>
                  </a:lnTo>
                  <a:lnTo>
                    <a:pt x="4" y="234"/>
                  </a:lnTo>
                  <a:lnTo>
                    <a:pt x="4" y="234"/>
                  </a:lnTo>
                  <a:lnTo>
                    <a:pt x="3" y="236"/>
                  </a:lnTo>
                  <a:lnTo>
                    <a:pt x="3" y="236"/>
                  </a:lnTo>
                  <a:lnTo>
                    <a:pt x="3" y="238"/>
                  </a:lnTo>
                  <a:lnTo>
                    <a:pt x="3" y="238"/>
                  </a:lnTo>
                  <a:lnTo>
                    <a:pt x="1" y="240"/>
                  </a:lnTo>
                  <a:lnTo>
                    <a:pt x="1" y="240"/>
                  </a:lnTo>
                  <a:lnTo>
                    <a:pt x="1" y="241"/>
                  </a:lnTo>
                  <a:lnTo>
                    <a:pt x="1" y="241"/>
                  </a:lnTo>
                  <a:lnTo>
                    <a:pt x="0" y="243"/>
                  </a:lnTo>
                  <a:lnTo>
                    <a:pt x="0" y="243"/>
                  </a:lnTo>
                  <a:lnTo>
                    <a:pt x="0" y="243"/>
                  </a:lnTo>
                  <a:lnTo>
                    <a:pt x="0" y="243"/>
                  </a:lnTo>
                  <a:lnTo>
                    <a:pt x="0" y="245"/>
                  </a:lnTo>
                  <a:lnTo>
                    <a:pt x="0" y="245"/>
                  </a:lnTo>
                  <a:lnTo>
                    <a:pt x="0" y="245"/>
                  </a:lnTo>
                  <a:lnTo>
                    <a:pt x="0" y="245"/>
                  </a:lnTo>
                  <a:lnTo>
                    <a:pt x="0" y="246"/>
                  </a:lnTo>
                  <a:lnTo>
                    <a:pt x="0" y="246"/>
                  </a:lnTo>
                  <a:lnTo>
                    <a:pt x="0" y="246"/>
                  </a:lnTo>
                  <a:lnTo>
                    <a:pt x="0" y="246"/>
                  </a:lnTo>
                  <a:lnTo>
                    <a:pt x="0" y="248"/>
                  </a:lnTo>
                  <a:lnTo>
                    <a:pt x="0" y="248"/>
                  </a:lnTo>
                  <a:lnTo>
                    <a:pt x="0" y="248"/>
                  </a:lnTo>
                  <a:lnTo>
                    <a:pt x="0" y="248"/>
                  </a:lnTo>
                  <a:lnTo>
                    <a:pt x="0" y="249"/>
                  </a:lnTo>
                  <a:lnTo>
                    <a:pt x="0" y="249"/>
                  </a:lnTo>
                  <a:lnTo>
                    <a:pt x="0" y="249"/>
                  </a:lnTo>
                  <a:lnTo>
                    <a:pt x="0" y="249"/>
                  </a:lnTo>
                  <a:lnTo>
                    <a:pt x="0" y="251"/>
                  </a:lnTo>
                  <a:lnTo>
                    <a:pt x="0" y="251"/>
                  </a:lnTo>
                  <a:lnTo>
                    <a:pt x="0" y="251"/>
                  </a:lnTo>
                  <a:lnTo>
                    <a:pt x="0" y="251"/>
                  </a:lnTo>
                  <a:lnTo>
                    <a:pt x="0" y="252"/>
                  </a:lnTo>
                  <a:lnTo>
                    <a:pt x="0" y="252"/>
                  </a:lnTo>
                  <a:lnTo>
                    <a:pt x="0" y="252"/>
                  </a:lnTo>
                  <a:lnTo>
                    <a:pt x="0" y="252"/>
                  </a:lnTo>
                  <a:lnTo>
                    <a:pt x="0" y="253"/>
                  </a:lnTo>
                  <a:lnTo>
                    <a:pt x="0" y="254"/>
                  </a:lnTo>
                  <a:lnTo>
                    <a:pt x="0" y="254"/>
                  </a:lnTo>
                  <a:lnTo>
                    <a:pt x="0" y="254"/>
                  </a:lnTo>
                  <a:lnTo>
                    <a:pt x="1" y="254"/>
                  </a:lnTo>
                  <a:lnTo>
                    <a:pt x="1" y="254"/>
                  </a:lnTo>
                  <a:lnTo>
                    <a:pt x="2" y="254"/>
                  </a:lnTo>
                  <a:lnTo>
                    <a:pt x="2" y="254"/>
                  </a:lnTo>
                  <a:lnTo>
                    <a:pt x="4" y="254"/>
                  </a:lnTo>
                  <a:lnTo>
                    <a:pt x="4" y="254"/>
                  </a:lnTo>
                  <a:lnTo>
                    <a:pt x="4" y="254"/>
                  </a:lnTo>
                  <a:lnTo>
                    <a:pt x="4" y="254"/>
                  </a:lnTo>
                  <a:lnTo>
                    <a:pt x="5" y="254"/>
                  </a:lnTo>
                  <a:lnTo>
                    <a:pt x="5" y="254"/>
                  </a:lnTo>
                  <a:lnTo>
                    <a:pt x="7" y="254"/>
                  </a:lnTo>
                  <a:lnTo>
                    <a:pt x="7" y="254"/>
                  </a:lnTo>
                  <a:lnTo>
                    <a:pt x="9" y="254"/>
                  </a:lnTo>
                  <a:lnTo>
                    <a:pt x="9" y="256"/>
                  </a:lnTo>
                  <a:lnTo>
                    <a:pt x="9" y="256"/>
                  </a:lnTo>
                  <a:lnTo>
                    <a:pt x="9" y="256"/>
                  </a:lnTo>
                  <a:lnTo>
                    <a:pt x="9" y="256"/>
                  </a:lnTo>
                  <a:lnTo>
                    <a:pt x="9" y="256"/>
                  </a:lnTo>
                  <a:lnTo>
                    <a:pt x="9" y="256"/>
                  </a:lnTo>
                  <a:lnTo>
                    <a:pt x="9" y="256"/>
                  </a:lnTo>
                  <a:lnTo>
                    <a:pt x="9" y="256"/>
                  </a:lnTo>
                  <a:lnTo>
                    <a:pt x="9" y="257"/>
                  </a:lnTo>
                  <a:lnTo>
                    <a:pt x="9" y="257"/>
                  </a:lnTo>
                  <a:lnTo>
                    <a:pt x="9" y="257"/>
                  </a:lnTo>
                  <a:lnTo>
                    <a:pt x="9" y="257"/>
                  </a:lnTo>
                  <a:lnTo>
                    <a:pt x="9" y="257"/>
                  </a:lnTo>
                  <a:lnTo>
                    <a:pt x="9" y="257"/>
                  </a:lnTo>
                  <a:lnTo>
                    <a:pt x="9" y="257"/>
                  </a:lnTo>
                  <a:lnTo>
                    <a:pt x="9" y="257"/>
                  </a:lnTo>
                  <a:lnTo>
                    <a:pt x="9" y="258"/>
                  </a:lnTo>
                  <a:lnTo>
                    <a:pt x="9" y="258"/>
                  </a:lnTo>
                  <a:lnTo>
                    <a:pt x="9" y="258"/>
                  </a:lnTo>
                  <a:lnTo>
                    <a:pt x="9" y="258"/>
                  </a:lnTo>
                  <a:lnTo>
                    <a:pt x="9" y="258"/>
                  </a:lnTo>
                  <a:lnTo>
                    <a:pt x="9" y="258"/>
                  </a:lnTo>
                  <a:lnTo>
                    <a:pt x="9" y="258"/>
                  </a:lnTo>
                  <a:lnTo>
                    <a:pt x="10" y="258"/>
                  </a:lnTo>
                  <a:lnTo>
                    <a:pt x="10" y="258"/>
                  </a:lnTo>
                  <a:lnTo>
                    <a:pt x="10" y="258"/>
                  </a:lnTo>
                  <a:lnTo>
                    <a:pt x="10" y="258"/>
                  </a:lnTo>
                  <a:lnTo>
                    <a:pt x="11" y="258"/>
                  </a:lnTo>
                  <a:lnTo>
                    <a:pt x="11" y="258"/>
                  </a:lnTo>
                  <a:lnTo>
                    <a:pt x="11" y="258"/>
                  </a:lnTo>
                  <a:lnTo>
                    <a:pt x="11" y="258"/>
                  </a:lnTo>
                  <a:lnTo>
                    <a:pt x="12" y="257"/>
                  </a:lnTo>
                  <a:lnTo>
                    <a:pt x="12" y="258"/>
                  </a:lnTo>
                  <a:lnTo>
                    <a:pt x="12" y="258"/>
                  </a:lnTo>
                  <a:lnTo>
                    <a:pt x="12" y="258"/>
                  </a:lnTo>
                  <a:lnTo>
                    <a:pt x="12" y="258"/>
                  </a:lnTo>
                  <a:lnTo>
                    <a:pt x="12" y="259"/>
                  </a:lnTo>
                  <a:lnTo>
                    <a:pt x="12" y="259"/>
                  </a:lnTo>
                  <a:lnTo>
                    <a:pt x="12" y="259"/>
                  </a:lnTo>
                  <a:lnTo>
                    <a:pt x="14" y="259"/>
                  </a:lnTo>
                  <a:lnTo>
                    <a:pt x="14" y="262"/>
                  </a:lnTo>
                  <a:lnTo>
                    <a:pt x="14" y="262"/>
                  </a:lnTo>
                  <a:lnTo>
                    <a:pt x="14" y="262"/>
                  </a:lnTo>
                  <a:lnTo>
                    <a:pt x="14" y="262"/>
                  </a:lnTo>
                  <a:lnTo>
                    <a:pt x="14" y="262"/>
                  </a:lnTo>
                  <a:lnTo>
                    <a:pt x="14" y="262"/>
                  </a:lnTo>
                  <a:lnTo>
                    <a:pt x="14" y="262"/>
                  </a:lnTo>
                  <a:lnTo>
                    <a:pt x="15" y="262"/>
                  </a:lnTo>
                  <a:lnTo>
                    <a:pt x="15" y="262"/>
                  </a:lnTo>
                  <a:lnTo>
                    <a:pt x="15" y="262"/>
                  </a:lnTo>
                  <a:lnTo>
                    <a:pt x="15" y="262"/>
                  </a:lnTo>
                  <a:lnTo>
                    <a:pt x="17" y="262"/>
                  </a:lnTo>
                  <a:lnTo>
                    <a:pt x="17" y="262"/>
                  </a:lnTo>
                  <a:lnTo>
                    <a:pt x="18" y="262"/>
                  </a:lnTo>
                  <a:lnTo>
                    <a:pt x="18" y="262"/>
                  </a:lnTo>
                  <a:lnTo>
                    <a:pt x="20" y="262"/>
                  </a:lnTo>
                  <a:lnTo>
                    <a:pt x="20" y="262"/>
                  </a:lnTo>
                  <a:lnTo>
                    <a:pt x="20" y="262"/>
                  </a:lnTo>
                  <a:lnTo>
                    <a:pt x="20" y="262"/>
                  </a:lnTo>
                  <a:lnTo>
                    <a:pt x="22" y="262"/>
                  </a:lnTo>
                  <a:lnTo>
                    <a:pt x="22" y="262"/>
                  </a:lnTo>
                  <a:lnTo>
                    <a:pt x="22" y="262"/>
                  </a:lnTo>
                  <a:lnTo>
                    <a:pt x="22" y="262"/>
                  </a:lnTo>
                  <a:lnTo>
                    <a:pt x="24" y="261"/>
                  </a:lnTo>
                  <a:lnTo>
                    <a:pt x="27" y="266"/>
                  </a:lnTo>
                  <a:lnTo>
                    <a:pt x="27" y="266"/>
                  </a:lnTo>
                  <a:lnTo>
                    <a:pt x="27" y="266"/>
                  </a:lnTo>
                  <a:lnTo>
                    <a:pt x="27" y="266"/>
                  </a:lnTo>
                  <a:lnTo>
                    <a:pt x="27" y="266"/>
                  </a:lnTo>
                  <a:lnTo>
                    <a:pt x="27" y="266"/>
                  </a:lnTo>
                  <a:lnTo>
                    <a:pt x="27" y="266"/>
                  </a:lnTo>
                  <a:lnTo>
                    <a:pt x="27" y="266"/>
                  </a:lnTo>
                  <a:lnTo>
                    <a:pt x="27" y="266"/>
                  </a:lnTo>
                  <a:lnTo>
                    <a:pt x="27" y="266"/>
                  </a:lnTo>
                  <a:lnTo>
                    <a:pt x="27" y="266"/>
                  </a:lnTo>
                  <a:lnTo>
                    <a:pt x="27" y="266"/>
                  </a:lnTo>
                  <a:lnTo>
                    <a:pt x="27" y="266"/>
                  </a:lnTo>
                  <a:lnTo>
                    <a:pt x="27" y="266"/>
                  </a:lnTo>
                  <a:lnTo>
                    <a:pt x="27" y="266"/>
                  </a:lnTo>
                  <a:lnTo>
                    <a:pt x="27" y="266"/>
                  </a:lnTo>
                  <a:lnTo>
                    <a:pt x="27" y="266"/>
                  </a:lnTo>
                  <a:lnTo>
                    <a:pt x="27" y="266"/>
                  </a:lnTo>
                  <a:lnTo>
                    <a:pt x="27" y="266"/>
                  </a:lnTo>
                  <a:lnTo>
                    <a:pt x="27" y="266"/>
                  </a:lnTo>
                  <a:lnTo>
                    <a:pt x="27" y="266"/>
                  </a:lnTo>
                  <a:lnTo>
                    <a:pt x="27" y="266"/>
                  </a:lnTo>
                  <a:lnTo>
                    <a:pt x="27" y="266"/>
                  </a:lnTo>
                  <a:lnTo>
                    <a:pt x="27" y="266"/>
                  </a:lnTo>
                  <a:lnTo>
                    <a:pt x="29" y="266"/>
                  </a:lnTo>
                  <a:lnTo>
                    <a:pt x="29" y="266"/>
                  </a:lnTo>
                  <a:lnTo>
                    <a:pt x="29" y="266"/>
                  </a:lnTo>
                  <a:lnTo>
                    <a:pt x="29" y="266"/>
                  </a:lnTo>
                  <a:lnTo>
                    <a:pt x="29" y="266"/>
                  </a:lnTo>
                  <a:lnTo>
                    <a:pt x="29" y="266"/>
                  </a:lnTo>
                  <a:lnTo>
                    <a:pt x="29" y="266"/>
                  </a:lnTo>
                  <a:lnTo>
                    <a:pt x="29" y="266"/>
                  </a:lnTo>
                  <a:lnTo>
                    <a:pt x="30" y="265"/>
                  </a:lnTo>
                  <a:lnTo>
                    <a:pt x="30" y="265"/>
                  </a:lnTo>
                  <a:lnTo>
                    <a:pt x="30" y="265"/>
                  </a:lnTo>
                  <a:lnTo>
                    <a:pt x="30" y="265"/>
                  </a:lnTo>
                  <a:lnTo>
                    <a:pt x="30" y="265"/>
                  </a:lnTo>
                  <a:lnTo>
                    <a:pt x="30" y="265"/>
                  </a:lnTo>
                  <a:lnTo>
                    <a:pt x="30" y="265"/>
                  </a:lnTo>
                  <a:lnTo>
                    <a:pt x="30" y="265"/>
                  </a:lnTo>
                  <a:lnTo>
                    <a:pt x="32" y="263"/>
                  </a:lnTo>
                  <a:lnTo>
                    <a:pt x="32" y="263"/>
                  </a:lnTo>
                  <a:lnTo>
                    <a:pt x="32" y="263"/>
                  </a:lnTo>
                  <a:lnTo>
                    <a:pt x="32" y="263"/>
                  </a:lnTo>
                  <a:lnTo>
                    <a:pt x="32" y="262"/>
                  </a:lnTo>
                  <a:lnTo>
                    <a:pt x="32" y="262"/>
                  </a:lnTo>
                  <a:lnTo>
                    <a:pt x="32" y="262"/>
                  </a:lnTo>
                  <a:lnTo>
                    <a:pt x="32" y="262"/>
                  </a:lnTo>
                  <a:lnTo>
                    <a:pt x="34" y="260"/>
                  </a:lnTo>
                  <a:lnTo>
                    <a:pt x="34" y="260"/>
                  </a:lnTo>
                  <a:lnTo>
                    <a:pt x="34" y="260"/>
                  </a:lnTo>
                  <a:lnTo>
                    <a:pt x="34" y="260"/>
                  </a:lnTo>
                  <a:lnTo>
                    <a:pt x="34" y="260"/>
                  </a:lnTo>
                  <a:lnTo>
                    <a:pt x="34" y="260"/>
                  </a:lnTo>
                  <a:lnTo>
                    <a:pt x="34" y="260"/>
                  </a:lnTo>
                  <a:lnTo>
                    <a:pt x="34" y="260"/>
                  </a:lnTo>
                  <a:lnTo>
                    <a:pt x="34" y="260"/>
                  </a:lnTo>
                  <a:lnTo>
                    <a:pt x="34" y="260"/>
                  </a:lnTo>
                  <a:lnTo>
                    <a:pt x="34" y="260"/>
                  </a:lnTo>
                  <a:lnTo>
                    <a:pt x="34" y="260"/>
                  </a:lnTo>
                  <a:lnTo>
                    <a:pt x="34" y="260"/>
                  </a:lnTo>
                  <a:lnTo>
                    <a:pt x="34" y="260"/>
                  </a:lnTo>
                  <a:lnTo>
                    <a:pt x="34" y="260"/>
                  </a:lnTo>
                  <a:lnTo>
                    <a:pt x="34" y="260"/>
                  </a:lnTo>
                  <a:lnTo>
                    <a:pt x="36" y="260"/>
                  </a:lnTo>
                  <a:lnTo>
                    <a:pt x="36" y="262"/>
                  </a:lnTo>
                  <a:lnTo>
                    <a:pt x="36" y="262"/>
                  </a:lnTo>
                  <a:lnTo>
                    <a:pt x="36" y="262"/>
                  </a:lnTo>
                  <a:lnTo>
                    <a:pt x="37" y="262"/>
                  </a:lnTo>
                  <a:lnTo>
                    <a:pt x="37" y="262"/>
                  </a:lnTo>
                  <a:lnTo>
                    <a:pt x="37" y="262"/>
                  </a:lnTo>
                  <a:lnTo>
                    <a:pt x="37" y="262"/>
                  </a:lnTo>
                  <a:lnTo>
                    <a:pt x="39" y="262"/>
                  </a:lnTo>
                  <a:lnTo>
                    <a:pt x="39" y="262"/>
                  </a:lnTo>
                  <a:lnTo>
                    <a:pt x="39" y="262"/>
                  </a:lnTo>
                  <a:lnTo>
                    <a:pt x="39" y="262"/>
                  </a:lnTo>
                  <a:lnTo>
                    <a:pt x="40" y="262"/>
                  </a:lnTo>
                  <a:lnTo>
                    <a:pt x="40" y="262"/>
                  </a:lnTo>
                  <a:lnTo>
                    <a:pt x="40" y="262"/>
                  </a:lnTo>
                  <a:lnTo>
                    <a:pt x="40" y="262"/>
                  </a:lnTo>
                  <a:lnTo>
                    <a:pt x="42" y="262"/>
                  </a:lnTo>
                  <a:lnTo>
                    <a:pt x="42" y="264"/>
                  </a:lnTo>
                  <a:lnTo>
                    <a:pt x="43" y="264"/>
                  </a:lnTo>
                  <a:lnTo>
                    <a:pt x="43" y="264"/>
                  </a:lnTo>
                  <a:lnTo>
                    <a:pt x="45" y="264"/>
                  </a:lnTo>
                  <a:lnTo>
                    <a:pt x="45" y="264"/>
                  </a:lnTo>
                  <a:lnTo>
                    <a:pt x="47" y="264"/>
                  </a:lnTo>
                  <a:lnTo>
                    <a:pt x="47" y="264"/>
                  </a:lnTo>
                  <a:lnTo>
                    <a:pt x="49" y="264"/>
                  </a:lnTo>
                  <a:lnTo>
                    <a:pt x="49" y="264"/>
                  </a:lnTo>
                  <a:lnTo>
                    <a:pt x="51" y="264"/>
                  </a:lnTo>
                  <a:lnTo>
                    <a:pt x="51" y="264"/>
                  </a:lnTo>
                  <a:lnTo>
                    <a:pt x="53" y="264"/>
                  </a:lnTo>
                  <a:lnTo>
                    <a:pt x="53" y="264"/>
                  </a:lnTo>
                  <a:lnTo>
                    <a:pt x="55" y="264"/>
                  </a:lnTo>
                  <a:lnTo>
                    <a:pt x="55" y="264"/>
                  </a:lnTo>
                  <a:lnTo>
                    <a:pt x="56" y="262"/>
                  </a:lnTo>
                  <a:lnTo>
                    <a:pt x="56" y="262"/>
                  </a:lnTo>
                  <a:lnTo>
                    <a:pt x="56" y="262"/>
                  </a:lnTo>
                  <a:lnTo>
                    <a:pt x="56" y="262"/>
                  </a:lnTo>
                  <a:lnTo>
                    <a:pt x="56" y="262"/>
                  </a:lnTo>
                  <a:lnTo>
                    <a:pt x="56" y="262"/>
                  </a:lnTo>
                  <a:lnTo>
                    <a:pt x="56" y="262"/>
                  </a:lnTo>
                  <a:lnTo>
                    <a:pt x="56" y="262"/>
                  </a:lnTo>
                  <a:lnTo>
                    <a:pt x="56" y="262"/>
                  </a:lnTo>
                  <a:lnTo>
                    <a:pt x="56" y="262"/>
                  </a:lnTo>
                  <a:lnTo>
                    <a:pt x="56" y="262"/>
                  </a:lnTo>
                  <a:lnTo>
                    <a:pt x="56" y="262"/>
                  </a:lnTo>
                  <a:lnTo>
                    <a:pt x="57" y="262"/>
                  </a:lnTo>
                  <a:lnTo>
                    <a:pt x="57" y="262"/>
                  </a:lnTo>
                  <a:lnTo>
                    <a:pt x="57" y="262"/>
                  </a:lnTo>
                  <a:lnTo>
                    <a:pt x="57" y="262"/>
                  </a:lnTo>
                  <a:lnTo>
                    <a:pt x="59" y="261"/>
                  </a:lnTo>
                  <a:lnTo>
                    <a:pt x="59" y="262"/>
                  </a:lnTo>
                  <a:lnTo>
                    <a:pt x="59" y="262"/>
                  </a:lnTo>
                  <a:lnTo>
                    <a:pt x="59" y="262"/>
                  </a:lnTo>
                  <a:lnTo>
                    <a:pt x="61" y="262"/>
                  </a:lnTo>
                  <a:lnTo>
                    <a:pt x="61" y="262"/>
                  </a:lnTo>
                  <a:lnTo>
                    <a:pt x="61" y="262"/>
                  </a:lnTo>
                  <a:lnTo>
                    <a:pt x="61" y="262"/>
                  </a:lnTo>
                  <a:lnTo>
                    <a:pt x="63" y="262"/>
                  </a:lnTo>
                  <a:lnTo>
                    <a:pt x="63" y="262"/>
                  </a:lnTo>
                  <a:lnTo>
                    <a:pt x="63" y="262"/>
                  </a:lnTo>
                  <a:lnTo>
                    <a:pt x="63" y="262"/>
                  </a:lnTo>
                  <a:lnTo>
                    <a:pt x="64" y="262"/>
                  </a:lnTo>
                  <a:lnTo>
                    <a:pt x="64" y="262"/>
                  </a:lnTo>
                  <a:lnTo>
                    <a:pt x="64" y="262"/>
                  </a:lnTo>
                  <a:lnTo>
                    <a:pt x="64" y="262"/>
                  </a:lnTo>
                  <a:lnTo>
                    <a:pt x="66" y="261"/>
                  </a:lnTo>
                  <a:lnTo>
                    <a:pt x="66" y="261"/>
                  </a:lnTo>
                  <a:lnTo>
                    <a:pt x="66" y="261"/>
                  </a:lnTo>
                  <a:lnTo>
                    <a:pt x="66" y="261"/>
                  </a:lnTo>
                  <a:lnTo>
                    <a:pt x="66" y="261"/>
                  </a:lnTo>
                  <a:lnTo>
                    <a:pt x="66" y="261"/>
                  </a:lnTo>
                  <a:lnTo>
                    <a:pt x="66" y="261"/>
                  </a:lnTo>
                  <a:lnTo>
                    <a:pt x="66" y="261"/>
                  </a:lnTo>
                  <a:lnTo>
                    <a:pt x="69" y="261"/>
                  </a:lnTo>
                  <a:lnTo>
                    <a:pt x="69" y="261"/>
                  </a:lnTo>
                  <a:lnTo>
                    <a:pt x="69" y="261"/>
                  </a:lnTo>
                  <a:lnTo>
                    <a:pt x="69" y="261"/>
                  </a:lnTo>
                  <a:lnTo>
                    <a:pt x="69" y="261"/>
                  </a:lnTo>
                  <a:lnTo>
                    <a:pt x="69" y="261"/>
                  </a:lnTo>
                  <a:lnTo>
                    <a:pt x="69" y="261"/>
                  </a:lnTo>
                  <a:lnTo>
                    <a:pt x="69" y="261"/>
                  </a:lnTo>
                  <a:lnTo>
                    <a:pt x="71" y="260"/>
                  </a:lnTo>
                  <a:lnTo>
                    <a:pt x="71" y="260"/>
                  </a:lnTo>
                  <a:lnTo>
                    <a:pt x="71" y="260"/>
                  </a:lnTo>
                  <a:lnTo>
                    <a:pt x="71" y="260"/>
                  </a:lnTo>
                  <a:lnTo>
                    <a:pt x="71" y="260"/>
                  </a:lnTo>
                  <a:lnTo>
                    <a:pt x="71" y="260"/>
                  </a:lnTo>
                  <a:lnTo>
                    <a:pt x="71" y="260"/>
                  </a:lnTo>
                  <a:lnTo>
                    <a:pt x="71" y="260"/>
                  </a:lnTo>
                  <a:lnTo>
                    <a:pt x="73" y="259"/>
                  </a:lnTo>
                  <a:lnTo>
                    <a:pt x="73" y="259"/>
                  </a:lnTo>
                  <a:lnTo>
                    <a:pt x="73" y="259"/>
                  </a:lnTo>
                  <a:lnTo>
                    <a:pt x="73" y="259"/>
                  </a:lnTo>
                  <a:lnTo>
                    <a:pt x="76" y="258"/>
                  </a:lnTo>
                  <a:lnTo>
                    <a:pt x="76" y="258"/>
                  </a:lnTo>
                  <a:lnTo>
                    <a:pt x="76" y="258"/>
                  </a:lnTo>
                  <a:lnTo>
                    <a:pt x="76" y="258"/>
                  </a:lnTo>
                  <a:lnTo>
                    <a:pt x="77" y="257"/>
                  </a:lnTo>
                  <a:lnTo>
                    <a:pt x="77" y="258"/>
                  </a:lnTo>
                  <a:lnTo>
                    <a:pt x="77" y="258"/>
                  </a:lnTo>
                  <a:lnTo>
                    <a:pt x="77" y="258"/>
                  </a:lnTo>
                  <a:lnTo>
                    <a:pt x="78" y="258"/>
                  </a:lnTo>
                  <a:lnTo>
                    <a:pt x="78" y="259"/>
                  </a:lnTo>
                  <a:lnTo>
                    <a:pt x="78" y="259"/>
                  </a:lnTo>
                  <a:lnTo>
                    <a:pt x="78" y="259"/>
                  </a:lnTo>
                  <a:lnTo>
                    <a:pt x="80" y="259"/>
                  </a:lnTo>
                  <a:lnTo>
                    <a:pt x="80" y="262"/>
                  </a:lnTo>
                  <a:lnTo>
                    <a:pt x="80" y="262"/>
                  </a:lnTo>
                  <a:lnTo>
                    <a:pt x="80" y="262"/>
                  </a:lnTo>
                  <a:lnTo>
                    <a:pt x="82" y="262"/>
                  </a:lnTo>
                  <a:lnTo>
                    <a:pt x="82" y="262"/>
                  </a:lnTo>
                  <a:lnTo>
                    <a:pt x="82" y="262"/>
                  </a:lnTo>
                  <a:lnTo>
                    <a:pt x="82" y="262"/>
                  </a:lnTo>
                  <a:lnTo>
                    <a:pt x="84" y="262"/>
                  </a:lnTo>
                  <a:lnTo>
                    <a:pt x="84" y="264"/>
                  </a:lnTo>
                  <a:lnTo>
                    <a:pt x="84" y="264"/>
                  </a:lnTo>
                  <a:lnTo>
                    <a:pt x="84" y="264"/>
                  </a:lnTo>
                  <a:lnTo>
                    <a:pt x="84" y="264"/>
                  </a:lnTo>
                  <a:lnTo>
                    <a:pt x="84" y="265"/>
                  </a:lnTo>
                  <a:lnTo>
                    <a:pt x="84" y="265"/>
                  </a:lnTo>
                  <a:lnTo>
                    <a:pt x="84" y="265"/>
                  </a:lnTo>
                  <a:lnTo>
                    <a:pt x="84" y="265"/>
                  </a:lnTo>
                  <a:lnTo>
                    <a:pt x="84" y="266"/>
                  </a:lnTo>
                  <a:lnTo>
                    <a:pt x="84" y="266"/>
                  </a:lnTo>
                  <a:lnTo>
                    <a:pt x="84" y="266"/>
                  </a:lnTo>
                  <a:lnTo>
                    <a:pt x="84" y="266"/>
                  </a:lnTo>
                  <a:lnTo>
                    <a:pt x="84" y="266"/>
                  </a:lnTo>
                  <a:lnTo>
                    <a:pt x="84" y="266"/>
                  </a:lnTo>
                  <a:lnTo>
                    <a:pt x="84" y="266"/>
                  </a:lnTo>
                  <a:lnTo>
                    <a:pt x="85" y="266"/>
                  </a:lnTo>
                  <a:lnTo>
                    <a:pt x="85" y="266"/>
                  </a:lnTo>
                  <a:lnTo>
                    <a:pt x="85" y="266"/>
                  </a:lnTo>
                  <a:lnTo>
                    <a:pt x="85" y="266"/>
                  </a:lnTo>
                  <a:lnTo>
                    <a:pt x="86" y="266"/>
                  </a:lnTo>
                  <a:lnTo>
                    <a:pt x="86" y="266"/>
                  </a:lnTo>
                  <a:lnTo>
                    <a:pt x="86" y="266"/>
                  </a:lnTo>
                  <a:lnTo>
                    <a:pt x="86" y="266"/>
                  </a:lnTo>
                  <a:lnTo>
                    <a:pt x="88" y="266"/>
                  </a:lnTo>
                  <a:lnTo>
                    <a:pt x="88" y="266"/>
                  </a:lnTo>
                  <a:lnTo>
                    <a:pt x="88" y="266"/>
                  </a:lnTo>
                  <a:lnTo>
                    <a:pt x="88" y="266"/>
                  </a:lnTo>
                  <a:lnTo>
                    <a:pt x="90" y="266"/>
                  </a:lnTo>
                  <a:lnTo>
                    <a:pt x="90" y="266"/>
                  </a:lnTo>
                  <a:lnTo>
                    <a:pt x="90" y="266"/>
                  </a:lnTo>
                  <a:lnTo>
                    <a:pt x="90" y="266"/>
                  </a:lnTo>
                  <a:lnTo>
                    <a:pt x="92" y="265"/>
                  </a:lnTo>
                  <a:lnTo>
                    <a:pt x="92" y="265"/>
                  </a:lnTo>
                  <a:lnTo>
                    <a:pt x="92" y="265"/>
                  </a:lnTo>
                  <a:lnTo>
                    <a:pt x="92" y="265"/>
                  </a:lnTo>
                  <a:lnTo>
                    <a:pt x="92" y="265"/>
                  </a:lnTo>
                  <a:lnTo>
                    <a:pt x="92" y="265"/>
                  </a:lnTo>
                  <a:lnTo>
                    <a:pt x="92" y="265"/>
                  </a:lnTo>
                  <a:lnTo>
                    <a:pt x="92" y="265"/>
                  </a:lnTo>
                  <a:lnTo>
                    <a:pt x="93" y="264"/>
                  </a:lnTo>
                  <a:lnTo>
                    <a:pt x="93" y="264"/>
                  </a:lnTo>
                  <a:lnTo>
                    <a:pt x="93" y="264"/>
                  </a:lnTo>
                  <a:lnTo>
                    <a:pt x="93" y="264"/>
                  </a:lnTo>
                  <a:lnTo>
                    <a:pt x="94" y="262"/>
                  </a:lnTo>
                  <a:lnTo>
                    <a:pt x="94" y="262"/>
                  </a:lnTo>
                  <a:lnTo>
                    <a:pt x="94" y="262"/>
                  </a:lnTo>
                  <a:lnTo>
                    <a:pt x="94" y="262"/>
                  </a:lnTo>
                  <a:lnTo>
                    <a:pt x="95" y="261"/>
                  </a:lnTo>
                  <a:lnTo>
                    <a:pt x="95" y="261"/>
                  </a:lnTo>
                  <a:lnTo>
                    <a:pt x="95" y="261"/>
                  </a:lnTo>
                  <a:lnTo>
                    <a:pt x="95" y="261"/>
                  </a:lnTo>
                  <a:lnTo>
                    <a:pt x="95" y="260"/>
                  </a:lnTo>
                  <a:lnTo>
                    <a:pt x="95" y="260"/>
                  </a:lnTo>
                  <a:lnTo>
                    <a:pt x="95" y="260"/>
                  </a:lnTo>
                  <a:lnTo>
                    <a:pt x="95" y="260"/>
                  </a:lnTo>
                  <a:lnTo>
                    <a:pt x="95" y="258"/>
                  </a:lnTo>
                  <a:lnTo>
                    <a:pt x="95" y="258"/>
                  </a:lnTo>
                  <a:lnTo>
                    <a:pt x="95" y="258"/>
                  </a:lnTo>
                  <a:lnTo>
                    <a:pt x="95" y="258"/>
                  </a:lnTo>
                  <a:lnTo>
                    <a:pt x="95" y="257"/>
                  </a:lnTo>
                  <a:lnTo>
                    <a:pt x="95" y="257"/>
                  </a:lnTo>
                  <a:lnTo>
                    <a:pt x="95" y="257"/>
                  </a:lnTo>
                  <a:lnTo>
                    <a:pt x="95" y="257"/>
                  </a:lnTo>
                  <a:lnTo>
                    <a:pt x="95" y="256"/>
                  </a:lnTo>
                  <a:lnTo>
                    <a:pt x="95" y="256"/>
                  </a:lnTo>
                  <a:lnTo>
                    <a:pt x="95" y="256"/>
                  </a:lnTo>
                  <a:lnTo>
                    <a:pt x="95" y="256"/>
                  </a:lnTo>
                  <a:lnTo>
                    <a:pt x="96" y="255"/>
                  </a:lnTo>
                  <a:lnTo>
                    <a:pt x="96" y="255"/>
                  </a:lnTo>
                  <a:lnTo>
                    <a:pt x="98" y="255"/>
                  </a:lnTo>
                  <a:lnTo>
                    <a:pt x="98" y="255"/>
                  </a:lnTo>
                  <a:lnTo>
                    <a:pt x="100" y="254"/>
                  </a:lnTo>
                  <a:lnTo>
                    <a:pt x="100" y="254"/>
                  </a:lnTo>
                  <a:lnTo>
                    <a:pt x="102" y="254"/>
                  </a:lnTo>
                  <a:lnTo>
                    <a:pt x="102" y="254"/>
                  </a:lnTo>
                  <a:lnTo>
                    <a:pt x="104" y="254"/>
                  </a:lnTo>
                  <a:lnTo>
                    <a:pt x="104" y="254"/>
                  </a:lnTo>
                  <a:lnTo>
                    <a:pt x="106" y="254"/>
                  </a:lnTo>
                  <a:lnTo>
                    <a:pt x="107" y="254"/>
                  </a:lnTo>
                  <a:lnTo>
                    <a:pt x="108" y="253"/>
                  </a:lnTo>
                  <a:lnTo>
                    <a:pt x="108" y="253"/>
                  </a:lnTo>
                  <a:lnTo>
                    <a:pt x="109" y="253"/>
                  </a:lnTo>
                  <a:lnTo>
                    <a:pt x="109" y="253"/>
                  </a:lnTo>
                  <a:lnTo>
                    <a:pt x="111" y="252"/>
                  </a:lnTo>
                  <a:lnTo>
                    <a:pt x="111" y="252"/>
                  </a:lnTo>
                  <a:lnTo>
                    <a:pt x="113" y="252"/>
                  </a:lnTo>
                  <a:lnTo>
                    <a:pt x="113" y="252"/>
                  </a:lnTo>
                  <a:lnTo>
                    <a:pt x="115" y="250"/>
                  </a:lnTo>
                  <a:lnTo>
                    <a:pt x="115" y="250"/>
                  </a:lnTo>
                  <a:lnTo>
                    <a:pt x="116" y="250"/>
                  </a:lnTo>
                  <a:lnTo>
                    <a:pt x="116" y="250"/>
                  </a:lnTo>
                  <a:lnTo>
                    <a:pt x="118" y="249"/>
                  </a:lnTo>
                  <a:lnTo>
                    <a:pt x="118" y="249"/>
                  </a:lnTo>
                  <a:lnTo>
                    <a:pt x="120" y="249"/>
                  </a:lnTo>
                  <a:lnTo>
                    <a:pt x="120" y="249"/>
                  </a:lnTo>
                  <a:lnTo>
                    <a:pt x="121" y="247"/>
                  </a:lnTo>
                  <a:lnTo>
                    <a:pt x="121" y="247"/>
                  </a:lnTo>
                  <a:lnTo>
                    <a:pt x="121" y="247"/>
                  </a:lnTo>
                  <a:lnTo>
                    <a:pt x="121" y="247"/>
                  </a:lnTo>
                  <a:lnTo>
                    <a:pt x="122" y="246"/>
                  </a:lnTo>
                  <a:lnTo>
                    <a:pt x="122" y="246"/>
                  </a:lnTo>
                  <a:lnTo>
                    <a:pt x="122" y="245"/>
                  </a:lnTo>
                  <a:lnTo>
                    <a:pt x="122" y="245"/>
                  </a:lnTo>
                  <a:lnTo>
                    <a:pt x="124" y="243"/>
                  </a:lnTo>
                  <a:lnTo>
                    <a:pt x="124" y="243"/>
                  </a:lnTo>
                  <a:lnTo>
                    <a:pt x="124" y="243"/>
                  </a:lnTo>
                  <a:lnTo>
                    <a:pt x="124" y="243"/>
                  </a:lnTo>
                  <a:lnTo>
                    <a:pt x="124" y="241"/>
                  </a:lnTo>
                  <a:lnTo>
                    <a:pt x="124" y="241"/>
                  </a:lnTo>
                  <a:lnTo>
                    <a:pt x="124" y="240"/>
                  </a:lnTo>
                  <a:lnTo>
                    <a:pt x="124" y="240"/>
                  </a:lnTo>
                  <a:lnTo>
                    <a:pt x="125" y="238"/>
                  </a:lnTo>
                  <a:lnTo>
                    <a:pt x="125" y="238"/>
                  </a:lnTo>
                  <a:lnTo>
                    <a:pt x="125" y="238"/>
                  </a:lnTo>
                  <a:lnTo>
                    <a:pt x="125" y="238"/>
                  </a:lnTo>
                  <a:lnTo>
                    <a:pt x="125" y="238"/>
                  </a:lnTo>
                  <a:lnTo>
                    <a:pt x="125" y="238"/>
                  </a:lnTo>
                  <a:lnTo>
                    <a:pt x="125" y="238"/>
                  </a:lnTo>
                  <a:lnTo>
                    <a:pt x="125" y="238"/>
                  </a:lnTo>
                  <a:lnTo>
                    <a:pt x="127" y="237"/>
                  </a:lnTo>
                  <a:lnTo>
                    <a:pt x="127" y="237"/>
                  </a:lnTo>
                  <a:lnTo>
                    <a:pt x="127" y="237"/>
                  </a:lnTo>
                  <a:lnTo>
                    <a:pt x="127" y="237"/>
                  </a:lnTo>
                  <a:lnTo>
                    <a:pt x="127" y="237"/>
                  </a:lnTo>
                  <a:lnTo>
                    <a:pt x="127" y="237"/>
                  </a:lnTo>
                  <a:lnTo>
                    <a:pt x="127" y="237"/>
                  </a:lnTo>
                  <a:lnTo>
                    <a:pt x="127" y="237"/>
                  </a:lnTo>
                  <a:lnTo>
                    <a:pt x="128" y="237"/>
                  </a:lnTo>
                  <a:lnTo>
                    <a:pt x="128" y="237"/>
                  </a:lnTo>
                  <a:lnTo>
                    <a:pt x="128" y="237"/>
                  </a:lnTo>
                  <a:lnTo>
                    <a:pt x="128" y="237"/>
                  </a:lnTo>
                  <a:lnTo>
                    <a:pt x="129" y="236"/>
                  </a:lnTo>
                  <a:lnTo>
                    <a:pt x="129" y="236"/>
                  </a:lnTo>
                  <a:lnTo>
                    <a:pt x="130" y="236"/>
                  </a:lnTo>
                  <a:lnTo>
                    <a:pt x="130" y="236"/>
                  </a:lnTo>
                  <a:lnTo>
                    <a:pt x="132" y="234"/>
                  </a:lnTo>
                  <a:lnTo>
                    <a:pt x="132" y="234"/>
                  </a:lnTo>
                  <a:lnTo>
                    <a:pt x="132" y="234"/>
                  </a:lnTo>
                  <a:lnTo>
                    <a:pt x="132" y="234"/>
                  </a:lnTo>
                  <a:lnTo>
                    <a:pt x="134" y="232"/>
                  </a:lnTo>
                  <a:lnTo>
                    <a:pt x="134" y="232"/>
                  </a:lnTo>
                  <a:lnTo>
                    <a:pt x="135" y="232"/>
                  </a:lnTo>
                  <a:lnTo>
                    <a:pt x="135" y="232"/>
                  </a:lnTo>
                  <a:lnTo>
                    <a:pt x="137" y="230"/>
                  </a:lnTo>
                  <a:lnTo>
                    <a:pt x="129" y="232"/>
                  </a:lnTo>
                  <a:lnTo>
                    <a:pt x="129" y="232"/>
                  </a:lnTo>
                  <a:lnTo>
                    <a:pt x="129" y="232"/>
                  </a:lnTo>
                  <a:lnTo>
                    <a:pt x="129" y="232"/>
                  </a:lnTo>
                  <a:lnTo>
                    <a:pt x="129" y="232"/>
                  </a:lnTo>
                  <a:lnTo>
                    <a:pt x="129" y="232"/>
                  </a:lnTo>
                  <a:lnTo>
                    <a:pt x="129" y="232"/>
                  </a:lnTo>
                  <a:lnTo>
                    <a:pt x="129" y="232"/>
                  </a:lnTo>
                  <a:lnTo>
                    <a:pt x="130" y="232"/>
                  </a:lnTo>
                  <a:lnTo>
                    <a:pt x="130" y="232"/>
                  </a:lnTo>
                  <a:lnTo>
                    <a:pt x="130" y="232"/>
                  </a:lnTo>
                  <a:lnTo>
                    <a:pt x="130" y="232"/>
                  </a:lnTo>
                  <a:lnTo>
                    <a:pt x="130" y="231"/>
                  </a:lnTo>
                  <a:lnTo>
                    <a:pt x="130" y="231"/>
                  </a:lnTo>
                  <a:lnTo>
                    <a:pt x="130" y="231"/>
                  </a:lnTo>
                  <a:lnTo>
                    <a:pt x="130" y="231"/>
                  </a:lnTo>
                  <a:lnTo>
                    <a:pt x="132" y="229"/>
                  </a:lnTo>
                  <a:lnTo>
                    <a:pt x="132" y="229"/>
                  </a:lnTo>
                  <a:lnTo>
                    <a:pt x="132" y="229"/>
                  </a:lnTo>
                  <a:lnTo>
                    <a:pt x="132" y="229"/>
                  </a:lnTo>
                  <a:lnTo>
                    <a:pt x="132" y="229"/>
                  </a:lnTo>
                  <a:lnTo>
                    <a:pt x="132" y="229"/>
                  </a:lnTo>
                  <a:lnTo>
                    <a:pt x="132" y="229"/>
                  </a:lnTo>
                  <a:lnTo>
                    <a:pt x="132" y="229"/>
                  </a:lnTo>
                  <a:lnTo>
                    <a:pt x="133" y="229"/>
                  </a:lnTo>
                  <a:lnTo>
                    <a:pt x="133" y="229"/>
                  </a:lnTo>
                  <a:lnTo>
                    <a:pt x="133" y="229"/>
                  </a:lnTo>
                  <a:lnTo>
                    <a:pt x="133" y="229"/>
                  </a:lnTo>
                  <a:lnTo>
                    <a:pt x="135" y="229"/>
                  </a:lnTo>
                  <a:lnTo>
                    <a:pt x="135" y="229"/>
                  </a:lnTo>
                  <a:lnTo>
                    <a:pt x="135" y="229"/>
                  </a:lnTo>
                  <a:lnTo>
                    <a:pt x="135" y="229"/>
                  </a:lnTo>
                  <a:lnTo>
                    <a:pt x="137" y="229"/>
                  </a:lnTo>
                  <a:lnTo>
                    <a:pt x="137" y="229"/>
                  </a:lnTo>
                  <a:lnTo>
                    <a:pt x="137" y="229"/>
                  </a:lnTo>
                  <a:lnTo>
                    <a:pt x="137" y="229"/>
                  </a:lnTo>
                  <a:lnTo>
                    <a:pt x="137" y="229"/>
                  </a:lnTo>
                  <a:lnTo>
                    <a:pt x="137" y="229"/>
                  </a:lnTo>
                  <a:lnTo>
                    <a:pt x="137" y="229"/>
                  </a:lnTo>
                  <a:lnTo>
                    <a:pt x="137" y="229"/>
                  </a:lnTo>
                  <a:lnTo>
                    <a:pt x="137" y="227"/>
                  </a:lnTo>
                  <a:lnTo>
                    <a:pt x="137" y="227"/>
                  </a:lnTo>
                  <a:lnTo>
                    <a:pt x="137" y="227"/>
                  </a:lnTo>
                  <a:lnTo>
                    <a:pt x="137" y="227"/>
                  </a:lnTo>
                  <a:lnTo>
                    <a:pt x="137" y="227"/>
                  </a:lnTo>
                  <a:lnTo>
                    <a:pt x="137" y="227"/>
                  </a:lnTo>
                  <a:lnTo>
                    <a:pt x="137" y="227"/>
                  </a:lnTo>
                  <a:lnTo>
                    <a:pt x="137" y="227"/>
                  </a:lnTo>
                  <a:lnTo>
                    <a:pt x="137" y="225"/>
                  </a:lnTo>
                  <a:lnTo>
                    <a:pt x="137" y="225"/>
                  </a:lnTo>
                  <a:lnTo>
                    <a:pt x="137" y="225"/>
                  </a:lnTo>
                  <a:lnTo>
                    <a:pt x="137" y="225"/>
                  </a:lnTo>
                  <a:lnTo>
                    <a:pt x="139" y="225"/>
                  </a:lnTo>
                  <a:lnTo>
                    <a:pt x="139" y="225"/>
                  </a:lnTo>
                  <a:lnTo>
                    <a:pt x="141" y="225"/>
                  </a:lnTo>
                  <a:lnTo>
                    <a:pt x="141" y="225"/>
                  </a:lnTo>
                  <a:lnTo>
                    <a:pt x="143" y="225"/>
                  </a:lnTo>
                  <a:lnTo>
                    <a:pt x="143" y="225"/>
                  </a:lnTo>
                  <a:lnTo>
                    <a:pt x="144" y="225"/>
                  </a:lnTo>
                  <a:lnTo>
                    <a:pt x="144" y="225"/>
                  </a:lnTo>
                  <a:lnTo>
                    <a:pt x="146" y="225"/>
                  </a:lnTo>
                  <a:lnTo>
                    <a:pt x="146" y="225"/>
                  </a:lnTo>
                  <a:lnTo>
                    <a:pt x="147" y="225"/>
                  </a:lnTo>
                  <a:lnTo>
                    <a:pt x="147" y="225"/>
                  </a:lnTo>
                  <a:lnTo>
                    <a:pt x="149" y="223"/>
                  </a:lnTo>
                  <a:lnTo>
                    <a:pt x="149" y="223"/>
                  </a:lnTo>
                  <a:lnTo>
                    <a:pt x="149" y="223"/>
                  </a:lnTo>
                  <a:lnTo>
                    <a:pt x="149" y="223"/>
                  </a:lnTo>
                  <a:lnTo>
                    <a:pt x="149" y="223"/>
                  </a:lnTo>
                  <a:lnTo>
                    <a:pt x="149" y="223"/>
                  </a:lnTo>
                  <a:lnTo>
                    <a:pt x="149" y="223"/>
                  </a:lnTo>
                  <a:lnTo>
                    <a:pt x="149" y="223"/>
                  </a:lnTo>
                  <a:lnTo>
                    <a:pt x="149" y="221"/>
                  </a:lnTo>
                  <a:lnTo>
                    <a:pt x="149" y="221"/>
                  </a:lnTo>
                  <a:lnTo>
                    <a:pt x="149" y="221"/>
                  </a:lnTo>
                  <a:lnTo>
                    <a:pt x="149" y="221"/>
                  </a:lnTo>
                  <a:lnTo>
                    <a:pt x="150" y="220"/>
                  </a:lnTo>
                  <a:lnTo>
                    <a:pt x="150" y="220"/>
                  </a:lnTo>
                  <a:lnTo>
                    <a:pt x="150" y="220"/>
                  </a:lnTo>
                  <a:lnTo>
                    <a:pt x="150" y="220"/>
                  </a:lnTo>
                  <a:lnTo>
                    <a:pt x="152" y="218"/>
                  </a:lnTo>
                  <a:lnTo>
                    <a:pt x="152" y="218"/>
                  </a:lnTo>
                  <a:lnTo>
                    <a:pt x="152" y="218"/>
                  </a:lnTo>
                  <a:lnTo>
                    <a:pt x="152" y="218"/>
                  </a:lnTo>
                  <a:lnTo>
                    <a:pt x="152" y="218"/>
                  </a:lnTo>
                  <a:lnTo>
                    <a:pt x="152" y="218"/>
                  </a:lnTo>
                  <a:lnTo>
                    <a:pt x="152" y="218"/>
                  </a:lnTo>
                  <a:lnTo>
                    <a:pt x="152" y="218"/>
                  </a:lnTo>
                  <a:lnTo>
                    <a:pt x="153" y="218"/>
                  </a:lnTo>
                  <a:lnTo>
                    <a:pt x="153" y="218"/>
                  </a:lnTo>
                  <a:lnTo>
                    <a:pt x="153" y="218"/>
                  </a:lnTo>
                  <a:lnTo>
                    <a:pt x="153" y="218"/>
                  </a:lnTo>
                  <a:lnTo>
                    <a:pt x="154" y="218"/>
                  </a:lnTo>
                  <a:lnTo>
                    <a:pt x="154" y="218"/>
                  </a:lnTo>
                  <a:lnTo>
                    <a:pt x="154" y="218"/>
                  </a:lnTo>
                  <a:lnTo>
                    <a:pt x="154" y="218"/>
                  </a:lnTo>
                  <a:lnTo>
                    <a:pt x="155" y="218"/>
                  </a:lnTo>
                  <a:lnTo>
                    <a:pt x="155" y="218"/>
                  </a:lnTo>
                  <a:lnTo>
                    <a:pt x="155" y="218"/>
                  </a:lnTo>
                  <a:lnTo>
                    <a:pt x="155" y="218"/>
                  </a:lnTo>
                  <a:lnTo>
                    <a:pt x="155" y="218"/>
                  </a:lnTo>
                  <a:lnTo>
                    <a:pt x="155" y="218"/>
                  </a:lnTo>
                  <a:lnTo>
                    <a:pt x="155" y="218"/>
                  </a:lnTo>
                  <a:lnTo>
                    <a:pt x="155" y="218"/>
                  </a:lnTo>
                  <a:lnTo>
                    <a:pt x="156" y="218"/>
                  </a:lnTo>
                  <a:lnTo>
                    <a:pt x="156" y="218"/>
                  </a:lnTo>
                  <a:lnTo>
                    <a:pt x="156" y="218"/>
                  </a:lnTo>
                  <a:lnTo>
                    <a:pt x="156" y="218"/>
                  </a:lnTo>
                  <a:lnTo>
                    <a:pt x="156" y="218"/>
                  </a:lnTo>
                  <a:lnTo>
                    <a:pt x="156" y="218"/>
                  </a:lnTo>
                  <a:lnTo>
                    <a:pt x="156" y="218"/>
                  </a:lnTo>
                  <a:lnTo>
                    <a:pt x="156" y="218"/>
                  </a:lnTo>
                  <a:lnTo>
                    <a:pt x="156" y="218"/>
                  </a:lnTo>
                  <a:lnTo>
                    <a:pt x="156" y="218"/>
                  </a:lnTo>
                  <a:lnTo>
                    <a:pt x="156" y="218"/>
                  </a:lnTo>
                  <a:lnTo>
                    <a:pt x="156" y="218"/>
                  </a:lnTo>
                  <a:lnTo>
                    <a:pt x="158" y="218"/>
                  </a:lnTo>
                  <a:lnTo>
                    <a:pt x="158" y="218"/>
                  </a:lnTo>
                  <a:lnTo>
                    <a:pt x="158" y="218"/>
                  </a:lnTo>
                  <a:lnTo>
                    <a:pt x="158" y="218"/>
                  </a:lnTo>
                  <a:lnTo>
                    <a:pt x="160" y="216"/>
                  </a:lnTo>
                  <a:lnTo>
                    <a:pt x="160" y="216"/>
                  </a:lnTo>
                  <a:lnTo>
                    <a:pt x="160" y="216"/>
                  </a:lnTo>
                  <a:lnTo>
                    <a:pt x="160" y="216"/>
                  </a:lnTo>
                  <a:lnTo>
                    <a:pt x="162" y="216"/>
                  </a:lnTo>
                  <a:lnTo>
                    <a:pt x="162" y="216"/>
                  </a:lnTo>
                  <a:lnTo>
                    <a:pt x="163" y="216"/>
                  </a:lnTo>
                  <a:lnTo>
                    <a:pt x="163" y="216"/>
                  </a:lnTo>
                  <a:lnTo>
                    <a:pt x="165" y="216"/>
                  </a:lnTo>
                  <a:lnTo>
                    <a:pt x="165" y="218"/>
                  </a:lnTo>
                  <a:lnTo>
                    <a:pt x="165" y="218"/>
                  </a:lnTo>
                  <a:lnTo>
                    <a:pt x="165" y="218"/>
                  </a:lnTo>
                  <a:lnTo>
                    <a:pt x="166" y="218"/>
                  </a:lnTo>
                  <a:lnTo>
                    <a:pt x="166" y="219"/>
                  </a:lnTo>
                  <a:lnTo>
                    <a:pt x="166" y="219"/>
                  </a:lnTo>
                  <a:lnTo>
                    <a:pt x="166" y="219"/>
                  </a:lnTo>
                  <a:lnTo>
                    <a:pt x="167" y="219"/>
                  </a:lnTo>
                  <a:lnTo>
                    <a:pt x="167" y="220"/>
                  </a:lnTo>
                  <a:lnTo>
                    <a:pt x="167" y="220"/>
                  </a:lnTo>
                  <a:lnTo>
                    <a:pt x="167" y="220"/>
                  </a:lnTo>
                  <a:lnTo>
                    <a:pt x="169" y="220"/>
                  </a:lnTo>
                  <a:lnTo>
                    <a:pt x="169" y="220"/>
                  </a:lnTo>
                  <a:lnTo>
                    <a:pt x="169" y="220"/>
                  </a:lnTo>
                  <a:lnTo>
                    <a:pt x="169" y="220"/>
                  </a:lnTo>
                  <a:lnTo>
                    <a:pt x="171" y="220"/>
                  </a:lnTo>
                  <a:lnTo>
                    <a:pt x="171" y="221"/>
                  </a:lnTo>
                  <a:lnTo>
                    <a:pt x="171" y="221"/>
                  </a:lnTo>
                  <a:lnTo>
                    <a:pt x="171" y="221"/>
                  </a:lnTo>
                  <a:lnTo>
                    <a:pt x="172" y="221"/>
                  </a:lnTo>
                  <a:lnTo>
                    <a:pt x="172" y="221"/>
                  </a:lnTo>
                  <a:lnTo>
                    <a:pt x="173" y="221"/>
                  </a:lnTo>
                  <a:lnTo>
                    <a:pt x="173" y="221"/>
                  </a:lnTo>
                  <a:lnTo>
                    <a:pt x="175" y="221"/>
                  </a:lnTo>
                  <a:lnTo>
                    <a:pt x="175" y="221"/>
                  </a:lnTo>
                  <a:lnTo>
                    <a:pt x="176" y="221"/>
                  </a:lnTo>
                  <a:lnTo>
                    <a:pt x="176" y="221"/>
                  </a:lnTo>
                  <a:lnTo>
                    <a:pt x="178" y="221"/>
                  </a:lnTo>
                  <a:lnTo>
                    <a:pt x="178" y="221"/>
                  </a:lnTo>
                  <a:lnTo>
                    <a:pt x="179" y="221"/>
                  </a:lnTo>
                  <a:lnTo>
                    <a:pt x="179" y="221"/>
                  </a:lnTo>
                  <a:lnTo>
                    <a:pt x="181" y="221"/>
                  </a:lnTo>
                  <a:lnTo>
                    <a:pt x="181" y="223"/>
                  </a:lnTo>
                  <a:lnTo>
                    <a:pt x="181" y="223"/>
                  </a:lnTo>
                  <a:lnTo>
                    <a:pt x="181" y="223"/>
                  </a:lnTo>
                  <a:lnTo>
                    <a:pt x="182" y="223"/>
                  </a:lnTo>
                  <a:lnTo>
                    <a:pt x="182" y="223"/>
                  </a:lnTo>
                  <a:lnTo>
                    <a:pt x="182" y="223"/>
                  </a:lnTo>
                  <a:lnTo>
                    <a:pt x="182" y="223"/>
                  </a:lnTo>
                  <a:lnTo>
                    <a:pt x="183" y="223"/>
                  </a:lnTo>
                  <a:lnTo>
                    <a:pt x="183" y="223"/>
                  </a:lnTo>
                  <a:lnTo>
                    <a:pt x="183" y="223"/>
                  </a:lnTo>
                  <a:lnTo>
                    <a:pt x="183" y="223"/>
                  </a:lnTo>
                  <a:lnTo>
                    <a:pt x="186" y="223"/>
                  </a:lnTo>
                  <a:lnTo>
                    <a:pt x="186" y="223"/>
                  </a:lnTo>
                  <a:lnTo>
                    <a:pt x="186" y="223"/>
                  </a:lnTo>
                  <a:lnTo>
                    <a:pt x="186" y="223"/>
                  </a:lnTo>
                  <a:lnTo>
                    <a:pt x="188" y="223"/>
                  </a:lnTo>
                  <a:lnTo>
                    <a:pt x="188" y="223"/>
                  </a:lnTo>
                  <a:lnTo>
                    <a:pt x="188" y="223"/>
                  </a:lnTo>
                  <a:lnTo>
                    <a:pt x="188" y="223"/>
                  </a:lnTo>
                  <a:lnTo>
                    <a:pt x="189" y="223"/>
                  </a:lnTo>
                  <a:lnTo>
                    <a:pt x="189" y="223"/>
                  </a:lnTo>
                  <a:lnTo>
                    <a:pt x="191" y="223"/>
                  </a:lnTo>
                  <a:lnTo>
                    <a:pt x="191" y="223"/>
                  </a:lnTo>
                  <a:lnTo>
                    <a:pt x="193" y="223"/>
                  </a:lnTo>
                  <a:lnTo>
                    <a:pt x="193" y="223"/>
                  </a:lnTo>
                  <a:lnTo>
                    <a:pt x="193" y="223"/>
                  </a:lnTo>
                  <a:lnTo>
                    <a:pt x="193" y="223"/>
                  </a:lnTo>
                  <a:lnTo>
                    <a:pt x="195" y="223"/>
                  </a:lnTo>
                  <a:lnTo>
                    <a:pt x="195" y="223"/>
                  </a:lnTo>
                  <a:lnTo>
                    <a:pt x="195" y="223"/>
                  </a:lnTo>
                  <a:lnTo>
                    <a:pt x="195" y="223"/>
                  </a:lnTo>
                  <a:lnTo>
                    <a:pt x="197" y="223"/>
                  </a:lnTo>
                  <a:lnTo>
                    <a:pt x="197" y="224"/>
                  </a:lnTo>
                  <a:lnTo>
                    <a:pt x="197" y="224"/>
                  </a:lnTo>
                  <a:lnTo>
                    <a:pt x="197" y="224"/>
                  </a:lnTo>
                  <a:lnTo>
                    <a:pt x="198" y="224"/>
                  </a:lnTo>
                  <a:lnTo>
                    <a:pt x="198" y="225"/>
                  </a:lnTo>
                  <a:lnTo>
                    <a:pt x="198" y="225"/>
                  </a:lnTo>
                  <a:lnTo>
                    <a:pt x="198" y="225"/>
                  </a:lnTo>
                  <a:lnTo>
                    <a:pt x="200" y="225"/>
                  </a:lnTo>
                  <a:lnTo>
                    <a:pt x="200" y="226"/>
                  </a:lnTo>
                  <a:lnTo>
                    <a:pt x="200" y="226"/>
                  </a:lnTo>
                  <a:lnTo>
                    <a:pt x="200" y="226"/>
                  </a:lnTo>
                  <a:lnTo>
                    <a:pt x="202" y="226"/>
                  </a:lnTo>
                  <a:lnTo>
                    <a:pt x="202" y="226"/>
                  </a:lnTo>
                  <a:lnTo>
                    <a:pt x="202" y="226"/>
                  </a:lnTo>
                  <a:lnTo>
                    <a:pt x="202" y="226"/>
                  </a:lnTo>
                  <a:lnTo>
                    <a:pt x="204" y="226"/>
                  </a:lnTo>
                  <a:lnTo>
                    <a:pt x="204" y="226"/>
                  </a:lnTo>
                  <a:lnTo>
                    <a:pt x="204" y="226"/>
                  </a:lnTo>
                  <a:lnTo>
                    <a:pt x="204" y="226"/>
                  </a:lnTo>
                  <a:lnTo>
                    <a:pt x="204" y="226"/>
                  </a:lnTo>
                  <a:lnTo>
                    <a:pt x="204" y="226"/>
                  </a:lnTo>
                  <a:lnTo>
                    <a:pt x="204" y="226"/>
                  </a:lnTo>
                  <a:lnTo>
                    <a:pt x="204" y="226"/>
                  </a:lnTo>
                  <a:lnTo>
                    <a:pt x="206" y="225"/>
                  </a:lnTo>
                  <a:lnTo>
                    <a:pt x="206" y="225"/>
                  </a:lnTo>
                  <a:lnTo>
                    <a:pt x="206" y="225"/>
                  </a:lnTo>
                  <a:lnTo>
                    <a:pt x="206" y="225"/>
                  </a:lnTo>
                  <a:lnTo>
                    <a:pt x="207" y="225"/>
                  </a:lnTo>
                  <a:lnTo>
                    <a:pt x="207" y="225"/>
                  </a:lnTo>
                  <a:lnTo>
                    <a:pt x="207" y="225"/>
                  </a:lnTo>
                  <a:lnTo>
                    <a:pt x="207" y="225"/>
                  </a:lnTo>
                  <a:lnTo>
                    <a:pt x="209" y="225"/>
                  </a:lnTo>
                  <a:lnTo>
                    <a:pt x="209" y="227"/>
                  </a:lnTo>
                  <a:lnTo>
                    <a:pt x="209" y="227"/>
                  </a:lnTo>
                  <a:lnTo>
                    <a:pt x="209" y="227"/>
                  </a:lnTo>
                  <a:lnTo>
                    <a:pt x="210" y="227"/>
                  </a:lnTo>
                  <a:lnTo>
                    <a:pt x="210" y="228"/>
                  </a:lnTo>
                  <a:lnTo>
                    <a:pt x="210" y="228"/>
                  </a:lnTo>
                  <a:lnTo>
                    <a:pt x="210" y="228"/>
                  </a:lnTo>
                  <a:lnTo>
                    <a:pt x="211" y="228"/>
                  </a:lnTo>
                  <a:lnTo>
                    <a:pt x="211" y="230"/>
                  </a:lnTo>
                  <a:lnTo>
                    <a:pt x="211" y="230"/>
                  </a:lnTo>
                  <a:lnTo>
                    <a:pt x="211" y="230"/>
                  </a:lnTo>
                  <a:lnTo>
                    <a:pt x="213" y="230"/>
                  </a:lnTo>
                  <a:lnTo>
                    <a:pt x="213" y="230"/>
                  </a:lnTo>
                  <a:lnTo>
                    <a:pt x="213" y="230"/>
                  </a:lnTo>
                  <a:lnTo>
                    <a:pt x="213" y="230"/>
                  </a:lnTo>
                  <a:lnTo>
                    <a:pt x="214" y="230"/>
                  </a:lnTo>
                  <a:lnTo>
                    <a:pt x="214" y="232"/>
                  </a:lnTo>
                  <a:lnTo>
                    <a:pt x="214" y="232"/>
                  </a:lnTo>
                  <a:lnTo>
                    <a:pt x="214" y="234"/>
                  </a:lnTo>
                  <a:lnTo>
                    <a:pt x="214" y="234"/>
                  </a:lnTo>
                  <a:lnTo>
                    <a:pt x="214" y="236"/>
                  </a:lnTo>
                  <a:lnTo>
                    <a:pt x="214" y="236"/>
                  </a:lnTo>
                  <a:lnTo>
                    <a:pt x="214" y="237"/>
                  </a:lnTo>
                  <a:lnTo>
                    <a:pt x="214" y="237"/>
                  </a:lnTo>
                  <a:lnTo>
                    <a:pt x="214" y="240"/>
                  </a:lnTo>
                  <a:lnTo>
                    <a:pt x="214" y="241"/>
                  </a:lnTo>
                  <a:lnTo>
                    <a:pt x="214" y="243"/>
                  </a:lnTo>
                  <a:lnTo>
                    <a:pt x="214" y="243"/>
                  </a:lnTo>
                  <a:lnTo>
                    <a:pt x="214" y="245"/>
                  </a:lnTo>
                  <a:lnTo>
                    <a:pt x="214" y="245"/>
                  </a:lnTo>
                  <a:lnTo>
                    <a:pt x="214" y="246"/>
                  </a:lnTo>
                  <a:lnTo>
                    <a:pt x="215" y="246"/>
                  </a:lnTo>
                  <a:lnTo>
                    <a:pt x="215" y="247"/>
                  </a:lnTo>
                  <a:lnTo>
                    <a:pt x="215" y="247"/>
                  </a:lnTo>
                  <a:lnTo>
                    <a:pt x="215" y="247"/>
                  </a:lnTo>
                  <a:lnTo>
                    <a:pt x="215" y="247"/>
                  </a:lnTo>
                  <a:lnTo>
                    <a:pt x="215" y="247"/>
                  </a:lnTo>
                  <a:lnTo>
                    <a:pt x="215" y="247"/>
                  </a:lnTo>
                  <a:lnTo>
                    <a:pt x="215" y="247"/>
                  </a:lnTo>
                  <a:lnTo>
                    <a:pt x="216" y="247"/>
                  </a:lnTo>
                  <a:lnTo>
                    <a:pt x="216" y="247"/>
                  </a:lnTo>
                  <a:lnTo>
                    <a:pt x="216" y="247"/>
                  </a:lnTo>
                  <a:lnTo>
                    <a:pt x="216" y="247"/>
                  </a:lnTo>
                  <a:lnTo>
                    <a:pt x="216" y="247"/>
                  </a:lnTo>
                  <a:lnTo>
                    <a:pt x="216" y="247"/>
                  </a:lnTo>
                  <a:lnTo>
                    <a:pt x="216" y="247"/>
                  </a:lnTo>
                  <a:lnTo>
                    <a:pt x="216" y="247"/>
                  </a:lnTo>
                  <a:lnTo>
                    <a:pt x="217" y="247"/>
                  </a:lnTo>
                  <a:lnTo>
                    <a:pt x="217" y="247"/>
                  </a:lnTo>
                  <a:lnTo>
                    <a:pt x="217" y="247"/>
                  </a:lnTo>
                  <a:lnTo>
                    <a:pt x="217" y="247"/>
                  </a:lnTo>
                  <a:lnTo>
                    <a:pt x="218" y="247"/>
                  </a:lnTo>
                  <a:lnTo>
                    <a:pt x="218" y="247"/>
                  </a:lnTo>
                  <a:lnTo>
                    <a:pt x="218" y="247"/>
                  </a:lnTo>
                  <a:lnTo>
                    <a:pt x="218" y="247"/>
                  </a:lnTo>
                  <a:lnTo>
                    <a:pt x="220" y="247"/>
                  </a:lnTo>
                  <a:lnTo>
                    <a:pt x="220" y="247"/>
                  </a:lnTo>
                  <a:lnTo>
                    <a:pt x="220" y="247"/>
                  </a:lnTo>
                  <a:lnTo>
                    <a:pt x="220" y="247"/>
                  </a:lnTo>
                  <a:lnTo>
                    <a:pt x="221" y="247"/>
                  </a:lnTo>
                  <a:lnTo>
                    <a:pt x="221" y="247"/>
                  </a:lnTo>
                  <a:lnTo>
                    <a:pt x="221" y="247"/>
                  </a:lnTo>
                  <a:lnTo>
                    <a:pt x="221" y="247"/>
                  </a:lnTo>
                  <a:lnTo>
                    <a:pt x="222" y="247"/>
                  </a:lnTo>
                  <a:lnTo>
                    <a:pt x="222" y="249"/>
                  </a:lnTo>
                  <a:lnTo>
                    <a:pt x="222" y="249"/>
                  </a:lnTo>
                  <a:lnTo>
                    <a:pt x="222" y="249"/>
                  </a:lnTo>
                  <a:lnTo>
                    <a:pt x="222" y="249"/>
                  </a:lnTo>
                  <a:lnTo>
                    <a:pt x="222" y="250"/>
                  </a:lnTo>
                  <a:lnTo>
                    <a:pt x="222" y="250"/>
                  </a:lnTo>
                  <a:lnTo>
                    <a:pt x="222" y="250"/>
                  </a:lnTo>
                  <a:lnTo>
                    <a:pt x="222" y="250"/>
                  </a:lnTo>
                  <a:lnTo>
                    <a:pt x="222" y="252"/>
                  </a:lnTo>
                  <a:lnTo>
                    <a:pt x="222" y="252"/>
                  </a:lnTo>
                  <a:lnTo>
                    <a:pt x="222" y="252"/>
                  </a:lnTo>
                  <a:lnTo>
                    <a:pt x="222" y="252"/>
                  </a:lnTo>
                  <a:lnTo>
                    <a:pt x="222" y="252"/>
                  </a:lnTo>
                  <a:lnTo>
                    <a:pt x="222" y="252"/>
                  </a:lnTo>
                  <a:lnTo>
                    <a:pt x="222" y="252"/>
                  </a:lnTo>
                  <a:lnTo>
                    <a:pt x="224" y="252"/>
                  </a:lnTo>
                  <a:lnTo>
                    <a:pt x="224" y="252"/>
                  </a:lnTo>
                  <a:lnTo>
                    <a:pt x="224" y="252"/>
                  </a:lnTo>
                  <a:lnTo>
                    <a:pt x="224" y="252"/>
                  </a:lnTo>
                  <a:lnTo>
                    <a:pt x="224" y="252"/>
                  </a:lnTo>
                  <a:lnTo>
                    <a:pt x="224" y="252"/>
                  </a:lnTo>
                  <a:lnTo>
                    <a:pt x="224" y="252"/>
                  </a:lnTo>
                  <a:lnTo>
                    <a:pt x="224" y="252"/>
                  </a:lnTo>
                  <a:lnTo>
                    <a:pt x="225" y="251"/>
                  </a:lnTo>
                  <a:lnTo>
                    <a:pt x="225" y="251"/>
                  </a:lnTo>
                  <a:lnTo>
                    <a:pt x="225" y="251"/>
                  </a:lnTo>
                  <a:lnTo>
                    <a:pt x="225" y="251"/>
                  </a:lnTo>
                  <a:lnTo>
                    <a:pt x="225" y="250"/>
                  </a:lnTo>
                  <a:lnTo>
                    <a:pt x="225" y="250"/>
                  </a:lnTo>
                  <a:lnTo>
                    <a:pt x="225" y="250"/>
                  </a:lnTo>
                  <a:lnTo>
                    <a:pt x="225" y="250"/>
                  </a:lnTo>
                  <a:lnTo>
                    <a:pt x="226" y="249"/>
                  </a:lnTo>
                  <a:lnTo>
                    <a:pt x="226" y="250"/>
                  </a:lnTo>
                  <a:lnTo>
                    <a:pt x="226" y="250"/>
                  </a:lnTo>
                  <a:lnTo>
                    <a:pt x="226" y="250"/>
                  </a:lnTo>
                  <a:lnTo>
                    <a:pt x="226" y="250"/>
                  </a:lnTo>
                  <a:lnTo>
                    <a:pt x="226" y="250"/>
                  </a:lnTo>
                  <a:lnTo>
                    <a:pt x="226" y="250"/>
                  </a:lnTo>
                  <a:lnTo>
                    <a:pt x="226" y="250"/>
                  </a:lnTo>
                  <a:lnTo>
                    <a:pt x="227" y="250"/>
                  </a:lnTo>
                  <a:lnTo>
                    <a:pt x="227" y="252"/>
                  </a:lnTo>
                  <a:lnTo>
                    <a:pt x="227" y="252"/>
                  </a:lnTo>
                  <a:lnTo>
                    <a:pt x="227" y="252"/>
                  </a:lnTo>
                  <a:lnTo>
                    <a:pt x="227" y="252"/>
                  </a:lnTo>
                  <a:lnTo>
                    <a:pt x="227" y="252"/>
                  </a:lnTo>
                  <a:lnTo>
                    <a:pt x="227" y="252"/>
                  </a:lnTo>
                  <a:lnTo>
                    <a:pt x="227" y="252"/>
                  </a:lnTo>
                  <a:lnTo>
                    <a:pt x="229" y="252"/>
                  </a:lnTo>
                  <a:lnTo>
                    <a:pt x="228" y="254"/>
                  </a:lnTo>
                  <a:lnTo>
                    <a:pt x="228" y="254"/>
                  </a:lnTo>
                  <a:lnTo>
                    <a:pt x="228" y="254"/>
                  </a:lnTo>
                  <a:lnTo>
                    <a:pt x="228" y="254"/>
                  </a:lnTo>
                  <a:lnTo>
                    <a:pt x="228" y="256"/>
                  </a:lnTo>
                  <a:lnTo>
                    <a:pt x="228" y="256"/>
                  </a:lnTo>
                  <a:lnTo>
                    <a:pt x="228" y="256"/>
                  </a:lnTo>
                  <a:lnTo>
                    <a:pt x="228" y="256"/>
                  </a:lnTo>
                  <a:lnTo>
                    <a:pt x="228" y="258"/>
                  </a:lnTo>
                  <a:lnTo>
                    <a:pt x="228" y="258"/>
                  </a:lnTo>
                  <a:lnTo>
                    <a:pt x="228" y="258"/>
                  </a:lnTo>
                  <a:lnTo>
                    <a:pt x="228" y="258"/>
                  </a:lnTo>
                  <a:lnTo>
                    <a:pt x="228" y="260"/>
                  </a:lnTo>
                  <a:lnTo>
                    <a:pt x="228" y="260"/>
                  </a:lnTo>
                  <a:lnTo>
                    <a:pt x="228" y="260"/>
                  </a:lnTo>
                  <a:lnTo>
                    <a:pt x="228" y="260"/>
                  </a:lnTo>
                  <a:lnTo>
                    <a:pt x="228" y="261"/>
                  </a:lnTo>
                  <a:lnTo>
                    <a:pt x="228" y="261"/>
                  </a:lnTo>
                  <a:lnTo>
                    <a:pt x="228" y="261"/>
                  </a:lnTo>
                  <a:lnTo>
                    <a:pt x="228" y="261"/>
                  </a:lnTo>
                  <a:lnTo>
                    <a:pt x="228" y="261"/>
                  </a:lnTo>
                  <a:lnTo>
                    <a:pt x="228" y="261"/>
                  </a:lnTo>
                  <a:lnTo>
                    <a:pt x="228" y="261"/>
                  </a:lnTo>
                  <a:lnTo>
                    <a:pt x="230" y="261"/>
                  </a:lnTo>
                  <a:lnTo>
                    <a:pt x="230" y="261"/>
                  </a:lnTo>
                  <a:lnTo>
                    <a:pt x="230" y="261"/>
                  </a:lnTo>
                  <a:lnTo>
                    <a:pt x="230" y="261"/>
                  </a:lnTo>
                  <a:lnTo>
                    <a:pt x="232" y="261"/>
                  </a:lnTo>
                  <a:lnTo>
                    <a:pt x="232" y="261"/>
                  </a:lnTo>
                  <a:lnTo>
                    <a:pt x="232" y="261"/>
                  </a:lnTo>
                  <a:lnTo>
                    <a:pt x="232" y="261"/>
                  </a:lnTo>
                  <a:lnTo>
                    <a:pt x="233" y="261"/>
                  </a:lnTo>
                  <a:lnTo>
                    <a:pt x="233" y="262"/>
                  </a:lnTo>
                  <a:lnTo>
                    <a:pt x="233" y="262"/>
                  </a:lnTo>
                  <a:lnTo>
                    <a:pt x="233" y="262"/>
                  </a:lnTo>
                  <a:lnTo>
                    <a:pt x="233" y="262"/>
                  </a:lnTo>
                  <a:lnTo>
                    <a:pt x="233" y="264"/>
                  </a:lnTo>
                  <a:lnTo>
                    <a:pt x="233" y="264"/>
                  </a:lnTo>
                  <a:lnTo>
                    <a:pt x="233" y="264"/>
                  </a:lnTo>
                  <a:lnTo>
                    <a:pt x="234" y="264"/>
                  </a:lnTo>
                  <a:lnTo>
                    <a:pt x="234" y="265"/>
                  </a:lnTo>
                  <a:lnTo>
                    <a:pt x="234" y="265"/>
                  </a:lnTo>
                  <a:lnTo>
                    <a:pt x="234" y="265"/>
                  </a:lnTo>
                  <a:lnTo>
                    <a:pt x="234" y="265"/>
                  </a:lnTo>
                  <a:lnTo>
                    <a:pt x="234" y="266"/>
                  </a:lnTo>
                  <a:lnTo>
                    <a:pt x="234" y="266"/>
                  </a:lnTo>
                  <a:lnTo>
                    <a:pt x="234" y="266"/>
                  </a:lnTo>
                  <a:lnTo>
                    <a:pt x="235" y="266"/>
                  </a:lnTo>
                  <a:lnTo>
                    <a:pt x="235" y="267"/>
                  </a:lnTo>
                  <a:lnTo>
                    <a:pt x="236" y="267"/>
                  </a:lnTo>
                  <a:lnTo>
                    <a:pt x="236" y="267"/>
                  </a:lnTo>
                  <a:lnTo>
                    <a:pt x="238" y="267"/>
                  </a:lnTo>
                  <a:lnTo>
                    <a:pt x="238" y="267"/>
                  </a:lnTo>
                  <a:lnTo>
                    <a:pt x="240" y="267"/>
                  </a:lnTo>
                  <a:lnTo>
                    <a:pt x="240" y="267"/>
                  </a:lnTo>
                  <a:lnTo>
                    <a:pt x="242" y="267"/>
                  </a:lnTo>
                  <a:lnTo>
                    <a:pt x="242" y="267"/>
                  </a:lnTo>
                  <a:lnTo>
                    <a:pt x="244" y="267"/>
                  </a:lnTo>
                  <a:lnTo>
                    <a:pt x="244" y="267"/>
                  </a:lnTo>
                  <a:lnTo>
                    <a:pt x="246" y="267"/>
                  </a:lnTo>
                  <a:lnTo>
                    <a:pt x="246" y="267"/>
                  </a:lnTo>
                  <a:lnTo>
                    <a:pt x="247" y="267"/>
                  </a:lnTo>
                  <a:lnTo>
                    <a:pt x="247" y="267"/>
                  </a:lnTo>
                  <a:lnTo>
                    <a:pt x="248" y="267"/>
                  </a:lnTo>
                  <a:lnTo>
                    <a:pt x="248" y="269"/>
                  </a:lnTo>
                  <a:lnTo>
                    <a:pt x="248" y="269"/>
                  </a:lnTo>
                  <a:lnTo>
                    <a:pt x="248" y="271"/>
                  </a:lnTo>
                  <a:lnTo>
                    <a:pt x="249" y="271"/>
                  </a:lnTo>
                  <a:lnTo>
                    <a:pt x="249" y="272"/>
                  </a:lnTo>
                  <a:lnTo>
                    <a:pt x="249" y="272"/>
                  </a:lnTo>
                  <a:lnTo>
                    <a:pt x="249" y="273"/>
                  </a:lnTo>
                  <a:lnTo>
                    <a:pt x="249" y="273"/>
                  </a:lnTo>
                  <a:lnTo>
                    <a:pt x="248" y="275"/>
                  </a:lnTo>
                  <a:lnTo>
                    <a:pt x="248" y="275"/>
                  </a:lnTo>
                  <a:lnTo>
                    <a:pt x="248" y="277"/>
                  </a:lnTo>
                  <a:lnTo>
                    <a:pt x="248" y="277"/>
                  </a:lnTo>
                  <a:lnTo>
                    <a:pt x="248" y="279"/>
                  </a:lnTo>
                  <a:lnTo>
                    <a:pt x="248" y="279"/>
                  </a:lnTo>
                  <a:lnTo>
                    <a:pt x="248" y="279"/>
                  </a:lnTo>
                  <a:lnTo>
                    <a:pt x="249" y="279"/>
                  </a:lnTo>
                  <a:lnTo>
                    <a:pt x="249" y="281"/>
                  </a:lnTo>
                  <a:lnTo>
                    <a:pt x="249" y="281"/>
                  </a:lnTo>
                  <a:lnTo>
                    <a:pt x="249" y="281"/>
                  </a:lnTo>
                  <a:lnTo>
                    <a:pt x="250" y="281"/>
                  </a:lnTo>
                  <a:lnTo>
                    <a:pt x="250" y="283"/>
                  </a:lnTo>
                  <a:lnTo>
                    <a:pt x="250" y="283"/>
                  </a:lnTo>
                  <a:lnTo>
                    <a:pt x="250" y="283"/>
                  </a:lnTo>
                  <a:lnTo>
                    <a:pt x="252" y="283"/>
                  </a:lnTo>
                  <a:lnTo>
                    <a:pt x="252" y="285"/>
                  </a:lnTo>
                  <a:lnTo>
                    <a:pt x="252" y="285"/>
                  </a:lnTo>
                  <a:lnTo>
                    <a:pt x="252" y="285"/>
                  </a:lnTo>
                  <a:lnTo>
                    <a:pt x="254" y="285"/>
                  </a:lnTo>
                  <a:lnTo>
                    <a:pt x="254" y="286"/>
                  </a:lnTo>
                  <a:lnTo>
                    <a:pt x="254" y="286"/>
                  </a:lnTo>
                  <a:lnTo>
                    <a:pt x="254" y="286"/>
                  </a:lnTo>
                  <a:lnTo>
                    <a:pt x="255" y="286"/>
                  </a:lnTo>
                  <a:lnTo>
                    <a:pt x="254" y="287"/>
                  </a:lnTo>
                  <a:lnTo>
                    <a:pt x="254" y="287"/>
                  </a:lnTo>
                  <a:lnTo>
                    <a:pt x="254" y="287"/>
                  </a:lnTo>
                  <a:lnTo>
                    <a:pt x="254" y="287"/>
                  </a:lnTo>
                  <a:lnTo>
                    <a:pt x="254" y="288"/>
                  </a:lnTo>
                  <a:lnTo>
                    <a:pt x="254" y="288"/>
                  </a:lnTo>
                  <a:lnTo>
                    <a:pt x="254" y="288"/>
                  </a:lnTo>
                  <a:lnTo>
                    <a:pt x="254" y="288"/>
                  </a:lnTo>
                  <a:lnTo>
                    <a:pt x="253" y="288"/>
                  </a:lnTo>
                  <a:lnTo>
                    <a:pt x="253" y="288"/>
                  </a:lnTo>
                  <a:lnTo>
                    <a:pt x="253" y="288"/>
                  </a:lnTo>
                  <a:lnTo>
                    <a:pt x="253" y="288"/>
                  </a:lnTo>
                  <a:lnTo>
                    <a:pt x="253" y="288"/>
                  </a:lnTo>
                  <a:lnTo>
                    <a:pt x="253" y="288"/>
                  </a:lnTo>
                  <a:lnTo>
                    <a:pt x="253" y="288"/>
                  </a:lnTo>
                  <a:lnTo>
                    <a:pt x="253" y="288"/>
                  </a:lnTo>
                  <a:lnTo>
                    <a:pt x="252" y="289"/>
                  </a:lnTo>
                  <a:lnTo>
                    <a:pt x="252" y="289"/>
                  </a:lnTo>
                  <a:lnTo>
                    <a:pt x="252" y="289"/>
                  </a:lnTo>
                  <a:lnTo>
                    <a:pt x="252" y="289"/>
                  </a:lnTo>
                  <a:lnTo>
                    <a:pt x="252" y="289"/>
                  </a:lnTo>
                  <a:lnTo>
                    <a:pt x="252" y="289"/>
                  </a:lnTo>
                  <a:lnTo>
                    <a:pt x="252" y="289"/>
                  </a:lnTo>
                  <a:lnTo>
                    <a:pt x="252" y="289"/>
                  </a:lnTo>
                  <a:lnTo>
                    <a:pt x="251" y="290"/>
                  </a:lnTo>
                  <a:lnTo>
                    <a:pt x="251" y="290"/>
                  </a:lnTo>
                  <a:lnTo>
                    <a:pt x="251" y="290"/>
                  </a:lnTo>
                  <a:lnTo>
                    <a:pt x="251" y="290"/>
                  </a:lnTo>
                  <a:lnTo>
                    <a:pt x="251" y="290"/>
                  </a:lnTo>
                  <a:lnTo>
                    <a:pt x="251" y="290"/>
                  </a:lnTo>
                  <a:lnTo>
                    <a:pt x="251" y="290"/>
                  </a:lnTo>
                  <a:lnTo>
                    <a:pt x="251" y="290"/>
                  </a:lnTo>
                  <a:lnTo>
                    <a:pt x="249" y="290"/>
                  </a:lnTo>
                  <a:lnTo>
                    <a:pt x="249" y="290"/>
                  </a:lnTo>
                  <a:lnTo>
                    <a:pt x="249" y="290"/>
                  </a:lnTo>
                  <a:lnTo>
                    <a:pt x="249" y="290"/>
                  </a:lnTo>
                  <a:lnTo>
                    <a:pt x="248" y="290"/>
                  </a:lnTo>
                  <a:lnTo>
                    <a:pt x="248" y="290"/>
                  </a:lnTo>
                  <a:lnTo>
                    <a:pt x="248" y="290"/>
                  </a:lnTo>
                  <a:lnTo>
                    <a:pt x="248" y="288"/>
                  </a:lnTo>
                  <a:lnTo>
                    <a:pt x="246" y="288"/>
                  </a:lnTo>
                  <a:lnTo>
                    <a:pt x="246" y="288"/>
                  </a:lnTo>
                  <a:lnTo>
                    <a:pt x="246" y="288"/>
                  </a:lnTo>
                  <a:lnTo>
                    <a:pt x="246" y="287"/>
                  </a:lnTo>
                  <a:lnTo>
                    <a:pt x="246" y="287"/>
                  </a:lnTo>
                  <a:lnTo>
                    <a:pt x="246" y="287"/>
                  </a:lnTo>
                  <a:lnTo>
                    <a:pt x="246" y="287"/>
                  </a:lnTo>
                  <a:lnTo>
                    <a:pt x="246" y="286"/>
                  </a:lnTo>
                  <a:lnTo>
                    <a:pt x="244" y="287"/>
                  </a:lnTo>
                  <a:lnTo>
                    <a:pt x="244" y="287"/>
                  </a:lnTo>
                  <a:lnTo>
                    <a:pt x="244" y="287"/>
                  </a:lnTo>
                  <a:lnTo>
                    <a:pt x="244" y="287"/>
                  </a:lnTo>
                  <a:lnTo>
                    <a:pt x="244" y="288"/>
                  </a:lnTo>
                  <a:lnTo>
                    <a:pt x="244" y="288"/>
                  </a:lnTo>
                  <a:lnTo>
                    <a:pt x="244" y="288"/>
                  </a:lnTo>
                  <a:lnTo>
                    <a:pt x="244" y="288"/>
                  </a:lnTo>
                  <a:lnTo>
                    <a:pt x="242" y="290"/>
                  </a:lnTo>
                  <a:lnTo>
                    <a:pt x="242" y="290"/>
                  </a:lnTo>
                  <a:lnTo>
                    <a:pt x="242" y="290"/>
                  </a:lnTo>
                  <a:lnTo>
                    <a:pt x="242" y="290"/>
                  </a:lnTo>
                  <a:lnTo>
                    <a:pt x="242" y="290"/>
                  </a:lnTo>
                  <a:lnTo>
                    <a:pt x="242" y="290"/>
                  </a:lnTo>
                  <a:lnTo>
                    <a:pt x="242" y="290"/>
                  </a:lnTo>
                  <a:lnTo>
                    <a:pt x="242" y="290"/>
                  </a:lnTo>
                  <a:lnTo>
                    <a:pt x="240" y="290"/>
                  </a:lnTo>
                  <a:lnTo>
                    <a:pt x="240" y="290"/>
                  </a:lnTo>
                  <a:lnTo>
                    <a:pt x="240" y="290"/>
                  </a:lnTo>
                  <a:lnTo>
                    <a:pt x="240" y="290"/>
                  </a:lnTo>
                  <a:lnTo>
                    <a:pt x="240" y="290"/>
                  </a:lnTo>
                  <a:lnTo>
                    <a:pt x="240" y="290"/>
                  </a:lnTo>
                  <a:lnTo>
                    <a:pt x="240" y="290"/>
                  </a:lnTo>
                  <a:lnTo>
                    <a:pt x="240" y="289"/>
                  </a:lnTo>
                  <a:lnTo>
                    <a:pt x="238" y="289"/>
                  </a:lnTo>
                  <a:lnTo>
                    <a:pt x="238" y="289"/>
                  </a:lnTo>
                  <a:lnTo>
                    <a:pt x="238" y="289"/>
                  </a:lnTo>
                  <a:lnTo>
                    <a:pt x="238" y="289"/>
                  </a:lnTo>
                  <a:lnTo>
                    <a:pt x="238" y="289"/>
                  </a:lnTo>
                  <a:lnTo>
                    <a:pt x="238" y="289"/>
                  </a:lnTo>
                  <a:lnTo>
                    <a:pt x="238" y="289"/>
                  </a:lnTo>
                  <a:lnTo>
                    <a:pt x="238" y="288"/>
                  </a:lnTo>
                  <a:lnTo>
                    <a:pt x="236" y="289"/>
                  </a:lnTo>
                  <a:lnTo>
                    <a:pt x="236" y="289"/>
                  </a:lnTo>
                  <a:lnTo>
                    <a:pt x="236" y="289"/>
                  </a:lnTo>
                  <a:lnTo>
                    <a:pt x="236" y="289"/>
                  </a:lnTo>
                  <a:lnTo>
                    <a:pt x="234" y="291"/>
                  </a:lnTo>
                  <a:lnTo>
                    <a:pt x="234" y="291"/>
                  </a:lnTo>
                  <a:lnTo>
                    <a:pt x="234" y="291"/>
                  </a:lnTo>
                  <a:lnTo>
                    <a:pt x="234" y="291"/>
                  </a:lnTo>
                  <a:lnTo>
                    <a:pt x="232" y="293"/>
                  </a:lnTo>
                  <a:lnTo>
                    <a:pt x="232" y="293"/>
                  </a:lnTo>
                  <a:lnTo>
                    <a:pt x="232" y="293"/>
                  </a:lnTo>
                  <a:lnTo>
                    <a:pt x="232" y="293"/>
                  </a:lnTo>
                  <a:lnTo>
                    <a:pt x="230" y="293"/>
                  </a:lnTo>
                  <a:lnTo>
                    <a:pt x="230" y="293"/>
                  </a:lnTo>
                  <a:lnTo>
                    <a:pt x="230" y="293"/>
                  </a:lnTo>
                  <a:lnTo>
                    <a:pt x="230" y="293"/>
                  </a:lnTo>
                  <a:lnTo>
                    <a:pt x="228" y="293"/>
                  </a:lnTo>
                  <a:lnTo>
                    <a:pt x="228" y="293"/>
                  </a:lnTo>
                  <a:lnTo>
                    <a:pt x="228" y="293"/>
                  </a:lnTo>
                  <a:lnTo>
                    <a:pt x="228" y="292"/>
                  </a:lnTo>
                  <a:lnTo>
                    <a:pt x="228" y="292"/>
                  </a:lnTo>
                  <a:lnTo>
                    <a:pt x="228" y="292"/>
                  </a:lnTo>
                  <a:lnTo>
                    <a:pt x="228" y="292"/>
                  </a:lnTo>
                  <a:lnTo>
                    <a:pt x="228" y="290"/>
                  </a:lnTo>
                  <a:lnTo>
                    <a:pt x="228" y="290"/>
                  </a:lnTo>
                  <a:lnTo>
                    <a:pt x="228" y="290"/>
                  </a:lnTo>
                  <a:lnTo>
                    <a:pt x="228" y="290"/>
                  </a:lnTo>
                  <a:lnTo>
                    <a:pt x="228" y="289"/>
                  </a:lnTo>
                  <a:lnTo>
                    <a:pt x="228" y="289"/>
                  </a:lnTo>
                  <a:lnTo>
                    <a:pt x="228" y="289"/>
                  </a:lnTo>
                  <a:lnTo>
                    <a:pt x="228" y="289"/>
                  </a:lnTo>
                  <a:lnTo>
                    <a:pt x="228" y="288"/>
                  </a:lnTo>
                  <a:lnTo>
                    <a:pt x="226" y="289"/>
                  </a:lnTo>
                  <a:lnTo>
                    <a:pt x="226" y="289"/>
                  </a:lnTo>
                  <a:lnTo>
                    <a:pt x="226" y="289"/>
                  </a:lnTo>
                  <a:lnTo>
                    <a:pt x="226" y="289"/>
                  </a:lnTo>
                  <a:lnTo>
                    <a:pt x="224" y="289"/>
                  </a:lnTo>
                  <a:lnTo>
                    <a:pt x="224" y="289"/>
                  </a:lnTo>
                  <a:lnTo>
                    <a:pt x="224" y="289"/>
                  </a:lnTo>
                  <a:lnTo>
                    <a:pt x="224" y="289"/>
                  </a:lnTo>
                  <a:lnTo>
                    <a:pt x="222" y="291"/>
                  </a:lnTo>
                  <a:lnTo>
                    <a:pt x="222" y="291"/>
                  </a:lnTo>
                  <a:lnTo>
                    <a:pt x="222" y="291"/>
                  </a:lnTo>
                  <a:lnTo>
                    <a:pt x="222" y="291"/>
                  </a:lnTo>
                  <a:lnTo>
                    <a:pt x="222" y="293"/>
                  </a:lnTo>
                  <a:lnTo>
                    <a:pt x="222" y="293"/>
                  </a:lnTo>
                  <a:lnTo>
                    <a:pt x="222" y="293"/>
                  </a:lnTo>
                  <a:lnTo>
                    <a:pt x="222" y="293"/>
                  </a:lnTo>
                  <a:lnTo>
                    <a:pt x="222" y="295"/>
                  </a:lnTo>
                  <a:lnTo>
                    <a:pt x="222" y="295"/>
                  </a:lnTo>
                  <a:lnTo>
                    <a:pt x="222" y="295"/>
                  </a:lnTo>
                  <a:lnTo>
                    <a:pt x="222" y="295"/>
                  </a:lnTo>
                  <a:lnTo>
                    <a:pt x="222" y="296"/>
                  </a:lnTo>
                  <a:lnTo>
                    <a:pt x="222" y="296"/>
                  </a:lnTo>
                  <a:lnTo>
                    <a:pt x="222" y="296"/>
                  </a:lnTo>
                  <a:lnTo>
                    <a:pt x="222" y="296"/>
                  </a:lnTo>
                  <a:lnTo>
                    <a:pt x="222" y="298"/>
                  </a:lnTo>
                  <a:lnTo>
                    <a:pt x="222" y="298"/>
                  </a:lnTo>
                  <a:lnTo>
                    <a:pt x="222" y="298"/>
                  </a:lnTo>
                  <a:lnTo>
                    <a:pt x="222" y="298"/>
                  </a:lnTo>
                  <a:lnTo>
                    <a:pt x="222" y="300"/>
                  </a:lnTo>
                  <a:lnTo>
                    <a:pt x="222" y="300"/>
                  </a:lnTo>
                  <a:lnTo>
                    <a:pt x="222" y="300"/>
                  </a:lnTo>
                  <a:lnTo>
                    <a:pt x="224" y="300"/>
                  </a:lnTo>
                  <a:lnTo>
                    <a:pt x="224" y="301"/>
                  </a:lnTo>
                  <a:lnTo>
                    <a:pt x="224" y="301"/>
                  </a:lnTo>
                  <a:lnTo>
                    <a:pt x="224" y="301"/>
                  </a:lnTo>
                  <a:lnTo>
                    <a:pt x="224" y="301"/>
                  </a:lnTo>
                  <a:lnTo>
                    <a:pt x="224" y="302"/>
                  </a:lnTo>
                  <a:lnTo>
                    <a:pt x="224" y="302"/>
                  </a:lnTo>
                  <a:lnTo>
                    <a:pt x="224" y="302"/>
                  </a:lnTo>
                  <a:lnTo>
                    <a:pt x="225" y="302"/>
                  </a:lnTo>
                  <a:lnTo>
                    <a:pt x="225" y="303"/>
                  </a:lnTo>
                  <a:lnTo>
                    <a:pt x="225" y="303"/>
                  </a:lnTo>
                  <a:lnTo>
                    <a:pt x="225" y="303"/>
                  </a:lnTo>
                  <a:lnTo>
                    <a:pt x="225" y="303"/>
                  </a:lnTo>
                  <a:lnTo>
                    <a:pt x="225" y="304"/>
                  </a:lnTo>
                  <a:lnTo>
                    <a:pt x="225" y="304"/>
                  </a:lnTo>
                  <a:lnTo>
                    <a:pt x="225" y="304"/>
                  </a:lnTo>
                  <a:lnTo>
                    <a:pt x="226" y="304"/>
                  </a:lnTo>
                  <a:lnTo>
                    <a:pt x="225" y="306"/>
                  </a:lnTo>
                  <a:lnTo>
                    <a:pt x="225" y="306"/>
                  </a:lnTo>
                  <a:lnTo>
                    <a:pt x="225" y="306"/>
                  </a:lnTo>
                  <a:lnTo>
                    <a:pt x="225" y="306"/>
                  </a:lnTo>
                  <a:lnTo>
                    <a:pt x="225" y="306"/>
                  </a:lnTo>
                  <a:lnTo>
                    <a:pt x="225" y="306"/>
                  </a:lnTo>
                  <a:lnTo>
                    <a:pt x="225" y="306"/>
                  </a:lnTo>
                  <a:lnTo>
                    <a:pt x="225" y="306"/>
                  </a:lnTo>
                  <a:lnTo>
                    <a:pt x="225" y="308"/>
                  </a:lnTo>
                  <a:lnTo>
                    <a:pt x="225" y="308"/>
                  </a:lnTo>
                  <a:lnTo>
                    <a:pt x="225" y="308"/>
                  </a:lnTo>
                  <a:lnTo>
                    <a:pt x="225" y="308"/>
                  </a:lnTo>
                  <a:lnTo>
                    <a:pt x="225" y="308"/>
                  </a:lnTo>
                  <a:lnTo>
                    <a:pt x="225" y="308"/>
                  </a:lnTo>
                  <a:lnTo>
                    <a:pt x="225" y="308"/>
                  </a:lnTo>
                  <a:lnTo>
                    <a:pt x="225" y="308"/>
                  </a:lnTo>
                  <a:lnTo>
                    <a:pt x="225" y="310"/>
                  </a:lnTo>
                  <a:lnTo>
                    <a:pt x="225" y="310"/>
                  </a:lnTo>
                  <a:lnTo>
                    <a:pt x="225" y="310"/>
                  </a:lnTo>
                  <a:lnTo>
                    <a:pt x="225" y="310"/>
                  </a:lnTo>
                  <a:lnTo>
                    <a:pt x="225" y="310"/>
                  </a:lnTo>
                  <a:lnTo>
                    <a:pt x="225" y="310"/>
                  </a:lnTo>
                  <a:lnTo>
                    <a:pt x="225" y="310"/>
                  </a:lnTo>
                  <a:lnTo>
                    <a:pt x="225" y="310"/>
                  </a:lnTo>
                  <a:lnTo>
                    <a:pt x="225" y="312"/>
                  </a:lnTo>
                  <a:lnTo>
                    <a:pt x="225" y="312"/>
                  </a:lnTo>
                  <a:lnTo>
                    <a:pt x="225" y="312"/>
                  </a:lnTo>
                  <a:lnTo>
                    <a:pt x="225" y="312"/>
                  </a:lnTo>
                  <a:lnTo>
                    <a:pt x="225" y="312"/>
                  </a:lnTo>
                  <a:lnTo>
                    <a:pt x="225" y="312"/>
                  </a:lnTo>
                  <a:lnTo>
                    <a:pt x="225" y="312"/>
                  </a:lnTo>
                  <a:lnTo>
                    <a:pt x="226" y="312"/>
                  </a:lnTo>
                  <a:lnTo>
                    <a:pt x="225" y="314"/>
                  </a:lnTo>
                  <a:lnTo>
                    <a:pt x="225" y="314"/>
                  </a:lnTo>
                  <a:lnTo>
                    <a:pt x="225" y="314"/>
                  </a:lnTo>
                  <a:lnTo>
                    <a:pt x="225" y="314"/>
                  </a:lnTo>
                  <a:lnTo>
                    <a:pt x="224" y="315"/>
                  </a:lnTo>
                  <a:lnTo>
                    <a:pt x="224" y="315"/>
                  </a:lnTo>
                  <a:lnTo>
                    <a:pt x="224" y="315"/>
                  </a:lnTo>
                  <a:lnTo>
                    <a:pt x="224" y="315"/>
                  </a:lnTo>
                  <a:lnTo>
                    <a:pt x="222" y="315"/>
                  </a:lnTo>
                  <a:lnTo>
                    <a:pt x="222" y="315"/>
                  </a:lnTo>
                  <a:lnTo>
                    <a:pt x="222" y="315"/>
                  </a:lnTo>
                  <a:lnTo>
                    <a:pt x="222" y="315"/>
                  </a:lnTo>
                  <a:lnTo>
                    <a:pt x="222" y="315"/>
                  </a:lnTo>
                  <a:lnTo>
                    <a:pt x="222" y="315"/>
                  </a:lnTo>
                  <a:lnTo>
                    <a:pt x="222" y="315"/>
                  </a:lnTo>
                  <a:lnTo>
                    <a:pt x="222" y="315"/>
                  </a:lnTo>
                  <a:lnTo>
                    <a:pt x="222" y="316"/>
                  </a:lnTo>
                  <a:lnTo>
                    <a:pt x="222" y="316"/>
                  </a:lnTo>
                  <a:lnTo>
                    <a:pt x="222" y="316"/>
                  </a:lnTo>
                  <a:lnTo>
                    <a:pt x="222" y="316"/>
                  </a:lnTo>
                  <a:lnTo>
                    <a:pt x="222" y="318"/>
                  </a:lnTo>
                  <a:lnTo>
                    <a:pt x="222" y="318"/>
                  </a:lnTo>
                  <a:lnTo>
                    <a:pt x="222" y="318"/>
                  </a:lnTo>
                  <a:lnTo>
                    <a:pt x="222" y="318"/>
                  </a:lnTo>
                  <a:lnTo>
                    <a:pt x="222" y="320"/>
                  </a:lnTo>
                  <a:lnTo>
                    <a:pt x="222" y="320"/>
                  </a:lnTo>
                  <a:lnTo>
                    <a:pt x="222" y="320"/>
                  </a:lnTo>
                  <a:lnTo>
                    <a:pt x="222" y="320"/>
                  </a:lnTo>
                  <a:lnTo>
                    <a:pt x="222" y="321"/>
                  </a:lnTo>
                  <a:lnTo>
                    <a:pt x="222" y="321"/>
                  </a:lnTo>
                  <a:lnTo>
                    <a:pt x="222" y="321"/>
                  </a:lnTo>
                  <a:lnTo>
                    <a:pt x="223" y="321"/>
                  </a:lnTo>
                  <a:lnTo>
                    <a:pt x="222" y="323"/>
                  </a:lnTo>
                  <a:lnTo>
                    <a:pt x="222" y="323"/>
                  </a:lnTo>
                  <a:lnTo>
                    <a:pt x="222" y="323"/>
                  </a:lnTo>
                  <a:lnTo>
                    <a:pt x="222" y="323"/>
                  </a:lnTo>
                  <a:lnTo>
                    <a:pt x="220" y="325"/>
                  </a:lnTo>
                  <a:lnTo>
                    <a:pt x="220" y="325"/>
                  </a:lnTo>
                  <a:lnTo>
                    <a:pt x="220" y="325"/>
                  </a:lnTo>
                  <a:lnTo>
                    <a:pt x="220" y="325"/>
                  </a:lnTo>
                  <a:lnTo>
                    <a:pt x="218" y="326"/>
                  </a:lnTo>
                  <a:lnTo>
                    <a:pt x="218" y="326"/>
                  </a:lnTo>
                  <a:lnTo>
                    <a:pt x="218" y="326"/>
                  </a:lnTo>
                  <a:lnTo>
                    <a:pt x="218" y="326"/>
                  </a:lnTo>
                  <a:lnTo>
                    <a:pt x="217" y="326"/>
                  </a:lnTo>
                  <a:lnTo>
                    <a:pt x="217" y="326"/>
                  </a:lnTo>
                  <a:lnTo>
                    <a:pt x="217" y="326"/>
                  </a:lnTo>
                  <a:lnTo>
                    <a:pt x="217" y="326"/>
                  </a:lnTo>
                  <a:lnTo>
                    <a:pt x="217" y="328"/>
                  </a:lnTo>
                  <a:lnTo>
                    <a:pt x="217" y="328"/>
                  </a:lnTo>
                  <a:lnTo>
                    <a:pt x="217" y="328"/>
                  </a:lnTo>
                  <a:lnTo>
                    <a:pt x="217" y="328"/>
                  </a:lnTo>
                  <a:lnTo>
                    <a:pt x="217" y="329"/>
                  </a:lnTo>
                  <a:lnTo>
                    <a:pt x="217" y="329"/>
                  </a:lnTo>
                  <a:lnTo>
                    <a:pt x="217" y="329"/>
                  </a:lnTo>
                  <a:lnTo>
                    <a:pt x="217" y="329"/>
                  </a:lnTo>
                  <a:lnTo>
                    <a:pt x="217" y="331"/>
                  </a:lnTo>
                  <a:lnTo>
                    <a:pt x="217" y="331"/>
                  </a:lnTo>
                  <a:lnTo>
                    <a:pt x="217" y="331"/>
                  </a:lnTo>
                  <a:lnTo>
                    <a:pt x="217" y="331"/>
                  </a:lnTo>
                  <a:lnTo>
                    <a:pt x="217" y="331"/>
                  </a:lnTo>
                  <a:lnTo>
                    <a:pt x="217" y="331"/>
                  </a:lnTo>
                  <a:lnTo>
                    <a:pt x="217" y="331"/>
                  </a:lnTo>
                  <a:lnTo>
                    <a:pt x="217" y="331"/>
                  </a:lnTo>
                  <a:lnTo>
                    <a:pt x="217" y="332"/>
                  </a:lnTo>
                  <a:lnTo>
                    <a:pt x="217" y="332"/>
                  </a:lnTo>
                  <a:lnTo>
                    <a:pt x="217" y="332"/>
                  </a:lnTo>
                  <a:lnTo>
                    <a:pt x="218" y="332"/>
                  </a:lnTo>
                  <a:lnTo>
                    <a:pt x="218" y="332"/>
                  </a:lnTo>
                  <a:lnTo>
                    <a:pt x="218" y="332"/>
                  </a:lnTo>
                  <a:lnTo>
                    <a:pt x="218" y="332"/>
                  </a:lnTo>
                  <a:lnTo>
                    <a:pt x="219" y="332"/>
                  </a:lnTo>
                  <a:lnTo>
                    <a:pt x="219" y="332"/>
                  </a:lnTo>
                  <a:lnTo>
                    <a:pt x="219" y="332"/>
                  </a:lnTo>
                  <a:lnTo>
                    <a:pt x="219" y="332"/>
                  </a:lnTo>
                  <a:lnTo>
                    <a:pt x="219" y="332"/>
                  </a:lnTo>
                  <a:lnTo>
                    <a:pt x="219" y="332"/>
                  </a:lnTo>
                  <a:lnTo>
                    <a:pt x="219" y="332"/>
                  </a:lnTo>
                  <a:lnTo>
                    <a:pt x="219" y="332"/>
                  </a:lnTo>
                  <a:lnTo>
                    <a:pt x="220" y="332"/>
                  </a:lnTo>
                  <a:lnTo>
                    <a:pt x="220" y="334"/>
                  </a:lnTo>
                  <a:lnTo>
                    <a:pt x="220" y="334"/>
                  </a:lnTo>
                  <a:lnTo>
                    <a:pt x="220" y="334"/>
                  </a:lnTo>
                  <a:lnTo>
                    <a:pt x="220" y="334"/>
                  </a:lnTo>
                  <a:lnTo>
                    <a:pt x="220" y="335"/>
                  </a:lnTo>
                  <a:lnTo>
                    <a:pt x="220" y="335"/>
                  </a:lnTo>
                  <a:lnTo>
                    <a:pt x="220" y="335"/>
                  </a:lnTo>
                  <a:lnTo>
                    <a:pt x="220" y="335"/>
                  </a:lnTo>
                  <a:lnTo>
                    <a:pt x="220" y="337"/>
                  </a:lnTo>
                  <a:lnTo>
                    <a:pt x="220" y="337"/>
                  </a:lnTo>
                  <a:lnTo>
                    <a:pt x="220" y="337"/>
                  </a:lnTo>
                  <a:lnTo>
                    <a:pt x="220" y="337"/>
                  </a:lnTo>
                  <a:lnTo>
                    <a:pt x="220" y="337"/>
                  </a:lnTo>
                  <a:lnTo>
                    <a:pt x="220" y="337"/>
                  </a:lnTo>
                  <a:lnTo>
                    <a:pt x="220" y="337"/>
                  </a:lnTo>
                  <a:lnTo>
                    <a:pt x="220" y="337"/>
                  </a:lnTo>
                  <a:lnTo>
                    <a:pt x="218" y="337"/>
                  </a:lnTo>
                  <a:lnTo>
                    <a:pt x="218" y="337"/>
                  </a:lnTo>
                  <a:lnTo>
                    <a:pt x="218" y="337"/>
                  </a:lnTo>
                  <a:lnTo>
                    <a:pt x="218" y="337"/>
                  </a:lnTo>
                  <a:lnTo>
                    <a:pt x="217" y="337"/>
                  </a:lnTo>
                  <a:lnTo>
                    <a:pt x="217" y="337"/>
                  </a:lnTo>
                  <a:lnTo>
                    <a:pt x="217" y="337"/>
                  </a:lnTo>
                  <a:lnTo>
                    <a:pt x="217" y="337"/>
                  </a:lnTo>
                  <a:lnTo>
                    <a:pt x="215" y="337"/>
                  </a:lnTo>
                  <a:lnTo>
                    <a:pt x="215" y="337"/>
                  </a:lnTo>
                  <a:lnTo>
                    <a:pt x="215" y="337"/>
                  </a:lnTo>
                  <a:lnTo>
                    <a:pt x="215" y="337"/>
                  </a:lnTo>
                  <a:lnTo>
                    <a:pt x="215" y="337"/>
                  </a:lnTo>
                  <a:lnTo>
                    <a:pt x="215" y="337"/>
                  </a:lnTo>
                  <a:lnTo>
                    <a:pt x="215" y="337"/>
                  </a:lnTo>
                  <a:lnTo>
                    <a:pt x="215" y="337"/>
                  </a:lnTo>
                  <a:lnTo>
                    <a:pt x="213" y="339"/>
                  </a:lnTo>
                  <a:lnTo>
                    <a:pt x="213" y="339"/>
                  </a:lnTo>
                  <a:lnTo>
                    <a:pt x="213" y="339"/>
                  </a:lnTo>
                  <a:lnTo>
                    <a:pt x="213" y="339"/>
                  </a:lnTo>
                  <a:lnTo>
                    <a:pt x="211" y="339"/>
                  </a:lnTo>
                  <a:lnTo>
                    <a:pt x="211" y="339"/>
                  </a:lnTo>
                  <a:lnTo>
                    <a:pt x="211" y="339"/>
                  </a:lnTo>
                  <a:lnTo>
                    <a:pt x="211" y="339"/>
                  </a:lnTo>
                  <a:lnTo>
                    <a:pt x="210" y="340"/>
                  </a:lnTo>
                  <a:lnTo>
                    <a:pt x="210" y="340"/>
                  </a:lnTo>
                  <a:lnTo>
                    <a:pt x="210" y="340"/>
                  </a:lnTo>
                  <a:lnTo>
                    <a:pt x="210" y="340"/>
                  </a:lnTo>
                  <a:lnTo>
                    <a:pt x="209" y="340"/>
                  </a:lnTo>
                  <a:lnTo>
                    <a:pt x="209" y="340"/>
                  </a:lnTo>
                  <a:lnTo>
                    <a:pt x="209" y="340"/>
                  </a:lnTo>
                  <a:lnTo>
                    <a:pt x="209" y="340"/>
                  </a:lnTo>
                  <a:lnTo>
                    <a:pt x="209" y="340"/>
                  </a:lnTo>
                  <a:lnTo>
                    <a:pt x="209" y="342"/>
                  </a:lnTo>
                  <a:lnTo>
                    <a:pt x="211" y="342"/>
                  </a:lnTo>
                  <a:lnTo>
                    <a:pt x="211" y="343"/>
                  </a:lnTo>
                  <a:lnTo>
                    <a:pt x="213" y="343"/>
                  </a:lnTo>
                  <a:lnTo>
                    <a:pt x="213" y="345"/>
                  </a:lnTo>
                  <a:lnTo>
                    <a:pt x="215" y="345"/>
                  </a:lnTo>
                  <a:lnTo>
                    <a:pt x="216" y="346"/>
                  </a:lnTo>
                  <a:lnTo>
                    <a:pt x="218" y="346"/>
                  </a:lnTo>
                  <a:lnTo>
                    <a:pt x="218" y="347"/>
                  </a:lnTo>
                  <a:lnTo>
                    <a:pt x="220" y="347"/>
                  </a:lnTo>
                  <a:lnTo>
                    <a:pt x="221" y="348"/>
                  </a:lnTo>
                  <a:lnTo>
                    <a:pt x="223" y="348"/>
                  </a:lnTo>
                  <a:lnTo>
                    <a:pt x="223" y="348"/>
                  </a:lnTo>
                  <a:lnTo>
                    <a:pt x="225" y="348"/>
                  </a:lnTo>
                  <a:lnTo>
                    <a:pt x="226" y="348"/>
                  </a:lnTo>
                  <a:lnTo>
                    <a:pt x="228" y="347"/>
                  </a:lnTo>
                  <a:lnTo>
                    <a:pt x="228" y="347"/>
                  </a:lnTo>
                  <a:lnTo>
                    <a:pt x="228" y="347"/>
                  </a:lnTo>
                  <a:lnTo>
                    <a:pt x="228" y="347"/>
                  </a:lnTo>
                  <a:lnTo>
                    <a:pt x="228" y="347"/>
                  </a:lnTo>
                  <a:lnTo>
                    <a:pt x="228" y="347"/>
                  </a:lnTo>
                  <a:lnTo>
                    <a:pt x="228" y="347"/>
                  </a:lnTo>
                  <a:lnTo>
                    <a:pt x="228" y="347"/>
                  </a:lnTo>
                  <a:lnTo>
                    <a:pt x="228" y="346"/>
                  </a:lnTo>
                  <a:lnTo>
                    <a:pt x="228" y="346"/>
                  </a:lnTo>
                  <a:lnTo>
                    <a:pt x="228" y="346"/>
                  </a:lnTo>
                  <a:lnTo>
                    <a:pt x="228" y="346"/>
                  </a:lnTo>
                  <a:lnTo>
                    <a:pt x="228" y="345"/>
                  </a:lnTo>
                  <a:lnTo>
                    <a:pt x="228" y="345"/>
                  </a:lnTo>
                  <a:lnTo>
                    <a:pt x="228" y="345"/>
                  </a:lnTo>
                  <a:lnTo>
                    <a:pt x="228" y="345"/>
                  </a:lnTo>
                  <a:lnTo>
                    <a:pt x="230" y="344"/>
                  </a:lnTo>
                  <a:lnTo>
                    <a:pt x="230" y="344"/>
                  </a:lnTo>
                  <a:lnTo>
                    <a:pt x="230" y="344"/>
                  </a:lnTo>
                  <a:lnTo>
                    <a:pt x="230" y="344"/>
                  </a:lnTo>
                  <a:lnTo>
                    <a:pt x="230" y="344"/>
                  </a:lnTo>
                  <a:lnTo>
                    <a:pt x="230" y="344"/>
                  </a:lnTo>
                  <a:lnTo>
                    <a:pt x="230" y="344"/>
                  </a:lnTo>
                  <a:lnTo>
                    <a:pt x="230" y="344"/>
                  </a:lnTo>
                  <a:lnTo>
                    <a:pt x="232" y="342"/>
                  </a:lnTo>
                  <a:lnTo>
                    <a:pt x="232" y="342"/>
                  </a:lnTo>
                  <a:lnTo>
                    <a:pt x="232" y="342"/>
                  </a:lnTo>
                  <a:lnTo>
                    <a:pt x="232" y="342"/>
                  </a:lnTo>
                  <a:lnTo>
                    <a:pt x="233" y="342"/>
                  </a:lnTo>
                  <a:lnTo>
                    <a:pt x="233" y="342"/>
                  </a:lnTo>
                  <a:lnTo>
                    <a:pt x="233" y="342"/>
                  </a:lnTo>
                  <a:lnTo>
                    <a:pt x="233" y="342"/>
                  </a:lnTo>
                  <a:lnTo>
                    <a:pt x="235" y="342"/>
                  </a:lnTo>
                  <a:lnTo>
                    <a:pt x="235" y="342"/>
                  </a:lnTo>
                  <a:lnTo>
                    <a:pt x="235" y="342"/>
                  </a:lnTo>
                  <a:lnTo>
                    <a:pt x="235" y="342"/>
                  </a:lnTo>
                  <a:lnTo>
                    <a:pt x="237" y="341"/>
                  </a:lnTo>
                  <a:lnTo>
                    <a:pt x="237" y="341"/>
                  </a:lnTo>
                  <a:lnTo>
                    <a:pt x="237" y="340"/>
                  </a:lnTo>
                  <a:lnTo>
                    <a:pt x="237" y="340"/>
                  </a:lnTo>
                  <a:lnTo>
                    <a:pt x="239" y="339"/>
                  </a:lnTo>
                  <a:lnTo>
                    <a:pt x="239" y="339"/>
                  </a:lnTo>
                  <a:lnTo>
                    <a:pt x="239" y="338"/>
                  </a:lnTo>
                  <a:lnTo>
                    <a:pt x="239" y="338"/>
                  </a:lnTo>
                  <a:lnTo>
                    <a:pt x="241" y="336"/>
                  </a:lnTo>
                  <a:lnTo>
                    <a:pt x="241" y="336"/>
                  </a:lnTo>
                  <a:lnTo>
                    <a:pt x="242" y="335"/>
                  </a:lnTo>
                  <a:lnTo>
                    <a:pt x="242" y="335"/>
                  </a:lnTo>
                  <a:lnTo>
                    <a:pt x="244" y="333"/>
                  </a:lnTo>
                  <a:lnTo>
                    <a:pt x="244" y="334"/>
                  </a:lnTo>
                  <a:lnTo>
                    <a:pt x="244" y="334"/>
                  </a:lnTo>
                  <a:lnTo>
                    <a:pt x="244" y="334"/>
                  </a:lnTo>
                  <a:lnTo>
                    <a:pt x="244" y="334"/>
                  </a:lnTo>
                  <a:lnTo>
                    <a:pt x="244" y="334"/>
                  </a:lnTo>
                  <a:lnTo>
                    <a:pt x="244" y="334"/>
                  </a:lnTo>
                  <a:lnTo>
                    <a:pt x="244" y="334"/>
                  </a:lnTo>
                  <a:lnTo>
                    <a:pt x="245" y="334"/>
                  </a:lnTo>
                  <a:lnTo>
                    <a:pt x="245" y="334"/>
                  </a:lnTo>
                  <a:lnTo>
                    <a:pt x="245" y="334"/>
                  </a:lnTo>
                  <a:lnTo>
                    <a:pt x="245" y="334"/>
                  </a:lnTo>
                  <a:lnTo>
                    <a:pt x="246" y="334"/>
                  </a:lnTo>
                  <a:lnTo>
                    <a:pt x="246" y="334"/>
                  </a:lnTo>
                  <a:lnTo>
                    <a:pt x="246" y="334"/>
                  </a:lnTo>
                  <a:lnTo>
                    <a:pt x="246" y="334"/>
                  </a:lnTo>
                  <a:lnTo>
                    <a:pt x="247" y="333"/>
                  </a:lnTo>
                  <a:lnTo>
                    <a:pt x="247" y="333"/>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86" name=""/>
            <p:cNvSpPr/>
            <p:nvPr/>
          </p:nvSpPr>
          <p:spPr>
            <a:xfrm>
              <a:off x="9416880" y="6713640"/>
              <a:ext cx="390600" cy="150840"/>
            </a:xfrm>
            <a:custGeom>
              <a:avLst/>
              <a:gdLst/>
              <a:ahLst/>
              <a:rect l="l" t="t" r="r" b="b"/>
              <a:pathLst>
                <a:path w="246" h="95">
                  <a:moveTo>
                    <a:pt x="3" y="30"/>
                  </a:moveTo>
                  <a:lnTo>
                    <a:pt x="3" y="31"/>
                  </a:lnTo>
                  <a:lnTo>
                    <a:pt x="3" y="31"/>
                  </a:lnTo>
                  <a:lnTo>
                    <a:pt x="3" y="31"/>
                  </a:lnTo>
                  <a:lnTo>
                    <a:pt x="4" y="31"/>
                  </a:lnTo>
                  <a:lnTo>
                    <a:pt x="4" y="33"/>
                  </a:lnTo>
                  <a:lnTo>
                    <a:pt x="5" y="33"/>
                  </a:lnTo>
                  <a:lnTo>
                    <a:pt x="5" y="33"/>
                  </a:lnTo>
                  <a:lnTo>
                    <a:pt x="6" y="33"/>
                  </a:lnTo>
                  <a:lnTo>
                    <a:pt x="6" y="35"/>
                  </a:lnTo>
                  <a:lnTo>
                    <a:pt x="7" y="35"/>
                  </a:lnTo>
                  <a:lnTo>
                    <a:pt x="7" y="36"/>
                  </a:lnTo>
                  <a:lnTo>
                    <a:pt x="9" y="36"/>
                  </a:lnTo>
                  <a:lnTo>
                    <a:pt x="9" y="37"/>
                  </a:lnTo>
                  <a:lnTo>
                    <a:pt x="11" y="37"/>
                  </a:lnTo>
                  <a:lnTo>
                    <a:pt x="11" y="37"/>
                  </a:lnTo>
                  <a:lnTo>
                    <a:pt x="12" y="37"/>
                  </a:lnTo>
                  <a:lnTo>
                    <a:pt x="12" y="37"/>
                  </a:lnTo>
                  <a:lnTo>
                    <a:pt x="14" y="37"/>
                  </a:lnTo>
                  <a:lnTo>
                    <a:pt x="14" y="37"/>
                  </a:lnTo>
                  <a:lnTo>
                    <a:pt x="16" y="37"/>
                  </a:lnTo>
                  <a:lnTo>
                    <a:pt x="16" y="37"/>
                  </a:lnTo>
                  <a:lnTo>
                    <a:pt x="18" y="37"/>
                  </a:lnTo>
                  <a:lnTo>
                    <a:pt x="18" y="37"/>
                  </a:lnTo>
                  <a:lnTo>
                    <a:pt x="20" y="37"/>
                  </a:lnTo>
                  <a:lnTo>
                    <a:pt x="20" y="37"/>
                  </a:lnTo>
                  <a:lnTo>
                    <a:pt x="21" y="37"/>
                  </a:lnTo>
                  <a:lnTo>
                    <a:pt x="21" y="37"/>
                  </a:lnTo>
                  <a:lnTo>
                    <a:pt x="23" y="37"/>
                  </a:lnTo>
                  <a:lnTo>
                    <a:pt x="23" y="37"/>
                  </a:lnTo>
                  <a:lnTo>
                    <a:pt x="24" y="37"/>
                  </a:lnTo>
                  <a:lnTo>
                    <a:pt x="24" y="37"/>
                  </a:lnTo>
                  <a:lnTo>
                    <a:pt x="26" y="35"/>
                  </a:lnTo>
                  <a:lnTo>
                    <a:pt x="26" y="35"/>
                  </a:lnTo>
                  <a:lnTo>
                    <a:pt x="26" y="35"/>
                  </a:lnTo>
                  <a:lnTo>
                    <a:pt x="26" y="35"/>
                  </a:lnTo>
                  <a:lnTo>
                    <a:pt x="28" y="35"/>
                  </a:lnTo>
                  <a:lnTo>
                    <a:pt x="28" y="35"/>
                  </a:lnTo>
                  <a:lnTo>
                    <a:pt x="30" y="35"/>
                  </a:lnTo>
                  <a:lnTo>
                    <a:pt x="30" y="35"/>
                  </a:lnTo>
                  <a:lnTo>
                    <a:pt x="32" y="33"/>
                  </a:lnTo>
                  <a:lnTo>
                    <a:pt x="32" y="35"/>
                  </a:lnTo>
                  <a:lnTo>
                    <a:pt x="33" y="35"/>
                  </a:lnTo>
                  <a:lnTo>
                    <a:pt x="33" y="35"/>
                  </a:lnTo>
                  <a:lnTo>
                    <a:pt x="35" y="35"/>
                  </a:lnTo>
                  <a:lnTo>
                    <a:pt x="35" y="35"/>
                  </a:lnTo>
                  <a:lnTo>
                    <a:pt x="36" y="35"/>
                  </a:lnTo>
                  <a:lnTo>
                    <a:pt x="36" y="35"/>
                  </a:lnTo>
                  <a:lnTo>
                    <a:pt x="38" y="35"/>
                  </a:lnTo>
                  <a:lnTo>
                    <a:pt x="38" y="37"/>
                  </a:lnTo>
                  <a:lnTo>
                    <a:pt x="38" y="37"/>
                  </a:lnTo>
                  <a:lnTo>
                    <a:pt x="38" y="37"/>
                  </a:lnTo>
                  <a:lnTo>
                    <a:pt x="38" y="37"/>
                  </a:lnTo>
                  <a:lnTo>
                    <a:pt x="38" y="39"/>
                  </a:lnTo>
                  <a:lnTo>
                    <a:pt x="38" y="39"/>
                  </a:lnTo>
                  <a:lnTo>
                    <a:pt x="38" y="39"/>
                  </a:lnTo>
                  <a:lnTo>
                    <a:pt x="40" y="39"/>
                  </a:lnTo>
                  <a:lnTo>
                    <a:pt x="40" y="41"/>
                  </a:lnTo>
                  <a:lnTo>
                    <a:pt x="40" y="41"/>
                  </a:lnTo>
                  <a:lnTo>
                    <a:pt x="40" y="41"/>
                  </a:lnTo>
                  <a:lnTo>
                    <a:pt x="41" y="41"/>
                  </a:lnTo>
                  <a:lnTo>
                    <a:pt x="41" y="42"/>
                  </a:lnTo>
                  <a:lnTo>
                    <a:pt x="42" y="42"/>
                  </a:lnTo>
                  <a:lnTo>
                    <a:pt x="42" y="42"/>
                  </a:lnTo>
                  <a:lnTo>
                    <a:pt x="44" y="42"/>
                  </a:lnTo>
                  <a:lnTo>
                    <a:pt x="44" y="43"/>
                  </a:lnTo>
                  <a:lnTo>
                    <a:pt x="44" y="43"/>
                  </a:lnTo>
                  <a:lnTo>
                    <a:pt x="44" y="43"/>
                  </a:lnTo>
                  <a:lnTo>
                    <a:pt x="46" y="43"/>
                  </a:lnTo>
                  <a:lnTo>
                    <a:pt x="46" y="43"/>
                  </a:lnTo>
                  <a:lnTo>
                    <a:pt x="48" y="43"/>
                  </a:lnTo>
                  <a:lnTo>
                    <a:pt x="48" y="43"/>
                  </a:lnTo>
                  <a:lnTo>
                    <a:pt x="49" y="43"/>
                  </a:lnTo>
                  <a:lnTo>
                    <a:pt x="49" y="43"/>
                  </a:lnTo>
                  <a:lnTo>
                    <a:pt x="50" y="43"/>
                  </a:lnTo>
                  <a:lnTo>
                    <a:pt x="50" y="43"/>
                  </a:lnTo>
                  <a:lnTo>
                    <a:pt x="53" y="43"/>
                  </a:lnTo>
                  <a:lnTo>
                    <a:pt x="53" y="44"/>
                  </a:lnTo>
                  <a:lnTo>
                    <a:pt x="54" y="44"/>
                  </a:lnTo>
                  <a:lnTo>
                    <a:pt x="54" y="44"/>
                  </a:lnTo>
                  <a:lnTo>
                    <a:pt x="56" y="44"/>
                  </a:lnTo>
                  <a:lnTo>
                    <a:pt x="56" y="46"/>
                  </a:lnTo>
                  <a:lnTo>
                    <a:pt x="56" y="46"/>
                  </a:lnTo>
                  <a:lnTo>
                    <a:pt x="56" y="46"/>
                  </a:lnTo>
                  <a:lnTo>
                    <a:pt x="57" y="46"/>
                  </a:lnTo>
                  <a:lnTo>
                    <a:pt x="57" y="48"/>
                  </a:lnTo>
                  <a:lnTo>
                    <a:pt x="57" y="48"/>
                  </a:lnTo>
                  <a:lnTo>
                    <a:pt x="57" y="49"/>
                  </a:lnTo>
                  <a:lnTo>
                    <a:pt x="60" y="49"/>
                  </a:lnTo>
                  <a:lnTo>
                    <a:pt x="60" y="51"/>
                  </a:lnTo>
                  <a:lnTo>
                    <a:pt x="60" y="51"/>
                  </a:lnTo>
                  <a:lnTo>
                    <a:pt x="60" y="53"/>
                  </a:lnTo>
                  <a:lnTo>
                    <a:pt x="62" y="53"/>
                  </a:lnTo>
                  <a:lnTo>
                    <a:pt x="62" y="54"/>
                  </a:lnTo>
                  <a:lnTo>
                    <a:pt x="62" y="54"/>
                  </a:lnTo>
                  <a:lnTo>
                    <a:pt x="62" y="54"/>
                  </a:lnTo>
                  <a:lnTo>
                    <a:pt x="64" y="54"/>
                  </a:lnTo>
                  <a:lnTo>
                    <a:pt x="64" y="56"/>
                  </a:lnTo>
                  <a:lnTo>
                    <a:pt x="64" y="56"/>
                  </a:lnTo>
                  <a:lnTo>
                    <a:pt x="64" y="57"/>
                  </a:lnTo>
                  <a:lnTo>
                    <a:pt x="64" y="57"/>
                  </a:lnTo>
                  <a:lnTo>
                    <a:pt x="64" y="59"/>
                  </a:lnTo>
                  <a:lnTo>
                    <a:pt x="64" y="59"/>
                  </a:lnTo>
                  <a:lnTo>
                    <a:pt x="64" y="61"/>
                  </a:lnTo>
                  <a:lnTo>
                    <a:pt x="66" y="61"/>
                  </a:lnTo>
                  <a:lnTo>
                    <a:pt x="66" y="62"/>
                  </a:lnTo>
                  <a:lnTo>
                    <a:pt x="66" y="62"/>
                  </a:lnTo>
                  <a:lnTo>
                    <a:pt x="66" y="64"/>
                  </a:lnTo>
                  <a:lnTo>
                    <a:pt x="68" y="64"/>
                  </a:lnTo>
                  <a:lnTo>
                    <a:pt x="68" y="65"/>
                  </a:lnTo>
                  <a:lnTo>
                    <a:pt x="68" y="65"/>
                  </a:lnTo>
                  <a:lnTo>
                    <a:pt x="68" y="65"/>
                  </a:lnTo>
                  <a:lnTo>
                    <a:pt x="70" y="65"/>
                  </a:lnTo>
                  <a:lnTo>
                    <a:pt x="70" y="65"/>
                  </a:lnTo>
                  <a:lnTo>
                    <a:pt x="70" y="65"/>
                  </a:lnTo>
                  <a:lnTo>
                    <a:pt x="70" y="65"/>
                  </a:lnTo>
                  <a:lnTo>
                    <a:pt x="70" y="65"/>
                  </a:lnTo>
                  <a:lnTo>
                    <a:pt x="70" y="65"/>
                  </a:lnTo>
                  <a:lnTo>
                    <a:pt x="70" y="65"/>
                  </a:lnTo>
                  <a:lnTo>
                    <a:pt x="70" y="65"/>
                  </a:lnTo>
                  <a:lnTo>
                    <a:pt x="71" y="65"/>
                  </a:lnTo>
                  <a:lnTo>
                    <a:pt x="71" y="65"/>
                  </a:lnTo>
                  <a:lnTo>
                    <a:pt x="71" y="65"/>
                  </a:lnTo>
                  <a:lnTo>
                    <a:pt x="71" y="65"/>
                  </a:lnTo>
                  <a:lnTo>
                    <a:pt x="71" y="65"/>
                  </a:lnTo>
                  <a:lnTo>
                    <a:pt x="71" y="65"/>
                  </a:lnTo>
                  <a:lnTo>
                    <a:pt x="71" y="65"/>
                  </a:lnTo>
                  <a:lnTo>
                    <a:pt x="71" y="65"/>
                  </a:lnTo>
                  <a:lnTo>
                    <a:pt x="72" y="65"/>
                  </a:lnTo>
                  <a:lnTo>
                    <a:pt x="72" y="67"/>
                  </a:lnTo>
                  <a:lnTo>
                    <a:pt x="72" y="67"/>
                  </a:lnTo>
                  <a:lnTo>
                    <a:pt x="72" y="67"/>
                  </a:lnTo>
                  <a:lnTo>
                    <a:pt x="73" y="67"/>
                  </a:lnTo>
                  <a:lnTo>
                    <a:pt x="73" y="69"/>
                  </a:lnTo>
                  <a:lnTo>
                    <a:pt x="73" y="69"/>
                  </a:lnTo>
                  <a:lnTo>
                    <a:pt x="73" y="69"/>
                  </a:lnTo>
                  <a:lnTo>
                    <a:pt x="75" y="69"/>
                  </a:lnTo>
                  <a:lnTo>
                    <a:pt x="75" y="71"/>
                  </a:lnTo>
                  <a:lnTo>
                    <a:pt x="75" y="71"/>
                  </a:lnTo>
                  <a:lnTo>
                    <a:pt x="75" y="73"/>
                  </a:lnTo>
                  <a:lnTo>
                    <a:pt x="77" y="73"/>
                  </a:lnTo>
                  <a:lnTo>
                    <a:pt x="77" y="75"/>
                  </a:lnTo>
                  <a:lnTo>
                    <a:pt x="77" y="75"/>
                  </a:lnTo>
                  <a:lnTo>
                    <a:pt x="77" y="75"/>
                  </a:lnTo>
                  <a:lnTo>
                    <a:pt x="78" y="75"/>
                  </a:lnTo>
                  <a:lnTo>
                    <a:pt x="78" y="77"/>
                  </a:lnTo>
                  <a:lnTo>
                    <a:pt x="78" y="77"/>
                  </a:lnTo>
                  <a:lnTo>
                    <a:pt x="78" y="77"/>
                  </a:lnTo>
                  <a:lnTo>
                    <a:pt x="78" y="77"/>
                  </a:lnTo>
                  <a:lnTo>
                    <a:pt x="78" y="79"/>
                  </a:lnTo>
                  <a:lnTo>
                    <a:pt x="78" y="79"/>
                  </a:lnTo>
                  <a:lnTo>
                    <a:pt x="78" y="79"/>
                  </a:lnTo>
                  <a:lnTo>
                    <a:pt x="78" y="79"/>
                  </a:lnTo>
                  <a:lnTo>
                    <a:pt x="78" y="81"/>
                  </a:lnTo>
                  <a:lnTo>
                    <a:pt x="78" y="81"/>
                  </a:lnTo>
                  <a:lnTo>
                    <a:pt x="78" y="81"/>
                  </a:lnTo>
                  <a:lnTo>
                    <a:pt x="78" y="81"/>
                  </a:lnTo>
                  <a:lnTo>
                    <a:pt x="78" y="83"/>
                  </a:lnTo>
                  <a:lnTo>
                    <a:pt x="78" y="83"/>
                  </a:lnTo>
                  <a:lnTo>
                    <a:pt x="78" y="83"/>
                  </a:lnTo>
                  <a:lnTo>
                    <a:pt x="78" y="83"/>
                  </a:lnTo>
                  <a:lnTo>
                    <a:pt x="76" y="84"/>
                  </a:lnTo>
                  <a:lnTo>
                    <a:pt x="76" y="84"/>
                  </a:lnTo>
                  <a:lnTo>
                    <a:pt x="76" y="86"/>
                  </a:lnTo>
                  <a:lnTo>
                    <a:pt x="76" y="86"/>
                  </a:lnTo>
                  <a:lnTo>
                    <a:pt x="75" y="88"/>
                  </a:lnTo>
                  <a:lnTo>
                    <a:pt x="75" y="88"/>
                  </a:lnTo>
                  <a:lnTo>
                    <a:pt x="75" y="90"/>
                  </a:lnTo>
                  <a:lnTo>
                    <a:pt x="75" y="90"/>
                  </a:lnTo>
                  <a:lnTo>
                    <a:pt x="75" y="91"/>
                  </a:lnTo>
                  <a:lnTo>
                    <a:pt x="75" y="91"/>
                  </a:lnTo>
                  <a:lnTo>
                    <a:pt x="75" y="93"/>
                  </a:lnTo>
                  <a:lnTo>
                    <a:pt x="75" y="93"/>
                  </a:lnTo>
                  <a:lnTo>
                    <a:pt x="75" y="94"/>
                  </a:lnTo>
                  <a:lnTo>
                    <a:pt x="75" y="94"/>
                  </a:lnTo>
                  <a:lnTo>
                    <a:pt x="75" y="94"/>
                  </a:lnTo>
                  <a:lnTo>
                    <a:pt x="75" y="94"/>
                  </a:lnTo>
                  <a:lnTo>
                    <a:pt x="75" y="94"/>
                  </a:lnTo>
                  <a:lnTo>
                    <a:pt x="75" y="94"/>
                  </a:lnTo>
                  <a:lnTo>
                    <a:pt x="75" y="94"/>
                  </a:lnTo>
                  <a:lnTo>
                    <a:pt x="75" y="94"/>
                  </a:lnTo>
                  <a:lnTo>
                    <a:pt x="77" y="94"/>
                  </a:lnTo>
                  <a:lnTo>
                    <a:pt x="77" y="94"/>
                  </a:lnTo>
                  <a:lnTo>
                    <a:pt x="77" y="94"/>
                  </a:lnTo>
                  <a:lnTo>
                    <a:pt x="77" y="94"/>
                  </a:lnTo>
                  <a:lnTo>
                    <a:pt x="78" y="94"/>
                  </a:lnTo>
                  <a:lnTo>
                    <a:pt x="78" y="94"/>
                  </a:lnTo>
                  <a:lnTo>
                    <a:pt x="78" y="94"/>
                  </a:lnTo>
                  <a:lnTo>
                    <a:pt x="78" y="94"/>
                  </a:lnTo>
                  <a:lnTo>
                    <a:pt x="80" y="94"/>
                  </a:lnTo>
                  <a:lnTo>
                    <a:pt x="80" y="94"/>
                  </a:lnTo>
                  <a:lnTo>
                    <a:pt x="81" y="94"/>
                  </a:lnTo>
                  <a:lnTo>
                    <a:pt x="81" y="94"/>
                  </a:lnTo>
                  <a:lnTo>
                    <a:pt x="83" y="94"/>
                  </a:lnTo>
                  <a:lnTo>
                    <a:pt x="83" y="94"/>
                  </a:lnTo>
                  <a:lnTo>
                    <a:pt x="83" y="94"/>
                  </a:lnTo>
                  <a:lnTo>
                    <a:pt x="83" y="94"/>
                  </a:lnTo>
                  <a:lnTo>
                    <a:pt x="83" y="93"/>
                  </a:lnTo>
                  <a:lnTo>
                    <a:pt x="83" y="93"/>
                  </a:lnTo>
                  <a:lnTo>
                    <a:pt x="83" y="93"/>
                  </a:lnTo>
                  <a:lnTo>
                    <a:pt x="83" y="93"/>
                  </a:lnTo>
                  <a:lnTo>
                    <a:pt x="85" y="91"/>
                  </a:lnTo>
                  <a:lnTo>
                    <a:pt x="85" y="91"/>
                  </a:lnTo>
                  <a:lnTo>
                    <a:pt x="85" y="91"/>
                  </a:lnTo>
                  <a:lnTo>
                    <a:pt x="85" y="91"/>
                  </a:lnTo>
                  <a:lnTo>
                    <a:pt x="86" y="90"/>
                  </a:lnTo>
                  <a:lnTo>
                    <a:pt x="86" y="90"/>
                  </a:lnTo>
                  <a:lnTo>
                    <a:pt x="86" y="90"/>
                  </a:lnTo>
                  <a:lnTo>
                    <a:pt x="86" y="90"/>
                  </a:lnTo>
                  <a:lnTo>
                    <a:pt x="88" y="88"/>
                  </a:lnTo>
                  <a:lnTo>
                    <a:pt x="88" y="88"/>
                  </a:lnTo>
                  <a:lnTo>
                    <a:pt x="89" y="88"/>
                  </a:lnTo>
                  <a:lnTo>
                    <a:pt x="89" y="88"/>
                  </a:lnTo>
                  <a:lnTo>
                    <a:pt x="91" y="87"/>
                  </a:lnTo>
                  <a:lnTo>
                    <a:pt x="91" y="87"/>
                  </a:lnTo>
                  <a:lnTo>
                    <a:pt x="93" y="87"/>
                  </a:lnTo>
                  <a:lnTo>
                    <a:pt x="94" y="87"/>
                  </a:lnTo>
                  <a:lnTo>
                    <a:pt x="96" y="86"/>
                  </a:lnTo>
                  <a:lnTo>
                    <a:pt x="96" y="86"/>
                  </a:lnTo>
                  <a:lnTo>
                    <a:pt x="98" y="86"/>
                  </a:lnTo>
                  <a:lnTo>
                    <a:pt x="99" y="86"/>
                  </a:lnTo>
                  <a:lnTo>
                    <a:pt x="100" y="86"/>
                  </a:lnTo>
                  <a:lnTo>
                    <a:pt x="100" y="86"/>
                  </a:lnTo>
                  <a:lnTo>
                    <a:pt x="102" y="86"/>
                  </a:lnTo>
                  <a:lnTo>
                    <a:pt x="102" y="86"/>
                  </a:lnTo>
                  <a:lnTo>
                    <a:pt x="104" y="85"/>
                  </a:lnTo>
                  <a:lnTo>
                    <a:pt x="104" y="85"/>
                  </a:lnTo>
                  <a:lnTo>
                    <a:pt x="104" y="85"/>
                  </a:lnTo>
                  <a:lnTo>
                    <a:pt x="104" y="85"/>
                  </a:lnTo>
                  <a:lnTo>
                    <a:pt x="104" y="84"/>
                  </a:lnTo>
                  <a:lnTo>
                    <a:pt x="104" y="84"/>
                  </a:lnTo>
                  <a:lnTo>
                    <a:pt x="104" y="84"/>
                  </a:lnTo>
                  <a:lnTo>
                    <a:pt x="104" y="84"/>
                  </a:lnTo>
                  <a:lnTo>
                    <a:pt x="106" y="83"/>
                  </a:lnTo>
                  <a:lnTo>
                    <a:pt x="106" y="83"/>
                  </a:lnTo>
                  <a:lnTo>
                    <a:pt x="106" y="83"/>
                  </a:lnTo>
                  <a:lnTo>
                    <a:pt x="106" y="83"/>
                  </a:lnTo>
                  <a:lnTo>
                    <a:pt x="106" y="81"/>
                  </a:lnTo>
                  <a:lnTo>
                    <a:pt x="106" y="81"/>
                  </a:lnTo>
                  <a:lnTo>
                    <a:pt x="106" y="81"/>
                  </a:lnTo>
                  <a:lnTo>
                    <a:pt x="106" y="81"/>
                  </a:lnTo>
                  <a:lnTo>
                    <a:pt x="106" y="80"/>
                  </a:lnTo>
                  <a:lnTo>
                    <a:pt x="106" y="80"/>
                  </a:lnTo>
                  <a:lnTo>
                    <a:pt x="106" y="80"/>
                  </a:lnTo>
                  <a:lnTo>
                    <a:pt x="106" y="80"/>
                  </a:lnTo>
                  <a:lnTo>
                    <a:pt x="106" y="79"/>
                  </a:lnTo>
                  <a:lnTo>
                    <a:pt x="106" y="79"/>
                  </a:lnTo>
                  <a:lnTo>
                    <a:pt x="106" y="79"/>
                  </a:lnTo>
                  <a:lnTo>
                    <a:pt x="106" y="79"/>
                  </a:lnTo>
                  <a:lnTo>
                    <a:pt x="108" y="77"/>
                  </a:lnTo>
                  <a:lnTo>
                    <a:pt x="108" y="77"/>
                  </a:lnTo>
                  <a:lnTo>
                    <a:pt x="108" y="77"/>
                  </a:lnTo>
                  <a:lnTo>
                    <a:pt x="108" y="77"/>
                  </a:lnTo>
                  <a:lnTo>
                    <a:pt x="109" y="76"/>
                  </a:lnTo>
                  <a:lnTo>
                    <a:pt x="109" y="76"/>
                  </a:lnTo>
                  <a:lnTo>
                    <a:pt x="109" y="76"/>
                  </a:lnTo>
                  <a:lnTo>
                    <a:pt x="109" y="76"/>
                  </a:lnTo>
                  <a:lnTo>
                    <a:pt x="111" y="75"/>
                  </a:lnTo>
                  <a:lnTo>
                    <a:pt x="111" y="76"/>
                  </a:lnTo>
                  <a:lnTo>
                    <a:pt x="111" y="76"/>
                  </a:lnTo>
                  <a:lnTo>
                    <a:pt x="111" y="76"/>
                  </a:lnTo>
                  <a:lnTo>
                    <a:pt x="111" y="76"/>
                  </a:lnTo>
                  <a:lnTo>
                    <a:pt x="111" y="77"/>
                  </a:lnTo>
                  <a:lnTo>
                    <a:pt x="111" y="77"/>
                  </a:lnTo>
                  <a:lnTo>
                    <a:pt x="111" y="77"/>
                  </a:lnTo>
                  <a:lnTo>
                    <a:pt x="114" y="77"/>
                  </a:lnTo>
                  <a:lnTo>
                    <a:pt x="114" y="79"/>
                  </a:lnTo>
                  <a:lnTo>
                    <a:pt x="114" y="79"/>
                  </a:lnTo>
                  <a:lnTo>
                    <a:pt x="114" y="79"/>
                  </a:lnTo>
                  <a:lnTo>
                    <a:pt x="115" y="79"/>
                  </a:lnTo>
                  <a:lnTo>
                    <a:pt x="115" y="79"/>
                  </a:lnTo>
                  <a:lnTo>
                    <a:pt x="115" y="79"/>
                  </a:lnTo>
                  <a:lnTo>
                    <a:pt x="115" y="79"/>
                  </a:lnTo>
                  <a:lnTo>
                    <a:pt x="116" y="79"/>
                  </a:lnTo>
                  <a:lnTo>
                    <a:pt x="116" y="79"/>
                  </a:lnTo>
                  <a:lnTo>
                    <a:pt x="116" y="79"/>
                  </a:lnTo>
                  <a:lnTo>
                    <a:pt x="116" y="79"/>
                  </a:lnTo>
                  <a:lnTo>
                    <a:pt x="116" y="79"/>
                  </a:lnTo>
                  <a:lnTo>
                    <a:pt x="116" y="79"/>
                  </a:lnTo>
                  <a:lnTo>
                    <a:pt x="116" y="79"/>
                  </a:lnTo>
                  <a:lnTo>
                    <a:pt x="116" y="79"/>
                  </a:lnTo>
                  <a:lnTo>
                    <a:pt x="118" y="79"/>
                  </a:lnTo>
                  <a:lnTo>
                    <a:pt x="118" y="79"/>
                  </a:lnTo>
                  <a:lnTo>
                    <a:pt x="118" y="79"/>
                  </a:lnTo>
                  <a:lnTo>
                    <a:pt x="118" y="79"/>
                  </a:lnTo>
                  <a:lnTo>
                    <a:pt x="120" y="79"/>
                  </a:lnTo>
                  <a:lnTo>
                    <a:pt x="120" y="79"/>
                  </a:lnTo>
                  <a:lnTo>
                    <a:pt x="120" y="79"/>
                  </a:lnTo>
                  <a:lnTo>
                    <a:pt x="120" y="79"/>
                  </a:lnTo>
                  <a:lnTo>
                    <a:pt x="122" y="79"/>
                  </a:lnTo>
                  <a:lnTo>
                    <a:pt x="122" y="80"/>
                  </a:lnTo>
                  <a:lnTo>
                    <a:pt x="122" y="80"/>
                  </a:lnTo>
                  <a:lnTo>
                    <a:pt x="122" y="80"/>
                  </a:lnTo>
                  <a:lnTo>
                    <a:pt x="122" y="80"/>
                  </a:lnTo>
                  <a:lnTo>
                    <a:pt x="122" y="80"/>
                  </a:lnTo>
                  <a:lnTo>
                    <a:pt x="122" y="80"/>
                  </a:lnTo>
                  <a:lnTo>
                    <a:pt x="122" y="80"/>
                  </a:lnTo>
                  <a:lnTo>
                    <a:pt x="124" y="80"/>
                  </a:lnTo>
                  <a:lnTo>
                    <a:pt x="124" y="81"/>
                  </a:lnTo>
                  <a:lnTo>
                    <a:pt x="124" y="81"/>
                  </a:lnTo>
                  <a:lnTo>
                    <a:pt x="124" y="81"/>
                  </a:lnTo>
                  <a:lnTo>
                    <a:pt x="126" y="81"/>
                  </a:lnTo>
                  <a:lnTo>
                    <a:pt x="126" y="81"/>
                  </a:lnTo>
                  <a:lnTo>
                    <a:pt x="128" y="81"/>
                  </a:lnTo>
                  <a:lnTo>
                    <a:pt x="128" y="81"/>
                  </a:lnTo>
                  <a:lnTo>
                    <a:pt x="130" y="81"/>
                  </a:lnTo>
                  <a:lnTo>
                    <a:pt x="130" y="83"/>
                  </a:lnTo>
                  <a:lnTo>
                    <a:pt x="130" y="83"/>
                  </a:lnTo>
                  <a:lnTo>
                    <a:pt x="130" y="83"/>
                  </a:lnTo>
                  <a:lnTo>
                    <a:pt x="130" y="83"/>
                  </a:lnTo>
                  <a:lnTo>
                    <a:pt x="130" y="84"/>
                  </a:lnTo>
                  <a:lnTo>
                    <a:pt x="130" y="84"/>
                  </a:lnTo>
                  <a:lnTo>
                    <a:pt x="130" y="84"/>
                  </a:lnTo>
                  <a:lnTo>
                    <a:pt x="131" y="84"/>
                  </a:lnTo>
                  <a:lnTo>
                    <a:pt x="131" y="86"/>
                  </a:lnTo>
                  <a:lnTo>
                    <a:pt x="131" y="86"/>
                  </a:lnTo>
                  <a:lnTo>
                    <a:pt x="131" y="86"/>
                  </a:lnTo>
                  <a:lnTo>
                    <a:pt x="132" y="86"/>
                  </a:lnTo>
                  <a:lnTo>
                    <a:pt x="132" y="88"/>
                  </a:lnTo>
                  <a:lnTo>
                    <a:pt x="132" y="88"/>
                  </a:lnTo>
                  <a:lnTo>
                    <a:pt x="132" y="88"/>
                  </a:lnTo>
                  <a:lnTo>
                    <a:pt x="134" y="88"/>
                  </a:lnTo>
                  <a:lnTo>
                    <a:pt x="134" y="88"/>
                  </a:lnTo>
                  <a:lnTo>
                    <a:pt x="134" y="88"/>
                  </a:lnTo>
                  <a:lnTo>
                    <a:pt x="134" y="88"/>
                  </a:lnTo>
                  <a:lnTo>
                    <a:pt x="134" y="88"/>
                  </a:lnTo>
                  <a:lnTo>
                    <a:pt x="134" y="88"/>
                  </a:lnTo>
                  <a:lnTo>
                    <a:pt x="134" y="88"/>
                  </a:lnTo>
                  <a:lnTo>
                    <a:pt x="134" y="88"/>
                  </a:lnTo>
                  <a:lnTo>
                    <a:pt x="136" y="87"/>
                  </a:lnTo>
                  <a:lnTo>
                    <a:pt x="136" y="87"/>
                  </a:lnTo>
                  <a:lnTo>
                    <a:pt x="136" y="87"/>
                  </a:lnTo>
                  <a:lnTo>
                    <a:pt x="136" y="87"/>
                  </a:lnTo>
                  <a:lnTo>
                    <a:pt x="137" y="87"/>
                  </a:lnTo>
                  <a:lnTo>
                    <a:pt x="137" y="87"/>
                  </a:lnTo>
                  <a:lnTo>
                    <a:pt x="137" y="87"/>
                  </a:lnTo>
                  <a:lnTo>
                    <a:pt x="137" y="87"/>
                  </a:lnTo>
                  <a:lnTo>
                    <a:pt x="138" y="85"/>
                  </a:lnTo>
                  <a:lnTo>
                    <a:pt x="138" y="86"/>
                  </a:lnTo>
                  <a:lnTo>
                    <a:pt x="138" y="86"/>
                  </a:lnTo>
                  <a:lnTo>
                    <a:pt x="138" y="86"/>
                  </a:lnTo>
                  <a:lnTo>
                    <a:pt x="140" y="86"/>
                  </a:lnTo>
                  <a:lnTo>
                    <a:pt x="140" y="86"/>
                  </a:lnTo>
                  <a:lnTo>
                    <a:pt x="140" y="86"/>
                  </a:lnTo>
                  <a:lnTo>
                    <a:pt x="140" y="86"/>
                  </a:lnTo>
                  <a:lnTo>
                    <a:pt x="143" y="86"/>
                  </a:lnTo>
                  <a:lnTo>
                    <a:pt x="143" y="86"/>
                  </a:lnTo>
                  <a:lnTo>
                    <a:pt x="143" y="86"/>
                  </a:lnTo>
                  <a:lnTo>
                    <a:pt x="143" y="86"/>
                  </a:lnTo>
                  <a:lnTo>
                    <a:pt x="145" y="86"/>
                  </a:lnTo>
                  <a:lnTo>
                    <a:pt x="145" y="86"/>
                  </a:lnTo>
                  <a:lnTo>
                    <a:pt x="145" y="86"/>
                  </a:lnTo>
                  <a:lnTo>
                    <a:pt x="145" y="86"/>
                  </a:lnTo>
                  <a:lnTo>
                    <a:pt x="146" y="86"/>
                  </a:lnTo>
                  <a:lnTo>
                    <a:pt x="145" y="86"/>
                  </a:lnTo>
                  <a:lnTo>
                    <a:pt x="145" y="86"/>
                  </a:lnTo>
                  <a:lnTo>
                    <a:pt x="145" y="86"/>
                  </a:lnTo>
                  <a:lnTo>
                    <a:pt x="145" y="86"/>
                  </a:lnTo>
                  <a:lnTo>
                    <a:pt x="145" y="86"/>
                  </a:lnTo>
                  <a:lnTo>
                    <a:pt x="145" y="86"/>
                  </a:lnTo>
                  <a:lnTo>
                    <a:pt x="145" y="86"/>
                  </a:lnTo>
                  <a:lnTo>
                    <a:pt x="145" y="86"/>
                  </a:lnTo>
                  <a:lnTo>
                    <a:pt x="146" y="86"/>
                  </a:lnTo>
                  <a:lnTo>
                    <a:pt x="146" y="86"/>
                  </a:lnTo>
                  <a:lnTo>
                    <a:pt x="146" y="86"/>
                  </a:lnTo>
                  <a:lnTo>
                    <a:pt x="146" y="86"/>
                  </a:lnTo>
                  <a:lnTo>
                    <a:pt x="148" y="86"/>
                  </a:lnTo>
                  <a:lnTo>
                    <a:pt x="148" y="86"/>
                  </a:lnTo>
                  <a:lnTo>
                    <a:pt x="148" y="86"/>
                  </a:lnTo>
                  <a:lnTo>
                    <a:pt x="148" y="86"/>
                  </a:lnTo>
                  <a:lnTo>
                    <a:pt x="150" y="86"/>
                  </a:lnTo>
                  <a:lnTo>
                    <a:pt x="150" y="86"/>
                  </a:lnTo>
                  <a:lnTo>
                    <a:pt x="150" y="86"/>
                  </a:lnTo>
                  <a:lnTo>
                    <a:pt x="150" y="86"/>
                  </a:lnTo>
                  <a:lnTo>
                    <a:pt x="150" y="86"/>
                  </a:lnTo>
                  <a:lnTo>
                    <a:pt x="150" y="86"/>
                  </a:lnTo>
                  <a:lnTo>
                    <a:pt x="150" y="86"/>
                  </a:lnTo>
                  <a:lnTo>
                    <a:pt x="150" y="86"/>
                  </a:lnTo>
                  <a:lnTo>
                    <a:pt x="151" y="85"/>
                  </a:lnTo>
                  <a:lnTo>
                    <a:pt x="151" y="85"/>
                  </a:lnTo>
                  <a:lnTo>
                    <a:pt x="151" y="85"/>
                  </a:lnTo>
                  <a:lnTo>
                    <a:pt x="151" y="85"/>
                  </a:lnTo>
                  <a:lnTo>
                    <a:pt x="152" y="84"/>
                  </a:lnTo>
                  <a:lnTo>
                    <a:pt x="152" y="84"/>
                  </a:lnTo>
                  <a:lnTo>
                    <a:pt x="152" y="84"/>
                  </a:lnTo>
                  <a:lnTo>
                    <a:pt x="152" y="84"/>
                  </a:lnTo>
                  <a:lnTo>
                    <a:pt x="154" y="83"/>
                  </a:lnTo>
                  <a:lnTo>
                    <a:pt x="154" y="83"/>
                  </a:lnTo>
                  <a:lnTo>
                    <a:pt x="154" y="83"/>
                  </a:lnTo>
                  <a:lnTo>
                    <a:pt x="154" y="83"/>
                  </a:lnTo>
                  <a:lnTo>
                    <a:pt x="155" y="81"/>
                  </a:lnTo>
                  <a:lnTo>
                    <a:pt x="155" y="81"/>
                  </a:lnTo>
                  <a:lnTo>
                    <a:pt x="156" y="81"/>
                  </a:lnTo>
                  <a:lnTo>
                    <a:pt x="156" y="81"/>
                  </a:lnTo>
                  <a:lnTo>
                    <a:pt x="158" y="79"/>
                  </a:lnTo>
                  <a:lnTo>
                    <a:pt x="158" y="79"/>
                  </a:lnTo>
                  <a:lnTo>
                    <a:pt x="158" y="79"/>
                  </a:lnTo>
                  <a:lnTo>
                    <a:pt x="158" y="79"/>
                  </a:lnTo>
                  <a:lnTo>
                    <a:pt x="160" y="78"/>
                  </a:lnTo>
                  <a:lnTo>
                    <a:pt x="160" y="78"/>
                  </a:lnTo>
                  <a:lnTo>
                    <a:pt x="161" y="78"/>
                  </a:lnTo>
                  <a:lnTo>
                    <a:pt x="161" y="78"/>
                  </a:lnTo>
                  <a:lnTo>
                    <a:pt x="163" y="76"/>
                  </a:lnTo>
                  <a:lnTo>
                    <a:pt x="163" y="76"/>
                  </a:lnTo>
                  <a:lnTo>
                    <a:pt x="163" y="76"/>
                  </a:lnTo>
                  <a:lnTo>
                    <a:pt x="163" y="76"/>
                  </a:lnTo>
                  <a:lnTo>
                    <a:pt x="165" y="76"/>
                  </a:lnTo>
                  <a:lnTo>
                    <a:pt x="165" y="76"/>
                  </a:lnTo>
                  <a:lnTo>
                    <a:pt x="165" y="76"/>
                  </a:lnTo>
                  <a:lnTo>
                    <a:pt x="165" y="76"/>
                  </a:lnTo>
                  <a:lnTo>
                    <a:pt x="167" y="75"/>
                  </a:lnTo>
                  <a:lnTo>
                    <a:pt x="167" y="75"/>
                  </a:lnTo>
                  <a:lnTo>
                    <a:pt x="167" y="75"/>
                  </a:lnTo>
                  <a:lnTo>
                    <a:pt x="167" y="75"/>
                  </a:lnTo>
                  <a:lnTo>
                    <a:pt x="169" y="75"/>
                  </a:lnTo>
                  <a:lnTo>
                    <a:pt x="169" y="75"/>
                  </a:lnTo>
                  <a:lnTo>
                    <a:pt x="170" y="75"/>
                  </a:lnTo>
                  <a:lnTo>
                    <a:pt x="170" y="75"/>
                  </a:lnTo>
                  <a:lnTo>
                    <a:pt x="172" y="75"/>
                  </a:lnTo>
                  <a:lnTo>
                    <a:pt x="172" y="75"/>
                  </a:lnTo>
                  <a:lnTo>
                    <a:pt x="173" y="75"/>
                  </a:lnTo>
                  <a:lnTo>
                    <a:pt x="173" y="75"/>
                  </a:lnTo>
                  <a:lnTo>
                    <a:pt x="175" y="74"/>
                  </a:lnTo>
                  <a:lnTo>
                    <a:pt x="175" y="74"/>
                  </a:lnTo>
                  <a:lnTo>
                    <a:pt x="177" y="73"/>
                  </a:lnTo>
                  <a:lnTo>
                    <a:pt x="178" y="73"/>
                  </a:lnTo>
                  <a:lnTo>
                    <a:pt x="180" y="71"/>
                  </a:lnTo>
                  <a:lnTo>
                    <a:pt x="180" y="71"/>
                  </a:lnTo>
                  <a:lnTo>
                    <a:pt x="182" y="71"/>
                  </a:lnTo>
                  <a:lnTo>
                    <a:pt x="183" y="71"/>
                  </a:lnTo>
                  <a:lnTo>
                    <a:pt x="184" y="69"/>
                  </a:lnTo>
                  <a:lnTo>
                    <a:pt x="184" y="69"/>
                  </a:lnTo>
                  <a:lnTo>
                    <a:pt x="186" y="67"/>
                  </a:lnTo>
                  <a:lnTo>
                    <a:pt x="186" y="67"/>
                  </a:lnTo>
                  <a:lnTo>
                    <a:pt x="188" y="65"/>
                  </a:lnTo>
                  <a:lnTo>
                    <a:pt x="188" y="65"/>
                  </a:lnTo>
                  <a:lnTo>
                    <a:pt x="188" y="65"/>
                  </a:lnTo>
                  <a:lnTo>
                    <a:pt x="188" y="65"/>
                  </a:lnTo>
                  <a:lnTo>
                    <a:pt x="188" y="64"/>
                  </a:lnTo>
                  <a:lnTo>
                    <a:pt x="188" y="64"/>
                  </a:lnTo>
                  <a:lnTo>
                    <a:pt x="188" y="64"/>
                  </a:lnTo>
                  <a:lnTo>
                    <a:pt x="188" y="64"/>
                  </a:lnTo>
                  <a:lnTo>
                    <a:pt x="189" y="62"/>
                  </a:lnTo>
                  <a:lnTo>
                    <a:pt x="189" y="62"/>
                  </a:lnTo>
                  <a:lnTo>
                    <a:pt x="189" y="62"/>
                  </a:lnTo>
                  <a:lnTo>
                    <a:pt x="189" y="62"/>
                  </a:lnTo>
                  <a:lnTo>
                    <a:pt x="189" y="61"/>
                  </a:lnTo>
                  <a:lnTo>
                    <a:pt x="189" y="61"/>
                  </a:lnTo>
                  <a:lnTo>
                    <a:pt x="189" y="60"/>
                  </a:lnTo>
                  <a:lnTo>
                    <a:pt x="189" y="60"/>
                  </a:lnTo>
                  <a:lnTo>
                    <a:pt x="190" y="58"/>
                  </a:lnTo>
                  <a:lnTo>
                    <a:pt x="190" y="58"/>
                  </a:lnTo>
                  <a:lnTo>
                    <a:pt x="190" y="58"/>
                  </a:lnTo>
                  <a:lnTo>
                    <a:pt x="190" y="58"/>
                  </a:lnTo>
                  <a:lnTo>
                    <a:pt x="190" y="57"/>
                  </a:lnTo>
                  <a:lnTo>
                    <a:pt x="190" y="57"/>
                  </a:lnTo>
                  <a:lnTo>
                    <a:pt x="190" y="57"/>
                  </a:lnTo>
                  <a:lnTo>
                    <a:pt x="190" y="57"/>
                  </a:lnTo>
                  <a:lnTo>
                    <a:pt x="192" y="55"/>
                  </a:lnTo>
                  <a:lnTo>
                    <a:pt x="192" y="55"/>
                  </a:lnTo>
                  <a:lnTo>
                    <a:pt x="192" y="55"/>
                  </a:lnTo>
                  <a:lnTo>
                    <a:pt x="192" y="55"/>
                  </a:lnTo>
                  <a:lnTo>
                    <a:pt x="192" y="55"/>
                  </a:lnTo>
                  <a:lnTo>
                    <a:pt x="192" y="55"/>
                  </a:lnTo>
                  <a:lnTo>
                    <a:pt x="192" y="55"/>
                  </a:lnTo>
                  <a:lnTo>
                    <a:pt x="192" y="55"/>
                  </a:lnTo>
                  <a:lnTo>
                    <a:pt x="194" y="53"/>
                  </a:lnTo>
                  <a:lnTo>
                    <a:pt x="194" y="53"/>
                  </a:lnTo>
                  <a:lnTo>
                    <a:pt x="194" y="53"/>
                  </a:lnTo>
                  <a:lnTo>
                    <a:pt x="194" y="53"/>
                  </a:lnTo>
                  <a:lnTo>
                    <a:pt x="196" y="53"/>
                  </a:lnTo>
                  <a:lnTo>
                    <a:pt x="196" y="53"/>
                  </a:lnTo>
                  <a:lnTo>
                    <a:pt x="198" y="53"/>
                  </a:lnTo>
                  <a:lnTo>
                    <a:pt x="198" y="53"/>
                  </a:lnTo>
                  <a:lnTo>
                    <a:pt x="200" y="53"/>
                  </a:lnTo>
                  <a:lnTo>
                    <a:pt x="200" y="53"/>
                  </a:lnTo>
                  <a:lnTo>
                    <a:pt x="202" y="53"/>
                  </a:lnTo>
                  <a:lnTo>
                    <a:pt x="202" y="53"/>
                  </a:lnTo>
                  <a:lnTo>
                    <a:pt x="204" y="53"/>
                  </a:lnTo>
                  <a:lnTo>
                    <a:pt x="204" y="53"/>
                  </a:lnTo>
                  <a:lnTo>
                    <a:pt x="205" y="53"/>
                  </a:lnTo>
                  <a:lnTo>
                    <a:pt x="205" y="53"/>
                  </a:lnTo>
                  <a:lnTo>
                    <a:pt x="207" y="52"/>
                  </a:lnTo>
                  <a:lnTo>
                    <a:pt x="207" y="53"/>
                  </a:lnTo>
                  <a:lnTo>
                    <a:pt x="207" y="53"/>
                  </a:lnTo>
                  <a:lnTo>
                    <a:pt x="207" y="53"/>
                  </a:lnTo>
                  <a:lnTo>
                    <a:pt x="209" y="53"/>
                  </a:lnTo>
                  <a:lnTo>
                    <a:pt x="209" y="55"/>
                  </a:lnTo>
                  <a:lnTo>
                    <a:pt x="211" y="55"/>
                  </a:lnTo>
                  <a:lnTo>
                    <a:pt x="211" y="55"/>
                  </a:lnTo>
                  <a:lnTo>
                    <a:pt x="212" y="55"/>
                  </a:lnTo>
                  <a:lnTo>
                    <a:pt x="212" y="56"/>
                  </a:lnTo>
                  <a:lnTo>
                    <a:pt x="214" y="56"/>
                  </a:lnTo>
                  <a:lnTo>
                    <a:pt x="214" y="56"/>
                  </a:lnTo>
                  <a:lnTo>
                    <a:pt x="216" y="56"/>
                  </a:lnTo>
                  <a:lnTo>
                    <a:pt x="216" y="56"/>
                  </a:lnTo>
                  <a:lnTo>
                    <a:pt x="217" y="56"/>
                  </a:lnTo>
                  <a:lnTo>
                    <a:pt x="217" y="56"/>
                  </a:lnTo>
                  <a:lnTo>
                    <a:pt x="219" y="56"/>
                  </a:lnTo>
                  <a:lnTo>
                    <a:pt x="219" y="56"/>
                  </a:lnTo>
                  <a:lnTo>
                    <a:pt x="219" y="56"/>
                  </a:lnTo>
                  <a:lnTo>
                    <a:pt x="219" y="56"/>
                  </a:lnTo>
                  <a:lnTo>
                    <a:pt x="221" y="56"/>
                  </a:lnTo>
                  <a:lnTo>
                    <a:pt x="221" y="56"/>
                  </a:lnTo>
                  <a:lnTo>
                    <a:pt x="221" y="56"/>
                  </a:lnTo>
                  <a:lnTo>
                    <a:pt x="221" y="56"/>
                  </a:lnTo>
                  <a:lnTo>
                    <a:pt x="223" y="55"/>
                  </a:lnTo>
                  <a:lnTo>
                    <a:pt x="223" y="55"/>
                  </a:lnTo>
                  <a:lnTo>
                    <a:pt x="223" y="55"/>
                  </a:lnTo>
                  <a:lnTo>
                    <a:pt x="223" y="55"/>
                  </a:lnTo>
                  <a:lnTo>
                    <a:pt x="226" y="54"/>
                  </a:lnTo>
                  <a:lnTo>
                    <a:pt x="226" y="54"/>
                  </a:lnTo>
                  <a:lnTo>
                    <a:pt x="227" y="54"/>
                  </a:lnTo>
                  <a:lnTo>
                    <a:pt x="227" y="54"/>
                  </a:lnTo>
                  <a:lnTo>
                    <a:pt x="229" y="53"/>
                  </a:lnTo>
                  <a:lnTo>
                    <a:pt x="229" y="55"/>
                  </a:lnTo>
                  <a:lnTo>
                    <a:pt x="229" y="55"/>
                  </a:lnTo>
                  <a:lnTo>
                    <a:pt x="229" y="55"/>
                  </a:lnTo>
                  <a:lnTo>
                    <a:pt x="229" y="55"/>
                  </a:lnTo>
                  <a:lnTo>
                    <a:pt x="229" y="55"/>
                  </a:lnTo>
                  <a:lnTo>
                    <a:pt x="229" y="55"/>
                  </a:lnTo>
                  <a:lnTo>
                    <a:pt x="229" y="55"/>
                  </a:lnTo>
                  <a:lnTo>
                    <a:pt x="231" y="55"/>
                  </a:lnTo>
                  <a:lnTo>
                    <a:pt x="231" y="56"/>
                  </a:lnTo>
                  <a:lnTo>
                    <a:pt x="231" y="56"/>
                  </a:lnTo>
                  <a:lnTo>
                    <a:pt x="231" y="56"/>
                  </a:lnTo>
                  <a:lnTo>
                    <a:pt x="232" y="56"/>
                  </a:lnTo>
                  <a:lnTo>
                    <a:pt x="232" y="56"/>
                  </a:lnTo>
                  <a:lnTo>
                    <a:pt x="232" y="56"/>
                  </a:lnTo>
                  <a:lnTo>
                    <a:pt x="232" y="56"/>
                  </a:lnTo>
                  <a:lnTo>
                    <a:pt x="234" y="56"/>
                  </a:lnTo>
                  <a:lnTo>
                    <a:pt x="234" y="56"/>
                  </a:lnTo>
                  <a:lnTo>
                    <a:pt x="234" y="56"/>
                  </a:lnTo>
                  <a:lnTo>
                    <a:pt x="234" y="56"/>
                  </a:lnTo>
                  <a:lnTo>
                    <a:pt x="234" y="56"/>
                  </a:lnTo>
                  <a:lnTo>
                    <a:pt x="234" y="56"/>
                  </a:lnTo>
                  <a:lnTo>
                    <a:pt x="234" y="56"/>
                  </a:lnTo>
                  <a:lnTo>
                    <a:pt x="234" y="56"/>
                  </a:lnTo>
                  <a:lnTo>
                    <a:pt x="236" y="56"/>
                  </a:lnTo>
                  <a:lnTo>
                    <a:pt x="236" y="56"/>
                  </a:lnTo>
                  <a:lnTo>
                    <a:pt x="236" y="56"/>
                  </a:lnTo>
                  <a:lnTo>
                    <a:pt x="236" y="56"/>
                  </a:lnTo>
                  <a:lnTo>
                    <a:pt x="238" y="56"/>
                  </a:lnTo>
                  <a:lnTo>
                    <a:pt x="238" y="56"/>
                  </a:lnTo>
                  <a:lnTo>
                    <a:pt x="238" y="56"/>
                  </a:lnTo>
                  <a:lnTo>
                    <a:pt x="238" y="56"/>
                  </a:lnTo>
                  <a:lnTo>
                    <a:pt x="240" y="55"/>
                  </a:lnTo>
                  <a:lnTo>
                    <a:pt x="240" y="55"/>
                  </a:lnTo>
                  <a:lnTo>
                    <a:pt x="240" y="55"/>
                  </a:lnTo>
                  <a:lnTo>
                    <a:pt x="240" y="55"/>
                  </a:lnTo>
                  <a:lnTo>
                    <a:pt x="241" y="54"/>
                  </a:lnTo>
                  <a:lnTo>
                    <a:pt x="241" y="54"/>
                  </a:lnTo>
                  <a:lnTo>
                    <a:pt x="241" y="53"/>
                  </a:lnTo>
                  <a:lnTo>
                    <a:pt x="241" y="53"/>
                  </a:lnTo>
                  <a:lnTo>
                    <a:pt x="243" y="51"/>
                  </a:lnTo>
                  <a:lnTo>
                    <a:pt x="243" y="51"/>
                  </a:lnTo>
                  <a:lnTo>
                    <a:pt x="243" y="51"/>
                  </a:lnTo>
                  <a:lnTo>
                    <a:pt x="243" y="51"/>
                  </a:lnTo>
                  <a:lnTo>
                    <a:pt x="244" y="49"/>
                  </a:lnTo>
                  <a:lnTo>
                    <a:pt x="244" y="49"/>
                  </a:lnTo>
                  <a:lnTo>
                    <a:pt x="244" y="48"/>
                  </a:lnTo>
                  <a:lnTo>
                    <a:pt x="244" y="48"/>
                  </a:lnTo>
                  <a:lnTo>
                    <a:pt x="245" y="46"/>
                  </a:lnTo>
                  <a:lnTo>
                    <a:pt x="243" y="46"/>
                  </a:lnTo>
                  <a:lnTo>
                    <a:pt x="243" y="46"/>
                  </a:lnTo>
                  <a:lnTo>
                    <a:pt x="242" y="46"/>
                  </a:lnTo>
                  <a:lnTo>
                    <a:pt x="242" y="45"/>
                  </a:lnTo>
                  <a:lnTo>
                    <a:pt x="240" y="45"/>
                  </a:lnTo>
                  <a:lnTo>
                    <a:pt x="240" y="45"/>
                  </a:lnTo>
                  <a:lnTo>
                    <a:pt x="239" y="45"/>
                  </a:lnTo>
                  <a:lnTo>
                    <a:pt x="239" y="43"/>
                  </a:lnTo>
                  <a:lnTo>
                    <a:pt x="237" y="43"/>
                  </a:lnTo>
                  <a:lnTo>
                    <a:pt x="237" y="43"/>
                  </a:lnTo>
                  <a:lnTo>
                    <a:pt x="236" y="43"/>
                  </a:lnTo>
                  <a:lnTo>
                    <a:pt x="236" y="42"/>
                  </a:lnTo>
                  <a:lnTo>
                    <a:pt x="234" y="42"/>
                  </a:lnTo>
                  <a:lnTo>
                    <a:pt x="234" y="42"/>
                  </a:lnTo>
                  <a:lnTo>
                    <a:pt x="234" y="42"/>
                  </a:lnTo>
                  <a:lnTo>
                    <a:pt x="234" y="40"/>
                  </a:lnTo>
                  <a:lnTo>
                    <a:pt x="233" y="40"/>
                  </a:lnTo>
                  <a:lnTo>
                    <a:pt x="233" y="40"/>
                  </a:lnTo>
                  <a:lnTo>
                    <a:pt x="232" y="40"/>
                  </a:lnTo>
                  <a:lnTo>
                    <a:pt x="232" y="40"/>
                  </a:lnTo>
                  <a:lnTo>
                    <a:pt x="230" y="40"/>
                  </a:lnTo>
                  <a:lnTo>
                    <a:pt x="230" y="40"/>
                  </a:lnTo>
                  <a:lnTo>
                    <a:pt x="229" y="40"/>
                  </a:lnTo>
                  <a:lnTo>
                    <a:pt x="229" y="39"/>
                  </a:lnTo>
                  <a:lnTo>
                    <a:pt x="227" y="39"/>
                  </a:lnTo>
                  <a:lnTo>
                    <a:pt x="227" y="39"/>
                  </a:lnTo>
                  <a:lnTo>
                    <a:pt x="226" y="39"/>
                  </a:lnTo>
                  <a:lnTo>
                    <a:pt x="226" y="39"/>
                  </a:lnTo>
                  <a:lnTo>
                    <a:pt x="226" y="39"/>
                  </a:lnTo>
                  <a:lnTo>
                    <a:pt x="226" y="39"/>
                  </a:lnTo>
                  <a:lnTo>
                    <a:pt x="226" y="39"/>
                  </a:lnTo>
                  <a:lnTo>
                    <a:pt x="226" y="37"/>
                  </a:lnTo>
                  <a:lnTo>
                    <a:pt x="223" y="37"/>
                  </a:lnTo>
                  <a:lnTo>
                    <a:pt x="223" y="37"/>
                  </a:lnTo>
                  <a:lnTo>
                    <a:pt x="223" y="37"/>
                  </a:lnTo>
                  <a:lnTo>
                    <a:pt x="223" y="37"/>
                  </a:lnTo>
                  <a:lnTo>
                    <a:pt x="221" y="37"/>
                  </a:lnTo>
                  <a:lnTo>
                    <a:pt x="221" y="37"/>
                  </a:lnTo>
                  <a:lnTo>
                    <a:pt x="221" y="37"/>
                  </a:lnTo>
                  <a:lnTo>
                    <a:pt x="221" y="35"/>
                  </a:lnTo>
                  <a:lnTo>
                    <a:pt x="219" y="35"/>
                  </a:lnTo>
                  <a:lnTo>
                    <a:pt x="219" y="35"/>
                  </a:lnTo>
                  <a:lnTo>
                    <a:pt x="219" y="35"/>
                  </a:lnTo>
                  <a:lnTo>
                    <a:pt x="219" y="34"/>
                  </a:lnTo>
                  <a:lnTo>
                    <a:pt x="219" y="34"/>
                  </a:lnTo>
                  <a:lnTo>
                    <a:pt x="219" y="34"/>
                  </a:lnTo>
                  <a:lnTo>
                    <a:pt x="219" y="34"/>
                  </a:lnTo>
                  <a:lnTo>
                    <a:pt x="219" y="32"/>
                  </a:lnTo>
                  <a:lnTo>
                    <a:pt x="219" y="32"/>
                  </a:lnTo>
                  <a:lnTo>
                    <a:pt x="219" y="32"/>
                  </a:lnTo>
                  <a:lnTo>
                    <a:pt x="219" y="32"/>
                  </a:lnTo>
                  <a:lnTo>
                    <a:pt x="219" y="31"/>
                  </a:lnTo>
                  <a:lnTo>
                    <a:pt x="219" y="31"/>
                  </a:lnTo>
                  <a:lnTo>
                    <a:pt x="219" y="31"/>
                  </a:lnTo>
                  <a:lnTo>
                    <a:pt x="219" y="31"/>
                  </a:lnTo>
                  <a:lnTo>
                    <a:pt x="220" y="30"/>
                  </a:lnTo>
                  <a:lnTo>
                    <a:pt x="220" y="30"/>
                  </a:lnTo>
                  <a:lnTo>
                    <a:pt x="220" y="30"/>
                  </a:lnTo>
                  <a:lnTo>
                    <a:pt x="220" y="30"/>
                  </a:lnTo>
                  <a:lnTo>
                    <a:pt x="220" y="28"/>
                  </a:lnTo>
                  <a:lnTo>
                    <a:pt x="220" y="28"/>
                  </a:lnTo>
                  <a:lnTo>
                    <a:pt x="220" y="28"/>
                  </a:lnTo>
                  <a:lnTo>
                    <a:pt x="220" y="28"/>
                  </a:lnTo>
                  <a:lnTo>
                    <a:pt x="221" y="27"/>
                  </a:lnTo>
                  <a:lnTo>
                    <a:pt x="221" y="27"/>
                  </a:lnTo>
                  <a:lnTo>
                    <a:pt x="221" y="27"/>
                  </a:lnTo>
                  <a:lnTo>
                    <a:pt x="221" y="27"/>
                  </a:lnTo>
                  <a:lnTo>
                    <a:pt x="221" y="27"/>
                  </a:lnTo>
                  <a:lnTo>
                    <a:pt x="221" y="27"/>
                  </a:lnTo>
                  <a:lnTo>
                    <a:pt x="221" y="27"/>
                  </a:lnTo>
                  <a:lnTo>
                    <a:pt x="221" y="27"/>
                  </a:lnTo>
                  <a:lnTo>
                    <a:pt x="223" y="25"/>
                  </a:lnTo>
                  <a:lnTo>
                    <a:pt x="223" y="25"/>
                  </a:lnTo>
                  <a:lnTo>
                    <a:pt x="223" y="25"/>
                  </a:lnTo>
                  <a:lnTo>
                    <a:pt x="223" y="25"/>
                  </a:lnTo>
                  <a:lnTo>
                    <a:pt x="225" y="24"/>
                  </a:lnTo>
                  <a:lnTo>
                    <a:pt x="225" y="24"/>
                  </a:lnTo>
                  <a:lnTo>
                    <a:pt x="225" y="24"/>
                  </a:lnTo>
                  <a:lnTo>
                    <a:pt x="225" y="24"/>
                  </a:lnTo>
                  <a:lnTo>
                    <a:pt x="226" y="23"/>
                  </a:lnTo>
                  <a:lnTo>
                    <a:pt x="224" y="23"/>
                  </a:lnTo>
                  <a:lnTo>
                    <a:pt x="224" y="23"/>
                  </a:lnTo>
                  <a:lnTo>
                    <a:pt x="223" y="23"/>
                  </a:lnTo>
                  <a:lnTo>
                    <a:pt x="223" y="22"/>
                  </a:lnTo>
                  <a:lnTo>
                    <a:pt x="221" y="22"/>
                  </a:lnTo>
                  <a:lnTo>
                    <a:pt x="221" y="22"/>
                  </a:lnTo>
                  <a:lnTo>
                    <a:pt x="219" y="22"/>
                  </a:lnTo>
                  <a:lnTo>
                    <a:pt x="219" y="22"/>
                  </a:lnTo>
                  <a:lnTo>
                    <a:pt x="217" y="23"/>
                  </a:lnTo>
                  <a:lnTo>
                    <a:pt x="215" y="23"/>
                  </a:lnTo>
                  <a:lnTo>
                    <a:pt x="213" y="23"/>
                  </a:lnTo>
                  <a:lnTo>
                    <a:pt x="213" y="23"/>
                  </a:lnTo>
                  <a:lnTo>
                    <a:pt x="211" y="23"/>
                  </a:lnTo>
                  <a:lnTo>
                    <a:pt x="211" y="23"/>
                  </a:lnTo>
                  <a:lnTo>
                    <a:pt x="210" y="23"/>
                  </a:lnTo>
                  <a:lnTo>
                    <a:pt x="210" y="23"/>
                  </a:lnTo>
                  <a:lnTo>
                    <a:pt x="208" y="23"/>
                  </a:lnTo>
                  <a:lnTo>
                    <a:pt x="206" y="23"/>
                  </a:lnTo>
                  <a:lnTo>
                    <a:pt x="205" y="23"/>
                  </a:lnTo>
                  <a:lnTo>
                    <a:pt x="205" y="23"/>
                  </a:lnTo>
                  <a:lnTo>
                    <a:pt x="203" y="23"/>
                  </a:lnTo>
                  <a:lnTo>
                    <a:pt x="203" y="23"/>
                  </a:lnTo>
                  <a:lnTo>
                    <a:pt x="201" y="23"/>
                  </a:lnTo>
                  <a:lnTo>
                    <a:pt x="201" y="21"/>
                  </a:lnTo>
                  <a:lnTo>
                    <a:pt x="199" y="21"/>
                  </a:lnTo>
                  <a:lnTo>
                    <a:pt x="199" y="21"/>
                  </a:lnTo>
                  <a:lnTo>
                    <a:pt x="197" y="21"/>
                  </a:lnTo>
                  <a:lnTo>
                    <a:pt x="197" y="19"/>
                  </a:lnTo>
                  <a:lnTo>
                    <a:pt x="196" y="19"/>
                  </a:lnTo>
                  <a:lnTo>
                    <a:pt x="196" y="19"/>
                  </a:lnTo>
                  <a:lnTo>
                    <a:pt x="196" y="19"/>
                  </a:lnTo>
                  <a:lnTo>
                    <a:pt x="196" y="17"/>
                  </a:lnTo>
                  <a:lnTo>
                    <a:pt x="194" y="17"/>
                  </a:lnTo>
                  <a:lnTo>
                    <a:pt x="194" y="17"/>
                  </a:lnTo>
                  <a:lnTo>
                    <a:pt x="193" y="17"/>
                  </a:lnTo>
                  <a:lnTo>
                    <a:pt x="193" y="15"/>
                  </a:lnTo>
                  <a:lnTo>
                    <a:pt x="193" y="15"/>
                  </a:lnTo>
                  <a:lnTo>
                    <a:pt x="193" y="13"/>
                  </a:lnTo>
                  <a:lnTo>
                    <a:pt x="193" y="13"/>
                  </a:lnTo>
                  <a:lnTo>
                    <a:pt x="193" y="10"/>
                  </a:lnTo>
                  <a:lnTo>
                    <a:pt x="192" y="10"/>
                  </a:lnTo>
                  <a:lnTo>
                    <a:pt x="192" y="9"/>
                  </a:lnTo>
                  <a:lnTo>
                    <a:pt x="192" y="9"/>
                  </a:lnTo>
                  <a:lnTo>
                    <a:pt x="192" y="7"/>
                  </a:lnTo>
                  <a:lnTo>
                    <a:pt x="192" y="7"/>
                  </a:lnTo>
                  <a:lnTo>
                    <a:pt x="192" y="6"/>
                  </a:lnTo>
                  <a:lnTo>
                    <a:pt x="192" y="6"/>
                  </a:lnTo>
                  <a:lnTo>
                    <a:pt x="192" y="4"/>
                  </a:lnTo>
                  <a:lnTo>
                    <a:pt x="190" y="4"/>
                  </a:lnTo>
                  <a:lnTo>
                    <a:pt x="190" y="4"/>
                  </a:lnTo>
                  <a:lnTo>
                    <a:pt x="190" y="4"/>
                  </a:lnTo>
                  <a:lnTo>
                    <a:pt x="190" y="4"/>
                  </a:lnTo>
                  <a:lnTo>
                    <a:pt x="189" y="4"/>
                  </a:lnTo>
                  <a:lnTo>
                    <a:pt x="189" y="4"/>
                  </a:lnTo>
                  <a:lnTo>
                    <a:pt x="189" y="4"/>
                  </a:lnTo>
                  <a:lnTo>
                    <a:pt x="189" y="3"/>
                  </a:lnTo>
                  <a:lnTo>
                    <a:pt x="188" y="3"/>
                  </a:lnTo>
                  <a:lnTo>
                    <a:pt x="188" y="3"/>
                  </a:lnTo>
                  <a:lnTo>
                    <a:pt x="188" y="3"/>
                  </a:lnTo>
                  <a:lnTo>
                    <a:pt x="188" y="3"/>
                  </a:lnTo>
                  <a:lnTo>
                    <a:pt x="188" y="3"/>
                  </a:lnTo>
                  <a:lnTo>
                    <a:pt x="188" y="3"/>
                  </a:lnTo>
                  <a:lnTo>
                    <a:pt x="188" y="3"/>
                  </a:lnTo>
                  <a:lnTo>
                    <a:pt x="188" y="2"/>
                  </a:lnTo>
                  <a:lnTo>
                    <a:pt x="186" y="3"/>
                  </a:lnTo>
                  <a:lnTo>
                    <a:pt x="186" y="3"/>
                  </a:lnTo>
                  <a:lnTo>
                    <a:pt x="185" y="3"/>
                  </a:lnTo>
                  <a:lnTo>
                    <a:pt x="185" y="3"/>
                  </a:lnTo>
                  <a:lnTo>
                    <a:pt x="183" y="6"/>
                  </a:lnTo>
                  <a:lnTo>
                    <a:pt x="183" y="6"/>
                  </a:lnTo>
                  <a:lnTo>
                    <a:pt x="183" y="6"/>
                  </a:lnTo>
                  <a:lnTo>
                    <a:pt x="183" y="6"/>
                  </a:lnTo>
                  <a:lnTo>
                    <a:pt x="181" y="8"/>
                  </a:lnTo>
                  <a:lnTo>
                    <a:pt x="181" y="8"/>
                  </a:lnTo>
                  <a:lnTo>
                    <a:pt x="181" y="8"/>
                  </a:lnTo>
                  <a:lnTo>
                    <a:pt x="181" y="8"/>
                  </a:lnTo>
                  <a:lnTo>
                    <a:pt x="180" y="8"/>
                  </a:lnTo>
                  <a:lnTo>
                    <a:pt x="180" y="8"/>
                  </a:lnTo>
                  <a:lnTo>
                    <a:pt x="180" y="8"/>
                  </a:lnTo>
                  <a:lnTo>
                    <a:pt x="180" y="8"/>
                  </a:lnTo>
                  <a:lnTo>
                    <a:pt x="178" y="8"/>
                  </a:lnTo>
                  <a:lnTo>
                    <a:pt x="178" y="8"/>
                  </a:lnTo>
                  <a:lnTo>
                    <a:pt x="178" y="8"/>
                  </a:lnTo>
                  <a:lnTo>
                    <a:pt x="178" y="8"/>
                  </a:lnTo>
                  <a:lnTo>
                    <a:pt x="176" y="8"/>
                  </a:lnTo>
                  <a:lnTo>
                    <a:pt x="176" y="8"/>
                  </a:lnTo>
                  <a:lnTo>
                    <a:pt x="176" y="8"/>
                  </a:lnTo>
                  <a:lnTo>
                    <a:pt x="176" y="6"/>
                  </a:lnTo>
                  <a:lnTo>
                    <a:pt x="174" y="6"/>
                  </a:lnTo>
                  <a:lnTo>
                    <a:pt x="174" y="6"/>
                  </a:lnTo>
                  <a:lnTo>
                    <a:pt x="174" y="6"/>
                  </a:lnTo>
                  <a:lnTo>
                    <a:pt x="174" y="3"/>
                  </a:lnTo>
                  <a:lnTo>
                    <a:pt x="174" y="3"/>
                  </a:lnTo>
                  <a:lnTo>
                    <a:pt x="174" y="3"/>
                  </a:lnTo>
                  <a:lnTo>
                    <a:pt x="174" y="3"/>
                  </a:lnTo>
                  <a:lnTo>
                    <a:pt x="174" y="2"/>
                  </a:lnTo>
                  <a:lnTo>
                    <a:pt x="172" y="2"/>
                  </a:lnTo>
                  <a:lnTo>
                    <a:pt x="172" y="2"/>
                  </a:lnTo>
                  <a:lnTo>
                    <a:pt x="172" y="2"/>
                  </a:lnTo>
                  <a:lnTo>
                    <a:pt x="172" y="2"/>
                  </a:lnTo>
                  <a:lnTo>
                    <a:pt x="171" y="2"/>
                  </a:lnTo>
                  <a:lnTo>
                    <a:pt x="171" y="2"/>
                  </a:lnTo>
                  <a:lnTo>
                    <a:pt x="171" y="2"/>
                  </a:lnTo>
                  <a:lnTo>
                    <a:pt x="171" y="2"/>
                  </a:lnTo>
                  <a:lnTo>
                    <a:pt x="169" y="2"/>
                  </a:lnTo>
                  <a:lnTo>
                    <a:pt x="169" y="2"/>
                  </a:lnTo>
                  <a:lnTo>
                    <a:pt x="169" y="2"/>
                  </a:lnTo>
                  <a:lnTo>
                    <a:pt x="169" y="2"/>
                  </a:lnTo>
                  <a:lnTo>
                    <a:pt x="169" y="2"/>
                  </a:lnTo>
                  <a:lnTo>
                    <a:pt x="169" y="2"/>
                  </a:lnTo>
                  <a:lnTo>
                    <a:pt x="169" y="2"/>
                  </a:lnTo>
                  <a:lnTo>
                    <a:pt x="169" y="2"/>
                  </a:lnTo>
                  <a:lnTo>
                    <a:pt x="167" y="2"/>
                  </a:lnTo>
                  <a:lnTo>
                    <a:pt x="167" y="2"/>
                  </a:lnTo>
                  <a:lnTo>
                    <a:pt x="167" y="2"/>
                  </a:lnTo>
                  <a:lnTo>
                    <a:pt x="167" y="2"/>
                  </a:lnTo>
                  <a:lnTo>
                    <a:pt x="167" y="2"/>
                  </a:lnTo>
                  <a:lnTo>
                    <a:pt x="167" y="2"/>
                  </a:lnTo>
                  <a:lnTo>
                    <a:pt x="167" y="2"/>
                  </a:lnTo>
                  <a:lnTo>
                    <a:pt x="167" y="1"/>
                  </a:lnTo>
                  <a:lnTo>
                    <a:pt x="165" y="1"/>
                  </a:lnTo>
                  <a:lnTo>
                    <a:pt x="165" y="1"/>
                  </a:lnTo>
                  <a:lnTo>
                    <a:pt x="165" y="1"/>
                  </a:lnTo>
                  <a:lnTo>
                    <a:pt x="165" y="1"/>
                  </a:lnTo>
                  <a:lnTo>
                    <a:pt x="165" y="1"/>
                  </a:lnTo>
                  <a:lnTo>
                    <a:pt x="165" y="1"/>
                  </a:lnTo>
                  <a:lnTo>
                    <a:pt x="165" y="1"/>
                  </a:lnTo>
                  <a:lnTo>
                    <a:pt x="165" y="0"/>
                  </a:lnTo>
                  <a:lnTo>
                    <a:pt x="163" y="1"/>
                  </a:lnTo>
                  <a:lnTo>
                    <a:pt x="163" y="1"/>
                  </a:lnTo>
                  <a:lnTo>
                    <a:pt x="163" y="2"/>
                  </a:lnTo>
                  <a:lnTo>
                    <a:pt x="163" y="2"/>
                  </a:lnTo>
                  <a:lnTo>
                    <a:pt x="162" y="3"/>
                  </a:lnTo>
                  <a:lnTo>
                    <a:pt x="162" y="3"/>
                  </a:lnTo>
                  <a:lnTo>
                    <a:pt x="162" y="5"/>
                  </a:lnTo>
                  <a:lnTo>
                    <a:pt x="162" y="5"/>
                  </a:lnTo>
                  <a:lnTo>
                    <a:pt x="161" y="7"/>
                  </a:lnTo>
                  <a:lnTo>
                    <a:pt x="161" y="7"/>
                  </a:lnTo>
                  <a:lnTo>
                    <a:pt x="161" y="8"/>
                  </a:lnTo>
                  <a:lnTo>
                    <a:pt x="161" y="8"/>
                  </a:lnTo>
                  <a:lnTo>
                    <a:pt x="161" y="9"/>
                  </a:lnTo>
                  <a:lnTo>
                    <a:pt x="161" y="9"/>
                  </a:lnTo>
                  <a:lnTo>
                    <a:pt x="161" y="9"/>
                  </a:lnTo>
                  <a:lnTo>
                    <a:pt x="161" y="9"/>
                  </a:lnTo>
                  <a:lnTo>
                    <a:pt x="159" y="9"/>
                  </a:lnTo>
                  <a:lnTo>
                    <a:pt x="159" y="9"/>
                  </a:lnTo>
                  <a:lnTo>
                    <a:pt x="159" y="9"/>
                  </a:lnTo>
                  <a:lnTo>
                    <a:pt x="159" y="9"/>
                  </a:lnTo>
                  <a:lnTo>
                    <a:pt x="157" y="9"/>
                  </a:lnTo>
                  <a:lnTo>
                    <a:pt x="157" y="9"/>
                  </a:lnTo>
                  <a:lnTo>
                    <a:pt x="155" y="9"/>
                  </a:lnTo>
                  <a:lnTo>
                    <a:pt x="155" y="8"/>
                  </a:lnTo>
                  <a:lnTo>
                    <a:pt x="153" y="8"/>
                  </a:lnTo>
                  <a:lnTo>
                    <a:pt x="153" y="8"/>
                  </a:lnTo>
                  <a:lnTo>
                    <a:pt x="152" y="8"/>
                  </a:lnTo>
                  <a:lnTo>
                    <a:pt x="152" y="6"/>
                  </a:lnTo>
                  <a:lnTo>
                    <a:pt x="151" y="6"/>
                  </a:lnTo>
                  <a:lnTo>
                    <a:pt x="151" y="6"/>
                  </a:lnTo>
                  <a:lnTo>
                    <a:pt x="151" y="6"/>
                  </a:lnTo>
                  <a:lnTo>
                    <a:pt x="151" y="5"/>
                  </a:lnTo>
                  <a:lnTo>
                    <a:pt x="149" y="6"/>
                  </a:lnTo>
                  <a:lnTo>
                    <a:pt x="149" y="6"/>
                  </a:lnTo>
                  <a:lnTo>
                    <a:pt x="149" y="7"/>
                  </a:lnTo>
                  <a:lnTo>
                    <a:pt x="149" y="7"/>
                  </a:lnTo>
                  <a:lnTo>
                    <a:pt x="147" y="9"/>
                  </a:lnTo>
                  <a:lnTo>
                    <a:pt x="147" y="9"/>
                  </a:lnTo>
                  <a:lnTo>
                    <a:pt x="147" y="9"/>
                  </a:lnTo>
                  <a:lnTo>
                    <a:pt x="147" y="9"/>
                  </a:lnTo>
                  <a:lnTo>
                    <a:pt x="145" y="10"/>
                  </a:lnTo>
                  <a:lnTo>
                    <a:pt x="145" y="10"/>
                  </a:lnTo>
                  <a:lnTo>
                    <a:pt x="145" y="10"/>
                  </a:lnTo>
                  <a:lnTo>
                    <a:pt x="145" y="10"/>
                  </a:lnTo>
                  <a:lnTo>
                    <a:pt x="145" y="12"/>
                  </a:lnTo>
                  <a:lnTo>
                    <a:pt x="145" y="12"/>
                  </a:lnTo>
                  <a:lnTo>
                    <a:pt x="145" y="12"/>
                  </a:lnTo>
                  <a:lnTo>
                    <a:pt x="145" y="12"/>
                  </a:lnTo>
                  <a:lnTo>
                    <a:pt x="143" y="14"/>
                  </a:lnTo>
                  <a:lnTo>
                    <a:pt x="143" y="14"/>
                  </a:lnTo>
                  <a:lnTo>
                    <a:pt x="142" y="15"/>
                  </a:lnTo>
                  <a:lnTo>
                    <a:pt x="142" y="15"/>
                  </a:lnTo>
                  <a:lnTo>
                    <a:pt x="140" y="17"/>
                  </a:lnTo>
                  <a:lnTo>
                    <a:pt x="140" y="17"/>
                  </a:lnTo>
                  <a:lnTo>
                    <a:pt x="140" y="17"/>
                  </a:lnTo>
                  <a:lnTo>
                    <a:pt x="140" y="17"/>
                  </a:lnTo>
                  <a:lnTo>
                    <a:pt x="138" y="19"/>
                  </a:lnTo>
                  <a:lnTo>
                    <a:pt x="138" y="19"/>
                  </a:lnTo>
                  <a:lnTo>
                    <a:pt x="138" y="20"/>
                  </a:lnTo>
                  <a:lnTo>
                    <a:pt x="138" y="20"/>
                  </a:lnTo>
                  <a:lnTo>
                    <a:pt x="136" y="21"/>
                  </a:lnTo>
                  <a:lnTo>
                    <a:pt x="136" y="21"/>
                  </a:lnTo>
                  <a:lnTo>
                    <a:pt x="136" y="21"/>
                  </a:lnTo>
                  <a:lnTo>
                    <a:pt x="136" y="21"/>
                  </a:lnTo>
                  <a:lnTo>
                    <a:pt x="134" y="23"/>
                  </a:lnTo>
                  <a:lnTo>
                    <a:pt x="134" y="23"/>
                  </a:lnTo>
                  <a:lnTo>
                    <a:pt x="134" y="23"/>
                  </a:lnTo>
                  <a:lnTo>
                    <a:pt x="134" y="23"/>
                  </a:lnTo>
                  <a:lnTo>
                    <a:pt x="133" y="24"/>
                  </a:lnTo>
                  <a:lnTo>
                    <a:pt x="133" y="24"/>
                  </a:lnTo>
                  <a:lnTo>
                    <a:pt x="133" y="24"/>
                  </a:lnTo>
                  <a:lnTo>
                    <a:pt x="133" y="24"/>
                  </a:lnTo>
                  <a:lnTo>
                    <a:pt x="131" y="24"/>
                  </a:lnTo>
                  <a:lnTo>
                    <a:pt x="131" y="24"/>
                  </a:lnTo>
                  <a:lnTo>
                    <a:pt x="131" y="24"/>
                  </a:lnTo>
                  <a:lnTo>
                    <a:pt x="131" y="24"/>
                  </a:lnTo>
                  <a:lnTo>
                    <a:pt x="131" y="24"/>
                  </a:lnTo>
                  <a:lnTo>
                    <a:pt x="131" y="24"/>
                  </a:lnTo>
                  <a:lnTo>
                    <a:pt x="131" y="24"/>
                  </a:lnTo>
                  <a:lnTo>
                    <a:pt x="131" y="23"/>
                  </a:lnTo>
                  <a:lnTo>
                    <a:pt x="130" y="23"/>
                  </a:lnTo>
                  <a:lnTo>
                    <a:pt x="130" y="23"/>
                  </a:lnTo>
                  <a:lnTo>
                    <a:pt x="130" y="23"/>
                  </a:lnTo>
                  <a:lnTo>
                    <a:pt x="130" y="22"/>
                  </a:lnTo>
                  <a:lnTo>
                    <a:pt x="129" y="22"/>
                  </a:lnTo>
                  <a:lnTo>
                    <a:pt x="129" y="20"/>
                  </a:lnTo>
                  <a:lnTo>
                    <a:pt x="129" y="20"/>
                  </a:lnTo>
                  <a:lnTo>
                    <a:pt x="129" y="18"/>
                  </a:lnTo>
                  <a:lnTo>
                    <a:pt x="128" y="18"/>
                  </a:lnTo>
                  <a:lnTo>
                    <a:pt x="128" y="18"/>
                  </a:lnTo>
                  <a:lnTo>
                    <a:pt x="128" y="18"/>
                  </a:lnTo>
                  <a:lnTo>
                    <a:pt x="128" y="17"/>
                  </a:lnTo>
                  <a:lnTo>
                    <a:pt x="127" y="17"/>
                  </a:lnTo>
                  <a:lnTo>
                    <a:pt x="127" y="16"/>
                  </a:lnTo>
                  <a:lnTo>
                    <a:pt x="127" y="16"/>
                  </a:lnTo>
                  <a:lnTo>
                    <a:pt x="127" y="15"/>
                  </a:lnTo>
                  <a:lnTo>
                    <a:pt x="125" y="15"/>
                  </a:lnTo>
                  <a:lnTo>
                    <a:pt x="125" y="15"/>
                  </a:lnTo>
                  <a:lnTo>
                    <a:pt x="124" y="15"/>
                  </a:lnTo>
                  <a:lnTo>
                    <a:pt x="124" y="15"/>
                  </a:lnTo>
                  <a:lnTo>
                    <a:pt x="122" y="15"/>
                  </a:lnTo>
                  <a:lnTo>
                    <a:pt x="122" y="15"/>
                  </a:lnTo>
                  <a:lnTo>
                    <a:pt x="122" y="15"/>
                  </a:lnTo>
                  <a:lnTo>
                    <a:pt x="122" y="15"/>
                  </a:lnTo>
                  <a:lnTo>
                    <a:pt x="121" y="15"/>
                  </a:lnTo>
                  <a:lnTo>
                    <a:pt x="121" y="15"/>
                  </a:lnTo>
                  <a:lnTo>
                    <a:pt x="121" y="15"/>
                  </a:lnTo>
                  <a:lnTo>
                    <a:pt x="121" y="15"/>
                  </a:lnTo>
                  <a:lnTo>
                    <a:pt x="119" y="15"/>
                  </a:lnTo>
                  <a:lnTo>
                    <a:pt x="119" y="15"/>
                  </a:lnTo>
                  <a:lnTo>
                    <a:pt x="119" y="15"/>
                  </a:lnTo>
                  <a:lnTo>
                    <a:pt x="119" y="14"/>
                  </a:lnTo>
                  <a:lnTo>
                    <a:pt x="118" y="14"/>
                  </a:lnTo>
                  <a:lnTo>
                    <a:pt x="118" y="14"/>
                  </a:lnTo>
                  <a:lnTo>
                    <a:pt x="118" y="14"/>
                  </a:lnTo>
                  <a:lnTo>
                    <a:pt x="118" y="14"/>
                  </a:lnTo>
                  <a:lnTo>
                    <a:pt x="118" y="14"/>
                  </a:lnTo>
                  <a:lnTo>
                    <a:pt x="118" y="14"/>
                  </a:lnTo>
                  <a:lnTo>
                    <a:pt x="118" y="14"/>
                  </a:lnTo>
                  <a:lnTo>
                    <a:pt x="118" y="14"/>
                  </a:lnTo>
                  <a:lnTo>
                    <a:pt x="118" y="14"/>
                  </a:lnTo>
                  <a:lnTo>
                    <a:pt x="118" y="14"/>
                  </a:lnTo>
                  <a:lnTo>
                    <a:pt x="118" y="14"/>
                  </a:lnTo>
                  <a:lnTo>
                    <a:pt x="118" y="14"/>
                  </a:lnTo>
                  <a:lnTo>
                    <a:pt x="118" y="14"/>
                  </a:lnTo>
                  <a:lnTo>
                    <a:pt x="118" y="14"/>
                  </a:lnTo>
                  <a:lnTo>
                    <a:pt x="118" y="14"/>
                  </a:lnTo>
                  <a:lnTo>
                    <a:pt x="118" y="14"/>
                  </a:lnTo>
                  <a:lnTo>
                    <a:pt x="116" y="14"/>
                  </a:lnTo>
                  <a:lnTo>
                    <a:pt x="116" y="14"/>
                  </a:lnTo>
                  <a:lnTo>
                    <a:pt x="115" y="14"/>
                  </a:lnTo>
                  <a:lnTo>
                    <a:pt x="115" y="14"/>
                  </a:lnTo>
                  <a:lnTo>
                    <a:pt x="113" y="14"/>
                  </a:lnTo>
                  <a:lnTo>
                    <a:pt x="113" y="14"/>
                  </a:lnTo>
                  <a:lnTo>
                    <a:pt x="111" y="14"/>
                  </a:lnTo>
                  <a:lnTo>
                    <a:pt x="111" y="14"/>
                  </a:lnTo>
                  <a:lnTo>
                    <a:pt x="109" y="14"/>
                  </a:lnTo>
                  <a:lnTo>
                    <a:pt x="109" y="14"/>
                  </a:lnTo>
                  <a:lnTo>
                    <a:pt x="108" y="14"/>
                  </a:lnTo>
                  <a:lnTo>
                    <a:pt x="108" y="14"/>
                  </a:lnTo>
                  <a:lnTo>
                    <a:pt x="106" y="14"/>
                  </a:lnTo>
                  <a:lnTo>
                    <a:pt x="106" y="14"/>
                  </a:lnTo>
                  <a:lnTo>
                    <a:pt x="106" y="14"/>
                  </a:lnTo>
                  <a:lnTo>
                    <a:pt x="106" y="14"/>
                  </a:lnTo>
                  <a:lnTo>
                    <a:pt x="104" y="14"/>
                  </a:lnTo>
                  <a:lnTo>
                    <a:pt x="104" y="14"/>
                  </a:lnTo>
                  <a:lnTo>
                    <a:pt x="104" y="14"/>
                  </a:lnTo>
                  <a:lnTo>
                    <a:pt x="104" y="14"/>
                  </a:lnTo>
                  <a:lnTo>
                    <a:pt x="104" y="14"/>
                  </a:lnTo>
                  <a:lnTo>
                    <a:pt x="104" y="14"/>
                  </a:lnTo>
                  <a:lnTo>
                    <a:pt x="104" y="14"/>
                  </a:lnTo>
                  <a:lnTo>
                    <a:pt x="104" y="13"/>
                  </a:lnTo>
                  <a:lnTo>
                    <a:pt x="102" y="13"/>
                  </a:lnTo>
                  <a:lnTo>
                    <a:pt x="102" y="13"/>
                  </a:lnTo>
                  <a:lnTo>
                    <a:pt x="102" y="13"/>
                  </a:lnTo>
                  <a:lnTo>
                    <a:pt x="102" y="13"/>
                  </a:lnTo>
                  <a:lnTo>
                    <a:pt x="102" y="13"/>
                  </a:lnTo>
                  <a:lnTo>
                    <a:pt x="102" y="13"/>
                  </a:lnTo>
                  <a:lnTo>
                    <a:pt x="102" y="13"/>
                  </a:lnTo>
                  <a:lnTo>
                    <a:pt x="102" y="12"/>
                  </a:lnTo>
                  <a:lnTo>
                    <a:pt x="100" y="12"/>
                  </a:lnTo>
                  <a:lnTo>
                    <a:pt x="100" y="12"/>
                  </a:lnTo>
                  <a:lnTo>
                    <a:pt x="100" y="12"/>
                  </a:lnTo>
                  <a:lnTo>
                    <a:pt x="100" y="12"/>
                  </a:lnTo>
                  <a:lnTo>
                    <a:pt x="99" y="12"/>
                  </a:lnTo>
                  <a:lnTo>
                    <a:pt x="99" y="12"/>
                  </a:lnTo>
                  <a:lnTo>
                    <a:pt x="99" y="12"/>
                  </a:lnTo>
                  <a:lnTo>
                    <a:pt x="99" y="10"/>
                  </a:lnTo>
                  <a:lnTo>
                    <a:pt x="97" y="10"/>
                  </a:lnTo>
                  <a:lnTo>
                    <a:pt x="97" y="10"/>
                  </a:lnTo>
                  <a:lnTo>
                    <a:pt x="97" y="10"/>
                  </a:lnTo>
                  <a:lnTo>
                    <a:pt x="97" y="10"/>
                  </a:lnTo>
                  <a:lnTo>
                    <a:pt x="97" y="10"/>
                  </a:lnTo>
                  <a:lnTo>
                    <a:pt x="97" y="10"/>
                  </a:lnTo>
                  <a:lnTo>
                    <a:pt x="97" y="10"/>
                  </a:lnTo>
                  <a:lnTo>
                    <a:pt x="97" y="9"/>
                  </a:lnTo>
                  <a:lnTo>
                    <a:pt x="95" y="9"/>
                  </a:lnTo>
                  <a:lnTo>
                    <a:pt x="95" y="9"/>
                  </a:lnTo>
                  <a:lnTo>
                    <a:pt x="95" y="9"/>
                  </a:lnTo>
                  <a:lnTo>
                    <a:pt x="95" y="9"/>
                  </a:lnTo>
                  <a:lnTo>
                    <a:pt x="93" y="9"/>
                  </a:lnTo>
                  <a:lnTo>
                    <a:pt x="93" y="9"/>
                  </a:lnTo>
                  <a:lnTo>
                    <a:pt x="93" y="9"/>
                  </a:lnTo>
                  <a:lnTo>
                    <a:pt x="93" y="9"/>
                  </a:lnTo>
                  <a:lnTo>
                    <a:pt x="92" y="9"/>
                  </a:lnTo>
                  <a:lnTo>
                    <a:pt x="92" y="9"/>
                  </a:lnTo>
                  <a:lnTo>
                    <a:pt x="92" y="9"/>
                  </a:lnTo>
                  <a:lnTo>
                    <a:pt x="92" y="9"/>
                  </a:lnTo>
                  <a:lnTo>
                    <a:pt x="92" y="9"/>
                  </a:lnTo>
                  <a:lnTo>
                    <a:pt x="92" y="9"/>
                  </a:lnTo>
                  <a:lnTo>
                    <a:pt x="92" y="9"/>
                  </a:lnTo>
                  <a:lnTo>
                    <a:pt x="92" y="9"/>
                  </a:lnTo>
                  <a:lnTo>
                    <a:pt x="90" y="10"/>
                  </a:lnTo>
                  <a:lnTo>
                    <a:pt x="90" y="10"/>
                  </a:lnTo>
                  <a:lnTo>
                    <a:pt x="89" y="10"/>
                  </a:lnTo>
                  <a:lnTo>
                    <a:pt x="89" y="10"/>
                  </a:lnTo>
                  <a:lnTo>
                    <a:pt x="87" y="10"/>
                  </a:lnTo>
                  <a:lnTo>
                    <a:pt x="87" y="10"/>
                  </a:lnTo>
                  <a:lnTo>
                    <a:pt x="86" y="10"/>
                  </a:lnTo>
                  <a:lnTo>
                    <a:pt x="86" y="10"/>
                  </a:lnTo>
                  <a:lnTo>
                    <a:pt x="84" y="10"/>
                  </a:lnTo>
                  <a:lnTo>
                    <a:pt x="84" y="10"/>
                  </a:lnTo>
                  <a:lnTo>
                    <a:pt x="82" y="10"/>
                  </a:lnTo>
                  <a:lnTo>
                    <a:pt x="82" y="10"/>
                  </a:lnTo>
                  <a:lnTo>
                    <a:pt x="80" y="10"/>
                  </a:lnTo>
                  <a:lnTo>
                    <a:pt x="80" y="10"/>
                  </a:lnTo>
                  <a:lnTo>
                    <a:pt x="80" y="10"/>
                  </a:lnTo>
                  <a:lnTo>
                    <a:pt x="80" y="10"/>
                  </a:lnTo>
                  <a:lnTo>
                    <a:pt x="78" y="10"/>
                  </a:lnTo>
                  <a:lnTo>
                    <a:pt x="78" y="10"/>
                  </a:lnTo>
                  <a:lnTo>
                    <a:pt x="78" y="10"/>
                  </a:lnTo>
                  <a:lnTo>
                    <a:pt x="78" y="10"/>
                  </a:lnTo>
                  <a:lnTo>
                    <a:pt x="77" y="10"/>
                  </a:lnTo>
                  <a:lnTo>
                    <a:pt x="77" y="10"/>
                  </a:lnTo>
                  <a:lnTo>
                    <a:pt x="77" y="10"/>
                  </a:lnTo>
                  <a:lnTo>
                    <a:pt x="77" y="10"/>
                  </a:lnTo>
                  <a:lnTo>
                    <a:pt x="75" y="10"/>
                  </a:lnTo>
                  <a:lnTo>
                    <a:pt x="75" y="10"/>
                  </a:lnTo>
                  <a:lnTo>
                    <a:pt x="75" y="10"/>
                  </a:lnTo>
                  <a:lnTo>
                    <a:pt x="75" y="10"/>
                  </a:lnTo>
                  <a:lnTo>
                    <a:pt x="74" y="10"/>
                  </a:lnTo>
                  <a:lnTo>
                    <a:pt x="74" y="10"/>
                  </a:lnTo>
                  <a:lnTo>
                    <a:pt x="74" y="10"/>
                  </a:lnTo>
                  <a:lnTo>
                    <a:pt x="74" y="10"/>
                  </a:lnTo>
                  <a:lnTo>
                    <a:pt x="72" y="12"/>
                  </a:lnTo>
                  <a:lnTo>
                    <a:pt x="72" y="12"/>
                  </a:lnTo>
                  <a:lnTo>
                    <a:pt x="71" y="12"/>
                  </a:lnTo>
                  <a:lnTo>
                    <a:pt x="71" y="12"/>
                  </a:lnTo>
                  <a:lnTo>
                    <a:pt x="69" y="14"/>
                  </a:lnTo>
                  <a:lnTo>
                    <a:pt x="69" y="14"/>
                  </a:lnTo>
                  <a:lnTo>
                    <a:pt x="69" y="14"/>
                  </a:lnTo>
                  <a:lnTo>
                    <a:pt x="69" y="14"/>
                  </a:lnTo>
                  <a:lnTo>
                    <a:pt x="67" y="16"/>
                  </a:lnTo>
                  <a:lnTo>
                    <a:pt x="67" y="16"/>
                  </a:lnTo>
                  <a:lnTo>
                    <a:pt x="67" y="16"/>
                  </a:lnTo>
                  <a:lnTo>
                    <a:pt x="67" y="16"/>
                  </a:lnTo>
                  <a:lnTo>
                    <a:pt x="65" y="17"/>
                  </a:lnTo>
                  <a:lnTo>
                    <a:pt x="65" y="17"/>
                  </a:lnTo>
                  <a:lnTo>
                    <a:pt x="65" y="17"/>
                  </a:lnTo>
                  <a:lnTo>
                    <a:pt x="65" y="17"/>
                  </a:lnTo>
                  <a:lnTo>
                    <a:pt x="63" y="17"/>
                  </a:lnTo>
                  <a:lnTo>
                    <a:pt x="63" y="17"/>
                  </a:lnTo>
                  <a:lnTo>
                    <a:pt x="62" y="17"/>
                  </a:lnTo>
                  <a:lnTo>
                    <a:pt x="62" y="17"/>
                  </a:lnTo>
                  <a:lnTo>
                    <a:pt x="60" y="17"/>
                  </a:lnTo>
                  <a:lnTo>
                    <a:pt x="60" y="17"/>
                  </a:lnTo>
                  <a:lnTo>
                    <a:pt x="57" y="17"/>
                  </a:lnTo>
                  <a:lnTo>
                    <a:pt x="57" y="17"/>
                  </a:lnTo>
                  <a:lnTo>
                    <a:pt x="56" y="17"/>
                  </a:lnTo>
                  <a:lnTo>
                    <a:pt x="56" y="17"/>
                  </a:lnTo>
                  <a:lnTo>
                    <a:pt x="54" y="17"/>
                  </a:lnTo>
                  <a:lnTo>
                    <a:pt x="54" y="17"/>
                  </a:lnTo>
                  <a:lnTo>
                    <a:pt x="52" y="17"/>
                  </a:lnTo>
                  <a:lnTo>
                    <a:pt x="52" y="17"/>
                  </a:lnTo>
                  <a:lnTo>
                    <a:pt x="51" y="17"/>
                  </a:lnTo>
                  <a:lnTo>
                    <a:pt x="51" y="17"/>
                  </a:lnTo>
                  <a:lnTo>
                    <a:pt x="49" y="17"/>
                  </a:lnTo>
                  <a:lnTo>
                    <a:pt x="49" y="17"/>
                  </a:lnTo>
                  <a:lnTo>
                    <a:pt x="49" y="17"/>
                  </a:lnTo>
                  <a:lnTo>
                    <a:pt x="49" y="17"/>
                  </a:lnTo>
                  <a:lnTo>
                    <a:pt x="47" y="17"/>
                  </a:lnTo>
                  <a:lnTo>
                    <a:pt x="47" y="17"/>
                  </a:lnTo>
                  <a:lnTo>
                    <a:pt x="47" y="17"/>
                  </a:lnTo>
                  <a:lnTo>
                    <a:pt x="47" y="16"/>
                  </a:lnTo>
                  <a:lnTo>
                    <a:pt x="45" y="16"/>
                  </a:lnTo>
                  <a:lnTo>
                    <a:pt x="45" y="16"/>
                  </a:lnTo>
                  <a:lnTo>
                    <a:pt x="45" y="16"/>
                  </a:lnTo>
                  <a:lnTo>
                    <a:pt x="45" y="16"/>
                  </a:lnTo>
                  <a:lnTo>
                    <a:pt x="44" y="16"/>
                  </a:lnTo>
                  <a:lnTo>
                    <a:pt x="44" y="16"/>
                  </a:lnTo>
                  <a:lnTo>
                    <a:pt x="44" y="16"/>
                  </a:lnTo>
                  <a:lnTo>
                    <a:pt x="44" y="15"/>
                  </a:lnTo>
                  <a:lnTo>
                    <a:pt x="42" y="16"/>
                  </a:lnTo>
                  <a:lnTo>
                    <a:pt x="42" y="16"/>
                  </a:lnTo>
                  <a:lnTo>
                    <a:pt x="40" y="16"/>
                  </a:lnTo>
                  <a:lnTo>
                    <a:pt x="40" y="16"/>
                  </a:lnTo>
                  <a:lnTo>
                    <a:pt x="38" y="17"/>
                  </a:lnTo>
                  <a:lnTo>
                    <a:pt x="38" y="17"/>
                  </a:lnTo>
                  <a:lnTo>
                    <a:pt x="37" y="17"/>
                  </a:lnTo>
                  <a:lnTo>
                    <a:pt x="37" y="17"/>
                  </a:lnTo>
                  <a:lnTo>
                    <a:pt x="35" y="19"/>
                  </a:lnTo>
                  <a:lnTo>
                    <a:pt x="35" y="19"/>
                  </a:lnTo>
                  <a:lnTo>
                    <a:pt x="34" y="19"/>
                  </a:lnTo>
                  <a:lnTo>
                    <a:pt x="34" y="19"/>
                  </a:lnTo>
                  <a:lnTo>
                    <a:pt x="32" y="19"/>
                  </a:lnTo>
                  <a:lnTo>
                    <a:pt x="32" y="19"/>
                  </a:lnTo>
                  <a:lnTo>
                    <a:pt x="32" y="19"/>
                  </a:lnTo>
                  <a:lnTo>
                    <a:pt x="32" y="19"/>
                  </a:lnTo>
                  <a:lnTo>
                    <a:pt x="30" y="19"/>
                  </a:lnTo>
                  <a:lnTo>
                    <a:pt x="30" y="19"/>
                  </a:lnTo>
                  <a:lnTo>
                    <a:pt x="30" y="19"/>
                  </a:lnTo>
                  <a:lnTo>
                    <a:pt x="30" y="19"/>
                  </a:lnTo>
                  <a:lnTo>
                    <a:pt x="28" y="19"/>
                  </a:lnTo>
                  <a:lnTo>
                    <a:pt x="28" y="19"/>
                  </a:lnTo>
                  <a:lnTo>
                    <a:pt x="28" y="19"/>
                  </a:lnTo>
                  <a:lnTo>
                    <a:pt x="28" y="18"/>
                  </a:lnTo>
                  <a:lnTo>
                    <a:pt x="26" y="18"/>
                  </a:lnTo>
                  <a:lnTo>
                    <a:pt x="26" y="18"/>
                  </a:lnTo>
                  <a:lnTo>
                    <a:pt x="26" y="18"/>
                  </a:lnTo>
                  <a:lnTo>
                    <a:pt x="26" y="18"/>
                  </a:lnTo>
                  <a:lnTo>
                    <a:pt x="25" y="18"/>
                  </a:lnTo>
                  <a:lnTo>
                    <a:pt x="25" y="18"/>
                  </a:lnTo>
                  <a:lnTo>
                    <a:pt x="25" y="18"/>
                  </a:lnTo>
                  <a:lnTo>
                    <a:pt x="25" y="17"/>
                  </a:lnTo>
                  <a:lnTo>
                    <a:pt x="23" y="17"/>
                  </a:lnTo>
                  <a:lnTo>
                    <a:pt x="23" y="17"/>
                  </a:lnTo>
                  <a:lnTo>
                    <a:pt x="23" y="17"/>
                  </a:lnTo>
                  <a:lnTo>
                    <a:pt x="23" y="17"/>
                  </a:lnTo>
                  <a:lnTo>
                    <a:pt x="22" y="17"/>
                  </a:lnTo>
                  <a:lnTo>
                    <a:pt x="22" y="17"/>
                  </a:lnTo>
                  <a:lnTo>
                    <a:pt x="22" y="17"/>
                  </a:lnTo>
                  <a:lnTo>
                    <a:pt x="22" y="15"/>
                  </a:lnTo>
                  <a:lnTo>
                    <a:pt x="21" y="15"/>
                  </a:lnTo>
                  <a:lnTo>
                    <a:pt x="21" y="15"/>
                  </a:lnTo>
                  <a:lnTo>
                    <a:pt x="21" y="15"/>
                  </a:lnTo>
                  <a:lnTo>
                    <a:pt x="21" y="15"/>
                  </a:lnTo>
                  <a:lnTo>
                    <a:pt x="21" y="15"/>
                  </a:lnTo>
                  <a:lnTo>
                    <a:pt x="21" y="15"/>
                  </a:lnTo>
                  <a:lnTo>
                    <a:pt x="21" y="15"/>
                  </a:lnTo>
                  <a:lnTo>
                    <a:pt x="21" y="14"/>
                  </a:lnTo>
                  <a:lnTo>
                    <a:pt x="19" y="15"/>
                  </a:lnTo>
                  <a:lnTo>
                    <a:pt x="19" y="15"/>
                  </a:lnTo>
                  <a:lnTo>
                    <a:pt x="19" y="15"/>
                  </a:lnTo>
                  <a:lnTo>
                    <a:pt x="19" y="15"/>
                  </a:lnTo>
                  <a:lnTo>
                    <a:pt x="17" y="15"/>
                  </a:lnTo>
                  <a:lnTo>
                    <a:pt x="17" y="15"/>
                  </a:lnTo>
                  <a:lnTo>
                    <a:pt x="17" y="15"/>
                  </a:lnTo>
                  <a:lnTo>
                    <a:pt x="17" y="15"/>
                  </a:lnTo>
                  <a:lnTo>
                    <a:pt x="15" y="17"/>
                  </a:lnTo>
                  <a:lnTo>
                    <a:pt x="15" y="17"/>
                  </a:lnTo>
                  <a:lnTo>
                    <a:pt x="15" y="17"/>
                  </a:lnTo>
                  <a:lnTo>
                    <a:pt x="15" y="17"/>
                  </a:lnTo>
                  <a:lnTo>
                    <a:pt x="13" y="17"/>
                  </a:lnTo>
                  <a:lnTo>
                    <a:pt x="13" y="17"/>
                  </a:lnTo>
                  <a:lnTo>
                    <a:pt x="13" y="17"/>
                  </a:lnTo>
                  <a:lnTo>
                    <a:pt x="13" y="17"/>
                  </a:lnTo>
                  <a:lnTo>
                    <a:pt x="12" y="17"/>
                  </a:lnTo>
                  <a:lnTo>
                    <a:pt x="12" y="17"/>
                  </a:lnTo>
                  <a:lnTo>
                    <a:pt x="12" y="17"/>
                  </a:lnTo>
                  <a:lnTo>
                    <a:pt x="12" y="17"/>
                  </a:lnTo>
                  <a:lnTo>
                    <a:pt x="11" y="17"/>
                  </a:lnTo>
                  <a:lnTo>
                    <a:pt x="11" y="17"/>
                  </a:lnTo>
                  <a:lnTo>
                    <a:pt x="11" y="17"/>
                  </a:lnTo>
                  <a:lnTo>
                    <a:pt x="11" y="17"/>
                  </a:lnTo>
                  <a:lnTo>
                    <a:pt x="10" y="17"/>
                  </a:lnTo>
                  <a:lnTo>
                    <a:pt x="10" y="17"/>
                  </a:lnTo>
                  <a:lnTo>
                    <a:pt x="10" y="17"/>
                  </a:lnTo>
                  <a:lnTo>
                    <a:pt x="10" y="17"/>
                  </a:lnTo>
                  <a:lnTo>
                    <a:pt x="10" y="17"/>
                  </a:lnTo>
                  <a:lnTo>
                    <a:pt x="10" y="17"/>
                  </a:lnTo>
                  <a:lnTo>
                    <a:pt x="10" y="17"/>
                  </a:lnTo>
                  <a:lnTo>
                    <a:pt x="10" y="15"/>
                  </a:lnTo>
                  <a:lnTo>
                    <a:pt x="8" y="16"/>
                  </a:lnTo>
                  <a:lnTo>
                    <a:pt x="8" y="16"/>
                  </a:lnTo>
                  <a:lnTo>
                    <a:pt x="7" y="16"/>
                  </a:lnTo>
                  <a:lnTo>
                    <a:pt x="7" y="16"/>
                  </a:lnTo>
                  <a:lnTo>
                    <a:pt x="5" y="16"/>
                  </a:lnTo>
                  <a:lnTo>
                    <a:pt x="5" y="16"/>
                  </a:lnTo>
                  <a:lnTo>
                    <a:pt x="5" y="16"/>
                  </a:lnTo>
                  <a:lnTo>
                    <a:pt x="5" y="16"/>
                  </a:lnTo>
                  <a:lnTo>
                    <a:pt x="3" y="17"/>
                  </a:lnTo>
                  <a:lnTo>
                    <a:pt x="3" y="17"/>
                  </a:lnTo>
                  <a:lnTo>
                    <a:pt x="2" y="17"/>
                  </a:lnTo>
                  <a:lnTo>
                    <a:pt x="2" y="17"/>
                  </a:lnTo>
                  <a:lnTo>
                    <a:pt x="0" y="17"/>
                  </a:lnTo>
                  <a:lnTo>
                    <a:pt x="0" y="17"/>
                  </a:lnTo>
                  <a:lnTo>
                    <a:pt x="0" y="17"/>
                  </a:lnTo>
                  <a:lnTo>
                    <a:pt x="0" y="17"/>
                  </a:lnTo>
                  <a:lnTo>
                    <a:pt x="0" y="19"/>
                  </a:lnTo>
                  <a:lnTo>
                    <a:pt x="0" y="19"/>
                  </a:lnTo>
                  <a:lnTo>
                    <a:pt x="0" y="20"/>
                  </a:lnTo>
                  <a:lnTo>
                    <a:pt x="0" y="20"/>
                  </a:lnTo>
                  <a:lnTo>
                    <a:pt x="0" y="23"/>
                  </a:lnTo>
                  <a:lnTo>
                    <a:pt x="0" y="23"/>
                  </a:lnTo>
                  <a:lnTo>
                    <a:pt x="0" y="24"/>
                  </a:lnTo>
                  <a:lnTo>
                    <a:pt x="0" y="24"/>
                  </a:lnTo>
                  <a:lnTo>
                    <a:pt x="0" y="26"/>
                  </a:lnTo>
                  <a:lnTo>
                    <a:pt x="0" y="26"/>
                  </a:lnTo>
                  <a:lnTo>
                    <a:pt x="0" y="28"/>
                  </a:lnTo>
                  <a:lnTo>
                    <a:pt x="0" y="28"/>
                  </a:lnTo>
                  <a:lnTo>
                    <a:pt x="0" y="29"/>
                  </a:lnTo>
                  <a:lnTo>
                    <a:pt x="0" y="29"/>
                  </a:lnTo>
                  <a:lnTo>
                    <a:pt x="0" y="29"/>
                  </a:lnTo>
                  <a:lnTo>
                    <a:pt x="0" y="29"/>
                  </a:lnTo>
                  <a:lnTo>
                    <a:pt x="0" y="30"/>
                  </a:lnTo>
                  <a:lnTo>
                    <a:pt x="0" y="30"/>
                  </a:lnTo>
                  <a:lnTo>
                    <a:pt x="0" y="30"/>
                  </a:lnTo>
                  <a:lnTo>
                    <a:pt x="0" y="30"/>
                  </a:lnTo>
                  <a:lnTo>
                    <a:pt x="0" y="30"/>
                  </a:lnTo>
                  <a:lnTo>
                    <a:pt x="0" y="30"/>
                  </a:lnTo>
                  <a:lnTo>
                    <a:pt x="0" y="30"/>
                  </a:lnTo>
                  <a:lnTo>
                    <a:pt x="1" y="30"/>
                  </a:lnTo>
                  <a:lnTo>
                    <a:pt x="1" y="30"/>
                  </a:lnTo>
                  <a:lnTo>
                    <a:pt x="1" y="30"/>
                  </a:lnTo>
                  <a:lnTo>
                    <a:pt x="1" y="30"/>
                  </a:lnTo>
                  <a:lnTo>
                    <a:pt x="2" y="30"/>
                  </a:lnTo>
                  <a:lnTo>
                    <a:pt x="2" y="30"/>
                  </a:lnTo>
                  <a:lnTo>
                    <a:pt x="2" y="30"/>
                  </a:lnTo>
                  <a:lnTo>
                    <a:pt x="2" y="30"/>
                  </a:lnTo>
                  <a:lnTo>
                    <a:pt x="3" y="30"/>
                  </a:lnTo>
                  <a:lnTo>
                    <a:pt x="3" y="30"/>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87" name=""/>
            <p:cNvSpPr/>
            <p:nvPr/>
          </p:nvSpPr>
          <p:spPr>
            <a:xfrm>
              <a:off x="8740800" y="6832440"/>
              <a:ext cx="1066680" cy="573120"/>
            </a:xfrm>
            <a:custGeom>
              <a:avLst/>
              <a:gdLst/>
              <a:ahLst/>
              <a:rect l="l" t="t" r="r" b="b"/>
              <a:pathLst>
                <a:path w="672" h="361">
                  <a:moveTo>
                    <a:pt x="3" y="146"/>
                  </a:moveTo>
                  <a:lnTo>
                    <a:pt x="3" y="146"/>
                  </a:lnTo>
                  <a:lnTo>
                    <a:pt x="3" y="146"/>
                  </a:lnTo>
                  <a:lnTo>
                    <a:pt x="3" y="146"/>
                  </a:lnTo>
                  <a:lnTo>
                    <a:pt x="3" y="145"/>
                  </a:lnTo>
                  <a:lnTo>
                    <a:pt x="3" y="145"/>
                  </a:lnTo>
                  <a:lnTo>
                    <a:pt x="3" y="145"/>
                  </a:lnTo>
                  <a:lnTo>
                    <a:pt x="3" y="145"/>
                  </a:lnTo>
                  <a:lnTo>
                    <a:pt x="4" y="143"/>
                  </a:lnTo>
                  <a:lnTo>
                    <a:pt x="4" y="143"/>
                  </a:lnTo>
                  <a:lnTo>
                    <a:pt x="4" y="143"/>
                  </a:lnTo>
                  <a:lnTo>
                    <a:pt x="4" y="143"/>
                  </a:lnTo>
                  <a:lnTo>
                    <a:pt x="4" y="142"/>
                  </a:lnTo>
                  <a:lnTo>
                    <a:pt x="4" y="142"/>
                  </a:lnTo>
                  <a:lnTo>
                    <a:pt x="4" y="141"/>
                  </a:lnTo>
                  <a:lnTo>
                    <a:pt x="4" y="141"/>
                  </a:lnTo>
                  <a:lnTo>
                    <a:pt x="6" y="140"/>
                  </a:lnTo>
                  <a:lnTo>
                    <a:pt x="6" y="140"/>
                  </a:lnTo>
                  <a:lnTo>
                    <a:pt x="6" y="140"/>
                  </a:lnTo>
                  <a:lnTo>
                    <a:pt x="6" y="140"/>
                  </a:lnTo>
                  <a:lnTo>
                    <a:pt x="6" y="140"/>
                  </a:lnTo>
                  <a:lnTo>
                    <a:pt x="6" y="140"/>
                  </a:lnTo>
                  <a:lnTo>
                    <a:pt x="6" y="140"/>
                  </a:lnTo>
                  <a:lnTo>
                    <a:pt x="6" y="140"/>
                  </a:lnTo>
                  <a:lnTo>
                    <a:pt x="7" y="140"/>
                  </a:lnTo>
                  <a:lnTo>
                    <a:pt x="7" y="140"/>
                  </a:lnTo>
                  <a:lnTo>
                    <a:pt x="7" y="140"/>
                  </a:lnTo>
                  <a:lnTo>
                    <a:pt x="7" y="140"/>
                  </a:lnTo>
                  <a:lnTo>
                    <a:pt x="8" y="140"/>
                  </a:lnTo>
                  <a:lnTo>
                    <a:pt x="8" y="140"/>
                  </a:lnTo>
                  <a:lnTo>
                    <a:pt x="8" y="140"/>
                  </a:lnTo>
                  <a:lnTo>
                    <a:pt x="8" y="140"/>
                  </a:lnTo>
                  <a:lnTo>
                    <a:pt x="9" y="138"/>
                  </a:lnTo>
                  <a:lnTo>
                    <a:pt x="8" y="138"/>
                  </a:lnTo>
                  <a:lnTo>
                    <a:pt x="8" y="138"/>
                  </a:lnTo>
                  <a:lnTo>
                    <a:pt x="8" y="138"/>
                  </a:lnTo>
                  <a:lnTo>
                    <a:pt x="8" y="138"/>
                  </a:lnTo>
                  <a:lnTo>
                    <a:pt x="8" y="138"/>
                  </a:lnTo>
                  <a:lnTo>
                    <a:pt x="8" y="138"/>
                  </a:lnTo>
                  <a:lnTo>
                    <a:pt x="8" y="138"/>
                  </a:lnTo>
                  <a:lnTo>
                    <a:pt x="8" y="136"/>
                  </a:lnTo>
                  <a:lnTo>
                    <a:pt x="8" y="136"/>
                  </a:lnTo>
                  <a:lnTo>
                    <a:pt x="8" y="136"/>
                  </a:lnTo>
                  <a:lnTo>
                    <a:pt x="8" y="136"/>
                  </a:lnTo>
                  <a:lnTo>
                    <a:pt x="8" y="136"/>
                  </a:lnTo>
                  <a:lnTo>
                    <a:pt x="8" y="136"/>
                  </a:lnTo>
                  <a:lnTo>
                    <a:pt x="8" y="136"/>
                  </a:lnTo>
                  <a:lnTo>
                    <a:pt x="8" y="136"/>
                  </a:lnTo>
                  <a:lnTo>
                    <a:pt x="8" y="134"/>
                  </a:lnTo>
                  <a:lnTo>
                    <a:pt x="8" y="134"/>
                  </a:lnTo>
                  <a:lnTo>
                    <a:pt x="8" y="134"/>
                  </a:lnTo>
                  <a:lnTo>
                    <a:pt x="8" y="134"/>
                  </a:lnTo>
                  <a:lnTo>
                    <a:pt x="10" y="133"/>
                  </a:lnTo>
                  <a:lnTo>
                    <a:pt x="10" y="133"/>
                  </a:lnTo>
                  <a:lnTo>
                    <a:pt x="12" y="133"/>
                  </a:lnTo>
                  <a:lnTo>
                    <a:pt x="12" y="133"/>
                  </a:lnTo>
                  <a:lnTo>
                    <a:pt x="14" y="131"/>
                  </a:lnTo>
                  <a:lnTo>
                    <a:pt x="14" y="131"/>
                  </a:lnTo>
                  <a:lnTo>
                    <a:pt x="16" y="131"/>
                  </a:lnTo>
                  <a:lnTo>
                    <a:pt x="16" y="131"/>
                  </a:lnTo>
                  <a:lnTo>
                    <a:pt x="17" y="129"/>
                  </a:lnTo>
                  <a:lnTo>
                    <a:pt x="17" y="129"/>
                  </a:lnTo>
                  <a:lnTo>
                    <a:pt x="18" y="128"/>
                  </a:lnTo>
                  <a:lnTo>
                    <a:pt x="18" y="128"/>
                  </a:lnTo>
                  <a:lnTo>
                    <a:pt x="20" y="127"/>
                  </a:lnTo>
                  <a:lnTo>
                    <a:pt x="20" y="127"/>
                  </a:lnTo>
                  <a:lnTo>
                    <a:pt x="20" y="127"/>
                  </a:lnTo>
                  <a:lnTo>
                    <a:pt x="20" y="127"/>
                  </a:lnTo>
                  <a:lnTo>
                    <a:pt x="20" y="127"/>
                  </a:lnTo>
                  <a:lnTo>
                    <a:pt x="20" y="127"/>
                  </a:lnTo>
                  <a:lnTo>
                    <a:pt x="20" y="127"/>
                  </a:lnTo>
                  <a:lnTo>
                    <a:pt x="20" y="127"/>
                  </a:lnTo>
                  <a:lnTo>
                    <a:pt x="22" y="127"/>
                  </a:lnTo>
                  <a:lnTo>
                    <a:pt x="22" y="127"/>
                  </a:lnTo>
                  <a:lnTo>
                    <a:pt x="22" y="127"/>
                  </a:lnTo>
                  <a:lnTo>
                    <a:pt x="22" y="127"/>
                  </a:lnTo>
                  <a:lnTo>
                    <a:pt x="22" y="127"/>
                  </a:lnTo>
                  <a:lnTo>
                    <a:pt x="22" y="127"/>
                  </a:lnTo>
                  <a:lnTo>
                    <a:pt x="22" y="127"/>
                  </a:lnTo>
                  <a:lnTo>
                    <a:pt x="22" y="127"/>
                  </a:lnTo>
                  <a:lnTo>
                    <a:pt x="23" y="126"/>
                  </a:lnTo>
                  <a:lnTo>
                    <a:pt x="23" y="126"/>
                  </a:lnTo>
                  <a:lnTo>
                    <a:pt x="23" y="126"/>
                  </a:lnTo>
                  <a:lnTo>
                    <a:pt x="23" y="126"/>
                  </a:lnTo>
                  <a:lnTo>
                    <a:pt x="23" y="126"/>
                  </a:lnTo>
                  <a:lnTo>
                    <a:pt x="23" y="126"/>
                  </a:lnTo>
                  <a:lnTo>
                    <a:pt x="23" y="126"/>
                  </a:lnTo>
                  <a:lnTo>
                    <a:pt x="23" y="126"/>
                  </a:lnTo>
                  <a:lnTo>
                    <a:pt x="25" y="124"/>
                  </a:lnTo>
                  <a:lnTo>
                    <a:pt x="25" y="124"/>
                  </a:lnTo>
                  <a:lnTo>
                    <a:pt x="25" y="124"/>
                  </a:lnTo>
                  <a:lnTo>
                    <a:pt x="25" y="124"/>
                  </a:lnTo>
                  <a:lnTo>
                    <a:pt x="25" y="124"/>
                  </a:lnTo>
                  <a:lnTo>
                    <a:pt x="25" y="124"/>
                  </a:lnTo>
                  <a:lnTo>
                    <a:pt x="25" y="124"/>
                  </a:lnTo>
                  <a:lnTo>
                    <a:pt x="25" y="124"/>
                  </a:lnTo>
                  <a:lnTo>
                    <a:pt x="27" y="123"/>
                  </a:lnTo>
                  <a:lnTo>
                    <a:pt x="27" y="123"/>
                  </a:lnTo>
                  <a:lnTo>
                    <a:pt x="27" y="123"/>
                  </a:lnTo>
                  <a:lnTo>
                    <a:pt x="27" y="123"/>
                  </a:lnTo>
                  <a:lnTo>
                    <a:pt x="29" y="123"/>
                  </a:lnTo>
                  <a:lnTo>
                    <a:pt x="29" y="123"/>
                  </a:lnTo>
                  <a:lnTo>
                    <a:pt x="29" y="123"/>
                  </a:lnTo>
                  <a:lnTo>
                    <a:pt x="29" y="123"/>
                  </a:lnTo>
                  <a:lnTo>
                    <a:pt x="30" y="122"/>
                  </a:lnTo>
                  <a:lnTo>
                    <a:pt x="30" y="122"/>
                  </a:lnTo>
                  <a:lnTo>
                    <a:pt x="30" y="122"/>
                  </a:lnTo>
                  <a:lnTo>
                    <a:pt x="30" y="122"/>
                  </a:lnTo>
                  <a:lnTo>
                    <a:pt x="32" y="122"/>
                  </a:lnTo>
                  <a:lnTo>
                    <a:pt x="32" y="122"/>
                  </a:lnTo>
                  <a:lnTo>
                    <a:pt x="32" y="122"/>
                  </a:lnTo>
                  <a:lnTo>
                    <a:pt x="32" y="122"/>
                  </a:lnTo>
                  <a:lnTo>
                    <a:pt x="34" y="121"/>
                  </a:lnTo>
                  <a:lnTo>
                    <a:pt x="34" y="122"/>
                  </a:lnTo>
                  <a:lnTo>
                    <a:pt x="34" y="122"/>
                  </a:lnTo>
                  <a:lnTo>
                    <a:pt x="34" y="122"/>
                  </a:lnTo>
                  <a:lnTo>
                    <a:pt x="36" y="122"/>
                  </a:lnTo>
                  <a:lnTo>
                    <a:pt x="36" y="124"/>
                  </a:lnTo>
                  <a:lnTo>
                    <a:pt x="36" y="124"/>
                  </a:lnTo>
                  <a:lnTo>
                    <a:pt x="36" y="124"/>
                  </a:lnTo>
                  <a:lnTo>
                    <a:pt x="38" y="124"/>
                  </a:lnTo>
                  <a:lnTo>
                    <a:pt x="38" y="126"/>
                  </a:lnTo>
                  <a:lnTo>
                    <a:pt x="38" y="126"/>
                  </a:lnTo>
                  <a:lnTo>
                    <a:pt x="38" y="126"/>
                  </a:lnTo>
                  <a:lnTo>
                    <a:pt x="39" y="126"/>
                  </a:lnTo>
                  <a:lnTo>
                    <a:pt x="39" y="127"/>
                  </a:lnTo>
                  <a:lnTo>
                    <a:pt x="39" y="127"/>
                  </a:lnTo>
                  <a:lnTo>
                    <a:pt x="39" y="127"/>
                  </a:lnTo>
                  <a:lnTo>
                    <a:pt x="41" y="127"/>
                  </a:lnTo>
                  <a:lnTo>
                    <a:pt x="41" y="127"/>
                  </a:lnTo>
                  <a:lnTo>
                    <a:pt x="41" y="127"/>
                  </a:lnTo>
                  <a:lnTo>
                    <a:pt x="41" y="127"/>
                  </a:lnTo>
                  <a:lnTo>
                    <a:pt x="41" y="127"/>
                  </a:lnTo>
                  <a:lnTo>
                    <a:pt x="41" y="127"/>
                  </a:lnTo>
                  <a:lnTo>
                    <a:pt x="41" y="127"/>
                  </a:lnTo>
                  <a:lnTo>
                    <a:pt x="41" y="127"/>
                  </a:lnTo>
                  <a:lnTo>
                    <a:pt x="43" y="126"/>
                  </a:lnTo>
                  <a:lnTo>
                    <a:pt x="43" y="126"/>
                  </a:lnTo>
                  <a:lnTo>
                    <a:pt x="43" y="126"/>
                  </a:lnTo>
                  <a:lnTo>
                    <a:pt x="43" y="126"/>
                  </a:lnTo>
                  <a:lnTo>
                    <a:pt x="45" y="126"/>
                  </a:lnTo>
                  <a:lnTo>
                    <a:pt x="45" y="126"/>
                  </a:lnTo>
                  <a:lnTo>
                    <a:pt x="45" y="126"/>
                  </a:lnTo>
                  <a:lnTo>
                    <a:pt x="45" y="126"/>
                  </a:lnTo>
                  <a:lnTo>
                    <a:pt x="47" y="124"/>
                  </a:lnTo>
                  <a:lnTo>
                    <a:pt x="47" y="124"/>
                  </a:lnTo>
                  <a:lnTo>
                    <a:pt x="47" y="124"/>
                  </a:lnTo>
                  <a:lnTo>
                    <a:pt x="47" y="124"/>
                  </a:lnTo>
                  <a:lnTo>
                    <a:pt x="47" y="124"/>
                  </a:lnTo>
                  <a:lnTo>
                    <a:pt x="47" y="124"/>
                  </a:lnTo>
                  <a:lnTo>
                    <a:pt x="47" y="124"/>
                  </a:lnTo>
                  <a:lnTo>
                    <a:pt x="47" y="124"/>
                  </a:lnTo>
                  <a:lnTo>
                    <a:pt x="48" y="124"/>
                  </a:lnTo>
                  <a:lnTo>
                    <a:pt x="48" y="124"/>
                  </a:lnTo>
                  <a:lnTo>
                    <a:pt x="48" y="124"/>
                  </a:lnTo>
                  <a:lnTo>
                    <a:pt x="48" y="124"/>
                  </a:lnTo>
                  <a:lnTo>
                    <a:pt x="48" y="124"/>
                  </a:lnTo>
                  <a:lnTo>
                    <a:pt x="48" y="124"/>
                  </a:lnTo>
                  <a:lnTo>
                    <a:pt x="48" y="124"/>
                  </a:lnTo>
                  <a:lnTo>
                    <a:pt x="48" y="124"/>
                  </a:lnTo>
                  <a:lnTo>
                    <a:pt x="49" y="123"/>
                  </a:lnTo>
                  <a:lnTo>
                    <a:pt x="49" y="123"/>
                  </a:lnTo>
                  <a:lnTo>
                    <a:pt x="49" y="123"/>
                  </a:lnTo>
                  <a:lnTo>
                    <a:pt x="49" y="123"/>
                  </a:lnTo>
                  <a:lnTo>
                    <a:pt x="51" y="123"/>
                  </a:lnTo>
                  <a:lnTo>
                    <a:pt x="51" y="123"/>
                  </a:lnTo>
                  <a:lnTo>
                    <a:pt x="51" y="123"/>
                  </a:lnTo>
                  <a:lnTo>
                    <a:pt x="51" y="123"/>
                  </a:lnTo>
                  <a:lnTo>
                    <a:pt x="53" y="121"/>
                  </a:lnTo>
                  <a:lnTo>
                    <a:pt x="53" y="121"/>
                  </a:lnTo>
                  <a:lnTo>
                    <a:pt x="53" y="121"/>
                  </a:lnTo>
                  <a:lnTo>
                    <a:pt x="53" y="121"/>
                  </a:lnTo>
                  <a:lnTo>
                    <a:pt x="54" y="121"/>
                  </a:lnTo>
                  <a:lnTo>
                    <a:pt x="54" y="121"/>
                  </a:lnTo>
                  <a:lnTo>
                    <a:pt x="54" y="121"/>
                  </a:lnTo>
                  <a:lnTo>
                    <a:pt x="54" y="121"/>
                  </a:lnTo>
                  <a:lnTo>
                    <a:pt x="56" y="120"/>
                  </a:lnTo>
                  <a:lnTo>
                    <a:pt x="56" y="119"/>
                  </a:lnTo>
                  <a:lnTo>
                    <a:pt x="54" y="120"/>
                  </a:lnTo>
                  <a:lnTo>
                    <a:pt x="54" y="120"/>
                  </a:lnTo>
                  <a:lnTo>
                    <a:pt x="54" y="121"/>
                  </a:lnTo>
                  <a:lnTo>
                    <a:pt x="54" y="121"/>
                  </a:lnTo>
                  <a:lnTo>
                    <a:pt x="54" y="123"/>
                  </a:lnTo>
                  <a:lnTo>
                    <a:pt x="54" y="123"/>
                  </a:lnTo>
                  <a:lnTo>
                    <a:pt x="54" y="125"/>
                  </a:lnTo>
                  <a:lnTo>
                    <a:pt x="54" y="125"/>
                  </a:lnTo>
                  <a:lnTo>
                    <a:pt x="54" y="127"/>
                  </a:lnTo>
                  <a:lnTo>
                    <a:pt x="54" y="127"/>
                  </a:lnTo>
                  <a:lnTo>
                    <a:pt x="54" y="129"/>
                  </a:lnTo>
                  <a:lnTo>
                    <a:pt x="54" y="129"/>
                  </a:lnTo>
                  <a:lnTo>
                    <a:pt x="54" y="131"/>
                  </a:lnTo>
                  <a:lnTo>
                    <a:pt x="54" y="131"/>
                  </a:lnTo>
                  <a:lnTo>
                    <a:pt x="54" y="132"/>
                  </a:lnTo>
                  <a:lnTo>
                    <a:pt x="56" y="132"/>
                  </a:lnTo>
                  <a:lnTo>
                    <a:pt x="56" y="133"/>
                  </a:lnTo>
                  <a:lnTo>
                    <a:pt x="56" y="133"/>
                  </a:lnTo>
                  <a:lnTo>
                    <a:pt x="56" y="133"/>
                  </a:lnTo>
                  <a:lnTo>
                    <a:pt x="56" y="133"/>
                  </a:lnTo>
                  <a:lnTo>
                    <a:pt x="56" y="133"/>
                  </a:lnTo>
                  <a:lnTo>
                    <a:pt x="56" y="133"/>
                  </a:lnTo>
                  <a:lnTo>
                    <a:pt x="56" y="133"/>
                  </a:lnTo>
                  <a:lnTo>
                    <a:pt x="57" y="133"/>
                  </a:lnTo>
                  <a:lnTo>
                    <a:pt x="57" y="133"/>
                  </a:lnTo>
                  <a:lnTo>
                    <a:pt x="57" y="133"/>
                  </a:lnTo>
                  <a:lnTo>
                    <a:pt x="57" y="133"/>
                  </a:lnTo>
                  <a:lnTo>
                    <a:pt x="58" y="133"/>
                  </a:lnTo>
                  <a:lnTo>
                    <a:pt x="58" y="133"/>
                  </a:lnTo>
                  <a:lnTo>
                    <a:pt x="58" y="133"/>
                  </a:lnTo>
                  <a:lnTo>
                    <a:pt x="58" y="133"/>
                  </a:lnTo>
                  <a:lnTo>
                    <a:pt x="59" y="133"/>
                  </a:lnTo>
                  <a:lnTo>
                    <a:pt x="59" y="134"/>
                  </a:lnTo>
                  <a:lnTo>
                    <a:pt x="59" y="134"/>
                  </a:lnTo>
                  <a:lnTo>
                    <a:pt x="59" y="134"/>
                  </a:lnTo>
                  <a:lnTo>
                    <a:pt x="59" y="134"/>
                  </a:lnTo>
                  <a:lnTo>
                    <a:pt x="59" y="134"/>
                  </a:lnTo>
                  <a:lnTo>
                    <a:pt x="59" y="134"/>
                  </a:lnTo>
                  <a:lnTo>
                    <a:pt x="59" y="134"/>
                  </a:lnTo>
                  <a:lnTo>
                    <a:pt x="60" y="134"/>
                  </a:lnTo>
                  <a:lnTo>
                    <a:pt x="60" y="134"/>
                  </a:lnTo>
                  <a:lnTo>
                    <a:pt x="60" y="134"/>
                  </a:lnTo>
                  <a:lnTo>
                    <a:pt x="60" y="134"/>
                  </a:lnTo>
                  <a:lnTo>
                    <a:pt x="61" y="134"/>
                  </a:lnTo>
                  <a:lnTo>
                    <a:pt x="61" y="134"/>
                  </a:lnTo>
                  <a:lnTo>
                    <a:pt x="61" y="134"/>
                  </a:lnTo>
                  <a:lnTo>
                    <a:pt x="61" y="134"/>
                  </a:lnTo>
                  <a:lnTo>
                    <a:pt x="63" y="134"/>
                  </a:lnTo>
                  <a:lnTo>
                    <a:pt x="63" y="136"/>
                  </a:lnTo>
                  <a:lnTo>
                    <a:pt x="63" y="136"/>
                  </a:lnTo>
                  <a:lnTo>
                    <a:pt x="63" y="136"/>
                  </a:lnTo>
                  <a:lnTo>
                    <a:pt x="65" y="136"/>
                  </a:lnTo>
                  <a:lnTo>
                    <a:pt x="65" y="137"/>
                  </a:lnTo>
                  <a:lnTo>
                    <a:pt x="67" y="137"/>
                  </a:lnTo>
                  <a:lnTo>
                    <a:pt x="67" y="137"/>
                  </a:lnTo>
                  <a:lnTo>
                    <a:pt x="69" y="137"/>
                  </a:lnTo>
                  <a:lnTo>
                    <a:pt x="69" y="138"/>
                  </a:lnTo>
                  <a:lnTo>
                    <a:pt x="71" y="138"/>
                  </a:lnTo>
                  <a:lnTo>
                    <a:pt x="71" y="138"/>
                  </a:lnTo>
                  <a:lnTo>
                    <a:pt x="73" y="138"/>
                  </a:lnTo>
                  <a:lnTo>
                    <a:pt x="73" y="138"/>
                  </a:lnTo>
                  <a:lnTo>
                    <a:pt x="74" y="138"/>
                  </a:lnTo>
                  <a:lnTo>
                    <a:pt x="74" y="138"/>
                  </a:lnTo>
                  <a:lnTo>
                    <a:pt x="76" y="138"/>
                  </a:lnTo>
                  <a:lnTo>
                    <a:pt x="76" y="140"/>
                  </a:lnTo>
                  <a:lnTo>
                    <a:pt x="76" y="140"/>
                  </a:lnTo>
                  <a:lnTo>
                    <a:pt x="76" y="140"/>
                  </a:lnTo>
                  <a:lnTo>
                    <a:pt x="77" y="140"/>
                  </a:lnTo>
                  <a:lnTo>
                    <a:pt x="77" y="140"/>
                  </a:lnTo>
                  <a:lnTo>
                    <a:pt x="78" y="140"/>
                  </a:lnTo>
                  <a:lnTo>
                    <a:pt x="78" y="140"/>
                  </a:lnTo>
                  <a:lnTo>
                    <a:pt x="80" y="140"/>
                  </a:lnTo>
                  <a:lnTo>
                    <a:pt x="80" y="141"/>
                  </a:lnTo>
                  <a:lnTo>
                    <a:pt x="80" y="141"/>
                  </a:lnTo>
                  <a:lnTo>
                    <a:pt x="80" y="141"/>
                  </a:lnTo>
                  <a:lnTo>
                    <a:pt x="82" y="141"/>
                  </a:lnTo>
                  <a:lnTo>
                    <a:pt x="82" y="141"/>
                  </a:lnTo>
                  <a:lnTo>
                    <a:pt x="83" y="141"/>
                  </a:lnTo>
                  <a:lnTo>
                    <a:pt x="83" y="141"/>
                  </a:lnTo>
                  <a:lnTo>
                    <a:pt x="85" y="141"/>
                  </a:lnTo>
                  <a:lnTo>
                    <a:pt x="85" y="142"/>
                  </a:lnTo>
                  <a:lnTo>
                    <a:pt x="86" y="142"/>
                  </a:lnTo>
                  <a:lnTo>
                    <a:pt x="86" y="142"/>
                  </a:lnTo>
                  <a:lnTo>
                    <a:pt x="88" y="142"/>
                  </a:lnTo>
                  <a:lnTo>
                    <a:pt x="88" y="142"/>
                  </a:lnTo>
                  <a:lnTo>
                    <a:pt x="89" y="142"/>
                  </a:lnTo>
                  <a:lnTo>
                    <a:pt x="89" y="142"/>
                  </a:lnTo>
                  <a:lnTo>
                    <a:pt x="91" y="142"/>
                  </a:lnTo>
                  <a:lnTo>
                    <a:pt x="91" y="142"/>
                  </a:lnTo>
                  <a:lnTo>
                    <a:pt x="93" y="142"/>
                  </a:lnTo>
                  <a:lnTo>
                    <a:pt x="93" y="142"/>
                  </a:lnTo>
                  <a:lnTo>
                    <a:pt x="95" y="142"/>
                  </a:lnTo>
                  <a:lnTo>
                    <a:pt x="95" y="142"/>
                  </a:lnTo>
                  <a:lnTo>
                    <a:pt x="97" y="142"/>
                  </a:lnTo>
                  <a:lnTo>
                    <a:pt x="97" y="142"/>
                  </a:lnTo>
                  <a:lnTo>
                    <a:pt x="99" y="142"/>
                  </a:lnTo>
                  <a:lnTo>
                    <a:pt x="99" y="143"/>
                  </a:lnTo>
                  <a:lnTo>
                    <a:pt x="100" y="143"/>
                  </a:lnTo>
                  <a:lnTo>
                    <a:pt x="100" y="143"/>
                  </a:lnTo>
                  <a:lnTo>
                    <a:pt x="103" y="143"/>
                  </a:lnTo>
                  <a:lnTo>
                    <a:pt x="103" y="143"/>
                  </a:lnTo>
                  <a:lnTo>
                    <a:pt x="104" y="143"/>
                  </a:lnTo>
                  <a:lnTo>
                    <a:pt x="105" y="143"/>
                  </a:lnTo>
                  <a:lnTo>
                    <a:pt x="107" y="142"/>
                  </a:lnTo>
                  <a:lnTo>
                    <a:pt x="107" y="142"/>
                  </a:lnTo>
                  <a:lnTo>
                    <a:pt x="109" y="142"/>
                  </a:lnTo>
                  <a:lnTo>
                    <a:pt x="109" y="142"/>
                  </a:lnTo>
                  <a:lnTo>
                    <a:pt x="111" y="141"/>
                  </a:lnTo>
                  <a:lnTo>
                    <a:pt x="111" y="141"/>
                  </a:lnTo>
                  <a:lnTo>
                    <a:pt x="113" y="141"/>
                  </a:lnTo>
                  <a:lnTo>
                    <a:pt x="113" y="141"/>
                  </a:lnTo>
                  <a:lnTo>
                    <a:pt x="115" y="140"/>
                  </a:lnTo>
                  <a:lnTo>
                    <a:pt x="115" y="140"/>
                  </a:lnTo>
                  <a:lnTo>
                    <a:pt x="117" y="140"/>
                  </a:lnTo>
                  <a:lnTo>
                    <a:pt x="118" y="140"/>
                  </a:lnTo>
                  <a:lnTo>
                    <a:pt x="120" y="140"/>
                  </a:lnTo>
                  <a:lnTo>
                    <a:pt x="120" y="140"/>
                  </a:lnTo>
                  <a:lnTo>
                    <a:pt x="122" y="140"/>
                  </a:lnTo>
                  <a:lnTo>
                    <a:pt x="124" y="140"/>
                  </a:lnTo>
                  <a:lnTo>
                    <a:pt x="126" y="139"/>
                  </a:lnTo>
                  <a:lnTo>
                    <a:pt x="126" y="139"/>
                  </a:lnTo>
                  <a:lnTo>
                    <a:pt x="127" y="139"/>
                  </a:lnTo>
                  <a:lnTo>
                    <a:pt x="130" y="139"/>
                  </a:lnTo>
                  <a:lnTo>
                    <a:pt x="132" y="139"/>
                  </a:lnTo>
                  <a:lnTo>
                    <a:pt x="132" y="139"/>
                  </a:lnTo>
                  <a:lnTo>
                    <a:pt x="134" y="139"/>
                  </a:lnTo>
                  <a:lnTo>
                    <a:pt x="135" y="139"/>
                  </a:lnTo>
                  <a:lnTo>
                    <a:pt x="137" y="137"/>
                  </a:lnTo>
                  <a:lnTo>
                    <a:pt x="137" y="137"/>
                  </a:lnTo>
                  <a:lnTo>
                    <a:pt x="137" y="137"/>
                  </a:lnTo>
                  <a:lnTo>
                    <a:pt x="137" y="137"/>
                  </a:lnTo>
                  <a:lnTo>
                    <a:pt x="137" y="137"/>
                  </a:lnTo>
                  <a:lnTo>
                    <a:pt x="137" y="137"/>
                  </a:lnTo>
                  <a:lnTo>
                    <a:pt x="137" y="137"/>
                  </a:lnTo>
                  <a:lnTo>
                    <a:pt x="137" y="137"/>
                  </a:lnTo>
                  <a:lnTo>
                    <a:pt x="138" y="136"/>
                  </a:lnTo>
                  <a:lnTo>
                    <a:pt x="138" y="136"/>
                  </a:lnTo>
                  <a:lnTo>
                    <a:pt x="138" y="136"/>
                  </a:lnTo>
                  <a:lnTo>
                    <a:pt x="138" y="136"/>
                  </a:lnTo>
                  <a:lnTo>
                    <a:pt x="139" y="136"/>
                  </a:lnTo>
                  <a:lnTo>
                    <a:pt x="139" y="136"/>
                  </a:lnTo>
                  <a:lnTo>
                    <a:pt x="139" y="136"/>
                  </a:lnTo>
                  <a:lnTo>
                    <a:pt x="139" y="136"/>
                  </a:lnTo>
                  <a:lnTo>
                    <a:pt x="141" y="135"/>
                  </a:lnTo>
                  <a:lnTo>
                    <a:pt x="141" y="136"/>
                  </a:lnTo>
                  <a:lnTo>
                    <a:pt x="141" y="136"/>
                  </a:lnTo>
                  <a:lnTo>
                    <a:pt x="141" y="136"/>
                  </a:lnTo>
                  <a:lnTo>
                    <a:pt x="141" y="136"/>
                  </a:lnTo>
                  <a:lnTo>
                    <a:pt x="141" y="137"/>
                  </a:lnTo>
                  <a:lnTo>
                    <a:pt x="141" y="137"/>
                  </a:lnTo>
                  <a:lnTo>
                    <a:pt x="141" y="137"/>
                  </a:lnTo>
                  <a:lnTo>
                    <a:pt x="143" y="137"/>
                  </a:lnTo>
                  <a:lnTo>
                    <a:pt x="143" y="138"/>
                  </a:lnTo>
                  <a:lnTo>
                    <a:pt x="143" y="138"/>
                  </a:lnTo>
                  <a:lnTo>
                    <a:pt x="143" y="138"/>
                  </a:lnTo>
                  <a:lnTo>
                    <a:pt x="145" y="138"/>
                  </a:lnTo>
                  <a:lnTo>
                    <a:pt x="145" y="138"/>
                  </a:lnTo>
                  <a:lnTo>
                    <a:pt x="146" y="138"/>
                  </a:lnTo>
                  <a:lnTo>
                    <a:pt x="146" y="138"/>
                  </a:lnTo>
                  <a:lnTo>
                    <a:pt x="148" y="138"/>
                  </a:lnTo>
                  <a:lnTo>
                    <a:pt x="148" y="140"/>
                  </a:lnTo>
                  <a:lnTo>
                    <a:pt x="148" y="140"/>
                  </a:lnTo>
                  <a:lnTo>
                    <a:pt x="148" y="140"/>
                  </a:lnTo>
                  <a:lnTo>
                    <a:pt x="150" y="140"/>
                  </a:lnTo>
                  <a:lnTo>
                    <a:pt x="150" y="140"/>
                  </a:lnTo>
                  <a:lnTo>
                    <a:pt x="152" y="140"/>
                  </a:lnTo>
                  <a:lnTo>
                    <a:pt x="153" y="140"/>
                  </a:lnTo>
                  <a:lnTo>
                    <a:pt x="155" y="140"/>
                  </a:lnTo>
                  <a:lnTo>
                    <a:pt x="155" y="140"/>
                  </a:lnTo>
                  <a:lnTo>
                    <a:pt x="157" y="140"/>
                  </a:lnTo>
                  <a:lnTo>
                    <a:pt x="157" y="140"/>
                  </a:lnTo>
                  <a:lnTo>
                    <a:pt x="159" y="140"/>
                  </a:lnTo>
                  <a:lnTo>
                    <a:pt x="159" y="140"/>
                  </a:lnTo>
                  <a:lnTo>
                    <a:pt x="161" y="140"/>
                  </a:lnTo>
                  <a:lnTo>
                    <a:pt x="161" y="140"/>
                  </a:lnTo>
                  <a:lnTo>
                    <a:pt x="163" y="140"/>
                  </a:lnTo>
                  <a:lnTo>
                    <a:pt x="163" y="140"/>
                  </a:lnTo>
                  <a:lnTo>
                    <a:pt x="163" y="140"/>
                  </a:lnTo>
                  <a:lnTo>
                    <a:pt x="163" y="140"/>
                  </a:lnTo>
                  <a:lnTo>
                    <a:pt x="164" y="140"/>
                  </a:lnTo>
                  <a:lnTo>
                    <a:pt x="164" y="140"/>
                  </a:lnTo>
                  <a:lnTo>
                    <a:pt x="166" y="140"/>
                  </a:lnTo>
                  <a:lnTo>
                    <a:pt x="166" y="140"/>
                  </a:lnTo>
                  <a:lnTo>
                    <a:pt x="168" y="138"/>
                  </a:lnTo>
                  <a:lnTo>
                    <a:pt x="168" y="138"/>
                  </a:lnTo>
                  <a:lnTo>
                    <a:pt x="168" y="138"/>
                  </a:lnTo>
                  <a:lnTo>
                    <a:pt x="168" y="138"/>
                  </a:lnTo>
                  <a:lnTo>
                    <a:pt x="170" y="136"/>
                  </a:lnTo>
                  <a:lnTo>
                    <a:pt x="170" y="136"/>
                  </a:lnTo>
                  <a:lnTo>
                    <a:pt x="171" y="136"/>
                  </a:lnTo>
                  <a:lnTo>
                    <a:pt x="171" y="136"/>
                  </a:lnTo>
                  <a:lnTo>
                    <a:pt x="173" y="134"/>
                  </a:lnTo>
                  <a:lnTo>
                    <a:pt x="173" y="134"/>
                  </a:lnTo>
                  <a:lnTo>
                    <a:pt x="173" y="134"/>
                  </a:lnTo>
                  <a:lnTo>
                    <a:pt x="173" y="134"/>
                  </a:lnTo>
                  <a:lnTo>
                    <a:pt x="173" y="134"/>
                  </a:lnTo>
                  <a:lnTo>
                    <a:pt x="173" y="134"/>
                  </a:lnTo>
                  <a:lnTo>
                    <a:pt x="173" y="134"/>
                  </a:lnTo>
                  <a:lnTo>
                    <a:pt x="173" y="134"/>
                  </a:lnTo>
                  <a:lnTo>
                    <a:pt x="174" y="133"/>
                  </a:lnTo>
                  <a:lnTo>
                    <a:pt x="174" y="133"/>
                  </a:lnTo>
                  <a:lnTo>
                    <a:pt x="174" y="133"/>
                  </a:lnTo>
                  <a:lnTo>
                    <a:pt x="174" y="133"/>
                  </a:lnTo>
                  <a:lnTo>
                    <a:pt x="175" y="131"/>
                  </a:lnTo>
                  <a:lnTo>
                    <a:pt x="175" y="131"/>
                  </a:lnTo>
                  <a:lnTo>
                    <a:pt x="175" y="131"/>
                  </a:lnTo>
                  <a:lnTo>
                    <a:pt x="175" y="131"/>
                  </a:lnTo>
                  <a:lnTo>
                    <a:pt x="176" y="128"/>
                  </a:lnTo>
                  <a:lnTo>
                    <a:pt x="176" y="128"/>
                  </a:lnTo>
                  <a:lnTo>
                    <a:pt x="176" y="128"/>
                  </a:lnTo>
                  <a:lnTo>
                    <a:pt x="176" y="128"/>
                  </a:lnTo>
                  <a:lnTo>
                    <a:pt x="176" y="128"/>
                  </a:lnTo>
                  <a:lnTo>
                    <a:pt x="176" y="128"/>
                  </a:lnTo>
                  <a:lnTo>
                    <a:pt x="176" y="128"/>
                  </a:lnTo>
                  <a:lnTo>
                    <a:pt x="176" y="128"/>
                  </a:lnTo>
                  <a:lnTo>
                    <a:pt x="176" y="127"/>
                  </a:lnTo>
                  <a:lnTo>
                    <a:pt x="176" y="127"/>
                  </a:lnTo>
                  <a:lnTo>
                    <a:pt x="176" y="127"/>
                  </a:lnTo>
                  <a:lnTo>
                    <a:pt x="176" y="127"/>
                  </a:lnTo>
                  <a:lnTo>
                    <a:pt x="176" y="126"/>
                  </a:lnTo>
                  <a:lnTo>
                    <a:pt x="176" y="126"/>
                  </a:lnTo>
                  <a:lnTo>
                    <a:pt x="176" y="126"/>
                  </a:lnTo>
                  <a:lnTo>
                    <a:pt x="176" y="126"/>
                  </a:lnTo>
                  <a:lnTo>
                    <a:pt x="176" y="124"/>
                  </a:lnTo>
                  <a:lnTo>
                    <a:pt x="176" y="124"/>
                  </a:lnTo>
                  <a:lnTo>
                    <a:pt x="176" y="123"/>
                  </a:lnTo>
                  <a:lnTo>
                    <a:pt x="176" y="123"/>
                  </a:lnTo>
                  <a:lnTo>
                    <a:pt x="178" y="121"/>
                  </a:lnTo>
                  <a:lnTo>
                    <a:pt x="178" y="121"/>
                  </a:lnTo>
                  <a:lnTo>
                    <a:pt x="180" y="119"/>
                  </a:lnTo>
                  <a:lnTo>
                    <a:pt x="181" y="119"/>
                  </a:lnTo>
                  <a:lnTo>
                    <a:pt x="183" y="117"/>
                  </a:lnTo>
                  <a:lnTo>
                    <a:pt x="183" y="117"/>
                  </a:lnTo>
                  <a:lnTo>
                    <a:pt x="185" y="116"/>
                  </a:lnTo>
                  <a:lnTo>
                    <a:pt x="185" y="116"/>
                  </a:lnTo>
                  <a:lnTo>
                    <a:pt x="186" y="114"/>
                  </a:lnTo>
                  <a:lnTo>
                    <a:pt x="186" y="114"/>
                  </a:lnTo>
                  <a:lnTo>
                    <a:pt x="188" y="112"/>
                  </a:lnTo>
                  <a:lnTo>
                    <a:pt x="188" y="112"/>
                  </a:lnTo>
                  <a:lnTo>
                    <a:pt x="191" y="111"/>
                  </a:lnTo>
                  <a:lnTo>
                    <a:pt x="191" y="111"/>
                  </a:lnTo>
                  <a:lnTo>
                    <a:pt x="192" y="109"/>
                  </a:lnTo>
                  <a:lnTo>
                    <a:pt x="192" y="109"/>
                  </a:lnTo>
                  <a:lnTo>
                    <a:pt x="194" y="106"/>
                  </a:lnTo>
                  <a:lnTo>
                    <a:pt x="194" y="106"/>
                  </a:lnTo>
                  <a:lnTo>
                    <a:pt x="195" y="105"/>
                  </a:lnTo>
                  <a:lnTo>
                    <a:pt x="197" y="103"/>
                  </a:lnTo>
                  <a:lnTo>
                    <a:pt x="199" y="101"/>
                  </a:lnTo>
                  <a:lnTo>
                    <a:pt x="199" y="101"/>
                  </a:lnTo>
                  <a:lnTo>
                    <a:pt x="201" y="99"/>
                  </a:lnTo>
                  <a:lnTo>
                    <a:pt x="201" y="97"/>
                  </a:lnTo>
                  <a:lnTo>
                    <a:pt x="203" y="95"/>
                  </a:lnTo>
                  <a:lnTo>
                    <a:pt x="203" y="95"/>
                  </a:lnTo>
                  <a:lnTo>
                    <a:pt x="205" y="93"/>
                  </a:lnTo>
                  <a:lnTo>
                    <a:pt x="205" y="93"/>
                  </a:lnTo>
                  <a:lnTo>
                    <a:pt x="207" y="91"/>
                  </a:lnTo>
                  <a:lnTo>
                    <a:pt x="207" y="91"/>
                  </a:lnTo>
                  <a:lnTo>
                    <a:pt x="207" y="91"/>
                  </a:lnTo>
                  <a:lnTo>
                    <a:pt x="207" y="91"/>
                  </a:lnTo>
                  <a:lnTo>
                    <a:pt x="209" y="91"/>
                  </a:lnTo>
                  <a:lnTo>
                    <a:pt x="209" y="91"/>
                  </a:lnTo>
                  <a:lnTo>
                    <a:pt x="210" y="91"/>
                  </a:lnTo>
                  <a:lnTo>
                    <a:pt x="210" y="91"/>
                  </a:lnTo>
                  <a:lnTo>
                    <a:pt x="213" y="90"/>
                  </a:lnTo>
                  <a:lnTo>
                    <a:pt x="213" y="90"/>
                  </a:lnTo>
                  <a:lnTo>
                    <a:pt x="213" y="90"/>
                  </a:lnTo>
                  <a:lnTo>
                    <a:pt x="213" y="90"/>
                  </a:lnTo>
                  <a:lnTo>
                    <a:pt x="215" y="90"/>
                  </a:lnTo>
                  <a:lnTo>
                    <a:pt x="215" y="90"/>
                  </a:lnTo>
                  <a:lnTo>
                    <a:pt x="216" y="90"/>
                  </a:lnTo>
                  <a:lnTo>
                    <a:pt x="216" y="90"/>
                  </a:lnTo>
                  <a:lnTo>
                    <a:pt x="218" y="88"/>
                  </a:lnTo>
                  <a:lnTo>
                    <a:pt x="218" y="88"/>
                  </a:lnTo>
                  <a:lnTo>
                    <a:pt x="218" y="87"/>
                  </a:lnTo>
                  <a:lnTo>
                    <a:pt x="218" y="87"/>
                  </a:lnTo>
                  <a:lnTo>
                    <a:pt x="220" y="85"/>
                  </a:lnTo>
                  <a:lnTo>
                    <a:pt x="220" y="85"/>
                  </a:lnTo>
                  <a:lnTo>
                    <a:pt x="222" y="83"/>
                  </a:lnTo>
                  <a:lnTo>
                    <a:pt x="222" y="83"/>
                  </a:lnTo>
                  <a:lnTo>
                    <a:pt x="224" y="81"/>
                  </a:lnTo>
                  <a:lnTo>
                    <a:pt x="224" y="81"/>
                  </a:lnTo>
                  <a:lnTo>
                    <a:pt x="226" y="80"/>
                  </a:lnTo>
                  <a:lnTo>
                    <a:pt x="226" y="80"/>
                  </a:lnTo>
                  <a:lnTo>
                    <a:pt x="228" y="78"/>
                  </a:lnTo>
                  <a:lnTo>
                    <a:pt x="228" y="78"/>
                  </a:lnTo>
                  <a:lnTo>
                    <a:pt x="230" y="77"/>
                  </a:lnTo>
                  <a:lnTo>
                    <a:pt x="231" y="77"/>
                  </a:lnTo>
                  <a:lnTo>
                    <a:pt x="232" y="75"/>
                  </a:lnTo>
                  <a:lnTo>
                    <a:pt x="232" y="77"/>
                  </a:lnTo>
                  <a:lnTo>
                    <a:pt x="232" y="77"/>
                  </a:lnTo>
                  <a:lnTo>
                    <a:pt x="232" y="77"/>
                  </a:lnTo>
                  <a:lnTo>
                    <a:pt x="234" y="77"/>
                  </a:lnTo>
                  <a:lnTo>
                    <a:pt x="234" y="77"/>
                  </a:lnTo>
                  <a:lnTo>
                    <a:pt x="237" y="77"/>
                  </a:lnTo>
                  <a:lnTo>
                    <a:pt x="237" y="77"/>
                  </a:lnTo>
                  <a:lnTo>
                    <a:pt x="238" y="77"/>
                  </a:lnTo>
                  <a:lnTo>
                    <a:pt x="238" y="78"/>
                  </a:lnTo>
                  <a:lnTo>
                    <a:pt x="240" y="78"/>
                  </a:lnTo>
                  <a:lnTo>
                    <a:pt x="240" y="78"/>
                  </a:lnTo>
                  <a:lnTo>
                    <a:pt x="242" y="78"/>
                  </a:lnTo>
                  <a:lnTo>
                    <a:pt x="242" y="78"/>
                  </a:lnTo>
                  <a:lnTo>
                    <a:pt x="244" y="78"/>
                  </a:lnTo>
                  <a:lnTo>
                    <a:pt x="245" y="78"/>
                  </a:lnTo>
                  <a:lnTo>
                    <a:pt x="247" y="77"/>
                  </a:lnTo>
                  <a:lnTo>
                    <a:pt x="247" y="77"/>
                  </a:lnTo>
                  <a:lnTo>
                    <a:pt x="247" y="77"/>
                  </a:lnTo>
                  <a:lnTo>
                    <a:pt x="247" y="77"/>
                  </a:lnTo>
                  <a:lnTo>
                    <a:pt x="248" y="75"/>
                  </a:lnTo>
                  <a:lnTo>
                    <a:pt x="248" y="75"/>
                  </a:lnTo>
                  <a:lnTo>
                    <a:pt x="248" y="75"/>
                  </a:lnTo>
                  <a:lnTo>
                    <a:pt x="248" y="75"/>
                  </a:lnTo>
                  <a:lnTo>
                    <a:pt x="250" y="74"/>
                  </a:lnTo>
                  <a:lnTo>
                    <a:pt x="250" y="74"/>
                  </a:lnTo>
                  <a:lnTo>
                    <a:pt x="250" y="74"/>
                  </a:lnTo>
                  <a:lnTo>
                    <a:pt x="250" y="74"/>
                  </a:lnTo>
                  <a:lnTo>
                    <a:pt x="251" y="72"/>
                  </a:lnTo>
                  <a:lnTo>
                    <a:pt x="251" y="72"/>
                  </a:lnTo>
                  <a:lnTo>
                    <a:pt x="251" y="72"/>
                  </a:lnTo>
                  <a:lnTo>
                    <a:pt x="251" y="72"/>
                  </a:lnTo>
                  <a:lnTo>
                    <a:pt x="253" y="70"/>
                  </a:lnTo>
                  <a:lnTo>
                    <a:pt x="253" y="70"/>
                  </a:lnTo>
                  <a:lnTo>
                    <a:pt x="253" y="70"/>
                  </a:lnTo>
                  <a:lnTo>
                    <a:pt x="253" y="70"/>
                  </a:lnTo>
                  <a:lnTo>
                    <a:pt x="254" y="70"/>
                  </a:lnTo>
                  <a:lnTo>
                    <a:pt x="254" y="70"/>
                  </a:lnTo>
                  <a:lnTo>
                    <a:pt x="256" y="70"/>
                  </a:lnTo>
                  <a:lnTo>
                    <a:pt x="256" y="70"/>
                  </a:lnTo>
                  <a:lnTo>
                    <a:pt x="258" y="70"/>
                  </a:lnTo>
                  <a:lnTo>
                    <a:pt x="258" y="70"/>
                  </a:lnTo>
                  <a:lnTo>
                    <a:pt x="259" y="70"/>
                  </a:lnTo>
                  <a:lnTo>
                    <a:pt x="259" y="70"/>
                  </a:lnTo>
                  <a:lnTo>
                    <a:pt x="261" y="70"/>
                  </a:lnTo>
                  <a:lnTo>
                    <a:pt x="261" y="70"/>
                  </a:lnTo>
                  <a:lnTo>
                    <a:pt x="261" y="70"/>
                  </a:lnTo>
                  <a:lnTo>
                    <a:pt x="261" y="70"/>
                  </a:lnTo>
                  <a:lnTo>
                    <a:pt x="264" y="70"/>
                  </a:lnTo>
                  <a:lnTo>
                    <a:pt x="264" y="70"/>
                  </a:lnTo>
                  <a:lnTo>
                    <a:pt x="265" y="70"/>
                  </a:lnTo>
                  <a:lnTo>
                    <a:pt x="265" y="70"/>
                  </a:lnTo>
                  <a:lnTo>
                    <a:pt x="267" y="70"/>
                  </a:lnTo>
                  <a:lnTo>
                    <a:pt x="267" y="70"/>
                  </a:lnTo>
                  <a:lnTo>
                    <a:pt x="269" y="70"/>
                  </a:lnTo>
                  <a:lnTo>
                    <a:pt x="270" y="70"/>
                  </a:lnTo>
                  <a:lnTo>
                    <a:pt x="272" y="69"/>
                  </a:lnTo>
                  <a:lnTo>
                    <a:pt x="272" y="69"/>
                  </a:lnTo>
                  <a:lnTo>
                    <a:pt x="274" y="69"/>
                  </a:lnTo>
                  <a:lnTo>
                    <a:pt x="275" y="69"/>
                  </a:lnTo>
                  <a:lnTo>
                    <a:pt x="277" y="68"/>
                  </a:lnTo>
                  <a:lnTo>
                    <a:pt x="277" y="68"/>
                  </a:lnTo>
                  <a:lnTo>
                    <a:pt x="279" y="68"/>
                  </a:lnTo>
                  <a:lnTo>
                    <a:pt x="280" y="68"/>
                  </a:lnTo>
                  <a:lnTo>
                    <a:pt x="282" y="67"/>
                  </a:lnTo>
                  <a:lnTo>
                    <a:pt x="281" y="67"/>
                  </a:lnTo>
                  <a:lnTo>
                    <a:pt x="281" y="67"/>
                  </a:lnTo>
                  <a:lnTo>
                    <a:pt x="281" y="67"/>
                  </a:lnTo>
                  <a:lnTo>
                    <a:pt x="281" y="65"/>
                  </a:lnTo>
                  <a:lnTo>
                    <a:pt x="281" y="65"/>
                  </a:lnTo>
                  <a:lnTo>
                    <a:pt x="281" y="65"/>
                  </a:lnTo>
                  <a:lnTo>
                    <a:pt x="281" y="65"/>
                  </a:lnTo>
                  <a:lnTo>
                    <a:pt x="281" y="63"/>
                  </a:lnTo>
                  <a:lnTo>
                    <a:pt x="281" y="63"/>
                  </a:lnTo>
                  <a:lnTo>
                    <a:pt x="281" y="63"/>
                  </a:lnTo>
                  <a:lnTo>
                    <a:pt x="281" y="63"/>
                  </a:lnTo>
                  <a:lnTo>
                    <a:pt x="281" y="62"/>
                  </a:lnTo>
                  <a:lnTo>
                    <a:pt x="281" y="62"/>
                  </a:lnTo>
                  <a:lnTo>
                    <a:pt x="281" y="62"/>
                  </a:lnTo>
                  <a:lnTo>
                    <a:pt x="281" y="62"/>
                  </a:lnTo>
                  <a:lnTo>
                    <a:pt x="281" y="61"/>
                  </a:lnTo>
                  <a:lnTo>
                    <a:pt x="281" y="61"/>
                  </a:lnTo>
                  <a:lnTo>
                    <a:pt x="281" y="61"/>
                  </a:lnTo>
                  <a:lnTo>
                    <a:pt x="281" y="61"/>
                  </a:lnTo>
                  <a:lnTo>
                    <a:pt x="282" y="61"/>
                  </a:lnTo>
                  <a:lnTo>
                    <a:pt x="282" y="61"/>
                  </a:lnTo>
                  <a:lnTo>
                    <a:pt x="282" y="61"/>
                  </a:lnTo>
                  <a:lnTo>
                    <a:pt x="282" y="61"/>
                  </a:lnTo>
                  <a:lnTo>
                    <a:pt x="283" y="61"/>
                  </a:lnTo>
                  <a:lnTo>
                    <a:pt x="283" y="61"/>
                  </a:lnTo>
                  <a:lnTo>
                    <a:pt x="283" y="61"/>
                  </a:lnTo>
                  <a:lnTo>
                    <a:pt x="283" y="61"/>
                  </a:lnTo>
                  <a:lnTo>
                    <a:pt x="286" y="61"/>
                  </a:lnTo>
                  <a:lnTo>
                    <a:pt x="286" y="61"/>
                  </a:lnTo>
                  <a:lnTo>
                    <a:pt x="286" y="61"/>
                  </a:lnTo>
                  <a:lnTo>
                    <a:pt x="286" y="61"/>
                  </a:lnTo>
                  <a:lnTo>
                    <a:pt x="288" y="60"/>
                  </a:lnTo>
                  <a:lnTo>
                    <a:pt x="288" y="61"/>
                  </a:lnTo>
                  <a:lnTo>
                    <a:pt x="288" y="61"/>
                  </a:lnTo>
                  <a:lnTo>
                    <a:pt x="288" y="61"/>
                  </a:lnTo>
                  <a:lnTo>
                    <a:pt x="288" y="61"/>
                  </a:lnTo>
                  <a:lnTo>
                    <a:pt x="288" y="62"/>
                  </a:lnTo>
                  <a:lnTo>
                    <a:pt x="288" y="62"/>
                  </a:lnTo>
                  <a:lnTo>
                    <a:pt x="288" y="62"/>
                  </a:lnTo>
                  <a:lnTo>
                    <a:pt x="289" y="62"/>
                  </a:lnTo>
                  <a:lnTo>
                    <a:pt x="289" y="65"/>
                  </a:lnTo>
                  <a:lnTo>
                    <a:pt x="289" y="65"/>
                  </a:lnTo>
                  <a:lnTo>
                    <a:pt x="289" y="65"/>
                  </a:lnTo>
                  <a:lnTo>
                    <a:pt x="289" y="65"/>
                  </a:lnTo>
                  <a:lnTo>
                    <a:pt x="289" y="65"/>
                  </a:lnTo>
                  <a:lnTo>
                    <a:pt x="289" y="65"/>
                  </a:lnTo>
                  <a:lnTo>
                    <a:pt x="289" y="65"/>
                  </a:lnTo>
                  <a:lnTo>
                    <a:pt x="290" y="65"/>
                  </a:lnTo>
                  <a:lnTo>
                    <a:pt x="290" y="66"/>
                  </a:lnTo>
                  <a:lnTo>
                    <a:pt x="290" y="66"/>
                  </a:lnTo>
                  <a:lnTo>
                    <a:pt x="290" y="67"/>
                  </a:lnTo>
                  <a:lnTo>
                    <a:pt x="292" y="67"/>
                  </a:lnTo>
                  <a:lnTo>
                    <a:pt x="292" y="68"/>
                  </a:lnTo>
                  <a:lnTo>
                    <a:pt x="294" y="68"/>
                  </a:lnTo>
                  <a:lnTo>
                    <a:pt x="294" y="70"/>
                  </a:lnTo>
                  <a:lnTo>
                    <a:pt x="296" y="70"/>
                  </a:lnTo>
                  <a:lnTo>
                    <a:pt x="296" y="72"/>
                  </a:lnTo>
                  <a:lnTo>
                    <a:pt x="297" y="72"/>
                  </a:lnTo>
                  <a:lnTo>
                    <a:pt x="297" y="74"/>
                  </a:lnTo>
                  <a:lnTo>
                    <a:pt x="299" y="74"/>
                  </a:lnTo>
                  <a:lnTo>
                    <a:pt x="299" y="75"/>
                  </a:lnTo>
                  <a:lnTo>
                    <a:pt x="300" y="75"/>
                  </a:lnTo>
                  <a:lnTo>
                    <a:pt x="300" y="75"/>
                  </a:lnTo>
                  <a:lnTo>
                    <a:pt x="303" y="75"/>
                  </a:lnTo>
                  <a:lnTo>
                    <a:pt x="303" y="75"/>
                  </a:lnTo>
                  <a:lnTo>
                    <a:pt x="303" y="75"/>
                  </a:lnTo>
                  <a:lnTo>
                    <a:pt x="303" y="75"/>
                  </a:lnTo>
                  <a:lnTo>
                    <a:pt x="304" y="75"/>
                  </a:lnTo>
                  <a:lnTo>
                    <a:pt x="304" y="75"/>
                  </a:lnTo>
                  <a:lnTo>
                    <a:pt x="304" y="75"/>
                  </a:lnTo>
                  <a:lnTo>
                    <a:pt x="304" y="75"/>
                  </a:lnTo>
                  <a:lnTo>
                    <a:pt x="305" y="74"/>
                  </a:lnTo>
                  <a:lnTo>
                    <a:pt x="305" y="74"/>
                  </a:lnTo>
                  <a:lnTo>
                    <a:pt x="305" y="74"/>
                  </a:lnTo>
                  <a:lnTo>
                    <a:pt x="305" y="74"/>
                  </a:lnTo>
                  <a:lnTo>
                    <a:pt x="308" y="72"/>
                  </a:lnTo>
                  <a:lnTo>
                    <a:pt x="308" y="72"/>
                  </a:lnTo>
                  <a:lnTo>
                    <a:pt x="309" y="72"/>
                  </a:lnTo>
                  <a:lnTo>
                    <a:pt x="309" y="72"/>
                  </a:lnTo>
                  <a:lnTo>
                    <a:pt x="311" y="70"/>
                  </a:lnTo>
                  <a:lnTo>
                    <a:pt x="311" y="70"/>
                  </a:lnTo>
                  <a:lnTo>
                    <a:pt x="311" y="70"/>
                  </a:lnTo>
                  <a:lnTo>
                    <a:pt x="311" y="70"/>
                  </a:lnTo>
                  <a:lnTo>
                    <a:pt x="312" y="70"/>
                  </a:lnTo>
                  <a:lnTo>
                    <a:pt x="312" y="70"/>
                  </a:lnTo>
                  <a:lnTo>
                    <a:pt x="312" y="70"/>
                  </a:lnTo>
                  <a:lnTo>
                    <a:pt x="312" y="70"/>
                  </a:lnTo>
                  <a:lnTo>
                    <a:pt x="314" y="69"/>
                  </a:lnTo>
                  <a:lnTo>
                    <a:pt x="314" y="69"/>
                  </a:lnTo>
                  <a:lnTo>
                    <a:pt x="314" y="69"/>
                  </a:lnTo>
                  <a:lnTo>
                    <a:pt x="314" y="69"/>
                  </a:lnTo>
                  <a:lnTo>
                    <a:pt x="316" y="68"/>
                  </a:lnTo>
                  <a:lnTo>
                    <a:pt x="316" y="68"/>
                  </a:lnTo>
                  <a:lnTo>
                    <a:pt x="317" y="68"/>
                  </a:lnTo>
                  <a:lnTo>
                    <a:pt x="317" y="68"/>
                  </a:lnTo>
                  <a:lnTo>
                    <a:pt x="319" y="67"/>
                  </a:lnTo>
                  <a:lnTo>
                    <a:pt x="319" y="68"/>
                  </a:lnTo>
                  <a:lnTo>
                    <a:pt x="319" y="68"/>
                  </a:lnTo>
                  <a:lnTo>
                    <a:pt x="319" y="68"/>
                  </a:lnTo>
                  <a:lnTo>
                    <a:pt x="320" y="68"/>
                  </a:lnTo>
                  <a:lnTo>
                    <a:pt x="320" y="69"/>
                  </a:lnTo>
                  <a:lnTo>
                    <a:pt x="320" y="69"/>
                  </a:lnTo>
                  <a:lnTo>
                    <a:pt x="320" y="69"/>
                  </a:lnTo>
                  <a:lnTo>
                    <a:pt x="322" y="69"/>
                  </a:lnTo>
                  <a:lnTo>
                    <a:pt x="322" y="71"/>
                  </a:lnTo>
                  <a:lnTo>
                    <a:pt x="322" y="71"/>
                  </a:lnTo>
                  <a:lnTo>
                    <a:pt x="322" y="71"/>
                  </a:lnTo>
                  <a:lnTo>
                    <a:pt x="324" y="71"/>
                  </a:lnTo>
                  <a:lnTo>
                    <a:pt x="324" y="72"/>
                  </a:lnTo>
                  <a:lnTo>
                    <a:pt x="324" y="72"/>
                  </a:lnTo>
                  <a:lnTo>
                    <a:pt x="324" y="72"/>
                  </a:lnTo>
                  <a:lnTo>
                    <a:pt x="326" y="72"/>
                  </a:lnTo>
                  <a:lnTo>
                    <a:pt x="325" y="74"/>
                  </a:lnTo>
                  <a:lnTo>
                    <a:pt x="325" y="74"/>
                  </a:lnTo>
                  <a:lnTo>
                    <a:pt x="325" y="74"/>
                  </a:lnTo>
                  <a:lnTo>
                    <a:pt x="325" y="74"/>
                  </a:lnTo>
                  <a:lnTo>
                    <a:pt x="325" y="76"/>
                  </a:lnTo>
                  <a:lnTo>
                    <a:pt x="325" y="76"/>
                  </a:lnTo>
                  <a:lnTo>
                    <a:pt x="325" y="76"/>
                  </a:lnTo>
                  <a:lnTo>
                    <a:pt x="325" y="76"/>
                  </a:lnTo>
                  <a:lnTo>
                    <a:pt x="325" y="78"/>
                  </a:lnTo>
                  <a:lnTo>
                    <a:pt x="325" y="78"/>
                  </a:lnTo>
                  <a:lnTo>
                    <a:pt x="325" y="79"/>
                  </a:lnTo>
                  <a:lnTo>
                    <a:pt x="325" y="79"/>
                  </a:lnTo>
                  <a:lnTo>
                    <a:pt x="325" y="79"/>
                  </a:lnTo>
                  <a:lnTo>
                    <a:pt x="325" y="79"/>
                  </a:lnTo>
                  <a:lnTo>
                    <a:pt x="325" y="79"/>
                  </a:lnTo>
                  <a:lnTo>
                    <a:pt x="326" y="79"/>
                  </a:lnTo>
                  <a:lnTo>
                    <a:pt x="326" y="81"/>
                  </a:lnTo>
                  <a:lnTo>
                    <a:pt x="326" y="81"/>
                  </a:lnTo>
                  <a:lnTo>
                    <a:pt x="326" y="81"/>
                  </a:lnTo>
                  <a:lnTo>
                    <a:pt x="327" y="81"/>
                  </a:lnTo>
                  <a:lnTo>
                    <a:pt x="327" y="81"/>
                  </a:lnTo>
                  <a:lnTo>
                    <a:pt x="328" y="81"/>
                  </a:lnTo>
                  <a:lnTo>
                    <a:pt x="328" y="81"/>
                  </a:lnTo>
                  <a:lnTo>
                    <a:pt x="330" y="81"/>
                  </a:lnTo>
                  <a:lnTo>
                    <a:pt x="330" y="81"/>
                  </a:lnTo>
                  <a:lnTo>
                    <a:pt x="330" y="81"/>
                  </a:lnTo>
                  <a:lnTo>
                    <a:pt x="330" y="81"/>
                  </a:lnTo>
                  <a:lnTo>
                    <a:pt x="332" y="81"/>
                  </a:lnTo>
                  <a:lnTo>
                    <a:pt x="332" y="81"/>
                  </a:lnTo>
                  <a:lnTo>
                    <a:pt x="334" y="81"/>
                  </a:lnTo>
                  <a:lnTo>
                    <a:pt x="334" y="81"/>
                  </a:lnTo>
                  <a:lnTo>
                    <a:pt x="335" y="81"/>
                  </a:lnTo>
                  <a:lnTo>
                    <a:pt x="335" y="81"/>
                  </a:lnTo>
                  <a:lnTo>
                    <a:pt x="335" y="81"/>
                  </a:lnTo>
                  <a:lnTo>
                    <a:pt x="335" y="81"/>
                  </a:lnTo>
                  <a:lnTo>
                    <a:pt x="335" y="81"/>
                  </a:lnTo>
                  <a:lnTo>
                    <a:pt x="335" y="81"/>
                  </a:lnTo>
                  <a:lnTo>
                    <a:pt x="335" y="81"/>
                  </a:lnTo>
                  <a:lnTo>
                    <a:pt x="335" y="81"/>
                  </a:lnTo>
                  <a:lnTo>
                    <a:pt x="337" y="81"/>
                  </a:lnTo>
                  <a:lnTo>
                    <a:pt x="337" y="81"/>
                  </a:lnTo>
                  <a:lnTo>
                    <a:pt x="337" y="81"/>
                  </a:lnTo>
                  <a:lnTo>
                    <a:pt x="337" y="81"/>
                  </a:lnTo>
                  <a:lnTo>
                    <a:pt x="338" y="81"/>
                  </a:lnTo>
                  <a:lnTo>
                    <a:pt x="338" y="81"/>
                  </a:lnTo>
                  <a:lnTo>
                    <a:pt x="338" y="81"/>
                  </a:lnTo>
                  <a:lnTo>
                    <a:pt x="338" y="81"/>
                  </a:lnTo>
                  <a:lnTo>
                    <a:pt x="340" y="81"/>
                  </a:lnTo>
                  <a:lnTo>
                    <a:pt x="340" y="81"/>
                  </a:lnTo>
                  <a:lnTo>
                    <a:pt x="340" y="81"/>
                  </a:lnTo>
                  <a:lnTo>
                    <a:pt x="340" y="81"/>
                  </a:lnTo>
                  <a:lnTo>
                    <a:pt x="340" y="81"/>
                  </a:lnTo>
                  <a:lnTo>
                    <a:pt x="340" y="81"/>
                  </a:lnTo>
                  <a:lnTo>
                    <a:pt x="340" y="81"/>
                  </a:lnTo>
                  <a:lnTo>
                    <a:pt x="340" y="81"/>
                  </a:lnTo>
                  <a:lnTo>
                    <a:pt x="341" y="79"/>
                  </a:lnTo>
                  <a:lnTo>
                    <a:pt x="341" y="79"/>
                  </a:lnTo>
                  <a:lnTo>
                    <a:pt x="341" y="79"/>
                  </a:lnTo>
                  <a:lnTo>
                    <a:pt x="341" y="79"/>
                  </a:lnTo>
                  <a:lnTo>
                    <a:pt x="342" y="77"/>
                  </a:lnTo>
                  <a:lnTo>
                    <a:pt x="342" y="77"/>
                  </a:lnTo>
                  <a:lnTo>
                    <a:pt x="342" y="77"/>
                  </a:lnTo>
                  <a:lnTo>
                    <a:pt x="342" y="77"/>
                  </a:lnTo>
                  <a:lnTo>
                    <a:pt x="344" y="75"/>
                  </a:lnTo>
                  <a:lnTo>
                    <a:pt x="344" y="75"/>
                  </a:lnTo>
                  <a:lnTo>
                    <a:pt x="344" y="75"/>
                  </a:lnTo>
                  <a:lnTo>
                    <a:pt x="344" y="75"/>
                  </a:lnTo>
                  <a:lnTo>
                    <a:pt x="345" y="75"/>
                  </a:lnTo>
                  <a:lnTo>
                    <a:pt x="345" y="75"/>
                  </a:lnTo>
                  <a:lnTo>
                    <a:pt x="345" y="75"/>
                  </a:lnTo>
                  <a:lnTo>
                    <a:pt x="345" y="75"/>
                  </a:lnTo>
                  <a:lnTo>
                    <a:pt x="347" y="74"/>
                  </a:lnTo>
                  <a:lnTo>
                    <a:pt x="347" y="74"/>
                  </a:lnTo>
                  <a:lnTo>
                    <a:pt x="347" y="74"/>
                  </a:lnTo>
                  <a:lnTo>
                    <a:pt x="347" y="74"/>
                  </a:lnTo>
                  <a:lnTo>
                    <a:pt x="348" y="74"/>
                  </a:lnTo>
                  <a:lnTo>
                    <a:pt x="348" y="74"/>
                  </a:lnTo>
                  <a:lnTo>
                    <a:pt x="348" y="74"/>
                  </a:lnTo>
                  <a:lnTo>
                    <a:pt x="348" y="74"/>
                  </a:lnTo>
                  <a:lnTo>
                    <a:pt x="349" y="72"/>
                  </a:lnTo>
                  <a:lnTo>
                    <a:pt x="349" y="72"/>
                  </a:lnTo>
                  <a:lnTo>
                    <a:pt x="349" y="72"/>
                  </a:lnTo>
                  <a:lnTo>
                    <a:pt x="349" y="72"/>
                  </a:lnTo>
                  <a:lnTo>
                    <a:pt x="350" y="72"/>
                  </a:lnTo>
                  <a:lnTo>
                    <a:pt x="350" y="72"/>
                  </a:lnTo>
                  <a:lnTo>
                    <a:pt x="351" y="72"/>
                  </a:lnTo>
                  <a:lnTo>
                    <a:pt x="351" y="72"/>
                  </a:lnTo>
                  <a:lnTo>
                    <a:pt x="353" y="72"/>
                  </a:lnTo>
                  <a:lnTo>
                    <a:pt x="353" y="74"/>
                  </a:lnTo>
                  <a:lnTo>
                    <a:pt x="354" y="74"/>
                  </a:lnTo>
                  <a:lnTo>
                    <a:pt x="354" y="74"/>
                  </a:lnTo>
                  <a:lnTo>
                    <a:pt x="356" y="74"/>
                  </a:lnTo>
                  <a:lnTo>
                    <a:pt x="356" y="75"/>
                  </a:lnTo>
                  <a:lnTo>
                    <a:pt x="356" y="75"/>
                  </a:lnTo>
                  <a:lnTo>
                    <a:pt x="356" y="75"/>
                  </a:lnTo>
                  <a:lnTo>
                    <a:pt x="358" y="75"/>
                  </a:lnTo>
                  <a:lnTo>
                    <a:pt x="358" y="77"/>
                  </a:lnTo>
                  <a:lnTo>
                    <a:pt x="358" y="77"/>
                  </a:lnTo>
                  <a:lnTo>
                    <a:pt x="358" y="77"/>
                  </a:lnTo>
                  <a:lnTo>
                    <a:pt x="358" y="77"/>
                  </a:lnTo>
                  <a:lnTo>
                    <a:pt x="358" y="78"/>
                  </a:lnTo>
                  <a:lnTo>
                    <a:pt x="358" y="78"/>
                  </a:lnTo>
                  <a:lnTo>
                    <a:pt x="358" y="78"/>
                  </a:lnTo>
                  <a:lnTo>
                    <a:pt x="358" y="78"/>
                  </a:lnTo>
                  <a:lnTo>
                    <a:pt x="358" y="79"/>
                  </a:lnTo>
                  <a:lnTo>
                    <a:pt x="358" y="79"/>
                  </a:lnTo>
                  <a:lnTo>
                    <a:pt x="358" y="79"/>
                  </a:lnTo>
                  <a:lnTo>
                    <a:pt x="359" y="79"/>
                  </a:lnTo>
                  <a:lnTo>
                    <a:pt x="359" y="79"/>
                  </a:lnTo>
                  <a:lnTo>
                    <a:pt x="359" y="79"/>
                  </a:lnTo>
                  <a:lnTo>
                    <a:pt x="359" y="79"/>
                  </a:lnTo>
                  <a:lnTo>
                    <a:pt x="361" y="79"/>
                  </a:lnTo>
                  <a:lnTo>
                    <a:pt x="361" y="79"/>
                  </a:lnTo>
                  <a:lnTo>
                    <a:pt x="361" y="79"/>
                  </a:lnTo>
                  <a:lnTo>
                    <a:pt x="361" y="79"/>
                  </a:lnTo>
                  <a:lnTo>
                    <a:pt x="361" y="79"/>
                  </a:lnTo>
                  <a:lnTo>
                    <a:pt x="361" y="79"/>
                  </a:lnTo>
                  <a:lnTo>
                    <a:pt x="361" y="79"/>
                  </a:lnTo>
                  <a:lnTo>
                    <a:pt x="361" y="79"/>
                  </a:lnTo>
                  <a:lnTo>
                    <a:pt x="362" y="79"/>
                  </a:lnTo>
                  <a:lnTo>
                    <a:pt x="362" y="79"/>
                  </a:lnTo>
                  <a:lnTo>
                    <a:pt x="362" y="79"/>
                  </a:lnTo>
                  <a:lnTo>
                    <a:pt x="362" y="79"/>
                  </a:lnTo>
                  <a:lnTo>
                    <a:pt x="363" y="79"/>
                  </a:lnTo>
                  <a:lnTo>
                    <a:pt x="363" y="79"/>
                  </a:lnTo>
                  <a:lnTo>
                    <a:pt x="363" y="79"/>
                  </a:lnTo>
                  <a:lnTo>
                    <a:pt x="363" y="79"/>
                  </a:lnTo>
                  <a:lnTo>
                    <a:pt x="365" y="79"/>
                  </a:lnTo>
                  <a:lnTo>
                    <a:pt x="365" y="81"/>
                  </a:lnTo>
                  <a:lnTo>
                    <a:pt x="365" y="81"/>
                  </a:lnTo>
                  <a:lnTo>
                    <a:pt x="365" y="81"/>
                  </a:lnTo>
                  <a:lnTo>
                    <a:pt x="367" y="81"/>
                  </a:lnTo>
                  <a:lnTo>
                    <a:pt x="367" y="81"/>
                  </a:lnTo>
                  <a:lnTo>
                    <a:pt x="369" y="81"/>
                  </a:lnTo>
                  <a:lnTo>
                    <a:pt x="369" y="81"/>
                  </a:lnTo>
                  <a:lnTo>
                    <a:pt x="370" y="81"/>
                  </a:lnTo>
                  <a:lnTo>
                    <a:pt x="370" y="81"/>
                  </a:lnTo>
                  <a:lnTo>
                    <a:pt x="371" y="81"/>
                  </a:lnTo>
                  <a:lnTo>
                    <a:pt x="371" y="81"/>
                  </a:lnTo>
                  <a:lnTo>
                    <a:pt x="373" y="81"/>
                  </a:lnTo>
                  <a:lnTo>
                    <a:pt x="373" y="81"/>
                  </a:lnTo>
                  <a:lnTo>
                    <a:pt x="374" y="81"/>
                  </a:lnTo>
                  <a:lnTo>
                    <a:pt x="374" y="81"/>
                  </a:lnTo>
                  <a:lnTo>
                    <a:pt x="376" y="81"/>
                  </a:lnTo>
                  <a:lnTo>
                    <a:pt x="376" y="81"/>
                  </a:lnTo>
                  <a:lnTo>
                    <a:pt x="376" y="81"/>
                  </a:lnTo>
                  <a:lnTo>
                    <a:pt x="376" y="81"/>
                  </a:lnTo>
                  <a:lnTo>
                    <a:pt x="376" y="80"/>
                  </a:lnTo>
                  <a:lnTo>
                    <a:pt x="376" y="80"/>
                  </a:lnTo>
                  <a:lnTo>
                    <a:pt x="376" y="80"/>
                  </a:lnTo>
                  <a:lnTo>
                    <a:pt x="376" y="80"/>
                  </a:lnTo>
                  <a:lnTo>
                    <a:pt x="378" y="78"/>
                  </a:lnTo>
                  <a:lnTo>
                    <a:pt x="378" y="78"/>
                  </a:lnTo>
                  <a:lnTo>
                    <a:pt x="378" y="78"/>
                  </a:lnTo>
                  <a:lnTo>
                    <a:pt x="378" y="78"/>
                  </a:lnTo>
                  <a:lnTo>
                    <a:pt x="379" y="76"/>
                  </a:lnTo>
                  <a:lnTo>
                    <a:pt x="379" y="76"/>
                  </a:lnTo>
                  <a:lnTo>
                    <a:pt x="379" y="76"/>
                  </a:lnTo>
                  <a:lnTo>
                    <a:pt x="379" y="76"/>
                  </a:lnTo>
                  <a:lnTo>
                    <a:pt x="381" y="75"/>
                  </a:lnTo>
                  <a:lnTo>
                    <a:pt x="381" y="76"/>
                  </a:lnTo>
                  <a:lnTo>
                    <a:pt x="381" y="76"/>
                  </a:lnTo>
                  <a:lnTo>
                    <a:pt x="381" y="76"/>
                  </a:lnTo>
                  <a:lnTo>
                    <a:pt x="382" y="76"/>
                  </a:lnTo>
                  <a:lnTo>
                    <a:pt x="382" y="77"/>
                  </a:lnTo>
                  <a:lnTo>
                    <a:pt x="382" y="77"/>
                  </a:lnTo>
                  <a:lnTo>
                    <a:pt x="382" y="77"/>
                  </a:lnTo>
                  <a:lnTo>
                    <a:pt x="384" y="77"/>
                  </a:lnTo>
                  <a:lnTo>
                    <a:pt x="384" y="79"/>
                  </a:lnTo>
                  <a:lnTo>
                    <a:pt x="384" y="79"/>
                  </a:lnTo>
                  <a:lnTo>
                    <a:pt x="384" y="79"/>
                  </a:lnTo>
                  <a:lnTo>
                    <a:pt x="386" y="79"/>
                  </a:lnTo>
                  <a:lnTo>
                    <a:pt x="386" y="79"/>
                  </a:lnTo>
                  <a:lnTo>
                    <a:pt x="386" y="79"/>
                  </a:lnTo>
                  <a:lnTo>
                    <a:pt x="386" y="79"/>
                  </a:lnTo>
                  <a:lnTo>
                    <a:pt x="388" y="79"/>
                  </a:lnTo>
                  <a:lnTo>
                    <a:pt x="388" y="79"/>
                  </a:lnTo>
                  <a:lnTo>
                    <a:pt x="388" y="79"/>
                  </a:lnTo>
                  <a:lnTo>
                    <a:pt x="388" y="79"/>
                  </a:lnTo>
                  <a:lnTo>
                    <a:pt x="390" y="79"/>
                  </a:lnTo>
                  <a:lnTo>
                    <a:pt x="390" y="79"/>
                  </a:lnTo>
                  <a:lnTo>
                    <a:pt x="390" y="79"/>
                  </a:lnTo>
                  <a:lnTo>
                    <a:pt x="390" y="79"/>
                  </a:lnTo>
                  <a:lnTo>
                    <a:pt x="392" y="79"/>
                  </a:lnTo>
                  <a:lnTo>
                    <a:pt x="392" y="79"/>
                  </a:lnTo>
                  <a:lnTo>
                    <a:pt x="392" y="79"/>
                  </a:lnTo>
                  <a:lnTo>
                    <a:pt x="392" y="79"/>
                  </a:lnTo>
                  <a:lnTo>
                    <a:pt x="394" y="79"/>
                  </a:lnTo>
                  <a:lnTo>
                    <a:pt x="394" y="79"/>
                  </a:lnTo>
                  <a:lnTo>
                    <a:pt x="394" y="79"/>
                  </a:lnTo>
                  <a:lnTo>
                    <a:pt x="394" y="79"/>
                  </a:lnTo>
                  <a:lnTo>
                    <a:pt x="396" y="79"/>
                  </a:lnTo>
                  <a:lnTo>
                    <a:pt x="396" y="79"/>
                  </a:lnTo>
                  <a:lnTo>
                    <a:pt x="398" y="79"/>
                  </a:lnTo>
                  <a:lnTo>
                    <a:pt x="398" y="79"/>
                  </a:lnTo>
                  <a:lnTo>
                    <a:pt x="400" y="79"/>
                  </a:lnTo>
                  <a:lnTo>
                    <a:pt x="400" y="79"/>
                  </a:lnTo>
                  <a:lnTo>
                    <a:pt x="402" y="79"/>
                  </a:lnTo>
                  <a:lnTo>
                    <a:pt x="403" y="79"/>
                  </a:lnTo>
                  <a:lnTo>
                    <a:pt x="405" y="78"/>
                  </a:lnTo>
                  <a:lnTo>
                    <a:pt x="405" y="78"/>
                  </a:lnTo>
                  <a:lnTo>
                    <a:pt x="407" y="78"/>
                  </a:lnTo>
                  <a:lnTo>
                    <a:pt x="407" y="78"/>
                  </a:lnTo>
                  <a:lnTo>
                    <a:pt x="409" y="77"/>
                  </a:lnTo>
                  <a:lnTo>
                    <a:pt x="409" y="77"/>
                  </a:lnTo>
                  <a:lnTo>
                    <a:pt x="410" y="77"/>
                  </a:lnTo>
                  <a:lnTo>
                    <a:pt x="412" y="77"/>
                  </a:lnTo>
                  <a:lnTo>
                    <a:pt x="414" y="75"/>
                  </a:lnTo>
                  <a:lnTo>
                    <a:pt x="414" y="75"/>
                  </a:lnTo>
                  <a:lnTo>
                    <a:pt x="414" y="75"/>
                  </a:lnTo>
                  <a:lnTo>
                    <a:pt x="414" y="75"/>
                  </a:lnTo>
                  <a:lnTo>
                    <a:pt x="416" y="75"/>
                  </a:lnTo>
                  <a:lnTo>
                    <a:pt x="416" y="75"/>
                  </a:lnTo>
                  <a:lnTo>
                    <a:pt x="416" y="73"/>
                  </a:lnTo>
                  <a:lnTo>
                    <a:pt x="416" y="73"/>
                  </a:lnTo>
                  <a:lnTo>
                    <a:pt x="418" y="71"/>
                  </a:lnTo>
                  <a:lnTo>
                    <a:pt x="418" y="71"/>
                  </a:lnTo>
                  <a:lnTo>
                    <a:pt x="418" y="70"/>
                  </a:lnTo>
                  <a:lnTo>
                    <a:pt x="418" y="70"/>
                  </a:lnTo>
                  <a:lnTo>
                    <a:pt x="420" y="68"/>
                  </a:lnTo>
                  <a:lnTo>
                    <a:pt x="420" y="68"/>
                  </a:lnTo>
                  <a:lnTo>
                    <a:pt x="422" y="67"/>
                  </a:lnTo>
                  <a:lnTo>
                    <a:pt x="422" y="67"/>
                  </a:lnTo>
                  <a:lnTo>
                    <a:pt x="423" y="65"/>
                  </a:lnTo>
                  <a:lnTo>
                    <a:pt x="423" y="65"/>
                  </a:lnTo>
                  <a:lnTo>
                    <a:pt x="423" y="65"/>
                  </a:lnTo>
                  <a:lnTo>
                    <a:pt x="423" y="65"/>
                  </a:lnTo>
                  <a:lnTo>
                    <a:pt x="424" y="65"/>
                  </a:lnTo>
                  <a:lnTo>
                    <a:pt x="424" y="65"/>
                  </a:lnTo>
                  <a:lnTo>
                    <a:pt x="424" y="65"/>
                  </a:lnTo>
                  <a:lnTo>
                    <a:pt x="424" y="65"/>
                  </a:lnTo>
                  <a:lnTo>
                    <a:pt x="426" y="65"/>
                  </a:lnTo>
                  <a:lnTo>
                    <a:pt x="426" y="65"/>
                  </a:lnTo>
                  <a:lnTo>
                    <a:pt x="426" y="65"/>
                  </a:lnTo>
                  <a:lnTo>
                    <a:pt x="426" y="65"/>
                  </a:lnTo>
                  <a:lnTo>
                    <a:pt x="427" y="65"/>
                  </a:lnTo>
                  <a:lnTo>
                    <a:pt x="427" y="65"/>
                  </a:lnTo>
                  <a:lnTo>
                    <a:pt x="427" y="65"/>
                  </a:lnTo>
                  <a:lnTo>
                    <a:pt x="427" y="65"/>
                  </a:lnTo>
                  <a:lnTo>
                    <a:pt x="429" y="65"/>
                  </a:lnTo>
                  <a:lnTo>
                    <a:pt x="429" y="65"/>
                  </a:lnTo>
                  <a:lnTo>
                    <a:pt x="429" y="65"/>
                  </a:lnTo>
                  <a:lnTo>
                    <a:pt x="429" y="65"/>
                  </a:lnTo>
                  <a:lnTo>
                    <a:pt x="429" y="65"/>
                  </a:lnTo>
                  <a:lnTo>
                    <a:pt x="429" y="65"/>
                  </a:lnTo>
                  <a:lnTo>
                    <a:pt x="429" y="65"/>
                  </a:lnTo>
                  <a:lnTo>
                    <a:pt x="429" y="65"/>
                  </a:lnTo>
                  <a:lnTo>
                    <a:pt x="429" y="62"/>
                  </a:lnTo>
                  <a:lnTo>
                    <a:pt x="429" y="62"/>
                  </a:lnTo>
                  <a:lnTo>
                    <a:pt x="429" y="62"/>
                  </a:lnTo>
                  <a:lnTo>
                    <a:pt x="429" y="62"/>
                  </a:lnTo>
                  <a:lnTo>
                    <a:pt x="429" y="61"/>
                  </a:lnTo>
                  <a:lnTo>
                    <a:pt x="429" y="61"/>
                  </a:lnTo>
                  <a:lnTo>
                    <a:pt x="429" y="61"/>
                  </a:lnTo>
                  <a:lnTo>
                    <a:pt x="429" y="61"/>
                  </a:lnTo>
                  <a:lnTo>
                    <a:pt x="429" y="60"/>
                  </a:lnTo>
                  <a:lnTo>
                    <a:pt x="429" y="61"/>
                  </a:lnTo>
                  <a:lnTo>
                    <a:pt x="429" y="61"/>
                  </a:lnTo>
                  <a:lnTo>
                    <a:pt x="429" y="61"/>
                  </a:lnTo>
                  <a:lnTo>
                    <a:pt x="429" y="61"/>
                  </a:lnTo>
                  <a:lnTo>
                    <a:pt x="429" y="61"/>
                  </a:lnTo>
                  <a:lnTo>
                    <a:pt x="429" y="61"/>
                  </a:lnTo>
                  <a:lnTo>
                    <a:pt x="429" y="61"/>
                  </a:lnTo>
                  <a:lnTo>
                    <a:pt x="431" y="61"/>
                  </a:lnTo>
                  <a:lnTo>
                    <a:pt x="431" y="62"/>
                  </a:lnTo>
                  <a:lnTo>
                    <a:pt x="431" y="62"/>
                  </a:lnTo>
                  <a:lnTo>
                    <a:pt x="431" y="62"/>
                  </a:lnTo>
                  <a:lnTo>
                    <a:pt x="433" y="62"/>
                  </a:lnTo>
                  <a:lnTo>
                    <a:pt x="433" y="62"/>
                  </a:lnTo>
                  <a:lnTo>
                    <a:pt x="433" y="62"/>
                  </a:lnTo>
                  <a:lnTo>
                    <a:pt x="433" y="62"/>
                  </a:lnTo>
                  <a:lnTo>
                    <a:pt x="435" y="62"/>
                  </a:lnTo>
                  <a:lnTo>
                    <a:pt x="435" y="62"/>
                  </a:lnTo>
                  <a:lnTo>
                    <a:pt x="435" y="62"/>
                  </a:lnTo>
                  <a:lnTo>
                    <a:pt x="435" y="62"/>
                  </a:lnTo>
                  <a:lnTo>
                    <a:pt x="435" y="61"/>
                  </a:lnTo>
                  <a:lnTo>
                    <a:pt x="435" y="61"/>
                  </a:lnTo>
                  <a:lnTo>
                    <a:pt x="435" y="61"/>
                  </a:lnTo>
                  <a:lnTo>
                    <a:pt x="435" y="61"/>
                  </a:lnTo>
                  <a:lnTo>
                    <a:pt x="437" y="59"/>
                  </a:lnTo>
                  <a:lnTo>
                    <a:pt x="437" y="59"/>
                  </a:lnTo>
                  <a:lnTo>
                    <a:pt x="437" y="59"/>
                  </a:lnTo>
                  <a:lnTo>
                    <a:pt x="437" y="59"/>
                  </a:lnTo>
                  <a:lnTo>
                    <a:pt x="437" y="57"/>
                  </a:lnTo>
                  <a:lnTo>
                    <a:pt x="437" y="57"/>
                  </a:lnTo>
                  <a:lnTo>
                    <a:pt x="437" y="57"/>
                  </a:lnTo>
                  <a:lnTo>
                    <a:pt x="437" y="57"/>
                  </a:lnTo>
                  <a:lnTo>
                    <a:pt x="438" y="55"/>
                  </a:lnTo>
                  <a:lnTo>
                    <a:pt x="438" y="57"/>
                  </a:lnTo>
                  <a:lnTo>
                    <a:pt x="438" y="57"/>
                  </a:lnTo>
                  <a:lnTo>
                    <a:pt x="438" y="57"/>
                  </a:lnTo>
                  <a:lnTo>
                    <a:pt x="439" y="57"/>
                  </a:lnTo>
                  <a:lnTo>
                    <a:pt x="439" y="58"/>
                  </a:lnTo>
                  <a:lnTo>
                    <a:pt x="439" y="58"/>
                  </a:lnTo>
                  <a:lnTo>
                    <a:pt x="439" y="58"/>
                  </a:lnTo>
                  <a:lnTo>
                    <a:pt x="441" y="58"/>
                  </a:lnTo>
                  <a:lnTo>
                    <a:pt x="441" y="60"/>
                  </a:lnTo>
                  <a:lnTo>
                    <a:pt x="441" y="60"/>
                  </a:lnTo>
                  <a:lnTo>
                    <a:pt x="441" y="60"/>
                  </a:lnTo>
                  <a:lnTo>
                    <a:pt x="442" y="60"/>
                  </a:lnTo>
                  <a:lnTo>
                    <a:pt x="442" y="60"/>
                  </a:lnTo>
                  <a:lnTo>
                    <a:pt x="442" y="60"/>
                  </a:lnTo>
                  <a:lnTo>
                    <a:pt x="442" y="60"/>
                  </a:lnTo>
                  <a:lnTo>
                    <a:pt x="444" y="60"/>
                  </a:lnTo>
                  <a:lnTo>
                    <a:pt x="444" y="61"/>
                  </a:lnTo>
                  <a:lnTo>
                    <a:pt x="446" y="61"/>
                  </a:lnTo>
                  <a:lnTo>
                    <a:pt x="446" y="61"/>
                  </a:lnTo>
                  <a:lnTo>
                    <a:pt x="448" y="61"/>
                  </a:lnTo>
                  <a:lnTo>
                    <a:pt x="448" y="61"/>
                  </a:lnTo>
                  <a:lnTo>
                    <a:pt x="450" y="61"/>
                  </a:lnTo>
                  <a:lnTo>
                    <a:pt x="451" y="61"/>
                  </a:lnTo>
                  <a:lnTo>
                    <a:pt x="453" y="61"/>
                  </a:lnTo>
                  <a:lnTo>
                    <a:pt x="453" y="61"/>
                  </a:lnTo>
                  <a:lnTo>
                    <a:pt x="455" y="61"/>
                  </a:lnTo>
                  <a:lnTo>
                    <a:pt x="457" y="61"/>
                  </a:lnTo>
                  <a:lnTo>
                    <a:pt x="459" y="61"/>
                  </a:lnTo>
                  <a:lnTo>
                    <a:pt x="459" y="61"/>
                  </a:lnTo>
                  <a:lnTo>
                    <a:pt x="460" y="61"/>
                  </a:lnTo>
                  <a:lnTo>
                    <a:pt x="461" y="61"/>
                  </a:lnTo>
                  <a:lnTo>
                    <a:pt x="464" y="60"/>
                  </a:lnTo>
                  <a:lnTo>
                    <a:pt x="464" y="60"/>
                  </a:lnTo>
                  <a:lnTo>
                    <a:pt x="464" y="60"/>
                  </a:lnTo>
                  <a:lnTo>
                    <a:pt x="464" y="60"/>
                  </a:lnTo>
                  <a:lnTo>
                    <a:pt x="464" y="58"/>
                  </a:lnTo>
                  <a:lnTo>
                    <a:pt x="464" y="58"/>
                  </a:lnTo>
                  <a:lnTo>
                    <a:pt x="464" y="58"/>
                  </a:lnTo>
                  <a:lnTo>
                    <a:pt x="464" y="58"/>
                  </a:lnTo>
                  <a:lnTo>
                    <a:pt x="466" y="56"/>
                  </a:lnTo>
                  <a:lnTo>
                    <a:pt x="466" y="56"/>
                  </a:lnTo>
                  <a:lnTo>
                    <a:pt x="466" y="56"/>
                  </a:lnTo>
                  <a:lnTo>
                    <a:pt x="466" y="56"/>
                  </a:lnTo>
                  <a:lnTo>
                    <a:pt x="467" y="54"/>
                  </a:lnTo>
                  <a:lnTo>
                    <a:pt x="467" y="54"/>
                  </a:lnTo>
                  <a:lnTo>
                    <a:pt x="469" y="54"/>
                  </a:lnTo>
                  <a:lnTo>
                    <a:pt x="469" y="54"/>
                  </a:lnTo>
                  <a:lnTo>
                    <a:pt x="471" y="52"/>
                  </a:lnTo>
                  <a:lnTo>
                    <a:pt x="471" y="52"/>
                  </a:lnTo>
                  <a:lnTo>
                    <a:pt x="471" y="52"/>
                  </a:lnTo>
                  <a:lnTo>
                    <a:pt x="471" y="52"/>
                  </a:lnTo>
                  <a:lnTo>
                    <a:pt x="472" y="52"/>
                  </a:lnTo>
                  <a:lnTo>
                    <a:pt x="472" y="52"/>
                  </a:lnTo>
                  <a:lnTo>
                    <a:pt x="472" y="52"/>
                  </a:lnTo>
                  <a:lnTo>
                    <a:pt x="472" y="52"/>
                  </a:lnTo>
                  <a:lnTo>
                    <a:pt x="474" y="51"/>
                  </a:lnTo>
                  <a:lnTo>
                    <a:pt x="474" y="51"/>
                  </a:lnTo>
                  <a:lnTo>
                    <a:pt x="474" y="51"/>
                  </a:lnTo>
                  <a:lnTo>
                    <a:pt x="474" y="51"/>
                  </a:lnTo>
                  <a:lnTo>
                    <a:pt x="475" y="50"/>
                  </a:lnTo>
                  <a:lnTo>
                    <a:pt x="475" y="50"/>
                  </a:lnTo>
                  <a:lnTo>
                    <a:pt x="475" y="50"/>
                  </a:lnTo>
                  <a:lnTo>
                    <a:pt x="475" y="50"/>
                  </a:lnTo>
                  <a:lnTo>
                    <a:pt x="477" y="48"/>
                  </a:lnTo>
                  <a:lnTo>
                    <a:pt x="477" y="48"/>
                  </a:lnTo>
                  <a:lnTo>
                    <a:pt x="477" y="48"/>
                  </a:lnTo>
                  <a:lnTo>
                    <a:pt x="477" y="48"/>
                  </a:lnTo>
                  <a:lnTo>
                    <a:pt x="477" y="47"/>
                  </a:lnTo>
                  <a:lnTo>
                    <a:pt x="477" y="47"/>
                  </a:lnTo>
                  <a:lnTo>
                    <a:pt x="477" y="47"/>
                  </a:lnTo>
                  <a:lnTo>
                    <a:pt x="477" y="47"/>
                  </a:lnTo>
                  <a:lnTo>
                    <a:pt x="479" y="45"/>
                  </a:lnTo>
                  <a:lnTo>
                    <a:pt x="479" y="45"/>
                  </a:lnTo>
                  <a:lnTo>
                    <a:pt x="479" y="45"/>
                  </a:lnTo>
                  <a:lnTo>
                    <a:pt x="479" y="45"/>
                  </a:lnTo>
                  <a:lnTo>
                    <a:pt x="480" y="43"/>
                  </a:lnTo>
                  <a:lnTo>
                    <a:pt x="480" y="43"/>
                  </a:lnTo>
                  <a:lnTo>
                    <a:pt x="480" y="42"/>
                  </a:lnTo>
                  <a:lnTo>
                    <a:pt x="480" y="42"/>
                  </a:lnTo>
                  <a:lnTo>
                    <a:pt x="482" y="40"/>
                  </a:lnTo>
                  <a:lnTo>
                    <a:pt x="482" y="40"/>
                  </a:lnTo>
                  <a:lnTo>
                    <a:pt x="482" y="40"/>
                  </a:lnTo>
                  <a:lnTo>
                    <a:pt x="482" y="40"/>
                  </a:lnTo>
                  <a:lnTo>
                    <a:pt x="482" y="39"/>
                  </a:lnTo>
                  <a:lnTo>
                    <a:pt x="482" y="39"/>
                  </a:lnTo>
                  <a:lnTo>
                    <a:pt x="483" y="39"/>
                  </a:lnTo>
                  <a:lnTo>
                    <a:pt x="483" y="39"/>
                  </a:lnTo>
                  <a:lnTo>
                    <a:pt x="486" y="37"/>
                  </a:lnTo>
                  <a:lnTo>
                    <a:pt x="486" y="37"/>
                  </a:lnTo>
                  <a:lnTo>
                    <a:pt x="486" y="37"/>
                  </a:lnTo>
                  <a:lnTo>
                    <a:pt x="486" y="37"/>
                  </a:lnTo>
                  <a:lnTo>
                    <a:pt x="488" y="36"/>
                  </a:lnTo>
                  <a:lnTo>
                    <a:pt x="488" y="36"/>
                  </a:lnTo>
                  <a:lnTo>
                    <a:pt x="489" y="34"/>
                  </a:lnTo>
                  <a:lnTo>
                    <a:pt x="489" y="34"/>
                  </a:lnTo>
                  <a:lnTo>
                    <a:pt x="491" y="32"/>
                  </a:lnTo>
                  <a:lnTo>
                    <a:pt x="491" y="32"/>
                  </a:lnTo>
                  <a:lnTo>
                    <a:pt x="491" y="32"/>
                  </a:lnTo>
                  <a:lnTo>
                    <a:pt x="491" y="32"/>
                  </a:lnTo>
                  <a:lnTo>
                    <a:pt x="492" y="31"/>
                  </a:lnTo>
                  <a:lnTo>
                    <a:pt x="492" y="31"/>
                  </a:lnTo>
                  <a:lnTo>
                    <a:pt x="492" y="30"/>
                  </a:lnTo>
                  <a:lnTo>
                    <a:pt x="492" y="30"/>
                  </a:lnTo>
                  <a:lnTo>
                    <a:pt x="494" y="28"/>
                  </a:lnTo>
                  <a:lnTo>
                    <a:pt x="494" y="28"/>
                  </a:lnTo>
                  <a:lnTo>
                    <a:pt x="494" y="28"/>
                  </a:lnTo>
                  <a:lnTo>
                    <a:pt x="494" y="28"/>
                  </a:lnTo>
                  <a:lnTo>
                    <a:pt x="496" y="26"/>
                  </a:lnTo>
                  <a:lnTo>
                    <a:pt x="496" y="26"/>
                  </a:lnTo>
                  <a:lnTo>
                    <a:pt x="496" y="25"/>
                  </a:lnTo>
                  <a:lnTo>
                    <a:pt x="496" y="25"/>
                  </a:lnTo>
                  <a:lnTo>
                    <a:pt x="498" y="23"/>
                  </a:lnTo>
                  <a:lnTo>
                    <a:pt x="498" y="23"/>
                  </a:lnTo>
                  <a:lnTo>
                    <a:pt x="498" y="23"/>
                  </a:lnTo>
                  <a:lnTo>
                    <a:pt x="498" y="23"/>
                  </a:lnTo>
                  <a:lnTo>
                    <a:pt x="498" y="23"/>
                  </a:lnTo>
                  <a:lnTo>
                    <a:pt x="498" y="23"/>
                  </a:lnTo>
                  <a:lnTo>
                    <a:pt x="498" y="23"/>
                  </a:lnTo>
                  <a:lnTo>
                    <a:pt x="498" y="23"/>
                  </a:lnTo>
                  <a:lnTo>
                    <a:pt x="499" y="22"/>
                  </a:lnTo>
                  <a:lnTo>
                    <a:pt x="499" y="22"/>
                  </a:lnTo>
                  <a:lnTo>
                    <a:pt x="499" y="22"/>
                  </a:lnTo>
                  <a:lnTo>
                    <a:pt x="499" y="22"/>
                  </a:lnTo>
                  <a:lnTo>
                    <a:pt x="499" y="21"/>
                  </a:lnTo>
                  <a:lnTo>
                    <a:pt x="499" y="21"/>
                  </a:lnTo>
                  <a:lnTo>
                    <a:pt x="499" y="21"/>
                  </a:lnTo>
                  <a:lnTo>
                    <a:pt x="499" y="21"/>
                  </a:lnTo>
                  <a:lnTo>
                    <a:pt x="501" y="19"/>
                  </a:lnTo>
                  <a:lnTo>
                    <a:pt x="501" y="19"/>
                  </a:lnTo>
                  <a:lnTo>
                    <a:pt x="501" y="19"/>
                  </a:lnTo>
                  <a:lnTo>
                    <a:pt x="501" y="19"/>
                  </a:lnTo>
                  <a:lnTo>
                    <a:pt x="503" y="19"/>
                  </a:lnTo>
                  <a:lnTo>
                    <a:pt x="503" y="19"/>
                  </a:lnTo>
                  <a:lnTo>
                    <a:pt x="503" y="19"/>
                  </a:lnTo>
                  <a:lnTo>
                    <a:pt x="503" y="19"/>
                  </a:lnTo>
                  <a:lnTo>
                    <a:pt x="504" y="19"/>
                  </a:lnTo>
                  <a:lnTo>
                    <a:pt x="504" y="19"/>
                  </a:lnTo>
                  <a:lnTo>
                    <a:pt x="504" y="19"/>
                  </a:lnTo>
                  <a:lnTo>
                    <a:pt x="504" y="19"/>
                  </a:lnTo>
                  <a:lnTo>
                    <a:pt x="506" y="19"/>
                  </a:lnTo>
                  <a:lnTo>
                    <a:pt x="506" y="19"/>
                  </a:lnTo>
                  <a:lnTo>
                    <a:pt x="507" y="19"/>
                  </a:lnTo>
                  <a:lnTo>
                    <a:pt x="507" y="19"/>
                  </a:lnTo>
                  <a:lnTo>
                    <a:pt x="509" y="19"/>
                  </a:lnTo>
                  <a:lnTo>
                    <a:pt x="509" y="19"/>
                  </a:lnTo>
                  <a:lnTo>
                    <a:pt x="509" y="19"/>
                  </a:lnTo>
                  <a:lnTo>
                    <a:pt x="509" y="19"/>
                  </a:lnTo>
                  <a:lnTo>
                    <a:pt x="509" y="18"/>
                  </a:lnTo>
                  <a:lnTo>
                    <a:pt x="509" y="18"/>
                  </a:lnTo>
                  <a:lnTo>
                    <a:pt x="509" y="18"/>
                  </a:lnTo>
                  <a:lnTo>
                    <a:pt x="509" y="18"/>
                  </a:lnTo>
                  <a:lnTo>
                    <a:pt x="511" y="16"/>
                  </a:lnTo>
                  <a:lnTo>
                    <a:pt x="511" y="16"/>
                  </a:lnTo>
                  <a:lnTo>
                    <a:pt x="511" y="16"/>
                  </a:lnTo>
                  <a:lnTo>
                    <a:pt x="511" y="16"/>
                  </a:lnTo>
                  <a:lnTo>
                    <a:pt x="512" y="15"/>
                  </a:lnTo>
                  <a:lnTo>
                    <a:pt x="512" y="15"/>
                  </a:lnTo>
                  <a:lnTo>
                    <a:pt x="512" y="15"/>
                  </a:lnTo>
                  <a:lnTo>
                    <a:pt x="512" y="15"/>
                  </a:lnTo>
                  <a:lnTo>
                    <a:pt x="514" y="13"/>
                  </a:lnTo>
                  <a:lnTo>
                    <a:pt x="514" y="13"/>
                  </a:lnTo>
                  <a:lnTo>
                    <a:pt x="515" y="13"/>
                  </a:lnTo>
                  <a:lnTo>
                    <a:pt x="515" y="13"/>
                  </a:lnTo>
                  <a:lnTo>
                    <a:pt x="517" y="12"/>
                  </a:lnTo>
                  <a:lnTo>
                    <a:pt x="517" y="12"/>
                  </a:lnTo>
                  <a:lnTo>
                    <a:pt x="519" y="12"/>
                  </a:lnTo>
                  <a:lnTo>
                    <a:pt x="520" y="12"/>
                  </a:lnTo>
                  <a:lnTo>
                    <a:pt x="522" y="11"/>
                  </a:lnTo>
                  <a:lnTo>
                    <a:pt x="522" y="11"/>
                  </a:lnTo>
                  <a:lnTo>
                    <a:pt x="524" y="11"/>
                  </a:lnTo>
                  <a:lnTo>
                    <a:pt x="525" y="11"/>
                  </a:lnTo>
                  <a:lnTo>
                    <a:pt x="526" y="11"/>
                  </a:lnTo>
                  <a:lnTo>
                    <a:pt x="526" y="11"/>
                  </a:lnTo>
                  <a:lnTo>
                    <a:pt x="528" y="11"/>
                  </a:lnTo>
                  <a:lnTo>
                    <a:pt x="528" y="11"/>
                  </a:lnTo>
                  <a:lnTo>
                    <a:pt x="530" y="10"/>
                  </a:lnTo>
                  <a:lnTo>
                    <a:pt x="530" y="10"/>
                  </a:lnTo>
                  <a:lnTo>
                    <a:pt x="530" y="10"/>
                  </a:lnTo>
                  <a:lnTo>
                    <a:pt x="530" y="10"/>
                  </a:lnTo>
                  <a:lnTo>
                    <a:pt x="530" y="9"/>
                  </a:lnTo>
                  <a:lnTo>
                    <a:pt x="530" y="9"/>
                  </a:lnTo>
                  <a:lnTo>
                    <a:pt x="530" y="9"/>
                  </a:lnTo>
                  <a:lnTo>
                    <a:pt x="530" y="9"/>
                  </a:lnTo>
                  <a:lnTo>
                    <a:pt x="532" y="8"/>
                  </a:lnTo>
                  <a:lnTo>
                    <a:pt x="532" y="8"/>
                  </a:lnTo>
                  <a:lnTo>
                    <a:pt x="532" y="8"/>
                  </a:lnTo>
                  <a:lnTo>
                    <a:pt x="532" y="8"/>
                  </a:lnTo>
                  <a:lnTo>
                    <a:pt x="532" y="6"/>
                  </a:lnTo>
                  <a:lnTo>
                    <a:pt x="532" y="6"/>
                  </a:lnTo>
                  <a:lnTo>
                    <a:pt x="532" y="6"/>
                  </a:lnTo>
                  <a:lnTo>
                    <a:pt x="532" y="6"/>
                  </a:lnTo>
                  <a:lnTo>
                    <a:pt x="532" y="5"/>
                  </a:lnTo>
                  <a:lnTo>
                    <a:pt x="532" y="5"/>
                  </a:lnTo>
                  <a:lnTo>
                    <a:pt x="532" y="5"/>
                  </a:lnTo>
                  <a:lnTo>
                    <a:pt x="532" y="5"/>
                  </a:lnTo>
                  <a:lnTo>
                    <a:pt x="532" y="4"/>
                  </a:lnTo>
                  <a:lnTo>
                    <a:pt x="532" y="4"/>
                  </a:lnTo>
                  <a:lnTo>
                    <a:pt x="532" y="4"/>
                  </a:lnTo>
                  <a:lnTo>
                    <a:pt x="532" y="4"/>
                  </a:lnTo>
                  <a:lnTo>
                    <a:pt x="534" y="2"/>
                  </a:lnTo>
                  <a:lnTo>
                    <a:pt x="534" y="2"/>
                  </a:lnTo>
                  <a:lnTo>
                    <a:pt x="534" y="2"/>
                  </a:lnTo>
                  <a:lnTo>
                    <a:pt x="534" y="2"/>
                  </a:lnTo>
                  <a:lnTo>
                    <a:pt x="535" y="1"/>
                  </a:lnTo>
                  <a:lnTo>
                    <a:pt x="535" y="1"/>
                  </a:lnTo>
                  <a:lnTo>
                    <a:pt x="535" y="1"/>
                  </a:lnTo>
                  <a:lnTo>
                    <a:pt x="535" y="1"/>
                  </a:lnTo>
                  <a:lnTo>
                    <a:pt x="537" y="0"/>
                  </a:lnTo>
                  <a:lnTo>
                    <a:pt x="537" y="1"/>
                  </a:lnTo>
                  <a:lnTo>
                    <a:pt x="537" y="1"/>
                  </a:lnTo>
                  <a:lnTo>
                    <a:pt x="537" y="1"/>
                  </a:lnTo>
                  <a:lnTo>
                    <a:pt x="537" y="1"/>
                  </a:lnTo>
                  <a:lnTo>
                    <a:pt x="537" y="2"/>
                  </a:lnTo>
                  <a:lnTo>
                    <a:pt x="537" y="2"/>
                  </a:lnTo>
                  <a:lnTo>
                    <a:pt x="537" y="2"/>
                  </a:lnTo>
                  <a:lnTo>
                    <a:pt x="540" y="2"/>
                  </a:lnTo>
                  <a:lnTo>
                    <a:pt x="540" y="4"/>
                  </a:lnTo>
                  <a:lnTo>
                    <a:pt x="540" y="4"/>
                  </a:lnTo>
                  <a:lnTo>
                    <a:pt x="540" y="4"/>
                  </a:lnTo>
                  <a:lnTo>
                    <a:pt x="541" y="4"/>
                  </a:lnTo>
                  <a:lnTo>
                    <a:pt x="541" y="4"/>
                  </a:lnTo>
                  <a:lnTo>
                    <a:pt x="541" y="4"/>
                  </a:lnTo>
                  <a:lnTo>
                    <a:pt x="541" y="4"/>
                  </a:lnTo>
                  <a:lnTo>
                    <a:pt x="542" y="4"/>
                  </a:lnTo>
                  <a:lnTo>
                    <a:pt x="542" y="4"/>
                  </a:lnTo>
                  <a:lnTo>
                    <a:pt x="542" y="4"/>
                  </a:lnTo>
                  <a:lnTo>
                    <a:pt x="542" y="4"/>
                  </a:lnTo>
                  <a:lnTo>
                    <a:pt x="542" y="4"/>
                  </a:lnTo>
                  <a:lnTo>
                    <a:pt x="542" y="4"/>
                  </a:lnTo>
                  <a:lnTo>
                    <a:pt x="542" y="4"/>
                  </a:lnTo>
                  <a:lnTo>
                    <a:pt x="542" y="4"/>
                  </a:lnTo>
                  <a:lnTo>
                    <a:pt x="544" y="4"/>
                  </a:lnTo>
                  <a:lnTo>
                    <a:pt x="544" y="4"/>
                  </a:lnTo>
                  <a:lnTo>
                    <a:pt x="544" y="4"/>
                  </a:lnTo>
                  <a:lnTo>
                    <a:pt x="544" y="4"/>
                  </a:lnTo>
                  <a:lnTo>
                    <a:pt x="546" y="4"/>
                  </a:lnTo>
                  <a:lnTo>
                    <a:pt x="546" y="4"/>
                  </a:lnTo>
                  <a:lnTo>
                    <a:pt x="546" y="4"/>
                  </a:lnTo>
                  <a:lnTo>
                    <a:pt x="546" y="4"/>
                  </a:lnTo>
                  <a:lnTo>
                    <a:pt x="548" y="4"/>
                  </a:lnTo>
                  <a:lnTo>
                    <a:pt x="548" y="5"/>
                  </a:lnTo>
                  <a:lnTo>
                    <a:pt x="548" y="5"/>
                  </a:lnTo>
                  <a:lnTo>
                    <a:pt x="548" y="5"/>
                  </a:lnTo>
                  <a:lnTo>
                    <a:pt x="548" y="5"/>
                  </a:lnTo>
                  <a:lnTo>
                    <a:pt x="548" y="5"/>
                  </a:lnTo>
                  <a:lnTo>
                    <a:pt x="548" y="5"/>
                  </a:lnTo>
                  <a:lnTo>
                    <a:pt x="548" y="5"/>
                  </a:lnTo>
                  <a:lnTo>
                    <a:pt x="550" y="5"/>
                  </a:lnTo>
                  <a:lnTo>
                    <a:pt x="550" y="6"/>
                  </a:lnTo>
                  <a:lnTo>
                    <a:pt x="550" y="6"/>
                  </a:lnTo>
                  <a:lnTo>
                    <a:pt x="550" y="6"/>
                  </a:lnTo>
                  <a:lnTo>
                    <a:pt x="552" y="6"/>
                  </a:lnTo>
                  <a:lnTo>
                    <a:pt x="552" y="6"/>
                  </a:lnTo>
                  <a:lnTo>
                    <a:pt x="554" y="6"/>
                  </a:lnTo>
                  <a:lnTo>
                    <a:pt x="554" y="6"/>
                  </a:lnTo>
                  <a:lnTo>
                    <a:pt x="556" y="6"/>
                  </a:lnTo>
                  <a:lnTo>
                    <a:pt x="556" y="8"/>
                  </a:lnTo>
                  <a:lnTo>
                    <a:pt x="556" y="8"/>
                  </a:lnTo>
                  <a:lnTo>
                    <a:pt x="556" y="8"/>
                  </a:lnTo>
                  <a:lnTo>
                    <a:pt x="556" y="8"/>
                  </a:lnTo>
                  <a:lnTo>
                    <a:pt x="556" y="9"/>
                  </a:lnTo>
                  <a:lnTo>
                    <a:pt x="556" y="9"/>
                  </a:lnTo>
                  <a:lnTo>
                    <a:pt x="556" y="9"/>
                  </a:lnTo>
                  <a:lnTo>
                    <a:pt x="557" y="9"/>
                  </a:lnTo>
                  <a:lnTo>
                    <a:pt x="557" y="11"/>
                  </a:lnTo>
                  <a:lnTo>
                    <a:pt x="557" y="11"/>
                  </a:lnTo>
                  <a:lnTo>
                    <a:pt x="557" y="11"/>
                  </a:lnTo>
                  <a:lnTo>
                    <a:pt x="558" y="11"/>
                  </a:lnTo>
                  <a:lnTo>
                    <a:pt x="558" y="13"/>
                  </a:lnTo>
                  <a:lnTo>
                    <a:pt x="558" y="13"/>
                  </a:lnTo>
                  <a:lnTo>
                    <a:pt x="558" y="13"/>
                  </a:lnTo>
                  <a:lnTo>
                    <a:pt x="560" y="13"/>
                  </a:lnTo>
                  <a:lnTo>
                    <a:pt x="560" y="13"/>
                  </a:lnTo>
                  <a:lnTo>
                    <a:pt x="560" y="13"/>
                  </a:lnTo>
                  <a:lnTo>
                    <a:pt x="560" y="13"/>
                  </a:lnTo>
                  <a:lnTo>
                    <a:pt x="560" y="13"/>
                  </a:lnTo>
                  <a:lnTo>
                    <a:pt x="560" y="13"/>
                  </a:lnTo>
                  <a:lnTo>
                    <a:pt x="560" y="13"/>
                  </a:lnTo>
                  <a:lnTo>
                    <a:pt x="560" y="13"/>
                  </a:lnTo>
                  <a:lnTo>
                    <a:pt x="562" y="12"/>
                  </a:lnTo>
                  <a:lnTo>
                    <a:pt x="562" y="12"/>
                  </a:lnTo>
                  <a:lnTo>
                    <a:pt x="562" y="12"/>
                  </a:lnTo>
                  <a:lnTo>
                    <a:pt x="562" y="12"/>
                  </a:lnTo>
                  <a:lnTo>
                    <a:pt x="563" y="12"/>
                  </a:lnTo>
                  <a:lnTo>
                    <a:pt x="563" y="12"/>
                  </a:lnTo>
                  <a:lnTo>
                    <a:pt x="563" y="12"/>
                  </a:lnTo>
                  <a:lnTo>
                    <a:pt x="563" y="12"/>
                  </a:lnTo>
                  <a:lnTo>
                    <a:pt x="564" y="10"/>
                  </a:lnTo>
                  <a:lnTo>
                    <a:pt x="564" y="11"/>
                  </a:lnTo>
                  <a:lnTo>
                    <a:pt x="564" y="11"/>
                  </a:lnTo>
                  <a:lnTo>
                    <a:pt x="564" y="11"/>
                  </a:lnTo>
                  <a:lnTo>
                    <a:pt x="566" y="11"/>
                  </a:lnTo>
                  <a:lnTo>
                    <a:pt x="566" y="11"/>
                  </a:lnTo>
                  <a:lnTo>
                    <a:pt x="566" y="11"/>
                  </a:lnTo>
                  <a:lnTo>
                    <a:pt x="566" y="11"/>
                  </a:lnTo>
                  <a:lnTo>
                    <a:pt x="569" y="11"/>
                  </a:lnTo>
                  <a:lnTo>
                    <a:pt x="569" y="11"/>
                  </a:lnTo>
                  <a:lnTo>
                    <a:pt x="569" y="11"/>
                  </a:lnTo>
                  <a:lnTo>
                    <a:pt x="569" y="11"/>
                  </a:lnTo>
                  <a:lnTo>
                    <a:pt x="571" y="11"/>
                  </a:lnTo>
                  <a:lnTo>
                    <a:pt x="571" y="11"/>
                  </a:lnTo>
                  <a:lnTo>
                    <a:pt x="571" y="11"/>
                  </a:lnTo>
                  <a:lnTo>
                    <a:pt x="571" y="11"/>
                  </a:lnTo>
                  <a:lnTo>
                    <a:pt x="572" y="11"/>
                  </a:lnTo>
                  <a:lnTo>
                    <a:pt x="571" y="13"/>
                  </a:lnTo>
                  <a:lnTo>
                    <a:pt x="571" y="13"/>
                  </a:lnTo>
                  <a:lnTo>
                    <a:pt x="571" y="13"/>
                  </a:lnTo>
                  <a:lnTo>
                    <a:pt x="571" y="13"/>
                  </a:lnTo>
                  <a:lnTo>
                    <a:pt x="569" y="15"/>
                  </a:lnTo>
                  <a:lnTo>
                    <a:pt x="569" y="15"/>
                  </a:lnTo>
                  <a:lnTo>
                    <a:pt x="569" y="15"/>
                  </a:lnTo>
                  <a:lnTo>
                    <a:pt x="569" y="15"/>
                  </a:lnTo>
                  <a:lnTo>
                    <a:pt x="567" y="16"/>
                  </a:lnTo>
                  <a:lnTo>
                    <a:pt x="567" y="16"/>
                  </a:lnTo>
                  <a:lnTo>
                    <a:pt x="566" y="16"/>
                  </a:lnTo>
                  <a:lnTo>
                    <a:pt x="566" y="16"/>
                  </a:lnTo>
                  <a:lnTo>
                    <a:pt x="566" y="17"/>
                  </a:lnTo>
                  <a:lnTo>
                    <a:pt x="566" y="17"/>
                  </a:lnTo>
                  <a:lnTo>
                    <a:pt x="566" y="17"/>
                  </a:lnTo>
                  <a:lnTo>
                    <a:pt x="566" y="17"/>
                  </a:lnTo>
                  <a:lnTo>
                    <a:pt x="566" y="18"/>
                  </a:lnTo>
                  <a:lnTo>
                    <a:pt x="566" y="18"/>
                  </a:lnTo>
                  <a:lnTo>
                    <a:pt x="566" y="18"/>
                  </a:lnTo>
                  <a:lnTo>
                    <a:pt x="566" y="18"/>
                  </a:lnTo>
                  <a:lnTo>
                    <a:pt x="566" y="18"/>
                  </a:lnTo>
                  <a:lnTo>
                    <a:pt x="566" y="18"/>
                  </a:lnTo>
                  <a:lnTo>
                    <a:pt x="566" y="18"/>
                  </a:lnTo>
                  <a:lnTo>
                    <a:pt x="569" y="18"/>
                  </a:lnTo>
                  <a:lnTo>
                    <a:pt x="569" y="18"/>
                  </a:lnTo>
                  <a:lnTo>
                    <a:pt x="569" y="18"/>
                  </a:lnTo>
                  <a:lnTo>
                    <a:pt x="569" y="18"/>
                  </a:lnTo>
                  <a:lnTo>
                    <a:pt x="569" y="18"/>
                  </a:lnTo>
                  <a:lnTo>
                    <a:pt x="569" y="18"/>
                  </a:lnTo>
                  <a:lnTo>
                    <a:pt x="569" y="18"/>
                  </a:lnTo>
                  <a:lnTo>
                    <a:pt x="569" y="18"/>
                  </a:lnTo>
                  <a:lnTo>
                    <a:pt x="571" y="17"/>
                  </a:lnTo>
                  <a:lnTo>
                    <a:pt x="571" y="19"/>
                  </a:lnTo>
                  <a:lnTo>
                    <a:pt x="571" y="19"/>
                  </a:lnTo>
                  <a:lnTo>
                    <a:pt x="571" y="19"/>
                  </a:lnTo>
                  <a:lnTo>
                    <a:pt x="571" y="19"/>
                  </a:lnTo>
                  <a:lnTo>
                    <a:pt x="571" y="20"/>
                  </a:lnTo>
                  <a:lnTo>
                    <a:pt x="572" y="20"/>
                  </a:lnTo>
                  <a:lnTo>
                    <a:pt x="572" y="20"/>
                  </a:lnTo>
                  <a:lnTo>
                    <a:pt x="574" y="20"/>
                  </a:lnTo>
                  <a:lnTo>
                    <a:pt x="574" y="21"/>
                  </a:lnTo>
                  <a:lnTo>
                    <a:pt x="575" y="21"/>
                  </a:lnTo>
                  <a:lnTo>
                    <a:pt x="575" y="21"/>
                  </a:lnTo>
                  <a:lnTo>
                    <a:pt x="577" y="21"/>
                  </a:lnTo>
                  <a:lnTo>
                    <a:pt x="577" y="21"/>
                  </a:lnTo>
                  <a:lnTo>
                    <a:pt x="578" y="21"/>
                  </a:lnTo>
                  <a:lnTo>
                    <a:pt x="578" y="21"/>
                  </a:lnTo>
                  <a:lnTo>
                    <a:pt x="580" y="21"/>
                  </a:lnTo>
                  <a:lnTo>
                    <a:pt x="580" y="23"/>
                  </a:lnTo>
                  <a:lnTo>
                    <a:pt x="580" y="23"/>
                  </a:lnTo>
                  <a:lnTo>
                    <a:pt x="580" y="24"/>
                  </a:lnTo>
                  <a:lnTo>
                    <a:pt x="580" y="24"/>
                  </a:lnTo>
                  <a:lnTo>
                    <a:pt x="580" y="26"/>
                  </a:lnTo>
                  <a:lnTo>
                    <a:pt x="580" y="26"/>
                  </a:lnTo>
                  <a:lnTo>
                    <a:pt x="580" y="26"/>
                  </a:lnTo>
                  <a:lnTo>
                    <a:pt x="582" y="26"/>
                  </a:lnTo>
                  <a:lnTo>
                    <a:pt x="582" y="28"/>
                  </a:lnTo>
                  <a:lnTo>
                    <a:pt x="582" y="28"/>
                  </a:lnTo>
                  <a:lnTo>
                    <a:pt x="582" y="30"/>
                  </a:lnTo>
                  <a:lnTo>
                    <a:pt x="583" y="30"/>
                  </a:lnTo>
                  <a:lnTo>
                    <a:pt x="583" y="31"/>
                  </a:lnTo>
                  <a:lnTo>
                    <a:pt x="583" y="31"/>
                  </a:lnTo>
                  <a:lnTo>
                    <a:pt x="583" y="31"/>
                  </a:lnTo>
                  <a:lnTo>
                    <a:pt x="583" y="31"/>
                  </a:lnTo>
                  <a:lnTo>
                    <a:pt x="583" y="33"/>
                  </a:lnTo>
                  <a:lnTo>
                    <a:pt x="583" y="33"/>
                  </a:lnTo>
                  <a:lnTo>
                    <a:pt x="583" y="33"/>
                  </a:lnTo>
                  <a:lnTo>
                    <a:pt x="583" y="33"/>
                  </a:lnTo>
                  <a:lnTo>
                    <a:pt x="582" y="35"/>
                  </a:lnTo>
                  <a:lnTo>
                    <a:pt x="582" y="35"/>
                  </a:lnTo>
                  <a:lnTo>
                    <a:pt x="582" y="35"/>
                  </a:lnTo>
                  <a:lnTo>
                    <a:pt x="582" y="35"/>
                  </a:lnTo>
                  <a:lnTo>
                    <a:pt x="580" y="37"/>
                  </a:lnTo>
                  <a:lnTo>
                    <a:pt x="580" y="37"/>
                  </a:lnTo>
                  <a:lnTo>
                    <a:pt x="580" y="37"/>
                  </a:lnTo>
                  <a:lnTo>
                    <a:pt x="580" y="37"/>
                  </a:lnTo>
                  <a:lnTo>
                    <a:pt x="580" y="37"/>
                  </a:lnTo>
                  <a:lnTo>
                    <a:pt x="580" y="37"/>
                  </a:lnTo>
                  <a:lnTo>
                    <a:pt x="580" y="37"/>
                  </a:lnTo>
                  <a:lnTo>
                    <a:pt x="581" y="37"/>
                  </a:lnTo>
                  <a:lnTo>
                    <a:pt x="580" y="39"/>
                  </a:lnTo>
                  <a:lnTo>
                    <a:pt x="580" y="39"/>
                  </a:lnTo>
                  <a:lnTo>
                    <a:pt x="580" y="40"/>
                  </a:lnTo>
                  <a:lnTo>
                    <a:pt x="581" y="40"/>
                  </a:lnTo>
                  <a:lnTo>
                    <a:pt x="581" y="43"/>
                  </a:lnTo>
                  <a:lnTo>
                    <a:pt x="581" y="43"/>
                  </a:lnTo>
                  <a:lnTo>
                    <a:pt x="581" y="43"/>
                  </a:lnTo>
                  <a:lnTo>
                    <a:pt x="583" y="43"/>
                  </a:lnTo>
                  <a:lnTo>
                    <a:pt x="583" y="45"/>
                  </a:lnTo>
                  <a:lnTo>
                    <a:pt x="583" y="45"/>
                  </a:lnTo>
                  <a:lnTo>
                    <a:pt x="583" y="45"/>
                  </a:lnTo>
                  <a:lnTo>
                    <a:pt x="585" y="45"/>
                  </a:lnTo>
                  <a:lnTo>
                    <a:pt x="585" y="47"/>
                  </a:lnTo>
                  <a:lnTo>
                    <a:pt x="585" y="47"/>
                  </a:lnTo>
                  <a:lnTo>
                    <a:pt x="585" y="47"/>
                  </a:lnTo>
                  <a:lnTo>
                    <a:pt x="587" y="47"/>
                  </a:lnTo>
                  <a:lnTo>
                    <a:pt x="587" y="48"/>
                  </a:lnTo>
                  <a:lnTo>
                    <a:pt x="587" y="48"/>
                  </a:lnTo>
                  <a:lnTo>
                    <a:pt x="587" y="48"/>
                  </a:lnTo>
                  <a:lnTo>
                    <a:pt x="587" y="48"/>
                  </a:lnTo>
                  <a:lnTo>
                    <a:pt x="587" y="48"/>
                  </a:lnTo>
                  <a:lnTo>
                    <a:pt x="587" y="48"/>
                  </a:lnTo>
                  <a:lnTo>
                    <a:pt x="587" y="48"/>
                  </a:lnTo>
                  <a:lnTo>
                    <a:pt x="588" y="48"/>
                  </a:lnTo>
                  <a:lnTo>
                    <a:pt x="588" y="50"/>
                  </a:lnTo>
                  <a:lnTo>
                    <a:pt x="588" y="50"/>
                  </a:lnTo>
                  <a:lnTo>
                    <a:pt x="588" y="50"/>
                  </a:lnTo>
                  <a:lnTo>
                    <a:pt x="589" y="50"/>
                  </a:lnTo>
                  <a:lnTo>
                    <a:pt x="589" y="50"/>
                  </a:lnTo>
                  <a:lnTo>
                    <a:pt x="589" y="50"/>
                  </a:lnTo>
                  <a:lnTo>
                    <a:pt x="589" y="50"/>
                  </a:lnTo>
                  <a:lnTo>
                    <a:pt x="591" y="50"/>
                  </a:lnTo>
                  <a:lnTo>
                    <a:pt x="591" y="51"/>
                  </a:lnTo>
                  <a:lnTo>
                    <a:pt x="591" y="51"/>
                  </a:lnTo>
                  <a:lnTo>
                    <a:pt x="591" y="51"/>
                  </a:lnTo>
                  <a:lnTo>
                    <a:pt x="591" y="51"/>
                  </a:lnTo>
                  <a:lnTo>
                    <a:pt x="591" y="52"/>
                  </a:lnTo>
                  <a:lnTo>
                    <a:pt x="591" y="52"/>
                  </a:lnTo>
                  <a:lnTo>
                    <a:pt x="591" y="52"/>
                  </a:lnTo>
                  <a:lnTo>
                    <a:pt x="591" y="52"/>
                  </a:lnTo>
                  <a:lnTo>
                    <a:pt x="591" y="54"/>
                  </a:lnTo>
                  <a:lnTo>
                    <a:pt x="591" y="54"/>
                  </a:lnTo>
                  <a:lnTo>
                    <a:pt x="591" y="54"/>
                  </a:lnTo>
                  <a:lnTo>
                    <a:pt x="591" y="54"/>
                  </a:lnTo>
                  <a:lnTo>
                    <a:pt x="591" y="55"/>
                  </a:lnTo>
                  <a:lnTo>
                    <a:pt x="591" y="55"/>
                  </a:lnTo>
                  <a:lnTo>
                    <a:pt x="591" y="55"/>
                  </a:lnTo>
                  <a:lnTo>
                    <a:pt x="591" y="55"/>
                  </a:lnTo>
                  <a:lnTo>
                    <a:pt x="591" y="55"/>
                  </a:lnTo>
                  <a:lnTo>
                    <a:pt x="591" y="55"/>
                  </a:lnTo>
                  <a:lnTo>
                    <a:pt x="591" y="55"/>
                  </a:lnTo>
                  <a:lnTo>
                    <a:pt x="591" y="55"/>
                  </a:lnTo>
                  <a:lnTo>
                    <a:pt x="591" y="55"/>
                  </a:lnTo>
                  <a:lnTo>
                    <a:pt x="591" y="55"/>
                  </a:lnTo>
                  <a:lnTo>
                    <a:pt x="591" y="55"/>
                  </a:lnTo>
                  <a:lnTo>
                    <a:pt x="593" y="55"/>
                  </a:lnTo>
                  <a:lnTo>
                    <a:pt x="593" y="55"/>
                  </a:lnTo>
                  <a:lnTo>
                    <a:pt x="593" y="55"/>
                  </a:lnTo>
                  <a:lnTo>
                    <a:pt x="593" y="55"/>
                  </a:lnTo>
                  <a:lnTo>
                    <a:pt x="594" y="55"/>
                  </a:lnTo>
                  <a:lnTo>
                    <a:pt x="594" y="55"/>
                  </a:lnTo>
                  <a:lnTo>
                    <a:pt x="594" y="55"/>
                  </a:lnTo>
                  <a:lnTo>
                    <a:pt x="594" y="55"/>
                  </a:lnTo>
                  <a:lnTo>
                    <a:pt x="595" y="55"/>
                  </a:lnTo>
                  <a:lnTo>
                    <a:pt x="595" y="55"/>
                  </a:lnTo>
                  <a:lnTo>
                    <a:pt x="596" y="55"/>
                  </a:lnTo>
                  <a:lnTo>
                    <a:pt x="596" y="55"/>
                  </a:lnTo>
                  <a:lnTo>
                    <a:pt x="598" y="55"/>
                  </a:lnTo>
                  <a:lnTo>
                    <a:pt x="598" y="55"/>
                  </a:lnTo>
                  <a:lnTo>
                    <a:pt x="600" y="55"/>
                  </a:lnTo>
                  <a:lnTo>
                    <a:pt x="600" y="55"/>
                  </a:lnTo>
                  <a:lnTo>
                    <a:pt x="602" y="54"/>
                  </a:lnTo>
                  <a:lnTo>
                    <a:pt x="602" y="54"/>
                  </a:lnTo>
                  <a:lnTo>
                    <a:pt x="603" y="54"/>
                  </a:lnTo>
                  <a:lnTo>
                    <a:pt x="603" y="54"/>
                  </a:lnTo>
                  <a:lnTo>
                    <a:pt x="605" y="53"/>
                  </a:lnTo>
                  <a:lnTo>
                    <a:pt x="605" y="53"/>
                  </a:lnTo>
                  <a:lnTo>
                    <a:pt x="606" y="53"/>
                  </a:lnTo>
                  <a:lnTo>
                    <a:pt x="606" y="53"/>
                  </a:lnTo>
                  <a:lnTo>
                    <a:pt x="608" y="52"/>
                  </a:lnTo>
                  <a:lnTo>
                    <a:pt x="608" y="52"/>
                  </a:lnTo>
                  <a:lnTo>
                    <a:pt x="609" y="52"/>
                  </a:lnTo>
                  <a:lnTo>
                    <a:pt x="609" y="52"/>
                  </a:lnTo>
                  <a:lnTo>
                    <a:pt x="610" y="52"/>
                  </a:lnTo>
                  <a:lnTo>
                    <a:pt x="610" y="52"/>
                  </a:lnTo>
                  <a:lnTo>
                    <a:pt x="613" y="52"/>
                  </a:lnTo>
                  <a:lnTo>
                    <a:pt x="613" y="52"/>
                  </a:lnTo>
                  <a:lnTo>
                    <a:pt x="615" y="52"/>
                  </a:lnTo>
                  <a:lnTo>
                    <a:pt x="615" y="52"/>
                  </a:lnTo>
                  <a:lnTo>
                    <a:pt x="615" y="52"/>
                  </a:lnTo>
                  <a:lnTo>
                    <a:pt x="615" y="52"/>
                  </a:lnTo>
                  <a:lnTo>
                    <a:pt x="617" y="52"/>
                  </a:lnTo>
                  <a:lnTo>
                    <a:pt x="617" y="52"/>
                  </a:lnTo>
                  <a:lnTo>
                    <a:pt x="618" y="52"/>
                  </a:lnTo>
                  <a:lnTo>
                    <a:pt x="618" y="52"/>
                  </a:lnTo>
                  <a:lnTo>
                    <a:pt x="620" y="52"/>
                  </a:lnTo>
                  <a:lnTo>
                    <a:pt x="620" y="53"/>
                  </a:lnTo>
                  <a:lnTo>
                    <a:pt x="620" y="53"/>
                  </a:lnTo>
                  <a:lnTo>
                    <a:pt x="620" y="53"/>
                  </a:lnTo>
                  <a:lnTo>
                    <a:pt x="622" y="53"/>
                  </a:lnTo>
                  <a:lnTo>
                    <a:pt x="622" y="55"/>
                  </a:lnTo>
                  <a:lnTo>
                    <a:pt x="622" y="55"/>
                  </a:lnTo>
                  <a:lnTo>
                    <a:pt x="622" y="55"/>
                  </a:lnTo>
                  <a:lnTo>
                    <a:pt x="623" y="55"/>
                  </a:lnTo>
                  <a:lnTo>
                    <a:pt x="623" y="57"/>
                  </a:lnTo>
                  <a:lnTo>
                    <a:pt x="623" y="57"/>
                  </a:lnTo>
                  <a:lnTo>
                    <a:pt x="623" y="58"/>
                  </a:lnTo>
                  <a:lnTo>
                    <a:pt x="625" y="58"/>
                  </a:lnTo>
                  <a:lnTo>
                    <a:pt x="625" y="60"/>
                  </a:lnTo>
                  <a:lnTo>
                    <a:pt x="625" y="60"/>
                  </a:lnTo>
                  <a:lnTo>
                    <a:pt x="625" y="60"/>
                  </a:lnTo>
                  <a:lnTo>
                    <a:pt x="627" y="60"/>
                  </a:lnTo>
                  <a:lnTo>
                    <a:pt x="625" y="62"/>
                  </a:lnTo>
                  <a:lnTo>
                    <a:pt x="625" y="62"/>
                  </a:lnTo>
                  <a:lnTo>
                    <a:pt x="625" y="62"/>
                  </a:lnTo>
                  <a:lnTo>
                    <a:pt x="625" y="62"/>
                  </a:lnTo>
                  <a:lnTo>
                    <a:pt x="623" y="63"/>
                  </a:lnTo>
                  <a:lnTo>
                    <a:pt x="623" y="63"/>
                  </a:lnTo>
                  <a:lnTo>
                    <a:pt x="623" y="63"/>
                  </a:lnTo>
                  <a:lnTo>
                    <a:pt x="623" y="63"/>
                  </a:lnTo>
                  <a:lnTo>
                    <a:pt x="622" y="65"/>
                  </a:lnTo>
                  <a:lnTo>
                    <a:pt x="622" y="65"/>
                  </a:lnTo>
                  <a:lnTo>
                    <a:pt x="622" y="65"/>
                  </a:lnTo>
                  <a:lnTo>
                    <a:pt x="622" y="65"/>
                  </a:lnTo>
                  <a:lnTo>
                    <a:pt x="620" y="65"/>
                  </a:lnTo>
                  <a:lnTo>
                    <a:pt x="620" y="65"/>
                  </a:lnTo>
                  <a:lnTo>
                    <a:pt x="620" y="65"/>
                  </a:lnTo>
                  <a:lnTo>
                    <a:pt x="620" y="65"/>
                  </a:lnTo>
                  <a:lnTo>
                    <a:pt x="620" y="67"/>
                  </a:lnTo>
                  <a:lnTo>
                    <a:pt x="620" y="67"/>
                  </a:lnTo>
                  <a:lnTo>
                    <a:pt x="620" y="67"/>
                  </a:lnTo>
                  <a:lnTo>
                    <a:pt x="620" y="67"/>
                  </a:lnTo>
                  <a:lnTo>
                    <a:pt x="620" y="69"/>
                  </a:lnTo>
                  <a:lnTo>
                    <a:pt x="620" y="69"/>
                  </a:lnTo>
                  <a:lnTo>
                    <a:pt x="620" y="69"/>
                  </a:lnTo>
                  <a:lnTo>
                    <a:pt x="620" y="69"/>
                  </a:lnTo>
                  <a:lnTo>
                    <a:pt x="620" y="71"/>
                  </a:lnTo>
                  <a:lnTo>
                    <a:pt x="620" y="71"/>
                  </a:lnTo>
                  <a:lnTo>
                    <a:pt x="620" y="73"/>
                  </a:lnTo>
                  <a:lnTo>
                    <a:pt x="620" y="73"/>
                  </a:lnTo>
                  <a:lnTo>
                    <a:pt x="620" y="75"/>
                  </a:lnTo>
                  <a:lnTo>
                    <a:pt x="620" y="75"/>
                  </a:lnTo>
                  <a:lnTo>
                    <a:pt x="620" y="75"/>
                  </a:lnTo>
                  <a:lnTo>
                    <a:pt x="622" y="75"/>
                  </a:lnTo>
                  <a:lnTo>
                    <a:pt x="622" y="77"/>
                  </a:lnTo>
                  <a:lnTo>
                    <a:pt x="622" y="77"/>
                  </a:lnTo>
                  <a:lnTo>
                    <a:pt x="622" y="77"/>
                  </a:lnTo>
                  <a:lnTo>
                    <a:pt x="622" y="77"/>
                  </a:lnTo>
                  <a:lnTo>
                    <a:pt x="622" y="77"/>
                  </a:lnTo>
                  <a:lnTo>
                    <a:pt x="622" y="77"/>
                  </a:lnTo>
                  <a:lnTo>
                    <a:pt x="622" y="77"/>
                  </a:lnTo>
                  <a:lnTo>
                    <a:pt x="622" y="77"/>
                  </a:lnTo>
                  <a:lnTo>
                    <a:pt x="622" y="79"/>
                  </a:lnTo>
                  <a:lnTo>
                    <a:pt x="622" y="79"/>
                  </a:lnTo>
                  <a:lnTo>
                    <a:pt x="622" y="79"/>
                  </a:lnTo>
                  <a:lnTo>
                    <a:pt x="622" y="79"/>
                  </a:lnTo>
                  <a:lnTo>
                    <a:pt x="622" y="79"/>
                  </a:lnTo>
                  <a:lnTo>
                    <a:pt x="622" y="79"/>
                  </a:lnTo>
                  <a:lnTo>
                    <a:pt x="622" y="79"/>
                  </a:lnTo>
                  <a:lnTo>
                    <a:pt x="622" y="79"/>
                  </a:lnTo>
                  <a:lnTo>
                    <a:pt x="620" y="79"/>
                  </a:lnTo>
                  <a:lnTo>
                    <a:pt x="620" y="79"/>
                  </a:lnTo>
                  <a:lnTo>
                    <a:pt x="619" y="79"/>
                  </a:lnTo>
                  <a:lnTo>
                    <a:pt x="619" y="79"/>
                  </a:lnTo>
                  <a:lnTo>
                    <a:pt x="617" y="80"/>
                  </a:lnTo>
                  <a:lnTo>
                    <a:pt x="617" y="80"/>
                  </a:lnTo>
                  <a:lnTo>
                    <a:pt x="617" y="80"/>
                  </a:lnTo>
                  <a:lnTo>
                    <a:pt x="617" y="80"/>
                  </a:lnTo>
                  <a:lnTo>
                    <a:pt x="615" y="81"/>
                  </a:lnTo>
                  <a:lnTo>
                    <a:pt x="615" y="81"/>
                  </a:lnTo>
                  <a:lnTo>
                    <a:pt x="614" y="81"/>
                  </a:lnTo>
                  <a:lnTo>
                    <a:pt x="614" y="81"/>
                  </a:lnTo>
                  <a:lnTo>
                    <a:pt x="613" y="81"/>
                  </a:lnTo>
                  <a:lnTo>
                    <a:pt x="613" y="81"/>
                  </a:lnTo>
                  <a:lnTo>
                    <a:pt x="613" y="81"/>
                  </a:lnTo>
                  <a:lnTo>
                    <a:pt x="613" y="81"/>
                  </a:lnTo>
                  <a:lnTo>
                    <a:pt x="613" y="83"/>
                  </a:lnTo>
                  <a:lnTo>
                    <a:pt x="613" y="83"/>
                  </a:lnTo>
                  <a:lnTo>
                    <a:pt x="613" y="83"/>
                  </a:lnTo>
                  <a:lnTo>
                    <a:pt x="613" y="83"/>
                  </a:lnTo>
                  <a:lnTo>
                    <a:pt x="613" y="84"/>
                  </a:lnTo>
                  <a:lnTo>
                    <a:pt x="613" y="84"/>
                  </a:lnTo>
                  <a:lnTo>
                    <a:pt x="613" y="84"/>
                  </a:lnTo>
                  <a:lnTo>
                    <a:pt x="615" y="84"/>
                  </a:lnTo>
                  <a:lnTo>
                    <a:pt x="615" y="85"/>
                  </a:lnTo>
                  <a:lnTo>
                    <a:pt x="615" y="85"/>
                  </a:lnTo>
                  <a:lnTo>
                    <a:pt x="615" y="85"/>
                  </a:lnTo>
                  <a:lnTo>
                    <a:pt x="616" y="85"/>
                  </a:lnTo>
                  <a:lnTo>
                    <a:pt x="616" y="85"/>
                  </a:lnTo>
                  <a:lnTo>
                    <a:pt x="616" y="85"/>
                  </a:lnTo>
                  <a:lnTo>
                    <a:pt x="616" y="85"/>
                  </a:lnTo>
                  <a:lnTo>
                    <a:pt x="618" y="85"/>
                  </a:lnTo>
                  <a:lnTo>
                    <a:pt x="618" y="87"/>
                  </a:lnTo>
                  <a:lnTo>
                    <a:pt x="618" y="87"/>
                  </a:lnTo>
                  <a:lnTo>
                    <a:pt x="618" y="87"/>
                  </a:lnTo>
                  <a:lnTo>
                    <a:pt x="618" y="87"/>
                  </a:lnTo>
                  <a:lnTo>
                    <a:pt x="618" y="89"/>
                  </a:lnTo>
                  <a:lnTo>
                    <a:pt x="618" y="89"/>
                  </a:lnTo>
                  <a:lnTo>
                    <a:pt x="618" y="89"/>
                  </a:lnTo>
                  <a:lnTo>
                    <a:pt x="618" y="89"/>
                  </a:lnTo>
                  <a:lnTo>
                    <a:pt x="618" y="91"/>
                  </a:lnTo>
                  <a:lnTo>
                    <a:pt x="618" y="91"/>
                  </a:lnTo>
                  <a:lnTo>
                    <a:pt x="618" y="91"/>
                  </a:lnTo>
                  <a:lnTo>
                    <a:pt x="618" y="91"/>
                  </a:lnTo>
                  <a:lnTo>
                    <a:pt x="618" y="91"/>
                  </a:lnTo>
                  <a:lnTo>
                    <a:pt x="618" y="91"/>
                  </a:lnTo>
                  <a:lnTo>
                    <a:pt x="618" y="91"/>
                  </a:lnTo>
                  <a:lnTo>
                    <a:pt x="620" y="91"/>
                  </a:lnTo>
                  <a:lnTo>
                    <a:pt x="620" y="93"/>
                  </a:lnTo>
                  <a:lnTo>
                    <a:pt x="620" y="93"/>
                  </a:lnTo>
                  <a:lnTo>
                    <a:pt x="620" y="93"/>
                  </a:lnTo>
                  <a:lnTo>
                    <a:pt x="620" y="93"/>
                  </a:lnTo>
                  <a:lnTo>
                    <a:pt x="620" y="95"/>
                  </a:lnTo>
                  <a:lnTo>
                    <a:pt x="620" y="95"/>
                  </a:lnTo>
                  <a:lnTo>
                    <a:pt x="620" y="95"/>
                  </a:lnTo>
                  <a:lnTo>
                    <a:pt x="620" y="95"/>
                  </a:lnTo>
                  <a:lnTo>
                    <a:pt x="620" y="97"/>
                  </a:lnTo>
                  <a:lnTo>
                    <a:pt x="620" y="97"/>
                  </a:lnTo>
                  <a:lnTo>
                    <a:pt x="620" y="97"/>
                  </a:lnTo>
                  <a:lnTo>
                    <a:pt x="620" y="97"/>
                  </a:lnTo>
                  <a:lnTo>
                    <a:pt x="620" y="98"/>
                  </a:lnTo>
                  <a:lnTo>
                    <a:pt x="620" y="98"/>
                  </a:lnTo>
                  <a:lnTo>
                    <a:pt x="620" y="98"/>
                  </a:lnTo>
                  <a:lnTo>
                    <a:pt x="622" y="98"/>
                  </a:lnTo>
                  <a:lnTo>
                    <a:pt x="622" y="99"/>
                  </a:lnTo>
                  <a:lnTo>
                    <a:pt x="622" y="99"/>
                  </a:lnTo>
                  <a:lnTo>
                    <a:pt x="622" y="99"/>
                  </a:lnTo>
                  <a:lnTo>
                    <a:pt x="623" y="99"/>
                  </a:lnTo>
                  <a:lnTo>
                    <a:pt x="623" y="99"/>
                  </a:lnTo>
                  <a:lnTo>
                    <a:pt x="623" y="99"/>
                  </a:lnTo>
                  <a:lnTo>
                    <a:pt x="623" y="99"/>
                  </a:lnTo>
                  <a:lnTo>
                    <a:pt x="625" y="99"/>
                  </a:lnTo>
                  <a:lnTo>
                    <a:pt x="625" y="99"/>
                  </a:lnTo>
                  <a:lnTo>
                    <a:pt x="626" y="99"/>
                  </a:lnTo>
                  <a:lnTo>
                    <a:pt x="626" y="99"/>
                  </a:lnTo>
                  <a:lnTo>
                    <a:pt x="628" y="99"/>
                  </a:lnTo>
                  <a:lnTo>
                    <a:pt x="628" y="99"/>
                  </a:lnTo>
                  <a:lnTo>
                    <a:pt x="629" y="99"/>
                  </a:lnTo>
                  <a:lnTo>
                    <a:pt x="629" y="99"/>
                  </a:lnTo>
                  <a:lnTo>
                    <a:pt x="631" y="99"/>
                  </a:lnTo>
                  <a:lnTo>
                    <a:pt x="629" y="101"/>
                  </a:lnTo>
                  <a:lnTo>
                    <a:pt x="629" y="101"/>
                  </a:lnTo>
                  <a:lnTo>
                    <a:pt x="629" y="102"/>
                  </a:lnTo>
                  <a:lnTo>
                    <a:pt x="629" y="102"/>
                  </a:lnTo>
                  <a:lnTo>
                    <a:pt x="629" y="104"/>
                  </a:lnTo>
                  <a:lnTo>
                    <a:pt x="629" y="104"/>
                  </a:lnTo>
                  <a:lnTo>
                    <a:pt x="629" y="104"/>
                  </a:lnTo>
                  <a:lnTo>
                    <a:pt x="629" y="104"/>
                  </a:lnTo>
                  <a:lnTo>
                    <a:pt x="629" y="106"/>
                  </a:lnTo>
                  <a:lnTo>
                    <a:pt x="629" y="106"/>
                  </a:lnTo>
                  <a:lnTo>
                    <a:pt x="629" y="106"/>
                  </a:lnTo>
                  <a:lnTo>
                    <a:pt x="629" y="106"/>
                  </a:lnTo>
                  <a:lnTo>
                    <a:pt x="629" y="106"/>
                  </a:lnTo>
                  <a:lnTo>
                    <a:pt x="629" y="106"/>
                  </a:lnTo>
                  <a:lnTo>
                    <a:pt x="629" y="106"/>
                  </a:lnTo>
                  <a:lnTo>
                    <a:pt x="629" y="106"/>
                  </a:lnTo>
                  <a:lnTo>
                    <a:pt x="629" y="109"/>
                  </a:lnTo>
                  <a:lnTo>
                    <a:pt x="629" y="109"/>
                  </a:lnTo>
                  <a:lnTo>
                    <a:pt x="629" y="109"/>
                  </a:lnTo>
                  <a:lnTo>
                    <a:pt x="631" y="109"/>
                  </a:lnTo>
                  <a:lnTo>
                    <a:pt x="631" y="110"/>
                  </a:lnTo>
                  <a:lnTo>
                    <a:pt x="631" y="110"/>
                  </a:lnTo>
                  <a:lnTo>
                    <a:pt x="631" y="110"/>
                  </a:lnTo>
                  <a:lnTo>
                    <a:pt x="632" y="110"/>
                  </a:lnTo>
                  <a:lnTo>
                    <a:pt x="632" y="112"/>
                  </a:lnTo>
                  <a:lnTo>
                    <a:pt x="632" y="112"/>
                  </a:lnTo>
                  <a:lnTo>
                    <a:pt x="632" y="112"/>
                  </a:lnTo>
                  <a:lnTo>
                    <a:pt x="634" y="112"/>
                  </a:lnTo>
                  <a:lnTo>
                    <a:pt x="634" y="112"/>
                  </a:lnTo>
                  <a:lnTo>
                    <a:pt x="634" y="112"/>
                  </a:lnTo>
                  <a:lnTo>
                    <a:pt x="634" y="112"/>
                  </a:lnTo>
                  <a:lnTo>
                    <a:pt x="636" y="112"/>
                  </a:lnTo>
                  <a:lnTo>
                    <a:pt x="636" y="114"/>
                  </a:lnTo>
                  <a:lnTo>
                    <a:pt x="636" y="114"/>
                  </a:lnTo>
                  <a:lnTo>
                    <a:pt x="636" y="114"/>
                  </a:lnTo>
                  <a:lnTo>
                    <a:pt x="636" y="114"/>
                  </a:lnTo>
                  <a:lnTo>
                    <a:pt x="636" y="116"/>
                  </a:lnTo>
                  <a:lnTo>
                    <a:pt x="636" y="116"/>
                  </a:lnTo>
                  <a:lnTo>
                    <a:pt x="636" y="116"/>
                  </a:lnTo>
                  <a:lnTo>
                    <a:pt x="636" y="116"/>
                  </a:lnTo>
                  <a:lnTo>
                    <a:pt x="636" y="118"/>
                  </a:lnTo>
                  <a:lnTo>
                    <a:pt x="636" y="118"/>
                  </a:lnTo>
                  <a:lnTo>
                    <a:pt x="636" y="118"/>
                  </a:lnTo>
                  <a:lnTo>
                    <a:pt x="636" y="118"/>
                  </a:lnTo>
                  <a:lnTo>
                    <a:pt x="636" y="119"/>
                  </a:lnTo>
                  <a:lnTo>
                    <a:pt x="636" y="119"/>
                  </a:lnTo>
                  <a:lnTo>
                    <a:pt x="636" y="119"/>
                  </a:lnTo>
                  <a:lnTo>
                    <a:pt x="637" y="119"/>
                  </a:lnTo>
                  <a:lnTo>
                    <a:pt x="637" y="119"/>
                  </a:lnTo>
                  <a:lnTo>
                    <a:pt x="637" y="119"/>
                  </a:lnTo>
                  <a:lnTo>
                    <a:pt x="637" y="119"/>
                  </a:lnTo>
                  <a:lnTo>
                    <a:pt x="637" y="119"/>
                  </a:lnTo>
                  <a:lnTo>
                    <a:pt x="637" y="119"/>
                  </a:lnTo>
                  <a:lnTo>
                    <a:pt x="637" y="119"/>
                  </a:lnTo>
                  <a:lnTo>
                    <a:pt x="637" y="119"/>
                  </a:lnTo>
                  <a:lnTo>
                    <a:pt x="638" y="119"/>
                  </a:lnTo>
                  <a:lnTo>
                    <a:pt x="638" y="119"/>
                  </a:lnTo>
                  <a:lnTo>
                    <a:pt x="638" y="119"/>
                  </a:lnTo>
                  <a:lnTo>
                    <a:pt x="638" y="119"/>
                  </a:lnTo>
                  <a:lnTo>
                    <a:pt x="640" y="119"/>
                  </a:lnTo>
                  <a:lnTo>
                    <a:pt x="640" y="119"/>
                  </a:lnTo>
                  <a:lnTo>
                    <a:pt x="640" y="119"/>
                  </a:lnTo>
                  <a:lnTo>
                    <a:pt x="640" y="119"/>
                  </a:lnTo>
                  <a:lnTo>
                    <a:pt x="641" y="119"/>
                  </a:lnTo>
                  <a:lnTo>
                    <a:pt x="641" y="121"/>
                  </a:lnTo>
                  <a:lnTo>
                    <a:pt x="641" y="121"/>
                  </a:lnTo>
                  <a:lnTo>
                    <a:pt x="641" y="121"/>
                  </a:lnTo>
                  <a:lnTo>
                    <a:pt x="641" y="121"/>
                  </a:lnTo>
                  <a:lnTo>
                    <a:pt x="641" y="123"/>
                  </a:lnTo>
                  <a:lnTo>
                    <a:pt x="641" y="123"/>
                  </a:lnTo>
                  <a:lnTo>
                    <a:pt x="641" y="124"/>
                  </a:lnTo>
                  <a:lnTo>
                    <a:pt x="641" y="124"/>
                  </a:lnTo>
                  <a:lnTo>
                    <a:pt x="641" y="126"/>
                  </a:lnTo>
                  <a:lnTo>
                    <a:pt x="641" y="126"/>
                  </a:lnTo>
                  <a:lnTo>
                    <a:pt x="641" y="127"/>
                  </a:lnTo>
                  <a:lnTo>
                    <a:pt x="641" y="127"/>
                  </a:lnTo>
                  <a:lnTo>
                    <a:pt x="641" y="128"/>
                  </a:lnTo>
                  <a:lnTo>
                    <a:pt x="641" y="128"/>
                  </a:lnTo>
                  <a:lnTo>
                    <a:pt x="641" y="128"/>
                  </a:lnTo>
                  <a:lnTo>
                    <a:pt x="641" y="128"/>
                  </a:lnTo>
                  <a:lnTo>
                    <a:pt x="640" y="131"/>
                  </a:lnTo>
                  <a:lnTo>
                    <a:pt x="640" y="131"/>
                  </a:lnTo>
                  <a:lnTo>
                    <a:pt x="640" y="133"/>
                  </a:lnTo>
                  <a:lnTo>
                    <a:pt x="640" y="133"/>
                  </a:lnTo>
                  <a:lnTo>
                    <a:pt x="639" y="134"/>
                  </a:lnTo>
                  <a:lnTo>
                    <a:pt x="639" y="134"/>
                  </a:lnTo>
                  <a:lnTo>
                    <a:pt x="639" y="134"/>
                  </a:lnTo>
                  <a:lnTo>
                    <a:pt x="639" y="134"/>
                  </a:lnTo>
                  <a:lnTo>
                    <a:pt x="639" y="136"/>
                  </a:lnTo>
                  <a:lnTo>
                    <a:pt x="639" y="136"/>
                  </a:lnTo>
                  <a:lnTo>
                    <a:pt x="639" y="137"/>
                  </a:lnTo>
                  <a:lnTo>
                    <a:pt x="639" y="137"/>
                  </a:lnTo>
                  <a:lnTo>
                    <a:pt x="639" y="138"/>
                  </a:lnTo>
                  <a:lnTo>
                    <a:pt x="639" y="138"/>
                  </a:lnTo>
                  <a:lnTo>
                    <a:pt x="639" y="138"/>
                  </a:lnTo>
                  <a:lnTo>
                    <a:pt x="641" y="138"/>
                  </a:lnTo>
                  <a:lnTo>
                    <a:pt x="641" y="140"/>
                  </a:lnTo>
                  <a:lnTo>
                    <a:pt x="641" y="140"/>
                  </a:lnTo>
                  <a:lnTo>
                    <a:pt x="641" y="140"/>
                  </a:lnTo>
                  <a:lnTo>
                    <a:pt x="641" y="140"/>
                  </a:lnTo>
                  <a:lnTo>
                    <a:pt x="641" y="140"/>
                  </a:lnTo>
                  <a:lnTo>
                    <a:pt x="641" y="140"/>
                  </a:lnTo>
                  <a:lnTo>
                    <a:pt x="641" y="140"/>
                  </a:lnTo>
                  <a:lnTo>
                    <a:pt x="643" y="140"/>
                  </a:lnTo>
                  <a:lnTo>
                    <a:pt x="643" y="141"/>
                  </a:lnTo>
                  <a:lnTo>
                    <a:pt x="643" y="141"/>
                  </a:lnTo>
                  <a:lnTo>
                    <a:pt x="643" y="141"/>
                  </a:lnTo>
                  <a:lnTo>
                    <a:pt x="645" y="141"/>
                  </a:lnTo>
                  <a:lnTo>
                    <a:pt x="645" y="141"/>
                  </a:lnTo>
                  <a:lnTo>
                    <a:pt x="645" y="141"/>
                  </a:lnTo>
                  <a:lnTo>
                    <a:pt x="645" y="141"/>
                  </a:lnTo>
                  <a:lnTo>
                    <a:pt x="647" y="141"/>
                  </a:lnTo>
                  <a:lnTo>
                    <a:pt x="647" y="141"/>
                  </a:lnTo>
                  <a:lnTo>
                    <a:pt x="647" y="141"/>
                  </a:lnTo>
                  <a:lnTo>
                    <a:pt x="647" y="141"/>
                  </a:lnTo>
                  <a:lnTo>
                    <a:pt x="648" y="141"/>
                  </a:lnTo>
                  <a:lnTo>
                    <a:pt x="648" y="141"/>
                  </a:lnTo>
                  <a:lnTo>
                    <a:pt x="648" y="141"/>
                  </a:lnTo>
                  <a:lnTo>
                    <a:pt x="648" y="141"/>
                  </a:lnTo>
                  <a:lnTo>
                    <a:pt x="650" y="140"/>
                  </a:lnTo>
                  <a:lnTo>
                    <a:pt x="650" y="140"/>
                  </a:lnTo>
                  <a:lnTo>
                    <a:pt x="650" y="140"/>
                  </a:lnTo>
                  <a:lnTo>
                    <a:pt x="650" y="140"/>
                  </a:lnTo>
                  <a:lnTo>
                    <a:pt x="652" y="140"/>
                  </a:lnTo>
                  <a:lnTo>
                    <a:pt x="652" y="140"/>
                  </a:lnTo>
                  <a:lnTo>
                    <a:pt x="653" y="140"/>
                  </a:lnTo>
                  <a:lnTo>
                    <a:pt x="653" y="140"/>
                  </a:lnTo>
                  <a:lnTo>
                    <a:pt x="655" y="138"/>
                  </a:lnTo>
                  <a:lnTo>
                    <a:pt x="655" y="140"/>
                  </a:lnTo>
                  <a:lnTo>
                    <a:pt x="655" y="140"/>
                  </a:lnTo>
                  <a:lnTo>
                    <a:pt x="655" y="142"/>
                  </a:lnTo>
                  <a:lnTo>
                    <a:pt x="656" y="142"/>
                  </a:lnTo>
                  <a:lnTo>
                    <a:pt x="656" y="143"/>
                  </a:lnTo>
                  <a:lnTo>
                    <a:pt x="656" y="143"/>
                  </a:lnTo>
                  <a:lnTo>
                    <a:pt x="656" y="145"/>
                  </a:lnTo>
                  <a:lnTo>
                    <a:pt x="657" y="145"/>
                  </a:lnTo>
                  <a:lnTo>
                    <a:pt x="657" y="148"/>
                  </a:lnTo>
                  <a:lnTo>
                    <a:pt x="657" y="149"/>
                  </a:lnTo>
                  <a:lnTo>
                    <a:pt x="657" y="150"/>
                  </a:lnTo>
                  <a:lnTo>
                    <a:pt x="658" y="150"/>
                  </a:lnTo>
                  <a:lnTo>
                    <a:pt x="658" y="153"/>
                  </a:lnTo>
                  <a:lnTo>
                    <a:pt x="658" y="153"/>
                  </a:lnTo>
                  <a:lnTo>
                    <a:pt x="658" y="154"/>
                  </a:lnTo>
                  <a:lnTo>
                    <a:pt x="660" y="154"/>
                  </a:lnTo>
                  <a:lnTo>
                    <a:pt x="660" y="155"/>
                  </a:lnTo>
                  <a:lnTo>
                    <a:pt x="660" y="155"/>
                  </a:lnTo>
                  <a:lnTo>
                    <a:pt x="660" y="155"/>
                  </a:lnTo>
                  <a:lnTo>
                    <a:pt x="660" y="155"/>
                  </a:lnTo>
                  <a:lnTo>
                    <a:pt x="660" y="155"/>
                  </a:lnTo>
                  <a:lnTo>
                    <a:pt x="660" y="155"/>
                  </a:lnTo>
                  <a:lnTo>
                    <a:pt x="660" y="155"/>
                  </a:lnTo>
                  <a:lnTo>
                    <a:pt x="660" y="155"/>
                  </a:lnTo>
                  <a:lnTo>
                    <a:pt x="660" y="156"/>
                  </a:lnTo>
                  <a:lnTo>
                    <a:pt x="660" y="156"/>
                  </a:lnTo>
                  <a:lnTo>
                    <a:pt x="660" y="156"/>
                  </a:lnTo>
                  <a:lnTo>
                    <a:pt x="660" y="156"/>
                  </a:lnTo>
                  <a:lnTo>
                    <a:pt x="660" y="156"/>
                  </a:lnTo>
                  <a:lnTo>
                    <a:pt x="660" y="156"/>
                  </a:lnTo>
                  <a:lnTo>
                    <a:pt x="660" y="156"/>
                  </a:lnTo>
                  <a:lnTo>
                    <a:pt x="660" y="156"/>
                  </a:lnTo>
                  <a:lnTo>
                    <a:pt x="660" y="156"/>
                  </a:lnTo>
                  <a:lnTo>
                    <a:pt x="660" y="156"/>
                  </a:lnTo>
                  <a:lnTo>
                    <a:pt x="660" y="156"/>
                  </a:lnTo>
                  <a:lnTo>
                    <a:pt x="662" y="156"/>
                  </a:lnTo>
                  <a:lnTo>
                    <a:pt x="662" y="156"/>
                  </a:lnTo>
                  <a:lnTo>
                    <a:pt x="663" y="156"/>
                  </a:lnTo>
                  <a:lnTo>
                    <a:pt x="663" y="156"/>
                  </a:lnTo>
                  <a:lnTo>
                    <a:pt x="665" y="156"/>
                  </a:lnTo>
                  <a:lnTo>
                    <a:pt x="665" y="156"/>
                  </a:lnTo>
                  <a:lnTo>
                    <a:pt x="665" y="156"/>
                  </a:lnTo>
                  <a:lnTo>
                    <a:pt x="665" y="156"/>
                  </a:lnTo>
                  <a:lnTo>
                    <a:pt x="667" y="156"/>
                  </a:lnTo>
                  <a:lnTo>
                    <a:pt x="667" y="156"/>
                  </a:lnTo>
                  <a:lnTo>
                    <a:pt x="668" y="156"/>
                  </a:lnTo>
                  <a:lnTo>
                    <a:pt x="668" y="156"/>
                  </a:lnTo>
                  <a:lnTo>
                    <a:pt x="669" y="156"/>
                  </a:lnTo>
                  <a:lnTo>
                    <a:pt x="669" y="158"/>
                  </a:lnTo>
                  <a:lnTo>
                    <a:pt x="669" y="158"/>
                  </a:lnTo>
                  <a:lnTo>
                    <a:pt x="669" y="158"/>
                  </a:lnTo>
                  <a:lnTo>
                    <a:pt x="669" y="158"/>
                  </a:lnTo>
                  <a:lnTo>
                    <a:pt x="669" y="160"/>
                  </a:lnTo>
                  <a:lnTo>
                    <a:pt x="669" y="160"/>
                  </a:lnTo>
                  <a:lnTo>
                    <a:pt x="669" y="160"/>
                  </a:lnTo>
                  <a:lnTo>
                    <a:pt x="670" y="160"/>
                  </a:lnTo>
                  <a:lnTo>
                    <a:pt x="670" y="162"/>
                  </a:lnTo>
                  <a:lnTo>
                    <a:pt x="670" y="162"/>
                  </a:lnTo>
                  <a:lnTo>
                    <a:pt x="670" y="164"/>
                  </a:lnTo>
                  <a:lnTo>
                    <a:pt x="670" y="164"/>
                  </a:lnTo>
                  <a:lnTo>
                    <a:pt x="670" y="164"/>
                  </a:lnTo>
                  <a:lnTo>
                    <a:pt x="670" y="164"/>
                  </a:lnTo>
                  <a:lnTo>
                    <a:pt x="670" y="164"/>
                  </a:lnTo>
                  <a:lnTo>
                    <a:pt x="671" y="164"/>
                  </a:lnTo>
                  <a:lnTo>
                    <a:pt x="669" y="165"/>
                  </a:lnTo>
                  <a:lnTo>
                    <a:pt x="669" y="165"/>
                  </a:lnTo>
                  <a:lnTo>
                    <a:pt x="668" y="165"/>
                  </a:lnTo>
                  <a:lnTo>
                    <a:pt x="668" y="165"/>
                  </a:lnTo>
                  <a:lnTo>
                    <a:pt x="666" y="166"/>
                  </a:lnTo>
                  <a:lnTo>
                    <a:pt x="666" y="166"/>
                  </a:lnTo>
                  <a:lnTo>
                    <a:pt x="666" y="166"/>
                  </a:lnTo>
                  <a:lnTo>
                    <a:pt x="666" y="166"/>
                  </a:lnTo>
                  <a:lnTo>
                    <a:pt x="664" y="167"/>
                  </a:lnTo>
                  <a:lnTo>
                    <a:pt x="664" y="167"/>
                  </a:lnTo>
                  <a:lnTo>
                    <a:pt x="664" y="167"/>
                  </a:lnTo>
                  <a:lnTo>
                    <a:pt x="664" y="167"/>
                  </a:lnTo>
                  <a:lnTo>
                    <a:pt x="662" y="167"/>
                  </a:lnTo>
                  <a:lnTo>
                    <a:pt x="662" y="167"/>
                  </a:lnTo>
                  <a:lnTo>
                    <a:pt x="662" y="167"/>
                  </a:lnTo>
                  <a:lnTo>
                    <a:pt x="662" y="167"/>
                  </a:lnTo>
                  <a:lnTo>
                    <a:pt x="662" y="169"/>
                  </a:lnTo>
                  <a:lnTo>
                    <a:pt x="662" y="169"/>
                  </a:lnTo>
                  <a:lnTo>
                    <a:pt x="662" y="170"/>
                  </a:lnTo>
                  <a:lnTo>
                    <a:pt x="662" y="170"/>
                  </a:lnTo>
                  <a:lnTo>
                    <a:pt x="661" y="171"/>
                  </a:lnTo>
                  <a:lnTo>
                    <a:pt x="661" y="171"/>
                  </a:lnTo>
                  <a:lnTo>
                    <a:pt x="661" y="172"/>
                  </a:lnTo>
                  <a:lnTo>
                    <a:pt x="661" y="172"/>
                  </a:lnTo>
                  <a:lnTo>
                    <a:pt x="659" y="175"/>
                  </a:lnTo>
                  <a:lnTo>
                    <a:pt x="659" y="175"/>
                  </a:lnTo>
                  <a:lnTo>
                    <a:pt x="659" y="177"/>
                  </a:lnTo>
                  <a:lnTo>
                    <a:pt x="659" y="177"/>
                  </a:lnTo>
                  <a:lnTo>
                    <a:pt x="658" y="177"/>
                  </a:lnTo>
                  <a:lnTo>
                    <a:pt x="658" y="177"/>
                  </a:lnTo>
                  <a:lnTo>
                    <a:pt x="658" y="177"/>
                  </a:lnTo>
                  <a:lnTo>
                    <a:pt x="658" y="177"/>
                  </a:lnTo>
                  <a:lnTo>
                    <a:pt x="656" y="178"/>
                  </a:lnTo>
                  <a:lnTo>
                    <a:pt x="656" y="178"/>
                  </a:lnTo>
                  <a:lnTo>
                    <a:pt x="656" y="178"/>
                  </a:lnTo>
                  <a:lnTo>
                    <a:pt x="656" y="178"/>
                  </a:lnTo>
                  <a:lnTo>
                    <a:pt x="655" y="178"/>
                  </a:lnTo>
                  <a:lnTo>
                    <a:pt x="655" y="178"/>
                  </a:lnTo>
                  <a:lnTo>
                    <a:pt x="655" y="178"/>
                  </a:lnTo>
                  <a:lnTo>
                    <a:pt x="655" y="178"/>
                  </a:lnTo>
                  <a:lnTo>
                    <a:pt x="653" y="178"/>
                  </a:lnTo>
                  <a:lnTo>
                    <a:pt x="653" y="178"/>
                  </a:lnTo>
                  <a:lnTo>
                    <a:pt x="653" y="178"/>
                  </a:lnTo>
                  <a:lnTo>
                    <a:pt x="653" y="178"/>
                  </a:lnTo>
                  <a:lnTo>
                    <a:pt x="652" y="178"/>
                  </a:lnTo>
                  <a:lnTo>
                    <a:pt x="652" y="178"/>
                  </a:lnTo>
                  <a:lnTo>
                    <a:pt x="652" y="178"/>
                  </a:lnTo>
                  <a:lnTo>
                    <a:pt x="652" y="177"/>
                  </a:lnTo>
                  <a:lnTo>
                    <a:pt x="652" y="177"/>
                  </a:lnTo>
                  <a:lnTo>
                    <a:pt x="652" y="177"/>
                  </a:lnTo>
                  <a:lnTo>
                    <a:pt x="652" y="177"/>
                  </a:lnTo>
                  <a:lnTo>
                    <a:pt x="652" y="175"/>
                  </a:lnTo>
                  <a:lnTo>
                    <a:pt x="652" y="175"/>
                  </a:lnTo>
                  <a:lnTo>
                    <a:pt x="652" y="175"/>
                  </a:lnTo>
                  <a:lnTo>
                    <a:pt x="652" y="175"/>
                  </a:lnTo>
                  <a:lnTo>
                    <a:pt x="652" y="173"/>
                  </a:lnTo>
                  <a:lnTo>
                    <a:pt x="652" y="173"/>
                  </a:lnTo>
                  <a:lnTo>
                    <a:pt x="652" y="173"/>
                  </a:lnTo>
                  <a:lnTo>
                    <a:pt x="652" y="173"/>
                  </a:lnTo>
                  <a:lnTo>
                    <a:pt x="652" y="172"/>
                  </a:lnTo>
                  <a:lnTo>
                    <a:pt x="652" y="172"/>
                  </a:lnTo>
                  <a:lnTo>
                    <a:pt x="652" y="172"/>
                  </a:lnTo>
                  <a:lnTo>
                    <a:pt x="652" y="172"/>
                  </a:lnTo>
                  <a:lnTo>
                    <a:pt x="652" y="171"/>
                  </a:lnTo>
                  <a:lnTo>
                    <a:pt x="650" y="171"/>
                  </a:lnTo>
                  <a:lnTo>
                    <a:pt x="650" y="171"/>
                  </a:lnTo>
                  <a:lnTo>
                    <a:pt x="650" y="171"/>
                  </a:lnTo>
                  <a:lnTo>
                    <a:pt x="650" y="170"/>
                  </a:lnTo>
                  <a:lnTo>
                    <a:pt x="649" y="170"/>
                  </a:lnTo>
                  <a:lnTo>
                    <a:pt x="649" y="170"/>
                  </a:lnTo>
                  <a:lnTo>
                    <a:pt x="649" y="170"/>
                  </a:lnTo>
                  <a:lnTo>
                    <a:pt x="649" y="167"/>
                  </a:lnTo>
                  <a:lnTo>
                    <a:pt x="647" y="167"/>
                  </a:lnTo>
                  <a:lnTo>
                    <a:pt x="647" y="167"/>
                  </a:lnTo>
                  <a:lnTo>
                    <a:pt x="647" y="167"/>
                  </a:lnTo>
                  <a:lnTo>
                    <a:pt x="647" y="167"/>
                  </a:lnTo>
                  <a:lnTo>
                    <a:pt x="645" y="167"/>
                  </a:lnTo>
                  <a:lnTo>
                    <a:pt x="645" y="167"/>
                  </a:lnTo>
                  <a:lnTo>
                    <a:pt x="645" y="167"/>
                  </a:lnTo>
                  <a:lnTo>
                    <a:pt x="645" y="165"/>
                  </a:lnTo>
                  <a:lnTo>
                    <a:pt x="643" y="167"/>
                  </a:lnTo>
                  <a:lnTo>
                    <a:pt x="643" y="167"/>
                  </a:lnTo>
                  <a:lnTo>
                    <a:pt x="643" y="167"/>
                  </a:lnTo>
                  <a:lnTo>
                    <a:pt x="643" y="167"/>
                  </a:lnTo>
                  <a:lnTo>
                    <a:pt x="642" y="169"/>
                  </a:lnTo>
                  <a:lnTo>
                    <a:pt x="642" y="169"/>
                  </a:lnTo>
                  <a:lnTo>
                    <a:pt x="642" y="170"/>
                  </a:lnTo>
                  <a:lnTo>
                    <a:pt x="642" y="170"/>
                  </a:lnTo>
                  <a:lnTo>
                    <a:pt x="640" y="171"/>
                  </a:lnTo>
                  <a:lnTo>
                    <a:pt x="640" y="171"/>
                  </a:lnTo>
                  <a:lnTo>
                    <a:pt x="640" y="173"/>
                  </a:lnTo>
                  <a:lnTo>
                    <a:pt x="640" y="173"/>
                  </a:lnTo>
                  <a:lnTo>
                    <a:pt x="638" y="175"/>
                  </a:lnTo>
                  <a:lnTo>
                    <a:pt x="638" y="175"/>
                  </a:lnTo>
                  <a:lnTo>
                    <a:pt x="638" y="175"/>
                  </a:lnTo>
                  <a:lnTo>
                    <a:pt x="638" y="175"/>
                  </a:lnTo>
                  <a:lnTo>
                    <a:pt x="636" y="175"/>
                  </a:lnTo>
                  <a:lnTo>
                    <a:pt x="636" y="175"/>
                  </a:lnTo>
                  <a:lnTo>
                    <a:pt x="635" y="175"/>
                  </a:lnTo>
                  <a:lnTo>
                    <a:pt x="635" y="175"/>
                  </a:lnTo>
                  <a:lnTo>
                    <a:pt x="633" y="175"/>
                  </a:lnTo>
                  <a:lnTo>
                    <a:pt x="633" y="175"/>
                  </a:lnTo>
                  <a:lnTo>
                    <a:pt x="633" y="175"/>
                  </a:lnTo>
                  <a:lnTo>
                    <a:pt x="633" y="175"/>
                  </a:lnTo>
                  <a:lnTo>
                    <a:pt x="631" y="175"/>
                  </a:lnTo>
                  <a:lnTo>
                    <a:pt x="631" y="175"/>
                  </a:lnTo>
                  <a:lnTo>
                    <a:pt x="631" y="175"/>
                  </a:lnTo>
                  <a:lnTo>
                    <a:pt x="631" y="175"/>
                  </a:lnTo>
                  <a:lnTo>
                    <a:pt x="631" y="175"/>
                  </a:lnTo>
                  <a:lnTo>
                    <a:pt x="631" y="175"/>
                  </a:lnTo>
                  <a:lnTo>
                    <a:pt x="631" y="175"/>
                  </a:lnTo>
                  <a:lnTo>
                    <a:pt x="631" y="175"/>
                  </a:lnTo>
                  <a:lnTo>
                    <a:pt x="629" y="177"/>
                  </a:lnTo>
                  <a:lnTo>
                    <a:pt x="627" y="177"/>
                  </a:lnTo>
                  <a:lnTo>
                    <a:pt x="625" y="177"/>
                  </a:lnTo>
                  <a:lnTo>
                    <a:pt x="625" y="177"/>
                  </a:lnTo>
                  <a:lnTo>
                    <a:pt x="623" y="177"/>
                  </a:lnTo>
                  <a:lnTo>
                    <a:pt x="621" y="177"/>
                  </a:lnTo>
                  <a:lnTo>
                    <a:pt x="619" y="177"/>
                  </a:lnTo>
                  <a:lnTo>
                    <a:pt x="619" y="177"/>
                  </a:lnTo>
                  <a:lnTo>
                    <a:pt x="617" y="177"/>
                  </a:lnTo>
                  <a:lnTo>
                    <a:pt x="615" y="177"/>
                  </a:lnTo>
                  <a:lnTo>
                    <a:pt x="613" y="177"/>
                  </a:lnTo>
                  <a:lnTo>
                    <a:pt x="613" y="177"/>
                  </a:lnTo>
                  <a:lnTo>
                    <a:pt x="611" y="177"/>
                  </a:lnTo>
                  <a:lnTo>
                    <a:pt x="610" y="177"/>
                  </a:lnTo>
                  <a:lnTo>
                    <a:pt x="608" y="177"/>
                  </a:lnTo>
                  <a:lnTo>
                    <a:pt x="608" y="177"/>
                  </a:lnTo>
                  <a:lnTo>
                    <a:pt x="606" y="178"/>
                  </a:lnTo>
                  <a:lnTo>
                    <a:pt x="606" y="178"/>
                  </a:lnTo>
                  <a:lnTo>
                    <a:pt x="606" y="178"/>
                  </a:lnTo>
                  <a:lnTo>
                    <a:pt x="606" y="178"/>
                  </a:lnTo>
                  <a:lnTo>
                    <a:pt x="606" y="178"/>
                  </a:lnTo>
                  <a:lnTo>
                    <a:pt x="606" y="178"/>
                  </a:lnTo>
                  <a:lnTo>
                    <a:pt x="606" y="178"/>
                  </a:lnTo>
                  <a:lnTo>
                    <a:pt x="606" y="178"/>
                  </a:lnTo>
                  <a:lnTo>
                    <a:pt x="604" y="179"/>
                  </a:lnTo>
                  <a:lnTo>
                    <a:pt x="604" y="179"/>
                  </a:lnTo>
                  <a:lnTo>
                    <a:pt x="604" y="179"/>
                  </a:lnTo>
                  <a:lnTo>
                    <a:pt x="604" y="179"/>
                  </a:lnTo>
                  <a:lnTo>
                    <a:pt x="604" y="179"/>
                  </a:lnTo>
                  <a:lnTo>
                    <a:pt x="604" y="179"/>
                  </a:lnTo>
                  <a:lnTo>
                    <a:pt x="604" y="179"/>
                  </a:lnTo>
                  <a:lnTo>
                    <a:pt x="604" y="179"/>
                  </a:lnTo>
                  <a:lnTo>
                    <a:pt x="602" y="179"/>
                  </a:lnTo>
                  <a:lnTo>
                    <a:pt x="602" y="179"/>
                  </a:lnTo>
                  <a:lnTo>
                    <a:pt x="602" y="179"/>
                  </a:lnTo>
                  <a:lnTo>
                    <a:pt x="602" y="179"/>
                  </a:lnTo>
                  <a:lnTo>
                    <a:pt x="601" y="179"/>
                  </a:lnTo>
                  <a:lnTo>
                    <a:pt x="601" y="179"/>
                  </a:lnTo>
                  <a:lnTo>
                    <a:pt x="601" y="179"/>
                  </a:lnTo>
                  <a:lnTo>
                    <a:pt x="601" y="178"/>
                  </a:lnTo>
                  <a:lnTo>
                    <a:pt x="600" y="178"/>
                  </a:lnTo>
                  <a:lnTo>
                    <a:pt x="600" y="178"/>
                  </a:lnTo>
                  <a:lnTo>
                    <a:pt x="600" y="178"/>
                  </a:lnTo>
                  <a:lnTo>
                    <a:pt x="600" y="178"/>
                  </a:lnTo>
                  <a:lnTo>
                    <a:pt x="600" y="178"/>
                  </a:lnTo>
                  <a:lnTo>
                    <a:pt x="600" y="178"/>
                  </a:lnTo>
                  <a:lnTo>
                    <a:pt x="600" y="178"/>
                  </a:lnTo>
                  <a:lnTo>
                    <a:pt x="600" y="177"/>
                  </a:lnTo>
                  <a:lnTo>
                    <a:pt x="598" y="178"/>
                  </a:lnTo>
                  <a:lnTo>
                    <a:pt x="598" y="178"/>
                  </a:lnTo>
                  <a:lnTo>
                    <a:pt x="597" y="180"/>
                  </a:lnTo>
                  <a:lnTo>
                    <a:pt x="597" y="180"/>
                  </a:lnTo>
                  <a:lnTo>
                    <a:pt x="597" y="182"/>
                  </a:lnTo>
                  <a:lnTo>
                    <a:pt x="597" y="182"/>
                  </a:lnTo>
                  <a:lnTo>
                    <a:pt x="597" y="184"/>
                  </a:lnTo>
                  <a:lnTo>
                    <a:pt x="597" y="184"/>
                  </a:lnTo>
                  <a:lnTo>
                    <a:pt x="596" y="186"/>
                  </a:lnTo>
                  <a:lnTo>
                    <a:pt x="596" y="186"/>
                  </a:lnTo>
                  <a:lnTo>
                    <a:pt x="596" y="188"/>
                  </a:lnTo>
                  <a:lnTo>
                    <a:pt x="596" y="188"/>
                  </a:lnTo>
                  <a:lnTo>
                    <a:pt x="595" y="190"/>
                  </a:lnTo>
                  <a:lnTo>
                    <a:pt x="595" y="190"/>
                  </a:lnTo>
                  <a:lnTo>
                    <a:pt x="595" y="191"/>
                  </a:lnTo>
                  <a:lnTo>
                    <a:pt x="595" y="191"/>
                  </a:lnTo>
                  <a:lnTo>
                    <a:pt x="594" y="193"/>
                  </a:lnTo>
                  <a:lnTo>
                    <a:pt x="594" y="193"/>
                  </a:lnTo>
                  <a:lnTo>
                    <a:pt x="594" y="193"/>
                  </a:lnTo>
                  <a:lnTo>
                    <a:pt x="594" y="193"/>
                  </a:lnTo>
                  <a:lnTo>
                    <a:pt x="592" y="193"/>
                  </a:lnTo>
                  <a:lnTo>
                    <a:pt x="592" y="193"/>
                  </a:lnTo>
                  <a:lnTo>
                    <a:pt x="592" y="193"/>
                  </a:lnTo>
                  <a:lnTo>
                    <a:pt x="592" y="193"/>
                  </a:lnTo>
                  <a:lnTo>
                    <a:pt x="590" y="194"/>
                  </a:lnTo>
                  <a:lnTo>
                    <a:pt x="590" y="194"/>
                  </a:lnTo>
                  <a:lnTo>
                    <a:pt x="590" y="194"/>
                  </a:lnTo>
                  <a:lnTo>
                    <a:pt x="590" y="194"/>
                  </a:lnTo>
                  <a:lnTo>
                    <a:pt x="589" y="194"/>
                  </a:lnTo>
                  <a:lnTo>
                    <a:pt x="589" y="194"/>
                  </a:lnTo>
                  <a:lnTo>
                    <a:pt x="589" y="194"/>
                  </a:lnTo>
                  <a:lnTo>
                    <a:pt x="589" y="194"/>
                  </a:lnTo>
                  <a:lnTo>
                    <a:pt x="588" y="194"/>
                  </a:lnTo>
                  <a:lnTo>
                    <a:pt x="588" y="194"/>
                  </a:lnTo>
                  <a:lnTo>
                    <a:pt x="588" y="194"/>
                  </a:lnTo>
                  <a:lnTo>
                    <a:pt x="588" y="193"/>
                  </a:lnTo>
                  <a:lnTo>
                    <a:pt x="588" y="193"/>
                  </a:lnTo>
                  <a:lnTo>
                    <a:pt x="588" y="193"/>
                  </a:lnTo>
                  <a:lnTo>
                    <a:pt x="588" y="193"/>
                  </a:lnTo>
                  <a:lnTo>
                    <a:pt x="588" y="192"/>
                  </a:lnTo>
                  <a:lnTo>
                    <a:pt x="587" y="192"/>
                  </a:lnTo>
                  <a:lnTo>
                    <a:pt x="587" y="192"/>
                  </a:lnTo>
                  <a:lnTo>
                    <a:pt x="587" y="192"/>
                  </a:lnTo>
                  <a:lnTo>
                    <a:pt x="587" y="190"/>
                  </a:lnTo>
                  <a:lnTo>
                    <a:pt x="587" y="190"/>
                  </a:lnTo>
                  <a:lnTo>
                    <a:pt x="587" y="190"/>
                  </a:lnTo>
                  <a:lnTo>
                    <a:pt x="587" y="190"/>
                  </a:lnTo>
                  <a:lnTo>
                    <a:pt x="587" y="189"/>
                  </a:lnTo>
                  <a:lnTo>
                    <a:pt x="586" y="189"/>
                  </a:lnTo>
                  <a:lnTo>
                    <a:pt x="586" y="189"/>
                  </a:lnTo>
                  <a:lnTo>
                    <a:pt x="585" y="189"/>
                  </a:lnTo>
                  <a:lnTo>
                    <a:pt x="585" y="189"/>
                  </a:lnTo>
                  <a:lnTo>
                    <a:pt x="583" y="189"/>
                  </a:lnTo>
                  <a:lnTo>
                    <a:pt x="583" y="189"/>
                  </a:lnTo>
                  <a:lnTo>
                    <a:pt x="583" y="189"/>
                  </a:lnTo>
                  <a:lnTo>
                    <a:pt x="583" y="189"/>
                  </a:lnTo>
                  <a:lnTo>
                    <a:pt x="581" y="191"/>
                  </a:lnTo>
                  <a:lnTo>
                    <a:pt x="581" y="191"/>
                  </a:lnTo>
                  <a:lnTo>
                    <a:pt x="581" y="191"/>
                  </a:lnTo>
                  <a:lnTo>
                    <a:pt x="581" y="191"/>
                  </a:lnTo>
                  <a:lnTo>
                    <a:pt x="580" y="191"/>
                  </a:lnTo>
                  <a:lnTo>
                    <a:pt x="580" y="191"/>
                  </a:lnTo>
                  <a:lnTo>
                    <a:pt x="580" y="191"/>
                  </a:lnTo>
                  <a:lnTo>
                    <a:pt x="580" y="191"/>
                  </a:lnTo>
                  <a:lnTo>
                    <a:pt x="578" y="192"/>
                  </a:lnTo>
                  <a:lnTo>
                    <a:pt x="578" y="192"/>
                  </a:lnTo>
                  <a:lnTo>
                    <a:pt x="578" y="192"/>
                  </a:lnTo>
                  <a:lnTo>
                    <a:pt x="578" y="192"/>
                  </a:lnTo>
                  <a:lnTo>
                    <a:pt x="578" y="193"/>
                  </a:lnTo>
                  <a:lnTo>
                    <a:pt x="578" y="193"/>
                  </a:lnTo>
                  <a:lnTo>
                    <a:pt x="578" y="193"/>
                  </a:lnTo>
                  <a:lnTo>
                    <a:pt x="578" y="193"/>
                  </a:lnTo>
                  <a:lnTo>
                    <a:pt x="576" y="195"/>
                  </a:lnTo>
                  <a:lnTo>
                    <a:pt x="576" y="195"/>
                  </a:lnTo>
                  <a:lnTo>
                    <a:pt x="576" y="195"/>
                  </a:lnTo>
                  <a:lnTo>
                    <a:pt x="576" y="195"/>
                  </a:lnTo>
                  <a:lnTo>
                    <a:pt x="576" y="195"/>
                  </a:lnTo>
                  <a:lnTo>
                    <a:pt x="576" y="195"/>
                  </a:lnTo>
                  <a:lnTo>
                    <a:pt x="576" y="195"/>
                  </a:lnTo>
                  <a:lnTo>
                    <a:pt x="576" y="195"/>
                  </a:lnTo>
                  <a:lnTo>
                    <a:pt x="574" y="197"/>
                  </a:lnTo>
                  <a:lnTo>
                    <a:pt x="573" y="199"/>
                  </a:lnTo>
                  <a:lnTo>
                    <a:pt x="571" y="201"/>
                  </a:lnTo>
                  <a:lnTo>
                    <a:pt x="571" y="201"/>
                  </a:lnTo>
                  <a:lnTo>
                    <a:pt x="569" y="202"/>
                  </a:lnTo>
                  <a:lnTo>
                    <a:pt x="566" y="202"/>
                  </a:lnTo>
                  <a:lnTo>
                    <a:pt x="564" y="204"/>
                  </a:lnTo>
                  <a:lnTo>
                    <a:pt x="563" y="204"/>
                  </a:lnTo>
                  <a:lnTo>
                    <a:pt x="562" y="206"/>
                  </a:lnTo>
                  <a:lnTo>
                    <a:pt x="559" y="206"/>
                  </a:lnTo>
                  <a:lnTo>
                    <a:pt x="557" y="208"/>
                  </a:lnTo>
                  <a:lnTo>
                    <a:pt x="556" y="208"/>
                  </a:lnTo>
                  <a:lnTo>
                    <a:pt x="554" y="209"/>
                  </a:lnTo>
                  <a:lnTo>
                    <a:pt x="552" y="209"/>
                  </a:lnTo>
                  <a:lnTo>
                    <a:pt x="550" y="209"/>
                  </a:lnTo>
                  <a:lnTo>
                    <a:pt x="550" y="209"/>
                  </a:lnTo>
                  <a:lnTo>
                    <a:pt x="548" y="210"/>
                  </a:lnTo>
                  <a:lnTo>
                    <a:pt x="548" y="210"/>
                  </a:lnTo>
                  <a:lnTo>
                    <a:pt x="547" y="210"/>
                  </a:lnTo>
                  <a:lnTo>
                    <a:pt x="547" y="210"/>
                  </a:lnTo>
                  <a:lnTo>
                    <a:pt x="545" y="210"/>
                  </a:lnTo>
                  <a:lnTo>
                    <a:pt x="545" y="210"/>
                  </a:lnTo>
                  <a:lnTo>
                    <a:pt x="544" y="210"/>
                  </a:lnTo>
                  <a:lnTo>
                    <a:pt x="544" y="210"/>
                  </a:lnTo>
                  <a:lnTo>
                    <a:pt x="542" y="210"/>
                  </a:lnTo>
                  <a:lnTo>
                    <a:pt x="542" y="210"/>
                  </a:lnTo>
                  <a:lnTo>
                    <a:pt x="541" y="210"/>
                  </a:lnTo>
                  <a:lnTo>
                    <a:pt x="541" y="210"/>
                  </a:lnTo>
                  <a:lnTo>
                    <a:pt x="539" y="210"/>
                  </a:lnTo>
                  <a:lnTo>
                    <a:pt x="539" y="210"/>
                  </a:lnTo>
                  <a:lnTo>
                    <a:pt x="539" y="210"/>
                  </a:lnTo>
                  <a:lnTo>
                    <a:pt x="539" y="209"/>
                  </a:lnTo>
                  <a:lnTo>
                    <a:pt x="536" y="211"/>
                  </a:lnTo>
                  <a:lnTo>
                    <a:pt x="534" y="212"/>
                  </a:lnTo>
                  <a:lnTo>
                    <a:pt x="532" y="214"/>
                  </a:lnTo>
                  <a:lnTo>
                    <a:pt x="530" y="215"/>
                  </a:lnTo>
                  <a:lnTo>
                    <a:pt x="528" y="218"/>
                  </a:lnTo>
                  <a:lnTo>
                    <a:pt x="526" y="220"/>
                  </a:lnTo>
                  <a:lnTo>
                    <a:pt x="525" y="222"/>
                  </a:lnTo>
                  <a:lnTo>
                    <a:pt x="522" y="224"/>
                  </a:lnTo>
                  <a:lnTo>
                    <a:pt x="520" y="227"/>
                  </a:lnTo>
                  <a:lnTo>
                    <a:pt x="519" y="229"/>
                  </a:lnTo>
                  <a:lnTo>
                    <a:pt x="517" y="231"/>
                  </a:lnTo>
                  <a:lnTo>
                    <a:pt x="515" y="233"/>
                  </a:lnTo>
                  <a:lnTo>
                    <a:pt x="513" y="235"/>
                  </a:lnTo>
                  <a:lnTo>
                    <a:pt x="511" y="237"/>
                  </a:lnTo>
                  <a:lnTo>
                    <a:pt x="509" y="239"/>
                  </a:lnTo>
                  <a:lnTo>
                    <a:pt x="508" y="239"/>
                  </a:lnTo>
                  <a:lnTo>
                    <a:pt x="506" y="241"/>
                  </a:lnTo>
                  <a:lnTo>
                    <a:pt x="506" y="241"/>
                  </a:lnTo>
                  <a:lnTo>
                    <a:pt x="504" y="242"/>
                  </a:lnTo>
                  <a:lnTo>
                    <a:pt x="504" y="242"/>
                  </a:lnTo>
                  <a:lnTo>
                    <a:pt x="502" y="244"/>
                  </a:lnTo>
                  <a:lnTo>
                    <a:pt x="501" y="244"/>
                  </a:lnTo>
                  <a:lnTo>
                    <a:pt x="498" y="244"/>
                  </a:lnTo>
                  <a:lnTo>
                    <a:pt x="498" y="244"/>
                  </a:lnTo>
                  <a:lnTo>
                    <a:pt x="497" y="246"/>
                  </a:lnTo>
                  <a:lnTo>
                    <a:pt x="495" y="246"/>
                  </a:lnTo>
                  <a:lnTo>
                    <a:pt x="493" y="246"/>
                  </a:lnTo>
                  <a:lnTo>
                    <a:pt x="493" y="246"/>
                  </a:lnTo>
                  <a:lnTo>
                    <a:pt x="491" y="247"/>
                  </a:lnTo>
                  <a:lnTo>
                    <a:pt x="490" y="247"/>
                  </a:lnTo>
                  <a:lnTo>
                    <a:pt x="488" y="247"/>
                  </a:lnTo>
                  <a:lnTo>
                    <a:pt x="488" y="247"/>
                  </a:lnTo>
                  <a:lnTo>
                    <a:pt x="486" y="248"/>
                  </a:lnTo>
                  <a:lnTo>
                    <a:pt x="486" y="248"/>
                  </a:lnTo>
                  <a:lnTo>
                    <a:pt x="483" y="248"/>
                  </a:lnTo>
                  <a:lnTo>
                    <a:pt x="483" y="248"/>
                  </a:lnTo>
                  <a:lnTo>
                    <a:pt x="482" y="248"/>
                  </a:lnTo>
                  <a:lnTo>
                    <a:pt x="482" y="248"/>
                  </a:lnTo>
                  <a:lnTo>
                    <a:pt x="480" y="248"/>
                  </a:lnTo>
                  <a:lnTo>
                    <a:pt x="480" y="248"/>
                  </a:lnTo>
                  <a:lnTo>
                    <a:pt x="478" y="249"/>
                  </a:lnTo>
                  <a:lnTo>
                    <a:pt x="478" y="249"/>
                  </a:lnTo>
                  <a:lnTo>
                    <a:pt x="476" y="249"/>
                  </a:lnTo>
                  <a:lnTo>
                    <a:pt x="476" y="249"/>
                  </a:lnTo>
                  <a:lnTo>
                    <a:pt x="474" y="249"/>
                  </a:lnTo>
                  <a:lnTo>
                    <a:pt x="474" y="249"/>
                  </a:lnTo>
                  <a:lnTo>
                    <a:pt x="474" y="249"/>
                  </a:lnTo>
                  <a:lnTo>
                    <a:pt x="474" y="249"/>
                  </a:lnTo>
                  <a:lnTo>
                    <a:pt x="471" y="249"/>
                  </a:lnTo>
                  <a:lnTo>
                    <a:pt x="471" y="249"/>
                  </a:lnTo>
                  <a:lnTo>
                    <a:pt x="469" y="249"/>
                  </a:lnTo>
                  <a:lnTo>
                    <a:pt x="469" y="249"/>
                  </a:lnTo>
                  <a:lnTo>
                    <a:pt x="467" y="249"/>
                  </a:lnTo>
                  <a:lnTo>
                    <a:pt x="467" y="249"/>
                  </a:lnTo>
                  <a:lnTo>
                    <a:pt x="465" y="249"/>
                  </a:lnTo>
                  <a:lnTo>
                    <a:pt x="465" y="248"/>
                  </a:lnTo>
                  <a:lnTo>
                    <a:pt x="463" y="248"/>
                  </a:lnTo>
                  <a:lnTo>
                    <a:pt x="463" y="248"/>
                  </a:lnTo>
                  <a:lnTo>
                    <a:pt x="461" y="248"/>
                  </a:lnTo>
                  <a:lnTo>
                    <a:pt x="461" y="248"/>
                  </a:lnTo>
                  <a:lnTo>
                    <a:pt x="459" y="248"/>
                  </a:lnTo>
                  <a:lnTo>
                    <a:pt x="459" y="248"/>
                  </a:lnTo>
                  <a:lnTo>
                    <a:pt x="459" y="248"/>
                  </a:lnTo>
                  <a:lnTo>
                    <a:pt x="459" y="246"/>
                  </a:lnTo>
                  <a:lnTo>
                    <a:pt x="457" y="248"/>
                  </a:lnTo>
                  <a:lnTo>
                    <a:pt x="457" y="248"/>
                  </a:lnTo>
                  <a:lnTo>
                    <a:pt x="455" y="249"/>
                  </a:lnTo>
                  <a:lnTo>
                    <a:pt x="455" y="249"/>
                  </a:lnTo>
                  <a:lnTo>
                    <a:pt x="453" y="251"/>
                  </a:lnTo>
                  <a:lnTo>
                    <a:pt x="453" y="251"/>
                  </a:lnTo>
                  <a:lnTo>
                    <a:pt x="452" y="251"/>
                  </a:lnTo>
                  <a:lnTo>
                    <a:pt x="452" y="251"/>
                  </a:lnTo>
                  <a:lnTo>
                    <a:pt x="450" y="253"/>
                  </a:lnTo>
                  <a:lnTo>
                    <a:pt x="450" y="253"/>
                  </a:lnTo>
                  <a:lnTo>
                    <a:pt x="449" y="253"/>
                  </a:lnTo>
                  <a:lnTo>
                    <a:pt x="449" y="253"/>
                  </a:lnTo>
                  <a:lnTo>
                    <a:pt x="447" y="253"/>
                  </a:lnTo>
                  <a:lnTo>
                    <a:pt x="447" y="253"/>
                  </a:lnTo>
                  <a:lnTo>
                    <a:pt x="447" y="253"/>
                  </a:lnTo>
                  <a:lnTo>
                    <a:pt x="447" y="253"/>
                  </a:lnTo>
                  <a:lnTo>
                    <a:pt x="445" y="255"/>
                  </a:lnTo>
                  <a:lnTo>
                    <a:pt x="445" y="255"/>
                  </a:lnTo>
                  <a:lnTo>
                    <a:pt x="443" y="256"/>
                  </a:lnTo>
                  <a:lnTo>
                    <a:pt x="443" y="256"/>
                  </a:lnTo>
                  <a:lnTo>
                    <a:pt x="441" y="258"/>
                  </a:lnTo>
                  <a:lnTo>
                    <a:pt x="441" y="258"/>
                  </a:lnTo>
                  <a:lnTo>
                    <a:pt x="440" y="258"/>
                  </a:lnTo>
                  <a:lnTo>
                    <a:pt x="440" y="258"/>
                  </a:lnTo>
                  <a:lnTo>
                    <a:pt x="438" y="260"/>
                  </a:lnTo>
                  <a:lnTo>
                    <a:pt x="438" y="260"/>
                  </a:lnTo>
                  <a:lnTo>
                    <a:pt x="437" y="260"/>
                  </a:lnTo>
                  <a:lnTo>
                    <a:pt x="437" y="260"/>
                  </a:lnTo>
                  <a:lnTo>
                    <a:pt x="435" y="262"/>
                  </a:lnTo>
                  <a:lnTo>
                    <a:pt x="435" y="262"/>
                  </a:lnTo>
                  <a:lnTo>
                    <a:pt x="435" y="262"/>
                  </a:lnTo>
                  <a:lnTo>
                    <a:pt x="435" y="262"/>
                  </a:lnTo>
                  <a:lnTo>
                    <a:pt x="435" y="264"/>
                  </a:lnTo>
                  <a:lnTo>
                    <a:pt x="435" y="264"/>
                  </a:lnTo>
                  <a:lnTo>
                    <a:pt x="435" y="264"/>
                  </a:lnTo>
                  <a:lnTo>
                    <a:pt x="435" y="264"/>
                  </a:lnTo>
                  <a:lnTo>
                    <a:pt x="435" y="265"/>
                  </a:lnTo>
                  <a:lnTo>
                    <a:pt x="435" y="265"/>
                  </a:lnTo>
                  <a:lnTo>
                    <a:pt x="435" y="265"/>
                  </a:lnTo>
                  <a:lnTo>
                    <a:pt x="435" y="265"/>
                  </a:lnTo>
                  <a:lnTo>
                    <a:pt x="433" y="267"/>
                  </a:lnTo>
                  <a:lnTo>
                    <a:pt x="433" y="267"/>
                  </a:lnTo>
                  <a:lnTo>
                    <a:pt x="433" y="267"/>
                  </a:lnTo>
                  <a:lnTo>
                    <a:pt x="433" y="267"/>
                  </a:lnTo>
                  <a:lnTo>
                    <a:pt x="433" y="267"/>
                  </a:lnTo>
                  <a:lnTo>
                    <a:pt x="433" y="267"/>
                  </a:lnTo>
                  <a:lnTo>
                    <a:pt x="433" y="267"/>
                  </a:lnTo>
                  <a:lnTo>
                    <a:pt x="433" y="267"/>
                  </a:lnTo>
                  <a:lnTo>
                    <a:pt x="431" y="269"/>
                  </a:lnTo>
                  <a:lnTo>
                    <a:pt x="431" y="269"/>
                  </a:lnTo>
                  <a:lnTo>
                    <a:pt x="429" y="270"/>
                  </a:lnTo>
                  <a:lnTo>
                    <a:pt x="429" y="270"/>
                  </a:lnTo>
                  <a:lnTo>
                    <a:pt x="427" y="271"/>
                  </a:lnTo>
                  <a:lnTo>
                    <a:pt x="427" y="271"/>
                  </a:lnTo>
                  <a:lnTo>
                    <a:pt x="425" y="271"/>
                  </a:lnTo>
                  <a:lnTo>
                    <a:pt x="425" y="271"/>
                  </a:lnTo>
                  <a:lnTo>
                    <a:pt x="423" y="271"/>
                  </a:lnTo>
                  <a:lnTo>
                    <a:pt x="422" y="271"/>
                  </a:lnTo>
                  <a:lnTo>
                    <a:pt x="420" y="271"/>
                  </a:lnTo>
                  <a:lnTo>
                    <a:pt x="420" y="271"/>
                  </a:lnTo>
                  <a:lnTo>
                    <a:pt x="418" y="271"/>
                  </a:lnTo>
                  <a:lnTo>
                    <a:pt x="418" y="271"/>
                  </a:lnTo>
                  <a:lnTo>
                    <a:pt x="417" y="271"/>
                  </a:lnTo>
                  <a:lnTo>
                    <a:pt x="417" y="271"/>
                  </a:lnTo>
                  <a:lnTo>
                    <a:pt x="415" y="271"/>
                  </a:lnTo>
                  <a:lnTo>
                    <a:pt x="415" y="271"/>
                  </a:lnTo>
                  <a:lnTo>
                    <a:pt x="415" y="271"/>
                  </a:lnTo>
                  <a:lnTo>
                    <a:pt x="415" y="270"/>
                  </a:lnTo>
                  <a:lnTo>
                    <a:pt x="415" y="270"/>
                  </a:lnTo>
                  <a:lnTo>
                    <a:pt x="415" y="270"/>
                  </a:lnTo>
                  <a:lnTo>
                    <a:pt x="415" y="270"/>
                  </a:lnTo>
                  <a:lnTo>
                    <a:pt x="415" y="268"/>
                  </a:lnTo>
                  <a:lnTo>
                    <a:pt x="413" y="268"/>
                  </a:lnTo>
                  <a:lnTo>
                    <a:pt x="413" y="268"/>
                  </a:lnTo>
                  <a:lnTo>
                    <a:pt x="413" y="268"/>
                  </a:lnTo>
                  <a:lnTo>
                    <a:pt x="413" y="268"/>
                  </a:lnTo>
                  <a:lnTo>
                    <a:pt x="411" y="268"/>
                  </a:lnTo>
                  <a:lnTo>
                    <a:pt x="411" y="268"/>
                  </a:lnTo>
                  <a:lnTo>
                    <a:pt x="411" y="268"/>
                  </a:lnTo>
                  <a:lnTo>
                    <a:pt x="411" y="267"/>
                  </a:lnTo>
                  <a:lnTo>
                    <a:pt x="409" y="267"/>
                  </a:lnTo>
                  <a:lnTo>
                    <a:pt x="409" y="267"/>
                  </a:lnTo>
                  <a:lnTo>
                    <a:pt x="408" y="267"/>
                  </a:lnTo>
                  <a:lnTo>
                    <a:pt x="408" y="267"/>
                  </a:lnTo>
                  <a:lnTo>
                    <a:pt x="406" y="267"/>
                  </a:lnTo>
                  <a:lnTo>
                    <a:pt x="406" y="267"/>
                  </a:lnTo>
                  <a:lnTo>
                    <a:pt x="405" y="267"/>
                  </a:lnTo>
                  <a:lnTo>
                    <a:pt x="405" y="267"/>
                  </a:lnTo>
                  <a:lnTo>
                    <a:pt x="403" y="268"/>
                  </a:lnTo>
                  <a:lnTo>
                    <a:pt x="403" y="268"/>
                  </a:lnTo>
                  <a:lnTo>
                    <a:pt x="403" y="268"/>
                  </a:lnTo>
                  <a:lnTo>
                    <a:pt x="403" y="268"/>
                  </a:lnTo>
                  <a:lnTo>
                    <a:pt x="403" y="268"/>
                  </a:lnTo>
                  <a:lnTo>
                    <a:pt x="403" y="268"/>
                  </a:lnTo>
                  <a:lnTo>
                    <a:pt x="403" y="268"/>
                  </a:lnTo>
                  <a:lnTo>
                    <a:pt x="403" y="268"/>
                  </a:lnTo>
                  <a:lnTo>
                    <a:pt x="402" y="270"/>
                  </a:lnTo>
                  <a:lnTo>
                    <a:pt x="402" y="270"/>
                  </a:lnTo>
                  <a:lnTo>
                    <a:pt x="402" y="272"/>
                  </a:lnTo>
                  <a:lnTo>
                    <a:pt x="402" y="272"/>
                  </a:lnTo>
                  <a:lnTo>
                    <a:pt x="402" y="274"/>
                  </a:lnTo>
                  <a:lnTo>
                    <a:pt x="402" y="274"/>
                  </a:lnTo>
                  <a:lnTo>
                    <a:pt x="402" y="276"/>
                  </a:lnTo>
                  <a:lnTo>
                    <a:pt x="402" y="276"/>
                  </a:lnTo>
                  <a:lnTo>
                    <a:pt x="402" y="278"/>
                  </a:lnTo>
                  <a:lnTo>
                    <a:pt x="402" y="278"/>
                  </a:lnTo>
                  <a:lnTo>
                    <a:pt x="402" y="280"/>
                  </a:lnTo>
                  <a:lnTo>
                    <a:pt x="402" y="280"/>
                  </a:lnTo>
                  <a:lnTo>
                    <a:pt x="402" y="282"/>
                  </a:lnTo>
                  <a:lnTo>
                    <a:pt x="402" y="282"/>
                  </a:lnTo>
                  <a:lnTo>
                    <a:pt x="402" y="283"/>
                  </a:lnTo>
                  <a:lnTo>
                    <a:pt x="403" y="283"/>
                  </a:lnTo>
                  <a:lnTo>
                    <a:pt x="403" y="284"/>
                  </a:lnTo>
                  <a:lnTo>
                    <a:pt x="403" y="284"/>
                  </a:lnTo>
                  <a:lnTo>
                    <a:pt x="403" y="285"/>
                  </a:lnTo>
                  <a:lnTo>
                    <a:pt x="403" y="285"/>
                  </a:lnTo>
                  <a:lnTo>
                    <a:pt x="403" y="287"/>
                  </a:lnTo>
                  <a:lnTo>
                    <a:pt x="403" y="287"/>
                  </a:lnTo>
                  <a:lnTo>
                    <a:pt x="403" y="287"/>
                  </a:lnTo>
                  <a:lnTo>
                    <a:pt x="405" y="287"/>
                  </a:lnTo>
                  <a:lnTo>
                    <a:pt x="405" y="289"/>
                  </a:lnTo>
                  <a:lnTo>
                    <a:pt x="405" y="289"/>
                  </a:lnTo>
                  <a:lnTo>
                    <a:pt x="405" y="289"/>
                  </a:lnTo>
                  <a:lnTo>
                    <a:pt x="407" y="289"/>
                  </a:lnTo>
                  <a:lnTo>
                    <a:pt x="407" y="290"/>
                  </a:lnTo>
                  <a:lnTo>
                    <a:pt x="407" y="290"/>
                  </a:lnTo>
                  <a:lnTo>
                    <a:pt x="407" y="290"/>
                  </a:lnTo>
                  <a:lnTo>
                    <a:pt x="409" y="290"/>
                  </a:lnTo>
                  <a:lnTo>
                    <a:pt x="407" y="292"/>
                  </a:lnTo>
                  <a:lnTo>
                    <a:pt x="407" y="292"/>
                  </a:lnTo>
                  <a:lnTo>
                    <a:pt x="407" y="292"/>
                  </a:lnTo>
                  <a:lnTo>
                    <a:pt x="407" y="292"/>
                  </a:lnTo>
                  <a:lnTo>
                    <a:pt x="407" y="292"/>
                  </a:lnTo>
                  <a:lnTo>
                    <a:pt x="407" y="292"/>
                  </a:lnTo>
                  <a:lnTo>
                    <a:pt x="407" y="292"/>
                  </a:lnTo>
                  <a:lnTo>
                    <a:pt x="407" y="292"/>
                  </a:lnTo>
                  <a:lnTo>
                    <a:pt x="406" y="294"/>
                  </a:lnTo>
                  <a:lnTo>
                    <a:pt x="406" y="294"/>
                  </a:lnTo>
                  <a:lnTo>
                    <a:pt x="406" y="294"/>
                  </a:lnTo>
                  <a:lnTo>
                    <a:pt x="406" y="294"/>
                  </a:lnTo>
                  <a:lnTo>
                    <a:pt x="406" y="294"/>
                  </a:lnTo>
                  <a:lnTo>
                    <a:pt x="406" y="294"/>
                  </a:lnTo>
                  <a:lnTo>
                    <a:pt x="406" y="294"/>
                  </a:lnTo>
                  <a:lnTo>
                    <a:pt x="406" y="294"/>
                  </a:lnTo>
                  <a:lnTo>
                    <a:pt x="405" y="294"/>
                  </a:lnTo>
                  <a:lnTo>
                    <a:pt x="405" y="294"/>
                  </a:lnTo>
                  <a:lnTo>
                    <a:pt x="405" y="294"/>
                  </a:lnTo>
                  <a:lnTo>
                    <a:pt x="405" y="294"/>
                  </a:lnTo>
                  <a:lnTo>
                    <a:pt x="403" y="295"/>
                  </a:lnTo>
                  <a:lnTo>
                    <a:pt x="403" y="295"/>
                  </a:lnTo>
                  <a:lnTo>
                    <a:pt x="403" y="295"/>
                  </a:lnTo>
                  <a:lnTo>
                    <a:pt x="403" y="295"/>
                  </a:lnTo>
                  <a:lnTo>
                    <a:pt x="401" y="296"/>
                  </a:lnTo>
                  <a:lnTo>
                    <a:pt x="401" y="296"/>
                  </a:lnTo>
                  <a:lnTo>
                    <a:pt x="401" y="296"/>
                  </a:lnTo>
                  <a:lnTo>
                    <a:pt x="401" y="296"/>
                  </a:lnTo>
                  <a:lnTo>
                    <a:pt x="400" y="296"/>
                  </a:lnTo>
                  <a:lnTo>
                    <a:pt x="400" y="296"/>
                  </a:lnTo>
                  <a:lnTo>
                    <a:pt x="400" y="296"/>
                  </a:lnTo>
                  <a:lnTo>
                    <a:pt x="400" y="296"/>
                  </a:lnTo>
                  <a:lnTo>
                    <a:pt x="400" y="298"/>
                  </a:lnTo>
                  <a:lnTo>
                    <a:pt x="400" y="298"/>
                  </a:lnTo>
                  <a:lnTo>
                    <a:pt x="400" y="299"/>
                  </a:lnTo>
                  <a:lnTo>
                    <a:pt x="401" y="299"/>
                  </a:lnTo>
                  <a:lnTo>
                    <a:pt x="401" y="301"/>
                  </a:lnTo>
                  <a:lnTo>
                    <a:pt x="401" y="301"/>
                  </a:lnTo>
                  <a:lnTo>
                    <a:pt x="401" y="303"/>
                  </a:lnTo>
                  <a:lnTo>
                    <a:pt x="401" y="303"/>
                  </a:lnTo>
                  <a:lnTo>
                    <a:pt x="401" y="305"/>
                  </a:lnTo>
                  <a:lnTo>
                    <a:pt x="401" y="305"/>
                  </a:lnTo>
                  <a:lnTo>
                    <a:pt x="401" y="307"/>
                  </a:lnTo>
                  <a:lnTo>
                    <a:pt x="401" y="307"/>
                  </a:lnTo>
                  <a:lnTo>
                    <a:pt x="401" y="309"/>
                  </a:lnTo>
                  <a:lnTo>
                    <a:pt x="401" y="309"/>
                  </a:lnTo>
                  <a:lnTo>
                    <a:pt x="401" y="309"/>
                  </a:lnTo>
                  <a:lnTo>
                    <a:pt x="402" y="309"/>
                  </a:lnTo>
                  <a:lnTo>
                    <a:pt x="401" y="309"/>
                  </a:lnTo>
                  <a:lnTo>
                    <a:pt x="401" y="309"/>
                  </a:lnTo>
                  <a:lnTo>
                    <a:pt x="401" y="309"/>
                  </a:lnTo>
                  <a:lnTo>
                    <a:pt x="401" y="309"/>
                  </a:lnTo>
                  <a:lnTo>
                    <a:pt x="400" y="309"/>
                  </a:lnTo>
                  <a:lnTo>
                    <a:pt x="400" y="309"/>
                  </a:lnTo>
                  <a:lnTo>
                    <a:pt x="400" y="309"/>
                  </a:lnTo>
                  <a:lnTo>
                    <a:pt x="400" y="309"/>
                  </a:lnTo>
                  <a:lnTo>
                    <a:pt x="398" y="310"/>
                  </a:lnTo>
                  <a:lnTo>
                    <a:pt x="398" y="310"/>
                  </a:lnTo>
                  <a:lnTo>
                    <a:pt x="398" y="310"/>
                  </a:lnTo>
                  <a:lnTo>
                    <a:pt x="398" y="310"/>
                  </a:lnTo>
                  <a:lnTo>
                    <a:pt x="396" y="310"/>
                  </a:lnTo>
                  <a:lnTo>
                    <a:pt x="396" y="310"/>
                  </a:lnTo>
                  <a:lnTo>
                    <a:pt x="396" y="310"/>
                  </a:lnTo>
                  <a:lnTo>
                    <a:pt x="396" y="310"/>
                  </a:lnTo>
                  <a:lnTo>
                    <a:pt x="396" y="311"/>
                  </a:lnTo>
                  <a:lnTo>
                    <a:pt x="396" y="311"/>
                  </a:lnTo>
                  <a:lnTo>
                    <a:pt x="396" y="311"/>
                  </a:lnTo>
                  <a:lnTo>
                    <a:pt x="396" y="311"/>
                  </a:lnTo>
                  <a:lnTo>
                    <a:pt x="396" y="312"/>
                  </a:lnTo>
                  <a:lnTo>
                    <a:pt x="396" y="312"/>
                  </a:lnTo>
                  <a:lnTo>
                    <a:pt x="396" y="312"/>
                  </a:lnTo>
                  <a:lnTo>
                    <a:pt x="396" y="312"/>
                  </a:lnTo>
                  <a:lnTo>
                    <a:pt x="394" y="314"/>
                  </a:lnTo>
                  <a:lnTo>
                    <a:pt x="394" y="314"/>
                  </a:lnTo>
                  <a:lnTo>
                    <a:pt x="394" y="314"/>
                  </a:lnTo>
                  <a:lnTo>
                    <a:pt x="394" y="314"/>
                  </a:lnTo>
                  <a:lnTo>
                    <a:pt x="394" y="315"/>
                  </a:lnTo>
                  <a:lnTo>
                    <a:pt x="394" y="315"/>
                  </a:lnTo>
                  <a:lnTo>
                    <a:pt x="394" y="315"/>
                  </a:lnTo>
                  <a:lnTo>
                    <a:pt x="394" y="315"/>
                  </a:lnTo>
                  <a:lnTo>
                    <a:pt x="393" y="315"/>
                  </a:lnTo>
                  <a:lnTo>
                    <a:pt x="393" y="315"/>
                  </a:lnTo>
                  <a:lnTo>
                    <a:pt x="393" y="315"/>
                  </a:lnTo>
                  <a:lnTo>
                    <a:pt x="393" y="315"/>
                  </a:lnTo>
                  <a:lnTo>
                    <a:pt x="393" y="315"/>
                  </a:lnTo>
                  <a:lnTo>
                    <a:pt x="393" y="315"/>
                  </a:lnTo>
                  <a:lnTo>
                    <a:pt x="393" y="315"/>
                  </a:lnTo>
                  <a:lnTo>
                    <a:pt x="393" y="314"/>
                  </a:lnTo>
                  <a:lnTo>
                    <a:pt x="392" y="314"/>
                  </a:lnTo>
                  <a:lnTo>
                    <a:pt x="392" y="314"/>
                  </a:lnTo>
                  <a:lnTo>
                    <a:pt x="392" y="314"/>
                  </a:lnTo>
                  <a:lnTo>
                    <a:pt x="392" y="313"/>
                  </a:lnTo>
                  <a:lnTo>
                    <a:pt x="392" y="313"/>
                  </a:lnTo>
                  <a:lnTo>
                    <a:pt x="392" y="313"/>
                  </a:lnTo>
                  <a:lnTo>
                    <a:pt x="392" y="313"/>
                  </a:lnTo>
                  <a:lnTo>
                    <a:pt x="392" y="312"/>
                  </a:lnTo>
                  <a:lnTo>
                    <a:pt x="390" y="312"/>
                  </a:lnTo>
                  <a:lnTo>
                    <a:pt x="389" y="311"/>
                  </a:lnTo>
                  <a:lnTo>
                    <a:pt x="387" y="311"/>
                  </a:lnTo>
                  <a:lnTo>
                    <a:pt x="387" y="309"/>
                  </a:lnTo>
                  <a:lnTo>
                    <a:pt x="385" y="309"/>
                  </a:lnTo>
                  <a:lnTo>
                    <a:pt x="385" y="307"/>
                  </a:lnTo>
                  <a:lnTo>
                    <a:pt x="383" y="307"/>
                  </a:lnTo>
                  <a:lnTo>
                    <a:pt x="383" y="305"/>
                  </a:lnTo>
                  <a:lnTo>
                    <a:pt x="381" y="305"/>
                  </a:lnTo>
                  <a:lnTo>
                    <a:pt x="381" y="304"/>
                  </a:lnTo>
                  <a:lnTo>
                    <a:pt x="379" y="304"/>
                  </a:lnTo>
                  <a:lnTo>
                    <a:pt x="379" y="302"/>
                  </a:lnTo>
                  <a:lnTo>
                    <a:pt x="379" y="302"/>
                  </a:lnTo>
                  <a:lnTo>
                    <a:pt x="379" y="299"/>
                  </a:lnTo>
                  <a:lnTo>
                    <a:pt x="379" y="298"/>
                  </a:lnTo>
                  <a:lnTo>
                    <a:pt x="379" y="296"/>
                  </a:lnTo>
                  <a:lnTo>
                    <a:pt x="379" y="296"/>
                  </a:lnTo>
                  <a:lnTo>
                    <a:pt x="379" y="294"/>
                  </a:lnTo>
                  <a:lnTo>
                    <a:pt x="379" y="294"/>
                  </a:lnTo>
                  <a:lnTo>
                    <a:pt x="380" y="292"/>
                  </a:lnTo>
                  <a:lnTo>
                    <a:pt x="380" y="292"/>
                  </a:lnTo>
                  <a:lnTo>
                    <a:pt x="382" y="290"/>
                  </a:lnTo>
                  <a:lnTo>
                    <a:pt x="382" y="289"/>
                  </a:lnTo>
                  <a:lnTo>
                    <a:pt x="384" y="287"/>
                  </a:lnTo>
                  <a:lnTo>
                    <a:pt x="384" y="287"/>
                  </a:lnTo>
                  <a:lnTo>
                    <a:pt x="386" y="285"/>
                  </a:lnTo>
                  <a:lnTo>
                    <a:pt x="386" y="284"/>
                  </a:lnTo>
                  <a:lnTo>
                    <a:pt x="388" y="283"/>
                  </a:lnTo>
                  <a:lnTo>
                    <a:pt x="388" y="283"/>
                  </a:lnTo>
                  <a:lnTo>
                    <a:pt x="389" y="281"/>
                  </a:lnTo>
                  <a:lnTo>
                    <a:pt x="389" y="280"/>
                  </a:lnTo>
                  <a:lnTo>
                    <a:pt x="391" y="277"/>
                  </a:lnTo>
                  <a:lnTo>
                    <a:pt x="389" y="277"/>
                  </a:lnTo>
                  <a:lnTo>
                    <a:pt x="389" y="277"/>
                  </a:lnTo>
                  <a:lnTo>
                    <a:pt x="389" y="277"/>
                  </a:lnTo>
                  <a:lnTo>
                    <a:pt x="389" y="275"/>
                  </a:lnTo>
                  <a:lnTo>
                    <a:pt x="388" y="275"/>
                  </a:lnTo>
                  <a:lnTo>
                    <a:pt x="388" y="275"/>
                  </a:lnTo>
                  <a:lnTo>
                    <a:pt x="388" y="275"/>
                  </a:lnTo>
                  <a:lnTo>
                    <a:pt x="388" y="274"/>
                  </a:lnTo>
                  <a:lnTo>
                    <a:pt x="387" y="274"/>
                  </a:lnTo>
                  <a:lnTo>
                    <a:pt x="387" y="274"/>
                  </a:lnTo>
                  <a:lnTo>
                    <a:pt x="387" y="274"/>
                  </a:lnTo>
                  <a:lnTo>
                    <a:pt x="387" y="272"/>
                  </a:lnTo>
                  <a:lnTo>
                    <a:pt x="387" y="272"/>
                  </a:lnTo>
                  <a:lnTo>
                    <a:pt x="387" y="270"/>
                  </a:lnTo>
                  <a:lnTo>
                    <a:pt x="387" y="270"/>
                  </a:lnTo>
                  <a:lnTo>
                    <a:pt x="387" y="268"/>
                  </a:lnTo>
                  <a:lnTo>
                    <a:pt x="385" y="268"/>
                  </a:lnTo>
                  <a:lnTo>
                    <a:pt x="385" y="268"/>
                  </a:lnTo>
                  <a:lnTo>
                    <a:pt x="384" y="268"/>
                  </a:lnTo>
                  <a:lnTo>
                    <a:pt x="384" y="268"/>
                  </a:lnTo>
                  <a:lnTo>
                    <a:pt x="382" y="268"/>
                  </a:lnTo>
                  <a:lnTo>
                    <a:pt x="382" y="268"/>
                  </a:lnTo>
                  <a:lnTo>
                    <a:pt x="382" y="268"/>
                  </a:lnTo>
                  <a:lnTo>
                    <a:pt x="382" y="268"/>
                  </a:lnTo>
                  <a:lnTo>
                    <a:pt x="380" y="268"/>
                  </a:lnTo>
                  <a:lnTo>
                    <a:pt x="380" y="268"/>
                  </a:lnTo>
                  <a:lnTo>
                    <a:pt x="379" y="268"/>
                  </a:lnTo>
                  <a:lnTo>
                    <a:pt x="379" y="268"/>
                  </a:lnTo>
                  <a:lnTo>
                    <a:pt x="378" y="268"/>
                  </a:lnTo>
                  <a:lnTo>
                    <a:pt x="378" y="268"/>
                  </a:lnTo>
                  <a:lnTo>
                    <a:pt x="378" y="268"/>
                  </a:lnTo>
                  <a:lnTo>
                    <a:pt x="378" y="268"/>
                  </a:lnTo>
                  <a:lnTo>
                    <a:pt x="376" y="270"/>
                  </a:lnTo>
                  <a:lnTo>
                    <a:pt x="376" y="270"/>
                  </a:lnTo>
                  <a:lnTo>
                    <a:pt x="376" y="270"/>
                  </a:lnTo>
                  <a:lnTo>
                    <a:pt x="376" y="270"/>
                  </a:lnTo>
                  <a:lnTo>
                    <a:pt x="374" y="272"/>
                  </a:lnTo>
                  <a:lnTo>
                    <a:pt x="374" y="272"/>
                  </a:lnTo>
                  <a:lnTo>
                    <a:pt x="374" y="274"/>
                  </a:lnTo>
                  <a:lnTo>
                    <a:pt x="374" y="274"/>
                  </a:lnTo>
                  <a:lnTo>
                    <a:pt x="372" y="275"/>
                  </a:lnTo>
                  <a:lnTo>
                    <a:pt x="372" y="275"/>
                  </a:lnTo>
                  <a:lnTo>
                    <a:pt x="372" y="277"/>
                  </a:lnTo>
                  <a:lnTo>
                    <a:pt x="372" y="277"/>
                  </a:lnTo>
                  <a:lnTo>
                    <a:pt x="372" y="280"/>
                  </a:lnTo>
                  <a:lnTo>
                    <a:pt x="372" y="280"/>
                  </a:lnTo>
                  <a:lnTo>
                    <a:pt x="372" y="280"/>
                  </a:lnTo>
                  <a:lnTo>
                    <a:pt x="372" y="280"/>
                  </a:lnTo>
                  <a:lnTo>
                    <a:pt x="370" y="280"/>
                  </a:lnTo>
                  <a:lnTo>
                    <a:pt x="370" y="280"/>
                  </a:lnTo>
                  <a:lnTo>
                    <a:pt x="370" y="280"/>
                  </a:lnTo>
                  <a:lnTo>
                    <a:pt x="370" y="280"/>
                  </a:lnTo>
                  <a:lnTo>
                    <a:pt x="369" y="280"/>
                  </a:lnTo>
                  <a:lnTo>
                    <a:pt x="369" y="280"/>
                  </a:lnTo>
                  <a:lnTo>
                    <a:pt x="369" y="280"/>
                  </a:lnTo>
                  <a:lnTo>
                    <a:pt x="369" y="280"/>
                  </a:lnTo>
                  <a:lnTo>
                    <a:pt x="367" y="280"/>
                  </a:lnTo>
                  <a:lnTo>
                    <a:pt x="367" y="280"/>
                  </a:lnTo>
                  <a:lnTo>
                    <a:pt x="367" y="280"/>
                  </a:lnTo>
                  <a:lnTo>
                    <a:pt x="367" y="280"/>
                  </a:lnTo>
                  <a:lnTo>
                    <a:pt x="367" y="280"/>
                  </a:lnTo>
                  <a:lnTo>
                    <a:pt x="367" y="280"/>
                  </a:lnTo>
                  <a:lnTo>
                    <a:pt x="367" y="280"/>
                  </a:lnTo>
                  <a:lnTo>
                    <a:pt x="367" y="280"/>
                  </a:lnTo>
                  <a:lnTo>
                    <a:pt x="367" y="282"/>
                  </a:lnTo>
                  <a:lnTo>
                    <a:pt x="367" y="282"/>
                  </a:lnTo>
                  <a:lnTo>
                    <a:pt x="367" y="283"/>
                  </a:lnTo>
                  <a:lnTo>
                    <a:pt x="367" y="283"/>
                  </a:lnTo>
                  <a:lnTo>
                    <a:pt x="367" y="285"/>
                  </a:lnTo>
                  <a:lnTo>
                    <a:pt x="367" y="285"/>
                  </a:lnTo>
                  <a:lnTo>
                    <a:pt x="367" y="285"/>
                  </a:lnTo>
                  <a:lnTo>
                    <a:pt x="369" y="285"/>
                  </a:lnTo>
                  <a:lnTo>
                    <a:pt x="369" y="287"/>
                  </a:lnTo>
                  <a:lnTo>
                    <a:pt x="369" y="287"/>
                  </a:lnTo>
                  <a:lnTo>
                    <a:pt x="369" y="287"/>
                  </a:lnTo>
                  <a:lnTo>
                    <a:pt x="369" y="287"/>
                  </a:lnTo>
                  <a:lnTo>
                    <a:pt x="369" y="289"/>
                  </a:lnTo>
                  <a:lnTo>
                    <a:pt x="369" y="289"/>
                  </a:lnTo>
                  <a:lnTo>
                    <a:pt x="369" y="289"/>
                  </a:lnTo>
                  <a:lnTo>
                    <a:pt x="370" y="289"/>
                  </a:lnTo>
                  <a:lnTo>
                    <a:pt x="369" y="290"/>
                  </a:lnTo>
                  <a:lnTo>
                    <a:pt x="369" y="290"/>
                  </a:lnTo>
                  <a:lnTo>
                    <a:pt x="369" y="290"/>
                  </a:lnTo>
                  <a:lnTo>
                    <a:pt x="369" y="290"/>
                  </a:lnTo>
                  <a:lnTo>
                    <a:pt x="367" y="290"/>
                  </a:lnTo>
                  <a:lnTo>
                    <a:pt x="367" y="290"/>
                  </a:lnTo>
                  <a:lnTo>
                    <a:pt x="367" y="290"/>
                  </a:lnTo>
                  <a:lnTo>
                    <a:pt x="367" y="290"/>
                  </a:lnTo>
                  <a:lnTo>
                    <a:pt x="365" y="290"/>
                  </a:lnTo>
                  <a:lnTo>
                    <a:pt x="365" y="290"/>
                  </a:lnTo>
                  <a:lnTo>
                    <a:pt x="365" y="290"/>
                  </a:lnTo>
                  <a:lnTo>
                    <a:pt x="365" y="290"/>
                  </a:lnTo>
                  <a:lnTo>
                    <a:pt x="364" y="290"/>
                  </a:lnTo>
                  <a:lnTo>
                    <a:pt x="364" y="290"/>
                  </a:lnTo>
                  <a:lnTo>
                    <a:pt x="364" y="290"/>
                  </a:lnTo>
                  <a:lnTo>
                    <a:pt x="364" y="290"/>
                  </a:lnTo>
                  <a:lnTo>
                    <a:pt x="363" y="292"/>
                  </a:lnTo>
                  <a:lnTo>
                    <a:pt x="363" y="292"/>
                  </a:lnTo>
                  <a:lnTo>
                    <a:pt x="363" y="292"/>
                  </a:lnTo>
                  <a:lnTo>
                    <a:pt x="363" y="292"/>
                  </a:lnTo>
                  <a:lnTo>
                    <a:pt x="361" y="292"/>
                  </a:lnTo>
                  <a:lnTo>
                    <a:pt x="361" y="292"/>
                  </a:lnTo>
                  <a:lnTo>
                    <a:pt x="361" y="292"/>
                  </a:lnTo>
                  <a:lnTo>
                    <a:pt x="361" y="292"/>
                  </a:lnTo>
                  <a:lnTo>
                    <a:pt x="359" y="294"/>
                  </a:lnTo>
                  <a:lnTo>
                    <a:pt x="359" y="294"/>
                  </a:lnTo>
                  <a:lnTo>
                    <a:pt x="359" y="294"/>
                  </a:lnTo>
                  <a:lnTo>
                    <a:pt x="359" y="294"/>
                  </a:lnTo>
                  <a:lnTo>
                    <a:pt x="358" y="294"/>
                  </a:lnTo>
                  <a:lnTo>
                    <a:pt x="358" y="294"/>
                  </a:lnTo>
                  <a:lnTo>
                    <a:pt x="358" y="294"/>
                  </a:lnTo>
                  <a:lnTo>
                    <a:pt x="358" y="294"/>
                  </a:lnTo>
                  <a:lnTo>
                    <a:pt x="357" y="294"/>
                  </a:lnTo>
                  <a:lnTo>
                    <a:pt x="357" y="294"/>
                  </a:lnTo>
                  <a:lnTo>
                    <a:pt x="356" y="294"/>
                  </a:lnTo>
                  <a:lnTo>
                    <a:pt x="356" y="294"/>
                  </a:lnTo>
                  <a:lnTo>
                    <a:pt x="354" y="294"/>
                  </a:lnTo>
                  <a:lnTo>
                    <a:pt x="354" y="294"/>
                  </a:lnTo>
                  <a:lnTo>
                    <a:pt x="353" y="294"/>
                  </a:lnTo>
                  <a:lnTo>
                    <a:pt x="353" y="292"/>
                  </a:lnTo>
                  <a:lnTo>
                    <a:pt x="351" y="292"/>
                  </a:lnTo>
                  <a:lnTo>
                    <a:pt x="351" y="292"/>
                  </a:lnTo>
                  <a:lnTo>
                    <a:pt x="350" y="292"/>
                  </a:lnTo>
                  <a:lnTo>
                    <a:pt x="350" y="292"/>
                  </a:lnTo>
                  <a:lnTo>
                    <a:pt x="349" y="292"/>
                  </a:lnTo>
                  <a:lnTo>
                    <a:pt x="349" y="292"/>
                  </a:lnTo>
                  <a:lnTo>
                    <a:pt x="349" y="292"/>
                  </a:lnTo>
                  <a:lnTo>
                    <a:pt x="349" y="290"/>
                  </a:lnTo>
                  <a:lnTo>
                    <a:pt x="347" y="290"/>
                  </a:lnTo>
                  <a:lnTo>
                    <a:pt x="347" y="290"/>
                  </a:lnTo>
                  <a:lnTo>
                    <a:pt x="346" y="290"/>
                  </a:lnTo>
                  <a:lnTo>
                    <a:pt x="346" y="290"/>
                  </a:lnTo>
                  <a:lnTo>
                    <a:pt x="344" y="290"/>
                  </a:lnTo>
                  <a:lnTo>
                    <a:pt x="344" y="290"/>
                  </a:lnTo>
                  <a:lnTo>
                    <a:pt x="342" y="290"/>
                  </a:lnTo>
                  <a:lnTo>
                    <a:pt x="342" y="289"/>
                  </a:lnTo>
                  <a:lnTo>
                    <a:pt x="340" y="289"/>
                  </a:lnTo>
                  <a:lnTo>
                    <a:pt x="340" y="289"/>
                  </a:lnTo>
                  <a:lnTo>
                    <a:pt x="338" y="289"/>
                  </a:lnTo>
                  <a:lnTo>
                    <a:pt x="338" y="288"/>
                  </a:lnTo>
                  <a:lnTo>
                    <a:pt x="336" y="288"/>
                  </a:lnTo>
                  <a:lnTo>
                    <a:pt x="336" y="288"/>
                  </a:lnTo>
                  <a:lnTo>
                    <a:pt x="335" y="288"/>
                  </a:lnTo>
                  <a:lnTo>
                    <a:pt x="335" y="287"/>
                  </a:lnTo>
                  <a:lnTo>
                    <a:pt x="334" y="289"/>
                  </a:lnTo>
                  <a:lnTo>
                    <a:pt x="334" y="289"/>
                  </a:lnTo>
                  <a:lnTo>
                    <a:pt x="332" y="290"/>
                  </a:lnTo>
                  <a:lnTo>
                    <a:pt x="332" y="290"/>
                  </a:lnTo>
                  <a:lnTo>
                    <a:pt x="330" y="292"/>
                  </a:lnTo>
                  <a:lnTo>
                    <a:pt x="330" y="292"/>
                  </a:lnTo>
                  <a:lnTo>
                    <a:pt x="328" y="294"/>
                  </a:lnTo>
                  <a:lnTo>
                    <a:pt x="328" y="294"/>
                  </a:lnTo>
                  <a:lnTo>
                    <a:pt x="326" y="296"/>
                  </a:lnTo>
                  <a:lnTo>
                    <a:pt x="326" y="296"/>
                  </a:lnTo>
                  <a:lnTo>
                    <a:pt x="325" y="298"/>
                  </a:lnTo>
                  <a:lnTo>
                    <a:pt x="325" y="298"/>
                  </a:lnTo>
                  <a:lnTo>
                    <a:pt x="322" y="299"/>
                  </a:lnTo>
                  <a:lnTo>
                    <a:pt x="322" y="299"/>
                  </a:lnTo>
                  <a:lnTo>
                    <a:pt x="322" y="301"/>
                  </a:lnTo>
                  <a:lnTo>
                    <a:pt x="322" y="301"/>
                  </a:lnTo>
                  <a:lnTo>
                    <a:pt x="321" y="303"/>
                  </a:lnTo>
                  <a:lnTo>
                    <a:pt x="321" y="303"/>
                  </a:lnTo>
                  <a:lnTo>
                    <a:pt x="321" y="304"/>
                  </a:lnTo>
                  <a:lnTo>
                    <a:pt x="321" y="304"/>
                  </a:lnTo>
                  <a:lnTo>
                    <a:pt x="320" y="306"/>
                  </a:lnTo>
                  <a:lnTo>
                    <a:pt x="320" y="306"/>
                  </a:lnTo>
                  <a:lnTo>
                    <a:pt x="320" y="306"/>
                  </a:lnTo>
                  <a:lnTo>
                    <a:pt x="320" y="306"/>
                  </a:lnTo>
                  <a:lnTo>
                    <a:pt x="318" y="308"/>
                  </a:lnTo>
                  <a:lnTo>
                    <a:pt x="318" y="308"/>
                  </a:lnTo>
                  <a:lnTo>
                    <a:pt x="318" y="309"/>
                  </a:lnTo>
                  <a:lnTo>
                    <a:pt x="318" y="309"/>
                  </a:lnTo>
                  <a:lnTo>
                    <a:pt x="318" y="310"/>
                  </a:lnTo>
                  <a:lnTo>
                    <a:pt x="318" y="310"/>
                  </a:lnTo>
                  <a:lnTo>
                    <a:pt x="318" y="310"/>
                  </a:lnTo>
                  <a:lnTo>
                    <a:pt x="319" y="310"/>
                  </a:lnTo>
                  <a:lnTo>
                    <a:pt x="319" y="311"/>
                  </a:lnTo>
                  <a:lnTo>
                    <a:pt x="319" y="311"/>
                  </a:lnTo>
                  <a:lnTo>
                    <a:pt x="319" y="311"/>
                  </a:lnTo>
                  <a:lnTo>
                    <a:pt x="319" y="311"/>
                  </a:lnTo>
                  <a:lnTo>
                    <a:pt x="319" y="313"/>
                  </a:lnTo>
                  <a:lnTo>
                    <a:pt x="319" y="313"/>
                  </a:lnTo>
                  <a:lnTo>
                    <a:pt x="319" y="313"/>
                  </a:lnTo>
                  <a:lnTo>
                    <a:pt x="320" y="313"/>
                  </a:lnTo>
                  <a:lnTo>
                    <a:pt x="320" y="315"/>
                  </a:lnTo>
                  <a:lnTo>
                    <a:pt x="320" y="315"/>
                  </a:lnTo>
                  <a:lnTo>
                    <a:pt x="320" y="315"/>
                  </a:lnTo>
                  <a:lnTo>
                    <a:pt x="320" y="315"/>
                  </a:lnTo>
                  <a:lnTo>
                    <a:pt x="320" y="316"/>
                  </a:lnTo>
                  <a:lnTo>
                    <a:pt x="320" y="316"/>
                  </a:lnTo>
                  <a:lnTo>
                    <a:pt x="320" y="316"/>
                  </a:lnTo>
                  <a:lnTo>
                    <a:pt x="321" y="316"/>
                  </a:lnTo>
                  <a:lnTo>
                    <a:pt x="320" y="316"/>
                  </a:lnTo>
                  <a:lnTo>
                    <a:pt x="320" y="316"/>
                  </a:lnTo>
                  <a:lnTo>
                    <a:pt x="319" y="316"/>
                  </a:lnTo>
                  <a:lnTo>
                    <a:pt x="319" y="316"/>
                  </a:lnTo>
                  <a:lnTo>
                    <a:pt x="317" y="316"/>
                  </a:lnTo>
                  <a:lnTo>
                    <a:pt x="317" y="316"/>
                  </a:lnTo>
                  <a:lnTo>
                    <a:pt x="317" y="316"/>
                  </a:lnTo>
                  <a:lnTo>
                    <a:pt x="317" y="316"/>
                  </a:lnTo>
                  <a:lnTo>
                    <a:pt x="315" y="317"/>
                  </a:lnTo>
                  <a:lnTo>
                    <a:pt x="315" y="317"/>
                  </a:lnTo>
                  <a:lnTo>
                    <a:pt x="314" y="317"/>
                  </a:lnTo>
                  <a:lnTo>
                    <a:pt x="314" y="317"/>
                  </a:lnTo>
                  <a:lnTo>
                    <a:pt x="313" y="317"/>
                  </a:lnTo>
                  <a:lnTo>
                    <a:pt x="313" y="317"/>
                  </a:lnTo>
                  <a:lnTo>
                    <a:pt x="313" y="317"/>
                  </a:lnTo>
                  <a:lnTo>
                    <a:pt x="313" y="317"/>
                  </a:lnTo>
                  <a:lnTo>
                    <a:pt x="311" y="319"/>
                  </a:lnTo>
                  <a:lnTo>
                    <a:pt x="311" y="319"/>
                  </a:lnTo>
                  <a:lnTo>
                    <a:pt x="310" y="320"/>
                  </a:lnTo>
                  <a:lnTo>
                    <a:pt x="310" y="320"/>
                  </a:lnTo>
                  <a:lnTo>
                    <a:pt x="308" y="321"/>
                  </a:lnTo>
                  <a:lnTo>
                    <a:pt x="308" y="321"/>
                  </a:lnTo>
                  <a:lnTo>
                    <a:pt x="308" y="322"/>
                  </a:lnTo>
                  <a:lnTo>
                    <a:pt x="308" y="322"/>
                  </a:lnTo>
                  <a:lnTo>
                    <a:pt x="305" y="324"/>
                  </a:lnTo>
                  <a:lnTo>
                    <a:pt x="305" y="324"/>
                  </a:lnTo>
                  <a:lnTo>
                    <a:pt x="305" y="326"/>
                  </a:lnTo>
                  <a:lnTo>
                    <a:pt x="305" y="326"/>
                  </a:lnTo>
                  <a:lnTo>
                    <a:pt x="304" y="328"/>
                  </a:lnTo>
                  <a:lnTo>
                    <a:pt x="304" y="328"/>
                  </a:lnTo>
                  <a:lnTo>
                    <a:pt x="304" y="328"/>
                  </a:lnTo>
                  <a:lnTo>
                    <a:pt x="304" y="328"/>
                  </a:lnTo>
                  <a:lnTo>
                    <a:pt x="302" y="330"/>
                  </a:lnTo>
                  <a:lnTo>
                    <a:pt x="302" y="330"/>
                  </a:lnTo>
                  <a:lnTo>
                    <a:pt x="300" y="330"/>
                  </a:lnTo>
                  <a:lnTo>
                    <a:pt x="300" y="330"/>
                  </a:lnTo>
                  <a:lnTo>
                    <a:pt x="298" y="330"/>
                  </a:lnTo>
                  <a:lnTo>
                    <a:pt x="298" y="330"/>
                  </a:lnTo>
                  <a:lnTo>
                    <a:pt x="297" y="330"/>
                  </a:lnTo>
                  <a:lnTo>
                    <a:pt x="297" y="330"/>
                  </a:lnTo>
                  <a:lnTo>
                    <a:pt x="295" y="330"/>
                  </a:lnTo>
                  <a:lnTo>
                    <a:pt x="295" y="330"/>
                  </a:lnTo>
                  <a:lnTo>
                    <a:pt x="293" y="330"/>
                  </a:lnTo>
                  <a:lnTo>
                    <a:pt x="293" y="330"/>
                  </a:lnTo>
                  <a:lnTo>
                    <a:pt x="291" y="330"/>
                  </a:lnTo>
                  <a:lnTo>
                    <a:pt x="291" y="330"/>
                  </a:lnTo>
                  <a:lnTo>
                    <a:pt x="290" y="330"/>
                  </a:lnTo>
                  <a:lnTo>
                    <a:pt x="290" y="330"/>
                  </a:lnTo>
                  <a:lnTo>
                    <a:pt x="288" y="332"/>
                  </a:lnTo>
                  <a:lnTo>
                    <a:pt x="288" y="332"/>
                  </a:lnTo>
                  <a:lnTo>
                    <a:pt x="286" y="333"/>
                  </a:lnTo>
                  <a:lnTo>
                    <a:pt x="286" y="333"/>
                  </a:lnTo>
                  <a:lnTo>
                    <a:pt x="284" y="335"/>
                  </a:lnTo>
                  <a:lnTo>
                    <a:pt x="284" y="335"/>
                  </a:lnTo>
                  <a:lnTo>
                    <a:pt x="283" y="335"/>
                  </a:lnTo>
                  <a:lnTo>
                    <a:pt x="283" y="335"/>
                  </a:lnTo>
                  <a:lnTo>
                    <a:pt x="281" y="337"/>
                  </a:lnTo>
                  <a:lnTo>
                    <a:pt x="281" y="337"/>
                  </a:lnTo>
                  <a:lnTo>
                    <a:pt x="280" y="337"/>
                  </a:lnTo>
                  <a:lnTo>
                    <a:pt x="280" y="337"/>
                  </a:lnTo>
                  <a:lnTo>
                    <a:pt x="278" y="338"/>
                  </a:lnTo>
                  <a:lnTo>
                    <a:pt x="278" y="338"/>
                  </a:lnTo>
                  <a:lnTo>
                    <a:pt x="278" y="338"/>
                  </a:lnTo>
                  <a:lnTo>
                    <a:pt x="278" y="338"/>
                  </a:lnTo>
                  <a:lnTo>
                    <a:pt x="276" y="338"/>
                  </a:lnTo>
                  <a:lnTo>
                    <a:pt x="275" y="338"/>
                  </a:lnTo>
                  <a:lnTo>
                    <a:pt x="273" y="338"/>
                  </a:lnTo>
                  <a:lnTo>
                    <a:pt x="273" y="338"/>
                  </a:lnTo>
                  <a:lnTo>
                    <a:pt x="271" y="338"/>
                  </a:lnTo>
                  <a:lnTo>
                    <a:pt x="270" y="338"/>
                  </a:lnTo>
                  <a:lnTo>
                    <a:pt x="268" y="338"/>
                  </a:lnTo>
                  <a:lnTo>
                    <a:pt x="268" y="338"/>
                  </a:lnTo>
                  <a:lnTo>
                    <a:pt x="266" y="338"/>
                  </a:lnTo>
                  <a:lnTo>
                    <a:pt x="265" y="338"/>
                  </a:lnTo>
                  <a:lnTo>
                    <a:pt x="263" y="338"/>
                  </a:lnTo>
                  <a:lnTo>
                    <a:pt x="263" y="338"/>
                  </a:lnTo>
                  <a:lnTo>
                    <a:pt x="261" y="338"/>
                  </a:lnTo>
                  <a:lnTo>
                    <a:pt x="261" y="338"/>
                  </a:lnTo>
                  <a:lnTo>
                    <a:pt x="260" y="338"/>
                  </a:lnTo>
                  <a:lnTo>
                    <a:pt x="260" y="336"/>
                  </a:lnTo>
                  <a:lnTo>
                    <a:pt x="259" y="336"/>
                  </a:lnTo>
                  <a:lnTo>
                    <a:pt x="259" y="336"/>
                  </a:lnTo>
                  <a:lnTo>
                    <a:pt x="258" y="336"/>
                  </a:lnTo>
                  <a:lnTo>
                    <a:pt x="258" y="334"/>
                  </a:lnTo>
                  <a:lnTo>
                    <a:pt x="256" y="334"/>
                  </a:lnTo>
                  <a:lnTo>
                    <a:pt x="256" y="333"/>
                  </a:lnTo>
                  <a:lnTo>
                    <a:pt x="256" y="333"/>
                  </a:lnTo>
                  <a:lnTo>
                    <a:pt x="256" y="331"/>
                  </a:lnTo>
                  <a:lnTo>
                    <a:pt x="254" y="331"/>
                  </a:lnTo>
                  <a:lnTo>
                    <a:pt x="254" y="331"/>
                  </a:lnTo>
                  <a:lnTo>
                    <a:pt x="253" y="331"/>
                  </a:lnTo>
                  <a:lnTo>
                    <a:pt x="253" y="328"/>
                  </a:lnTo>
                  <a:lnTo>
                    <a:pt x="251" y="328"/>
                  </a:lnTo>
                  <a:lnTo>
                    <a:pt x="251" y="327"/>
                  </a:lnTo>
                  <a:lnTo>
                    <a:pt x="251" y="327"/>
                  </a:lnTo>
                  <a:lnTo>
                    <a:pt x="251" y="326"/>
                  </a:lnTo>
                  <a:lnTo>
                    <a:pt x="249" y="326"/>
                  </a:lnTo>
                  <a:lnTo>
                    <a:pt x="249" y="326"/>
                  </a:lnTo>
                  <a:lnTo>
                    <a:pt x="247" y="326"/>
                  </a:lnTo>
                  <a:lnTo>
                    <a:pt x="247" y="326"/>
                  </a:lnTo>
                  <a:lnTo>
                    <a:pt x="245" y="326"/>
                  </a:lnTo>
                  <a:lnTo>
                    <a:pt x="244" y="326"/>
                  </a:lnTo>
                  <a:lnTo>
                    <a:pt x="242" y="326"/>
                  </a:lnTo>
                  <a:lnTo>
                    <a:pt x="242" y="324"/>
                  </a:lnTo>
                  <a:lnTo>
                    <a:pt x="239" y="324"/>
                  </a:lnTo>
                  <a:lnTo>
                    <a:pt x="238" y="324"/>
                  </a:lnTo>
                  <a:lnTo>
                    <a:pt x="236" y="324"/>
                  </a:lnTo>
                  <a:lnTo>
                    <a:pt x="236" y="322"/>
                  </a:lnTo>
                  <a:lnTo>
                    <a:pt x="234" y="322"/>
                  </a:lnTo>
                  <a:lnTo>
                    <a:pt x="234" y="322"/>
                  </a:lnTo>
                  <a:lnTo>
                    <a:pt x="232" y="322"/>
                  </a:lnTo>
                  <a:lnTo>
                    <a:pt x="232" y="321"/>
                  </a:lnTo>
                  <a:lnTo>
                    <a:pt x="231" y="321"/>
                  </a:lnTo>
                  <a:lnTo>
                    <a:pt x="229" y="321"/>
                  </a:lnTo>
                  <a:lnTo>
                    <a:pt x="227" y="321"/>
                  </a:lnTo>
                  <a:lnTo>
                    <a:pt x="227" y="320"/>
                  </a:lnTo>
                  <a:lnTo>
                    <a:pt x="225" y="320"/>
                  </a:lnTo>
                  <a:lnTo>
                    <a:pt x="225" y="320"/>
                  </a:lnTo>
                  <a:lnTo>
                    <a:pt x="223" y="320"/>
                  </a:lnTo>
                  <a:lnTo>
                    <a:pt x="223" y="318"/>
                  </a:lnTo>
                  <a:lnTo>
                    <a:pt x="222" y="318"/>
                  </a:lnTo>
                  <a:lnTo>
                    <a:pt x="220" y="318"/>
                  </a:lnTo>
                  <a:lnTo>
                    <a:pt x="217" y="318"/>
                  </a:lnTo>
                  <a:lnTo>
                    <a:pt x="216" y="318"/>
                  </a:lnTo>
                  <a:lnTo>
                    <a:pt x="213" y="319"/>
                  </a:lnTo>
                  <a:lnTo>
                    <a:pt x="211" y="319"/>
                  </a:lnTo>
                  <a:lnTo>
                    <a:pt x="207" y="319"/>
                  </a:lnTo>
                  <a:lnTo>
                    <a:pt x="205" y="319"/>
                  </a:lnTo>
                  <a:lnTo>
                    <a:pt x="203" y="320"/>
                  </a:lnTo>
                  <a:lnTo>
                    <a:pt x="203" y="320"/>
                  </a:lnTo>
                  <a:lnTo>
                    <a:pt x="201" y="320"/>
                  </a:lnTo>
                  <a:lnTo>
                    <a:pt x="201" y="320"/>
                  </a:lnTo>
                  <a:lnTo>
                    <a:pt x="200" y="320"/>
                  </a:lnTo>
                  <a:lnTo>
                    <a:pt x="200" y="320"/>
                  </a:lnTo>
                  <a:lnTo>
                    <a:pt x="200" y="320"/>
                  </a:lnTo>
                  <a:lnTo>
                    <a:pt x="200" y="320"/>
                  </a:lnTo>
                  <a:lnTo>
                    <a:pt x="198" y="321"/>
                  </a:lnTo>
                  <a:lnTo>
                    <a:pt x="198" y="321"/>
                  </a:lnTo>
                  <a:lnTo>
                    <a:pt x="197" y="321"/>
                  </a:lnTo>
                  <a:lnTo>
                    <a:pt x="197" y="321"/>
                  </a:lnTo>
                  <a:lnTo>
                    <a:pt x="195" y="321"/>
                  </a:lnTo>
                  <a:lnTo>
                    <a:pt x="195" y="321"/>
                  </a:lnTo>
                  <a:lnTo>
                    <a:pt x="195" y="321"/>
                  </a:lnTo>
                  <a:lnTo>
                    <a:pt x="195" y="321"/>
                  </a:lnTo>
                  <a:lnTo>
                    <a:pt x="194" y="324"/>
                  </a:lnTo>
                  <a:lnTo>
                    <a:pt x="194" y="324"/>
                  </a:lnTo>
                  <a:lnTo>
                    <a:pt x="194" y="326"/>
                  </a:lnTo>
                  <a:lnTo>
                    <a:pt x="194" y="326"/>
                  </a:lnTo>
                  <a:lnTo>
                    <a:pt x="194" y="327"/>
                  </a:lnTo>
                  <a:lnTo>
                    <a:pt x="194" y="327"/>
                  </a:lnTo>
                  <a:lnTo>
                    <a:pt x="194" y="329"/>
                  </a:lnTo>
                  <a:lnTo>
                    <a:pt x="194" y="329"/>
                  </a:lnTo>
                  <a:lnTo>
                    <a:pt x="194" y="331"/>
                  </a:lnTo>
                  <a:lnTo>
                    <a:pt x="194" y="333"/>
                  </a:lnTo>
                  <a:lnTo>
                    <a:pt x="194" y="334"/>
                  </a:lnTo>
                  <a:lnTo>
                    <a:pt x="194" y="334"/>
                  </a:lnTo>
                  <a:lnTo>
                    <a:pt x="194" y="336"/>
                  </a:lnTo>
                  <a:lnTo>
                    <a:pt x="194" y="336"/>
                  </a:lnTo>
                  <a:lnTo>
                    <a:pt x="194" y="336"/>
                  </a:lnTo>
                  <a:lnTo>
                    <a:pt x="194" y="336"/>
                  </a:lnTo>
                  <a:lnTo>
                    <a:pt x="194" y="338"/>
                  </a:lnTo>
                  <a:lnTo>
                    <a:pt x="194" y="338"/>
                  </a:lnTo>
                  <a:lnTo>
                    <a:pt x="194" y="340"/>
                  </a:lnTo>
                  <a:lnTo>
                    <a:pt x="194" y="340"/>
                  </a:lnTo>
                  <a:lnTo>
                    <a:pt x="194" y="342"/>
                  </a:lnTo>
                  <a:lnTo>
                    <a:pt x="194" y="342"/>
                  </a:lnTo>
                  <a:lnTo>
                    <a:pt x="194" y="344"/>
                  </a:lnTo>
                  <a:lnTo>
                    <a:pt x="195" y="344"/>
                  </a:lnTo>
                  <a:lnTo>
                    <a:pt x="195" y="346"/>
                  </a:lnTo>
                  <a:lnTo>
                    <a:pt x="195" y="346"/>
                  </a:lnTo>
                  <a:lnTo>
                    <a:pt x="195" y="348"/>
                  </a:lnTo>
                  <a:lnTo>
                    <a:pt x="195" y="348"/>
                  </a:lnTo>
                  <a:lnTo>
                    <a:pt x="195" y="350"/>
                  </a:lnTo>
                  <a:lnTo>
                    <a:pt x="195" y="350"/>
                  </a:lnTo>
                  <a:lnTo>
                    <a:pt x="195" y="350"/>
                  </a:lnTo>
                  <a:lnTo>
                    <a:pt x="195" y="350"/>
                  </a:lnTo>
                  <a:lnTo>
                    <a:pt x="195" y="352"/>
                  </a:lnTo>
                  <a:lnTo>
                    <a:pt x="195" y="352"/>
                  </a:lnTo>
                  <a:lnTo>
                    <a:pt x="195" y="352"/>
                  </a:lnTo>
                  <a:lnTo>
                    <a:pt x="195" y="352"/>
                  </a:lnTo>
                  <a:lnTo>
                    <a:pt x="195" y="352"/>
                  </a:lnTo>
                  <a:lnTo>
                    <a:pt x="195" y="352"/>
                  </a:lnTo>
                  <a:lnTo>
                    <a:pt x="195" y="352"/>
                  </a:lnTo>
                  <a:lnTo>
                    <a:pt x="195" y="350"/>
                  </a:lnTo>
                  <a:lnTo>
                    <a:pt x="195" y="350"/>
                  </a:lnTo>
                  <a:lnTo>
                    <a:pt x="195" y="350"/>
                  </a:lnTo>
                  <a:lnTo>
                    <a:pt x="195" y="350"/>
                  </a:lnTo>
                  <a:lnTo>
                    <a:pt x="195" y="349"/>
                  </a:lnTo>
                  <a:lnTo>
                    <a:pt x="194" y="349"/>
                  </a:lnTo>
                  <a:lnTo>
                    <a:pt x="194" y="349"/>
                  </a:lnTo>
                  <a:lnTo>
                    <a:pt x="194" y="349"/>
                  </a:lnTo>
                  <a:lnTo>
                    <a:pt x="194" y="348"/>
                  </a:lnTo>
                  <a:lnTo>
                    <a:pt x="192" y="350"/>
                  </a:lnTo>
                  <a:lnTo>
                    <a:pt x="192" y="350"/>
                  </a:lnTo>
                  <a:lnTo>
                    <a:pt x="190" y="350"/>
                  </a:lnTo>
                  <a:lnTo>
                    <a:pt x="190" y="350"/>
                  </a:lnTo>
                  <a:lnTo>
                    <a:pt x="188" y="353"/>
                  </a:lnTo>
                  <a:lnTo>
                    <a:pt x="186" y="353"/>
                  </a:lnTo>
                  <a:lnTo>
                    <a:pt x="184" y="354"/>
                  </a:lnTo>
                  <a:lnTo>
                    <a:pt x="183" y="354"/>
                  </a:lnTo>
                  <a:lnTo>
                    <a:pt x="181" y="356"/>
                  </a:lnTo>
                  <a:lnTo>
                    <a:pt x="179" y="356"/>
                  </a:lnTo>
                  <a:lnTo>
                    <a:pt x="177" y="358"/>
                  </a:lnTo>
                  <a:lnTo>
                    <a:pt x="176" y="358"/>
                  </a:lnTo>
                  <a:lnTo>
                    <a:pt x="173" y="359"/>
                  </a:lnTo>
                  <a:lnTo>
                    <a:pt x="173" y="359"/>
                  </a:lnTo>
                  <a:lnTo>
                    <a:pt x="173" y="359"/>
                  </a:lnTo>
                  <a:lnTo>
                    <a:pt x="173" y="359"/>
                  </a:lnTo>
                  <a:lnTo>
                    <a:pt x="171" y="360"/>
                  </a:lnTo>
                  <a:lnTo>
                    <a:pt x="170" y="360"/>
                  </a:lnTo>
                  <a:lnTo>
                    <a:pt x="168" y="360"/>
                  </a:lnTo>
                  <a:lnTo>
                    <a:pt x="168" y="360"/>
                  </a:lnTo>
                  <a:lnTo>
                    <a:pt x="166" y="360"/>
                  </a:lnTo>
                  <a:lnTo>
                    <a:pt x="166" y="360"/>
                  </a:lnTo>
                  <a:lnTo>
                    <a:pt x="164" y="360"/>
                  </a:lnTo>
                  <a:lnTo>
                    <a:pt x="164" y="360"/>
                  </a:lnTo>
                  <a:lnTo>
                    <a:pt x="162" y="360"/>
                  </a:lnTo>
                  <a:lnTo>
                    <a:pt x="162" y="360"/>
                  </a:lnTo>
                  <a:lnTo>
                    <a:pt x="160" y="360"/>
                  </a:lnTo>
                  <a:lnTo>
                    <a:pt x="160" y="360"/>
                  </a:lnTo>
                  <a:lnTo>
                    <a:pt x="159" y="360"/>
                  </a:lnTo>
                  <a:lnTo>
                    <a:pt x="159" y="360"/>
                  </a:lnTo>
                  <a:lnTo>
                    <a:pt x="159" y="360"/>
                  </a:lnTo>
                  <a:lnTo>
                    <a:pt x="159" y="359"/>
                  </a:lnTo>
                  <a:lnTo>
                    <a:pt x="157" y="359"/>
                  </a:lnTo>
                  <a:lnTo>
                    <a:pt x="157" y="359"/>
                  </a:lnTo>
                  <a:lnTo>
                    <a:pt x="155" y="359"/>
                  </a:lnTo>
                  <a:lnTo>
                    <a:pt x="155" y="359"/>
                  </a:lnTo>
                  <a:lnTo>
                    <a:pt x="153" y="359"/>
                  </a:lnTo>
                  <a:lnTo>
                    <a:pt x="153" y="359"/>
                  </a:lnTo>
                  <a:lnTo>
                    <a:pt x="152" y="359"/>
                  </a:lnTo>
                  <a:lnTo>
                    <a:pt x="152" y="358"/>
                  </a:lnTo>
                  <a:lnTo>
                    <a:pt x="150" y="358"/>
                  </a:lnTo>
                  <a:lnTo>
                    <a:pt x="150" y="358"/>
                  </a:lnTo>
                  <a:lnTo>
                    <a:pt x="150" y="358"/>
                  </a:lnTo>
                  <a:lnTo>
                    <a:pt x="150" y="356"/>
                  </a:lnTo>
                  <a:lnTo>
                    <a:pt x="149" y="356"/>
                  </a:lnTo>
                  <a:lnTo>
                    <a:pt x="149" y="355"/>
                  </a:lnTo>
                  <a:lnTo>
                    <a:pt x="149" y="355"/>
                  </a:lnTo>
                  <a:lnTo>
                    <a:pt x="149" y="353"/>
                  </a:lnTo>
                  <a:lnTo>
                    <a:pt x="148" y="353"/>
                  </a:lnTo>
                  <a:lnTo>
                    <a:pt x="148" y="353"/>
                  </a:lnTo>
                  <a:lnTo>
                    <a:pt x="148" y="353"/>
                  </a:lnTo>
                  <a:lnTo>
                    <a:pt x="148" y="352"/>
                  </a:lnTo>
                  <a:lnTo>
                    <a:pt x="148" y="352"/>
                  </a:lnTo>
                  <a:lnTo>
                    <a:pt x="148" y="350"/>
                  </a:lnTo>
                  <a:lnTo>
                    <a:pt x="148" y="350"/>
                  </a:lnTo>
                  <a:lnTo>
                    <a:pt x="150" y="349"/>
                  </a:lnTo>
                  <a:lnTo>
                    <a:pt x="150" y="349"/>
                  </a:lnTo>
                  <a:lnTo>
                    <a:pt x="150" y="349"/>
                  </a:lnTo>
                  <a:lnTo>
                    <a:pt x="150" y="349"/>
                  </a:lnTo>
                  <a:lnTo>
                    <a:pt x="151" y="347"/>
                  </a:lnTo>
                  <a:lnTo>
                    <a:pt x="151" y="347"/>
                  </a:lnTo>
                  <a:lnTo>
                    <a:pt x="151" y="346"/>
                  </a:lnTo>
                  <a:lnTo>
                    <a:pt x="151" y="346"/>
                  </a:lnTo>
                  <a:lnTo>
                    <a:pt x="151" y="344"/>
                  </a:lnTo>
                  <a:lnTo>
                    <a:pt x="150" y="344"/>
                  </a:lnTo>
                  <a:lnTo>
                    <a:pt x="150" y="344"/>
                  </a:lnTo>
                  <a:lnTo>
                    <a:pt x="150" y="344"/>
                  </a:lnTo>
                  <a:lnTo>
                    <a:pt x="150" y="344"/>
                  </a:lnTo>
                  <a:lnTo>
                    <a:pt x="150" y="344"/>
                  </a:lnTo>
                  <a:lnTo>
                    <a:pt x="150" y="344"/>
                  </a:lnTo>
                  <a:lnTo>
                    <a:pt x="150" y="344"/>
                  </a:lnTo>
                  <a:lnTo>
                    <a:pt x="150" y="342"/>
                  </a:lnTo>
                  <a:lnTo>
                    <a:pt x="148" y="342"/>
                  </a:lnTo>
                  <a:lnTo>
                    <a:pt x="148" y="342"/>
                  </a:lnTo>
                  <a:lnTo>
                    <a:pt x="148" y="342"/>
                  </a:lnTo>
                  <a:lnTo>
                    <a:pt x="148" y="342"/>
                  </a:lnTo>
                  <a:lnTo>
                    <a:pt x="148" y="342"/>
                  </a:lnTo>
                  <a:lnTo>
                    <a:pt x="148" y="342"/>
                  </a:lnTo>
                  <a:lnTo>
                    <a:pt x="148" y="342"/>
                  </a:lnTo>
                  <a:lnTo>
                    <a:pt x="148" y="340"/>
                  </a:lnTo>
                  <a:lnTo>
                    <a:pt x="147" y="342"/>
                  </a:lnTo>
                  <a:lnTo>
                    <a:pt x="147" y="342"/>
                  </a:lnTo>
                  <a:lnTo>
                    <a:pt x="147" y="342"/>
                  </a:lnTo>
                  <a:lnTo>
                    <a:pt x="147" y="342"/>
                  </a:lnTo>
                  <a:lnTo>
                    <a:pt x="147" y="343"/>
                  </a:lnTo>
                  <a:lnTo>
                    <a:pt x="147" y="343"/>
                  </a:lnTo>
                  <a:lnTo>
                    <a:pt x="147" y="343"/>
                  </a:lnTo>
                  <a:lnTo>
                    <a:pt x="147" y="343"/>
                  </a:lnTo>
                  <a:lnTo>
                    <a:pt x="145" y="345"/>
                  </a:lnTo>
                  <a:lnTo>
                    <a:pt x="145" y="345"/>
                  </a:lnTo>
                  <a:lnTo>
                    <a:pt x="145" y="345"/>
                  </a:lnTo>
                  <a:lnTo>
                    <a:pt x="145" y="345"/>
                  </a:lnTo>
                  <a:lnTo>
                    <a:pt x="145" y="345"/>
                  </a:lnTo>
                  <a:lnTo>
                    <a:pt x="145" y="345"/>
                  </a:lnTo>
                  <a:lnTo>
                    <a:pt x="145" y="345"/>
                  </a:lnTo>
                  <a:lnTo>
                    <a:pt x="145" y="345"/>
                  </a:lnTo>
                  <a:lnTo>
                    <a:pt x="143" y="346"/>
                  </a:lnTo>
                  <a:lnTo>
                    <a:pt x="143" y="346"/>
                  </a:lnTo>
                  <a:lnTo>
                    <a:pt x="143" y="346"/>
                  </a:lnTo>
                  <a:lnTo>
                    <a:pt x="143" y="346"/>
                  </a:lnTo>
                  <a:lnTo>
                    <a:pt x="142" y="346"/>
                  </a:lnTo>
                  <a:lnTo>
                    <a:pt x="142" y="346"/>
                  </a:lnTo>
                  <a:lnTo>
                    <a:pt x="142" y="346"/>
                  </a:lnTo>
                  <a:lnTo>
                    <a:pt x="142" y="345"/>
                  </a:lnTo>
                  <a:lnTo>
                    <a:pt x="140" y="345"/>
                  </a:lnTo>
                  <a:lnTo>
                    <a:pt x="140" y="345"/>
                  </a:lnTo>
                  <a:lnTo>
                    <a:pt x="140" y="345"/>
                  </a:lnTo>
                  <a:lnTo>
                    <a:pt x="140" y="344"/>
                  </a:lnTo>
                  <a:lnTo>
                    <a:pt x="139" y="344"/>
                  </a:lnTo>
                  <a:lnTo>
                    <a:pt x="139" y="344"/>
                  </a:lnTo>
                  <a:lnTo>
                    <a:pt x="139" y="344"/>
                  </a:lnTo>
                  <a:lnTo>
                    <a:pt x="139" y="343"/>
                  </a:lnTo>
                  <a:lnTo>
                    <a:pt x="137" y="344"/>
                  </a:lnTo>
                  <a:lnTo>
                    <a:pt x="137" y="344"/>
                  </a:lnTo>
                  <a:lnTo>
                    <a:pt x="137" y="344"/>
                  </a:lnTo>
                  <a:lnTo>
                    <a:pt x="137" y="344"/>
                  </a:lnTo>
                  <a:lnTo>
                    <a:pt x="137" y="344"/>
                  </a:lnTo>
                  <a:lnTo>
                    <a:pt x="137" y="344"/>
                  </a:lnTo>
                  <a:lnTo>
                    <a:pt x="137" y="344"/>
                  </a:lnTo>
                  <a:lnTo>
                    <a:pt x="137" y="344"/>
                  </a:lnTo>
                  <a:lnTo>
                    <a:pt x="136" y="345"/>
                  </a:lnTo>
                  <a:lnTo>
                    <a:pt x="136" y="345"/>
                  </a:lnTo>
                  <a:lnTo>
                    <a:pt x="136" y="345"/>
                  </a:lnTo>
                  <a:lnTo>
                    <a:pt x="136" y="345"/>
                  </a:lnTo>
                  <a:lnTo>
                    <a:pt x="136" y="345"/>
                  </a:lnTo>
                  <a:lnTo>
                    <a:pt x="136" y="345"/>
                  </a:lnTo>
                  <a:lnTo>
                    <a:pt x="136" y="345"/>
                  </a:lnTo>
                  <a:lnTo>
                    <a:pt x="136" y="345"/>
                  </a:lnTo>
                  <a:lnTo>
                    <a:pt x="135" y="345"/>
                  </a:lnTo>
                  <a:lnTo>
                    <a:pt x="135" y="345"/>
                  </a:lnTo>
                  <a:lnTo>
                    <a:pt x="135" y="345"/>
                  </a:lnTo>
                  <a:lnTo>
                    <a:pt x="135" y="345"/>
                  </a:lnTo>
                  <a:lnTo>
                    <a:pt x="135" y="345"/>
                  </a:lnTo>
                  <a:lnTo>
                    <a:pt x="135" y="345"/>
                  </a:lnTo>
                  <a:lnTo>
                    <a:pt x="135" y="345"/>
                  </a:lnTo>
                  <a:lnTo>
                    <a:pt x="135" y="343"/>
                  </a:lnTo>
                  <a:lnTo>
                    <a:pt x="135" y="343"/>
                  </a:lnTo>
                  <a:lnTo>
                    <a:pt x="135" y="343"/>
                  </a:lnTo>
                  <a:lnTo>
                    <a:pt x="135" y="343"/>
                  </a:lnTo>
                  <a:lnTo>
                    <a:pt x="135" y="342"/>
                  </a:lnTo>
                  <a:lnTo>
                    <a:pt x="135" y="342"/>
                  </a:lnTo>
                  <a:lnTo>
                    <a:pt x="135" y="342"/>
                  </a:lnTo>
                  <a:lnTo>
                    <a:pt x="135" y="342"/>
                  </a:lnTo>
                  <a:lnTo>
                    <a:pt x="135" y="340"/>
                  </a:lnTo>
                  <a:lnTo>
                    <a:pt x="134" y="340"/>
                  </a:lnTo>
                  <a:lnTo>
                    <a:pt x="134" y="340"/>
                  </a:lnTo>
                  <a:lnTo>
                    <a:pt x="134" y="340"/>
                  </a:lnTo>
                  <a:lnTo>
                    <a:pt x="134" y="340"/>
                  </a:lnTo>
                  <a:lnTo>
                    <a:pt x="132" y="340"/>
                  </a:lnTo>
                  <a:lnTo>
                    <a:pt x="132" y="340"/>
                  </a:lnTo>
                  <a:lnTo>
                    <a:pt x="132" y="340"/>
                  </a:lnTo>
                  <a:lnTo>
                    <a:pt x="132" y="340"/>
                  </a:lnTo>
                  <a:lnTo>
                    <a:pt x="130" y="340"/>
                  </a:lnTo>
                  <a:lnTo>
                    <a:pt x="130" y="340"/>
                  </a:lnTo>
                  <a:lnTo>
                    <a:pt x="130" y="340"/>
                  </a:lnTo>
                  <a:lnTo>
                    <a:pt x="130" y="340"/>
                  </a:lnTo>
                  <a:lnTo>
                    <a:pt x="130" y="340"/>
                  </a:lnTo>
                  <a:lnTo>
                    <a:pt x="130" y="340"/>
                  </a:lnTo>
                  <a:lnTo>
                    <a:pt x="130" y="340"/>
                  </a:lnTo>
                  <a:lnTo>
                    <a:pt x="130" y="338"/>
                  </a:lnTo>
                  <a:lnTo>
                    <a:pt x="127" y="340"/>
                  </a:lnTo>
                  <a:lnTo>
                    <a:pt x="127" y="340"/>
                  </a:lnTo>
                  <a:lnTo>
                    <a:pt x="127" y="340"/>
                  </a:lnTo>
                  <a:lnTo>
                    <a:pt x="127" y="340"/>
                  </a:lnTo>
                  <a:lnTo>
                    <a:pt x="126" y="341"/>
                  </a:lnTo>
                  <a:lnTo>
                    <a:pt x="126" y="341"/>
                  </a:lnTo>
                  <a:lnTo>
                    <a:pt x="126" y="341"/>
                  </a:lnTo>
                  <a:lnTo>
                    <a:pt x="126" y="341"/>
                  </a:lnTo>
                  <a:lnTo>
                    <a:pt x="125" y="343"/>
                  </a:lnTo>
                  <a:lnTo>
                    <a:pt x="125" y="343"/>
                  </a:lnTo>
                  <a:lnTo>
                    <a:pt x="125" y="343"/>
                  </a:lnTo>
                  <a:lnTo>
                    <a:pt x="125" y="343"/>
                  </a:lnTo>
                  <a:lnTo>
                    <a:pt x="125" y="344"/>
                  </a:lnTo>
                  <a:lnTo>
                    <a:pt x="125" y="344"/>
                  </a:lnTo>
                  <a:lnTo>
                    <a:pt x="125" y="344"/>
                  </a:lnTo>
                  <a:lnTo>
                    <a:pt x="125" y="344"/>
                  </a:lnTo>
                  <a:lnTo>
                    <a:pt x="123" y="344"/>
                  </a:lnTo>
                  <a:lnTo>
                    <a:pt x="123" y="344"/>
                  </a:lnTo>
                  <a:lnTo>
                    <a:pt x="123" y="344"/>
                  </a:lnTo>
                  <a:lnTo>
                    <a:pt x="123" y="344"/>
                  </a:lnTo>
                  <a:lnTo>
                    <a:pt x="123" y="344"/>
                  </a:lnTo>
                  <a:lnTo>
                    <a:pt x="123" y="344"/>
                  </a:lnTo>
                  <a:lnTo>
                    <a:pt x="123" y="344"/>
                  </a:lnTo>
                  <a:lnTo>
                    <a:pt x="123" y="344"/>
                  </a:lnTo>
                  <a:lnTo>
                    <a:pt x="122" y="344"/>
                  </a:lnTo>
                  <a:lnTo>
                    <a:pt x="122" y="344"/>
                  </a:lnTo>
                  <a:lnTo>
                    <a:pt x="122" y="344"/>
                  </a:lnTo>
                  <a:lnTo>
                    <a:pt x="122" y="344"/>
                  </a:lnTo>
                  <a:lnTo>
                    <a:pt x="122" y="344"/>
                  </a:lnTo>
                  <a:lnTo>
                    <a:pt x="122" y="344"/>
                  </a:lnTo>
                  <a:lnTo>
                    <a:pt x="122" y="344"/>
                  </a:lnTo>
                  <a:lnTo>
                    <a:pt x="122" y="343"/>
                  </a:lnTo>
                  <a:lnTo>
                    <a:pt x="122" y="344"/>
                  </a:lnTo>
                  <a:lnTo>
                    <a:pt x="122" y="344"/>
                  </a:lnTo>
                  <a:lnTo>
                    <a:pt x="122" y="344"/>
                  </a:lnTo>
                  <a:lnTo>
                    <a:pt x="122" y="344"/>
                  </a:lnTo>
                  <a:lnTo>
                    <a:pt x="122" y="345"/>
                  </a:lnTo>
                  <a:lnTo>
                    <a:pt x="122" y="345"/>
                  </a:lnTo>
                  <a:lnTo>
                    <a:pt x="122" y="345"/>
                  </a:lnTo>
                  <a:lnTo>
                    <a:pt x="123" y="345"/>
                  </a:lnTo>
                  <a:lnTo>
                    <a:pt x="123" y="347"/>
                  </a:lnTo>
                  <a:lnTo>
                    <a:pt x="123" y="347"/>
                  </a:lnTo>
                  <a:lnTo>
                    <a:pt x="123" y="347"/>
                  </a:lnTo>
                  <a:lnTo>
                    <a:pt x="123" y="347"/>
                  </a:lnTo>
                  <a:lnTo>
                    <a:pt x="123" y="347"/>
                  </a:lnTo>
                  <a:lnTo>
                    <a:pt x="123" y="347"/>
                  </a:lnTo>
                  <a:lnTo>
                    <a:pt x="123" y="347"/>
                  </a:lnTo>
                  <a:lnTo>
                    <a:pt x="124" y="347"/>
                  </a:lnTo>
                  <a:lnTo>
                    <a:pt x="122" y="348"/>
                  </a:lnTo>
                  <a:lnTo>
                    <a:pt x="122" y="348"/>
                  </a:lnTo>
                  <a:lnTo>
                    <a:pt x="122" y="348"/>
                  </a:lnTo>
                  <a:lnTo>
                    <a:pt x="122" y="348"/>
                  </a:lnTo>
                  <a:lnTo>
                    <a:pt x="122" y="349"/>
                  </a:lnTo>
                  <a:lnTo>
                    <a:pt x="122" y="349"/>
                  </a:lnTo>
                  <a:lnTo>
                    <a:pt x="122" y="349"/>
                  </a:lnTo>
                  <a:lnTo>
                    <a:pt x="122" y="349"/>
                  </a:lnTo>
                  <a:lnTo>
                    <a:pt x="120" y="350"/>
                  </a:lnTo>
                  <a:lnTo>
                    <a:pt x="120" y="350"/>
                  </a:lnTo>
                  <a:lnTo>
                    <a:pt x="120" y="350"/>
                  </a:lnTo>
                  <a:lnTo>
                    <a:pt x="120" y="350"/>
                  </a:lnTo>
                  <a:lnTo>
                    <a:pt x="120" y="350"/>
                  </a:lnTo>
                  <a:lnTo>
                    <a:pt x="120" y="350"/>
                  </a:lnTo>
                  <a:lnTo>
                    <a:pt x="120" y="350"/>
                  </a:lnTo>
                  <a:lnTo>
                    <a:pt x="120" y="350"/>
                  </a:lnTo>
                  <a:lnTo>
                    <a:pt x="118" y="350"/>
                  </a:lnTo>
                  <a:lnTo>
                    <a:pt x="118" y="350"/>
                  </a:lnTo>
                  <a:lnTo>
                    <a:pt x="118" y="350"/>
                  </a:lnTo>
                  <a:lnTo>
                    <a:pt x="118" y="350"/>
                  </a:lnTo>
                  <a:lnTo>
                    <a:pt x="117" y="350"/>
                  </a:lnTo>
                  <a:lnTo>
                    <a:pt x="117" y="350"/>
                  </a:lnTo>
                  <a:lnTo>
                    <a:pt x="117" y="350"/>
                  </a:lnTo>
                  <a:lnTo>
                    <a:pt x="117" y="349"/>
                  </a:lnTo>
                  <a:lnTo>
                    <a:pt x="117" y="349"/>
                  </a:lnTo>
                  <a:lnTo>
                    <a:pt x="117" y="349"/>
                  </a:lnTo>
                  <a:lnTo>
                    <a:pt x="117" y="349"/>
                  </a:lnTo>
                  <a:lnTo>
                    <a:pt x="117" y="347"/>
                  </a:lnTo>
                  <a:lnTo>
                    <a:pt x="117" y="347"/>
                  </a:lnTo>
                  <a:lnTo>
                    <a:pt x="117" y="347"/>
                  </a:lnTo>
                  <a:lnTo>
                    <a:pt x="117" y="347"/>
                  </a:lnTo>
                  <a:lnTo>
                    <a:pt x="117" y="345"/>
                  </a:lnTo>
                  <a:lnTo>
                    <a:pt x="117" y="345"/>
                  </a:lnTo>
                  <a:lnTo>
                    <a:pt x="117" y="345"/>
                  </a:lnTo>
                  <a:lnTo>
                    <a:pt x="117" y="345"/>
                  </a:lnTo>
                  <a:lnTo>
                    <a:pt x="117" y="345"/>
                  </a:lnTo>
                  <a:lnTo>
                    <a:pt x="117" y="345"/>
                  </a:lnTo>
                  <a:lnTo>
                    <a:pt x="117" y="345"/>
                  </a:lnTo>
                  <a:lnTo>
                    <a:pt x="117" y="345"/>
                  </a:lnTo>
                  <a:lnTo>
                    <a:pt x="117" y="344"/>
                  </a:lnTo>
                  <a:lnTo>
                    <a:pt x="117" y="344"/>
                  </a:lnTo>
                  <a:lnTo>
                    <a:pt x="117" y="344"/>
                  </a:lnTo>
                  <a:lnTo>
                    <a:pt x="117" y="344"/>
                  </a:lnTo>
                  <a:lnTo>
                    <a:pt x="117" y="344"/>
                  </a:lnTo>
                  <a:lnTo>
                    <a:pt x="117" y="344"/>
                  </a:lnTo>
                  <a:lnTo>
                    <a:pt x="117" y="344"/>
                  </a:lnTo>
                  <a:lnTo>
                    <a:pt x="117" y="344"/>
                  </a:lnTo>
                  <a:lnTo>
                    <a:pt x="117" y="343"/>
                  </a:lnTo>
                  <a:lnTo>
                    <a:pt x="117" y="343"/>
                  </a:lnTo>
                  <a:lnTo>
                    <a:pt x="117" y="343"/>
                  </a:lnTo>
                  <a:lnTo>
                    <a:pt x="117" y="343"/>
                  </a:lnTo>
                  <a:lnTo>
                    <a:pt x="118" y="341"/>
                  </a:lnTo>
                  <a:lnTo>
                    <a:pt x="118" y="341"/>
                  </a:lnTo>
                  <a:lnTo>
                    <a:pt x="118" y="340"/>
                  </a:lnTo>
                  <a:lnTo>
                    <a:pt x="118" y="340"/>
                  </a:lnTo>
                  <a:lnTo>
                    <a:pt x="120" y="338"/>
                  </a:lnTo>
                  <a:lnTo>
                    <a:pt x="120" y="338"/>
                  </a:lnTo>
                  <a:lnTo>
                    <a:pt x="120" y="338"/>
                  </a:lnTo>
                  <a:lnTo>
                    <a:pt x="120" y="338"/>
                  </a:lnTo>
                  <a:lnTo>
                    <a:pt x="122" y="336"/>
                  </a:lnTo>
                  <a:lnTo>
                    <a:pt x="122" y="336"/>
                  </a:lnTo>
                  <a:lnTo>
                    <a:pt x="122" y="336"/>
                  </a:lnTo>
                  <a:lnTo>
                    <a:pt x="122" y="336"/>
                  </a:lnTo>
                  <a:lnTo>
                    <a:pt x="124" y="334"/>
                  </a:lnTo>
                  <a:lnTo>
                    <a:pt x="122" y="335"/>
                  </a:lnTo>
                  <a:lnTo>
                    <a:pt x="121" y="335"/>
                  </a:lnTo>
                  <a:lnTo>
                    <a:pt x="119" y="335"/>
                  </a:lnTo>
                  <a:lnTo>
                    <a:pt x="118" y="335"/>
                  </a:lnTo>
                  <a:lnTo>
                    <a:pt x="115" y="336"/>
                  </a:lnTo>
                  <a:lnTo>
                    <a:pt x="113" y="336"/>
                  </a:lnTo>
                  <a:lnTo>
                    <a:pt x="111" y="336"/>
                  </a:lnTo>
                  <a:lnTo>
                    <a:pt x="109" y="336"/>
                  </a:lnTo>
                  <a:lnTo>
                    <a:pt x="105" y="338"/>
                  </a:lnTo>
                  <a:lnTo>
                    <a:pt x="103" y="338"/>
                  </a:lnTo>
                  <a:lnTo>
                    <a:pt x="100" y="338"/>
                  </a:lnTo>
                  <a:lnTo>
                    <a:pt x="98" y="338"/>
                  </a:lnTo>
                  <a:lnTo>
                    <a:pt x="96" y="339"/>
                  </a:lnTo>
                  <a:lnTo>
                    <a:pt x="94" y="339"/>
                  </a:lnTo>
                  <a:lnTo>
                    <a:pt x="92" y="339"/>
                  </a:lnTo>
                  <a:lnTo>
                    <a:pt x="92" y="339"/>
                  </a:lnTo>
                  <a:lnTo>
                    <a:pt x="90" y="341"/>
                  </a:lnTo>
                  <a:lnTo>
                    <a:pt x="90" y="341"/>
                  </a:lnTo>
                  <a:lnTo>
                    <a:pt x="88" y="341"/>
                  </a:lnTo>
                  <a:lnTo>
                    <a:pt x="88" y="341"/>
                  </a:lnTo>
                  <a:lnTo>
                    <a:pt x="86" y="343"/>
                  </a:lnTo>
                  <a:lnTo>
                    <a:pt x="86" y="343"/>
                  </a:lnTo>
                  <a:lnTo>
                    <a:pt x="86" y="343"/>
                  </a:lnTo>
                  <a:lnTo>
                    <a:pt x="86" y="343"/>
                  </a:lnTo>
                  <a:lnTo>
                    <a:pt x="84" y="344"/>
                  </a:lnTo>
                  <a:lnTo>
                    <a:pt x="84" y="344"/>
                  </a:lnTo>
                  <a:lnTo>
                    <a:pt x="83" y="344"/>
                  </a:lnTo>
                  <a:lnTo>
                    <a:pt x="83" y="344"/>
                  </a:lnTo>
                  <a:lnTo>
                    <a:pt x="82" y="344"/>
                  </a:lnTo>
                  <a:lnTo>
                    <a:pt x="82" y="344"/>
                  </a:lnTo>
                  <a:lnTo>
                    <a:pt x="82" y="344"/>
                  </a:lnTo>
                  <a:lnTo>
                    <a:pt x="82" y="343"/>
                  </a:lnTo>
                  <a:lnTo>
                    <a:pt x="82" y="343"/>
                  </a:lnTo>
                  <a:lnTo>
                    <a:pt x="82" y="343"/>
                  </a:lnTo>
                  <a:lnTo>
                    <a:pt x="82" y="343"/>
                  </a:lnTo>
                  <a:lnTo>
                    <a:pt x="82" y="343"/>
                  </a:lnTo>
                  <a:lnTo>
                    <a:pt x="82" y="343"/>
                  </a:lnTo>
                  <a:lnTo>
                    <a:pt x="82" y="343"/>
                  </a:lnTo>
                  <a:lnTo>
                    <a:pt x="82" y="343"/>
                  </a:lnTo>
                  <a:lnTo>
                    <a:pt x="82" y="341"/>
                  </a:lnTo>
                  <a:lnTo>
                    <a:pt x="82" y="341"/>
                  </a:lnTo>
                  <a:lnTo>
                    <a:pt x="82" y="341"/>
                  </a:lnTo>
                  <a:lnTo>
                    <a:pt x="82" y="341"/>
                  </a:lnTo>
                  <a:lnTo>
                    <a:pt x="83" y="339"/>
                  </a:lnTo>
                  <a:lnTo>
                    <a:pt x="83" y="339"/>
                  </a:lnTo>
                  <a:lnTo>
                    <a:pt x="83" y="338"/>
                  </a:lnTo>
                  <a:lnTo>
                    <a:pt x="83" y="338"/>
                  </a:lnTo>
                  <a:lnTo>
                    <a:pt x="85" y="336"/>
                  </a:lnTo>
                  <a:lnTo>
                    <a:pt x="85" y="338"/>
                  </a:lnTo>
                  <a:lnTo>
                    <a:pt x="85" y="338"/>
                  </a:lnTo>
                  <a:lnTo>
                    <a:pt x="85" y="338"/>
                  </a:lnTo>
                  <a:lnTo>
                    <a:pt x="86" y="338"/>
                  </a:lnTo>
                  <a:lnTo>
                    <a:pt x="86" y="338"/>
                  </a:lnTo>
                  <a:lnTo>
                    <a:pt x="86" y="338"/>
                  </a:lnTo>
                  <a:lnTo>
                    <a:pt x="86" y="338"/>
                  </a:lnTo>
                  <a:lnTo>
                    <a:pt x="88" y="338"/>
                  </a:lnTo>
                  <a:lnTo>
                    <a:pt x="88" y="338"/>
                  </a:lnTo>
                  <a:lnTo>
                    <a:pt x="88" y="338"/>
                  </a:lnTo>
                  <a:lnTo>
                    <a:pt x="88" y="338"/>
                  </a:lnTo>
                  <a:lnTo>
                    <a:pt x="89" y="338"/>
                  </a:lnTo>
                  <a:lnTo>
                    <a:pt x="89" y="338"/>
                  </a:lnTo>
                  <a:lnTo>
                    <a:pt x="89" y="338"/>
                  </a:lnTo>
                  <a:lnTo>
                    <a:pt x="89" y="338"/>
                  </a:lnTo>
                  <a:lnTo>
                    <a:pt x="91" y="336"/>
                  </a:lnTo>
                  <a:lnTo>
                    <a:pt x="91" y="336"/>
                  </a:lnTo>
                  <a:lnTo>
                    <a:pt x="91" y="336"/>
                  </a:lnTo>
                  <a:lnTo>
                    <a:pt x="91" y="336"/>
                  </a:lnTo>
                  <a:lnTo>
                    <a:pt x="91" y="336"/>
                  </a:lnTo>
                  <a:lnTo>
                    <a:pt x="91" y="336"/>
                  </a:lnTo>
                  <a:lnTo>
                    <a:pt x="91" y="336"/>
                  </a:lnTo>
                  <a:lnTo>
                    <a:pt x="91" y="336"/>
                  </a:lnTo>
                  <a:lnTo>
                    <a:pt x="91" y="334"/>
                  </a:lnTo>
                  <a:lnTo>
                    <a:pt x="91" y="334"/>
                  </a:lnTo>
                  <a:lnTo>
                    <a:pt x="91" y="334"/>
                  </a:lnTo>
                  <a:lnTo>
                    <a:pt x="91" y="334"/>
                  </a:lnTo>
                  <a:lnTo>
                    <a:pt x="91" y="333"/>
                  </a:lnTo>
                  <a:lnTo>
                    <a:pt x="91" y="333"/>
                  </a:lnTo>
                  <a:lnTo>
                    <a:pt x="91" y="333"/>
                  </a:lnTo>
                  <a:lnTo>
                    <a:pt x="91" y="333"/>
                  </a:lnTo>
                  <a:lnTo>
                    <a:pt x="92" y="331"/>
                  </a:lnTo>
                  <a:lnTo>
                    <a:pt x="90" y="332"/>
                  </a:lnTo>
                  <a:lnTo>
                    <a:pt x="90" y="332"/>
                  </a:lnTo>
                  <a:lnTo>
                    <a:pt x="89" y="332"/>
                  </a:lnTo>
                  <a:lnTo>
                    <a:pt x="89" y="332"/>
                  </a:lnTo>
                  <a:lnTo>
                    <a:pt x="88" y="332"/>
                  </a:lnTo>
                  <a:lnTo>
                    <a:pt x="88" y="332"/>
                  </a:lnTo>
                  <a:lnTo>
                    <a:pt x="86" y="332"/>
                  </a:lnTo>
                  <a:lnTo>
                    <a:pt x="86" y="332"/>
                  </a:lnTo>
                  <a:lnTo>
                    <a:pt x="84" y="333"/>
                  </a:lnTo>
                  <a:lnTo>
                    <a:pt x="84" y="333"/>
                  </a:lnTo>
                  <a:lnTo>
                    <a:pt x="82" y="333"/>
                  </a:lnTo>
                  <a:lnTo>
                    <a:pt x="82" y="333"/>
                  </a:lnTo>
                  <a:lnTo>
                    <a:pt x="82" y="333"/>
                  </a:lnTo>
                  <a:lnTo>
                    <a:pt x="82" y="333"/>
                  </a:lnTo>
                  <a:lnTo>
                    <a:pt x="82" y="333"/>
                  </a:lnTo>
                  <a:lnTo>
                    <a:pt x="82" y="333"/>
                  </a:lnTo>
                  <a:lnTo>
                    <a:pt x="82" y="333"/>
                  </a:lnTo>
                  <a:lnTo>
                    <a:pt x="82" y="333"/>
                  </a:lnTo>
                  <a:lnTo>
                    <a:pt x="82" y="333"/>
                  </a:lnTo>
                  <a:lnTo>
                    <a:pt x="82" y="332"/>
                  </a:lnTo>
                  <a:lnTo>
                    <a:pt x="82" y="332"/>
                  </a:lnTo>
                  <a:lnTo>
                    <a:pt x="82" y="331"/>
                  </a:lnTo>
                  <a:lnTo>
                    <a:pt x="82" y="331"/>
                  </a:lnTo>
                  <a:lnTo>
                    <a:pt x="82" y="328"/>
                  </a:lnTo>
                  <a:lnTo>
                    <a:pt x="82" y="328"/>
                  </a:lnTo>
                  <a:lnTo>
                    <a:pt x="82" y="328"/>
                  </a:lnTo>
                  <a:lnTo>
                    <a:pt x="82" y="328"/>
                  </a:lnTo>
                  <a:lnTo>
                    <a:pt x="82" y="326"/>
                  </a:lnTo>
                  <a:lnTo>
                    <a:pt x="82" y="326"/>
                  </a:lnTo>
                  <a:lnTo>
                    <a:pt x="82" y="326"/>
                  </a:lnTo>
                  <a:lnTo>
                    <a:pt x="82" y="326"/>
                  </a:lnTo>
                  <a:lnTo>
                    <a:pt x="82" y="324"/>
                  </a:lnTo>
                  <a:lnTo>
                    <a:pt x="81" y="325"/>
                  </a:lnTo>
                  <a:lnTo>
                    <a:pt x="81" y="325"/>
                  </a:lnTo>
                  <a:lnTo>
                    <a:pt x="81" y="325"/>
                  </a:lnTo>
                  <a:lnTo>
                    <a:pt x="81" y="325"/>
                  </a:lnTo>
                  <a:lnTo>
                    <a:pt x="79" y="326"/>
                  </a:lnTo>
                  <a:lnTo>
                    <a:pt x="79" y="326"/>
                  </a:lnTo>
                  <a:lnTo>
                    <a:pt x="79" y="326"/>
                  </a:lnTo>
                  <a:lnTo>
                    <a:pt x="79" y="326"/>
                  </a:lnTo>
                  <a:lnTo>
                    <a:pt x="77" y="328"/>
                  </a:lnTo>
                  <a:lnTo>
                    <a:pt x="77" y="328"/>
                  </a:lnTo>
                  <a:lnTo>
                    <a:pt x="77" y="328"/>
                  </a:lnTo>
                  <a:lnTo>
                    <a:pt x="77" y="328"/>
                  </a:lnTo>
                  <a:lnTo>
                    <a:pt x="76" y="328"/>
                  </a:lnTo>
                  <a:lnTo>
                    <a:pt x="76" y="328"/>
                  </a:lnTo>
                  <a:lnTo>
                    <a:pt x="76" y="328"/>
                  </a:lnTo>
                  <a:lnTo>
                    <a:pt x="76" y="328"/>
                  </a:lnTo>
                  <a:lnTo>
                    <a:pt x="75" y="328"/>
                  </a:lnTo>
                  <a:lnTo>
                    <a:pt x="75" y="328"/>
                  </a:lnTo>
                  <a:lnTo>
                    <a:pt x="75" y="328"/>
                  </a:lnTo>
                  <a:lnTo>
                    <a:pt x="75" y="327"/>
                  </a:lnTo>
                  <a:lnTo>
                    <a:pt x="75" y="327"/>
                  </a:lnTo>
                  <a:lnTo>
                    <a:pt x="75" y="326"/>
                  </a:lnTo>
                  <a:lnTo>
                    <a:pt x="75" y="326"/>
                  </a:lnTo>
                  <a:lnTo>
                    <a:pt x="75" y="324"/>
                  </a:lnTo>
                  <a:lnTo>
                    <a:pt x="74" y="324"/>
                  </a:lnTo>
                  <a:lnTo>
                    <a:pt x="74" y="322"/>
                  </a:lnTo>
                  <a:lnTo>
                    <a:pt x="74" y="322"/>
                  </a:lnTo>
                  <a:lnTo>
                    <a:pt x="74" y="320"/>
                  </a:lnTo>
                  <a:lnTo>
                    <a:pt x="73" y="320"/>
                  </a:lnTo>
                  <a:lnTo>
                    <a:pt x="73" y="320"/>
                  </a:lnTo>
                  <a:lnTo>
                    <a:pt x="73" y="320"/>
                  </a:lnTo>
                  <a:lnTo>
                    <a:pt x="73" y="318"/>
                  </a:lnTo>
                  <a:lnTo>
                    <a:pt x="73" y="318"/>
                  </a:lnTo>
                  <a:lnTo>
                    <a:pt x="73" y="318"/>
                  </a:lnTo>
                  <a:lnTo>
                    <a:pt x="73" y="318"/>
                  </a:lnTo>
                  <a:lnTo>
                    <a:pt x="73" y="318"/>
                  </a:lnTo>
                  <a:lnTo>
                    <a:pt x="73" y="318"/>
                  </a:lnTo>
                  <a:lnTo>
                    <a:pt x="73" y="318"/>
                  </a:lnTo>
                  <a:lnTo>
                    <a:pt x="73" y="318"/>
                  </a:lnTo>
                  <a:lnTo>
                    <a:pt x="73" y="317"/>
                  </a:lnTo>
                  <a:lnTo>
                    <a:pt x="73" y="317"/>
                  </a:lnTo>
                  <a:lnTo>
                    <a:pt x="73" y="317"/>
                  </a:lnTo>
                  <a:lnTo>
                    <a:pt x="73" y="317"/>
                  </a:lnTo>
                  <a:lnTo>
                    <a:pt x="73" y="317"/>
                  </a:lnTo>
                  <a:lnTo>
                    <a:pt x="73" y="317"/>
                  </a:lnTo>
                  <a:lnTo>
                    <a:pt x="73" y="317"/>
                  </a:lnTo>
                  <a:lnTo>
                    <a:pt x="73" y="317"/>
                  </a:lnTo>
                  <a:lnTo>
                    <a:pt x="73" y="316"/>
                  </a:lnTo>
                  <a:lnTo>
                    <a:pt x="73" y="316"/>
                  </a:lnTo>
                  <a:lnTo>
                    <a:pt x="73" y="316"/>
                  </a:lnTo>
                  <a:lnTo>
                    <a:pt x="73" y="316"/>
                  </a:lnTo>
                  <a:lnTo>
                    <a:pt x="73" y="316"/>
                  </a:lnTo>
                  <a:lnTo>
                    <a:pt x="73" y="316"/>
                  </a:lnTo>
                  <a:lnTo>
                    <a:pt x="73" y="316"/>
                  </a:lnTo>
                  <a:lnTo>
                    <a:pt x="73" y="316"/>
                  </a:lnTo>
                  <a:lnTo>
                    <a:pt x="73" y="314"/>
                  </a:lnTo>
                  <a:lnTo>
                    <a:pt x="73" y="314"/>
                  </a:lnTo>
                  <a:lnTo>
                    <a:pt x="73" y="314"/>
                  </a:lnTo>
                  <a:lnTo>
                    <a:pt x="73" y="314"/>
                  </a:lnTo>
                  <a:lnTo>
                    <a:pt x="73" y="313"/>
                  </a:lnTo>
                  <a:lnTo>
                    <a:pt x="73" y="313"/>
                  </a:lnTo>
                  <a:lnTo>
                    <a:pt x="73" y="313"/>
                  </a:lnTo>
                  <a:lnTo>
                    <a:pt x="73" y="313"/>
                  </a:lnTo>
                  <a:lnTo>
                    <a:pt x="73" y="312"/>
                  </a:lnTo>
                  <a:lnTo>
                    <a:pt x="73" y="312"/>
                  </a:lnTo>
                  <a:lnTo>
                    <a:pt x="73" y="312"/>
                  </a:lnTo>
                  <a:lnTo>
                    <a:pt x="73" y="312"/>
                  </a:lnTo>
                  <a:lnTo>
                    <a:pt x="73" y="310"/>
                  </a:lnTo>
                  <a:lnTo>
                    <a:pt x="73" y="310"/>
                  </a:lnTo>
                  <a:lnTo>
                    <a:pt x="73" y="309"/>
                  </a:lnTo>
                  <a:lnTo>
                    <a:pt x="73" y="309"/>
                  </a:lnTo>
                  <a:lnTo>
                    <a:pt x="75" y="307"/>
                  </a:lnTo>
                  <a:lnTo>
                    <a:pt x="75" y="307"/>
                  </a:lnTo>
                  <a:lnTo>
                    <a:pt x="75" y="307"/>
                  </a:lnTo>
                  <a:lnTo>
                    <a:pt x="75" y="307"/>
                  </a:lnTo>
                  <a:lnTo>
                    <a:pt x="76" y="305"/>
                  </a:lnTo>
                  <a:lnTo>
                    <a:pt x="76" y="305"/>
                  </a:lnTo>
                  <a:lnTo>
                    <a:pt x="76" y="305"/>
                  </a:lnTo>
                  <a:lnTo>
                    <a:pt x="76" y="305"/>
                  </a:lnTo>
                  <a:lnTo>
                    <a:pt x="76" y="303"/>
                  </a:lnTo>
                  <a:lnTo>
                    <a:pt x="75" y="303"/>
                  </a:lnTo>
                  <a:lnTo>
                    <a:pt x="75" y="303"/>
                  </a:lnTo>
                  <a:lnTo>
                    <a:pt x="74" y="303"/>
                  </a:lnTo>
                  <a:lnTo>
                    <a:pt x="74" y="303"/>
                  </a:lnTo>
                  <a:lnTo>
                    <a:pt x="72" y="303"/>
                  </a:lnTo>
                  <a:lnTo>
                    <a:pt x="72" y="303"/>
                  </a:lnTo>
                  <a:lnTo>
                    <a:pt x="70" y="303"/>
                  </a:lnTo>
                  <a:lnTo>
                    <a:pt x="70" y="302"/>
                  </a:lnTo>
                  <a:lnTo>
                    <a:pt x="68" y="302"/>
                  </a:lnTo>
                  <a:lnTo>
                    <a:pt x="67" y="302"/>
                  </a:lnTo>
                  <a:lnTo>
                    <a:pt x="65" y="302"/>
                  </a:lnTo>
                  <a:lnTo>
                    <a:pt x="65" y="302"/>
                  </a:lnTo>
                  <a:lnTo>
                    <a:pt x="63" y="302"/>
                  </a:lnTo>
                  <a:lnTo>
                    <a:pt x="63" y="302"/>
                  </a:lnTo>
                  <a:lnTo>
                    <a:pt x="63" y="302"/>
                  </a:lnTo>
                  <a:lnTo>
                    <a:pt x="63" y="300"/>
                  </a:lnTo>
                  <a:lnTo>
                    <a:pt x="61" y="300"/>
                  </a:lnTo>
                  <a:lnTo>
                    <a:pt x="61" y="300"/>
                  </a:lnTo>
                  <a:lnTo>
                    <a:pt x="61" y="300"/>
                  </a:lnTo>
                  <a:lnTo>
                    <a:pt x="61" y="300"/>
                  </a:lnTo>
                  <a:lnTo>
                    <a:pt x="60" y="300"/>
                  </a:lnTo>
                  <a:lnTo>
                    <a:pt x="60" y="300"/>
                  </a:lnTo>
                  <a:lnTo>
                    <a:pt x="60" y="300"/>
                  </a:lnTo>
                  <a:lnTo>
                    <a:pt x="60" y="299"/>
                  </a:lnTo>
                  <a:lnTo>
                    <a:pt x="59" y="299"/>
                  </a:lnTo>
                  <a:lnTo>
                    <a:pt x="59" y="299"/>
                  </a:lnTo>
                  <a:lnTo>
                    <a:pt x="59" y="299"/>
                  </a:lnTo>
                  <a:lnTo>
                    <a:pt x="59" y="298"/>
                  </a:lnTo>
                  <a:lnTo>
                    <a:pt x="59" y="298"/>
                  </a:lnTo>
                  <a:lnTo>
                    <a:pt x="59" y="298"/>
                  </a:lnTo>
                  <a:lnTo>
                    <a:pt x="59" y="298"/>
                  </a:lnTo>
                  <a:lnTo>
                    <a:pt x="59" y="297"/>
                  </a:lnTo>
                  <a:lnTo>
                    <a:pt x="58" y="299"/>
                  </a:lnTo>
                  <a:lnTo>
                    <a:pt x="58" y="299"/>
                  </a:lnTo>
                  <a:lnTo>
                    <a:pt x="58" y="299"/>
                  </a:lnTo>
                  <a:lnTo>
                    <a:pt x="58" y="299"/>
                  </a:lnTo>
                  <a:lnTo>
                    <a:pt x="57" y="299"/>
                  </a:lnTo>
                  <a:lnTo>
                    <a:pt x="57" y="299"/>
                  </a:lnTo>
                  <a:lnTo>
                    <a:pt x="57" y="299"/>
                  </a:lnTo>
                  <a:lnTo>
                    <a:pt x="57" y="298"/>
                  </a:lnTo>
                  <a:lnTo>
                    <a:pt x="56" y="298"/>
                  </a:lnTo>
                  <a:lnTo>
                    <a:pt x="56" y="298"/>
                  </a:lnTo>
                  <a:lnTo>
                    <a:pt x="56" y="298"/>
                  </a:lnTo>
                  <a:lnTo>
                    <a:pt x="56" y="298"/>
                  </a:lnTo>
                  <a:lnTo>
                    <a:pt x="56" y="298"/>
                  </a:lnTo>
                  <a:lnTo>
                    <a:pt x="56" y="298"/>
                  </a:lnTo>
                  <a:lnTo>
                    <a:pt x="56" y="298"/>
                  </a:lnTo>
                  <a:lnTo>
                    <a:pt x="56" y="297"/>
                  </a:lnTo>
                  <a:lnTo>
                    <a:pt x="54" y="297"/>
                  </a:lnTo>
                  <a:lnTo>
                    <a:pt x="54" y="297"/>
                  </a:lnTo>
                  <a:lnTo>
                    <a:pt x="54" y="297"/>
                  </a:lnTo>
                  <a:lnTo>
                    <a:pt x="54" y="296"/>
                  </a:lnTo>
                  <a:lnTo>
                    <a:pt x="52" y="296"/>
                  </a:lnTo>
                  <a:lnTo>
                    <a:pt x="52" y="296"/>
                  </a:lnTo>
                  <a:lnTo>
                    <a:pt x="51" y="296"/>
                  </a:lnTo>
                  <a:lnTo>
                    <a:pt x="51" y="296"/>
                  </a:lnTo>
                  <a:lnTo>
                    <a:pt x="49" y="297"/>
                  </a:lnTo>
                  <a:lnTo>
                    <a:pt x="49" y="297"/>
                  </a:lnTo>
                  <a:lnTo>
                    <a:pt x="47" y="297"/>
                  </a:lnTo>
                  <a:lnTo>
                    <a:pt x="47" y="297"/>
                  </a:lnTo>
                  <a:lnTo>
                    <a:pt x="47" y="297"/>
                  </a:lnTo>
                  <a:lnTo>
                    <a:pt x="47" y="297"/>
                  </a:lnTo>
                  <a:lnTo>
                    <a:pt x="47" y="297"/>
                  </a:lnTo>
                  <a:lnTo>
                    <a:pt x="47" y="297"/>
                  </a:lnTo>
                  <a:lnTo>
                    <a:pt x="45" y="297"/>
                  </a:lnTo>
                  <a:lnTo>
                    <a:pt x="45" y="297"/>
                  </a:lnTo>
                  <a:lnTo>
                    <a:pt x="45" y="297"/>
                  </a:lnTo>
                  <a:lnTo>
                    <a:pt x="45" y="297"/>
                  </a:lnTo>
                  <a:lnTo>
                    <a:pt x="43" y="297"/>
                  </a:lnTo>
                  <a:lnTo>
                    <a:pt x="43" y="297"/>
                  </a:lnTo>
                  <a:lnTo>
                    <a:pt x="43" y="297"/>
                  </a:lnTo>
                  <a:lnTo>
                    <a:pt x="43" y="297"/>
                  </a:lnTo>
                  <a:lnTo>
                    <a:pt x="42" y="297"/>
                  </a:lnTo>
                  <a:lnTo>
                    <a:pt x="42" y="297"/>
                  </a:lnTo>
                  <a:lnTo>
                    <a:pt x="42" y="297"/>
                  </a:lnTo>
                  <a:lnTo>
                    <a:pt x="42" y="297"/>
                  </a:lnTo>
                  <a:lnTo>
                    <a:pt x="42" y="297"/>
                  </a:lnTo>
                  <a:lnTo>
                    <a:pt x="42" y="297"/>
                  </a:lnTo>
                  <a:lnTo>
                    <a:pt x="42" y="297"/>
                  </a:lnTo>
                  <a:lnTo>
                    <a:pt x="42" y="297"/>
                  </a:lnTo>
                  <a:lnTo>
                    <a:pt x="39" y="299"/>
                  </a:lnTo>
                  <a:lnTo>
                    <a:pt x="39" y="299"/>
                  </a:lnTo>
                  <a:lnTo>
                    <a:pt x="39" y="299"/>
                  </a:lnTo>
                  <a:lnTo>
                    <a:pt x="39" y="299"/>
                  </a:lnTo>
                  <a:lnTo>
                    <a:pt x="39" y="299"/>
                  </a:lnTo>
                  <a:lnTo>
                    <a:pt x="39" y="299"/>
                  </a:lnTo>
                  <a:lnTo>
                    <a:pt x="39" y="299"/>
                  </a:lnTo>
                  <a:lnTo>
                    <a:pt x="39" y="299"/>
                  </a:lnTo>
                  <a:lnTo>
                    <a:pt x="38" y="299"/>
                  </a:lnTo>
                  <a:lnTo>
                    <a:pt x="38" y="299"/>
                  </a:lnTo>
                  <a:lnTo>
                    <a:pt x="38" y="299"/>
                  </a:lnTo>
                  <a:lnTo>
                    <a:pt x="38" y="299"/>
                  </a:lnTo>
                  <a:lnTo>
                    <a:pt x="38" y="299"/>
                  </a:lnTo>
                  <a:lnTo>
                    <a:pt x="38" y="299"/>
                  </a:lnTo>
                  <a:lnTo>
                    <a:pt x="38" y="299"/>
                  </a:lnTo>
                  <a:lnTo>
                    <a:pt x="38" y="297"/>
                  </a:lnTo>
                  <a:lnTo>
                    <a:pt x="37" y="297"/>
                  </a:lnTo>
                  <a:lnTo>
                    <a:pt x="37" y="297"/>
                  </a:lnTo>
                  <a:lnTo>
                    <a:pt x="37" y="297"/>
                  </a:lnTo>
                  <a:lnTo>
                    <a:pt x="37" y="297"/>
                  </a:lnTo>
                  <a:lnTo>
                    <a:pt x="36" y="297"/>
                  </a:lnTo>
                  <a:lnTo>
                    <a:pt x="36" y="297"/>
                  </a:lnTo>
                  <a:lnTo>
                    <a:pt x="36" y="297"/>
                  </a:lnTo>
                  <a:lnTo>
                    <a:pt x="36" y="296"/>
                  </a:lnTo>
                  <a:lnTo>
                    <a:pt x="35" y="296"/>
                  </a:lnTo>
                  <a:lnTo>
                    <a:pt x="35" y="296"/>
                  </a:lnTo>
                  <a:lnTo>
                    <a:pt x="35" y="296"/>
                  </a:lnTo>
                  <a:lnTo>
                    <a:pt x="35" y="296"/>
                  </a:lnTo>
                  <a:lnTo>
                    <a:pt x="35" y="296"/>
                  </a:lnTo>
                  <a:lnTo>
                    <a:pt x="35" y="296"/>
                  </a:lnTo>
                  <a:lnTo>
                    <a:pt x="35" y="296"/>
                  </a:lnTo>
                  <a:lnTo>
                    <a:pt x="35" y="294"/>
                  </a:lnTo>
                  <a:lnTo>
                    <a:pt x="35" y="294"/>
                  </a:lnTo>
                  <a:lnTo>
                    <a:pt x="35" y="294"/>
                  </a:lnTo>
                  <a:lnTo>
                    <a:pt x="35" y="294"/>
                  </a:lnTo>
                  <a:lnTo>
                    <a:pt x="36" y="293"/>
                  </a:lnTo>
                  <a:lnTo>
                    <a:pt x="36" y="293"/>
                  </a:lnTo>
                  <a:lnTo>
                    <a:pt x="36" y="293"/>
                  </a:lnTo>
                  <a:lnTo>
                    <a:pt x="36" y="293"/>
                  </a:lnTo>
                  <a:lnTo>
                    <a:pt x="38" y="292"/>
                  </a:lnTo>
                  <a:lnTo>
                    <a:pt x="38" y="292"/>
                  </a:lnTo>
                  <a:lnTo>
                    <a:pt x="38" y="292"/>
                  </a:lnTo>
                  <a:lnTo>
                    <a:pt x="38" y="292"/>
                  </a:lnTo>
                  <a:lnTo>
                    <a:pt x="39" y="292"/>
                  </a:lnTo>
                  <a:lnTo>
                    <a:pt x="39" y="292"/>
                  </a:lnTo>
                  <a:lnTo>
                    <a:pt x="40" y="292"/>
                  </a:lnTo>
                  <a:lnTo>
                    <a:pt x="40" y="292"/>
                  </a:lnTo>
                  <a:lnTo>
                    <a:pt x="42" y="290"/>
                  </a:lnTo>
                  <a:lnTo>
                    <a:pt x="40" y="290"/>
                  </a:lnTo>
                  <a:lnTo>
                    <a:pt x="40" y="290"/>
                  </a:lnTo>
                  <a:lnTo>
                    <a:pt x="39" y="290"/>
                  </a:lnTo>
                  <a:lnTo>
                    <a:pt x="39" y="290"/>
                  </a:lnTo>
                  <a:lnTo>
                    <a:pt x="38" y="290"/>
                  </a:lnTo>
                  <a:lnTo>
                    <a:pt x="38" y="289"/>
                  </a:lnTo>
                  <a:lnTo>
                    <a:pt x="38" y="289"/>
                  </a:lnTo>
                  <a:lnTo>
                    <a:pt x="38" y="287"/>
                  </a:lnTo>
                  <a:lnTo>
                    <a:pt x="36" y="287"/>
                  </a:lnTo>
                  <a:lnTo>
                    <a:pt x="36" y="287"/>
                  </a:lnTo>
                  <a:lnTo>
                    <a:pt x="36" y="287"/>
                  </a:lnTo>
                  <a:lnTo>
                    <a:pt x="36" y="285"/>
                  </a:lnTo>
                  <a:lnTo>
                    <a:pt x="35" y="285"/>
                  </a:lnTo>
                  <a:lnTo>
                    <a:pt x="35" y="284"/>
                  </a:lnTo>
                  <a:lnTo>
                    <a:pt x="35" y="284"/>
                  </a:lnTo>
                  <a:lnTo>
                    <a:pt x="35" y="283"/>
                  </a:lnTo>
                  <a:lnTo>
                    <a:pt x="35" y="283"/>
                  </a:lnTo>
                  <a:lnTo>
                    <a:pt x="35" y="283"/>
                  </a:lnTo>
                  <a:lnTo>
                    <a:pt x="35" y="283"/>
                  </a:lnTo>
                  <a:lnTo>
                    <a:pt x="35" y="282"/>
                  </a:lnTo>
                  <a:lnTo>
                    <a:pt x="35" y="282"/>
                  </a:lnTo>
                  <a:lnTo>
                    <a:pt x="35" y="282"/>
                  </a:lnTo>
                  <a:lnTo>
                    <a:pt x="35" y="282"/>
                  </a:lnTo>
                  <a:lnTo>
                    <a:pt x="35" y="280"/>
                  </a:lnTo>
                  <a:lnTo>
                    <a:pt x="35" y="280"/>
                  </a:lnTo>
                  <a:lnTo>
                    <a:pt x="35" y="280"/>
                  </a:lnTo>
                  <a:lnTo>
                    <a:pt x="35" y="280"/>
                  </a:lnTo>
                  <a:lnTo>
                    <a:pt x="35" y="277"/>
                  </a:lnTo>
                  <a:lnTo>
                    <a:pt x="35" y="277"/>
                  </a:lnTo>
                  <a:lnTo>
                    <a:pt x="35" y="276"/>
                  </a:lnTo>
                  <a:lnTo>
                    <a:pt x="35" y="276"/>
                  </a:lnTo>
                  <a:lnTo>
                    <a:pt x="36" y="274"/>
                  </a:lnTo>
                  <a:lnTo>
                    <a:pt x="36" y="275"/>
                  </a:lnTo>
                  <a:lnTo>
                    <a:pt x="36" y="275"/>
                  </a:lnTo>
                  <a:lnTo>
                    <a:pt x="36" y="275"/>
                  </a:lnTo>
                  <a:lnTo>
                    <a:pt x="36" y="275"/>
                  </a:lnTo>
                  <a:lnTo>
                    <a:pt x="36" y="277"/>
                  </a:lnTo>
                  <a:lnTo>
                    <a:pt x="36" y="277"/>
                  </a:lnTo>
                  <a:lnTo>
                    <a:pt x="36" y="277"/>
                  </a:lnTo>
                  <a:lnTo>
                    <a:pt x="38" y="277"/>
                  </a:lnTo>
                  <a:lnTo>
                    <a:pt x="38" y="280"/>
                  </a:lnTo>
                  <a:lnTo>
                    <a:pt x="38" y="280"/>
                  </a:lnTo>
                  <a:lnTo>
                    <a:pt x="38" y="280"/>
                  </a:lnTo>
                  <a:lnTo>
                    <a:pt x="39" y="280"/>
                  </a:lnTo>
                  <a:lnTo>
                    <a:pt x="39" y="280"/>
                  </a:lnTo>
                  <a:lnTo>
                    <a:pt x="39" y="280"/>
                  </a:lnTo>
                  <a:lnTo>
                    <a:pt x="39" y="280"/>
                  </a:lnTo>
                  <a:lnTo>
                    <a:pt x="41" y="280"/>
                  </a:lnTo>
                  <a:lnTo>
                    <a:pt x="40" y="282"/>
                  </a:lnTo>
                  <a:lnTo>
                    <a:pt x="40" y="282"/>
                  </a:lnTo>
                  <a:lnTo>
                    <a:pt x="40" y="283"/>
                  </a:lnTo>
                  <a:lnTo>
                    <a:pt x="41" y="283"/>
                  </a:lnTo>
                  <a:lnTo>
                    <a:pt x="41" y="285"/>
                  </a:lnTo>
                  <a:lnTo>
                    <a:pt x="42" y="285"/>
                  </a:lnTo>
                  <a:lnTo>
                    <a:pt x="42" y="286"/>
                  </a:lnTo>
                  <a:lnTo>
                    <a:pt x="44" y="286"/>
                  </a:lnTo>
                  <a:lnTo>
                    <a:pt x="44" y="288"/>
                  </a:lnTo>
                  <a:lnTo>
                    <a:pt x="45" y="288"/>
                  </a:lnTo>
                  <a:lnTo>
                    <a:pt x="45" y="289"/>
                  </a:lnTo>
                  <a:lnTo>
                    <a:pt x="47" y="289"/>
                  </a:lnTo>
                  <a:lnTo>
                    <a:pt x="47" y="290"/>
                  </a:lnTo>
                  <a:lnTo>
                    <a:pt x="48" y="290"/>
                  </a:lnTo>
                  <a:lnTo>
                    <a:pt x="48" y="290"/>
                  </a:lnTo>
                  <a:lnTo>
                    <a:pt x="50" y="290"/>
                  </a:lnTo>
                  <a:lnTo>
                    <a:pt x="50" y="290"/>
                  </a:lnTo>
                  <a:lnTo>
                    <a:pt x="50" y="290"/>
                  </a:lnTo>
                  <a:lnTo>
                    <a:pt x="50" y="290"/>
                  </a:lnTo>
                  <a:lnTo>
                    <a:pt x="50" y="290"/>
                  </a:lnTo>
                  <a:lnTo>
                    <a:pt x="50" y="290"/>
                  </a:lnTo>
                  <a:lnTo>
                    <a:pt x="50" y="290"/>
                  </a:lnTo>
                  <a:lnTo>
                    <a:pt x="50" y="290"/>
                  </a:lnTo>
                  <a:lnTo>
                    <a:pt x="50" y="289"/>
                  </a:lnTo>
                  <a:lnTo>
                    <a:pt x="50" y="289"/>
                  </a:lnTo>
                  <a:lnTo>
                    <a:pt x="50" y="289"/>
                  </a:lnTo>
                  <a:lnTo>
                    <a:pt x="50" y="289"/>
                  </a:lnTo>
                  <a:lnTo>
                    <a:pt x="50" y="288"/>
                  </a:lnTo>
                  <a:lnTo>
                    <a:pt x="50" y="288"/>
                  </a:lnTo>
                  <a:lnTo>
                    <a:pt x="50" y="288"/>
                  </a:lnTo>
                  <a:lnTo>
                    <a:pt x="50" y="288"/>
                  </a:lnTo>
                  <a:lnTo>
                    <a:pt x="50" y="287"/>
                  </a:lnTo>
                  <a:lnTo>
                    <a:pt x="50" y="287"/>
                  </a:lnTo>
                  <a:lnTo>
                    <a:pt x="50" y="287"/>
                  </a:lnTo>
                  <a:lnTo>
                    <a:pt x="50" y="287"/>
                  </a:lnTo>
                  <a:lnTo>
                    <a:pt x="52" y="287"/>
                  </a:lnTo>
                  <a:lnTo>
                    <a:pt x="52" y="287"/>
                  </a:lnTo>
                  <a:lnTo>
                    <a:pt x="52" y="287"/>
                  </a:lnTo>
                  <a:lnTo>
                    <a:pt x="52" y="287"/>
                  </a:lnTo>
                  <a:lnTo>
                    <a:pt x="54" y="285"/>
                  </a:lnTo>
                  <a:lnTo>
                    <a:pt x="54" y="285"/>
                  </a:lnTo>
                  <a:lnTo>
                    <a:pt x="54" y="285"/>
                  </a:lnTo>
                  <a:lnTo>
                    <a:pt x="54" y="285"/>
                  </a:lnTo>
                  <a:lnTo>
                    <a:pt x="56" y="285"/>
                  </a:lnTo>
                  <a:lnTo>
                    <a:pt x="56" y="285"/>
                  </a:lnTo>
                  <a:lnTo>
                    <a:pt x="56" y="285"/>
                  </a:lnTo>
                  <a:lnTo>
                    <a:pt x="56" y="285"/>
                  </a:lnTo>
                  <a:lnTo>
                    <a:pt x="58" y="284"/>
                  </a:lnTo>
                  <a:lnTo>
                    <a:pt x="56" y="284"/>
                  </a:lnTo>
                  <a:lnTo>
                    <a:pt x="56" y="284"/>
                  </a:lnTo>
                  <a:lnTo>
                    <a:pt x="56" y="284"/>
                  </a:lnTo>
                  <a:lnTo>
                    <a:pt x="56" y="284"/>
                  </a:lnTo>
                  <a:lnTo>
                    <a:pt x="55" y="284"/>
                  </a:lnTo>
                  <a:lnTo>
                    <a:pt x="55" y="284"/>
                  </a:lnTo>
                  <a:lnTo>
                    <a:pt x="55" y="284"/>
                  </a:lnTo>
                  <a:lnTo>
                    <a:pt x="55" y="283"/>
                  </a:lnTo>
                  <a:lnTo>
                    <a:pt x="54" y="283"/>
                  </a:lnTo>
                  <a:lnTo>
                    <a:pt x="54" y="283"/>
                  </a:lnTo>
                  <a:lnTo>
                    <a:pt x="54" y="283"/>
                  </a:lnTo>
                  <a:lnTo>
                    <a:pt x="54" y="283"/>
                  </a:lnTo>
                  <a:lnTo>
                    <a:pt x="54" y="283"/>
                  </a:lnTo>
                  <a:lnTo>
                    <a:pt x="54" y="283"/>
                  </a:lnTo>
                  <a:lnTo>
                    <a:pt x="54" y="283"/>
                  </a:lnTo>
                  <a:lnTo>
                    <a:pt x="54" y="282"/>
                  </a:lnTo>
                  <a:lnTo>
                    <a:pt x="52" y="282"/>
                  </a:lnTo>
                  <a:lnTo>
                    <a:pt x="52" y="282"/>
                  </a:lnTo>
                  <a:lnTo>
                    <a:pt x="51" y="282"/>
                  </a:lnTo>
                  <a:lnTo>
                    <a:pt x="51" y="280"/>
                  </a:lnTo>
                  <a:lnTo>
                    <a:pt x="49" y="280"/>
                  </a:lnTo>
                  <a:lnTo>
                    <a:pt x="49" y="280"/>
                  </a:lnTo>
                  <a:lnTo>
                    <a:pt x="48" y="280"/>
                  </a:lnTo>
                  <a:lnTo>
                    <a:pt x="48" y="278"/>
                  </a:lnTo>
                  <a:lnTo>
                    <a:pt x="46" y="278"/>
                  </a:lnTo>
                  <a:lnTo>
                    <a:pt x="46" y="278"/>
                  </a:lnTo>
                  <a:lnTo>
                    <a:pt x="45" y="278"/>
                  </a:lnTo>
                  <a:lnTo>
                    <a:pt x="45" y="276"/>
                  </a:lnTo>
                  <a:lnTo>
                    <a:pt x="45" y="276"/>
                  </a:lnTo>
                  <a:lnTo>
                    <a:pt x="45" y="275"/>
                  </a:lnTo>
                  <a:lnTo>
                    <a:pt x="45" y="275"/>
                  </a:lnTo>
                  <a:lnTo>
                    <a:pt x="45" y="274"/>
                  </a:lnTo>
                  <a:lnTo>
                    <a:pt x="45" y="274"/>
                  </a:lnTo>
                  <a:lnTo>
                    <a:pt x="45" y="274"/>
                  </a:lnTo>
                  <a:lnTo>
                    <a:pt x="45" y="274"/>
                  </a:lnTo>
                  <a:lnTo>
                    <a:pt x="45" y="274"/>
                  </a:lnTo>
                  <a:lnTo>
                    <a:pt x="45" y="274"/>
                  </a:lnTo>
                  <a:lnTo>
                    <a:pt x="45" y="274"/>
                  </a:lnTo>
                  <a:lnTo>
                    <a:pt x="45" y="274"/>
                  </a:lnTo>
                  <a:lnTo>
                    <a:pt x="47" y="274"/>
                  </a:lnTo>
                  <a:lnTo>
                    <a:pt x="47" y="274"/>
                  </a:lnTo>
                  <a:lnTo>
                    <a:pt x="47" y="274"/>
                  </a:lnTo>
                  <a:lnTo>
                    <a:pt x="47" y="274"/>
                  </a:lnTo>
                  <a:lnTo>
                    <a:pt x="48" y="274"/>
                  </a:lnTo>
                  <a:lnTo>
                    <a:pt x="48" y="274"/>
                  </a:lnTo>
                  <a:lnTo>
                    <a:pt x="48" y="274"/>
                  </a:lnTo>
                  <a:lnTo>
                    <a:pt x="48" y="274"/>
                  </a:lnTo>
                  <a:lnTo>
                    <a:pt x="50" y="273"/>
                  </a:lnTo>
                  <a:lnTo>
                    <a:pt x="50" y="273"/>
                  </a:lnTo>
                  <a:lnTo>
                    <a:pt x="50" y="272"/>
                  </a:lnTo>
                  <a:lnTo>
                    <a:pt x="50" y="272"/>
                  </a:lnTo>
                  <a:lnTo>
                    <a:pt x="52" y="270"/>
                  </a:lnTo>
                  <a:lnTo>
                    <a:pt x="52" y="270"/>
                  </a:lnTo>
                  <a:lnTo>
                    <a:pt x="52" y="268"/>
                  </a:lnTo>
                  <a:lnTo>
                    <a:pt x="52" y="268"/>
                  </a:lnTo>
                  <a:lnTo>
                    <a:pt x="54" y="267"/>
                  </a:lnTo>
                  <a:lnTo>
                    <a:pt x="54" y="267"/>
                  </a:lnTo>
                  <a:lnTo>
                    <a:pt x="54" y="267"/>
                  </a:lnTo>
                  <a:lnTo>
                    <a:pt x="54" y="267"/>
                  </a:lnTo>
                  <a:lnTo>
                    <a:pt x="54" y="265"/>
                  </a:lnTo>
                  <a:lnTo>
                    <a:pt x="54" y="265"/>
                  </a:lnTo>
                  <a:lnTo>
                    <a:pt x="54" y="264"/>
                  </a:lnTo>
                  <a:lnTo>
                    <a:pt x="54" y="264"/>
                  </a:lnTo>
                  <a:lnTo>
                    <a:pt x="56" y="262"/>
                  </a:lnTo>
                  <a:lnTo>
                    <a:pt x="54" y="262"/>
                  </a:lnTo>
                  <a:lnTo>
                    <a:pt x="54" y="262"/>
                  </a:lnTo>
                  <a:lnTo>
                    <a:pt x="54" y="262"/>
                  </a:lnTo>
                  <a:lnTo>
                    <a:pt x="54" y="262"/>
                  </a:lnTo>
                  <a:lnTo>
                    <a:pt x="54" y="262"/>
                  </a:lnTo>
                  <a:lnTo>
                    <a:pt x="54" y="262"/>
                  </a:lnTo>
                  <a:lnTo>
                    <a:pt x="54" y="262"/>
                  </a:lnTo>
                  <a:lnTo>
                    <a:pt x="54" y="261"/>
                  </a:lnTo>
                  <a:lnTo>
                    <a:pt x="52" y="261"/>
                  </a:lnTo>
                  <a:lnTo>
                    <a:pt x="52" y="261"/>
                  </a:lnTo>
                  <a:lnTo>
                    <a:pt x="52" y="261"/>
                  </a:lnTo>
                  <a:lnTo>
                    <a:pt x="52" y="261"/>
                  </a:lnTo>
                  <a:lnTo>
                    <a:pt x="51" y="261"/>
                  </a:lnTo>
                  <a:lnTo>
                    <a:pt x="51" y="261"/>
                  </a:lnTo>
                  <a:lnTo>
                    <a:pt x="51" y="261"/>
                  </a:lnTo>
                  <a:lnTo>
                    <a:pt x="51" y="259"/>
                  </a:lnTo>
                  <a:lnTo>
                    <a:pt x="50" y="260"/>
                  </a:lnTo>
                  <a:lnTo>
                    <a:pt x="50" y="260"/>
                  </a:lnTo>
                  <a:lnTo>
                    <a:pt x="50" y="260"/>
                  </a:lnTo>
                  <a:lnTo>
                    <a:pt x="50" y="260"/>
                  </a:lnTo>
                  <a:lnTo>
                    <a:pt x="50" y="260"/>
                  </a:lnTo>
                  <a:lnTo>
                    <a:pt x="50" y="260"/>
                  </a:lnTo>
                  <a:lnTo>
                    <a:pt x="50" y="260"/>
                  </a:lnTo>
                  <a:lnTo>
                    <a:pt x="50" y="260"/>
                  </a:lnTo>
                  <a:lnTo>
                    <a:pt x="50" y="260"/>
                  </a:lnTo>
                  <a:lnTo>
                    <a:pt x="50" y="260"/>
                  </a:lnTo>
                  <a:lnTo>
                    <a:pt x="50" y="260"/>
                  </a:lnTo>
                  <a:lnTo>
                    <a:pt x="50" y="260"/>
                  </a:lnTo>
                  <a:lnTo>
                    <a:pt x="50" y="260"/>
                  </a:lnTo>
                  <a:lnTo>
                    <a:pt x="50" y="260"/>
                  </a:lnTo>
                  <a:lnTo>
                    <a:pt x="50" y="260"/>
                  </a:lnTo>
                  <a:lnTo>
                    <a:pt x="50" y="260"/>
                  </a:lnTo>
                  <a:lnTo>
                    <a:pt x="49" y="260"/>
                  </a:lnTo>
                  <a:lnTo>
                    <a:pt x="49" y="260"/>
                  </a:lnTo>
                  <a:lnTo>
                    <a:pt x="49" y="260"/>
                  </a:lnTo>
                  <a:lnTo>
                    <a:pt x="49" y="260"/>
                  </a:lnTo>
                  <a:lnTo>
                    <a:pt x="47" y="260"/>
                  </a:lnTo>
                  <a:lnTo>
                    <a:pt x="47" y="260"/>
                  </a:lnTo>
                  <a:lnTo>
                    <a:pt x="47" y="260"/>
                  </a:lnTo>
                  <a:lnTo>
                    <a:pt x="47" y="259"/>
                  </a:lnTo>
                  <a:lnTo>
                    <a:pt x="45" y="259"/>
                  </a:lnTo>
                  <a:lnTo>
                    <a:pt x="45" y="259"/>
                  </a:lnTo>
                  <a:lnTo>
                    <a:pt x="44" y="259"/>
                  </a:lnTo>
                  <a:lnTo>
                    <a:pt x="44" y="259"/>
                  </a:lnTo>
                  <a:lnTo>
                    <a:pt x="42" y="259"/>
                  </a:lnTo>
                  <a:lnTo>
                    <a:pt x="42" y="259"/>
                  </a:lnTo>
                  <a:lnTo>
                    <a:pt x="42" y="259"/>
                  </a:lnTo>
                  <a:lnTo>
                    <a:pt x="42" y="258"/>
                  </a:lnTo>
                  <a:lnTo>
                    <a:pt x="42" y="258"/>
                  </a:lnTo>
                  <a:lnTo>
                    <a:pt x="42" y="258"/>
                  </a:lnTo>
                  <a:lnTo>
                    <a:pt x="42" y="258"/>
                  </a:lnTo>
                  <a:lnTo>
                    <a:pt x="43" y="258"/>
                  </a:lnTo>
                  <a:lnTo>
                    <a:pt x="43" y="258"/>
                  </a:lnTo>
                  <a:lnTo>
                    <a:pt x="43" y="258"/>
                  </a:lnTo>
                  <a:lnTo>
                    <a:pt x="43" y="258"/>
                  </a:lnTo>
                  <a:lnTo>
                    <a:pt x="45" y="255"/>
                  </a:lnTo>
                  <a:lnTo>
                    <a:pt x="45" y="255"/>
                  </a:lnTo>
                  <a:lnTo>
                    <a:pt x="45" y="255"/>
                  </a:lnTo>
                  <a:lnTo>
                    <a:pt x="45" y="255"/>
                  </a:lnTo>
                  <a:lnTo>
                    <a:pt x="45" y="255"/>
                  </a:lnTo>
                  <a:lnTo>
                    <a:pt x="45" y="255"/>
                  </a:lnTo>
                  <a:lnTo>
                    <a:pt x="45" y="255"/>
                  </a:lnTo>
                  <a:lnTo>
                    <a:pt x="45" y="255"/>
                  </a:lnTo>
                  <a:lnTo>
                    <a:pt x="47" y="253"/>
                  </a:lnTo>
                  <a:lnTo>
                    <a:pt x="45" y="253"/>
                  </a:lnTo>
                  <a:lnTo>
                    <a:pt x="45" y="253"/>
                  </a:lnTo>
                  <a:lnTo>
                    <a:pt x="45" y="253"/>
                  </a:lnTo>
                  <a:lnTo>
                    <a:pt x="45" y="253"/>
                  </a:lnTo>
                  <a:lnTo>
                    <a:pt x="45" y="253"/>
                  </a:lnTo>
                  <a:lnTo>
                    <a:pt x="45" y="253"/>
                  </a:lnTo>
                  <a:lnTo>
                    <a:pt x="45" y="253"/>
                  </a:lnTo>
                  <a:lnTo>
                    <a:pt x="45" y="253"/>
                  </a:lnTo>
                  <a:lnTo>
                    <a:pt x="45" y="253"/>
                  </a:lnTo>
                  <a:lnTo>
                    <a:pt x="45" y="253"/>
                  </a:lnTo>
                  <a:lnTo>
                    <a:pt x="45" y="253"/>
                  </a:lnTo>
                  <a:lnTo>
                    <a:pt x="45" y="253"/>
                  </a:lnTo>
                  <a:lnTo>
                    <a:pt x="45" y="253"/>
                  </a:lnTo>
                  <a:lnTo>
                    <a:pt x="45" y="253"/>
                  </a:lnTo>
                  <a:lnTo>
                    <a:pt x="45" y="253"/>
                  </a:lnTo>
                  <a:lnTo>
                    <a:pt x="45" y="253"/>
                  </a:lnTo>
                  <a:lnTo>
                    <a:pt x="44" y="253"/>
                  </a:lnTo>
                  <a:lnTo>
                    <a:pt x="44" y="253"/>
                  </a:lnTo>
                  <a:lnTo>
                    <a:pt x="44" y="253"/>
                  </a:lnTo>
                  <a:lnTo>
                    <a:pt x="44" y="253"/>
                  </a:lnTo>
                  <a:lnTo>
                    <a:pt x="42" y="253"/>
                  </a:lnTo>
                  <a:lnTo>
                    <a:pt x="42" y="253"/>
                  </a:lnTo>
                  <a:lnTo>
                    <a:pt x="42" y="253"/>
                  </a:lnTo>
                  <a:lnTo>
                    <a:pt x="42" y="253"/>
                  </a:lnTo>
                  <a:lnTo>
                    <a:pt x="41" y="253"/>
                  </a:lnTo>
                  <a:lnTo>
                    <a:pt x="41" y="253"/>
                  </a:lnTo>
                  <a:lnTo>
                    <a:pt x="41" y="253"/>
                  </a:lnTo>
                  <a:lnTo>
                    <a:pt x="41" y="253"/>
                  </a:lnTo>
                  <a:lnTo>
                    <a:pt x="41" y="253"/>
                  </a:lnTo>
                  <a:lnTo>
                    <a:pt x="41" y="253"/>
                  </a:lnTo>
                  <a:lnTo>
                    <a:pt x="41" y="253"/>
                  </a:lnTo>
                  <a:lnTo>
                    <a:pt x="41" y="253"/>
                  </a:lnTo>
                  <a:lnTo>
                    <a:pt x="40" y="253"/>
                  </a:lnTo>
                  <a:lnTo>
                    <a:pt x="40" y="253"/>
                  </a:lnTo>
                  <a:lnTo>
                    <a:pt x="40" y="253"/>
                  </a:lnTo>
                  <a:lnTo>
                    <a:pt x="40" y="253"/>
                  </a:lnTo>
                  <a:lnTo>
                    <a:pt x="40" y="253"/>
                  </a:lnTo>
                  <a:lnTo>
                    <a:pt x="40" y="253"/>
                  </a:lnTo>
                  <a:lnTo>
                    <a:pt x="40" y="253"/>
                  </a:lnTo>
                  <a:lnTo>
                    <a:pt x="40" y="252"/>
                  </a:lnTo>
                  <a:lnTo>
                    <a:pt x="40" y="252"/>
                  </a:lnTo>
                  <a:lnTo>
                    <a:pt x="40" y="252"/>
                  </a:lnTo>
                  <a:lnTo>
                    <a:pt x="40" y="252"/>
                  </a:lnTo>
                  <a:lnTo>
                    <a:pt x="40" y="250"/>
                  </a:lnTo>
                  <a:lnTo>
                    <a:pt x="40" y="250"/>
                  </a:lnTo>
                  <a:lnTo>
                    <a:pt x="40" y="250"/>
                  </a:lnTo>
                  <a:lnTo>
                    <a:pt x="40" y="250"/>
                  </a:lnTo>
                  <a:lnTo>
                    <a:pt x="40" y="249"/>
                  </a:lnTo>
                  <a:lnTo>
                    <a:pt x="39" y="249"/>
                  </a:lnTo>
                  <a:lnTo>
                    <a:pt x="39" y="249"/>
                  </a:lnTo>
                  <a:lnTo>
                    <a:pt x="39" y="249"/>
                  </a:lnTo>
                  <a:lnTo>
                    <a:pt x="39" y="249"/>
                  </a:lnTo>
                  <a:lnTo>
                    <a:pt x="38" y="249"/>
                  </a:lnTo>
                  <a:lnTo>
                    <a:pt x="38" y="249"/>
                  </a:lnTo>
                  <a:lnTo>
                    <a:pt x="38" y="249"/>
                  </a:lnTo>
                  <a:lnTo>
                    <a:pt x="38" y="248"/>
                  </a:lnTo>
                  <a:lnTo>
                    <a:pt x="37" y="248"/>
                  </a:lnTo>
                  <a:lnTo>
                    <a:pt x="37" y="248"/>
                  </a:lnTo>
                  <a:lnTo>
                    <a:pt x="37" y="248"/>
                  </a:lnTo>
                  <a:lnTo>
                    <a:pt x="37" y="248"/>
                  </a:lnTo>
                  <a:lnTo>
                    <a:pt x="37" y="248"/>
                  </a:lnTo>
                  <a:lnTo>
                    <a:pt x="37" y="248"/>
                  </a:lnTo>
                  <a:lnTo>
                    <a:pt x="37" y="248"/>
                  </a:lnTo>
                  <a:lnTo>
                    <a:pt x="37" y="247"/>
                  </a:lnTo>
                  <a:lnTo>
                    <a:pt x="37" y="247"/>
                  </a:lnTo>
                  <a:lnTo>
                    <a:pt x="37" y="247"/>
                  </a:lnTo>
                  <a:lnTo>
                    <a:pt x="37" y="247"/>
                  </a:lnTo>
                  <a:lnTo>
                    <a:pt x="37" y="247"/>
                  </a:lnTo>
                  <a:lnTo>
                    <a:pt x="37" y="247"/>
                  </a:lnTo>
                  <a:lnTo>
                    <a:pt x="37" y="247"/>
                  </a:lnTo>
                  <a:lnTo>
                    <a:pt x="37" y="247"/>
                  </a:lnTo>
                  <a:lnTo>
                    <a:pt x="37" y="247"/>
                  </a:lnTo>
                  <a:lnTo>
                    <a:pt x="37" y="247"/>
                  </a:lnTo>
                  <a:lnTo>
                    <a:pt x="37" y="247"/>
                  </a:lnTo>
                  <a:lnTo>
                    <a:pt x="37" y="247"/>
                  </a:lnTo>
                  <a:lnTo>
                    <a:pt x="37" y="247"/>
                  </a:lnTo>
                  <a:lnTo>
                    <a:pt x="37" y="247"/>
                  </a:lnTo>
                  <a:lnTo>
                    <a:pt x="37" y="247"/>
                  </a:lnTo>
                  <a:lnTo>
                    <a:pt x="37" y="247"/>
                  </a:lnTo>
                  <a:lnTo>
                    <a:pt x="38" y="245"/>
                  </a:lnTo>
                  <a:lnTo>
                    <a:pt x="38" y="245"/>
                  </a:lnTo>
                  <a:lnTo>
                    <a:pt x="38" y="245"/>
                  </a:lnTo>
                  <a:lnTo>
                    <a:pt x="38" y="245"/>
                  </a:lnTo>
                  <a:lnTo>
                    <a:pt x="38" y="245"/>
                  </a:lnTo>
                  <a:lnTo>
                    <a:pt x="38" y="245"/>
                  </a:lnTo>
                  <a:lnTo>
                    <a:pt x="38" y="245"/>
                  </a:lnTo>
                  <a:lnTo>
                    <a:pt x="38" y="245"/>
                  </a:lnTo>
                  <a:lnTo>
                    <a:pt x="38" y="243"/>
                  </a:lnTo>
                  <a:lnTo>
                    <a:pt x="38" y="243"/>
                  </a:lnTo>
                  <a:lnTo>
                    <a:pt x="38" y="243"/>
                  </a:lnTo>
                  <a:lnTo>
                    <a:pt x="38" y="243"/>
                  </a:lnTo>
                  <a:lnTo>
                    <a:pt x="38" y="241"/>
                  </a:lnTo>
                  <a:lnTo>
                    <a:pt x="38" y="241"/>
                  </a:lnTo>
                  <a:lnTo>
                    <a:pt x="38" y="241"/>
                  </a:lnTo>
                  <a:lnTo>
                    <a:pt x="38" y="241"/>
                  </a:lnTo>
                  <a:lnTo>
                    <a:pt x="40" y="239"/>
                  </a:lnTo>
                  <a:lnTo>
                    <a:pt x="40" y="239"/>
                  </a:lnTo>
                  <a:lnTo>
                    <a:pt x="40" y="239"/>
                  </a:lnTo>
                  <a:lnTo>
                    <a:pt x="40" y="239"/>
                  </a:lnTo>
                  <a:lnTo>
                    <a:pt x="40" y="239"/>
                  </a:lnTo>
                  <a:lnTo>
                    <a:pt x="40" y="239"/>
                  </a:lnTo>
                  <a:lnTo>
                    <a:pt x="40" y="239"/>
                  </a:lnTo>
                  <a:lnTo>
                    <a:pt x="40" y="239"/>
                  </a:lnTo>
                  <a:lnTo>
                    <a:pt x="42" y="239"/>
                  </a:lnTo>
                  <a:lnTo>
                    <a:pt x="42" y="239"/>
                  </a:lnTo>
                  <a:lnTo>
                    <a:pt x="42" y="239"/>
                  </a:lnTo>
                  <a:lnTo>
                    <a:pt x="42" y="239"/>
                  </a:lnTo>
                  <a:lnTo>
                    <a:pt x="44" y="239"/>
                  </a:lnTo>
                  <a:lnTo>
                    <a:pt x="44" y="239"/>
                  </a:lnTo>
                  <a:lnTo>
                    <a:pt x="44" y="239"/>
                  </a:lnTo>
                  <a:lnTo>
                    <a:pt x="44" y="239"/>
                  </a:lnTo>
                  <a:lnTo>
                    <a:pt x="45" y="239"/>
                  </a:lnTo>
                  <a:lnTo>
                    <a:pt x="45" y="239"/>
                  </a:lnTo>
                  <a:lnTo>
                    <a:pt x="45" y="239"/>
                  </a:lnTo>
                  <a:lnTo>
                    <a:pt x="45" y="239"/>
                  </a:lnTo>
                  <a:lnTo>
                    <a:pt x="45" y="239"/>
                  </a:lnTo>
                  <a:lnTo>
                    <a:pt x="45" y="239"/>
                  </a:lnTo>
                  <a:lnTo>
                    <a:pt x="45" y="239"/>
                  </a:lnTo>
                  <a:lnTo>
                    <a:pt x="45" y="239"/>
                  </a:lnTo>
                  <a:lnTo>
                    <a:pt x="45" y="237"/>
                  </a:lnTo>
                  <a:lnTo>
                    <a:pt x="45" y="237"/>
                  </a:lnTo>
                  <a:lnTo>
                    <a:pt x="45" y="237"/>
                  </a:lnTo>
                  <a:lnTo>
                    <a:pt x="45" y="237"/>
                  </a:lnTo>
                  <a:lnTo>
                    <a:pt x="45" y="237"/>
                  </a:lnTo>
                  <a:lnTo>
                    <a:pt x="45" y="237"/>
                  </a:lnTo>
                  <a:lnTo>
                    <a:pt x="45" y="237"/>
                  </a:lnTo>
                  <a:lnTo>
                    <a:pt x="45" y="237"/>
                  </a:lnTo>
                  <a:lnTo>
                    <a:pt x="45" y="236"/>
                  </a:lnTo>
                  <a:lnTo>
                    <a:pt x="43" y="236"/>
                  </a:lnTo>
                  <a:lnTo>
                    <a:pt x="43" y="236"/>
                  </a:lnTo>
                  <a:lnTo>
                    <a:pt x="41" y="236"/>
                  </a:lnTo>
                  <a:lnTo>
                    <a:pt x="41" y="236"/>
                  </a:lnTo>
                  <a:lnTo>
                    <a:pt x="39" y="237"/>
                  </a:lnTo>
                  <a:lnTo>
                    <a:pt x="39" y="237"/>
                  </a:lnTo>
                  <a:lnTo>
                    <a:pt x="38" y="237"/>
                  </a:lnTo>
                  <a:lnTo>
                    <a:pt x="38" y="237"/>
                  </a:lnTo>
                  <a:lnTo>
                    <a:pt x="36" y="239"/>
                  </a:lnTo>
                  <a:lnTo>
                    <a:pt x="36" y="239"/>
                  </a:lnTo>
                  <a:lnTo>
                    <a:pt x="34" y="239"/>
                  </a:lnTo>
                  <a:lnTo>
                    <a:pt x="34" y="239"/>
                  </a:lnTo>
                  <a:lnTo>
                    <a:pt x="32" y="239"/>
                  </a:lnTo>
                  <a:lnTo>
                    <a:pt x="32" y="239"/>
                  </a:lnTo>
                  <a:lnTo>
                    <a:pt x="32" y="239"/>
                  </a:lnTo>
                  <a:lnTo>
                    <a:pt x="32" y="239"/>
                  </a:lnTo>
                  <a:lnTo>
                    <a:pt x="30" y="240"/>
                  </a:lnTo>
                  <a:lnTo>
                    <a:pt x="30" y="240"/>
                  </a:lnTo>
                  <a:lnTo>
                    <a:pt x="29" y="240"/>
                  </a:lnTo>
                  <a:lnTo>
                    <a:pt x="29" y="240"/>
                  </a:lnTo>
                  <a:lnTo>
                    <a:pt x="27" y="241"/>
                  </a:lnTo>
                  <a:lnTo>
                    <a:pt x="27" y="241"/>
                  </a:lnTo>
                  <a:lnTo>
                    <a:pt x="27" y="241"/>
                  </a:lnTo>
                  <a:lnTo>
                    <a:pt x="27" y="241"/>
                  </a:lnTo>
                  <a:lnTo>
                    <a:pt x="25" y="243"/>
                  </a:lnTo>
                  <a:lnTo>
                    <a:pt x="25" y="243"/>
                  </a:lnTo>
                  <a:lnTo>
                    <a:pt x="25" y="243"/>
                  </a:lnTo>
                  <a:lnTo>
                    <a:pt x="25" y="243"/>
                  </a:lnTo>
                  <a:lnTo>
                    <a:pt x="24" y="245"/>
                  </a:lnTo>
                  <a:lnTo>
                    <a:pt x="24" y="245"/>
                  </a:lnTo>
                  <a:lnTo>
                    <a:pt x="24" y="245"/>
                  </a:lnTo>
                  <a:lnTo>
                    <a:pt x="24" y="245"/>
                  </a:lnTo>
                  <a:lnTo>
                    <a:pt x="22" y="245"/>
                  </a:lnTo>
                  <a:lnTo>
                    <a:pt x="22" y="245"/>
                  </a:lnTo>
                  <a:lnTo>
                    <a:pt x="20" y="245"/>
                  </a:lnTo>
                  <a:lnTo>
                    <a:pt x="20" y="245"/>
                  </a:lnTo>
                  <a:lnTo>
                    <a:pt x="18" y="245"/>
                  </a:lnTo>
                  <a:lnTo>
                    <a:pt x="18" y="245"/>
                  </a:lnTo>
                  <a:lnTo>
                    <a:pt x="18" y="245"/>
                  </a:lnTo>
                  <a:lnTo>
                    <a:pt x="18" y="245"/>
                  </a:lnTo>
                  <a:lnTo>
                    <a:pt x="16" y="245"/>
                  </a:lnTo>
                  <a:lnTo>
                    <a:pt x="16" y="245"/>
                  </a:lnTo>
                  <a:lnTo>
                    <a:pt x="16" y="245"/>
                  </a:lnTo>
                  <a:lnTo>
                    <a:pt x="16" y="245"/>
                  </a:lnTo>
                  <a:lnTo>
                    <a:pt x="16" y="245"/>
                  </a:lnTo>
                  <a:lnTo>
                    <a:pt x="16" y="245"/>
                  </a:lnTo>
                  <a:lnTo>
                    <a:pt x="16" y="245"/>
                  </a:lnTo>
                  <a:lnTo>
                    <a:pt x="16" y="245"/>
                  </a:lnTo>
                  <a:lnTo>
                    <a:pt x="15" y="245"/>
                  </a:lnTo>
                  <a:lnTo>
                    <a:pt x="15" y="245"/>
                  </a:lnTo>
                  <a:lnTo>
                    <a:pt x="15" y="245"/>
                  </a:lnTo>
                  <a:lnTo>
                    <a:pt x="15" y="245"/>
                  </a:lnTo>
                  <a:lnTo>
                    <a:pt x="15" y="245"/>
                  </a:lnTo>
                  <a:lnTo>
                    <a:pt x="15" y="245"/>
                  </a:lnTo>
                  <a:lnTo>
                    <a:pt x="15" y="245"/>
                  </a:lnTo>
                  <a:lnTo>
                    <a:pt x="15" y="243"/>
                  </a:lnTo>
                  <a:lnTo>
                    <a:pt x="14" y="243"/>
                  </a:lnTo>
                  <a:lnTo>
                    <a:pt x="14" y="243"/>
                  </a:lnTo>
                  <a:lnTo>
                    <a:pt x="14" y="243"/>
                  </a:lnTo>
                  <a:lnTo>
                    <a:pt x="14" y="242"/>
                  </a:lnTo>
                  <a:lnTo>
                    <a:pt x="14" y="242"/>
                  </a:lnTo>
                  <a:lnTo>
                    <a:pt x="14" y="242"/>
                  </a:lnTo>
                  <a:lnTo>
                    <a:pt x="14" y="242"/>
                  </a:lnTo>
                  <a:lnTo>
                    <a:pt x="14" y="241"/>
                  </a:lnTo>
                  <a:lnTo>
                    <a:pt x="14" y="241"/>
                  </a:lnTo>
                  <a:lnTo>
                    <a:pt x="14" y="241"/>
                  </a:lnTo>
                  <a:lnTo>
                    <a:pt x="14" y="241"/>
                  </a:lnTo>
                  <a:lnTo>
                    <a:pt x="14" y="239"/>
                  </a:lnTo>
                  <a:lnTo>
                    <a:pt x="14" y="239"/>
                  </a:lnTo>
                  <a:lnTo>
                    <a:pt x="14" y="239"/>
                  </a:lnTo>
                  <a:lnTo>
                    <a:pt x="14" y="239"/>
                  </a:lnTo>
                  <a:lnTo>
                    <a:pt x="16" y="237"/>
                  </a:lnTo>
                  <a:lnTo>
                    <a:pt x="16" y="237"/>
                  </a:lnTo>
                  <a:lnTo>
                    <a:pt x="16" y="237"/>
                  </a:lnTo>
                  <a:lnTo>
                    <a:pt x="16" y="237"/>
                  </a:lnTo>
                  <a:lnTo>
                    <a:pt x="16" y="235"/>
                  </a:lnTo>
                  <a:lnTo>
                    <a:pt x="16" y="235"/>
                  </a:lnTo>
                  <a:lnTo>
                    <a:pt x="16" y="235"/>
                  </a:lnTo>
                  <a:lnTo>
                    <a:pt x="16" y="235"/>
                  </a:lnTo>
                  <a:lnTo>
                    <a:pt x="16" y="233"/>
                  </a:lnTo>
                  <a:lnTo>
                    <a:pt x="15" y="233"/>
                  </a:lnTo>
                  <a:lnTo>
                    <a:pt x="15" y="233"/>
                  </a:lnTo>
                  <a:lnTo>
                    <a:pt x="15" y="233"/>
                  </a:lnTo>
                  <a:lnTo>
                    <a:pt x="15" y="231"/>
                  </a:lnTo>
                  <a:lnTo>
                    <a:pt x="14" y="231"/>
                  </a:lnTo>
                  <a:lnTo>
                    <a:pt x="14" y="230"/>
                  </a:lnTo>
                  <a:lnTo>
                    <a:pt x="14" y="230"/>
                  </a:lnTo>
                  <a:lnTo>
                    <a:pt x="14" y="228"/>
                  </a:lnTo>
                  <a:lnTo>
                    <a:pt x="12" y="228"/>
                  </a:lnTo>
                  <a:lnTo>
                    <a:pt x="12" y="228"/>
                  </a:lnTo>
                  <a:lnTo>
                    <a:pt x="12" y="228"/>
                  </a:lnTo>
                  <a:lnTo>
                    <a:pt x="12" y="226"/>
                  </a:lnTo>
                  <a:lnTo>
                    <a:pt x="12" y="226"/>
                  </a:lnTo>
                  <a:lnTo>
                    <a:pt x="12" y="225"/>
                  </a:lnTo>
                  <a:lnTo>
                    <a:pt x="12" y="225"/>
                  </a:lnTo>
                  <a:lnTo>
                    <a:pt x="12" y="223"/>
                  </a:lnTo>
                  <a:lnTo>
                    <a:pt x="12" y="223"/>
                  </a:lnTo>
                  <a:lnTo>
                    <a:pt x="12" y="223"/>
                  </a:lnTo>
                  <a:lnTo>
                    <a:pt x="12" y="223"/>
                  </a:lnTo>
                  <a:lnTo>
                    <a:pt x="14" y="221"/>
                  </a:lnTo>
                  <a:lnTo>
                    <a:pt x="14" y="221"/>
                  </a:lnTo>
                  <a:lnTo>
                    <a:pt x="14" y="221"/>
                  </a:lnTo>
                  <a:lnTo>
                    <a:pt x="14" y="221"/>
                  </a:lnTo>
                  <a:lnTo>
                    <a:pt x="16" y="219"/>
                  </a:lnTo>
                  <a:lnTo>
                    <a:pt x="16" y="219"/>
                  </a:lnTo>
                  <a:lnTo>
                    <a:pt x="16" y="219"/>
                  </a:lnTo>
                  <a:lnTo>
                    <a:pt x="16" y="219"/>
                  </a:lnTo>
                  <a:lnTo>
                    <a:pt x="18" y="218"/>
                  </a:lnTo>
                  <a:lnTo>
                    <a:pt x="18" y="218"/>
                  </a:lnTo>
                  <a:lnTo>
                    <a:pt x="19" y="217"/>
                  </a:lnTo>
                  <a:lnTo>
                    <a:pt x="19" y="217"/>
                  </a:lnTo>
                  <a:lnTo>
                    <a:pt x="20" y="215"/>
                  </a:lnTo>
                  <a:lnTo>
                    <a:pt x="20" y="215"/>
                  </a:lnTo>
                  <a:lnTo>
                    <a:pt x="20" y="215"/>
                  </a:lnTo>
                  <a:lnTo>
                    <a:pt x="20" y="215"/>
                  </a:lnTo>
                  <a:lnTo>
                    <a:pt x="20" y="214"/>
                  </a:lnTo>
                  <a:lnTo>
                    <a:pt x="20" y="214"/>
                  </a:lnTo>
                  <a:lnTo>
                    <a:pt x="20" y="214"/>
                  </a:lnTo>
                  <a:lnTo>
                    <a:pt x="20" y="214"/>
                  </a:lnTo>
                  <a:lnTo>
                    <a:pt x="22" y="212"/>
                  </a:lnTo>
                  <a:lnTo>
                    <a:pt x="22" y="212"/>
                  </a:lnTo>
                  <a:lnTo>
                    <a:pt x="22" y="212"/>
                  </a:lnTo>
                  <a:lnTo>
                    <a:pt x="22" y="212"/>
                  </a:lnTo>
                  <a:lnTo>
                    <a:pt x="22" y="211"/>
                  </a:lnTo>
                  <a:lnTo>
                    <a:pt x="22" y="211"/>
                  </a:lnTo>
                  <a:lnTo>
                    <a:pt x="22" y="211"/>
                  </a:lnTo>
                  <a:lnTo>
                    <a:pt x="22" y="211"/>
                  </a:lnTo>
                  <a:lnTo>
                    <a:pt x="24" y="210"/>
                  </a:lnTo>
                  <a:lnTo>
                    <a:pt x="24" y="210"/>
                  </a:lnTo>
                  <a:lnTo>
                    <a:pt x="24" y="210"/>
                  </a:lnTo>
                  <a:lnTo>
                    <a:pt x="24" y="210"/>
                  </a:lnTo>
                  <a:lnTo>
                    <a:pt x="24" y="209"/>
                  </a:lnTo>
                  <a:lnTo>
                    <a:pt x="24" y="209"/>
                  </a:lnTo>
                  <a:lnTo>
                    <a:pt x="24" y="209"/>
                  </a:lnTo>
                  <a:lnTo>
                    <a:pt x="24" y="209"/>
                  </a:lnTo>
                  <a:lnTo>
                    <a:pt x="26" y="208"/>
                  </a:lnTo>
                  <a:lnTo>
                    <a:pt x="26" y="208"/>
                  </a:lnTo>
                  <a:lnTo>
                    <a:pt x="26" y="208"/>
                  </a:lnTo>
                  <a:lnTo>
                    <a:pt x="26" y="208"/>
                  </a:lnTo>
                  <a:lnTo>
                    <a:pt x="27" y="206"/>
                  </a:lnTo>
                  <a:lnTo>
                    <a:pt x="27" y="206"/>
                  </a:lnTo>
                  <a:lnTo>
                    <a:pt x="27" y="205"/>
                  </a:lnTo>
                  <a:lnTo>
                    <a:pt x="27" y="205"/>
                  </a:lnTo>
                  <a:lnTo>
                    <a:pt x="29" y="203"/>
                  </a:lnTo>
                  <a:lnTo>
                    <a:pt x="29" y="203"/>
                  </a:lnTo>
                  <a:lnTo>
                    <a:pt x="29" y="203"/>
                  </a:lnTo>
                  <a:lnTo>
                    <a:pt x="29" y="203"/>
                  </a:lnTo>
                  <a:lnTo>
                    <a:pt x="31" y="202"/>
                  </a:lnTo>
                  <a:lnTo>
                    <a:pt x="31" y="202"/>
                  </a:lnTo>
                  <a:lnTo>
                    <a:pt x="31" y="202"/>
                  </a:lnTo>
                  <a:lnTo>
                    <a:pt x="31" y="202"/>
                  </a:lnTo>
                  <a:lnTo>
                    <a:pt x="33" y="201"/>
                  </a:lnTo>
                  <a:lnTo>
                    <a:pt x="33" y="201"/>
                  </a:lnTo>
                  <a:lnTo>
                    <a:pt x="33" y="201"/>
                  </a:lnTo>
                  <a:lnTo>
                    <a:pt x="33" y="201"/>
                  </a:lnTo>
                  <a:lnTo>
                    <a:pt x="35" y="199"/>
                  </a:lnTo>
                  <a:lnTo>
                    <a:pt x="35" y="199"/>
                  </a:lnTo>
                  <a:lnTo>
                    <a:pt x="37" y="199"/>
                  </a:lnTo>
                  <a:lnTo>
                    <a:pt x="37" y="199"/>
                  </a:lnTo>
                  <a:lnTo>
                    <a:pt x="38" y="198"/>
                  </a:lnTo>
                  <a:lnTo>
                    <a:pt x="38" y="198"/>
                  </a:lnTo>
                  <a:lnTo>
                    <a:pt x="38" y="198"/>
                  </a:lnTo>
                  <a:lnTo>
                    <a:pt x="38" y="198"/>
                  </a:lnTo>
                  <a:lnTo>
                    <a:pt x="39" y="198"/>
                  </a:lnTo>
                  <a:lnTo>
                    <a:pt x="39" y="198"/>
                  </a:lnTo>
                  <a:lnTo>
                    <a:pt x="39" y="198"/>
                  </a:lnTo>
                  <a:lnTo>
                    <a:pt x="39" y="198"/>
                  </a:lnTo>
                  <a:lnTo>
                    <a:pt x="42" y="196"/>
                  </a:lnTo>
                  <a:lnTo>
                    <a:pt x="42" y="196"/>
                  </a:lnTo>
                  <a:lnTo>
                    <a:pt x="42" y="196"/>
                  </a:lnTo>
                  <a:lnTo>
                    <a:pt x="42" y="196"/>
                  </a:lnTo>
                  <a:lnTo>
                    <a:pt x="44" y="194"/>
                  </a:lnTo>
                  <a:lnTo>
                    <a:pt x="44" y="194"/>
                  </a:lnTo>
                  <a:lnTo>
                    <a:pt x="45" y="194"/>
                  </a:lnTo>
                  <a:lnTo>
                    <a:pt x="45" y="194"/>
                  </a:lnTo>
                  <a:lnTo>
                    <a:pt x="47" y="193"/>
                  </a:lnTo>
                  <a:lnTo>
                    <a:pt x="47" y="193"/>
                  </a:lnTo>
                  <a:lnTo>
                    <a:pt x="47" y="193"/>
                  </a:lnTo>
                  <a:lnTo>
                    <a:pt x="47" y="193"/>
                  </a:lnTo>
                  <a:lnTo>
                    <a:pt x="47" y="193"/>
                  </a:lnTo>
                  <a:lnTo>
                    <a:pt x="47" y="193"/>
                  </a:lnTo>
                  <a:lnTo>
                    <a:pt x="47" y="193"/>
                  </a:lnTo>
                  <a:lnTo>
                    <a:pt x="47" y="193"/>
                  </a:lnTo>
                  <a:lnTo>
                    <a:pt x="49" y="193"/>
                  </a:lnTo>
                  <a:lnTo>
                    <a:pt x="49" y="195"/>
                  </a:lnTo>
                  <a:lnTo>
                    <a:pt x="49" y="195"/>
                  </a:lnTo>
                  <a:lnTo>
                    <a:pt x="49" y="195"/>
                  </a:lnTo>
                  <a:lnTo>
                    <a:pt x="51" y="195"/>
                  </a:lnTo>
                  <a:lnTo>
                    <a:pt x="51" y="195"/>
                  </a:lnTo>
                  <a:lnTo>
                    <a:pt x="52" y="195"/>
                  </a:lnTo>
                  <a:lnTo>
                    <a:pt x="52" y="195"/>
                  </a:lnTo>
                  <a:lnTo>
                    <a:pt x="53" y="195"/>
                  </a:lnTo>
                  <a:lnTo>
                    <a:pt x="53" y="197"/>
                  </a:lnTo>
                  <a:lnTo>
                    <a:pt x="53" y="197"/>
                  </a:lnTo>
                  <a:lnTo>
                    <a:pt x="53" y="197"/>
                  </a:lnTo>
                  <a:lnTo>
                    <a:pt x="55" y="197"/>
                  </a:lnTo>
                  <a:lnTo>
                    <a:pt x="55" y="197"/>
                  </a:lnTo>
                  <a:lnTo>
                    <a:pt x="56" y="197"/>
                  </a:lnTo>
                  <a:lnTo>
                    <a:pt x="56" y="197"/>
                  </a:lnTo>
                  <a:lnTo>
                    <a:pt x="59" y="197"/>
                  </a:lnTo>
                  <a:lnTo>
                    <a:pt x="59" y="197"/>
                  </a:lnTo>
                  <a:lnTo>
                    <a:pt x="60" y="197"/>
                  </a:lnTo>
                  <a:lnTo>
                    <a:pt x="60" y="197"/>
                  </a:lnTo>
                  <a:lnTo>
                    <a:pt x="61" y="197"/>
                  </a:lnTo>
                  <a:lnTo>
                    <a:pt x="61" y="197"/>
                  </a:lnTo>
                  <a:lnTo>
                    <a:pt x="63" y="197"/>
                  </a:lnTo>
                  <a:lnTo>
                    <a:pt x="63" y="197"/>
                  </a:lnTo>
                  <a:lnTo>
                    <a:pt x="65" y="195"/>
                  </a:lnTo>
                  <a:lnTo>
                    <a:pt x="64" y="195"/>
                  </a:lnTo>
                  <a:lnTo>
                    <a:pt x="64" y="195"/>
                  </a:lnTo>
                  <a:lnTo>
                    <a:pt x="64" y="195"/>
                  </a:lnTo>
                  <a:lnTo>
                    <a:pt x="64" y="195"/>
                  </a:lnTo>
                  <a:lnTo>
                    <a:pt x="64" y="195"/>
                  </a:lnTo>
                  <a:lnTo>
                    <a:pt x="64" y="195"/>
                  </a:lnTo>
                  <a:lnTo>
                    <a:pt x="64" y="195"/>
                  </a:lnTo>
                  <a:lnTo>
                    <a:pt x="64" y="194"/>
                  </a:lnTo>
                  <a:lnTo>
                    <a:pt x="64" y="194"/>
                  </a:lnTo>
                  <a:lnTo>
                    <a:pt x="64" y="194"/>
                  </a:lnTo>
                  <a:lnTo>
                    <a:pt x="64" y="194"/>
                  </a:lnTo>
                  <a:lnTo>
                    <a:pt x="64" y="193"/>
                  </a:lnTo>
                  <a:lnTo>
                    <a:pt x="64" y="193"/>
                  </a:lnTo>
                  <a:lnTo>
                    <a:pt x="64" y="193"/>
                  </a:lnTo>
                  <a:lnTo>
                    <a:pt x="64" y="193"/>
                  </a:lnTo>
                  <a:lnTo>
                    <a:pt x="64" y="192"/>
                  </a:lnTo>
                  <a:lnTo>
                    <a:pt x="62" y="192"/>
                  </a:lnTo>
                  <a:lnTo>
                    <a:pt x="62" y="192"/>
                  </a:lnTo>
                  <a:lnTo>
                    <a:pt x="62" y="192"/>
                  </a:lnTo>
                  <a:lnTo>
                    <a:pt x="62" y="192"/>
                  </a:lnTo>
                  <a:lnTo>
                    <a:pt x="60" y="192"/>
                  </a:lnTo>
                  <a:lnTo>
                    <a:pt x="60" y="192"/>
                  </a:lnTo>
                  <a:lnTo>
                    <a:pt x="60" y="192"/>
                  </a:lnTo>
                  <a:lnTo>
                    <a:pt x="60" y="190"/>
                  </a:lnTo>
                  <a:lnTo>
                    <a:pt x="59" y="190"/>
                  </a:lnTo>
                  <a:lnTo>
                    <a:pt x="59" y="190"/>
                  </a:lnTo>
                  <a:lnTo>
                    <a:pt x="59" y="190"/>
                  </a:lnTo>
                  <a:lnTo>
                    <a:pt x="59" y="190"/>
                  </a:lnTo>
                  <a:lnTo>
                    <a:pt x="58" y="190"/>
                  </a:lnTo>
                  <a:lnTo>
                    <a:pt x="58" y="190"/>
                  </a:lnTo>
                  <a:lnTo>
                    <a:pt x="58" y="190"/>
                  </a:lnTo>
                  <a:lnTo>
                    <a:pt x="58" y="188"/>
                  </a:lnTo>
                  <a:lnTo>
                    <a:pt x="58" y="188"/>
                  </a:lnTo>
                  <a:lnTo>
                    <a:pt x="58" y="188"/>
                  </a:lnTo>
                  <a:lnTo>
                    <a:pt x="58" y="188"/>
                  </a:lnTo>
                  <a:lnTo>
                    <a:pt x="59" y="188"/>
                  </a:lnTo>
                  <a:lnTo>
                    <a:pt x="59" y="188"/>
                  </a:lnTo>
                  <a:lnTo>
                    <a:pt x="60" y="188"/>
                  </a:lnTo>
                  <a:lnTo>
                    <a:pt x="60" y="188"/>
                  </a:lnTo>
                  <a:lnTo>
                    <a:pt x="62" y="186"/>
                  </a:lnTo>
                  <a:lnTo>
                    <a:pt x="62" y="186"/>
                  </a:lnTo>
                  <a:lnTo>
                    <a:pt x="64" y="186"/>
                  </a:lnTo>
                  <a:lnTo>
                    <a:pt x="64" y="186"/>
                  </a:lnTo>
                  <a:lnTo>
                    <a:pt x="66" y="186"/>
                  </a:lnTo>
                  <a:lnTo>
                    <a:pt x="66" y="186"/>
                  </a:lnTo>
                  <a:lnTo>
                    <a:pt x="67" y="186"/>
                  </a:lnTo>
                  <a:lnTo>
                    <a:pt x="67" y="186"/>
                  </a:lnTo>
                  <a:lnTo>
                    <a:pt x="69" y="186"/>
                  </a:lnTo>
                  <a:lnTo>
                    <a:pt x="68" y="188"/>
                  </a:lnTo>
                  <a:lnTo>
                    <a:pt x="68" y="188"/>
                  </a:lnTo>
                  <a:lnTo>
                    <a:pt x="68" y="188"/>
                  </a:lnTo>
                  <a:lnTo>
                    <a:pt x="68" y="188"/>
                  </a:lnTo>
                  <a:lnTo>
                    <a:pt x="68" y="190"/>
                  </a:lnTo>
                  <a:lnTo>
                    <a:pt x="68" y="190"/>
                  </a:lnTo>
                  <a:lnTo>
                    <a:pt x="68" y="190"/>
                  </a:lnTo>
                  <a:lnTo>
                    <a:pt x="68" y="190"/>
                  </a:lnTo>
                  <a:lnTo>
                    <a:pt x="67" y="192"/>
                  </a:lnTo>
                  <a:lnTo>
                    <a:pt x="67" y="192"/>
                  </a:lnTo>
                  <a:lnTo>
                    <a:pt x="67" y="192"/>
                  </a:lnTo>
                  <a:lnTo>
                    <a:pt x="67" y="192"/>
                  </a:lnTo>
                  <a:lnTo>
                    <a:pt x="67" y="192"/>
                  </a:lnTo>
                  <a:lnTo>
                    <a:pt x="67" y="192"/>
                  </a:lnTo>
                  <a:lnTo>
                    <a:pt x="67" y="192"/>
                  </a:lnTo>
                  <a:lnTo>
                    <a:pt x="67" y="192"/>
                  </a:lnTo>
                  <a:lnTo>
                    <a:pt x="67" y="192"/>
                  </a:lnTo>
                  <a:lnTo>
                    <a:pt x="68" y="192"/>
                  </a:lnTo>
                  <a:lnTo>
                    <a:pt x="68" y="192"/>
                  </a:lnTo>
                  <a:lnTo>
                    <a:pt x="70" y="192"/>
                  </a:lnTo>
                  <a:lnTo>
                    <a:pt x="70" y="192"/>
                  </a:lnTo>
                  <a:lnTo>
                    <a:pt x="72" y="192"/>
                  </a:lnTo>
                  <a:lnTo>
                    <a:pt x="73" y="192"/>
                  </a:lnTo>
                  <a:lnTo>
                    <a:pt x="75" y="190"/>
                  </a:lnTo>
                  <a:lnTo>
                    <a:pt x="75" y="190"/>
                  </a:lnTo>
                  <a:lnTo>
                    <a:pt x="77" y="189"/>
                  </a:lnTo>
                  <a:lnTo>
                    <a:pt x="78" y="189"/>
                  </a:lnTo>
                  <a:lnTo>
                    <a:pt x="81" y="187"/>
                  </a:lnTo>
                  <a:lnTo>
                    <a:pt x="81" y="187"/>
                  </a:lnTo>
                  <a:lnTo>
                    <a:pt x="82" y="187"/>
                  </a:lnTo>
                  <a:lnTo>
                    <a:pt x="83" y="187"/>
                  </a:lnTo>
                  <a:lnTo>
                    <a:pt x="85" y="185"/>
                  </a:lnTo>
                  <a:lnTo>
                    <a:pt x="85" y="185"/>
                  </a:lnTo>
                  <a:lnTo>
                    <a:pt x="85" y="185"/>
                  </a:lnTo>
                  <a:lnTo>
                    <a:pt x="85" y="185"/>
                  </a:lnTo>
                  <a:lnTo>
                    <a:pt x="87" y="185"/>
                  </a:lnTo>
                  <a:lnTo>
                    <a:pt x="87" y="185"/>
                  </a:lnTo>
                  <a:lnTo>
                    <a:pt x="89" y="185"/>
                  </a:lnTo>
                  <a:lnTo>
                    <a:pt x="89" y="185"/>
                  </a:lnTo>
                  <a:lnTo>
                    <a:pt x="91" y="184"/>
                  </a:lnTo>
                  <a:lnTo>
                    <a:pt x="91" y="184"/>
                  </a:lnTo>
                  <a:lnTo>
                    <a:pt x="92" y="184"/>
                  </a:lnTo>
                  <a:lnTo>
                    <a:pt x="92" y="184"/>
                  </a:lnTo>
                  <a:lnTo>
                    <a:pt x="94" y="184"/>
                  </a:lnTo>
                  <a:lnTo>
                    <a:pt x="94" y="184"/>
                  </a:lnTo>
                  <a:lnTo>
                    <a:pt x="95" y="184"/>
                  </a:lnTo>
                  <a:lnTo>
                    <a:pt x="95" y="184"/>
                  </a:lnTo>
                  <a:lnTo>
                    <a:pt x="97" y="183"/>
                  </a:lnTo>
                  <a:lnTo>
                    <a:pt x="97" y="183"/>
                  </a:lnTo>
                  <a:lnTo>
                    <a:pt x="98" y="183"/>
                  </a:lnTo>
                  <a:lnTo>
                    <a:pt x="98" y="183"/>
                  </a:lnTo>
                  <a:lnTo>
                    <a:pt x="100" y="183"/>
                  </a:lnTo>
                  <a:lnTo>
                    <a:pt x="100" y="183"/>
                  </a:lnTo>
                  <a:lnTo>
                    <a:pt x="103" y="183"/>
                  </a:lnTo>
                  <a:lnTo>
                    <a:pt x="103" y="183"/>
                  </a:lnTo>
                  <a:lnTo>
                    <a:pt x="104" y="182"/>
                  </a:lnTo>
                  <a:lnTo>
                    <a:pt x="104" y="182"/>
                  </a:lnTo>
                  <a:lnTo>
                    <a:pt x="105" y="182"/>
                  </a:lnTo>
                  <a:lnTo>
                    <a:pt x="105" y="182"/>
                  </a:lnTo>
                  <a:lnTo>
                    <a:pt x="107" y="180"/>
                  </a:lnTo>
                  <a:lnTo>
                    <a:pt x="107" y="180"/>
                  </a:lnTo>
                  <a:lnTo>
                    <a:pt x="108" y="180"/>
                  </a:lnTo>
                  <a:lnTo>
                    <a:pt x="108" y="180"/>
                  </a:lnTo>
                  <a:lnTo>
                    <a:pt x="110" y="179"/>
                  </a:lnTo>
                  <a:lnTo>
                    <a:pt x="108" y="179"/>
                  </a:lnTo>
                  <a:lnTo>
                    <a:pt x="108" y="179"/>
                  </a:lnTo>
                  <a:lnTo>
                    <a:pt x="108" y="179"/>
                  </a:lnTo>
                  <a:lnTo>
                    <a:pt x="108" y="179"/>
                  </a:lnTo>
                  <a:lnTo>
                    <a:pt x="108" y="179"/>
                  </a:lnTo>
                  <a:lnTo>
                    <a:pt x="108" y="179"/>
                  </a:lnTo>
                  <a:lnTo>
                    <a:pt x="108" y="179"/>
                  </a:lnTo>
                  <a:lnTo>
                    <a:pt x="108" y="179"/>
                  </a:lnTo>
                  <a:lnTo>
                    <a:pt x="106" y="179"/>
                  </a:lnTo>
                  <a:lnTo>
                    <a:pt x="106" y="179"/>
                  </a:lnTo>
                  <a:lnTo>
                    <a:pt x="106" y="179"/>
                  </a:lnTo>
                  <a:lnTo>
                    <a:pt x="106" y="179"/>
                  </a:lnTo>
                  <a:lnTo>
                    <a:pt x="106" y="179"/>
                  </a:lnTo>
                  <a:lnTo>
                    <a:pt x="106" y="179"/>
                  </a:lnTo>
                  <a:lnTo>
                    <a:pt x="106" y="179"/>
                  </a:lnTo>
                  <a:lnTo>
                    <a:pt x="107" y="179"/>
                  </a:lnTo>
                  <a:lnTo>
                    <a:pt x="105" y="179"/>
                  </a:lnTo>
                  <a:lnTo>
                    <a:pt x="105" y="179"/>
                  </a:lnTo>
                  <a:lnTo>
                    <a:pt x="105" y="179"/>
                  </a:lnTo>
                  <a:lnTo>
                    <a:pt x="105" y="179"/>
                  </a:lnTo>
                  <a:lnTo>
                    <a:pt x="103" y="179"/>
                  </a:lnTo>
                  <a:lnTo>
                    <a:pt x="103" y="179"/>
                  </a:lnTo>
                  <a:lnTo>
                    <a:pt x="103" y="179"/>
                  </a:lnTo>
                  <a:lnTo>
                    <a:pt x="103" y="179"/>
                  </a:lnTo>
                  <a:lnTo>
                    <a:pt x="101" y="179"/>
                  </a:lnTo>
                  <a:lnTo>
                    <a:pt x="101" y="179"/>
                  </a:lnTo>
                  <a:lnTo>
                    <a:pt x="101" y="179"/>
                  </a:lnTo>
                  <a:lnTo>
                    <a:pt x="101" y="179"/>
                  </a:lnTo>
                  <a:lnTo>
                    <a:pt x="101" y="179"/>
                  </a:lnTo>
                  <a:lnTo>
                    <a:pt x="101" y="179"/>
                  </a:lnTo>
                  <a:lnTo>
                    <a:pt x="101" y="179"/>
                  </a:lnTo>
                  <a:lnTo>
                    <a:pt x="101" y="179"/>
                  </a:lnTo>
                  <a:lnTo>
                    <a:pt x="100" y="179"/>
                  </a:lnTo>
                  <a:lnTo>
                    <a:pt x="100" y="179"/>
                  </a:lnTo>
                  <a:lnTo>
                    <a:pt x="100" y="179"/>
                  </a:lnTo>
                  <a:lnTo>
                    <a:pt x="100" y="179"/>
                  </a:lnTo>
                  <a:lnTo>
                    <a:pt x="98" y="179"/>
                  </a:lnTo>
                  <a:lnTo>
                    <a:pt x="98" y="179"/>
                  </a:lnTo>
                  <a:lnTo>
                    <a:pt x="98" y="179"/>
                  </a:lnTo>
                  <a:lnTo>
                    <a:pt x="98" y="179"/>
                  </a:lnTo>
                  <a:lnTo>
                    <a:pt x="97" y="179"/>
                  </a:lnTo>
                  <a:lnTo>
                    <a:pt x="97" y="179"/>
                  </a:lnTo>
                  <a:lnTo>
                    <a:pt x="97" y="179"/>
                  </a:lnTo>
                  <a:lnTo>
                    <a:pt x="97" y="179"/>
                  </a:lnTo>
                  <a:lnTo>
                    <a:pt x="97" y="179"/>
                  </a:lnTo>
                  <a:lnTo>
                    <a:pt x="97" y="179"/>
                  </a:lnTo>
                  <a:lnTo>
                    <a:pt x="97" y="179"/>
                  </a:lnTo>
                  <a:lnTo>
                    <a:pt x="97" y="177"/>
                  </a:lnTo>
                  <a:lnTo>
                    <a:pt x="97" y="177"/>
                  </a:lnTo>
                  <a:lnTo>
                    <a:pt x="97" y="177"/>
                  </a:lnTo>
                  <a:lnTo>
                    <a:pt x="97" y="177"/>
                  </a:lnTo>
                  <a:lnTo>
                    <a:pt x="97" y="177"/>
                  </a:lnTo>
                  <a:lnTo>
                    <a:pt x="97" y="177"/>
                  </a:lnTo>
                  <a:lnTo>
                    <a:pt x="97" y="177"/>
                  </a:lnTo>
                  <a:lnTo>
                    <a:pt x="97" y="177"/>
                  </a:lnTo>
                  <a:lnTo>
                    <a:pt x="98" y="175"/>
                  </a:lnTo>
                  <a:lnTo>
                    <a:pt x="98" y="175"/>
                  </a:lnTo>
                  <a:lnTo>
                    <a:pt x="98" y="175"/>
                  </a:lnTo>
                  <a:lnTo>
                    <a:pt x="98" y="175"/>
                  </a:lnTo>
                  <a:lnTo>
                    <a:pt x="99" y="173"/>
                  </a:lnTo>
                  <a:lnTo>
                    <a:pt x="99" y="173"/>
                  </a:lnTo>
                  <a:lnTo>
                    <a:pt x="99" y="172"/>
                  </a:lnTo>
                  <a:lnTo>
                    <a:pt x="99" y="172"/>
                  </a:lnTo>
                  <a:lnTo>
                    <a:pt x="101" y="171"/>
                  </a:lnTo>
                  <a:lnTo>
                    <a:pt x="102" y="171"/>
                  </a:lnTo>
                  <a:lnTo>
                    <a:pt x="104" y="171"/>
                  </a:lnTo>
                  <a:lnTo>
                    <a:pt x="105" y="171"/>
                  </a:lnTo>
                  <a:lnTo>
                    <a:pt x="108" y="169"/>
                  </a:lnTo>
                  <a:lnTo>
                    <a:pt x="110" y="169"/>
                  </a:lnTo>
                  <a:lnTo>
                    <a:pt x="113" y="167"/>
                  </a:lnTo>
                  <a:lnTo>
                    <a:pt x="115" y="167"/>
                  </a:lnTo>
                  <a:lnTo>
                    <a:pt x="119" y="165"/>
                  </a:lnTo>
                  <a:lnTo>
                    <a:pt x="120" y="165"/>
                  </a:lnTo>
                  <a:lnTo>
                    <a:pt x="122" y="164"/>
                  </a:lnTo>
                  <a:lnTo>
                    <a:pt x="125" y="164"/>
                  </a:lnTo>
                  <a:lnTo>
                    <a:pt x="127" y="162"/>
                  </a:lnTo>
                  <a:lnTo>
                    <a:pt x="128" y="162"/>
                  </a:lnTo>
                  <a:lnTo>
                    <a:pt x="130" y="162"/>
                  </a:lnTo>
                  <a:lnTo>
                    <a:pt x="131" y="162"/>
                  </a:lnTo>
                  <a:lnTo>
                    <a:pt x="132" y="160"/>
                  </a:lnTo>
                  <a:lnTo>
                    <a:pt x="131" y="160"/>
                  </a:lnTo>
                  <a:lnTo>
                    <a:pt x="131" y="160"/>
                  </a:lnTo>
                  <a:lnTo>
                    <a:pt x="129" y="160"/>
                  </a:lnTo>
                  <a:lnTo>
                    <a:pt x="129" y="160"/>
                  </a:lnTo>
                  <a:lnTo>
                    <a:pt x="127" y="160"/>
                  </a:lnTo>
                  <a:lnTo>
                    <a:pt x="125" y="160"/>
                  </a:lnTo>
                  <a:lnTo>
                    <a:pt x="123" y="160"/>
                  </a:lnTo>
                  <a:lnTo>
                    <a:pt x="122" y="160"/>
                  </a:lnTo>
                  <a:lnTo>
                    <a:pt x="120" y="160"/>
                  </a:lnTo>
                  <a:lnTo>
                    <a:pt x="119" y="160"/>
                  </a:lnTo>
                  <a:lnTo>
                    <a:pt x="117" y="160"/>
                  </a:lnTo>
                  <a:lnTo>
                    <a:pt x="115" y="160"/>
                  </a:lnTo>
                  <a:lnTo>
                    <a:pt x="113" y="160"/>
                  </a:lnTo>
                  <a:lnTo>
                    <a:pt x="111" y="160"/>
                  </a:lnTo>
                  <a:lnTo>
                    <a:pt x="110" y="160"/>
                  </a:lnTo>
                  <a:lnTo>
                    <a:pt x="110" y="160"/>
                  </a:lnTo>
                  <a:lnTo>
                    <a:pt x="108" y="160"/>
                  </a:lnTo>
                  <a:lnTo>
                    <a:pt x="108" y="160"/>
                  </a:lnTo>
                  <a:lnTo>
                    <a:pt x="108" y="160"/>
                  </a:lnTo>
                  <a:lnTo>
                    <a:pt x="108" y="160"/>
                  </a:lnTo>
                  <a:lnTo>
                    <a:pt x="107" y="160"/>
                  </a:lnTo>
                  <a:lnTo>
                    <a:pt x="107" y="160"/>
                  </a:lnTo>
                  <a:lnTo>
                    <a:pt x="107" y="160"/>
                  </a:lnTo>
                  <a:lnTo>
                    <a:pt x="107" y="160"/>
                  </a:lnTo>
                  <a:lnTo>
                    <a:pt x="105" y="160"/>
                  </a:lnTo>
                  <a:lnTo>
                    <a:pt x="105" y="160"/>
                  </a:lnTo>
                  <a:lnTo>
                    <a:pt x="105" y="160"/>
                  </a:lnTo>
                  <a:lnTo>
                    <a:pt x="105" y="160"/>
                  </a:lnTo>
                  <a:lnTo>
                    <a:pt x="105" y="160"/>
                  </a:lnTo>
                  <a:lnTo>
                    <a:pt x="105" y="160"/>
                  </a:lnTo>
                  <a:lnTo>
                    <a:pt x="105" y="160"/>
                  </a:lnTo>
                  <a:lnTo>
                    <a:pt x="105" y="158"/>
                  </a:lnTo>
                  <a:lnTo>
                    <a:pt x="104" y="158"/>
                  </a:lnTo>
                  <a:lnTo>
                    <a:pt x="104" y="158"/>
                  </a:lnTo>
                  <a:lnTo>
                    <a:pt x="104" y="158"/>
                  </a:lnTo>
                  <a:lnTo>
                    <a:pt x="104" y="158"/>
                  </a:lnTo>
                  <a:lnTo>
                    <a:pt x="103" y="158"/>
                  </a:lnTo>
                  <a:lnTo>
                    <a:pt x="103" y="158"/>
                  </a:lnTo>
                  <a:lnTo>
                    <a:pt x="103" y="158"/>
                  </a:lnTo>
                  <a:lnTo>
                    <a:pt x="103" y="158"/>
                  </a:lnTo>
                  <a:lnTo>
                    <a:pt x="101" y="158"/>
                  </a:lnTo>
                  <a:lnTo>
                    <a:pt x="101" y="158"/>
                  </a:lnTo>
                  <a:lnTo>
                    <a:pt x="101" y="158"/>
                  </a:lnTo>
                  <a:lnTo>
                    <a:pt x="101" y="158"/>
                  </a:lnTo>
                  <a:lnTo>
                    <a:pt x="101" y="158"/>
                  </a:lnTo>
                  <a:lnTo>
                    <a:pt x="101" y="158"/>
                  </a:lnTo>
                  <a:lnTo>
                    <a:pt x="101" y="158"/>
                  </a:lnTo>
                  <a:lnTo>
                    <a:pt x="101" y="156"/>
                  </a:lnTo>
                  <a:lnTo>
                    <a:pt x="100" y="156"/>
                  </a:lnTo>
                  <a:lnTo>
                    <a:pt x="100" y="156"/>
                  </a:lnTo>
                  <a:lnTo>
                    <a:pt x="100" y="156"/>
                  </a:lnTo>
                  <a:lnTo>
                    <a:pt x="100" y="156"/>
                  </a:lnTo>
                  <a:lnTo>
                    <a:pt x="99" y="156"/>
                  </a:lnTo>
                  <a:lnTo>
                    <a:pt x="99" y="156"/>
                  </a:lnTo>
                  <a:lnTo>
                    <a:pt x="99" y="156"/>
                  </a:lnTo>
                  <a:lnTo>
                    <a:pt x="99" y="155"/>
                  </a:lnTo>
                  <a:lnTo>
                    <a:pt x="97" y="155"/>
                  </a:lnTo>
                  <a:lnTo>
                    <a:pt x="97" y="155"/>
                  </a:lnTo>
                  <a:lnTo>
                    <a:pt x="97" y="155"/>
                  </a:lnTo>
                  <a:lnTo>
                    <a:pt x="97" y="155"/>
                  </a:lnTo>
                  <a:lnTo>
                    <a:pt x="97" y="155"/>
                  </a:lnTo>
                  <a:lnTo>
                    <a:pt x="97" y="155"/>
                  </a:lnTo>
                  <a:lnTo>
                    <a:pt x="97" y="155"/>
                  </a:lnTo>
                  <a:lnTo>
                    <a:pt x="97" y="154"/>
                  </a:lnTo>
                  <a:lnTo>
                    <a:pt x="95" y="155"/>
                  </a:lnTo>
                  <a:lnTo>
                    <a:pt x="95" y="155"/>
                  </a:lnTo>
                  <a:lnTo>
                    <a:pt x="94" y="155"/>
                  </a:lnTo>
                  <a:lnTo>
                    <a:pt x="94" y="155"/>
                  </a:lnTo>
                  <a:lnTo>
                    <a:pt x="92" y="155"/>
                  </a:lnTo>
                  <a:lnTo>
                    <a:pt x="92" y="155"/>
                  </a:lnTo>
                  <a:lnTo>
                    <a:pt x="92" y="155"/>
                  </a:lnTo>
                  <a:lnTo>
                    <a:pt x="92" y="155"/>
                  </a:lnTo>
                  <a:lnTo>
                    <a:pt x="90" y="156"/>
                  </a:lnTo>
                  <a:lnTo>
                    <a:pt x="90" y="156"/>
                  </a:lnTo>
                  <a:lnTo>
                    <a:pt x="90" y="156"/>
                  </a:lnTo>
                  <a:lnTo>
                    <a:pt x="90" y="156"/>
                  </a:lnTo>
                  <a:lnTo>
                    <a:pt x="88" y="156"/>
                  </a:lnTo>
                  <a:lnTo>
                    <a:pt x="88" y="156"/>
                  </a:lnTo>
                  <a:lnTo>
                    <a:pt x="88" y="156"/>
                  </a:lnTo>
                  <a:lnTo>
                    <a:pt x="88" y="156"/>
                  </a:lnTo>
                  <a:lnTo>
                    <a:pt x="86" y="158"/>
                  </a:lnTo>
                  <a:lnTo>
                    <a:pt x="86" y="158"/>
                  </a:lnTo>
                  <a:lnTo>
                    <a:pt x="84" y="158"/>
                  </a:lnTo>
                  <a:lnTo>
                    <a:pt x="84" y="158"/>
                  </a:lnTo>
                  <a:lnTo>
                    <a:pt x="82" y="158"/>
                  </a:lnTo>
                  <a:lnTo>
                    <a:pt x="82" y="158"/>
                  </a:lnTo>
                  <a:lnTo>
                    <a:pt x="81" y="158"/>
                  </a:lnTo>
                  <a:lnTo>
                    <a:pt x="81" y="158"/>
                  </a:lnTo>
                  <a:lnTo>
                    <a:pt x="79" y="158"/>
                  </a:lnTo>
                  <a:lnTo>
                    <a:pt x="79" y="158"/>
                  </a:lnTo>
                  <a:lnTo>
                    <a:pt x="77" y="158"/>
                  </a:lnTo>
                  <a:lnTo>
                    <a:pt x="77" y="158"/>
                  </a:lnTo>
                  <a:lnTo>
                    <a:pt x="75" y="158"/>
                  </a:lnTo>
                  <a:lnTo>
                    <a:pt x="75" y="158"/>
                  </a:lnTo>
                  <a:lnTo>
                    <a:pt x="74" y="158"/>
                  </a:lnTo>
                  <a:lnTo>
                    <a:pt x="74" y="158"/>
                  </a:lnTo>
                  <a:lnTo>
                    <a:pt x="71" y="160"/>
                  </a:lnTo>
                  <a:lnTo>
                    <a:pt x="69" y="160"/>
                  </a:lnTo>
                  <a:lnTo>
                    <a:pt x="67" y="161"/>
                  </a:lnTo>
                  <a:lnTo>
                    <a:pt x="65" y="161"/>
                  </a:lnTo>
                  <a:lnTo>
                    <a:pt x="61" y="163"/>
                  </a:lnTo>
                  <a:lnTo>
                    <a:pt x="59" y="164"/>
                  </a:lnTo>
                  <a:lnTo>
                    <a:pt x="57" y="166"/>
                  </a:lnTo>
                  <a:lnTo>
                    <a:pt x="55" y="166"/>
                  </a:lnTo>
                  <a:lnTo>
                    <a:pt x="53" y="168"/>
                  </a:lnTo>
                  <a:lnTo>
                    <a:pt x="51" y="169"/>
                  </a:lnTo>
                  <a:lnTo>
                    <a:pt x="49" y="171"/>
                  </a:lnTo>
                  <a:lnTo>
                    <a:pt x="47" y="171"/>
                  </a:lnTo>
                  <a:lnTo>
                    <a:pt x="45" y="171"/>
                  </a:lnTo>
                  <a:lnTo>
                    <a:pt x="45" y="171"/>
                  </a:lnTo>
                  <a:lnTo>
                    <a:pt x="45" y="171"/>
                  </a:lnTo>
                  <a:lnTo>
                    <a:pt x="45" y="170"/>
                  </a:lnTo>
                  <a:lnTo>
                    <a:pt x="45" y="171"/>
                  </a:lnTo>
                  <a:lnTo>
                    <a:pt x="45" y="171"/>
                  </a:lnTo>
                  <a:lnTo>
                    <a:pt x="45" y="171"/>
                  </a:lnTo>
                  <a:lnTo>
                    <a:pt x="45" y="171"/>
                  </a:lnTo>
                  <a:lnTo>
                    <a:pt x="45" y="173"/>
                  </a:lnTo>
                  <a:lnTo>
                    <a:pt x="45" y="173"/>
                  </a:lnTo>
                  <a:lnTo>
                    <a:pt x="45" y="174"/>
                  </a:lnTo>
                  <a:lnTo>
                    <a:pt x="46" y="174"/>
                  </a:lnTo>
                  <a:lnTo>
                    <a:pt x="46" y="176"/>
                  </a:lnTo>
                  <a:lnTo>
                    <a:pt x="46" y="176"/>
                  </a:lnTo>
                  <a:lnTo>
                    <a:pt x="46" y="178"/>
                  </a:lnTo>
                  <a:lnTo>
                    <a:pt x="46" y="178"/>
                  </a:lnTo>
                  <a:lnTo>
                    <a:pt x="46" y="179"/>
                  </a:lnTo>
                  <a:lnTo>
                    <a:pt x="46" y="179"/>
                  </a:lnTo>
                  <a:lnTo>
                    <a:pt x="46" y="179"/>
                  </a:lnTo>
                  <a:lnTo>
                    <a:pt x="47" y="179"/>
                  </a:lnTo>
                  <a:lnTo>
                    <a:pt x="46" y="181"/>
                  </a:lnTo>
                  <a:lnTo>
                    <a:pt x="46" y="181"/>
                  </a:lnTo>
                  <a:lnTo>
                    <a:pt x="45" y="183"/>
                  </a:lnTo>
                  <a:lnTo>
                    <a:pt x="45" y="183"/>
                  </a:lnTo>
                  <a:lnTo>
                    <a:pt x="44" y="185"/>
                  </a:lnTo>
                  <a:lnTo>
                    <a:pt x="44" y="185"/>
                  </a:lnTo>
                  <a:lnTo>
                    <a:pt x="42" y="186"/>
                  </a:lnTo>
                  <a:lnTo>
                    <a:pt x="42" y="186"/>
                  </a:lnTo>
                  <a:lnTo>
                    <a:pt x="40" y="187"/>
                  </a:lnTo>
                  <a:lnTo>
                    <a:pt x="40" y="187"/>
                  </a:lnTo>
                  <a:lnTo>
                    <a:pt x="38" y="189"/>
                  </a:lnTo>
                  <a:lnTo>
                    <a:pt x="38" y="189"/>
                  </a:lnTo>
                  <a:lnTo>
                    <a:pt x="37" y="191"/>
                  </a:lnTo>
                  <a:lnTo>
                    <a:pt x="37" y="191"/>
                  </a:lnTo>
                  <a:lnTo>
                    <a:pt x="36" y="191"/>
                  </a:lnTo>
                  <a:lnTo>
                    <a:pt x="36" y="191"/>
                  </a:lnTo>
                  <a:lnTo>
                    <a:pt x="34" y="193"/>
                  </a:lnTo>
                  <a:lnTo>
                    <a:pt x="34" y="193"/>
                  </a:lnTo>
                  <a:lnTo>
                    <a:pt x="33" y="193"/>
                  </a:lnTo>
                  <a:lnTo>
                    <a:pt x="33" y="193"/>
                  </a:lnTo>
                  <a:lnTo>
                    <a:pt x="31" y="195"/>
                  </a:lnTo>
                  <a:lnTo>
                    <a:pt x="31" y="195"/>
                  </a:lnTo>
                  <a:lnTo>
                    <a:pt x="30" y="195"/>
                  </a:lnTo>
                  <a:lnTo>
                    <a:pt x="30" y="195"/>
                  </a:lnTo>
                  <a:lnTo>
                    <a:pt x="29" y="197"/>
                  </a:lnTo>
                  <a:lnTo>
                    <a:pt x="29" y="197"/>
                  </a:lnTo>
                  <a:lnTo>
                    <a:pt x="27" y="199"/>
                  </a:lnTo>
                  <a:lnTo>
                    <a:pt x="27" y="199"/>
                  </a:lnTo>
                  <a:lnTo>
                    <a:pt x="27" y="201"/>
                  </a:lnTo>
                  <a:lnTo>
                    <a:pt x="27" y="201"/>
                  </a:lnTo>
                  <a:lnTo>
                    <a:pt x="27" y="201"/>
                  </a:lnTo>
                  <a:lnTo>
                    <a:pt x="27" y="201"/>
                  </a:lnTo>
                  <a:lnTo>
                    <a:pt x="25" y="203"/>
                  </a:lnTo>
                  <a:lnTo>
                    <a:pt x="25" y="203"/>
                  </a:lnTo>
                  <a:lnTo>
                    <a:pt x="24" y="203"/>
                  </a:lnTo>
                  <a:lnTo>
                    <a:pt x="24" y="203"/>
                  </a:lnTo>
                  <a:lnTo>
                    <a:pt x="24" y="203"/>
                  </a:lnTo>
                  <a:lnTo>
                    <a:pt x="24" y="203"/>
                  </a:lnTo>
                  <a:lnTo>
                    <a:pt x="24" y="203"/>
                  </a:lnTo>
                  <a:lnTo>
                    <a:pt x="24" y="202"/>
                  </a:lnTo>
                  <a:lnTo>
                    <a:pt x="23" y="202"/>
                  </a:lnTo>
                  <a:lnTo>
                    <a:pt x="23" y="202"/>
                  </a:lnTo>
                  <a:lnTo>
                    <a:pt x="23" y="203"/>
                  </a:lnTo>
                  <a:lnTo>
                    <a:pt x="23" y="203"/>
                  </a:lnTo>
                  <a:lnTo>
                    <a:pt x="22" y="205"/>
                  </a:lnTo>
                  <a:lnTo>
                    <a:pt x="22" y="206"/>
                  </a:lnTo>
                  <a:lnTo>
                    <a:pt x="21" y="208"/>
                  </a:lnTo>
                  <a:lnTo>
                    <a:pt x="21" y="210"/>
                  </a:lnTo>
                  <a:lnTo>
                    <a:pt x="20" y="210"/>
                  </a:lnTo>
                  <a:lnTo>
                    <a:pt x="20" y="210"/>
                  </a:lnTo>
                  <a:lnTo>
                    <a:pt x="20" y="210"/>
                  </a:lnTo>
                  <a:lnTo>
                    <a:pt x="20" y="210"/>
                  </a:lnTo>
                  <a:lnTo>
                    <a:pt x="18" y="210"/>
                  </a:lnTo>
                  <a:lnTo>
                    <a:pt x="18" y="210"/>
                  </a:lnTo>
                  <a:lnTo>
                    <a:pt x="18" y="210"/>
                  </a:lnTo>
                  <a:lnTo>
                    <a:pt x="18" y="209"/>
                  </a:lnTo>
                  <a:lnTo>
                    <a:pt x="16" y="209"/>
                  </a:lnTo>
                  <a:lnTo>
                    <a:pt x="16" y="209"/>
                  </a:lnTo>
                  <a:lnTo>
                    <a:pt x="16" y="209"/>
                  </a:lnTo>
                  <a:lnTo>
                    <a:pt x="16" y="208"/>
                  </a:lnTo>
                  <a:lnTo>
                    <a:pt x="14" y="208"/>
                  </a:lnTo>
                  <a:lnTo>
                    <a:pt x="14" y="208"/>
                  </a:lnTo>
                  <a:lnTo>
                    <a:pt x="14" y="208"/>
                  </a:lnTo>
                  <a:lnTo>
                    <a:pt x="14" y="206"/>
                  </a:lnTo>
                  <a:lnTo>
                    <a:pt x="14" y="206"/>
                  </a:lnTo>
                  <a:lnTo>
                    <a:pt x="16" y="205"/>
                  </a:lnTo>
                  <a:lnTo>
                    <a:pt x="16" y="205"/>
                  </a:lnTo>
                  <a:lnTo>
                    <a:pt x="18" y="203"/>
                  </a:lnTo>
                  <a:lnTo>
                    <a:pt x="18" y="203"/>
                  </a:lnTo>
                  <a:lnTo>
                    <a:pt x="20" y="201"/>
                  </a:lnTo>
                  <a:lnTo>
                    <a:pt x="22" y="201"/>
                  </a:lnTo>
                  <a:lnTo>
                    <a:pt x="23" y="199"/>
                  </a:lnTo>
                  <a:lnTo>
                    <a:pt x="23" y="199"/>
                  </a:lnTo>
                  <a:lnTo>
                    <a:pt x="25" y="197"/>
                  </a:lnTo>
                  <a:lnTo>
                    <a:pt x="25" y="197"/>
                  </a:lnTo>
                  <a:lnTo>
                    <a:pt x="27" y="195"/>
                  </a:lnTo>
                  <a:lnTo>
                    <a:pt x="27" y="195"/>
                  </a:lnTo>
                  <a:lnTo>
                    <a:pt x="28" y="193"/>
                  </a:lnTo>
                  <a:lnTo>
                    <a:pt x="28" y="193"/>
                  </a:lnTo>
                  <a:lnTo>
                    <a:pt x="29" y="191"/>
                  </a:lnTo>
                  <a:lnTo>
                    <a:pt x="28" y="191"/>
                  </a:lnTo>
                  <a:lnTo>
                    <a:pt x="28" y="191"/>
                  </a:lnTo>
                  <a:lnTo>
                    <a:pt x="28" y="191"/>
                  </a:lnTo>
                  <a:lnTo>
                    <a:pt x="28" y="191"/>
                  </a:lnTo>
                  <a:lnTo>
                    <a:pt x="27" y="191"/>
                  </a:lnTo>
                  <a:lnTo>
                    <a:pt x="27" y="191"/>
                  </a:lnTo>
                  <a:lnTo>
                    <a:pt x="27" y="191"/>
                  </a:lnTo>
                  <a:lnTo>
                    <a:pt x="27" y="189"/>
                  </a:lnTo>
                  <a:lnTo>
                    <a:pt x="26" y="189"/>
                  </a:lnTo>
                  <a:lnTo>
                    <a:pt x="26" y="189"/>
                  </a:lnTo>
                  <a:lnTo>
                    <a:pt x="26" y="189"/>
                  </a:lnTo>
                  <a:lnTo>
                    <a:pt x="26" y="189"/>
                  </a:lnTo>
                  <a:lnTo>
                    <a:pt x="26" y="189"/>
                  </a:lnTo>
                  <a:lnTo>
                    <a:pt x="26" y="189"/>
                  </a:lnTo>
                  <a:lnTo>
                    <a:pt x="26" y="189"/>
                  </a:lnTo>
                  <a:lnTo>
                    <a:pt x="26" y="189"/>
                  </a:lnTo>
                  <a:lnTo>
                    <a:pt x="24" y="191"/>
                  </a:lnTo>
                  <a:lnTo>
                    <a:pt x="23" y="191"/>
                  </a:lnTo>
                  <a:lnTo>
                    <a:pt x="22" y="192"/>
                  </a:lnTo>
                  <a:lnTo>
                    <a:pt x="22" y="192"/>
                  </a:lnTo>
                  <a:lnTo>
                    <a:pt x="20" y="193"/>
                  </a:lnTo>
                  <a:lnTo>
                    <a:pt x="17" y="193"/>
                  </a:lnTo>
                  <a:lnTo>
                    <a:pt x="16" y="193"/>
                  </a:lnTo>
                  <a:lnTo>
                    <a:pt x="16" y="193"/>
                  </a:lnTo>
                  <a:lnTo>
                    <a:pt x="14" y="195"/>
                  </a:lnTo>
                  <a:lnTo>
                    <a:pt x="12" y="195"/>
                  </a:lnTo>
                  <a:lnTo>
                    <a:pt x="10" y="196"/>
                  </a:lnTo>
                  <a:lnTo>
                    <a:pt x="8" y="196"/>
                  </a:lnTo>
                  <a:lnTo>
                    <a:pt x="7" y="198"/>
                  </a:lnTo>
                  <a:lnTo>
                    <a:pt x="7" y="198"/>
                  </a:lnTo>
                  <a:lnTo>
                    <a:pt x="6" y="198"/>
                  </a:lnTo>
                  <a:lnTo>
                    <a:pt x="6" y="198"/>
                  </a:lnTo>
                  <a:lnTo>
                    <a:pt x="5" y="198"/>
                  </a:lnTo>
                  <a:lnTo>
                    <a:pt x="5" y="198"/>
                  </a:lnTo>
                  <a:lnTo>
                    <a:pt x="5" y="198"/>
                  </a:lnTo>
                  <a:lnTo>
                    <a:pt x="5" y="197"/>
                  </a:lnTo>
                  <a:lnTo>
                    <a:pt x="5" y="197"/>
                  </a:lnTo>
                  <a:lnTo>
                    <a:pt x="5" y="196"/>
                  </a:lnTo>
                  <a:lnTo>
                    <a:pt x="5" y="196"/>
                  </a:lnTo>
                  <a:lnTo>
                    <a:pt x="5" y="194"/>
                  </a:lnTo>
                  <a:lnTo>
                    <a:pt x="3" y="194"/>
                  </a:lnTo>
                  <a:lnTo>
                    <a:pt x="3" y="193"/>
                  </a:lnTo>
                  <a:lnTo>
                    <a:pt x="3" y="193"/>
                  </a:lnTo>
                  <a:lnTo>
                    <a:pt x="3" y="191"/>
                  </a:lnTo>
                  <a:lnTo>
                    <a:pt x="3" y="191"/>
                  </a:lnTo>
                  <a:lnTo>
                    <a:pt x="3" y="190"/>
                  </a:lnTo>
                  <a:lnTo>
                    <a:pt x="3" y="190"/>
                  </a:lnTo>
                  <a:lnTo>
                    <a:pt x="3" y="188"/>
                  </a:lnTo>
                  <a:lnTo>
                    <a:pt x="3" y="188"/>
                  </a:lnTo>
                  <a:lnTo>
                    <a:pt x="3" y="188"/>
                  </a:lnTo>
                  <a:lnTo>
                    <a:pt x="3" y="188"/>
                  </a:lnTo>
                  <a:lnTo>
                    <a:pt x="5" y="186"/>
                  </a:lnTo>
                  <a:lnTo>
                    <a:pt x="5" y="186"/>
                  </a:lnTo>
                  <a:lnTo>
                    <a:pt x="5" y="185"/>
                  </a:lnTo>
                  <a:lnTo>
                    <a:pt x="5" y="185"/>
                  </a:lnTo>
                  <a:lnTo>
                    <a:pt x="7" y="183"/>
                  </a:lnTo>
                  <a:lnTo>
                    <a:pt x="7" y="183"/>
                  </a:lnTo>
                  <a:lnTo>
                    <a:pt x="7" y="182"/>
                  </a:lnTo>
                  <a:lnTo>
                    <a:pt x="7" y="182"/>
                  </a:lnTo>
                  <a:lnTo>
                    <a:pt x="8" y="180"/>
                  </a:lnTo>
                  <a:lnTo>
                    <a:pt x="8" y="180"/>
                  </a:lnTo>
                  <a:lnTo>
                    <a:pt x="8" y="179"/>
                  </a:lnTo>
                  <a:lnTo>
                    <a:pt x="8" y="179"/>
                  </a:lnTo>
                  <a:lnTo>
                    <a:pt x="10" y="177"/>
                  </a:lnTo>
                  <a:lnTo>
                    <a:pt x="9" y="177"/>
                  </a:lnTo>
                  <a:lnTo>
                    <a:pt x="9" y="177"/>
                  </a:lnTo>
                  <a:lnTo>
                    <a:pt x="9" y="177"/>
                  </a:lnTo>
                  <a:lnTo>
                    <a:pt x="9" y="175"/>
                  </a:lnTo>
                  <a:lnTo>
                    <a:pt x="8" y="175"/>
                  </a:lnTo>
                  <a:lnTo>
                    <a:pt x="8" y="174"/>
                  </a:lnTo>
                  <a:lnTo>
                    <a:pt x="8" y="174"/>
                  </a:lnTo>
                  <a:lnTo>
                    <a:pt x="8" y="172"/>
                  </a:lnTo>
                  <a:lnTo>
                    <a:pt x="7" y="172"/>
                  </a:lnTo>
                  <a:lnTo>
                    <a:pt x="7" y="171"/>
                  </a:lnTo>
                  <a:lnTo>
                    <a:pt x="7" y="171"/>
                  </a:lnTo>
                  <a:lnTo>
                    <a:pt x="7" y="169"/>
                  </a:lnTo>
                  <a:lnTo>
                    <a:pt x="7" y="169"/>
                  </a:lnTo>
                  <a:lnTo>
                    <a:pt x="7" y="167"/>
                  </a:lnTo>
                  <a:lnTo>
                    <a:pt x="7" y="167"/>
                  </a:lnTo>
                  <a:lnTo>
                    <a:pt x="8" y="165"/>
                  </a:lnTo>
                  <a:lnTo>
                    <a:pt x="8" y="165"/>
                  </a:lnTo>
                  <a:lnTo>
                    <a:pt x="8" y="165"/>
                  </a:lnTo>
                  <a:lnTo>
                    <a:pt x="8" y="165"/>
                  </a:lnTo>
                  <a:lnTo>
                    <a:pt x="8" y="165"/>
                  </a:lnTo>
                  <a:lnTo>
                    <a:pt x="8" y="165"/>
                  </a:lnTo>
                  <a:lnTo>
                    <a:pt x="8" y="165"/>
                  </a:lnTo>
                  <a:lnTo>
                    <a:pt x="8" y="165"/>
                  </a:lnTo>
                  <a:lnTo>
                    <a:pt x="10" y="163"/>
                  </a:lnTo>
                  <a:lnTo>
                    <a:pt x="10" y="163"/>
                  </a:lnTo>
                  <a:lnTo>
                    <a:pt x="10" y="163"/>
                  </a:lnTo>
                  <a:lnTo>
                    <a:pt x="10" y="163"/>
                  </a:lnTo>
                  <a:lnTo>
                    <a:pt x="12" y="162"/>
                  </a:lnTo>
                  <a:lnTo>
                    <a:pt x="12" y="162"/>
                  </a:lnTo>
                  <a:lnTo>
                    <a:pt x="12" y="162"/>
                  </a:lnTo>
                  <a:lnTo>
                    <a:pt x="12" y="162"/>
                  </a:lnTo>
                  <a:lnTo>
                    <a:pt x="14" y="160"/>
                  </a:lnTo>
                  <a:lnTo>
                    <a:pt x="14" y="160"/>
                  </a:lnTo>
                  <a:lnTo>
                    <a:pt x="14" y="158"/>
                  </a:lnTo>
                  <a:lnTo>
                    <a:pt x="14" y="158"/>
                  </a:lnTo>
                  <a:lnTo>
                    <a:pt x="14" y="156"/>
                  </a:lnTo>
                  <a:lnTo>
                    <a:pt x="13" y="156"/>
                  </a:lnTo>
                  <a:lnTo>
                    <a:pt x="13" y="155"/>
                  </a:lnTo>
                  <a:lnTo>
                    <a:pt x="13" y="154"/>
                  </a:lnTo>
                  <a:lnTo>
                    <a:pt x="13" y="152"/>
                  </a:lnTo>
                  <a:lnTo>
                    <a:pt x="11" y="152"/>
                  </a:lnTo>
                  <a:lnTo>
                    <a:pt x="11" y="150"/>
                  </a:lnTo>
                  <a:lnTo>
                    <a:pt x="11" y="150"/>
                  </a:lnTo>
                  <a:lnTo>
                    <a:pt x="11" y="148"/>
                  </a:lnTo>
                  <a:lnTo>
                    <a:pt x="10" y="148"/>
                  </a:lnTo>
                  <a:lnTo>
                    <a:pt x="10" y="147"/>
                  </a:lnTo>
                  <a:lnTo>
                    <a:pt x="10" y="147"/>
                  </a:lnTo>
                  <a:lnTo>
                    <a:pt x="10" y="145"/>
                  </a:lnTo>
                  <a:lnTo>
                    <a:pt x="8" y="145"/>
                  </a:lnTo>
                  <a:lnTo>
                    <a:pt x="8" y="145"/>
                  </a:lnTo>
                  <a:lnTo>
                    <a:pt x="7" y="145"/>
                  </a:lnTo>
                  <a:lnTo>
                    <a:pt x="7" y="144"/>
                  </a:lnTo>
                  <a:lnTo>
                    <a:pt x="5" y="144"/>
                  </a:lnTo>
                  <a:lnTo>
                    <a:pt x="5" y="144"/>
                  </a:lnTo>
                  <a:lnTo>
                    <a:pt x="4" y="144"/>
                  </a:lnTo>
                  <a:lnTo>
                    <a:pt x="4" y="144"/>
                  </a:lnTo>
                  <a:lnTo>
                    <a:pt x="2" y="145"/>
                  </a:lnTo>
                  <a:lnTo>
                    <a:pt x="2" y="145"/>
                  </a:lnTo>
                  <a:lnTo>
                    <a:pt x="0" y="145"/>
                  </a:lnTo>
                  <a:lnTo>
                    <a:pt x="0" y="145"/>
                  </a:lnTo>
                  <a:lnTo>
                    <a:pt x="0" y="145"/>
                  </a:lnTo>
                  <a:lnTo>
                    <a:pt x="0" y="145"/>
                  </a:lnTo>
                  <a:lnTo>
                    <a:pt x="0" y="145"/>
                  </a:lnTo>
                  <a:lnTo>
                    <a:pt x="0" y="145"/>
                  </a:lnTo>
                  <a:lnTo>
                    <a:pt x="0" y="146"/>
                  </a:lnTo>
                  <a:lnTo>
                    <a:pt x="0" y="146"/>
                  </a:lnTo>
                  <a:lnTo>
                    <a:pt x="0" y="146"/>
                  </a:lnTo>
                  <a:lnTo>
                    <a:pt x="0" y="146"/>
                  </a:lnTo>
                  <a:lnTo>
                    <a:pt x="0" y="146"/>
                  </a:lnTo>
                  <a:lnTo>
                    <a:pt x="0" y="146"/>
                  </a:lnTo>
                  <a:lnTo>
                    <a:pt x="0" y="146"/>
                  </a:lnTo>
                  <a:lnTo>
                    <a:pt x="0" y="146"/>
                  </a:lnTo>
                  <a:lnTo>
                    <a:pt x="0" y="146"/>
                  </a:lnTo>
                  <a:lnTo>
                    <a:pt x="0" y="146"/>
                  </a:lnTo>
                  <a:lnTo>
                    <a:pt x="0" y="146"/>
                  </a:lnTo>
                  <a:lnTo>
                    <a:pt x="1" y="146"/>
                  </a:lnTo>
                  <a:lnTo>
                    <a:pt x="1" y="146"/>
                  </a:lnTo>
                  <a:lnTo>
                    <a:pt x="1" y="146"/>
                  </a:lnTo>
                  <a:lnTo>
                    <a:pt x="1" y="146"/>
                  </a:lnTo>
                  <a:lnTo>
                    <a:pt x="3" y="146"/>
                  </a:lnTo>
                  <a:lnTo>
                    <a:pt x="3" y="146"/>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88" name=""/>
            <p:cNvSpPr/>
            <p:nvPr/>
          </p:nvSpPr>
          <p:spPr>
            <a:xfrm>
              <a:off x="9639360" y="6811920"/>
              <a:ext cx="216000" cy="144360"/>
            </a:xfrm>
            <a:custGeom>
              <a:avLst/>
              <a:gdLst/>
              <a:ahLst/>
              <a:rect l="l" t="t" r="r" b="b"/>
              <a:pathLst>
                <a:path w="136" h="91">
                  <a:moveTo>
                    <a:pt x="56" y="68"/>
                  </a:moveTo>
                  <a:lnTo>
                    <a:pt x="56" y="70"/>
                  </a:lnTo>
                  <a:lnTo>
                    <a:pt x="56" y="70"/>
                  </a:lnTo>
                  <a:lnTo>
                    <a:pt x="56" y="70"/>
                  </a:lnTo>
                  <a:lnTo>
                    <a:pt x="57" y="70"/>
                  </a:lnTo>
                  <a:lnTo>
                    <a:pt x="57" y="71"/>
                  </a:lnTo>
                  <a:lnTo>
                    <a:pt x="58" y="71"/>
                  </a:lnTo>
                  <a:lnTo>
                    <a:pt x="58" y="71"/>
                  </a:lnTo>
                  <a:lnTo>
                    <a:pt x="60" y="71"/>
                  </a:lnTo>
                  <a:lnTo>
                    <a:pt x="60" y="72"/>
                  </a:lnTo>
                  <a:lnTo>
                    <a:pt x="61" y="72"/>
                  </a:lnTo>
                  <a:lnTo>
                    <a:pt x="61" y="72"/>
                  </a:lnTo>
                  <a:lnTo>
                    <a:pt x="63" y="72"/>
                  </a:lnTo>
                  <a:lnTo>
                    <a:pt x="63" y="72"/>
                  </a:lnTo>
                  <a:lnTo>
                    <a:pt x="63" y="72"/>
                  </a:lnTo>
                  <a:lnTo>
                    <a:pt x="63" y="72"/>
                  </a:lnTo>
                  <a:lnTo>
                    <a:pt x="65" y="70"/>
                  </a:lnTo>
                  <a:lnTo>
                    <a:pt x="65" y="70"/>
                  </a:lnTo>
                  <a:lnTo>
                    <a:pt x="65" y="70"/>
                  </a:lnTo>
                  <a:lnTo>
                    <a:pt x="65" y="70"/>
                  </a:lnTo>
                  <a:lnTo>
                    <a:pt x="66" y="70"/>
                  </a:lnTo>
                  <a:lnTo>
                    <a:pt x="66" y="70"/>
                  </a:lnTo>
                  <a:lnTo>
                    <a:pt x="66" y="70"/>
                  </a:lnTo>
                  <a:lnTo>
                    <a:pt x="66" y="70"/>
                  </a:lnTo>
                  <a:lnTo>
                    <a:pt x="69" y="68"/>
                  </a:lnTo>
                  <a:lnTo>
                    <a:pt x="69" y="68"/>
                  </a:lnTo>
                  <a:lnTo>
                    <a:pt x="69" y="68"/>
                  </a:lnTo>
                  <a:lnTo>
                    <a:pt x="69" y="68"/>
                  </a:lnTo>
                  <a:lnTo>
                    <a:pt x="71" y="66"/>
                  </a:lnTo>
                  <a:lnTo>
                    <a:pt x="71" y="66"/>
                  </a:lnTo>
                  <a:lnTo>
                    <a:pt x="72" y="66"/>
                  </a:lnTo>
                  <a:lnTo>
                    <a:pt x="72" y="66"/>
                  </a:lnTo>
                  <a:lnTo>
                    <a:pt x="74" y="65"/>
                  </a:lnTo>
                  <a:lnTo>
                    <a:pt x="74" y="65"/>
                  </a:lnTo>
                  <a:lnTo>
                    <a:pt x="74" y="65"/>
                  </a:lnTo>
                  <a:lnTo>
                    <a:pt x="74" y="65"/>
                  </a:lnTo>
                  <a:lnTo>
                    <a:pt x="74" y="65"/>
                  </a:lnTo>
                  <a:lnTo>
                    <a:pt x="74" y="65"/>
                  </a:lnTo>
                  <a:lnTo>
                    <a:pt x="74" y="65"/>
                  </a:lnTo>
                  <a:lnTo>
                    <a:pt x="74" y="65"/>
                  </a:lnTo>
                  <a:lnTo>
                    <a:pt x="74" y="65"/>
                  </a:lnTo>
                  <a:lnTo>
                    <a:pt x="74" y="65"/>
                  </a:lnTo>
                  <a:lnTo>
                    <a:pt x="74" y="65"/>
                  </a:lnTo>
                  <a:lnTo>
                    <a:pt x="74" y="65"/>
                  </a:lnTo>
                  <a:lnTo>
                    <a:pt x="74" y="65"/>
                  </a:lnTo>
                  <a:lnTo>
                    <a:pt x="74" y="65"/>
                  </a:lnTo>
                  <a:lnTo>
                    <a:pt x="74" y="65"/>
                  </a:lnTo>
                  <a:lnTo>
                    <a:pt x="74" y="65"/>
                  </a:lnTo>
                  <a:lnTo>
                    <a:pt x="76" y="65"/>
                  </a:lnTo>
                  <a:lnTo>
                    <a:pt x="76" y="67"/>
                  </a:lnTo>
                  <a:lnTo>
                    <a:pt x="76" y="67"/>
                  </a:lnTo>
                  <a:lnTo>
                    <a:pt x="76" y="67"/>
                  </a:lnTo>
                  <a:lnTo>
                    <a:pt x="76" y="67"/>
                  </a:lnTo>
                  <a:lnTo>
                    <a:pt x="76" y="69"/>
                  </a:lnTo>
                  <a:lnTo>
                    <a:pt x="76" y="69"/>
                  </a:lnTo>
                  <a:lnTo>
                    <a:pt x="76" y="69"/>
                  </a:lnTo>
                  <a:lnTo>
                    <a:pt x="78" y="69"/>
                  </a:lnTo>
                  <a:lnTo>
                    <a:pt x="78" y="70"/>
                  </a:lnTo>
                  <a:lnTo>
                    <a:pt x="78" y="70"/>
                  </a:lnTo>
                  <a:lnTo>
                    <a:pt x="78" y="70"/>
                  </a:lnTo>
                  <a:lnTo>
                    <a:pt x="78" y="70"/>
                  </a:lnTo>
                  <a:lnTo>
                    <a:pt x="78" y="70"/>
                  </a:lnTo>
                  <a:lnTo>
                    <a:pt x="78" y="70"/>
                  </a:lnTo>
                  <a:lnTo>
                    <a:pt x="78" y="70"/>
                  </a:lnTo>
                  <a:lnTo>
                    <a:pt x="79" y="70"/>
                  </a:lnTo>
                  <a:lnTo>
                    <a:pt x="79" y="72"/>
                  </a:lnTo>
                  <a:lnTo>
                    <a:pt x="79" y="72"/>
                  </a:lnTo>
                  <a:lnTo>
                    <a:pt x="79" y="72"/>
                  </a:lnTo>
                  <a:lnTo>
                    <a:pt x="81" y="72"/>
                  </a:lnTo>
                  <a:lnTo>
                    <a:pt x="81" y="72"/>
                  </a:lnTo>
                  <a:lnTo>
                    <a:pt x="83" y="72"/>
                  </a:lnTo>
                  <a:lnTo>
                    <a:pt x="83" y="72"/>
                  </a:lnTo>
                  <a:lnTo>
                    <a:pt x="85" y="72"/>
                  </a:lnTo>
                  <a:lnTo>
                    <a:pt x="85" y="72"/>
                  </a:lnTo>
                  <a:lnTo>
                    <a:pt x="86" y="72"/>
                  </a:lnTo>
                  <a:lnTo>
                    <a:pt x="86" y="72"/>
                  </a:lnTo>
                  <a:lnTo>
                    <a:pt x="88" y="70"/>
                  </a:lnTo>
                  <a:lnTo>
                    <a:pt x="88" y="70"/>
                  </a:lnTo>
                  <a:lnTo>
                    <a:pt x="88" y="70"/>
                  </a:lnTo>
                  <a:lnTo>
                    <a:pt x="88" y="70"/>
                  </a:lnTo>
                  <a:lnTo>
                    <a:pt x="91" y="68"/>
                  </a:lnTo>
                  <a:lnTo>
                    <a:pt x="91" y="68"/>
                  </a:lnTo>
                  <a:lnTo>
                    <a:pt x="91" y="68"/>
                  </a:lnTo>
                  <a:lnTo>
                    <a:pt x="91" y="68"/>
                  </a:lnTo>
                  <a:lnTo>
                    <a:pt x="93" y="68"/>
                  </a:lnTo>
                  <a:lnTo>
                    <a:pt x="93" y="68"/>
                  </a:lnTo>
                  <a:lnTo>
                    <a:pt x="93" y="68"/>
                  </a:lnTo>
                  <a:lnTo>
                    <a:pt x="93" y="68"/>
                  </a:lnTo>
                  <a:lnTo>
                    <a:pt x="95" y="67"/>
                  </a:lnTo>
                  <a:lnTo>
                    <a:pt x="95" y="67"/>
                  </a:lnTo>
                  <a:lnTo>
                    <a:pt x="95" y="67"/>
                  </a:lnTo>
                  <a:lnTo>
                    <a:pt x="95" y="67"/>
                  </a:lnTo>
                  <a:lnTo>
                    <a:pt x="97" y="66"/>
                  </a:lnTo>
                  <a:lnTo>
                    <a:pt x="97" y="66"/>
                  </a:lnTo>
                  <a:lnTo>
                    <a:pt x="98" y="66"/>
                  </a:lnTo>
                  <a:lnTo>
                    <a:pt x="98" y="66"/>
                  </a:lnTo>
                  <a:lnTo>
                    <a:pt x="100" y="65"/>
                  </a:lnTo>
                  <a:lnTo>
                    <a:pt x="100" y="66"/>
                  </a:lnTo>
                  <a:lnTo>
                    <a:pt x="100" y="66"/>
                  </a:lnTo>
                  <a:lnTo>
                    <a:pt x="100" y="67"/>
                  </a:lnTo>
                  <a:lnTo>
                    <a:pt x="100" y="67"/>
                  </a:lnTo>
                  <a:lnTo>
                    <a:pt x="100" y="69"/>
                  </a:lnTo>
                  <a:lnTo>
                    <a:pt x="100" y="69"/>
                  </a:lnTo>
                  <a:lnTo>
                    <a:pt x="100" y="70"/>
                  </a:lnTo>
                  <a:lnTo>
                    <a:pt x="102" y="70"/>
                  </a:lnTo>
                  <a:lnTo>
                    <a:pt x="102" y="72"/>
                  </a:lnTo>
                  <a:lnTo>
                    <a:pt x="102" y="72"/>
                  </a:lnTo>
                  <a:lnTo>
                    <a:pt x="102" y="73"/>
                  </a:lnTo>
                  <a:lnTo>
                    <a:pt x="102" y="73"/>
                  </a:lnTo>
                  <a:lnTo>
                    <a:pt x="102" y="74"/>
                  </a:lnTo>
                  <a:lnTo>
                    <a:pt x="102" y="74"/>
                  </a:lnTo>
                  <a:lnTo>
                    <a:pt x="102" y="74"/>
                  </a:lnTo>
                  <a:lnTo>
                    <a:pt x="103" y="74"/>
                  </a:lnTo>
                  <a:lnTo>
                    <a:pt x="103" y="74"/>
                  </a:lnTo>
                  <a:lnTo>
                    <a:pt x="103" y="74"/>
                  </a:lnTo>
                  <a:lnTo>
                    <a:pt x="103" y="74"/>
                  </a:lnTo>
                  <a:lnTo>
                    <a:pt x="105" y="74"/>
                  </a:lnTo>
                  <a:lnTo>
                    <a:pt x="105" y="74"/>
                  </a:lnTo>
                  <a:lnTo>
                    <a:pt x="105" y="74"/>
                  </a:lnTo>
                  <a:lnTo>
                    <a:pt x="105" y="74"/>
                  </a:lnTo>
                  <a:lnTo>
                    <a:pt x="107" y="74"/>
                  </a:lnTo>
                  <a:lnTo>
                    <a:pt x="107" y="74"/>
                  </a:lnTo>
                  <a:lnTo>
                    <a:pt x="107" y="74"/>
                  </a:lnTo>
                  <a:lnTo>
                    <a:pt x="107" y="74"/>
                  </a:lnTo>
                  <a:lnTo>
                    <a:pt x="108" y="74"/>
                  </a:lnTo>
                  <a:lnTo>
                    <a:pt x="108" y="74"/>
                  </a:lnTo>
                  <a:lnTo>
                    <a:pt x="108" y="74"/>
                  </a:lnTo>
                  <a:lnTo>
                    <a:pt x="108" y="74"/>
                  </a:lnTo>
                  <a:lnTo>
                    <a:pt x="110" y="73"/>
                  </a:lnTo>
                  <a:lnTo>
                    <a:pt x="110" y="75"/>
                  </a:lnTo>
                  <a:lnTo>
                    <a:pt x="110" y="75"/>
                  </a:lnTo>
                  <a:lnTo>
                    <a:pt x="110" y="75"/>
                  </a:lnTo>
                  <a:lnTo>
                    <a:pt x="110" y="75"/>
                  </a:lnTo>
                  <a:lnTo>
                    <a:pt x="110" y="78"/>
                  </a:lnTo>
                  <a:lnTo>
                    <a:pt x="110" y="78"/>
                  </a:lnTo>
                  <a:lnTo>
                    <a:pt x="110" y="78"/>
                  </a:lnTo>
                  <a:lnTo>
                    <a:pt x="113" y="78"/>
                  </a:lnTo>
                  <a:lnTo>
                    <a:pt x="113" y="80"/>
                  </a:lnTo>
                  <a:lnTo>
                    <a:pt x="113" y="80"/>
                  </a:lnTo>
                  <a:lnTo>
                    <a:pt x="113" y="82"/>
                  </a:lnTo>
                  <a:lnTo>
                    <a:pt x="113" y="82"/>
                  </a:lnTo>
                  <a:lnTo>
                    <a:pt x="113" y="83"/>
                  </a:lnTo>
                  <a:lnTo>
                    <a:pt x="113" y="83"/>
                  </a:lnTo>
                  <a:lnTo>
                    <a:pt x="113" y="83"/>
                  </a:lnTo>
                  <a:lnTo>
                    <a:pt x="115" y="83"/>
                  </a:lnTo>
                  <a:lnTo>
                    <a:pt x="115" y="85"/>
                  </a:lnTo>
                  <a:lnTo>
                    <a:pt x="115" y="85"/>
                  </a:lnTo>
                  <a:lnTo>
                    <a:pt x="115" y="85"/>
                  </a:lnTo>
                  <a:lnTo>
                    <a:pt x="117" y="85"/>
                  </a:lnTo>
                  <a:lnTo>
                    <a:pt x="117" y="87"/>
                  </a:lnTo>
                  <a:lnTo>
                    <a:pt x="117" y="87"/>
                  </a:lnTo>
                  <a:lnTo>
                    <a:pt x="117" y="87"/>
                  </a:lnTo>
                  <a:lnTo>
                    <a:pt x="119" y="87"/>
                  </a:lnTo>
                  <a:lnTo>
                    <a:pt x="119" y="89"/>
                  </a:lnTo>
                  <a:lnTo>
                    <a:pt x="119" y="89"/>
                  </a:lnTo>
                  <a:lnTo>
                    <a:pt x="119" y="89"/>
                  </a:lnTo>
                  <a:lnTo>
                    <a:pt x="121" y="89"/>
                  </a:lnTo>
                  <a:lnTo>
                    <a:pt x="121" y="90"/>
                  </a:lnTo>
                  <a:lnTo>
                    <a:pt x="122" y="90"/>
                  </a:lnTo>
                  <a:lnTo>
                    <a:pt x="122" y="90"/>
                  </a:lnTo>
                  <a:lnTo>
                    <a:pt x="124" y="90"/>
                  </a:lnTo>
                  <a:lnTo>
                    <a:pt x="124" y="90"/>
                  </a:lnTo>
                  <a:lnTo>
                    <a:pt x="124" y="90"/>
                  </a:lnTo>
                  <a:lnTo>
                    <a:pt x="124" y="90"/>
                  </a:lnTo>
                  <a:lnTo>
                    <a:pt x="125" y="90"/>
                  </a:lnTo>
                  <a:lnTo>
                    <a:pt x="125" y="90"/>
                  </a:lnTo>
                  <a:lnTo>
                    <a:pt x="127" y="90"/>
                  </a:lnTo>
                  <a:lnTo>
                    <a:pt x="127" y="90"/>
                  </a:lnTo>
                  <a:lnTo>
                    <a:pt x="130" y="88"/>
                  </a:lnTo>
                  <a:lnTo>
                    <a:pt x="130" y="88"/>
                  </a:lnTo>
                  <a:lnTo>
                    <a:pt x="130" y="88"/>
                  </a:lnTo>
                  <a:lnTo>
                    <a:pt x="130" y="88"/>
                  </a:lnTo>
                  <a:lnTo>
                    <a:pt x="132" y="86"/>
                  </a:lnTo>
                  <a:lnTo>
                    <a:pt x="132" y="86"/>
                  </a:lnTo>
                  <a:lnTo>
                    <a:pt x="133" y="85"/>
                  </a:lnTo>
                  <a:lnTo>
                    <a:pt x="133" y="85"/>
                  </a:lnTo>
                  <a:lnTo>
                    <a:pt x="135" y="83"/>
                  </a:lnTo>
                  <a:lnTo>
                    <a:pt x="134" y="83"/>
                  </a:lnTo>
                  <a:lnTo>
                    <a:pt x="134" y="83"/>
                  </a:lnTo>
                  <a:lnTo>
                    <a:pt x="134" y="83"/>
                  </a:lnTo>
                  <a:lnTo>
                    <a:pt x="134" y="83"/>
                  </a:lnTo>
                  <a:lnTo>
                    <a:pt x="133" y="83"/>
                  </a:lnTo>
                  <a:lnTo>
                    <a:pt x="133" y="83"/>
                  </a:lnTo>
                  <a:lnTo>
                    <a:pt x="133" y="83"/>
                  </a:lnTo>
                  <a:lnTo>
                    <a:pt x="133" y="81"/>
                  </a:lnTo>
                  <a:lnTo>
                    <a:pt x="131" y="81"/>
                  </a:lnTo>
                  <a:lnTo>
                    <a:pt x="131" y="81"/>
                  </a:lnTo>
                  <a:lnTo>
                    <a:pt x="131" y="81"/>
                  </a:lnTo>
                  <a:lnTo>
                    <a:pt x="131" y="80"/>
                  </a:lnTo>
                  <a:lnTo>
                    <a:pt x="131" y="80"/>
                  </a:lnTo>
                  <a:lnTo>
                    <a:pt x="131" y="80"/>
                  </a:lnTo>
                  <a:lnTo>
                    <a:pt x="131" y="80"/>
                  </a:lnTo>
                  <a:lnTo>
                    <a:pt x="131" y="78"/>
                  </a:lnTo>
                  <a:lnTo>
                    <a:pt x="130" y="78"/>
                  </a:lnTo>
                  <a:lnTo>
                    <a:pt x="130" y="78"/>
                  </a:lnTo>
                  <a:lnTo>
                    <a:pt x="130" y="78"/>
                  </a:lnTo>
                  <a:lnTo>
                    <a:pt x="130" y="77"/>
                  </a:lnTo>
                  <a:lnTo>
                    <a:pt x="130" y="77"/>
                  </a:lnTo>
                  <a:lnTo>
                    <a:pt x="130" y="77"/>
                  </a:lnTo>
                  <a:lnTo>
                    <a:pt x="130" y="77"/>
                  </a:lnTo>
                  <a:lnTo>
                    <a:pt x="130" y="75"/>
                  </a:lnTo>
                  <a:lnTo>
                    <a:pt x="127" y="75"/>
                  </a:lnTo>
                  <a:lnTo>
                    <a:pt x="127" y="75"/>
                  </a:lnTo>
                  <a:lnTo>
                    <a:pt x="127" y="75"/>
                  </a:lnTo>
                  <a:lnTo>
                    <a:pt x="127" y="73"/>
                  </a:lnTo>
                  <a:lnTo>
                    <a:pt x="127" y="73"/>
                  </a:lnTo>
                  <a:lnTo>
                    <a:pt x="127" y="72"/>
                  </a:lnTo>
                  <a:lnTo>
                    <a:pt x="127" y="72"/>
                  </a:lnTo>
                  <a:lnTo>
                    <a:pt x="127" y="70"/>
                  </a:lnTo>
                  <a:lnTo>
                    <a:pt x="127" y="70"/>
                  </a:lnTo>
                  <a:lnTo>
                    <a:pt x="127" y="70"/>
                  </a:lnTo>
                  <a:lnTo>
                    <a:pt x="127" y="70"/>
                  </a:lnTo>
                  <a:lnTo>
                    <a:pt x="128" y="70"/>
                  </a:lnTo>
                  <a:lnTo>
                    <a:pt x="128" y="70"/>
                  </a:lnTo>
                  <a:lnTo>
                    <a:pt x="128" y="70"/>
                  </a:lnTo>
                  <a:lnTo>
                    <a:pt x="128" y="70"/>
                  </a:lnTo>
                  <a:lnTo>
                    <a:pt x="130" y="70"/>
                  </a:lnTo>
                  <a:lnTo>
                    <a:pt x="130" y="70"/>
                  </a:lnTo>
                  <a:lnTo>
                    <a:pt x="130" y="70"/>
                  </a:lnTo>
                  <a:lnTo>
                    <a:pt x="130" y="70"/>
                  </a:lnTo>
                  <a:lnTo>
                    <a:pt x="131" y="70"/>
                  </a:lnTo>
                  <a:lnTo>
                    <a:pt x="131" y="70"/>
                  </a:lnTo>
                  <a:lnTo>
                    <a:pt x="131" y="70"/>
                  </a:lnTo>
                  <a:lnTo>
                    <a:pt x="131" y="70"/>
                  </a:lnTo>
                  <a:lnTo>
                    <a:pt x="133" y="68"/>
                  </a:lnTo>
                  <a:lnTo>
                    <a:pt x="131" y="68"/>
                  </a:lnTo>
                  <a:lnTo>
                    <a:pt x="131" y="68"/>
                  </a:lnTo>
                  <a:lnTo>
                    <a:pt x="131" y="68"/>
                  </a:lnTo>
                  <a:lnTo>
                    <a:pt x="131" y="68"/>
                  </a:lnTo>
                  <a:lnTo>
                    <a:pt x="131" y="68"/>
                  </a:lnTo>
                  <a:lnTo>
                    <a:pt x="131" y="68"/>
                  </a:lnTo>
                  <a:lnTo>
                    <a:pt x="131" y="68"/>
                  </a:lnTo>
                  <a:lnTo>
                    <a:pt x="131" y="67"/>
                  </a:lnTo>
                  <a:lnTo>
                    <a:pt x="129" y="67"/>
                  </a:lnTo>
                  <a:lnTo>
                    <a:pt x="129" y="67"/>
                  </a:lnTo>
                  <a:lnTo>
                    <a:pt x="129" y="67"/>
                  </a:lnTo>
                  <a:lnTo>
                    <a:pt x="129" y="66"/>
                  </a:lnTo>
                  <a:lnTo>
                    <a:pt x="129" y="66"/>
                  </a:lnTo>
                  <a:lnTo>
                    <a:pt x="129" y="66"/>
                  </a:lnTo>
                  <a:lnTo>
                    <a:pt x="129" y="66"/>
                  </a:lnTo>
                  <a:lnTo>
                    <a:pt x="129" y="65"/>
                  </a:lnTo>
                  <a:lnTo>
                    <a:pt x="127" y="65"/>
                  </a:lnTo>
                  <a:lnTo>
                    <a:pt x="127" y="65"/>
                  </a:lnTo>
                  <a:lnTo>
                    <a:pt x="127" y="65"/>
                  </a:lnTo>
                  <a:lnTo>
                    <a:pt x="127" y="65"/>
                  </a:lnTo>
                  <a:lnTo>
                    <a:pt x="125" y="65"/>
                  </a:lnTo>
                  <a:lnTo>
                    <a:pt x="125" y="65"/>
                  </a:lnTo>
                  <a:lnTo>
                    <a:pt x="125" y="65"/>
                  </a:lnTo>
                  <a:lnTo>
                    <a:pt x="125" y="65"/>
                  </a:lnTo>
                  <a:lnTo>
                    <a:pt x="124" y="65"/>
                  </a:lnTo>
                  <a:lnTo>
                    <a:pt x="124" y="65"/>
                  </a:lnTo>
                  <a:lnTo>
                    <a:pt x="124" y="65"/>
                  </a:lnTo>
                  <a:lnTo>
                    <a:pt x="124" y="65"/>
                  </a:lnTo>
                  <a:lnTo>
                    <a:pt x="123" y="65"/>
                  </a:lnTo>
                  <a:lnTo>
                    <a:pt x="123" y="65"/>
                  </a:lnTo>
                  <a:lnTo>
                    <a:pt x="123" y="65"/>
                  </a:lnTo>
                  <a:lnTo>
                    <a:pt x="123" y="65"/>
                  </a:lnTo>
                  <a:lnTo>
                    <a:pt x="122" y="65"/>
                  </a:lnTo>
                  <a:lnTo>
                    <a:pt x="122" y="65"/>
                  </a:lnTo>
                  <a:lnTo>
                    <a:pt x="122" y="65"/>
                  </a:lnTo>
                  <a:lnTo>
                    <a:pt x="122" y="64"/>
                  </a:lnTo>
                  <a:lnTo>
                    <a:pt x="122" y="64"/>
                  </a:lnTo>
                  <a:lnTo>
                    <a:pt x="122" y="64"/>
                  </a:lnTo>
                  <a:lnTo>
                    <a:pt x="122" y="64"/>
                  </a:lnTo>
                  <a:lnTo>
                    <a:pt x="123" y="62"/>
                  </a:lnTo>
                  <a:lnTo>
                    <a:pt x="123" y="62"/>
                  </a:lnTo>
                  <a:lnTo>
                    <a:pt x="123" y="62"/>
                  </a:lnTo>
                  <a:lnTo>
                    <a:pt x="123" y="62"/>
                  </a:lnTo>
                  <a:lnTo>
                    <a:pt x="124" y="61"/>
                  </a:lnTo>
                  <a:lnTo>
                    <a:pt x="124" y="61"/>
                  </a:lnTo>
                  <a:lnTo>
                    <a:pt x="124" y="61"/>
                  </a:lnTo>
                  <a:lnTo>
                    <a:pt x="124" y="61"/>
                  </a:lnTo>
                  <a:lnTo>
                    <a:pt x="125" y="59"/>
                  </a:lnTo>
                  <a:lnTo>
                    <a:pt x="124" y="59"/>
                  </a:lnTo>
                  <a:lnTo>
                    <a:pt x="124" y="59"/>
                  </a:lnTo>
                  <a:lnTo>
                    <a:pt x="124" y="59"/>
                  </a:lnTo>
                  <a:lnTo>
                    <a:pt x="124" y="59"/>
                  </a:lnTo>
                  <a:lnTo>
                    <a:pt x="124" y="59"/>
                  </a:lnTo>
                  <a:lnTo>
                    <a:pt x="124" y="59"/>
                  </a:lnTo>
                  <a:lnTo>
                    <a:pt x="124" y="59"/>
                  </a:lnTo>
                  <a:lnTo>
                    <a:pt x="124" y="57"/>
                  </a:lnTo>
                  <a:lnTo>
                    <a:pt x="124" y="57"/>
                  </a:lnTo>
                  <a:lnTo>
                    <a:pt x="124" y="57"/>
                  </a:lnTo>
                  <a:lnTo>
                    <a:pt x="124" y="57"/>
                  </a:lnTo>
                  <a:lnTo>
                    <a:pt x="124" y="56"/>
                  </a:lnTo>
                  <a:lnTo>
                    <a:pt x="124" y="56"/>
                  </a:lnTo>
                  <a:lnTo>
                    <a:pt x="124" y="56"/>
                  </a:lnTo>
                  <a:lnTo>
                    <a:pt x="124" y="56"/>
                  </a:lnTo>
                  <a:lnTo>
                    <a:pt x="124" y="54"/>
                  </a:lnTo>
                  <a:lnTo>
                    <a:pt x="122" y="54"/>
                  </a:lnTo>
                  <a:lnTo>
                    <a:pt x="122" y="54"/>
                  </a:lnTo>
                  <a:lnTo>
                    <a:pt x="122" y="54"/>
                  </a:lnTo>
                  <a:lnTo>
                    <a:pt x="122" y="54"/>
                  </a:lnTo>
                  <a:lnTo>
                    <a:pt x="122" y="54"/>
                  </a:lnTo>
                  <a:lnTo>
                    <a:pt x="122" y="54"/>
                  </a:lnTo>
                  <a:lnTo>
                    <a:pt x="122" y="54"/>
                  </a:lnTo>
                  <a:lnTo>
                    <a:pt x="122" y="54"/>
                  </a:lnTo>
                  <a:lnTo>
                    <a:pt x="120" y="54"/>
                  </a:lnTo>
                  <a:lnTo>
                    <a:pt x="120" y="54"/>
                  </a:lnTo>
                  <a:lnTo>
                    <a:pt x="120" y="54"/>
                  </a:lnTo>
                  <a:lnTo>
                    <a:pt x="120" y="54"/>
                  </a:lnTo>
                  <a:lnTo>
                    <a:pt x="120" y="54"/>
                  </a:lnTo>
                  <a:lnTo>
                    <a:pt x="120" y="54"/>
                  </a:lnTo>
                  <a:lnTo>
                    <a:pt x="120" y="54"/>
                  </a:lnTo>
                  <a:lnTo>
                    <a:pt x="120" y="54"/>
                  </a:lnTo>
                  <a:lnTo>
                    <a:pt x="119" y="54"/>
                  </a:lnTo>
                  <a:lnTo>
                    <a:pt x="119" y="54"/>
                  </a:lnTo>
                  <a:lnTo>
                    <a:pt x="119" y="54"/>
                  </a:lnTo>
                  <a:lnTo>
                    <a:pt x="119" y="54"/>
                  </a:lnTo>
                  <a:lnTo>
                    <a:pt x="119" y="54"/>
                  </a:lnTo>
                  <a:lnTo>
                    <a:pt x="119" y="54"/>
                  </a:lnTo>
                  <a:lnTo>
                    <a:pt x="119" y="54"/>
                  </a:lnTo>
                  <a:lnTo>
                    <a:pt x="119" y="54"/>
                  </a:lnTo>
                  <a:lnTo>
                    <a:pt x="119" y="54"/>
                  </a:lnTo>
                  <a:lnTo>
                    <a:pt x="119" y="54"/>
                  </a:lnTo>
                  <a:lnTo>
                    <a:pt x="119" y="54"/>
                  </a:lnTo>
                  <a:lnTo>
                    <a:pt x="119" y="54"/>
                  </a:lnTo>
                  <a:lnTo>
                    <a:pt x="119" y="54"/>
                  </a:lnTo>
                  <a:lnTo>
                    <a:pt x="119" y="54"/>
                  </a:lnTo>
                  <a:lnTo>
                    <a:pt x="119" y="54"/>
                  </a:lnTo>
                  <a:lnTo>
                    <a:pt x="119" y="54"/>
                  </a:lnTo>
                  <a:lnTo>
                    <a:pt x="117" y="55"/>
                  </a:lnTo>
                  <a:lnTo>
                    <a:pt x="117" y="55"/>
                  </a:lnTo>
                  <a:lnTo>
                    <a:pt x="117" y="55"/>
                  </a:lnTo>
                  <a:lnTo>
                    <a:pt x="117" y="55"/>
                  </a:lnTo>
                  <a:lnTo>
                    <a:pt x="116" y="56"/>
                  </a:lnTo>
                  <a:lnTo>
                    <a:pt x="116" y="56"/>
                  </a:lnTo>
                  <a:lnTo>
                    <a:pt x="116" y="56"/>
                  </a:lnTo>
                  <a:lnTo>
                    <a:pt x="116" y="56"/>
                  </a:lnTo>
                  <a:lnTo>
                    <a:pt x="114" y="58"/>
                  </a:lnTo>
                  <a:lnTo>
                    <a:pt x="114" y="58"/>
                  </a:lnTo>
                  <a:lnTo>
                    <a:pt x="114" y="58"/>
                  </a:lnTo>
                  <a:lnTo>
                    <a:pt x="114" y="58"/>
                  </a:lnTo>
                  <a:lnTo>
                    <a:pt x="113" y="59"/>
                  </a:lnTo>
                  <a:lnTo>
                    <a:pt x="113" y="59"/>
                  </a:lnTo>
                  <a:lnTo>
                    <a:pt x="113" y="59"/>
                  </a:lnTo>
                  <a:lnTo>
                    <a:pt x="113" y="59"/>
                  </a:lnTo>
                  <a:lnTo>
                    <a:pt x="111" y="59"/>
                  </a:lnTo>
                  <a:lnTo>
                    <a:pt x="111" y="59"/>
                  </a:lnTo>
                  <a:lnTo>
                    <a:pt x="111" y="59"/>
                  </a:lnTo>
                  <a:lnTo>
                    <a:pt x="111" y="59"/>
                  </a:lnTo>
                  <a:lnTo>
                    <a:pt x="110" y="59"/>
                  </a:lnTo>
                  <a:lnTo>
                    <a:pt x="110" y="59"/>
                  </a:lnTo>
                  <a:lnTo>
                    <a:pt x="110" y="59"/>
                  </a:lnTo>
                  <a:lnTo>
                    <a:pt x="110" y="58"/>
                  </a:lnTo>
                  <a:lnTo>
                    <a:pt x="108" y="58"/>
                  </a:lnTo>
                  <a:lnTo>
                    <a:pt x="108" y="58"/>
                  </a:lnTo>
                  <a:lnTo>
                    <a:pt x="108" y="58"/>
                  </a:lnTo>
                  <a:lnTo>
                    <a:pt x="108" y="58"/>
                  </a:lnTo>
                  <a:lnTo>
                    <a:pt x="108" y="58"/>
                  </a:lnTo>
                  <a:lnTo>
                    <a:pt x="108" y="58"/>
                  </a:lnTo>
                  <a:lnTo>
                    <a:pt x="108" y="58"/>
                  </a:lnTo>
                  <a:lnTo>
                    <a:pt x="108" y="57"/>
                  </a:lnTo>
                  <a:lnTo>
                    <a:pt x="106" y="57"/>
                  </a:lnTo>
                  <a:lnTo>
                    <a:pt x="106" y="57"/>
                  </a:lnTo>
                  <a:lnTo>
                    <a:pt x="106" y="57"/>
                  </a:lnTo>
                  <a:lnTo>
                    <a:pt x="106" y="57"/>
                  </a:lnTo>
                  <a:lnTo>
                    <a:pt x="105" y="57"/>
                  </a:lnTo>
                  <a:lnTo>
                    <a:pt x="105" y="57"/>
                  </a:lnTo>
                  <a:lnTo>
                    <a:pt x="105" y="57"/>
                  </a:lnTo>
                  <a:lnTo>
                    <a:pt x="105" y="56"/>
                  </a:lnTo>
                  <a:lnTo>
                    <a:pt x="103" y="56"/>
                  </a:lnTo>
                  <a:lnTo>
                    <a:pt x="103" y="56"/>
                  </a:lnTo>
                  <a:lnTo>
                    <a:pt x="103" y="56"/>
                  </a:lnTo>
                  <a:lnTo>
                    <a:pt x="103" y="54"/>
                  </a:lnTo>
                  <a:lnTo>
                    <a:pt x="103" y="54"/>
                  </a:lnTo>
                  <a:lnTo>
                    <a:pt x="103" y="54"/>
                  </a:lnTo>
                  <a:lnTo>
                    <a:pt x="103" y="54"/>
                  </a:lnTo>
                  <a:lnTo>
                    <a:pt x="103" y="53"/>
                  </a:lnTo>
                  <a:lnTo>
                    <a:pt x="102" y="54"/>
                  </a:lnTo>
                  <a:lnTo>
                    <a:pt x="102" y="54"/>
                  </a:lnTo>
                  <a:lnTo>
                    <a:pt x="102" y="54"/>
                  </a:lnTo>
                  <a:lnTo>
                    <a:pt x="102" y="54"/>
                  </a:lnTo>
                  <a:lnTo>
                    <a:pt x="100" y="54"/>
                  </a:lnTo>
                  <a:lnTo>
                    <a:pt x="100" y="54"/>
                  </a:lnTo>
                  <a:lnTo>
                    <a:pt x="100" y="54"/>
                  </a:lnTo>
                  <a:lnTo>
                    <a:pt x="100" y="54"/>
                  </a:lnTo>
                  <a:lnTo>
                    <a:pt x="98" y="54"/>
                  </a:lnTo>
                  <a:lnTo>
                    <a:pt x="98" y="54"/>
                  </a:lnTo>
                  <a:lnTo>
                    <a:pt x="98" y="54"/>
                  </a:lnTo>
                  <a:lnTo>
                    <a:pt x="98" y="54"/>
                  </a:lnTo>
                  <a:lnTo>
                    <a:pt x="98" y="54"/>
                  </a:lnTo>
                  <a:lnTo>
                    <a:pt x="98" y="54"/>
                  </a:lnTo>
                  <a:lnTo>
                    <a:pt x="98" y="54"/>
                  </a:lnTo>
                  <a:lnTo>
                    <a:pt x="98" y="54"/>
                  </a:lnTo>
                  <a:lnTo>
                    <a:pt x="98" y="54"/>
                  </a:lnTo>
                  <a:lnTo>
                    <a:pt x="98" y="54"/>
                  </a:lnTo>
                  <a:lnTo>
                    <a:pt x="98" y="54"/>
                  </a:lnTo>
                  <a:lnTo>
                    <a:pt x="98" y="54"/>
                  </a:lnTo>
                  <a:lnTo>
                    <a:pt x="98" y="54"/>
                  </a:lnTo>
                  <a:lnTo>
                    <a:pt x="98" y="54"/>
                  </a:lnTo>
                  <a:lnTo>
                    <a:pt x="98" y="54"/>
                  </a:lnTo>
                  <a:lnTo>
                    <a:pt x="98" y="53"/>
                  </a:lnTo>
                  <a:lnTo>
                    <a:pt x="98" y="53"/>
                  </a:lnTo>
                  <a:lnTo>
                    <a:pt x="98" y="53"/>
                  </a:lnTo>
                  <a:lnTo>
                    <a:pt x="98" y="53"/>
                  </a:lnTo>
                  <a:lnTo>
                    <a:pt x="98" y="53"/>
                  </a:lnTo>
                  <a:lnTo>
                    <a:pt x="98" y="53"/>
                  </a:lnTo>
                  <a:lnTo>
                    <a:pt x="98" y="53"/>
                  </a:lnTo>
                  <a:lnTo>
                    <a:pt x="98" y="53"/>
                  </a:lnTo>
                  <a:lnTo>
                    <a:pt x="98" y="52"/>
                  </a:lnTo>
                  <a:lnTo>
                    <a:pt x="96" y="52"/>
                  </a:lnTo>
                  <a:lnTo>
                    <a:pt x="96" y="52"/>
                  </a:lnTo>
                  <a:lnTo>
                    <a:pt x="96" y="52"/>
                  </a:lnTo>
                  <a:lnTo>
                    <a:pt x="96" y="52"/>
                  </a:lnTo>
                  <a:lnTo>
                    <a:pt x="96" y="52"/>
                  </a:lnTo>
                  <a:lnTo>
                    <a:pt x="96" y="52"/>
                  </a:lnTo>
                  <a:lnTo>
                    <a:pt x="96" y="52"/>
                  </a:lnTo>
                  <a:lnTo>
                    <a:pt x="96" y="50"/>
                  </a:lnTo>
                  <a:lnTo>
                    <a:pt x="94" y="50"/>
                  </a:lnTo>
                  <a:lnTo>
                    <a:pt x="94" y="50"/>
                  </a:lnTo>
                  <a:lnTo>
                    <a:pt x="94" y="50"/>
                  </a:lnTo>
                  <a:lnTo>
                    <a:pt x="94" y="49"/>
                  </a:lnTo>
                  <a:lnTo>
                    <a:pt x="94" y="49"/>
                  </a:lnTo>
                  <a:lnTo>
                    <a:pt x="94" y="49"/>
                  </a:lnTo>
                  <a:lnTo>
                    <a:pt x="94" y="49"/>
                  </a:lnTo>
                  <a:lnTo>
                    <a:pt x="94" y="48"/>
                  </a:lnTo>
                  <a:lnTo>
                    <a:pt x="93" y="49"/>
                  </a:lnTo>
                  <a:lnTo>
                    <a:pt x="93" y="49"/>
                  </a:lnTo>
                  <a:lnTo>
                    <a:pt x="93" y="49"/>
                  </a:lnTo>
                  <a:lnTo>
                    <a:pt x="93" y="49"/>
                  </a:lnTo>
                  <a:lnTo>
                    <a:pt x="92" y="49"/>
                  </a:lnTo>
                  <a:lnTo>
                    <a:pt x="92" y="49"/>
                  </a:lnTo>
                  <a:lnTo>
                    <a:pt x="92" y="49"/>
                  </a:lnTo>
                  <a:lnTo>
                    <a:pt x="92" y="49"/>
                  </a:lnTo>
                  <a:lnTo>
                    <a:pt x="91" y="50"/>
                  </a:lnTo>
                  <a:lnTo>
                    <a:pt x="91" y="50"/>
                  </a:lnTo>
                  <a:lnTo>
                    <a:pt x="91" y="50"/>
                  </a:lnTo>
                  <a:lnTo>
                    <a:pt x="91" y="50"/>
                  </a:lnTo>
                  <a:lnTo>
                    <a:pt x="91" y="50"/>
                  </a:lnTo>
                  <a:lnTo>
                    <a:pt x="91" y="50"/>
                  </a:lnTo>
                  <a:lnTo>
                    <a:pt x="91" y="50"/>
                  </a:lnTo>
                  <a:lnTo>
                    <a:pt x="91" y="50"/>
                  </a:lnTo>
                  <a:lnTo>
                    <a:pt x="91" y="50"/>
                  </a:lnTo>
                  <a:lnTo>
                    <a:pt x="91" y="50"/>
                  </a:lnTo>
                  <a:lnTo>
                    <a:pt x="91" y="50"/>
                  </a:lnTo>
                  <a:lnTo>
                    <a:pt x="91" y="50"/>
                  </a:lnTo>
                  <a:lnTo>
                    <a:pt x="91" y="50"/>
                  </a:lnTo>
                  <a:lnTo>
                    <a:pt x="91" y="50"/>
                  </a:lnTo>
                  <a:lnTo>
                    <a:pt x="91" y="50"/>
                  </a:lnTo>
                  <a:lnTo>
                    <a:pt x="93" y="49"/>
                  </a:lnTo>
                  <a:lnTo>
                    <a:pt x="93" y="49"/>
                  </a:lnTo>
                  <a:lnTo>
                    <a:pt x="93" y="49"/>
                  </a:lnTo>
                  <a:lnTo>
                    <a:pt x="93" y="49"/>
                  </a:lnTo>
                  <a:lnTo>
                    <a:pt x="94" y="48"/>
                  </a:lnTo>
                  <a:lnTo>
                    <a:pt x="94" y="48"/>
                  </a:lnTo>
                  <a:lnTo>
                    <a:pt x="94" y="48"/>
                  </a:lnTo>
                  <a:lnTo>
                    <a:pt x="94" y="48"/>
                  </a:lnTo>
                  <a:lnTo>
                    <a:pt x="96" y="46"/>
                  </a:lnTo>
                  <a:lnTo>
                    <a:pt x="96" y="46"/>
                  </a:lnTo>
                  <a:lnTo>
                    <a:pt x="96" y="46"/>
                  </a:lnTo>
                  <a:lnTo>
                    <a:pt x="96" y="46"/>
                  </a:lnTo>
                  <a:lnTo>
                    <a:pt x="96" y="46"/>
                  </a:lnTo>
                  <a:lnTo>
                    <a:pt x="96" y="46"/>
                  </a:lnTo>
                  <a:lnTo>
                    <a:pt x="96" y="46"/>
                  </a:lnTo>
                  <a:lnTo>
                    <a:pt x="96" y="46"/>
                  </a:lnTo>
                  <a:lnTo>
                    <a:pt x="96" y="44"/>
                  </a:lnTo>
                  <a:lnTo>
                    <a:pt x="96" y="44"/>
                  </a:lnTo>
                  <a:lnTo>
                    <a:pt x="96" y="44"/>
                  </a:lnTo>
                  <a:lnTo>
                    <a:pt x="96" y="44"/>
                  </a:lnTo>
                  <a:lnTo>
                    <a:pt x="96" y="43"/>
                  </a:lnTo>
                  <a:lnTo>
                    <a:pt x="96" y="43"/>
                  </a:lnTo>
                  <a:lnTo>
                    <a:pt x="96" y="43"/>
                  </a:lnTo>
                  <a:lnTo>
                    <a:pt x="96" y="43"/>
                  </a:lnTo>
                  <a:lnTo>
                    <a:pt x="98" y="41"/>
                  </a:lnTo>
                  <a:lnTo>
                    <a:pt x="96" y="41"/>
                  </a:lnTo>
                  <a:lnTo>
                    <a:pt x="96" y="41"/>
                  </a:lnTo>
                  <a:lnTo>
                    <a:pt x="96" y="41"/>
                  </a:lnTo>
                  <a:lnTo>
                    <a:pt x="96" y="39"/>
                  </a:lnTo>
                  <a:lnTo>
                    <a:pt x="96" y="39"/>
                  </a:lnTo>
                  <a:lnTo>
                    <a:pt x="96" y="39"/>
                  </a:lnTo>
                  <a:lnTo>
                    <a:pt x="96" y="39"/>
                  </a:lnTo>
                  <a:lnTo>
                    <a:pt x="96" y="37"/>
                  </a:lnTo>
                  <a:lnTo>
                    <a:pt x="94" y="37"/>
                  </a:lnTo>
                  <a:lnTo>
                    <a:pt x="94" y="37"/>
                  </a:lnTo>
                  <a:lnTo>
                    <a:pt x="94" y="37"/>
                  </a:lnTo>
                  <a:lnTo>
                    <a:pt x="94" y="36"/>
                  </a:lnTo>
                  <a:lnTo>
                    <a:pt x="94" y="36"/>
                  </a:lnTo>
                  <a:lnTo>
                    <a:pt x="94" y="36"/>
                  </a:lnTo>
                  <a:lnTo>
                    <a:pt x="94" y="36"/>
                  </a:lnTo>
                  <a:lnTo>
                    <a:pt x="94" y="34"/>
                  </a:lnTo>
                  <a:lnTo>
                    <a:pt x="93" y="34"/>
                  </a:lnTo>
                  <a:lnTo>
                    <a:pt x="93" y="34"/>
                  </a:lnTo>
                  <a:lnTo>
                    <a:pt x="91" y="34"/>
                  </a:lnTo>
                  <a:lnTo>
                    <a:pt x="91" y="34"/>
                  </a:lnTo>
                  <a:lnTo>
                    <a:pt x="89" y="34"/>
                  </a:lnTo>
                  <a:lnTo>
                    <a:pt x="89" y="34"/>
                  </a:lnTo>
                  <a:lnTo>
                    <a:pt x="88" y="34"/>
                  </a:lnTo>
                  <a:lnTo>
                    <a:pt x="88" y="33"/>
                  </a:lnTo>
                  <a:lnTo>
                    <a:pt x="86" y="33"/>
                  </a:lnTo>
                  <a:lnTo>
                    <a:pt x="86" y="33"/>
                  </a:lnTo>
                  <a:lnTo>
                    <a:pt x="84" y="33"/>
                  </a:lnTo>
                  <a:lnTo>
                    <a:pt x="84" y="33"/>
                  </a:lnTo>
                  <a:lnTo>
                    <a:pt x="82" y="33"/>
                  </a:lnTo>
                  <a:lnTo>
                    <a:pt x="82" y="33"/>
                  </a:lnTo>
                  <a:lnTo>
                    <a:pt x="81" y="33"/>
                  </a:lnTo>
                  <a:lnTo>
                    <a:pt x="81" y="32"/>
                  </a:lnTo>
                  <a:lnTo>
                    <a:pt x="79" y="32"/>
                  </a:lnTo>
                  <a:lnTo>
                    <a:pt x="79" y="32"/>
                  </a:lnTo>
                  <a:lnTo>
                    <a:pt x="79" y="32"/>
                  </a:lnTo>
                  <a:lnTo>
                    <a:pt x="79" y="30"/>
                  </a:lnTo>
                  <a:lnTo>
                    <a:pt x="78" y="30"/>
                  </a:lnTo>
                  <a:lnTo>
                    <a:pt x="78" y="30"/>
                  </a:lnTo>
                  <a:lnTo>
                    <a:pt x="78" y="30"/>
                  </a:lnTo>
                  <a:lnTo>
                    <a:pt x="78" y="28"/>
                  </a:lnTo>
                  <a:lnTo>
                    <a:pt x="76" y="28"/>
                  </a:lnTo>
                  <a:lnTo>
                    <a:pt x="76" y="28"/>
                  </a:lnTo>
                  <a:lnTo>
                    <a:pt x="76" y="28"/>
                  </a:lnTo>
                  <a:lnTo>
                    <a:pt x="76" y="27"/>
                  </a:lnTo>
                  <a:lnTo>
                    <a:pt x="75" y="27"/>
                  </a:lnTo>
                  <a:lnTo>
                    <a:pt x="75" y="27"/>
                  </a:lnTo>
                  <a:lnTo>
                    <a:pt x="75" y="27"/>
                  </a:lnTo>
                  <a:lnTo>
                    <a:pt x="75" y="26"/>
                  </a:lnTo>
                  <a:lnTo>
                    <a:pt x="73" y="26"/>
                  </a:lnTo>
                  <a:lnTo>
                    <a:pt x="73" y="26"/>
                  </a:lnTo>
                  <a:lnTo>
                    <a:pt x="73" y="26"/>
                  </a:lnTo>
                  <a:lnTo>
                    <a:pt x="73" y="26"/>
                  </a:lnTo>
                  <a:lnTo>
                    <a:pt x="73" y="26"/>
                  </a:lnTo>
                  <a:lnTo>
                    <a:pt x="73" y="26"/>
                  </a:lnTo>
                  <a:lnTo>
                    <a:pt x="73" y="26"/>
                  </a:lnTo>
                  <a:lnTo>
                    <a:pt x="73" y="24"/>
                  </a:lnTo>
                  <a:lnTo>
                    <a:pt x="72" y="24"/>
                  </a:lnTo>
                  <a:lnTo>
                    <a:pt x="72" y="24"/>
                  </a:lnTo>
                  <a:lnTo>
                    <a:pt x="72" y="24"/>
                  </a:lnTo>
                  <a:lnTo>
                    <a:pt x="72" y="22"/>
                  </a:lnTo>
                  <a:lnTo>
                    <a:pt x="72" y="22"/>
                  </a:lnTo>
                  <a:lnTo>
                    <a:pt x="72" y="22"/>
                  </a:lnTo>
                  <a:lnTo>
                    <a:pt x="72" y="22"/>
                  </a:lnTo>
                  <a:lnTo>
                    <a:pt x="72" y="21"/>
                  </a:lnTo>
                  <a:lnTo>
                    <a:pt x="72" y="21"/>
                  </a:lnTo>
                  <a:lnTo>
                    <a:pt x="72" y="21"/>
                  </a:lnTo>
                  <a:lnTo>
                    <a:pt x="72" y="21"/>
                  </a:lnTo>
                  <a:lnTo>
                    <a:pt x="72" y="21"/>
                  </a:lnTo>
                  <a:lnTo>
                    <a:pt x="72" y="21"/>
                  </a:lnTo>
                  <a:lnTo>
                    <a:pt x="72" y="21"/>
                  </a:lnTo>
                  <a:lnTo>
                    <a:pt x="72" y="21"/>
                  </a:lnTo>
                  <a:lnTo>
                    <a:pt x="72" y="19"/>
                  </a:lnTo>
                  <a:lnTo>
                    <a:pt x="72" y="19"/>
                  </a:lnTo>
                  <a:lnTo>
                    <a:pt x="72" y="19"/>
                  </a:lnTo>
                  <a:lnTo>
                    <a:pt x="72" y="19"/>
                  </a:lnTo>
                  <a:lnTo>
                    <a:pt x="72" y="17"/>
                  </a:lnTo>
                  <a:lnTo>
                    <a:pt x="72" y="17"/>
                  </a:lnTo>
                  <a:lnTo>
                    <a:pt x="72" y="17"/>
                  </a:lnTo>
                  <a:lnTo>
                    <a:pt x="72" y="17"/>
                  </a:lnTo>
                  <a:lnTo>
                    <a:pt x="74" y="15"/>
                  </a:lnTo>
                  <a:lnTo>
                    <a:pt x="74" y="15"/>
                  </a:lnTo>
                  <a:lnTo>
                    <a:pt x="74" y="15"/>
                  </a:lnTo>
                  <a:lnTo>
                    <a:pt x="74" y="15"/>
                  </a:lnTo>
                  <a:lnTo>
                    <a:pt x="74" y="15"/>
                  </a:lnTo>
                  <a:lnTo>
                    <a:pt x="74" y="15"/>
                  </a:lnTo>
                  <a:lnTo>
                    <a:pt x="74" y="15"/>
                  </a:lnTo>
                  <a:lnTo>
                    <a:pt x="74" y="15"/>
                  </a:lnTo>
                  <a:lnTo>
                    <a:pt x="74" y="13"/>
                  </a:lnTo>
                  <a:lnTo>
                    <a:pt x="74" y="13"/>
                  </a:lnTo>
                  <a:lnTo>
                    <a:pt x="74" y="13"/>
                  </a:lnTo>
                  <a:lnTo>
                    <a:pt x="74" y="13"/>
                  </a:lnTo>
                  <a:lnTo>
                    <a:pt x="74" y="13"/>
                  </a:lnTo>
                  <a:lnTo>
                    <a:pt x="74" y="13"/>
                  </a:lnTo>
                  <a:lnTo>
                    <a:pt x="74" y="13"/>
                  </a:lnTo>
                  <a:lnTo>
                    <a:pt x="74" y="13"/>
                  </a:lnTo>
                  <a:lnTo>
                    <a:pt x="74" y="12"/>
                  </a:lnTo>
                  <a:lnTo>
                    <a:pt x="73" y="12"/>
                  </a:lnTo>
                  <a:lnTo>
                    <a:pt x="73" y="12"/>
                  </a:lnTo>
                  <a:lnTo>
                    <a:pt x="73" y="12"/>
                  </a:lnTo>
                  <a:lnTo>
                    <a:pt x="73" y="12"/>
                  </a:lnTo>
                  <a:lnTo>
                    <a:pt x="72" y="12"/>
                  </a:lnTo>
                  <a:lnTo>
                    <a:pt x="72" y="12"/>
                  </a:lnTo>
                  <a:lnTo>
                    <a:pt x="72" y="12"/>
                  </a:lnTo>
                  <a:lnTo>
                    <a:pt x="72" y="12"/>
                  </a:lnTo>
                  <a:lnTo>
                    <a:pt x="70" y="12"/>
                  </a:lnTo>
                  <a:lnTo>
                    <a:pt x="70" y="12"/>
                  </a:lnTo>
                  <a:lnTo>
                    <a:pt x="70" y="12"/>
                  </a:lnTo>
                  <a:lnTo>
                    <a:pt x="70" y="12"/>
                  </a:lnTo>
                  <a:lnTo>
                    <a:pt x="70" y="12"/>
                  </a:lnTo>
                  <a:lnTo>
                    <a:pt x="70" y="12"/>
                  </a:lnTo>
                  <a:lnTo>
                    <a:pt x="70" y="12"/>
                  </a:lnTo>
                  <a:lnTo>
                    <a:pt x="70" y="12"/>
                  </a:lnTo>
                  <a:lnTo>
                    <a:pt x="69" y="12"/>
                  </a:lnTo>
                  <a:lnTo>
                    <a:pt x="69" y="12"/>
                  </a:lnTo>
                  <a:lnTo>
                    <a:pt x="69" y="12"/>
                  </a:lnTo>
                  <a:lnTo>
                    <a:pt x="69" y="12"/>
                  </a:lnTo>
                  <a:lnTo>
                    <a:pt x="69" y="12"/>
                  </a:lnTo>
                  <a:lnTo>
                    <a:pt x="69" y="12"/>
                  </a:lnTo>
                  <a:lnTo>
                    <a:pt x="69" y="12"/>
                  </a:lnTo>
                  <a:lnTo>
                    <a:pt x="69" y="9"/>
                  </a:lnTo>
                  <a:lnTo>
                    <a:pt x="69" y="9"/>
                  </a:lnTo>
                  <a:lnTo>
                    <a:pt x="69" y="9"/>
                  </a:lnTo>
                  <a:lnTo>
                    <a:pt x="69" y="9"/>
                  </a:lnTo>
                  <a:lnTo>
                    <a:pt x="69" y="9"/>
                  </a:lnTo>
                  <a:lnTo>
                    <a:pt x="69" y="9"/>
                  </a:lnTo>
                  <a:lnTo>
                    <a:pt x="69" y="9"/>
                  </a:lnTo>
                  <a:lnTo>
                    <a:pt x="69" y="9"/>
                  </a:lnTo>
                  <a:lnTo>
                    <a:pt x="69" y="7"/>
                  </a:lnTo>
                  <a:lnTo>
                    <a:pt x="66" y="9"/>
                  </a:lnTo>
                  <a:lnTo>
                    <a:pt x="66" y="9"/>
                  </a:lnTo>
                  <a:lnTo>
                    <a:pt x="66" y="9"/>
                  </a:lnTo>
                  <a:lnTo>
                    <a:pt x="66" y="9"/>
                  </a:lnTo>
                  <a:lnTo>
                    <a:pt x="64" y="9"/>
                  </a:lnTo>
                  <a:lnTo>
                    <a:pt x="64" y="9"/>
                  </a:lnTo>
                  <a:lnTo>
                    <a:pt x="64" y="9"/>
                  </a:lnTo>
                  <a:lnTo>
                    <a:pt x="64" y="9"/>
                  </a:lnTo>
                  <a:lnTo>
                    <a:pt x="62" y="9"/>
                  </a:lnTo>
                  <a:lnTo>
                    <a:pt x="62" y="9"/>
                  </a:lnTo>
                  <a:lnTo>
                    <a:pt x="62" y="9"/>
                  </a:lnTo>
                  <a:lnTo>
                    <a:pt x="62" y="9"/>
                  </a:lnTo>
                  <a:lnTo>
                    <a:pt x="61" y="9"/>
                  </a:lnTo>
                  <a:lnTo>
                    <a:pt x="61" y="9"/>
                  </a:lnTo>
                  <a:lnTo>
                    <a:pt x="61" y="9"/>
                  </a:lnTo>
                  <a:lnTo>
                    <a:pt x="61" y="9"/>
                  </a:lnTo>
                  <a:lnTo>
                    <a:pt x="59" y="9"/>
                  </a:lnTo>
                  <a:lnTo>
                    <a:pt x="59" y="9"/>
                  </a:lnTo>
                  <a:lnTo>
                    <a:pt x="59" y="9"/>
                  </a:lnTo>
                  <a:lnTo>
                    <a:pt x="59" y="9"/>
                  </a:lnTo>
                  <a:lnTo>
                    <a:pt x="57" y="9"/>
                  </a:lnTo>
                  <a:lnTo>
                    <a:pt x="57" y="9"/>
                  </a:lnTo>
                  <a:lnTo>
                    <a:pt x="57" y="9"/>
                  </a:lnTo>
                  <a:lnTo>
                    <a:pt x="57" y="9"/>
                  </a:lnTo>
                  <a:lnTo>
                    <a:pt x="56" y="9"/>
                  </a:lnTo>
                  <a:lnTo>
                    <a:pt x="56" y="9"/>
                  </a:lnTo>
                  <a:lnTo>
                    <a:pt x="56" y="9"/>
                  </a:lnTo>
                  <a:lnTo>
                    <a:pt x="56" y="9"/>
                  </a:lnTo>
                  <a:lnTo>
                    <a:pt x="56" y="9"/>
                  </a:lnTo>
                  <a:lnTo>
                    <a:pt x="56" y="9"/>
                  </a:lnTo>
                  <a:lnTo>
                    <a:pt x="56" y="9"/>
                  </a:lnTo>
                  <a:lnTo>
                    <a:pt x="56" y="9"/>
                  </a:lnTo>
                  <a:lnTo>
                    <a:pt x="56" y="9"/>
                  </a:lnTo>
                  <a:lnTo>
                    <a:pt x="56" y="9"/>
                  </a:lnTo>
                  <a:lnTo>
                    <a:pt x="56" y="9"/>
                  </a:lnTo>
                  <a:lnTo>
                    <a:pt x="56" y="9"/>
                  </a:lnTo>
                  <a:lnTo>
                    <a:pt x="56" y="9"/>
                  </a:lnTo>
                  <a:lnTo>
                    <a:pt x="56" y="9"/>
                  </a:lnTo>
                  <a:lnTo>
                    <a:pt x="56" y="9"/>
                  </a:lnTo>
                  <a:lnTo>
                    <a:pt x="57" y="9"/>
                  </a:lnTo>
                  <a:lnTo>
                    <a:pt x="57" y="9"/>
                  </a:lnTo>
                  <a:lnTo>
                    <a:pt x="57" y="9"/>
                  </a:lnTo>
                  <a:lnTo>
                    <a:pt x="57" y="9"/>
                  </a:lnTo>
                  <a:lnTo>
                    <a:pt x="57" y="9"/>
                  </a:lnTo>
                  <a:lnTo>
                    <a:pt x="57" y="9"/>
                  </a:lnTo>
                  <a:lnTo>
                    <a:pt x="57" y="9"/>
                  </a:lnTo>
                  <a:lnTo>
                    <a:pt x="57" y="9"/>
                  </a:lnTo>
                  <a:lnTo>
                    <a:pt x="58" y="7"/>
                  </a:lnTo>
                  <a:lnTo>
                    <a:pt x="58" y="7"/>
                  </a:lnTo>
                  <a:lnTo>
                    <a:pt x="58" y="7"/>
                  </a:lnTo>
                  <a:lnTo>
                    <a:pt x="58" y="7"/>
                  </a:lnTo>
                  <a:lnTo>
                    <a:pt x="58" y="7"/>
                  </a:lnTo>
                  <a:lnTo>
                    <a:pt x="57" y="7"/>
                  </a:lnTo>
                  <a:lnTo>
                    <a:pt x="57" y="7"/>
                  </a:lnTo>
                  <a:lnTo>
                    <a:pt x="57" y="7"/>
                  </a:lnTo>
                  <a:lnTo>
                    <a:pt x="57" y="6"/>
                  </a:lnTo>
                  <a:lnTo>
                    <a:pt x="56" y="6"/>
                  </a:lnTo>
                  <a:lnTo>
                    <a:pt x="56" y="6"/>
                  </a:lnTo>
                  <a:lnTo>
                    <a:pt x="56" y="6"/>
                  </a:lnTo>
                  <a:lnTo>
                    <a:pt x="56" y="5"/>
                  </a:lnTo>
                  <a:lnTo>
                    <a:pt x="56" y="5"/>
                  </a:lnTo>
                  <a:lnTo>
                    <a:pt x="56" y="5"/>
                  </a:lnTo>
                  <a:lnTo>
                    <a:pt x="56" y="5"/>
                  </a:lnTo>
                  <a:lnTo>
                    <a:pt x="56" y="3"/>
                  </a:lnTo>
                  <a:lnTo>
                    <a:pt x="54" y="5"/>
                  </a:lnTo>
                  <a:lnTo>
                    <a:pt x="54" y="5"/>
                  </a:lnTo>
                  <a:lnTo>
                    <a:pt x="54" y="5"/>
                  </a:lnTo>
                  <a:lnTo>
                    <a:pt x="54" y="5"/>
                  </a:lnTo>
                  <a:lnTo>
                    <a:pt x="53" y="5"/>
                  </a:lnTo>
                  <a:lnTo>
                    <a:pt x="53" y="5"/>
                  </a:lnTo>
                  <a:lnTo>
                    <a:pt x="53" y="5"/>
                  </a:lnTo>
                  <a:lnTo>
                    <a:pt x="53" y="5"/>
                  </a:lnTo>
                  <a:lnTo>
                    <a:pt x="51" y="5"/>
                  </a:lnTo>
                  <a:lnTo>
                    <a:pt x="51" y="5"/>
                  </a:lnTo>
                  <a:lnTo>
                    <a:pt x="51" y="5"/>
                  </a:lnTo>
                  <a:lnTo>
                    <a:pt x="51" y="5"/>
                  </a:lnTo>
                  <a:lnTo>
                    <a:pt x="50" y="5"/>
                  </a:lnTo>
                  <a:lnTo>
                    <a:pt x="50" y="5"/>
                  </a:lnTo>
                  <a:lnTo>
                    <a:pt x="50" y="5"/>
                  </a:lnTo>
                  <a:lnTo>
                    <a:pt x="50" y="5"/>
                  </a:lnTo>
                  <a:lnTo>
                    <a:pt x="49" y="5"/>
                  </a:lnTo>
                  <a:lnTo>
                    <a:pt x="49" y="5"/>
                  </a:lnTo>
                  <a:lnTo>
                    <a:pt x="49" y="5"/>
                  </a:lnTo>
                  <a:lnTo>
                    <a:pt x="49" y="5"/>
                  </a:lnTo>
                  <a:lnTo>
                    <a:pt x="49" y="5"/>
                  </a:lnTo>
                  <a:lnTo>
                    <a:pt x="49" y="5"/>
                  </a:lnTo>
                  <a:lnTo>
                    <a:pt x="49" y="5"/>
                  </a:lnTo>
                  <a:lnTo>
                    <a:pt x="49" y="2"/>
                  </a:lnTo>
                  <a:lnTo>
                    <a:pt x="48" y="2"/>
                  </a:lnTo>
                  <a:lnTo>
                    <a:pt x="48" y="2"/>
                  </a:lnTo>
                  <a:lnTo>
                    <a:pt x="48" y="2"/>
                  </a:lnTo>
                  <a:lnTo>
                    <a:pt x="48" y="1"/>
                  </a:lnTo>
                  <a:lnTo>
                    <a:pt x="48" y="1"/>
                  </a:lnTo>
                  <a:lnTo>
                    <a:pt x="48" y="1"/>
                  </a:lnTo>
                  <a:lnTo>
                    <a:pt x="48" y="1"/>
                  </a:lnTo>
                  <a:lnTo>
                    <a:pt x="48" y="0"/>
                  </a:lnTo>
                  <a:lnTo>
                    <a:pt x="48" y="3"/>
                  </a:lnTo>
                  <a:lnTo>
                    <a:pt x="46" y="5"/>
                  </a:lnTo>
                  <a:lnTo>
                    <a:pt x="46" y="5"/>
                  </a:lnTo>
                  <a:lnTo>
                    <a:pt x="44" y="7"/>
                  </a:lnTo>
                  <a:lnTo>
                    <a:pt x="44" y="7"/>
                  </a:lnTo>
                  <a:lnTo>
                    <a:pt x="43" y="9"/>
                  </a:lnTo>
                  <a:lnTo>
                    <a:pt x="42" y="9"/>
                  </a:lnTo>
                  <a:lnTo>
                    <a:pt x="40" y="9"/>
                  </a:lnTo>
                  <a:lnTo>
                    <a:pt x="40" y="9"/>
                  </a:lnTo>
                  <a:lnTo>
                    <a:pt x="38" y="11"/>
                  </a:lnTo>
                  <a:lnTo>
                    <a:pt x="37" y="11"/>
                  </a:lnTo>
                  <a:lnTo>
                    <a:pt x="35" y="12"/>
                  </a:lnTo>
                  <a:lnTo>
                    <a:pt x="35" y="12"/>
                  </a:lnTo>
                  <a:lnTo>
                    <a:pt x="33" y="13"/>
                  </a:lnTo>
                  <a:lnTo>
                    <a:pt x="33" y="13"/>
                  </a:lnTo>
                  <a:lnTo>
                    <a:pt x="32" y="13"/>
                  </a:lnTo>
                  <a:lnTo>
                    <a:pt x="32" y="13"/>
                  </a:lnTo>
                  <a:lnTo>
                    <a:pt x="30" y="13"/>
                  </a:lnTo>
                  <a:lnTo>
                    <a:pt x="30" y="13"/>
                  </a:lnTo>
                  <a:lnTo>
                    <a:pt x="29" y="13"/>
                  </a:lnTo>
                  <a:lnTo>
                    <a:pt x="29" y="13"/>
                  </a:lnTo>
                  <a:lnTo>
                    <a:pt x="27" y="13"/>
                  </a:lnTo>
                  <a:lnTo>
                    <a:pt x="27" y="13"/>
                  </a:lnTo>
                  <a:lnTo>
                    <a:pt x="27" y="13"/>
                  </a:lnTo>
                  <a:lnTo>
                    <a:pt x="27" y="13"/>
                  </a:lnTo>
                  <a:lnTo>
                    <a:pt x="25" y="14"/>
                  </a:lnTo>
                  <a:lnTo>
                    <a:pt x="25" y="14"/>
                  </a:lnTo>
                  <a:lnTo>
                    <a:pt x="25" y="14"/>
                  </a:lnTo>
                  <a:lnTo>
                    <a:pt x="25" y="14"/>
                  </a:lnTo>
                  <a:lnTo>
                    <a:pt x="23" y="14"/>
                  </a:lnTo>
                  <a:lnTo>
                    <a:pt x="23" y="14"/>
                  </a:lnTo>
                  <a:lnTo>
                    <a:pt x="23" y="14"/>
                  </a:lnTo>
                  <a:lnTo>
                    <a:pt x="23" y="14"/>
                  </a:lnTo>
                  <a:lnTo>
                    <a:pt x="21" y="16"/>
                  </a:lnTo>
                  <a:lnTo>
                    <a:pt x="21" y="16"/>
                  </a:lnTo>
                  <a:lnTo>
                    <a:pt x="20" y="16"/>
                  </a:lnTo>
                  <a:lnTo>
                    <a:pt x="20" y="16"/>
                  </a:lnTo>
                  <a:lnTo>
                    <a:pt x="18" y="17"/>
                  </a:lnTo>
                  <a:lnTo>
                    <a:pt x="18" y="17"/>
                  </a:lnTo>
                  <a:lnTo>
                    <a:pt x="18" y="17"/>
                  </a:lnTo>
                  <a:lnTo>
                    <a:pt x="18" y="17"/>
                  </a:lnTo>
                  <a:lnTo>
                    <a:pt x="16" y="19"/>
                  </a:lnTo>
                  <a:lnTo>
                    <a:pt x="16" y="19"/>
                  </a:lnTo>
                  <a:lnTo>
                    <a:pt x="15" y="19"/>
                  </a:lnTo>
                  <a:lnTo>
                    <a:pt x="15" y="19"/>
                  </a:lnTo>
                  <a:lnTo>
                    <a:pt x="14" y="21"/>
                  </a:lnTo>
                  <a:lnTo>
                    <a:pt x="14" y="21"/>
                  </a:lnTo>
                  <a:lnTo>
                    <a:pt x="14" y="21"/>
                  </a:lnTo>
                  <a:lnTo>
                    <a:pt x="14" y="21"/>
                  </a:lnTo>
                  <a:lnTo>
                    <a:pt x="12" y="22"/>
                  </a:lnTo>
                  <a:lnTo>
                    <a:pt x="12" y="22"/>
                  </a:lnTo>
                  <a:lnTo>
                    <a:pt x="12" y="22"/>
                  </a:lnTo>
                  <a:lnTo>
                    <a:pt x="12" y="22"/>
                  </a:lnTo>
                  <a:lnTo>
                    <a:pt x="11" y="23"/>
                  </a:lnTo>
                  <a:lnTo>
                    <a:pt x="11" y="23"/>
                  </a:lnTo>
                  <a:lnTo>
                    <a:pt x="11" y="23"/>
                  </a:lnTo>
                  <a:lnTo>
                    <a:pt x="11" y="23"/>
                  </a:lnTo>
                  <a:lnTo>
                    <a:pt x="10" y="24"/>
                  </a:lnTo>
                  <a:lnTo>
                    <a:pt x="10" y="24"/>
                  </a:lnTo>
                  <a:lnTo>
                    <a:pt x="10" y="24"/>
                  </a:lnTo>
                  <a:lnTo>
                    <a:pt x="10" y="24"/>
                  </a:lnTo>
                  <a:lnTo>
                    <a:pt x="10" y="24"/>
                  </a:lnTo>
                  <a:lnTo>
                    <a:pt x="10" y="24"/>
                  </a:lnTo>
                  <a:lnTo>
                    <a:pt x="10" y="24"/>
                  </a:lnTo>
                  <a:lnTo>
                    <a:pt x="10" y="24"/>
                  </a:lnTo>
                  <a:lnTo>
                    <a:pt x="8" y="24"/>
                  </a:lnTo>
                  <a:lnTo>
                    <a:pt x="8" y="24"/>
                  </a:lnTo>
                  <a:lnTo>
                    <a:pt x="8" y="24"/>
                  </a:lnTo>
                  <a:lnTo>
                    <a:pt x="8" y="24"/>
                  </a:lnTo>
                  <a:lnTo>
                    <a:pt x="6" y="24"/>
                  </a:lnTo>
                  <a:lnTo>
                    <a:pt x="6" y="24"/>
                  </a:lnTo>
                  <a:lnTo>
                    <a:pt x="6" y="24"/>
                  </a:lnTo>
                  <a:lnTo>
                    <a:pt x="6" y="24"/>
                  </a:lnTo>
                  <a:lnTo>
                    <a:pt x="5" y="24"/>
                  </a:lnTo>
                  <a:lnTo>
                    <a:pt x="5" y="24"/>
                  </a:lnTo>
                  <a:lnTo>
                    <a:pt x="5" y="24"/>
                  </a:lnTo>
                  <a:lnTo>
                    <a:pt x="5" y="24"/>
                  </a:lnTo>
                  <a:lnTo>
                    <a:pt x="5" y="24"/>
                  </a:lnTo>
                  <a:lnTo>
                    <a:pt x="5" y="24"/>
                  </a:lnTo>
                  <a:lnTo>
                    <a:pt x="5" y="24"/>
                  </a:lnTo>
                  <a:lnTo>
                    <a:pt x="5" y="24"/>
                  </a:lnTo>
                  <a:lnTo>
                    <a:pt x="6" y="24"/>
                  </a:lnTo>
                  <a:lnTo>
                    <a:pt x="5" y="26"/>
                  </a:lnTo>
                  <a:lnTo>
                    <a:pt x="5" y="26"/>
                  </a:lnTo>
                  <a:lnTo>
                    <a:pt x="5" y="26"/>
                  </a:lnTo>
                  <a:lnTo>
                    <a:pt x="5" y="26"/>
                  </a:lnTo>
                  <a:lnTo>
                    <a:pt x="3" y="28"/>
                  </a:lnTo>
                  <a:lnTo>
                    <a:pt x="3" y="28"/>
                  </a:lnTo>
                  <a:lnTo>
                    <a:pt x="3" y="28"/>
                  </a:lnTo>
                  <a:lnTo>
                    <a:pt x="3" y="28"/>
                  </a:lnTo>
                  <a:lnTo>
                    <a:pt x="1" y="29"/>
                  </a:lnTo>
                  <a:lnTo>
                    <a:pt x="1" y="29"/>
                  </a:lnTo>
                  <a:lnTo>
                    <a:pt x="0" y="29"/>
                  </a:lnTo>
                  <a:lnTo>
                    <a:pt x="0" y="29"/>
                  </a:lnTo>
                  <a:lnTo>
                    <a:pt x="0" y="30"/>
                  </a:lnTo>
                  <a:lnTo>
                    <a:pt x="0" y="30"/>
                  </a:lnTo>
                  <a:lnTo>
                    <a:pt x="0" y="30"/>
                  </a:lnTo>
                  <a:lnTo>
                    <a:pt x="0" y="30"/>
                  </a:lnTo>
                  <a:lnTo>
                    <a:pt x="0" y="31"/>
                  </a:lnTo>
                  <a:lnTo>
                    <a:pt x="0" y="31"/>
                  </a:lnTo>
                  <a:lnTo>
                    <a:pt x="0" y="31"/>
                  </a:lnTo>
                  <a:lnTo>
                    <a:pt x="0" y="31"/>
                  </a:lnTo>
                  <a:lnTo>
                    <a:pt x="0" y="31"/>
                  </a:lnTo>
                  <a:lnTo>
                    <a:pt x="0" y="31"/>
                  </a:lnTo>
                  <a:lnTo>
                    <a:pt x="0" y="31"/>
                  </a:lnTo>
                  <a:lnTo>
                    <a:pt x="3" y="31"/>
                  </a:lnTo>
                  <a:lnTo>
                    <a:pt x="3" y="31"/>
                  </a:lnTo>
                  <a:lnTo>
                    <a:pt x="3" y="31"/>
                  </a:lnTo>
                  <a:lnTo>
                    <a:pt x="3" y="31"/>
                  </a:lnTo>
                  <a:lnTo>
                    <a:pt x="3" y="31"/>
                  </a:lnTo>
                  <a:lnTo>
                    <a:pt x="3" y="31"/>
                  </a:lnTo>
                  <a:lnTo>
                    <a:pt x="3" y="31"/>
                  </a:lnTo>
                  <a:lnTo>
                    <a:pt x="3" y="31"/>
                  </a:lnTo>
                  <a:lnTo>
                    <a:pt x="5" y="30"/>
                  </a:lnTo>
                  <a:lnTo>
                    <a:pt x="5" y="32"/>
                  </a:lnTo>
                  <a:lnTo>
                    <a:pt x="5" y="32"/>
                  </a:lnTo>
                  <a:lnTo>
                    <a:pt x="5" y="32"/>
                  </a:lnTo>
                  <a:lnTo>
                    <a:pt x="5" y="32"/>
                  </a:lnTo>
                  <a:lnTo>
                    <a:pt x="5" y="33"/>
                  </a:lnTo>
                  <a:lnTo>
                    <a:pt x="6" y="33"/>
                  </a:lnTo>
                  <a:lnTo>
                    <a:pt x="6" y="33"/>
                  </a:lnTo>
                  <a:lnTo>
                    <a:pt x="8" y="33"/>
                  </a:lnTo>
                  <a:lnTo>
                    <a:pt x="8" y="34"/>
                  </a:lnTo>
                  <a:lnTo>
                    <a:pt x="9" y="34"/>
                  </a:lnTo>
                  <a:lnTo>
                    <a:pt x="9" y="34"/>
                  </a:lnTo>
                  <a:lnTo>
                    <a:pt x="11" y="34"/>
                  </a:lnTo>
                  <a:lnTo>
                    <a:pt x="11" y="34"/>
                  </a:lnTo>
                  <a:lnTo>
                    <a:pt x="12" y="34"/>
                  </a:lnTo>
                  <a:lnTo>
                    <a:pt x="12" y="34"/>
                  </a:lnTo>
                  <a:lnTo>
                    <a:pt x="14" y="34"/>
                  </a:lnTo>
                  <a:lnTo>
                    <a:pt x="14" y="36"/>
                  </a:lnTo>
                  <a:lnTo>
                    <a:pt x="14" y="36"/>
                  </a:lnTo>
                  <a:lnTo>
                    <a:pt x="14" y="37"/>
                  </a:lnTo>
                  <a:lnTo>
                    <a:pt x="14" y="37"/>
                  </a:lnTo>
                  <a:lnTo>
                    <a:pt x="14" y="39"/>
                  </a:lnTo>
                  <a:lnTo>
                    <a:pt x="14" y="39"/>
                  </a:lnTo>
                  <a:lnTo>
                    <a:pt x="14" y="39"/>
                  </a:lnTo>
                  <a:lnTo>
                    <a:pt x="16" y="39"/>
                  </a:lnTo>
                  <a:lnTo>
                    <a:pt x="16" y="41"/>
                  </a:lnTo>
                  <a:lnTo>
                    <a:pt x="16" y="41"/>
                  </a:lnTo>
                  <a:lnTo>
                    <a:pt x="16" y="43"/>
                  </a:lnTo>
                  <a:lnTo>
                    <a:pt x="17" y="43"/>
                  </a:lnTo>
                  <a:lnTo>
                    <a:pt x="17" y="44"/>
                  </a:lnTo>
                  <a:lnTo>
                    <a:pt x="17" y="44"/>
                  </a:lnTo>
                  <a:lnTo>
                    <a:pt x="17" y="44"/>
                  </a:lnTo>
                  <a:lnTo>
                    <a:pt x="17" y="44"/>
                  </a:lnTo>
                  <a:lnTo>
                    <a:pt x="17" y="46"/>
                  </a:lnTo>
                  <a:lnTo>
                    <a:pt x="17" y="46"/>
                  </a:lnTo>
                  <a:lnTo>
                    <a:pt x="17" y="46"/>
                  </a:lnTo>
                  <a:lnTo>
                    <a:pt x="17" y="46"/>
                  </a:lnTo>
                  <a:lnTo>
                    <a:pt x="16" y="48"/>
                  </a:lnTo>
                  <a:lnTo>
                    <a:pt x="16" y="48"/>
                  </a:lnTo>
                  <a:lnTo>
                    <a:pt x="16" y="48"/>
                  </a:lnTo>
                  <a:lnTo>
                    <a:pt x="16" y="48"/>
                  </a:lnTo>
                  <a:lnTo>
                    <a:pt x="14" y="50"/>
                  </a:lnTo>
                  <a:lnTo>
                    <a:pt x="14" y="50"/>
                  </a:lnTo>
                  <a:lnTo>
                    <a:pt x="14" y="50"/>
                  </a:lnTo>
                  <a:lnTo>
                    <a:pt x="14" y="50"/>
                  </a:lnTo>
                  <a:lnTo>
                    <a:pt x="14" y="50"/>
                  </a:lnTo>
                  <a:lnTo>
                    <a:pt x="14" y="50"/>
                  </a:lnTo>
                  <a:lnTo>
                    <a:pt x="14" y="50"/>
                  </a:lnTo>
                  <a:lnTo>
                    <a:pt x="15" y="50"/>
                  </a:lnTo>
                  <a:lnTo>
                    <a:pt x="14" y="52"/>
                  </a:lnTo>
                  <a:lnTo>
                    <a:pt x="14" y="52"/>
                  </a:lnTo>
                  <a:lnTo>
                    <a:pt x="14" y="53"/>
                  </a:lnTo>
                  <a:lnTo>
                    <a:pt x="15" y="53"/>
                  </a:lnTo>
                  <a:lnTo>
                    <a:pt x="15" y="56"/>
                  </a:lnTo>
                  <a:lnTo>
                    <a:pt x="15" y="56"/>
                  </a:lnTo>
                  <a:lnTo>
                    <a:pt x="15" y="56"/>
                  </a:lnTo>
                  <a:lnTo>
                    <a:pt x="17" y="56"/>
                  </a:lnTo>
                  <a:lnTo>
                    <a:pt x="17" y="58"/>
                  </a:lnTo>
                  <a:lnTo>
                    <a:pt x="17" y="58"/>
                  </a:lnTo>
                  <a:lnTo>
                    <a:pt x="17" y="58"/>
                  </a:lnTo>
                  <a:lnTo>
                    <a:pt x="19" y="58"/>
                  </a:lnTo>
                  <a:lnTo>
                    <a:pt x="19" y="60"/>
                  </a:lnTo>
                  <a:lnTo>
                    <a:pt x="19" y="60"/>
                  </a:lnTo>
                  <a:lnTo>
                    <a:pt x="19" y="60"/>
                  </a:lnTo>
                  <a:lnTo>
                    <a:pt x="21" y="60"/>
                  </a:lnTo>
                  <a:lnTo>
                    <a:pt x="21" y="61"/>
                  </a:lnTo>
                  <a:lnTo>
                    <a:pt x="21" y="61"/>
                  </a:lnTo>
                  <a:lnTo>
                    <a:pt x="21" y="61"/>
                  </a:lnTo>
                  <a:lnTo>
                    <a:pt x="21" y="61"/>
                  </a:lnTo>
                  <a:lnTo>
                    <a:pt x="21" y="61"/>
                  </a:lnTo>
                  <a:lnTo>
                    <a:pt x="21" y="61"/>
                  </a:lnTo>
                  <a:lnTo>
                    <a:pt x="21" y="61"/>
                  </a:lnTo>
                  <a:lnTo>
                    <a:pt x="22" y="61"/>
                  </a:lnTo>
                  <a:lnTo>
                    <a:pt x="22" y="63"/>
                  </a:lnTo>
                  <a:lnTo>
                    <a:pt x="22" y="63"/>
                  </a:lnTo>
                  <a:lnTo>
                    <a:pt x="22" y="63"/>
                  </a:lnTo>
                  <a:lnTo>
                    <a:pt x="23" y="63"/>
                  </a:lnTo>
                  <a:lnTo>
                    <a:pt x="23" y="63"/>
                  </a:lnTo>
                  <a:lnTo>
                    <a:pt x="23" y="63"/>
                  </a:lnTo>
                  <a:lnTo>
                    <a:pt x="23" y="63"/>
                  </a:lnTo>
                  <a:lnTo>
                    <a:pt x="25" y="63"/>
                  </a:lnTo>
                  <a:lnTo>
                    <a:pt x="25" y="64"/>
                  </a:lnTo>
                  <a:lnTo>
                    <a:pt x="25" y="64"/>
                  </a:lnTo>
                  <a:lnTo>
                    <a:pt x="25" y="64"/>
                  </a:lnTo>
                  <a:lnTo>
                    <a:pt x="25" y="64"/>
                  </a:lnTo>
                  <a:lnTo>
                    <a:pt x="25" y="65"/>
                  </a:lnTo>
                  <a:lnTo>
                    <a:pt x="25" y="65"/>
                  </a:lnTo>
                  <a:lnTo>
                    <a:pt x="25" y="65"/>
                  </a:lnTo>
                  <a:lnTo>
                    <a:pt x="25" y="65"/>
                  </a:lnTo>
                  <a:lnTo>
                    <a:pt x="25" y="67"/>
                  </a:lnTo>
                  <a:lnTo>
                    <a:pt x="25" y="67"/>
                  </a:lnTo>
                  <a:lnTo>
                    <a:pt x="25" y="67"/>
                  </a:lnTo>
                  <a:lnTo>
                    <a:pt x="25" y="67"/>
                  </a:lnTo>
                  <a:lnTo>
                    <a:pt x="25" y="68"/>
                  </a:lnTo>
                  <a:lnTo>
                    <a:pt x="25" y="68"/>
                  </a:lnTo>
                  <a:lnTo>
                    <a:pt x="25" y="68"/>
                  </a:lnTo>
                  <a:lnTo>
                    <a:pt x="25" y="68"/>
                  </a:lnTo>
                  <a:lnTo>
                    <a:pt x="25" y="68"/>
                  </a:lnTo>
                  <a:lnTo>
                    <a:pt x="25" y="68"/>
                  </a:lnTo>
                  <a:lnTo>
                    <a:pt x="25" y="68"/>
                  </a:lnTo>
                  <a:lnTo>
                    <a:pt x="25" y="68"/>
                  </a:lnTo>
                  <a:lnTo>
                    <a:pt x="25" y="68"/>
                  </a:lnTo>
                  <a:lnTo>
                    <a:pt x="25" y="68"/>
                  </a:lnTo>
                  <a:lnTo>
                    <a:pt x="25" y="68"/>
                  </a:lnTo>
                  <a:lnTo>
                    <a:pt x="27" y="68"/>
                  </a:lnTo>
                  <a:lnTo>
                    <a:pt x="27" y="68"/>
                  </a:lnTo>
                  <a:lnTo>
                    <a:pt x="27" y="68"/>
                  </a:lnTo>
                  <a:lnTo>
                    <a:pt x="27" y="68"/>
                  </a:lnTo>
                  <a:lnTo>
                    <a:pt x="28" y="68"/>
                  </a:lnTo>
                  <a:lnTo>
                    <a:pt x="28" y="68"/>
                  </a:lnTo>
                  <a:lnTo>
                    <a:pt x="28" y="68"/>
                  </a:lnTo>
                  <a:lnTo>
                    <a:pt x="28" y="68"/>
                  </a:lnTo>
                  <a:lnTo>
                    <a:pt x="29" y="68"/>
                  </a:lnTo>
                  <a:lnTo>
                    <a:pt x="29" y="68"/>
                  </a:lnTo>
                  <a:lnTo>
                    <a:pt x="30" y="68"/>
                  </a:lnTo>
                  <a:lnTo>
                    <a:pt x="30" y="68"/>
                  </a:lnTo>
                  <a:lnTo>
                    <a:pt x="32" y="68"/>
                  </a:lnTo>
                  <a:lnTo>
                    <a:pt x="32" y="68"/>
                  </a:lnTo>
                  <a:lnTo>
                    <a:pt x="34" y="68"/>
                  </a:lnTo>
                  <a:lnTo>
                    <a:pt x="34" y="68"/>
                  </a:lnTo>
                  <a:lnTo>
                    <a:pt x="36" y="67"/>
                  </a:lnTo>
                  <a:lnTo>
                    <a:pt x="36" y="67"/>
                  </a:lnTo>
                  <a:lnTo>
                    <a:pt x="37" y="67"/>
                  </a:lnTo>
                  <a:lnTo>
                    <a:pt x="37" y="67"/>
                  </a:lnTo>
                  <a:lnTo>
                    <a:pt x="39" y="66"/>
                  </a:lnTo>
                  <a:lnTo>
                    <a:pt x="39" y="66"/>
                  </a:lnTo>
                  <a:lnTo>
                    <a:pt x="40" y="66"/>
                  </a:lnTo>
                  <a:lnTo>
                    <a:pt x="40" y="66"/>
                  </a:lnTo>
                  <a:lnTo>
                    <a:pt x="42" y="65"/>
                  </a:lnTo>
                  <a:lnTo>
                    <a:pt x="42" y="65"/>
                  </a:lnTo>
                  <a:lnTo>
                    <a:pt x="43" y="65"/>
                  </a:lnTo>
                  <a:lnTo>
                    <a:pt x="43" y="65"/>
                  </a:lnTo>
                  <a:lnTo>
                    <a:pt x="44" y="65"/>
                  </a:lnTo>
                  <a:lnTo>
                    <a:pt x="44" y="65"/>
                  </a:lnTo>
                  <a:lnTo>
                    <a:pt x="47" y="65"/>
                  </a:lnTo>
                  <a:lnTo>
                    <a:pt x="47" y="65"/>
                  </a:lnTo>
                  <a:lnTo>
                    <a:pt x="49" y="65"/>
                  </a:lnTo>
                  <a:lnTo>
                    <a:pt x="49" y="65"/>
                  </a:lnTo>
                  <a:lnTo>
                    <a:pt x="49" y="65"/>
                  </a:lnTo>
                  <a:lnTo>
                    <a:pt x="49" y="65"/>
                  </a:lnTo>
                  <a:lnTo>
                    <a:pt x="51" y="65"/>
                  </a:lnTo>
                  <a:lnTo>
                    <a:pt x="51" y="65"/>
                  </a:lnTo>
                  <a:lnTo>
                    <a:pt x="52" y="65"/>
                  </a:lnTo>
                  <a:lnTo>
                    <a:pt x="52" y="65"/>
                  </a:lnTo>
                  <a:lnTo>
                    <a:pt x="54" y="65"/>
                  </a:lnTo>
                  <a:lnTo>
                    <a:pt x="54" y="66"/>
                  </a:lnTo>
                  <a:lnTo>
                    <a:pt x="54" y="66"/>
                  </a:lnTo>
                  <a:lnTo>
                    <a:pt x="54" y="66"/>
                  </a:lnTo>
                  <a:lnTo>
                    <a:pt x="56" y="66"/>
                  </a:lnTo>
                  <a:lnTo>
                    <a:pt x="56" y="68"/>
                  </a:lnTo>
                  <a:lnTo>
                    <a:pt x="56" y="68"/>
                  </a:lnTo>
                  <a:lnTo>
                    <a:pt x="56" y="68"/>
                  </a:lnTo>
                  <a:lnTo>
                    <a:pt x="57" y="68"/>
                  </a:lnTo>
                  <a:lnTo>
                    <a:pt x="57" y="70"/>
                  </a:lnTo>
                  <a:lnTo>
                    <a:pt x="57" y="70"/>
                  </a:lnTo>
                  <a:lnTo>
                    <a:pt x="57" y="71"/>
                  </a:lnTo>
                  <a:lnTo>
                    <a:pt x="59" y="71"/>
                  </a:lnTo>
                  <a:lnTo>
                    <a:pt x="59" y="73"/>
                  </a:lnTo>
                  <a:lnTo>
                    <a:pt x="59" y="73"/>
                  </a:lnTo>
                  <a:lnTo>
                    <a:pt x="59" y="73"/>
                  </a:lnTo>
                  <a:lnTo>
                    <a:pt x="61" y="73"/>
                  </a:lnTo>
                  <a:lnTo>
                    <a:pt x="59" y="73"/>
                  </a:lnTo>
                  <a:lnTo>
                    <a:pt x="59" y="73"/>
                  </a:lnTo>
                  <a:lnTo>
                    <a:pt x="59" y="73"/>
                  </a:lnTo>
                  <a:lnTo>
                    <a:pt x="59" y="73"/>
                  </a:lnTo>
                  <a:lnTo>
                    <a:pt x="58" y="73"/>
                  </a:lnTo>
                  <a:lnTo>
                    <a:pt x="58" y="73"/>
                  </a:lnTo>
                  <a:lnTo>
                    <a:pt x="58" y="73"/>
                  </a:lnTo>
                  <a:lnTo>
                    <a:pt x="58" y="71"/>
                  </a:lnTo>
                  <a:lnTo>
                    <a:pt x="56" y="71"/>
                  </a:lnTo>
                  <a:lnTo>
                    <a:pt x="56" y="71"/>
                  </a:lnTo>
                  <a:lnTo>
                    <a:pt x="56" y="71"/>
                  </a:lnTo>
                  <a:lnTo>
                    <a:pt x="56" y="70"/>
                  </a:lnTo>
                  <a:lnTo>
                    <a:pt x="56" y="70"/>
                  </a:lnTo>
                  <a:lnTo>
                    <a:pt x="56" y="70"/>
                  </a:lnTo>
                  <a:lnTo>
                    <a:pt x="56" y="70"/>
                  </a:lnTo>
                  <a:lnTo>
                    <a:pt x="56" y="68"/>
                  </a:lnTo>
                  <a:lnTo>
                    <a:pt x="56" y="68"/>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89" name=""/>
            <p:cNvSpPr/>
            <p:nvPr/>
          </p:nvSpPr>
          <p:spPr>
            <a:xfrm>
              <a:off x="9175680" y="7361280"/>
              <a:ext cx="106560" cy="96840"/>
            </a:xfrm>
            <a:custGeom>
              <a:avLst/>
              <a:gdLst/>
              <a:ahLst/>
              <a:rect l="l" t="t" r="r" b="b"/>
              <a:pathLst>
                <a:path w="67" h="61">
                  <a:moveTo>
                    <a:pt x="17" y="30"/>
                  </a:moveTo>
                  <a:lnTo>
                    <a:pt x="17" y="30"/>
                  </a:lnTo>
                  <a:lnTo>
                    <a:pt x="17" y="30"/>
                  </a:lnTo>
                  <a:lnTo>
                    <a:pt x="17" y="30"/>
                  </a:lnTo>
                  <a:lnTo>
                    <a:pt x="17" y="30"/>
                  </a:lnTo>
                  <a:lnTo>
                    <a:pt x="17" y="30"/>
                  </a:lnTo>
                  <a:lnTo>
                    <a:pt x="17" y="30"/>
                  </a:lnTo>
                  <a:lnTo>
                    <a:pt x="17" y="30"/>
                  </a:lnTo>
                  <a:lnTo>
                    <a:pt x="18" y="30"/>
                  </a:lnTo>
                  <a:lnTo>
                    <a:pt x="18" y="30"/>
                  </a:lnTo>
                  <a:lnTo>
                    <a:pt x="18" y="30"/>
                  </a:lnTo>
                  <a:lnTo>
                    <a:pt x="18" y="30"/>
                  </a:lnTo>
                  <a:lnTo>
                    <a:pt x="19" y="30"/>
                  </a:lnTo>
                  <a:lnTo>
                    <a:pt x="19" y="30"/>
                  </a:lnTo>
                  <a:lnTo>
                    <a:pt x="19" y="30"/>
                  </a:lnTo>
                  <a:lnTo>
                    <a:pt x="19" y="30"/>
                  </a:lnTo>
                  <a:lnTo>
                    <a:pt x="20" y="29"/>
                  </a:lnTo>
                  <a:lnTo>
                    <a:pt x="20" y="30"/>
                  </a:lnTo>
                  <a:lnTo>
                    <a:pt x="20" y="30"/>
                  </a:lnTo>
                  <a:lnTo>
                    <a:pt x="20" y="30"/>
                  </a:lnTo>
                  <a:lnTo>
                    <a:pt x="20" y="30"/>
                  </a:lnTo>
                  <a:lnTo>
                    <a:pt x="20" y="30"/>
                  </a:lnTo>
                  <a:lnTo>
                    <a:pt x="20" y="30"/>
                  </a:lnTo>
                  <a:lnTo>
                    <a:pt x="20" y="30"/>
                  </a:lnTo>
                  <a:lnTo>
                    <a:pt x="21" y="30"/>
                  </a:lnTo>
                  <a:lnTo>
                    <a:pt x="21" y="30"/>
                  </a:lnTo>
                  <a:lnTo>
                    <a:pt x="21" y="30"/>
                  </a:lnTo>
                  <a:lnTo>
                    <a:pt x="21" y="30"/>
                  </a:lnTo>
                  <a:lnTo>
                    <a:pt x="21" y="30"/>
                  </a:lnTo>
                  <a:lnTo>
                    <a:pt x="21" y="30"/>
                  </a:lnTo>
                  <a:lnTo>
                    <a:pt x="21" y="30"/>
                  </a:lnTo>
                  <a:lnTo>
                    <a:pt x="21" y="30"/>
                  </a:lnTo>
                  <a:lnTo>
                    <a:pt x="23" y="30"/>
                  </a:lnTo>
                  <a:lnTo>
                    <a:pt x="23" y="30"/>
                  </a:lnTo>
                  <a:lnTo>
                    <a:pt x="23" y="30"/>
                  </a:lnTo>
                  <a:lnTo>
                    <a:pt x="23" y="30"/>
                  </a:lnTo>
                  <a:lnTo>
                    <a:pt x="23" y="30"/>
                  </a:lnTo>
                  <a:lnTo>
                    <a:pt x="23" y="30"/>
                  </a:lnTo>
                  <a:lnTo>
                    <a:pt x="23" y="30"/>
                  </a:lnTo>
                  <a:lnTo>
                    <a:pt x="23" y="30"/>
                  </a:lnTo>
                  <a:lnTo>
                    <a:pt x="25" y="29"/>
                  </a:lnTo>
                  <a:lnTo>
                    <a:pt x="25" y="29"/>
                  </a:lnTo>
                  <a:lnTo>
                    <a:pt x="25" y="29"/>
                  </a:lnTo>
                  <a:lnTo>
                    <a:pt x="25" y="29"/>
                  </a:lnTo>
                  <a:lnTo>
                    <a:pt x="26" y="29"/>
                  </a:lnTo>
                  <a:lnTo>
                    <a:pt x="26" y="29"/>
                  </a:lnTo>
                  <a:lnTo>
                    <a:pt x="26" y="29"/>
                  </a:lnTo>
                  <a:lnTo>
                    <a:pt x="26" y="29"/>
                  </a:lnTo>
                  <a:lnTo>
                    <a:pt x="29" y="27"/>
                  </a:lnTo>
                  <a:lnTo>
                    <a:pt x="29" y="27"/>
                  </a:lnTo>
                  <a:lnTo>
                    <a:pt x="29" y="27"/>
                  </a:lnTo>
                  <a:lnTo>
                    <a:pt x="29" y="27"/>
                  </a:lnTo>
                  <a:lnTo>
                    <a:pt x="29" y="27"/>
                  </a:lnTo>
                  <a:lnTo>
                    <a:pt x="29" y="27"/>
                  </a:lnTo>
                  <a:lnTo>
                    <a:pt x="29" y="27"/>
                  </a:lnTo>
                  <a:lnTo>
                    <a:pt x="29" y="27"/>
                  </a:lnTo>
                  <a:lnTo>
                    <a:pt x="29" y="27"/>
                  </a:lnTo>
                  <a:lnTo>
                    <a:pt x="29" y="27"/>
                  </a:lnTo>
                  <a:lnTo>
                    <a:pt x="29" y="27"/>
                  </a:lnTo>
                  <a:lnTo>
                    <a:pt x="29" y="27"/>
                  </a:lnTo>
                  <a:lnTo>
                    <a:pt x="29" y="27"/>
                  </a:lnTo>
                  <a:lnTo>
                    <a:pt x="29" y="27"/>
                  </a:lnTo>
                  <a:lnTo>
                    <a:pt x="29" y="27"/>
                  </a:lnTo>
                  <a:lnTo>
                    <a:pt x="29" y="27"/>
                  </a:lnTo>
                  <a:lnTo>
                    <a:pt x="30" y="27"/>
                  </a:lnTo>
                  <a:lnTo>
                    <a:pt x="30" y="27"/>
                  </a:lnTo>
                  <a:lnTo>
                    <a:pt x="30" y="27"/>
                  </a:lnTo>
                  <a:lnTo>
                    <a:pt x="30" y="27"/>
                  </a:lnTo>
                  <a:lnTo>
                    <a:pt x="31" y="27"/>
                  </a:lnTo>
                  <a:lnTo>
                    <a:pt x="31" y="27"/>
                  </a:lnTo>
                  <a:lnTo>
                    <a:pt x="31" y="27"/>
                  </a:lnTo>
                  <a:lnTo>
                    <a:pt x="31" y="27"/>
                  </a:lnTo>
                  <a:lnTo>
                    <a:pt x="33" y="27"/>
                  </a:lnTo>
                  <a:lnTo>
                    <a:pt x="33" y="27"/>
                  </a:lnTo>
                  <a:lnTo>
                    <a:pt x="33" y="27"/>
                  </a:lnTo>
                  <a:lnTo>
                    <a:pt x="33" y="27"/>
                  </a:lnTo>
                  <a:lnTo>
                    <a:pt x="35" y="26"/>
                  </a:lnTo>
                  <a:lnTo>
                    <a:pt x="35" y="26"/>
                  </a:lnTo>
                  <a:lnTo>
                    <a:pt x="35" y="26"/>
                  </a:lnTo>
                  <a:lnTo>
                    <a:pt x="35" y="26"/>
                  </a:lnTo>
                  <a:lnTo>
                    <a:pt x="37" y="24"/>
                  </a:lnTo>
                  <a:lnTo>
                    <a:pt x="37" y="24"/>
                  </a:lnTo>
                  <a:lnTo>
                    <a:pt x="37" y="24"/>
                  </a:lnTo>
                  <a:lnTo>
                    <a:pt x="37" y="24"/>
                  </a:lnTo>
                  <a:lnTo>
                    <a:pt x="37" y="24"/>
                  </a:lnTo>
                  <a:lnTo>
                    <a:pt x="37" y="24"/>
                  </a:lnTo>
                  <a:lnTo>
                    <a:pt x="37" y="24"/>
                  </a:lnTo>
                  <a:lnTo>
                    <a:pt x="37" y="24"/>
                  </a:lnTo>
                  <a:lnTo>
                    <a:pt x="38" y="23"/>
                  </a:lnTo>
                  <a:lnTo>
                    <a:pt x="38" y="23"/>
                  </a:lnTo>
                  <a:lnTo>
                    <a:pt x="38" y="23"/>
                  </a:lnTo>
                  <a:lnTo>
                    <a:pt x="38" y="23"/>
                  </a:lnTo>
                  <a:lnTo>
                    <a:pt x="39" y="22"/>
                  </a:lnTo>
                  <a:lnTo>
                    <a:pt x="39" y="22"/>
                  </a:lnTo>
                  <a:lnTo>
                    <a:pt x="39" y="22"/>
                  </a:lnTo>
                  <a:lnTo>
                    <a:pt x="39" y="22"/>
                  </a:lnTo>
                  <a:lnTo>
                    <a:pt x="41" y="20"/>
                  </a:lnTo>
                  <a:lnTo>
                    <a:pt x="41" y="20"/>
                  </a:lnTo>
                  <a:lnTo>
                    <a:pt x="41" y="20"/>
                  </a:lnTo>
                  <a:lnTo>
                    <a:pt x="41" y="20"/>
                  </a:lnTo>
                  <a:lnTo>
                    <a:pt x="43" y="20"/>
                  </a:lnTo>
                  <a:lnTo>
                    <a:pt x="43" y="20"/>
                  </a:lnTo>
                  <a:lnTo>
                    <a:pt x="43" y="20"/>
                  </a:lnTo>
                  <a:lnTo>
                    <a:pt x="43" y="20"/>
                  </a:lnTo>
                  <a:lnTo>
                    <a:pt x="45" y="17"/>
                  </a:lnTo>
                  <a:lnTo>
                    <a:pt x="45" y="17"/>
                  </a:lnTo>
                  <a:lnTo>
                    <a:pt x="45" y="17"/>
                  </a:lnTo>
                  <a:lnTo>
                    <a:pt x="45" y="17"/>
                  </a:lnTo>
                  <a:lnTo>
                    <a:pt x="47" y="17"/>
                  </a:lnTo>
                  <a:lnTo>
                    <a:pt x="47" y="17"/>
                  </a:lnTo>
                  <a:lnTo>
                    <a:pt x="47" y="17"/>
                  </a:lnTo>
                  <a:lnTo>
                    <a:pt x="47" y="17"/>
                  </a:lnTo>
                  <a:lnTo>
                    <a:pt x="49" y="15"/>
                  </a:lnTo>
                  <a:lnTo>
                    <a:pt x="49" y="15"/>
                  </a:lnTo>
                  <a:lnTo>
                    <a:pt x="49" y="15"/>
                  </a:lnTo>
                  <a:lnTo>
                    <a:pt x="49" y="15"/>
                  </a:lnTo>
                  <a:lnTo>
                    <a:pt x="50" y="14"/>
                  </a:lnTo>
                  <a:lnTo>
                    <a:pt x="50" y="14"/>
                  </a:lnTo>
                  <a:lnTo>
                    <a:pt x="50" y="12"/>
                  </a:lnTo>
                  <a:lnTo>
                    <a:pt x="50" y="12"/>
                  </a:lnTo>
                  <a:lnTo>
                    <a:pt x="52" y="10"/>
                  </a:lnTo>
                  <a:lnTo>
                    <a:pt x="52" y="10"/>
                  </a:lnTo>
                  <a:lnTo>
                    <a:pt x="52" y="10"/>
                  </a:lnTo>
                  <a:lnTo>
                    <a:pt x="52" y="10"/>
                  </a:lnTo>
                  <a:lnTo>
                    <a:pt x="53" y="9"/>
                  </a:lnTo>
                  <a:lnTo>
                    <a:pt x="53" y="9"/>
                  </a:lnTo>
                  <a:lnTo>
                    <a:pt x="53" y="8"/>
                  </a:lnTo>
                  <a:lnTo>
                    <a:pt x="53" y="8"/>
                  </a:lnTo>
                  <a:lnTo>
                    <a:pt x="55" y="6"/>
                  </a:lnTo>
                  <a:lnTo>
                    <a:pt x="55" y="6"/>
                  </a:lnTo>
                  <a:lnTo>
                    <a:pt x="55" y="6"/>
                  </a:lnTo>
                  <a:lnTo>
                    <a:pt x="55" y="6"/>
                  </a:lnTo>
                  <a:lnTo>
                    <a:pt x="57" y="5"/>
                  </a:lnTo>
                  <a:lnTo>
                    <a:pt x="57" y="5"/>
                  </a:lnTo>
                  <a:lnTo>
                    <a:pt x="57" y="5"/>
                  </a:lnTo>
                  <a:lnTo>
                    <a:pt x="57" y="5"/>
                  </a:lnTo>
                  <a:lnTo>
                    <a:pt x="59" y="3"/>
                  </a:lnTo>
                  <a:lnTo>
                    <a:pt x="59" y="3"/>
                  </a:lnTo>
                  <a:lnTo>
                    <a:pt x="59" y="3"/>
                  </a:lnTo>
                  <a:lnTo>
                    <a:pt x="59" y="3"/>
                  </a:lnTo>
                  <a:lnTo>
                    <a:pt x="61" y="1"/>
                  </a:lnTo>
                  <a:lnTo>
                    <a:pt x="61" y="1"/>
                  </a:lnTo>
                  <a:lnTo>
                    <a:pt x="62" y="1"/>
                  </a:lnTo>
                  <a:lnTo>
                    <a:pt x="62" y="1"/>
                  </a:lnTo>
                  <a:lnTo>
                    <a:pt x="64" y="0"/>
                  </a:lnTo>
                  <a:lnTo>
                    <a:pt x="64" y="1"/>
                  </a:lnTo>
                  <a:lnTo>
                    <a:pt x="64" y="1"/>
                  </a:lnTo>
                  <a:lnTo>
                    <a:pt x="64" y="1"/>
                  </a:lnTo>
                  <a:lnTo>
                    <a:pt x="64" y="1"/>
                  </a:lnTo>
                  <a:lnTo>
                    <a:pt x="64" y="1"/>
                  </a:lnTo>
                  <a:lnTo>
                    <a:pt x="64" y="1"/>
                  </a:lnTo>
                  <a:lnTo>
                    <a:pt x="64" y="1"/>
                  </a:lnTo>
                  <a:lnTo>
                    <a:pt x="65" y="1"/>
                  </a:lnTo>
                  <a:lnTo>
                    <a:pt x="65" y="1"/>
                  </a:lnTo>
                  <a:lnTo>
                    <a:pt x="65" y="1"/>
                  </a:lnTo>
                  <a:lnTo>
                    <a:pt x="65" y="1"/>
                  </a:lnTo>
                  <a:lnTo>
                    <a:pt x="65" y="1"/>
                  </a:lnTo>
                  <a:lnTo>
                    <a:pt x="65" y="1"/>
                  </a:lnTo>
                  <a:lnTo>
                    <a:pt x="65" y="1"/>
                  </a:lnTo>
                  <a:lnTo>
                    <a:pt x="65" y="1"/>
                  </a:lnTo>
                  <a:lnTo>
                    <a:pt x="66" y="1"/>
                  </a:lnTo>
                  <a:lnTo>
                    <a:pt x="65" y="3"/>
                  </a:lnTo>
                  <a:lnTo>
                    <a:pt x="65" y="3"/>
                  </a:lnTo>
                  <a:lnTo>
                    <a:pt x="64" y="3"/>
                  </a:lnTo>
                  <a:lnTo>
                    <a:pt x="64" y="3"/>
                  </a:lnTo>
                  <a:lnTo>
                    <a:pt x="62" y="5"/>
                  </a:lnTo>
                  <a:lnTo>
                    <a:pt x="62" y="5"/>
                  </a:lnTo>
                  <a:lnTo>
                    <a:pt x="62" y="5"/>
                  </a:lnTo>
                  <a:lnTo>
                    <a:pt x="62" y="5"/>
                  </a:lnTo>
                  <a:lnTo>
                    <a:pt x="60" y="7"/>
                  </a:lnTo>
                  <a:lnTo>
                    <a:pt x="60" y="7"/>
                  </a:lnTo>
                  <a:lnTo>
                    <a:pt x="59" y="8"/>
                  </a:lnTo>
                  <a:lnTo>
                    <a:pt x="59" y="8"/>
                  </a:lnTo>
                  <a:lnTo>
                    <a:pt x="58" y="10"/>
                  </a:lnTo>
                  <a:lnTo>
                    <a:pt x="58" y="10"/>
                  </a:lnTo>
                  <a:lnTo>
                    <a:pt x="58" y="10"/>
                  </a:lnTo>
                  <a:lnTo>
                    <a:pt x="58" y="10"/>
                  </a:lnTo>
                  <a:lnTo>
                    <a:pt x="56" y="12"/>
                  </a:lnTo>
                  <a:lnTo>
                    <a:pt x="56" y="12"/>
                  </a:lnTo>
                  <a:lnTo>
                    <a:pt x="56" y="12"/>
                  </a:lnTo>
                  <a:lnTo>
                    <a:pt x="56" y="12"/>
                  </a:lnTo>
                  <a:lnTo>
                    <a:pt x="56" y="15"/>
                  </a:lnTo>
                  <a:lnTo>
                    <a:pt x="56" y="15"/>
                  </a:lnTo>
                  <a:lnTo>
                    <a:pt x="56" y="15"/>
                  </a:lnTo>
                  <a:lnTo>
                    <a:pt x="56" y="15"/>
                  </a:lnTo>
                  <a:lnTo>
                    <a:pt x="54" y="16"/>
                  </a:lnTo>
                  <a:lnTo>
                    <a:pt x="54" y="16"/>
                  </a:lnTo>
                  <a:lnTo>
                    <a:pt x="54" y="16"/>
                  </a:lnTo>
                  <a:lnTo>
                    <a:pt x="54" y="16"/>
                  </a:lnTo>
                  <a:lnTo>
                    <a:pt x="54" y="17"/>
                  </a:lnTo>
                  <a:lnTo>
                    <a:pt x="54" y="17"/>
                  </a:lnTo>
                  <a:lnTo>
                    <a:pt x="54" y="17"/>
                  </a:lnTo>
                  <a:lnTo>
                    <a:pt x="54" y="17"/>
                  </a:lnTo>
                  <a:lnTo>
                    <a:pt x="52" y="20"/>
                  </a:lnTo>
                  <a:lnTo>
                    <a:pt x="52" y="20"/>
                  </a:lnTo>
                  <a:lnTo>
                    <a:pt x="52" y="20"/>
                  </a:lnTo>
                  <a:lnTo>
                    <a:pt x="52" y="20"/>
                  </a:lnTo>
                  <a:lnTo>
                    <a:pt x="51" y="21"/>
                  </a:lnTo>
                  <a:lnTo>
                    <a:pt x="51" y="21"/>
                  </a:lnTo>
                  <a:lnTo>
                    <a:pt x="51" y="21"/>
                  </a:lnTo>
                  <a:lnTo>
                    <a:pt x="51" y="21"/>
                  </a:lnTo>
                  <a:lnTo>
                    <a:pt x="49" y="23"/>
                  </a:lnTo>
                  <a:lnTo>
                    <a:pt x="49" y="23"/>
                  </a:lnTo>
                  <a:lnTo>
                    <a:pt x="49" y="23"/>
                  </a:lnTo>
                  <a:lnTo>
                    <a:pt x="49" y="23"/>
                  </a:lnTo>
                  <a:lnTo>
                    <a:pt x="49" y="23"/>
                  </a:lnTo>
                  <a:lnTo>
                    <a:pt x="49" y="23"/>
                  </a:lnTo>
                  <a:lnTo>
                    <a:pt x="49" y="23"/>
                  </a:lnTo>
                  <a:lnTo>
                    <a:pt x="49" y="23"/>
                  </a:lnTo>
                  <a:lnTo>
                    <a:pt x="48" y="25"/>
                  </a:lnTo>
                  <a:lnTo>
                    <a:pt x="48" y="25"/>
                  </a:lnTo>
                  <a:lnTo>
                    <a:pt x="48" y="25"/>
                  </a:lnTo>
                  <a:lnTo>
                    <a:pt x="48" y="25"/>
                  </a:lnTo>
                  <a:lnTo>
                    <a:pt x="48" y="25"/>
                  </a:lnTo>
                  <a:lnTo>
                    <a:pt x="48" y="25"/>
                  </a:lnTo>
                  <a:lnTo>
                    <a:pt x="48" y="25"/>
                  </a:lnTo>
                  <a:lnTo>
                    <a:pt x="48" y="25"/>
                  </a:lnTo>
                  <a:lnTo>
                    <a:pt x="48" y="27"/>
                  </a:lnTo>
                  <a:lnTo>
                    <a:pt x="48" y="27"/>
                  </a:lnTo>
                  <a:lnTo>
                    <a:pt x="48" y="27"/>
                  </a:lnTo>
                  <a:lnTo>
                    <a:pt x="48" y="27"/>
                  </a:lnTo>
                  <a:lnTo>
                    <a:pt x="48" y="27"/>
                  </a:lnTo>
                  <a:lnTo>
                    <a:pt x="48" y="27"/>
                  </a:lnTo>
                  <a:lnTo>
                    <a:pt x="48" y="27"/>
                  </a:lnTo>
                  <a:lnTo>
                    <a:pt x="49" y="27"/>
                  </a:lnTo>
                  <a:lnTo>
                    <a:pt x="49" y="28"/>
                  </a:lnTo>
                  <a:lnTo>
                    <a:pt x="49" y="28"/>
                  </a:lnTo>
                  <a:lnTo>
                    <a:pt x="49" y="28"/>
                  </a:lnTo>
                  <a:lnTo>
                    <a:pt x="49" y="28"/>
                  </a:lnTo>
                  <a:lnTo>
                    <a:pt x="49" y="28"/>
                  </a:lnTo>
                  <a:lnTo>
                    <a:pt x="49" y="28"/>
                  </a:lnTo>
                  <a:lnTo>
                    <a:pt x="49" y="28"/>
                  </a:lnTo>
                  <a:lnTo>
                    <a:pt x="50" y="28"/>
                  </a:lnTo>
                  <a:lnTo>
                    <a:pt x="50" y="29"/>
                  </a:lnTo>
                  <a:lnTo>
                    <a:pt x="50" y="29"/>
                  </a:lnTo>
                  <a:lnTo>
                    <a:pt x="50" y="29"/>
                  </a:lnTo>
                  <a:lnTo>
                    <a:pt x="50" y="29"/>
                  </a:lnTo>
                  <a:lnTo>
                    <a:pt x="50" y="29"/>
                  </a:lnTo>
                  <a:lnTo>
                    <a:pt x="50" y="29"/>
                  </a:lnTo>
                  <a:lnTo>
                    <a:pt x="50" y="29"/>
                  </a:lnTo>
                  <a:lnTo>
                    <a:pt x="52" y="29"/>
                  </a:lnTo>
                  <a:lnTo>
                    <a:pt x="52" y="30"/>
                  </a:lnTo>
                  <a:lnTo>
                    <a:pt x="52" y="30"/>
                  </a:lnTo>
                  <a:lnTo>
                    <a:pt x="52" y="30"/>
                  </a:lnTo>
                  <a:lnTo>
                    <a:pt x="52" y="30"/>
                  </a:lnTo>
                  <a:lnTo>
                    <a:pt x="52" y="30"/>
                  </a:lnTo>
                  <a:lnTo>
                    <a:pt x="52" y="30"/>
                  </a:lnTo>
                  <a:lnTo>
                    <a:pt x="52" y="30"/>
                  </a:lnTo>
                  <a:lnTo>
                    <a:pt x="54" y="30"/>
                  </a:lnTo>
                  <a:lnTo>
                    <a:pt x="54" y="31"/>
                  </a:lnTo>
                  <a:lnTo>
                    <a:pt x="54" y="31"/>
                  </a:lnTo>
                  <a:lnTo>
                    <a:pt x="54" y="31"/>
                  </a:lnTo>
                  <a:lnTo>
                    <a:pt x="56" y="31"/>
                  </a:lnTo>
                  <a:lnTo>
                    <a:pt x="56" y="31"/>
                  </a:lnTo>
                  <a:lnTo>
                    <a:pt x="56" y="31"/>
                  </a:lnTo>
                  <a:lnTo>
                    <a:pt x="56" y="31"/>
                  </a:lnTo>
                  <a:lnTo>
                    <a:pt x="57" y="31"/>
                  </a:lnTo>
                  <a:lnTo>
                    <a:pt x="57" y="32"/>
                  </a:lnTo>
                  <a:lnTo>
                    <a:pt x="57" y="32"/>
                  </a:lnTo>
                  <a:lnTo>
                    <a:pt x="57" y="32"/>
                  </a:lnTo>
                  <a:lnTo>
                    <a:pt x="57" y="32"/>
                  </a:lnTo>
                  <a:lnTo>
                    <a:pt x="57" y="32"/>
                  </a:lnTo>
                  <a:lnTo>
                    <a:pt x="57" y="32"/>
                  </a:lnTo>
                  <a:lnTo>
                    <a:pt x="57" y="32"/>
                  </a:lnTo>
                  <a:lnTo>
                    <a:pt x="57" y="32"/>
                  </a:lnTo>
                  <a:lnTo>
                    <a:pt x="57" y="32"/>
                  </a:lnTo>
                  <a:lnTo>
                    <a:pt x="57" y="32"/>
                  </a:lnTo>
                  <a:lnTo>
                    <a:pt x="57" y="32"/>
                  </a:lnTo>
                  <a:lnTo>
                    <a:pt x="57" y="32"/>
                  </a:lnTo>
                  <a:lnTo>
                    <a:pt x="57" y="32"/>
                  </a:lnTo>
                  <a:lnTo>
                    <a:pt x="57" y="32"/>
                  </a:lnTo>
                  <a:lnTo>
                    <a:pt x="57" y="32"/>
                  </a:lnTo>
                  <a:lnTo>
                    <a:pt x="57" y="32"/>
                  </a:lnTo>
                  <a:lnTo>
                    <a:pt x="55" y="34"/>
                  </a:lnTo>
                  <a:lnTo>
                    <a:pt x="55" y="34"/>
                  </a:lnTo>
                  <a:lnTo>
                    <a:pt x="54" y="34"/>
                  </a:lnTo>
                  <a:lnTo>
                    <a:pt x="54" y="34"/>
                  </a:lnTo>
                  <a:lnTo>
                    <a:pt x="52" y="37"/>
                  </a:lnTo>
                  <a:lnTo>
                    <a:pt x="52" y="37"/>
                  </a:lnTo>
                  <a:lnTo>
                    <a:pt x="51" y="37"/>
                  </a:lnTo>
                  <a:lnTo>
                    <a:pt x="51" y="37"/>
                  </a:lnTo>
                  <a:lnTo>
                    <a:pt x="48" y="38"/>
                  </a:lnTo>
                  <a:lnTo>
                    <a:pt x="48" y="38"/>
                  </a:lnTo>
                  <a:lnTo>
                    <a:pt x="47" y="38"/>
                  </a:lnTo>
                  <a:lnTo>
                    <a:pt x="47" y="38"/>
                  </a:lnTo>
                  <a:lnTo>
                    <a:pt x="46" y="39"/>
                  </a:lnTo>
                  <a:lnTo>
                    <a:pt x="46" y="39"/>
                  </a:lnTo>
                  <a:lnTo>
                    <a:pt x="46" y="39"/>
                  </a:lnTo>
                  <a:lnTo>
                    <a:pt x="46" y="39"/>
                  </a:lnTo>
                  <a:lnTo>
                    <a:pt x="45" y="40"/>
                  </a:lnTo>
                  <a:lnTo>
                    <a:pt x="45" y="40"/>
                  </a:lnTo>
                  <a:lnTo>
                    <a:pt x="45" y="40"/>
                  </a:lnTo>
                  <a:lnTo>
                    <a:pt x="45" y="40"/>
                  </a:lnTo>
                  <a:lnTo>
                    <a:pt x="45" y="42"/>
                  </a:lnTo>
                  <a:lnTo>
                    <a:pt x="45" y="42"/>
                  </a:lnTo>
                  <a:lnTo>
                    <a:pt x="45" y="42"/>
                  </a:lnTo>
                  <a:lnTo>
                    <a:pt x="45" y="42"/>
                  </a:lnTo>
                  <a:lnTo>
                    <a:pt x="45" y="44"/>
                  </a:lnTo>
                  <a:lnTo>
                    <a:pt x="45" y="44"/>
                  </a:lnTo>
                  <a:lnTo>
                    <a:pt x="45" y="44"/>
                  </a:lnTo>
                  <a:lnTo>
                    <a:pt x="45" y="44"/>
                  </a:lnTo>
                  <a:lnTo>
                    <a:pt x="45" y="45"/>
                  </a:lnTo>
                  <a:lnTo>
                    <a:pt x="45" y="45"/>
                  </a:lnTo>
                  <a:lnTo>
                    <a:pt x="45" y="45"/>
                  </a:lnTo>
                  <a:lnTo>
                    <a:pt x="45" y="45"/>
                  </a:lnTo>
                  <a:lnTo>
                    <a:pt x="43" y="47"/>
                  </a:lnTo>
                  <a:lnTo>
                    <a:pt x="43" y="47"/>
                  </a:lnTo>
                  <a:lnTo>
                    <a:pt x="42" y="47"/>
                  </a:lnTo>
                  <a:lnTo>
                    <a:pt x="42" y="47"/>
                  </a:lnTo>
                  <a:lnTo>
                    <a:pt x="40" y="49"/>
                  </a:lnTo>
                  <a:lnTo>
                    <a:pt x="40" y="49"/>
                  </a:lnTo>
                  <a:lnTo>
                    <a:pt x="39" y="49"/>
                  </a:lnTo>
                  <a:lnTo>
                    <a:pt x="39" y="49"/>
                  </a:lnTo>
                  <a:lnTo>
                    <a:pt x="38" y="52"/>
                  </a:lnTo>
                  <a:lnTo>
                    <a:pt x="38" y="52"/>
                  </a:lnTo>
                  <a:lnTo>
                    <a:pt x="37" y="52"/>
                  </a:lnTo>
                  <a:lnTo>
                    <a:pt x="37" y="52"/>
                  </a:lnTo>
                  <a:lnTo>
                    <a:pt x="36" y="52"/>
                  </a:lnTo>
                  <a:lnTo>
                    <a:pt x="36" y="52"/>
                  </a:lnTo>
                  <a:lnTo>
                    <a:pt x="36" y="52"/>
                  </a:lnTo>
                  <a:lnTo>
                    <a:pt x="36" y="52"/>
                  </a:lnTo>
                  <a:lnTo>
                    <a:pt x="35" y="53"/>
                  </a:lnTo>
                  <a:lnTo>
                    <a:pt x="35" y="53"/>
                  </a:lnTo>
                  <a:lnTo>
                    <a:pt x="34" y="53"/>
                  </a:lnTo>
                  <a:lnTo>
                    <a:pt x="34" y="53"/>
                  </a:lnTo>
                  <a:lnTo>
                    <a:pt x="32" y="54"/>
                  </a:lnTo>
                  <a:lnTo>
                    <a:pt x="32" y="54"/>
                  </a:lnTo>
                  <a:lnTo>
                    <a:pt x="32" y="54"/>
                  </a:lnTo>
                  <a:lnTo>
                    <a:pt x="32" y="54"/>
                  </a:lnTo>
                  <a:lnTo>
                    <a:pt x="30" y="56"/>
                  </a:lnTo>
                  <a:lnTo>
                    <a:pt x="30" y="56"/>
                  </a:lnTo>
                  <a:lnTo>
                    <a:pt x="30" y="56"/>
                  </a:lnTo>
                  <a:lnTo>
                    <a:pt x="30" y="56"/>
                  </a:lnTo>
                  <a:lnTo>
                    <a:pt x="29" y="56"/>
                  </a:lnTo>
                  <a:lnTo>
                    <a:pt x="29" y="56"/>
                  </a:lnTo>
                  <a:lnTo>
                    <a:pt x="29" y="56"/>
                  </a:lnTo>
                  <a:lnTo>
                    <a:pt x="29" y="56"/>
                  </a:lnTo>
                  <a:lnTo>
                    <a:pt x="29" y="57"/>
                  </a:lnTo>
                  <a:lnTo>
                    <a:pt x="29" y="57"/>
                  </a:lnTo>
                  <a:lnTo>
                    <a:pt x="29" y="57"/>
                  </a:lnTo>
                  <a:lnTo>
                    <a:pt x="29" y="57"/>
                  </a:lnTo>
                  <a:lnTo>
                    <a:pt x="29" y="59"/>
                  </a:lnTo>
                  <a:lnTo>
                    <a:pt x="29" y="59"/>
                  </a:lnTo>
                  <a:lnTo>
                    <a:pt x="29" y="59"/>
                  </a:lnTo>
                  <a:lnTo>
                    <a:pt x="29" y="59"/>
                  </a:lnTo>
                  <a:lnTo>
                    <a:pt x="29" y="60"/>
                  </a:lnTo>
                  <a:lnTo>
                    <a:pt x="29" y="60"/>
                  </a:lnTo>
                  <a:lnTo>
                    <a:pt x="29" y="60"/>
                  </a:lnTo>
                  <a:lnTo>
                    <a:pt x="29" y="60"/>
                  </a:lnTo>
                  <a:lnTo>
                    <a:pt x="29" y="60"/>
                  </a:lnTo>
                  <a:lnTo>
                    <a:pt x="29" y="60"/>
                  </a:lnTo>
                  <a:lnTo>
                    <a:pt x="29" y="60"/>
                  </a:lnTo>
                  <a:lnTo>
                    <a:pt x="29" y="60"/>
                  </a:lnTo>
                  <a:lnTo>
                    <a:pt x="26" y="60"/>
                  </a:lnTo>
                  <a:lnTo>
                    <a:pt x="26" y="60"/>
                  </a:lnTo>
                  <a:lnTo>
                    <a:pt x="26" y="60"/>
                  </a:lnTo>
                  <a:lnTo>
                    <a:pt x="26" y="60"/>
                  </a:lnTo>
                  <a:lnTo>
                    <a:pt x="26" y="60"/>
                  </a:lnTo>
                  <a:lnTo>
                    <a:pt x="26" y="60"/>
                  </a:lnTo>
                  <a:lnTo>
                    <a:pt x="26" y="60"/>
                  </a:lnTo>
                  <a:lnTo>
                    <a:pt x="26" y="60"/>
                  </a:lnTo>
                  <a:lnTo>
                    <a:pt x="24" y="60"/>
                  </a:lnTo>
                  <a:lnTo>
                    <a:pt x="24" y="60"/>
                  </a:lnTo>
                  <a:lnTo>
                    <a:pt x="24" y="60"/>
                  </a:lnTo>
                  <a:lnTo>
                    <a:pt x="24" y="60"/>
                  </a:lnTo>
                  <a:lnTo>
                    <a:pt x="24" y="60"/>
                  </a:lnTo>
                  <a:lnTo>
                    <a:pt x="24" y="60"/>
                  </a:lnTo>
                  <a:lnTo>
                    <a:pt x="24" y="60"/>
                  </a:lnTo>
                  <a:lnTo>
                    <a:pt x="24" y="59"/>
                  </a:lnTo>
                  <a:lnTo>
                    <a:pt x="22" y="60"/>
                  </a:lnTo>
                  <a:lnTo>
                    <a:pt x="22" y="60"/>
                  </a:lnTo>
                  <a:lnTo>
                    <a:pt x="22" y="60"/>
                  </a:lnTo>
                  <a:lnTo>
                    <a:pt x="22" y="60"/>
                  </a:lnTo>
                  <a:lnTo>
                    <a:pt x="20" y="60"/>
                  </a:lnTo>
                  <a:lnTo>
                    <a:pt x="20" y="60"/>
                  </a:lnTo>
                  <a:lnTo>
                    <a:pt x="20" y="60"/>
                  </a:lnTo>
                  <a:lnTo>
                    <a:pt x="20" y="60"/>
                  </a:lnTo>
                  <a:lnTo>
                    <a:pt x="18" y="60"/>
                  </a:lnTo>
                  <a:lnTo>
                    <a:pt x="18" y="60"/>
                  </a:lnTo>
                  <a:lnTo>
                    <a:pt x="18" y="60"/>
                  </a:lnTo>
                  <a:lnTo>
                    <a:pt x="18" y="60"/>
                  </a:lnTo>
                  <a:lnTo>
                    <a:pt x="16" y="60"/>
                  </a:lnTo>
                  <a:lnTo>
                    <a:pt x="16" y="60"/>
                  </a:lnTo>
                  <a:lnTo>
                    <a:pt x="16" y="60"/>
                  </a:lnTo>
                  <a:lnTo>
                    <a:pt x="16" y="60"/>
                  </a:lnTo>
                  <a:lnTo>
                    <a:pt x="14" y="60"/>
                  </a:lnTo>
                  <a:lnTo>
                    <a:pt x="14" y="60"/>
                  </a:lnTo>
                  <a:lnTo>
                    <a:pt x="14" y="60"/>
                  </a:lnTo>
                  <a:lnTo>
                    <a:pt x="14" y="60"/>
                  </a:lnTo>
                  <a:lnTo>
                    <a:pt x="13" y="60"/>
                  </a:lnTo>
                  <a:lnTo>
                    <a:pt x="13" y="60"/>
                  </a:lnTo>
                  <a:lnTo>
                    <a:pt x="13" y="60"/>
                  </a:lnTo>
                  <a:lnTo>
                    <a:pt x="13" y="60"/>
                  </a:lnTo>
                  <a:lnTo>
                    <a:pt x="11" y="60"/>
                  </a:lnTo>
                  <a:lnTo>
                    <a:pt x="11" y="60"/>
                  </a:lnTo>
                  <a:lnTo>
                    <a:pt x="11" y="60"/>
                  </a:lnTo>
                  <a:lnTo>
                    <a:pt x="11" y="60"/>
                  </a:lnTo>
                  <a:lnTo>
                    <a:pt x="9" y="60"/>
                  </a:lnTo>
                  <a:lnTo>
                    <a:pt x="9" y="60"/>
                  </a:lnTo>
                  <a:lnTo>
                    <a:pt x="9" y="60"/>
                  </a:lnTo>
                  <a:lnTo>
                    <a:pt x="9" y="60"/>
                  </a:lnTo>
                  <a:lnTo>
                    <a:pt x="8" y="60"/>
                  </a:lnTo>
                  <a:lnTo>
                    <a:pt x="8" y="60"/>
                  </a:lnTo>
                  <a:lnTo>
                    <a:pt x="8" y="60"/>
                  </a:lnTo>
                  <a:lnTo>
                    <a:pt x="8" y="60"/>
                  </a:lnTo>
                  <a:lnTo>
                    <a:pt x="7" y="60"/>
                  </a:lnTo>
                  <a:lnTo>
                    <a:pt x="7" y="60"/>
                  </a:lnTo>
                  <a:lnTo>
                    <a:pt x="7" y="60"/>
                  </a:lnTo>
                  <a:lnTo>
                    <a:pt x="7" y="60"/>
                  </a:lnTo>
                  <a:lnTo>
                    <a:pt x="5" y="60"/>
                  </a:lnTo>
                  <a:lnTo>
                    <a:pt x="5" y="60"/>
                  </a:lnTo>
                  <a:lnTo>
                    <a:pt x="5" y="60"/>
                  </a:lnTo>
                  <a:lnTo>
                    <a:pt x="5" y="60"/>
                  </a:lnTo>
                  <a:lnTo>
                    <a:pt x="5" y="60"/>
                  </a:lnTo>
                  <a:lnTo>
                    <a:pt x="5" y="60"/>
                  </a:lnTo>
                  <a:lnTo>
                    <a:pt x="5" y="60"/>
                  </a:lnTo>
                  <a:lnTo>
                    <a:pt x="5" y="59"/>
                  </a:lnTo>
                  <a:lnTo>
                    <a:pt x="3" y="59"/>
                  </a:lnTo>
                  <a:lnTo>
                    <a:pt x="3" y="59"/>
                  </a:lnTo>
                  <a:lnTo>
                    <a:pt x="3" y="59"/>
                  </a:lnTo>
                  <a:lnTo>
                    <a:pt x="3" y="59"/>
                  </a:lnTo>
                  <a:lnTo>
                    <a:pt x="2" y="59"/>
                  </a:lnTo>
                  <a:lnTo>
                    <a:pt x="2" y="57"/>
                  </a:lnTo>
                  <a:lnTo>
                    <a:pt x="2" y="57"/>
                  </a:lnTo>
                  <a:lnTo>
                    <a:pt x="2" y="55"/>
                  </a:lnTo>
                  <a:lnTo>
                    <a:pt x="0" y="55"/>
                  </a:lnTo>
                  <a:lnTo>
                    <a:pt x="0" y="54"/>
                  </a:lnTo>
                  <a:lnTo>
                    <a:pt x="0" y="54"/>
                  </a:lnTo>
                  <a:lnTo>
                    <a:pt x="0" y="52"/>
                  </a:lnTo>
                  <a:lnTo>
                    <a:pt x="0" y="52"/>
                  </a:lnTo>
                  <a:lnTo>
                    <a:pt x="0" y="50"/>
                  </a:lnTo>
                  <a:lnTo>
                    <a:pt x="0" y="50"/>
                  </a:lnTo>
                  <a:lnTo>
                    <a:pt x="0" y="48"/>
                  </a:lnTo>
                  <a:lnTo>
                    <a:pt x="0" y="48"/>
                  </a:lnTo>
                  <a:lnTo>
                    <a:pt x="0" y="48"/>
                  </a:lnTo>
                  <a:lnTo>
                    <a:pt x="0" y="48"/>
                  </a:lnTo>
                  <a:lnTo>
                    <a:pt x="1" y="48"/>
                  </a:lnTo>
                  <a:lnTo>
                    <a:pt x="1" y="48"/>
                  </a:lnTo>
                  <a:lnTo>
                    <a:pt x="1" y="48"/>
                  </a:lnTo>
                  <a:lnTo>
                    <a:pt x="1" y="48"/>
                  </a:lnTo>
                  <a:lnTo>
                    <a:pt x="3" y="48"/>
                  </a:lnTo>
                  <a:lnTo>
                    <a:pt x="3" y="48"/>
                  </a:lnTo>
                  <a:lnTo>
                    <a:pt x="3" y="48"/>
                  </a:lnTo>
                  <a:lnTo>
                    <a:pt x="3" y="48"/>
                  </a:lnTo>
                  <a:lnTo>
                    <a:pt x="4" y="48"/>
                  </a:lnTo>
                  <a:lnTo>
                    <a:pt x="4" y="48"/>
                  </a:lnTo>
                  <a:lnTo>
                    <a:pt x="4" y="48"/>
                  </a:lnTo>
                  <a:lnTo>
                    <a:pt x="4" y="48"/>
                  </a:lnTo>
                  <a:lnTo>
                    <a:pt x="7" y="47"/>
                  </a:lnTo>
                  <a:lnTo>
                    <a:pt x="7" y="47"/>
                  </a:lnTo>
                  <a:lnTo>
                    <a:pt x="7" y="47"/>
                  </a:lnTo>
                  <a:lnTo>
                    <a:pt x="7" y="47"/>
                  </a:lnTo>
                  <a:lnTo>
                    <a:pt x="7" y="47"/>
                  </a:lnTo>
                  <a:lnTo>
                    <a:pt x="7" y="47"/>
                  </a:lnTo>
                  <a:lnTo>
                    <a:pt x="7" y="47"/>
                  </a:lnTo>
                  <a:lnTo>
                    <a:pt x="7" y="47"/>
                  </a:lnTo>
                  <a:lnTo>
                    <a:pt x="7" y="45"/>
                  </a:lnTo>
                  <a:lnTo>
                    <a:pt x="7" y="45"/>
                  </a:lnTo>
                  <a:lnTo>
                    <a:pt x="7" y="45"/>
                  </a:lnTo>
                  <a:lnTo>
                    <a:pt x="7" y="45"/>
                  </a:lnTo>
                  <a:lnTo>
                    <a:pt x="7" y="44"/>
                  </a:lnTo>
                  <a:lnTo>
                    <a:pt x="7" y="44"/>
                  </a:lnTo>
                  <a:lnTo>
                    <a:pt x="7" y="44"/>
                  </a:lnTo>
                  <a:lnTo>
                    <a:pt x="7" y="44"/>
                  </a:lnTo>
                  <a:lnTo>
                    <a:pt x="8" y="42"/>
                  </a:lnTo>
                  <a:lnTo>
                    <a:pt x="8" y="42"/>
                  </a:lnTo>
                  <a:lnTo>
                    <a:pt x="8" y="42"/>
                  </a:lnTo>
                  <a:lnTo>
                    <a:pt x="8" y="42"/>
                  </a:lnTo>
                  <a:lnTo>
                    <a:pt x="8" y="42"/>
                  </a:lnTo>
                  <a:lnTo>
                    <a:pt x="8" y="42"/>
                  </a:lnTo>
                  <a:lnTo>
                    <a:pt x="8" y="42"/>
                  </a:lnTo>
                  <a:lnTo>
                    <a:pt x="8" y="42"/>
                  </a:lnTo>
                  <a:lnTo>
                    <a:pt x="8" y="42"/>
                  </a:lnTo>
                  <a:lnTo>
                    <a:pt x="8" y="42"/>
                  </a:lnTo>
                  <a:lnTo>
                    <a:pt x="8" y="42"/>
                  </a:lnTo>
                  <a:lnTo>
                    <a:pt x="8" y="42"/>
                  </a:lnTo>
                  <a:lnTo>
                    <a:pt x="10" y="42"/>
                  </a:lnTo>
                  <a:lnTo>
                    <a:pt x="10" y="42"/>
                  </a:lnTo>
                  <a:lnTo>
                    <a:pt x="10" y="42"/>
                  </a:lnTo>
                  <a:lnTo>
                    <a:pt x="10" y="42"/>
                  </a:lnTo>
                  <a:lnTo>
                    <a:pt x="12" y="41"/>
                  </a:lnTo>
                  <a:lnTo>
                    <a:pt x="12" y="41"/>
                  </a:lnTo>
                  <a:lnTo>
                    <a:pt x="12" y="41"/>
                  </a:lnTo>
                  <a:lnTo>
                    <a:pt x="12" y="41"/>
                  </a:lnTo>
                  <a:lnTo>
                    <a:pt x="13" y="41"/>
                  </a:lnTo>
                  <a:lnTo>
                    <a:pt x="13" y="41"/>
                  </a:lnTo>
                  <a:lnTo>
                    <a:pt x="13" y="41"/>
                  </a:lnTo>
                  <a:lnTo>
                    <a:pt x="13" y="41"/>
                  </a:lnTo>
                  <a:lnTo>
                    <a:pt x="15" y="41"/>
                  </a:lnTo>
                  <a:lnTo>
                    <a:pt x="15" y="41"/>
                  </a:lnTo>
                  <a:lnTo>
                    <a:pt x="15" y="41"/>
                  </a:lnTo>
                  <a:lnTo>
                    <a:pt x="15" y="41"/>
                  </a:lnTo>
                  <a:lnTo>
                    <a:pt x="17" y="41"/>
                  </a:lnTo>
                  <a:lnTo>
                    <a:pt x="17" y="41"/>
                  </a:lnTo>
                  <a:lnTo>
                    <a:pt x="17" y="41"/>
                  </a:lnTo>
                  <a:lnTo>
                    <a:pt x="17" y="41"/>
                  </a:lnTo>
                  <a:lnTo>
                    <a:pt x="19" y="39"/>
                  </a:lnTo>
                  <a:lnTo>
                    <a:pt x="19" y="39"/>
                  </a:lnTo>
                  <a:lnTo>
                    <a:pt x="19" y="39"/>
                  </a:lnTo>
                  <a:lnTo>
                    <a:pt x="19" y="39"/>
                  </a:lnTo>
                  <a:lnTo>
                    <a:pt x="19" y="38"/>
                  </a:lnTo>
                  <a:lnTo>
                    <a:pt x="19" y="38"/>
                  </a:lnTo>
                  <a:lnTo>
                    <a:pt x="19" y="38"/>
                  </a:lnTo>
                  <a:lnTo>
                    <a:pt x="19" y="38"/>
                  </a:lnTo>
                  <a:lnTo>
                    <a:pt x="19" y="37"/>
                  </a:lnTo>
                  <a:lnTo>
                    <a:pt x="19" y="37"/>
                  </a:lnTo>
                  <a:lnTo>
                    <a:pt x="19" y="37"/>
                  </a:lnTo>
                  <a:lnTo>
                    <a:pt x="19" y="37"/>
                  </a:lnTo>
                  <a:lnTo>
                    <a:pt x="19" y="34"/>
                  </a:lnTo>
                  <a:lnTo>
                    <a:pt x="19" y="34"/>
                  </a:lnTo>
                  <a:lnTo>
                    <a:pt x="19" y="34"/>
                  </a:lnTo>
                  <a:lnTo>
                    <a:pt x="19" y="34"/>
                  </a:lnTo>
                  <a:lnTo>
                    <a:pt x="19" y="33"/>
                  </a:lnTo>
                  <a:lnTo>
                    <a:pt x="17" y="33"/>
                  </a:lnTo>
                  <a:lnTo>
                    <a:pt x="17" y="33"/>
                  </a:lnTo>
                  <a:lnTo>
                    <a:pt x="17" y="33"/>
                  </a:lnTo>
                  <a:lnTo>
                    <a:pt x="17" y="33"/>
                  </a:lnTo>
                  <a:lnTo>
                    <a:pt x="17" y="33"/>
                  </a:lnTo>
                  <a:lnTo>
                    <a:pt x="17" y="33"/>
                  </a:lnTo>
                  <a:lnTo>
                    <a:pt x="17" y="33"/>
                  </a:lnTo>
                  <a:lnTo>
                    <a:pt x="17" y="32"/>
                  </a:lnTo>
                  <a:lnTo>
                    <a:pt x="17" y="32"/>
                  </a:lnTo>
                  <a:lnTo>
                    <a:pt x="17" y="32"/>
                  </a:lnTo>
                  <a:lnTo>
                    <a:pt x="17" y="32"/>
                  </a:lnTo>
                  <a:lnTo>
                    <a:pt x="17" y="32"/>
                  </a:lnTo>
                  <a:lnTo>
                    <a:pt x="17" y="32"/>
                  </a:lnTo>
                  <a:lnTo>
                    <a:pt x="17" y="32"/>
                  </a:lnTo>
                  <a:lnTo>
                    <a:pt x="17" y="32"/>
                  </a:lnTo>
                  <a:lnTo>
                    <a:pt x="17" y="30"/>
                  </a:lnTo>
                  <a:lnTo>
                    <a:pt x="17" y="30"/>
                  </a:lnTo>
                </a:path>
              </a:pathLst>
            </a:custGeom>
            <a:solidFill>
              <a:srgbClr val="a1009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790" name=""/>
            <p:cNvGrpSpPr/>
            <p:nvPr/>
          </p:nvGrpSpPr>
          <p:grpSpPr>
            <a:xfrm>
              <a:off x="8120160" y="7550280"/>
              <a:ext cx="44280" cy="41040"/>
              <a:chOff x="8120160" y="7550280"/>
              <a:chExt cx="44280" cy="41040"/>
            </a:xfrm>
          </p:grpSpPr>
          <p:sp>
            <p:nvSpPr>
              <p:cNvPr id="791" name=""/>
              <p:cNvSpPr/>
              <p:nvPr/>
            </p:nvSpPr>
            <p:spPr>
              <a:xfrm>
                <a:off x="8120160" y="7550280"/>
                <a:ext cx="17280" cy="15840"/>
              </a:xfrm>
              <a:custGeom>
                <a:avLst/>
                <a:gdLst/>
                <a:ahLst/>
                <a:rect l="l" t="t" r="r" b="b"/>
                <a:pathLst>
                  <a:path w="11" h="10">
                    <a:moveTo>
                      <a:pt x="1" y="2"/>
                    </a:move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1"/>
                    </a:lnTo>
                    <a:lnTo>
                      <a:pt x="1" y="1"/>
                    </a:lnTo>
                    <a:lnTo>
                      <a:pt x="1" y="1"/>
                    </a:lnTo>
                    <a:lnTo>
                      <a:pt x="1" y="1"/>
                    </a:lnTo>
                    <a:lnTo>
                      <a:pt x="1" y="1"/>
                    </a:lnTo>
                    <a:lnTo>
                      <a:pt x="1" y="1"/>
                    </a:lnTo>
                    <a:lnTo>
                      <a:pt x="1" y="1"/>
                    </a:lnTo>
                    <a:lnTo>
                      <a:pt x="1" y="1"/>
                    </a:lnTo>
                    <a:lnTo>
                      <a:pt x="2" y="0"/>
                    </a:lnTo>
                    <a:lnTo>
                      <a:pt x="2" y="2"/>
                    </a:lnTo>
                    <a:lnTo>
                      <a:pt x="2" y="2"/>
                    </a:lnTo>
                    <a:lnTo>
                      <a:pt x="2" y="2"/>
                    </a:lnTo>
                    <a:lnTo>
                      <a:pt x="2" y="2"/>
                    </a:lnTo>
                    <a:lnTo>
                      <a:pt x="2" y="2"/>
                    </a:lnTo>
                    <a:lnTo>
                      <a:pt x="2" y="2"/>
                    </a:lnTo>
                    <a:lnTo>
                      <a:pt x="2" y="2"/>
                    </a:lnTo>
                    <a:lnTo>
                      <a:pt x="3" y="2"/>
                    </a:lnTo>
                    <a:lnTo>
                      <a:pt x="3" y="2"/>
                    </a:lnTo>
                    <a:lnTo>
                      <a:pt x="3" y="2"/>
                    </a:lnTo>
                    <a:lnTo>
                      <a:pt x="3" y="2"/>
                    </a:lnTo>
                    <a:lnTo>
                      <a:pt x="3" y="2"/>
                    </a:lnTo>
                    <a:lnTo>
                      <a:pt x="3" y="2"/>
                    </a:lnTo>
                    <a:lnTo>
                      <a:pt x="3" y="2"/>
                    </a:lnTo>
                    <a:lnTo>
                      <a:pt x="3"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5" y="2"/>
                    </a:lnTo>
                    <a:lnTo>
                      <a:pt x="5" y="2"/>
                    </a:lnTo>
                    <a:lnTo>
                      <a:pt x="5" y="2"/>
                    </a:lnTo>
                    <a:lnTo>
                      <a:pt x="5" y="2"/>
                    </a:lnTo>
                    <a:lnTo>
                      <a:pt x="5" y="2"/>
                    </a:lnTo>
                    <a:lnTo>
                      <a:pt x="5" y="2"/>
                    </a:lnTo>
                    <a:lnTo>
                      <a:pt x="5" y="2"/>
                    </a:lnTo>
                    <a:lnTo>
                      <a:pt x="5" y="2"/>
                    </a:lnTo>
                    <a:lnTo>
                      <a:pt x="5" y="2"/>
                    </a:lnTo>
                    <a:lnTo>
                      <a:pt x="5" y="2"/>
                    </a:lnTo>
                    <a:lnTo>
                      <a:pt x="5" y="2"/>
                    </a:lnTo>
                    <a:lnTo>
                      <a:pt x="5" y="2"/>
                    </a:lnTo>
                    <a:lnTo>
                      <a:pt x="5" y="2"/>
                    </a:lnTo>
                    <a:lnTo>
                      <a:pt x="5" y="2"/>
                    </a:lnTo>
                    <a:lnTo>
                      <a:pt x="5" y="2"/>
                    </a:lnTo>
                    <a:lnTo>
                      <a:pt x="5" y="2"/>
                    </a:lnTo>
                    <a:lnTo>
                      <a:pt x="5" y="2"/>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2"/>
                    </a:lnTo>
                    <a:lnTo>
                      <a:pt x="5" y="3"/>
                    </a:lnTo>
                    <a:lnTo>
                      <a:pt x="5" y="3"/>
                    </a:lnTo>
                    <a:lnTo>
                      <a:pt x="5" y="3"/>
                    </a:lnTo>
                    <a:lnTo>
                      <a:pt x="5" y="3"/>
                    </a:lnTo>
                    <a:lnTo>
                      <a:pt x="5" y="3"/>
                    </a:lnTo>
                    <a:lnTo>
                      <a:pt x="5" y="3"/>
                    </a:lnTo>
                    <a:lnTo>
                      <a:pt x="5" y="3"/>
                    </a:lnTo>
                    <a:lnTo>
                      <a:pt x="5" y="3"/>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3"/>
                    </a:lnTo>
                    <a:lnTo>
                      <a:pt x="5" y="3"/>
                    </a:lnTo>
                    <a:lnTo>
                      <a:pt x="5" y="3"/>
                    </a:lnTo>
                    <a:lnTo>
                      <a:pt x="5" y="3"/>
                    </a:lnTo>
                    <a:lnTo>
                      <a:pt x="5" y="3"/>
                    </a:lnTo>
                    <a:lnTo>
                      <a:pt x="5" y="3"/>
                    </a:lnTo>
                    <a:lnTo>
                      <a:pt x="5" y="3"/>
                    </a:lnTo>
                    <a:lnTo>
                      <a:pt x="5" y="3"/>
                    </a:lnTo>
                    <a:lnTo>
                      <a:pt x="5" y="2"/>
                    </a:lnTo>
                    <a:lnTo>
                      <a:pt x="5" y="3"/>
                    </a:lnTo>
                    <a:lnTo>
                      <a:pt x="5" y="3"/>
                    </a:lnTo>
                    <a:lnTo>
                      <a:pt x="5" y="3"/>
                    </a:lnTo>
                    <a:lnTo>
                      <a:pt x="5" y="3"/>
                    </a:lnTo>
                    <a:lnTo>
                      <a:pt x="5" y="3"/>
                    </a:lnTo>
                    <a:lnTo>
                      <a:pt x="5" y="3"/>
                    </a:lnTo>
                    <a:lnTo>
                      <a:pt x="5" y="3"/>
                    </a:lnTo>
                    <a:lnTo>
                      <a:pt x="5" y="3"/>
                    </a:lnTo>
                    <a:lnTo>
                      <a:pt x="5" y="5"/>
                    </a:lnTo>
                    <a:lnTo>
                      <a:pt x="5" y="5"/>
                    </a:lnTo>
                    <a:lnTo>
                      <a:pt x="5" y="5"/>
                    </a:lnTo>
                    <a:lnTo>
                      <a:pt x="5" y="5"/>
                    </a:lnTo>
                    <a:lnTo>
                      <a:pt x="5" y="5"/>
                    </a:lnTo>
                    <a:lnTo>
                      <a:pt x="5" y="5"/>
                    </a:lnTo>
                    <a:lnTo>
                      <a:pt x="5"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7" y="5"/>
                    </a:lnTo>
                    <a:lnTo>
                      <a:pt x="7" y="5"/>
                    </a:lnTo>
                    <a:lnTo>
                      <a:pt x="7" y="5"/>
                    </a:lnTo>
                    <a:lnTo>
                      <a:pt x="7" y="5"/>
                    </a:lnTo>
                    <a:lnTo>
                      <a:pt x="7" y="5"/>
                    </a:lnTo>
                    <a:lnTo>
                      <a:pt x="7" y="5"/>
                    </a:lnTo>
                    <a:lnTo>
                      <a:pt x="7" y="5"/>
                    </a:lnTo>
                    <a:lnTo>
                      <a:pt x="7" y="5"/>
                    </a:lnTo>
                    <a:lnTo>
                      <a:pt x="8" y="5"/>
                    </a:lnTo>
                    <a:lnTo>
                      <a:pt x="8" y="6"/>
                    </a:lnTo>
                    <a:lnTo>
                      <a:pt x="8" y="6"/>
                    </a:lnTo>
                    <a:lnTo>
                      <a:pt x="8" y="6"/>
                    </a:lnTo>
                    <a:lnTo>
                      <a:pt x="8" y="6"/>
                    </a:lnTo>
                    <a:lnTo>
                      <a:pt x="8" y="6"/>
                    </a:lnTo>
                    <a:lnTo>
                      <a:pt x="8" y="6"/>
                    </a:lnTo>
                    <a:lnTo>
                      <a:pt x="8" y="6"/>
                    </a:lnTo>
                    <a:lnTo>
                      <a:pt x="8" y="6"/>
                    </a:lnTo>
                    <a:lnTo>
                      <a:pt x="8" y="6"/>
                    </a:lnTo>
                    <a:lnTo>
                      <a:pt x="8" y="6"/>
                    </a:lnTo>
                    <a:lnTo>
                      <a:pt x="8" y="6"/>
                    </a:lnTo>
                    <a:lnTo>
                      <a:pt x="8" y="6"/>
                    </a:lnTo>
                    <a:lnTo>
                      <a:pt x="8" y="6"/>
                    </a:lnTo>
                    <a:lnTo>
                      <a:pt x="8" y="6"/>
                    </a:lnTo>
                    <a:lnTo>
                      <a:pt x="8" y="6"/>
                    </a:lnTo>
                    <a:lnTo>
                      <a:pt x="8" y="6"/>
                    </a:lnTo>
                    <a:lnTo>
                      <a:pt x="8" y="6"/>
                    </a:lnTo>
                    <a:lnTo>
                      <a:pt x="8" y="6"/>
                    </a:lnTo>
                    <a:lnTo>
                      <a:pt x="8" y="6"/>
                    </a:lnTo>
                    <a:lnTo>
                      <a:pt x="8" y="6"/>
                    </a:lnTo>
                    <a:lnTo>
                      <a:pt x="8" y="6"/>
                    </a:lnTo>
                    <a:lnTo>
                      <a:pt x="8" y="6"/>
                    </a:lnTo>
                    <a:lnTo>
                      <a:pt x="8" y="6"/>
                    </a:lnTo>
                    <a:lnTo>
                      <a:pt x="9" y="6"/>
                    </a:lnTo>
                    <a:lnTo>
                      <a:pt x="9" y="6"/>
                    </a:lnTo>
                    <a:lnTo>
                      <a:pt x="9" y="6"/>
                    </a:lnTo>
                    <a:lnTo>
                      <a:pt x="9" y="6"/>
                    </a:lnTo>
                    <a:lnTo>
                      <a:pt x="9" y="6"/>
                    </a:lnTo>
                    <a:lnTo>
                      <a:pt x="9" y="6"/>
                    </a:lnTo>
                    <a:lnTo>
                      <a:pt x="9" y="6"/>
                    </a:lnTo>
                    <a:lnTo>
                      <a:pt x="9" y="6"/>
                    </a:lnTo>
                    <a:lnTo>
                      <a:pt x="10" y="6"/>
                    </a:lnTo>
                    <a:lnTo>
                      <a:pt x="10" y="7"/>
                    </a:lnTo>
                    <a:lnTo>
                      <a:pt x="10" y="7"/>
                    </a:lnTo>
                    <a:lnTo>
                      <a:pt x="10" y="7"/>
                    </a:lnTo>
                    <a:lnTo>
                      <a:pt x="10" y="7"/>
                    </a:lnTo>
                    <a:lnTo>
                      <a:pt x="10" y="7"/>
                    </a:lnTo>
                    <a:lnTo>
                      <a:pt x="10" y="7"/>
                    </a:lnTo>
                    <a:lnTo>
                      <a:pt x="10" y="7"/>
                    </a:lnTo>
                    <a:lnTo>
                      <a:pt x="10" y="7"/>
                    </a:lnTo>
                    <a:lnTo>
                      <a:pt x="10" y="7"/>
                    </a:lnTo>
                    <a:lnTo>
                      <a:pt x="10" y="7"/>
                    </a:lnTo>
                    <a:lnTo>
                      <a:pt x="10" y="7"/>
                    </a:lnTo>
                    <a:lnTo>
                      <a:pt x="10" y="7"/>
                    </a:lnTo>
                    <a:lnTo>
                      <a:pt x="10" y="7"/>
                    </a:lnTo>
                    <a:lnTo>
                      <a:pt x="10" y="7"/>
                    </a:lnTo>
                    <a:lnTo>
                      <a:pt x="10" y="7"/>
                    </a:lnTo>
                    <a:lnTo>
                      <a:pt x="10" y="7"/>
                    </a:lnTo>
                    <a:lnTo>
                      <a:pt x="9" y="7"/>
                    </a:lnTo>
                    <a:lnTo>
                      <a:pt x="9" y="7"/>
                    </a:lnTo>
                    <a:lnTo>
                      <a:pt x="9" y="7"/>
                    </a:lnTo>
                    <a:lnTo>
                      <a:pt x="9" y="7"/>
                    </a:lnTo>
                    <a:lnTo>
                      <a:pt x="9" y="7"/>
                    </a:lnTo>
                    <a:lnTo>
                      <a:pt x="9" y="7"/>
                    </a:lnTo>
                    <a:lnTo>
                      <a:pt x="9" y="7"/>
                    </a:lnTo>
                    <a:lnTo>
                      <a:pt x="9"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8" y="7"/>
                    </a:lnTo>
                    <a:lnTo>
                      <a:pt x="7" y="7"/>
                    </a:lnTo>
                    <a:lnTo>
                      <a:pt x="7" y="7"/>
                    </a:lnTo>
                    <a:lnTo>
                      <a:pt x="7" y="7"/>
                    </a:lnTo>
                    <a:lnTo>
                      <a:pt x="7" y="7"/>
                    </a:lnTo>
                    <a:lnTo>
                      <a:pt x="7" y="7"/>
                    </a:lnTo>
                    <a:lnTo>
                      <a:pt x="7" y="7"/>
                    </a:lnTo>
                    <a:lnTo>
                      <a:pt x="7" y="7"/>
                    </a:lnTo>
                    <a:lnTo>
                      <a:pt x="7"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7"/>
                    </a:lnTo>
                    <a:lnTo>
                      <a:pt x="6" y="8"/>
                    </a:lnTo>
                    <a:lnTo>
                      <a:pt x="6" y="8"/>
                    </a:lnTo>
                    <a:lnTo>
                      <a:pt x="6" y="8"/>
                    </a:lnTo>
                    <a:lnTo>
                      <a:pt x="6" y="8"/>
                    </a:lnTo>
                    <a:lnTo>
                      <a:pt x="6" y="8"/>
                    </a:lnTo>
                    <a:lnTo>
                      <a:pt x="6" y="8"/>
                    </a:lnTo>
                    <a:lnTo>
                      <a:pt x="6" y="8"/>
                    </a:lnTo>
                    <a:lnTo>
                      <a:pt x="6" y="8"/>
                    </a:lnTo>
                    <a:lnTo>
                      <a:pt x="6" y="9"/>
                    </a:lnTo>
                    <a:lnTo>
                      <a:pt x="6" y="9"/>
                    </a:lnTo>
                    <a:lnTo>
                      <a:pt x="6" y="9"/>
                    </a:lnTo>
                    <a:lnTo>
                      <a:pt x="6" y="9"/>
                    </a:lnTo>
                    <a:lnTo>
                      <a:pt x="6" y="9"/>
                    </a:lnTo>
                    <a:lnTo>
                      <a:pt x="6" y="9"/>
                    </a:lnTo>
                    <a:lnTo>
                      <a:pt x="6" y="9"/>
                    </a:lnTo>
                    <a:lnTo>
                      <a:pt x="6" y="9"/>
                    </a:lnTo>
                    <a:lnTo>
                      <a:pt x="5" y="9"/>
                    </a:lnTo>
                    <a:lnTo>
                      <a:pt x="5" y="9"/>
                    </a:lnTo>
                    <a:lnTo>
                      <a:pt x="5" y="9"/>
                    </a:lnTo>
                    <a:lnTo>
                      <a:pt x="5" y="9"/>
                    </a:lnTo>
                    <a:lnTo>
                      <a:pt x="5" y="9"/>
                    </a:lnTo>
                    <a:lnTo>
                      <a:pt x="5" y="9"/>
                    </a:lnTo>
                    <a:lnTo>
                      <a:pt x="5" y="9"/>
                    </a:lnTo>
                    <a:lnTo>
                      <a:pt x="5" y="8"/>
                    </a:lnTo>
                    <a:lnTo>
                      <a:pt x="5" y="8"/>
                    </a:lnTo>
                    <a:lnTo>
                      <a:pt x="5" y="8"/>
                    </a:lnTo>
                    <a:lnTo>
                      <a:pt x="5" y="8"/>
                    </a:lnTo>
                    <a:lnTo>
                      <a:pt x="5" y="8"/>
                    </a:lnTo>
                    <a:lnTo>
                      <a:pt x="5" y="8"/>
                    </a:lnTo>
                    <a:lnTo>
                      <a:pt x="5" y="8"/>
                    </a:lnTo>
                    <a:lnTo>
                      <a:pt x="5" y="8"/>
                    </a:lnTo>
                    <a:lnTo>
                      <a:pt x="5" y="7"/>
                    </a:lnTo>
                    <a:lnTo>
                      <a:pt x="5" y="8"/>
                    </a:lnTo>
                    <a:lnTo>
                      <a:pt x="5" y="8"/>
                    </a:lnTo>
                    <a:lnTo>
                      <a:pt x="5" y="8"/>
                    </a:lnTo>
                    <a:lnTo>
                      <a:pt x="5" y="8"/>
                    </a:lnTo>
                    <a:lnTo>
                      <a:pt x="5" y="8"/>
                    </a:lnTo>
                    <a:lnTo>
                      <a:pt x="5" y="8"/>
                    </a:lnTo>
                    <a:lnTo>
                      <a:pt x="5" y="8"/>
                    </a:lnTo>
                    <a:lnTo>
                      <a:pt x="5" y="8"/>
                    </a:lnTo>
                    <a:lnTo>
                      <a:pt x="5" y="9"/>
                    </a:lnTo>
                    <a:lnTo>
                      <a:pt x="5" y="9"/>
                    </a:lnTo>
                    <a:lnTo>
                      <a:pt x="5" y="9"/>
                    </a:lnTo>
                    <a:lnTo>
                      <a:pt x="5" y="9"/>
                    </a:lnTo>
                    <a:lnTo>
                      <a:pt x="5" y="9"/>
                    </a:lnTo>
                    <a:lnTo>
                      <a:pt x="5" y="9"/>
                    </a:lnTo>
                    <a:lnTo>
                      <a:pt x="5" y="9"/>
                    </a:lnTo>
                    <a:lnTo>
                      <a:pt x="5" y="9"/>
                    </a:lnTo>
                    <a:lnTo>
                      <a:pt x="5" y="9"/>
                    </a:lnTo>
                    <a:lnTo>
                      <a:pt x="5" y="9"/>
                    </a:lnTo>
                    <a:lnTo>
                      <a:pt x="5" y="9"/>
                    </a:lnTo>
                    <a:lnTo>
                      <a:pt x="5" y="9"/>
                    </a:lnTo>
                    <a:lnTo>
                      <a:pt x="5" y="9"/>
                    </a:lnTo>
                    <a:lnTo>
                      <a:pt x="5" y="9"/>
                    </a:lnTo>
                    <a:lnTo>
                      <a:pt x="5" y="9"/>
                    </a:lnTo>
                    <a:lnTo>
                      <a:pt x="5" y="9"/>
                    </a:lnTo>
                    <a:lnTo>
                      <a:pt x="5" y="9"/>
                    </a:lnTo>
                    <a:lnTo>
                      <a:pt x="5" y="9"/>
                    </a:lnTo>
                    <a:lnTo>
                      <a:pt x="5" y="9"/>
                    </a:lnTo>
                    <a:lnTo>
                      <a:pt x="5" y="9"/>
                    </a:lnTo>
                    <a:lnTo>
                      <a:pt x="5" y="9"/>
                    </a:lnTo>
                    <a:lnTo>
                      <a:pt x="5" y="9"/>
                    </a:lnTo>
                    <a:lnTo>
                      <a:pt x="5" y="9"/>
                    </a:lnTo>
                    <a:lnTo>
                      <a:pt x="5" y="9"/>
                    </a:lnTo>
                    <a:lnTo>
                      <a:pt x="4" y="9"/>
                    </a:lnTo>
                    <a:lnTo>
                      <a:pt x="4" y="9"/>
                    </a:lnTo>
                    <a:lnTo>
                      <a:pt x="4" y="9"/>
                    </a:lnTo>
                    <a:lnTo>
                      <a:pt x="4" y="9"/>
                    </a:lnTo>
                    <a:lnTo>
                      <a:pt x="4" y="9"/>
                    </a:lnTo>
                    <a:lnTo>
                      <a:pt x="4" y="9"/>
                    </a:lnTo>
                    <a:lnTo>
                      <a:pt x="4" y="9"/>
                    </a:lnTo>
                    <a:lnTo>
                      <a:pt x="4" y="8"/>
                    </a:lnTo>
                    <a:lnTo>
                      <a:pt x="4" y="8"/>
                    </a:lnTo>
                    <a:lnTo>
                      <a:pt x="4" y="8"/>
                    </a:lnTo>
                    <a:lnTo>
                      <a:pt x="4" y="8"/>
                    </a:lnTo>
                    <a:lnTo>
                      <a:pt x="4" y="8"/>
                    </a:lnTo>
                    <a:lnTo>
                      <a:pt x="4" y="8"/>
                    </a:lnTo>
                    <a:lnTo>
                      <a:pt x="4" y="8"/>
                    </a:lnTo>
                    <a:lnTo>
                      <a:pt x="4" y="8"/>
                    </a:lnTo>
                    <a:lnTo>
                      <a:pt x="4" y="7"/>
                    </a:lnTo>
                    <a:lnTo>
                      <a:pt x="4" y="8"/>
                    </a:lnTo>
                    <a:lnTo>
                      <a:pt x="4" y="8"/>
                    </a:lnTo>
                    <a:lnTo>
                      <a:pt x="4" y="8"/>
                    </a:lnTo>
                    <a:lnTo>
                      <a:pt x="4" y="8"/>
                    </a:lnTo>
                    <a:lnTo>
                      <a:pt x="4" y="8"/>
                    </a:lnTo>
                    <a:lnTo>
                      <a:pt x="4" y="8"/>
                    </a:lnTo>
                    <a:lnTo>
                      <a:pt x="4" y="8"/>
                    </a:lnTo>
                    <a:lnTo>
                      <a:pt x="4" y="8"/>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4" y="9"/>
                    </a:lnTo>
                    <a:lnTo>
                      <a:pt x="2" y="9"/>
                    </a:lnTo>
                    <a:lnTo>
                      <a:pt x="2" y="9"/>
                    </a:lnTo>
                    <a:lnTo>
                      <a:pt x="2" y="9"/>
                    </a:lnTo>
                    <a:lnTo>
                      <a:pt x="2" y="9"/>
                    </a:lnTo>
                    <a:lnTo>
                      <a:pt x="2" y="9"/>
                    </a:lnTo>
                    <a:lnTo>
                      <a:pt x="2" y="9"/>
                    </a:lnTo>
                    <a:lnTo>
                      <a:pt x="2" y="9"/>
                    </a:lnTo>
                    <a:lnTo>
                      <a:pt x="2" y="9"/>
                    </a:lnTo>
                    <a:lnTo>
                      <a:pt x="2" y="9"/>
                    </a:lnTo>
                    <a:lnTo>
                      <a:pt x="2" y="9"/>
                    </a:lnTo>
                    <a:lnTo>
                      <a:pt x="2" y="9"/>
                    </a:lnTo>
                    <a:lnTo>
                      <a:pt x="2" y="9"/>
                    </a:lnTo>
                    <a:lnTo>
                      <a:pt x="2" y="9"/>
                    </a:lnTo>
                    <a:lnTo>
                      <a:pt x="2" y="9"/>
                    </a:lnTo>
                    <a:lnTo>
                      <a:pt x="2" y="9"/>
                    </a:lnTo>
                    <a:lnTo>
                      <a:pt x="2"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1"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6"/>
                    </a:lnTo>
                    <a:lnTo>
                      <a:pt x="0" y="6"/>
                    </a:lnTo>
                    <a:lnTo>
                      <a:pt x="0" y="6"/>
                    </a:lnTo>
                    <a:lnTo>
                      <a:pt x="0" y="6"/>
                    </a:lnTo>
                    <a:lnTo>
                      <a:pt x="0" y="6"/>
                    </a:lnTo>
                    <a:lnTo>
                      <a:pt x="0" y="6"/>
                    </a:lnTo>
                    <a:lnTo>
                      <a:pt x="0" y="6"/>
                    </a:lnTo>
                    <a:lnTo>
                      <a:pt x="0" y="6"/>
                    </a:lnTo>
                    <a:lnTo>
                      <a:pt x="0" y="6"/>
                    </a:lnTo>
                    <a:lnTo>
                      <a:pt x="0" y="6"/>
                    </a:lnTo>
                    <a:lnTo>
                      <a:pt x="0" y="6"/>
                    </a:lnTo>
                    <a:lnTo>
                      <a:pt x="0" y="6"/>
                    </a:lnTo>
                    <a:lnTo>
                      <a:pt x="0" y="6"/>
                    </a:lnTo>
                    <a:lnTo>
                      <a:pt x="0" y="6"/>
                    </a:lnTo>
                    <a:lnTo>
                      <a:pt x="0" y="6"/>
                    </a:lnTo>
                    <a:lnTo>
                      <a:pt x="0" y="6"/>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5"/>
                    </a:lnTo>
                    <a:lnTo>
                      <a:pt x="0" y="3"/>
                    </a:lnTo>
                    <a:lnTo>
                      <a:pt x="0" y="3"/>
                    </a:lnTo>
                    <a:lnTo>
                      <a:pt x="0" y="3"/>
                    </a:lnTo>
                    <a:lnTo>
                      <a:pt x="0" y="3"/>
                    </a:lnTo>
                    <a:lnTo>
                      <a:pt x="0" y="3"/>
                    </a:lnTo>
                    <a:lnTo>
                      <a:pt x="0" y="3"/>
                    </a:lnTo>
                    <a:lnTo>
                      <a:pt x="0" y="3"/>
                    </a:lnTo>
                    <a:lnTo>
                      <a:pt x="0" y="3"/>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1" y="2"/>
                    </a:lnTo>
                    <a:lnTo>
                      <a:pt x="1" y="2"/>
                    </a:lnTo>
                  </a:path>
                </a:pathLst>
              </a:custGeom>
              <a:solidFill>
                <a:srgbClr val="a1009f"/>
              </a:solidFill>
              <a:ln w="18360">
                <a:solidFill>
                  <a:srgbClr val="000000"/>
                </a:solidFill>
                <a:round/>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792" name=""/>
              <p:cNvSpPr/>
              <p:nvPr/>
            </p:nvSpPr>
            <p:spPr>
              <a:xfrm>
                <a:off x="8132760" y="7561440"/>
                <a:ext cx="4680" cy="4680"/>
              </a:xfrm>
              <a:custGeom>
                <a:avLst/>
                <a:gdLst/>
                <a:ahLst/>
                <a:rect l="l" t="t" r="r" b="b"/>
                <a:pathLst>
                  <a:path w="3" h="3">
                    <a:moveTo>
                      <a:pt x="0" y="2"/>
                    </a:move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1" y="2"/>
                    </a:lnTo>
                    <a:lnTo>
                      <a:pt x="1" y="2"/>
                    </a:lnTo>
                    <a:lnTo>
                      <a:pt x="1" y="2"/>
                    </a:lnTo>
                    <a:lnTo>
                      <a:pt x="1" y="2"/>
                    </a:lnTo>
                    <a:lnTo>
                      <a:pt x="1" y="2"/>
                    </a:lnTo>
                    <a:lnTo>
                      <a:pt x="1" y="2"/>
                    </a:lnTo>
                    <a:lnTo>
                      <a:pt x="1" y="2"/>
                    </a:lnTo>
                    <a:lnTo>
                      <a:pt x="1"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1" y="2"/>
                    </a:lnTo>
                    <a:lnTo>
                      <a:pt x="1" y="2"/>
                    </a:lnTo>
                    <a:lnTo>
                      <a:pt x="1" y="2"/>
                    </a:lnTo>
                    <a:lnTo>
                      <a:pt x="1" y="2"/>
                    </a:lnTo>
                    <a:lnTo>
                      <a:pt x="1" y="2"/>
                    </a:lnTo>
                    <a:lnTo>
                      <a:pt x="1" y="2"/>
                    </a:lnTo>
                    <a:lnTo>
                      <a:pt x="1" y="2"/>
                    </a:lnTo>
                    <a:lnTo>
                      <a:pt x="1"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1" y="2"/>
                    </a:lnTo>
                    <a:lnTo>
                      <a:pt x="1" y="2"/>
                    </a:lnTo>
                    <a:lnTo>
                      <a:pt x="1" y="2"/>
                    </a:lnTo>
                    <a:lnTo>
                      <a:pt x="1" y="2"/>
                    </a:lnTo>
                    <a:lnTo>
                      <a:pt x="1" y="2"/>
                    </a:lnTo>
                    <a:lnTo>
                      <a:pt x="1" y="2"/>
                    </a:lnTo>
                    <a:lnTo>
                      <a:pt x="1" y="2"/>
                    </a:lnTo>
                    <a:lnTo>
                      <a:pt x="1" y="2"/>
                    </a:lnTo>
                    <a:lnTo>
                      <a:pt x="2" y="2"/>
                    </a:lnTo>
                    <a:lnTo>
                      <a:pt x="1" y="2"/>
                    </a:lnTo>
                    <a:lnTo>
                      <a:pt x="1" y="2"/>
                    </a:lnTo>
                    <a:lnTo>
                      <a:pt x="1" y="2"/>
                    </a:lnTo>
                    <a:lnTo>
                      <a:pt x="1" y="2"/>
                    </a:lnTo>
                    <a:lnTo>
                      <a:pt x="1" y="2"/>
                    </a:lnTo>
                    <a:lnTo>
                      <a:pt x="1" y="2"/>
                    </a:lnTo>
                    <a:lnTo>
                      <a:pt x="1" y="2"/>
                    </a:lnTo>
                    <a:lnTo>
                      <a:pt x="1"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path>
                </a:pathLst>
              </a:custGeom>
              <a:solidFill>
                <a:srgbClr val="a1009f"/>
              </a:solidFill>
              <a:ln w="18360">
                <a:solidFill>
                  <a:srgbClr val="000000"/>
                </a:solidFill>
                <a:round/>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793" name=""/>
              <p:cNvSpPr/>
              <p:nvPr/>
            </p:nvSpPr>
            <p:spPr>
              <a:xfrm>
                <a:off x="8132760" y="7564320"/>
                <a:ext cx="31680" cy="27000"/>
              </a:xfrm>
              <a:custGeom>
                <a:avLst/>
                <a:gdLst/>
                <a:ahLst/>
                <a:rect l="l" t="t" r="r" b="b"/>
                <a:pathLst>
                  <a:path w="20" h="17">
                    <a:moveTo>
                      <a:pt x="4" y="0"/>
                    </a:move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5" y="0"/>
                    </a:lnTo>
                    <a:lnTo>
                      <a:pt x="5" y="0"/>
                    </a:lnTo>
                    <a:lnTo>
                      <a:pt x="5" y="0"/>
                    </a:lnTo>
                    <a:lnTo>
                      <a:pt x="5" y="0"/>
                    </a:lnTo>
                    <a:lnTo>
                      <a:pt x="5" y="0"/>
                    </a:lnTo>
                    <a:lnTo>
                      <a:pt x="5" y="0"/>
                    </a:lnTo>
                    <a:lnTo>
                      <a:pt x="5" y="0"/>
                    </a:lnTo>
                    <a:lnTo>
                      <a:pt x="5" y="0"/>
                    </a:lnTo>
                    <a:lnTo>
                      <a:pt x="5" y="0"/>
                    </a:lnTo>
                    <a:lnTo>
                      <a:pt x="5" y="1"/>
                    </a:lnTo>
                    <a:lnTo>
                      <a:pt x="5" y="1"/>
                    </a:lnTo>
                    <a:lnTo>
                      <a:pt x="5" y="1"/>
                    </a:lnTo>
                    <a:lnTo>
                      <a:pt x="5" y="1"/>
                    </a:lnTo>
                    <a:lnTo>
                      <a:pt x="5" y="1"/>
                    </a:lnTo>
                    <a:lnTo>
                      <a:pt x="5" y="1"/>
                    </a:lnTo>
                    <a:lnTo>
                      <a:pt x="5" y="1"/>
                    </a:lnTo>
                    <a:lnTo>
                      <a:pt x="5" y="1"/>
                    </a:lnTo>
                    <a:lnTo>
                      <a:pt x="5" y="2"/>
                    </a:lnTo>
                    <a:lnTo>
                      <a:pt x="5" y="2"/>
                    </a:lnTo>
                    <a:lnTo>
                      <a:pt x="5" y="2"/>
                    </a:lnTo>
                    <a:lnTo>
                      <a:pt x="5" y="2"/>
                    </a:lnTo>
                    <a:lnTo>
                      <a:pt x="5" y="2"/>
                    </a:lnTo>
                    <a:lnTo>
                      <a:pt x="5" y="2"/>
                    </a:lnTo>
                    <a:lnTo>
                      <a:pt x="5" y="2"/>
                    </a:lnTo>
                    <a:lnTo>
                      <a:pt x="5"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4"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4" y="3"/>
                    </a:lnTo>
                    <a:lnTo>
                      <a:pt x="4" y="3"/>
                    </a:lnTo>
                    <a:lnTo>
                      <a:pt x="4" y="3"/>
                    </a:lnTo>
                    <a:lnTo>
                      <a:pt x="4" y="3"/>
                    </a:lnTo>
                    <a:lnTo>
                      <a:pt x="4" y="3"/>
                    </a:lnTo>
                    <a:lnTo>
                      <a:pt x="4" y="3"/>
                    </a:lnTo>
                    <a:lnTo>
                      <a:pt x="4" y="3"/>
                    </a:lnTo>
                    <a:lnTo>
                      <a:pt x="4" y="3"/>
                    </a:lnTo>
                    <a:lnTo>
                      <a:pt x="4" y="3"/>
                    </a:lnTo>
                    <a:lnTo>
                      <a:pt x="4" y="3"/>
                    </a:lnTo>
                    <a:lnTo>
                      <a:pt x="4" y="3"/>
                    </a:lnTo>
                    <a:lnTo>
                      <a:pt x="4" y="3"/>
                    </a:lnTo>
                    <a:lnTo>
                      <a:pt x="4" y="3"/>
                    </a:lnTo>
                    <a:lnTo>
                      <a:pt x="4" y="3"/>
                    </a:lnTo>
                    <a:lnTo>
                      <a:pt x="4" y="3"/>
                    </a:lnTo>
                    <a:lnTo>
                      <a:pt x="4" y="3"/>
                    </a:lnTo>
                    <a:lnTo>
                      <a:pt x="4" y="3"/>
                    </a:lnTo>
                    <a:lnTo>
                      <a:pt x="4" y="3"/>
                    </a:lnTo>
                    <a:lnTo>
                      <a:pt x="4" y="3"/>
                    </a:lnTo>
                    <a:lnTo>
                      <a:pt x="4" y="3"/>
                    </a:lnTo>
                    <a:lnTo>
                      <a:pt x="4" y="3"/>
                    </a:lnTo>
                    <a:lnTo>
                      <a:pt x="4" y="3"/>
                    </a:lnTo>
                    <a:lnTo>
                      <a:pt x="4" y="3"/>
                    </a:lnTo>
                    <a:lnTo>
                      <a:pt x="4"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6" y="3"/>
                    </a:lnTo>
                    <a:lnTo>
                      <a:pt x="6" y="3"/>
                    </a:lnTo>
                    <a:lnTo>
                      <a:pt x="6" y="3"/>
                    </a:lnTo>
                    <a:lnTo>
                      <a:pt x="6" y="3"/>
                    </a:lnTo>
                    <a:lnTo>
                      <a:pt x="6" y="3"/>
                    </a:lnTo>
                    <a:lnTo>
                      <a:pt x="6" y="3"/>
                    </a:lnTo>
                    <a:lnTo>
                      <a:pt x="6" y="3"/>
                    </a:lnTo>
                    <a:lnTo>
                      <a:pt x="6" y="3"/>
                    </a:lnTo>
                    <a:lnTo>
                      <a:pt x="6" y="3"/>
                    </a:lnTo>
                    <a:lnTo>
                      <a:pt x="6" y="3"/>
                    </a:lnTo>
                    <a:lnTo>
                      <a:pt x="6" y="3"/>
                    </a:lnTo>
                    <a:lnTo>
                      <a:pt x="6" y="3"/>
                    </a:lnTo>
                    <a:lnTo>
                      <a:pt x="6" y="3"/>
                    </a:lnTo>
                    <a:lnTo>
                      <a:pt x="6" y="3"/>
                    </a:lnTo>
                    <a:lnTo>
                      <a:pt x="6" y="3"/>
                    </a:lnTo>
                    <a:lnTo>
                      <a:pt x="6" y="3"/>
                    </a:lnTo>
                    <a:lnTo>
                      <a:pt x="6" y="3"/>
                    </a:lnTo>
                    <a:lnTo>
                      <a:pt x="6" y="4"/>
                    </a:lnTo>
                    <a:lnTo>
                      <a:pt x="6" y="4"/>
                    </a:lnTo>
                    <a:lnTo>
                      <a:pt x="6" y="4"/>
                    </a:lnTo>
                    <a:lnTo>
                      <a:pt x="6" y="4"/>
                    </a:lnTo>
                    <a:lnTo>
                      <a:pt x="6" y="4"/>
                    </a:lnTo>
                    <a:lnTo>
                      <a:pt x="6" y="4"/>
                    </a:lnTo>
                    <a:lnTo>
                      <a:pt x="6" y="4"/>
                    </a:lnTo>
                    <a:lnTo>
                      <a:pt x="6" y="4"/>
                    </a:lnTo>
                    <a:lnTo>
                      <a:pt x="6" y="5"/>
                    </a:lnTo>
                    <a:lnTo>
                      <a:pt x="6" y="5"/>
                    </a:lnTo>
                    <a:lnTo>
                      <a:pt x="6" y="5"/>
                    </a:lnTo>
                    <a:lnTo>
                      <a:pt x="6" y="5"/>
                    </a:lnTo>
                    <a:lnTo>
                      <a:pt x="6" y="5"/>
                    </a:lnTo>
                    <a:lnTo>
                      <a:pt x="6" y="5"/>
                    </a:lnTo>
                    <a:lnTo>
                      <a:pt x="6" y="5"/>
                    </a:lnTo>
                    <a:lnTo>
                      <a:pt x="6"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5"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6" y="5"/>
                    </a:lnTo>
                    <a:lnTo>
                      <a:pt x="7" y="5"/>
                    </a:lnTo>
                    <a:lnTo>
                      <a:pt x="7" y="5"/>
                    </a:lnTo>
                    <a:lnTo>
                      <a:pt x="7" y="5"/>
                    </a:lnTo>
                    <a:lnTo>
                      <a:pt x="7" y="5"/>
                    </a:lnTo>
                    <a:lnTo>
                      <a:pt x="7" y="5"/>
                    </a:lnTo>
                    <a:lnTo>
                      <a:pt x="7" y="5"/>
                    </a:lnTo>
                    <a:lnTo>
                      <a:pt x="7" y="5"/>
                    </a:lnTo>
                    <a:lnTo>
                      <a:pt x="7" y="5"/>
                    </a:lnTo>
                    <a:lnTo>
                      <a:pt x="7" y="4"/>
                    </a:lnTo>
                    <a:lnTo>
                      <a:pt x="7" y="4"/>
                    </a:lnTo>
                    <a:lnTo>
                      <a:pt x="7" y="4"/>
                    </a:lnTo>
                    <a:lnTo>
                      <a:pt x="7" y="4"/>
                    </a:lnTo>
                    <a:lnTo>
                      <a:pt x="7" y="4"/>
                    </a:lnTo>
                    <a:lnTo>
                      <a:pt x="7" y="4"/>
                    </a:lnTo>
                    <a:lnTo>
                      <a:pt x="7" y="4"/>
                    </a:lnTo>
                    <a:lnTo>
                      <a:pt x="7" y="4"/>
                    </a:lnTo>
                    <a:lnTo>
                      <a:pt x="7" y="3"/>
                    </a:lnTo>
                    <a:lnTo>
                      <a:pt x="7" y="3"/>
                    </a:lnTo>
                    <a:lnTo>
                      <a:pt x="7" y="3"/>
                    </a:lnTo>
                    <a:lnTo>
                      <a:pt x="7" y="3"/>
                    </a:lnTo>
                    <a:lnTo>
                      <a:pt x="7" y="3"/>
                    </a:lnTo>
                    <a:lnTo>
                      <a:pt x="7" y="3"/>
                    </a:lnTo>
                    <a:lnTo>
                      <a:pt x="7" y="3"/>
                    </a:lnTo>
                    <a:lnTo>
                      <a:pt x="7" y="3"/>
                    </a:lnTo>
                    <a:lnTo>
                      <a:pt x="7" y="3"/>
                    </a:lnTo>
                    <a:lnTo>
                      <a:pt x="7" y="3"/>
                    </a:lnTo>
                    <a:lnTo>
                      <a:pt x="7" y="3"/>
                    </a:lnTo>
                    <a:lnTo>
                      <a:pt x="7" y="3"/>
                    </a:lnTo>
                    <a:lnTo>
                      <a:pt x="7" y="3"/>
                    </a:lnTo>
                    <a:lnTo>
                      <a:pt x="7" y="3"/>
                    </a:lnTo>
                    <a:lnTo>
                      <a:pt x="7" y="3"/>
                    </a:lnTo>
                    <a:lnTo>
                      <a:pt x="7" y="3"/>
                    </a:lnTo>
                    <a:lnTo>
                      <a:pt x="7" y="3"/>
                    </a:lnTo>
                    <a:lnTo>
                      <a:pt x="7" y="4"/>
                    </a:lnTo>
                    <a:lnTo>
                      <a:pt x="7" y="4"/>
                    </a:lnTo>
                    <a:lnTo>
                      <a:pt x="7" y="4"/>
                    </a:lnTo>
                    <a:lnTo>
                      <a:pt x="7" y="4"/>
                    </a:lnTo>
                    <a:lnTo>
                      <a:pt x="7" y="4"/>
                    </a:lnTo>
                    <a:lnTo>
                      <a:pt x="7" y="4"/>
                    </a:lnTo>
                    <a:lnTo>
                      <a:pt x="7" y="4"/>
                    </a:lnTo>
                    <a:lnTo>
                      <a:pt x="7" y="4"/>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7" y="5"/>
                    </a:lnTo>
                    <a:lnTo>
                      <a:pt x="9" y="5"/>
                    </a:lnTo>
                    <a:lnTo>
                      <a:pt x="9" y="5"/>
                    </a:lnTo>
                    <a:lnTo>
                      <a:pt x="9" y="5"/>
                    </a:lnTo>
                    <a:lnTo>
                      <a:pt x="9" y="5"/>
                    </a:lnTo>
                    <a:lnTo>
                      <a:pt x="9" y="5"/>
                    </a:lnTo>
                    <a:lnTo>
                      <a:pt x="9" y="5"/>
                    </a:lnTo>
                    <a:lnTo>
                      <a:pt x="9" y="5"/>
                    </a:lnTo>
                    <a:lnTo>
                      <a:pt x="9" y="5"/>
                    </a:lnTo>
                    <a:lnTo>
                      <a:pt x="9" y="4"/>
                    </a:lnTo>
                    <a:lnTo>
                      <a:pt x="9" y="4"/>
                    </a:lnTo>
                    <a:lnTo>
                      <a:pt x="9" y="4"/>
                    </a:lnTo>
                    <a:lnTo>
                      <a:pt x="9" y="4"/>
                    </a:lnTo>
                    <a:lnTo>
                      <a:pt x="9" y="4"/>
                    </a:lnTo>
                    <a:lnTo>
                      <a:pt x="9" y="4"/>
                    </a:lnTo>
                    <a:lnTo>
                      <a:pt x="9" y="4"/>
                    </a:lnTo>
                    <a:lnTo>
                      <a:pt x="9" y="4"/>
                    </a:lnTo>
                    <a:lnTo>
                      <a:pt x="9" y="3"/>
                    </a:lnTo>
                    <a:lnTo>
                      <a:pt x="9" y="5"/>
                    </a:lnTo>
                    <a:lnTo>
                      <a:pt x="9" y="5"/>
                    </a:lnTo>
                    <a:lnTo>
                      <a:pt x="9" y="5"/>
                    </a:lnTo>
                    <a:lnTo>
                      <a:pt x="9" y="5"/>
                    </a:lnTo>
                    <a:lnTo>
                      <a:pt x="9" y="5"/>
                    </a:lnTo>
                    <a:lnTo>
                      <a:pt x="9" y="5"/>
                    </a:lnTo>
                    <a:lnTo>
                      <a:pt x="9" y="5"/>
                    </a:lnTo>
                    <a:lnTo>
                      <a:pt x="9" y="5"/>
                    </a:lnTo>
                    <a:lnTo>
                      <a:pt x="9" y="5"/>
                    </a:lnTo>
                    <a:lnTo>
                      <a:pt x="9" y="5"/>
                    </a:lnTo>
                    <a:lnTo>
                      <a:pt x="9" y="5"/>
                    </a:lnTo>
                    <a:lnTo>
                      <a:pt x="9" y="5"/>
                    </a:lnTo>
                    <a:lnTo>
                      <a:pt x="9" y="5"/>
                    </a:lnTo>
                    <a:lnTo>
                      <a:pt x="9" y="5"/>
                    </a:lnTo>
                    <a:lnTo>
                      <a:pt x="9" y="5"/>
                    </a:lnTo>
                    <a:lnTo>
                      <a:pt x="10" y="5"/>
                    </a:lnTo>
                    <a:lnTo>
                      <a:pt x="10" y="5"/>
                    </a:lnTo>
                    <a:lnTo>
                      <a:pt x="10" y="5"/>
                    </a:lnTo>
                    <a:lnTo>
                      <a:pt x="10" y="5"/>
                    </a:lnTo>
                    <a:lnTo>
                      <a:pt x="10" y="5"/>
                    </a:lnTo>
                    <a:lnTo>
                      <a:pt x="10" y="5"/>
                    </a:lnTo>
                    <a:lnTo>
                      <a:pt x="10" y="5"/>
                    </a:lnTo>
                    <a:lnTo>
                      <a:pt x="10" y="5"/>
                    </a:lnTo>
                    <a:lnTo>
                      <a:pt x="10" y="5"/>
                    </a:lnTo>
                    <a:lnTo>
                      <a:pt x="10" y="5"/>
                    </a:lnTo>
                    <a:lnTo>
                      <a:pt x="10" y="5"/>
                    </a:lnTo>
                    <a:lnTo>
                      <a:pt x="10" y="5"/>
                    </a:lnTo>
                    <a:lnTo>
                      <a:pt x="10" y="5"/>
                    </a:lnTo>
                    <a:lnTo>
                      <a:pt x="10" y="5"/>
                    </a:lnTo>
                    <a:lnTo>
                      <a:pt x="10" y="5"/>
                    </a:lnTo>
                    <a:lnTo>
                      <a:pt x="10" y="5"/>
                    </a:lnTo>
                    <a:lnTo>
                      <a:pt x="10" y="5"/>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0" y="6"/>
                    </a:lnTo>
                    <a:lnTo>
                      <a:pt x="11" y="6"/>
                    </a:lnTo>
                    <a:lnTo>
                      <a:pt x="11" y="6"/>
                    </a:lnTo>
                    <a:lnTo>
                      <a:pt x="11" y="6"/>
                    </a:lnTo>
                    <a:lnTo>
                      <a:pt x="11" y="6"/>
                    </a:lnTo>
                    <a:lnTo>
                      <a:pt x="11" y="6"/>
                    </a:lnTo>
                    <a:lnTo>
                      <a:pt x="11" y="6"/>
                    </a:lnTo>
                    <a:lnTo>
                      <a:pt x="11" y="6"/>
                    </a:lnTo>
                    <a:lnTo>
                      <a:pt x="11" y="6"/>
                    </a:lnTo>
                    <a:lnTo>
                      <a:pt x="12" y="6"/>
                    </a:lnTo>
                    <a:lnTo>
                      <a:pt x="12" y="6"/>
                    </a:lnTo>
                    <a:lnTo>
                      <a:pt x="12" y="6"/>
                    </a:lnTo>
                    <a:lnTo>
                      <a:pt x="12" y="6"/>
                    </a:lnTo>
                    <a:lnTo>
                      <a:pt x="12" y="6"/>
                    </a:lnTo>
                    <a:lnTo>
                      <a:pt x="12" y="6"/>
                    </a:lnTo>
                    <a:lnTo>
                      <a:pt x="12" y="6"/>
                    </a:lnTo>
                    <a:lnTo>
                      <a:pt x="12" y="6"/>
                    </a:lnTo>
                    <a:lnTo>
                      <a:pt x="12" y="6"/>
                    </a:lnTo>
                    <a:lnTo>
                      <a:pt x="12" y="6"/>
                    </a:lnTo>
                    <a:lnTo>
                      <a:pt x="12" y="6"/>
                    </a:lnTo>
                    <a:lnTo>
                      <a:pt x="12" y="6"/>
                    </a:lnTo>
                    <a:lnTo>
                      <a:pt x="12" y="6"/>
                    </a:lnTo>
                    <a:lnTo>
                      <a:pt x="12" y="6"/>
                    </a:lnTo>
                    <a:lnTo>
                      <a:pt x="12" y="6"/>
                    </a:lnTo>
                    <a:lnTo>
                      <a:pt x="12"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6"/>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7"/>
                    </a:lnTo>
                    <a:lnTo>
                      <a:pt x="13" y="8"/>
                    </a:lnTo>
                    <a:lnTo>
                      <a:pt x="13" y="8"/>
                    </a:lnTo>
                    <a:lnTo>
                      <a:pt x="13" y="8"/>
                    </a:lnTo>
                    <a:lnTo>
                      <a:pt x="13" y="8"/>
                    </a:lnTo>
                    <a:lnTo>
                      <a:pt x="13" y="8"/>
                    </a:lnTo>
                    <a:lnTo>
                      <a:pt x="13" y="8"/>
                    </a:lnTo>
                    <a:lnTo>
                      <a:pt x="13" y="8"/>
                    </a:lnTo>
                    <a:lnTo>
                      <a:pt x="13" y="8"/>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3" y="9"/>
                    </a:lnTo>
                    <a:lnTo>
                      <a:pt x="15" y="9"/>
                    </a:lnTo>
                    <a:lnTo>
                      <a:pt x="15" y="9"/>
                    </a:lnTo>
                    <a:lnTo>
                      <a:pt x="15" y="9"/>
                    </a:lnTo>
                    <a:lnTo>
                      <a:pt x="15" y="9"/>
                    </a:lnTo>
                    <a:lnTo>
                      <a:pt x="15" y="9"/>
                    </a:lnTo>
                    <a:lnTo>
                      <a:pt x="15" y="9"/>
                    </a:lnTo>
                    <a:lnTo>
                      <a:pt x="15" y="9"/>
                    </a:lnTo>
                    <a:lnTo>
                      <a:pt x="15" y="9"/>
                    </a:lnTo>
                    <a:lnTo>
                      <a:pt x="15" y="9"/>
                    </a:lnTo>
                    <a:lnTo>
                      <a:pt x="14" y="10"/>
                    </a:lnTo>
                    <a:lnTo>
                      <a:pt x="14" y="10"/>
                    </a:lnTo>
                    <a:lnTo>
                      <a:pt x="14" y="10"/>
                    </a:lnTo>
                    <a:lnTo>
                      <a:pt x="14" y="10"/>
                    </a:lnTo>
                    <a:lnTo>
                      <a:pt x="14" y="10"/>
                    </a:lnTo>
                    <a:lnTo>
                      <a:pt x="14" y="10"/>
                    </a:lnTo>
                    <a:lnTo>
                      <a:pt x="14" y="10"/>
                    </a:lnTo>
                    <a:lnTo>
                      <a:pt x="14" y="10"/>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1"/>
                    </a:lnTo>
                    <a:lnTo>
                      <a:pt x="13" y="10"/>
                    </a:lnTo>
                    <a:lnTo>
                      <a:pt x="13" y="10"/>
                    </a:lnTo>
                    <a:lnTo>
                      <a:pt x="13" y="10"/>
                    </a:lnTo>
                    <a:lnTo>
                      <a:pt x="13" y="10"/>
                    </a:lnTo>
                    <a:lnTo>
                      <a:pt x="13" y="10"/>
                    </a:lnTo>
                    <a:lnTo>
                      <a:pt x="13" y="10"/>
                    </a:lnTo>
                    <a:lnTo>
                      <a:pt x="13" y="10"/>
                    </a:lnTo>
                    <a:lnTo>
                      <a:pt x="13" y="10"/>
                    </a:lnTo>
                    <a:lnTo>
                      <a:pt x="13" y="9"/>
                    </a:lnTo>
                    <a:lnTo>
                      <a:pt x="13" y="10"/>
                    </a:lnTo>
                    <a:lnTo>
                      <a:pt x="13" y="10"/>
                    </a:lnTo>
                    <a:lnTo>
                      <a:pt x="13" y="10"/>
                    </a:lnTo>
                    <a:lnTo>
                      <a:pt x="13" y="10"/>
                    </a:lnTo>
                    <a:lnTo>
                      <a:pt x="13" y="10"/>
                    </a:lnTo>
                    <a:lnTo>
                      <a:pt x="13" y="10"/>
                    </a:lnTo>
                    <a:lnTo>
                      <a:pt x="13" y="10"/>
                    </a:lnTo>
                    <a:lnTo>
                      <a:pt x="15" y="10"/>
                    </a:lnTo>
                    <a:lnTo>
                      <a:pt x="15" y="11"/>
                    </a:lnTo>
                    <a:lnTo>
                      <a:pt x="15" y="11"/>
                    </a:lnTo>
                    <a:lnTo>
                      <a:pt x="15" y="11"/>
                    </a:lnTo>
                    <a:lnTo>
                      <a:pt x="15" y="11"/>
                    </a:lnTo>
                    <a:lnTo>
                      <a:pt x="15" y="11"/>
                    </a:lnTo>
                    <a:lnTo>
                      <a:pt x="15" y="11"/>
                    </a:lnTo>
                    <a:lnTo>
                      <a:pt x="15" y="11"/>
                    </a:lnTo>
                    <a:lnTo>
                      <a:pt x="15" y="11"/>
                    </a:lnTo>
                    <a:lnTo>
                      <a:pt x="15" y="11"/>
                    </a:lnTo>
                    <a:lnTo>
                      <a:pt x="15" y="11"/>
                    </a:lnTo>
                    <a:lnTo>
                      <a:pt x="15" y="11"/>
                    </a:lnTo>
                    <a:lnTo>
                      <a:pt x="15" y="11"/>
                    </a:lnTo>
                    <a:lnTo>
                      <a:pt x="15" y="11"/>
                    </a:lnTo>
                    <a:lnTo>
                      <a:pt x="15" y="11"/>
                    </a:lnTo>
                    <a:lnTo>
                      <a:pt x="15" y="11"/>
                    </a:lnTo>
                    <a:lnTo>
                      <a:pt x="15" y="10"/>
                    </a:lnTo>
                    <a:lnTo>
                      <a:pt x="15" y="10"/>
                    </a:lnTo>
                    <a:lnTo>
                      <a:pt x="15" y="10"/>
                    </a:lnTo>
                    <a:lnTo>
                      <a:pt x="15" y="10"/>
                    </a:lnTo>
                    <a:lnTo>
                      <a:pt x="15" y="10"/>
                    </a:lnTo>
                    <a:lnTo>
                      <a:pt x="15" y="10"/>
                    </a:lnTo>
                    <a:lnTo>
                      <a:pt x="15" y="10"/>
                    </a:lnTo>
                    <a:lnTo>
                      <a:pt x="15" y="10"/>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9"/>
                    </a:lnTo>
                    <a:lnTo>
                      <a:pt x="15" y="10"/>
                    </a:lnTo>
                    <a:lnTo>
                      <a:pt x="15" y="10"/>
                    </a:lnTo>
                    <a:lnTo>
                      <a:pt x="15" y="10"/>
                    </a:lnTo>
                    <a:lnTo>
                      <a:pt x="15" y="10"/>
                    </a:lnTo>
                    <a:lnTo>
                      <a:pt x="15" y="10"/>
                    </a:lnTo>
                    <a:lnTo>
                      <a:pt x="15" y="10"/>
                    </a:lnTo>
                    <a:lnTo>
                      <a:pt x="15" y="10"/>
                    </a:lnTo>
                    <a:lnTo>
                      <a:pt x="17" y="10"/>
                    </a:lnTo>
                    <a:lnTo>
                      <a:pt x="17" y="11"/>
                    </a:lnTo>
                    <a:lnTo>
                      <a:pt x="17" y="11"/>
                    </a:lnTo>
                    <a:lnTo>
                      <a:pt x="17" y="11"/>
                    </a:lnTo>
                    <a:lnTo>
                      <a:pt x="17" y="11"/>
                    </a:lnTo>
                    <a:lnTo>
                      <a:pt x="17" y="11"/>
                    </a:lnTo>
                    <a:lnTo>
                      <a:pt x="17" y="11"/>
                    </a:lnTo>
                    <a:lnTo>
                      <a:pt x="17" y="11"/>
                    </a:lnTo>
                    <a:lnTo>
                      <a:pt x="17" y="11"/>
                    </a:lnTo>
                    <a:lnTo>
                      <a:pt x="17" y="11"/>
                    </a:lnTo>
                    <a:lnTo>
                      <a:pt x="17" y="11"/>
                    </a:lnTo>
                    <a:lnTo>
                      <a:pt x="17" y="11"/>
                    </a:lnTo>
                    <a:lnTo>
                      <a:pt x="17" y="11"/>
                    </a:lnTo>
                    <a:lnTo>
                      <a:pt x="17" y="11"/>
                    </a:lnTo>
                    <a:lnTo>
                      <a:pt x="17" y="11"/>
                    </a:lnTo>
                    <a:lnTo>
                      <a:pt x="17" y="11"/>
                    </a:lnTo>
                    <a:lnTo>
                      <a:pt x="17" y="11"/>
                    </a:lnTo>
                    <a:lnTo>
                      <a:pt x="17" y="11"/>
                    </a:lnTo>
                    <a:lnTo>
                      <a:pt x="17" y="11"/>
                    </a:lnTo>
                    <a:lnTo>
                      <a:pt x="17" y="11"/>
                    </a:lnTo>
                    <a:lnTo>
                      <a:pt x="17" y="11"/>
                    </a:lnTo>
                    <a:lnTo>
                      <a:pt x="17" y="11"/>
                    </a:lnTo>
                    <a:lnTo>
                      <a:pt x="17" y="11"/>
                    </a:lnTo>
                    <a:lnTo>
                      <a:pt x="17" y="11"/>
                    </a:lnTo>
                    <a:lnTo>
                      <a:pt x="19" y="11"/>
                    </a:lnTo>
                    <a:lnTo>
                      <a:pt x="19" y="11"/>
                    </a:lnTo>
                    <a:lnTo>
                      <a:pt x="19" y="11"/>
                    </a:lnTo>
                    <a:lnTo>
                      <a:pt x="19" y="11"/>
                    </a:lnTo>
                    <a:lnTo>
                      <a:pt x="19" y="11"/>
                    </a:lnTo>
                    <a:lnTo>
                      <a:pt x="19" y="11"/>
                    </a:lnTo>
                    <a:lnTo>
                      <a:pt x="19" y="11"/>
                    </a:lnTo>
                    <a:lnTo>
                      <a:pt x="19" y="11"/>
                    </a:lnTo>
                    <a:lnTo>
                      <a:pt x="19" y="11"/>
                    </a:lnTo>
                    <a:lnTo>
                      <a:pt x="19" y="11"/>
                    </a:lnTo>
                    <a:lnTo>
                      <a:pt x="19" y="11"/>
                    </a:lnTo>
                    <a:lnTo>
                      <a:pt x="19" y="11"/>
                    </a:lnTo>
                    <a:lnTo>
                      <a:pt x="19" y="11"/>
                    </a:lnTo>
                    <a:lnTo>
                      <a:pt x="19" y="11"/>
                    </a:lnTo>
                    <a:lnTo>
                      <a:pt x="19" y="11"/>
                    </a:lnTo>
                    <a:lnTo>
                      <a:pt x="19" y="11"/>
                    </a:lnTo>
                    <a:lnTo>
                      <a:pt x="19" y="11"/>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8" y="12"/>
                    </a:lnTo>
                    <a:lnTo>
                      <a:pt x="18" y="12"/>
                    </a:lnTo>
                    <a:lnTo>
                      <a:pt x="18" y="12"/>
                    </a:lnTo>
                    <a:lnTo>
                      <a:pt x="18" y="12"/>
                    </a:lnTo>
                    <a:lnTo>
                      <a:pt x="18" y="12"/>
                    </a:lnTo>
                    <a:lnTo>
                      <a:pt x="18" y="12"/>
                    </a:lnTo>
                    <a:lnTo>
                      <a:pt x="18" y="12"/>
                    </a:lnTo>
                    <a:lnTo>
                      <a:pt x="18" y="12"/>
                    </a:lnTo>
                    <a:lnTo>
                      <a:pt x="17" y="12"/>
                    </a:lnTo>
                    <a:lnTo>
                      <a:pt x="17" y="12"/>
                    </a:lnTo>
                    <a:lnTo>
                      <a:pt x="17" y="12"/>
                    </a:lnTo>
                    <a:lnTo>
                      <a:pt x="17" y="12"/>
                    </a:lnTo>
                    <a:lnTo>
                      <a:pt x="17" y="12"/>
                    </a:lnTo>
                    <a:lnTo>
                      <a:pt x="17" y="12"/>
                    </a:lnTo>
                    <a:lnTo>
                      <a:pt x="17" y="12"/>
                    </a:lnTo>
                    <a:lnTo>
                      <a:pt x="17" y="12"/>
                    </a:lnTo>
                    <a:lnTo>
                      <a:pt x="17" y="12"/>
                    </a:lnTo>
                    <a:lnTo>
                      <a:pt x="17" y="12"/>
                    </a:lnTo>
                    <a:lnTo>
                      <a:pt x="17" y="12"/>
                    </a:lnTo>
                    <a:lnTo>
                      <a:pt x="17" y="12"/>
                    </a:lnTo>
                    <a:lnTo>
                      <a:pt x="17" y="12"/>
                    </a:lnTo>
                    <a:lnTo>
                      <a:pt x="17" y="12"/>
                    </a:lnTo>
                    <a:lnTo>
                      <a:pt x="17" y="12"/>
                    </a:lnTo>
                    <a:lnTo>
                      <a:pt x="17" y="12"/>
                    </a:lnTo>
                    <a:lnTo>
                      <a:pt x="17" y="12"/>
                    </a:lnTo>
                    <a:lnTo>
                      <a:pt x="17" y="12"/>
                    </a:lnTo>
                    <a:lnTo>
                      <a:pt x="17" y="12"/>
                    </a:lnTo>
                    <a:lnTo>
                      <a:pt x="17" y="12"/>
                    </a:lnTo>
                    <a:lnTo>
                      <a:pt x="17" y="12"/>
                    </a:lnTo>
                    <a:lnTo>
                      <a:pt x="17" y="12"/>
                    </a:lnTo>
                    <a:lnTo>
                      <a:pt x="17"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2"/>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3"/>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4"/>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9" y="15"/>
                    </a:lnTo>
                    <a:lnTo>
                      <a:pt x="18" y="15"/>
                    </a:lnTo>
                    <a:lnTo>
                      <a:pt x="18" y="15"/>
                    </a:lnTo>
                    <a:lnTo>
                      <a:pt x="18" y="15"/>
                    </a:lnTo>
                    <a:lnTo>
                      <a:pt x="18" y="15"/>
                    </a:lnTo>
                    <a:lnTo>
                      <a:pt x="18" y="15"/>
                    </a:lnTo>
                    <a:lnTo>
                      <a:pt x="18" y="15"/>
                    </a:lnTo>
                    <a:lnTo>
                      <a:pt x="18" y="15"/>
                    </a:lnTo>
                    <a:lnTo>
                      <a:pt x="18" y="15"/>
                    </a:lnTo>
                    <a:lnTo>
                      <a:pt x="17" y="15"/>
                    </a:lnTo>
                    <a:lnTo>
                      <a:pt x="17" y="15"/>
                    </a:lnTo>
                    <a:lnTo>
                      <a:pt x="17" y="15"/>
                    </a:lnTo>
                    <a:lnTo>
                      <a:pt x="17" y="15"/>
                    </a:lnTo>
                    <a:lnTo>
                      <a:pt x="17" y="15"/>
                    </a:lnTo>
                    <a:lnTo>
                      <a:pt x="17" y="15"/>
                    </a:lnTo>
                    <a:lnTo>
                      <a:pt x="17" y="15"/>
                    </a:lnTo>
                    <a:lnTo>
                      <a:pt x="17" y="15"/>
                    </a:lnTo>
                    <a:lnTo>
                      <a:pt x="17" y="15"/>
                    </a:lnTo>
                    <a:lnTo>
                      <a:pt x="17" y="15"/>
                    </a:lnTo>
                    <a:lnTo>
                      <a:pt x="17" y="15"/>
                    </a:lnTo>
                    <a:lnTo>
                      <a:pt x="17" y="15"/>
                    </a:lnTo>
                    <a:lnTo>
                      <a:pt x="17" y="15"/>
                    </a:lnTo>
                    <a:lnTo>
                      <a:pt x="17" y="15"/>
                    </a:lnTo>
                    <a:lnTo>
                      <a:pt x="17" y="15"/>
                    </a:lnTo>
                    <a:lnTo>
                      <a:pt x="17" y="15"/>
                    </a:lnTo>
                    <a:lnTo>
                      <a:pt x="17" y="15"/>
                    </a:lnTo>
                    <a:lnTo>
                      <a:pt x="17" y="15"/>
                    </a:lnTo>
                    <a:lnTo>
                      <a:pt x="17" y="15"/>
                    </a:lnTo>
                    <a:lnTo>
                      <a:pt x="17" y="15"/>
                    </a:lnTo>
                    <a:lnTo>
                      <a:pt x="17" y="15"/>
                    </a:lnTo>
                    <a:lnTo>
                      <a:pt x="17" y="15"/>
                    </a:lnTo>
                    <a:lnTo>
                      <a:pt x="17" y="15"/>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7" y="14"/>
                    </a:lnTo>
                    <a:lnTo>
                      <a:pt x="16" y="14"/>
                    </a:lnTo>
                    <a:lnTo>
                      <a:pt x="16" y="14"/>
                    </a:lnTo>
                    <a:lnTo>
                      <a:pt x="16" y="14"/>
                    </a:lnTo>
                    <a:lnTo>
                      <a:pt x="16" y="14"/>
                    </a:lnTo>
                    <a:lnTo>
                      <a:pt x="16" y="14"/>
                    </a:lnTo>
                    <a:lnTo>
                      <a:pt x="16" y="14"/>
                    </a:lnTo>
                    <a:lnTo>
                      <a:pt x="16" y="14"/>
                    </a:lnTo>
                    <a:lnTo>
                      <a:pt x="16" y="14"/>
                    </a:lnTo>
                    <a:lnTo>
                      <a:pt x="15" y="14"/>
                    </a:lnTo>
                    <a:lnTo>
                      <a:pt x="15" y="14"/>
                    </a:lnTo>
                    <a:lnTo>
                      <a:pt x="15" y="14"/>
                    </a:lnTo>
                    <a:lnTo>
                      <a:pt x="15" y="14"/>
                    </a:lnTo>
                    <a:lnTo>
                      <a:pt x="15" y="14"/>
                    </a:lnTo>
                    <a:lnTo>
                      <a:pt x="15" y="14"/>
                    </a:lnTo>
                    <a:lnTo>
                      <a:pt x="15" y="14"/>
                    </a:lnTo>
                    <a:lnTo>
                      <a:pt x="15" y="14"/>
                    </a:lnTo>
                    <a:lnTo>
                      <a:pt x="15" y="14"/>
                    </a:lnTo>
                    <a:lnTo>
                      <a:pt x="15" y="14"/>
                    </a:lnTo>
                    <a:lnTo>
                      <a:pt x="15" y="14"/>
                    </a:lnTo>
                    <a:lnTo>
                      <a:pt x="15" y="14"/>
                    </a:lnTo>
                    <a:lnTo>
                      <a:pt x="15" y="14"/>
                    </a:lnTo>
                    <a:lnTo>
                      <a:pt x="15" y="14"/>
                    </a:lnTo>
                    <a:lnTo>
                      <a:pt x="15" y="14"/>
                    </a:lnTo>
                    <a:lnTo>
                      <a:pt x="15" y="14"/>
                    </a:lnTo>
                    <a:lnTo>
                      <a:pt x="15" y="14"/>
                    </a:lnTo>
                    <a:lnTo>
                      <a:pt x="15" y="14"/>
                    </a:lnTo>
                    <a:lnTo>
                      <a:pt x="15" y="14"/>
                    </a:lnTo>
                    <a:lnTo>
                      <a:pt x="15" y="14"/>
                    </a:lnTo>
                    <a:lnTo>
                      <a:pt x="15" y="14"/>
                    </a:lnTo>
                    <a:lnTo>
                      <a:pt x="15" y="14"/>
                    </a:lnTo>
                    <a:lnTo>
                      <a:pt x="15" y="14"/>
                    </a:lnTo>
                    <a:lnTo>
                      <a:pt x="15" y="14"/>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5" y="15"/>
                    </a:lnTo>
                    <a:lnTo>
                      <a:pt x="16" y="15"/>
                    </a:lnTo>
                    <a:lnTo>
                      <a:pt x="16" y="16"/>
                    </a:lnTo>
                    <a:lnTo>
                      <a:pt x="16" y="16"/>
                    </a:lnTo>
                    <a:lnTo>
                      <a:pt x="16" y="16"/>
                    </a:lnTo>
                    <a:lnTo>
                      <a:pt x="16" y="16"/>
                    </a:lnTo>
                    <a:lnTo>
                      <a:pt x="16" y="16"/>
                    </a:lnTo>
                    <a:lnTo>
                      <a:pt x="16" y="16"/>
                    </a:lnTo>
                    <a:lnTo>
                      <a:pt x="16" y="16"/>
                    </a:lnTo>
                    <a:lnTo>
                      <a:pt x="17" y="16"/>
                    </a:lnTo>
                    <a:lnTo>
                      <a:pt x="16" y="16"/>
                    </a:lnTo>
                    <a:lnTo>
                      <a:pt x="16" y="16"/>
                    </a:lnTo>
                    <a:lnTo>
                      <a:pt x="16" y="16"/>
                    </a:lnTo>
                    <a:lnTo>
                      <a:pt x="16" y="16"/>
                    </a:lnTo>
                    <a:lnTo>
                      <a:pt x="16" y="16"/>
                    </a:lnTo>
                    <a:lnTo>
                      <a:pt x="16" y="16"/>
                    </a:lnTo>
                    <a:lnTo>
                      <a:pt x="16" y="16"/>
                    </a:lnTo>
                    <a:lnTo>
                      <a:pt x="16" y="16"/>
                    </a:lnTo>
                    <a:lnTo>
                      <a:pt x="15" y="16"/>
                    </a:lnTo>
                    <a:lnTo>
                      <a:pt x="15" y="16"/>
                    </a:lnTo>
                    <a:lnTo>
                      <a:pt x="15" y="16"/>
                    </a:lnTo>
                    <a:lnTo>
                      <a:pt x="15" y="16"/>
                    </a:lnTo>
                    <a:lnTo>
                      <a:pt x="15" y="16"/>
                    </a:lnTo>
                    <a:lnTo>
                      <a:pt x="15" y="16"/>
                    </a:lnTo>
                    <a:lnTo>
                      <a:pt x="15" y="16"/>
                    </a:lnTo>
                    <a:lnTo>
                      <a:pt x="15" y="16"/>
                    </a:lnTo>
                    <a:lnTo>
                      <a:pt x="15" y="16"/>
                    </a:lnTo>
                    <a:lnTo>
                      <a:pt x="15" y="16"/>
                    </a:lnTo>
                    <a:lnTo>
                      <a:pt x="15" y="16"/>
                    </a:lnTo>
                    <a:lnTo>
                      <a:pt x="15" y="16"/>
                    </a:lnTo>
                    <a:lnTo>
                      <a:pt x="15" y="16"/>
                    </a:lnTo>
                    <a:lnTo>
                      <a:pt x="15" y="16"/>
                    </a:lnTo>
                    <a:lnTo>
                      <a:pt x="15" y="16"/>
                    </a:lnTo>
                    <a:lnTo>
                      <a:pt x="15" y="16"/>
                    </a:lnTo>
                    <a:lnTo>
                      <a:pt x="13" y="16"/>
                    </a:lnTo>
                    <a:lnTo>
                      <a:pt x="13" y="16"/>
                    </a:lnTo>
                    <a:lnTo>
                      <a:pt x="13" y="16"/>
                    </a:lnTo>
                    <a:lnTo>
                      <a:pt x="13" y="16"/>
                    </a:lnTo>
                    <a:lnTo>
                      <a:pt x="13" y="16"/>
                    </a:lnTo>
                    <a:lnTo>
                      <a:pt x="13" y="16"/>
                    </a:lnTo>
                    <a:lnTo>
                      <a:pt x="13" y="16"/>
                    </a:lnTo>
                    <a:lnTo>
                      <a:pt x="13" y="16"/>
                    </a:lnTo>
                    <a:lnTo>
                      <a:pt x="13" y="16"/>
                    </a:lnTo>
                    <a:lnTo>
                      <a:pt x="13" y="16"/>
                    </a:lnTo>
                    <a:lnTo>
                      <a:pt x="13" y="16"/>
                    </a:lnTo>
                    <a:lnTo>
                      <a:pt x="13" y="16"/>
                    </a:lnTo>
                    <a:lnTo>
                      <a:pt x="13" y="16"/>
                    </a:lnTo>
                    <a:lnTo>
                      <a:pt x="13" y="16"/>
                    </a:lnTo>
                    <a:lnTo>
                      <a:pt x="13" y="16"/>
                    </a:lnTo>
                    <a:lnTo>
                      <a:pt x="13" y="16"/>
                    </a:lnTo>
                    <a:lnTo>
                      <a:pt x="13" y="16"/>
                    </a:lnTo>
                    <a:lnTo>
                      <a:pt x="13" y="16"/>
                    </a:lnTo>
                    <a:lnTo>
                      <a:pt x="13" y="16"/>
                    </a:lnTo>
                    <a:lnTo>
                      <a:pt x="13" y="16"/>
                    </a:lnTo>
                    <a:lnTo>
                      <a:pt x="13" y="16"/>
                    </a:lnTo>
                    <a:lnTo>
                      <a:pt x="13" y="16"/>
                    </a:lnTo>
                    <a:lnTo>
                      <a:pt x="13" y="16"/>
                    </a:lnTo>
                    <a:lnTo>
                      <a:pt x="13" y="16"/>
                    </a:lnTo>
                    <a:lnTo>
                      <a:pt x="12" y="16"/>
                    </a:lnTo>
                    <a:lnTo>
                      <a:pt x="12" y="16"/>
                    </a:lnTo>
                    <a:lnTo>
                      <a:pt x="12" y="16"/>
                    </a:lnTo>
                    <a:lnTo>
                      <a:pt x="12" y="16"/>
                    </a:lnTo>
                    <a:lnTo>
                      <a:pt x="12" y="16"/>
                    </a:lnTo>
                    <a:lnTo>
                      <a:pt x="12" y="16"/>
                    </a:lnTo>
                    <a:lnTo>
                      <a:pt x="12" y="16"/>
                    </a:lnTo>
                    <a:lnTo>
                      <a:pt x="12" y="16"/>
                    </a:lnTo>
                    <a:lnTo>
                      <a:pt x="12" y="16"/>
                    </a:lnTo>
                    <a:lnTo>
                      <a:pt x="12" y="16"/>
                    </a:lnTo>
                    <a:lnTo>
                      <a:pt x="12" y="16"/>
                    </a:lnTo>
                    <a:lnTo>
                      <a:pt x="12" y="16"/>
                    </a:lnTo>
                    <a:lnTo>
                      <a:pt x="12" y="16"/>
                    </a:lnTo>
                    <a:lnTo>
                      <a:pt x="12" y="16"/>
                    </a:lnTo>
                    <a:lnTo>
                      <a:pt x="12" y="16"/>
                    </a:lnTo>
                    <a:lnTo>
                      <a:pt x="12"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10" y="15"/>
                    </a:lnTo>
                    <a:lnTo>
                      <a:pt x="9" y="15"/>
                    </a:lnTo>
                    <a:lnTo>
                      <a:pt x="9" y="15"/>
                    </a:lnTo>
                    <a:lnTo>
                      <a:pt x="9" y="15"/>
                    </a:lnTo>
                    <a:lnTo>
                      <a:pt x="9" y="15"/>
                    </a:lnTo>
                    <a:lnTo>
                      <a:pt x="9" y="15"/>
                    </a:lnTo>
                    <a:lnTo>
                      <a:pt x="9" y="15"/>
                    </a:lnTo>
                    <a:lnTo>
                      <a:pt x="9" y="15"/>
                    </a:lnTo>
                    <a:lnTo>
                      <a:pt x="9" y="15"/>
                    </a:lnTo>
                    <a:lnTo>
                      <a:pt x="9" y="15"/>
                    </a:lnTo>
                    <a:lnTo>
                      <a:pt x="9" y="15"/>
                    </a:lnTo>
                    <a:lnTo>
                      <a:pt x="9" y="15"/>
                    </a:lnTo>
                    <a:lnTo>
                      <a:pt x="9" y="15"/>
                    </a:lnTo>
                    <a:lnTo>
                      <a:pt x="9" y="15"/>
                    </a:lnTo>
                    <a:lnTo>
                      <a:pt x="9" y="15"/>
                    </a:lnTo>
                    <a:lnTo>
                      <a:pt x="9" y="15"/>
                    </a:lnTo>
                    <a:lnTo>
                      <a:pt x="9"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5"/>
                    </a:lnTo>
                    <a:lnTo>
                      <a:pt x="7"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5" y="14"/>
                    </a:lnTo>
                    <a:lnTo>
                      <a:pt x="5" y="14"/>
                    </a:lnTo>
                    <a:lnTo>
                      <a:pt x="5" y="14"/>
                    </a:lnTo>
                    <a:lnTo>
                      <a:pt x="5" y="14"/>
                    </a:lnTo>
                    <a:lnTo>
                      <a:pt x="5" y="14"/>
                    </a:lnTo>
                    <a:lnTo>
                      <a:pt x="5" y="14"/>
                    </a:lnTo>
                    <a:lnTo>
                      <a:pt x="5" y="14"/>
                    </a:lnTo>
                    <a:lnTo>
                      <a:pt x="5" y="13"/>
                    </a:lnTo>
                    <a:lnTo>
                      <a:pt x="5" y="13"/>
                    </a:lnTo>
                    <a:lnTo>
                      <a:pt x="5" y="13"/>
                    </a:lnTo>
                    <a:lnTo>
                      <a:pt x="5" y="13"/>
                    </a:lnTo>
                    <a:lnTo>
                      <a:pt x="5" y="13"/>
                    </a:lnTo>
                    <a:lnTo>
                      <a:pt x="5" y="13"/>
                    </a:lnTo>
                    <a:lnTo>
                      <a:pt x="5" y="13"/>
                    </a:lnTo>
                    <a:lnTo>
                      <a:pt x="5" y="13"/>
                    </a:lnTo>
                    <a:lnTo>
                      <a:pt x="5" y="13"/>
                    </a:lnTo>
                    <a:lnTo>
                      <a:pt x="5" y="13"/>
                    </a:lnTo>
                    <a:lnTo>
                      <a:pt x="5" y="13"/>
                    </a:lnTo>
                    <a:lnTo>
                      <a:pt x="5" y="13"/>
                    </a:lnTo>
                    <a:lnTo>
                      <a:pt x="5" y="13"/>
                    </a:lnTo>
                    <a:lnTo>
                      <a:pt x="5" y="13"/>
                    </a:lnTo>
                    <a:lnTo>
                      <a:pt x="5" y="13"/>
                    </a:lnTo>
                    <a:lnTo>
                      <a:pt x="5" y="13"/>
                    </a:lnTo>
                    <a:lnTo>
                      <a:pt x="5" y="13"/>
                    </a:lnTo>
                    <a:lnTo>
                      <a:pt x="4" y="13"/>
                    </a:lnTo>
                    <a:lnTo>
                      <a:pt x="4" y="13"/>
                    </a:lnTo>
                    <a:lnTo>
                      <a:pt x="4" y="13"/>
                    </a:lnTo>
                    <a:lnTo>
                      <a:pt x="4" y="13"/>
                    </a:lnTo>
                    <a:lnTo>
                      <a:pt x="4" y="13"/>
                    </a:lnTo>
                    <a:lnTo>
                      <a:pt x="4" y="13"/>
                    </a:lnTo>
                    <a:lnTo>
                      <a:pt x="4" y="13"/>
                    </a:lnTo>
                    <a:lnTo>
                      <a:pt x="4" y="13"/>
                    </a:lnTo>
                    <a:lnTo>
                      <a:pt x="4" y="13"/>
                    </a:lnTo>
                    <a:lnTo>
                      <a:pt x="4" y="13"/>
                    </a:lnTo>
                    <a:lnTo>
                      <a:pt x="4" y="13"/>
                    </a:lnTo>
                    <a:lnTo>
                      <a:pt x="4" y="13"/>
                    </a:lnTo>
                    <a:lnTo>
                      <a:pt x="4" y="13"/>
                    </a:lnTo>
                    <a:lnTo>
                      <a:pt x="4" y="13"/>
                    </a:lnTo>
                    <a:lnTo>
                      <a:pt x="4" y="13"/>
                    </a:lnTo>
                    <a:lnTo>
                      <a:pt x="4"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2"/>
                    </a:lnTo>
                    <a:lnTo>
                      <a:pt x="2" y="11"/>
                    </a:lnTo>
                    <a:lnTo>
                      <a:pt x="2" y="11"/>
                    </a:lnTo>
                    <a:lnTo>
                      <a:pt x="2" y="11"/>
                    </a:lnTo>
                    <a:lnTo>
                      <a:pt x="2" y="11"/>
                    </a:lnTo>
                    <a:lnTo>
                      <a:pt x="2" y="11"/>
                    </a:lnTo>
                    <a:lnTo>
                      <a:pt x="2" y="11"/>
                    </a:lnTo>
                    <a:lnTo>
                      <a:pt x="2" y="11"/>
                    </a:lnTo>
                    <a:lnTo>
                      <a:pt x="2" y="11"/>
                    </a:lnTo>
                    <a:lnTo>
                      <a:pt x="2" y="11"/>
                    </a:lnTo>
                    <a:lnTo>
                      <a:pt x="2" y="11"/>
                    </a:lnTo>
                    <a:lnTo>
                      <a:pt x="2" y="11"/>
                    </a:lnTo>
                    <a:lnTo>
                      <a:pt x="2" y="11"/>
                    </a:lnTo>
                    <a:lnTo>
                      <a:pt x="2" y="11"/>
                    </a:lnTo>
                    <a:lnTo>
                      <a:pt x="2" y="11"/>
                    </a:lnTo>
                    <a:lnTo>
                      <a:pt x="2" y="11"/>
                    </a:lnTo>
                    <a:lnTo>
                      <a:pt x="2" y="11"/>
                    </a:lnTo>
                    <a:lnTo>
                      <a:pt x="2" y="11"/>
                    </a:lnTo>
                    <a:lnTo>
                      <a:pt x="1" y="11"/>
                    </a:lnTo>
                    <a:lnTo>
                      <a:pt x="1" y="11"/>
                    </a:lnTo>
                    <a:lnTo>
                      <a:pt x="1" y="11"/>
                    </a:lnTo>
                    <a:lnTo>
                      <a:pt x="1" y="11"/>
                    </a:lnTo>
                    <a:lnTo>
                      <a:pt x="1" y="11"/>
                    </a:lnTo>
                    <a:lnTo>
                      <a:pt x="1" y="11"/>
                    </a:lnTo>
                    <a:lnTo>
                      <a:pt x="1" y="11"/>
                    </a:lnTo>
                    <a:lnTo>
                      <a:pt x="1" y="10"/>
                    </a:lnTo>
                    <a:lnTo>
                      <a:pt x="0" y="10"/>
                    </a:lnTo>
                    <a:lnTo>
                      <a:pt x="0" y="10"/>
                    </a:lnTo>
                    <a:lnTo>
                      <a:pt x="0" y="10"/>
                    </a:lnTo>
                    <a:lnTo>
                      <a:pt x="0" y="10"/>
                    </a:lnTo>
                    <a:lnTo>
                      <a:pt x="0" y="10"/>
                    </a:lnTo>
                    <a:lnTo>
                      <a:pt x="0" y="10"/>
                    </a:lnTo>
                    <a:lnTo>
                      <a:pt x="0" y="10"/>
                    </a:lnTo>
                    <a:lnTo>
                      <a:pt x="0" y="9"/>
                    </a:lnTo>
                    <a:lnTo>
                      <a:pt x="0" y="9"/>
                    </a:lnTo>
                    <a:lnTo>
                      <a:pt x="0" y="9"/>
                    </a:lnTo>
                    <a:lnTo>
                      <a:pt x="0" y="9"/>
                    </a:lnTo>
                    <a:lnTo>
                      <a:pt x="0" y="9"/>
                    </a:lnTo>
                    <a:lnTo>
                      <a:pt x="0" y="9"/>
                    </a:lnTo>
                    <a:lnTo>
                      <a:pt x="0" y="9"/>
                    </a:lnTo>
                    <a:lnTo>
                      <a:pt x="0" y="9"/>
                    </a:lnTo>
                    <a:lnTo>
                      <a:pt x="1" y="9"/>
                    </a:lnTo>
                    <a:lnTo>
                      <a:pt x="1" y="9"/>
                    </a:lnTo>
                    <a:lnTo>
                      <a:pt x="1" y="9"/>
                    </a:lnTo>
                    <a:lnTo>
                      <a:pt x="1" y="9"/>
                    </a:lnTo>
                    <a:lnTo>
                      <a:pt x="1" y="9"/>
                    </a:lnTo>
                    <a:lnTo>
                      <a:pt x="1" y="9"/>
                    </a:lnTo>
                    <a:lnTo>
                      <a:pt x="1" y="9"/>
                    </a:lnTo>
                    <a:lnTo>
                      <a:pt x="1" y="9"/>
                    </a:lnTo>
                    <a:lnTo>
                      <a:pt x="2" y="9"/>
                    </a:lnTo>
                    <a:lnTo>
                      <a:pt x="1" y="9"/>
                    </a:lnTo>
                    <a:lnTo>
                      <a:pt x="1" y="9"/>
                    </a:lnTo>
                    <a:lnTo>
                      <a:pt x="1" y="9"/>
                    </a:lnTo>
                    <a:lnTo>
                      <a:pt x="1" y="9"/>
                    </a:lnTo>
                    <a:lnTo>
                      <a:pt x="1" y="9"/>
                    </a:lnTo>
                    <a:lnTo>
                      <a:pt x="1" y="9"/>
                    </a:lnTo>
                    <a:lnTo>
                      <a:pt x="1" y="9"/>
                    </a:lnTo>
                    <a:lnTo>
                      <a:pt x="1" y="9"/>
                    </a:lnTo>
                    <a:lnTo>
                      <a:pt x="0" y="9"/>
                    </a:lnTo>
                    <a:lnTo>
                      <a:pt x="0" y="9"/>
                    </a:lnTo>
                    <a:lnTo>
                      <a:pt x="0" y="9"/>
                    </a:lnTo>
                    <a:lnTo>
                      <a:pt x="0" y="9"/>
                    </a:lnTo>
                    <a:lnTo>
                      <a:pt x="0" y="9"/>
                    </a:lnTo>
                    <a:lnTo>
                      <a:pt x="0" y="9"/>
                    </a:lnTo>
                    <a:lnTo>
                      <a:pt x="0" y="9"/>
                    </a:lnTo>
                    <a:lnTo>
                      <a:pt x="0" y="9"/>
                    </a:lnTo>
                    <a:lnTo>
                      <a:pt x="0" y="9"/>
                    </a:lnTo>
                    <a:lnTo>
                      <a:pt x="0" y="9"/>
                    </a:lnTo>
                    <a:lnTo>
                      <a:pt x="0" y="9"/>
                    </a:lnTo>
                    <a:lnTo>
                      <a:pt x="0" y="9"/>
                    </a:lnTo>
                    <a:lnTo>
                      <a:pt x="0" y="9"/>
                    </a:lnTo>
                    <a:lnTo>
                      <a:pt x="0" y="9"/>
                    </a:lnTo>
                    <a:lnTo>
                      <a:pt x="0" y="9"/>
                    </a:lnTo>
                    <a:lnTo>
                      <a:pt x="1" y="9"/>
                    </a:lnTo>
                    <a:lnTo>
                      <a:pt x="1" y="9"/>
                    </a:lnTo>
                    <a:lnTo>
                      <a:pt x="1" y="9"/>
                    </a:lnTo>
                    <a:lnTo>
                      <a:pt x="1" y="9"/>
                    </a:lnTo>
                    <a:lnTo>
                      <a:pt x="1" y="9"/>
                    </a:lnTo>
                    <a:lnTo>
                      <a:pt x="1" y="9"/>
                    </a:lnTo>
                    <a:lnTo>
                      <a:pt x="1" y="9"/>
                    </a:lnTo>
                    <a:lnTo>
                      <a:pt x="1" y="9"/>
                    </a:lnTo>
                    <a:lnTo>
                      <a:pt x="2" y="9"/>
                    </a:lnTo>
                    <a:lnTo>
                      <a:pt x="2" y="9"/>
                    </a:lnTo>
                    <a:lnTo>
                      <a:pt x="2" y="9"/>
                    </a:lnTo>
                    <a:lnTo>
                      <a:pt x="2" y="9"/>
                    </a:lnTo>
                    <a:lnTo>
                      <a:pt x="2" y="9"/>
                    </a:lnTo>
                    <a:lnTo>
                      <a:pt x="2" y="9"/>
                    </a:lnTo>
                    <a:lnTo>
                      <a:pt x="2" y="9"/>
                    </a:lnTo>
                    <a:lnTo>
                      <a:pt x="2" y="9"/>
                    </a:lnTo>
                    <a:lnTo>
                      <a:pt x="2" y="8"/>
                    </a:lnTo>
                    <a:lnTo>
                      <a:pt x="2" y="8"/>
                    </a:lnTo>
                    <a:lnTo>
                      <a:pt x="2" y="8"/>
                    </a:lnTo>
                    <a:lnTo>
                      <a:pt x="2" y="8"/>
                    </a:lnTo>
                    <a:lnTo>
                      <a:pt x="2" y="8"/>
                    </a:lnTo>
                    <a:lnTo>
                      <a:pt x="2" y="8"/>
                    </a:lnTo>
                    <a:lnTo>
                      <a:pt x="2" y="8"/>
                    </a:lnTo>
                    <a:lnTo>
                      <a:pt x="2" y="8"/>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6"/>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6"/>
                    </a:lnTo>
                    <a:lnTo>
                      <a:pt x="2" y="5"/>
                    </a:lnTo>
                    <a:lnTo>
                      <a:pt x="2" y="5"/>
                    </a:lnTo>
                    <a:lnTo>
                      <a:pt x="2" y="5"/>
                    </a:lnTo>
                    <a:lnTo>
                      <a:pt x="2" y="5"/>
                    </a:lnTo>
                    <a:lnTo>
                      <a:pt x="2" y="5"/>
                    </a:lnTo>
                    <a:lnTo>
                      <a:pt x="2" y="5"/>
                    </a:lnTo>
                    <a:lnTo>
                      <a:pt x="2" y="5"/>
                    </a:lnTo>
                    <a:lnTo>
                      <a:pt x="2" y="5"/>
                    </a:lnTo>
                    <a:lnTo>
                      <a:pt x="2" y="5"/>
                    </a:lnTo>
                    <a:lnTo>
                      <a:pt x="2" y="5"/>
                    </a:lnTo>
                    <a:lnTo>
                      <a:pt x="2" y="5"/>
                    </a:lnTo>
                    <a:lnTo>
                      <a:pt x="2" y="5"/>
                    </a:lnTo>
                    <a:lnTo>
                      <a:pt x="2" y="5"/>
                    </a:lnTo>
                    <a:lnTo>
                      <a:pt x="2" y="5"/>
                    </a:lnTo>
                    <a:lnTo>
                      <a:pt x="2" y="5"/>
                    </a:lnTo>
                    <a:lnTo>
                      <a:pt x="2" y="5"/>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2"/>
                    </a:lnTo>
                    <a:lnTo>
                      <a:pt x="1" y="3"/>
                    </a:lnTo>
                    <a:lnTo>
                      <a:pt x="1" y="3"/>
                    </a:lnTo>
                    <a:lnTo>
                      <a:pt x="1" y="3"/>
                    </a:lnTo>
                    <a:lnTo>
                      <a:pt x="1" y="3"/>
                    </a:lnTo>
                    <a:lnTo>
                      <a:pt x="1" y="3"/>
                    </a:lnTo>
                    <a:lnTo>
                      <a:pt x="1" y="3"/>
                    </a:lnTo>
                    <a:lnTo>
                      <a:pt x="1" y="3"/>
                    </a:lnTo>
                    <a:lnTo>
                      <a:pt x="1" y="3"/>
                    </a:lnTo>
                    <a:lnTo>
                      <a:pt x="0" y="3"/>
                    </a:lnTo>
                    <a:lnTo>
                      <a:pt x="0" y="3"/>
                    </a:lnTo>
                    <a:lnTo>
                      <a:pt x="0" y="3"/>
                    </a:lnTo>
                    <a:lnTo>
                      <a:pt x="0" y="3"/>
                    </a:lnTo>
                    <a:lnTo>
                      <a:pt x="0" y="3"/>
                    </a:lnTo>
                    <a:lnTo>
                      <a:pt x="0" y="3"/>
                    </a:lnTo>
                    <a:lnTo>
                      <a:pt x="0" y="3"/>
                    </a:lnTo>
                    <a:lnTo>
                      <a:pt x="0" y="3"/>
                    </a:lnTo>
                    <a:lnTo>
                      <a:pt x="0" y="3"/>
                    </a:lnTo>
                    <a:lnTo>
                      <a:pt x="0" y="3"/>
                    </a:lnTo>
                    <a:lnTo>
                      <a:pt x="0" y="3"/>
                    </a:lnTo>
                    <a:lnTo>
                      <a:pt x="0" y="3"/>
                    </a:lnTo>
                    <a:lnTo>
                      <a:pt x="0" y="3"/>
                    </a:lnTo>
                    <a:lnTo>
                      <a:pt x="0" y="3"/>
                    </a:lnTo>
                    <a:lnTo>
                      <a:pt x="0" y="3"/>
                    </a:lnTo>
                    <a:lnTo>
                      <a:pt x="0" y="3"/>
                    </a:lnTo>
                    <a:lnTo>
                      <a:pt x="0" y="3"/>
                    </a:lnTo>
                    <a:lnTo>
                      <a:pt x="0" y="3"/>
                    </a:lnTo>
                    <a:lnTo>
                      <a:pt x="0" y="3"/>
                    </a:lnTo>
                    <a:lnTo>
                      <a:pt x="0" y="3"/>
                    </a:lnTo>
                    <a:lnTo>
                      <a:pt x="0" y="3"/>
                    </a:lnTo>
                    <a:lnTo>
                      <a:pt x="0" y="3"/>
                    </a:lnTo>
                    <a:lnTo>
                      <a:pt x="0" y="3"/>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1" y="2"/>
                    </a:lnTo>
                    <a:lnTo>
                      <a:pt x="1" y="2"/>
                    </a:lnTo>
                    <a:lnTo>
                      <a:pt x="1" y="2"/>
                    </a:lnTo>
                    <a:lnTo>
                      <a:pt x="1" y="2"/>
                    </a:lnTo>
                    <a:lnTo>
                      <a:pt x="1" y="2"/>
                    </a:lnTo>
                    <a:lnTo>
                      <a:pt x="1" y="2"/>
                    </a:lnTo>
                    <a:lnTo>
                      <a:pt x="1" y="2"/>
                    </a:lnTo>
                    <a:lnTo>
                      <a:pt x="1" y="2"/>
                    </a:lnTo>
                    <a:lnTo>
                      <a:pt x="2" y="2"/>
                    </a:lnTo>
                    <a:lnTo>
                      <a:pt x="1" y="2"/>
                    </a:lnTo>
                    <a:lnTo>
                      <a:pt x="1" y="2"/>
                    </a:lnTo>
                    <a:lnTo>
                      <a:pt x="1" y="2"/>
                    </a:lnTo>
                    <a:lnTo>
                      <a:pt x="1" y="2"/>
                    </a:lnTo>
                    <a:lnTo>
                      <a:pt x="1" y="2"/>
                    </a:lnTo>
                    <a:lnTo>
                      <a:pt x="1" y="2"/>
                    </a:lnTo>
                    <a:lnTo>
                      <a:pt x="1" y="2"/>
                    </a:lnTo>
                    <a:lnTo>
                      <a:pt x="1" y="1"/>
                    </a:lnTo>
                    <a:lnTo>
                      <a:pt x="0" y="1"/>
                    </a:lnTo>
                    <a:lnTo>
                      <a:pt x="0" y="1"/>
                    </a:lnTo>
                    <a:lnTo>
                      <a:pt x="0" y="1"/>
                    </a:lnTo>
                    <a:lnTo>
                      <a:pt x="0" y="1"/>
                    </a:lnTo>
                    <a:lnTo>
                      <a:pt x="0" y="1"/>
                    </a:lnTo>
                    <a:lnTo>
                      <a:pt x="0" y="1"/>
                    </a:lnTo>
                    <a:lnTo>
                      <a:pt x="0" y="1"/>
                    </a:lnTo>
                    <a:lnTo>
                      <a:pt x="0" y="0"/>
                    </a:lnTo>
                    <a:lnTo>
                      <a:pt x="0" y="2"/>
                    </a:lnTo>
                    <a:lnTo>
                      <a:pt x="0" y="2"/>
                    </a:lnTo>
                    <a:lnTo>
                      <a:pt x="0" y="2"/>
                    </a:lnTo>
                    <a:lnTo>
                      <a:pt x="0" y="2"/>
                    </a:lnTo>
                    <a:lnTo>
                      <a:pt x="0" y="2"/>
                    </a:lnTo>
                    <a:lnTo>
                      <a:pt x="0" y="2"/>
                    </a:lnTo>
                    <a:lnTo>
                      <a:pt x="0" y="2"/>
                    </a:lnTo>
                    <a:lnTo>
                      <a:pt x="1" y="2"/>
                    </a:lnTo>
                    <a:lnTo>
                      <a:pt x="1" y="2"/>
                    </a:lnTo>
                    <a:lnTo>
                      <a:pt x="1" y="2"/>
                    </a:lnTo>
                    <a:lnTo>
                      <a:pt x="1" y="2"/>
                    </a:lnTo>
                    <a:lnTo>
                      <a:pt x="1" y="2"/>
                    </a:lnTo>
                    <a:lnTo>
                      <a:pt x="1" y="2"/>
                    </a:lnTo>
                    <a:lnTo>
                      <a:pt x="1" y="2"/>
                    </a:lnTo>
                    <a:lnTo>
                      <a:pt x="1"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path>
                </a:pathLst>
              </a:custGeom>
              <a:solidFill>
                <a:srgbClr val="a1009f"/>
              </a:solidFill>
              <a:ln w="18360">
                <a:solidFill>
                  <a:srgbClr val="000000"/>
                </a:solidFill>
                <a:round/>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grpSp>
      </p:grpSp>
    </p:spTree>
  </p:cSld>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794" name=""/>
          <p:cNvGrpSpPr/>
          <p:nvPr/>
        </p:nvGrpSpPr>
        <p:grpSpPr>
          <a:xfrm>
            <a:off x="538200" y="-7920"/>
            <a:ext cx="9456840" cy="8099280"/>
            <a:chOff x="538200" y="-7920"/>
            <a:chExt cx="9456840" cy="8099280"/>
          </a:xfrm>
        </p:grpSpPr>
        <p:sp>
          <p:nvSpPr>
            <p:cNvPr id="795"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796" name=""/>
            <p:cNvGrpSpPr/>
            <p:nvPr/>
          </p:nvGrpSpPr>
          <p:grpSpPr>
            <a:xfrm>
              <a:off x="538200" y="727200"/>
              <a:ext cx="1542960" cy="1599840"/>
              <a:chOff x="538200" y="727200"/>
              <a:chExt cx="1542960" cy="1599840"/>
            </a:xfrm>
          </p:grpSpPr>
          <p:sp>
            <p:nvSpPr>
              <p:cNvPr id="797"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798" name="" descr=""/>
              <p:cNvPicPr/>
              <p:nvPr/>
            </p:nvPicPr>
            <p:blipFill>
              <a:blip r:embed="rId1"/>
              <a:stretch/>
            </p:blipFill>
            <p:spPr>
              <a:xfrm>
                <a:off x="568440" y="779400"/>
                <a:ext cx="1430280" cy="1460520"/>
              </a:xfrm>
              <a:prstGeom prst="rect">
                <a:avLst/>
              </a:prstGeom>
              <a:noFill/>
              <a:ln w="0">
                <a:noFill/>
              </a:ln>
            </p:spPr>
          </p:pic>
          <p:sp>
            <p:nvSpPr>
              <p:cNvPr id="799"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00"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801"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802"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803"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804"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BSE - Prevention</a:t>
            </a:r>
            <a:endParaRPr b="0" lang="en-IN" sz="4200" strike="noStrike" u="none">
              <a:solidFill>
                <a:srgbClr val="ffffff"/>
              </a:solidFill>
              <a:effectLst/>
              <a:uFillTx/>
              <a:latin typeface="Times New Roman"/>
            </a:endParaRPr>
          </a:p>
        </p:txBody>
      </p:sp>
      <p:sp>
        <p:nvSpPr>
          <p:cNvPr id="805" name=""/>
          <p:cNvSpPr/>
          <p:nvPr/>
        </p:nvSpPr>
        <p:spPr>
          <a:xfrm>
            <a:off x="1479600" y="2503440"/>
            <a:ext cx="8750160" cy="407052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Import Restrictions - Europe</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December 6, 2000 - all MBM, etc. regardless of species</a:t>
            </a:r>
            <a:endParaRPr b="0" lang="en-IN" sz="32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Evaluations of other countries</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South America underway</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Central America</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IN" sz="3200" strike="noStrike" u="none">
                <a:solidFill>
                  <a:srgbClr val="ffffff"/>
                </a:solidFill>
                <a:effectLst/>
                <a:uFillTx/>
                <a:latin typeface="Times New Roman"/>
              </a:rPr>
              <a:t>Asia</a:t>
            </a:r>
            <a:endParaRPr b="0" lang="en-IN" sz="3200" strike="noStrike" u="none">
              <a:solidFill>
                <a:srgbClr val="ffffff"/>
              </a:solidFill>
              <a:effectLst/>
              <a:uFillTx/>
              <a:latin typeface="Times New Roman"/>
            </a:endParaRPr>
          </a:p>
        </p:txBody>
      </p:sp>
      <p:grpSp>
        <p:nvGrpSpPr>
          <p:cNvPr id="806" name=""/>
          <p:cNvGrpSpPr/>
          <p:nvPr/>
        </p:nvGrpSpPr>
        <p:grpSpPr>
          <a:xfrm>
            <a:off x="6343560" y="5705640"/>
            <a:ext cx="3243240" cy="1582560"/>
            <a:chOff x="6343560" y="5705640"/>
            <a:chExt cx="3243240" cy="1582560"/>
          </a:xfrm>
        </p:grpSpPr>
        <p:sp>
          <p:nvSpPr>
            <p:cNvPr id="807" name=""/>
            <p:cNvSpPr/>
            <p:nvPr/>
          </p:nvSpPr>
          <p:spPr>
            <a:xfrm>
              <a:off x="6343560" y="5927760"/>
              <a:ext cx="1201680" cy="1347840"/>
            </a:xfrm>
            <a:custGeom>
              <a:avLst/>
              <a:gdLst/>
              <a:ahLst/>
              <a:rect l="l" t="t" r="r" b="b"/>
              <a:pathLst>
                <a:path w="757" h="849">
                  <a:moveTo>
                    <a:pt x="0" y="65"/>
                  </a:moveTo>
                  <a:lnTo>
                    <a:pt x="10" y="67"/>
                  </a:lnTo>
                  <a:lnTo>
                    <a:pt x="7" y="68"/>
                  </a:lnTo>
                  <a:lnTo>
                    <a:pt x="10" y="74"/>
                  </a:lnTo>
                  <a:lnTo>
                    <a:pt x="28" y="73"/>
                  </a:lnTo>
                  <a:lnTo>
                    <a:pt x="31" y="76"/>
                  </a:lnTo>
                  <a:lnTo>
                    <a:pt x="37" y="74"/>
                  </a:lnTo>
                  <a:lnTo>
                    <a:pt x="39" y="83"/>
                  </a:lnTo>
                  <a:lnTo>
                    <a:pt x="16" y="92"/>
                  </a:lnTo>
                  <a:lnTo>
                    <a:pt x="12" y="102"/>
                  </a:lnTo>
                  <a:lnTo>
                    <a:pt x="16" y="105"/>
                  </a:lnTo>
                  <a:lnTo>
                    <a:pt x="24" y="106"/>
                  </a:lnTo>
                  <a:lnTo>
                    <a:pt x="21" y="111"/>
                  </a:lnTo>
                  <a:lnTo>
                    <a:pt x="24" y="117"/>
                  </a:lnTo>
                  <a:lnTo>
                    <a:pt x="28" y="117"/>
                  </a:lnTo>
                  <a:lnTo>
                    <a:pt x="32" y="111"/>
                  </a:lnTo>
                  <a:lnTo>
                    <a:pt x="36" y="121"/>
                  </a:lnTo>
                  <a:lnTo>
                    <a:pt x="34" y="126"/>
                  </a:lnTo>
                  <a:lnTo>
                    <a:pt x="43" y="120"/>
                  </a:lnTo>
                  <a:lnTo>
                    <a:pt x="51" y="127"/>
                  </a:lnTo>
                  <a:lnTo>
                    <a:pt x="64" y="121"/>
                  </a:lnTo>
                  <a:lnTo>
                    <a:pt x="52" y="140"/>
                  </a:lnTo>
                  <a:lnTo>
                    <a:pt x="43" y="144"/>
                  </a:lnTo>
                  <a:lnTo>
                    <a:pt x="43" y="148"/>
                  </a:lnTo>
                  <a:lnTo>
                    <a:pt x="34" y="148"/>
                  </a:lnTo>
                  <a:lnTo>
                    <a:pt x="26" y="156"/>
                  </a:lnTo>
                  <a:lnTo>
                    <a:pt x="36" y="150"/>
                  </a:lnTo>
                  <a:lnTo>
                    <a:pt x="46" y="150"/>
                  </a:lnTo>
                  <a:lnTo>
                    <a:pt x="50" y="145"/>
                  </a:lnTo>
                  <a:lnTo>
                    <a:pt x="58" y="143"/>
                  </a:lnTo>
                  <a:lnTo>
                    <a:pt x="79" y="128"/>
                  </a:lnTo>
                  <a:lnTo>
                    <a:pt x="82" y="125"/>
                  </a:lnTo>
                  <a:lnTo>
                    <a:pt x="79" y="119"/>
                  </a:lnTo>
                  <a:lnTo>
                    <a:pt x="98" y="103"/>
                  </a:lnTo>
                  <a:lnTo>
                    <a:pt x="102" y="104"/>
                  </a:lnTo>
                  <a:lnTo>
                    <a:pt x="94" y="108"/>
                  </a:lnTo>
                  <a:lnTo>
                    <a:pt x="91" y="117"/>
                  </a:lnTo>
                  <a:lnTo>
                    <a:pt x="96" y="117"/>
                  </a:lnTo>
                  <a:lnTo>
                    <a:pt x="91" y="120"/>
                  </a:lnTo>
                  <a:lnTo>
                    <a:pt x="110" y="114"/>
                  </a:lnTo>
                  <a:lnTo>
                    <a:pt x="114" y="105"/>
                  </a:lnTo>
                  <a:lnTo>
                    <a:pt x="123" y="104"/>
                  </a:lnTo>
                  <a:lnTo>
                    <a:pt x="120" y="108"/>
                  </a:lnTo>
                  <a:lnTo>
                    <a:pt x="136" y="114"/>
                  </a:lnTo>
                  <a:lnTo>
                    <a:pt x="164" y="115"/>
                  </a:lnTo>
                  <a:lnTo>
                    <a:pt x="167" y="121"/>
                  </a:lnTo>
                  <a:lnTo>
                    <a:pt x="171" y="126"/>
                  </a:lnTo>
                  <a:lnTo>
                    <a:pt x="178" y="128"/>
                  </a:lnTo>
                  <a:lnTo>
                    <a:pt x="190" y="127"/>
                  </a:lnTo>
                  <a:lnTo>
                    <a:pt x="198" y="132"/>
                  </a:lnTo>
                  <a:lnTo>
                    <a:pt x="197" y="138"/>
                  </a:lnTo>
                  <a:lnTo>
                    <a:pt x="209" y="147"/>
                  </a:lnTo>
                  <a:lnTo>
                    <a:pt x="214" y="159"/>
                  </a:lnTo>
                  <a:lnTo>
                    <a:pt x="228" y="176"/>
                  </a:lnTo>
                  <a:lnTo>
                    <a:pt x="229" y="185"/>
                  </a:lnTo>
                  <a:lnTo>
                    <a:pt x="247" y="194"/>
                  </a:lnTo>
                  <a:lnTo>
                    <a:pt x="256" y="196"/>
                  </a:lnTo>
                  <a:lnTo>
                    <a:pt x="258" y="207"/>
                  </a:lnTo>
                  <a:lnTo>
                    <a:pt x="247" y="207"/>
                  </a:lnTo>
                  <a:lnTo>
                    <a:pt x="251" y="222"/>
                  </a:lnTo>
                  <a:lnTo>
                    <a:pt x="248" y="262"/>
                  </a:lnTo>
                  <a:lnTo>
                    <a:pt x="261" y="284"/>
                  </a:lnTo>
                  <a:lnTo>
                    <a:pt x="270" y="300"/>
                  </a:lnTo>
                  <a:lnTo>
                    <a:pt x="282" y="304"/>
                  </a:lnTo>
                  <a:lnTo>
                    <a:pt x="290" y="313"/>
                  </a:lnTo>
                  <a:lnTo>
                    <a:pt x="299" y="331"/>
                  </a:lnTo>
                  <a:lnTo>
                    <a:pt x="313" y="349"/>
                  </a:lnTo>
                  <a:lnTo>
                    <a:pt x="318" y="362"/>
                  </a:lnTo>
                  <a:lnTo>
                    <a:pt x="331" y="373"/>
                  </a:lnTo>
                  <a:lnTo>
                    <a:pt x="334" y="370"/>
                  </a:lnTo>
                  <a:lnTo>
                    <a:pt x="304" y="329"/>
                  </a:lnTo>
                  <a:lnTo>
                    <a:pt x="302" y="318"/>
                  </a:lnTo>
                  <a:lnTo>
                    <a:pt x="309" y="320"/>
                  </a:lnTo>
                  <a:lnTo>
                    <a:pt x="320" y="338"/>
                  </a:lnTo>
                  <a:lnTo>
                    <a:pt x="336" y="352"/>
                  </a:lnTo>
                  <a:lnTo>
                    <a:pt x="335" y="357"/>
                  </a:lnTo>
                  <a:lnTo>
                    <a:pt x="355" y="375"/>
                  </a:lnTo>
                  <a:lnTo>
                    <a:pt x="358" y="383"/>
                  </a:lnTo>
                  <a:lnTo>
                    <a:pt x="356" y="389"/>
                  </a:lnTo>
                  <a:lnTo>
                    <a:pt x="361" y="396"/>
                  </a:lnTo>
                  <a:lnTo>
                    <a:pt x="402" y="415"/>
                  </a:lnTo>
                  <a:lnTo>
                    <a:pt x="420" y="413"/>
                  </a:lnTo>
                  <a:lnTo>
                    <a:pt x="431" y="422"/>
                  </a:lnTo>
                  <a:lnTo>
                    <a:pt x="444" y="427"/>
                  </a:lnTo>
                  <a:lnTo>
                    <a:pt x="457" y="429"/>
                  </a:lnTo>
                  <a:lnTo>
                    <a:pt x="468" y="443"/>
                  </a:lnTo>
                  <a:lnTo>
                    <a:pt x="468" y="449"/>
                  </a:lnTo>
                  <a:lnTo>
                    <a:pt x="473" y="448"/>
                  </a:lnTo>
                  <a:lnTo>
                    <a:pt x="484" y="459"/>
                  </a:lnTo>
                  <a:lnTo>
                    <a:pt x="497" y="466"/>
                  </a:lnTo>
                  <a:lnTo>
                    <a:pt x="498" y="460"/>
                  </a:lnTo>
                  <a:lnTo>
                    <a:pt x="505" y="454"/>
                  </a:lnTo>
                  <a:lnTo>
                    <a:pt x="512" y="459"/>
                  </a:lnTo>
                  <a:lnTo>
                    <a:pt x="512" y="464"/>
                  </a:lnTo>
                  <a:lnTo>
                    <a:pt x="515" y="483"/>
                  </a:lnTo>
                  <a:lnTo>
                    <a:pt x="501" y="502"/>
                  </a:lnTo>
                  <a:lnTo>
                    <a:pt x="496" y="520"/>
                  </a:lnTo>
                  <a:lnTo>
                    <a:pt x="495" y="540"/>
                  </a:lnTo>
                  <a:lnTo>
                    <a:pt x="507" y="554"/>
                  </a:lnTo>
                  <a:lnTo>
                    <a:pt x="522" y="589"/>
                  </a:lnTo>
                  <a:lnTo>
                    <a:pt x="555" y="612"/>
                  </a:lnTo>
                  <a:lnTo>
                    <a:pt x="556" y="631"/>
                  </a:lnTo>
                  <a:lnTo>
                    <a:pt x="550" y="677"/>
                  </a:lnTo>
                  <a:lnTo>
                    <a:pt x="550" y="702"/>
                  </a:lnTo>
                  <a:lnTo>
                    <a:pt x="538" y="730"/>
                  </a:lnTo>
                  <a:lnTo>
                    <a:pt x="537" y="757"/>
                  </a:lnTo>
                  <a:lnTo>
                    <a:pt x="545" y="759"/>
                  </a:lnTo>
                  <a:lnTo>
                    <a:pt x="543" y="781"/>
                  </a:lnTo>
                  <a:lnTo>
                    <a:pt x="534" y="796"/>
                  </a:lnTo>
                  <a:lnTo>
                    <a:pt x="533" y="804"/>
                  </a:lnTo>
                  <a:lnTo>
                    <a:pt x="537" y="816"/>
                  </a:lnTo>
                  <a:lnTo>
                    <a:pt x="536" y="826"/>
                  </a:lnTo>
                  <a:lnTo>
                    <a:pt x="541" y="831"/>
                  </a:lnTo>
                  <a:lnTo>
                    <a:pt x="541" y="838"/>
                  </a:lnTo>
                  <a:lnTo>
                    <a:pt x="545" y="846"/>
                  </a:lnTo>
                  <a:lnTo>
                    <a:pt x="552" y="848"/>
                  </a:lnTo>
                  <a:lnTo>
                    <a:pt x="553" y="839"/>
                  </a:lnTo>
                  <a:lnTo>
                    <a:pt x="567" y="836"/>
                  </a:lnTo>
                  <a:lnTo>
                    <a:pt x="562" y="831"/>
                  </a:lnTo>
                  <a:lnTo>
                    <a:pt x="569" y="819"/>
                  </a:lnTo>
                  <a:lnTo>
                    <a:pt x="583" y="801"/>
                  </a:lnTo>
                  <a:lnTo>
                    <a:pt x="572" y="789"/>
                  </a:lnTo>
                  <a:lnTo>
                    <a:pt x="584" y="782"/>
                  </a:lnTo>
                  <a:lnTo>
                    <a:pt x="593" y="762"/>
                  </a:lnTo>
                  <a:lnTo>
                    <a:pt x="585" y="754"/>
                  </a:lnTo>
                  <a:lnTo>
                    <a:pt x="601" y="754"/>
                  </a:lnTo>
                  <a:lnTo>
                    <a:pt x="602" y="740"/>
                  </a:lnTo>
                  <a:lnTo>
                    <a:pt x="627" y="737"/>
                  </a:lnTo>
                  <a:lnTo>
                    <a:pt x="634" y="728"/>
                  </a:lnTo>
                  <a:lnTo>
                    <a:pt x="624" y="708"/>
                  </a:lnTo>
                  <a:lnTo>
                    <a:pt x="644" y="715"/>
                  </a:lnTo>
                  <a:lnTo>
                    <a:pt x="652" y="706"/>
                  </a:lnTo>
                  <a:lnTo>
                    <a:pt x="680" y="673"/>
                  </a:lnTo>
                  <a:lnTo>
                    <a:pt x="681" y="654"/>
                  </a:lnTo>
                  <a:lnTo>
                    <a:pt x="703" y="639"/>
                  </a:lnTo>
                  <a:lnTo>
                    <a:pt x="722" y="634"/>
                  </a:lnTo>
                  <a:lnTo>
                    <a:pt x="733" y="608"/>
                  </a:lnTo>
                  <a:lnTo>
                    <a:pt x="734" y="583"/>
                  </a:lnTo>
                  <a:lnTo>
                    <a:pt x="756" y="557"/>
                  </a:lnTo>
                  <a:lnTo>
                    <a:pt x="754" y="536"/>
                  </a:lnTo>
                  <a:lnTo>
                    <a:pt x="733" y="525"/>
                  </a:lnTo>
                  <a:lnTo>
                    <a:pt x="703" y="521"/>
                  </a:lnTo>
                  <a:lnTo>
                    <a:pt x="701" y="515"/>
                  </a:lnTo>
                  <a:lnTo>
                    <a:pt x="689" y="511"/>
                  </a:lnTo>
                  <a:lnTo>
                    <a:pt x="664" y="519"/>
                  </a:lnTo>
                  <a:lnTo>
                    <a:pt x="665" y="510"/>
                  </a:lnTo>
                  <a:lnTo>
                    <a:pt x="673" y="497"/>
                  </a:lnTo>
                  <a:lnTo>
                    <a:pt x="664" y="483"/>
                  </a:lnTo>
                  <a:lnTo>
                    <a:pt x="649" y="475"/>
                  </a:lnTo>
                  <a:lnTo>
                    <a:pt x="632" y="473"/>
                  </a:lnTo>
                  <a:lnTo>
                    <a:pt x="616" y="459"/>
                  </a:lnTo>
                  <a:lnTo>
                    <a:pt x="610" y="453"/>
                  </a:lnTo>
                  <a:lnTo>
                    <a:pt x="599" y="447"/>
                  </a:lnTo>
                  <a:lnTo>
                    <a:pt x="569" y="445"/>
                  </a:lnTo>
                  <a:lnTo>
                    <a:pt x="558" y="437"/>
                  </a:lnTo>
                  <a:lnTo>
                    <a:pt x="551" y="444"/>
                  </a:lnTo>
                  <a:lnTo>
                    <a:pt x="550" y="435"/>
                  </a:lnTo>
                  <a:lnTo>
                    <a:pt x="530" y="443"/>
                  </a:lnTo>
                  <a:lnTo>
                    <a:pt x="519" y="460"/>
                  </a:lnTo>
                  <a:lnTo>
                    <a:pt x="516" y="457"/>
                  </a:lnTo>
                  <a:lnTo>
                    <a:pt x="505" y="451"/>
                  </a:lnTo>
                  <a:lnTo>
                    <a:pt x="494" y="455"/>
                  </a:lnTo>
                  <a:lnTo>
                    <a:pt x="487" y="451"/>
                  </a:lnTo>
                  <a:lnTo>
                    <a:pt x="480" y="444"/>
                  </a:lnTo>
                  <a:lnTo>
                    <a:pt x="483" y="419"/>
                  </a:lnTo>
                  <a:lnTo>
                    <a:pt x="472" y="415"/>
                  </a:lnTo>
                  <a:lnTo>
                    <a:pt x="450" y="415"/>
                  </a:lnTo>
                  <a:lnTo>
                    <a:pt x="457" y="401"/>
                  </a:lnTo>
                  <a:lnTo>
                    <a:pt x="463" y="383"/>
                  </a:lnTo>
                  <a:lnTo>
                    <a:pt x="455" y="380"/>
                  </a:lnTo>
                  <a:lnTo>
                    <a:pt x="442" y="384"/>
                  </a:lnTo>
                  <a:lnTo>
                    <a:pt x="435" y="400"/>
                  </a:lnTo>
                  <a:lnTo>
                    <a:pt x="411" y="397"/>
                  </a:lnTo>
                  <a:lnTo>
                    <a:pt x="400" y="378"/>
                  </a:lnTo>
                  <a:lnTo>
                    <a:pt x="405" y="355"/>
                  </a:lnTo>
                  <a:lnTo>
                    <a:pt x="402" y="342"/>
                  </a:lnTo>
                  <a:lnTo>
                    <a:pt x="415" y="331"/>
                  </a:lnTo>
                  <a:lnTo>
                    <a:pt x="433" y="330"/>
                  </a:lnTo>
                  <a:lnTo>
                    <a:pt x="447" y="336"/>
                  </a:lnTo>
                  <a:lnTo>
                    <a:pt x="448" y="329"/>
                  </a:lnTo>
                  <a:lnTo>
                    <a:pt x="456" y="324"/>
                  </a:lnTo>
                  <a:lnTo>
                    <a:pt x="480" y="330"/>
                  </a:lnTo>
                  <a:lnTo>
                    <a:pt x="485" y="335"/>
                  </a:lnTo>
                  <a:lnTo>
                    <a:pt x="486" y="345"/>
                  </a:lnTo>
                  <a:lnTo>
                    <a:pt x="494" y="359"/>
                  </a:lnTo>
                  <a:lnTo>
                    <a:pt x="498" y="359"/>
                  </a:lnTo>
                  <a:lnTo>
                    <a:pt x="500" y="349"/>
                  </a:lnTo>
                  <a:lnTo>
                    <a:pt x="492" y="324"/>
                  </a:lnTo>
                  <a:lnTo>
                    <a:pt x="497" y="313"/>
                  </a:lnTo>
                  <a:lnTo>
                    <a:pt x="525" y="293"/>
                  </a:lnTo>
                  <a:lnTo>
                    <a:pt x="522" y="278"/>
                  </a:lnTo>
                  <a:lnTo>
                    <a:pt x="525" y="284"/>
                  </a:lnTo>
                  <a:lnTo>
                    <a:pt x="531" y="271"/>
                  </a:lnTo>
                  <a:lnTo>
                    <a:pt x="537" y="259"/>
                  </a:lnTo>
                  <a:lnTo>
                    <a:pt x="559" y="253"/>
                  </a:lnTo>
                  <a:lnTo>
                    <a:pt x="553" y="249"/>
                  </a:lnTo>
                  <a:lnTo>
                    <a:pt x="556" y="239"/>
                  </a:lnTo>
                  <a:lnTo>
                    <a:pt x="575" y="232"/>
                  </a:lnTo>
                  <a:lnTo>
                    <a:pt x="575" y="229"/>
                  </a:lnTo>
                  <a:lnTo>
                    <a:pt x="589" y="223"/>
                  </a:lnTo>
                  <a:lnTo>
                    <a:pt x="589" y="228"/>
                  </a:lnTo>
                  <a:lnTo>
                    <a:pt x="596" y="227"/>
                  </a:lnTo>
                  <a:lnTo>
                    <a:pt x="581" y="233"/>
                  </a:lnTo>
                  <a:lnTo>
                    <a:pt x="585" y="241"/>
                  </a:lnTo>
                  <a:lnTo>
                    <a:pt x="592" y="233"/>
                  </a:lnTo>
                  <a:lnTo>
                    <a:pt x="609" y="228"/>
                  </a:lnTo>
                  <a:lnTo>
                    <a:pt x="616" y="222"/>
                  </a:lnTo>
                  <a:lnTo>
                    <a:pt x="612" y="215"/>
                  </a:lnTo>
                  <a:lnTo>
                    <a:pt x="608" y="226"/>
                  </a:lnTo>
                  <a:lnTo>
                    <a:pt x="593" y="223"/>
                  </a:lnTo>
                  <a:lnTo>
                    <a:pt x="585" y="215"/>
                  </a:lnTo>
                  <a:lnTo>
                    <a:pt x="589" y="210"/>
                  </a:lnTo>
                  <a:lnTo>
                    <a:pt x="578" y="208"/>
                  </a:lnTo>
                  <a:lnTo>
                    <a:pt x="592" y="205"/>
                  </a:lnTo>
                  <a:lnTo>
                    <a:pt x="584" y="200"/>
                  </a:lnTo>
                  <a:lnTo>
                    <a:pt x="565" y="203"/>
                  </a:lnTo>
                  <a:lnTo>
                    <a:pt x="579" y="192"/>
                  </a:lnTo>
                  <a:lnTo>
                    <a:pt x="615" y="192"/>
                  </a:lnTo>
                  <a:lnTo>
                    <a:pt x="640" y="178"/>
                  </a:lnTo>
                  <a:lnTo>
                    <a:pt x="639" y="166"/>
                  </a:lnTo>
                  <a:lnTo>
                    <a:pt x="631" y="168"/>
                  </a:lnTo>
                  <a:lnTo>
                    <a:pt x="631" y="161"/>
                  </a:lnTo>
                  <a:lnTo>
                    <a:pt x="614" y="169"/>
                  </a:lnTo>
                  <a:lnTo>
                    <a:pt x="609" y="166"/>
                  </a:lnTo>
                  <a:lnTo>
                    <a:pt x="630" y="157"/>
                  </a:lnTo>
                  <a:lnTo>
                    <a:pt x="614" y="149"/>
                  </a:lnTo>
                  <a:lnTo>
                    <a:pt x="605" y="142"/>
                  </a:lnTo>
                  <a:lnTo>
                    <a:pt x="605" y="133"/>
                  </a:lnTo>
                  <a:lnTo>
                    <a:pt x="597" y="130"/>
                  </a:lnTo>
                  <a:lnTo>
                    <a:pt x="599" y="126"/>
                  </a:lnTo>
                  <a:lnTo>
                    <a:pt x="595" y="120"/>
                  </a:lnTo>
                  <a:lnTo>
                    <a:pt x="589" y="111"/>
                  </a:lnTo>
                  <a:lnTo>
                    <a:pt x="584" y="117"/>
                  </a:lnTo>
                  <a:lnTo>
                    <a:pt x="579" y="125"/>
                  </a:lnTo>
                  <a:lnTo>
                    <a:pt x="568" y="130"/>
                  </a:lnTo>
                  <a:lnTo>
                    <a:pt x="567" y="125"/>
                  </a:lnTo>
                  <a:lnTo>
                    <a:pt x="553" y="127"/>
                  </a:lnTo>
                  <a:lnTo>
                    <a:pt x="563" y="120"/>
                  </a:lnTo>
                  <a:lnTo>
                    <a:pt x="561" y="113"/>
                  </a:lnTo>
                  <a:lnTo>
                    <a:pt x="561" y="104"/>
                  </a:lnTo>
                  <a:lnTo>
                    <a:pt x="550" y="104"/>
                  </a:lnTo>
                  <a:lnTo>
                    <a:pt x="550" y="101"/>
                  </a:lnTo>
                  <a:lnTo>
                    <a:pt x="537" y="93"/>
                  </a:lnTo>
                  <a:lnTo>
                    <a:pt x="530" y="95"/>
                  </a:lnTo>
                  <a:lnTo>
                    <a:pt x="514" y="92"/>
                  </a:lnTo>
                  <a:lnTo>
                    <a:pt x="512" y="97"/>
                  </a:lnTo>
                  <a:lnTo>
                    <a:pt x="515" y="101"/>
                  </a:lnTo>
                  <a:lnTo>
                    <a:pt x="512" y="108"/>
                  </a:lnTo>
                  <a:lnTo>
                    <a:pt x="518" y="118"/>
                  </a:lnTo>
                  <a:lnTo>
                    <a:pt x="508" y="125"/>
                  </a:lnTo>
                  <a:lnTo>
                    <a:pt x="515" y="128"/>
                  </a:lnTo>
                  <a:lnTo>
                    <a:pt x="519" y="145"/>
                  </a:lnTo>
                  <a:lnTo>
                    <a:pt x="503" y="159"/>
                  </a:lnTo>
                  <a:lnTo>
                    <a:pt x="509" y="176"/>
                  </a:lnTo>
                  <a:lnTo>
                    <a:pt x="512" y="177"/>
                  </a:lnTo>
                  <a:lnTo>
                    <a:pt x="503" y="185"/>
                  </a:lnTo>
                  <a:lnTo>
                    <a:pt x="495" y="186"/>
                  </a:lnTo>
                  <a:lnTo>
                    <a:pt x="497" y="181"/>
                  </a:lnTo>
                  <a:lnTo>
                    <a:pt x="488" y="171"/>
                  </a:lnTo>
                  <a:lnTo>
                    <a:pt x="488" y="154"/>
                  </a:lnTo>
                  <a:lnTo>
                    <a:pt x="470" y="153"/>
                  </a:lnTo>
                  <a:lnTo>
                    <a:pt x="449" y="140"/>
                  </a:lnTo>
                  <a:lnTo>
                    <a:pt x="437" y="137"/>
                  </a:lnTo>
                  <a:lnTo>
                    <a:pt x="428" y="140"/>
                  </a:lnTo>
                  <a:lnTo>
                    <a:pt x="426" y="125"/>
                  </a:lnTo>
                  <a:lnTo>
                    <a:pt x="420" y="127"/>
                  </a:lnTo>
                  <a:lnTo>
                    <a:pt x="418" y="102"/>
                  </a:lnTo>
                  <a:lnTo>
                    <a:pt x="430" y="97"/>
                  </a:lnTo>
                  <a:lnTo>
                    <a:pt x="430" y="89"/>
                  </a:lnTo>
                  <a:lnTo>
                    <a:pt x="440" y="88"/>
                  </a:lnTo>
                  <a:lnTo>
                    <a:pt x="424" y="77"/>
                  </a:lnTo>
                  <a:lnTo>
                    <a:pt x="440" y="83"/>
                  </a:lnTo>
                  <a:lnTo>
                    <a:pt x="444" y="77"/>
                  </a:lnTo>
                  <a:lnTo>
                    <a:pt x="453" y="77"/>
                  </a:lnTo>
                  <a:lnTo>
                    <a:pt x="461" y="68"/>
                  </a:lnTo>
                  <a:lnTo>
                    <a:pt x="450" y="66"/>
                  </a:lnTo>
                  <a:lnTo>
                    <a:pt x="444" y="61"/>
                  </a:lnTo>
                  <a:lnTo>
                    <a:pt x="463" y="65"/>
                  </a:lnTo>
                  <a:lnTo>
                    <a:pt x="464" y="54"/>
                  </a:lnTo>
                  <a:lnTo>
                    <a:pt x="483" y="56"/>
                  </a:lnTo>
                  <a:lnTo>
                    <a:pt x="493" y="49"/>
                  </a:lnTo>
                  <a:lnTo>
                    <a:pt x="487" y="37"/>
                  </a:lnTo>
                  <a:lnTo>
                    <a:pt x="494" y="35"/>
                  </a:lnTo>
                  <a:lnTo>
                    <a:pt x="469" y="23"/>
                  </a:lnTo>
                  <a:lnTo>
                    <a:pt x="474" y="33"/>
                  </a:lnTo>
                  <a:lnTo>
                    <a:pt x="468" y="35"/>
                  </a:lnTo>
                  <a:lnTo>
                    <a:pt x="459" y="48"/>
                  </a:lnTo>
                  <a:lnTo>
                    <a:pt x="457" y="38"/>
                  </a:lnTo>
                  <a:lnTo>
                    <a:pt x="447" y="28"/>
                  </a:lnTo>
                  <a:lnTo>
                    <a:pt x="442" y="38"/>
                  </a:lnTo>
                  <a:lnTo>
                    <a:pt x="436" y="27"/>
                  </a:lnTo>
                  <a:lnTo>
                    <a:pt x="429" y="24"/>
                  </a:lnTo>
                  <a:lnTo>
                    <a:pt x="430" y="20"/>
                  </a:lnTo>
                  <a:lnTo>
                    <a:pt x="436" y="20"/>
                  </a:lnTo>
                  <a:lnTo>
                    <a:pt x="427" y="8"/>
                  </a:lnTo>
                  <a:lnTo>
                    <a:pt x="414" y="0"/>
                  </a:lnTo>
                  <a:lnTo>
                    <a:pt x="407" y="8"/>
                  </a:lnTo>
                  <a:lnTo>
                    <a:pt x="406" y="20"/>
                  </a:lnTo>
                  <a:lnTo>
                    <a:pt x="423" y="25"/>
                  </a:lnTo>
                  <a:lnTo>
                    <a:pt x="424" y="36"/>
                  </a:lnTo>
                  <a:lnTo>
                    <a:pt x="412" y="39"/>
                  </a:lnTo>
                  <a:lnTo>
                    <a:pt x="414" y="48"/>
                  </a:lnTo>
                  <a:lnTo>
                    <a:pt x="407" y="46"/>
                  </a:lnTo>
                  <a:lnTo>
                    <a:pt x="406" y="40"/>
                  </a:lnTo>
                  <a:lnTo>
                    <a:pt x="397" y="44"/>
                  </a:lnTo>
                  <a:lnTo>
                    <a:pt x="374" y="44"/>
                  </a:lnTo>
                  <a:lnTo>
                    <a:pt x="368" y="39"/>
                  </a:lnTo>
                  <a:lnTo>
                    <a:pt x="352" y="31"/>
                  </a:lnTo>
                  <a:lnTo>
                    <a:pt x="337" y="38"/>
                  </a:lnTo>
                  <a:lnTo>
                    <a:pt x="341" y="39"/>
                  </a:lnTo>
                  <a:lnTo>
                    <a:pt x="353" y="34"/>
                  </a:lnTo>
                  <a:lnTo>
                    <a:pt x="346" y="49"/>
                  </a:lnTo>
                  <a:lnTo>
                    <a:pt x="329" y="40"/>
                  </a:lnTo>
                  <a:lnTo>
                    <a:pt x="299" y="40"/>
                  </a:lnTo>
                  <a:lnTo>
                    <a:pt x="307" y="36"/>
                  </a:lnTo>
                  <a:lnTo>
                    <a:pt x="287" y="32"/>
                  </a:lnTo>
                  <a:lnTo>
                    <a:pt x="258" y="23"/>
                  </a:lnTo>
                  <a:lnTo>
                    <a:pt x="248" y="27"/>
                  </a:lnTo>
                  <a:lnTo>
                    <a:pt x="248" y="20"/>
                  </a:lnTo>
                  <a:lnTo>
                    <a:pt x="241" y="27"/>
                  </a:lnTo>
                  <a:lnTo>
                    <a:pt x="229" y="18"/>
                  </a:lnTo>
                  <a:lnTo>
                    <a:pt x="210" y="29"/>
                  </a:lnTo>
                  <a:lnTo>
                    <a:pt x="209" y="26"/>
                  </a:lnTo>
                  <a:lnTo>
                    <a:pt x="190" y="30"/>
                  </a:lnTo>
                  <a:lnTo>
                    <a:pt x="193" y="36"/>
                  </a:lnTo>
                  <a:lnTo>
                    <a:pt x="153" y="23"/>
                  </a:lnTo>
                  <a:lnTo>
                    <a:pt x="92" y="16"/>
                  </a:lnTo>
                  <a:lnTo>
                    <a:pt x="90" y="12"/>
                  </a:lnTo>
                  <a:lnTo>
                    <a:pt x="71" y="8"/>
                  </a:lnTo>
                  <a:lnTo>
                    <a:pt x="64" y="7"/>
                  </a:lnTo>
                  <a:lnTo>
                    <a:pt x="58" y="12"/>
                  </a:lnTo>
                  <a:lnTo>
                    <a:pt x="44" y="15"/>
                  </a:lnTo>
                  <a:lnTo>
                    <a:pt x="32" y="21"/>
                  </a:lnTo>
                  <a:lnTo>
                    <a:pt x="26" y="30"/>
                  </a:lnTo>
                  <a:lnTo>
                    <a:pt x="10" y="32"/>
                  </a:lnTo>
                  <a:lnTo>
                    <a:pt x="7" y="38"/>
                  </a:lnTo>
                  <a:lnTo>
                    <a:pt x="26" y="49"/>
                  </a:lnTo>
                  <a:lnTo>
                    <a:pt x="34" y="54"/>
                  </a:lnTo>
                  <a:lnTo>
                    <a:pt x="40" y="58"/>
                  </a:lnTo>
                  <a:lnTo>
                    <a:pt x="26" y="60"/>
                  </a:lnTo>
                  <a:lnTo>
                    <a:pt x="26" y="54"/>
                  </a:lnTo>
                  <a:lnTo>
                    <a:pt x="19" y="54"/>
                  </a:lnTo>
                  <a:lnTo>
                    <a:pt x="0" y="65"/>
                  </a:lnTo>
                  <a:lnTo>
                    <a:pt x="0" y="65"/>
                  </a:lnTo>
                </a:path>
              </a:pathLst>
            </a:custGeom>
            <a:solidFill>
              <a:srgbClr val="ff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08" name=""/>
            <p:cNvSpPr/>
            <p:nvPr/>
          </p:nvSpPr>
          <p:spPr>
            <a:xfrm>
              <a:off x="7095960" y="6518160"/>
              <a:ext cx="96840" cy="32040"/>
            </a:xfrm>
            <a:custGeom>
              <a:avLst/>
              <a:gdLst/>
              <a:ahLst/>
              <a:rect l="l" t="t" r="r" b="b"/>
              <a:pathLst>
                <a:path w="61" h="20">
                  <a:moveTo>
                    <a:pt x="0" y="8"/>
                  </a:moveTo>
                  <a:lnTo>
                    <a:pt x="8" y="1"/>
                  </a:lnTo>
                  <a:lnTo>
                    <a:pt x="23" y="0"/>
                  </a:lnTo>
                  <a:lnTo>
                    <a:pt x="60" y="17"/>
                  </a:lnTo>
                  <a:lnTo>
                    <a:pt x="40" y="19"/>
                  </a:lnTo>
                  <a:lnTo>
                    <a:pt x="35" y="9"/>
                  </a:lnTo>
                  <a:lnTo>
                    <a:pt x="15" y="6"/>
                  </a:lnTo>
                  <a:lnTo>
                    <a:pt x="0" y="8"/>
                  </a:lnTo>
                  <a:lnTo>
                    <a:pt x="0" y="8"/>
                  </a:lnTo>
                </a:path>
              </a:pathLst>
            </a:custGeom>
            <a:solidFill>
              <a:srgbClr val="ff0000"/>
            </a:solidFill>
            <a:ln w="18360">
              <a:solidFill>
                <a:srgbClr val="000000"/>
              </a:solidFill>
              <a:round/>
            </a:ln>
          </p:spPr>
          <p:style>
            <a:lnRef idx="0"/>
            <a:fillRef idx="0"/>
            <a:effectRef idx="0"/>
            <a:fontRef idx="minor"/>
          </p:style>
          <p:txBody>
            <a:bodyPr lIns="90000" rIns="90000" tIns="-14760" bIns="-14760" anchor="t">
              <a:noAutofit/>
            </a:bodyPr>
            <a:p>
              <a:endParaRPr b="0" lang="en-IN" sz="2400" strike="noStrike" u="none">
                <a:solidFill>
                  <a:srgbClr val="ffffff"/>
                </a:solidFill>
                <a:effectLst/>
                <a:uFillTx/>
                <a:latin typeface="Times New Roman"/>
              </a:endParaRPr>
            </a:p>
          </p:txBody>
        </p:sp>
        <p:sp>
          <p:nvSpPr>
            <p:cNvPr id="809" name=""/>
            <p:cNvSpPr/>
            <p:nvPr/>
          </p:nvSpPr>
          <p:spPr>
            <a:xfrm>
              <a:off x="7191360" y="6550200"/>
              <a:ext cx="54000" cy="17280"/>
            </a:xfrm>
            <a:custGeom>
              <a:avLst/>
              <a:gdLst/>
              <a:ahLst/>
              <a:rect l="l" t="t" r="r" b="b"/>
              <a:pathLst>
                <a:path w="34" h="11">
                  <a:moveTo>
                    <a:pt x="0" y="8"/>
                  </a:moveTo>
                  <a:lnTo>
                    <a:pt x="10" y="6"/>
                  </a:lnTo>
                  <a:lnTo>
                    <a:pt x="5" y="0"/>
                  </a:lnTo>
                  <a:lnTo>
                    <a:pt x="24" y="0"/>
                  </a:lnTo>
                  <a:lnTo>
                    <a:pt x="33" y="6"/>
                  </a:lnTo>
                  <a:lnTo>
                    <a:pt x="14" y="10"/>
                  </a:lnTo>
                  <a:lnTo>
                    <a:pt x="0" y="8"/>
                  </a:lnTo>
                  <a:lnTo>
                    <a:pt x="0" y="8"/>
                  </a:lnTo>
                </a:path>
              </a:pathLst>
            </a:custGeom>
            <a:solidFill>
              <a:srgbClr val="ff0000"/>
            </a:solidFill>
            <a:ln w="18360">
              <a:solidFill>
                <a:srgbClr val="000000"/>
              </a:solidFill>
              <a:round/>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810" name=""/>
            <p:cNvSpPr/>
            <p:nvPr/>
          </p:nvSpPr>
          <p:spPr>
            <a:xfrm>
              <a:off x="7218360" y="7259760"/>
              <a:ext cx="55440" cy="28440"/>
            </a:xfrm>
            <a:custGeom>
              <a:avLst/>
              <a:gdLst/>
              <a:ahLst/>
              <a:rect l="l" t="t" r="r" b="b"/>
              <a:pathLst>
                <a:path w="35" h="18">
                  <a:moveTo>
                    <a:pt x="0" y="14"/>
                  </a:moveTo>
                  <a:lnTo>
                    <a:pt x="0" y="14"/>
                  </a:lnTo>
                  <a:lnTo>
                    <a:pt x="2" y="11"/>
                  </a:lnTo>
                  <a:lnTo>
                    <a:pt x="5" y="5"/>
                  </a:lnTo>
                  <a:lnTo>
                    <a:pt x="15" y="0"/>
                  </a:lnTo>
                  <a:lnTo>
                    <a:pt x="19" y="8"/>
                  </a:lnTo>
                  <a:lnTo>
                    <a:pt x="34" y="16"/>
                  </a:lnTo>
                  <a:lnTo>
                    <a:pt x="15" y="17"/>
                  </a:lnTo>
                  <a:lnTo>
                    <a:pt x="0" y="14"/>
                  </a:lnTo>
                  <a:lnTo>
                    <a:pt x="0" y="14"/>
                  </a:lnTo>
                </a:path>
              </a:pathLst>
            </a:custGeom>
            <a:solidFill>
              <a:srgbClr val="ff0000"/>
            </a:solidFill>
            <a:ln w="18360">
              <a:solidFill>
                <a:srgbClr val="000000"/>
              </a:solidFill>
              <a:round/>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811" name=""/>
            <p:cNvSpPr/>
            <p:nvPr/>
          </p:nvSpPr>
          <p:spPr>
            <a:xfrm>
              <a:off x="7326360" y="6216480"/>
              <a:ext cx="61920" cy="57240"/>
            </a:xfrm>
            <a:custGeom>
              <a:avLst/>
              <a:gdLst/>
              <a:ahLst/>
              <a:rect l="l" t="t" r="r" b="b"/>
              <a:pathLst>
                <a:path w="39" h="36">
                  <a:moveTo>
                    <a:pt x="0" y="28"/>
                  </a:moveTo>
                  <a:lnTo>
                    <a:pt x="16" y="2"/>
                  </a:lnTo>
                  <a:lnTo>
                    <a:pt x="22" y="0"/>
                  </a:lnTo>
                  <a:lnTo>
                    <a:pt x="20" y="11"/>
                  </a:lnTo>
                  <a:lnTo>
                    <a:pt x="24" y="18"/>
                  </a:lnTo>
                  <a:lnTo>
                    <a:pt x="33" y="17"/>
                  </a:lnTo>
                  <a:lnTo>
                    <a:pt x="37" y="25"/>
                  </a:lnTo>
                  <a:lnTo>
                    <a:pt x="38" y="31"/>
                  </a:lnTo>
                  <a:lnTo>
                    <a:pt x="30" y="35"/>
                  </a:lnTo>
                  <a:lnTo>
                    <a:pt x="30" y="28"/>
                  </a:lnTo>
                  <a:lnTo>
                    <a:pt x="18" y="30"/>
                  </a:lnTo>
                  <a:lnTo>
                    <a:pt x="0" y="28"/>
                  </a:lnTo>
                  <a:lnTo>
                    <a:pt x="0" y="28"/>
                  </a:lnTo>
                </a:path>
              </a:pathLst>
            </a:custGeom>
            <a:solidFill>
              <a:srgbClr val="ff0000"/>
            </a:solidFill>
            <a:ln w="18360">
              <a:solidFill>
                <a:srgbClr val="000000"/>
              </a:solidFill>
              <a:round/>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812" name=""/>
            <p:cNvSpPr/>
            <p:nvPr/>
          </p:nvSpPr>
          <p:spPr>
            <a:xfrm>
              <a:off x="6462720" y="6137280"/>
              <a:ext cx="25560" cy="15840"/>
            </a:xfrm>
            <a:custGeom>
              <a:avLst/>
              <a:gdLst/>
              <a:ahLst/>
              <a:rect l="l" t="t" r="r" b="b"/>
              <a:pathLst>
                <a:path w="16" h="10">
                  <a:moveTo>
                    <a:pt x="0" y="5"/>
                  </a:moveTo>
                  <a:lnTo>
                    <a:pt x="0" y="5"/>
                  </a:lnTo>
                  <a:lnTo>
                    <a:pt x="5" y="9"/>
                  </a:lnTo>
                  <a:lnTo>
                    <a:pt x="15" y="1"/>
                  </a:lnTo>
                  <a:lnTo>
                    <a:pt x="5" y="0"/>
                  </a:lnTo>
                  <a:lnTo>
                    <a:pt x="5" y="3"/>
                  </a:lnTo>
                  <a:lnTo>
                    <a:pt x="0" y="5"/>
                  </a:lnTo>
                  <a:lnTo>
                    <a:pt x="0" y="5"/>
                  </a:lnTo>
                </a:path>
              </a:pathLst>
            </a:custGeom>
            <a:solidFill>
              <a:srgbClr val="ff0000"/>
            </a:solidFill>
            <a:ln w="18360">
              <a:solidFill>
                <a:srgbClr val="000000"/>
              </a:solidFill>
              <a:round/>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813" name=""/>
            <p:cNvSpPr/>
            <p:nvPr/>
          </p:nvSpPr>
          <p:spPr>
            <a:xfrm>
              <a:off x="7640640" y="6014880"/>
              <a:ext cx="101520" cy="47880"/>
            </a:xfrm>
            <a:custGeom>
              <a:avLst/>
              <a:gdLst/>
              <a:ahLst/>
              <a:rect l="l" t="t" r="r" b="b"/>
              <a:pathLst>
                <a:path w="64" h="30">
                  <a:moveTo>
                    <a:pt x="0" y="11"/>
                  </a:moveTo>
                  <a:lnTo>
                    <a:pt x="10" y="0"/>
                  </a:lnTo>
                  <a:lnTo>
                    <a:pt x="19" y="12"/>
                  </a:lnTo>
                  <a:lnTo>
                    <a:pt x="36" y="4"/>
                  </a:lnTo>
                  <a:lnTo>
                    <a:pt x="57" y="1"/>
                  </a:lnTo>
                  <a:lnTo>
                    <a:pt x="63" y="14"/>
                  </a:lnTo>
                  <a:lnTo>
                    <a:pt x="32" y="29"/>
                  </a:lnTo>
                  <a:lnTo>
                    <a:pt x="11" y="26"/>
                  </a:lnTo>
                  <a:lnTo>
                    <a:pt x="0" y="11"/>
                  </a:lnTo>
                  <a:lnTo>
                    <a:pt x="0" y="11"/>
                  </a:lnTo>
                </a:path>
              </a:pathLst>
            </a:custGeom>
            <a:solidFill>
              <a:srgbClr val="ff0000"/>
            </a:solidFill>
            <a:ln w="18360">
              <a:solidFill>
                <a:srgbClr val="000000"/>
              </a:solidFill>
              <a:round/>
            </a:ln>
          </p:spPr>
          <p:style>
            <a:lnRef idx="0"/>
            <a:fillRef idx="0"/>
            <a:effectRef idx="0"/>
            <a:fontRef idx="minor"/>
          </p:style>
          <p:txBody>
            <a:bodyPr lIns="90000" rIns="90000" tIns="1080" bIns="1080" anchor="t">
              <a:noAutofit/>
            </a:bodyPr>
            <a:p>
              <a:endParaRPr b="0" lang="en-IN" sz="2400" strike="noStrike" u="none">
                <a:solidFill>
                  <a:srgbClr val="ffffff"/>
                </a:solidFill>
                <a:effectLst/>
                <a:uFillTx/>
                <a:latin typeface="Times New Roman"/>
              </a:endParaRPr>
            </a:p>
          </p:txBody>
        </p:sp>
        <p:sp>
          <p:nvSpPr>
            <p:cNvPr id="814" name=""/>
            <p:cNvSpPr/>
            <p:nvPr/>
          </p:nvSpPr>
          <p:spPr>
            <a:xfrm>
              <a:off x="7072200" y="6024600"/>
              <a:ext cx="60480" cy="42840"/>
            </a:xfrm>
            <a:custGeom>
              <a:avLst/>
              <a:gdLst/>
              <a:ahLst/>
              <a:rect l="l" t="t" r="r" b="b"/>
              <a:pathLst>
                <a:path w="38" h="27">
                  <a:moveTo>
                    <a:pt x="0" y="21"/>
                  </a:moveTo>
                  <a:lnTo>
                    <a:pt x="0" y="21"/>
                  </a:lnTo>
                  <a:lnTo>
                    <a:pt x="6" y="15"/>
                  </a:lnTo>
                  <a:lnTo>
                    <a:pt x="10" y="0"/>
                  </a:lnTo>
                  <a:lnTo>
                    <a:pt x="37" y="22"/>
                  </a:lnTo>
                  <a:lnTo>
                    <a:pt x="12" y="26"/>
                  </a:lnTo>
                  <a:lnTo>
                    <a:pt x="0" y="21"/>
                  </a:lnTo>
                  <a:lnTo>
                    <a:pt x="0" y="21"/>
                  </a:lnTo>
                </a:path>
              </a:pathLst>
            </a:custGeom>
            <a:solidFill>
              <a:srgbClr val="ff0000"/>
            </a:solidFill>
            <a:ln w="18360">
              <a:solidFill>
                <a:srgbClr val="000000"/>
              </a:solidFill>
              <a:round/>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815" name=""/>
            <p:cNvSpPr/>
            <p:nvPr/>
          </p:nvSpPr>
          <p:spPr>
            <a:xfrm>
              <a:off x="6724800" y="5881680"/>
              <a:ext cx="96840" cy="60480"/>
            </a:xfrm>
            <a:custGeom>
              <a:avLst/>
              <a:gdLst/>
              <a:ahLst/>
              <a:rect l="l" t="t" r="r" b="b"/>
              <a:pathLst>
                <a:path w="61" h="38">
                  <a:moveTo>
                    <a:pt x="0" y="29"/>
                  </a:moveTo>
                  <a:lnTo>
                    <a:pt x="0" y="29"/>
                  </a:lnTo>
                  <a:lnTo>
                    <a:pt x="11" y="9"/>
                  </a:lnTo>
                  <a:lnTo>
                    <a:pt x="7" y="2"/>
                  </a:lnTo>
                  <a:lnTo>
                    <a:pt x="25" y="0"/>
                  </a:lnTo>
                  <a:lnTo>
                    <a:pt x="37" y="7"/>
                  </a:lnTo>
                  <a:lnTo>
                    <a:pt x="46" y="4"/>
                  </a:lnTo>
                  <a:lnTo>
                    <a:pt x="60" y="11"/>
                  </a:lnTo>
                  <a:lnTo>
                    <a:pt x="32" y="26"/>
                  </a:lnTo>
                  <a:lnTo>
                    <a:pt x="30" y="33"/>
                  </a:lnTo>
                  <a:lnTo>
                    <a:pt x="16" y="37"/>
                  </a:lnTo>
                  <a:lnTo>
                    <a:pt x="0" y="29"/>
                  </a:lnTo>
                  <a:lnTo>
                    <a:pt x="0" y="29"/>
                  </a:lnTo>
                </a:path>
              </a:pathLst>
            </a:custGeom>
            <a:solidFill>
              <a:srgbClr val="ff0000"/>
            </a:solidFill>
            <a:ln w="18360">
              <a:solidFill>
                <a:srgbClr val="000000"/>
              </a:solidFill>
              <a:round/>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816" name=""/>
            <p:cNvSpPr/>
            <p:nvPr/>
          </p:nvSpPr>
          <p:spPr>
            <a:xfrm>
              <a:off x="6786720" y="5905440"/>
              <a:ext cx="164880" cy="81000"/>
            </a:xfrm>
            <a:custGeom>
              <a:avLst/>
              <a:gdLst/>
              <a:ahLst/>
              <a:rect l="l" t="t" r="r" b="b"/>
              <a:pathLst>
                <a:path w="104" h="51">
                  <a:moveTo>
                    <a:pt x="0" y="15"/>
                  </a:moveTo>
                  <a:lnTo>
                    <a:pt x="0" y="15"/>
                  </a:lnTo>
                  <a:lnTo>
                    <a:pt x="15" y="2"/>
                  </a:lnTo>
                  <a:lnTo>
                    <a:pt x="40" y="11"/>
                  </a:lnTo>
                  <a:lnTo>
                    <a:pt x="62" y="0"/>
                  </a:lnTo>
                  <a:lnTo>
                    <a:pt x="77" y="6"/>
                  </a:lnTo>
                  <a:lnTo>
                    <a:pt x="83" y="24"/>
                  </a:lnTo>
                  <a:lnTo>
                    <a:pt x="103" y="34"/>
                  </a:lnTo>
                  <a:lnTo>
                    <a:pt x="92" y="46"/>
                  </a:lnTo>
                  <a:lnTo>
                    <a:pt x="71" y="39"/>
                  </a:lnTo>
                  <a:lnTo>
                    <a:pt x="33" y="50"/>
                  </a:lnTo>
                  <a:lnTo>
                    <a:pt x="9" y="35"/>
                  </a:lnTo>
                  <a:lnTo>
                    <a:pt x="8" y="29"/>
                  </a:lnTo>
                  <a:lnTo>
                    <a:pt x="20" y="18"/>
                  </a:lnTo>
                  <a:lnTo>
                    <a:pt x="5" y="21"/>
                  </a:lnTo>
                  <a:lnTo>
                    <a:pt x="0" y="15"/>
                  </a:lnTo>
                  <a:lnTo>
                    <a:pt x="0" y="15"/>
                  </a:lnTo>
                </a:path>
              </a:pathLst>
            </a:custGeom>
            <a:solidFill>
              <a:srgbClr val="ff0000"/>
            </a:solidFill>
            <a:ln w="18360">
              <a:solidFill>
                <a:srgbClr val="000000"/>
              </a:solidFill>
              <a:round/>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817" name=""/>
            <p:cNvSpPr/>
            <p:nvPr/>
          </p:nvSpPr>
          <p:spPr>
            <a:xfrm>
              <a:off x="8251920" y="6842160"/>
              <a:ext cx="66600" cy="128520"/>
            </a:xfrm>
            <a:custGeom>
              <a:avLst/>
              <a:gdLst/>
              <a:ahLst/>
              <a:rect l="l" t="t" r="r" b="b"/>
              <a:pathLst>
                <a:path w="42" h="81">
                  <a:moveTo>
                    <a:pt x="0" y="57"/>
                  </a:moveTo>
                  <a:lnTo>
                    <a:pt x="0" y="57"/>
                  </a:lnTo>
                  <a:lnTo>
                    <a:pt x="5" y="74"/>
                  </a:lnTo>
                  <a:lnTo>
                    <a:pt x="12" y="80"/>
                  </a:lnTo>
                  <a:lnTo>
                    <a:pt x="24" y="74"/>
                  </a:lnTo>
                  <a:lnTo>
                    <a:pt x="41" y="21"/>
                  </a:lnTo>
                  <a:lnTo>
                    <a:pt x="34" y="0"/>
                  </a:lnTo>
                  <a:lnTo>
                    <a:pt x="5" y="31"/>
                  </a:lnTo>
                  <a:lnTo>
                    <a:pt x="8" y="46"/>
                  </a:lnTo>
                  <a:lnTo>
                    <a:pt x="0" y="57"/>
                  </a:lnTo>
                  <a:lnTo>
                    <a:pt x="0" y="57"/>
                  </a:lnTo>
                </a:path>
              </a:pathLst>
            </a:custGeom>
            <a:solidFill>
              <a:srgbClr val="ff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18" name=""/>
            <p:cNvSpPr/>
            <p:nvPr/>
          </p:nvSpPr>
          <p:spPr>
            <a:xfrm>
              <a:off x="8891640" y="6829560"/>
              <a:ext cx="361800" cy="274680"/>
            </a:xfrm>
            <a:custGeom>
              <a:avLst/>
              <a:gdLst/>
              <a:ahLst/>
              <a:rect l="l" t="t" r="r" b="b"/>
              <a:pathLst>
                <a:path w="228" h="173">
                  <a:moveTo>
                    <a:pt x="0" y="93"/>
                  </a:moveTo>
                  <a:lnTo>
                    <a:pt x="2" y="69"/>
                  </a:lnTo>
                  <a:lnTo>
                    <a:pt x="17" y="57"/>
                  </a:lnTo>
                  <a:lnTo>
                    <a:pt x="42" y="53"/>
                  </a:lnTo>
                  <a:lnTo>
                    <a:pt x="48" y="37"/>
                  </a:lnTo>
                  <a:lnTo>
                    <a:pt x="70" y="18"/>
                  </a:lnTo>
                  <a:lnTo>
                    <a:pt x="84" y="24"/>
                  </a:lnTo>
                  <a:lnTo>
                    <a:pt x="94" y="11"/>
                  </a:lnTo>
                  <a:lnTo>
                    <a:pt x="103" y="2"/>
                  </a:lnTo>
                  <a:lnTo>
                    <a:pt x="129" y="9"/>
                  </a:lnTo>
                  <a:lnTo>
                    <a:pt x="124" y="25"/>
                  </a:lnTo>
                  <a:lnTo>
                    <a:pt x="150" y="41"/>
                  </a:lnTo>
                  <a:lnTo>
                    <a:pt x="157" y="33"/>
                  </a:lnTo>
                  <a:lnTo>
                    <a:pt x="159" y="8"/>
                  </a:lnTo>
                  <a:lnTo>
                    <a:pt x="166" y="0"/>
                  </a:lnTo>
                  <a:lnTo>
                    <a:pt x="180" y="25"/>
                  </a:lnTo>
                  <a:lnTo>
                    <a:pt x="187" y="48"/>
                  </a:lnTo>
                  <a:lnTo>
                    <a:pt x="201" y="56"/>
                  </a:lnTo>
                  <a:lnTo>
                    <a:pt x="211" y="76"/>
                  </a:lnTo>
                  <a:lnTo>
                    <a:pt x="223" y="85"/>
                  </a:lnTo>
                  <a:lnTo>
                    <a:pt x="227" y="105"/>
                  </a:lnTo>
                  <a:lnTo>
                    <a:pt x="224" y="122"/>
                  </a:lnTo>
                  <a:lnTo>
                    <a:pt x="214" y="138"/>
                  </a:lnTo>
                  <a:lnTo>
                    <a:pt x="206" y="164"/>
                  </a:lnTo>
                  <a:lnTo>
                    <a:pt x="186" y="172"/>
                  </a:lnTo>
                  <a:lnTo>
                    <a:pt x="177" y="165"/>
                  </a:lnTo>
                  <a:lnTo>
                    <a:pt x="169" y="172"/>
                  </a:lnTo>
                  <a:lnTo>
                    <a:pt x="149" y="162"/>
                  </a:lnTo>
                  <a:lnTo>
                    <a:pt x="146" y="149"/>
                  </a:lnTo>
                  <a:lnTo>
                    <a:pt x="137" y="132"/>
                  </a:lnTo>
                  <a:lnTo>
                    <a:pt x="127" y="147"/>
                  </a:lnTo>
                  <a:lnTo>
                    <a:pt x="117" y="132"/>
                  </a:lnTo>
                  <a:lnTo>
                    <a:pt x="100" y="125"/>
                  </a:lnTo>
                  <a:lnTo>
                    <a:pt x="69" y="129"/>
                  </a:lnTo>
                  <a:lnTo>
                    <a:pt x="56" y="139"/>
                  </a:lnTo>
                  <a:lnTo>
                    <a:pt x="35" y="140"/>
                  </a:lnTo>
                  <a:lnTo>
                    <a:pt x="24" y="147"/>
                  </a:lnTo>
                  <a:lnTo>
                    <a:pt x="8" y="142"/>
                  </a:lnTo>
                  <a:lnTo>
                    <a:pt x="12" y="126"/>
                  </a:lnTo>
                  <a:lnTo>
                    <a:pt x="0" y="93"/>
                  </a:lnTo>
                  <a:lnTo>
                    <a:pt x="0" y="93"/>
                  </a:lnTo>
                </a:path>
              </a:pathLst>
            </a:custGeom>
            <a:solidFill>
              <a:srgbClr val="ff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19" name=""/>
            <p:cNvSpPr/>
            <p:nvPr/>
          </p:nvSpPr>
          <p:spPr>
            <a:xfrm>
              <a:off x="9172440" y="7121520"/>
              <a:ext cx="34920" cy="34920"/>
            </a:xfrm>
            <a:custGeom>
              <a:avLst/>
              <a:gdLst/>
              <a:ahLst/>
              <a:rect l="l" t="t" r="r" b="b"/>
              <a:pathLst>
                <a:path w="22" h="22">
                  <a:moveTo>
                    <a:pt x="0" y="4"/>
                  </a:moveTo>
                  <a:lnTo>
                    <a:pt x="0" y="4"/>
                  </a:lnTo>
                  <a:lnTo>
                    <a:pt x="0" y="0"/>
                  </a:lnTo>
                  <a:lnTo>
                    <a:pt x="18" y="2"/>
                  </a:lnTo>
                  <a:lnTo>
                    <a:pt x="21" y="12"/>
                  </a:lnTo>
                  <a:lnTo>
                    <a:pt x="11" y="21"/>
                  </a:lnTo>
                  <a:lnTo>
                    <a:pt x="0" y="4"/>
                  </a:lnTo>
                  <a:lnTo>
                    <a:pt x="0" y="4"/>
                  </a:lnTo>
                </a:path>
              </a:pathLst>
            </a:custGeom>
            <a:solidFill>
              <a:srgbClr val="ff0000"/>
            </a:solidFill>
            <a:ln w="18360">
              <a:solidFill>
                <a:srgbClr val="000000"/>
              </a:solidFill>
              <a:round/>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820" name=""/>
            <p:cNvSpPr/>
            <p:nvPr/>
          </p:nvSpPr>
          <p:spPr>
            <a:xfrm>
              <a:off x="9369360" y="7121520"/>
              <a:ext cx="69840" cy="69840"/>
            </a:xfrm>
            <a:custGeom>
              <a:avLst/>
              <a:gdLst/>
              <a:ahLst/>
              <a:rect l="l" t="t" r="r" b="b"/>
              <a:pathLst>
                <a:path w="44" h="44">
                  <a:moveTo>
                    <a:pt x="0" y="37"/>
                  </a:moveTo>
                  <a:lnTo>
                    <a:pt x="0" y="37"/>
                  </a:lnTo>
                  <a:lnTo>
                    <a:pt x="9" y="25"/>
                  </a:lnTo>
                  <a:lnTo>
                    <a:pt x="26" y="15"/>
                  </a:lnTo>
                  <a:lnTo>
                    <a:pt x="33" y="0"/>
                  </a:lnTo>
                  <a:lnTo>
                    <a:pt x="43" y="7"/>
                  </a:lnTo>
                  <a:lnTo>
                    <a:pt x="37" y="23"/>
                  </a:lnTo>
                  <a:lnTo>
                    <a:pt x="28" y="24"/>
                  </a:lnTo>
                  <a:lnTo>
                    <a:pt x="13" y="43"/>
                  </a:lnTo>
                  <a:lnTo>
                    <a:pt x="0" y="37"/>
                  </a:lnTo>
                  <a:lnTo>
                    <a:pt x="0" y="37"/>
                  </a:lnTo>
                </a:path>
              </a:pathLst>
            </a:custGeom>
            <a:solidFill>
              <a:srgbClr val="ff0000"/>
            </a:solidFill>
            <a:ln w="18360">
              <a:solidFill>
                <a:srgbClr val="000000"/>
              </a:solidFill>
              <a:round/>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821" name=""/>
            <p:cNvSpPr/>
            <p:nvPr/>
          </p:nvSpPr>
          <p:spPr>
            <a:xfrm>
              <a:off x="9423360" y="7056360"/>
              <a:ext cx="54000" cy="74520"/>
            </a:xfrm>
            <a:custGeom>
              <a:avLst/>
              <a:gdLst/>
              <a:ahLst/>
              <a:rect l="l" t="t" r="r" b="b"/>
              <a:pathLst>
                <a:path w="34" h="47">
                  <a:moveTo>
                    <a:pt x="0" y="0"/>
                  </a:moveTo>
                  <a:lnTo>
                    <a:pt x="0" y="0"/>
                  </a:lnTo>
                  <a:lnTo>
                    <a:pt x="20" y="17"/>
                  </a:lnTo>
                  <a:lnTo>
                    <a:pt x="33" y="21"/>
                  </a:lnTo>
                  <a:lnTo>
                    <a:pt x="30" y="32"/>
                  </a:lnTo>
                  <a:lnTo>
                    <a:pt x="19" y="46"/>
                  </a:lnTo>
                  <a:lnTo>
                    <a:pt x="7" y="33"/>
                  </a:lnTo>
                  <a:lnTo>
                    <a:pt x="14" y="24"/>
                  </a:lnTo>
                  <a:lnTo>
                    <a:pt x="13" y="17"/>
                  </a:lnTo>
                  <a:lnTo>
                    <a:pt x="0" y="0"/>
                  </a:lnTo>
                  <a:lnTo>
                    <a:pt x="0" y="0"/>
                  </a:lnTo>
                </a:path>
              </a:pathLst>
            </a:custGeom>
            <a:solidFill>
              <a:srgbClr val="ff0000"/>
            </a:solidFill>
            <a:ln w="18360">
              <a:solidFill>
                <a:srgbClr val="000000"/>
              </a:solidFill>
              <a:round/>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822" name=""/>
            <p:cNvSpPr/>
            <p:nvPr/>
          </p:nvSpPr>
          <p:spPr>
            <a:xfrm>
              <a:off x="7705800" y="6378480"/>
              <a:ext cx="625320" cy="679680"/>
            </a:xfrm>
            <a:custGeom>
              <a:avLst/>
              <a:gdLst/>
              <a:ahLst/>
              <a:rect l="l" t="t" r="r" b="b"/>
              <a:pathLst>
                <a:path w="394" h="428">
                  <a:moveTo>
                    <a:pt x="13" y="156"/>
                  </a:moveTo>
                  <a:lnTo>
                    <a:pt x="15" y="159"/>
                  </a:lnTo>
                  <a:lnTo>
                    <a:pt x="24" y="170"/>
                  </a:lnTo>
                  <a:lnTo>
                    <a:pt x="35" y="182"/>
                  </a:lnTo>
                  <a:lnTo>
                    <a:pt x="57" y="197"/>
                  </a:lnTo>
                  <a:lnTo>
                    <a:pt x="89" y="196"/>
                  </a:lnTo>
                  <a:lnTo>
                    <a:pt x="128" y="187"/>
                  </a:lnTo>
                  <a:lnTo>
                    <a:pt x="135" y="198"/>
                  </a:lnTo>
                  <a:lnTo>
                    <a:pt x="148" y="196"/>
                  </a:lnTo>
                  <a:lnTo>
                    <a:pt x="150" y="227"/>
                  </a:lnTo>
                  <a:lnTo>
                    <a:pt x="168" y="251"/>
                  </a:lnTo>
                  <a:lnTo>
                    <a:pt x="179" y="285"/>
                  </a:lnTo>
                  <a:lnTo>
                    <a:pt x="166" y="322"/>
                  </a:lnTo>
                  <a:lnTo>
                    <a:pt x="182" y="354"/>
                  </a:lnTo>
                  <a:lnTo>
                    <a:pt x="186" y="383"/>
                  </a:lnTo>
                  <a:lnTo>
                    <a:pt x="205" y="427"/>
                  </a:lnTo>
                  <a:lnTo>
                    <a:pt x="254" y="420"/>
                  </a:lnTo>
                  <a:lnTo>
                    <a:pt x="284" y="390"/>
                  </a:lnTo>
                  <a:lnTo>
                    <a:pt x="288" y="372"/>
                  </a:lnTo>
                  <a:lnTo>
                    <a:pt x="303" y="364"/>
                  </a:lnTo>
                  <a:lnTo>
                    <a:pt x="297" y="338"/>
                  </a:lnTo>
                  <a:lnTo>
                    <a:pt x="331" y="312"/>
                  </a:lnTo>
                  <a:lnTo>
                    <a:pt x="331" y="281"/>
                  </a:lnTo>
                  <a:lnTo>
                    <a:pt x="321" y="258"/>
                  </a:lnTo>
                  <a:lnTo>
                    <a:pt x="338" y="231"/>
                  </a:lnTo>
                  <a:lnTo>
                    <a:pt x="371" y="199"/>
                  </a:lnTo>
                  <a:lnTo>
                    <a:pt x="393" y="163"/>
                  </a:lnTo>
                  <a:lnTo>
                    <a:pt x="390" y="154"/>
                  </a:lnTo>
                  <a:lnTo>
                    <a:pt x="356" y="163"/>
                  </a:lnTo>
                  <a:lnTo>
                    <a:pt x="346" y="148"/>
                  </a:lnTo>
                  <a:lnTo>
                    <a:pt x="326" y="135"/>
                  </a:lnTo>
                  <a:lnTo>
                    <a:pt x="319" y="117"/>
                  </a:lnTo>
                  <a:lnTo>
                    <a:pt x="304" y="82"/>
                  </a:lnTo>
                  <a:lnTo>
                    <a:pt x="284" y="48"/>
                  </a:lnTo>
                  <a:lnTo>
                    <a:pt x="275" y="36"/>
                  </a:lnTo>
                  <a:lnTo>
                    <a:pt x="266" y="41"/>
                  </a:lnTo>
                  <a:lnTo>
                    <a:pt x="242" y="35"/>
                  </a:lnTo>
                  <a:lnTo>
                    <a:pt x="213" y="32"/>
                  </a:lnTo>
                  <a:lnTo>
                    <a:pt x="208" y="43"/>
                  </a:lnTo>
                  <a:lnTo>
                    <a:pt x="186" y="31"/>
                  </a:lnTo>
                  <a:lnTo>
                    <a:pt x="156" y="20"/>
                  </a:lnTo>
                  <a:lnTo>
                    <a:pt x="163" y="0"/>
                  </a:lnTo>
                  <a:lnTo>
                    <a:pt x="150" y="1"/>
                  </a:lnTo>
                  <a:lnTo>
                    <a:pt x="109" y="3"/>
                  </a:lnTo>
                  <a:lnTo>
                    <a:pt x="88" y="13"/>
                  </a:lnTo>
                  <a:lnTo>
                    <a:pt x="67" y="9"/>
                  </a:lnTo>
                  <a:lnTo>
                    <a:pt x="49" y="29"/>
                  </a:lnTo>
                  <a:lnTo>
                    <a:pt x="42" y="51"/>
                  </a:lnTo>
                  <a:lnTo>
                    <a:pt x="27" y="58"/>
                  </a:lnTo>
                  <a:lnTo>
                    <a:pt x="4" y="100"/>
                  </a:lnTo>
                  <a:lnTo>
                    <a:pt x="9" y="114"/>
                  </a:lnTo>
                  <a:lnTo>
                    <a:pt x="0" y="136"/>
                  </a:lnTo>
                  <a:lnTo>
                    <a:pt x="13" y="156"/>
                  </a:lnTo>
                  <a:lnTo>
                    <a:pt x="13" y="156"/>
                  </a:lnTo>
                </a:path>
              </a:pathLst>
            </a:custGeom>
            <a:solidFill>
              <a:srgbClr val="ff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23" name=""/>
            <p:cNvSpPr/>
            <p:nvPr/>
          </p:nvSpPr>
          <p:spPr>
            <a:xfrm>
              <a:off x="9045720" y="6735600"/>
              <a:ext cx="183960" cy="88920"/>
            </a:xfrm>
            <a:custGeom>
              <a:avLst/>
              <a:gdLst/>
              <a:ahLst/>
              <a:rect l="l" t="t" r="r" b="b"/>
              <a:pathLst>
                <a:path w="116" h="56">
                  <a:moveTo>
                    <a:pt x="0" y="5"/>
                  </a:moveTo>
                  <a:lnTo>
                    <a:pt x="0" y="5"/>
                  </a:lnTo>
                  <a:lnTo>
                    <a:pt x="18" y="10"/>
                  </a:lnTo>
                  <a:lnTo>
                    <a:pt x="12" y="19"/>
                  </a:lnTo>
                  <a:lnTo>
                    <a:pt x="42" y="29"/>
                  </a:lnTo>
                  <a:lnTo>
                    <a:pt x="40" y="46"/>
                  </a:lnTo>
                  <a:lnTo>
                    <a:pt x="69" y="50"/>
                  </a:lnTo>
                  <a:lnTo>
                    <a:pt x="79" y="41"/>
                  </a:lnTo>
                  <a:lnTo>
                    <a:pt x="115" y="55"/>
                  </a:lnTo>
                  <a:lnTo>
                    <a:pt x="97" y="32"/>
                  </a:lnTo>
                  <a:lnTo>
                    <a:pt x="41" y="5"/>
                  </a:lnTo>
                  <a:lnTo>
                    <a:pt x="9" y="0"/>
                  </a:lnTo>
                  <a:lnTo>
                    <a:pt x="0" y="5"/>
                  </a:lnTo>
                  <a:lnTo>
                    <a:pt x="0" y="5"/>
                  </a:lnTo>
                </a:path>
              </a:pathLst>
            </a:custGeom>
            <a:solidFill>
              <a:srgbClr val="ff0000"/>
            </a:solidFill>
            <a:ln w="18360">
              <a:solidFill>
                <a:srgbClr val="000000"/>
              </a:solidFill>
              <a:round/>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824" name=""/>
            <p:cNvSpPr/>
            <p:nvPr/>
          </p:nvSpPr>
          <p:spPr>
            <a:xfrm>
              <a:off x="8966160" y="6643800"/>
              <a:ext cx="39600" cy="38160"/>
            </a:xfrm>
            <a:custGeom>
              <a:avLst/>
              <a:gdLst/>
              <a:ahLst/>
              <a:rect l="l" t="t" r="r" b="b"/>
              <a:pathLst>
                <a:path w="25" h="24">
                  <a:moveTo>
                    <a:pt x="0" y="15"/>
                  </a:moveTo>
                  <a:lnTo>
                    <a:pt x="0" y="15"/>
                  </a:lnTo>
                  <a:lnTo>
                    <a:pt x="5" y="8"/>
                  </a:lnTo>
                  <a:lnTo>
                    <a:pt x="21" y="0"/>
                  </a:lnTo>
                  <a:lnTo>
                    <a:pt x="24" y="13"/>
                  </a:lnTo>
                  <a:lnTo>
                    <a:pt x="21" y="23"/>
                  </a:lnTo>
                  <a:lnTo>
                    <a:pt x="9" y="11"/>
                  </a:lnTo>
                  <a:lnTo>
                    <a:pt x="0" y="15"/>
                  </a:lnTo>
                  <a:lnTo>
                    <a:pt x="0" y="15"/>
                  </a:lnTo>
                </a:path>
              </a:pathLst>
            </a:custGeom>
            <a:solidFill>
              <a:srgbClr val="ff0000"/>
            </a:solidFill>
            <a:ln w="18360">
              <a:solidFill>
                <a:srgbClr val="000000"/>
              </a:solidFill>
              <a:round/>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825" name=""/>
            <p:cNvSpPr/>
            <p:nvPr/>
          </p:nvSpPr>
          <p:spPr>
            <a:xfrm>
              <a:off x="8947080" y="6559560"/>
              <a:ext cx="39600" cy="60480"/>
            </a:xfrm>
            <a:custGeom>
              <a:avLst/>
              <a:gdLst/>
              <a:ahLst/>
              <a:rect l="l" t="t" r="r" b="b"/>
              <a:pathLst>
                <a:path w="25" h="38">
                  <a:moveTo>
                    <a:pt x="0" y="15"/>
                  </a:moveTo>
                  <a:lnTo>
                    <a:pt x="0" y="15"/>
                  </a:lnTo>
                  <a:lnTo>
                    <a:pt x="5" y="0"/>
                  </a:lnTo>
                  <a:lnTo>
                    <a:pt x="13" y="0"/>
                  </a:lnTo>
                  <a:lnTo>
                    <a:pt x="15" y="10"/>
                  </a:lnTo>
                  <a:lnTo>
                    <a:pt x="8" y="20"/>
                  </a:lnTo>
                  <a:lnTo>
                    <a:pt x="24" y="37"/>
                  </a:lnTo>
                  <a:lnTo>
                    <a:pt x="5" y="29"/>
                  </a:lnTo>
                  <a:lnTo>
                    <a:pt x="0" y="15"/>
                  </a:lnTo>
                  <a:lnTo>
                    <a:pt x="0" y="15"/>
                  </a:lnTo>
                </a:path>
              </a:pathLst>
            </a:custGeom>
            <a:solidFill>
              <a:srgbClr val="ff0000"/>
            </a:solidFill>
            <a:ln w="18360">
              <a:solidFill>
                <a:srgbClr val="000000"/>
              </a:solidFill>
              <a:round/>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826" name=""/>
            <p:cNvSpPr/>
            <p:nvPr/>
          </p:nvSpPr>
          <p:spPr>
            <a:xfrm>
              <a:off x="8939160" y="6716880"/>
              <a:ext cx="58680" cy="66600"/>
            </a:xfrm>
            <a:custGeom>
              <a:avLst/>
              <a:gdLst/>
              <a:ahLst/>
              <a:rect l="l" t="t" r="r" b="b"/>
              <a:pathLst>
                <a:path w="37" h="42">
                  <a:moveTo>
                    <a:pt x="0" y="24"/>
                  </a:moveTo>
                  <a:lnTo>
                    <a:pt x="0" y="24"/>
                  </a:lnTo>
                  <a:lnTo>
                    <a:pt x="2" y="39"/>
                  </a:lnTo>
                  <a:lnTo>
                    <a:pt x="13" y="41"/>
                  </a:lnTo>
                  <a:lnTo>
                    <a:pt x="22" y="35"/>
                  </a:lnTo>
                  <a:lnTo>
                    <a:pt x="13" y="20"/>
                  </a:lnTo>
                  <a:lnTo>
                    <a:pt x="31" y="7"/>
                  </a:lnTo>
                  <a:lnTo>
                    <a:pt x="36" y="0"/>
                  </a:lnTo>
                  <a:lnTo>
                    <a:pt x="12" y="1"/>
                  </a:lnTo>
                  <a:lnTo>
                    <a:pt x="7" y="5"/>
                  </a:lnTo>
                  <a:lnTo>
                    <a:pt x="0" y="24"/>
                  </a:lnTo>
                  <a:lnTo>
                    <a:pt x="0" y="24"/>
                  </a:lnTo>
                </a:path>
              </a:pathLst>
            </a:custGeom>
            <a:solidFill>
              <a:srgbClr val="ff0000"/>
            </a:solidFill>
            <a:ln w="18360">
              <a:solidFill>
                <a:srgbClr val="000000"/>
              </a:solidFill>
              <a:round/>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827" name=""/>
            <p:cNvSpPr/>
            <p:nvPr/>
          </p:nvSpPr>
          <p:spPr>
            <a:xfrm>
              <a:off x="8848800" y="6667560"/>
              <a:ext cx="93600" cy="101520"/>
            </a:xfrm>
            <a:custGeom>
              <a:avLst/>
              <a:gdLst/>
              <a:ahLst/>
              <a:rect l="l" t="t" r="r" b="b"/>
              <a:pathLst>
                <a:path w="59" h="64">
                  <a:moveTo>
                    <a:pt x="0" y="38"/>
                  </a:moveTo>
                  <a:lnTo>
                    <a:pt x="0" y="38"/>
                  </a:lnTo>
                  <a:lnTo>
                    <a:pt x="5" y="31"/>
                  </a:lnTo>
                  <a:lnTo>
                    <a:pt x="47" y="0"/>
                  </a:lnTo>
                  <a:lnTo>
                    <a:pt x="58" y="10"/>
                  </a:lnTo>
                  <a:lnTo>
                    <a:pt x="47" y="20"/>
                  </a:lnTo>
                  <a:lnTo>
                    <a:pt x="51" y="34"/>
                  </a:lnTo>
                  <a:lnTo>
                    <a:pt x="34" y="63"/>
                  </a:lnTo>
                  <a:lnTo>
                    <a:pt x="8" y="57"/>
                  </a:lnTo>
                  <a:lnTo>
                    <a:pt x="0" y="38"/>
                  </a:lnTo>
                  <a:lnTo>
                    <a:pt x="0" y="38"/>
                  </a:lnTo>
                </a:path>
              </a:pathLst>
            </a:custGeom>
            <a:solidFill>
              <a:srgbClr val="ff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28" name=""/>
            <p:cNvSpPr/>
            <p:nvPr/>
          </p:nvSpPr>
          <p:spPr>
            <a:xfrm>
              <a:off x="8817120" y="6786720"/>
              <a:ext cx="83880" cy="27000"/>
            </a:xfrm>
            <a:custGeom>
              <a:avLst/>
              <a:gdLst/>
              <a:ahLst/>
              <a:rect l="l" t="t" r="r" b="b"/>
              <a:pathLst>
                <a:path w="53" h="17">
                  <a:moveTo>
                    <a:pt x="0" y="4"/>
                  </a:moveTo>
                  <a:lnTo>
                    <a:pt x="0" y="4"/>
                  </a:lnTo>
                  <a:lnTo>
                    <a:pt x="3" y="0"/>
                  </a:lnTo>
                  <a:lnTo>
                    <a:pt x="40" y="5"/>
                  </a:lnTo>
                  <a:lnTo>
                    <a:pt x="52" y="9"/>
                  </a:lnTo>
                  <a:lnTo>
                    <a:pt x="52" y="16"/>
                  </a:lnTo>
                  <a:lnTo>
                    <a:pt x="10" y="8"/>
                  </a:lnTo>
                  <a:lnTo>
                    <a:pt x="0" y="4"/>
                  </a:lnTo>
                  <a:lnTo>
                    <a:pt x="0" y="4"/>
                  </a:lnTo>
                </a:path>
              </a:pathLst>
            </a:custGeom>
            <a:solidFill>
              <a:srgbClr val="ff0000"/>
            </a:solidFill>
            <a:ln w="18360">
              <a:solidFill>
                <a:srgbClr val="000000"/>
              </a:solidFill>
              <a:round/>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829" name=""/>
            <p:cNvSpPr/>
            <p:nvPr/>
          </p:nvSpPr>
          <p:spPr>
            <a:xfrm>
              <a:off x="8724960" y="6680160"/>
              <a:ext cx="100080" cy="106560"/>
            </a:xfrm>
            <a:custGeom>
              <a:avLst/>
              <a:gdLst/>
              <a:ahLst/>
              <a:rect l="l" t="t" r="r" b="b"/>
              <a:pathLst>
                <a:path w="63" h="67">
                  <a:moveTo>
                    <a:pt x="0" y="0"/>
                  </a:moveTo>
                  <a:lnTo>
                    <a:pt x="0" y="0"/>
                  </a:lnTo>
                  <a:lnTo>
                    <a:pt x="13" y="2"/>
                  </a:lnTo>
                  <a:lnTo>
                    <a:pt x="45" y="26"/>
                  </a:lnTo>
                  <a:lnTo>
                    <a:pt x="48" y="37"/>
                  </a:lnTo>
                  <a:lnTo>
                    <a:pt x="62" y="50"/>
                  </a:lnTo>
                  <a:lnTo>
                    <a:pt x="54" y="66"/>
                  </a:lnTo>
                  <a:lnTo>
                    <a:pt x="41" y="55"/>
                  </a:lnTo>
                  <a:lnTo>
                    <a:pt x="20" y="23"/>
                  </a:lnTo>
                  <a:lnTo>
                    <a:pt x="0" y="0"/>
                  </a:lnTo>
                  <a:lnTo>
                    <a:pt x="0" y="0"/>
                  </a:lnTo>
                </a:path>
              </a:pathLst>
            </a:custGeom>
            <a:solidFill>
              <a:srgbClr val="ff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30" name=""/>
            <p:cNvSpPr/>
            <p:nvPr/>
          </p:nvSpPr>
          <p:spPr>
            <a:xfrm>
              <a:off x="9128160" y="6288120"/>
              <a:ext cx="55440" cy="41400"/>
            </a:xfrm>
            <a:custGeom>
              <a:avLst/>
              <a:gdLst/>
              <a:ahLst/>
              <a:rect l="l" t="t" r="r" b="b"/>
              <a:pathLst>
                <a:path w="35" h="26">
                  <a:moveTo>
                    <a:pt x="0" y="21"/>
                  </a:moveTo>
                  <a:lnTo>
                    <a:pt x="0" y="21"/>
                  </a:lnTo>
                  <a:lnTo>
                    <a:pt x="4" y="21"/>
                  </a:lnTo>
                  <a:lnTo>
                    <a:pt x="20" y="25"/>
                  </a:lnTo>
                  <a:lnTo>
                    <a:pt x="34" y="15"/>
                  </a:lnTo>
                  <a:lnTo>
                    <a:pt x="32" y="8"/>
                  </a:lnTo>
                  <a:lnTo>
                    <a:pt x="12" y="0"/>
                  </a:lnTo>
                  <a:lnTo>
                    <a:pt x="0" y="21"/>
                  </a:lnTo>
                  <a:lnTo>
                    <a:pt x="0" y="21"/>
                  </a:lnTo>
                </a:path>
              </a:pathLst>
            </a:custGeom>
            <a:solidFill>
              <a:srgbClr val="ff0000"/>
            </a:solidFill>
            <a:ln w="18360">
              <a:solidFill>
                <a:srgbClr val="000000"/>
              </a:solidFill>
              <a:round/>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831" name=""/>
            <p:cNvSpPr/>
            <p:nvPr/>
          </p:nvSpPr>
          <p:spPr>
            <a:xfrm>
              <a:off x="9144000" y="6181560"/>
              <a:ext cx="30240" cy="101880"/>
            </a:xfrm>
            <a:custGeom>
              <a:avLst/>
              <a:gdLst/>
              <a:ahLst/>
              <a:rect l="l" t="t" r="r" b="b"/>
              <a:pathLst>
                <a:path w="19" h="64">
                  <a:moveTo>
                    <a:pt x="0" y="16"/>
                  </a:moveTo>
                  <a:lnTo>
                    <a:pt x="0" y="16"/>
                  </a:lnTo>
                  <a:lnTo>
                    <a:pt x="4" y="63"/>
                  </a:lnTo>
                  <a:lnTo>
                    <a:pt x="18" y="44"/>
                  </a:lnTo>
                  <a:lnTo>
                    <a:pt x="7" y="0"/>
                  </a:lnTo>
                  <a:lnTo>
                    <a:pt x="0" y="16"/>
                  </a:lnTo>
                  <a:lnTo>
                    <a:pt x="0" y="16"/>
                  </a:lnTo>
                </a:path>
              </a:pathLst>
            </a:custGeom>
            <a:solidFill>
              <a:srgbClr val="ff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32" name=""/>
            <p:cNvSpPr/>
            <p:nvPr/>
          </p:nvSpPr>
          <p:spPr>
            <a:xfrm>
              <a:off x="9048600" y="6334200"/>
              <a:ext cx="101880" cy="77760"/>
            </a:xfrm>
            <a:custGeom>
              <a:avLst/>
              <a:gdLst/>
              <a:ahLst/>
              <a:rect l="l" t="t" r="r" b="b"/>
              <a:pathLst>
                <a:path w="64" h="49">
                  <a:moveTo>
                    <a:pt x="0" y="48"/>
                  </a:moveTo>
                  <a:lnTo>
                    <a:pt x="0" y="48"/>
                  </a:lnTo>
                  <a:lnTo>
                    <a:pt x="10" y="39"/>
                  </a:lnTo>
                  <a:lnTo>
                    <a:pt x="27" y="39"/>
                  </a:lnTo>
                  <a:lnTo>
                    <a:pt x="35" y="26"/>
                  </a:lnTo>
                  <a:lnTo>
                    <a:pt x="50" y="17"/>
                  </a:lnTo>
                  <a:lnTo>
                    <a:pt x="60" y="0"/>
                  </a:lnTo>
                  <a:lnTo>
                    <a:pt x="63" y="12"/>
                  </a:lnTo>
                  <a:lnTo>
                    <a:pt x="53" y="40"/>
                  </a:lnTo>
                  <a:lnTo>
                    <a:pt x="33" y="47"/>
                  </a:lnTo>
                  <a:lnTo>
                    <a:pt x="19" y="45"/>
                  </a:lnTo>
                  <a:lnTo>
                    <a:pt x="0" y="48"/>
                  </a:lnTo>
                  <a:lnTo>
                    <a:pt x="0" y="48"/>
                  </a:lnTo>
                </a:path>
              </a:pathLst>
            </a:custGeom>
            <a:solidFill>
              <a:srgbClr val="ff0000"/>
            </a:solidFill>
            <a:ln w="18360">
              <a:solidFill>
                <a:srgbClr val="000000"/>
              </a:solidFill>
              <a:round/>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833" name=""/>
            <p:cNvSpPr/>
            <p:nvPr/>
          </p:nvSpPr>
          <p:spPr>
            <a:xfrm>
              <a:off x="8585280" y="6643800"/>
              <a:ext cx="19080" cy="33120"/>
            </a:xfrm>
            <a:custGeom>
              <a:avLst/>
              <a:gdLst/>
              <a:ahLst/>
              <a:rect l="l" t="t" r="r" b="b"/>
              <a:pathLst>
                <a:path w="12" h="21">
                  <a:moveTo>
                    <a:pt x="0" y="0"/>
                  </a:moveTo>
                  <a:lnTo>
                    <a:pt x="0" y="0"/>
                  </a:lnTo>
                  <a:lnTo>
                    <a:pt x="2" y="20"/>
                  </a:lnTo>
                  <a:lnTo>
                    <a:pt x="11" y="17"/>
                  </a:lnTo>
                  <a:lnTo>
                    <a:pt x="6" y="3"/>
                  </a:lnTo>
                  <a:lnTo>
                    <a:pt x="0" y="0"/>
                  </a:lnTo>
                  <a:lnTo>
                    <a:pt x="0" y="0"/>
                  </a:lnTo>
                </a:path>
              </a:pathLst>
            </a:custGeom>
            <a:solidFill>
              <a:srgbClr val="ff0000"/>
            </a:solidFill>
            <a:ln w="18360">
              <a:solidFill>
                <a:srgbClr val="000000"/>
              </a:solidFill>
              <a:round/>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834" name=""/>
            <p:cNvSpPr/>
            <p:nvPr/>
          </p:nvSpPr>
          <p:spPr>
            <a:xfrm>
              <a:off x="7959600" y="5776920"/>
              <a:ext cx="98640" cy="69840"/>
            </a:xfrm>
            <a:custGeom>
              <a:avLst/>
              <a:gdLst/>
              <a:ahLst/>
              <a:rect l="l" t="t" r="r" b="b"/>
              <a:pathLst>
                <a:path w="62" h="44">
                  <a:moveTo>
                    <a:pt x="0" y="5"/>
                  </a:moveTo>
                  <a:lnTo>
                    <a:pt x="0" y="5"/>
                  </a:lnTo>
                  <a:lnTo>
                    <a:pt x="1" y="10"/>
                  </a:lnTo>
                  <a:lnTo>
                    <a:pt x="12" y="24"/>
                  </a:lnTo>
                  <a:lnTo>
                    <a:pt x="28" y="21"/>
                  </a:lnTo>
                  <a:lnTo>
                    <a:pt x="18" y="26"/>
                  </a:lnTo>
                  <a:lnTo>
                    <a:pt x="30" y="33"/>
                  </a:lnTo>
                  <a:lnTo>
                    <a:pt x="19" y="34"/>
                  </a:lnTo>
                  <a:lnTo>
                    <a:pt x="36" y="43"/>
                  </a:lnTo>
                  <a:lnTo>
                    <a:pt x="61" y="15"/>
                  </a:lnTo>
                  <a:lnTo>
                    <a:pt x="32" y="0"/>
                  </a:lnTo>
                  <a:lnTo>
                    <a:pt x="33" y="15"/>
                  </a:lnTo>
                  <a:lnTo>
                    <a:pt x="21" y="3"/>
                  </a:lnTo>
                  <a:lnTo>
                    <a:pt x="0" y="5"/>
                  </a:lnTo>
                  <a:lnTo>
                    <a:pt x="0" y="5"/>
                  </a:lnTo>
                </a:path>
              </a:pathLst>
            </a:custGeom>
            <a:solidFill>
              <a:srgbClr val="ff0000"/>
            </a:solidFill>
            <a:ln w="18360">
              <a:solidFill>
                <a:srgbClr val="000000"/>
              </a:solidFill>
              <a:round/>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835" name=""/>
            <p:cNvSpPr/>
            <p:nvPr/>
          </p:nvSpPr>
          <p:spPr>
            <a:xfrm>
              <a:off x="8028000" y="5767560"/>
              <a:ext cx="82440" cy="29880"/>
            </a:xfrm>
            <a:custGeom>
              <a:avLst/>
              <a:gdLst/>
              <a:ahLst/>
              <a:rect l="l" t="t" r="r" b="b"/>
              <a:pathLst>
                <a:path w="52" h="19">
                  <a:moveTo>
                    <a:pt x="0" y="8"/>
                  </a:moveTo>
                  <a:lnTo>
                    <a:pt x="8" y="13"/>
                  </a:lnTo>
                  <a:lnTo>
                    <a:pt x="29" y="18"/>
                  </a:lnTo>
                  <a:lnTo>
                    <a:pt x="51" y="8"/>
                  </a:lnTo>
                  <a:lnTo>
                    <a:pt x="38" y="2"/>
                  </a:lnTo>
                  <a:lnTo>
                    <a:pt x="23" y="7"/>
                  </a:lnTo>
                  <a:lnTo>
                    <a:pt x="8" y="0"/>
                  </a:lnTo>
                  <a:lnTo>
                    <a:pt x="0" y="8"/>
                  </a:lnTo>
                  <a:lnTo>
                    <a:pt x="0" y="8"/>
                  </a:lnTo>
                </a:path>
              </a:pathLst>
            </a:custGeom>
            <a:solidFill>
              <a:srgbClr val="ff0000"/>
            </a:solidFill>
            <a:ln w="18360">
              <a:solidFill>
                <a:srgbClr val="000000"/>
              </a:solidFill>
              <a:round/>
            </a:ln>
          </p:spPr>
          <p:style>
            <a:lnRef idx="0"/>
            <a:fillRef idx="0"/>
            <a:effectRef idx="0"/>
            <a:fontRef idx="minor"/>
          </p:style>
          <p:txBody>
            <a:bodyPr lIns="90000" rIns="90000" tIns="-16920" bIns="-16920" anchor="t">
              <a:noAutofit/>
            </a:bodyPr>
            <a:p>
              <a:endParaRPr b="0" lang="en-IN" sz="2400" strike="noStrike" u="none">
                <a:solidFill>
                  <a:srgbClr val="ffffff"/>
                </a:solidFill>
                <a:effectLst/>
                <a:uFillTx/>
                <a:latin typeface="Times New Roman"/>
              </a:endParaRPr>
            </a:p>
          </p:txBody>
        </p:sp>
        <p:sp>
          <p:nvSpPr>
            <p:cNvPr id="836" name=""/>
            <p:cNvSpPr/>
            <p:nvPr/>
          </p:nvSpPr>
          <p:spPr>
            <a:xfrm>
              <a:off x="8050320" y="5813280"/>
              <a:ext cx="39600" cy="22320"/>
            </a:xfrm>
            <a:custGeom>
              <a:avLst/>
              <a:gdLst/>
              <a:ahLst/>
              <a:rect l="l" t="t" r="r" b="b"/>
              <a:pathLst>
                <a:path w="25" h="14">
                  <a:moveTo>
                    <a:pt x="0" y="10"/>
                  </a:moveTo>
                  <a:lnTo>
                    <a:pt x="2" y="4"/>
                  </a:lnTo>
                  <a:lnTo>
                    <a:pt x="13" y="0"/>
                  </a:lnTo>
                  <a:lnTo>
                    <a:pt x="24" y="7"/>
                  </a:lnTo>
                  <a:lnTo>
                    <a:pt x="10" y="13"/>
                  </a:lnTo>
                  <a:lnTo>
                    <a:pt x="0" y="10"/>
                  </a:lnTo>
                  <a:lnTo>
                    <a:pt x="0" y="10"/>
                  </a:lnTo>
                </a:path>
              </a:pathLst>
            </a:custGeom>
            <a:solidFill>
              <a:srgbClr val="ff0000"/>
            </a:solidFill>
            <a:ln w="18360">
              <a:solidFill>
                <a:srgbClr val="000000"/>
              </a:solidFill>
              <a:round/>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837" name=""/>
            <p:cNvSpPr/>
            <p:nvPr/>
          </p:nvSpPr>
          <p:spPr>
            <a:xfrm>
              <a:off x="8329680" y="5908680"/>
              <a:ext cx="57240" cy="42840"/>
            </a:xfrm>
            <a:custGeom>
              <a:avLst/>
              <a:gdLst/>
              <a:ahLst/>
              <a:rect l="l" t="t" r="r" b="b"/>
              <a:pathLst>
                <a:path w="36" h="27">
                  <a:moveTo>
                    <a:pt x="0" y="12"/>
                  </a:moveTo>
                  <a:lnTo>
                    <a:pt x="14" y="18"/>
                  </a:lnTo>
                  <a:lnTo>
                    <a:pt x="13" y="25"/>
                  </a:lnTo>
                  <a:lnTo>
                    <a:pt x="35" y="26"/>
                  </a:lnTo>
                  <a:lnTo>
                    <a:pt x="23" y="4"/>
                  </a:lnTo>
                  <a:lnTo>
                    <a:pt x="9" y="0"/>
                  </a:lnTo>
                  <a:lnTo>
                    <a:pt x="0" y="12"/>
                  </a:lnTo>
                  <a:lnTo>
                    <a:pt x="0" y="12"/>
                  </a:lnTo>
                </a:path>
              </a:pathLst>
            </a:custGeom>
            <a:solidFill>
              <a:srgbClr val="ff0000"/>
            </a:solidFill>
            <a:ln w="18360">
              <a:solidFill>
                <a:srgbClr val="000000"/>
              </a:solidFill>
              <a:round/>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838" name=""/>
            <p:cNvSpPr/>
            <p:nvPr/>
          </p:nvSpPr>
          <p:spPr>
            <a:xfrm>
              <a:off x="8348760" y="5838840"/>
              <a:ext cx="133200" cy="69840"/>
            </a:xfrm>
            <a:custGeom>
              <a:avLst/>
              <a:gdLst/>
              <a:ahLst/>
              <a:rect l="l" t="t" r="r" b="b"/>
              <a:pathLst>
                <a:path w="84" h="44">
                  <a:moveTo>
                    <a:pt x="0" y="37"/>
                  </a:moveTo>
                  <a:lnTo>
                    <a:pt x="17" y="43"/>
                  </a:lnTo>
                  <a:lnTo>
                    <a:pt x="39" y="22"/>
                  </a:lnTo>
                  <a:lnTo>
                    <a:pt x="83" y="8"/>
                  </a:lnTo>
                  <a:lnTo>
                    <a:pt x="79" y="0"/>
                  </a:lnTo>
                  <a:lnTo>
                    <a:pt x="42" y="8"/>
                  </a:lnTo>
                  <a:lnTo>
                    <a:pt x="11" y="21"/>
                  </a:lnTo>
                  <a:lnTo>
                    <a:pt x="0" y="37"/>
                  </a:lnTo>
                  <a:lnTo>
                    <a:pt x="0" y="37"/>
                  </a:lnTo>
                </a:path>
              </a:pathLst>
            </a:custGeom>
            <a:solidFill>
              <a:srgbClr val="ff0000"/>
            </a:solidFill>
            <a:ln w="18360">
              <a:solidFill>
                <a:srgbClr val="000000"/>
              </a:solidFill>
              <a:round/>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839" name=""/>
            <p:cNvSpPr/>
            <p:nvPr/>
          </p:nvSpPr>
          <p:spPr>
            <a:xfrm>
              <a:off x="7772400" y="6172200"/>
              <a:ext cx="42840" cy="41400"/>
            </a:xfrm>
            <a:custGeom>
              <a:avLst/>
              <a:gdLst/>
              <a:ahLst/>
              <a:rect l="l" t="t" r="r" b="b"/>
              <a:pathLst>
                <a:path w="27" h="26">
                  <a:moveTo>
                    <a:pt x="2" y="25"/>
                  </a:moveTo>
                  <a:lnTo>
                    <a:pt x="22" y="24"/>
                  </a:lnTo>
                  <a:lnTo>
                    <a:pt x="26" y="5"/>
                  </a:lnTo>
                  <a:lnTo>
                    <a:pt x="16" y="0"/>
                  </a:lnTo>
                  <a:lnTo>
                    <a:pt x="0" y="9"/>
                  </a:lnTo>
                  <a:lnTo>
                    <a:pt x="7" y="16"/>
                  </a:lnTo>
                  <a:lnTo>
                    <a:pt x="2" y="25"/>
                  </a:lnTo>
                  <a:lnTo>
                    <a:pt x="2" y="25"/>
                  </a:lnTo>
                </a:path>
              </a:pathLst>
            </a:custGeom>
            <a:solidFill>
              <a:srgbClr val="ff0000"/>
            </a:solidFill>
            <a:ln w="18360">
              <a:solidFill>
                <a:srgbClr val="000000"/>
              </a:solidFill>
              <a:round/>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840" name=""/>
            <p:cNvSpPr/>
            <p:nvPr/>
          </p:nvSpPr>
          <p:spPr>
            <a:xfrm>
              <a:off x="7810560" y="6127920"/>
              <a:ext cx="69840" cy="109440"/>
            </a:xfrm>
            <a:custGeom>
              <a:avLst/>
              <a:gdLst/>
              <a:ahLst/>
              <a:rect l="l" t="t" r="r" b="b"/>
              <a:pathLst>
                <a:path w="44" h="69">
                  <a:moveTo>
                    <a:pt x="0" y="15"/>
                  </a:moveTo>
                  <a:lnTo>
                    <a:pt x="0" y="15"/>
                  </a:lnTo>
                  <a:lnTo>
                    <a:pt x="6" y="1"/>
                  </a:lnTo>
                  <a:lnTo>
                    <a:pt x="15" y="0"/>
                  </a:lnTo>
                  <a:lnTo>
                    <a:pt x="10" y="8"/>
                  </a:lnTo>
                  <a:lnTo>
                    <a:pt x="23" y="9"/>
                  </a:lnTo>
                  <a:lnTo>
                    <a:pt x="15" y="22"/>
                  </a:lnTo>
                  <a:lnTo>
                    <a:pt x="25" y="26"/>
                  </a:lnTo>
                  <a:lnTo>
                    <a:pt x="35" y="38"/>
                  </a:lnTo>
                  <a:lnTo>
                    <a:pt x="34" y="46"/>
                  </a:lnTo>
                  <a:lnTo>
                    <a:pt x="43" y="48"/>
                  </a:lnTo>
                  <a:lnTo>
                    <a:pt x="42" y="59"/>
                  </a:lnTo>
                  <a:lnTo>
                    <a:pt x="1" y="68"/>
                  </a:lnTo>
                  <a:lnTo>
                    <a:pt x="14" y="57"/>
                  </a:lnTo>
                  <a:lnTo>
                    <a:pt x="4" y="53"/>
                  </a:lnTo>
                  <a:lnTo>
                    <a:pt x="7" y="46"/>
                  </a:lnTo>
                  <a:lnTo>
                    <a:pt x="16" y="42"/>
                  </a:lnTo>
                  <a:lnTo>
                    <a:pt x="16" y="30"/>
                  </a:lnTo>
                  <a:lnTo>
                    <a:pt x="5" y="31"/>
                  </a:lnTo>
                  <a:lnTo>
                    <a:pt x="4" y="16"/>
                  </a:lnTo>
                  <a:lnTo>
                    <a:pt x="0" y="15"/>
                  </a:lnTo>
                  <a:lnTo>
                    <a:pt x="0" y="15"/>
                  </a:lnTo>
                </a:path>
              </a:pathLst>
            </a:custGeom>
            <a:solidFill>
              <a:srgbClr val="ff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41" name=""/>
            <p:cNvSpPr/>
            <p:nvPr/>
          </p:nvSpPr>
          <p:spPr>
            <a:xfrm>
              <a:off x="7937640" y="6334200"/>
              <a:ext cx="15840" cy="25200"/>
            </a:xfrm>
            <a:custGeom>
              <a:avLst/>
              <a:gdLst/>
              <a:ahLst/>
              <a:rect l="l" t="t" r="r" b="b"/>
              <a:pathLst>
                <a:path w="10" h="16">
                  <a:moveTo>
                    <a:pt x="0" y="2"/>
                  </a:moveTo>
                  <a:lnTo>
                    <a:pt x="0" y="2"/>
                  </a:lnTo>
                  <a:lnTo>
                    <a:pt x="2" y="13"/>
                  </a:lnTo>
                  <a:lnTo>
                    <a:pt x="5" y="15"/>
                  </a:lnTo>
                  <a:lnTo>
                    <a:pt x="9" y="5"/>
                  </a:lnTo>
                  <a:lnTo>
                    <a:pt x="6" y="0"/>
                  </a:lnTo>
                  <a:lnTo>
                    <a:pt x="0" y="2"/>
                  </a:lnTo>
                  <a:lnTo>
                    <a:pt x="0" y="2"/>
                  </a:lnTo>
                </a:path>
              </a:pathLst>
            </a:custGeom>
            <a:solidFill>
              <a:srgbClr val="ff0000"/>
            </a:solidFill>
            <a:ln w="18360">
              <a:solidFill>
                <a:srgbClr val="000000"/>
              </a:solidFill>
              <a:round/>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842" name=""/>
            <p:cNvSpPr/>
            <p:nvPr/>
          </p:nvSpPr>
          <p:spPr>
            <a:xfrm>
              <a:off x="7977240" y="6365880"/>
              <a:ext cx="27000" cy="17280"/>
            </a:xfrm>
            <a:custGeom>
              <a:avLst/>
              <a:gdLst/>
              <a:ahLst/>
              <a:rect l="l" t="t" r="r" b="b"/>
              <a:pathLst>
                <a:path w="17" h="11">
                  <a:moveTo>
                    <a:pt x="0" y="2"/>
                  </a:moveTo>
                  <a:lnTo>
                    <a:pt x="0" y="2"/>
                  </a:lnTo>
                  <a:lnTo>
                    <a:pt x="14" y="10"/>
                  </a:lnTo>
                  <a:lnTo>
                    <a:pt x="16" y="0"/>
                  </a:lnTo>
                  <a:lnTo>
                    <a:pt x="0" y="2"/>
                  </a:lnTo>
                  <a:lnTo>
                    <a:pt x="0" y="2"/>
                  </a:lnTo>
                </a:path>
              </a:pathLst>
            </a:custGeom>
            <a:solidFill>
              <a:srgbClr val="ff0000"/>
            </a:solidFill>
            <a:ln w="18360">
              <a:solidFill>
                <a:srgbClr val="000000"/>
              </a:solidFill>
              <a:round/>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843" name=""/>
            <p:cNvSpPr/>
            <p:nvPr/>
          </p:nvSpPr>
          <p:spPr>
            <a:xfrm>
              <a:off x="7781760" y="5824440"/>
              <a:ext cx="1805040" cy="893880"/>
            </a:xfrm>
            <a:custGeom>
              <a:avLst/>
              <a:gdLst/>
              <a:ahLst/>
              <a:rect l="l" t="t" r="r" b="b"/>
              <a:pathLst>
                <a:path w="1137" h="563">
                  <a:moveTo>
                    <a:pt x="236" y="397"/>
                  </a:moveTo>
                  <a:lnTo>
                    <a:pt x="251" y="399"/>
                  </a:lnTo>
                  <a:lnTo>
                    <a:pt x="251" y="399"/>
                  </a:lnTo>
                  <a:lnTo>
                    <a:pt x="270" y="432"/>
                  </a:lnTo>
                  <a:lnTo>
                    <a:pt x="286" y="458"/>
                  </a:lnTo>
                  <a:lnTo>
                    <a:pt x="295" y="477"/>
                  </a:lnTo>
                  <a:lnTo>
                    <a:pt x="300" y="499"/>
                  </a:lnTo>
                  <a:lnTo>
                    <a:pt x="329" y="491"/>
                  </a:lnTo>
                  <a:lnTo>
                    <a:pt x="365" y="473"/>
                  </a:lnTo>
                  <a:lnTo>
                    <a:pt x="381" y="461"/>
                  </a:lnTo>
                  <a:lnTo>
                    <a:pt x="393" y="441"/>
                  </a:lnTo>
                  <a:lnTo>
                    <a:pt x="372" y="419"/>
                  </a:lnTo>
                  <a:lnTo>
                    <a:pt x="359" y="430"/>
                  </a:lnTo>
                  <a:lnTo>
                    <a:pt x="350" y="429"/>
                  </a:lnTo>
                  <a:lnTo>
                    <a:pt x="342" y="427"/>
                  </a:lnTo>
                  <a:lnTo>
                    <a:pt x="328" y="403"/>
                  </a:lnTo>
                  <a:lnTo>
                    <a:pt x="325" y="395"/>
                  </a:lnTo>
                  <a:lnTo>
                    <a:pt x="337" y="394"/>
                  </a:lnTo>
                  <a:lnTo>
                    <a:pt x="345" y="407"/>
                  </a:lnTo>
                  <a:lnTo>
                    <a:pt x="379" y="421"/>
                  </a:lnTo>
                  <a:lnTo>
                    <a:pt x="431" y="423"/>
                  </a:lnTo>
                  <a:lnTo>
                    <a:pt x="453" y="451"/>
                  </a:lnTo>
                  <a:lnTo>
                    <a:pt x="461" y="449"/>
                  </a:lnTo>
                  <a:lnTo>
                    <a:pt x="475" y="481"/>
                  </a:lnTo>
                  <a:lnTo>
                    <a:pt x="480" y="500"/>
                  </a:lnTo>
                  <a:lnTo>
                    <a:pt x="493" y="525"/>
                  </a:lnTo>
                  <a:lnTo>
                    <a:pt x="506" y="512"/>
                  </a:lnTo>
                  <a:lnTo>
                    <a:pt x="509" y="481"/>
                  </a:lnTo>
                  <a:lnTo>
                    <a:pt x="553" y="443"/>
                  </a:lnTo>
                  <a:lnTo>
                    <a:pt x="567" y="445"/>
                  </a:lnTo>
                  <a:lnTo>
                    <a:pt x="574" y="439"/>
                  </a:lnTo>
                  <a:lnTo>
                    <a:pt x="590" y="465"/>
                  </a:lnTo>
                  <a:lnTo>
                    <a:pt x="589" y="480"/>
                  </a:lnTo>
                  <a:lnTo>
                    <a:pt x="604" y="470"/>
                  </a:lnTo>
                  <a:lnTo>
                    <a:pt x="612" y="524"/>
                  </a:lnTo>
                  <a:lnTo>
                    <a:pt x="624" y="534"/>
                  </a:lnTo>
                  <a:lnTo>
                    <a:pt x="630" y="555"/>
                  </a:lnTo>
                  <a:lnTo>
                    <a:pt x="644" y="562"/>
                  </a:lnTo>
                  <a:lnTo>
                    <a:pt x="644" y="562"/>
                  </a:lnTo>
                  <a:lnTo>
                    <a:pt x="642" y="542"/>
                  </a:lnTo>
                  <a:lnTo>
                    <a:pt x="626" y="529"/>
                  </a:lnTo>
                  <a:lnTo>
                    <a:pt x="618" y="512"/>
                  </a:lnTo>
                  <a:lnTo>
                    <a:pt x="623" y="492"/>
                  </a:lnTo>
                  <a:lnTo>
                    <a:pt x="642" y="510"/>
                  </a:lnTo>
                  <a:lnTo>
                    <a:pt x="650" y="522"/>
                  </a:lnTo>
                  <a:lnTo>
                    <a:pt x="675" y="505"/>
                  </a:lnTo>
                  <a:lnTo>
                    <a:pt x="672" y="483"/>
                  </a:lnTo>
                  <a:lnTo>
                    <a:pt x="654" y="463"/>
                  </a:lnTo>
                  <a:lnTo>
                    <a:pt x="668" y="446"/>
                  </a:lnTo>
                  <a:lnTo>
                    <a:pt x="680" y="454"/>
                  </a:lnTo>
                  <a:lnTo>
                    <a:pt x="696" y="444"/>
                  </a:lnTo>
                  <a:lnTo>
                    <a:pt x="729" y="427"/>
                  </a:lnTo>
                  <a:lnTo>
                    <a:pt x="746" y="384"/>
                  </a:lnTo>
                  <a:lnTo>
                    <a:pt x="731" y="363"/>
                  </a:lnTo>
                  <a:lnTo>
                    <a:pt x="751" y="348"/>
                  </a:lnTo>
                  <a:lnTo>
                    <a:pt x="741" y="345"/>
                  </a:lnTo>
                  <a:lnTo>
                    <a:pt x="730" y="349"/>
                  </a:lnTo>
                  <a:lnTo>
                    <a:pt x="722" y="341"/>
                  </a:lnTo>
                  <a:lnTo>
                    <a:pt x="745" y="323"/>
                  </a:lnTo>
                  <a:lnTo>
                    <a:pt x="743" y="338"/>
                  </a:lnTo>
                  <a:lnTo>
                    <a:pt x="767" y="333"/>
                  </a:lnTo>
                  <a:lnTo>
                    <a:pt x="773" y="345"/>
                  </a:lnTo>
                  <a:lnTo>
                    <a:pt x="771" y="368"/>
                  </a:lnTo>
                  <a:lnTo>
                    <a:pt x="791" y="356"/>
                  </a:lnTo>
                  <a:lnTo>
                    <a:pt x="779" y="331"/>
                  </a:lnTo>
                  <a:lnTo>
                    <a:pt x="804" y="306"/>
                  </a:lnTo>
                  <a:lnTo>
                    <a:pt x="812" y="312"/>
                  </a:lnTo>
                  <a:lnTo>
                    <a:pt x="851" y="270"/>
                  </a:lnTo>
                  <a:lnTo>
                    <a:pt x="858" y="243"/>
                  </a:lnTo>
                  <a:lnTo>
                    <a:pt x="849" y="226"/>
                  </a:lnTo>
                  <a:lnTo>
                    <a:pt x="822" y="222"/>
                  </a:lnTo>
                  <a:lnTo>
                    <a:pt x="865" y="185"/>
                  </a:lnTo>
                  <a:lnTo>
                    <a:pt x="900" y="185"/>
                  </a:lnTo>
                  <a:lnTo>
                    <a:pt x="934" y="186"/>
                  </a:lnTo>
                  <a:lnTo>
                    <a:pt x="948" y="165"/>
                  </a:lnTo>
                  <a:lnTo>
                    <a:pt x="967" y="162"/>
                  </a:lnTo>
                  <a:lnTo>
                    <a:pt x="965" y="175"/>
                  </a:lnTo>
                  <a:lnTo>
                    <a:pt x="988" y="160"/>
                  </a:lnTo>
                  <a:lnTo>
                    <a:pt x="945" y="197"/>
                  </a:lnTo>
                  <a:lnTo>
                    <a:pt x="940" y="206"/>
                  </a:lnTo>
                  <a:lnTo>
                    <a:pt x="945" y="251"/>
                  </a:lnTo>
                  <a:lnTo>
                    <a:pt x="976" y="222"/>
                  </a:lnTo>
                  <a:lnTo>
                    <a:pt x="975" y="195"/>
                  </a:lnTo>
                  <a:lnTo>
                    <a:pt x="983" y="180"/>
                  </a:lnTo>
                  <a:lnTo>
                    <a:pt x="1010" y="174"/>
                  </a:lnTo>
                  <a:lnTo>
                    <a:pt x="1023" y="180"/>
                  </a:lnTo>
                  <a:lnTo>
                    <a:pt x="1061" y="157"/>
                  </a:lnTo>
                  <a:lnTo>
                    <a:pt x="1075" y="153"/>
                  </a:lnTo>
                  <a:lnTo>
                    <a:pt x="1069" y="139"/>
                  </a:lnTo>
                  <a:lnTo>
                    <a:pt x="1086" y="130"/>
                  </a:lnTo>
                  <a:lnTo>
                    <a:pt x="1122" y="140"/>
                  </a:lnTo>
                  <a:lnTo>
                    <a:pt x="1136" y="124"/>
                  </a:lnTo>
                  <a:lnTo>
                    <a:pt x="1105" y="109"/>
                  </a:lnTo>
                  <a:lnTo>
                    <a:pt x="1068" y="91"/>
                  </a:lnTo>
                  <a:lnTo>
                    <a:pt x="1025" y="86"/>
                  </a:lnTo>
                  <a:lnTo>
                    <a:pt x="1020" y="98"/>
                  </a:lnTo>
                  <a:lnTo>
                    <a:pt x="1003" y="91"/>
                  </a:lnTo>
                  <a:lnTo>
                    <a:pt x="973" y="92"/>
                  </a:lnTo>
                  <a:lnTo>
                    <a:pt x="958" y="76"/>
                  </a:lnTo>
                  <a:lnTo>
                    <a:pt x="922" y="78"/>
                  </a:lnTo>
                  <a:lnTo>
                    <a:pt x="903" y="63"/>
                  </a:lnTo>
                  <a:lnTo>
                    <a:pt x="856" y="56"/>
                  </a:lnTo>
                  <a:lnTo>
                    <a:pt x="838" y="73"/>
                  </a:lnTo>
                  <a:lnTo>
                    <a:pt x="808" y="65"/>
                  </a:lnTo>
                  <a:lnTo>
                    <a:pt x="800" y="79"/>
                  </a:lnTo>
                  <a:lnTo>
                    <a:pt x="790" y="53"/>
                  </a:lnTo>
                  <a:lnTo>
                    <a:pt x="755" y="46"/>
                  </a:lnTo>
                  <a:lnTo>
                    <a:pt x="754" y="53"/>
                  </a:lnTo>
                  <a:lnTo>
                    <a:pt x="712" y="46"/>
                  </a:lnTo>
                  <a:lnTo>
                    <a:pt x="684" y="46"/>
                  </a:lnTo>
                  <a:lnTo>
                    <a:pt x="658" y="53"/>
                  </a:lnTo>
                  <a:lnTo>
                    <a:pt x="697" y="31"/>
                  </a:lnTo>
                  <a:lnTo>
                    <a:pt x="700" y="22"/>
                  </a:lnTo>
                  <a:lnTo>
                    <a:pt x="685" y="11"/>
                  </a:lnTo>
                  <a:lnTo>
                    <a:pt x="657" y="15"/>
                  </a:lnTo>
                  <a:lnTo>
                    <a:pt x="663" y="9"/>
                  </a:lnTo>
                  <a:lnTo>
                    <a:pt x="646" y="0"/>
                  </a:lnTo>
                  <a:lnTo>
                    <a:pt x="614" y="17"/>
                  </a:lnTo>
                  <a:lnTo>
                    <a:pt x="584" y="22"/>
                  </a:lnTo>
                  <a:lnTo>
                    <a:pt x="552" y="32"/>
                  </a:lnTo>
                  <a:lnTo>
                    <a:pt x="546" y="44"/>
                  </a:lnTo>
                  <a:lnTo>
                    <a:pt x="511" y="48"/>
                  </a:lnTo>
                  <a:lnTo>
                    <a:pt x="514" y="60"/>
                  </a:lnTo>
                  <a:lnTo>
                    <a:pt x="527" y="68"/>
                  </a:lnTo>
                  <a:lnTo>
                    <a:pt x="499" y="62"/>
                  </a:lnTo>
                  <a:lnTo>
                    <a:pt x="499" y="76"/>
                  </a:lnTo>
                  <a:lnTo>
                    <a:pt x="484" y="73"/>
                  </a:lnTo>
                  <a:lnTo>
                    <a:pt x="479" y="62"/>
                  </a:lnTo>
                  <a:lnTo>
                    <a:pt x="468" y="69"/>
                  </a:lnTo>
                  <a:lnTo>
                    <a:pt x="475" y="79"/>
                  </a:lnTo>
                  <a:lnTo>
                    <a:pt x="468" y="109"/>
                  </a:lnTo>
                  <a:lnTo>
                    <a:pt x="460" y="55"/>
                  </a:lnTo>
                  <a:lnTo>
                    <a:pt x="447" y="55"/>
                  </a:lnTo>
                  <a:lnTo>
                    <a:pt x="433" y="89"/>
                  </a:lnTo>
                  <a:lnTo>
                    <a:pt x="446" y="97"/>
                  </a:lnTo>
                  <a:lnTo>
                    <a:pt x="441" y="104"/>
                  </a:lnTo>
                  <a:lnTo>
                    <a:pt x="418" y="90"/>
                  </a:lnTo>
                  <a:lnTo>
                    <a:pt x="399" y="88"/>
                  </a:lnTo>
                  <a:lnTo>
                    <a:pt x="399" y="97"/>
                  </a:lnTo>
                  <a:lnTo>
                    <a:pt x="364" y="104"/>
                  </a:lnTo>
                  <a:lnTo>
                    <a:pt x="359" y="97"/>
                  </a:lnTo>
                  <a:lnTo>
                    <a:pt x="325" y="111"/>
                  </a:lnTo>
                  <a:lnTo>
                    <a:pt x="303" y="103"/>
                  </a:lnTo>
                  <a:lnTo>
                    <a:pt x="303" y="126"/>
                  </a:lnTo>
                  <a:lnTo>
                    <a:pt x="293" y="119"/>
                  </a:lnTo>
                  <a:lnTo>
                    <a:pt x="279" y="130"/>
                  </a:lnTo>
                  <a:lnTo>
                    <a:pt x="286" y="140"/>
                  </a:lnTo>
                  <a:lnTo>
                    <a:pt x="262" y="138"/>
                  </a:lnTo>
                  <a:lnTo>
                    <a:pt x="267" y="147"/>
                  </a:lnTo>
                  <a:lnTo>
                    <a:pt x="249" y="140"/>
                  </a:lnTo>
                  <a:lnTo>
                    <a:pt x="250" y="126"/>
                  </a:lnTo>
                  <a:lnTo>
                    <a:pt x="234" y="115"/>
                  </a:lnTo>
                  <a:lnTo>
                    <a:pt x="273" y="125"/>
                  </a:lnTo>
                  <a:lnTo>
                    <a:pt x="286" y="110"/>
                  </a:lnTo>
                  <a:lnTo>
                    <a:pt x="256" y="94"/>
                  </a:lnTo>
                  <a:lnTo>
                    <a:pt x="234" y="87"/>
                  </a:lnTo>
                  <a:lnTo>
                    <a:pt x="215" y="85"/>
                  </a:lnTo>
                  <a:lnTo>
                    <a:pt x="228" y="82"/>
                  </a:lnTo>
                  <a:lnTo>
                    <a:pt x="209" y="75"/>
                  </a:lnTo>
                  <a:lnTo>
                    <a:pt x="194" y="75"/>
                  </a:lnTo>
                  <a:lnTo>
                    <a:pt x="184" y="87"/>
                  </a:lnTo>
                  <a:lnTo>
                    <a:pt x="175" y="82"/>
                  </a:lnTo>
                  <a:lnTo>
                    <a:pt x="162" y="94"/>
                  </a:lnTo>
                  <a:lnTo>
                    <a:pt x="156" y="91"/>
                  </a:lnTo>
                  <a:lnTo>
                    <a:pt x="153" y="98"/>
                  </a:lnTo>
                  <a:lnTo>
                    <a:pt x="141" y="105"/>
                  </a:lnTo>
                  <a:lnTo>
                    <a:pt x="123" y="133"/>
                  </a:lnTo>
                  <a:lnTo>
                    <a:pt x="108" y="145"/>
                  </a:lnTo>
                  <a:lnTo>
                    <a:pt x="82" y="161"/>
                  </a:lnTo>
                  <a:lnTo>
                    <a:pt x="95" y="167"/>
                  </a:lnTo>
                  <a:lnTo>
                    <a:pt x="82" y="170"/>
                  </a:lnTo>
                  <a:lnTo>
                    <a:pt x="84" y="192"/>
                  </a:lnTo>
                  <a:lnTo>
                    <a:pt x="99" y="193"/>
                  </a:lnTo>
                  <a:lnTo>
                    <a:pt x="112" y="180"/>
                  </a:lnTo>
                  <a:lnTo>
                    <a:pt x="119" y="200"/>
                  </a:lnTo>
                  <a:lnTo>
                    <a:pt x="126" y="207"/>
                  </a:lnTo>
                  <a:lnTo>
                    <a:pt x="125" y="217"/>
                  </a:lnTo>
                  <a:lnTo>
                    <a:pt x="142" y="212"/>
                  </a:lnTo>
                  <a:lnTo>
                    <a:pt x="148" y="192"/>
                  </a:lnTo>
                  <a:lnTo>
                    <a:pt x="144" y="191"/>
                  </a:lnTo>
                  <a:lnTo>
                    <a:pt x="159" y="180"/>
                  </a:lnTo>
                  <a:lnTo>
                    <a:pt x="150" y="174"/>
                  </a:lnTo>
                  <a:lnTo>
                    <a:pt x="150" y="157"/>
                  </a:lnTo>
                  <a:lnTo>
                    <a:pt x="175" y="140"/>
                  </a:lnTo>
                  <a:lnTo>
                    <a:pt x="176" y="128"/>
                  </a:lnTo>
                  <a:lnTo>
                    <a:pt x="189" y="125"/>
                  </a:lnTo>
                  <a:lnTo>
                    <a:pt x="197" y="135"/>
                  </a:lnTo>
                  <a:lnTo>
                    <a:pt x="172" y="154"/>
                  </a:lnTo>
                  <a:lnTo>
                    <a:pt x="173" y="174"/>
                  </a:lnTo>
                  <a:lnTo>
                    <a:pt x="183" y="180"/>
                  </a:lnTo>
                  <a:lnTo>
                    <a:pt x="211" y="174"/>
                  </a:lnTo>
                  <a:lnTo>
                    <a:pt x="225" y="179"/>
                  </a:lnTo>
                  <a:lnTo>
                    <a:pt x="186" y="185"/>
                  </a:lnTo>
                  <a:lnTo>
                    <a:pt x="189" y="205"/>
                  </a:lnTo>
                  <a:lnTo>
                    <a:pt x="180" y="197"/>
                  </a:lnTo>
                  <a:lnTo>
                    <a:pt x="172" y="206"/>
                  </a:lnTo>
                  <a:lnTo>
                    <a:pt x="171" y="218"/>
                  </a:lnTo>
                  <a:lnTo>
                    <a:pt x="163" y="224"/>
                  </a:lnTo>
                  <a:lnTo>
                    <a:pt x="150" y="222"/>
                  </a:lnTo>
                  <a:lnTo>
                    <a:pt x="132" y="229"/>
                  </a:lnTo>
                  <a:lnTo>
                    <a:pt x="124" y="224"/>
                  </a:lnTo>
                  <a:lnTo>
                    <a:pt x="114" y="225"/>
                  </a:lnTo>
                  <a:lnTo>
                    <a:pt x="106" y="221"/>
                  </a:lnTo>
                  <a:lnTo>
                    <a:pt x="114" y="210"/>
                  </a:lnTo>
                  <a:lnTo>
                    <a:pt x="111" y="198"/>
                  </a:lnTo>
                  <a:lnTo>
                    <a:pt x="99" y="205"/>
                  </a:lnTo>
                  <a:lnTo>
                    <a:pt x="99" y="217"/>
                  </a:lnTo>
                  <a:lnTo>
                    <a:pt x="102" y="234"/>
                  </a:lnTo>
                  <a:lnTo>
                    <a:pt x="97" y="231"/>
                  </a:lnTo>
                  <a:lnTo>
                    <a:pt x="83" y="234"/>
                  </a:lnTo>
                  <a:lnTo>
                    <a:pt x="80" y="246"/>
                  </a:lnTo>
                  <a:lnTo>
                    <a:pt x="62" y="251"/>
                  </a:lnTo>
                  <a:lnTo>
                    <a:pt x="55" y="263"/>
                  </a:lnTo>
                  <a:lnTo>
                    <a:pt x="42" y="261"/>
                  </a:lnTo>
                  <a:lnTo>
                    <a:pt x="44" y="269"/>
                  </a:lnTo>
                  <a:lnTo>
                    <a:pt x="27" y="270"/>
                  </a:lnTo>
                  <a:lnTo>
                    <a:pt x="28" y="275"/>
                  </a:lnTo>
                  <a:lnTo>
                    <a:pt x="43" y="279"/>
                  </a:lnTo>
                  <a:lnTo>
                    <a:pt x="41" y="282"/>
                  </a:lnTo>
                  <a:lnTo>
                    <a:pt x="49" y="294"/>
                  </a:lnTo>
                  <a:lnTo>
                    <a:pt x="43" y="306"/>
                  </a:lnTo>
                  <a:lnTo>
                    <a:pt x="6" y="304"/>
                  </a:lnTo>
                  <a:lnTo>
                    <a:pt x="1" y="309"/>
                  </a:lnTo>
                  <a:lnTo>
                    <a:pt x="0" y="338"/>
                  </a:lnTo>
                  <a:lnTo>
                    <a:pt x="3" y="349"/>
                  </a:lnTo>
                  <a:lnTo>
                    <a:pt x="11" y="349"/>
                  </a:lnTo>
                  <a:lnTo>
                    <a:pt x="42" y="351"/>
                  </a:lnTo>
                  <a:lnTo>
                    <a:pt x="54" y="338"/>
                  </a:lnTo>
                  <a:lnTo>
                    <a:pt x="51" y="334"/>
                  </a:lnTo>
                  <a:lnTo>
                    <a:pt x="58" y="324"/>
                  </a:lnTo>
                  <a:lnTo>
                    <a:pt x="70" y="318"/>
                  </a:lnTo>
                  <a:lnTo>
                    <a:pt x="70" y="307"/>
                  </a:lnTo>
                  <a:lnTo>
                    <a:pt x="75" y="306"/>
                  </a:lnTo>
                  <a:lnTo>
                    <a:pt x="87" y="309"/>
                  </a:lnTo>
                  <a:lnTo>
                    <a:pt x="95" y="304"/>
                  </a:lnTo>
                  <a:lnTo>
                    <a:pt x="103" y="298"/>
                  </a:lnTo>
                  <a:lnTo>
                    <a:pt x="109" y="302"/>
                  </a:lnTo>
                  <a:lnTo>
                    <a:pt x="116" y="313"/>
                  </a:lnTo>
                  <a:lnTo>
                    <a:pt x="141" y="329"/>
                  </a:lnTo>
                  <a:lnTo>
                    <a:pt x="144" y="343"/>
                  </a:lnTo>
                  <a:lnTo>
                    <a:pt x="150" y="336"/>
                  </a:lnTo>
                  <a:lnTo>
                    <a:pt x="148" y="327"/>
                  </a:lnTo>
                  <a:lnTo>
                    <a:pt x="158" y="329"/>
                  </a:lnTo>
                  <a:lnTo>
                    <a:pt x="136" y="315"/>
                  </a:lnTo>
                  <a:lnTo>
                    <a:pt x="123" y="301"/>
                  </a:lnTo>
                  <a:lnTo>
                    <a:pt x="122" y="292"/>
                  </a:lnTo>
                  <a:lnTo>
                    <a:pt x="135" y="293"/>
                  </a:lnTo>
                  <a:lnTo>
                    <a:pt x="143" y="306"/>
                  </a:lnTo>
                  <a:lnTo>
                    <a:pt x="162" y="317"/>
                  </a:lnTo>
                  <a:lnTo>
                    <a:pt x="162" y="326"/>
                  </a:lnTo>
                  <a:lnTo>
                    <a:pt x="167" y="331"/>
                  </a:lnTo>
                  <a:lnTo>
                    <a:pt x="172" y="341"/>
                  </a:lnTo>
                  <a:lnTo>
                    <a:pt x="184" y="342"/>
                  </a:lnTo>
                  <a:lnTo>
                    <a:pt x="172" y="344"/>
                  </a:lnTo>
                  <a:lnTo>
                    <a:pt x="175" y="351"/>
                  </a:lnTo>
                  <a:lnTo>
                    <a:pt x="184" y="353"/>
                  </a:lnTo>
                  <a:lnTo>
                    <a:pt x="189" y="342"/>
                  </a:lnTo>
                  <a:lnTo>
                    <a:pt x="181" y="337"/>
                  </a:lnTo>
                  <a:lnTo>
                    <a:pt x="184" y="334"/>
                  </a:lnTo>
                  <a:lnTo>
                    <a:pt x="182" y="325"/>
                  </a:lnTo>
                  <a:lnTo>
                    <a:pt x="211" y="323"/>
                  </a:lnTo>
                  <a:lnTo>
                    <a:pt x="209" y="313"/>
                  </a:lnTo>
                  <a:lnTo>
                    <a:pt x="215" y="304"/>
                  </a:lnTo>
                  <a:lnTo>
                    <a:pt x="221" y="292"/>
                  </a:lnTo>
                  <a:lnTo>
                    <a:pt x="223" y="285"/>
                  </a:lnTo>
                  <a:lnTo>
                    <a:pt x="234" y="282"/>
                  </a:lnTo>
                  <a:lnTo>
                    <a:pt x="234" y="287"/>
                  </a:lnTo>
                  <a:lnTo>
                    <a:pt x="243" y="287"/>
                  </a:lnTo>
                  <a:lnTo>
                    <a:pt x="238" y="292"/>
                  </a:lnTo>
                  <a:lnTo>
                    <a:pt x="246" y="298"/>
                  </a:lnTo>
                  <a:lnTo>
                    <a:pt x="262" y="292"/>
                  </a:lnTo>
                  <a:lnTo>
                    <a:pt x="252" y="293"/>
                  </a:lnTo>
                  <a:lnTo>
                    <a:pt x="251" y="288"/>
                  </a:lnTo>
                  <a:lnTo>
                    <a:pt x="253" y="285"/>
                  </a:lnTo>
                  <a:lnTo>
                    <a:pt x="276" y="278"/>
                  </a:lnTo>
                  <a:lnTo>
                    <a:pt x="268" y="283"/>
                  </a:lnTo>
                  <a:lnTo>
                    <a:pt x="262" y="294"/>
                  </a:lnTo>
                  <a:lnTo>
                    <a:pt x="287" y="309"/>
                  </a:lnTo>
                  <a:lnTo>
                    <a:pt x="289" y="319"/>
                  </a:lnTo>
                  <a:lnTo>
                    <a:pt x="270" y="323"/>
                  </a:lnTo>
                  <a:lnTo>
                    <a:pt x="253" y="315"/>
                  </a:lnTo>
                  <a:lnTo>
                    <a:pt x="230" y="322"/>
                  </a:lnTo>
                  <a:lnTo>
                    <a:pt x="219" y="321"/>
                  </a:lnTo>
                  <a:lnTo>
                    <a:pt x="222" y="324"/>
                  </a:lnTo>
                  <a:lnTo>
                    <a:pt x="201" y="329"/>
                  </a:lnTo>
                  <a:lnTo>
                    <a:pt x="207" y="341"/>
                  </a:lnTo>
                  <a:lnTo>
                    <a:pt x="209" y="351"/>
                  </a:lnTo>
                  <a:lnTo>
                    <a:pt x="222" y="355"/>
                  </a:lnTo>
                  <a:lnTo>
                    <a:pt x="228" y="351"/>
                  </a:lnTo>
                  <a:lnTo>
                    <a:pt x="240" y="356"/>
                  </a:lnTo>
                  <a:lnTo>
                    <a:pt x="258" y="351"/>
                  </a:lnTo>
                  <a:lnTo>
                    <a:pt x="257" y="365"/>
                  </a:lnTo>
                  <a:lnTo>
                    <a:pt x="246" y="386"/>
                  </a:lnTo>
                  <a:lnTo>
                    <a:pt x="227" y="385"/>
                  </a:lnTo>
                  <a:lnTo>
                    <a:pt x="236" y="397"/>
                  </a:lnTo>
                  <a:lnTo>
                    <a:pt x="236" y="397"/>
                  </a:lnTo>
                </a:path>
              </a:pathLst>
            </a:custGeom>
            <a:solidFill>
              <a:srgbClr val="ff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44" name=""/>
            <p:cNvSpPr/>
            <p:nvPr/>
          </p:nvSpPr>
          <p:spPr>
            <a:xfrm>
              <a:off x="7202520" y="5705640"/>
              <a:ext cx="552240" cy="403200"/>
            </a:xfrm>
            <a:custGeom>
              <a:avLst/>
              <a:gdLst/>
              <a:ahLst/>
              <a:rect l="l" t="t" r="r" b="b"/>
              <a:pathLst>
                <a:path w="348" h="254">
                  <a:moveTo>
                    <a:pt x="0" y="69"/>
                  </a:moveTo>
                  <a:lnTo>
                    <a:pt x="0" y="69"/>
                  </a:lnTo>
                  <a:lnTo>
                    <a:pt x="3" y="66"/>
                  </a:lnTo>
                  <a:lnTo>
                    <a:pt x="25" y="59"/>
                  </a:lnTo>
                  <a:lnTo>
                    <a:pt x="40" y="59"/>
                  </a:lnTo>
                  <a:lnTo>
                    <a:pt x="51" y="42"/>
                  </a:lnTo>
                  <a:lnTo>
                    <a:pt x="42" y="47"/>
                  </a:lnTo>
                  <a:lnTo>
                    <a:pt x="32" y="42"/>
                  </a:lnTo>
                  <a:lnTo>
                    <a:pt x="51" y="31"/>
                  </a:lnTo>
                  <a:lnTo>
                    <a:pt x="67" y="30"/>
                  </a:lnTo>
                  <a:lnTo>
                    <a:pt x="65" y="22"/>
                  </a:lnTo>
                  <a:lnTo>
                    <a:pt x="88" y="28"/>
                  </a:lnTo>
                  <a:lnTo>
                    <a:pt x="75" y="20"/>
                  </a:lnTo>
                  <a:lnTo>
                    <a:pt x="102" y="14"/>
                  </a:lnTo>
                  <a:lnTo>
                    <a:pt x="112" y="19"/>
                  </a:lnTo>
                  <a:lnTo>
                    <a:pt x="131" y="21"/>
                  </a:lnTo>
                  <a:lnTo>
                    <a:pt x="126" y="12"/>
                  </a:lnTo>
                  <a:lnTo>
                    <a:pt x="159" y="23"/>
                  </a:lnTo>
                  <a:lnTo>
                    <a:pt x="181" y="14"/>
                  </a:lnTo>
                  <a:lnTo>
                    <a:pt x="154" y="4"/>
                  </a:lnTo>
                  <a:lnTo>
                    <a:pt x="167" y="2"/>
                  </a:lnTo>
                  <a:lnTo>
                    <a:pt x="191" y="8"/>
                  </a:lnTo>
                  <a:lnTo>
                    <a:pt x="199" y="4"/>
                  </a:lnTo>
                  <a:lnTo>
                    <a:pt x="195" y="0"/>
                  </a:lnTo>
                  <a:lnTo>
                    <a:pt x="254" y="2"/>
                  </a:lnTo>
                  <a:lnTo>
                    <a:pt x="276" y="7"/>
                  </a:lnTo>
                  <a:lnTo>
                    <a:pt x="292" y="11"/>
                  </a:lnTo>
                  <a:lnTo>
                    <a:pt x="230" y="17"/>
                  </a:lnTo>
                  <a:lnTo>
                    <a:pt x="223" y="24"/>
                  </a:lnTo>
                  <a:lnTo>
                    <a:pt x="268" y="22"/>
                  </a:lnTo>
                  <a:lnTo>
                    <a:pt x="259" y="28"/>
                  </a:lnTo>
                  <a:lnTo>
                    <a:pt x="287" y="18"/>
                  </a:lnTo>
                  <a:lnTo>
                    <a:pt x="288" y="27"/>
                  </a:lnTo>
                  <a:lnTo>
                    <a:pt x="275" y="40"/>
                  </a:lnTo>
                  <a:lnTo>
                    <a:pt x="300" y="28"/>
                  </a:lnTo>
                  <a:lnTo>
                    <a:pt x="317" y="22"/>
                  </a:lnTo>
                  <a:lnTo>
                    <a:pt x="330" y="21"/>
                  </a:lnTo>
                  <a:lnTo>
                    <a:pt x="347" y="26"/>
                  </a:lnTo>
                  <a:lnTo>
                    <a:pt x="332" y="35"/>
                  </a:lnTo>
                  <a:lnTo>
                    <a:pt x="294" y="39"/>
                  </a:lnTo>
                  <a:lnTo>
                    <a:pt x="324" y="40"/>
                  </a:lnTo>
                  <a:lnTo>
                    <a:pt x="300" y="45"/>
                  </a:lnTo>
                  <a:lnTo>
                    <a:pt x="308" y="56"/>
                  </a:lnTo>
                  <a:lnTo>
                    <a:pt x="296" y="62"/>
                  </a:lnTo>
                  <a:lnTo>
                    <a:pt x="308" y="75"/>
                  </a:lnTo>
                  <a:lnTo>
                    <a:pt x="300" y="79"/>
                  </a:lnTo>
                  <a:lnTo>
                    <a:pt x="313" y="81"/>
                  </a:lnTo>
                  <a:lnTo>
                    <a:pt x="298" y="86"/>
                  </a:lnTo>
                  <a:lnTo>
                    <a:pt x="303" y="93"/>
                  </a:lnTo>
                  <a:lnTo>
                    <a:pt x="305" y="106"/>
                  </a:lnTo>
                  <a:lnTo>
                    <a:pt x="291" y="103"/>
                  </a:lnTo>
                  <a:lnTo>
                    <a:pt x="297" y="111"/>
                  </a:lnTo>
                  <a:lnTo>
                    <a:pt x="308" y="113"/>
                  </a:lnTo>
                  <a:lnTo>
                    <a:pt x="288" y="115"/>
                  </a:lnTo>
                  <a:lnTo>
                    <a:pt x="301" y="121"/>
                  </a:lnTo>
                  <a:lnTo>
                    <a:pt x="289" y="127"/>
                  </a:lnTo>
                  <a:lnTo>
                    <a:pt x="279" y="121"/>
                  </a:lnTo>
                  <a:lnTo>
                    <a:pt x="263" y="126"/>
                  </a:lnTo>
                  <a:lnTo>
                    <a:pt x="272" y="140"/>
                  </a:lnTo>
                  <a:lnTo>
                    <a:pt x="276" y="136"/>
                  </a:lnTo>
                  <a:lnTo>
                    <a:pt x="293" y="147"/>
                  </a:lnTo>
                  <a:lnTo>
                    <a:pt x="293" y="157"/>
                  </a:lnTo>
                  <a:lnTo>
                    <a:pt x="276" y="148"/>
                  </a:lnTo>
                  <a:lnTo>
                    <a:pt x="259" y="142"/>
                  </a:lnTo>
                  <a:lnTo>
                    <a:pt x="256" y="151"/>
                  </a:lnTo>
                  <a:lnTo>
                    <a:pt x="265" y="157"/>
                  </a:lnTo>
                  <a:lnTo>
                    <a:pt x="254" y="161"/>
                  </a:lnTo>
                  <a:lnTo>
                    <a:pt x="289" y="163"/>
                  </a:lnTo>
                  <a:lnTo>
                    <a:pt x="267" y="175"/>
                  </a:lnTo>
                  <a:lnTo>
                    <a:pt x="245" y="179"/>
                  </a:lnTo>
                  <a:lnTo>
                    <a:pt x="228" y="185"/>
                  </a:lnTo>
                  <a:lnTo>
                    <a:pt x="220" y="197"/>
                  </a:lnTo>
                  <a:lnTo>
                    <a:pt x="201" y="196"/>
                  </a:lnTo>
                  <a:lnTo>
                    <a:pt x="199" y="205"/>
                  </a:lnTo>
                  <a:lnTo>
                    <a:pt x="188" y="205"/>
                  </a:lnTo>
                  <a:lnTo>
                    <a:pt x="183" y="210"/>
                  </a:lnTo>
                  <a:lnTo>
                    <a:pt x="184" y="222"/>
                  </a:lnTo>
                  <a:lnTo>
                    <a:pt x="173" y="231"/>
                  </a:lnTo>
                  <a:lnTo>
                    <a:pt x="177" y="238"/>
                  </a:lnTo>
                  <a:lnTo>
                    <a:pt x="171" y="253"/>
                  </a:lnTo>
                  <a:lnTo>
                    <a:pt x="160" y="253"/>
                  </a:lnTo>
                  <a:lnTo>
                    <a:pt x="147" y="245"/>
                  </a:lnTo>
                  <a:lnTo>
                    <a:pt x="134" y="237"/>
                  </a:lnTo>
                  <a:lnTo>
                    <a:pt x="121" y="216"/>
                  </a:lnTo>
                  <a:lnTo>
                    <a:pt x="112" y="200"/>
                  </a:lnTo>
                  <a:lnTo>
                    <a:pt x="109" y="189"/>
                  </a:lnTo>
                  <a:lnTo>
                    <a:pt x="116" y="178"/>
                  </a:lnTo>
                  <a:lnTo>
                    <a:pt x="127" y="168"/>
                  </a:lnTo>
                  <a:lnTo>
                    <a:pt x="130" y="162"/>
                  </a:lnTo>
                  <a:lnTo>
                    <a:pt x="119" y="161"/>
                  </a:lnTo>
                  <a:lnTo>
                    <a:pt x="106" y="155"/>
                  </a:lnTo>
                  <a:lnTo>
                    <a:pt x="129" y="155"/>
                  </a:lnTo>
                  <a:lnTo>
                    <a:pt x="115" y="147"/>
                  </a:lnTo>
                  <a:lnTo>
                    <a:pt x="122" y="143"/>
                  </a:lnTo>
                  <a:lnTo>
                    <a:pt x="109" y="147"/>
                  </a:lnTo>
                  <a:lnTo>
                    <a:pt x="102" y="147"/>
                  </a:lnTo>
                  <a:lnTo>
                    <a:pt x="101" y="140"/>
                  </a:lnTo>
                  <a:lnTo>
                    <a:pt x="106" y="131"/>
                  </a:lnTo>
                  <a:lnTo>
                    <a:pt x="93" y="113"/>
                  </a:lnTo>
                  <a:lnTo>
                    <a:pt x="83" y="99"/>
                  </a:lnTo>
                  <a:lnTo>
                    <a:pt x="71" y="94"/>
                  </a:lnTo>
                  <a:lnTo>
                    <a:pt x="46" y="96"/>
                  </a:lnTo>
                  <a:lnTo>
                    <a:pt x="21" y="91"/>
                  </a:lnTo>
                  <a:lnTo>
                    <a:pt x="28" y="88"/>
                  </a:lnTo>
                  <a:lnTo>
                    <a:pt x="10" y="84"/>
                  </a:lnTo>
                  <a:lnTo>
                    <a:pt x="43" y="77"/>
                  </a:lnTo>
                  <a:lnTo>
                    <a:pt x="22" y="78"/>
                  </a:lnTo>
                  <a:lnTo>
                    <a:pt x="0" y="69"/>
                  </a:lnTo>
                  <a:lnTo>
                    <a:pt x="0" y="69"/>
                  </a:lnTo>
                </a:path>
              </a:pathLst>
            </a:custGeom>
            <a:solidFill>
              <a:srgbClr val="ff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45" name=""/>
            <p:cNvSpPr/>
            <p:nvPr/>
          </p:nvSpPr>
          <p:spPr>
            <a:xfrm>
              <a:off x="6997680" y="5892840"/>
              <a:ext cx="50760" cy="31680"/>
            </a:xfrm>
            <a:custGeom>
              <a:avLst/>
              <a:gdLst/>
              <a:ahLst/>
              <a:rect l="l" t="t" r="r" b="b"/>
              <a:pathLst>
                <a:path w="32" h="20">
                  <a:moveTo>
                    <a:pt x="0" y="14"/>
                  </a:moveTo>
                  <a:lnTo>
                    <a:pt x="16" y="19"/>
                  </a:lnTo>
                  <a:lnTo>
                    <a:pt x="31" y="1"/>
                  </a:lnTo>
                  <a:lnTo>
                    <a:pt x="2" y="0"/>
                  </a:lnTo>
                  <a:lnTo>
                    <a:pt x="0" y="14"/>
                  </a:lnTo>
                  <a:lnTo>
                    <a:pt x="0" y="14"/>
                  </a:lnTo>
                </a:path>
              </a:pathLst>
            </a:custGeom>
            <a:solidFill>
              <a:srgbClr val="ff0000"/>
            </a:solidFill>
            <a:ln w="18360">
              <a:solidFill>
                <a:srgbClr val="000000"/>
              </a:solidFill>
              <a:round/>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846" name=""/>
            <p:cNvSpPr/>
            <p:nvPr/>
          </p:nvSpPr>
          <p:spPr>
            <a:xfrm>
              <a:off x="6935760" y="5846760"/>
              <a:ext cx="47520" cy="28440"/>
            </a:xfrm>
            <a:custGeom>
              <a:avLst/>
              <a:gdLst/>
              <a:ahLst/>
              <a:rect l="l" t="t" r="r" b="b"/>
              <a:pathLst>
                <a:path w="30" h="18">
                  <a:moveTo>
                    <a:pt x="0" y="12"/>
                  </a:moveTo>
                  <a:lnTo>
                    <a:pt x="4" y="1"/>
                  </a:lnTo>
                  <a:lnTo>
                    <a:pt x="26" y="0"/>
                  </a:lnTo>
                  <a:lnTo>
                    <a:pt x="29" y="14"/>
                  </a:lnTo>
                  <a:lnTo>
                    <a:pt x="26" y="17"/>
                  </a:lnTo>
                  <a:lnTo>
                    <a:pt x="11" y="17"/>
                  </a:lnTo>
                  <a:lnTo>
                    <a:pt x="0" y="12"/>
                  </a:lnTo>
                  <a:lnTo>
                    <a:pt x="0" y="12"/>
                  </a:lnTo>
                </a:path>
              </a:pathLst>
            </a:custGeom>
            <a:solidFill>
              <a:srgbClr val="ff0000"/>
            </a:solidFill>
            <a:ln w="18360">
              <a:solidFill>
                <a:srgbClr val="000000"/>
              </a:solidFill>
              <a:round/>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847" name=""/>
            <p:cNvSpPr/>
            <p:nvPr/>
          </p:nvSpPr>
          <p:spPr>
            <a:xfrm>
              <a:off x="6935760" y="5892840"/>
              <a:ext cx="55440" cy="49320"/>
            </a:xfrm>
            <a:custGeom>
              <a:avLst/>
              <a:gdLst/>
              <a:ahLst/>
              <a:rect l="l" t="t" r="r" b="b"/>
              <a:pathLst>
                <a:path w="35" h="31">
                  <a:moveTo>
                    <a:pt x="0" y="16"/>
                  </a:moveTo>
                  <a:lnTo>
                    <a:pt x="13" y="0"/>
                  </a:lnTo>
                  <a:lnTo>
                    <a:pt x="30" y="8"/>
                  </a:lnTo>
                  <a:lnTo>
                    <a:pt x="24" y="13"/>
                  </a:lnTo>
                  <a:lnTo>
                    <a:pt x="33" y="14"/>
                  </a:lnTo>
                  <a:lnTo>
                    <a:pt x="34" y="23"/>
                  </a:lnTo>
                  <a:lnTo>
                    <a:pt x="20" y="30"/>
                  </a:lnTo>
                  <a:lnTo>
                    <a:pt x="0" y="16"/>
                  </a:lnTo>
                  <a:lnTo>
                    <a:pt x="0" y="16"/>
                  </a:lnTo>
                </a:path>
              </a:pathLst>
            </a:custGeom>
            <a:solidFill>
              <a:srgbClr val="ff0000"/>
            </a:solidFill>
            <a:ln w="18360">
              <a:solidFill>
                <a:srgbClr val="000000"/>
              </a:solidFill>
              <a:round/>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848" name=""/>
            <p:cNvSpPr/>
            <p:nvPr/>
          </p:nvSpPr>
          <p:spPr>
            <a:xfrm>
              <a:off x="6799320" y="5840280"/>
              <a:ext cx="111240" cy="46080"/>
            </a:xfrm>
            <a:custGeom>
              <a:avLst/>
              <a:gdLst/>
              <a:ahLst/>
              <a:rect l="l" t="t" r="r" b="b"/>
              <a:pathLst>
                <a:path w="70" h="29">
                  <a:moveTo>
                    <a:pt x="0" y="19"/>
                  </a:moveTo>
                  <a:lnTo>
                    <a:pt x="15" y="4"/>
                  </a:lnTo>
                  <a:lnTo>
                    <a:pt x="29" y="7"/>
                  </a:lnTo>
                  <a:lnTo>
                    <a:pt x="36" y="15"/>
                  </a:lnTo>
                  <a:lnTo>
                    <a:pt x="49" y="16"/>
                  </a:lnTo>
                  <a:lnTo>
                    <a:pt x="40" y="5"/>
                  </a:lnTo>
                  <a:lnTo>
                    <a:pt x="50" y="0"/>
                  </a:lnTo>
                  <a:lnTo>
                    <a:pt x="54" y="6"/>
                  </a:lnTo>
                  <a:lnTo>
                    <a:pt x="65" y="10"/>
                  </a:lnTo>
                  <a:lnTo>
                    <a:pt x="69" y="14"/>
                  </a:lnTo>
                  <a:lnTo>
                    <a:pt x="66" y="21"/>
                  </a:lnTo>
                  <a:lnTo>
                    <a:pt x="51" y="20"/>
                  </a:lnTo>
                  <a:lnTo>
                    <a:pt x="28" y="28"/>
                  </a:lnTo>
                  <a:lnTo>
                    <a:pt x="0" y="19"/>
                  </a:lnTo>
                  <a:lnTo>
                    <a:pt x="0" y="19"/>
                  </a:lnTo>
                </a:path>
              </a:pathLst>
            </a:custGeom>
            <a:solidFill>
              <a:srgbClr val="ff0000"/>
            </a:solidFill>
            <a:ln w="18360">
              <a:solidFill>
                <a:srgbClr val="000000"/>
              </a:solidFill>
              <a:round/>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849" name=""/>
            <p:cNvSpPr/>
            <p:nvPr/>
          </p:nvSpPr>
          <p:spPr>
            <a:xfrm>
              <a:off x="6753240" y="5826240"/>
              <a:ext cx="66600" cy="34920"/>
            </a:xfrm>
            <a:custGeom>
              <a:avLst/>
              <a:gdLst/>
              <a:ahLst/>
              <a:rect l="l" t="t" r="r" b="b"/>
              <a:pathLst>
                <a:path w="42" h="22">
                  <a:moveTo>
                    <a:pt x="0" y="16"/>
                  </a:moveTo>
                  <a:lnTo>
                    <a:pt x="14" y="21"/>
                  </a:lnTo>
                  <a:lnTo>
                    <a:pt x="27" y="9"/>
                  </a:lnTo>
                  <a:lnTo>
                    <a:pt x="29" y="15"/>
                  </a:lnTo>
                  <a:lnTo>
                    <a:pt x="38" y="10"/>
                  </a:lnTo>
                  <a:lnTo>
                    <a:pt x="41" y="3"/>
                  </a:lnTo>
                  <a:lnTo>
                    <a:pt x="35" y="0"/>
                  </a:lnTo>
                  <a:lnTo>
                    <a:pt x="19" y="3"/>
                  </a:lnTo>
                  <a:lnTo>
                    <a:pt x="0" y="16"/>
                  </a:lnTo>
                  <a:lnTo>
                    <a:pt x="0" y="16"/>
                  </a:lnTo>
                </a:path>
              </a:pathLst>
            </a:custGeom>
            <a:solidFill>
              <a:srgbClr val="ff0000"/>
            </a:solidFill>
            <a:ln w="18360">
              <a:solidFill>
                <a:srgbClr val="000000"/>
              </a:solidFill>
              <a:round/>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850" name=""/>
            <p:cNvSpPr/>
            <p:nvPr/>
          </p:nvSpPr>
          <p:spPr>
            <a:xfrm>
              <a:off x="6908760" y="5792760"/>
              <a:ext cx="58680" cy="30240"/>
            </a:xfrm>
            <a:custGeom>
              <a:avLst/>
              <a:gdLst/>
              <a:ahLst/>
              <a:rect l="l" t="t" r="r" b="b"/>
              <a:pathLst>
                <a:path w="37" h="19">
                  <a:moveTo>
                    <a:pt x="0" y="0"/>
                  </a:moveTo>
                  <a:lnTo>
                    <a:pt x="0" y="0"/>
                  </a:lnTo>
                  <a:lnTo>
                    <a:pt x="3" y="6"/>
                  </a:lnTo>
                  <a:lnTo>
                    <a:pt x="3" y="11"/>
                  </a:lnTo>
                  <a:lnTo>
                    <a:pt x="36" y="18"/>
                  </a:lnTo>
                  <a:lnTo>
                    <a:pt x="34" y="8"/>
                  </a:lnTo>
                  <a:lnTo>
                    <a:pt x="19" y="2"/>
                  </a:lnTo>
                  <a:lnTo>
                    <a:pt x="13" y="0"/>
                  </a:lnTo>
                  <a:lnTo>
                    <a:pt x="0" y="0"/>
                  </a:lnTo>
                  <a:lnTo>
                    <a:pt x="0" y="0"/>
                  </a:lnTo>
                </a:path>
              </a:pathLst>
            </a:custGeom>
            <a:solidFill>
              <a:srgbClr val="ff0000"/>
            </a:solidFill>
            <a:ln w="18360">
              <a:solidFill>
                <a:srgbClr val="000000"/>
              </a:solidFill>
              <a:round/>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851" name=""/>
            <p:cNvSpPr/>
            <p:nvPr/>
          </p:nvSpPr>
          <p:spPr>
            <a:xfrm>
              <a:off x="6986520" y="5837400"/>
              <a:ext cx="157320" cy="45720"/>
            </a:xfrm>
            <a:custGeom>
              <a:avLst/>
              <a:gdLst/>
              <a:ahLst/>
              <a:rect l="l" t="t" r="r" b="b"/>
              <a:pathLst>
                <a:path w="99" h="29">
                  <a:moveTo>
                    <a:pt x="0" y="3"/>
                  </a:moveTo>
                  <a:lnTo>
                    <a:pt x="5" y="0"/>
                  </a:lnTo>
                  <a:lnTo>
                    <a:pt x="47" y="12"/>
                  </a:lnTo>
                  <a:lnTo>
                    <a:pt x="63" y="20"/>
                  </a:lnTo>
                  <a:lnTo>
                    <a:pt x="82" y="14"/>
                  </a:lnTo>
                  <a:lnTo>
                    <a:pt x="98" y="21"/>
                  </a:lnTo>
                  <a:lnTo>
                    <a:pt x="95" y="28"/>
                  </a:lnTo>
                  <a:lnTo>
                    <a:pt x="29" y="28"/>
                  </a:lnTo>
                  <a:lnTo>
                    <a:pt x="10" y="9"/>
                  </a:lnTo>
                  <a:lnTo>
                    <a:pt x="0" y="3"/>
                  </a:lnTo>
                  <a:lnTo>
                    <a:pt x="0" y="3"/>
                  </a:lnTo>
                </a:path>
              </a:pathLst>
            </a:custGeom>
            <a:solidFill>
              <a:srgbClr val="ff0000"/>
            </a:solidFill>
            <a:ln w="18360">
              <a:solidFill>
                <a:srgbClr val="000000"/>
              </a:solidFill>
              <a:round/>
            </a:ln>
          </p:spPr>
          <p:style>
            <a:lnRef idx="0"/>
            <a:fillRef idx="0"/>
            <a:effectRef idx="0"/>
            <a:fontRef idx="minor"/>
          </p:style>
          <p:txBody>
            <a:bodyPr lIns="90000" rIns="90000" tIns="-1080" bIns="-1080" anchor="t">
              <a:noAutofit/>
            </a:bodyPr>
            <a:p>
              <a:endParaRPr b="0" lang="en-IN" sz="2400" strike="noStrike" u="none">
                <a:solidFill>
                  <a:srgbClr val="ffffff"/>
                </a:solidFill>
                <a:effectLst/>
                <a:uFillTx/>
                <a:latin typeface="Times New Roman"/>
              </a:endParaRPr>
            </a:p>
          </p:txBody>
        </p:sp>
        <p:sp>
          <p:nvSpPr>
            <p:cNvPr id="852" name=""/>
            <p:cNvSpPr/>
            <p:nvPr/>
          </p:nvSpPr>
          <p:spPr>
            <a:xfrm>
              <a:off x="7031160" y="5713560"/>
              <a:ext cx="279360" cy="141120"/>
            </a:xfrm>
            <a:custGeom>
              <a:avLst/>
              <a:gdLst/>
              <a:ahLst/>
              <a:rect l="l" t="t" r="r" b="b"/>
              <a:pathLst>
                <a:path w="176" h="89">
                  <a:moveTo>
                    <a:pt x="0" y="18"/>
                  </a:moveTo>
                  <a:lnTo>
                    <a:pt x="0" y="18"/>
                  </a:lnTo>
                  <a:lnTo>
                    <a:pt x="15" y="19"/>
                  </a:lnTo>
                  <a:lnTo>
                    <a:pt x="15" y="30"/>
                  </a:lnTo>
                  <a:lnTo>
                    <a:pt x="26" y="33"/>
                  </a:lnTo>
                  <a:lnTo>
                    <a:pt x="81" y="22"/>
                  </a:lnTo>
                  <a:lnTo>
                    <a:pt x="49" y="37"/>
                  </a:lnTo>
                  <a:lnTo>
                    <a:pt x="31" y="37"/>
                  </a:lnTo>
                  <a:lnTo>
                    <a:pt x="31" y="42"/>
                  </a:lnTo>
                  <a:lnTo>
                    <a:pt x="49" y="54"/>
                  </a:lnTo>
                  <a:lnTo>
                    <a:pt x="59" y="54"/>
                  </a:lnTo>
                  <a:lnTo>
                    <a:pt x="50" y="57"/>
                  </a:lnTo>
                  <a:lnTo>
                    <a:pt x="39" y="55"/>
                  </a:lnTo>
                  <a:lnTo>
                    <a:pt x="30" y="57"/>
                  </a:lnTo>
                  <a:lnTo>
                    <a:pt x="26" y="65"/>
                  </a:lnTo>
                  <a:lnTo>
                    <a:pt x="35" y="67"/>
                  </a:lnTo>
                  <a:lnTo>
                    <a:pt x="20" y="69"/>
                  </a:lnTo>
                  <a:lnTo>
                    <a:pt x="30" y="77"/>
                  </a:lnTo>
                  <a:lnTo>
                    <a:pt x="14" y="80"/>
                  </a:lnTo>
                  <a:lnTo>
                    <a:pt x="16" y="86"/>
                  </a:lnTo>
                  <a:lnTo>
                    <a:pt x="30" y="83"/>
                  </a:lnTo>
                  <a:lnTo>
                    <a:pt x="36" y="87"/>
                  </a:lnTo>
                  <a:lnTo>
                    <a:pt x="38" y="84"/>
                  </a:lnTo>
                  <a:lnTo>
                    <a:pt x="62" y="88"/>
                  </a:lnTo>
                  <a:lnTo>
                    <a:pt x="77" y="84"/>
                  </a:lnTo>
                  <a:lnTo>
                    <a:pt x="81" y="71"/>
                  </a:lnTo>
                  <a:lnTo>
                    <a:pt x="78" y="67"/>
                  </a:lnTo>
                  <a:lnTo>
                    <a:pt x="91" y="67"/>
                  </a:lnTo>
                  <a:lnTo>
                    <a:pt x="99" y="59"/>
                  </a:lnTo>
                  <a:lnTo>
                    <a:pt x="81" y="55"/>
                  </a:lnTo>
                  <a:lnTo>
                    <a:pt x="105" y="48"/>
                  </a:lnTo>
                  <a:lnTo>
                    <a:pt x="98" y="43"/>
                  </a:lnTo>
                  <a:lnTo>
                    <a:pt x="115" y="45"/>
                  </a:lnTo>
                  <a:lnTo>
                    <a:pt x="127" y="37"/>
                  </a:lnTo>
                  <a:lnTo>
                    <a:pt x="156" y="23"/>
                  </a:lnTo>
                  <a:lnTo>
                    <a:pt x="123" y="27"/>
                  </a:lnTo>
                  <a:lnTo>
                    <a:pt x="142" y="21"/>
                  </a:lnTo>
                  <a:lnTo>
                    <a:pt x="129" y="18"/>
                  </a:lnTo>
                  <a:lnTo>
                    <a:pt x="148" y="18"/>
                  </a:lnTo>
                  <a:lnTo>
                    <a:pt x="175" y="11"/>
                  </a:lnTo>
                  <a:lnTo>
                    <a:pt x="160" y="2"/>
                  </a:lnTo>
                  <a:lnTo>
                    <a:pt x="130" y="5"/>
                  </a:lnTo>
                  <a:lnTo>
                    <a:pt x="144" y="1"/>
                  </a:lnTo>
                  <a:lnTo>
                    <a:pt x="79" y="0"/>
                  </a:lnTo>
                  <a:lnTo>
                    <a:pt x="63" y="1"/>
                  </a:lnTo>
                  <a:lnTo>
                    <a:pt x="48" y="8"/>
                  </a:lnTo>
                  <a:lnTo>
                    <a:pt x="33" y="8"/>
                  </a:lnTo>
                  <a:lnTo>
                    <a:pt x="26" y="12"/>
                  </a:lnTo>
                  <a:lnTo>
                    <a:pt x="19" y="13"/>
                  </a:lnTo>
                  <a:lnTo>
                    <a:pt x="0" y="18"/>
                  </a:lnTo>
                  <a:lnTo>
                    <a:pt x="0" y="18"/>
                  </a:lnTo>
                </a:path>
              </a:pathLst>
            </a:custGeom>
            <a:solidFill>
              <a:srgbClr val="ff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53" name=""/>
            <p:cNvSpPr/>
            <p:nvPr/>
          </p:nvSpPr>
          <p:spPr>
            <a:xfrm>
              <a:off x="6991200" y="5756400"/>
              <a:ext cx="103320" cy="61920"/>
            </a:xfrm>
            <a:custGeom>
              <a:avLst/>
              <a:gdLst/>
              <a:ahLst/>
              <a:rect l="l" t="t" r="r" b="b"/>
              <a:pathLst>
                <a:path w="65" h="39">
                  <a:moveTo>
                    <a:pt x="0" y="9"/>
                  </a:moveTo>
                  <a:lnTo>
                    <a:pt x="16" y="7"/>
                  </a:lnTo>
                  <a:lnTo>
                    <a:pt x="8" y="1"/>
                  </a:lnTo>
                  <a:lnTo>
                    <a:pt x="28" y="0"/>
                  </a:lnTo>
                  <a:lnTo>
                    <a:pt x="32" y="7"/>
                  </a:lnTo>
                  <a:lnTo>
                    <a:pt x="50" y="9"/>
                  </a:lnTo>
                  <a:lnTo>
                    <a:pt x="50" y="19"/>
                  </a:lnTo>
                  <a:lnTo>
                    <a:pt x="60" y="19"/>
                  </a:lnTo>
                  <a:lnTo>
                    <a:pt x="64" y="24"/>
                  </a:lnTo>
                  <a:lnTo>
                    <a:pt x="47" y="27"/>
                  </a:lnTo>
                  <a:lnTo>
                    <a:pt x="44" y="38"/>
                  </a:lnTo>
                  <a:lnTo>
                    <a:pt x="25" y="37"/>
                  </a:lnTo>
                  <a:lnTo>
                    <a:pt x="15" y="27"/>
                  </a:lnTo>
                  <a:lnTo>
                    <a:pt x="35" y="23"/>
                  </a:lnTo>
                  <a:lnTo>
                    <a:pt x="11" y="24"/>
                  </a:lnTo>
                  <a:lnTo>
                    <a:pt x="0" y="9"/>
                  </a:lnTo>
                  <a:lnTo>
                    <a:pt x="0" y="9"/>
                  </a:lnTo>
                </a:path>
              </a:pathLst>
            </a:custGeom>
            <a:solidFill>
              <a:srgbClr val="ff0000"/>
            </a:solidFill>
            <a:ln w="18360">
              <a:solidFill>
                <a:srgbClr val="000000"/>
              </a:solidFill>
              <a:round/>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854" name=""/>
            <p:cNvSpPr/>
            <p:nvPr/>
          </p:nvSpPr>
          <p:spPr>
            <a:xfrm>
              <a:off x="7048440" y="5897520"/>
              <a:ext cx="260280" cy="187200"/>
            </a:xfrm>
            <a:custGeom>
              <a:avLst/>
              <a:gdLst/>
              <a:ahLst/>
              <a:rect l="l" t="t" r="r" b="b"/>
              <a:pathLst>
                <a:path w="164" h="118">
                  <a:moveTo>
                    <a:pt x="0" y="26"/>
                  </a:moveTo>
                  <a:lnTo>
                    <a:pt x="0" y="26"/>
                  </a:lnTo>
                  <a:lnTo>
                    <a:pt x="0" y="13"/>
                  </a:lnTo>
                  <a:lnTo>
                    <a:pt x="19" y="0"/>
                  </a:lnTo>
                  <a:lnTo>
                    <a:pt x="29" y="0"/>
                  </a:lnTo>
                  <a:lnTo>
                    <a:pt x="21" y="15"/>
                  </a:lnTo>
                  <a:lnTo>
                    <a:pt x="28" y="23"/>
                  </a:lnTo>
                  <a:lnTo>
                    <a:pt x="30" y="15"/>
                  </a:lnTo>
                  <a:lnTo>
                    <a:pt x="36" y="5"/>
                  </a:lnTo>
                  <a:lnTo>
                    <a:pt x="48" y="0"/>
                  </a:lnTo>
                  <a:lnTo>
                    <a:pt x="52" y="20"/>
                  </a:lnTo>
                  <a:lnTo>
                    <a:pt x="70" y="11"/>
                  </a:lnTo>
                  <a:lnTo>
                    <a:pt x="83" y="14"/>
                  </a:lnTo>
                  <a:lnTo>
                    <a:pt x="90" y="20"/>
                  </a:lnTo>
                  <a:lnTo>
                    <a:pt x="95" y="27"/>
                  </a:lnTo>
                  <a:lnTo>
                    <a:pt x="100" y="22"/>
                  </a:lnTo>
                  <a:lnTo>
                    <a:pt x="111" y="29"/>
                  </a:lnTo>
                  <a:lnTo>
                    <a:pt x="112" y="35"/>
                  </a:lnTo>
                  <a:lnTo>
                    <a:pt x="124" y="36"/>
                  </a:lnTo>
                  <a:lnTo>
                    <a:pt x="131" y="41"/>
                  </a:lnTo>
                  <a:lnTo>
                    <a:pt x="121" y="44"/>
                  </a:lnTo>
                  <a:lnTo>
                    <a:pt x="134" y="47"/>
                  </a:lnTo>
                  <a:lnTo>
                    <a:pt x="124" y="55"/>
                  </a:lnTo>
                  <a:lnTo>
                    <a:pt x="137" y="61"/>
                  </a:lnTo>
                  <a:lnTo>
                    <a:pt x="144" y="59"/>
                  </a:lnTo>
                  <a:lnTo>
                    <a:pt x="163" y="72"/>
                  </a:lnTo>
                  <a:lnTo>
                    <a:pt x="151" y="81"/>
                  </a:lnTo>
                  <a:lnTo>
                    <a:pt x="151" y="89"/>
                  </a:lnTo>
                  <a:lnTo>
                    <a:pt x="132" y="73"/>
                  </a:lnTo>
                  <a:lnTo>
                    <a:pt x="125" y="75"/>
                  </a:lnTo>
                  <a:lnTo>
                    <a:pt x="133" y="91"/>
                  </a:lnTo>
                  <a:lnTo>
                    <a:pt x="144" y="93"/>
                  </a:lnTo>
                  <a:lnTo>
                    <a:pt x="144" y="111"/>
                  </a:lnTo>
                  <a:lnTo>
                    <a:pt x="121" y="101"/>
                  </a:lnTo>
                  <a:lnTo>
                    <a:pt x="137" y="117"/>
                  </a:lnTo>
                  <a:lnTo>
                    <a:pt x="107" y="107"/>
                  </a:lnTo>
                  <a:lnTo>
                    <a:pt x="88" y="94"/>
                  </a:lnTo>
                  <a:lnTo>
                    <a:pt x="75" y="95"/>
                  </a:lnTo>
                  <a:lnTo>
                    <a:pt x="72" y="85"/>
                  </a:lnTo>
                  <a:lnTo>
                    <a:pt x="95" y="85"/>
                  </a:lnTo>
                  <a:lnTo>
                    <a:pt x="89" y="78"/>
                  </a:lnTo>
                  <a:lnTo>
                    <a:pt x="101" y="67"/>
                  </a:lnTo>
                  <a:lnTo>
                    <a:pt x="93" y="53"/>
                  </a:lnTo>
                  <a:lnTo>
                    <a:pt x="75" y="54"/>
                  </a:lnTo>
                  <a:lnTo>
                    <a:pt x="75" y="49"/>
                  </a:lnTo>
                  <a:lnTo>
                    <a:pt x="81" y="47"/>
                  </a:lnTo>
                  <a:lnTo>
                    <a:pt x="70" y="42"/>
                  </a:lnTo>
                  <a:lnTo>
                    <a:pt x="61" y="36"/>
                  </a:lnTo>
                  <a:lnTo>
                    <a:pt x="64" y="42"/>
                  </a:lnTo>
                  <a:lnTo>
                    <a:pt x="52" y="42"/>
                  </a:lnTo>
                  <a:lnTo>
                    <a:pt x="10" y="36"/>
                  </a:lnTo>
                  <a:lnTo>
                    <a:pt x="3" y="29"/>
                  </a:lnTo>
                  <a:lnTo>
                    <a:pt x="15" y="29"/>
                  </a:lnTo>
                  <a:lnTo>
                    <a:pt x="0" y="26"/>
                  </a:lnTo>
                  <a:lnTo>
                    <a:pt x="0" y="26"/>
                  </a:lnTo>
                </a:path>
              </a:pathLst>
            </a:custGeom>
            <a:solidFill>
              <a:srgbClr val="ff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Tree>
  </p:cSld>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855" name=""/>
          <p:cNvGrpSpPr/>
          <p:nvPr/>
        </p:nvGrpSpPr>
        <p:grpSpPr>
          <a:xfrm>
            <a:off x="538200" y="-7920"/>
            <a:ext cx="9456840" cy="8099280"/>
            <a:chOff x="538200" y="-7920"/>
            <a:chExt cx="9456840" cy="8099280"/>
          </a:xfrm>
        </p:grpSpPr>
        <p:sp>
          <p:nvSpPr>
            <p:cNvPr id="856"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857" name=""/>
            <p:cNvGrpSpPr/>
            <p:nvPr/>
          </p:nvGrpSpPr>
          <p:grpSpPr>
            <a:xfrm>
              <a:off x="538200" y="727200"/>
              <a:ext cx="1542960" cy="1599840"/>
              <a:chOff x="538200" y="727200"/>
              <a:chExt cx="1542960" cy="1599840"/>
            </a:xfrm>
          </p:grpSpPr>
          <p:sp>
            <p:nvSpPr>
              <p:cNvPr id="858"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859" name="" descr=""/>
              <p:cNvPicPr/>
              <p:nvPr/>
            </p:nvPicPr>
            <p:blipFill>
              <a:blip r:embed="rId1"/>
              <a:stretch/>
            </p:blipFill>
            <p:spPr>
              <a:xfrm>
                <a:off x="568440" y="779400"/>
                <a:ext cx="1430280" cy="1460520"/>
              </a:xfrm>
              <a:prstGeom prst="rect">
                <a:avLst/>
              </a:prstGeom>
              <a:noFill/>
              <a:ln w="0">
                <a:noFill/>
              </a:ln>
            </p:spPr>
          </p:pic>
          <p:sp>
            <p:nvSpPr>
              <p:cNvPr id="860"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61"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862"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863"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864"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865" name="PlaceHolder 1"/>
          <p:cNvSpPr>
            <a:spLocks noGrp="1"/>
          </p:cNvSpPr>
          <p:nvPr>
            <p:ph/>
          </p:nvPr>
        </p:nvSpPr>
        <p:spPr>
          <a:xfrm>
            <a:off x="2198520" y="850680"/>
            <a:ext cx="7831440" cy="126036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Import Policies and Regulations </a:t>
            </a:r>
            <a:endParaRPr b="0" lang="en-IN" sz="4200" strike="noStrike" u="none">
              <a:solidFill>
                <a:srgbClr val="ffffff"/>
              </a:solidFill>
              <a:effectLst/>
              <a:uFillTx/>
              <a:latin typeface="Times New Roman"/>
            </a:endParaRPr>
          </a:p>
        </p:txBody>
      </p:sp>
      <p:sp>
        <p:nvSpPr>
          <p:cNvPr id="866" name=""/>
          <p:cNvSpPr/>
          <p:nvPr/>
        </p:nvSpPr>
        <p:spPr>
          <a:xfrm>
            <a:off x="1479600" y="2503440"/>
            <a:ext cx="4268880" cy="118260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North American Policy</a:t>
            </a:r>
            <a:endParaRPr b="0" lang="en-IN" sz="3500" strike="noStrike" u="none">
              <a:solidFill>
                <a:srgbClr val="ffffff"/>
              </a:solidFill>
              <a:effectLst/>
              <a:uFillTx/>
              <a:latin typeface="Times New Roman"/>
            </a:endParaRPr>
          </a:p>
        </p:txBody>
      </p:sp>
      <p:grpSp>
        <p:nvGrpSpPr>
          <p:cNvPr id="867" name=""/>
          <p:cNvGrpSpPr/>
          <p:nvPr/>
        </p:nvGrpSpPr>
        <p:grpSpPr>
          <a:xfrm>
            <a:off x="5870520" y="4043520"/>
            <a:ext cx="2870280" cy="1447560"/>
            <a:chOff x="5870520" y="4043520"/>
            <a:chExt cx="2870280" cy="1447560"/>
          </a:xfrm>
        </p:grpSpPr>
        <p:sp>
          <p:nvSpPr>
            <p:cNvPr id="868" name=""/>
            <p:cNvSpPr/>
            <p:nvPr/>
          </p:nvSpPr>
          <p:spPr>
            <a:xfrm flipV="1">
              <a:off x="5870520" y="4043520"/>
              <a:ext cx="2868840" cy="1444320"/>
            </a:xfrm>
            <a:prstGeom prst="roundRect">
              <a:avLst>
                <a:gd name="adj" fmla="val 0"/>
              </a:avLst>
            </a:prstGeom>
            <a:solidFill>
              <a:srgbClr val="ffffff"/>
            </a:solidFill>
            <a:ln w="0">
              <a:noFill/>
            </a:ln>
            <a:effectLst>
              <a:outerShdw dist="112005" dir="2700000" blurRad="0" rotWithShape="0">
                <a:srgbClr val="404040"/>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869" name=""/>
            <p:cNvSpPr/>
            <p:nvPr/>
          </p:nvSpPr>
          <p:spPr>
            <a:xfrm>
              <a:off x="5872320" y="4044960"/>
              <a:ext cx="707760" cy="1446120"/>
            </a:xfrm>
            <a:custGeom>
              <a:avLst/>
              <a:gdLst/>
              <a:ahLst/>
              <a:rect l="l" t="t" r="r" b="b"/>
              <a:pathLst>
                <a:path w="446" h="911">
                  <a:moveTo>
                    <a:pt x="445" y="910"/>
                  </a:moveTo>
                  <a:lnTo>
                    <a:pt x="445" y="910"/>
                  </a:lnTo>
                  <a:lnTo>
                    <a:pt x="445" y="0"/>
                  </a:lnTo>
                  <a:lnTo>
                    <a:pt x="0" y="0"/>
                  </a:lnTo>
                  <a:lnTo>
                    <a:pt x="0" y="910"/>
                  </a:lnTo>
                  <a:lnTo>
                    <a:pt x="445" y="910"/>
                  </a:lnTo>
                  <a:lnTo>
                    <a:pt x="445" y="910"/>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70" name=""/>
            <p:cNvSpPr/>
            <p:nvPr/>
          </p:nvSpPr>
          <p:spPr>
            <a:xfrm>
              <a:off x="8024760" y="4043520"/>
              <a:ext cx="716040" cy="1446120"/>
            </a:xfrm>
            <a:custGeom>
              <a:avLst/>
              <a:gdLst/>
              <a:ahLst/>
              <a:rect l="l" t="t" r="r" b="b"/>
              <a:pathLst>
                <a:path w="451" h="911">
                  <a:moveTo>
                    <a:pt x="450" y="910"/>
                  </a:moveTo>
                  <a:lnTo>
                    <a:pt x="450" y="910"/>
                  </a:lnTo>
                  <a:lnTo>
                    <a:pt x="450" y="0"/>
                  </a:lnTo>
                  <a:lnTo>
                    <a:pt x="0" y="0"/>
                  </a:lnTo>
                  <a:lnTo>
                    <a:pt x="0" y="910"/>
                  </a:lnTo>
                  <a:lnTo>
                    <a:pt x="450" y="910"/>
                  </a:lnTo>
                  <a:lnTo>
                    <a:pt x="450" y="910"/>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71" name=""/>
            <p:cNvSpPr/>
            <p:nvPr/>
          </p:nvSpPr>
          <p:spPr>
            <a:xfrm flipV="1">
              <a:off x="5870520" y="4043520"/>
              <a:ext cx="2868840" cy="1444320"/>
            </a:xfrm>
            <a:prstGeom prst="roundRect">
              <a:avLst>
                <a:gd name="adj" fmla="val 0"/>
              </a:avLst>
            </a:prstGeom>
            <a:noFill/>
            <a:ln w="18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872" name=""/>
            <p:cNvSpPr/>
            <p:nvPr/>
          </p:nvSpPr>
          <p:spPr>
            <a:xfrm>
              <a:off x="6745320" y="4168800"/>
              <a:ext cx="1087560" cy="1190520"/>
            </a:xfrm>
            <a:custGeom>
              <a:avLst/>
              <a:gdLst/>
              <a:ahLst/>
              <a:rect l="l" t="t" r="r" b="b"/>
              <a:pathLst>
                <a:path w="685" h="750">
                  <a:moveTo>
                    <a:pt x="339" y="4"/>
                  </a:moveTo>
                  <a:lnTo>
                    <a:pt x="342" y="4"/>
                  </a:lnTo>
                  <a:lnTo>
                    <a:pt x="273" y="162"/>
                  </a:lnTo>
                  <a:lnTo>
                    <a:pt x="272" y="164"/>
                  </a:lnTo>
                  <a:lnTo>
                    <a:pt x="272" y="164"/>
                  </a:lnTo>
                  <a:lnTo>
                    <a:pt x="272" y="164"/>
                  </a:lnTo>
                  <a:lnTo>
                    <a:pt x="272" y="164"/>
                  </a:lnTo>
                  <a:lnTo>
                    <a:pt x="271" y="166"/>
                  </a:lnTo>
                  <a:lnTo>
                    <a:pt x="271" y="166"/>
                  </a:lnTo>
                  <a:lnTo>
                    <a:pt x="271" y="166"/>
                  </a:lnTo>
                  <a:lnTo>
                    <a:pt x="271" y="166"/>
                  </a:lnTo>
                  <a:lnTo>
                    <a:pt x="269" y="168"/>
                  </a:lnTo>
                  <a:lnTo>
                    <a:pt x="269" y="168"/>
                  </a:lnTo>
                  <a:lnTo>
                    <a:pt x="267" y="169"/>
                  </a:lnTo>
                  <a:lnTo>
                    <a:pt x="267" y="169"/>
                  </a:lnTo>
                  <a:lnTo>
                    <a:pt x="265" y="171"/>
                  </a:lnTo>
                  <a:lnTo>
                    <a:pt x="264" y="171"/>
                  </a:lnTo>
                  <a:lnTo>
                    <a:pt x="262" y="171"/>
                  </a:lnTo>
                  <a:lnTo>
                    <a:pt x="262" y="171"/>
                  </a:lnTo>
                  <a:lnTo>
                    <a:pt x="260" y="171"/>
                  </a:lnTo>
                  <a:lnTo>
                    <a:pt x="258" y="171"/>
                  </a:lnTo>
                  <a:lnTo>
                    <a:pt x="256" y="171"/>
                  </a:lnTo>
                  <a:lnTo>
                    <a:pt x="254" y="171"/>
                  </a:lnTo>
                  <a:lnTo>
                    <a:pt x="252" y="171"/>
                  </a:lnTo>
                  <a:lnTo>
                    <a:pt x="251" y="171"/>
                  </a:lnTo>
                  <a:lnTo>
                    <a:pt x="249" y="171"/>
                  </a:lnTo>
                  <a:lnTo>
                    <a:pt x="249" y="169"/>
                  </a:lnTo>
                  <a:lnTo>
                    <a:pt x="247" y="169"/>
                  </a:lnTo>
                  <a:lnTo>
                    <a:pt x="247" y="169"/>
                  </a:lnTo>
                  <a:lnTo>
                    <a:pt x="245" y="169"/>
                  </a:lnTo>
                  <a:lnTo>
                    <a:pt x="245" y="167"/>
                  </a:lnTo>
                  <a:lnTo>
                    <a:pt x="244" y="167"/>
                  </a:lnTo>
                  <a:lnTo>
                    <a:pt x="244" y="167"/>
                  </a:lnTo>
                  <a:lnTo>
                    <a:pt x="244" y="167"/>
                  </a:lnTo>
                  <a:lnTo>
                    <a:pt x="244" y="166"/>
                  </a:lnTo>
                  <a:lnTo>
                    <a:pt x="178" y="129"/>
                  </a:lnTo>
                  <a:lnTo>
                    <a:pt x="230" y="310"/>
                  </a:lnTo>
                  <a:lnTo>
                    <a:pt x="230" y="312"/>
                  </a:lnTo>
                  <a:lnTo>
                    <a:pt x="230" y="312"/>
                  </a:lnTo>
                  <a:lnTo>
                    <a:pt x="230" y="313"/>
                  </a:lnTo>
                  <a:lnTo>
                    <a:pt x="230" y="313"/>
                  </a:lnTo>
                  <a:lnTo>
                    <a:pt x="230" y="315"/>
                  </a:lnTo>
                  <a:lnTo>
                    <a:pt x="230" y="315"/>
                  </a:lnTo>
                  <a:lnTo>
                    <a:pt x="230" y="317"/>
                  </a:lnTo>
                  <a:lnTo>
                    <a:pt x="230" y="317"/>
                  </a:lnTo>
                  <a:lnTo>
                    <a:pt x="229" y="319"/>
                  </a:lnTo>
                  <a:lnTo>
                    <a:pt x="229" y="321"/>
                  </a:lnTo>
                  <a:lnTo>
                    <a:pt x="228" y="323"/>
                  </a:lnTo>
                  <a:lnTo>
                    <a:pt x="228" y="323"/>
                  </a:lnTo>
                  <a:lnTo>
                    <a:pt x="227" y="325"/>
                  </a:lnTo>
                  <a:lnTo>
                    <a:pt x="227" y="325"/>
                  </a:lnTo>
                  <a:lnTo>
                    <a:pt x="225" y="327"/>
                  </a:lnTo>
                  <a:lnTo>
                    <a:pt x="225" y="327"/>
                  </a:lnTo>
                  <a:lnTo>
                    <a:pt x="222" y="327"/>
                  </a:lnTo>
                  <a:lnTo>
                    <a:pt x="221" y="327"/>
                  </a:lnTo>
                  <a:lnTo>
                    <a:pt x="219" y="327"/>
                  </a:lnTo>
                  <a:lnTo>
                    <a:pt x="219" y="327"/>
                  </a:lnTo>
                  <a:lnTo>
                    <a:pt x="217" y="327"/>
                  </a:lnTo>
                  <a:lnTo>
                    <a:pt x="215" y="327"/>
                  </a:lnTo>
                  <a:lnTo>
                    <a:pt x="213" y="327"/>
                  </a:lnTo>
                  <a:lnTo>
                    <a:pt x="213" y="325"/>
                  </a:lnTo>
                  <a:lnTo>
                    <a:pt x="212" y="325"/>
                  </a:lnTo>
                  <a:lnTo>
                    <a:pt x="212" y="325"/>
                  </a:lnTo>
                  <a:lnTo>
                    <a:pt x="210" y="325"/>
                  </a:lnTo>
                  <a:lnTo>
                    <a:pt x="210" y="323"/>
                  </a:lnTo>
                  <a:lnTo>
                    <a:pt x="209" y="323"/>
                  </a:lnTo>
                  <a:lnTo>
                    <a:pt x="209" y="323"/>
                  </a:lnTo>
                  <a:lnTo>
                    <a:pt x="209" y="323"/>
                  </a:lnTo>
                  <a:lnTo>
                    <a:pt x="209" y="322"/>
                  </a:lnTo>
                  <a:lnTo>
                    <a:pt x="115" y="231"/>
                  </a:lnTo>
                  <a:lnTo>
                    <a:pt x="115" y="232"/>
                  </a:lnTo>
                  <a:lnTo>
                    <a:pt x="115" y="233"/>
                  </a:lnTo>
                  <a:lnTo>
                    <a:pt x="115" y="235"/>
                  </a:lnTo>
                  <a:lnTo>
                    <a:pt x="115" y="235"/>
                  </a:lnTo>
                  <a:lnTo>
                    <a:pt x="115" y="238"/>
                  </a:lnTo>
                  <a:lnTo>
                    <a:pt x="115" y="240"/>
                  </a:lnTo>
                  <a:lnTo>
                    <a:pt x="115" y="242"/>
                  </a:lnTo>
                  <a:lnTo>
                    <a:pt x="115" y="244"/>
                  </a:lnTo>
                  <a:lnTo>
                    <a:pt x="114" y="248"/>
                  </a:lnTo>
                  <a:lnTo>
                    <a:pt x="114" y="252"/>
                  </a:lnTo>
                  <a:lnTo>
                    <a:pt x="113" y="256"/>
                  </a:lnTo>
                  <a:lnTo>
                    <a:pt x="113" y="257"/>
                  </a:lnTo>
                  <a:lnTo>
                    <a:pt x="111" y="261"/>
                  </a:lnTo>
                  <a:lnTo>
                    <a:pt x="110" y="264"/>
                  </a:lnTo>
                  <a:lnTo>
                    <a:pt x="109" y="269"/>
                  </a:lnTo>
                  <a:lnTo>
                    <a:pt x="108" y="270"/>
                  </a:lnTo>
                  <a:lnTo>
                    <a:pt x="106" y="272"/>
                  </a:lnTo>
                  <a:lnTo>
                    <a:pt x="104" y="274"/>
                  </a:lnTo>
                  <a:lnTo>
                    <a:pt x="102" y="276"/>
                  </a:lnTo>
                  <a:lnTo>
                    <a:pt x="101" y="276"/>
                  </a:lnTo>
                  <a:lnTo>
                    <a:pt x="99" y="278"/>
                  </a:lnTo>
                  <a:lnTo>
                    <a:pt x="97" y="278"/>
                  </a:lnTo>
                  <a:lnTo>
                    <a:pt x="95" y="278"/>
                  </a:lnTo>
                  <a:lnTo>
                    <a:pt x="94" y="278"/>
                  </a:lnTo>
                  <a:lnTo>
                    <a:pt x="93" y="278"/>
                  </a:lnTo>
                  <a:lnTo>
                    <a:pt x="91" y="278"/>
                  </a:lnTo>
                  <a:lnTo>
                    <a:pt x="88" y="278"/>
                  </a:lnTo>
                  <a:lnTo>
                    <a:pt x="88" y="278"/>
                  </a:lnTo>
                  <a:lnTo>
                    <a:pt x="87" y="278"/>
                  </a:lnTo>
                  <a:lnTo>
                    <a:pt x="87" y="278"/>
                  </a:lnTo>
                  <a:lnTo>
                    <a:pt x="87" y="278"/>
                  </a:lnTo>
                  <a:lnTo>
                    <a:pt x="87" y="278"/>
                  </a:lnTo>
                  <a:lnTo>
                    <a:pt x="0" y="261"/>
                  </a:lnTo>
                  <a:lnTo>
                    <a:pt x="35" y="362"/>
                  </a:lnTo>
                  <a:lnTo>
                    <a:pt x="35" y="364"/>
                  </a:lnTo>
                  <a:lnTo>
                    <a:pt x="35" y="364"/>
                  </a:lnTo>
                  <a:lnTo>
                    <a:pt x="35" y="364"/>
                  </a:lnTo>
                  <a:lnTo>
                    <a:pt x="35" y="364"/>
                  </a:lnTo>
                  <a:lnTo>
                    <a:pt x="35" y="366"/>
                  </a:lnTo>
                  <a:lnTo>
                    <a:pt x="35" y="366"/>
                  </a:lnTo>
                  <a:lnTo>
                    <a:pt x="35" y="366"/>
                  </a:lnTo>
                  <a:lnTo>
                    <a:pt x="36" y="366"/>
                  </a:lnTo>
                  <a:lnTo>
                    <a:pt x="36" y="368"/>
                  </a:lnTo>
                  <a:lnTo>
                    <a:pt x="36" y="369"/>
                  </a:lnTo>
                  <a:lnTo>
                    <a:pt x="36" y="371"/>
                  </a:lnTo>
                  <a:lnTo>
                    <a:pt x="36" y="371"/>
                  </a:lnTo>
                  <a:lnTo>
                    <a:pt x="35" y="374"/>
                  </a:lnTo>
                  <a:lnTo>
                    <a:pt x="35" y="375"/>
                  </a:lnTo>
                  <a:lnTo>
                    <a:pt x="34" y="377"/>
                  </a:lnTo>
                  <a:lnTo>
                    <a:pt x="34" y="377"/>
                  </a:lnTo>
                  <a:lnTo>
                    <a:pt x="32" y="379"/>
                  </a:lnTo>
                  <a:lnTo>
                    <a:pt x="30" y="381"/>
                  </a:lnTo>
                  <a:lnTo>
                    <a:pt x="28" y="382"/>
                  </a:lnTo>
                  <a:lnTo>
                    <a:pt x="26" y="382"/>
                  </a:lnTo>
                  <a:lnTo>
                    <a:pt x="22" y="384"/>
                  </a:lnTo>
                  <a:lnTo>
                    <a:pt x="20" y="384"/>
                  </a:lnTo>
                  <a:lnTo>
                    <a:pt x="17" y="386"/>
                  </a:lnTo>
                  <a:lnTo>
                    <a:pt x="15" y="386"/>
                  </a:lnTo>
                  <a:lnTo>
                    <a:pt x="12" y="388"/>
                  </a:lnTo>
                  <a:lnTo>
                    <a:pt x="10" y="388"/>
                  </a:lnTo>
                  <a:lnTo>
                    <a:pt x="8" y="388"/>
                  </a:lnTo>
                  <a:lnTo>
                    <a:pt x="6" y="388"/>
                  </a:lnTo>
                  <a:lnTo>
                    <a:pt x="4" y="388"/>
                  </a:lnTo>
                  <a:lnTo>
                    <a:pt x="3" y="388"/>
                  </a:lnTo>
                  <a:lnTo>
                    <a:pt x="2" y="388"/>
                  </a:lnTo>
                  <a:lnTo>
                    <a:pt x="2" y="388"/>
                  </a:lnTo>
                  <a:lnTo>
                    <a:pt x="145" y="501"/>
                  </a:lnTo>
                  <a:lnTo>
                    <a:pt x="145" y="503"/>
                  </a:lnTo>
                  <a:lnTo>
                    <a:pt x="145" y="503"/>
                  </a:lnTo>
                  <a:lnTo>
                    <a:pt x="145" y="503"/>
                  </a:lnTo>
                  <a:lnTo>
                    <a:pt x="146" y="503"/>
                  </a:lnTo>
                  <a:lnTo>
                    <a:pt x="146" y="505"/>
                  </a:lnTo>
                  <a:lnTo>
                    <a:pt x="148" y="505"/>
                  </a:lnTo>
                  <a:lnTo>
                    <a:pt x="149" y="507"/>
                  </a:lnTo>
                  <a:lnTo>
                    <a:pt x="151" y="507"/>
                  </a:lnTo>
                  <a:lnTo>
                    <a:pt x="151" y="509"/>
                  </a:lnTo>
                  <a:lnTo>
                    <a:pt x="153" y="510"/>
                  </a:lnTo>
                  <a:lnTo>
                    <a:pt x="154" y="512"/>
                  </a:lnTo>
                  <a:lnTo>
                    <a:pt x="156" y="513"/>
                  </a:lnTo>
                  <a:lnTo>
                    <a:pt x="156" y="515"/>
                  </a:lnTo>
                  <a:lnTo>
                    <a:pt x="158" y="516"/>
                  </a:lnTo>
                  <a:lnTo>
                    <a:pt x="159" y="518"/>
                  </a:lnTo>
                  <a:lnTo>
                    <a:pt x="161" y="519"/>
                  </a:lnTo>
                  <a:lnTo>
                    <a:pt x="160" y="523"/>
                  </a:lnTo>
                  <a:lnTo>
                    <a:pt x="160" y="525"/>
                  </a:lnTo>
                  <a:lnTo>
                    <a:pt x="160" y="527"/>
                  </a:lnTo>
                  <a:lnTo>
                    <a:pt x="160" y="529"/>
                  </a:lnTo>
                  <a:lnTo>
                    <a:pt x="159" y="532"/>
                  </a:lnTo>
                  <a:lnTo>
                    <a:pt x="159" y="534"/>
                  </a:lnTo>
                  <a:lnTo>
                    <a:pt x="159" y="536"/>
                  </a:lnTo>
                  <a:lnTo>
                    <a:pt x="159" y="538"/>
                  </a:lnTo>
                  <a:lnTo>
                    <a:pt x="156" y="540"/>
                  </a:lnTo>
                  <a:lnTo>
                    <a:pt x="156" y="542"/>
                  </a:lnTo>
                  <a:lnTo>
                    <a:pt x="156" y="544"/>
                  </a:lnTo>
                  <a:lnTo>
                    <a:pt x="156" y="544"/>
                  </a:lnTo>
                  <a:lnTo>
                    <a:pt x="156" y="545"/>
                  </a:lnTo>
                  <a:lnTo>
                    <a:pt x="156" y="545"/>
                  </a:lnTo>
                  <a:lnTo>
                    <a:pt x="156" y="545"/>
                  </a:lnTo>
                  <a:lnTo>
                    <a:pt x="156" y="545"/>
                  </a:lnTo>
                  <a:lnTo>
                    <a:pt x="131" y="598"/>
                  </a:lnTo>
                  <a:lnTo>
                    <a:pt x="308" y="561"/>
                  </a:lnTo>
                  <a:lnTo>
                    <a:pt x="308" y="561"/>
                  </a:lnTo>
                  <a:lnTo>
                    <a:pt x="308" y="561"/>
                  </a:lnTo>
                  <a:lnTo>
                    <a:pt x="308" y="561"/>
                  </a:lnTo>
                  <a:lnTo>
                    <a:pt x="309" y="561"/>
                  </a:lnTo>
                  <a:lnTo>
                    <a:pt x="309" y="561"/>
                  </a:lnTo>
                  <a:lnTo>
                    <a:pt x="311" y="561"/>
                  </a:lnTo>
                  <a:lnTo>
                    <a:pt x="312" y="561"/>
                  </a:lnTo>
                  <a:lnTo>
                    <a:pt x="314" y="560"/>
                  </a:lnTo>
                  <a:lnTo>
                    <a:pt x="314" y="560"/>
                  </a:lnTo>
                  <a:lnTo>
                    <a:pt x="316" y="560"/>
                  </a:lnTo>
                  <a:lnTo>
                    <a:pt x="318" y="560"/>
                  </a:lnTo>
                  <a:lnTo>
                    <a:pt x="320" y="560"/>
                  </a:lnTo>
                  <a:lnTo>
                    <a:pt x="320" y="562"/>
                  </a:lnTo>
                  <a:lnTo>
                    <a:pt x="322" y="562"/>
                  </a:lnTo>
                  <a:lnTo>
                    <a:pt x="324" y="562"/>
                  </a:lnTo>
                  <a:lnTo>
                    <a:pt x="326" y="562"/>
                  </a:lnTo>
                  <a:lnTo>
                    <a:pt x="326" y="564"/>
                  </a:lnTo>
                  <a:lnTo>
                    <a:pt x="328" y="564"/>
                  </a:lnTo>
                  <a:lnTo>
                    <a:pt x="329" y="566"/>
                  </a:lnTo>
                  <a:lnTo>
                    <a:pt x="331" y="566"/>
                  </a:lnTo>
                  <a:lnTo>
                    <a:pt x="331" y="568"/>
                  </a:lnTo>
                  <a:lnTo>
                    <a:pt x="332" y="568"/>
                  </a:lnTo>
                  <a:lnTo>
                    <a:pt x="332" y="569"/>
                  </a:lnTo>
                  <a:lnTo>
                    <a:pt x="335" y="569"/>
                  </a:lnTo>
                  <a:lnTo>
                    <a:pt x="335" y="571"/>
                  </a:lnTo>
                  <a:lnTo>
                    <a:pt x="335" y="571"/>
                  </a:lnTo>
                  <a:lnTo>
                    <a:pt x="335" y="571"/>
                  </a:lnTo>
                  <a:lnTo>
                    <a:pt x="336" y="571"/>
                  </a:lnTo>
                  <a:lnTo>
                    <a:pt x="336" y="572"/>
                  </a:lnTo>
                  <a:lnTo>
                    <a:pt x="336" y="572"/>
                  </a:lnTo>
                  <a:lnTo>
                    <a:pt x="336" y="572"/>
                  </a:lnTo>
                  <a:lnTo>
                    <a:pt x="337" y="572"/>
                  </a:lnTo>
                  <a:lnTo>
                    <a:pt x="330" y="749"/>
                  </a:lnTo>
                  <a:lnTo>
                    <a:pt x="355" y="749"/>
                  </a:lnTo>
                  <a:lnTo>
                    <a:pt x="348" y="572"/>
                  </a:lnTo>
                  <a:lnTo>
                    <a:pt x="348" y="572"/>
                  </a:lnTo>
                  <a:lnTo>
                    <a:pt x="348" y="572"/>
                  </a:lnTo>
                  <a:lnTo>
                    <a:pt x="348" y="572"/>
                  </a:lnTo>
                  <a:lnTo>
                    <a:pt x="348" y="571"/>
                  </a:lnTo>
                  <a:lnTo>
                    <a:pt x="348" y="571"/>
                  </a:lnTo>
                  <a:lnTo>
                    <a:pt x="348" y="570"/>
                  </a:lnTo>
                  <a:lnTo>
                    <a:pt x="348" y="570"/>
                  </a:lnTo>
                  <a:lnTo>
                    <a:pt x="349" y="568"/>
                  </a:lnTo>
                  <a:lnTo>
                    <a:pt x="349" y="568"/>
                  </a:lnTo>
                  <a:lnTo>
                    <a:pt x="350" y="567"/>
                  </a:lnTo>
                  <a:lnTo>
                    <a:pt x="350" y="567"/>
                  </a:lnTo>
                  <a:lnTo>
                    <a:pt x="352" y="565"/>
                  </a:lnTo>
                  <a:lnTo>
                    <a:pt x="352" y="565"/>
                  </a:lnTo>
                  <a:lnTo>
                    <a:pt x="354" y="564"/>
                  </a:lnTo>
                  <a:lnTo>
                    <a:pt x="355" y="564"/>
                  </a:lnTo>
                  <a:lnTo>
                    <a:pt x="357" y="562"/>
                  </a:lnTo>
                  <a:lnTo>
                    <a:pt x="358" y="562"/>
                  </a:lnTo>
                  <a:lnTo>
                    <a:pt x="360" y="562"/>
                  </a:lnTo>
                  <a:lnTo>
                    <a:pt x="362" y="562"/>
                  </a:lnTo>
                  <a:lnTo>
                    <a:pt x="364" y="562"/>
                  </a:lnTo>
                  <a:lnTo>
                    <a:pt x="365" y="562"/>
                  </a:lnTo>
                  <a:lnTo>
                    <a:pt x="367" y="562"/>
                  </a:lnTo>
                  <a:lnTo>
                    <a:pt x="369" y="562"/>
                  </a:lnTo>
                  <a:lnTo>
                    <a:pt x="371" y="562"/>
                  </a:lnTo>
                  <a:lnTo>
                    <a:pt x="371" y="563"/>
                  </a:lnTo>
                  <a:lnTo>
                    <a:pt x="373" y="563"/>
                  </a:lnTo>
                  <a:lnTo>
                    <a:pt x="374" y="563"/>
                  </a:lnTo>
                  <a:lnTo>
                    <a:pt x="376" y="563"/>
                  </a:lnTo>
                  <a:lnTo>
                    <a:pt x="376" y="563"/>
                  </a:lnTo>
                  <a:lnTo>
                    <a:pt x="377" y="563"/>
                  </a:lnTo>
                  <a:lnTo>
                    <a:pt x="377" y="563"/>
                  </a:lnTo>
                  <a:lnTo>
                    <a:pt x="379" y="563"/>
                  </a:lnTo>
                  <a:lnTo>
                    <a:pt x="553" y="596"/>
                  </a:lnTo>
                  <a:lnTo>
                    <a:pt x="527" y="548"/>
                  </a:lnTo>
                  <a:lnTo>
                    <a:pt x="525" y="548"/>
                  </a:lnTo>
                  <a:lnTo>
                    <a:pt x="525" y="548"/>
                  </a:lnTo>
                  <a:lnTo>
                    <a:pt x="525" y="547"/>
                  </a:lnTo>
                  <a:lnTo>
                    <a:pt x="525" y="545"/>
                  </a:lnTo>
                  <a:lnTo>
                    <a:pt x="523" y="544"/>
                  </a:lnTo>
                  <a:lnTo>
                    <a:pt x="523" y="542"/>
                  </a:lnTo>
                  <a:lnTo>
                    <a:pt x="523" y="540"/>
                  </a:lnTo>
                  <a:lnTo>
                    <a:pt x="523" y="537"/>
                  </a:lnTo>
                  <a:lnTo>
                    <a:pt x="522" y="535"/>
                  </a:lnTo>
                  <a:lnTo>
                    <a:pt x="522" y="533"/>
                  </a:lnTo>
                  <a:lnTo>
                    <a:pt x="522" y="531"/>
                  </a:lnTo>
                  <a:lnTo>
                    <a:pt x="522" y="527"/>
                  </a:lnTo>
                  <a:lnTo>
                    <a:pt x="522" y="525"/>
                  </a:lnTo>
                  <a:lnTo>
                    <a:pt x="523" y="523"/>
                  </a:lnTo>
                  <a:lnTo>
                    <a:pt x="523" y="521"/>
                  </a:lnTo>
                  <a:lnTo>
                    <a:pt x="525" y="517"/>
                  </a:lnTo>
                  <a:lnTo>
                    <a:pt x="525" y="515"/>
                  </a:lnTo>
                  <a:lnTo>
                    <a:pt x="527" y="513"/>
                  </a:lnTo>
                  <a:lnTo>
                    <a:pt x="527" y="511"/>
                  </a:lnTo>
                  <a:lnTo>
                    <a:pt x="529" y="509"/>
                  </a:lnTo>
                  <a:lnTo>
                    <a:pt x="529" y="508"/>
                  </a:lnTo>
                  <a:lnTo>
                    <a:pt x="531" y="506"/>
                  </a:lnTo>
                  <a:lnTo>
                    <a:pt x="533" y="504"/>
                  </a:lnTo>
                  <a:lnTo>
                    <a:pt x="535" y="502"/>
                  </a:lnTo>
                  <a:lnTo>
                    <a:pt x="535" y="502"/>
                  </a:lnTo>
                  <a:lnTo>
                    <a:pt x="537" y="501"/>
                  </a:lnTo>
                  <a:lnTo>
                    <a:pt x="537" y="501"/>
                  </a:lnTo>
                  <a:lnTo>
                    <a:pt x="539" y="499"/>
                  </a:lnTo>
                  <a:lnTo>
                    <a:pt x="539" y="499"/>
                  </a:lnTo>
                  <a:lnTo>
                    <a:pt x="540" y="498"/>
                  </a:lnTo>
                  <a:lnTo>
                    <a:pt x="540" y="498"/>
                  </a:lnTo>
                  <a:lnTo>
                    <a:pt x="541" y="497"/>
                  </a:lnTo>
                  <a:lnTo>
                    <a:pt x="681" y="386"/>
                  </a:lnTo>
                  <a:lnTo>
                    <a:pt x="680" y="386"/>
                  </a:lnTo>
                  <a:lnTo>
                    <a:pt x="680" y="386"/>
                  </a:lnTo>
                  <a:lnTo>
                    <a:pt x="678" y="386"/>
                  </a:lnTo>
                  <a:lnTo>
                    <a:pt x="677" y="386"/>
                  </a:lnTo>
                  <a:lnTo>
                    <a:pt x="674" y="386"/>
                  </a:lnTo>
                  <a:lnTo>
                    <a:pt x="672" y="386"/>
                  </a:lnTo>
                  <a:lnTo>
                    <a:pt x="670" y="386"/>
                  </a:lnTo>
                  <a:lnTo>
                    <a:pt x="668" y="383"/>
                  </a:lnTo>
                  <a:lnTo>
                    <a:pt x="664" y="383"/>
                  </a:lnTo>
                  <a:lnTo>
                    <a:pt x="662" y="382"/>
                  </a:lnTo>
                  <a:lnTo>
                    <a:pt x="659" y="382"/>
                  </a:lnTo>
                  <a:lnTo>
                    <a:pt x="657" y="381"/>
                  </a:lnTo>
                  <a:lnTo>
                    <a:pt x="654" y="381"/>
                  </a:lnTo>
                  <a:lnTo>
                    <a:pt x="652" y="378"/>
                  </a:lnTo>
                  <a:lnTo>
                    <a:pt x="650" y="376"/>
                  </a:lnTo>
                  <a:lnTo>
                    <a:pt x="650" y="375"/>
                  </a:lnTo>
                  <a:lnTo>
                    <a:pt x="648" y="373"/>
                  </a:lnTo>
                  <a:lnTo>
                    <a:pt x="648" y="371"/>
                  </a:lnTo>
                  <a:lnTo>
                    <a:pt x="647" y="369"/>
                  </a:lnTo>
                  <a:lnTo>
                    <a:pt x="647" y="367"/>
                  </a:lnTo>
                  <a:lnTo>
                    <a:pt x="647" y="365"/>
                  </a:lnTo>
                  <a:lnTo>
                    <a:pt x="647" y="363"/>
                  </a:lnTo>
                  <a:lnTo>
                    <a:pt x="647" y="361"/>
                  </a:lnTo>
                  <a:lnTo>
                    <a:pt x="648" y="359"/>
                  </a:lnTo>
                  <a:lnTo>
                    <a:pt x="648" y="358"/>
                  </a:lnTo>
                  <a:lnTo>
                    <a:pt x="648" y="356"/>
                  </a:lnTo>
                  <a:lnTo>
                    <a:pt x="648" y="354"/>
                  </a:lnTo>
                  <a:lnTo>
                    <a:pt x="649" y="353"/>
                  </a:lnTo>
                  <a:lnTo>
                    <a:pt x="649" y="353"/>
                  </a:lnTo>
                  <a:lnTo>
                    <a:pt x="649" y="351"/>
                  </a:lnTo>
                  <a:lnTo>
                    <a:pt x="649" y="351"/>
                  </a:lnTo>
                  <a:lnTo>
                    <a:pt x="650" y="349"/>
                  </a:lnTo>
                  <a:lnTo>
                    <a:pt x="684" y="260"/>
                  </a:lnTo>
                  <a:lnTo>
                    <a:pt x="608" y="276"/>
                  </a:lnTo>
                  <a:lnTo>
                    <a:pt x="606" y="276"/>
                  </a:lnTo>
                  <a:lnTo>
                    <a:pt x="606" y="276"/>
                  </a:lnTo>
                  <a:lnTo>
                    <a:pt x="605" y="276"/>
                  </a:lnTo>
                  <a:lnTo>
                    <a:pt x="604" y="276"/>
                  </a:lnTo>
                  <a:lnTo>
                    <a:pt x="602" y="276"/>
                  </a:lnTo>
                  <a:lnTo>
                    <a:pt x="600" y="276"/>
                  </a:lnTo>
                  <a:lnTo>
                    <a:pt x="598" y="276"/>
                  </a:lnTo>
                  <a:lnTo>
                    <a:pt x="596" y="276"/>
                  </a:lnTo>
                  <a:lnTo>
                    <a:pt x="592" y="276"/>
                  </a:lnTo>
                  <a:lnTo>
                    <a:pt x="590" y="276"/>
                  </a:lnTo>
                  <a:lnTo>
                    <a:pt x="588" y="276"/>
                  </a:lnTo>
                  <a:lnTo>
                    <a:pt x="586" y="274"/>
                  </a:lnTo>
                  <a:lnTo>
                    <a:pt x="584" y="274"/>
                  </a:lnTo>
                  <a:lnTo>
                    <a:pt x="582" y="272"/>
                  </a:lnTo>
                  <a:lnTo>
                    <a:pt x="580" y="270"/>
                  </a:lnTo>
                  <a:lnTo>
                    <a:pt x="579" y="269"/>
                  </a:lnTo>
                  <a:lnTo>
                    <a:pt x="575" y="266"/>
                  </a:lnTo>
                  <a:lnTo>
                    <a:pt x="574" y="263"/>
                  </a:lnTo>
                  <a:lnTo>
                    <a:pt x="571" y="260"/>
                  </a:lnTo>
                  <a:lnTo>
                    <a:pt x="570" y="256"/>
                  </a:lnTo>
                  <a:lnTo>
                    <a:pt x="568" y="254"/>
                  </a:lnTo>
                  <a:lnTo>
                    <a:pt x="568" y="250"/>
                  </a:lnTo>
                  <a:lnTo>
                    <a:pt x="568" y="247"/>
                  </a:lnTo>
                  <a:lnTo>
                    <a:pt x="568" y="242"/>
                  </a:lnTo>
                  <a:lnTo>
                    <a:pt x="568" y="241"/>
                  </a:lnTo>
                  <a:lnTo>
                    <a:pt x="568" y="237"/>
                  </a:lnTo>
                  <a:lnTo>
                    <a:pt x="568" y="235"/>
                  </a:lnTo>
                  <a:lnTo>
                    <a:pt x="568" y="232"/>
                  </a:lnTo>
                  <a:lnTo>
                    <a:pt x="568" y="232"/>
                  </a:lnTo>
                  <a:lnTo>
                    <a:pt x="568" y="230"/>
                  </a:lnTo>
                  <a:lnTo>
                    <a:pt x="568" y="229"/>
                  </a:lnTo>
                  <a:lnTo>
                    <a:pt x="569" y="228"/>
                  </a:lnTo>
                  <a:lnTo>
                    <a:pt x="476" y="318"/>
                  </a:lnTo>
                  <a:lnTo>
                    <a:pt x="474" y="320"/>
                  </a:lnTo>
                  <a:lnTo>
                    <a:pt x="474" y="320"/>
                  </a:lnTo>
                  <a:lnTo>
                    <a:pt x="474" y="320"/>
                  </a:lnTo>
                  <a:lnTo>
                    <a:pt x="474" y="320"/>
                  </a:lnTo>
                  <a:lnTo>
                    <a:pt x="472" y="322"/>
                  </a:lnTo>
                  <a:lnTo>
                    <a:pt x="472" y="322"/>
                  </a:lnTo>
                  <a:lnTo>
                    <a:pt x="470" y="323"/>
                  </a:lnTo>
                  <a:lnTo>
                    <a:pt x="470" y="323"/>
                  </a:lnTo>
                  <a:lnTo>
                    <a:pt x="468" y="325"/>
                  </a:lnTo>
                  <a:lnTo>
                    <a:pt x="466" y="325"/>
                  </a:lnTo>
                  <a:lnTo>
                    <a:pt x="464" y="325"/>
                  </a:lnTo>
                  <a:lnTo>
                    <a:pt x="464" y="325"/>
                  </a:lnTo>
                  <a:lnTo>
                    <a:pt x="462" y="325"/>
                  </a:lnTo>
                  <a:lnTo>
                    <a:pt x="462" y="325"/>
                  </a:lnTo>
                  <a:lnTo>
                    <a:pt x="459" y="325"/>
                  </a:lnTo>
                  <a:lnTo>
                    <a:pt x="459" y="323"/>
                  </a:lnTo>
                  <a:lnTo>
                    <a:pt x="458" y="323"/>
                  </a:lnTo>
                  <a:lnTo>
                    <a:pt x="457" y="322"/>
                  </a:lnTo>
                  <a:lnTo>
                    <a:pt x="455" y="322"/>
                  </a:lnTo>
                  <a:lnTo>
                    <a:pt x="455" y="320"/>
                  </a:lnTo>
                  <a:lnTo>
                    <a:pt x="454" y="320"/>
                  </a:lnTo>
                  <a:lnTo>
                    <a:pt x="454" y="317"/>
                  </a:lnTo>
                  <a:lnTo>
                    <a:pt x="454" y="316"/>
                  </a:lnTo>
                  <a:lnTo>
                    <a:pt x="454" y="314"/>
                  </a:lnTo>
                  <a:lnTo>
                    <a:pt x="454" y="314"/>
                  </a:lnTo>
                  <a:lnTo>
                    <a:pt x="454" y="312"/>
                  </a:lnTo>
                  <a:lnTo>
                    <a:pt x="454" y="312"/>
                  </a:lnTo>
                  <a:lnTo>
                    <a:pt x="454" y="310"/>
                  </a:lnTo>
                  <a:lnTo>
                    <a:pt x="454" y="310"/>
                  </a:lnTo>
                  <a:lnTo>
                    <a:pt x="454" y="309"/>
                  </a:lnTo>
                  <a:lnTo>
                    <a:pt x="454" y="309"/>
                  </a:lnTo>
                  <a:lnTo>
                    <a:pt x="454" y="308"/>
                  </a:lnTo>
                  <a:lnTo>
                    <a:pt x="507" y="125"/>
                  </a:lnTo>
                  <a:lnTo>
                    <a:pt x="437" y="164"/>
                  </a:lnTo>
                  <a:lnTo>
                    <a:pt x="436" y="166"/>
                  </a:lnTo>
                  <a:lnTo>
                    <a:pt x="436" y="166"/>
                  </a:lnTo>
                  <a:lnTo>
                    <a:pt x="435" y="166"/>
                  </a:lnTo>
                  <a:lnTo>
                    <a:pt x="435" y="166"/>
                  </a:lnTo>
                  <a:lnTo>
                    <a:pt x="433" y="167"/>
                  </a:lnTo>
                  <a:lnTo>
                    <a:pt x="433" y="167"/>
                  </a:lnTo>
                  <a:lnTo>
                    <a:pt x="432" y="167"/>
                  </a:lnTo>
                  <a:lnTo>
                    <a:pt x="432" y="167"/>
                  </a:lnTo>
                  <a:lnTo>
                    <a:pt x="430" y="168"/>
                  </a:lnTo>
                  <a:lnTo>
                    <a:pt x="428" y="168"/>
                  </a:lnTo>
                  <a:lnTo>
                    <a:pt x="427" y="168"/>
                  </a:lnTo>
                  <a:lnTo>
                    <a:pt x="427" y="168"/>
                  </a:lnTo>
                  <a:lnTo>
                    <a:pt x="425" y="168"/>
                  </a:lnTo>
                  <a:lnTo>
                    <a:pt x="424" y="168"/>
                  </a:lnTo>
                  <a:lnTo>
                    <a:pt x="422" y="168"/>
                  </a:lnTo>
                  <a:lnTo>
                    <a:pt x="422" y="167"/>
                  </a:lnTo>
                  <a:lnTo>
                    <a:pt x="420" y="167"/>
                  </a:lnTo>
                  <a:lnTo>
                    <a:pt x="418" y="167"/>
                  </a:lnTo>
                  <a:lnTo>
                    <a:pt x="416" y="167"/>
                  </a:lnTo>
                  <a:lnTo>
                    <a:pt x="416" y="166"/>
                  </a:lnTo>
                  <a:lnTo>
                    <a:pt x="414" y="166"/>
                  </a:lnTo>
                  <a:lnTo>
                    <a:pt x="414" y="164"/>
                  </a:lnTo>
                  <a:lnTo>
                    <a:pt x="412" y="164"/>
                  </a:lnTo>
                  <a:lnTo>
                    <a:pt x="412" y="161"/>
                  </a:lnTo>
                  <a:lnTo>
                    <a:pt x="410" y="161"/>
                  </a:lnTo>
                  <a:lnTo>
                    <a:pt x="410" y="160"/>
                  </a:lnTo>
                  <a:lnTo>
                    <a:pt x="410" y="160"/>
                  </a:lnTo>
                  <a:lnTo>
                    <a:pt x="410" y="158"/>
                  </a:lnTo>
                  <a:lnTo>
                    <a:pt x="409" y="158"/>
                  </a:lnTo>
                  <a:lnTo>
                    <a:pt x="409" y="156"/>
                  </a:lnTo>
                  <a:lnTo>
                    <a:pt x="409" y="156"/>
                  </a:lnTo>
                  <a:lnTo>
                    <a:pt x="409" y="155"/>
                  </a:lnTo>
                  <a:lnTo>
                    <a:pt x="342" y="0"/>
                  </a:lnTo>
                  <a:lnTo>
                    <a:pt x="345" y="0"/>
                  </a:lnTo>
                  <a:lnTo>
                    <a:pt x="339" y="4"/>
                  </a:lnTo>
                  <a:lnTo>
                    <a:pt x="339" y="4"/>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nvGrpSpPr>
          <p:cNvPr id="873" name=""/>
          <p:cNvGrpSpPr/>
          <p:nvPr/>
        </p:nvGrpSpPr>
        <p:grpSpPr>
          <a:xfrm>
            <a:off x="5288040" y="2297160"/>
            <a:ext cx="2496960" cy="1473120"/>
            <a:chOff x="5288040" y="2297160"/>
            <a:chExt cx="2496960" cy="1473120"/>
          </a:xfrm>
        </p:grpSpPr>
        <p:sp>
          <p:nvSpPr>
            <p:cNvPr id="874" name=""/>
            <p:cNvSpPr/>
            <p:nvPr/>
          </p:nvSpPr>
          <p:spPr>
            <a:xfrm flipV="1">
              <a:off x="5288040" y="2298600"/>
              <a:ext cx="2495520" cy="1471680"/>
            </a:xfrm>
            <a:prstGeom prst="roundRect">
              <a:avLst>
                <a:gd name="adj" fmla="val 0"/>
              </a:avLst>
            </a:prstGeom>
            <a:solidFill>
              <a:srgbClr val="ffffff"/>
            </a:solidFill>
            <a:ln w="0">
              <a:noFill/>
            </a:ln>
            <a:effectLst>
              <a:outerShdw dist="112005" dir="2700000" blurRad="0" rotWithShape="0">
                <a:srgbClr val="404040"/>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875" name=""/>
            <p:cNvSpPr/>
            <p:nvPr/>
          </p:nvSpPr>
          <p:spPr>
            <a:xfrm>
              <a:off x="6962760" y="2300400"/>
              <a:ext cx="822240" cy="1469880"/>
            </a:xfrm>
            <a:custGeom>
              <a:avLst/>
              <a:gdLst/>
              <a:ahLst/>
              <a:rect l="l" t="t" r="r" b="b"/>
              <a:pathLst>
                <a:path w="518" h="926">
                  <a:moveTo>
                    <a:pt x="517" y="0"/>
                  </a:moveTo>
                  <a:lnTo>
                    <a:pt x="517" y="0"/>
                  </a:lnTo>
                  <a:lnTo>
                    <a:pt x="0" y="0"/>
                  </a:lnTo>
                  <a:lnTo>
                    <a:pt x="0" y="925"/>
                  </a:lnTo>
                  <a:lnTo>
                    <a:pt x="517" y="925"/>
                  </a:lnTo>
                  <a:lnTo>
                    <a:pt x="517" y="0"/>
                  </a:lnTo>
                  <a:lnTo>
                    <a:pt x="517" y="0"/>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76" name=""/>
            <p:cNvSpPr/>
            <p:nvPr/>
          </p:nvSpPr>
          <p:spPr>
            <a:xfrm>
              <a:off x="5288040" y="2297160"/>
              <a:ext cx="831600" cy="1473120"/>
            </a:xfrm>
            <a:custGeom>
              <a:avLst/>
              <a:gdLst/>
              <a:ahLst/>
              <a:rect l="l" t="t" r="r" b="b"/>
              <a:pathLst>
                <a:path w="524" h="928">
                  <a:moveTo>
                    <a:pt x="523" y="0"/>
                  </a:moveTo>
                  <a:lnTo>
                    <a:pt x="523" y="0"/>
                  </a:lnTo>
                  <a:lnTo>
                    <a:pt x="0" y="0"/>
                  </a:lnTo>
                  <a:lnTo>
                    <a:pt x="0" y="927"/>
                  </a:lnTo>
                  <a:lnTo>
                    <a:pt x="523" y="927"/>
                  </a:lnTo>
                  <a:lnTo>
                    <a:pt x="523" y="0"/>
                  </a:lnTo>
                  <a:lnTo>
                    <a:pt x="523" y="0"/>
                  </a:lnTo>
                </a:path>
              </a:pathLst>
            </a:custGeom>
            <a:solidFill>
              <a:srgbClr val="008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77" name=""/>
            <p:cNvSpPr/>
            <p:nvPr/>
          </p:nvSpPr>
          <p:spPr>
            <a:xfrm flipV="1">
              <a:off x="5288040" y="2298600"/>
              <a:ext cx="2495520" cy="1471680"/>
            </a:xfrm>
            <a:prstGeom prst="roundRect">
              <a:avLst>
                <a:gd name="adj" fmla="val 0"/>
              </a:avLst>
            </a:prstGeom>
            <a:noFill/>
            <a:ln w="18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878" name=""/>
            <p:cNvGrpSpPr/>
            <p:nvPr/>
          </p:nvGrpSpPr>
          <p:grpSpPr>
            <a:xfrm>
              <a:off x="6235560" y="2763720"/>
              <a:ext cx="576360" cy="519120"/>
              <a:chOff x="6235560" y="2763720"/>
              <a:chExt cx="576360" cy="519120"/>
            </a:xfrm>
          </p:grpSpPr>
          <p:sp>
            <p:nvSpPr>
              <p:cNvPr id="879" name=""/>
              <p:cNvSpPr/>
              <p:nvPr/>
            </p:nvSpPr>
            <p:spPr>
              <a:xfrm>
                <a:off x="6767640" y="2986200"/>
                <a:ext cx="44280" cy="85680"/>
              </a:xfrm>
              <a:custGeom>
                <a:avLst/>
                <a:gdLst/>
                <a:ahLst/>
                <a:rect l="l" t="t" r="r" b="b"/>
                <a:pathLst>
                  <a:path w="28" h="54">
                    <a:moveTo>
                      <a:pt x="3" y="53"/>
                    </a:moveTo>
                    <a:lnTo>
                      <a:pt x="5" y="39"/>
                    </a:lnTo>
                    <a:lnTo>
                      <a:pt x="0" y="24"/>
                    </a:lnTo>
                    <a:lnTo>
                      <a:pt x="0" y="10"/>
                    </a:lnTo>
                    <a:lnTo>
                      <a:pt x="7" y="18"/>
                    </a:lnTo>
                    <a:lnTo>
                      <a:pt x="10" y="8"/>
                    </a:lnTo>
                    <a:lnTo>
                      <a:pt x="14" y="0"/>
                    </a:lnTo>
                    <a:lnTo>
                      <a:pt x="19" y="10"/>
                    </a:lnTo>
                    <a:lnTo>
                      <a:pt x="23" y="9"/>
                    </a:lnTo>
                    <a:lnTo>
                      <a:pt x="23" y="15"/>
                    </a:lnTo>
                    <a:lnTo>
                      <a:pt x="27" y="18"/>
                    </a:lnTo>
                    <a:lnTo>
                      <a:pt x="25" y="25"/>
                    </a:lnTo>
                    <a:lnTo>
                      <a:pt x="18" y="34"/>
                    </a:lnTo>
                    <a:lnTo>
                      <a:pt x="8" y="43"/>
                    </a:lnTo>
                    <a:lnTo>
                      <a:pt x="7" y="52"/>
                    </a:lnTo>
                    <a:lnTo>
                      <a:pt x="3" y="53"/>
                    </a:lnTo>
                    <a:lnTo>
                      <a:pt x="3" y="53"/>
                    </a:lnTo>
                  </a:path>
                </a:pathLst>
              </a:custGeom>
              <a:solidFill>
                <a:srgbClr val="00a000"/>
              </a:solidFill>
              <a:ln w="9360">
                <a:solidFill>
                  <a:srgbClr val="000000"/>
                </a:solidFill>
                <a:round/>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880" name=""/>
              <p:cNvSpPr/>
              <p:nvPr/>
            </p:nvSpPr>
            <p:spPr>
              <a:xfrm>
                <a:off x="6726240" y="3070080"/>
                <a:ext cx="71280" cy="93960"/>
              </a:xfrm>
              <a:custGeom>
                <a:avLst/>
                <a:gdLst/>
                <a:ahLst/>
                <a:rect l="l" t="t" r="r" b="b"/>
                <a:pathLst>
                  <a:path w="45" h="59">
                    <a:moveTo>
                      <a:pt x="0" y="55"/>
                    </a:moveTo>
                    <a:lnTo>
                      <a:pt x="6" y="46"/>
                    </a:lnTo>
                    <a:lnTo>
                      <a:pt x="5" y="30"/>
                    </a:lnTo>
                    <a:lnTo>
                      <a:pt x="5" y="19"/>
                    </a:lnTo>
                    <a:lnTo>
                      <a:pt x="11" y="10"/>
                    </a:lnTo>
                    <a:lnTo>
                      <a:pt x="18" y="3"/>
                    </a:lnTo>
                    <a:lnTo>
                      <a:pt x="22" y="3"/>
                    </a:lnTo>
                    <a:lnTo>
                      <a:pt x="22" y="9"/>
                    </a:lnTo>
                    <a:lnTo>
                      <a:pt x="29" y="0"/>
                    </a:lnTo>
                    <a:lnTo>
                      <a:pt x="31" y="0"/>
                    </a:lnTo>
                    <a:lnTo>
                      <a:pt x="33" y="7"/>
                    </a:lnTo>
                    <a:lnTo>
                      <a:pt x="32" y="14"/>
                    </a:lnTo>
                    <a:lnTo>
                      <a:pt x="38" y="14"/>
                    </a:lnTo>
                    <a:lnTo>
                      <a:pt x="44" y="9"/>
                    </a:lnTo>
                    <a:lnTo>
                      <a:pt x="34" y="19"/>
                    </a:lnTo>
                    <a:lnTo>
                      <a:pt x="27" y="37"/>
                    </a:lnTo>
                    <a:lnTo>
                      <a:pt x="23" y="41"/>
                    </a:lnTo>
                    <a:lnTo>
                      <a:pt x="8" y="45"/>
                    </a:lnTo>
                    <a:lnTo>
                      <a:pt x="2" y="58"/>
                    </a:lnTo>
                    <a:lnTo>
                      <a:pt x="0" y="55"/>
                    </a:lnTo>
                    <a:lnTo>
                      <a:pt x="0" y="55"/>
                    </a:lnTo>
                  </a:path>
                </a:pathLst>
              </a:custGeom>
              <a:solidFill>
                <a:srgbClr val="00a0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81" name=""/>
              <p:cNvSpPr/>
              <p:nvPr/>
            </p:nvSpPr>
            <p:spPr>
              <a:xfrm>
                <a:off x="6649920" y="3149640"/>
                <a:ext cx="82800" cy="68400"/>
              </a:xfrm>
              <a:custGeom>
                <a:avLst/>
                <a:gdLst/>
                <a:ahLst/>
                <a:rect l="l" t="t" r="r" b="b"/>
                <a:pathLst>
                  <a:path w="52" h="43">
                    <a:moveTo>
                      <a:pt x="0" y="42"/>
                    </a:moveTo>
                    <a:lnTo>
                      <a:pt x="11" y="31"/>
                    </a:lnTo>
                    <a:lnTo>
                      <a:pt x="14" y="20"/>
                    </a:lnTo>
                    <a:lnTo>
                      <a:pt x="29" y="5"/>
                    </a:lnTo>
                    <a:lnTo>
                      <a:pt x="33" y="0"/>
                    </a:lnTo>
                    <a:lnTo>
                      <a:pt x="33" y="11"/>
                    </a:lnTo>
                    <a:lnTo>
                      <a:pt x="46" y="4"/>
                    </a:lnTo>
                    <a:lnTo>
                      <a:pt x="51" y="2"/>
                    </a:lnTo>
                    <a:lnTo>
                      <a:pt x="46" y="10"/>
                    </a:lnTo>
                    <a:lnTo>
                      <a:pt x="44" y="17"/>
                    </a:lnTo>
                    <a:lnTo>
                      <a:pt x="51" y="15"/>
                    </a:lnTo>
                    <a:lnTo>
                      <a:pt x="49" y="25"/>
                    </a:lnTo>
                    <a:lnTo>
                      <a:pt x="36" y="36"/>
                    </a:lnTo>
                    <a:lnTo>
                      <a:pt x="11" y="37"/>
                    </a:lnTo>
                    <a:lnTo>
                      <a:pt x="2" y="42"/>
                    </a:lnTo>
                    <a:lnTo>
                      <a:pt x="0" y="42"/>
                    </a:lnTo>
                    <a:lnTo>
                      <a:pt x="0" y="42"/>
                    </a:lnTo>
                  </a:path>
                </a:pathLst>
              </a:custGeom>
              <a:solidFill>
                <a:srgbClr val="00a000"/>
              </a:solidFill>
              <a:ln w="9360">
                <a:solidFill>
                  <a:srgbClr val="000000"/>
                </a:solidFill>
                <a:round/>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882" name=""/>
              <p:cNvSpPr/>
              <p:nvPr/>
            </p:nvSpPr>
            <p:spPr>
              <a:xfrm>
                <a:off x="6521400" y="3065400"/>
                <a:ext cx="98640" cy="50760"/>
              </a:xfrm>
              <a:custGeom>
                <a:avLst/>
                <a:gdLst/>
                <a:ahLst/>
                <a:rect l="l" t="t" r="r" b="b"/>
                <a:pathLst>
                  <a:path w="62" h="32">
                    <a:moveTo>
                      <a:pt x="29" y="4"/>
                    </a:moveTo>
                    <a:lnTo>
                      <a:pt x="27" y="10"/>
                    </a:lnTo>
                    <a:lnTo>
                      <a:pt x="21" y="10"/>
                    </a:lnTo>
                    <a:lnTo>
                      <a:pt x="19" y="12"/>
                    </a:lnTo>
                    <a:lnTo>
                      <a:pt x="14" y="10"/>
                    </a:lnTo>
                    <a:lnTo>
                      <a:pt x="11" y="14"/>
                    </a:lnTo>
                    <a:lnTo>
                      <a:pt x="3" y="16"/>
                    </a:lnTo>
                    <a:lnTo>
                      <a:pt x="0" y="18"/>
                    </a:lnTo>
                    <a:lnTo>
                      <a:pt x="3" y="23"/>
                    </a:lnTo>
                    <a:lnTo>
                      <a:pt x="12" y="18"/>
                    </a:lnTo>
                    <a:lnTo>
                      <a:pt x="14" y="23"/>
                    </a:lnTo>
                    <a:lnTo>
                      <a:pt x="19" y="23"/>
                    </a:lnTo>
                    <a:lnTo>
                      <a:pt x="19" y="31"/>
                    </a:lnTo>
                    <a:lnTo>
                      <a:pt x="24" y="29"/>
                    </a:lnTo>
                    <a:lnTo>
                      <a:pt x="29" y="22"/>
                    </a:lnTo>
                    <a:lnTo>
                      <a:pt x="38" y="21"/>
                    </a:lnTo>
                    <a:lnTo>
                      <a:pt x="48" y="22"/>
                    </a:lnTo>
                    <a:lnTo>
                      <a:pt x="50" y="26"/>
                    </a:lnTo>
                    <a:lnTo>
                      <a:pt x="53" y="26"/>
                    </a:lnTo>
                    <a:lnTo>
                      <a:pt x="57" y="26"/>
                    </a:lnTo>
                    <a:lnTo>
                      <a:pt x="61" y="20"/>
                    </a:lnTo>
                    <a:lnTo>
                      <a:pt x="61" y="16"/>
                    </a:lnTo>
                    <a:lnTo>
                      <a:pt x="56" y="12"/>
                    </a:lnTo>
                    <a:lnTo>
                      <a:pt x="48" y="13"/>
                    </a:lnTo>
                    <a:lnTo>
                      <a:pt x="48" y="11"/>
                    </a:lnTo>
                    <a:lnTo>
                      <a:pt x="45" y="11"/>
                    </a:lnTo>
                    <a:lnTo>
                      <a:pt x="41" y="6"/>
                    </a:lnTo>
                    <a:lnTo>
                      <a:pt x="39" y="0"/>
                    </a:lnTo>
                    <a:lnTo>
                      <a:pt x="29" y="4"/>
                    </a:lnTo>
                    <a:lnTo>
                      <a:pt x="29" y="4"/>
                    </a:lnTo>
                  </a:path>
                </a:pathLst>
              </a:custGeom>
              <a:solidFill>
                <a:srgbClr val="c20041"/>
              </a:solidFill>
              <a:ln w="9360">
                <a:solidFill>
                  <a:srgbClr val="000000"/>
                </a:solidFill>
                <a:round/>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883" name=""/>
              <p:cNvSpPr/>
              <p:nvPr/>
            </p:nvSpPr>
            <p:spPr>
              <a:xfrm>
                <a:off x="6342120" y="2809800"/>
                <a:ext cx="119160" cy="235080"/>
              </a:xfrm>
              <a:custGeom>
                <a:avLst/>
                <a:gdLst/>
                <a:ahLst/>
                <a:rect l="l" t="t" r="r" b="b"/>
                <a:pathLst>
                  <a:path w="75" h="148">
                    <a:moveTo>
                      <a:pt x="36" y="0"/>
                    </a:moveTo>
                    <a:lnTo>
                      <a:pt x="30" y="4"/>
                    </a:lnTo>
                    <a:lnTo>
                      <a:pt x="25" y="4"/>
                    </a:lnTo>
                    <a:lnTo>
                      <a:pt x="22" y="10"/>
                    </a:lnTo>
                    <a:lnTo>
                      <a:pt x="20" y="10"/>
                    </a:lnTo>
                    <a:lnTo>
                      <a:pt x="15" y="17"/>
                    </a:lnTo>
                    <a:lnTo>
                      <a:pt x="18" y="30"/>
                    </a:lnTo>
                    <a:lnTo>
                      <a:pt x="18" y="39"/>
                    </a:lnTo>
                    <a:lnTo>
                      <a:pt x="22" y="41"/>
                    </a:lnTo>
                    <a:lnTo>
                      <a:pt x="39" y="41"/>
                    </a:lnTo>
                    <a:lnTo>
                      <a:pt x="52" y="48"/>
                    </a:lnTo>
                    <a:lnTo>
                      <a:pt x="50" y="55"/>
                    </a:lnTo>
                    <a:lnTo>
                      <a:pt x="35" y="67"/>
                    </a:lnTo>
                    <a:lnTo>
                      <a:pt x="25" y="81"/>
                    </a:lnTo>
                    <a:lnTo>
                      <a:pt x="22" y="95"/>
                    </a:lnTo>
                    <a:lnTo>
                      <a:pt x="26" y="105"/>
                    </a:lnTo>
                    <a:lnTo>
                      <a:pt x="37" y="113"/>
                    </a:lnTo>
                    <a:lnTo>
                      <a:pt x="52" y="113"/>
                    </a:lnTo>
                    <a:lnTo>
                      <a:pt x="64" y="117"/>
                    </a:lnTo>
                    <a:lnTo>
                      <a:pt x="43" y="129"/>
                    </a:lnTo>
                    <a:lnTo>
                      <a:pt x="35" y="133"/>
                    </a:lnTo>
                    <a:lnTo>
                      <a:pt x="32" y="131"/>
                    </a:lnTo>
                    <a:lnTo>
                      <a:pt x="28" y="126"/>
                    </a:lnTo>
                    <a:lnTo>
                      <a:pt x="25" y="116"/>
                    </a:lnTo>
                    <a:lnTo>
                      <a:pt x="17" y="109"/>
                    </a:lnTo>
                    <a:lnTo>
                      <a:pt x="14" y="104"/>
                    </a:lnTo>
                    <a:lnTo>
                      <a:pt x="16" y="86"/>
                    </a:lnTo>
                    <a:lnTo>
                      <a:pt x="16" y="80"/>
                    </a:lnTo>
                    <a:lnTo>
                      <a:pt x="10" y="72"/>
                    </a:lnTo>
                    <a:lnTo>
                      <a:pt x="3" y="66"/>
                    </a:lnTo>
                    <a:lnTo>
                      <a:pt x="0" y="73"/>
                    </a:lnTo>
                    <a:lnTo>
                      <a:pt x="1" y="78"/>
                    </a:lnTo>
                    <a:lnTo>
                      <a:pt x="9" y="82"/>
                    </a:lnTo>
                    <a:lnTo>
                      <a:pt x="5" y="98"/>
                    </a:lnTo>
                    <a:lnTo>
                      <a:pt x="5" y="109"/>
                    </a:lnTo>
                    <a:lnTo>
                      <a:pt x="11" y="117"/>
                    </a:lnTo>
                    <a:lnTo>
                      <a:pt x="18" y="123"/>
                    </a:lnTo>
                    <a:lnTo>
                      <a:pt x="22" y="139"/>
                    </a:lnTo>
                    <a:lnTo>
                      <a:pt x="30" y="146"/>
                    </a:lnTo>
                    <a:lnTo>
                      <a:pt x="36" y="147"/>
                    </a:lnTo>
                    <a:lnTo>
                      <a:pt x="49" y="143"/>
                    </a:lnTo>
                    <a:lnTo>
                      <a:pt x="66" y="132"/>
                    </a:lnTo>
                    <a:lnTo>
                      <a:pt x="74" y="121"/>
                    </a:lnTo>
                    <a:lnTo>
                      <a:pt x="74" y="112"/>
                    </a:lnTo>
                    <a:lnTo>
                      <a:pt x="67" y="104"/>
                    </a:lnTo>
                    <a:lnTo>
                      <a:pt x="59" y="100"/>
                    </a:lnTo>
                    <a:lnTo>
                      <a:pt x="45" y="103"/>
                    </a:lnTo>
                    <a:lnTo>
                      <a:pt x="37" y="96"/>
                    </a:lnTo>
                    <a:lnTo>
                      <a:pt x="36" y="85"/>
                    </a:lnTo>
                    <a:lnTo>
                      <a:pt x="45" y="74"/>
                    </a:lnTo>
                    <a:lnTo>
                      <a:pt x="60" y="62"/>
                    </a:lnTo>
                    <a:lnTo>
                      <a:pt x="66" y="55"/>
                    </a:lnTo>
                    <a:lnTo>
                      <a:pt x="66" y="45"/>
                    </a:lnTo>
                    <a:lnTo>
                      <a:pt x="64" y="39"/>
                    </a:lnTo>
                    <a:lnTo>
                      <a:pt x="55" y="32"/>
                    </a:lnTo>
                    <a:lnTo>
                      <a:pt x="40" y="30"/>
                    </a:lnTo>
                    <a:lnTo>
                      <a:pt x="29" y="30"/>
                    </a:lnTo>
                    <a:lnTo>
                      <a:pt x="26" y="26"/>
                    </a:lnTo>
                    <a:lnTo>
                      <a:pt x="32" y="24"/>
                    </a:lnTo>
                    <a:lnTo>
                      <a:pt x="38" y="22"/>
                    </a:lnTo>
                    <a:lnTo>
                      <a:pt x="42" y="17"/>
                    </a:lnTo>
                    <a:lnTo>
                      <a:pt x="32" y="22"/>
                    </a:lnTo>
                    <a:lnTo>
                      <a:pt x="27" y="22"/>
                    </a:lnTo>
                    <a:lnTo>
                      <a:pt x="27" y="19"/>
                    </a:lnTo>
                    <a:lnTo>
                      <a:pt x="30" y="13"/>
                    </a:lnTo>
                    <a:lnTo>
                      <a:pt x="32" y="7"/>
                    </a:lnTo>
                    <a:lnTo>
                      <a:pt x="35" y="7"/>
                    </a:lnTo>
                    <a:lnTo>
                      <a:pt x="35" y="14"/>
                    </a:lnTo>
                    <a:lnTo>
                      <a:pt x="38" y="12"/>
                    </a:lnTo>
                    <a:lnTo>
                      <a:pt x="36" y="0"/>
                    </a:lnTo>
                    <a:lnTo>
                      <a:pt x="36" y="0"/>
                    </a:lnTo>
                    <a:lnTo>
                      <a:pt x="36" y="0"/>
                    </a:lnTo>
                  </a:path>
                </a:pathLst>
              </a:custGeom>
              <a:solidFill>
                <a:srgbClr val="82c168"/>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84" name=""/>
              <p:cNvSpPr/>
              <p:nvPr/>
            </p:nvSpPr>
            <p:spPr>
              <a:xfrm>
                <a:off x="6400800" y="2763720"/>
                <a:ext cx="341280" cy="316080"/>
              </a:xfrm>
              <a:custGeom>
                <a:avLst/>
                <a:gdLst/>
                <a:ahLst/>
                <a:rect l="l" t="t" r="r" b="b"/>
                <a:pathLst>
                  <a:path w="215" h="199">
                    <a:moveTo>
                      <a:pt x="77" y="0"/>
                    </a:moveTo>
                    <a:lnTo>
                      <a:pt x="123" y="6"/>
                    </a:lnTo>
                    <a:lnTo>
                      <a:pt x="155" y="21"/>
                    </a:lnTo>
                    <a:lnTo>
                      <a:pt x="161" y="19"/>
                    </a:lnTo>
                    <a:lnTo>
                      <a:pt x="160" y="29"/>
                    </a:lnTo>
                    <a:lnTo>
                      <a:pt x="183" y="44"/>
                    </a:lnTo>
                    <a:lnTo>
                      <a:pt x="199" y="73"/>
                    </a:lnTo>
                    <a:lnTo>
                      <a:pt x="207" y="94"/>
                    </a:lnTo>
                    <a:lnTo>
                      <a:pt x="214" y="98"/>
                    </a:lnTo>
                    <a:lnTo>
                      <a:pt x="209" y="102"/>
                    </a:lnTo>
                    <a:lnTo>
                      <a:pt x="212" y="124"/>
                    </a:lnTo>
                    <a:lnTo>
                      <a:pt x="208" y="149"/>
                    </a:lnTo>
                    <a:lnTo>
                      <a:pt x="209" y="172"/>
                    </a:lnTo>
                    <a:lnTo>
                      <a:pt x="203" y="190"/>
                    </a:lnTo>
                    <a:lnTo>
                      <a:pt x="200" y="185"/>
                    </a:lnTo>
                    <a:lnTo>
                      <a:pt x="203" y="171"/>
                    </a:lnTo>
                    <a:lnTo>
                      <a:pt x="199" y="133"/>
                    </a:lnTo>
                    <a:lnTo>
                      <a:pt x="193" y="119"/>
                    </a:lnTo>
                    <a:lnTo>
                      <a:pt x="193" y="143"/>
                    </a:lnTo>
                    <a:lnTo>
                      <a:pt x="195" y="158"/>
                    </a:lnTo>
                    <a:lnTo>
                      <a:pt x="193" y="182"/>
                    </a:lnTo>
                    <a:lnTo>
                      <a:pt x="189" y="177"/>
                    </a:lnTo>
                    <a:lnTo>
                      <a:pt x="188" y="161"/>
                    </a:lnTo>
                    <a:lnTo>
                      <a:pt x="183" y="125"/>
                    </a:lnTo>
                    <a:lnTo>
                      <a:pt x="185" y="156"/>
                    </a:lnTo>
                    <a:lnTo>
                      <a:pt x="185" y="177"/>
                    </a:lnTo>
                    <a:lnTo>
                      <a:pt x="183" y="175"/>
                    </a:lnTo>
                    <a:lnTo>
                      <a:pt x="181" y="161"/>
                    </a:lnTo>
                    <a:lnTo>
                      <a:pt x="175" y="147"/>
                    </a:lnTo>
                    <a:lnTo>
                      <a:pt x="171" y="127"/>
                    </a:lnTo>
                    <a:lnTo>
                      <a:pt x="167" y="122"/>
                    </a:lnTo>
                    <a:lnTo>
                      <a:pt x="172" y="155"/>
                    </a:lnTo>
                    <a:lnTo>
                      <a:pt x="172" y="156"/>
                    </a:lnTo>
                    <a:lnTo>
                      <a:pt x="170" y="155"/>
                    </a:lnTo>
                    <a:lnTo>
                      <a:pt x="163" y="129"/>
                    </a:lnTo>
                    <a:lnTo>
                      <a:pt x="160" y="127"/>
                    </a:lnTo>
                    <a:lnTo>
                      <a:pt x="161" y="133"/>
                    </a:lnTo>
                    <a:lnTo>
                      <a:pt x="164" y="149"/>
                    </a:lnTo>
                    <a:lnTo>
                      <a:pt x="151" y="126"/>
                    </a:lnTo>
                    <a:lnTo>
                      <a:pt x="142" y="119"/>
                    </a:lnTo>
                    <a:lnTo>
                      <a:pt x="149" y="142"/>
                    </a:lnTo>
                    <a:lnTo>
                      <a:pt x="141" y="133"/>
                    </a:lnTo>
                    <a:lnTo>
                      <a:pt x="136" y="124"/>
                    </a:lnTo>
                    <a:lnTo>
                      <a:pt x="127" y="122"/>
                    </a:lnTo>
                    <a:lnTo>
                      <a:pt x="123" y="116"/>
                    </a:lnTo>
                    <a:lnTo>
                      <a:pt x="117" y="118"/>
                    </a:lnTo>
                    <a:lnTo>
                      <a:pt x="124" y="141"/>
                    </a:lnTo>
                    <a:lnTo>
                      <a:pt x="124" y="143"/>
                    </a:lnTo>
                    <a:lnTo>
                      <a:pt x="186" y="186"/>
                    </a:lnTo>
                    <a:lnTo>
                      <a:pt x="185" y="193"/>
                    </a:lnTo>
                    <a:lnTo>
                      <a:pt x="175" y="196"/>
                    </a:lnTo>
                    <a:lnTo>
                      <a:pt x="168" y="195"/>
                    </a:lnTo>
                    <a:lnTo>
                      <a:pt x="163" y="197"/>
                    </a:lnTo>
                    <a:lnTo>
                      <a:pt x="155" y="196"/>
                    </a:lnTo>
                    <a:lnTo>
                      <a:pt x="152" y="198"/>
                    </a:lnTo>
                    <a:lnTo>
                      <a:pt x="142" y="197"/>
                    </a:lnTo>
                    <a:lnTo>
                      <a:pt x="135" y="197"/>
                    </a:lnTo>
                    <a:lnTo>
                      <a:pt x="127" y="192"/>
                    </a:lnTo>
                    <a:lnTo>
                      <a:pt x="121" y="185"/>
                    </a:lnTo>
                    <a:lnTo>
                      <a:pt x="121" y="193"/>
                    </a:lnTo>
                    <a:lnTo>
                      <a:pt x="118" y="190"/>
                    </a:lnTo>
                    <a:lnTo>
                      <a:pt x="117" y="196"/>
                    </a:lnTo>
                    <a:lnTo>
                      <a:pt x="113" y="192"/>
                    </a:lnTo>
                    <a:lnTo>
                      <a:pt x="111" y="198"/>
                    </a:lnTo>
                    <a:lnTo>
                      <a:pt x="102" y="194"/>
                    </a:lnTo>
                    <a:lnTo>
                      <a:pt x="99" y="197"/>
                    </a:lnTo>
                    <a:lnTo>
                      <a:pt x="87" y="182"/>
                    </a:lnTo>
                    <a:lnTo>
                      <a:pt x="87" y="184"/>
                    </a:lnTo>
                    <a:lnTo>
                      <a:pt x="76" y="169"/>
                    </a:lnTo>
                    <a:lnTo>
                      <a:pt x="76" y="181"/>
                    </a:lnTo>
                    <a:lnTo>
                      <a:pt x="73" y="181"/>
                    </a:lnTo>
                    <a:lnTo>
                      <a:pt x="69" y="178"/>
                    </a:lnTo>
                    <a:lnTo>
                      <a:pt x="50" y="182"/>
                    </a:lnTo>
                    <a:lnTo>
                      <a:pt x="51" y="177"/>
                    </a:lnTo>
                    <a:lnTo>
                      <a:pt x="32" y="172"/>
                    </a:lnTo>
                    <a:lnTo>
                      <a:pt x="36" y="168"/>
                    </a:lnTo>
                    <a:lnTo>
                      <a:pt x="25" y="170"/>
                    </a:lnTo>
                    <a:lnTo>
                      <a:pt x="11" y="171"/>
                    </a:lnTo>
                    <a:lnTo>
                      <a:pt x="0" y="162"/>
                    </a:lnTo>
                    <a:lnTo>
                      <a:pt x="7" y="155"/>
                    </a:lnTo>
                    <a:lnTo>
                      <a:pt x="22" y="145"/>
                    </a:lnTo>
                    <a:lnTo>
                      <a:pt x="27" y="145"/>
                    </a:lnTo>
                    <a:lnTo>
                      <a:pt x="19" y="152"/>
                    </a:lnTo>
                    <a:lnTo>
                      <a:pt x="23" y="156"/>
                    </a:lnTo>
                    <a:lnTo>
                      <a:pt x="29" y="157"/>
                    </a:lnTo>
                    <a:lnTo>
                      <a:pt x="29" y="162"/>
                    </a:lnTo>
                    <a:lnTo>
                      <a:pt x="38" y="151"/>
                    </a:lnTo>
                    <a:lnTo>
                      <a:pt x="44" y="155"/>
                    </a:lnTo>
                    <a:lnTo>
                      <a:pt x="44" y="161"/>
                    </a:lnTo>
                    <a:lnTo>
                      <a:pt x="49" y="161"/>
                    </a:lnTo>
                    <a:lnTo>
                      <a:pt x="50" y="158"/>
                    </a:lnTo>
                    <a:lnTo>
                      <a:pt x="46" y="152"/>
                    </a:lnTo>
                    <a:lnTo>
                      <a:pt x="46" y="151"/>
                    </a:lnTo>
                    <a:lnTo>
                      <a:pt x="52" y="149"/>
                    </a:lnTo>
                    <a:lnTo>
                      <a:pt x="42" y="125"/>
                    </a:lnTo>
                    <a:lnTo>
                      <a:pt x="36" y="126"/>
                    </a:lnTo>
                    <a:lnTo>
                      <a:pt x="30" y="103"/>
                    </a:lnTo>
                    <a:lnTo>
                      <a:pt x="35" y="89"/>
                    </a:lnTo>
                    <a:lnTo>
                      <a:pt x="44" y="70"/>
                    </a:lnTo>
                    <a:lnTo>
                      <a:pt x="48" y="61"/>
                    </a:lnTo>
                    <a:lnTo>
                      <a:pt x="44" y="58"/>
                    </a:lnTo>
                    <a:lnTo>
                      <a:pt x="28" y="67"/>
                    </a:lnTo>
                    <a:lnTo>
                      <a:pt x="20" y="71"/>
                    </a:lnTo>
                    <a:lnTo>
                      <a:pt x="16" y="65"/>
                    </a:lnTo>
                    <a:lnTo>
                      <a:pt x="12" y="70"/>
                    </a:lnTo>
                    <a:lnTo>
                      <a:pt x="14" y="75"/>
                    </a:lnTo>
                    <a:lnTo>
                      <a:pt x="6" y="74"/>
                    </a:lnTo>
                    <a:lnTo>
                      <a:pt x="0" y="65"/>
                    </a:lnTo>
                    <a:lnTo>
                      <a:pt x="10" y="53"/>
                    </a:lnTo>
                    <a:lnTo>
                      <a:pt x="11" y="46"/>
                    </a:lnTo>
                    <a:lnTo>
                      <a:pt x="25" y="35"/>
                    </a:lnTo>
                    <a:lnTo>
                      <a:pt x="25" y="28"/>
                    </a:lnTo>
                    <a:lnTo>
                      <a:pt x="29" y="34"/>
                    </a:lnTo>
                    <a:lnTo>
                      <a:pt x="29" y="21"/>
                    </a:lnTo>
                    <a:lnTo>
                      <a:pt x="32" y="29"/>
                    </a:lnTo>
                    <a:lnTo>
                      <a:pt x="38" y="29"/>
                    </a:lnTo>
                    <a:lnTo>
                      <a:pt x="36" y="16"/>
                    </a:lnTo>
                    <a:lnTo>
                      <a:pt x="41" y="25"/>
                    </a:lnTo>
                    <a:lnTo>
                      <a:pt x="48" y="17"/>
                    </a:lnTo>
                    <a:lnTo>
                      <a:pt x="51" y="25"/>
                    </a:lnTo>
                    <a:lnTo>
                      <a:pt x="66" y="29"/>
                    </a:lnTo>
                    <a:lnTo>
                      <a:pt x="75" y="29"/>
                    </a:lnTo>
                    <a:lnTo>
                      <a:pt x="75" y="34"/>
                    </a:lnTo>
                    <a:lnTo>
                      <a:pt x="82" y="43"/>
                    </a:lnTo>
                    <a:lnTo>
                      <a:pt x="83" y="32"/>
                    </a:lnTo>
                    <a:lnTo>
                      <a:pt x="74" y="24"/>
                    </a:lnTo>
                    <a:lnTo>
                      <a:pt x="61" y="22"/>
                    </a:lnTo>
                    <a:lnTo>
                      <a:pt x="60" y="17"/>
                    </a:lnTo>
                    <a:lnTo>
                      <a:pt x="61" y="9"/>
                    </a:lnTo>
                    <a:lnTo>
                      <a:pt x="75" y="3"/>
                    </a:lnTo>
                    <a:lnTo>
                      <a:pt x="80" y="0"/>
                    </a:lnTo>
                    <a:lnTo>
                      <a:pt x="77" y="0"/>
                    </a:lnTo>
                    <a:lnTo>
                      <a:pt x="77" y="0"/>
                    </a:lnTo>
                  </a:path>
                </a:pathLst>
              </a:custGeom>
              <a:solidFill>
                <a:srgbClr val="810000"/>
              </a:solidFill>
              <a:ln w="9360">
                <a:solidFill>
                  <a:srgbClr val="81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85" name=""/>
              <p:cNvSpPr/>
              <p:nvPr/>
            </p:nvSpPr>
            <p:spPr>
              <a:xfrm>
                <a:off x="6377040" y="3127320"/>
                <a:ext cx="255600" cy="90720"/>
              </a:xfrm>
              <a:custGeom>
                <a:avLst/>
                <a:gdLst/>
                <a:ahLst/>
                <a:rect l="l" t="t" r="r" b="b"/>
                <a:pathLst>
                  <a:path w="161" h="57">
                    <a:moveTo>
                      <a:pt x="56" y="21"/>
                    </a:moveTo>
                    <a:lnTo>
                      <a:pt x="54" y="21"/>
                    </a:lnTo>
                    <a:lnTo>
                      <a:pt x="54" y="21"/>
                    </a:lnTo>
                    <a:lnTo>
                      <a:pt x="54" y="21"/>
                    </a:lnTo>
                    <a:lnTo>
                      <a:pt x="54" y="21"/>
                    </a:lnTo>
                    <a:lnTo>
                      <a:pt x="52" y="21"/>
                    </a:lnTo>
                    <a:lnTo>
                      <a:pt x="52" y="21"/>
                    </a:lnTo>
                    <a:lnTo>
                      <a:pt x="51" y="21"/>
                    </a:lnTo>
                    <a:lnTo>
                      <a:pt x="51" y="19"/>
                    </a:lnTo>
                    <a:lnTo>
                      <a:pt x="49" y="19"/>
                    </a:lnTo>
                    <a:lnTo>
                      <a:pt x="49" y="19"/>
                    </a:lnTo>
                    <a:lnTo>
                      <a:pt x="48" y="19"/>
                    </a:lnTo>
                    <a:lnTo>
                      <a:pt x="48" y="17"/>
                    </a:lnTo>
                    <a:lnTo>
                      <a:pt x="47" y="17"/>
                    </a:lnTo>
                    <a:lnTo>
                      <a:pt x="47" y="17"/>
                    </a:lnTo>
                    <a:lnTo>
                      <a:pt x="47" y="17"/>
                    </a:lnTo>
                    <a:lnTo>
                      <a:pt x="47" y="16"/>
                    </a:lnTo>
                    <a:lnTo>
                      <a:pt x="45" y="16"/>
                    </a:lnTo>
                    <a:lnTo>
                      <a:pt x="45" y="16"/>
                    </a:lnTo>
                    <a:lnTo>
                      <a:pt x="45" y="16"/>
                    </a:lnTo>
                    <a:lnTo>
                      <a:pt x="45" y="14"/>
                    </a:lnTo>
                    <a:lnTo>
                      <a:pt x="43" y="14"/>
                    </a:lnTo>
                    <a:lnTo>
                      <a:pt x="43" y="13"/>
                    </a:lnTo>
                    <a:lnTo>
                      <a:pt x="43" y="13"/>
                    </a:lnTo>
                    <a:lnTo>
                      <a:pt x="43" y="11"/>
                    </a:lnTo>
                    <a:lnTo>
                      <a:pt x="42" y="11"/>
                    </a:lnTo>
                    <a:lnTo>
                      <a:pt x="42" y="10"/>
                    </a:lnTo>
                    <a:lnTo>
                      <a:pt x="42" y="10"/>
                    </a:lnTo>
                    <a:lnTo>
                      <a:pt x="42" y="8"/>
                    </a:lnTo>
                    <a:lnTo>
                      <a:pt x="42" y="8"/>
                    </a:lnTo>
                    <a:lnTo>
                      <a:pt x="42" y="8"/>
                    </a:lnTo>
                    <a:lnTo>
                      <a:pt x="42" y="8"/>
                    </a:lnTo>
                    <a:lnTo>
                      <a:pt x="42" y="6"/>
                    </a:lnTo>
                    <a:lnTo>
                      <a:pt x="40" y="6"/>
                    </a:lnTo>
                    <a:lnTo>
                      <a:pt x="40" y="6"/>
                    </a:lnTo>
                    <a:lnTo>
                      <a:pt x="40" y="6"/>
                    </a:lnTo>
                    <a:lnTo>
                      <a:pt x="40" y="6"/>
                    </a:lnTo>
                    <a:lnTo>
                      <a:pt x="39" y="6"/>
                    </a:lnTo>
                    <a:lnTo>
                      <a:pt x="39" y="6"/>
                    </a:lnTo>
                    <a:lnTo>
                      <a:pt x="39" y="6"/>
                    </a:lnTo>
                    <a:lnTo>
                      <a:pt x="39" y="6"/>
                    </a:lnTo>
                    <a:lnTo>
                      <a:pt x="37" y="6"/>
                    </a:lnTo>
                    <a:lnTo>
                      <a:pt x="37" y="6"/>
                    </a:lnTo>
                    <a:lnTo>
                      <a:pt x="37" y="6"/>
                    </a:lnTo>
                    <a:lnTo>
                      <a:pt x="37" y="6"/>
                    </a:lnTo>
                    <a:lnTo>
                      <a:pt x="36" y="6"/>
                    </a:lnTo>
                    <a:lnTo>
                      <a:pt x="36" y="6"/>
                    </a:lnTo>
                    <a:lnTo>
                      <a:pt x="36" y="6"/>
                    </a:lnTo>
                    <a:lnTo>
                      <a:pt x="36" y="6"/>
                    </a:lnTo>
                    <a:lnTo>
                      <a:pt x="36" y="8"/>
                    </a:lnTo>
                    <a:lnTo>
                      <a:pt x="36" y="8"/>
                    </a:lnTo>
                    <a:lnTo>
                      <a:pt x="36" y="8"/>
                    </a:lnTo>
                    <a:lnTo>
                      <a:pt x="36" y="8"/>
                    </a:lnTo>
                    <a:lnTo>
                      <a:pt x="36" y="10"/>
                    </a:lnTo>
                    <a:lnTo>
                      <a:pt x="36" y="10"/>
                    </a:lnTo>
                    <a:lnTo>
                      <a:pt x="36" y="10"/>
                    </a:lnTo>
                    <a:lnTo>
                      <a:pt x="37" y="10"/>
                    </a:lnTo>
                    <a:lnTo>
                      <a:pt x="37" y="12"/>
                    </a:lnTo>
                    <a:lnTo>
                      <a:pt x="37" y="12"/>
                    </a:lnTo>
                    <a:lnTo>
                      <a:pt x="37" y="14"/>
                    </a:lnTo>
                    <a:lnTo>
                      <a:pt x="37" y="14"/>
                    </a:lnTo>
                    <a:lnTo>
                      <a:pt x="37" y="15"/>
                    </a:lnTo>
                    <a:lnTo>
                      <a:pt x="37" y="15"/>
                    </a:lnTo>
                    <a:lnTo>
                      <a:pt x="37" y="15"/>
                    </a:lnTo>
                    <a:lnTo>
                      <a:pt x="37" y="15"/>
                    </a:lnTo>
                    <a:lnTo>
                      <a:pt x="35" y="16"/>
                    </a:lnTo>
                    <a:lnTo>
                      <a:pt x="35" y="16"/>
                    </a:lnTo>
                    <a:lnTo>
                      <a:pt x="32" y="16"/>
                    </a:lnTo>
                    <a:lnTo>
                      <a:pt x="32" y="16"/>
                    </a:lnTo>
                    <a:lnTo>
                      <a:pt x="30" y="16"/>
                    </a:lnTo>
                    <a:lnTo>
                      <a:pt x="29" y="16"/>
                    </a:lnTo>
                    <a:lnTo>
                      <a:pt x="27" y="16"/>
                    </a:lnTo>
                    <a:lnTo>
                      <a:pt x="27" y="14"/>
                    </a:lnTo>
                    <a:lnTo>
                      <a:pt x="25" y="14"/>
                    </a:lnTo>
                    <a:lnTo>
                      <a:pt x="23" y="13"/>
                    </a:lnTo>
                    <a:lnTo>
                      <a:pt x="22" y="13"/>
                    </a:lnTo>
                    <a:lnTo>
                      <a:pt x="22" y="11"/>
                    </a:lnTo>
                    <a:lnTo>
                      <a:pt x="20" y="11"/>
                    </a:lnTo>
                    <a:lnTo>
                      <a:pt x="20" y="10"/>
                    </a:lnTo>
                    <a:lnTo>
                      <a:pt x="18" y="10"/>
                    </a:lnTo>
                    <a:lnTo>
                      <a:pt x="18" y="8"/>
                    </a:lnTo>
                    <a:lnTo>
                      <a:pt x="16" y="8"/>
                    </a:lnTo>
                    <a:lnTo>
                      <a:pt x="16" y="8"/>
                    </a:lnTo>
                    <a:lnTo>
                      <a:pt x="14" y="8"/>
                    </a:lnTo>
                    <a:lnTo>
                      <a:pt x="14" y="7"/>
                    </a:lnTo>
                    <a:lnTo>
                      <a:pt x="13" y="7"/>
                    </a:lnTo>
                    <a:lnTo>
                      <a:pt x="13" y="6"/>
                    </a:lnTo>
                    <a:lnTo>
                      <a:pt x="13" y="6"/>
                    </a:lnTo>
                    <a:lnTo>
                      <a:pt x="13" y="4"/>
                    </a:lnTo>
                    <a:lnTo>
                      <a:pt x="10" y="4"/>
                    </a:lnTo>
                    <a:lnTo>
                      <a:pt x="10" y="4"/>
                    </a:lnTo>
                    <a:lnTo>
                      <a:pt x="8" y="4"/>
                    </a:lnTo>
                    <a:lnTo>
                      <a:pt x="8" y="2"/>
                    </a:lnTo>
                    <a:lnTo>
                      <a:pt x="7" y="2"/>
                    </a:lnTo>
                    <a:lnTo>
                      <a:pt x="7" y="1"/>
                    </a:lnTo>
                    <a:lnTo>
                      <a:pt x="7" y="1"/>
                    </a:lnTo>
                    <a:lnTo>
                      <a:pt x="7" y="0"/>
                    </a:lnTo>
                    <a:lnTo>
                      <a:pt x="5" y="1"/>
                    </a:lnTo>
                    <a:lnTo>
                      <a:pt x="5" y="1"/>
                    </a:lnTo>
                    <a:lnTo>
                      <a:pt x="5" y="1"/>
                    </a:lnTo>
                    <a:lnTo>
                      <a:pt x="5" y="1"/>
                    </a:lnTo>
                    <a:lnTo>
                      <a:pt x="3" y="3"/>
                    </a:lnTo>
                    <a:lnTo>
                      <a:pt x="3" y="3"/>
                    </a:lnTo>
                    <a:lnTo>
                      <a:pt x="3" y="3"/>
                    </a:lnTo>
                    <a:lnTo>
                      <a:pt x="3" y="3"/>
                    </a:lnTo>
                    <a:lnTo>
                      <a:pt x="1" y="5"/>
                    </a:lnTo>
                    <a:lnTo>
                      <a:pt x="1" y="5"/>
                    </a:lnTo>
                    <a:lnTo>
                      <a:pt x="1" y="5"/>
                    </a:lnTo>
                    <a:lnTo>
                      <a:pt x="1" y="5"/>
                    </a:lnTo>
                    <a:lnTo>
                      <a:pt x="0" y="6"/>
                    </a:lnTo>
                    <a:lnTo>
                      <a:pt x="0" y="6"/>
                    </a:lnTo>
                    <a:lnTo>
                      <a:pt x="0" y="6"/>
                    </a:lnTo>
                    <a:lnTo>
                      <a:pt x="0" y="6"/>
                    </a:lnTo>
                    <a:lnTo>
                      <a:pt x="0" y="8"/>
                    </a:lnTo>
                    <a:lnTo>
                      <a:pt x="0" y="8"/>
                    </a:lnTo>
                    <a:lnTo>
                      <a:pt x="0" y="8"/>
                    </a:lnTo>
                    <a:lnTo>
                      <a:pt x="2" y="8"/>
                    </a:lnTo>
                    <a:lnTo>
                      <a:pt x="2" y="10"/>
                    </a:lnTo>
                    <a:lnTo>
                      <a:pt x="4" y="10"/>
                    </a:lnTo>
                    <a:lnTo>
                      <a:pt x="5" y="10"/>
                    </a:lnTo>
                    <a:lnTo>
                      <a:pt x="7" y="10"/>
                    </a:lnTo>
                    <a:lnTo>
                      <a:pt x="7" y="12"/>
                    </a:lnTo>
                    <a:lnTo>
                      <a:pt x="9" y="12"/>
                    </a:lnTo>
                    <a:lnTo>
                      <a:pt x="10" y="12"/>
                    </a:lnTo>
                    <a:lnTo>
                      <a:pt x="13" y="12"/>
                    </a:lnTo>
                    <a:lnTo>
                      <a:pt x="13" y="13"/>
                    </a:lnTo>
                    <a:lnTo>
                      <a:pt x="14" y="13"/>
                    </a:lnTo>
                    <a:lnTo>
                      <a:pt x="14" y="13"/>
                    </a:lnTo>
                    <a:lnTo>
                      <a:pt x="16" y="13"/>
                    </a:lnTo>
                    <a:lnTo>
                      <a:pt x="16" y="15"/>
                    </a:lnTo>
                    <a:lnTo>
                      <a:pt x="16" y="15"/>
                    </a:lnTo>
                    <a:lnTo>
                      <a:pt x="16" y="15"/>
                    </a:lnTo>
                    <a:lnTo>
                      <a:pt x="16" y="15"/>
                    </a:lnTo>
                    <a:lnTo>
                      <a:pt x="16" y="16"/>
                    </a:lnTo>
                    <a:lnTo>
                      <a:pt x="16" y="16"/>
                    </a:lnTo>
                    <a:lnTo>
                      <a:pt x="16" y="16"/>
                    </a:lnTo>
                    <a:lnTo>
                      <a:pt x="17" y="16"/>
                    </a:lnTo>
                    <a:lnTo>
                      <a:pt x="17" y="18"/>
                    </a:lnTo>
                    <a:lnTo>
                      <a:pt x="17" y="18"/>
                    </a:lnTo>
                    <a:lnTo>
                      <a:pt x="17" y="18"/>
                    </a:lnTo>
                    <a:lnTo>
                      <a:pt x="17" y="18"/>
                    </a:lnTo>
                    <a:lnTo>
                      <a:pt x="17" y="19"/>
                    </a:lnTo>
                    <a:lnTo>
                      <a:pt x="17" y="19"/>
                    </a:lnTo>
                    <a:lnTo>
                      <a:pt x="17" y="19"/>
                    </a:lnTo>
                    <a:lnTo>
                      <a:pt x="18" y="19"/>
                    </a:lnTo>
                    <a:lnTo>
                      <a:pt x="17" y="21"/>
                    </a:lnTo>
                    <a:lnTo>
                      <a:pt x="17" y="21"/>
                    </a:lnTo>
                    <a:lnTo>
                      <a:pt x="17" y="21"/>
                    </a:lnTo>
                    <a:lnTo>
                      <a:pt x="17" y="21"/>
                    </a:lnTo>
                    <a:lnTo>
                      <a:pt x="16" y="21"/>
                    </a:lnTo>
                    <a:lnTo>
                      <a:pt x="16" y="21"/>
                    </a:lnTo>
                    <a:lnTo>
                      <a:pt x="16" y="21"/>
                    </a:lnTo>
                    <a:lnTo>
                      <a:pt x="16" y="21"/>
                    </a:lnTo>
                    <a:lnTo>
                      <a:pt x="15" y="21"/>
                    </a:lnTo>
                    <a:lnTo>
                      <a:pt x="15" y="21"/>
                    </a:lnTo>
                    <a:lnTo>
                      <a:pt x="15" y="21"/>
                    </a:lnTo>
                    <a:lnTo>
                      <a:pt x="15" y="21"/>
                    </a:lnTo>
                    <a:lnTo>
                      <a:pt x="15" y="21"/>
                    </a:lnTo>
                    <a:lnTo>
                      <a:pt x="15" y="21"/>
                    </a:lnTo>
                    <a:lnTo>
                      <a:pt x="15" y="21"/>
                    </a:lnTo>
                    <a:lnTo>
                      <a:pt x="15" y="21"/>
                    </a:lnTo>
                    <a:lnTo>
                      <a:pt x="15" y="22"/>
                    </a:lnTo>
                    <a:lnTo>
                      <a:pt x="15" y="22"/>
                    </a:lnTo>
                    <a:lnTo>
                      <a:pt x="15" y="22"/>
                    </a:lnTo>
                    <a:lnTo>
                      <a:pt x="15" y="22"/>
                    </a:lnTo>
                    <a:lnTo>
                      <a:pt x="15" y="23"/>
                    </a:lnTo>
                    <a:lnTo>
                      <a:pt x="15" y="23"/>
                    </a:lnTo>
                    <a:lnTo>
                      <a:pt x="15" y="23"/>
                    </a:lnTo>
                    <a:lnTo>
                      <a:pt x="15" y="23"/>
                    </a:lnTo>
                    <a:lnTo>
                      <a:pt x="15" y="25"/>
                    </a:lnTo>
                    <a:lnTo>
                      <a:pt x="15" y="25"/>
                    </a:lnTo>
                    <a:lnTo>
                      <a:pt x="15" y="25"/>
                    </a:lnTo>
                    <a:lnTo>
                      <a:pt x="15" y="25"/>
                    </a:lnTo>
                    <a:lnTo>
                      <a:pt x="15" y="26"/>
                    </a:lnTo>
                    <a:lnTo>
                      <a:pt x="15" y="26"/>
                    </a:lnTo>
                    <a:lnTo>
                      <a:pt x="15" y="26"/>
                    </a:lnTo>
                    <a:lnTo>
                      <a:pt x="15" y="26"/>
                    </a:lnTo>
                    <a:lnTo>
                      <a:pt x="15" y="28"/>
                    </a:lnTo>
                    <a:lnTo>
                      <a:pt x="17" y="28"/>
                    </a:lnTo>
                    <a:lnTo>
                      <a:pt x="17" y="28"/>
                    </a:lnTo>
                    <a:lnTo>
                      <a:pt x="19" y="28"/>
                    </a:lnTo>
                    <a:lnTo>
                      <a:pt x="19" y="28"/>
                    </a:lnTo>
                    <a:lnTo>
                      <a:pt x="21" y="28"/>
                    </a:lnTo>
                    <a:lnTo>
                      <a:pt x="23" y="28"/>
                    </a:lnTo>
                    <a:lnTo>
                      <a:pt x="25" y="28"/>
                    </a:lnTo>
                    <a:lnTo>
                      <a:pt x="25" y="28"/>
                    </a:lnTo>
                    <a:lnTo>
                      <a:pt x="27" y="28"/>
                    </a:lnTo>
                    <a:lnTo>
                      <a:pt x="28" y="28"/>
                    </a:lnTo>
                    <a:lnTo>
                      <a:pt x="30" y="28"/>
                    </a:lnTo>
                    <a:lnTo>
                      <a:pt x="30" y="28"/>
                    </a:lnTo>
                    <a:lnTo>
                      <a:pt x="32" y="28"/>
                    </a:lnTo>
                    <a:lnTo>
                      <a:pt x="32" y="28"/>
                    </a:lnTo>
                    <a:lnTo>
                      <a:pt x="35" y="28"/>
                    </a:lnTo>
                    <a:lnTo>
                      <a:pt x="35" y="30"/>
                    </a:lnTo>
                    <a:lnTo>
                      <a:pt x="35" y="30"/>
                    </a:lnTo>
                    <a:lnTo>
                      <a:pt x="35" y="30"/>
                    </a:lnTo>
                    <a:lnTo>
                      <a:pt x="37" y="30"/>
                    </a:lnTo>
                    <a:lnTo>
                      <a:pt x="37" y="30"/>
                    </a:lnTo>
                    <a:lnTo>
                      <a:pt x="38" y="30"/>
                    </a:lnTo>
                    <a:lnTo>
                      <a:pt x="38" y="30"/>
                    </a:lnTo>
                    <a:lnTo>
                      <a:pt x="40" y="30"/>
                    </a:lnTo>
                    <a:lnTo>
                      <a:pt x="40" y="31"/>
                    </a:lnTo>
                    <a:lnTo>
                      <a:pt x="40" y="31"/>
                    </a:lnTo>
                    <a:lnTo>
                      <a:pt x="40" y="31"/>
                    </a:lnTo>
                    <a:lnTo>
                      <a:pt x="42" y="31"/>
                    </a:lnTo>
                    <a:lnTo>
                      <a:pt x="42" y="32"/>
                    </a:lnTo>
                    <a:lnTo>
                      <a:pt x="43" y="32"/>
                    </a:lnTo>
                    <a:lnTo>
                      <a:pt x="43" y="32"/>
                    </a:lnTo>
                    <a:lnTo>
                      <a:pt x="44" y="32"/>
                    </a:lnTo>
                    <a:lnTo>
                      <a:pt x="44" y="34"/>
                    </a:lnTo>
                    <a:lnTo>
                      <a:pt x="44" y="34"/>
                    </a:lnTo>
                    <a:lnTo>
                      <a:pt x="44" y="34"/>
                    </a:lnTo>
                    <a:lnTo>
                      <a:pt x="44" y="34"/>
                    </a:lnTo>
                    <a:lnTo>
                      <a:pt x="44" y="35"/>
                    </a:lnTo>
                    <a:lnTo>
                      <a:pt x="44" y="35"/>
                    </a:lnTo>
                    <a:lnTo>
                      <a:pt x="44" y="35"/>
                    </a:lnTo>
                    <a:lnTo>
                      <a:pt x="44" y="35"/>
                    </a:lnTo>
                    <a:lnTo>
                      <a:pt x="42" y="37"/>
                    </a:lnTo>
                    <a:lnTo>
                      <a:pt x="42" y="37"/>
                    </a:lnTo>
                    <a:lnTo>
                      <a:pt x="42" y="37"/>
                    </a:lnTo>
                    <a:lnTo>
                      <a:pt x="42" y="37"/>
                    </a:lnTo>
                    <a:lnTo>
                      <a:pt x="42" y="38"/>
                    </a:lnTo>
                    <a:lnTo>
                      <a:pt x="42" y="38"/>
                    </a:lnTo>
                    <a:lnTo>
                      <a:pt x="42" y="38"/>
                    </a:lnTo>
                    <a:lnTo>
                      <a:pt x="42" y="38"/>
                    </a:lnTo>
                    <a:lnTo>
                      <a:pt x="39" y="38"/>
                    </a:lnTo>
                    <a:lnTo>
                      <a:pt x="39" y="38"/>
                    </a:lnTo>
                    <a:lnTo>
                      <a:pt x="39" y="38"/>
                    </a:lnTo>
                    <a:lnTo>
                      <a:pt x="39" y="38"/>
                    </a:lnTo>
                    <a:lnTo>
                      <a:pt x="39" y="38"/>
                    </a:lnTo>
                    <a:lnTo>
                      <a:pt x="39" y="38"/>
                    </a:lnTo>
                    <a:lnTo>
                      <a:pt x="39" y="38"/>
                    </a:lnTo>
                    <a:lnTo>
                      <a:pt x="39" y="38"/>
                    </a:lnTo>
                    <a:lnTo>
                      <a:pt x="38" y="38"/>
                    </a:lnTo>
                    <a:lnTo>
                      <a:pt x="38" y="38"/>
                    </a:lnTo>
                    <a:lnTo>
                      <a:pt x="38" y="38"/>
                    </a:lnTo>
                    <a:lnTo>
                      <a:pt x="38" y="38"/>
                    </a:lnTo>
                    <a:lnTo>
                      <a:pt x="38" y="38"/>
                    </a:lnTo>
                    <a:lnTo>
                      <a:pt x="38" y="38"/>
                    </a:lnTo>
                    <a:lnTo>
                      <a:pt x="38" y="38"/>
                    </a:lnTo>
                    <a:lnTo>
                      <a:pt x="38" y="38"/>
                    </a:lnTo>
                    <a:lnTo>
                      <a:pt x="37" y="40"/>
                    </a:lnTo>
                    <a:lnTo>
                      <a:pt x="37" y="40"/>
                    </a:lnTo>
                    <a:lnTo>
                      <a:pt x="37" y="40"/>
                    </a:lnTo>
                    <a:lnTo>
                      <a:pt x="37" y="40"/>
                    </a:lnTo>
                    <a:lnTo>
                      <a:pt x="37" y="41"/>
                    </a:lnTo>
                    <a:lnTo>
                      <a:pt x="37" y="41"/>
                    </a:lnTo>
                    <a:lnTo>
                      <a:pt x="37" y="41"/>
                    </a:lnTo>
                    <a:lnTo>
                      <a:pt x="37" y="41"/>
                    </a:lnTo>
                    <a:lnTo>
                      <a:pt x="37" y="44"/>
                    </a:lnTo>
                    <a:lnTo>
                      <a:pt x="37" y="44"/>
                    </a:lnTo>
                    <a:lnTo>
                      <a:pt x="37" y="44"/>
                    </a:lnTo>
                    <a:lnTo>
                      <a:pt x="37" y="44"/>
                    </a:lnTo>
                    <a:lnTo>
                      <a:pt x="37" y="45"/>
                    </a:lnTo>
                    <a:lnTo>
                      <a:pt x="37" y="45"/>
                    </a:lnTo>
                    <a:lnTo>
                      <a:pt x="37" y="45"/>
                    </a:lnTo>
                    <a:lnTo>
                      <a:pt x="37" y="45"/>
                    </a:lnTo>
                    <a:lnTo>
                      <a:pt x="37" y="46"/>
                    </a:lnTo>
                    <a:lnTo>
                      <a:pt x="38" y="46"/>
                    </a:lnTo>
                    <a:lnTo>
                      <a:pt x="39" y="47"/>
                    </a:lnTo>
                    <a:lnTo>
                      <a:pt x="41" y="47"/>
                    </a:lnTo>
                    <a:lnTo>
                      <a:pt x="42" y="47"/>
                    </a:lnTo>
                    <a:lnTo>
                      <a:pt x="44" y="47"/>
                    </a:lnTo>
                    <a:lnTo>
                      <a:pt x="45" y="47"/>
                    </a:lnTo>
                    <a:lnTo>
                      <a:pt x="47" y="47"/>
                    </a:lnTo>
                    <a:lnTo>
                      <a:pt x="48" y="47"/>
                    </a:lnTo>
                    <a:lnTo>
                      <a:pt x="50" y="47"/>
                    </a:lnTo>
                    <a:lnTo>
                      <a:pt x="52" y="47"/>
                    </a:lnTo>
                    <a:lnTo>
                      <a:pt x="54" y="47"/>
                    </a:lnTo>
                    <a:lnTo>
                      <a:pt x="54" y="48"/>
                    </a:lnTo>
                    <a:lnTo>
                      <a:pt x="56" y="48"/>
                    </a:lnTo>
                    <a:lnTo>
                      <a:pt x="59" y="48"/>
                    </a:lnTo>
                    <a:lnTo>
                      <a:pt x="60" y="48"/>
                    </a:lnTo>
                    <a:lnTo>
                      <a:pt x="60" y="49"/>
                    </a:lnTo>
                    <a:lnTo>
                      <a:pt x="60" y="49"/>
                    </a:lnTo>
                    <a:lnTo>
                      <a:pt x="60" y="49"/>
                    </a:lnTo>
                    <a:lnTo>
                      <a:pt x="62" y="49"/>
                    </a:lnTo>
                    <a:lnTo>
                      <a:pt x="62" y="51"/>
                    </a:lnTo>
                    <a:lnTo>
                      <a:pt x="63" y="51"/>
                    </a:lnTo>
                    <a:lnTo>
                      <a:pt x="63" y="51"/>
                    </a:lnTo>
                    <a:lnTo>
                      <a:pt x="65" y="51"/>
                    </a:lnTo>
                    <a:lnTo>
                      <a:pt x="65" y="53"/>
                    </a:lnTo>
                    <a:lnTo>
                      <a:pt x="65" y="53"/>
                    </a:lnTo>
                    <a:lnTo>
                      <a:pt x="65" y="53"/>
                    </a:lnTo>
                    <a:lnTo>
                      <a:pt x="67" y="53"/>
                    </a:lnTo>
                    <a:lnTo>
                      <a:pt x="67" y="54"/>
                    </a:lnTo>
                    <a:lnTo>
                      <a:pt x="68" y="54"/>
                    </a:lnTo>
                    <a:lnTo>
                      <a:pt x="68" y="54"/>
                    </a:lnTo>
                    <a:lnTo>
                      <a:pt x="70" y="54"/>
                    </a:lnTo>
                    <a:lnTo>
                      <a:pt x="70" y="56"/>
                    </a:lnTo>
                    <a:lnTo>
                      <a:pt x="72" y="56"/>
                    </a:lnTo>
                    <a:lnTo>
                      <a:pt x="74" y="56"/>
                    </a:lnTo>
                    <a:lnTo>
                      <a:pt x="76" y="56"/>
                    </a:lnTo>
                    <a:lnTo>
                      <a:pt x="78" y="56"/>
                    </a:lnTo>
                    <a:lnTo>
                      <a:pt x="80" y="56"/>
                    </a:lnTo>
                    <a:lnTo>
                      <a:pt x="82" y="56"/>
                    </a:lnTo>
                    <a:lnTo>
                      <a:pt x="84" y="56"/>
                    </a:lnTo>
                    <a:lnTo>
                      <a:pt x="86" y="56"/>
                    </a:lnTo>
                    <a:lnTo>
                      <a:pt x="88" y="56"/>
                    </a:lnTo>
                    <a:lnTo>
                      <a:pt x="90" y="56"/>
                    </a:lnTo>
                    <a:lnTo>
                      <a:pt x="92" y="56"/>
                    </a:lnTo>
                    <a:lnTo>
                      <a:pt x="93" y="56"/>
                    </a:lnTo>
                    <a:lnTo>
                      <a:pt x="95" y="56"/>
                    </a:lnTo>
                    <a:lnTo>
                      <a:pt x="97" y="56"/>
                    </a:lnTo>
                    <a:lnTo>
                      <a:pt x="98" y="56"/>
                    </a:lnTo>
                    <a:lnTo>
                      <a:pt x="98" y="56"/>
                    </a:lnTo>
                    <a:lnTo>
                      <a:pt x="100" y="56"/>
                    </a:lnTo>
                    <a:lnTo>
                      <a:pt x="100" y="56"/>
                    </a:lnTo>
                    <a:lnTo>
                      <a:pt x="102" y="56"/>
                    </a:lnTo>
                    <a:lnTo>
                      <a:pt x="102" y="56"/>
                    </a:lnTo>
                    <a:lnTo>
                      <a:pt x="104" y="56"/>
                    </a:lnTo>
                    <a:lnTo>
                      <a:pt x="105" y="56"/>
                    </a:lnTo>
                    <a:lnTo>
                      <a:pt x="107" y="56"/>
                    </a:lnTo>
                    <a:lnTo>
                      <a:pt x="107" y="56"/>
                    </a:lnTo>
                    <a:lnTo>
                      <a:pt x="109" y="56"/>
                    </a:lnTo>
                    <a:lnTo>
                      <a:pt x="109" y="56"/>
                    </a:lnTo>
                    <a:lnTo>
                      <a:pt x="111" y="56"/>
                    </a:lnTo>
                    <a:lnTo>
                      <a:pt x="111" y="56"/>
                    </a:lnTo>
                    <a:lnTo>
                      <a:pt x="113" y="56"/>
                    </a:lnTo>
                    <a:lnTo>
                      <a:pt x="113" y="56"/>
                    </a:lnTo>
                    <a:lnTo>
                      <a:pt x="115" y="56"/>
                    </a:lnTo>
                    <a:lnTo>
                      <a:pt x="115" y="56"/>
                    </a:lnTo>
                    <a:lnTo>
                      <a:pt x="117" y="56"/>
                    </a:lnTo>
                    <a:lnTo>
                      <a:pt x="117" y="56"/>
                    </a:lnTo>
                    <a:lnTo>
                      <a:pt x="119" y="54"/>
                    </a:lnTo>
                    <a:lnTo>
                      <a:pt x="119" y="54"/>
                    </a:lnTo>
                    <a:lnTo>
                      <a:pt x="120" y="52"/>
                    </a:lnTo>
                    <a:lnTo>
                      <a:pt x="122" y="52"/>
                    </a:lnTo>
                    <a:lnTo>
                      <a:pt x="124" y="51"/>
                    </a:lnTo>
                    <a:lnTo>
                      <a:pt x="124" y="51"/>
                    </a:lnTo>
                    <a:lnTo>
                      <a:pt x="126" y="49"/>
                    </a:lnTo>
                    <a:lnTo>
                      <a:pt x="126" y="49"/>
                    </a:lnTo>
                    <a:lnTo>
                      <a:pt x="127" y="47"/>
                    </a:lnTo>
                    <a:lnTo>
                      <a:pt x="127" y="47"/>
                    </a:lnTo>
                    <a:lnTo>
                      <a:pt x="130" y="46"/>
                    </a:lnTo>
                    <a:lnTo>
                      <a:pt x="131" y="46"/>
                    </a:lnTo>
                    <a:lnTo>
                      <a:pt x="133" y="45"/>
                    </a:lnTo>
                    <a:lnTo>
                      <a:pt x="133" y="45"/>
                    </a:lnTo>
                    <a:lnTo>
                      <a:pt x="134" y="45"/>
                    </a:lnTo>
                    <a:lnTo>
                      <a:pt x="134" y="45"/>
                    </a:lnTo>
                    <a:lnTo>
                      <a:pt x="136" y="45"/>
                    </a:lnTo>
                    <a:lnTo>
                      <a:pt x="136" y="45"/>
                    </a:lnTo>
                    <a:lnTo>
                      <a:pt x="138" y="45"/>
                    </a:lnTo>
                    <a:lnTo>
                      <a:pt x="139" y="45"/>
                    </a:lnTo>
                    <a:lnTo>
                      <a:pt x="141" y="44"/>
                    </a:lnTo>
                    <a:lnTo>
                      <a:pt x="141" y="44"/>
                    </a:lnTo>
                    <a:lnTo>
                      <a:pt x="143" y="44"/>
                    </a:lnTo>
                    <a:lnTo>
                      <a:pt x="144" y="44"/>
                    </a:lnTo>
                    <a:lnTo>
                      <a:pt x="147" y="44"/>
                    </a:lnTo>
                    <a:lnTo>
                      <a:pt x="147" y="44"/>
                    </a:lnTo>
                    <a:lnTo>
                      <a:pt x="148" y="44"/>
                    </a:lnTo>
                    <a:lnTo>
                      <a:pt x="149" y="44"/>
                    </a:lnTo>
                    <a:lnTo>
                      <a:pt x="151" y="42"/>
                    </a:lnTo>
                    <a:lnTo>
                      <a:pt x="151" y="42"/>
                    </a:lnTo>
                    <a:lnTo>
                      <a:pt x="151" y="42"/>
                    </a:lnTo>
                    <a:lnTo>
                      <a:pt x="151" y="42"/>
                    </a:lnTo>
                    <a:lnTo>
                      <a:pt x="151" y="42"/>
                    </a:lnTo>
                    <a:lnTo>
                      <a:pt x="151" y="42"/>
                    </a:lnTo>
                    <a:lnTo>
                      <a:pt x="151" y="42"/>
                    </a:lnTo>
                    <a:lnTo>
                      <a:pt x="151" y="42"/>
                    </a:lnTo>
                    <a:lnTo>
                      <a:pt x="151" y="40"/>
                    </a:lnTo>
                    <a:lnTo>
                      <a:pt x="151" y="40"/>
                    </a:lnTo>
                    <a:lnTo>
                      <a:pt x="151" y="40"/>
                    </a:lnTo>
                    <a:lnTo>
                      <a:pt x="151" y="40"/>
                    </a:lnTo>
                    <a:lnTo>
                      <a:pt x="151" y="39"/>
                    </a:lnTo>
                    <a:lnTo>
                      <a:pt x="151" y="39"/>
                    </a:lnTo>
                    <a:lnTo>
                      <a:pt x="151" y="39"/>
                    </a:lnTo>
                    <a:lnTo>
                      <a:pt x="151" y="39"/>
                    </a:lnTo>
                    <a:lnTo>
                      <a:pt x="151" y="38"/>
                    </a:lnTo>
                    <a:lnTo>
                      <a:pt x="150" y="38"/>
                    </a:lnTo>
                    <a:lnTo>
                      <a:pt x="150" y="38"/>
                    </a:lnTo>
                    <a:lnTo>
                      <a:pt x="150" y="38"/>
                    </a:lnTo>
                    <a:lnTo>
                      <a:pt x="150" y="38"/>
                    </a:lnTo>
                    <a:lnTo>
                      <a:pt x="148" y="38"/>
                    </a:lnTo>
                    <a:lnTo>
                      <a:pt x="148" y="38"/>
                    </a:lnTo>
                    <a:lnTo>
                      <a:pt x="148" y="38"/>
                    </a:lnTo>
                    <a:lnTo>
                      <a:pt x="148" y="36"/>
                    </a:lnTo>
                    <a:lnTo>
                      <a:pt x="146" y="36"/>
                    </a:lnTo>
                    <a:lnTo>
                      <a:pt x="146" y="36"/>
                    </a:lnTo>
                    <a:lnTo>
                      <a:pt x="145" y="36"/>
                    </a:lnTo>
                    <a:lnTo>
                      <a:pt x="145" y="36"/>
                    </a:lnTo>
                    <a:lnTo>
                      <a:pt x="144" y="36"/>
                    </a:lnTo>
                    <a:lnTo>
                      <a:pt x="144" y="36"/>
                    </a:lnTo>
                    <a:lnTo>
                      <a:pt x="144" y="36"/>
                    </a:lnTo>
                    <a:lnTo>
                      <a:pt x="144" y="34"/>
                    </a:lnTo>
                    <a:lnTo>
                      <a:pt x="143" y="34"/>
                    </a:lnTo>
                    <a:lnTo>
                      <a:pt x="143" y="34"/>
                    </a:lnTo>
                    <a:lnTo>
                      <a:pt x="143" y="34"/>
                    </a:lnTo>
                    <a:lnTo>
                      <a:pt x="143" y="34"/>
                    </a:lnTo>
                    <a:lnTo>
                      <a:pt x="143" y="34"/>
                    </a:lnTo>
                    <a:lnTo>
                      <a:pt x="143" y="34"/>
                    </a:lnTo>
                    <a:lnTo>
                      <a:pt x="143" y="34"/>
                    </a:lnTo>
                    <a:lnTo>
                      <a:pt x="143" y="33"/>
                    </a:lnTo>
                    <a:lnTo>
                      <a:pt x="142" y="33"/>
                    </a:lnTo>
                    <a:lnTo>
                      <a:pt x="142" y="33"/>
                    </a:lnTo>
                    <a:lnTo>
                      <a:pt x="142" y="33"/>
                    </a:lnTo>
                    <a:lnTo>
                      <a:pt x="142" y="33"/>
                    </a:lnTo>
                    <a:lnTo>
                      <a:pt x="142" y="33"/>
                    </a:lnTo>
                    <a:lnTo>
                      <a:pt x="142" y="33"/>
                    </a:lnTo>
                    <a:lnTo>
                      <a:pt x="142" y="33"/>
                    </a:lnTo>
                    <a:lnTo>
                      <a:pt x="142" y="32"/>
                    </a:lnTo>
                    <a:lnTo>
                      <a:pt x="142" y="32"/>
                    </a:lnTo>
                    <a:lnTo>
                      <a:pt x="144" y="32"/>
                    </a:lnTo>
                    <a:lnTo>
                      <a:pt x="144" y="32"/>
                    </a:lnTo>
                    <a:lnTo>
                      <a:pt x="146" y="30"/>
                    </a:lnTo>
                    <a:lnTo>
                      <a:pt x="146" y="30"/>
                    </a:lnTo>
                    <a:lnTo>
                      <a:pt x="148" y="30"/>
                    </a:lnTo>
                    <a:lnTo>
                      <a:pt x="149" y="30"/>
                    </a:lnTo>
                    <a:lnTo>
                      <a:pt x="151" y="29"/>
                    </a:lnTo>
                    <a:lnTo>
                      <a:pt x="151" y="29"/>
                    </a:lnTo>
                    <a:lnTo>
                      <a:pt x="153" y="29"/>
                    </a:lnTo>
                    <a:lnTo>
                      <a:pt x="154" y="29"/>
                    </a:lnTo>
                    <a:lnTo>
                      <a:pt x="156" y="29"/>
                    </a:lnTo>
                    <a:lnTo>
                      <a:pt x="156" y="29"/>
                    </a:lnTo>
                    <a:lnTo>
                      <a:pt x="158" y="29"/>
                    </a:lnTo>
                    <a:lnTo>
                      <a:pt x="158" y="29"/>
                    </a:lnTo>
                    <a:lnTo>
                      <a:pt x="160" y="26"/>
                    </a:lnTo>
                    <a:lnTo>
                      <a:pt x="160" y="26"/>
                    </a:lnTo>
                    <a:lnTo>
                      <a:pt x="160" y="26"/>
                    </a:lnTo>
                    <a:lnTo>
                      <a:pt x="160" y="26"/>
                    </a:lnTo>
                    <a:lnTo>
                      <a:pt x="160" y="25"/>
                    </a:lnTo>
                    <a:lnTo>
                      <a:pt x="160" y="25"/>
                    </a:lnTo>
                    <a:lnTo>
                      <a:pt x="160" y="25"/>
                    </a:lnTo>
                    <a:lnTo>
                      <a:pt x="160" y="25"/>
                    </a:lnTo>
                    <a:lnTo>
                      <a:pt x="160" y="23"/>
                    </a:lnTo>
                    <a:lnTo>
                      <a:pt x="159" y="23"/>
                    </a:lnTo>
                    <a:lnTo>
                      <a:pt x="159" y="23"/>
                    </a:lnTo>
                    <a:lnTo>
                      <a:pt x="159" y="23"/>
                    </a:lnTo>
                    <a:lnTo>
                      <a:pt x="159" y="22"/>
                    </a:lnTo>
                    <a:lnTo>
                      <a:pt x="159" y="22"/>
                    </a:lnTo>
                    <a:lnTo>
                      <a:pt x="159" y="21"/>
                    </a:lnTo>
                    <a:lnTo>
                      <a:pt x="159" y="21"/>
                    </a:lnTo>
                    <a:lnTo>
                      <a:pt x="159" y="19"/>
                    </a:lnTo>
                    <a:lnTo>
                      <a:pt x="157" y="22"/>
                    </a:lnTo>
                    <a:lnTo>
                      <a:pt x="155" y="22"/>
                    </a:lnTo>
                    <a:lnTo>
                      <a:pt x="153" y="22"/>
                    </a:lnTo>
                    <a:lnTo>
                      <a:pt x="151" y="22"/>
                    </a:lnTo>
                    <a:lnTo>
                      <a:pt x="147" y="24"/>
                    </a:lnTo>
                    <a:lnTo>
                      <a:pt x="145" y="24"/>
                    </a:lnTo>
                    <a:lnTo>
                      <a:pt x="143" y="24"/>
                    </a:lnTo>
                    <a:lnTo>
                      <a:pt x="141" y="24"/>
                    </a:lnTo>
                    <a:lnTo>
                      <a:pt x="137" y="24"/>
                    </a:lnTo>
                    <a:lnTo>
                      <a:pt x="135" y="24"/>
                    </a:lnTo>
                    <a:lnTo>
                      <a:pt x="132" y="24"/>
                    </a:lnTo>
                    <a:lnTo>
                      <a:pt x="130" y="24"/>
                    </a:lnTo>
                    <a:lnTo>
                      <a:pt x="127" y="24"/>
                    </a:lnTo>
                    <a:lnTo>
                      <a:pt x="125" y="24"/>
                    </a:lnTo>
                    <a:lnTo>
                      <a:pt x="123" y="24"/>
                    </a:lnTo>
                    <a:lnTo>
                      <a:pt x="122" y="24"/>
                    </a:lnTo>
                    <a:lnTo>
                      <a:pt x="118" y="25"/>
                    </a:lnTo>
                    <a:lnTo>
                      <a:pt x="115" y="25"/>
                    </a:lnTo>
                    <a:lnTo>
                      <a:pt x="111" y="25"/>
                    </a:lnTo>
                    <a:lnTo>
                      <a:pt x="108" y="25"/>
                    </a:lnTo>
                    <a:lnTo>
                      <a:pt x="102" y="25"/>
                    </a:lnTo>
                    <a:lnTo>
                      <a:pt x="98" y="25"/>
                    </a:lnTo>
                    <a:lnTo>
                      <a:pt x="93" y="25"/>
                    </a:lnTo>
                    <a:lnTo>
                      <a:pt x="89" y="24"/>
                    </a:lnTo>
                    <a:lnTo>
                      <a:pt x="84" y="24"/>
                    </a:lnTo>
                    <a:lnTo>
                      <a:pt x="81" y="24"/>
                    </a:lnTo>
                    <a:lnTo>
                      <a:pt x="76" y="24"/>
                    </a:lnTo>
                    <a:lnTo>
                      <a:pt x="74" y="24"/>
                    </a:lnTo>
                    <a:lnTo>
                      <a:pt x="71" y="24"/>
                    </a:lnTo>
                    <a:lnTo>
                      <a:pt x="69" y="24"/>
                    </a:lnTo>
                    <a:lnTo>
                      <a:pt x="68" y="24"/>
                    </a:lnTo>
                    <a:lnTo>
                      <a:pt x="68" y="23"/>
                    </a:lnTo>
                    <a:lnTo>
                      <a:pt x="66" y="23"/>
                    </a:lnTo>
                    <a:lnTo>
                      <a:pt x="66" y="23"/>
                    </a:lnTo>
                    <a:lnTo>
                      <a:pt x="65" y="23"/>
                    </a:lnTo>
                    <a:lnTo>
                      <a:pt x="65" y="23"/>
                    </a:lnTo>
                    <a:lnTo>
                      <a:pt x="63" y="23"/>
                    </a:lnTo>
                    <a:lnTo>
                      <a:pt x="63" y="23"/>
                    </a:lnTo>
                    <a:lnTo>
                      <a:pt x="61" y="23"/>
                    </a:lnTo>
                    <a:lnTo>
                      <a:pt x="61" y="23"/>
                    </a:lnTo>
                    <a:lnTo>
                      <a:pt x="60" y="23"/>
                    </a:lnTo>
                    <a:lnTo>
                      <a:pt x="60" y="23"/>
                    </a:lnTo>
                    <a:lnTo>
                      <a:pt x="58" y="23"/>
                    </a:lnTo>
                    <a:lnTo>
                      <a:pt x="58" y="23"/>
                    </a:lnTo>
                    <a:lnTo>
                      <a:pt x="56" y="23"/>
                    </a:lnTo>
                    <a:lnTo>
                      <a:pt x="56" y="23"/>
                    </a:lnTo>
                    <a:lnTo>
                      <a:pt x="56" y="23"/>
                    </a:lnTo>
                    <a:lnTo>
                      <a:pt x="56" y="21"/>
                    </a:lnTo>
                    <a:lnTo>
                      <a:pt x="56" y="21"/>
                    </a:lnTo>
                  </a:path>
                </a:pathLst>
              </a:custGeom>
              <a:solidFill>
                <a:srgbClr val="000000"/>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886" name=""/>
              <p:cNvSpPr/>
              <p:nvPr/>
            </p:nvSpPr>
            <p:spPr>
              <a:xfrm>
                <a:off x="6465960" y="3144960"/>
                <a:ext cx="115920" cy="66600"/>
              </a:xfrm>
              <a:custGeom>
                <a:avLst/>
                <a:gdLst/>
                <a:ahLst/>
                <a:rect l="l" t="t" r="r" b="b"/>
                <a:pathLst>
                  <a:path w="73" h="42">
                    <a:moveTo>
                      <a:pt x="15" y="4"/>
                    </a:moveTo>
                    <a:lnTo>
                      <a:pt x="59" y="3"/>
                    </a:lnTo>
                    <a:lnTo>
                      <a:pt x="63" y="5"/>
                    </a:lnTo>
                    <a:lnTo>
                      <a:pt x="66" y="4"/>
                    </a:lnTo>
                    <a:lnTo>
                      <a:pt x="70" y="4"/>
                    </a:lnTo>
                    <a:lnTo>
                      <a:pt x="72" y="13"/>
                    </a:lnTo>
                    <a:lnTo>
                      <a:pt x="70" y="17"/>
                    </a:lnTo>
                    <a:lnTo>
                      <a:pt x="71" y="18"/>
                    </a:lnTo>
                    <a:lnTo>
                      <a:pt x="71" y="27"/>
                    </a:lnTo>
                    <a:lnTo>
                      <a:pt x="70" y="31"/>
                    </a:lnTo>
                    <a:lnTo>
                      <a:pt x="72" y="35"/>
                    </a:lnTo>
                    <a:lnTo>
                      <a:pt x="70" y="40"/>
                    </a:lnTo>
                    <a:lnTo>
                      <a:pt x="64" y="40"/>
                    </a:lnTo>
                    <a:lnTo>
                      <a:pt x="63" y="38"/>
                    </a:lnTo>
                    <a:lnTo>
                      <a:pt x="60" y="40"/>
                    </a:lnTo>
                    <a:lnTo>
                      <a:pt x="20" y="41"/>
                    </a:lnTo>
                    <a:lnTo>
                      <a:pt x="11" y="38"/>
                    </a:lnTo>
                    <a:lnTo>
                      <a:pt x="4" y="38"/>
                    </a:lnTo>
                    <a:lnTo>
                      <a:pt x="0" y="35"/>
                    </a:lnTo>
                    <a:lnTo>
                      <a:pt x="0" y="32"/>
                    </a:lnTo>
                    <a:lnTo>
                      <a:pt x="4" y="27"/>
                    </a:lnTo>
                    <a:lnTo>
                      <a:pt x="2" y="20"/>
                    </a:lnTo>
                    <a:lnTo>
                      <a:pt x="4" y="12"/>
                    </a:lnTo>
                    <a:lnTo>
                      <a:pt x="2" y="7"/>
                    </a:lnTo>
                    <a:lnTo>
                      <a:pt x="2" y="3"/>
                    </a:lnTo>
                    <a:lnTo>
                      <a:pt x="6" y="0"/>
                    </a:lnTo>
                    <a:lnTo>
                      <a:pt x="11" y="2"/>
                    </a:lnTo>
                    <a:lnTo>
                      <a:pt x="18" y="5"/>
                    </a:lnTo>
                    <a:lnTo>
                      <a:pt x="15" y="4"/>
                    </a:lnTo>
                    <a:lnTo>
                      <a:pt x="15" y="4"/>
                    </a:lnTo>
                  </a:path>
                </a:pathLst>
              </a:custGeom>
              <a:solidFill>
                <a:srgbClr val="e26200"/>
              </a:solidFill>
              <a:ln w="9360">
                <a:solidFill>
                  <a:srgbClr val="e26200"/>
                </a:solidFill>
                <a:round/>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887" name=""/>
              <p:cNvSpPr/>
              <p:nvPr/>
            </p:nvSpPr>
            <p:spPr>
              <a:xfrm>
                <a:off x="6602400" y="3100320"/>
                <a:ext cx="79560" cy="49320"/>
              </a:xfrm>
              <a:custGeom>
                <a:avLst/>
                <a:gdLst/>
                <a:ahLst/>
                <a:rect l="l" t="t" r="r" b="b"/>
                <a:pathLst>
                  <a:path w="50" h="31">
                    <a:moveTo>
                      <a:pt x="0" y="23"/>
                    </a:moveTo>
                    <a:lnTo>
                      <a:pt x="0" y="24"/>
                    </a:lnTo>
                    <a:lnTo>
                      <a:pt x="0" y="24"/>
                    </a:lnTo>
                    <a:lnTo>
                      <a:pt x="0" y="25"/>
                    </a:lnTo>
                    <a:lnTo>
                      <a:pt x="2" y="25"/>
                    </a:lnTo>
                    <a:lnTo>
                      <a:pt x="3" y="27"/>
                    </a:lnTo>
                    <a:lnTo>
                      <a:pt x="5" y="27"/>
                    </a:lnTo>
                    <a:lnTo>
                      <a:pt x="7" y="27"/>
                    </a:lnTo>
                    <a:lnTo>
                      <a:pt x="9" y="27"/>
                    </a:lnTo>
                    <a:lnTo>
                      <a:pt x="10" y="29"/>
                    </a:lnTo>
                    <a:lnTo>
                      <a:pt x="12" y="29"/>
                    </a:lnTo>
                    <a:lnTo>
                      <a:pt x="14" y="29"/>
                    </a:lnTo>
                    <a:lnTo>
                      <a:pt x="16" y="29"/>
                    </a:lnTo>
                    <a:lnTo>
                      <a:pt x="17" y="30"/>
                    </a:lnTo>
                    <a:lnTo>
                      <a:pt x="19" y="30"/>
                    </a:lnTo>
                    <a:lnTo>
                      <a:pt x="21" y="30"/>
                    </a:lnTo>
                    <a:lnTo>
                      <a:pt x="22" y="30"/>
                    </a:lnTo>
                    <a:lnTo>
                      <a:pt x="23" y="30"/>
                    </a:lnTo>
                    <a:lnTo>
                      <a:pt x="25" y="30"/>
                    </a:lnTo>
                    <a:lnTo>
                      <a:pt x="27" y="30"/>
                    </a:lnTo>
                    <a:lnTo>
                      <a:pt x="29" y="29"/>
                    </a:lnTo>
                    <a:lnTo>
                      <a:pt x="31" y="29"/>
                    </a:lnTo>
                    <a:lnTo>
                      <a:pt x="33" y="29"/>
                    </a:lnTo>
                    <a:lnTo>
                      <a:pt x="35" y="29"/>
                    </a:lnTo>
                    <a:lnTo>
                      <a:pt x="37" y="27"/>
                    </a:lnTo>
                    <a:lnTo>
                      <a:pt x="37" y="27"/>
                    </a:lnTo>
                    <a:lnTo>
                      <a:pt x="39" y="27"/>
                    </a:lnTo>
                    <a:lnTo>
                      <a:pt x="41" y="27"/>
                    </a:lnTo>
                    <a:lnTo>
                      <a:pt x="43" y="25"/>
                    </a:lnTo>
                    <a:lnTo>
                      <a:pt x="43" y="25"/>
                    </a:lnTo>
                    <a:lnTo>
                      <a:pt x="45" y="23"/>
                    </a:lnTo>
                    <a:lnTo>
                      <a:pt x="46" y="23"/>
                    </a:lnTo>
                    <a:lnTo>
                      <a:pt x="49" y="21"/>
                    </a:lnTo>
                    <a:lnTo>
                      <a:pt x="49" y="21"/>
                    </a:lnTo>
                    <a:lnTo>
                      <a:pt x="49" y="21"/>
                    </a:lnTo>
                    <a:lnTo>
                      <a:pt x="49" y="21"/>
                    </a:lnTo>
                    <a:lnTo>
                      <a:pt x="49" y="19"/>
                    </a:lnTo>
                    <a:lnTo>
                      <a:pt x="49" y="19"/>
                    </a:lnTo>
                    <a:lnTo>
                      <a:pt x="49" y="18"/>
                    </a:lnTo>
                    <a:lnTo>
                      <a:pt x="49" y="18"/>
                    </a:lnTo>
                    <a:lnTo>
                      <a:pt x="49" y="16"/>
                    </a:lnTo>
                    <a:lnTo>
                      <a:pt x="49" y="16"/>
                    </a:lnTo>
                    <a:lnTo>
                      <a:pt x="49" y="15"/>
                    </a:lnTo>
                    <a:lnTo>
                      <a:pt x="49" y="15"/>
                    </a:lnTo>
                    <a:lnTo>
                      <a:pt x="49" y="13"/>
                    </a:lnTo>
                    <a:lnTo>
                      <a:pt x="49" y="13"/>
                    </a:lnTo>
                    <a:lnTo>
                      <a:pt x="49" y="12"/>
                    </a:lnTo>
                    <a:lnTo>
                      <a:pt x="49" y="12"/>
                    </a:lnTo>
                    <a:lnTo>
                      <a:pt x="49" y="11"/>
                    </a:lnTo>
                    <a:lnTo>
                      <a:pt x="47" y="11"/>
                    </a:lnTo>
                    <a:lnTo>
                      <a:pt x="47" y="10"/>
                    </a:lnTo>
                    <a:lnTo>
                      <a:pt x="46" y="10"/>
                    </a:lnTo>
                    <a:lnTo>
                      <a:pt x="46" y="8"/>
                    </a:lnTo>
                    <a:lnTo>
                      <a:pt x="44" y="8"/>
                    </a:lnTo>
                    <a:lnTo>
                      <a:pt x="44" y="6"/>
                    </a:lnTo>
                    <a:lnTo>
                      <a:pt x="44" y="6"/>
                    </a:lnTo>
                    <a:lnTo>
                      <a:pt x="44" y="4"/>
                    </a:lnTo>
                    <a:lnTo>
                      <a:pt x="43" y="4"/>
                    </a:lnTo>
                    <a:lnTo>
                      <a:pt x="43" y="4"/>
                    </a:lnTo>
                    <a:lnTo>
                      <a:pt x="41" y="4"/>
                    </a:lnTo>
                    <a:lnTo>
                      <a:pt x="41" y="2"/>
                    </a:lnTo>
                    <a:lnTo>
                      <a:pt x="39" y="2"/>
                    </a:lnTo>
                    <a:lnTo>
                      <a:pt x="39" y="2"/>
                    </a:lnTo>
                    <a:lnTo>
                      <a:pt x="39" y="2"/>
                    </a:lnTo>
                    <a:lnTo>
                      <a:pt x="39" y="0"/>
                    </a:lnTo>
                    <a:lnTo>
                      <a:pt x="37" y="0"/>
                    </a:lnTo>
                    <a:lnTo>
                      <a:pt x="37" y="0"/>
                    </a:lnTo>
                    <a:lnTo>
                      <a:pt x="36" y="0"/>
                    </a:lnTo>
                    <a:lnTo>
                      <a:pt x="36" y="0"/>
                    </a:lnTo>
                    <a:lnTo>
                      <a:pt x="34" y="0"/>
                    </a:lnTo>
                    <a:lnTo>
                      <a:pt x="34" y="0"/>
                    </a:lnTo>
                    <a:lnTo>
                      <a:pt x="32" y="0"/>
                    </a:lnTo>
                    <a:lnTo>
                      <a:pt x="32" y="0"/>
                    </a:lnTo>
                    <a:lnTo>
                      <a:pt x="30" y="0"/>
                    </a:lnTo>
                    <a:lnTo>
                      <a:pt x="30" y="0"/>
                    </a:lnTo>
                    <a:lnTo>
                      <a:pt x="28" y="0"/>
                    </a:lnTo>
                    <a:lnTo>
                      <a:pt x="28" y="0"/>
                    </a:lnTo>
                    <a:lnTo>
                      <a:pt x="27" y="0"/>
                    </a:lnTo>
                    <a:lnTo>
                      <a:pt x="27" y="0"/>
                    </a:lnTo>
                    <a:lnTo>
                      <a:pt x="25" y="0"/>
                    </a:lnTo>
                    <a:lnTo>
                      <a:pt x="25" y="0"/>
                    </a:lnTo>
                    <a:lnTo>
                      <a:pt x="23" y="2"/>
                    </a:lnTo>
                    <a:lnTo>
                      <a:pt x="23" y="2"/>
                    </a:lnTo>
                    <a:lnTo>
                      <a:pt x="21" y="4"/>
                    </a:lnTo>
                    <a:lnTo>
                      <a:pt x="21" y="4"/>
                    </a:lnTo>
                    <a:lnTo>
                      <a:pt x="19" y="6"/>
                    </a:lnTo>
                    <a:lnTo>
                      <a:pt x="19" y="6"/>
                    </a:lnTo>
                    <a:lnTo>
                      <a:pt x="18" y="8"/>
                    </a:lnTo>
                    <a:lnTo>
                      <a:pt x="18" y="8"/>
                    </a:lnTo>
                    <a:lnTo>
                      <a:pt x="16" y="10"/>
                    </a:lnTo>
                    <a:lnTo>
                      <a:pt x="16" y="10"/>
                    </a:lnTo>
                    <a:lnTo>
                      <a:pt x="14" y="12"/>
                    </a:lnTo>
                    <a:lnTo>
                      <a:pt x="14" y="12"/>
                    </a:lnTo>
                    <a:lnTo>
                      <a:pt x="12" y="14"/>
                    </a:lnTo>
                    <a:lnTo>
                      <a:pt x="12" y="14"/>
                    </a:lnTo>
                    <a:lnTo>
                      <a:pt x="12" y="14"/>
                    </a:lnTo>
                    <a:lnTo>
                      <a:pt x="12" y="14"/>
                    </a:lnTo>
                    <a:lnTo>
                      <a:pt x="10" y="15"/>
                    </a:lnTo>
                    <a:lnTo>
                      <a:pt x="10" y="15"/>
                    </a:lnTo>
                    <a:lnTo>
                      <a:pt x="9" y="15"/>
                    </a:lnTo>
                    <a:lnTo>
                      <a:pt x="9" y="15"/>
                    </a:lnTo>
                    <a:lnTo>
                      <a:pt x="7" y="15"/>
                    </a:lnTo>
                    <a:lnTo>
                      <a:pt x="7" y="15"/>
                    </a:lnTo>
                    <a:lnTo>
                      <a:pt x="7" y="15"/>
                    </a:lnTo>
                    <a:lnTo>
                      <a:pt x="7" y="15"/>
                    </a:lnTo>
                    <a:lnTo>
                      <a:pt x="5" y="16"/>
                    </a:lnTo>
                    <a:lnTo>
                      <a:pt x="5" y="16"/>
                    </a:lnTo>
                    <a:lnTo>
                      <a:pt x="5" y="16"/>
                    </a:lnTo>
                    <a:lnTo>
                      <a:pt x="5" y="16"/>
                    </a:lnTo>
                    <a:lnTo>
                      <a:pt x="5" y="16"/>
                    </a:lnTo>
                    <a:lnTo>
                      <a:pt x="5" y="16"/>
                    </a:lnTo>
                    <a:lnTo>
                      <a:pt x="5" y="16"/>
                    </a:lnTo>
                    <a:lnTo>
                      <a:pt x="5" y="16"/>
                    </a:lnTo>
                    <a:lnTo>
                      <a:pt x="2" y="18"/>
                    </a:lnTo>
                    <a:lnTo>
                      <a:pt x="2" y="18"/>
                    </a:lnTo>
                    <a:lnTo>
                      <a:pt x="2" y="18"/>
                    </a:lnTo>
                    <a:lnTo>
                      <a:pt x="2" y="18"/>
                    </a:lnTo>
                    <a:lnTo>
                      <a:pt x="2" y="20"/>
                    </a:lnTo>
                    <a:lnTo>
                      <a:pt x="2" y="20"/>
                    </a:lnTo>
                    <a:lnTo>
                      <a:pt x="2" y="20"/>
                    </a:lnTo>
                    <a:lnTo>
                      <a:pt x="2" y="20"/>
                    </a:lnTo>
                    <a:lnTo>
                      <a:pt x="0" y="22"/>
                    </a:lnTo>
                    <a:lnTo>
                      <a:pt x="0" y="22"/>
                    </a:lnTo>
                    <a:lnTo>
                      <a:pt x="0" y="22"/>
                    </a:lnTo>
                    <a:lnTo>
                      <a:pt x="0" y="22"/>
                    </a:lnTo>
                    <a:lnTo>
                      <a:pt x="0" y="23"/>
                    </a:lnTo>
                    <a:lnTo>
                      <a:pt x="0" y="23"/>
                    </a:lnTo>
                    <a:lnTo>
                      <a:pt x="0" y="23"/>
                    </a:lnTo>
                    <a:lnTo>
                      <a:pt x="0" y="23"/>
                    </a:lnTo>
                    <a:lnTo>
                      <a:pt x="0" y="23"/>
                    </a:lnTo>
                  </a:path>
                </a:pathLst>
              </a:custGeom>
              <a:solidFill>
                <a:srgbClr val="00a000"/>
              </a:solidFill>
              <a:ln w="9360">
                <a:solidFill>
                  <a:srgbClr val="000000"/>
                </a:solidFill>
                <a:round/>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888" name=""/>
              <p:cNvSpPr/>
              <p:nvPr/>
            </p:nvSpPr>
            <p:spPr>
              <a:xfrm>
                <a:off x="6521400" y="3098880"/>
                <a:ext cx="92160" cy="74520"/>
              </a:xfrm>
              <a:custGeom>
                <a:avLst/>
                <a:gdLst/>
                <a:ahLst/>
                <a:rect l="l" t="t" r="r" b="b"/>
                <a:pathLst>
                  <a:path w="58" h="47">
                    <a:moveTo>
                      <a:pt x="2" y="46"/>
                    </a:moveTo>
                    <a:lnTo>
                      <a:pt x="2" y="46"/>
                    </a:lnTo>
                    <a:lnTo>
                      <a:pt x="2" y="46"/>
                    </a:lnTo>
                    <a:lnTo>
                      <a:pt x="2" y="45"/>
                    </a:lnTo>
                    <a:lnTo>
                      <a:pt x="2" y="43"/>
                    </a:lnTo>
                    <a:lnTo>
                      <a:pt x="2" y="42"/>
                    </a:lnTo>
                    <a:lnTo>
                      <a:pt x="2" y="40"/>
                    </a:lnTo>
                    <a:lnTo>
                      <a:pt x="2" y="38"/>
                    </a:lnTo>
                    <a:lnTo>
                      <a:pt x="2" y="35"/>
                    </a:lnTo>
                    <a:lnTo>
                      <a:pt x="2" y="34"/>
                    </a:lnTo>
                    <a:lnTo>
                      <a:pt x="2" y="32"/>
                    </a:lnTo>
                    <a:lnTo>
                      <a:pt x="2" y="30"/>
                    </a:lnTo>
                    <a:lnTo>
                      <a:pt x="2" y="27"/>
                    </a:lnTo>
                    <a:lnTo>
                      <a:pt x="2" y="26"/>
                    </a:lnTo>
                    <a:lnTo>
                      <a:pt x="2" y="24"/>
                    </a:lnTo>
                    <a:lnTo>
                      <a:pt x="2" y="23"/>
                    </a:lnTo>
                    <a:lnTo>
                      <a:pt x="4" y="20"/>
                    </a:lnTo>
                    <a:lnTo>
                      <a:pt x="4" y="20"/>
                    </a:lnTo>
                    <a:lnTo>
                      <a:pt x="4" y="20"/>
                    </a:lnTo>
                    <a:lnTo>
                      <a:pt x="4" y="20"/>
                    </a:lnTo>
                    <a:lnTo>
                      <a:pt x="4" y="19"/>
                    </a:lnTo>
                    <a:lnTo>
                      <a:pt x="4" y="19"/>
                    </a:lnTo>
                    <a:lnTo>
                      <a:pt x="4" y="19"/>
                    </a:lnTo>
                    <a:lnTo>
                      <a:pt x="4" y="19"/>
                    </a:lnTo>
                    <a:lnTo>
                      <a:pt x="6" y="17"/>
                    </a:lnTo>
                    <a:lnTo>
                      <a:pt x="6" y="17"/>
                    </a:lnTo>
                    <a:lnTo>
                      <a:pt x="6" y="17"/>
                    </a:lnTo>
                    <a:lnTo>
                      <a:pt x="6" y="17"/>
                    </a:lnTo>
                    <a:lnTo>
                      <a:pt x="7" y="15"/>
                    </a:lnTo>
                    <a:lnTo>
                      <a:pt x="7" y="15"/>
                    </a:lnTo>
                    <a:lnTo>
                      <a:pt x="7" y="14"/>
                    </a:lnTo>
                    <a:lnTo>
                      <a:pt x="7" y="14"/>
                    </a:lnTo>
                    <a:lnTo>
                      <a:pt x="9" y="12"/>
                    </a:lnTo>
                    <a:lnTo>
                      <a:pt x="9" y="12"/>
                    </a:lnTo>
                    <a:lnTo>
                      <a:pt x="11" y="11"/>
                    </a:lnTo>
                    <a:lnTo>
                      <a:pt x="12" y="11"/>
                    </a:lnTo>
                    <a:lnTo>
                      <a:pt x="14" y="9"/>
                    </a:lnTo>
                    <a:lnTo>
                      <a:pt x="15" y="9"/>
                    </a:lnTo>
                    <a:lnTo>
                      <a:pt x="17" y="7"/>
                    </a:lnTo>
                    <a:lnTo>
                      <a:pt x="19" y="7"/>
                    </a:lnTo>
                    <a:lnTo>
                      <a:pt x="21" y="5"/>
                    </a:lnTo>
                    <a:lnTo>
                      <a:pt x="22" y="5"/>
                    </a:lnTo>
                    <a:lnTo>
                      <a:pt x="24" y="4"/>
                    </a:lnTo>
                    <a:lnTo>
                      <a:pt x="27" y="4"/>
                    </a:lnTo>
                    <a:lnTo>
                      <a:pt x="28" y="3"/>
                    </a:lnTo>
                    <a:lnTo>
                      <a:pt x="29" y="3"/>
                    </a:lnTo>
                    <a:lnTo>
                      <a:pt x="31" y="2"/>
                    </a:lnTo>
                    <a:lnTo>
                      <a:pt x="33" y="2"/>
                    </a:lnTo>
                    <a:lnTo>
                      <a:pt x="35" y="0"/>
                    </a:lnTo>
                    <a:lnTo>
                      <a:pt x="35" y="1"/>
                    </a:lnTo>
                    <a:lnTo>
                      <a:pt x="35" y="1"/>
                    </a:lnTo>
                    <a:lnTo>
                      <a:pt x="35" y="1"/>
                    </a:lnTo>
                    <a:lnTo>
                      <a:pt x="37" y="1"/>
                    </a:lnTo>
                    <a:lnTo>
                      <a:pt x="37" y="1"/>
                    </a:lnTo>
                    <a:lnTo>
                      <a:pt x="39" y="1"/>
                    </a:lnTo>
                    <a:lnTo>
                      <a:pt x="39" y="1"/>
                    </a:lnTo>
                    <a:lnTo>
                      <a:pt x="41" y="1"/>
                    </a:lnTo>
                    <a:lnTo>
                      <a:pt x="41" y="1"/>
                    </a:lnTo>
                    <a:lnTo>
                      <a:pt x="43" y="1"/>
                    </a:lnTo>
                    <a:lnTo>
                      <a:pt x="43" y="1"/>
                    </a:lnTo>
                    <a:lnTo>
                      <a:pt x="45" y="1"/>
                    </a:lnTo>
                    <a:lnTo>
                      <a:pt x="45" y="1"/>
                    </a:lnTo>
                    <a:lnTo>
                      <a:pt x="47" y="1"/>
                    </a:lnTo>
                    <a:lnTo>
                      <a:pt x="48" y="1"/>
                    </a:lnTo>
                    <a:lnTo>
                      <a:pt x="50" y="1"/>
                    </a:lnTo>
                    <a:lnTo>
                      <a:pt x="50" y="3"/>
                    </a:lnTo>
                    <a:lnTo>
                      <a:pt x="50" y="3"/>
                    </a:lnTo>
                    <a:lnTo>
                      <a:pt x="50" y="4"/>
                    </a:lnTo>
                    <a:lnTo>
                      <a:pt x="51" y="4"/>
                    </a:lnTo>
                    <a:lnTo>
                      <a:pt x="51" y="5"/>
                    </a:lnTo>
                    <a:lnTo>
                      <a:pt x="51" y="5"/>
                    </a:lnTo>
                    <a:lnTo>
                      <a:pt x="51" y="5"/>
                    </a:lnTo>
                    <a:lnTo>
                      <a:pt x="53" y="5"/>
                    </a:lnTo>
                    <a:lnTo>
                      <a:pt x="53" y="8"/>
                    </a:lnTo>
                    <a:lnTo>
                      <a:pt x="53" y="8"/>
                    </a:lnTo>
                    <a:lnTo>
                      <a:pt x="53" y="10"/>
                    </a:lnTo>
                    <a:lnTo>
                      <a:pt x="56" y="10"/>
                    </a:lnTo>
                    <a:lnTo>
                      <a:pt x="56" y="12"/>
                    </a:lnTo>
                    <a:lnTo>
                      <a:pt x="56" y="12"/>
                    </a:lnTo>
                    <a:lnTo>
                      <a:pt x="56" y="12"/>
                    </a:lnTo>
                    <a:lnTo>
                      <a:pt x="57" y="12"/>
                    </a:lnTo>
                    <a:lnTo>
                      <a:pt x="56" y="13"/>
                    </a:lnTo>
                    <a:lnTo>
                      <a:pt x="56" y="13"/>
                    </a:lnTo>
                    <a:lnTo>
                      <a:pt x="56" y="15"/>
                    </a:lnTo>
                    <a:lnTo>
                      <a:pt x="56" y="15"/>
                    </a:lnTo>
                    <a:lnTo>
                      <a:pt x="53" y="18"/>
                    </a:lnTo>
                    <a:lnTo>
                      <a:pt x="53" y="18"/>
                    </a:lnTo>
                    <a:lnTo>
                      <a:pt x="53" y="19"/>
                    </a:lnTo>
                    <a:lnTo>
                      <a:pt x="53" y="19"/>
                    </a:lnTo>
                    <a:lnTo>
                      <a:pt x="51" y="20"/>
                    </a:lnTo>
                    <a:lnTo>
                      <a:pt x="51" y="20"/>
                    </a:lnTo>
                    <a:lnTo>
                      <a:pt x="50" y="23"/>
                    </a:lnTo>
                    <a:lnTo>
                      <a:pt x="50" y="23"/>
                    </a:lnTo>
                    <a:lnTo>
                      <a:pt x="48" y="24"/>
                    </a:lnTo>
                    <a:lnTo>
                      <a:pt x="48" y="24"/>
                    </a:lnTo>
                    <a:lnTo>
                      <a:pt x="48" y="24"/>
                    </a:lnTo>
                    <a:lnTo>
                      <a:pt x="48" y="24"/>
                    </a:lnTo>
                    <a:lnTo>
                      <a:pt x="46" y="26"/>
                    </a:lnTo>
                    <a:lnTo>
                      <a:pt x="45" y="26"/>
                    </a:lnTo>
                    <a:lnTo>
                      <a:pt x="43" y="26"/>
                    </a:lnTo>
                    <a:lnTo>
                      <a:pt x="43" y="26"/>
                    </a:lnTo>
                    <a:lnTo>
                      <a:pt x="41" y="27"/>
                    </a:lnTo>
                    <a:lnTo>
                      <a:pt x="39" y="27"/>
                    </a:lnTo>
                    <a:lnTo>
                      <a:pt x="36" y="27"/>
                    </a:lnTo>
                    <a:lnTo>
                      <a:pt x="36" y="27"/>
                    </a:lnTo>
                    <a:lnTo>
                      <a:pt x="34" y="29"/>
                    </a:lnTo>
                    <a:lnTo>
                      <a:pt x="32" y="29"/>
                    </a:lnTo>
                    <a:lnTo>
                      <a:pt x="30" y="29"/>
                    </a:lnTo>
                    <a:lnTo>
                      <a:pt x="29" y="29"/>
                    </a:lnTo>
                    <a:lnTo>
                      <a:pt x="27" y="31"/>
                    </a:lnTo>
                    <a:lnTo>
                      <a:pt x="27" y="31"/>
                    </a:lnTo>
                    <a:lnTo>
                      <a:pt x="24" y="31"/>
                    </a:lnTo>
                    <a:lnTo>
                      <a:pt x="24" y="31"/>
                    </a:lnTo>
                    <a:lnTo>
                      <a:pt x="22" y="33"/>
                    </a:lnTo>
                    <a:lnTo>
                      <a:pt x="22" y="33"/>
                    </a:lnTo>
                    <a:lnTo>
                      <a:pt x="22" y="35"/>
                    </a:lnTo>
                    <a:lnTo>
                      <a:pt x="22" y="35"/>
                    </a:lnTo>
                    <a:lnTo>
                      <a:pt x="20" y="37"/>
                    </a:lnTo>
                    <a:lnTo>
                      <a:pt x="20" y="37"/>
                    </a:lnTo>
                    <a:lnTo>
                      <a:pt x="20" y="39"/>
                    </a:lnTo>
                    <a:lnTo>
                      <a:pt x="20" y="39"/>
                    </a:lnTo>
                    <a:lnTo>
                      <a:pt x="19" y="41"/>
                    </a:lnTo>
                    <a:lnTo>
                      <a:pt x="19" y="41"/>
                    </a:lnTo>
                    <a:lnTo>
                      <a:pt x="19" y="43"/>
                    </a:lnTo>
                    <a:lnTo>
                      <a:pt x="19" y="43"/>
                    </a:lnTo>
                    <a:lnTo>
                      <a:pt x="19" y="45"/>
                    </a:lnTo>
                    <a:lnTo>
                      <a:pt x="19" y="45"/>
                    </a:lnTo>
                    <a:lnTo>
                      <a:pt x="19" y="46"/>
                    </a:lnTo>
                    <a:lnTo>
                      <a:pt x="19" y="46"/>
                    </a:lnTo>
                    <a:lnTo>
                      <a:pt x="17" y="46"/>
                    </a:lnTo>
                    <a:lnTo>
                      <a:pt x="17" y="46"/>
                    </a:lnTo>
                    <a:lnTo>
                      <a:pt x="15" y="46"/>
                    </a:lnTo>
                    <a:lnTo>
                      <a:pt x="15" y="44"/>
                    </a:lnTo>
                    <a:lnTo>
                      <a:pt x="13" y="44"/>
                    </a:lnTo>
                    <a:lnTo>
                      <a:pt x="12" y="44"/>
                    </a:lnTo>
                    <a:lnTo>
                      <a:pt x="9" y="44"/>
                    </a:lnTo>
                    <a:lnTo>
                      <a:pt x="9" y="44"/>
                    </a:lnTo>
                    <a:lnTo>
                      <a:pt x="7" y="46"/>
                    </a:lnTo>
                    <a:lnTo>
                      <a:pt x="5" y="46"/>
                    </a:lnTo>
                    <a:lnTo>
                      <a:pt x="3" y="46"/>
                    </a:lnTo>
                    <a:lnTo>
                      <a:pt x="2" y="46"/>
                    </a:lnTo>
                    <a:lnTo>
                      <a:pt x="0" y="46"/>
                    </a:lnTo>
                    <a:lnTo>
                      <a:pt x="0" y="46"/>
                    </a:lnTo>
                    <a:lnTo>
                      <a:pt x="0" y="46"/>
                    </a:lnTo>
                    <a:lnTo>
                      <a:pt x="0" y="46"/>
                    </a:lnTo>
                    <a:lnTo>
                      <a:pt x="0" y="46"/>
                    </a:lnTo>
                    <a:lnTo>
                      <a:pt x="0" y="46"/>
                    </a:lnTo>
                    <a:lnTo>
                      <a:pt x="0" y="46"/>
                    </a:lnTo>
                    <a:lnTo>
                      <a:pt x="0" y="46"/>
                    </a:lnTo>
                    <a:lnTo>
                      <a:pt x="0" y="46"/>
                    </a:lnTo>
                    <a:lnTo>
                      <a:pt x="0" y="46"/>
                    </a:lnTo>
                    <a:lnTo>
                      <a:pt x="0" y="46"/>
                    </a:lnTo>
                    <a:lnTo>
                      <a:pt x="0" y="46"/>
                    </a:lnTo>
                    <a:lnTo>
                      <a:pt x="0" y="46"/>
                    </a:lnTo>
                    <a:lnTo>
                      <a:pt x="0" y="46"/>
                    </a:lnTo>
                    <a:lnTo>
                      <a:pt x="0" y="46"/>
                    </a:lnTo>
                    <a:lnTo>
                      <a:pt x="0" y="46"/>
                    </a:lnTo>
                    <a:lnTo>
                      <a:pt x="0" y="46"/>
                    </a:lnTo>
                    <a:lnTo>
                      <a:pt x="0" y="46"/>
                    </a:lnTo>
                    <a:lnTo>
                      <a:pt x="0" y="46"/>
                    </a:lnTo>
                    <a:lnTo>
                      <a:pt x="2" y="46"/>
                    </a:lnTo>
                    <a:lnTo>
                      <a:pt x="2" y="46"/>
                    </a:lnTo>
                  </a:path>
                </a:pathLst>
              </a:custGeom>
              <a:solidFill>
                <a:srgbClr val="00a000"/>
              </a:solidFill>
              <a:ln w="9360">
                <a:solidFill>
                  <a:srgbClr val="000000"/>
                </a:solidFill>
                <a:round/>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889" name=""/>
              <p:cNvSpPr/>
              <p:nvPr/>
            </p:nvSpPr>
            <p:spPr>
              <a:xfrm>
                <a:off x="6448320" y="3081240"/>
                <a:ext cx="92160" cy="57240"/>
              </a:xfrm>
              <a:custGeom>
                <a:avLst/>
                <a:gdLst/>
                <a:ahLst/>
                <a:rect l="l" t="t" r="r" b="b"/>
                <a:pathLst>
                  <a:path w="58" h="36">
                    <a:moveTo>
                      <a:pt x="57" y="12"/>
                    </a:moveTo>
                    <a:lnTo>
                      <a:pt x="55" y="12"/>
                    </a:lnTo>
                    <a:lnTo>
                      <a:pt x="55" y="12"/>
                    </a:lnTo>
                    <a:lnTo>
                      <a:pt x="53" y="12"/>
                    </a:lnTo>
                    <a:lnTo>
                      <a:pt x="53" y="12"/>
                    </a:lnTo>
                    <a:lnTo>
                      <a:pt x="52" y="12"/>
                    </a:lnTo>
                    <a:lnTo>
                      <a:pt x="50" y="9"/>
                    </a:lnTo>
                    <a:lnTo>
                      <a:pt x="48" y="9"/>
                    </a:lnTo>
                    <a:lnTo>
                      <a:pt x="46" y="8"/>
                    </a:lnTo>
                    <a:lnTo>
                      <a:pt x="44" y="8"/>
                    </a:lnTo>
                    <a:lnTo>
                      <a:pt x="42" y="7"/>
                    </a:lnTo>
                    <a:lnTo>
                      <a:pt x="40" y="7"/>
                    </a:lnTo>
                    <a:lnTo>
                      <a:pt x="38" y="4"/>
                    </a:lnTo>
                    <a:lnTo>
                      <a:pt x="36" y="4"/>
                    </a:lnTo>
                    <a:lnTo>
                      <a:pt x="34" y="4"/>
                    </a:lnTo>
                    <a:lnTo>
                      <a:pt x="32" y="4"/>
                    </a:lnTo>
                    <a:lnTo>
                      <a:pt x="31" y="2"/>
                    </a:lnTo>
                    <a:lnTo>
                      <a:pt x="30" y="2"/>
                    </a:lnTo>
                    <a:lnTo>
                      <a:pt x="28" y="2"/>
                    </a:lnTo>
                    <a:lnTo>
                      <a:pt x="26" y="2"/>
                    </a:lnTo>
                    <a:lnTo>
                      <a:pt x="25" y="2"/>
                    </a:lnTo>
                    <a:lnTo>
                      <a:pt x="23" y="2"/>
                    </a:lnTo>
                    <a:lnTo>
                      <a:pt x="21" y="2"/>
                    </a:lnTo>
                    <a:lnTo>
                      <a:pt x="19" y="2"/>
                    </a:lnTo>
                    <a:lnTo>
                      <a:pt x="18" y="0"/>
                    </a:lnTo>
                    <a:lnTo>
                      <a:pt x="16" y="1"/>
                    </a:lnTo>
                    <a:lnTo>
                      <a:pt x="14" y="1"/>
                    </a:lnTo>
                    <a:lnTo>
                      <a:pt x="12" y="1"/>
                    </a:lnTo>
                    <a:lnTo>
                      <a:pt x="11" y="1"/>
                    </a:lnTo>
                    <a:lnTo>
                      <a:pt x="9" y="2"/>
                    </a:lnTo>
                    <a:lnTo>
                      <a:pt x="8" y="2"/>
                    </a:lnTo>
                    <a:lnTo>
                      <a:pt x="6" y="2"/>
                    </a:lnTo>
                    <a:lnTo>
                      <a:pt x="6" y="2"/>
                    </a:lnTo>
                    <a:lnTo>
                      <a:pt x="4" y="4"/>
                    </a:lnTo>
                    <a:lnTo>
                      <a:pt x="4" y="4"/>
                    </a:lnTo>
                    <a:lnTo>
                      <a:pt x="3" y="7"/>
                    </a:lnTo>
                    <a:lnTo>
                      <a:pt x="3" y="7"/>
                    </a:lnTo>
                    <a:lnTo>
                      <a:pt x="1" y="8"/>
                    </a:lnTo>
                    <a:lnTo>
                      <a:pt x="1" y="10"/>
                    </a:lnTo>
                    <a:lnTo>
                      <a:pt x="1" y="12"/>
                    </a:lnTo>
                    <a:lnTo>
                      <a:pt x="1" y="12"/>
                    </a:lnTo>
                    <a:lnTo>
                      <a:pt x="0" y="14"/>
                    </a:lnTo>
                    <a:lnTo>
                      <a:pt x="0" y="16"/>
                    </a:lnTo>
                    <a:lnTo>
                      <a:pt x="0" y="18"/>
                    </a:lnTo>
                    <a:lnTo>
                      <a:pt x="0" y="18"/>
                    </a:lnTo>
                    <a:lnTo>
                      <a:pt x="0" y="20"/>
                    </a:lnTo>
                    <a:lnTo>
                      <a:pt x="0" y="21"/>
                    </a:lnTo>
                    <a:lnTo>
                      <a:pt x="0" y="23"/>
                    </a:lnTo>
                    <a:lnTo>
                      <a:pt x="2" y="23"/>
                    </a:lnTo>
                    <a:lnTo>
                      <a:pt x="2" y="24"/>
                    </a:lnTo>
                    <a:lnTo>
                      <a:pt x="3" y="25"/>
                    </a:lnTo>
                    <a:lnTo>
                      <a:pt x="3" y="27"/>
                    </a:lnTo>
                    <a:lnTo>
                      <a:pt x="5" y="27"/>
                    </a:lnTo>
                    <a:lnTo>
                      <a:pt x="6" y="29"/>
                    </a:lnTo>
                    <a:lnTo>
                      <a:pt x="8" y="29"/>
                    </a:lnTo>
                    <a:lnTo>
                      <a:pt x="10" y="31"/>
                    </a:lnTo>
                    <a:lnTo>
                      <a:pt x="12" y="31"/>
                    </a:lnTo>
                    <a:lnTo>
                      <a:pt x="14" y="33"/>
                    </a:lnTo>
                    <a:lnTo>
                      <a:pt x="15" y="33"/>
                    </a:lnTo>
                    <a:lnTo>
                      <a:pt x="17" y="34"/>
                    </a:lnTo>
                    <a:lnTo>
                      <a:pt x="19" y="34"/>
                    </a:lnTo>
                    <a:lnTo>
                      <a:pt x="20" y="35"/>
                    </a:lnTo>
                    <a:lnTo>
                      <a:pt x="22" y="35"/>
                    </a:lnTo>
                    <a:lnTo>
                      <a:pt x="23" y="35"/>
                    </a:lnTo>
                    <a:lnTo>
                      <a:pt x="25" y="35"/>
                    </a:lnTo>
                    <a:lnTo>
                      <a:pt x="25" y="35"/>
                    </a:lnTo>
                    <a:lnTo>
                      <a:pt x="27" y="35"/>
                    </a:lnTo>
                    <a:lnTo>
                      <a:pt x="29" y="35"/>
                    </a:lnTo>
                    <a:lnTo>
                      <a:pt x="31" y="34"/>
                    </a:lnTo>
                    <a:lnTo>
                      <a:pt x="33" y="34"/>
                    </a:lnTo>
                    <a:lnTo>
                      <a:pt x="35" y="34"/>
                    </a:lnTo>
                    <a:lnTo>
                      <a:pt x="37" y="34"/>
                    </a:lnTo>
                    <a:lnTo>
                      <a:pt x="39" y="31"/>
                    </a:lnTo>
                    <a:lnTo>
                      <a:pt x="41" y="31"/>
                    </a:lnTo>
                    <a:lnTo>
                      <a:pt x="43" y="30"/>
                    </a:lnTo>
                    <a:lnTo>
                      <a:pt x="44" y="30"/>
                    </a:lnTo>
                    <a:lnTo>
                      <a:pt x="46" y="29"/>
                    </a:lnTo>
                    <a:lnTo>
                      <a:pt x="47" y="29"/>
                    </a:lnTo>
                    <a:lnTo>
                      <a:pt x="49" y="26"/>
                    </a:lnTo>
                    <a:lnTo>
                      <a:pt x="50" y="26"/>
                    </a:lnTo>
                    <a:lnTo>
                      <a:pt x="52" y="24"/>
                    </a:lnTo>
                    <a:lnTo>
                      <a:pt x="52" y="24"/>
                    </a:lnTo>
                    <a:lnTo>
                      <a:pt x="52" y="24"/>
                    </a:lnTo>
                    <a:lnTo>
                      <a:pt x="52" y="24"/>
                    </a:lnTo>
                    <a:lnTo>
                      <a:pt x="52" y="23"/>
                    </a:lnTo>
                    <a:lnTo>
                      <a:pt x="52" y="23"/>
                    </a:lnTo>
                    <a:lnTo>
                      <a:pt x="52" y="21"/>
                    </a:lnTo>
                    <a:lnTo>
                      <a:pt x="52" y="21"/>
                    </a:lnTo>
                    <a:lnTo>
                      <a:pt x="53" y="19"/>
                    </a:lnTo>
                    <a:lnTo>
                      <a:pt x="53" y="19"/>
                    </a:lnTo>
                    <a:lnTo>
                      <a:pt x="53" y="17"/>
                    </a:lnTo>
                    <a:lnTo>
                      <a:pt x="53" y="17"/>
                    </a:lnTo>
                    <a:lnTo>
                      <a:pt x="53" y="15"/>
                    </a:lnTo>
                    <a:lnTo>
                      <a:pt x="53" y="15"/>
                    </a:lnTo>
                    <a:lnTo>
                      <a:pt x="53" y="15"/>
                    </a:lnTo>
                    <a:lnTo>
                      <a:pt x="53" y="15"/>
                    </a:lnTo>
                    <a:lnTo>
                      <a:pt x="55" y="14"/>
                    </a:lnTo>
                    <a:lnTo>
                      <a:pt x="55" y="14"/>
                    </a:lnTo>
                    <a:lnTo>
                      <a:pt x="55" y="14"/>
                    </a:lnTo>
                    <a:lnTo>
                      <a:pt x="55" y="14"/>
                    </a:lnTo>
                    <a:lnTo>
                      <a:pt x="55" y="14"/>
                    </a:lnTo>
                    <a:lnTo>
                      <a:pt x="55" y="14"/>
                    </a:lnTo>
                    <a:lnTo>
                      <a:pt x="55" y="14"/>
                    </a:lnTo>
                    <a:lnTo>
                      <a:pt x="55" y="14"/>
                    </a:lnTo>
                    <a:lnTo>
                      <a:pt x="55" y="14"/>
                    </a:lnTo>
                    <a:lnTo>
                      <a:pt x="55" y="14"/>
                    </a:lnTo>
                    <a:lnTo>
                      <a:pt x="55" y="14"/>
                    </a:lnTo>
                    <a:lnTo>
                      <a:pt x="55" y="14"/>
                    </a:lnTo>
                    <a:lnTo>
                      <a:pt x="55" y="14"/>
                    </a:lnTo>
                    <a:lnTo>
                      <a:pt x="55" y="14"/>
                    </a:lnTo>
                    <a:lnTo>
                      <a:pt x="55" y="14"/>
                    </a:lnTo>
                    <a:lnTo>
                      <a:pt x="55" y="14"/>
                    </a:lnTo>
                    <a:lnTo>
                      <a:pt x="57" y="12"/>
                    </a:lnTo>
                    <a:lnTo>
                      <a:pt x="57" y="12"/>
                    </a:lnTo>
                  </a:path>
                </a:pathLst>
              </a:custGeom>
              <a:solidFill>
                <a:srgbClr val="00a000"/>
              </a:solidFill>
              <a:ln w="9360">
                <a:solidFill>
                  <a:srgbClr val="000000"/>
                </a:solidFill>
                <a:round/>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890" name=""/>
              <p:cNvSpPr/>
              <p:nvPr/>
            </p:nvSpPr>
            <p:spPr>
              <a:xfrm>
                <a:off x="6380280" y="3067200"/>
                <a:ext cx="73080" cy="48960"/>
              </a:xfrm>
              <a:custGeom>
                <a:avLst/>
                <a:gdLst/>
                <a:ahLst/>
                <a:rect l="l" t="t" r="r" b="b"/>
                <a:pathLst>
                  <a:path w="46" h="31">
                    <a:moveTo>
                      <a:pt x="45" y="28"/>
                    </a:moveTo>
                    <a:lnTo>
                      <a:pt x="43" y="30"/>
                    </a:lnTo>
                    <a:lnTo>
                      <a:pt x="43" y="30"/>
                    </a:lnTo>
                    <a:lnTo>
                      <a:pt x="42" y="30"/>
                    </a:lnTo>
                    <a:lnTo>
                      <a:pt x="41" y="30"/>
                    </a:lnTo>
                    <a:lnTo>
                      <a:pt x="39" y="30"/>
                    </a:lnTo>
                    <a:lnTo>
                      <a:pt x="37" y="30"/>
                    </a:lnTo>
                    <a:lnTo>
                      <a:pt x="35" y="30"/>
                    </a:lnTo>
                    <a:lnTo>
                      <a:pt x="34" y="30"/>
                    </a:lnTo>
                    <a:lnTo>
                      <a:pt x="31" y="30"/>
                    </a:lnTo>
                    <a:lnTo>
                      <a:pt x="29" y="30"/>
                    </a:lnTo>
                    <a:lnTo>
                      <a:pt x="27" y="30"/>
                    </a:lnTo>
                    <a:lnTo>
                      <a:pt x="25" y="30"/>
                    </a:lnTo>
                    <a:lnTo>
                      <a:pt x="23" y="30"/>
                    </a:lnTo>
                    <a:lnTo>
                      <a:pt x="21" y="30"/>
                    </a:lnTo>
                    <a:lnTo>
                      <a:pt x="20" y="30"/>
                    </a:lnTo>
                    <a:lnTo>
                      <a:pt x="19" y="30"/>
                    </a:lnTo>
                    <a:lnTo>
                      <a:pt x="17" y="30"/>
                    </a:lnTo>
                    <a:lnTo>
                      <a:pt x="17" y="30"/>
                    </a:lnTo>
                    <a:lnTo>
                      <a:pt x="15" y="30"/>
                    </a:lnTo>
                    <a:lnTo>
                      <a:pt x="15" y="30"/>
                    </a:lnTo>
                    <a:lnTo>
                      <a:pt x="13" y="30"/>
                    </a:lnTo>
                    <a:lnTo>
                      <a:pt x="13" y="30"/>
                    </a:lnTo>
                    <a:lnTo>
                      <a:pt x="11" y="30"/>
                    </a:lnTo>
                    <a:lnTo>
                      <a:pt x="11" y="28"/>
                    </a:lnTo>
                    <a:lnTo>
                      <a:pt x="9" y="28"/>
                    </a:lnTo>
                    <a:lnTo>
                      <a:pt x="9" y="28"/>
                    </a:lnTo>
                    <a:lnTo>
                      <a:pt x="7" y="28"/>
                    </a:lnTo>
                    <a:lnTo>
                      <a:pt x="7" y="27"/>
                    </a:lnTo>
                    <a:lnTo>
                      <a:pt x="5" y="27"/>
                    </a:lnTo>
                    <a:lnTo>
                      <a:pt x="5" y="27"/>
                    </a:lnTo>
                    <a:lnTo>
                      <a:pt x="5" y="27"/>
                    </a:lnTo>
                    <a:lnTo>
                      <a:pt x="5" y="25"/>
                    </a:lnTo>
                    <a:lnTo>
                      <a:pt x="3" y="25"/>
                    </a:lnTo>
                    <a:lnTo>
                      <a:pt x="3" y="25"/>
                    </a:lnTo>
                    <a:lnTo>
                      <a:pt x="3" y="25"/>
                    </a:lnTo>
                    <a:lnTo>
                      <a:pt x="3" y="24"/>
                    </a:lnTo>
                    <a:lnTo>
                      <a:pt x="1" y="24"/>
                    </a:lnTo>
                    <a:lnTo>
                      <a:pt x="1" y="24"/>
                    </a:lnTo>
                    <a:lnTo>
                      <a:pt x="1" y="24"/>
                    </a:lnTo>
                    <a:lnTo>
                      <a:pt x="1" y="22"/>
                    </a:lnTo>
                    <a:lnTo>
                      <a:pt x="0" y="22"/>
                    </a:lnTo>
                    <a:lnTo>
                      <a:pt x="0" y="22"/>
                    </a:lnTo>
                    <a:lnTo>
                      <a:pt x="0" y="22"/>
                    </a:lnTo>
                    <a:lnTo>
                      <a:pt x="0" y="20"/>
                    </a:lnTo>
                    <a:lnTo>
                      <a:pt x="0" y="20"/>
                    </a:lnTo>
                    <a:lnTo>
                      <a:pt x="0" y="18"/>
                    </a:lnTo>
                    <a:lnTo>
                      <a:pt x="0" y="18"/>
                    </a:lnTo>
                    <a:lnTo>
                      <a:pt x="0" y="17"/>
                    </a:lnTo>
                    <a:lnTo>
                      <a:pt x="0" y="17"/>
                    </a:lnTo>
                    <a:lnTo>
                      <a:pt x="0" y="17"/>
                    </a:lnTo>
                    <a:lnTo>
                      <a:pt x="0" y="17"/>
                    </a:lnTo>
                    <a:lnTo>
                      <a:pt x="0" y="15"/>
                    </a:lnTo>
                    <a:lnTo>
                      <a:pt x="0" y="15"/>
                    </a:lnTo>
                    <a:lnTo>
                      <a:pt x="0" y="13"/>
                    </a:lnTo>
                    <a:lnTo>
                      <a:pt x="0" y="13"/>
                    </a:lnTo>
                    <a:lnTo>
                      <a:pt x="1" y="11"/>
                    </a:lnTo>
                    <a:lnTo>
                      <a:pt x="1" y="11"/>
                    </a:lnTo>
                    <a:lnTo>
                      <a:pt x="1" y="9"/>
                    </a:lnTo>
                    <a:lnTo>
                      <a:pt x="1" y="9"/>
                    </a:lnTo>
                    <a:lnTo>
                      <a:pt x="3" y="8"/>
                    </a:lnTo>
                    <a:lnTo>
                      <a:pt x="3" y="8"/>
                    </a:lnTo>
                    <a:lnTo>
                      <a:pt x="3" y="7"/>
                    </a:lnTo>
                    <a:lnTo>
                      <a:pt x="3" y="7"/>
                    </a:lnTo>
                    <a:lnTo>
                      <a:pt x="5" y="5"/>
                    </a:lnTo>
                    <a:lnTo>
                      <a:pt x="5" y="5"/>
                    </a:lnTo>
                    <a:lnTo>
                      <a:pt x="5" y="5"/>
                    </a:lnTo>
                    <a:lnTo>
                      <a:pt x="5" y="5"/>
                    </a:lnTo>
                    <a:lnTo>
                      <a:pt x="7" y="4"/>
                    </a:lnTo>
                    <a:lnTo>
                      <a:pt x="7" y="4"/>
                    </a:lnTo>
                    <a:lnTo>
                      <a:pt x="7" y="4"/>
                    </a:lnTo>
                    <a:lnTo>
                      <a:pt x="7" y="4"/>
                    </a:lnTo>
                    <a:lnTo>
                      <a:pt x="9" y="2"/>
                    </a:lnTo>
                    <a:lnTo>
                      <a:pt x="9" y="2"/>
                    </a:lnTo>
                    <a:lnTo>
                      <a:pt x="9" y="2"/>
                    </a:lnTo>
                    <a:lnTo>
                      <a:pt x="9" y="2"/>
                    </a:lnTo>
                    <a:lnTo>
                      <a:pt x="11" y="1"/>
                    </a:lnTo>
                    <a:lnTo>
                      <a:pt x="11" y="1"/>
                    </a:lnTo>
                    <a:lnTo>
                      <a:pt x="12" y="1"/>
                    </a:lnTo>
                    <a:lnTo>
                      <a:pt x="12" y="1"/>
                    </a:lnTo>
                    <a:lnTo>
                      <a:pt x="14" y="0"/>
                    </a:lnTo>
                    <a:lnTo>
                      <a:pt x="14" y="1"/>
                    </a:lnTo>
                    <a:lnTo>
                      <a:pt x="16" y="1"/>
                    </a:lnTo>
                    <a:lnTo>
                      <a:pt x="18" y="1"/>
                    </a:lnTo>
                    <a:lnTo>
                      <a:pt x="20" y="1"/>
                    </a:lnTo>
                    <a:lnTo>
                      <a:pt x="21" y="3"/>
                    </a:lnTo>
                    <a:lnTo>
                      <a:pt x="23" y="3"/>
                    </a:lnTo>
                    <a:lnTo>
                      <a:pt x="25" y="3"/>
                    </a:lnTo>
                    <a:lnTo>
                      <a:pt x="27" y="3"/>
                    </a:lnTo>
                    <a:lnTo>
                      <a:pt x="28" y="6"/>
                    </a:lnTo>
                    <a:lnTo>
                      <a:pt x="30" y="6"/>
                    </a:lnTo>
                    <a:lnTo>
                      <a:pt x="33" y="8"/>
                    </a:lnTo>
                    <a:lnTo>
                      <a:pt x="35" y="8"/>
                    </a:lnTo>
                    <a:lnTo>
                      <a:pt x="35" y="9"/>
                    </a:lnTo>
                    <a:lnTo>
                      <a:pt x="37" y="9"/>
                    </a:lnTo>
                    <a:lnTo>
                      <a:pt x="38" y="11"/>
                    </a:lnTo>
                    <a:lnTo>
                      <a:pt x="40" y="11"/>
                    </a:lnTo>
                    <a:lnTo>
                      <a:pt x="40" y="13"/>
                    </a:lnTo>
                    <a:lnTo>
                      <a:pt x="40" y="13"/>
                    </a:lnTo>
                    <a:lnTo>
                      <a:pt x="40" y="13"/>
                    </a:lnTo>
                    <a:lnTo>
                      <a:pt x="40" y="13"/>
                    </a:lnTo>
                    <a:lnTo>
                      <a:pt x="40" y="16"/>
                    </a:lnTo>
                    <a:lnTo>
                      <a:pt x="40" y="16"/>
                    </a:lnTo>
                    <a:lnTo>
                      <a:pt x="40" y="16"/>
                    </a:lnTo>
                    <a:lnTo>
                      <a:pt x="42" y="16"/>
                    </a:lnTo>
                    <a:lnTo>
                      <a:pt x="42" y="17"/>
                    </a:lnTo>
                    <a:lnTo>
                      <a:pt x="42" y="17"/>
                    </a:lnTo>
                    <a:lnTo>
                      <a:pt x="42" y="18"/>
                    </a:lnTo>
                    <a:lnTo>
                      <a:pt x="43" y="18"/>
                    </a:lnTo>
                    <a:lnTo>
                      <a:pt x="43" y="20"/>
                    </a:lnTo>
                    <a:lnTo>
                      <a:pt x="43" y="20"/>
                    </a:lnTo>
                    <a:lnTo>
                      <a:pt x="43" y="20"/>
                    </a:lnTo>
                    <a:lnTo>
                      <a:pt x="45" y="20"/>
                    </a:lnTo>
                    <a:lnTo>
                      <a:pt x="43" y="22"/>
                    </a:lnTo>
                    <a:lnTo>
                      <a:pt x="43" y="22"/>
                    </a:lnTo>
                    <a:lnTo>
                      <a:pt x="43" y="23"/>
                    </a:lnTo>
                    <a:lnTo>
                      <a:pt x="43" y="23"/>
                    </a:lnTo>
                    <a:lnTo>
                      <a:pt x="43" y="24"/>
                    </a:lnTo>
                    <a:lnTo>
                      <a:pt x="43" y="24"/>
                    </a:lnTo>
                    <a:lnTo>
                      <a:pt x="43" y="25"/>
                    </a:lnTo>
                    <a:lnTo>
                      <a:pt x="43" y="25"/>
                    </a:lnTo>
                    <a:lnTo>
                      <a:pt x="43" y="27"/>
                    </a:lnTo>
                    <a:lnTo>
                      <a:pt x="43" y="27"/>
                    </a:lnTo>
                    <a:lnTo>
                      <a:pt x="43" y="28"/>
                    </a:lnTo>
                    <a:lnTo>
                      <a:pt x="43" y="28"/>
                    </a:lnTo>
                    <a:lnTo>
                      <a:pt x="43" y="28"/>
                    </a:lnTo>
                    <a:lnTo>
                      <a:pt x="43" y="28"/>
                    </a:lnTo>
                    <a:lnTo>
                      <a:pt x="43" y="28"/>
                    </a:lnTo>
                    <a:lnTo>
                      <a:pt x="43" y="28"/>
                    </a:lnTo>
                    <a:lnTo>
                      <a:pt x="43" y="28"/>
                    </a:lnTo>
                    <a:lnTo>
                      <a:pt x="43" y="28"/>
                    </a:lnTo>
                    <a:lnTo>
                      <a:pt x="43" y="28"/>
                    </a:lnTo>
                    <a:lnTo>
                      <a:pt x="43" y="28"/>
                    </a:lnTo>
                    <a:lnTo>
                      <a:pt x="43" y="28"/>
                    </a:lnTo>
                    <a:lnTo>
                      <a:pt x="43" y="28"/>
                    </a:lnTo>
                    <a:lnTo>
                      <a:pt x="43" y="28"/>
                    </a:lnTo>
                    <a:lnTo>
                      <a:pt x="43" y="28"/>
                    </a:lnTo>
                    <a:lnTo>
                      <a:pt x="43" y="28"/>
                    </a:lnTo>
                    <a:lnTo>
                      <a:pt x="43" y="28"/>
                    </a:lnTo>
                    <a:lnTo>
                      <a:pt x="43" y="28"/>
                    </a:lnTo>
                    <a:lnTo>
                      <a:pt x="43" y="28"/>
                    </a:lnTo>
                    <a:lnTo>
                      <a:pt x="43" y="28"/>
                    </a:lnTo>
                    <a:lnTo>
                      <a:pt x="43" y="28"/>
                    </a:lnTo>
                    <a:lnTo>
                      <a:pt x="43" y="28"/>
                    </a:lnTo>
                    <a:lnTo>
                      <a:pt x="45" y="28"/>
                    </a:lnTo>
                    <a:lnTo>
                      <a:pt x="45" y="28"/>
                    </a:lnTo>
                  </a:path>
                </a:pathLst>
              </a:custGeom>
              <a:solidFill>
                <a:srgbClr val="00a000"/>
              </a:solidFill>
              <a:ln w="9360">
                <a:solidFill>
                  <a:srgbClr val="000000"/>
                </a:solidFill>
                <a:round/>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891" name=""/>
              <p:cNvSpPr/>
              <p:nvPr/>
            </p:nvSpPr>
            <p:spPr>
              <a:xfrm>
                <a:off x="6332400" y="3032280"/>
                <a:ext cx="57240" cy="63360"/>
              </a:xfrm>
              <a:custGeom>
                <a:avLst/>
                <a:gdLst/>
                <a:ahLst/>
                <a:rect l="l" t="t" r="r" b="b"/>
                <a:pathLst>
                  <a:path w="36" h="40">
                    <a:moveTo>
                      <a:pt x="30" y="39"/>
                    </a:moveTo>
                    <a:lnTo>
                      <a:pt x="29" y="39"/>
                    </a:lnTo>
                    <a:lnTo>
                      <a:pt x="29" y="39"/>
                    </a:lnTo>
                    <a:lnTo>
                      <a:pt x="27" y="39"/>
                    </a:lnTo>
                    <a:lnTo>
                      <a:pt x="26" y="39"/>
                    </a:lnTo>
                    <a:lnTo>
                      <a:pt x="24" y="39"/>
                    </a:lnTo>
                    <a:lnTo>
                      <a:pt x="22" y="38"/>
                    </a:lnTo>
                    <a:lnTo>
                      <a:pt x="20" y="38"/>
                    </a:lnTo>
                    <a:lnTo>
                      <a:pt x="19" y="36"/>
                    </a:lnTo>
                    <a:lnTo>
                      <a:pt x="16" y="36"/>
                    </a:lnTo>
                    <a:lnTo>
                      <a:pt x="14" y="35"/>
                    </a:lnTo>
                    <a:lnTo>
                      <a:pt x="13" y="35"/>
                    </a:lnTo>
                    <a:lnTo>
                      <a:pt x="11" y="33"/>
                    </a:lnTo>
                    <a:lnTo>
                      <a:pt x="9" y="33"/>
                    </a:lnTo>
                    <a:lnTo>
                      <a:pt x="7" y="31"/>
                    </a:lnTo>
                    <a:lnTo>
                      <a:pt x="6" y="30"/>
                    </a:lnTo>
                    <a:lnTo>
                      <a:pt x="6" y="28"/>
                    </a:lnTo>
                    <a:lnTo>
                      <a:pt x="4" y="28"/>
                    </a:lnTo>
                    <a:lnTo>
                      <a:pt x="4" y="27"/>
                    </a:lnTo>
                    <a:lnTo>
                      <a:pt x="3" y="26"/>
                    </a:lnTo>
                    <a:lnTo>
                      <a:pt x="3" y="24"/>
                    </a:lnTo>
                    <a:lnTo>
                      <a:pt x="1" y="23"/>
                    </a:lnTo>
                    <a:lnTo>
                      <a:pt x="1" y="21"/>
                    </a:lnTo>
                    <a:lnTo>
                      <a:pt x="1" y="19"/>
                    </a:lnTo>
                    <a:lnTo>
                      <a:pt x="1" y="17"/>
                    </a:lnTo>
                    <a:lnTo>
                      <a:pt x="0" y="17"/>
                    </a:lnTo>
                    <a:lnTo>
                      <a:pt x="0" y="15"/>
                    </a:lnTo>
                    <a:lnTo>
                      <a:pt x="0" y="13"/>
                    </a:lnTo>
                    <a:lnTo>
                      <a:pt x="0" y="11"/>
                    </a:lnTo>
                    <a:lnTo>
                      <a:pt x="0" y="10"/>
                    </a:lnTo>
                    <a:lnTo>
                      <a:pt x="0" y="8"/>
                    </a:lnTo>
                    <a:lnTo>
                      <a:pt x="0" y="6"/>
                    </a:lnTo>
                    <a:lnTo>
                      <a:pt x="2" y="4"/>
                    </a:lnTo>
                    <a:lnTo>
                      <a:pt x="2" y="4"/>
                    </a:lnTo>
                    <a:lnTo>
                      <a:pt x="2" y="4"/>
                    </a:lnTo>
                    <a:lnTo>
                      <a:pt x="2" y="4"/>
                    </a:lnTo>
                    <a:lnTo>
                      <a:pt x="3" y="4"/>
                    </a:lnTo>
                    <a:lnTo>
                      <a:pt x="3" y="4"/>
                    </a:lnTo>
                    <a:lnTo>
                      <a:pt x="4" y="4"/>
                    </a:lnTo>
                    <a:lnTo>
                      <a:pt x="4" y="4"/>
                    </a:lnTo>
                    <a:lnTo>
                      <a:pt x="6" y="2"/>
                    </a:lnTo>
                    <a:lnTo>
                      <a:pt x="6" y="2"/>
                    </a:lnTo>
                    <a:lnTo>
                      <a:pt x="6" y="2"/>
                    </a:lnTo>
                    <a:lnTo>
                      <a:pt x="6" y="2"/>
                    </a:lnTo>
                    <a:lnTo>
                      <a:pt x="7" y="1"/>
                    </a:lnTo>
                    <a:lnTo>
                      <a:pt x="7" y="1"/>
                    </a:lnTo>
                    <a:lnTo>
                      <a:pt x="9" y="1"/>
                    </a:lnTo>
                    <a:lnTo>
                      <a:pt x="9" y="1"/>
                    </a:lnTo>
                    <a:lnTo>
                      <a:pt x="11" y="0"/>
                    </a:lnTo>
                    <a:lnTo>
                      <a:pt x="11" y="1"/>
                    </a:lnTo>
                    <a:lnTo>
                      <a:pt x="13" y="1"/>
                    </a:lnTo>
                    <a:lnTo>
                      <a:pt x="13" y="2"/>
                    </a:lnTo>
                    <a:lnTo>
                      <a:pt x="14" y="2"/>
                    </a:lnTo>
                    <a:lnTo>
                      <a:pt x="14" y="3"/>
                    </a:lnTo>
                    <a:lnTo>
                      <a:pt x="16" y="3"/>
                    </a:lnTo>
                    <a:lnTo>
                      <a:pt x="19" y="4"/>
                    </a:lnTo>
                    <a:lnTo>
                      <a:pt x="20" y="4"/>
                    </a:lnTo>
                    <a:lnTo>
                      <a:pt x="20" y="6"/>
                    </a:lnTo>
                    <a:lnTo>
                      <a:pt x="22" y="6"/>
                    </a:lnTo>
                    <a:lnTo>
                      <a:pt x="22" y="8"/>
                    </a:lnTo>
                    <a:lnTo>
                      <a:pt x="24" y="8"/>
                    </a:lnTo>
                    <a:lnTo>
                      <a:pt x="24" y="10"/>
                    </a:lnTo>
                    <a:lnTo>
                      <a:pt x="26" y="10"/>
                    </a:lnTo>
                    <a:lnTo>
                      <a:pt x="26" y="11"/>
                    </a:lnTo>
                    <a:lnTo>
                      <a:pt x="28" y="11"/>
                    </a:lnTo>
                    <a:lnTo>
                      <a:pt x="28" y="13"/>
                    </a:lnTo>
                    <a:lnTo>
                      <a:pt x="28" y="14"/>
                    </a:lnTo>
                    <a:lnTo>
                      <a:pt x="28" y="16"/>
                    </a:lnTo>
                    <a:lnTo>
                      <a:pt x="30" y="16"/>
                    </a:lnTo>
                    <a:lnTo>
                      <a:pt x="30" y="18"/>
                    </a:lnTo>
                    <a:lnTo>
                      <a:pt x="30" y="18"/>
                    </a:lnTo>
                    <a:lnTo>
                      <a:pt x="30" y="20"/>
                    </a:lnTo>
                    <a:lnTo>
                      <a:pt x="32" y="20"/>
                    </a:lnTo>
                    <a:lnTo>
                      <a:pt x="32" y="22"/>
                    </a:lnTo>
                    <a:lnTo>
                      <a:pt x="32" y="23"/>
                    </a:lnTo>
                    <a:lnTo>
                      <a:pt x="32" y="24"/>
                    </a:lnTo>
                    <a:lnTo>
                      <a:pt x="33" y="24"/>
                    </a:lnTo>
                    <a:lnTo>
                      <a:pt x="33" y="26"/>
                    </a:lnTo>
                    <a:lnTo>
                      <a:pt x="33" y="26"/>
                    </a:lnTo>
                    <a:lnTo>
                      <a:pt x="33" y="28"/>
                    </a:lnTo>
                    <a:lnTo>
                      <a:pt x="35" y="28"/>
                    </a:lnTo>
                    <a:lnTo>
                      <a:pt x="33" y="30"/>
                    </a:lnTo>
                    <a:lnTo>
                      <a:pt x="33" y="30"/>
                    </a:lnTo>
                    <a:lnTo>
                      <a:pt x="33" y="31"/>
                    </a:lnTo>
                    <a:lnTo>
                      <a:pt x="33" y="31"/>
                    </a:lnTo>
                    <a:lnTo>
                      <a:pt x="32" y="33"/>
                    </a:lnTo>
                    <a:lnTo>
                      <a:pt x="32" y="33"/>
                    </a:lnTo>
                    <a:lnTo>
                      <a:pt x="32" y="35"/>
                    </a:lnTo>
                    <a:lnTo>
                      <a:pt x="32" y="35"/>
                    </a:lnTo>
                    <a:lnTo>
                      <a:pt x="30" y="37"/>
                    </a:lnTo>
                    <a:lnTo>
                      <a:pt x="30" y="37"/>
                    </a:lnTo>
                    <a:lnTo>
                      <a:pt x="30" y="38"/>
                    </a:lnTo>
                    <a:lnTo>
                      <a:pt x="30" y="38"/>
                    </a:lnTo>
                    <a:lnTo>
                      <a:pt x="30" y="39"/>
                    </a:lnTo>
                    <a:lnTo>
                      <a:pt x="30" y="39"/>
                    </a:lnTo>
                    <a:lnTo>
                      <a:pt x="30" y="39"/>
                    </a:lnTo>
                    <a:lnTo>
                      <a:pt x="30" y="39"/>
                    </a:lnTo>
                    <a:lnTo>
                      <a:pt x="30" y="39"/>
                    </a:lnTo>
                    <a:lnTo>
                      <a:pt x="30" y="39"/>
                    </a:lnTo>
                    <a:lnTo>
                      <a:pt x="30" y="39"/>
                    </a:lnTo>
                    <a:lnTo>
                      <a:pt x="30" y="39"/>
                    </a:lnTo>
                    <a:lnTo>
                      <a:pt x="30" y="39"/>
                    </a:lnTo>
                    <a:lnTo>
                      <a:pt x="30" y="39"/>
                    </a:lnTo>
                    <a:lnTo>
                      <a:pt x="30" y="39"/>
                    </a:lnTo>
                    <a:lnTo>
                      <a:pt x="30" y="39"/>
                    </a:lnTo>
                    <a:lnTo>
                      <a:pt x="30" y="39"/>
                    </a:lnTo>
                    <a:lnTo>
                      <a:pt x="30" y="39"/>
                    </a:lnTo>
                    <a:lnTo>
                      <a:pt x="30" y="39"/>
                    </a:lnTo>
                    <a:lnTo>
                      <a:pt x="30" y="39"/>
                    </a:lnTo>
                    <a:lnTo>
                      <a:pt x="30" y="39"/>
                    </a:lnTo>
                    <a:lnTo>
                      <a:pt x="30" y="39"/>
                    </a:lnTo>
                    <a:lnTo>
                      <a:pt x="30" y="39"/>
                    </a:lnTo>
                    <a:lnTo>
                      <a:pt x="30" y="39"/>
                    </a:lnTo>
                    <a:lnTo>
                      <a:pt x="30" y="39"/>
                    </a:lnTo>
                  </a:path>
                </a:pathLst>
              </a:custGeom>
              <a:solidFill>
                <a:srgbClr val="00a000"/>
              </a:solidFill>
              <a:ln w="9360">
                <a:solidFill>
                  <a:srgbClr val="000000"/>
                </a:solidFill>
                <a:round/>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892" name=""/>
              <p:cNvSpPr/>
              <p:nvPr/>
            </p:nvSpPr>
            <p:spPr>
              <a:xfrm>
                <a:off x="6357960" y="3048120"/>
                <a:ext cx="9360" cy="61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2120" bIns="-42120" anchor="ctr">
                <a:noAutofit/>
              </a:bodyPr>
              <a:p>
                <a:endParaRPr b="0" lang="en-IN" sz="2400" strike="noStrike" u="none">
                  <a:solidFill>
                    <a:srgbClr val="ffffff"/>
                  </a:solidFill>
                  <a:effectLst/>
                  <a:uFillTx/>
                  <a:latin typeface="Times New Roman"/>
                </a:endParaRPr>
              </a:p>
            </p:txBody>
          </p:sp>
          <p:sp>
            <p:nvSpPr>
              <p:cNvPr id="893" name=""/>
              <p:cNvSpPr/>
              <p:nvPr/>
            </p:nvSpPr>
            <p:spPr>
              <a:xfrm>
                <a:off x="6367320" y="3059280"/>
                <a:ext cx="9720" cy="61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2120" bIns="-42120" anchor="ctr">
                <a:noAutofit/>
              </a:bodyPr>
              <a:p>
                <a:endParaRPr b="0" lang="en-IN" sz="2400" strike="noStrike" u="none">
                  <a:solidFill>
                    <a:srgbClr val="ffffff"/>
                  </a:solidFill>
                  <a:effectLst/>
                  <a:uFillTx/>
                  <a:latin typeface="Times New Roman"/>
                </a:endParaRPr>
              </a:p>
            </p:txBody>
          </p:sp>
          <p:sp>
            <p:nvSpPr>
              <p:cNvPr id="894" name=""/>
              <p:cNvSpPr/>
              <p:nvPr/>
            </p:nvSpPr>
            <p:spPr>
              <a:xfrm>
                <a:off x="6354720" y="3071880"/>
                <a:ext cx="4680" cy="12600"/>
              </a:xfrm>
              <a:prstGeom prst="ellipse">
                <a:avLst/>
              </a:prstGeom>
              <a:solidFill>
                <a:srgbClr val="00c200"/>
              </a:solidFill>
              <a:ln w="9360">
                <a:solidFill>
                  <a:srgbClr val="000000"/>
                </a:solidFill>
                <a:miter/>
              </a:ln>
            </p:spPr>
            <p:style>
              <a:lnRef idx="0"/>
              <a:fillRef idx="0"/>
              <a:effectRef idx="0"/>
              <a:fontRef idx="minor"/>
            </p:style>
            <p:txBody>
              <a:bodyPr wrap="none" lIns="90000" rIns="90000" tIns="-37800" bIns="-37800" anchor="ctr">
                <a:noAutofit/>
              </a:bodyPr>
              <a:p>
                <a:endParaRPr b="0" lang="en-IN" sz="2400" strike="noStrike" u="none">
                  <a:solidFill>
                    <a:srgbClr val="ffffff"/>
                  </a:solidFill>
                  <a:effectLst/>
                  <a:uFillTx/>
                  <a:latin typeface="Times New Roman"/>
                </a:endParaRPr>
              </a:p>
            </p:txBody>
          </p:sp>
          <p:sp>
            <p:nvSpPr>
              <p:cNvPr id="895" name=""/>
              <p:cNvSpPr/>
              <p:nvPr/>
            </p:nvSpPr>
            <p:spPr>
              <a:xfrm>
                <a:off x="6369120" y="3075120"/>
                <a:ext cx="7920" cy="61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2120" bIns="-42120" anchor="ctr">
                <a:noAutofit/>
              </a:bodyPr>
              <a:p>
                <a:endParaRPr b="0" lang="en-IN" sz="2400" strike="noStrike" u="none">
                  <a:solidFill>
                    <a:srgbClr val="ffffff"/>
                  </a:solidFill>
                  <a:effectLst/>
                  <a:uFillTx/>
                  <a:latin typeface="Times New Roman"/>
                </a:endParaRPr>
              </a:p>
            </p:txBody>
          </p:sp>
          <p:sp>
            <p:nvSpPr>
              <p:cNvPr id="896" name=""/>
              <p:cNvSpPr/>
              <p:nvPr/>
            </p:nvSpPr>
            <p:spPr>
              <a:xfrm>
                <a:off x="6402240" y="3075120"/>
                <a:ext cx="6480" cy="61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2120" bIns="-42120" anchor="ctr">
                <a:noAutofit/>
              </a:bodyPr>
              <a:p>
                <a:endParaRPr b="0" lang="en-IN" sz="2400" strike="noStrike" u="none">
                  <a:solidFill>
                    <a:srgbClr val="ffffff"/>
                  </a:solidFill>
                  <a:effectLst/>
                  <a:uFillTx/>
                  <a:latin typeface="Times New Roman"/>
                </a:endParaRPr>
              </a:p>
            </p:txBody>
          </p:sp>
          <p:sp>
            <p:nvSpPr>
              <p:cNvPr id="897" name=""/>
              <p:cNvSpPr/>
              <p:nvPr/>
            </p:nvSpPr>
            <p:spPr>
              <a:xfrm>
                <a:off x="6392880" y="3086280"/>
                <a:ext cx="7920" cy="61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2120" bIns="-42120" anchor="ctr">
                <a:noAutofit/>
              </a:bodyPr>
              <a:p>
                <a:endParaRPr b="0" lang="en-IN" sz="2400" strike="noStrike" u="none">
                  <a:solidFill>
                    <a:srgbClr val="ffffff"/>
                  </a:solidFill>
                  <a:effectLst/>
                  <a:uFillTx/>
                  <a:latin typeface="Times New Roman"/>
                </a:endParaRPr>
              </a:p>
            </p:txBody>
          </p:sp>
          <p:sp>
            <p:nvSpPr>
              <p:cNvPr id="898" name=""/>
              <p:cNvSpPr/>
              <p:nvPr/>
            </p:nvSpPr>
            <p:spPr>
              <a:xfrm>
                <a:off x="6435720" y="3094200"/>
                <a:ext cx="7920" cy="9360"/>
              </a:xfrm>
              <a:prstGeom prst="ellipse">
                <a:avLst/>
              </a:prstGeom>
              <a:solidFill>
                <a:srgbClr val="00c200"/>
              </a:solidFill>
              <a:ln w="9360">
                <a:solidFill>
                  <a:srgbClr val="000000"/>
                </a:solidFill>
                <a:miter/>
              </a:ln>
            </p:spPr>
            <p:style>
              <a:lnRef idx="0"/>
              <a:fillRef idx="0"/>
              <a:effectRef idx="0"/>
              <a:fontRef idx="minor"/>
            </p:style>
            <p:txBody>
              <a:bodyPr wrap="none" lIns="90000" rIns="90000" tIns="-39600" bIns="-39600" anchor="ctr">
                <a:noAutofit/>
              </a:bodyPr>
              <a:p>
                <a:endParaRPr b="0" lang="en-IN" sz="2400" strike="noStrike" u="none">
                  <a:solidFill>
                    <a:srgbClr val="ffffff"/>
                  </a:solidFill>
                  <a:effectLst/>
                  <a:uFillTx/>
                  <a:latin typeface="Times New Roman"/>
                </a:endParaRPr>
              </a:p>
            </p:txBody>
          </p:sp>
          <p:sp>
            <p:nvSpPr>
              <p:cNvPr id="899" name=""/>
              <p:cNvSpPr/>
              <p:nvPr/>
            </p:nvSpPr>
            <p:spPr>
              <a:xfrm>
                <a:off x="6408720" y="3092400"/>
                <a:ext cx="7920" cy="648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1760" bIns="-41760" anchor="ctr">
                <a:noAutofit/>
              </a:bodyPr>
              <a:p>
                <a:endParaRPr b="0" lang="en-IN" sz="2400" strike="noStrike" u="none">
                  <a:solidFill>
                    <a:srgbClr val="ffffff"/>
                  </a:solidFill>
                  <a:effectLst/>
                  <a:uFillTx/>
                  <a:latin typeface="Times New Roman"/>
                </a:endParaRPr>
              </a:p>
            </p:txBody>
          </p:sp>
          <p:sp>
            <p:nvSpPr>
              <p:cNvPr id="900" name=""/>
              <p:cNvSpPr/>
              <p:nvPr/>
            </p:nvSpPr>
            <p:spPr>
              <a:xfrm>
                <a:off x="6419880" y="3105000"/>
                <a:ext cx="7920" cy="648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1760" bIns="-41760" anchor="ctr">
                <a:noAutofit/>
              </a:bodyPr>
              <a:p>
                <a:endParaRPr b="0" lang="en-IN" sz="2400" strike="noStrike" u="none">
                  <a:solidFill>
                    <a:srgbClr val="ffffff"/>
                  </a:solidFill>
                  <a:effectLst/>
                  <a:uFillTx/>
                  <a:latin typeface="Times New Roman"/>
                </a:endParaRPr>
              </a:p>
            </p:txBody>
          </p:sp>
          <p:sp>
            <p:nvSpPr>
              <p:cNvPr id="901" name=""/>
              <p:cNvSpPr/>
              <p:nvPr/>
            </p:nvSpPr>
            <p:spPr>
              <a:xfrm>
                <a:off x="6397560" y="3098880"/>
                <a:ext cx="4680" cy="61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2120" bIns="-42120" anchor="ctr">
                <a:noAutofit/>
              </a:bodyPr>
              <a:p>
                <a:endParaRPr b="0" lang="en-IN" sz="2400" strike="noStrike" u="none">
                  <a:solidFill>
                    <a:srgbClr val="ffffff"/>
                  </a:solidFill>
                  <a:effectLst/>
                  <a:uFillTx/>
                  <a:latin typeface="Times New Roman"/>
                </a:endParaRPr>
              </a:p>
            </p:txBody>
          </p:sp>
          <p:sp>
            <p:nvSpPr>
              <p:cNvPr id="902" name=""/>
              <p:cNvSpPr/>
              <p:nvPr/>
            </p:nvSpPr>
            <p:spPr>
              <a:xfrm>
                <a:off x="6481800" y="3087720"/>
                <a:ext cx="4680" cy="11160"/>
              </a:xfrm>
              <a:prstGeom prst="ellipse">
                <a:avLst/>
              </a:prstGeom>
              <a:solidFill>
                <a:srgbClr val="00c200"/>
              </a:solidFill>
              <a:ln w="9360">
                <a:solidFill>
                  <a:srgbClr val="000000"/>
                </a:solidFill>
                <a:miter/>
              </a:ln>
            </p:spPr>
            <p:style>
              <a:lnRef idx="0"/>
              <a:fillRef idx="0"/>
              <a:effectRef idx="0"/>
              <a:fontRef idx="minor"/>
            </p:style>
            <p:txBody>
              <a:bodyPr wrap="none" lIns="90000" rIns="90000" tIns="-38520" bIns="-38520" anchor="ctr">
                <a:noAutofit/>
              </a:bodyPr>
              <a:p>
                <a:endParaRPr b="0" lang="en-IN" sz="2400" strike="noStrike" u="none">
                  <a:solidFill>
                    <a:srgbClr val="ffffff"/>
                  </a:solidFill>
                  <a:effectLst/>
                  <a:uFillTx/>
                  <a:latin typeface="Times New Roman"/>
                </a:endParaRPr>
              </a:p>
            </p:txBody>
          </p:sp>
          <p:sp>
            <p:nvSpPr>
              <p:cNvPr id="903" name=""/>
              <p:cNvSpPr/>
              <p:nvPr/>
            </p:nvSpPr>
            <p:spPr>
              <a:xfrm>
                <a:off x="6500880" y="3094200"/>
                <a:ext cx="12600" cy="61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2120" bIns="-42120" anchor="ctr">
                <a:noAutofit/>
              </a:bodyPr>
              <a:p>
                <a:endParaRPr b="0" lang="en-IN" sz="2400" strike="noStrike" u="none">
                  <a:solidFill>
                    <a:srgbClr val="ffffff"/>
                  </a:solidFill>
                  <a:effectLst/>
                  <a:uFillTx/>
                  <a:latin typeface="Times New Roman"/>
                </a:endParaRPr>
              </a:p>
            </p:txBody>
          </p:sp>
          <p:sp>
            <p:nvSpPr>
              <p:cNvPr id="904" name=""/>
              <p:cNvSpPr/>
              <p:nvPr/>
            </p:nvSpPr>
            <p:spPr>
              <a:xfrm>
                <a:off x="6461280" y="3098880"/>
                <a:ext cx="9360" cy="9360"/>
              </a:xfrm>
              <a:prstGeom prst="ellipse">
                <a:avLst/>
              </a:prstGeom>
              <a:solidFill>
                <a:srgbClr val="00c200"/>
              </a:solidFill>
              <a:ln w="9360">
                <a:solidFill>
                  <a:srgbClr val="000000"/>
                </a:solidFill>
                <a:miter/>
              </a:ln>
            </p:spPr>
            <p:style>
              <a:lnRef idx="0"/>
              <a:fillRef idx="0"/>
              <a:effectRef idx="0"/>
              <a:fontRef idx="minor"/>
            </p:style>
            <p:txBody>
              <a:bodyPr wrap="none" lIns="90000" rIns="90000" tIns="-39600" bIns="-39600" anchor="ctr">
                <a:noAutofit/>
              </a:bodyPr>
              <a:p>
                <a:endParaRPr b="0" lang="en-IN" sz="2400" strike="noStrike" u="none">
                  <a:solidFill>
                    <a:srgbClr val="ffffff"/>
                  </a:solidFill>
                  <a:effectLst/>
                  <a:uFillTx/>
                  <a:latin typeface="Times New Roman"/>
                </a:endParaRPr>
              </a:p>
            </p:txBody>
          </p:sp>
          <p:sp>
            <p:nvSpPr>
              <p:cNvPr id="905" name=""/>
              <p:cNvSpPr/>
              <p:nvPr/>
            </p:nvSpPr>
            <p:spPr>
              <a:xfrm>
                <a:off x="6485040" y="3100320"/>
                <a:ext cx="14040" cy="11160"/>
              </a:xfrm>
              <a:prstGeom prst="ellipse">
                <a:avLst/>
              </a:prstGeom>
              <a:solidFill>
                <a:srgbClr val="00c200"/>
              </a:solidFill>
              <a:ln w="9360">
                <a:solidFill>
                  <a:srgbClr val="000000"/>
                </a:solidFill>
                <a:miter/>
              </a:ln>
            </p:spPr>
            <p:style>
              <a:lnRef idx="0"/>
              <a:fillRef idx="0"/>
              <a:effectRef idx="0"/>
              <a:fontRef idx="minor"/>
            </p:style>
            <p:txBody>
              <a:bodyPr wrap="none" lIns="90000" rIns="90000" tIns="-38520" bIns="-38520" anchor="ctr">
                <a:noAutofit/>
              </a:bodyPr>
              <a:p>
                <a:endParaRPr b="0" lang="en-IN" sz="2400" strike="noStrike" u="none">
                  <a:solidFill>
                    <a:srgbClr val="ffffff"/>
                  </a:solidFill>
                  <a:effectLst/>
                  <a:uFillTx/>
                  <a:latin typeface="Times New Roman"/>
                </a:endParaRPr>
              </a:p>
            </p:txBody>
          </p:sp>
          <p:sp>
            <p:nvSpPr>
              <p:cNvPr id="906" name=""/>
              <p:cNvSpPr/>
              <p:nvPr/>
            </p:nvSpPr>
            <p:spPr>
              <a:xfrm>
                <a:off x="6508800" y="3106800"/>
                <a:ext cx="7920" cy="11160"/>
              </a:xfrm>
              <a:prstGeom prst="ellipse">
                <a:avLst/>
              </a:prstGeom>
              <a:solidFill>
                <a:srgbClr val="00c200"/>
              </a:solidFill>
              <a:ln w="9360">
                <a:solidFill>
                  <a:srgbClr val="000000"/>
                </a:solidFill>
                <a:miter/>
              </a:ln>
            </p:spPr>
            <p:style>
              <a:lnRef idx="0"/>
              <a:fillRef idx="0"/>
              <a:effectRef idx="0"/>
              <a:fontRef idx="minor"/>
            </p:style>
            <p:txBody>
              <a:bodyPr wrap="none" lIns="90000" rIns="90000" tIns="-38520" bIns="-38520" anchor="ctr">
                <a:noAutofit/>
              </a:bodyPr>
              <a:p>
                <a:endParaRPr b="0" lang="en-IN" sz="2400" strike="noStrike" u="none">
                  <a:solidFill>
                    <a:srgbClr val="ffffff"/>
                  </a:solidFill>
                  <a:effectLst/>
                  <a:uFillTx/>
                  <a:latin typeface="Times New Roman"/>
                </a:endParaRPr>
              </a:p>
            </p:txBody>
          </p:sp>
          <p:sp>
            <p:nvSpPr>
              <p:cNvPr id="907" name=""/>
              <p:cNvSpPr/>
              <p:nvPr/>
            </p:nvSpPr>
            <p:spPr>
              <a:xfrm>
                <a:off x="6494400" y="3117960"/>
                <a:ext cx="7920" cy="79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1040" bIns="-41040" anchor="ctr">
                <a:noAutofit/>
              </a:bodyPr>
              <a:p>
                <a:endParaRPr b="0" lang="en-IN" sz="2400" strike="noStrike" u="none">
                  <a:solidFill>
                    <a:srgbClr val="ffffff"/>
                  </a:solidFill>
                  <a:effectLst/>
                  <a:uFillTx/>
                  <a:latin typeface="Times New Roman"/>
                </a:endParaRPr>
              </a:p>
            </p:txBody>
          </p:sp>
          <p:sp>
            <p:nvSpPr>
              <p:cNvPr id="908" name=""/>
              <p:cNvSpPr/>
              <p:nvPr/>
            </p:nvSpPr>
            <p:spPr>
              <a:xfrm>
                <a:off x="6470640" y="3114720"/>
                <a:ext cx="11160" cy="9360"/>
              </a:xfrm>
              <a:prstGeom prst="ellipse">
                <a:avLst/>
              </a:prstGeom>
              <a:solidFill>
                <a:srgbClr val="00c200"/>
              </a:solidFill>
              <a:ln w="9360">
                <a:solidFill>
                  <a:srgbClr val="000000"/>
                </a:solidFill>
                <a:miter/>
              </a:ln>
            </p:spPr>
            <p:style>
              <a:lnRef idx="0"/>
              <a:fillRef idx="0"/>
              <a:effectRef idx="0"/>
              <a:fontRef idx="minor"/>
            </p:style>
            <p:txBody>
              <a:bodyPr wrap="none" lIns="90000" rIns="90000" tIns="-39600" bIns="-39600" anchor="ctr">
                <a:noAutofit/>
              </a:bodyPr>
              <a:p>
                <a:endParaRPr b="0" lang="en-IN" sz="2400" strike="noStrike" u="none">
                  <a:solidFill>
                    <a:srgbClr val="ffffff"/>
                  </a:solidFill>
                  <a:effectLst/>
                  <a:uFillTx/>
                  <a:latin typeface="Times New Roman"/>
                </a:endParaRPr>
              </a:p>
            </p:txBody>
          </p:sp>
          <p:sp>
            <p:nvSpPr>
              <p:cNvPr id="909" name=""/>
              <p:cNvSpPr/>
              <p:nvPr/>
            </p:nvSpPr>
            <p:spPr>
              <a:xfrm>
                <a:off x="6567480" y="3106800"/>
                <a:ext cx="11160" cy="79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1040" bIns="-41040" anchor="ctr">
                <a:noAutofit/>
              </a:bodyPr>
              <a:p>
                <a:endParaRPr b="0" lang="en-IN" sz="2400" strike="noStrike" u="none">
                  <a:solidFill>
                    <a:srgbClr val="ffffff"/>
                  </a:solidFill>
                  <a:effectLst/>
                  <a:uFillTx/>
                  <a:latin typeface="Times New Roman"/>
                </a:endParaRPr>
              </a:p>
            </p:txBody>
          </p:sp>
          <p:sp>
            <p:nvSpPr>
              <p:cNvPr id="910" name=""/>
              <p:cNvSpPr/>
              <p:nvPr/>
            </p:nvSpPr>
            <p:spPr>
              <a:xfrm>
                <a:off x="6543720" y="3125880"/>
                <a:ext cx="9360" cy="79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1040" bIns="-41040" anchor="ctr">
                <a:noAutofit/>
              </a:bodyPr>
              <a:p>
                <a:endParaRPr b="0" lang="en-IN" sz="2400" strike="noStrike" u="none">
                  <a:solidFill>
                    <a:srgbClr val="ffffff"/>
                  </a:solidFill>
                  <a:effectLst/>
                  <a:uFillTx/>
                  <a:latin typeface="Times New Roman"/>
                </a:endParaRPr>
              </a:p>
            </p:txBody>
          </p:sp>
          <p:sp>
            <p:nvSpPr>
              <p:cNvPr id="911" name=""/>
              <p:cNvSpPr/>
              <p:nvPr/>
            </p:nvSpPr>
            <p:spPr>
              <a:xfrm>
                <a:off x="6588000" y="3111480"/>
                <a:ext cx="9720" cy="97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39960" bIns="-39960" anchor="ctr">
                <a:noAutofit/>
              </a:bodyPr>
              <a:p>
                <a:endParaRPr b="0" lang="en-IN" sz="2400" strike="noStrike" u="none">
                  <a:solidFill>
                    <a:srgbClr val="ffffff"/>
                  </a:solidFill>
                  <a:effectLst/>
                  <a:uFillTx/>
                  <a:latin typeface="Times New Roman"/>
                </a:endParaRPr>
              </a:p>
            </p:txBody>
          </p:sp>
          <p:sp>
            <p:nvSpPr>
              <p:cNvPr id="912" name=""/>
              <p:cNvSpPr/>
              <p:nvPr/>
            </p:nvSpPr>
            <p:spPr>
              <a:xfrm>
                <a:off x="6576840" y="3130560"/>
                <a:ext cx="11160" cy="648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1760" bIns="-41760" anchor="ctr">
                <a:noAutofit/>
              </a:bodyPr>
              <a:p>
                <a:endParaRPr b="0" lang="en-IN" sz="2400" strike="noStrike" u="none">
                  <a:solidFill>
                    <a:srgbClr val="ffffff"/>
                  </a:solidFill>
                  <a:effectLst/>
                  <a:uFillTx/>
                  <a:latin typeface="Times New Roman"/>
                </a:endParaRPr>
              </a:p>
            </p:txBody>
          </p:sp>
          <p:sp>
            <p:nvSpPr>
              <p:cNvPr id="913" name=""/>
              <p:cNvSpPr/>
              <p:nvPr/>
            </p:nvSpPr>
            <p:spPr>
              <a:xfrm>
                <a:off x="6564240" y="3125880"/>
                <a:ext cx="6480" cy="79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1040" bIns="-41040" anchor="ctr">
                <a:noAutofit/>
              </a:bodyPr>
              <a:p>
                <a:endParaRPr b="0" lang="en-IN" sz="2400" strike="noStrike" u="none">
                  <a:solidFill>
                    <a:srgbClr val="ffffff"/>
                  </a:solidFill>
                  <a:effectLst/>
                  <a:uFillTx/>
                  <a:latin typeface="Times New Roman"/>
                </a:endParaRPr>
              </a:p>
            </p:txBody>
          </p:sp>
          <p:sp>
            <p:nvSpPr>
              <p:cNvPr id="914" name=""/>
              <p:cNvSpPr/>
              <p:nvPr/>
            </p:nvSpPr>
            <p:spPr>
              <a:xfrm>
                <a:off x="6540480" y="3143160"/>
                <a:ext cx="9720" cy="79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1040" bIns="-41040" anchor="ctr">
                <a:noAutofit/>
              </a:bodyPr>
              <a:p>
                <a:endParaRPr b="0" lang="en-IN" sz="2400" strike="noStrike" u="none">
                  <a:solidFill>
                    <a:srgbClr val="ffffff"/>
                  </a:solidFill>
                  <a:effectLst/>
                  <a:uFillTx/>
                  <a:latin typeface="Times New Roman"/>
                </a:endParaRPr>
              </a:p>
            </p:txBody>
          </p:sp>
          <p:sp>
            <p:nvSpPr>
              <p:cNvPr id="915" name=""/>
              <p:cNvSpPr/>
              <p:nvPr/>
            </p:nvSpPr>
            <p:spPr>
              <a:xfrm>
                <a:off x="6640560" y="3106800"/>
                <a:ext cx="9360" cy="11160"/>
              </a:xfrm>
              <a:prstGeom prst="ellipse">
                <a:avLst/>
              </a:prstGeom>
              <a:solidFill>
                <a:srgbClr val="00c200"/>
              </a:solidFill>
              <a:ln w="9360">
                <a:solidFill>
                  <a:srgbClr val="000000"/>
                </a:solidFill>
                <a:miter/>
              </a:ln>
            </p:spPr>
            <p:style>
              <a:lnRef idx="0"/>
              <a:fillRef idx="0"/>
              <a:effectRef idx="0"/>
              <a:fontRef idx="minor"/>
            </p:style>
            <p:txBody>
              <a:bodyPr wrap="none" lIns="90000" rIns="90000" tIns="-38520" bIns="-38520" anchor="ctr">
                <a:noAutofit/>
              </a:bodyPr>
              <a:p>
                <a:endParaRPr b="0" lang="en-IN" sz="2400" strike="noStrike" u="none">
                  <a:solidFill>
                    <a:srgbClr val="ffffff"/>
                  </a:solidFill>
                  <a:effectLst/>
                  <a:uFillTx/>
                  <a:latin typeface="Times New Roman"/>
                </a:endParaRPr>
              </a:p>
            </p:txBody>
          </p:sp>
          <p:sp>
            <p:nvSpPr>
              <p:cNvPr id="916" name=""/>
              <p:cNvSpPr/>
              <p:nvPr/>
            </p:nvSpPr>
            <p:spPr>
              <a:xfrm>
                <a:off x="6653160" y="3114720"/>
                <a:ext cx="4680" cy="79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1040" bIns="-41040" anchor="ctr">
                <a:noAutofit/>
              </a:bodyPr>
              <a:p>
                <a:endParaRPr b="0" lang="en-IN" sz="2400" strike="noStrike" u="none">
                  <a:solidFill>
                    <a:srgbClr val="ffffff"/>
                  </a:solidFill>
                  <a:effectLst/>
                  <a:uFillTx/>
                  <a:latin typeface="Times New Roman"/>
                </a:endParaRPr>
              </a:p>
            </p:txBody>
          </p:sp>
          <p:sp>
            <p:nvSpPr>
              <p:cNvPr id="917" name=""/>
              <p:cNvSpPr/>
              <p:nvPr/>
            </p:nvSpPr>
            <p:spPr>
              <a:xfrm>
                <a:off x="6647040" y="3130560"/>
                <a:ext cx="10800" cy="9360"/>
              </a:xfrm>
              <a:prstGeom prst="ellipse">
                <a:avLst/>
              </a:prstGeom>
              <a:solidFill>
                <a:srgbClr val="00c200"/>
              </a:solidFill>
              <a:ln w="9360">
                <a:solidFill>
                  <a:srgbClr val="000000"/>
                </a:solidFill>
                <a:miter/>
              </a:ln>
            </p:spPr>
            <p:style>
              <a:lnRef idx="0"/>
              <a:fillRef idx="0"/>
              <a:effectRef idx="0"/>
              <a:fontRef idx="minor"/>
            </p:style>
            <p:txBody>
              <a:bodyPr wrap="none" lIns="90000" rIns="90000" tIns="-39600" bIns="-39600" anchor="ctr">
                <a:noAutofit/>
              </a:bodyPr>
              <a:p>
                <a:endParaRPr b="0" lang="en-IN" sz="2400" strike="noStrike" u="none">
                  <a:solidFill>
                    <a:srgbClr val="ffffff"/>
                  </a:solidFill>
                  <a:effectLst/>
                  <a:uFillTx/>
                  <a:latin typeface="Times New Roman"/>
                </a:endParaRPr>
              </a:p>
            </p:txBody>
          </p:sp>
          <p:sp>
            <p:nvSpPr>
              <p:cNvPr id="918" name=""/>
              <p:cNvSpPr/>
              <p:nvPr/>
            </p:nvSpPr>
            <p:spPr>
              <a:xfrm>
                <a:off x="6635880" y="3125880"/>
                <a:ext cx="6120" cy="9360"/>
              </a:xfrm>
              <a:prstGeom prst="ellipse">
                <a:avLst/>
              </a:prstGeom>
              <a:solidFill>
                <a:srgbClr val="00c200"/>
              </a:solidFill>
              <a:ln w="9360">
                <a:solidFill>
                  <a:srgbClr val="000000"/>
                </a:solidFill>
                <a:miter/>
              </a:ln>
            </p:spPr>
            <p:style>
              <a:lnRef idx="0"/>
              <a:fillRef idx="0"/>
              <a:effectRef idx="0"/>
              <a:fontRef idx="minor"/>
            </p:style>
            <p:txBody>
              <a:bodyPr wrap="none" lIns="90000" rIns="90000" tIns="-39600" bIns="-39600" anchor="ctr">
                <a:noAutofit/>
              </a:bodyPr>
              <a:p>
                <a:endParaRPr b="0" lang="en-IN" sz="2400" strike="noStrike" u="none">
                  <a:solidFill>
                    <a:srgbClr val="ffffff"/>
                  </a:solidFill>
                  <a:effectLst/>
                  <a:uFillTx/>
                  <a:latin typeface="Times New Roman"/>
                </a:endParaRPr>
              </a:p>
            </p:txBody>
          </p:sp>
          <p:sp>
            <p:nvSpPr>
              <p:cNvPr id="919" name=""/>
              <p:cNvSpPr/>
              <p:nvPr/>
            </p:nvSpPr>
            <p:spPr>
              <a:xfrm>
                <a:off x="6611760" y="3129120"/>
                <a:ext cx="11160" cy="61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2120" bIns="-42120" anchor="ctr">
                <a:noAutofit/>
              </a:bodyPr>
              <a:p>
                <a:endParaRPr b="0" lang="en-IN" sz="2400" strike="noStrike" u="none">
                  <a:solidFill>
                    <a:srgbClr val="ffffff"/>
                  </a:solidFill>
                  <a:effectLst/>
                  <a:uFillTx/>
                  <a:latin typeface="Times New Roman"/>
                </a:endParaRPr>
              </a:p>
            </p:txBody>
          </p:sp>
          <p:sp>
            <p:nvSpPr>
              <p:cNvPr id="920" name=""/>
              <p:cNvSpPr/>
              <p:nvPr/>
            </p:nvSpPr>
            <p:spPr>
              <a:xfrm>
                <a:off x="6426360" y="3122640"/>
                <a:ext cx="20520" cy="17280"/>
              </a:xfrm>
              <a:prstGeom prst="ellipse">
                <a:avLst/>
              </a:prstGeom>
              <a:solidFill>
                <a:srgbClr val="ffffff"/>
              </a:solidFill>
              <a:ln w="9360">
                <a:solidFill>
                  <a:srgbClr val="0082bf"/>
                </a:solidFill>
                <a:miter/>
              </a:ln>
            </p:spPr>
            <p:style>
              <a:lnRef idx="0"/>
              <a:fillRef idx="0"/>
              <a:effectRef idx="0"/>
              <a:fontRef idx="minor"/>
            </p:style>
            <p:txBody>
              <a:bodyPr wrap="none" lIns="90000" rIns="90000" tIns="-34560" bIns="-34560" anchor="ctr">
                <a:noAutofit/>
              </a:bodyPr>
              <a:p>
                <a:endParaRPr b="0" lang="en-IN" sz="2400" strike="noStrike" u="none">
                  <a:solidFill>
                    <a:srgbClr val="ffffff"/>
                  </a:solidFill>
                  <a:effectLst/>
                  <a:uFillTx/>
                  <a:latin typeface="Times New Roman"/>
                </a:endParaRPr>
              </a:p>
            </p:txBody>
          </p:sp>
          <p:sp>
            <p:nvSpPr>
              <p:cNvPr id="921" name=""/>
              <p:cNvSpPr/>
              <p:nvPr/>
            </p:nvSpPr>
            <p:spPr>
              <a:xfrm>
                <a:off x="6381720" y="3160800"/>
                <a:ext cx="22320" cy="17280"/>
              </a:xfrm>
              <a:prstGeom prst="ellipse">
                <a:avLst/>
              </a:prstGeom>
              <a:solidFill>
                <a:srgbClr val="ffffff"/>
              </a:solidFill>
              <a:ln w="9360">
                <a:solidFill>
                  <a:srgbClr val="0082bf"/>
                </a:solidFill>
                <a:miter/>
              </a:ln>
            </p:spPr>
            <p:style>
              <a:lnRef idx="0"/>
              <a:fillRef idx="0"/>
              <a:effectRef idx="0"/>
              <a:fontRef idx="minor"/>
            </p:style>
            <p:txBody>
              <a:bodyPr wrap="none" lIns="90000" rIns="90000" tIns="-34560" bIns="-34560" anchor="ctr">
                <a:noAutofit/>
              </a:bodyPr>
              <a:p>
                <a:endParaRPr b="0" lang="en-IN" sz="2400" strike="noStrike" u="none">
                  <a:solidFill>
                    <a:srgbClr val="ffffff"/>
                  </a:solidFill>
                  <a:effectLst/>
                  <a:uFillTx/>
                  <a:latin typeface="Times New Roman"/>
                </a:endParaRPr>
              </a:p>
            </p:txBody>
          </p:sp>
          <p:sp>
            <p:nvSpPr>
              <p:cNvPr id="922" name=""/>
              <p:cNvSpPr/>
              <p:nvPr/>
            </p:nvSpPr>
            <p:spPr>
              <a:xfrm>
                <a:off x="6610320" y="3182760"/>
                <a:ext cx="20520" cy="17640"/>
              </a:xfrm>
              <a:prstGeom prst="ellipse">
                <a:avLst/>
              </a:prstGeom>
              <a:solidFill>
                <a:srgbClr val="ffffff"/>
              </a:solidFill>
              <a:ln w="9360">
                <a:solidFill>
                  <a:srgbClr val="0082bf"/>
                </a:solidFill>
                <a:miter/>
              </a:ln>
            </p:spPr>
            <p:style>
              <a:lnRef idx="0"/>
              <a:fillRef idx="0"/>
              <a:effectRef idx="0"/>
              <a:fontRef idx="minor"/>
            </p:style>
            <p:txBody>
              <a:bodyPr wrap="none" lIns="90000" rIns="90000" tIns="-34200" bIns="-34200" anchor="ctr">
                <a:noAutofit/>
              </a:bodyPr>
              <a:p>
                <a:endParaRPr b="0" lang="en-IN" sz="2400" strike="noStrike" u="none">
                  <a:solidFill>
                    <a:srgbClr val="ffffff"/>
                  </a:solidFill>
                  <a:effectLst/>
                  <a:uFillTx/>
                  <a:latin typeface="Times New Roman"/>
                </a:endParaRPr>
              </a:p>
            </p:txBody>
          </p:sp>
          <p:sp>
            <p:nvSpPr>
              <p:cNvPr id="923" name=""/>
              <p:cNvSpPr/>
              <p:nvPr/>
            </p:nvSpPr>
            <p:spPr>
              <a:xfrm>
                <a:off x="6354720" y="3117960"/>
                <a:ext cx="30240" cy="20520"/>
              </a:xfrm>
              <a:prstGeom prst="ellipse">
                <a:avLst/>
              </a:prstGeom>
              <a:solidFill>
                <a:srgbClr val="e26200"/>
              </a:solidFill>
              <a:ln w="9360">
                <a:solidFill>
                  <a:srgbClr val="000000"/>
                </a:solidFill>
                <a:miter/>
              </a:ln>
            </p:spPr>
            <p:style>
              <a:lnRef idx="0"/>
              <a:fillRef idx="0"/>
              <a:effectRef idx="0"/>
              <a:fontRef idx="minor"/>
            </p:style>
            <p:txBody>
              <a:bodyPr wrap="none" lIns="90000" rIns="90000" tIns="-32040" bIns="-32040" anchor="ctr">
                <a:noAutofit/>
              </a:bodyPr>
              <a:p>
                <a:endParaRPr b="0" lang="en-IN" sz="2400" strike="noStrike" u="none">
                  <a:solidFill>
                    <a:srgbClr val="ffffff"/>
                  </a:solidFill>
                  <a:effectLst/>
                  <a:uFillTx/>
                  <a:latin typeface="Times New Roman"/>
                </a:endParaRPr>
              </a:p>
            </p:txBody>
          </p:sp>
          <p:sp>
            <p:nvSpPr>
              <p:cNvPr id="924" name=""/>
              <p:cNvSpPr/>
              <p:nvPr/>
            </p:nvSpPr>
            <p:spPr>
              <a:xfrm>
                <a:off x="6413400" y="3187800"/>
                <a:ext cx="30240" cy="21960"/>
              </a:xfrm>
              <a:prstGeom prst="ellipse">
                <a:avLst/>
              </a:prstGeom>
              <a:solidFill>
                <a:srgbClr val="e26200"/>
              </a:solidFill>
              <a:ln w="9360">
                <a:solidFill>
                  <a:srgbClr val="000000"/>
                </a:solidFill>
                <a:miter/>
              </a:ln>
            </p:spPr>
            <p:style>
              <a:lnRef idx="0"/>
              <a:fillRef idx="0"/>
              <a:effectRef idx="0"/>
              <a:fontRef idx="minor"/>
            </p:style>
            <p:txBody>
              <a:bodyPr wrap="none" lIns="90000" rIns="90000" tIns="-31320" bIns="-31320" anchor="ctr">
                <a:noAutofit/>
              </a:bodyPr>
              <a:p>
                <a:endParaRPr b="0" lang="en-IN" sz="2400" strike="noStrike" u="none">
                  <a:solidFill>
                    <a:srgbClr val="ffffff"/>
                  </a:solidFill>
                  <a:effectLst/>
                  <a:uFillTx/>
                  <a:latin typeface="Times New Roman"/>
                </a:endParaRPr>
              </a:p>
            </p:txBody>
          </p:sp>
          <p:sp>
            <p:nvSpPr>
              <p:cNvPr id="925" name=""/>
              <p:cNvSpPr/>
              <p:nvPr/>
            </p:nvSpPr>
            <p:spPr>
              <a:xfrm>
                <a:off x="6624720" y="3152880"/>
                <a:ext cx="30240" cy="20520"/>
              </a:xfrm>
              <a:prstGeom prst="ellipse">
                <a:avLst/>
              </a:prstGeom>
              <a:solidFill>
                <a:srgbClr val="e26200"/>
              </a:solidFill>
              <a:ln w="9360">
                <a:solidFill>
                  <a:srgbClr val="000000"/>
                </a:solidFill>
                <a:miter/>
              </a:ln>
            </p:spPr>
            <p:style>
              <a:lnRef idx="0"/>
              <a:fillRef idx="0"/>
              <a:effectRef idx="0"/>
              <a:fontRef idx="minor"/>
            </p:style>
            <p:txBody>
              <a:bodyPr wrap="none" lIns="90000" rIns="90000" tIns="-32040" bIns="-32040" anchor="ctr">
                <a:noAutofit/>
              </a:bodyPr>
              <a:p>
                <a:endParaRPr b="0" lang="en-IN" sz="2400" strike="noStrike" u="none">
                  <a:solidFill>
                    <a:srgbClr val="ffffff"/>
                  </a:solidFill>
                  <a:effectLst/>
                  <a:uFillTx/>
                  <a:latin typeface="Times New Roman"/>
                </a:endParaRPr>
              </a:p>
            </p:txBody>
          </p:sp>
          <p:sp>
            <p:nvSpPr>
              <p:cNvPr id="926" name=""/>
              <p:cNvSpPr/>
              <p:nvPr/>
            </p:nvSpPr>
            <p:spPr>
              <a:xfrm>
                <a:off x="6492960" y="3151080"/>
                <a:ext cx="30240" cy="60480"/>
              </a:xfrm>
              <a:custGeom>
                <a:avLst/>
                <a:gdLst/>
                <a:ahLst/>
                <a:rect l="l" t="t" r="r" b="b"/>
                <a:pathLst>
                  <a:path w="19" h="38">
                    <a:moveTo>
                      <a:pt x="0" y="0"/>
                    </a:moveTo>
                    <a:lnTo>
                      <a:pt x="11" y="20"/>
                    </a:lnTo>
                    <a:lnTo>
                      <a:pt x="18" y="37"/>
                    </a:lnTo>
                  </a:path>
                </a:pathLst>
              </a:custGeom>
              <a:noFill/>
              <a:ln w="9360">
                <a:solidFill>
                  <a:srgbClr val="000000"/>
                </a:solidFill>
                <a:round/>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927" name=""/>
              <p:cNvSpPr/>
              <p:nvPr/>
            </p:nvSpPr>
            <p:spPr>
              <a:xfrm>
                <a:off x="6696000" y="2916360"/>
                <a:ext cx="7920" cy="37800"/>
              </a:xfrm>
              <a:custGeom>
                <a:avLst/>
                <a:gdLst/>
                <a:ahLst/>
                <a:rect l="l" t="t" r="r" b="b"/>
                <a:pathLst>
                  <a:path w="5" h="24">
                    <a:moveTo>
                      <a:pt x="4" y="23"/>
                    </a:moveTo>
                    <a:lnTo>
                      <a:pt x="0" y="9"/>
                    </a:lnTo>
                    <a:lnTo>
                      <a:pt x="0" y="0"/>
                    </a:lnTo>
                    <a:lnTo>
                      <a:pt x="3" y="5"/>
                    </a:lnTo>
                    <a:lnTo>
                      <a:pt x="4" y="23"/>
                    </a:lnTo>
                    <a:lnTo>
                      <a:pt x="4" y="23"/>
                    </a:lnTo>
                    <a:lnTo>
                      <a:pt x="4" y="23"/>
                    </a:lnTo>
                  </a:path>
                </a:pathLst>
              </a:custGeom>
              <a:solidFill>
                <a:srgbClr val="e26200"/>
              </a:solidFill>
              <a:ln w="9360">
                <a:solidFill>
                  <a:srgbClr val="000000"/>
                </a:solidFill>
                <a:round/>
              </a:ln>
            </p:spPr>
            <p:style>
              <a:lnRef idx="0"/>
              <a:fillRef idx="0"/>
              <a:effectRef idx="0"/>
              <a:fontRef idx="minor"/>
            </p:style>
            <p:txBody>
              <a:bodyPr lIns="90000" rIns="90000" tIns="-9000" bIns="-9000" anchor="t">
                <a:noAutofit/>
              </a:bodyPr>
              <a:p>
                <a:endParaRPr b="0" lang="en-IN" sz="2400" strike="noStrike" u="none">
                  <a:solidFill>
                    <a:srgbClr val="ffffff"/>
                  </a:solidFill>
                  <a:effectLst/>
                  <a:uFillTx/>
                  <a:latin typeface="Times New Roman"/>
                </a:endParaRPr>
              </a:p>
            </p:txBody>
          </p:sp>
          <p:sp>
            <p:nvSpPr>
              <p:cNvPr id="928" name=""/>
              <p:cNvSpPr/>
              <p:nvPr/>
            </p:nvSpPr>
            <p:spPr>
              <a:xfrm>
                <a:off x="6667560" y="2917800"/>
                <a:ext cx="20520" cy="41400"/>
              </a:xfrm>
              <a:custGeom>
                <a:avLst/>
                <a:gdLst/>
                <a:ahLst/>
                <a:rect l="l" t="t" r="r" b="b"/>
                <a:pathLst>
                  <a:path w="13" h="26">
                    <a:moveTo>
                      <a:pt x="11" y="24"/>
                    </a:moveTo>
                    <a:lnTo>
                      <a:pt x="3" y="12"/>
                    </a:lnTo>
                    <a:lnTo>
                      <a:pt x="0" y="5"/>
                    </a:lnTo>
                    <a:lnTo>
                      <a:pt x="2" y="0"/>
                    </a:lnTo>
                    <a:lnTo>
                      <a:pt x="8" y="5"/>
                    </a:lnTo>
                    <a:lnTo>
                      <a:pt x="9" y="19"/>
                    </a:lnTo>
                    <a:lnTo>
                      <a:pt x="12" y="25"/>
                    </a:lnTo>
                    <a:lnTo>
                      <a:pt x="11" y="24"/>
                    </a:lnTo>
                    <a:lnTo>
                      <a:pt x="11" y="24"/>
                    </a:lnTo>
                  </a:path>
                </a:pathLst>
              </a:custGeom>
              <a:solidFill>
                <a:srgbClr val="e26200"/>
              </a:solidFill>
              <a:ln w="9360">
                <a:solidFill>
                  <a:srgbClr val="000000"/>
                </a:solidFill>
                <a:round/>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929" name=""/>
              <p:cNvSpPr/>
              <p:nvPr/>
            </p:nvSpPr>
            <p:spPr>
              <a:xfrm>
                <a:off x="6653160" y="2921040"/>
                <a:ext cx="15840" cy="41400"/>
              </a:xfrm>
              <a:custGeom>
                <a:avLst/>
                <a:gdLst/>
                <a:ahLst/>
                <a:rect l="l" t="t" r="r" b="b"/>
                <a:pathLst>
                  <a:path w="10" h="26">
                    <a:moveTo>
                      <a:pt x="9" y="25"/>
                    </a:moveTo>
                    <a:lnTo>
                      <a:pt x="1" y="13"/>
                    </a:lnTo>
                    <a:lnTo>
                      <a:pt x="0" y="4"/>
                    </a:lnTo>
                    <a:lnTo>
                      <a:pt x="1" y="0"/>
                    </a:lnTo>
                    <a:lnTo>
                      <a:pt x="4" y="10"/>
                    </a:lnTo>
                    <a:lnTo>
                      <a:pt x="9" y="25"/>
                    </a:lnTo>
                    <a:lnTo>
                      <a:pt x="9" y="25"/>
                    </a:lnTo>
                  </a:path>
                </a:pathLst>
              </a:custGeom>
              <a:solidFill>
                <a:srgbClr val="e26200"/>
              </a:solidFill>
              <a:ln w="9360">
                <a:solidFill>
                  <a:srgbClr val="000000"/>
                </a:solidFill>
                <a:round/>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930" name=""/>
              <p:cNvSpPr/>
              <p:nvPr/>
            </p:nvSpPr>
            <p:spPr>
              <a:xfrm>
                <a:off x="6629400" y="2927520"/>
                <a:ext cx="28440" cy="42840"/>
              </a:xfrm>
              <a:custGeom>
                <a:avLst/>
                <a:gdLst/>
                <a:ahLst/>
                <a:rect l="l" t="t" r="r" b="b"/>
                <a:pathLst>
                  <a:path w="18" h="27">
                    <a:moveTo>
                      <a:pt x="15" y="23"/>
                    </a:moveTo>
                    <a:lnTo>
                      <a:pt x="4" y="13"/>
                    </a:lnTo>
                    <a:lnTo>
                      <a:pt x="0" y="4"/>
                    </a:lnTo>
                    <a:lnTo>
                      <a:pt x="3" y="0"/>
                    </a:lnTo>
                    <a:lnTo>
                      <a:pt x="8" y="15"/>
                    </a:lnTo>
                    <a:lnTo>
                      <a:pt x="17" y="26"/>
                    </a:lnTo>
                    <a:lnTo>
                      <a:pt x="15" y="23"/>
                    </a:lnTo>
                    <a:lnTo>
                      <a:pt x="15" y="23"/>
                    </a:lnTo>
                  </a:path>
                </a:pathLst>
              </a:custGeom>
              <a:solidFill>
                <a:srgbClr val="e26200"/>
              </a:solidFill>
              <a:ln w="9360">
                <a:solidFill>
                  <a:srgbClr val="000000"/>
                </a:solidFill>
                <a:round/>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931" name=""/>
              <p:cNvSpPr/>
              <p:nvPr/>
            </p:nvSpPr>
            <p:spPr>
              <a:xfrm>
                <a:off x="6611760" y="2932200"/>
                <a:ext cx="19080" cy="27000"/>
              </a:xfrm>
              <a:custGeom>
                <a:avLst/>
                <a:gdLst/>
                <a:ahLst/>
                <a:rect l="l" t="t" r="r" b="b"/>
                <a:pathLst>
                  <a:path w="12" h="17">
                    <a:moveTo>
                      <a:pt x="11" y="16"/>
                    </a:moveTo>
                    <a:lnTo>
                      <a:pt x="1" y="8"/>
                    </a:lnTo>
                    <a:lnTo>
                      <a:pt x="0" y="0"/>
                    </a:lnTo>
                    <a:lnTo>
                      <a:pt x="11" y="16"/>
                    </a:lnTo>
                    <a:lnTo>
                      <a:pt x="11" y="16"/>
                    </a:lnTo>
                  </a:path>
                </a:pathLst>
              </a:custGeom>
              <a:solidFill>
                <a:srgbClr val="e26200"/>
              </a:solidFill>
              <a:ln w="9360">
                <a:solidFill>
                  <a:srgbClr val="000000"/>
                </a:solidFill>
                <a:round/>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932" name=""/>
              <p:cNvSpPr/>
              <p:nvPr/>
            </p:nvSpPr>
            <p:spPr>
              <a:xfrm>
                <a:off x="6523200" y="2765520"/>
                <a:ext cx="218880" cy="160200"/>
              </a:xfrm>
              <a:custGeom>
                <a:avLst/>
                <a:gdLst/>
                <a:ahLst/>
                <a:rect l="l" t="t" r="r" b="b"/>
                <a:pathLst>
                  <a:path w="138" h="101">
                    <a:moveTo>
                      <a:pt x="137" y="97"/>
                    </a:moveTo>
                    <a:lnTo>
                      <a:pt x="127" y="100"/>
                    </a:lnTo>
                    <a:lnTo>
                      <a:pt x="115" y="95"/>
                    </a:lnTo>
                    <a:lnTo>
                      <a:pt x="126" y="95"/>
                    </a:lnTo>
                    <a:lnTo>
                      <a:pt x="108" y="70"/>
                    </a:lnTo>
                    <a:lnTo>
                      <a:pt x="90" y="45"/>
                    </a:lnTo>
                    <a:lnTo>
                      <a:pt x="79" y="34"/>
                    </a:lnTo>
                    <a:lnTo>
                      <a:pt x="80" y="25"/>
                    </a:lnTo>
                    <a:lnTo>
                      <a:pt x="71" y="28"/>
                    </a:lnTo>
                    <a:lnTo>
                      <a:pt x="64" y="27"/>
                    </a:lnTo>
                    <a:lnTo>
                      <a:pt x="64" y="22"/>
                    </a:lnTo>
                    <a:lnTo>
                      <a:pt x="58" y="13"/>
                    </a:lnTo>
                    <a:lnTo>
                      <a:pt x="62" y="27"/>
                    </a:lnTo>
                    <a:lnTo>
                      <a:pt x="53" y="23"/>
                    </a:lnTo>
                    <a:lnTo>
                      <a:pt x="47" y="13"/>
                    </a:lnTo>
                    <a:lnTo>
                      <a:pt x="43" y="9"/>
                    </a:lnTo>
                    <a:lnTo>
                      <a:pt x="49" y="21"/>
                    </a:lnTo>
                    <a:lnTo>
                      <a:pt x="42" y="19"/>
                    </a:lnTo>
                    <a:lnTo>
                      <a:pt x="28" y="8"/>
                    </a:lnTo>
                    <a:lnTo>
                      <a:pt x="34" y="18"/>
                    </a:lnTo>
                    <a:lnTo>
                      <a:pt x="22" y="15"/>
                    </a:lnTo>
                    <a:lnTo>
                      <a:pt x="4" y="11"/>
                    </a:lnTo>
                    <a:lnTo>
                      <a:pt x="0" y="5"/>
                    </a:lnTo>
                    <a:lnTo>
                      <a:pt x="13" y="0"/>
                    </a:lnTo>
                    <a:lnTo>
                      <a:pt x="42" y="5"/>
                    </a:lnTo>
                    <a:lnTo>
                      <a:pt x="77" y="19"/>
                    </a:lnTo>
                    <a:lnTo>
                      <a:pt x="85" y="16"/>
                    </a:lnTo>
                    <a:lnTo>
                      <a:pt x="83" y="27"/>
                    </a:lnTo>
                    <a:lnTo>
                      <a:pt x="104" y="44"/>
                    </a:lnTo>
                    <a:lnTo>
                      <a:pt x="122" y="76"/>
                    </a:lnTo>
                    <a:lnTo>
                      <a:pt x="128" y="91"/>
                    </a:lnTo>
                    <a:lnTo>
                      <a:pt x="135" y="97"/>
                    </a:lnTo>
                    <a:lnTo>
                      <a:pt x="137" y="97"/>
                    </a:lnTo>
                    <a:lnTo>
                      <a:pt x="137" y="97"/>
                    </a:lnTo>
                  </a:path>
                </a:pathLst>
              </a:custGeom>
              <a:solidFill>
                <a:srgbClr val="e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933" name=""/>
              <p:cNvSpPr/>
              <p:nvPr/>
            </p:nvSpPr>
            <p:spPr>
              <a:xfrm>
                <a:off x="6496200" y="2768760"/>
                <a:ext cx="68040" cy="114120"/>
              </a:xfrm>
              <a:custGeom>
                <a:avLst/>
                <a:gdLst/>
                <a:ahLst/>
                <a:rect l="l" t="t" r="r" b="b"/>
                <a:pathLst>
                  <a:path w="43" h="72">
                    <a:moveTo>
                      <a:pt x="15" y="0"/>
                    </a:moveTo>
                    <a:lnTo>
                      <a:pt x="3" y="5"/>
                    </a:lnTo>
                    <a:lnTo>
                      <a:pt x="0" y="11"/>
                    </a:lnTo>
                    <a:lnTo>
                      <a:pt x="3" y="18"/>
                    </a:lnTo>
                    <a:lnTo>
                      <a:pt x="14" y="20"/>
                    </a:lnTo>
                    <a:lnTo>
                      <a:pt x="23" y="26"/>
                    </a:lnTo>
                    <a:lnTo>
                      <a:pt x="25" y="36"/>
                    </a:lnTo>
                    <a:lnTo>
                      <a:pt x="23" y="38"/>
                    </a:lnTo>
                    <a:lnTo>
                      <a:pt x="32" y="53"/>
                    </a:lnTo>
                    <a:lnTo>
                      <a:pt x="34" y="56"/>
                    </a:lnTo>
                    <a:lnTo>
                      <a:pt x="30" y="59"/>
                    </a:lnTo>
                    <a:lnTo>
                      <a:pt x="35" y="71"/>
                    </a:lnTo>
                    <a:lnTo>
                      <a:pt x="41" y="59"/>
                    </a:lnTo>
                    <a:lnTo>
                      <a:pt x="41" y="53"/>
                    </a:lnTo>
                    <a:lnTo>
                      <a:pt x="32" y="46"/>
                    </a:lnTo>
                    <a:lnTo>
                      <a:pt x="42" y="49"/>
                    </a:lnTo>
                    <a:lnTo>
                      <a:pt x="42" y="43"/>
                    </a:lnTo>
                    <a:lnTo>
                      <a:pt x="30" y="35"/>
                    </a:lnTo>
                    <a:lnTo>
                      <a:pt x="41" y="38"/>
                    </a:lnTo>
                    <a:lnTo>
                      <a:pt x="40" y="32"/>
                    </a:lnTo>
                    <a:lnTo>
                      <a:pt x="24" y="26"/>
                    </a:lnTo>
                    <a:lnTo>
                      <a:pt x="37" y="26"/>
                    </a:lnTo>
                    <a:lnTo>
                      <a:pt x="30" y="22"/>
                    </a:lnTo>
                    <a:lnTo>
                      <a:pt x="18" y="22"/>
                    </a:lnTo>
                    <a:lnTo>
                      <a:pt x="25" y="19"/>
                    </a:lnTo>
                    <a:lnTo>
                      <a:pt x="20" y="14"/>
                    </a:lnTo>
                    <a:lnTo>
                      <a:pt x="9" y="14"/>
                    </a:lnTo>
                    <a:lnTo>
                      <a:pt x="17" y="13"/>
                    </a:lnTo>
                    <a:lnTo>
                      <a:pt x="14" y="11"/>
                    </a:lnTo>
                    <a:lnTo>
                      <a:pt x="6" y="9"/>
                    </a:lnTo>
                    <a:lnTo>
                      <a:pt x="16" y="9"/>
                    </a:lnTo>
                    <a:lnTo>
                      <a:pt x="14" y="3"/>
                    </a:lnTo>
                    <a:lnTo>
                      <a:pt x="15" y="0"/>
                    </a:lnTo>
                    <a:lnTo>
                      <a:pt x="15" y="0"/>
                    </a:lnTo>
                  </a:path>
                </a:pathLst>
              </a:custGeom>
              <a:solidFill>
                <a:srgbClr val="e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934" name=""/>
              <p:cNvSpPr/>
              <p:nvPr/>
            </p:nvSpPr>
            <p:spPr>
              <a:xfrm>
                <a:off x="6553080" y="2811600"/>
                <a:ext cx="19080" cy="71280"/>
              </a:xfrm>
              <a:custGeom>
                <a:avLst/>
                <a:gdLst/>
                <a:ahLst/>
                <a:rect l="l" t="t" r="r" b="b"/>
                <a:pathLst>
                  <a:path w="12" h="45">
                    <a:moveTo>
                      <a:pt x="1" y="43"/>
                    </a:moveTo>
                    <a:lnTo>
                      <a:pt x="9" y="24"/>
                    </a:lnTo>
                    <a:lnTo>
                      <a:pt x="6" y="6"/>
                    </a:lnTo>
                    <a:lnTo>
                      <a:pt x="4" y="0"/>
                    </a:lnTo>
                    <a:lnTo>
                      <a:pt x="11" y="21"/>
                    </a:lnTo>
                    <a:lnTo>
                      <a:pt x="9" y="38"/>
                    </a:lnTo>
                    <a:lnTo>
                      <a:pt x="0" y="44"/>
                    </a:lnTo>
                    <a:lnTo>
                      <a:pt x="1" y="43"/>
                    </a:lnTo>
                    <a:lnTo>
                      <a:pt x="1" y="43"/>
                    </a:lnTo>
                  </a:path>
                </a:pathLst>
              </a:custGeom>
              <a:solidFill>
                <a:srgbClr val="e26200"/>
              </a:solidFill>
              <a:ln w="9360">
                <a:solidFill>
                  <a:srgbClr val="000000"/>
                </a:solidFill>
                <a:round/>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935" name=""/>
              <p:cNvSpPr/>
              <p:nvPr/>
            </p:nvSpPr>
            <p:spPr>
              <a:xfrm>
                <a:off x="6578640" y="2917800"/>
                <a:ext cx="19080" cy="34920"/>
              </a:xfrm>
              <a:custGeom>
                <a:avLst/>
                <a:gdLst/>
                <a:ahLst/>
                <a:rect l="l" t="t" r="r" b="b"/>
                <a:pathLst>
                  <a:path w="12" h="22">
                    <a:moveTo>
                      <a:pt x="3" y="1"/>
                    </a:moveTo>
                    <a:lnTo>
                      <a:pt x="11" y="12"/>
                    </a:lnTo>
                    <a:lnTo>
                      <a:pt x="9" y="19"/>
                    </a:lnTo>
                    <a:lnTo>
                      <a:pt x="3" y="21"/>
                    </a:lnTo>
                    <a:lnTo>
                      <a:pt x="7" y="16"/>
                    </a:lnTo>
                    <a:lnTo>
                      <a:pt x="7" y="12"/>
                    </a:lnTo>
                    <a:lnTo>
                      <a:pt x="0" y="4"/>
                    </a:lnTo>
                    <a:lnTo>
                      <a:pt x="3" y="0"/>
                    </a:lnTo>
                    <a:lnTo>
                      <a:pt x="3" y="1"/>
                    </a:lnTo>
                    <a:lnTo>
                      <a:pt x="3" y="1"/>
                    </a:lnTo>
                  </a:path>
                </a:pathLst>
              </a:custGeom>
              <a:solidFill>
                <a:srgbClr val="e26200"/>
              </a:solidFill>
              <a:ln w="9360">
                <a:solidFill>
                  <a:srgbClr val="000000"/>
                </a:solidFill>
                <a:round/>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936" name=""/>
              <p:cNvSpPr/>
              <p:nvPr/>
            </p:nvSpPr>
            <p:spPr>
              <a:xfrm>
                <a:off x="6593040" y="2901960"/>
                <a:ext cx="21960" cy="38160"/>
              </a:xfrm>
              <a:custGeom>
                <a:avLst/>
                <a:gdLst/>
                <a:ahLst/>
                <a:rect l="l" t="t" r="r" b="b"/>
                <a:pathLst>
                  <a:path w="14" h="24">
                    <a:moveTo>
                      <a:pt x="2" y="0"/>
                    </a:moveTo>
                    <a:lnTo>
                      <a:pt x="11" y="10"/>
                    </a:lnTo>
                    <a:lnTo>
                      <a:pt x="13" y="19"/>
                    </a:lnTo>
                    <a:lnTo>
                      <a:pt x="11" y="23"/>
                    </a:lnTo>
                    <a:lnTo>
                      <a:pt x="2" y="23"/>
                    </a:lnTo>
                    <a:lnTo>
                      <a:pt x="2" y="20"/>
                    </a:lnTo>
                    <a:lnTo>
                      <a:pt x="6" y="18"/>
                    </a:lnTo>
                    <a:lnTo>
                      <a:pt x="0" y="10"/>
                    </a:lnTo>
                    <a:lnTo>
                      <a:pt x="8" y="14"/>
                    </a:lnTo>
                    <a:lnTo>
                      <a:pt x="6" y="9"/>
                    </a:lnTo>
                    <a:lnTo>
                      <a:pt x="2" y="0"/>
                    </a:lnTo>
                    <a:lnTo>
                      <a:pt x="2" y="0"/>
                    </a:lnTo>
                  </a:path>
                </a:pathLst>
              </a:custGeom>
              <a:solidFill>
                <a:srgbClr val="e26200"/>
              </a:solidFill>
              <a:ln w="9360">
                <a:solidFill>
                  <a:srgbClr val="000000"/>
                </a:solidFill>
                <a:round/>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937" name=""/>
              <p:cNvSpPr/>
              <p:nvPr/>
            </p:nvSpPr>
            <p:spPr>
              <a:xfrm>
                <a:off x="6610320" y="2881440"/>
                <a:ext cx="25560" cy="47520"/>
              </a:xfrm>
              <a:custGeom>
                <a:avLst/>
                <a:gdLst/>
                <a:ahLst/>
                <a:rect l="l" t="t" r="r" b="b"/>
                <a:pathLst>
                  <a:path w="16" h="30">
                    <a:moveTo>
                      <a:pt x="1" y="0"/>
                    </a:moveTo>
                    <a:lnTo>
                      <a:pt x="15" y="17"/>
                    </a:lnTo>
                    <a:lnTo>
                      <a:pt x="15" y="29"/>
                    </a:lnTo>
                    <a:lnTo>
                      <a:pt x="2" y="29"/>
                    </a:lnTo>
                    <a:lnTo>
                      <a:pt x="0" y="23"/>
                    </a:lnTo>
                    <a:lnTo>
                      <a:pt x="10" y="28"/>
                    </a:lnTo>
                    <a:lnTo>
                      <a:pt x="1" y="15"/>
                    </a:lnTo>
                    <a:lnTo>
                      <a:pt x="7" y="13"/>
                    </a:lnTo>
                    <a:lnTo>
                      <a:pt x="1" y="0"/>
                    </a:lnTo>
                    <a:lnTo>
                      <a:pt x="1" y="0"/>
                    </a:lnTo>
                  </a:path>
                </a:pathLst>
              </a:custGeom>
              <a:solidFill>
                <a:srgbClr val="e26200"/>
              </a:solidFill>
              <a:ln w="9360">
                <a:solidFill>
                  <a:srgbClr val="000000"/>
                </a:solidFill>
                <a:round/>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938" name=""/>
              <p:cNvSpPr/>
              <p:nvPr/>
            </p:nvSpPr>
            <p:spPr>
              <a:xfrm>
                <a:off x="6630840" y="2882880"/>
                <a:ext cx="30240" cy="44640"/>
              </a:xfrm>
              <a:custGeom>
                <a:avLst/>
                <a:gdLst/>
                <a:ahLst/>
                <a:rect l="l" t="t" r="r" b="b"/>
                <a:pathLst>
                  <a:path w="19" h="28">
                    <a:moveTo>
                      <a:pt x="2" y="19"/>
                    </a:moveTo>
                    <a:lnTo>
                      <a:pt x="14" y="27"/>
                    </a:lnTo>
                    <a:lnTo>
                      <a:pt x="18" y="26"/>
                    </a:lnTo>
                    <a:lnTo>
                      <a:pt x="17" y="16"/>
                    </a:lnTo>
                    <a:lnTo>
                      <a:pt x="0" y="0"/>
                    </a:lnTo>
                    <a:lnTo>
                      <a:pt x="10" y="14"/>
                    </a:lnTo>
                    <a:lnTo>
                      <a:pt x="2" y="9"/>
                    </a:lnTo>
                    <a:lnTo>
                      <a:pt x="6" y="19"/>
                    </a:lnTo>
                    <a:lnTo>
                      <a:pt x="3" y="21"/>
                    </a:lnTo>
                    <a:lnTo>
                      <a:pt x="2" y="19"/>
                    </a:lnTo>
                    <a:lnTo>
                      <a:pt x="2" y="19"/>
                    </a:lnTo>
                  </a:path>
                </a:pathLst>
              </a:custGeom>
              <a:solidFill>
                <a:srgbClr val="e26200"/>
              </a:solidFill>
              <a:ln w="9360">
                <a:solidFill>
                  <a:srgbClr val="000000"/>
                </a:solidFill>
                <a:round/>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939" name=""/>
              <p:cNvSpPr/>
              <p:nvPr/>
            </p:nvSpPr>
            <p:spPr>
              <a:xfrm>
                <a:off x="6653160" y="2870280"/>
                <a:ext cx="23760" cy="48960"/>
              </a:xfrm>
              <a:custGeom>
                <a:avLst/>
                <a:gdLst/>
                <a:ahLst/>
                <a:rect l="l" t="t" r="r" b="b"/>
                <a:pathLst>
                  <a:path w="15" h="31">
                    <a:moveTo>
                      <a:pt x="0" y="0"/>
                    </a:moveTo>
                    <a:lnTo>
                      <a:pt x="13" y="18"/>
                    </a:lnTo>
                    <a:lnTo>
                      <a:pt x="14" y="30"/>
                    </a:lnTo>
                    <a:lnTo>
                      <a:pt x="4" y="29"/>
                    </a:lnTo>
                    <a:lnTo>
                      <a:pt x="3" y="24"/>
                    </a:lnTo>
                    <a:lnTo>
                      <a:pt x="7" y="25"/>
                    </a:lnTo>
                    <a:lnTo>
                      <a:pt x="3" y="13"/>
                    </a:lnTo>
                    <a:lnTo>
                      <a:pt x="9" y="20"/>
                    </a:lnTo>
                    <a:lnTo>
                      <a:pt x="0" y="0"/>
                    </a:lnTo>
                    <a:lnTo>
                      <a:pt x="0" y="0"/>
                    </a:lnTo>
                    <a:lnTo>
                      <a:pt x="0" y="0"/>
                    </a:lnTo>
                  </a:path>
                </a:pathLst>
              </a:custGeom>
              <a:solidFill>
                <a:srgbClr val="e26200"/>
              </a:solidFill>
              <a:ln w="9360">
                <a:solidFill>
                  <a:srgbClr val="000000"/>
                </a:solidFill>
                <a:round/>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940" name=""/>
              <p:cNvSpPr/>
              <p:nvPr/>
            </p:nvSpPr>
            <p:spPr>
              <a:xfrm>
                <a:off x="6661080" y="2854440"/>
                <a:ext cx="36720" cy="64800"/>
              </a:xfrm>
              <a:custGeom>
                <a:avLst/>
                <a:gdLst/>
                <a:ahLst/>
                <a:rect l="l" t="t" r="r" b="b"/>
                <a:pathLst>
                  <a:path w="23" h="41">
                    <a:moveTo>
                      <a:pt x="2" y="1"/>
                    </a:moveTo>
                    <a:lnTo>
                      <a:pt x="21" y="26"/>
                    </a:lnTo>
                    <a:lnTo>
                      <a:pt x="22" y="40"/>
                    </a:lnTo>
                    <a:lnTo>
                      <a:pt x="11" y="38"/>
                    </a:lnTo>
                    <a:lnTo>
                      <a:pt x="11" y="32"/>
                    </a:lnTo>
                    <a:lnTo>
                      <a:pt x="17" y="35"/>
                    </a:lnTo>
                    <a:lnTo>
                      <a:pt x="12" y="24"/>
                    </a:lnTo>
                    <a:lnTo>
                      <a:pt x="19" y="30"/>
                    </a:lnTo>
                    <a:lnTo>
                      <a:pt x="0" y="0"/>
                    </a:lnTo>
                    <a:lnTo>
                      <a:pt x="2" y="1"/>
                    </a:lnTo>
                    <a:lnTo>
                      <a:pt x="2" y="1"/>
                    </a:lnTo>
                  </a:path>
                </a:pathLst>
              </a:custGeom>
              <a:solidFill>
                <a:srgbClr val="e26200"/>
              </a:solidFill>
              <a:ln w="9360">
                <a:solidFill>
                  <a:srgbClr val="000000"/>
                </a:solidFill>
                <a:round/>
              </a:ln>
            </p:spPr>
            <p:style>
              <a:lnRef idx="0"/>
              <a:fillRef idx="0"/>
              <a:effectRef idx="0"/>
              <a:fontRef idx="minor"/>
            </p:style>
            <p:txBody>
              <a:bodyPr lIns="90000" rIns="90000" tIns="18000" bIns="18000" anchor="t">
                <a:noAutofit/>
              </a:bodyPr>
              <a:p>
                <a:endParaRPr b="0" lang="en-IN" sz="2400" strike="noStrike" u="none">
                  <a:solidFill>
                    <a:srgbClr val="ffffff"/>
                  </a:solidFill>
                  <a:effectLst/>
                  <a:uFillTx/>
                  <a:latin typeface="Times New Roman"/>
                </a:endParaRPr>
              </a:p>
            </p:txBody>
          </p:sp>
          <p:sp>
            <p:nvSpPr>
              <p:cNvPr id="941" name=""/>
              <p:cNvSpPr/>
              <p:nvPr/>
            </p:nvSpPr>
            <p:spPr>
              <a:xfrm>
                <a:off x="6448320" y="2901960"/>
                <a:ext cx="25560" cy="68400"/>
              </a:xfrm>
              <a:custGeom>
                <a:avLst/>
                <a:gdLst/>
                <a:ahLst/>
                <a:rect l="l" t="t" r="r" b="b"/>
                <a:pathLst>
                  <a:path w="16" h="43">
                    <a:moveTo>
                      <a:pt x="5" y="42"/>
                    </a:moveTo>
                    <a:lnTo>
                      <a:pt x="5" y="32"/>
                    </a:lnTo>
                    <a:lnTo>
                      <a:pt x="0" y="18"/>
                    </a:lnTo>
                    <a:lnTo>
                      <a:pt x="5" y="3"/>
                    </a:lnTo>
                    <a:lnTo>
                      <a:pt x="7" y="3"/>
                    </a:lnTo>
                    <a:lnTo>
                      <a:pt x="15" y="0"/>
                    </a:lnTo>
                    <a:lnTo>
                      <a:pt x="9" y="11"/>
                    </a:lnTo>
                    <a:lnTo>
                      <a:pt x="5" y="15"/>
                    </a:lnTo>
                    <a:lnTo>
                      <a:pt x="9" y="15"/>
                    </a:lnTo>
                    <a:lnTo>
                      <a:pt x="6" y="18"/>
                    </a:lnTo>
                    <a:lnTo>
                      <a:pt x="9" y="18"/>
                    </a:lnTo>
                    <a:lnTo>
                      <a:pt x="11" y="29"/>
                    </a:lnTo>
                    <a:lnTo>
                      <a:pt x="10" y="40"/>
                    </a:lnTo>
                    <a:lnTo>
                      <a:pt x="5" y="42"/>
                    </a:lnTo>
                    <a:lnTo>
                      <a:pt x="5" y="42"/>
                    </a:lnTo>
                  </a:path>
                </a:pathLst>
              </a:custGeom>
              <a:solidFill>
                <a:srgbClr val="e26200"/>
              </a:solidFill>
              <a:ln w="9360">
                <a:solidFill>
                  <a:srgbClr val="000000"/>
                </a:solidFill>
                <a:round/>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942" name=""/>
              <p:cNvSpPr/>
              <p:nvPr/>
            </p:nvSpPr>
            <p:spPr>
              <a:xfrm>
                <a:off x="6454800" y="2879640"/>
                <a:ext cx="27000" cy="27000"/>
              </a:xfrm>
              <a:custGeom>
                <a:avLst/>
                <a:gdLst/>
                <a:ahLst/>
                <a:rect l="l" t="t" r="r" b="b"/>
                <a:pathLst>
                  <a:path w="17" h="17">
                    <a:moveTo>
                      <a:pt x="2" y="14"/>
                    </a:moveTo>
                    <a:lnTo>
                      <a:pt x="9" y="0"/>
                    </a:lnTo>
                    <a:lnTo>
                      <a:pt x="10" y="1"/>
                    </a:lnTo>
                    <a:lnTo>
                      <a:pt x="16" y="1"/>
                    </a:lnTo>
                    <a:lnTo>
                      <a:pt x="9" y="13"/>
                    </a:lnTo>
                    <a:lnTo>
                      <a:pt x="4" y="16"/>
                    </a:lnTo>
                    <a:lnTo>
                      <a:pt x="0" y="14"/>
                    </a:lnTo>
                    <a:lnTo>
                      <a:pt x="2" y="14"/>
                    </a:lnTo>
                    <a:lnTo>
                      <a:pt x="2" y="14"/>
                    </a:lnTo>
                  </a:path>
                </a:pathLst>
              </a:custGeom>
              <a:solidFill>
                <a:srgbClr val="e26200"/>
              </a:solidFill>
              <a:ln w="9360">
                <a:solidFill>
                  <a:srgbClr val="000000"/>
                </a:solidFill>
                <a:round/>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943" name=""/>
              <p:cNvSpPr/>
              <p:nvPr/>
            </p:nvSpPr>
            <p:spPr>
              <a:xfrm>
                <a:off x="6465960" y="2916360"/>
                <a:ext cx="30240" cy="55440"/>
              </a:xfrm>
              <a:custGeom>
                <a:avLst/>
                <a:gdLst/>
                <a:ahLst/>
                <a:rect l="l" t="t" r="r" b="b"/>
                <a:pathLst>
                  <a:path w="19" h="35">
                    <a:moveTo>
                      <a:pt x="3" y="0"/>
                    </a:moveTo>
                    <a:lnTo>
                      <a:pt x="0" y="7"/>
                    </a:lnTo>
                    <a:lnTo>
                      <a:pt x="3" y="18"/>
                    </a:lnTo>
                    <a:lnTo>
                      <a:pt x="8" y="28"/>
                    </a:lnTo>
                    <a:lnTo>
                      <a:pt x="14" y="34"/>
                    </a:lnTo>
                    <a:lnTo>
                      <a:pt x="16" y="29"/>
                    </a:lnTo>
                    <a:lnTo>
                      <a:pt x="18" y="20"/>
                    </a:lnTo>
                    <a:lnTo>
                      <a:pt x="13" y="25"/>
                    </a:lnTo>
                    <a:lnTo>
                      <a:pt x="10" y="17"/>
                    </a:lnTo>
                    <a:lnTo>
                      <a:pt x="5" y="23"/>
                    </a:lnTo>
                    <a:lnTo>
                      <a:pt x="9" y="15"/>
                    </a:lnTo>
                    <a:lnTo>
                      <a:pt x="9" y="7"/>
                    </a:lnTo>
                    <a:lnTo>
                      <a:pt x="3" y="11"/>
                    </a:lnTo>
                    <a:lnTo>
                      <a:pt x="8" y="6"/>
                    </a:lnTo>
                    <a:lnTo>
                      <a:pt x="8" y="0"/>
                    </a:lnTo>
                    <a:lnTo>
                      <a:pt x="3" y="0"/>
                    </a:lnTo>
                    <a:lnTo>
                      <a:pt x="3" y="0"/>
                    </a:lnTo>
                  </a:path>
                </a:pathLst>
              </a:custGeom>
              <a:solidFill>
                <a:srgbClr val="e26200"/>
              </a:solidFill>
              <a:ln w="9360">
                <a:solidFill>
                  <a:srgbClr val="000000"/>
                </a:solidFill>
                <a:round/>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944" name=""/>
              <p:cNvSpPr/>
              <p:nvPr/>
            </p:nvSpPr>
            <p:spPr>
              <a:xfrm>
                <a:off x="6491160" y="2909880"/>
                <a:ext cx="32040" cy="55440"/>
              </a:xfrm>
              <a:custGeom>
                <a:avLst/>
                <a:gdLst/>
                <a:ahLst/>
                <a:rect l="l" t="t" r="r" b="b"/>
                <a:pathLst>
                  <a:path w="20" h="35">
                    <a:moveTo>
                      <a:pt x="1" y="4"/>
                    </a:moveTo>
                    <a:lnTo>
                      <a:pt x="0" y="16"/>
                    </a:lnTo>
                    <a:lnTo>
                      <a:pt x="4" y="27"/>
                    </a:lnTo>
                    <a:lnTo>
                      <a:pt x="16" y="34"/>
                    </a:lnTo>
                    <a:lnTo>
                      <a:pt x="18" y="29"/>
                    </a:lnTo>
                    <a:lnTo>
                      <a:pt x="19" y="21"/>
                    </a:lnTo>
                    <a:lnTo>
                      <a:pt x="10" y="14"/>
                    </a:lnTo>
                    <a:lnTo>
                      <a:pt x="4" y="10"/>
                    </a:lnTo>
                    <a:lnTo>
                      <a:pt x="4" y="0"/>
                    </a:lnTo>
                    <a:lnTo>
                      <a:pt x="2" y="4"/>
                    </a:lnTo>
                    <a:lnTo>
                      <a:pt x="1" y="4"/>
                    </a:lnTo>
                    <a:lnTo>
                      <a:pt x="1" y="4"/>
                    </a:lnTo>
                    <a:lnTo>
                      <a:pt x="1" y="4"/>
                    </a:lnTo>
                  </a:path>
                </a:pathLst>
              </a:custGeom>
              <a:solidFill>
                <a:srgbClr val="e26200"/>
              </a:solidFill>
              <a:ln w="9360">
                <a:solidFill>
                  <a:srgbClr val="000000"/>
                </a:solidFill>
                <a:round/>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945" name=""/>
              <p:cNvSpPr/>
              <p:nvPr/>
            </p:nvSpPr>
            <p:spPr>
              <a:xfrm>
                <a:off x="6518160" y="2913120"/>
                <a:ext cx="23760" cy="36360"/>
              </a:xfrm>
              <a:custGeom>
                <a:avLst/>
                <a:gdLst/>
                <a:ahLst/>
                <a:rect l="l" t="t" r="r" b="b"/>
                <a:pathLst>
                  <a:path w="15" h="23">
                    <a:moveTo>
                      <a:pt x="0" y="1"/>
                    </a:moveTo>
                    <a:lnTo>
                      <a:pt x="0" y="13"/>
                    </a:lnTo>
                    <a:lnTo>
                      <a:pt x="2" y="20"/>
                    </a:lnTo>
                    <a:lnTo>
                      <a:pt x="9" y="22"/>
                    </a:lnTo>
                    <a:lnTo>
                      <a:pt x="14" y="12"/>
                    </a:lnTo>
                    <a:lnTo>
                      <a:pt x="8" y="17"/>
                    </a:lnTo>
                    <a:lnTo>
                      <a:pt x="6" y="11"/>
                    </a:lnTo>
                    <a:lnTo>
                      <a:pt x="2" y="5"/>
                    </a:lnTo>
                    <a:lnTo>
                      <a:pt x="0" y="0"/>
                    </a:lnTo>
                    <a:lnTo>
                      <a:pt x="0" y="1"/>
                    </a:lnTo>
                    <a:lnTo>
                      <a:pt x="0" y="1"/>
                    </a:lnTo>
                  </a:path>
                </a:pathLst>
              </a:custGeom>
              <a:solidFill>
                <a:srgbClr val="e26200"/>
              </a:solidFill>
              <a:ln w="9360">
                <a:solidFill>
                  <a:srgbClr val="000000"/>
                </a:solidFill>
                <a:round/>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946" name=""/>
              <p:cNvSpPr/>
              <p:nvPr/>
            </p:nvSpPr>
            <p:spPr>
              <a:xfrm>
                <a:off x="6510240" y="2871720"/>
                <a:ext cx="22320" cy="38160"/>
              </a:xfrm>
              <a:custGeom>
                <a:avLst/>
                <a:gdLst/>
                <a:ahLst/>
                <a:rect l="l" t="t" r="r" b="b"/>
                <a:pathLst>
                  <a:path w="14" h="24">
                    <a:moveTo>
                      <a:pt x="7" y="23"/>
                    </a:moveTo>
                    <a:lnTo>
                      <a:pt x="0" y="18"/>
                    </a:lnTo>
                    <a:lnTo>
                      <a:pt x="1" y="9"/>
                    </a:lnTo>
                    <a:lnTo>
                      <a:pt x="1" y="1"/>
                    </a:lnTo>
                    <a:lnTo>
                      <a:pt x="5" y="2"/>
                    </a:lnTo>
                    <a:lnTo>
                      <a:pt x="7" y="0"/>
                    </a:lnTo>
                    <a:lnTo>
                      <a:pt x="5" y="12"/>
                    </a:lnTo>
                    <a:lnTo>
                      <a:pt x="6" y="21"/>
                    </a:lnTo>
                    <a:lnTo>
                      <a:pt x="13" y="16"/>
                    </a:lnTo>
                    <a:lnTo>
                      <a:pt x="7" y="23"/>
                    </a:lnTo>
                    <a:lnTo>
                      <a:pt x="7" y="23"/>
                    </a:lnTo>
                  </a:path>
                </a:pathLst>
              </a:custGeom>
              <a:solidFill>
                <a:srgbClr val="e26200"/>
              </a:solidFill>
              <a:ln w="9360">
                <a:solidFill>
                  <a:srgbClr val="000000"/>
                </a:solidFill>
                <a:round/>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947" name=""/>
              <p:cNvSpPr/>
              <p:nvPr/>
            </p:nvSpPr>
            <p:spPr>
              <a:xfrm>
                <a:off x="6472080" y="2874960"/>
                <a:ext cx="19080" cy="41400"/>
              </a:xfrm>
              <a:custGeom>
                <a:avLst/>
                <a:gdLst/>
                <a:ahLst/>
                <a:rect l="l" t="t" r="r" b="b"/>
                <a:pathLst>
                  <a:path w="12" h="26">
                    <a:moveTo>
                      <a:pt x="6" y="3"/>
                    </a:moveTo>
                    <a:lnTo>
                      <a:pt x="1" y="17"/>
                    </a:lnTo>
                    <a:lnTo>
                      <a:pt x="0" y="25"/>
                    </a:lnTo>
                    <a:lnTo>
                      <a:pt x="5" y="23"/>
                    </a:lnTo>
                    <a:lnTo>
                      <a:pt x="9" y="20"/>
                    </a:lnTo>
                    <a:lnTo>
                      <a:pt x="11" y="16"/>
                    </a:lnTo>
                    <a:lnTo>
                      <a:pt x="6" y="15"/>
                    </a:lnTo>
                    <a:lnTo>
                      <a:pt x="9" y="4"/>
                    </a:lnTo>
                    <a:lnTo>
                      <a:pt x="10" y="0"/>
                    </a:lnTo>
                    <a:lnTo>
                      <a:pt x="6" y="3"/>
                    </a:lnTo>
                    <a:lnTo>
                      <a:pt x="6" y="3"/>
                    </a:lnTo>
                  </a:path>
                </a:pathLst>
              </a:custGeom>
              <a:solidFill>
                <a:srgbClr val="e26200"/>
              </a:solidFill>
              <a:ln w="9360">
                <a:solidFill>
                  <a:srgbClr val="000000"/>
                </a:solidFill>
                <a:round/>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948" name=""/>
              <p:cNvSpPr/>
              <p:nvPr/>
            </p:nvSpPr>
            <p:spPr>
              <a:xfrm>
                <a:off x="6489720" y="2867040"/>
                <a:ext cx="22320" cy="50760"/>
              </a:xfrm>
              <a:custGeom>
                <a:avLst/>
                <a:gdLst/>
                <a:ahLst/>
                <a:rect l="l" t="t" r="r" b="b"/>
                <a:pathLst>
                  <a:path w="14" h="32">
                    <a:moveTo>
                      <a:pt x="3" y="8"/>
                    </a:moveTo>
                    <a:lnTo>
                      <a:pt x="0" y="21"/>
                    </a:lnTo>
                    <a:lnTo>
                      <a:pt x="0" y="26"/>
                    </a:lnTo>
                    <a:lnTo>
                      <a:pt x="3" y="31"/>
                    </a:lnTo>
                    <a:lnTo>
                      <a:pt x="10" y="25"/>
                    </a:lnTo>
                    <a:lnTo>
                      <a:pt x="13" y="19"/>
                    </a:lnTo>
                    <a:lnTo>
                      <a:pt x="7" y="24"/>
                    </a:lnTo>
                    <a:lnTo>
                      <a:pt x="3" y="24"/>
                    </a:lnTo>
                    <a:lnTo>
                      <a:pt x="7" y="16"/>
                    </a:lnTo>
                    <a:lnTo>
                      <a:pt x="10" y="5"/>
                    </a:lnTo>
                    <a:lnTo>
                      <a:pt x="10" y="0"/>
                    </a:lnTo>
                    <a:lnTo>
                      <a:pt x="5" y="7"/>
                    </a:lnTo>
                    <a:lnTo>
                      <a:pt x="3" y="8"/>
                    </a:lnTo>
                    <a:lnTo>
                      <a:pt x="3" y="8"/>
                    </a:lnTo>
                  </a:path>
                </a:pathLst>
              </a:custGeom>
              <a:solidFill>
                <a:srgbClr val="e26200"/>
              </a:solidFill>
              <a:ln w="9360">
                <a:solidFill>
                  <a:srgbClr val="000000"/>
                </a:solidFill>
                <a:round/>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949" name=""/>
              <p:cNvSpPr/>
              <p:nvPr/>
            </p:nvSpPr>
            <p:spPr>
              <a:xfrm>
                <a:off x="6469200" y="2851200"/>
                <a:ext cx="20520" cy="30240"/>
              </a:xfrm>
              <a:custGeom>
                <a:avLst/>
                <a:gdLst/>
                <a:ahLst/>
                <a:rect l="l" t="t" r="r" b="b"/>
                <a:pathLst>
                  <a:path w="13" h="19">
                    <a:moveTo>
                      <a:pt x="1" y="17"/>
                    </a:moveTo>
                    <a:lnTo>
                      <a:pt x="2" y="12"/>
                    </a:lnTo>
                    <a:lnTo>
                      <a:pt x="4" y="6"/>
                    </a:lnTo>
                    <a:lnTo>
                      <a:pt x="8" y="4"/>
                    </a:lnTo>
                    <a:lnTo>
                      <a:pt x="9" y="0"/>
                    </a:lnTo>
                    <a:lnTo>
                      <a:pt x="11" y="2"/>
                    </a:lnTo>
                    <a:lnTo>
                      <a:pt x="11" y="8"/>
                    </a:lnTo>
                    <a:lnTo>
                      <a:pt x="12" y="13"/>
                    </a:lnTo>
                    <a:lnTo>
                      <a:pt x="7" y="17"/>
                    </a:lnTo>
                    <a:lnTo>
                      <a:pt x="3" y="18"/>
                    </a:lnTo>
                    <a:lnTo>
                      <a:pt x="0" y="17"/>
                    </a:lnTo>
                    <a:lnTo>
                      <a:pt x="1" y="17"/>
                    </a:lnTo>
                    <a:lnTo>
                      <a:pt x="1" y="17"/>
                    </a:lnTo>
                  </a:path>
                </a:pathLst>
              </a:custGeom>
              <a:solidFill>
                <a:srgbClr val="e26200"/>
              </a:solidFill>
              <a:ln w="9360">
                <a:solidFill>
                  <a:srgbClr val="000000"/>
                </a:solidFill>
                <a:round/>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950" name=""/>
              <p:cNvSpPr/>
              <p:nvPr/>
            </p:nvSpPr>
            <p:spPr>
              <a:xfrm>
                <a:off x="6489720" y="2847960"/>
                <a:ext cx="15840" cy="31680"/>
              </a:xfrm>
              <a:custGeom>
                <a:avLst/>
                <a:gdLst/>
                <a:ahLst/>
                <a:rect l="l" t="t" r="r" b="b"/>
                <a:pathLst>
                  <a:path w="10" h="20">
                    <a:moveTo>
                      <a:pt x="0" y="4"/>
                    </a:moveTo>
                    <a:lnTo>
                      <a:pt x="0" y="11"/>
                    </a:lnTo>
                    <a:lnTo>
                      <a:pt x="1" y="17"/>
                    </a:lnTo>
                    <a:lnTo>
                      <a:pt x="2" y="19"/>
                    </a:lnTo>
                    <a:lnTo>
                      <a:pt x="7" y="14"/>
                    </a:lnTo>
                    <a:lnTo>
                      <a:pt x="9" y="11"/>
                    </a:lnTo>
                    <a:lnTo>
                      <a:pt x="8" y="4"/>
                    </a:lnTo>
                    <a:lnTo>
                      <a:pt x="7" y="6"/>
                    </a:lnTo>
                    <a:lnTo>
                      <a:pt x="4" y="0"/>
                    </a:lnTo>
                    <a:lnTo>
                      <a:pt x="0" y="2"/>
                    </a:lnTo>
                    <a:lnTo>
                      <a:pt x="0" y="4"/>
                    </a:lnTo>
                    <a:lnTo>
                      <a:pt x="0" y="4"/>
                    </a:lnTo>
                  </a:path>
                </a:pathLst>
              </a:custGeom>
              <a:solidFill>
                <a:srgbClr val="e26200"/>
              </a:solidFill>
              <a:ln w="9360">
                <a:solidFill>
                  <a:srgbClr val="000000"/>
                </a:solidFill>
                <a:round/>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951" name=""/>
              <p:cNvSpPr/>
              <p:nvPr/>
            </p:nvSpPr>
            <p:spPr>
              <a:xfrm>
                <a:off x="6496200" y="2832120"/>
                <a:ext cx="27000" cy="41400"/>
              </a:xfrm>
              <a:custGeom>
                <a:avLst/>
                <a:gdLst/>
                <a:ahLst/>
                <a:rect l="l" t="t" r="r" b="b"/>
                <a:pathLst>
                  <a:path w="17" h="26">
                    <a:moveTo>
                      <a:pt x="0" y="8"/>
                    </a:moveTo>
                    <a:lnTo>
                      <a:pt x="3" y="12"/>
                    </a:lnTo>
                    <a:lnTo>
                      <a:pt x="6" y="12"/>
                    </a:lnTo>
                    <a:lnTo>
                      <a:pt x="6" y="18"/>
                    </a:lnTo>
                    <a:lnTo>
                      <a:pt x="8" y="24"/>
                    </a:lnTo>
                    <a:lnTo>
                      <a:pt x="13" y="25"/>
                    </a:lnTo>
                    <a:lnTo>
                      <a:pt x="16" y="23"/>
                    </a:lnTo>
                    <a:lnTo>
                      <a:pt x="13" y="18"/>
                    </a:lnTo>
                    <a:lnTo>
                      <a:pt x="7" y="6"/>
                    </a:lnTo>
                    <a:lnTo>
                      <a:pt x="5" y="0"/>
                    </a:lnTo>
                    <a:lnTo>
                      <a:pt x="1" y="8"/>
                    </a:lnTo>
                    <a:lnTo>
                      <a:pt x="0" y="8"/>
                    </a:lnTo>
                    <a:lnTo>
                      <a:pt x="0" y="8"/>
                    </a:lnTo>
                  </a:path>
                </a:pathLst>
              </a:custGeom>
              <a:solidFill>
                <a:srgbClr val="e26200"/>
              </a:solidFill>
              <a:ln w="9360">
                <a:solidFill>
                  <a:srgbClr val="000000"/>
                </a:solidFill>
                <a:round/>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952" name=""/>
              <p:cNvSpPr/>
              <p:nvPr/>
            </p:nvSpPr>
            <p:spPr>
              <a:xfrm>
                <a:off x="6481800" y="2803680"/>
                <a:ext cx="39600" cy="15840"/>
              </a:xfrm>
              <a:custGeom>
                <a:avLst/>
                <a:gdLst/>
                <a:ahLst/>
                <a:rect l="l" t="t" r="r" b="b"/>
                <a:pathLst>
                  <a:path w="25" h="10">
                    <a:moveTo>
                      <a:pt x="23" y="4"/>
                    </a:moveTo>
                    <a:lnTo>
                      <a:pt x="18" y="5"/>
                    </a:lnTo>
                    <a:lnTo>
                      <a:pt x="12" y="4"/>
                    </a:lnTo>
                    <a:lnTo>
                      <a:pt x="1" y="0"/>
                    </a:lnTo>
                    <a:lnTo>
                      <a:pt x="0" y="3"/>
                    </a:lnTo>
                    <a:lnTo>
                      <a:pt x="16" y="7"/>
                    </a:lnTo>
                    <a:lnTo>
                      <a:pt x="21" y="9"/>
                    </a:lnTo>
                    <a:lnTo>
                      <a:pt x="24" y="5"/>
                    </a:lnTo>
                    <a:lnTo>
                      <a:pt x="23" y="4"/>
                    </a:lnTo>
                    <a:lnTo>
                      <a:pt x="23" y="4"/>
                    </a:lnTo>
                  </a:path>
                </a:pathLst>
              </a:custGeom>
              <a:solidFill>
                <a:srgbClr val="e26200"/>
              </a:solidFill>
              <a:ln w="9360">
                <a:solidFill>
                  <a:srgbClr val="000000"/>
                </a:solidFill>
                <a:round/>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953" name=""/>
              <p:cNvSpPr/>
              <p:nvPr/>
            </p:nvSpPr>
            <p:spPr>
              <a:xfrm>
                <a:off x="6473880" y="2809800"/>
                <a:ext cx="36360" cy="23760"/>
              </a:xfrm>
              <a:custGeom>
                <a:avLst/>
                <a:gdLst/>
                <a:ahLst/>
                <a:rect l="l" t="t" r="r" b="b"/>
                <a:pathLst>
                  <a:path w="23" h="15">
                    <a:moveTo>
                      <a:pt x="4" y="0"/>
                    </a:moveTo>
                    <a:lnTo>
                      <a:pt x="16" y="5"/>
                    </a:lnTo>
                    <a:lnTo>
                      <a:pt x="21" y="7"/>
                    </a:lnTo>
                    <a:lnTo>
                      <a:pt x="22" y="14"/>
                    </a:lnTo>
                    <a:lnTo>
                      <a:pt x="17" y="14"/>
                    </a:lnTo>
                    <a:lnTo>
                      <a:pt x="7" y="8"/>
                    </a:lnTo>
                    <a:lnTo>
                      <a:pt x="0" y="7"/>
                    </a:lnTo>
                    <a:lnTo>
                      <a:pt x="4" y="0"/>
                    </a:lnTo>
                    <a:lnTo>
                      <a:pt x="4" y="0"/>
                    </a:lnTo>
                  </a:path>
                </a:pathLst>
              </a:custGeom>
              <a:solidFill>
                <a:srgbClr val="e26200"/>
              </a:solidFill>
              <a:ln w="9360">
                <a:solidFill>
                  <a:srgbClr val="000000"/>
                </a:solidFill>
                <a:round/>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954" name=""/>
              <p:cNvSpPr/>
              <p:nvPr/>
            </p:nvSpPr>
            <p:spPr>
              <a:xfrm>
                <a:off x="6470640" y="2820960"/>
                <a:ext cx="31680" cy="20520"/>
              </a:xfrm>
              <a:custGeom>
                <a:avLst/>
                <a:gdLst/>
                <a:ahLst/>
                <a:rect l="l" t="t" r="r" b="b"/>
                <a:pathLst>
                  <a:path w="20" h="13">
                    <a:moveTo>
                      <a:pt x="2" y="0"/>
                    </a:moveTo>
                    <a:lnTo>
                      <a:pt x="11" y="4"/>
                    </a:lnTo>
                    <a:lnTo>
                      <a:pt x="19" y="9"/>
                    </a:lnTo>
                    <a:lnTo>
                      <a:pt x="18" y="12"/>
                    </a:lnTo>
                    <a:lnTo>
                      <a:pt x="14" y="12"/>
                    </a:lnTo>
                    <a:lnTo>
                      <a:pt x="8" y="5"/>
                    </a:lnTo>
                    <a:lnTo>
                      <a:pt x="0" y="2"/>
                    </a:lnTo>
                    <a:lnTo>
                      <a:pt x="2" y="0"/>
                    </a:lnTo>
                    <a:lnTo>
                      <a:pt x="2" y="0"/>
                    </a:lnTo>
                  </a:path>
                </a:pathLst>
              </a:custGeom>
              <a:solidFill>
                <a:srgbClr val="e26200"/>
              </a:solidFill>
              <a:ln w="9360">
                <a:solidFill>
                  <a:srgbClr val="000000"/>
                </a:solidFill>
                <a:round/>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955" name=""/>
              <p:cNvSpPr/>
              <p:nvPr/>
            </p:nvSpPr>
            <p:spPr>
              <a:xfrm>
                <a:off x="6400800" y="2789280"/>
                <a:ext cx="82440" cy="98280"/>
              </a:xfrm>
              <a:custGeom>
                <a:avLst/>
                <a:gdLst/>
                <a:ahLst/>
                <a:rect l="l" t="t" r="r" b="b"/>
                <a:pathLst>
                  <a:path w="52" h="62">
                    <a:moveTo>
                      <a:pt x="14" y="61"/>
                    </a:moveTo>
                    <a:lnTo>
                      <a:pt x="7" y="61"/>
                    </a:lnTo>
                    <a:lnTo>
                      <a:pt x="2" y="56"/>
                    </a:lnTo>
                    <a:lnTo>
                      <a:pt x="0" y="51"/>
                    </a:lnTo>
                    <a:lnTo>
                      <a:pt x="1" y="43"/>
                    </a:lnTo>
                    <a:lnTo>
                      <a:pt x="8" y="35"/>
                    </a:lnTo>
                    <a:lnTo>
                      <a:pt x="12" y="28"/>
                    </a:lnTo>
                    <a:lnTo>
                      <a:pt x="22" y="20"/>
                    </a:lnTo>
                    <a:lnTo>
                      <a:pt x="23" y="12"/>
                    </a:lnTo>
                    <a:lnTo>
                      <a:pt x="25" y="12"/>
                    </a:lnTo>
                    <a:lnTo>
                      <a:pt x="27" y="18"/>
                    </a:lnTo>
                    <a:lnTo>
                      <a:pt x="29" y="10"/>
                    </a:lnTo>
                    <a:lnTo>
                      <a:pt x="30" y="4"/>
                    </a:lnTo>
                    <a:lnTo>
                      <a:pt x="32" y="4"/>
                    </a:lnTo>
                    <a:lnTo>
                      <a:pt x="32" y="16"/>
                    </a:lnTo>
                    <a:lnTo>
                      <a:pt x="36" y="12"/>
                    </a:lnTo>
                    <a:lnTo>
                      <a:pt x="36" y="0"/>
                    </a:lnTo>
                    <a:lnTo>
                      <a:pt x="39" y="0"/>
                    </a:lnTo>
                    <a:lnTo>
                      <a:pt x="41" y="12"/>
                    </a:lnTo>
                    <a:lnTo>
                      <a:pt x="48" y="1"/>
                    </a:lnTo>
                    <a:lnTo>
                      <a:pt x="51" y="11"/>
                    </a:lnTo>
                    <a:lnTo>
                      <a:pt x="45" y="18"/>
                    </a:lnTo>
                    <a:lnTo>
                      <a:pt x="48" y="9"/>
                    </a:lnTo>
                    <a:lnTo>
                      <a:pt x="48" y="6"/>
                    </a:lnTo>
                    <a:lnTo>
                      <a:pt x="43" y="13"/>
                    </a:lnTo>
                    <a:lnTo>
                      <a:pt x="39" y="15"/>
                    </a:lnTo>
                    <a:lnTo>
                      <a:pt x="39" y="8"/>
                    </a:lnTo>
                    <a:lnTo>
                      <a:pt x="38" y="16"/>
                    </a:lnTo>
                    <a:lnTo>
                      <a:pt x="29" y="21"/>
                    </a:lnTo>
                    <a:lnTo>
                      <a:pt x="24" y="24"/>
                    </a:lnTo>
                    <a:lnTo>
                      <a:pt x="29" y="17"/>
                    </a:lnTo>
                    <a:lnTo>
                      <a:pt x="29" y="14"/>
                    </a:lnTo>
                    <a:lnTo>
                      <a:pt x="23" y="24"/>
                    </a:lnTo>
                    <a:lnTo>
                      <a:pt x="15" y="35"/>
                    </a:lnTo>
                    <a:lnTo>
                      <a:pt x="13" y="36"/>
                    </a:lnTo>
                    <a:lnTo>
                      <a:pt x="20" y="36"/>
                    </a:lnTo>
                    <a:lnTo>
                      <a:pt x="23" y="32"/>
                    </a:lnTo>
                    <a:lnTo>
                      <a:pt x="27" y="25"/>
                    </a:lnTo>
                    <a:lnTo>
                      <a:pt x="27" y="25"/>
                    </a:lnTo>
                    <a:lnTo>
                      <a:pt x="38" y="18"/>
                    </a:lnTo>
                    <a:lnTo>
                      <a:pt x="41" y="18"/>
                    </a:lnTo>
                    <a:lnTo>
                      <a:pt x="46" y="18"/>
                    </a:lnTo>
                    <a:lnTo>
                      <a:pt x="42" y="22"/>
                    </a:lnTo>
                    <a:lnTo>
                      <a:pt x="49" y="26"/>
                    </a:lnTo>
                    <a:lnTo>
                      <a:pt x="48" y="32"/>
                    </a:lnTo>
                    <a:lnTo>
                      <a:pt x="42" y="25"/>
                    </a:lnTo>
                    <a:lnTo>
                      <a:pt x="36" y="24"/>
                    </a:lnTo>
                    <a:lnTo>
                      <a:pt x="27" y="30"/>
                    </a:lnTo>
                    <a:lnTo>
                      <a:pt x="25" y="34"/>
                    </a:lnTo>
                    <a:lnTo>
                      <a:pt x="32" y="34"/>
                    </a:lnTo>
                    <a:lnTo>
                      <a:pt x="39" y="34"/>
                    </a:lnTo>
                    <a:lnTo>
                      <a:pt x="45" y="35"/>
                    </a:lnTo>
                    <a:lnTo>
                      <a:pt x="50" y="37"/>
                    </a:lnTo>
                    <a:lnTo>
                      <a:pt x="51" y="41"/>
                    </a:lnTo>
                    <a:lnTo>
                      <a:pt x="45" y="45"/>
                    </a:lnTo>
                    <a:lnTo>
                      <a:pt x="44" y="41"/>
                    </a:lnTo>
                    <a:lnTo>
                      <a:pt x="36" y="45"/>
                    </a:lnTo>
                    <a:lnTo>
                      <a:pt x="27" y="52"/>
                    </a:lnTo>
                    <a:lnTo>
                      <a:pt x="25" y="50"/>
                    </a:lnTo>
                    <a:lnTo>
                      <a:pt x="38" y="45"/>
                    </a:lnTo>
                    <a:lnTo>
                      <a:pt x="41" y="39"/>
                    </a:lnTo>
                    <a:lnTo>
                      <a:pt x="27" y="44"/>
                    </a:lnTo>
                    <a:lnTo>
                      <a:pt x="20" y="47"/>
                    </a:lnTo>
                    <a:lnTo>
                      <a:pt x="16" y="47"/>
                    </a:lnTo>
                    <a:lnTo>
                      <a:pt x="12" y="51"/>
                    </a:lnTo>
                    <a:lnTo>
                      <a:pt x="12" y="57"/>
                    </a:lnTo>
                    <a:lnTo>
                      <a:pt x="13" y="61"/>
                    </a:lnTo>
                    <a:lnTo>
                      <a:pt x="14" y="61"/>
                    </a:lnTo>
                    <a:lnTo>
                      <a:pt x="14" y="61"/>
                    </a:lnTo>
                  </a:path>
                </a:pathLst>
              </a:custGeom>
              <a:solidFill>
                <a:srgbClr val="e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956" name=""/>
              <p:cNvSpPr/>
              <p:nvPr/>
            </p:nvSpPr>
            <p:spPr>
              <a:xfrm>
                <a:off x="6235560" y="2982960"/>
                <a:ext cx="96840" cy="181080"/>
              </a:xfrm>
              <a:custGeom>
                <a:avLst/>
                <a:gdLst/>
                <a:ahLst/>
                <a:rect l="l" t="t" r="r" b="b"/>
                <a:pathLst>
                  <a:path w="61" h="114">
                    <a:moveTo>
                      <a:pt x="25" y="0"/>
                    </a:moveTo>
                    <a:lnTo>
                      <a:pt x="21" y="3"/>
                    </a:lnTo>
                    <a:lnTo>
                      <a:pt x="18" y="1"/>
                    </a:lnTo>
                    <a:lnTo>
                      <a:pt x="14" y="5"/>
                    </a:lnTo>
                    <a:lnTo>
                      <a:pt x="14" y="14"/>
                    </a:lnTo>
                    <a:lnTo>
                      <a:pt x="12" y="14"/>
                    </a:lnTo>
                    <a:lnTo>
                      <a:pt x="7" y="9"/>
                    </a:lnTo>
                    <a:lnTo>
                      <a:pt x="6" y="13"/>
                    </a:lnTo>
                    <a:lnTo>
                      <a:pt x="4" y="18"/>
                    </a:lnTo>
                    <a:lnTo>
                      <a:pt x="7" y="24"/>
                    </a:lnTo>
                    <a:lnTo>
                      <a:pt x="2" y="22"/>
                    </a:lnTo>
                    <a:lnTo>
                      <a:pt x="0" y="26"/>
                    </a:lnTo>
                    <a:lnTo>
                      <a:pt x="4" y="30"/>
                    </a:lnTo>
                    <a:lnTo>
                      <a:pt x="10" y="37"/>
                    </a:lnTo>
                    <a:lnTo>
                      <a:pt x="20" y="42"/>
                    </a:lnTo>
                    <a:lnTo>
                      <a:pt x="19" y="52"/>
                    </a:lnTo>
                    <a:lnTo>
                      <a:pt x="22" y="63"/>
                    </a:lnTo>
                    <a:lnTo>
                      <a:pt x="20" y="61"/>
                    </a:lnTo>
                    <a:lnTo>
                      <a:pt x="18" y="67"/>
                    </a:lnTo>
                    <a:lnTo>
                      <a:pt x="13" y="68"/>
                    </a:lnTo>
                    <a:lnTo>
                      <a:pt x="18" y="74"/>
                    </a:lnTo>
                    <a:lnTo>
                      <a:pt x="25" y="75"/>
                    </a:lnTo>
                    <a:lnTo>
                      <a:pt x="19" y="76"/>
                    </a:lnTo>
                    <a:lnTo>
                      <a:pt x="21" y="83"/>
                    </a:lnTo>
                    <a:lnTo>
                      <a:pt x="24" y="85"/>
                    </a:lnTo>
                    <a:lnTo>
                      <a:pt x="32" y="87"/>
                    </a:lnTo>
                    <a:lnTo>
                      <a:pt x="27" y="90"/>
                    </a:lnTo>
                    <a:lnTo>
                      <a:pt x="32" y="93"/>
                    </a:lnTo>
                    <a:lnTo>
                      <a:pt x="38" y="93"/>
                    </a:lnTo>
                    <a:lnTo>
                      <a:pt x="52" y="106"/>
                    </a:lnTo>
                    <a:lnTo>
                      <a:pt x="60" y="113"/>
                    </a:lnTo>
                    <a:lnTo>
                      <a:pt x="59" y="107"/>
                    </a:lnTo>
                    <a:lnTo>
                      <a:pt x="45" y="98"/>
                    </a:lnTo>
                    <a:lnTo>
                      <a:pt x="45" y="93"/>
                    </a:lnTo>
                    <a:lnTo>
                      <a:pt x="45" y="85"/>
                    </a:lnTo>
                    <a:lnTo>
                      <a:pt x="48" y="78"/>
                    </a:lnTo>
                    <a:lnTo>
                      <a:pt x="41" y="81"/>
                    </a:lnTo>
                    <a:lnTo>
                      <a:pt x="42" y="73"/>
                    </a:lnTo>
                    <a:lnTo>
                      <a:pt x="43" y="64"/>
                    </a:lnTo>
                    <a:lnTo>
                      <a:pt x="38" y="63"/>
                    </a:lnTo>
                    <a:lnTo>
                      <a:pt x="33" y="70"/>
                    </a:lnTo>
                    <a:lnTo>
                      <a:pt x="28" y="70"/>
                    </a:lnTo>
                    <a:lnTo>
                      <a:pt x="33" y="64"/>
                    </a:lnTo>
                    <a:lnTo>
                      <a:pt x="30" y="60"/>
                    </a:lnTo>
                    <a:lnTo>
                      <a:pt x="25" y="64"/>
                    </a:lnTo>
                    <a:lnTo>
                      <a:pt x="23" y="62"/>
                    </a:lnTo>
                    <a:lnTo>
                      <a:pt x="21" y="44"/>
                    </a:lnTo>
                    <a:lnTo>
                      <a:pt x="21" y="37"/>
                    </a:lnTo>
                    <a:lnTo>
                      <a:pt x="24" y="35"/>
                    </a:lnTo>
                    <a:lnTo>
                      <a:pt x="21" y="32"/>
                    </a:lnTo>
                    <a:lnTo>
                      <a:pt x="28" y="23"/>
                    </a:lnTo>
                    <a:lnTo>
                      <a:pt x="21" y="22"/>
                    </a:lnTo>
                    <a:lnTo>
                      <a:pt x="21" y="17"/>
                    </a:lnTo>
                    <a:lnTo>
                      <a:pt x="28" y="16"/>
                    </a:lnTo>
                    <a:lnTo>
                      <a:pt x="28" y="11"/>
                    </a:lnTo>
                    <a:lnTo>
                      <a:pt x="22" y="11"/>
                    </a:lnTo>
                    <a:lnTo>
                      <a:pt x="25" y="1"/>
                    </a:lnTo>
                    <a:lnTo>
                      <a:pt x="25" y="0"/>
                    </a:lnTo>
                    <a:lnTo>
                      <a:pt x="25" y="0"/>
                    </a:lnTo>
                  </a:path>
                </a:pathLst>
              </a:custGeom>
              <a:solidFill>
                <a:srgbClr val="0060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957" name=""/>
              <p:cNvSpPr/>
              <p:nvPr/>
            </p:nvSpPr>
            <p:spPr>
              <a:xfrm>
                <a:off x="6235560" y="3041640"/>
                <a:ext cx="33480" cy="27000"/>
              </a:xfrm>
              <a:custGeom>
                <a:avLst/>
                <a:gdLst/>
                <a:ahLst/>
                <a:rect l="l" t="t" r="r" b="b"/>
                <a:pathLst>
                  <a:path w="21" h="17">
                    <a:moveTo>
                      <a:pt x="18" y="11"/>
                    </a:moveTo>
                    <a:lnTo>
                      <a:pt x="2" y="0"/>
                    </a:lnTo>
                    <a:lnTo>
                      <a:pt x="0" y="4"/>
                    </a:lnTo>
                    <a:lnTo>
                      <a:pt x="20" y="16"/>
                    </a:lnTo>
                    <a:lnTo>
                      <a:pt x="18" y="11"/>
                    </a:lnTo>
                    <a:lnTo>
                      <a:pt x="18" y="11"/>
                    </a:lnTo>
                  </a:path>
                </a:pathLst>
              </a:custGeom>
              <a:solidFill>
                <a:srgbClr val="f1f180"/>
              </a:solidFill>
              <a:ln w="9360">
                <a:solidFill>
                  <a:srgbClr val="000000"/>
                </a:solidFill>
                <a:round/>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958" name=""/>
              <p:cNvSpPr/>
              <p:nvPr/>
            </p:nvSpPr>
            <p:spPr>
              <a:xfrm>
                <a:off x="6269040" y="3033720"/>
                <a:ext cx="22320" cy="36360"/>
              </a:xfrm>
              <a:custGeom>
                <a:avLst/>
                <a:gdLst/>
                <a:ahLst/>
                <a:rect l="l" t="t" r="r" b="b"/>
                <a:pathLst>
                  <a:path w="14" h="23">
                    <a:moveTo>
                      <a:pt x="0" y="18"/>
                    </a:moveTo>
                    <a:lnTo>
                      <a:pt x="1" y="18"/>
                    </a:lnTo>
                    <a:lnTo>
                      <a:pt x="11" y="0"/>
                    </a:lnTo>
                    <a:lnTo>
                      <a:pt x="13" y="2"/>
                    </a:lnTo>
                    <a:lnTo>
                      <a:pt x="1" y="22"/>
                    </a:lnTo>
                    <a:lnTo>
                      <a:pt x="0" y="18"/>
                    </a:lnTo>
                    <a:lnTo>
                      <a:pt x="0" y="18"/>
                    </a:lnTo>
                  </a:path>
                </a:pathLst>
              </a:custGeom>
              <a:solidFill>
                <a:srgbClr val="f1f180"/>
              </a:solidFill>
              <a:ln w="9360">
                <a:solidFill>
                  <a:srgbClr val="000000"/>
                </a:solidFill>
                <a:round/>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959" name=""/>
              <p:cNvSpPr/>
              <p:nvPr/>
            </p:nvSpPr>
            <p:spPr>
              <a:xfrm>
                <a:off x="6242040" y="3044880"/>
                <a:ext cx="17640" cy="22320"/>
              </a:xfrm>
              <a:custGeom>
                <a:avLst/>
                <a:gdLst/>
                <a:ahLst/>
                <a:rect l="l" t="t" r="r" b="b"/>
                <a:pathLst>
                  <a:path w="11" h="14">
                    <a:moveTo>
                      <a:pt x="6" y="0"/>
                    </a:moveTo>
                    <a:lnTo>
                      <a:pt x="0" y="9"/>
                    </a:lnTo>
                    <a:lnTo>
                      <a:pt x="3" y="13"/>
                    </a:lnTo>
                    <a:lnTo>
                      <a:pt x="10" y="3"/>
                    </a:lnTo>
                    <a:lnTo>
                      <a:pt x="6" y="0"/>
                    </a:lnTo>
                    <a:lnTo>
                      <a:pt x="6" y="0"/>
                    </a:lnTo>
                  </a:path>
                </a:pathLst>
              </a:custGeom>
              <a:solidFill>
                <a:srgbClr val="f1f180"/>
              </a:solidFill>
              <a:ln w="9360">
                <a:solidFill>
                  <a:srgbClr val="000000"/>
                </a:solidFill>
                <a:round/>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960" name=""/>
              <p:cNvSpPr/>
              <p:nvPr/>
            </p:nvSpPr>
            <p:spPr>
              <a:xfrm>
                <a:off x="6273720" y="3041640"/>
                <a:ext cx="19080" cy="15840"/>
              </a:xfrm>
              <a:custGeom>
                <a:avLst/>
                <a:gdLst/>
                <a:ahLst/>
                <a:rect l="l" t="t" r="r" b="b"/>
                <a:pathLst>
                  <a:path w="12" h="10">
                    <a:moveTo>
                      <a:pt x="11" y="5"/>
                    </a:moveTo>
                    <a:lnTo>
                      <a:pt x="2" y="0"/>
                    </a:lnTo>
                    <a:lnTo>
                      <a:pt x="0" y="4"/>
                    </a:lnTo>
                    <a:lnTo>
                      <a:pt x="8" y="9"/>
                    </a:lnTo>
                    <a:lnTo>
                      <a:pt x="11" y="5"/>
                    </a:lnTo>
                    <a:lnTo>
                      <a:pt x="11" y="5"/>
                    </a:lnTo>
                  </a:path>
                </a:pathLst>
              </a:custGeom>
              <a:solidFill>
                <a:srgbClr val="f1f180"/>
              </a:solidFill>
              <a:ln w="9360">
                <a:solidFill>
                  <a:srgbClr val="000000"/>
                </a:solidFill>
                <a:round/>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961" name=""/>
              <p:cNvSpPr/>
              <p:nvPr/>
            </p:nvSpPr>
            <p:spPr>
              <a:xfrm>
                <a:off x="6284880" y="3143160"/>
                <a:ext cx="34920" cy="11160"/>
              </a:xfrm>
              <a:custGeom>
                <a:avLst/>
                <a:gdLst/>
                <a:ahLst/>
                <a:rect l="l" t="t" r="r" b="b"/>
                <a:pathLst>
                  <a:path w="22" h="7">
                    <a:moveTo>
                      <a:pt x="17" y="2"/>
                    </a:moveTo>
                    <a:lnTo>
                      <a:pt x="0" y="0"/>
                    </a:lnTo>
                    <a:lnTo>
                      <a:pt x="0" y="4"/>
                    </a:lnTo>
                    <a:lnTo>
                      <a:pt x="21" y="6"/>
                    </a:lnTo>
                    <a:lnTo>
                      <a:pt x="17" y="2"/>
                    </a:lnTo>
                    <a:lnTo>
                      <a:pt x="17" y="2"/>
                    </a:lnTo>
                  </a:path>
                </a:pathLst>
              </a:custGeom>
              <a:solidFill>
                <a:srgbClr val="f1f180"/>
              </a:solidFill>
              <a:ln w="9360">
                <a:solidFill>
                  <a:srgbClr val="000000"/>
                </a:solidFill>
                <a:round/>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962" name=""/>
              <p:cNvSpPr/>
              <p:nvPr/>
            </p:nvSpPr>
            <p:spPr>
              <a:xfrm>
                <a:off x="6319800" y="3114720"/>
                <a:ext cx="6480" cy="38160"/>
              </a:xfrm>
              <a:custGeom>
                <a:avLst/>
                <a:gdLst/>
                <a:ahLst/>
                <a:rect l="l" t="t" r="r" b="b"/>
                <a:pathLst>
                  <a:path w="4" h="24">
                    <a:moveTo>
                      <a:pt x="0" y="21"/>
                    </a:moveTo>
                    <a:lnTo>
                      <a:pt x="0" y="19"/>
                    </a:lnTo>
                    <a:lnTo>
                      <a:pt x="0" y="1"/>
                    </a:lnTo>
                    <a:lnTo>
                      <a:pt x="3" y="0"/>
                    </a:lnTo>
                    <a:lnTo>
                      <a:pt x="2" y="23"/>
                    </a:lnTo>
                    <a:lnTo>
                      <a:pt x="0" y="21"/>
                    </a:lnTo>
                    <a:lnTo>
                      <a:pt x="0" y="21"/>
                    </a:lnTo>
                  </a:path>
                </a:pathLst>
              </a:custGeom>
              <a:solidFill>
                <a:srgbClr val="f1f180"/>
              </a:solidFill>
              <a:ln w="9360">
                <a:solidFill>
                  <a:srgbClr val="000000"/>
                </a:solidFill>
                <a:round/>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963" name=""/>
              <p:cNvSpPr/>
              <p:nvPr/>
            </p:nvSpPr>
            <p:spPr>
              <a:xfrm>
                <a:off x="6296040" y="3139920"/>
                <a:ext cx="11160" cy="22320"/>
              </a:xfrm>
              <a:custGeom>
                <a:avLst/>
                <a:gdLst/>
                <a:ahLst/>
                <a:rect l="l" t="t" r="r" b="b"/>
                <a:pathLst>
                  <a:path w="7" h="14">
                    <a:moveTo>
                      <a:pt x="0" y="0"/>
                    </a:moveTo>
                    <a:lnTo>
                      <a:pt x="0" y="10"/>
                    </a:lnTo>
                    <a:lnTo>
                      <a:pt x="6" y="13"/>
                    </a:lnTo>
                    <a:lnTo>
                      <a:pt x="6" y="0"/>
                    </a:lnTo>
                    <a:lnTo>
                      <a:pt x="0" y="0"/>
                    </a:lnTo>
                    <a:lnTo>
                      <a:pt x="0" y="0"/>
                    </a:lnTo>
                  </a:path>
                </a:pathLst>
              </a:custGeom>
              <a:solidFill>
                <a:srgbClr val="f1f180"/>
              </a:solidFill>
              <a:ln w="9360">
                <a:solidFill>
                  <a:srgbClr val="000000"/>
                </a:solidFill>
                <a:round/>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964" name=""/>
              <p:cNvSpPr/>
              <p:nvPr/>
            </p:nvSpPr>
            <p:spPr>
              <a:xfrm>
                <a:off x="6315120" y="3125880"/>
                <a:ext cx="19080" cy="11160"/>
              </a:xfrm>
              <a:custGeom>
                <a:avLst/>
                <a:gdLst/>
                <a:ahLst/>
                <a:rect l="l" t="t" r="r" b="b"/>
                <a:pathLst>
                  <a:path w="12" h="7">
                    <a:moveTo>
                      <a:pt x="11" y="0"/>
                    </a:moveTo>
                    <a:lnTo>
                      <a:pt x="1" y="0"/>
                    </a:lnTo>
                    <a:lnTo>
                      <a:pt x="0" y="6"/>
                    </a:lnTo>
                    <a:lnTo>
                      <a:pt x="10" y="6"/>
                    </a:lnTo>
                    <a:lnTo>
                      <a:pt x="11" y="0"/>
                    </a:lnTo>
                    <a:lnTo>
                      <a:pt x="11" y="0"/>
                    </a:lnTo>
                  </a:path>
                </a:pathLst>
              </a:custGeom>
              <a:solidFill>
                <a:srgbClr val="f1f180"/>
              </a:solidFill>
              <a:ln w="9360">
                <a:solidFill>
                  <a:srgbClr val="000000"/>
                </a:solidFill>
                <a:round/>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965" name=""/>
              <p:cNvSpPr/>
              <p:nvPr/>
            </p:nvSpPr>
            <p:spPr>
              <a:xfrm>
                <a:off x="6319800" y="3144960"/>
                <a:ext cx="190440" cy="115920"/>
              </a:xfrm>
              <a:custGeom>
                <a:avLst/>
                <a:gdLst/>
                <a:ahLst/>
                <a:rect l="l" t="t" r="r" b="b"/>
                <a:pathLst>
                  <a:path w="120" h="73">
                    <a:moveTo>
                      <a:pt x="19" y="14"/>
                    </a:moveTo>
                    <a:lnTo>
                      <a:pt x="20" y="14"/>
                    </a:lnTo>
                    <a:lnTo>
                      <a:pt x="19" y="3"/>
                    </a:lnTo>
                    <a:lnTo>
                      <a:pt x="15" y="0"/>
                    </a:lnTo>
                    <a:lnTo>
                      <a:pt x="14" y="4"/>
                    </a:lnTo>
                    <a:lnTo>
                      <a:pt x="14" y="13"/>
                    </a:lnTo>
                    <a:lnTo>
                      <a:pt x="12" y="5"/>
                    </a:lnTo>
                    <a:lnTo>
                      <a:pt x="9" y="0"/>
                    </a:lnTo>
                    <a:lnTo>
                      <a:pt x="7" y="7"/>
                    </a:lnTo>
                    <a:lnTo>
                      <a:pt x="9" y="12"/>
                    </a:lnTo>
                    <a:lnTo>
                      <a:pt x="0" y="11"/>
                    </a:lnTo>
                    <a:lnTo>
                      <a:pt x="2" y="13"/>
                    </a:lnTo>
                    <a:lnTo>
                      <a:pt x="10" y="17"/>
                    </a:lnTo>
                    <a:lnTo>
                      <a:pt x="10" y="20"/>
                    </a:lnTo>
                    <a:lnTo>
                      <a:pt x="0" y="19"/>
                    </a:lnTo>
                    <a:lnTo>
                      <a:pt x="2" y="23"/>
                    </a:lnTo>
                    <a:lnTo>
                      <a:pt x="5" y="25"/>
                    </a:lnTo>
                    <a:lnTo>
                      <a:pt x="12" y="27"/>
                    </a:lnTo>
                    <a:lnTo>
                      <a:pt x="19" y="27"/>
                    </a:lnTo>
                    <a:lnTo>
                      <a:pt x="14" y="31"/>
                    </a:lnTo>
                    <a:lnTo>
                      <a:pt x="5" y="31"/>
                    </a:lnTo>
                    <a:lnTo>
                      <a:pt x="12" y="38"/>
                    </a:lnTo>
                    <a:lnTo>
                      <a:pt x="23" y="37"/>
                    </a:lnTo>
                    <a:lnTo>
                      <a:pt x="24" y="41"/>
                    </a:lnTo>
                    <a:lnTo>
                      <a:pt x="27" y="40"/>
                    </a:lnTo>
                    <a:lnTo>
                      <a:pt x="30" y="39"/>
                    </a:lnTo>
                    <a:lnTo>
                      <a:pt x="36" y="40"/>
                    </a:lnTo>
                    <a:lnTo>
                      <a:pt x="46" y="45"/>
                    </a:lnTo>
                    <a:lnTo>
                      <a:pt x="49" y="49"/>
                    </a:lnTo>
                    <a:lnTo>
                      <a:pt x="58" y="51"/>
                    </a:lnTo>
                    <a:lnTo>
                      <a:pt x="56" y="55"/>
                    </a:lnTo>
                    <a:lnTo>
                      <a:pt x="46" y="55"/>
                    </a:lnTo>
                    <a:lnTo>
                      <a:pt x="41" y="58"/>
                    </a:lnTo>
                    <a:lnTo>
                      <a:pt x="49" y="59"/>
                    </a:lnTo>
                    <a:lnTo>
                      <a:pt x="58" y="59"/>
                    </a:lnTo>
                    <a:lnTo>
                      <a:pt x="59" y="61"/>
                    </a:lnTo>
                    <a:lnTo>
                      <a:pt x="56" y="64"/>
                    </a:lnTo>
                    <a:lnTo>
                      <a:pt x="59" y="66"/>
                    </a:lnTo>
                    <a:lnTo>
                      <a:pt x="71" y="61"/>
                    </a:lnTo>
                    <a:lnTo>
                      <a:pt x="74" y="61"/>
                    </a:lnTo>
                    <a:lnTo>
                      <a:pt x="73" y="64"/>
                    </a:lnTo>
                    <a:lnTo>
                      <a:pt x="70" y="71"/>
                    </a:lnTo>
                    <a:lnTo>
                      <a:pt x="73" y="72"/>
                    </a:lnTo>
                    <a:lnTo>
                      <a:pt x="79" y="67"/>
                    </a:lnTo>
                    <a:lnTo>
                      <a:pt x="81" y="62"/>
                    </a:lnTo>
                    <a:lnTo>
                      <a:pt x="86" y="64"/>
                    </a:lnTo>
                    <a:lnTo>
                      <a:pt x="83" y="69"/>
                    </a:lnTo>
                    <a:lnTo>
                      <a:pt x="85" y="72"/>
                    </a:lnTo>
                    <a:lnTo>
                      <a:pt x="90" y="71"/>
                    </a:lnTo>
                    <a:lnTo>
                      <a:pt x="95" y="62"/>
                    </a:lnTo>
                    <a:lnTo>
                      <a:pt x="102" y="60"/>
                    </a:lnTo>
                    <a:lnTo>
                      <a:pt x="107" y="57"/>
                    </a:lnTo>
                    <a:lnTo>
                      <a:pt x="114" y="57"/>
                    </a:lnTo>
                    <a:lnTo>
                      <a:pt x="119" y="57"/>
                    </a:lnTo>
                    <a:lnTo>
                      <a:pt x="119" y="54"/>
                    </a:lnTo>
                    <a:lnTo>
                      <a:pt x="113" y="53"/>
                    </a:lnTo>
                    <a:lnTo>
                      <a:pt x="99" y="56"/>
                    </a:lnTo>
                    <a:lnTo>
                      <a:pt x="95" y="55"/>
                    </a:lnTo>
                    <a:lnTo>
                      <a:pt x="94" y="50"/>
                    </a:lnTo>
                    <a:lnTo>
                      <a:pt x="90" y="51"/>
                    </a:lnTo>
                    <a:lnTo>
                      <a:pt x="83" y="47"/>
                    </a:lnTo>
                    <a:lnTo>
                      <a:pt x="81" y="44"/>
                    </a:lnTo>
                    <a:lnTo>
                      <a:pt x="75" y="44"/>
                    </a:lnTo>
                    <a:lnTo>
                      <a:pt x="75" y="46"/>
                    </a:lnTo>
                    <a:lnTo>
                      <a:pt x="78" y="51"/>
                    </a:lnTo>
                    <a:lnTo>
                      <a:pt x="74" y="51"/>
                    </a:lnTo>
                    <a:lnTo>
                      <a:pt x="66" y="45"/>
                    </a:lnTo>
                    <a:lnTo>
                      <a:pt x="62" y="45"/>
                    </a:lnTo>
                    <a:lnTo>
                      <a:pt x="63" y="50"/>
                    </a:lnTo>
                    <a:lnTo>
                      <a:pt x="58" y="49"/>
                    </a:lnTo>
                    <a:lnTo>
                      <a:pt x="51" y="49"/>
                    </a:lnTo>
                    <a:lnTo>
                      <a:pt x="47" y="46"/>
                    </a:lnTo>
                    <a:lnTo>
                      <a:pt x="37" y="38"/>
                    </a:lnTo>
                    <a:lnTo>
                      <a:pt x="36" y="25"/>
                    </a:lnTo>
                    <a:lnTo>
                      <a:pt x="33" y="25"/>
                    </a:lnTo>
                    <a:lnTo>
                      <a:pt x="33" y="28"/>
                    </a:lnTo>
                    <a:lnTo>
                      <a:pt x="29" y="25"/>
                    </a:lnTo>
                    <a:lnTo>
                      <a:pt x="30" y="14"/>
                    </a:lnTo>
                    <a:lnTo>
                      <a:pt x="24" y="8"/>
                    </a:lnTo>
                    <a:lnTo>
                      <a:pt x="21" y="17"/>
                    </a:lnTo>
                    <a:lnTo>
                      <a:pt x="19" y="17"/>
                    </a:lnTo>
                    <a:lnTo>
                      <a:pt x="19" y="7"/>
                    </a:lnTo>
                    <a:lnTo>
                      <a:pt x="17" y="0"/>
                    </a:lnTo>
                    <a:lnTo>
                      <a:pt x="14" y="1"/>
                    </a:lnTo>
                    <a:lnTo>
                      <a:pt x="14" y="11"/>
                    </a:lnTo>
                    <a:lnTo>
                      <a:pt x="19" y="14"/>
                    </a:lnTo>
                    <a:lnTo>
                      <a:pt x="19" y="14"/>
                    </a:lnTo>
                  </a:path>
                </a:pathLst>
              </a:custGeom>
              <a:solidFill>
                <a:srgbClr val="0060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966" name=""/>
              <p:cNvSpPr/>
              <p:nvPr/>
            </p:nvSpPr>
            <p:spPr>
              <a:xfrm>
                <a:off x="6362640" y="3216240"/>
                <a:ext cx="34920" cy="7920"/>
              </a:xfrm>
              <a:custGeom>
                <a:avLst/>
                <a:gdLst/>
                <a:ahLst/>
                <a:rect l="l" t="t" r="r" b="b"/>
                <a:pathLst>
                  <a:path w="22" h="5">
                    <a:moveTo>
                      <a:pt x="16" y="1"/>
                    </a:moveTo>
                    <a:lnTo>
                      <a:pt x="0" y="0"/>
                    </a:lnTo>
                    <a:lnTo>
                      <a:pt x="0" y="4"/>
                    </a:lnTo>
                    <a:lnTo>
                      <a:pt x="21" y="4"/>
                    </a:lnTo>
                    <a:lnTo>
                      <a:pt x="16" y="1"/>
                    </a:lnTo>
                    <a:lnTo>
                      <a:pt x="16" y="1"/>
                    </a:lnTo>
                  </a:path>
                </a:pathLst>
              </a:custGeom>
              <a:solidFill>
                <a:srgbClr val="f1f180"/>
              </a:solidFill>
              <a:ln w="9360">
                <a:solidFill>
                  <a:srgbClr val="000000"/>
                </a:solidFill>
                <a:round/>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967" name=""/>
              <p:cNvSpPr/>
              <p:nvPr/>
            </p:nvSpPr>
            <p:spPr>
              <a:xfrm>
                <a:off x="6392880" y="3184560"/>
                <a:ext cx="7920" cy="39600"/>
              </a:xfrm>
              <a:custGeom>
                <a:avLst/>
                <a:gdLst/>
                <a:ahLst/>
                <a:rect l="l" t="t" r="r" b="b"/>
                <a:pathLst>
                  <a:path w="5" h="25">
                    <a:moveTo>
                      <a:pt x="2" y="21"/>
                    </a:moveTo>
                    <a:lnTo>
                      <a:pt x="2" y="20"/>
                    </a:lnTo>
                    <a:lnTo>
                      <a:pt x="0" y="1"/>
                    </a:lnTo>
                    <a:lnTo>
                      <a:pt x="3" y="0"/>
                    </a:lnTo>
                    <a:lnTo>
                      <a:pt x="4" y="24"/>
                    </a:lnTo>
                    <a:lnTo>
                      <a:pt x="2" y="21"/>
                    </a:lnTo>
                    <a:lnTo>
                      <a:pt x="2" y="21"/>
                    </a:lnTo>
                  </a:path>
                </a:pathLst>
              </a:custGeom>
              <a:solidFill>
                <a:srgbClr val="f1f180"/>
              </a:solidFill>
              <a:ln w="9360">
                <a:solidFill>
                  <a:srgbClr val="000000"/>
                </a:solidFill>
                <a:round/>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968" name=""/>
              <p:cNvSpPr/>
              <p:nvPr/>
            </p:nvSpPr>
            <p:spPr>
              <a:xfrm>
                <a:off x="6372360" y="3211560"/>
                <a:ext cx="9360" cy="22320"/>
              </a:xfrm>
              <a:custGeom>
                <a:avLst/>
                <a:gdLst/>
                <a:ahLst/>
                <a:rect l="l" t="t" r="r" b="b"/>
                <a:pathLst>
                  <a:path w="6" h="14">
                    <a:moveTo>
                      <a:pt x="0" y="1"/>
                    </a:moveTo>
                    <a:lnTo>
                      <a:pt x="0" y="11"/>
                    </a:lnTo>
                    <a:lnTo>
                      <a:pt x="5" y="13"/>
                    </a:lnTo>
                    <a:lnTo>
                      <a:pt x="4" y="0"/>
                    </a:lnTo>
                    <a:lnTo>
                      <a:pt x="0" y="1"/>
                    </a:lnTo>
                    <a:lnTo>
                      <a:pt x="0" y="1"/>
                    </a:lnTo>
                  </a:path>
                </a:pathLst>
              </a:custGeom>
              <a:solidFill>
                <a:srgbClr val="f1f180"/>
              </a:solidFill>
              <a:ln w="9360">
                <a:solidFill>
                  <a:srgbClr val="000000"/>
                </a:solidFill>
                <a:round/>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969" name=""/>
              <p:cNvSpPr/>
              <p:nvPr/>
            </p:nvSpPr>
            <p:spPr>
              <a:xfrm>
                <a:off x="6389640" y="3195720"/>
                <a:ext cx="17640" cy="11160"/>
              </a:xfrm>
              <a:custGeom>
                <a:avLst/>
                <a:gdLst/>
                <a:ahLst/>
                <a:rect l="l" t="t" r="r" b="b"/>
                <a:pathLst>
                  <a:path w="11" h="7">
                    <a:moveTo>
                      <a:pt x="10" y="0"/>
                    </a:moveTo>
                    <a:lnTo>
                      <a:pt x="0" y="0"/>
                    </a:lnTo>
                    <a:lnTo>
                      <a:pt x="0" y="6"/>
                    </a:lnTo>
                    <a:lnTo>
                      <a:pt x="9" y="5"/>
                    </a:lnTo>
                    <a:lnTo>
                      <a:pt x="10" y="0"/>
                    </a:lnTo>
                    <a:lnTo>
                      <a:pt x="10" y="0"/>
                    </a:lnTo>
                  </a:path>
                </a:pathLst>
              </a:custGeom>
              <a:solidFill>
                <a:srgbClr val="f1f180"/>
              </a:solidFill>
              <a:ln w="9360">
                <a:solidFill>
                  <a:srgbClr val="000000"/>
                </a:solidFill>
                <a:round/>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970" name=""/>
              <p:cNvSpPr/>
              <p:nvPr/>
            </p:nvSpPr>
            <p:spPr>
              <a:xfrm>
                <a:off x="6485040" y="3222720"/>
                <a:ext cx="36360" cy="48960"/>
              </a:xfrm>
              <a:custGeom>
                <a:avLst/>
                <a:gdLst/>
                <a:ahLst/>
                <a:rect l="l" t="t" r="r" b="b"/>
                <a:pathLst>
                  <a:path w="23" h="31">
                    <a:moveTo>
                      <a:pt x="21" y="0"/>
                    </a:moveTo>
                    <a:lnTo>
                      <a:pt x="16" y="2"/>
                    </a:lnTo>
                    <a:lnTo>
                      <a:pt x="16" y="8"/>
                    </a:lnTo>
                    <a:lnTo>
                      <a:pt x="16" y="13"/>
                    </a:lnTo>
                    <a:lnTo>
                      <a:pt x="18" y="15"/>
                    </a:lnTo>
                    <a:lnTo>
                      <a:pt x="15" y="16"/>
                    </a:lnTo>
                    <a:lnTo>
                      <a:pt x="3" y="23"/>
                    </a:lnTo>
                    <a:lnTo>
                      <a:pt x="0" y="30"/>
                    </a:lnTo>
                    <a:lnTo>
                      <a:pt x="7" y="30"/>
                    </a:lnTo>
                    <a:lnTo>
                      <a:pt x="7" y="25"/>
                    </a:lnTo>
                    <a:lnTo>
                      <a:pt x="21" y="15"/>
                    </a:lnTo>
                    <a:lnTo>
                      <a:pt x="22" y="0"/>
                    </a:lnTo>
                    <a:lnTo>
                      <a:pt x="21" y="0"/>
                    </a:lnTo>
                    <a:lnTo>
                      <a:pt x="21" y="0"/>
                    </a:lnTo>
                  </a:path>
                </a:pathLst>
              </a:custGeom>
              <a:solidFill>
                <a:srgbClr val="006062"/>
              </a:solidFill>
              <a:ln w="9360">
                <a:solidFill>
                  <a:srgbClr val="000000"/>
                </a:solidFill>
                <a:round/>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971" name=""/>
              <p:cNvSpPr/>
              <p:nvPr/>
            </p:nvSpPr>
            <p:spPr>
              <a:xfrm>
                <a:off x="6499080" y="3222720"/>
                <a:ext cx="39960" cy="60120"/>
              </a:xfrm>
              <a:custGeom>
                <a:avLst/>
                <a:gdLst/>
                <a:ahLst/>
                <a:rect l="l" t="t" r="r" b="b"/>
                <a:pathLst>
                  <a:path w="25" h="38">
                    <a:moveTo>
                      <a:pt x="18" y="0"/>
                    </a:moveTo>
                    <a:lnTo>
                      <a:pt x="18" y="15"/>
                    </a:lnTo>
                    <a:lnTo>
                      <a:pt x="15" y="20"/>
                    </a:lnTo>
                    <a:lnTo>
                      <a:pt x="5" y="27"/>
                    </a:lnTo>
                    <a:lnTo>
                      <a:pt x="0" y="33"/>
                    </a:lnTo>
                    <a:lnTo>
                      <a:pt x="5" y="37"/>
                    </a:lnTo>
                    <a:lnTo>
                      <a:pt x="12" y="28"/>
                    </a:lnTo>
                    <a:lnTo>
                      <a:pt x="21" y="20"/>
                    </a:lnTo>
                    <a:lnTo>
                      <a:pt x="22" y="15"/>
                    </a:lnTo>
                    <a:lnTo>
                      <a:pt x="24" y="12"/>
                    </a:lnTo>
                    <a:lnTo>
                      <a:pt x="24" y="1"/>
                    </a:lnTo>
                    <a:lnTo>
                      <a:pt x="23" y="0"/>
                    </a:lnTo>
                    <a:lnTo>
                      <a:pt x="18" y="0"/>
                    </a:lnTo>
                    <a:lnTo>
                      <a:pt x="18" y="0"/>
                    </a:lnTo>
                    <a:lnTo>
                      <a:pt x="18" y="0"/>
                    </a:lnTo>
                  </a:path>
                </a:pathLst>
              </a:custGeom>
              <a:solidFill>
                <a:srgbClr val="ff0000"/>
              </a:solidFill>
              <a:ln w="9360">
                <a:solidFill>
                  <a:srgbClr val="000000"/>
                </a:solidFill>
                <a:round/>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972" name=""/>
              <p:cNvSpPr/>
              <p:nvPr/>
            </p:nvSpPr>
            <p:spPr>
              <a:xfrm flipV="1">
                <a:off x="6510240" y="3222720"/>
                <a:ext cx="28800" cy="23760"/>
              </a:xfrm>
              <a:prstGeom prst="roundRect">
                <a:avLst>
                  <a:gd name="adj" fmla="val 0"/>
                </a:avLst>
              </a:prstGeom>
              <a:noFill/>
              <a:ln w="9360">
                <a:solidFill>
                  <a:srgbClr val="000000"/>
                </a:solidFill>
                <a:miter/>
              </a:ln>
            </p:spPr>
            <p:style>
              <a:lnRef idx="0"/>
              <a:fillRef idx="0"/>
              <a:effectRef idx="0"/>
              <a:fontRef idx="minor"/>
            </p:style>
            <p:txBody>
              <a:bodyPr wrap="none" lIns="90000" rIns="90000" tIns="-22680" bIns="-22680" anchor="ctr">
                <a:noAutofit/>
              </a:bodyPr>
              <a:p>
                <a:endParaRPr b="0" lang="en-IN" sz="2400" strike="noStrike" u="none">
                  <a:solidFill>
                    <a:srgbClr val="ffffff"/>
                  </a:solidFill>
                  <a:effectLst/>
                  <a:uFillTx/>
                  <a:latin typeface="Times New Roman"/>
                </a:endParaRPr>
              </a:p>
            </p:txBody>
          </p:sp>
          <p:sp>
            <p:nvSpPr>
              <p:cNvPr id="973" name=""/>
              <p:cNvSpPr/>
              <p:nvPr/>
            </p:nvSpPr>
            <p:spPr>
              <a:xfrm>
                <a:off x="6531120" y="3247920"/>
                <a:ext cx="37800" cy="23760"/>
              </a:xfrm>
              <a:custGeom>
                <a:avLst/>
                <a:gdLst/>
                <a:ahLst/>
                <a:rect l="l" t="t" r="r" b="b"/>
                <a:pathLst>
                  <a:path w="24" h="15">
                    <a:moveTo>
                      <a:pt x="3" y="0"/>
                    </a:moveTo>
                    <a:lnTo>
                      <a:pt x="7" y="4"/>
                    </a:lnTo>
                    <a:lnTo>
                      <a:pt x="12" y="7"/>
                    </a:lnTo>
                    <a:lnTo>
                      <a:pt x="23" y="14"/>
                    </a:lnTo>
                    <a:lnTo>
                      <a:pt x="15" y="14"/>
                    </a:lnTo>
                    <a:lnTo>
                      <a:pt x="9" y="10"/>
                    </a:lnTo>
                    <a:lnTo>
                      <a:pt x="0" y="6"/>
                    </a:lnTo>
                    <a:lnTo>
                      <a:pt x="2" y="0"/>
                    </a:lnTo>
                    <a:lnTo>
                      <a:pt x="3" y="0"/>
                    </a:lnTo>
                    <a:lnTo>
                      <a:pt x="3" y="0"/>
                    </a:lnTo>
                  </a:path>
                </a:pathLst>
              </a:custGeom>
              <a:solidFill>
                <a:srgbClr val="ff0000"/>
              </a:solidFill>
              <a:ln w="9360">
                <a:solidFill>
                  <a:srgbClr val="000000"/>
                </a:solidFill>
                <a:round/>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974" name=""/>
              <p:cNvSpPr/>
              <p:nvPr/>
            </p:nvSpPr>
            <p:spPr>
              <a:xfrm>
                <a:off x="6521400" y="3262320"/>
                <a:ext cx="27000" cy="17280"/>
              </a:xfrm>
              <a:custGeom>
                <a:avLst/>
                <a:gdLst/>
                <a:ahLst/>
                <a:rect l="l" t="t" r="r" b="b"/>
                <a:pathLst>
                  <a:path w="17" h="11">
                    <a:moveTo>
                      <a:pt x="4" y="0"/>
                    </a:moveTo>
                    <a:lnTo>
                      <a:pt x="7" y="3"/>
                    </a:lnTo>
                    <a:lnTo>
                      <a:pt x="16" y="6"/>
                    </a:lnTo>
                    <a:lnTo>
                      <a:pt x="15" y="10"/>
                    </a:lnTo>
                    <a:lnTo>
                      <a:pt x="4" y="6"/>
                    </a:lnTo>
                    <a:lnTo>
                      <a:pt x="0" y="1"/>
                    </a:lnTo>
                    <a:lnTo>
                      <a:pt x="4" y="0"/>
                    </a:lnTo>
                    <a:lnTo>
                      <a:pt x="4" y="0"/>
                    </a:lnTo>
                  </a:path>
                </a:pathLst>
              </a:custGeom>
              <a:solidFill>
                <a:srgbClr val="ff0000"/>
              </a:solidFill>
              <a:ln w="9360">
                <a:solidFill>
                  <a:srgbClr val="000000"/>
                </a:solidFill>
                <a:round/>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975" name=""/>
              <p:cNvSpPr/>
              <p:nvPr/>
            </p:nvSpPr>
            <p:spPr>
              <a:xfrm>
                <a:off x="6477120" y="3235320"/>
                <a:ext cx="31680" cy="23760"/>
              </a:xfrm>
              <a:custGeom>
                <a:avLst/>
                <a:gdLst/>
                <a:ahLst/>
                <a:rect l="l" t="t" r="r" b="b"/>
                <a:pathLst>
                  <a:path w="20" h="15">
                    <a:moveTo>
                      <a:pt x="18" y="0"/>
                    </a:moveTo>
                    <a:lnTo>
                      <a:pt x="18" y="0"/>
                    </a:lnTo>
                    <a:lnTo>
                      <a:pt x="6" y="5"/>
                    </a:lnTo>
                    <a:lnTo>
                      <a:pt x="0" y="10"/>
                    </a:lnTo>
                    <a:lnTo>
                      <a:pt x="4" y="14"/>
                    </a:lnTo>
                    <a:lnTo>
                      <a:pt x="14" y="5"/>
                    </a:lnTo>
                    <a:lnTo>
                      <a:pt x="19" y="4"/>
                    </a:lnTo>
                    <a:lnTo>
                      <a:pt x="19" y="0"/>
                    </a:lnTo>
                    <a:lnTo>
                      <a:pt x="18" y="0"/>
                    </a:lnTo>
                    <a:lnTo>
                      <a:pt x="18" y="0"/>
                    </a:lnTo>
                  </a:path>
                </a:pathLst>
              </a:custGeom>
              <a:solidFill>
                <a:srgbClr val="006000"/>
              </a:solidFill>
              <a:ln w="9360">
                <a:solidFill>
                  <a:srgbClr val="000000"/>
                </a:solidFill>
                <a:round/>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976" name=""/>
              <p:cNvSpPr/>
              <p:nvPr/>
            </p:nvSpPr>
            <p:spPr>
              <a:xfrm>
                <a:off x="6537240" y="3236760"/>
                <a:ext cx="33480" cy="24120"/>
              </a:xfrm>
              <a:custGeom>
                <a:avLst/>
                <a:gdLst/>
                <a:ahLst/>
                <a:rect l="l" t="t" r="r" b="b"/>
                <a:pathLst>
                  <a:path w="21" h="15">
                    <a:moveTo>
                      <a:pt x="0" y="0"/>
                    </a:moveTo>
                    <a:lnTo>
                      <a:pt x="11" y="3"/>
                    </a:lnTo>
                    <a:lnTo>
                      <a:pt x="20" y="11"/>
                    </a:lnTo>
                    <a:lnTo>
                      <a:pt x="16" y="14"/>
                    </a:lnTo>
                    <a:lnTo>
                      <a:pt x="5" y="4"/>
                    </a:lnTo>
                    <a:lnTo>
                      <a:pt x="0" y="3"/>
                    </a:lnTo>
                    <a:lnTo>
                      <a:pt x="0" y="0"/>
                    </a:lnTo>
                    <a:lnTo>
                      <a:pt x="0" y="0"/>
                    </a:lnTo>
                  </a:path>
                </a:pathLst>
              </a:custGeom>
              <a:solidFill>
                <a:srgbClr val="006000"/>
              </a:solidFill>
              <a:ln w="9360">
                <a:solidFill>
                  <a:srgbClr val="000000"/>
                </a:solidFill>
                <a:round/>
              </a:ln>
            </p:spPr>
            <p:style>
              <a:lnRef idx="0"/>
              <a:fillRef idx="0"/>
              <a:effectRef idx="0"/>
              <a:fontRef idx="minor"/>
            </p:style>
            <p:txBody>
              <a:bodyPr lIns="90000" rIns="90000" tIns="-22680" bIns="-22680" anchor="t">
                <a:noAutofit/>
              </a:bodyPr>
              <a:p>
                <a:endParaRPr b="0" lang="en-IN" sz="2400" strike="noStrike" u="none">
                  <a:solidFill>
                    <a:srgbClr val="ffffff"/>
                  </a:solidFill>
                  <a:effectLst/>
                  <a:uFillTx/>
                  <a:latin typeface="Times New Roman"/>
                </a:endParaRPr>
              </a:p>
            </p:txBody>
          </p:sp>
          <p:sp>
            <p:nvSpPr>
              <p:cNvPr id="977" name=""/>
              <p:cNvSpPr/>
              <p:nvPr/>
            </p:nvSpPr>
            <p:spPr>
              <a:xfrm>
                <a:off x="6535800" y="3208320"/>
                <a:ext cx="119160" cy="50760"/>
              </a:xfrm>
              <a:custGeom>
                <a:avLst/>
                <a:gdLst/>
                <a:ahLst/>
                <a:rect l="l" t="t" r="r" b="b"/>
                <a:pathLst>
                  <a:path w="75" h="32">
                    <a:moveTo>
                      <a:pt x="0" y="13"/>
                    </a:moveTo>
                    <a:lnTo>
                      <a:pt x="19" y="15"/>
                    </a:lnTo>
                    <a:lnTo>
                      <a:pt x="32" y="11"/>
                    </a:lnTo>
                    <a:lnTo>
                      <a:pt x="49" y="0"/>
                    </a:lnTo>
                    <a:lnTo>
                      <a:pt x="62" y="0"/>
                    </a:lnTo>
                    <a:lnTo>
                      <a:pt x="57" y="8"/>
                    </a:lnTo>
                    <a:lnTo>
                      <a:pt x="74" y="6"/>
                    </a:lnTo>
                    <a:lnTo>
                      <a:pt x="62" y="18"/>
                    </a:lnTo>
                    <a:lnTo>
                      <a:pt x="72" y="21"/>
                    </a:lnTo>
                    <a:lnTo>
                      <a:pt x="62" y="25"/>
                    </a:lnTo>
                    <a:lnTo>
                      <a:pt x="44" y="31"/>
                    </a:lnTo>
                    <a:lnTo>
                      <a:pt x="35" y="31"/>
                    </a:lnTo>
                    <a:lnTo>
                      <a:pt x="20" y="21"/>
                    </a:lnTo>
                    <a:lnTo>
                      <a:pt x="12" y="16"/>
                    </a:lnTo>
                    <a:lnTo>
                      <a:pt x="1" y="16"/>
                    </a:lnTo>
                    <a:lnTo>
                      <a:pt x="0" y="13"/>
                    </a:lnTo>
                    <a:lnTo>
                      <a:pt x="0" y="13"/>
                    </a:lnTo>
                  </a:path>
                </a:pathLst>
              </a:custGeom>
              <a:solidFill>
                <a:srgbClr val="00a000"/>
              </a:solidFill>
              <a:ln w="9360">
                <a:solidFill>
                  <a:srgbClr val="000000"/>
                </a:solidFill>
                <a:round/>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978" name=""/>
              <p:cNvSpPr/>
              <p:nvPr/>
            </p:nvSpPr>
            <p:spPr>
              <a:xfrm>
                <a:off x="6559560" y="3209760"/>
                <a:ext cx="92160" cy="33480"/>
              </a:xfrm>
              <a:custGeom>
                <a:avLst/>
                <a:gdLst/>
                <a:ahLst/>
                <a:rect l="l" t="t" r="r" b="b"/>
                <a:pathLst>
                  <a:path w="58" h="21">
                    <a:moveTo>
                      <a:pt x="0" y="14"/>
                    </a:moveTo>
                    <a:lnTo>
                      <a:pt x="9" y="14"/>
                    </a:lnTo>
                    <a:lnTo>
                      <a:pt x="17" y="9"/>
                    </a:lnTo>
                    <a:lnTo>
                      <a:pt x="29" y="0"/>
                    </a:lnTo>
                    <a:lnTo>
                      <a:pt x="41" y="0"/>
                    </a:lnTo>
                    <a:lnTo>
                      <a:pt x="32" y="4"/>
                    </a:lnTo>
                    <a:lnTo>
                      <a:pt x="18" y="14"/>
                    </a:lnTo>
                    <a:lnTo>
                      <a:pt x="12" y="16"/>
                    </a:lnTo>
                    <a:lnTo>
                      <a:pt x="26" y="10"/>
                    </a:lnTo>
                    <a:lnTo>
                      <a:pt x="44" y="6"/>
                    </a:lnTo>
                    <a:lnTo>
                      <a:pt x="57" y="6"/>
                    </a:lnTo>
                    <a:lnTo>
                      <a:pt x="43" y="12"/>
                    </a:lnTo>
                    <a:lnTo>
                      <a:pt x="26" y="20"/>
                    </a:lnTo>
                    <a:lnTo>
                      <a:pt x="19" y="20"/>
                    </a:lnTo>
                    <a:lnTo>
                      <a:pt x="11" y="20"/>
                    </a:lnTo>
                    <a:lnTo>
                      <a:pt x="5" y="16"/>
                    </a:lnTo>
                    <a:lnTo>
                      <a:pt x="0" y="14"/>
                    </a:lnTo>
                    <a:lnTo>
                      <a:pt x="0" y="14"/>
                    </a:lnTo>
                  </a:path>
                </a:pathLst>
              </a:custGeom>
              <a:solidFill>
                <a:srgbClr val="004200"/>
              </a:solidFill>
              <a:ln w="9360">
                <a:solidFill>
                  <a:srgbClr val="000000"/>
                </a:solidFill>
                <a:round/>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979" name=""/>
              <p:cNvSpPr/>
              <p:nvPr/>
            </p:nvSpPr>
            <p:spPr>
              <a:xfrm>
                <a:off x="6576840" y="3238560"/>
                <a:ext cx="71640" cy="17280"/>
              </a:xfrm>
              <a:custGeom>
                <a:avLst/>
                <a:gdLst/>
                <a:ahLst/>
                <a:rect l="l" t="t" r="r" b="b"/>
                <a:pathLst>
                  <a:path w="45" h="11">
                    <a:moveTo>
                      <a:pt x="0" y="5"/>
                    </a:moveTo>
                    <a:lnTo>
                      <a:pt x="0" y="5"/>
                    </a:lnTo>
                    <a:lnTo>
                      <a:pt x="9" y="6"/>
                    </a:lnTo>
                    <a:lnTo>
                      <a:pt x="23" y="3"/>
                    </a:lnTo>
                    <a:lnTo>
                      <a:pt x="36" y="0"/>
                    </a:lnTo>
                    <a:lnTo>
                      <a:pt x="44" y="2"/>
                    </a:lnTo>
                    <a:lnTo>
                      <a:pt x="35" y="2"/>
                    </a:lnTo>
                    <a:lnTo>
                      <a:pt x="16" y="8"/>
                    </a:lnTo>
                    <a:lnTo>
                      <a:pt x="9" y="10"/>
                    </a:lnTo>
                    <a:lnTo>
                      <a:pt x="1" y="6"/>
                    </a:lnTo>
                    <a:lnTo>
                      <a:pt x="0" y="5"/>
                    </a:lnTo>
                    <a:lnTo>
                      <a:pt x="0" y="5"/>
                    </a:lnTo>
                  </a:path>
                </a:pathLst>
              </a:custGeom>
              <a:solidFill>
                <a:srgbClr val="004200"/>
              </a:solidFill>
              <a:ln w="9360">
                <a:solidFill>
                  <a:srgbClr val="000000"/>
                </a:solidFill>
                <a:round/>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980" name=""/>
              <p:cNvSpPr/>
              <p:nvPr/>
            </p:nvSpPr>
            <p:spPr>
              <a:xfrm>
                <a:off x="6377040" y="2855880"/>
                <a:ext cx="28440" cy="20520"/>
              </a:xfrm>
              <a:custGeom>
                <a:avLst/>
                <a:gdLst/>
                <a:ahLst/>
                <a:rect l="l" t="t" r="r" b="b"/>
                <a:pathLst>
                  <a:path w="18" h="13">
                    <a:moveTo>
                      <a:pt x="0" y="0"/>
                    </a:moveTo>
                    <a:lnTo>
                      <a:pt x="1" y="0"/>
                    </a:lnTo>
                    <a:lnTo>
                      <a:pt x="3" y="12"/>
                    </a:lnTo>
                    <a:lnTo>
                      <a:pt x="17" y="1"/>
                    </a:lnTo>
                  </a:path>
                </a:pathLst>
              </a:custGeom>
              <a:noFill/>
              <a:ln w="9360">
                <a:solidFill>
                  <a:srgbClr val="f1f1b4"/>
                </a:solidFill>
                <a:round/>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981" name=""/>
              <p:cNvSpPr/>
              <p:nvPr/>
            </p:nvSpPr>
            <p:spPr>
              <a:xfrm>
                <a:off x="6370560" y="2857680"/>
                <a:ext cx="30240" cy="15840"/>
              </a:xfrm>
              <a:custGeom>
                <a:avLst/>
                <a:gdLst/>
                <a:ahLst/>
                <a:rect l="l" t="t" r="r" b="b"/>
                <a:pathLst>
                  <a:path w="19" h="10">
                    <a:moveTo>
                      <a:pt x="0" y="8"/>
                    </a:moveTo>
                    <a:lnTo>
                      <a:pt x="11" y="0"/>
                    </a:lnTo>
                    <a:lnTo>
                      <a:pt x="18" y="9"/>
                    </a:lnTo>
                  </a:path>
                </a:pathLst>
              </a:custGeom>
              <a:noFill/>
              <a:ln w="9360">
                <a:solidFill>
                  <a:srgbClr val="f1f1b4"/>
                </a:solidFill>
                <a:round/>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982" name=""/>
              <p:cNvSpPr/>
              <p:nvPr/>
            </p:nvSpPr>
            <p:spPr>
              <a:xfrm>
                <a:off x="6383160" y="2882880"/>
                <a:ext cx="65160" cy="104760"/>
              </a:xfrm>
              <a:custGeom>
                <a:avLst/>
                <a:gdLst/>
                <a:ahLst/>
                <a:rect l="l" t="t" r="r" b="b"/>
                <a:pathLst>
                  <a:path w="41" h="66">
                    <a:moveTo>
                      <a:pt x="27" y="0"/>
                    </a:moveTo>
                    <a:lnTo>
                      <a:pt x="28" y="0"/>
                    </a:lnTo>
                    <a:lnTo>
                      <a:pt x="40" y="1"/>
                    </a:lnTo>
                    <a:lnTo>
                      <a:pt x="25" y="9"/>
                    </a:lnTo>
                    <a:lnTo>
                      <a:pt x="25" y="22"/>
                    </a:lnTo>
                    <a:lnTo>
                      <a:pt x="13" y="20"/>
                    </a:lnTo>
                    <a:lnTo>
                      <a:pt x="12" y="33"/>
                    </a:lnTo>
                    <a:lnTo>
                      <a:pt x="0" y="35"/>
                    </a:lnTo>
                    <a:lnTo>
                      <a:pt x="10" y="49"/>
                    </a:lnTo>
                    <a:lnTo>
                      <a:pt x="1" y="56"/>
                    </a:lnTo>
                    <a:lnTo>
                      <a:pt x="7" y="57"/>
                    </a:lnTo>
                    <a:lnTo>
                      <a:pt x="7" y="65"/>
                    </a:lnTo>
                  </a:path>
                </a:pathLst>
              </a:custGeom>
              <a:noFill/>
              <a:ln w="9360">
                <a:solidFill>
                  <a:srgbClr val="f1f1b4"/>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983" name=""/>
              <p:cNvSpPr/>
              <p:nvPr/>
            </p:nvSpPr>
            <p:spPr>
              <a:xfrm>
                <a:off x="6380280" y="2884320"/>
                <a:ext cx="58680" cy="84240"/>
              </a:xfrm>
              <a:custGeom>
                <a:avLst/>
                <a:gdLst/>
                <a:ahLst/>
                <a:rect l="l" t="t" r="r" b="b"/>
                <a:pathLst>
                  <a:path w="37" h="53">
                    <a:moveTo>
                      <a:pt x="28" y="0"/>
                    </a:moveTo>
                    <a:lnTo>
                      <a:pt x="36" y="15"/>
                    </a:lnTo>
                    <a:lnTo>
                      <a:pt x="21" y="13"/>
                    </a:lnTo>
                    <a:lnTo>
                      <a:pt x="20" y="29"/>
                    </a:lnTo>
                    <a:lnTo>
                      <a:pt x="6" y="26"/>
                    </a:lnTo>
                    <a:lnTo>
                      <a:pt x="12" y="38"/>
                    </a:lnTo>
                    <a:lnTo>
                      <a:pt x="0" y="45"/>
                    </a:lnTo>
                    <a:lnTo>
                      <a:pt x="8" y="52"/>
                    </a:lnTo>
                  </a:path>
                </a:pathLst>
              </a:custGeom>
              <a:noFill/>
              <a:ln w="9360">
                <a:solidFill>
                  <a:srgbClr val="f1f1b4"/>
                </a:solidFill>
                <a:round/>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984" name=""/>
              <p:cNvSpPr/>
              <p:nvPr/>
            </p:nvSpPr>
            <p:spPr>
              <a:xfrm>
                <a:off x="6318360" y="2909880"/>
                <a:ext cx="34920" cy="30240"/>
              </a:xfrm>
              <a:custGeom>
                <a:avLst/>
                <a:gdLst/>
                <a:ahLst/>
                <a:rect l="l" t="t" r="r" b="b"/>
                <a:pathLst>
                  <a:path w="22" h="19">
                    <a:moveTo>
                      <a:pt x="21" y="5"/>
                    </a:moveTo>
                    <a:lnTo>
                      <a:pt x="6" y="0"/>
                    </a:lnTo>
                    <a:lnTo>
                      <a:pt x="0" y="5"/>
                    </a:lnTo>
                    <a:lnTo>
                      <a:pt x="3" y="15"/>
                    </a:lnTo>
                    <a:lnTo>
                      <a:pt x="18" y="18"/>
                    </a:lnTo>
                    <a:lnTo>
                      <a:pt x="19" y="16"/>
                    </a:lnTo>
                    <a:lnTo>
                      <a:pt x="15" y="10"/>
                    </a:lnTo>
                    <a:lnTo>
                      <a:pt x="20" y="4"/>
                    </a:lnTo>
                    <a:lnTo>
                      <a:pt x="21" y="5"/>
                    </a:lnTo>
                    <a:lnTo>
                      <a:pt x="21" y="5"/>
                    </a:lnTo>
                  </a:path>
                </a:pathLst>
              </a:custGeom>
              <a:solidFill>
                <a:srgbClr val="e26200"/>
              </a:solidFill>
              <a:ln w="9360">
                <a:solidFill>
                  <a:srgbClr val="000000"/>
                </a:solidFill>
                <a:round/>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985" name=""/>
              <p:cNvSpPr/>
              <p:nvPr/>
            </p:nvSpPr>
            <p:spPr>
              <a:xfrm>
                <a:off x="6392880" y="2932200"/>
                <a:ext cx="69840" cy="87120"/>
              </a:xfrm>
              <a:custGeom>
                <a:avLst/>
                <a:gdLst/>
                <a:ahLst/>
                <a:rect l="l" t="t" r="r" b="b"/>
                <a:pathLst>
                  <a:path w="44" h="55">
                    <a:moveTo>
                      <a:pt x="12" y="0"/>
                    </a:moveTo>
                    <a:lnTo>
                      <a:pt x="3" y="10"/>
                    </a:lnTo>
                    <a:lnTo>
                      <a:pt x="0" y="23"/>
                    </a:lnTo>
                    <a:lnTo>
                      <a:pt x="5" y="35"/>
                    </a:lnTo>
                    <a:lnTo>
                      <a:pt x="13" y="39"/>
                    </a:lnTo>
                    <a:lnTo>
                      <a:pt x="29" y="39"/>
                    </a:lnTo>
                    <a:lnTo>
                      <a:pt x="32" y="42"/>
                    </a:lnTo>
                    <a:lnTo>
                      <a:pt x="28" y="45"/>
                    </a:lnTo>
                    <a:lnTo>
                      <a:pt x="34" y="54"/>
                    </a:lnTo>
                    <a:lnTo>
                      <a:pt x="43" y="43"/>
                    </a:lnTo>
                    <a:lnTo>
                      <a:pt x="41" y="31"/>
                    </a:lnTo>
                    <a:lnTo>
                      <a:pt x="33" y="26"/>
                    </a:lnTo>
                    <a:lnTo>
                      <a:pt x="19" y="25"/>
                    </a:lnTo>
                    <a:lnTo>
                      <a:pt x="8" y="23"/>
                    </a:lnTo>
                    <a:lnTo>
                      <a:pt x="5" y="15"/>
                    </a:lnTo>
                    <a:lnTo>
                      <a:pt x="5" y="7"/>
                    </a:lnTo>
                    <a:lnTo>
                      <a:pt x="12" y="0"/>
                    </a:lnTo>
                    <a:lnTo>
                      <a:pt x="12" y="0"/>
                    </a:lnTo>
                  </a:path>
                </a:pathLst>
              </a:custGeom>
              <a:solidFill>
                <a:srgbClr val="622100"/>
              </a:solidFill>
              <a:ln w="9360">
                <a:solidFill>
                  <a:srgbClr val="000000"/>
                </a:solidFill>
                <a:round/>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986" name=""/>
              <p:cNvSpPr/>
              <p:nvPr/>
            </p:nvSpPr>
            <p:spPr>
              <a:xfrm>
                <a:off x="6419880" y="2865600"/>
                <a:ext cx="30240" cy="60120"/>
              </a:xfrm>
              <a:custGeom>
                <a:avLst/>
                <a:gdLst/>
                <a:ahLst/>
                <a:rect l="l" t="t" r="r" b="b"/>
                <a:pathLst>
                  <a:path w="19" h="38">
                    <a:moveTo>
                      <a:pt x="2" y="3"/>
                    </a:moveTo>
                    <a:lnTo>
                      <a:pt x="10" y="8"/>
                    </a:lnTo>
                    <a:lnTo>
                      <a:pt x="11" y="16"/>
                    </a:lnTo>
                    <a:lnTo>
                      <a:pt x="8" y="27"/>
                    </a:lnTo>
                    <a:lnTo>
                      <a:pt x="0" y="37"/>
                    </a:lnTo>
                    <a:lnTo>
                      <a:pt x="16" y="23"/>
                    </a:lnTo>
                    <a:lnTo>
                      <a:pt x="18" y="10"/>
                    </a:lnTo>
                    <a:lnTo>
                      <a:pt x="15" y="3"/>
                    </a:lnTo>
                    <a:lnTo>
                      <a:pt x="10" y="0"/>
                    </a:lnTo>
                    <a:lnTo>
                      <a:pt x="1" y="3"/>
                    </a:lnTo>
                    <a:lnTo>
                      <a:pt x="2" y="3"/>
                    </a:lnTo>
                    <a:lnTo>
                      <a:pt x="2" y="3"/>
                    </a:lnTo>
                  </a:path>
                </a:pathLst>
              </a:custGeom>
              <a:solidFill>
                <a:srgbClr val="622100"/>
              </a:solidFill>
              <a:ln w="9360">
                <a:solidFill>
                  <a:srgbClr val="000000"/>
                </a:solidFill>
                <a:round/>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987" name=""/>
              <p:cNvSpPr/>
              <p:nvPr/>
            </p:nvSpPr>
            <p:spPr>
              <a:xfrm>
                <a:off x="6348240" y="2919240"/>
                <a:ext cx="52560" cy="115920"/>
              </a:xfrm>
              <a:custGeom>
                <a:avLst/>
                <a:gdLst/>
                <a:ahLst/>
                <a:rect l="l" t="t" r="r" b="b"/>
                <a:pathLst>
                  <a:path w="33" h="73">
                    <a:moveTo>
                      <a:pt x="32" y="64"/>
                    </a:moveTo>
                    <a:lnTo>
                      <a:pt x="21" y="72"/>
                    </a:lnTo>
                    <a:lnTo>
                      <a:pt x="25" y="60"/>
                    </a:lnTo>
                    <a:lnTo>
                      <a:pt x="18" y="60"/>
                    </a:lnTo>
                    <a:lnTo>
                      <a:pt x="23" y="52"/>
                    </a:lnTo>
                    <a:lnTo>
                      <a:pt x="14" y="53"/>
                    </a:lnTo>
                    <a:lnTo>
                      <a:pt x="20" y="44"/>
                    </a:lnTo>
                    <a:lnTo>
                      <a:pt x="10" y="48"/>
                    </a:lnTo>
                    <a:lnTo>
                      <a:pt x="13" y="39"/>
                    </a:lnTo>
                    <a:lnTo>
                      <a:pt x="7" y="47"/>
                    </a:lnTo>
                    <a:lnTo>
                      <a:pt x="11" y="35"/>
                    </a:lnTo>
                    <a:lnTo>
                      <a:pt x="1" y="40"/>
                    </a:lnTo>
                    <a:lnTo>
                      <a:pt x="10" y="34"/>
                    </a:lnTo>
                    <a:lnTo>
                      <a:pt x="0" y="35"/>
                    </a:lnTo>
                    <a:lnTo>
                      <a:pt x="11" y="29"/>
                    </a:lnTo>
                    <a:lnTo>
                      <a:pt x="1" y="29"/>
                    </a:lnTo>
                    <a:lnTo>
                      <a:pt x="11" y="23"/>
                    </a:lnTo>
                    <a:lnTo>
                      <a:pt x="4" y="23"/>
                    </a:lnTo>
                    <a:lnTo>
                      <a:pt x="11" y="16"/>
                    </a:lnTo>
                    <a:lnTo>
                      <a:pt x="5" y="17"/>
                    </a:lnTo>
                    <a:lnTo>
                      <a:pt x="12" y="10"/>
                    </a:lnTo>
                    <a:lnTo>
                      <a:pt x="4" y="12"/>
                    </a:lnTo>
                    <a:lnTo>
                      <a:pt x="7" y="4"/>
                    </a:lnTo>
                    <a:lnTo>
                      <a:pt x="1" y="9"/>
                    </a:lnTo>
                    <a:lnTo>
                      <a:pt x="4" y="0"/>
                    </a:lnTo>
                    <a:lnTo>
                      <a:pt x="1" y="6"/>
                    </a:lnTo>
                  </a:path>
                </a:pathLst>
              </a:custGeom>
              <a:noFill/>
              <a:ln w="9360">
                <a:solidFill>
                  <a:srgbClr val="f1f1b4"/>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988" name=""/>
              <p:cNvSpPr/>
              <p:nvPr/>
            </p:nvSpPr>
            <p:spPr>
              <a:xfrm rot="9420000">
                <a:off x="6325920" y="3011400"/>
                <a:ext cx="20520" cy="31680"/>
              </a:xfrm>
              <a:prstGeom prst="ellipse">
                <a:avLst/>
              </a:prstGeom>
              <a:solidFill>
                <a:srgbClr val="ff0000"/>
              </a:solidFill>
              <a:ln w="9360">
                <a:solidFill>
                  <a:srgbClr val="ff0000"/>
                </a:solidFill>
                <a:miter/>
              </a:ln>
            </p:spPr>
            <p:style>
              <a:lnRef idx="0"/>
              <a:fillRef idx="0"/>
              <a:effectRef idx="0"/>
              <a:fontRef idx="minor"/>
            </p:style>
            <p:txBody>
              <a:bodyPr wrap="none" lIns="90000" rIns="90000" tIns="-24480" bIns="-24480" anchor="ctr">
                <a:noAutofit/>
              </a:bodyPr>
              <a:p>
                <a:endParaRPr b="0" lang="en-IN" sz="2400" strike="noStrike" u="none">
                  <a:solidFill>
                    <a:srgbClr val="ffffff"/>
                  </a:solidFill>
                  <a:effectLst/>
                  <a:uFillTx/>
                  <a:latin typeface="Times New Roman"/>
                </a:endParaRPr>
              </a:p>
            </p:txBody>
          </p:sp>
          <p:sp>
            <p:nvSpPr>
              <p:cNvPr id="989" name=""/>
              <p:cNvSpPr/>
              <p:nvPr/>
            </p:nvSpPr>
            <p:spPr>
              <a:xfrm>
                <a:off x="6342120" y="3046320"/>
                <a:ext cx="9360" cy="648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1760" bIns="-41760" anchor="ctr">
                <a:noAutofit/>
              </a:bodyPr>
              <a:p>
                <a:endParaRPr b="0" lang="en-IN" sz="2400" strike="noStrike" u="none">
                  <a:solidFill>
                    <a:srgbClr val="ffffff"/>
                  </a:solidFill>
                  <a:effectLst/>
                  <a:uFillTx/>
                  <a:latin typeface="Times New Roman"/>
                </a:endParaRPr>
              </a:p>
            </p:txBody>
          </p:sp>
          <p:sp>
            <p:nvSpPr>
              <p:cNvPr id="990" name=""/>
              <p:cNvSpPr/>
              <p:nvPr/>
            </p:nvSpPr>
            <p:spPr>
              <a:xfrm>
                <a:off x="6338880" y="3057480"/>
                <a:ext cx="7920" cy="79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1040" bIns="-41040" anchor="ctr">
                <a:noAutofit/>
              </a:bodyPr>
              <a:p>
                <a:endParaRPr b="0" lang="en-IN" sz="2400" strike="noStrike" u="none">
                  <a:solidFill>
                    <a:srgbClr val="ffffff"/>
                  </a:solidFill>
                  <a:effectLst/>
                  <a:uFillTx/>
                  <a:latin typeface="Times New Roman"/>
                </a:endParaRPr>
              </a:p>
            </p:txBody>
          </p:sp>
          <p:sp>
            <p:nvSpPr>
              <p:cNvPr id="991" name=""/>
              <p:cNvSpPr/>
              <p:nvPr/>
            </p:nvSpPr>
            <p:spPr>
              <a:xfrm>
                <a:off x="6354720" y="3059280"/>
                <a:ext cx="3240" cy="6120"/>
              </a:xfrm>
              <a:prstGeom prst="ellipse">
                <a:avLst/>
              </a:prstGeom>
              <a:solidFill>
                <a:srgbClr val="00c200"/>
              </a:solidFill>
              <a:ln w="9360">
                <a:solidFill>
                  <a:srgbClr val="000000"/>
                </a:solidFill>
                <a:miter/>
              </a:ln>
            </p:spPr>
            <p:style>
              <a:lnRef idx="0"/>
              <a:fillRef idx="0"/>
              <a:effectRef idx="0"/>
              <a:fontRef idx="minor"/>
            </p:style>
            <p:txBody>
              <a:bodyPr wrap="none" lIns="90000" rIns="90000" tIns="-42120" bIns="-42120" anchor="ctr">
                <a:noAutofit/>
              </a:bodyPr>
              <a:p>
                <a:endParaRPr b="0" lang="en-IN" sz="2400" strike="noStrike" u="none">
                  <a:solidFill>
                    <a:srgbClr val="ffffff"/>
                  </a:solidFill>
                  <a:effectLst/>
                  <a:uFillTx/>
                  <a:latin typeface="Times New Roman"/>
                </a:endParaRPr>
              </a:p>
            </p:txBody>
          </p:sp>
          <p:sp>
            <p:nvSpPr>
              <p:cNvPr id="992" name=""/>
              <p:cNvSpPr/>
              <p:nvPr/>
            </p:nvSpPr>
            <p:spPr>
              <a:xfrm>
                <a:off x="6334200" y="2995560"/>
                <a:ext cx="7920" cy="15840"/>
              </a:xfrm>
              <a:prstGeom prst="ellipse">
                <a:avLst/>
              </a:prstGeom>
              <a:solidFill>
                <a:srgbClr val="ffc281"/>
              </a:solidFill>
              <a:ln w="9360">
                <a:solidFill>
                  <a:srgbClr val="ff0000"/>
                </a:solidFill>
                <a:miter/>
              </a:ln>
            </p:spPr>
            <p:style>
              <a:lnRef idx="0"/>
              <a:fillRef idx="0"/>
              <a:effectRef idx="0"/>
              <a:fontRef idx="minor"/>
            </p:style>
            <p:txBody>
              <a:bodyPr wrap="none" lIns="90000" rIns="90000" tIns="-35280" bIns="-35280" anchor="ctr">
                <a:noAutofit/>
              </a:bodyPr>
              <a:p>
                <a:endParaRPr b="0" lang="en-IN" sz="2400" strike="noStrike" u="none">
                  <a:solidFill>
                    <a:srgbClr val="ffffff"/>
                  </a:solidFill>
                  <a:effectLst/>
                  <a:uFillTx/>
                  <a:latin typeface="Times New Roman"/>
                </a:endParaRPr>
              </a:p>
            </p:txBody>
          </p:sp>
          <p:sp>
            <p:nvSpPr>
              <p:cNvPr id="993" name=""/>
              <p:cNvSpPr/>
              <p:nvPr/>
            </p:nvSpPr>
            <p:spPr>
              <a:xfrm>
                <a:off x="6311880" y="3011400"/>
                <a:ext cx="20520" cy="9720"/>
              </a:xfrm>
              <a:prstGeom prst="ellipse">
                <a:avLst/>
              </a:prstGeom>
              <a:solidFill>
                <a:srgbClr val="ffc281"/>
              </a:solidFill>
              <a:ln w="9360">
                <a:solidFill>
                  <a:srgbClr val="ff0000"/>
                </a:solidFill>
                <a:miter/>
              </a:ln>
            </p:spPr>
            <p:style>
              <a:lnRef idx="0"/>
              <a:fillRef idx="0"/>
              <a:effectRef idx="0"/>
              <a:fontRef idx="minor"/>
            </p:style>
            <p:txBody>
              <a:bodyPr wrap="none" lIns="90000" rIns="90000" tIns="-39960" bIns="-39960" anchor="ctr">
                <a:noAutofit/>
              </a:bodyPr>
              <a:p>
                <a:endParaRPr b="0" lang="en-IN" sz="2400" strike="noStrike" u="none">
                  <a:solidFill>
                    <a:srgbClr val="ffffff"/>
                  </a:solidFill>
                  <a:effectLst/>
                  <a:uFillTx/>
                  <a:latin typeface="Times New Roman"/>
                </a:endParaRPr>
              </a:p>
            </p:txBody>
          </p:sp>
          <p:sp>
            <p:nvSpPr>
              <p:cNvPr id="994" name=""/>
              <p:cNvSpPr/>
              <p:nvPr/>
            </p:nvSpPr>
            <p:spPr>
              <a:xfrm rot="8640000">
                <a:off x="6327360" y="2999880"/>
                <a:ext cx="7920" cy="19080"/>
              </a:xfrm>
              <a:prstGeom prst="ellipse">
                <a:avLst/>
              </a:prstGeom>
              <a:solidFill>
                <a:srgbClr val="ffc281"/>
              </a:solidFill>
              <a:ln w="9360">
                <a:solidFill>
                  <a:srgbClr val="ff0000"/>
                </a:solidFill>
                <a:miter/>
              </a:ln>
            </p:spPr>
            <p:style>
              <a:lnRef idx="0"/>
              <a:fillRef idx="0"/>
              <a:effectRef idx="0"/>
              <a:fontRef idx="minor"/>
            </p:style>
            <p:txBody>
              <a:bodyPr wrap="none" lIns="90000" rIns="90000" tIns="-32760" bIns="-32760" anchor="ctr">
                <a:noAutofit/>
              </a:bodyPr>
              <a:p>
                <a:endParaRPr b="0" lang="en-IN" sz="2400" strike="noStrike" u="none">
                  <a:solidFill>
                    <a:srgbClr val="ffffff"/>
                  </a:solidFill>
                  <a:effectLst/>
                  <a:uFillTx/>
                  <a:latin typeface="Times New Roman"/>
                </a:endParaRPr>
              </a:p>
            </p:txBody>
          </p:sp>
          <p:sp>
            <p:nvSpPr>
              <p:cNvPr id="995" name=""/>
              <p:cNvSpPr/>
              <p:nvPr/>
            </p:nvSpPr>
            <p:spPr>
              <a:xfrm>
                <a:off x="6311880" y="2979720"/>
                <a:ext cx="11160" cy="15840"/>
              </a:xfrm>
              <a:prstGeom prst="ellipse">
                <a:avLst/>
              </a:prstGeom>
              <a:solidFill>
                <a:srgbClr val="ffe118"/>
              </a:solidFill>
              <a:ln w="9360">
                <a:solidFill>
                  <a:srgbClr val="e26200"/>
                </a:solidFill>
                <a:miter/>
              </a:ln>
            </p:spPr>
            <p:style>
              <a:lnRef idx="0"/>
              <a:fillRef idx="0"/>
              <a:effectRef idx="0"/>
              <a:fontRef idx="minor"/>
            </p:style>
            <p:txBody>
              <a:bodyPr wrap="none" lIns="90000" rIns="90000" tIns="-35280" bIns="-35280" anchor="ctr">
                <a:noAutofit/>
              </a:bodyPr>
              <a:p>
                <a:endParaRPr b="0" lang="en-IN" sz="2400" strike="noStrike" u="none">
                  <a:solidFill>
                    <a:srgbClr val="ffffff"/>
                  </a:solidFill>
                  <a:effectLst/>
                  <a:uFillTx/>
                  <a:latin typeface="Times New Roman"/>
                </a:endParaRPr>
              </a:p>
            </p:txBody>
          </p:sp>
          <p:sp>
            <p:nvSpPr>
              <p:cNvPr id="996" name=""/>
              <p:cNvSpPr/>
              <p:nvPr/>
            </p:nvSpPr>
            <p:spPr>
              <a:xfrm>
                <a:off x="6415200" y="3063960"/>
                <a:ext cx="23760" cy="28440"/>
              </a:xfrm>
              <a:prstGeom prst="ellipse">
                <a:avLst/>
              </a:prstGeom>
              <a:solidFill>
                <a:srgbClr val="ffc281"/>
              </a:solidFill>
              <a:ln w="9360">
                <a:solidFill>
                  <a:srgbClr val="ff0000"/>
                </a:solidFill>
                <a:miter/>
              </a:ln>
            </p:spPr>
            <p:style>
              <a:lnRef idx="0"/>
              <a:fillRef idx="0"/>
              <a:effectRef idx="0"/>
              <a:fontRef idx="minor"/>
            </p:style>
            <p:txBody>
              <a:bodyPr wrap="none" lIns="90000" rIns="90000" tIns="-26280" bIns="-26280" anchor="ctr">
                <a:noAutofit/>
              </a:bodyPr>
              <a:p>
                <a:endParaRPr b="0" lang="en-IN" sz="2400" strike="noStrike" u="none">
                  <a:solidFill>
                    <a:srgbClr val="ffffff"/>
                  </a:solidFill>
                  <a:effectLst/>
                  <a:uFillTx/>
                  <a:latin typeface="Times New Roman"/>
                </a:endParaRPr>
              </a:p>
            </p:txBody>
          </p:sp>
          <p:sp>
            <p:nvSpPr>
              <p:cNvPr id="997" name=""/>
              <p:cNvSpPr/>
              <p:nvPr/>
            </p:nvSpPr>
            <p:spPr>
              <a:xfrm>
                <a:off x="6413400" y="3049560"/>
                <a:ext cx="33480" cy="23760"/>
              </a:xfrm>
              <a:custGeom>
                <a:avLst/>
                <a:gdLst/>
                <a:ahLst/>
                <a:rect l="l" t="t" r="r" b="b"/>
                <a:pathLst>
                  <a:path w="21" h="15">
                    <a:moveTo>
                      <a:pt x="4" y="9"/>
                    </a:moveTo>
                    <a:lnTo>
                      <a:pt x="10" y="9"/>
                    </a:lnTo>
                    <a:lnTo>
                      <a:pt x="16" y="14"/>
                    </a:lnTo>
                    <a:lnTo>
                      <a:pt x="20" y="6"/>
                    </a:lnTo>
                    <a:lnTo>
                      <a:pt x="16" y="6"/>
                    </a:lnTo>
                    <a:lnTo>
                      <a:pt x="19" y="2"/>
                    </a:lnTo>
                    <a:lnTo>
                      <a:pt x="14" y="5"/>
                    </a:lnTo>
                    <a:lnTo>
                      <a:pt x="14" y="0"/>
                    </a:lnTo>
                    <a:lnTo>
                      <a:pt x="7" y="0"/>
                    </a:lnTo>
                    <a:lnTo>
                      <a:pt x="9" y="5"/>
                    </a:lnTo>
                    <a:lnTo>
                      <a:pt x="7" y="5"/>
                    </a:lnTo>
                    <a:lnTo>
                      <a:pt x="6" y="0"/>
                    </a:lnTo>
                    <a:lnTo>
                      <a:pt x="0" y="4"/>
                    </a:lnTo>
                    <a:lnTo>
                      <a:pt x="3" y="10"/>
                    </a:lnTo>
                    <a:lnTo>
                      <a:pt x="4" y="9"/>
                    </a:lnTo>
                    <a:lnTo>
                      <a:pt x="4" y="9"/>
                    </a:lnTo>
                  </a:path>
                </a:pathLst>
              </a:custGeom>
              <a:solidFill>
                <a:srgbClr val="ffc281"/>
              </a:solidFill>
              <a:ln w="9360">
                <a:solidFill>
                  <a:srgbClr val="ff0000"/>
                </a:solidFill>
                <a:round/>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998" name=""/>
              <p:cNvSpPr/>
              <p:nvPr/>
            </p:nvSpPr>
            <p:spPr>
              <a:xfrm>
                <a:off x="6521400" y="3083040"/>
                <a:ext cx="20520" cy="21960"/>
              </a:xfrm>
              <a:custGeom>
                <a:avLst/>
                <a:gdLst/>
                <a:ahLst/>
                <a:rect l="l" t="t" r="r" b="b"/>
                <a:pathLst>
                  <a:path w="13" h="14">
                    <a:moveTo>
                      <a:pt x="10" y="3"/>
                    </a:moveTo>
                    <a:lnTo>
                      <a:pt x="11" y="3"/>
                    </a:lnTo>
                    <a:lnTo>
                      <a:pt x="0" y="6"/>
                    </a:lnTo>
                    <a:lnTo>
                      <a:pt x="0" y="11"/>
                    </a:lnTo>
                    <a:lnTo>
                      <a:pt x="3" y="13"/>
                    </a:lnTo>
                    <a:lnTo>
                      <a:pt x="6" y="9"/>
                    </a:lnTo>
                    <a:lnTo>
                      <a:pt x="11" y="9"/>
                    </a:lnTo>
                    <a:lnTo>
                      <a:pt x="12" y="0"/>
                    </a:lnTo>
                    <a:lnTo>
                      <a:pt x="10" y="3"/>
                    </a:lnTo>
                    <a:lnTo>
                      <a:pt x="10" y="3"/>
                    </a:lnTo>
                  </a:path>
                </a:pathLst>
              </a:custGeom>
              <a:solidFill>
                <a:srgbClr val="ffffff"/>
              </a:solidFill>
              <a:ln w="9360">
                <a:solidFill>
                  <a:srgbClr val="000000"/>
                </a:solidFill>
                <a:round/>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999" name=""/>
              <p:cNvSpPr/>
              <p:nvPr/>
            </p:nvSpPr>
            <p:spPr>
              <a:xfrm>
                <a:off x="6611760" y="3095640"/>
                <a:ext cx="17640" cy="25560"/>
              </a:xfrm>
              <a:custGeom>
                <a:avLst/>
                <a:gdLst/>
                <a:ahLst/>
                <a:rect l="l" t="t" r="r" b="b"/>
                <a:pathLst>
                  <a:path w="11" h="16">
                    <a:moveTo>
                      <a:pt x="4" y="0"/>
                    </a:moveTo>
                    <a:lnTo>
                      <a:pt x="10" y="6"/>
                    </a:lnTo>
                    <a:lnTo>
                      <a:pt x="8" y="14"/>
                    </a:lnTo>
                    <a:lnTo>
                      <a:pt x="0" y="15"/>
                    </a:lnTo>
                    <a:lnTo>
                      <a:pt x="4" y="9"/>
                    </a:lnTo>
                    <a:lnTo>
                      <a:pt x="0" y="5"/>
                    </a:lnTo>
                    <a:lnTo>
                      <a:pt x="6" y="2"/>
                    </a:lnTo>
                    <a:lnTo>
                      <a:pt x="4" y="0"/>
                    </a:lnTo>
                    <a:lnTo>
                      <a:pt x="4" y="0"/>
                    </a:lnTo>
                  </a:path>
                </a:pathLst>
              </a:custGeom>
              <a:solidFill>
                <a:srgbClr val="ffffff"/>
              </a:solidFill>
              <a:ln w="9360">
                <a:solidFill>
                  <a:srgbClr val="000000"/>
                </a:solidFill>
                <a:round/>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1000" name=""/>
              <p:cNvSpPr/>
              <p:nvPr/>
            </p:nvSpPr>
            <p:spPr>
              <a:xfrm>
                <a:off x="6532560" y="3100320"/>
                <a:ext cx="20520" cy="27000"/>
              </a:xfrm>
              <a:custGeom>
                <a:avLst/>
                <a:gdLst/>
                <a:ahLst/>
                <a:rect l="l" t="t" r="r" b="b"/>
                <a:pathLst>
                  <a:path w="13" h="17">
                    <a:moveTo>
                      <a:pt x="7" y="0"/>
                    </a:moveTo>
                    <a:lnTo>
                      <a:pt x="2" y="3"/>
                    </a:lnTo>
                    <a:lnTo>
                      <a:pt x="0" y="9"/>
                    </a:lnTo>
                    <a:lnTo>
                      <a:pt x="8" y="16"/>
                    </a:lnTo>
                    <a:lnTo>
                      <a:pt x="8" y="8"/>
                    </a:lnTo>
                    <a:lnTo>
                      <a:pt x="12" y="4"/>
                    </a:lnTo>
                    <a:lnTo>
                      <a:pt x="9" y="0"/>
                    </a:lnTo>
                    <a:lnTo>
                      <a:pt x="7" y="0"/>
                    </a:lnTo>
                    <a:lnTo>
                      <a:pt x="7" y="0"/>
                    </a:lnTo>
                  </a:path>
                </a:pathLst>
              </a:custGeom>
              <a:solidFill>
                <a:srgbClr val="ffffff"/>
              </a:solidFill>
              <a:ln w="9360">
                <a:solidFill>
                  <a:srgbClr val="000000"/>
                </a:solidFill>
                <a:round/>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1001" name=""/>
              <p:cNvSpPr/>
              <p:nvPr/>
            </p:nvSpPr>
            <p:spPr>
              <a:xfrm>
                <a:off x="6648480" y="3146400"/>
                <a:ext cx="84240" cy="71640"/>
              </a:xfrm>
              <a:custGeom>
                <a:avLst/>
                <a:gdLst/>
                <a:ahLst/>
                <a:rect l="l" t="t" r="r" b="b"/>
                <a:pathLst>
                  <a:path w="53" h="45">
                    <a:moveTo>
                      <a:pt x="0" y="44"/>
                    </a:moveTo>
                    <a:lnTo>
                      <a:pt x="13" y="32"/>
                    </a:lnTo>
                    <a:lnTo>
                      <a:pt x="15" y="22"/>
                    </a:lnTo>
                    <a:lnTo>
                      <a:pt x="20" y="15"/>
                    </a:lnTo>
                    <a:lnTo>
                      <a:pt x="30" y="5"/>
                    </a:lnTo>
                    <a:lnTo>
                      <a:pt x="32" y="0"/>
                    </a:lnTo>
                    <a:lnTo>
                      <a:pt x="27" y="15"/>
                    </a:lnTo>
                    <a:lnTo>
                      <a:pt x="15" y="26"/>
                    </a:lnTo>
                    <a:lnTo>
                      <a:pt x="15" y="32"/>
                    </a:lnTo>
                    <a:lnTo>
                      <a:pt x="29" y="16"/>
                    </a:lnTo>
                    <a:lnTo>
                      <a:pt x="44" y="7"/>
                    </a:lnTo>
                    <a:lnTo>
                      <a:pt x="52" y="4"/>
                    </a:lnTo>
                    <a:lnTo>
                      <a:pt x="29" y="24"/>
                    </a:lnTo>
                    <a:lnTo>
                      <a:pt x="15" y="32"/>
                    </a:lnTo>
                    <a:lnTo>
                      <a:pt x="11" y="35"/>
                    </a:lnTo>
                    <a:lnTo>
                      <a:pt x="0" y="44"/>
                    </a:lnTo>
                    <a:lnTo>
                      <a:pt x="0" y="44"/>
                    </a:lnTo>
                  </a:path>
                </a:pathLst>
              </a:custGeom>
              <a:solidFill>
                <a:srgbClr val="004200"/>
              </a:solidFill>
              <a:ln w="9360">
                <a:solidFill>
                  <a:srgbClr val="000000"/>
                </a:solidFill>
                <a:round/>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1002" name=""/>
              <p:cNvSpPr/>
              <p:nvPr/>
            </p:nvSpPr>
            <p:spPr>
              <a:xfrm>
                <a:off x="6669000" y="3173400"/>
                <a:ext cx="61920" cy="36360"/>
              </a:xfrm>
              <a:custGeom>
                <a:avLst/>
                <a:gdLst/>
                <a:ahLst/>
                <a:rect l="l" t="t" r="r" b="b"/>
                <a:pathLst>
                  <a:path w="39" h="23">
                    <a:moveTo>
                      <a:pt x="1" y="21"/>
                    </a:moveTo>
                    <a:lnTo>
                      <a:pt x="17" y="14"/>
                    </a:lnTo>
                    <a:lnTo>
                      <a:pt x="32" y="1"/>
                    </a:lnTo>
                    <a:lnTo>
                      <a:pt x="38" y="0"/>
                    </a:lnTo>
                    <a:lnTo>
                      <a:pt x="24" y="15"/>
                    </a:lnTo>
                    <a:lnTo>
                      <a:pt x="13" y="20"/>
                    </a:lnTo>
                    <a:lnTo>
                      <a:pt x="0" y="22"/>
                    </a:lnTo>
                    <a:lnTo>
                      <a:pt x="1" y="21"/>
                    </a:lnTo>
                    <a:lnTo>
                      <a:pt x="1" y="21"/>
                    </a:lnTo>
                  </a:path>
                </a:pathLst>
              </a:custGeom>
              <a:solidFill>
                <a:srgbClr val="004200"/>
              </a:solidFill>
              <a:ln w="9360">
                <a:solidFill>
                  <a:srgbClr val="000000"/>
                </a:solidFill>
                <a:round/>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1003" name=""/>
              <p:cNvSpPr/>
              <p:nvPr/>
            </p:nvSpPr>
            <p:spPr>
              <a:xfrm>
                <a:off x="6726240" y="3070080"/>
                <a:ext cx="47520" cy="93960"/>
              </a:xfrm>
              <a:custGeom>
                <a:avLst/>
                <a:gdLst/>
                <a:ahLst/>
                <a:rect l="l" t="t" r="r" b="b"/>
                <a:pathLst>
                  <a:path w="30" h="59">
                    <a:moveTo>
                      <a:pt x="0" y="58"/>
                    </a:moveTo>
                    <a:lnTo>
                      <a:pt x="5" y="45"/>
                    </a:lnTo>
                    <a:lnTo>
                      <a:pt x="5" y="29"/>
                    </a:lnTo>
                    <a:lnTo>
                      <a:pt x="5" y="19"/>
                    </a:lnTo>
                    <a:lnTo>
                      <a:pt x="11" y="9"/>
                    </a:lnTo>
                    <a:lnTo>
                      <a:pt x="22" y="3"/>
                    </a:lnTo>
                    <a:lnTo>
                      <a:pt x="11" y="18"/>
                    </a:lnTo>
                    <a:lnTo>
                      <a:pt x="7" y="29"/>
                    </a:lnTo>
                    <a:lnTo>
                      <a:pt x="8" y="44"/>
                    </a:lnTo>
                    <a:lnTo>
                      <a:pt x="11" y="29"/>
                    </a:lnTo>
                    <a:lnTo>
                      <a:pt x="18" y="15"/>
                    </a:lnTo>
                    <a:lnTo>
                      <a:pt x="24" y="4"/>
                    </a:lnTo>
                    <a:lnTo>
                      <a:pt x="29" y="0"/>
                    </a:lnTo>
                    <a:lnTo>
                      <a:pt x="20" y="23"/>
                    </a:lnTo>
                    <a:lnTo>
                      <a:pt x="8" y="43"/>
                    </a:lnTo>
                    <a:lnTo>
                      <a:pt x="4" y="50"/>
                    </a:lnTo>
                    <a:lnTo>
                      <a:pt x="0" y="58"/>
                    </a:lnTo>
                    <a:lnTo>
                      <a:pt x="0" y="58"/>
                    </a:lnTo>
                  </a:path>
                </a:pathLst>
              </a:custGeom>
              <a:solidFill>
                <a:srgbClr val="004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04" name=""/>
              <p:cNvSpPr/>
              <p:nvPr/>
            </p:nvSpPr>
            <p:spPr>
              <a:xfrm>
                <a:off x="6745320" y="3086280"/>
                <a:ext cx="44280" cy="55440"/>
              </a:xfrm>
              <a:custGeom>
                <a:avLst/>
                <a:gdLst/>
                <a:ahLst/>
                <a:rect l="l" t="t" r="r" b="b"/>
                <a:pathLst>
                  <a:path w="28" h="35">
                    <a:moveTo>
                      <a:pt x="0" y="34"/>
                    </a:moveTo>
                    <a:lnTo>
                      <a:pt x="13" y="16"/>
                    </a:lnTo>
                    <a:lnTo>
                      <a:pt x="19" y="4"/>
                    </a:lnTo>
                    <a:lnTo>
                      <a:pt x="27" y="0"/>
                    </a:lnTo>
                    <a:lnTo>
                      <a:pt x="16" y="16"/>
                    </a:lnTo>
                    <a:lnTo>
                      <a:pt x="11" y="28"/>
                    </a:lnTo>
                    <a:lnTo>
                      <a:pt x="0" y="32"/>
                    </a:lnTo>
                    <a:lnTo>
                      <a:pt x="0" y="34"/>
                    </a:lnTo>
                    <a:lnTo>
                      <a:pt x="0" y="34"/>
                    </a:lnTo>
                  </a:path>
                </a:pathLst>
              </a:custGeom>
              <a:solidFill>
                <a:srgbClr val="004200"/>
              </a:solidFill>
              <a:ln w="9360">
                <a:solidFill>
                  <a:srgbClr val="000000"/>
                </a:solidFill>
                <a:round/>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005" name=""/>
              <p:cNvSpPr/>
              <p:nvPr/>
            </p:nvSpPr>
            <p:spPr>
              <a:xfrm>
                <a:off x="6765840" y="3003480"/>
                <a:ext cx="14400" cy="63720"/>
              </a:xfrm>
              <a:custGeom>
                <a:avLst/>
                <a:gdLst/>
                <a:ahLst/>
                <a:rect l="l" t="t" r="r" b="b"/>
                <a:pathLst>
                  <a:path w="9" h="40">
                    <a:moveTo>
                      <a:pt x="6" y="39"/>
                    </a:moveTo>
                    <a:lnTo>
                      <a:pt x="7" y="29"/>
                    </a:lnTo>
                    <a:lnTo>
                      <a:pt x="0" y="17"/>
                    </a:lnTo>
                    <a:lnTo>
                      <a:pt x="0" y="11"/>
                    </a:lnTo>
                    <a:lnTo>
                      <a:pt x="1" y="0"/>
                    </a:lnTo>
                    <a:lnTo>
                      <a:pt x="3" y="14"/>
                    </a:lnTo>
                    <a:lnTo>
                      <a:pt x="8" y="24"/>
                    </a:lnTo>
                    <a:lnTo>
                      <a:pt x="7" y="34"/>
                    </a:lnTo>
                    <a:lnTo>
                      <a:pt x="6" y="39"/>
                    </a:lnTo>
                    <a:lnTo>
                      <a:pt x="6" y="39"/>
                    </a:lnTo>
                  </a:path>
                </a:pathLst>
              </a:custGeom>
              <a:solidFill>
                <a:srgbClr val="004200"/>
              </a:solidFill>
              <a:ln w="9360">
                <a:solidFill>
                  <a:srgbClr val="000000"/>
                </a:solidFill>
                <a:round/>
              </a:ln>
            </p:spPr>
            <p:style>
              <a:lnRef idx="0"/>
              <a:fillRef idx="0"/>
              <a:effectRef idx="0"/>
              <a:fontRef idx="minor"/>
            </p:style>
            <p:txBody>
              <a:bodyPr lIns="90000" rIns="90000" tIns="16920" bIns="16920" anchor="t">
                <a:noAutofit/>
              </a:bodyPr>
              <a:p>
                <a:endParaRPr b="0" lang="en-IN" sz="2400" strike="noStrike" u="none">
                  <a:solidFill>
                    <a:srgbClr val="ffffff"/>
                  </a:solidFill>
                  <a:effectLst/>
                  <a:uFillTx/>
                  <a:latin typeface="Times New Roman"/>
                </a:endParaRPr>
              </a:p>
            </p:txBody>
          </p:sp>
          <p:sp>
            <p:nvSpPr>
              <p:cNvPr id="1006" name=""/>
              <p:cNvSpPr/>
              <p:nvPr/>
            </p:nvSpPr>
            <p:spPr>
              <a:xfrm>
                <a:off x="6772320" y="2987640"/>
                <a:ext cx="33120" cy="82440"/>
              </a:xfrm>
              <a:custGeom>
                <a:avLst/>
                <a:gdLst/>
                <a:ahLst/>
                <a:rect l="l" t="t" r="r" b="b"/>
                <a:pathLst>
                  <a:path w="21" h="52">
                    <a:moveTo>
                      <a:pt x="0" y="49"/>
                    </a:moveTo>
                    <a:lnTo>
                      <a:pt x="4" y="30"/>
                    </a:lnTo>
                    <a:lnTo>
                      <a:pt x="4" y="15"/>
                    </a:lnTo>
                    <a:lnTo>
                      <a:pt x="10" y="4"/>
                    </a:lnTo>
                    <a:lnTo>
                      <a:pt x="11" y="0"/>
                    </a:lnTo>
                    <a:lnTo>
                      <a:pt x="13" y="12"/>
                    </a:lnTo>
                    <a:lnTo>
                      <a:pt x="8" y="26"/>
                    </a:lnTo>
                    <a:lnTo>
                      <a:pt x="8" y="37"/>
                    </a:lnTo>
                    <a:lnTo>
                      <a:pt x="13" y="28"/>
                    </a:lnTo>
                    <a:lnTo>
                      <a:pt x="13" y="17"/>
                    </a:lnTo>
                    <a:lnTo>
                      <a:pt x="17" y="8"/>
                    </a:lnTo>
                    <a:lnTo>
                      <a:pt x="20" y="8"/>
                    </a:lnTo>
                    <a:lnTo>
                      <a:pt x="19" y="23"/>
                    </a:lnTo>
                    <a:lnTo>
                      <a:pt x="15" y="33"/>
                    </a:lnTo>
                    <a:lnTo>
                      <a:pt x="5" y="43"/>
                    </a:lnTo>
                    <a:lnTo>
                      <a:pt x="2" y="51"/>
                    </a:lnTo>
                    <a:lnTo>
                      <a:pt x="0" y="49"/>
                    </a:lnTo>
                    <a:lnTo>
                      <a:pt x="0" y="49"/>
                    </a:lnTo>
                  </a:path>
                </a:pathLst>
              </a:custGeom>
              <a:solidFill>
                <a:srgbClr val="004200"/>
              </a:solidFill>
              <a:ln w="9360">
                <a:solidFill>
                  <a:srgbClr val="000000"/>
                </a:solidFill>
                <a:round/>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1007" name=""/>
              <p:cNvSpPr/>
              <p:nvPr/>
            </p:nvSpPr>
            <p:spPr>
              <a:xfrm>
                <a:off x="6645240" y="3187800"/>
                <a:ext cx="36720" cy="46080"/>
              </a:xfrm>
              <a:custGeom>
                <a:avLst/>
                <a:gdLst/>
                <a:ahLst/>
                <a:rect l="l" t="t" r="r" b="b"/>
                <a:pathLst>
                  <a:path w="23" h="29">
                    <a:moveTo>
                      <a:pt x="5" y="16"/>
                    </a:moveTo>
                    <a:lnTo>
                      <a:pt x="3" y="6"/>
                    </a:lnTo>
                    <a:lnTo>
                      <a:pt x="1" y="6"/>
                    </a:lnTo>
                    <a:lnTo>
                      <a:pt x="0" y="1"/>
                    </a:lnTo>
                    <a:lnTo>
                      <a:pt x="3" y="0"/>
                    </a:lnTo>
                    <a:lnTo>
                      <a:pt x="8" y="1"/>
                    </a:lnTo>
                    <a:lnTo>
                      <a:pt x="7" y="5"/>
                    </a:lnTo>
                    <a:lnTo>
                      <a:pt x="6" y="7"/>
                    </a:lnTo>
                    <a:lnTo>
                      <a:pt x="8" y="14"/>
                    </a:lnTo>
                    <a:lnTo>
                      <a:pt x="15" y="20"/>
                    </a:lnTo>
                    <a:lnTo>
                      <a:pt x="17" y="20"/>
                    </a:lnTo>
                    <a:lnTo>
                      <a:pt x="22" y="22"/>
                    </a:lnTo>
                    <a:lnTo>
                      <a:pt x="22" y="25"/>
                    </a:lnTo>
                    <a:lnTo>
                      <a:pt x="18" y="28"/>
                    </a:lnTo>
                    <a:lnTo>
                      <a:pt x="14" y="26"/>
                    </a:lnTo>
                    <a:lnTo>
                      <a:pt x="12" y="22"/>
                    </a:lnTo>
                    <a:lnTo>
                      <a:pt x="5" y="18"/>
                    </a:lnTo>
                    <a:lnTo>
                      <a:pt x="5" y="16"/>
                    </a:lnTo>
                    <a:lnTo>
                      <a:pt x="5" y="16"/>
                    </a:lnTo>
                  </a:path>
                </a:pathLst>
              </a:custGeom>
              <a:solidFill>
                <a:srgbClr val="ffff80"/>
              </a:solidFill>
              <a:ln w="9360">
                <a:solidFill>
                  <a:srgbClr val="000000"/>
                </a:solidFill>
                <a:round/>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1008" name=""/>
              <p:cNvSpPr/>
              <p:nvPr/>
            </p:nvSpPr>
            <p:spPr>
              <a:xfrm>
                <a:off x="6715080" y="3124080"/>
                <a:ext cx="44640" cy="39960"/>
              </a:xfrm>
              <a:custGeom>
                <a:avLst/>
                <a:gdLst/>
                <a:ahLst/>
                <a:rect l="l" t="t" r="r" b="b"/>
                <a:pathLst>
                  <a:path w="28" h="25">
                    <a:moveTo>
                      <a:pt x="13" y="14"/>
                    </a:moveTo>
                    <a:lnTo>
                      <a:pt x="7" y="8"/>
                    </a:lnTo>
                    <a:lnTo>
                      <a:pt x="7" y="4"/>
                    </a:lnTo>
                    <a:lnTo>
                      <a:pt x="5" y="0"/>
                    </a:lnTo>
                    <a:lnTo>
                      <a:pt x="0" y="3"/>
                    </a:lnTo>
                    <a:lnTo>
                      <a:pt x="0" y="7"/>
                    </a:lnTo>
                    <a:lnTo>
                      <a:pt x="5" y="9"/>
                    </a:lnTo>
                    <a:lnTo>
                      <a:pt x="11" y="17"/>
                    </a:lnTo>
                    <a:lnTo>
                      <a:pt x="19" y="20"/>
                    </a:lnTo>
                    <a:lnTo>
                      <a:pt x="19" y="21"/>
                    </a:lnTo>
                    <a:lnTo>
                      <a:pt x="22" y="24"/>
                    </a:lnTo>
                    <a:lnTo>
                      <a:pt x="27" y="22"/>
                    </a:lnTo>
                    <a:lnTo>
                      <a:pt x="27" y="17"/>
                    </a:lnTo>
                    <a:lnTo>
                      <a:pt x="24" y="16"/>
                    </a:lnTo>
                    <a:lnTo>
                      <a:pt x="19" y="19"/>
                    </a:lnTo>
                    <a:lnTo>
                      <a:pt x="12" y="16"/>
                    </a:lnTo>
                    <a:lnTo>
                      <a:pt x="13" y="14"/>
                    </a:lnTo>
                    <a:lnTo>
                      <a:pt x="13" y="14"/>
                    </a:lnTo>
                  </a:path>
                </a:pathLst>
              </a:custGeom>
              <a:solidFill>
                <a:srgbClr val="ffff80"/>
              </a:solidFill>
              <a:ln w="9360">
                <a:solidFill>
                  <a:srgbClr val="000000"/>
                </a:solidFill>
                <a:round/>
              </a:ln>
            </p:spPr>
            <p:style>
              <a:lnRef idx="0"/>
              <a:fillRef idx="0"/>
              <a:effectRef idx="0"/>
              <a:fontRef idx="minor"/>
            </p:style>
            <p:txBody>
              <a:bodyPr lIns="90000" rIns="90000" tIns="-6840" bIns="-6840" anchor="t">
                <a:noAutofit/>
              </a:bodyPr>
              <a:p>
                <a:endParaRPr b="0" lang="en-IN" sz="2400" strike="noStrike" u="none">
                  <a:solidFill>
                    <a:srgbClr val="ffffff"/>
                  </a:solidFill>
                  <a:effectLst/>
                  <a:uFillTx/>
                  <a:latin typeface="Times New Roman"/>
                </a:endParaRPr>
              </a:p>
            </p:txBody>
          </p:sp>
          <p:sp>
            <p:nvSpPr>
              <p:cNvPr id="1009" name=""/>
              <p:cNvSpPr/>
              <p:nvPr/>
            </p:nvSpPr>
            <p:spPr>
              <a:xfrm>
                <a:off x="6754680" y="3048120"/>
                <a:ext cx="49320" cy="20520"/>
              </a:xfrm>
              <a:custGeom>
                <a:avLst/>
                <a:gdLst/>
                <a:ahLst/>
                <a:rect l="l" t="t" r="r" b="b"/>
                <a:pathLst>
                  <a:path w="31" h="13">
                    <a:moveTo>
                      <a:pt x="22" y="6"/>
                    </a:moveTo>
                    <a:lnTo>
                      <a:pt x="14" y="8"/>
                    </a:lnTo>
                    <a:lnTo>
                      <a:pt x="7" y="5"/>
                    </a:lnTo>
                    <a:lnTo>
                      <a:pt x="7" y="1"/>
                    </a:lnTo>
                    <a:lnTo>
                      <a:pt x="4" y="0"/>
                    </a:lnTo>
                    <a:lnTo>
                      <a:pt x="0" y="1"/>
                    </a:lnTo>
                    <a:lnTo>
                      <a:pt x="2" y="6"/>
                    </a:lnTo>
                    <a:lnTo>
                      <a:pt x="7" y="7"/>
                    </a:lnTo>
                    <a:lnTo>
                      <a:pt x="14" y="12"/>
                    </a:lnTo>
                    <a:lnTo>
                      <a:pt x="24" y="9"/>
                    </a:lnTo>
                    <a:lnTo>
                      <a:pt x="27" y="11"/>
                    </a:lnTo>
                    <a:lnTo>
                      <a:pt x="30" y="9"/>
                    </a:lnTo>
                    <a:lnTo>
                      <a:pt x="27" y="5"/>
                    </a:lnTo>
                    <a:lnTo>
                      <a:pt x="24" y="5"/>
                    </a:lnTo>
                    <a:lnTo>
                      <a:pt x="22" y="6"/>
                    </a:lnTo>
                    <a:lnTo>
                      <a:pt x="22" y="6"/>
                    </a:lnTo>
                  </a:path>
                </a:pathLst>
              </a:custGeom>
              <a:solidFill>
                <a:srgbClr val="ffff80"/>
              </a:solidFill>
              <a:ln w="9360">
                <a:solidFill>
                  <a:srgbClr val="000000"/>
                </a:solidFill>
                <a:round/>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10" name=""/>
              <p:cNvSpPr/>
              <p:nvPr/>
            </p:nvSpPr>
            <p:spPr>
              <a:xfrm rot="14220000">
                <a:off x="6667200" y="3092400"/>
                <a:ext cx="20880" cy="29880"/>
              </a:xfrm>
              <a:prstGeom prst="ellipse">
                <a:avLst/>
              </a:prstGeom>
              <a:solidFill>
                <a:srgbClr val="ff0000"/>
              </a:solidFill>
              <a:ln w="9360">
                <a:solidFill>
                  <a:srgbClr val="ff0000"/>
                </a:solidFill>
                <a:miter/>
              </a:ln>
            </p:spPr>
            <p:style>
              <a:lnRef idx="0"/>
              <a:fillRef idx="0"/>
              <a:effectRef idx="0"/>
              <a:fontRef idx="minor"/>
            </p:style>
            <p:txBody>
              <a:bodyPr wrap="none" lIns="90000" rIns="90000" tIns="-25560" bIns="-25560" anchor="ctr">
                <a:noAutofit/>
              </a:bodyPr>
              <a:p>
                <a:endParaRPr b="0" lang="en-IN" sz="2400" strike="noStrike" u="none">
                  <a:solidFill>
                    <a:srgbClr val="ffffff"/>
                  </a:solidFill>
                  <a:effectLst/>
                  <a:uFillTx/>
                  <a:latin typeface="Times New Roman"/>
                </a:endParaRPr>
              </a:p>
            </p:txBody>
          </p:sp>
          <p:sp>
            <p:nvSpPr>
              <p:cNvPr id="1011" name=""/>
              <p:cNvSpPr/>
              <p:nvPr/>
            </p:nvSpPr>
            <p:spPr>
              <a:xfrm rot="15000000">
                <a:off x="6693840" y="3094920"/>
                <a:ext cx="11160" cy="14400"/>
              </a:xfrm>
              <a:prstGeom prst="ellipse">
                <a:avLst/>
              </a:prstGeom>
              <a:solidFill>
                <a:srgbClr val="ffc281"/>
              </a:solidFill>
              <a:ln w="9360">
                <a:solidFill>
                  <a:srgbClr val="ff0000"/>
                </a:solidFill>
                <a:miter/>
              </a:ln>
            </p:spPr>
            <p:style>
              <a:lnRef idx="0"/>
              <a:fillRef idx="0"/>
              <a:effectRef idx="0"/>
              <a:fontRef idx="minor"/>
            </p:style>
            <p:txBody>
              <a:bodyPr wrap="none" lIns="90000" rIns="90000" tIns="-36720" bIns="-36720" anchor="ctr">
                <a:noAutofit/>
              </a:bodyPr>
              <a:p>
                <a:endParaRPr b="0" lang="en-IN" sz="2400" strike="noStrike" u="none">
                  <a:solidFill>
                    <a:srgbClr val="ffffff"/>
                  </a:solidFill>
                  <a:effectLst/>
                  <a:uFillTx/>
                  <a:latin typeface="Times New Roman"/>
                </a:endParaRPr>
              </a:p>
            </p:txBody>
          </p:sp>
          <p:sp>
            <p:nvSpPr>
              <p:cNvPr id="1012" name=""/>
              <p:cNvSpPr/>
              <p:nvPr/>
            </p:nvSpPr>
            <p:spPr>
              <a:xfrm rot="15120000">
                <a:off x="6675480" y="3087360"/>
                <a:ext cx="19080" cy="9720"/>
              </a:xfrm>
              <a:prstGeom prst="ellipse">
                <a:avLst/>
              </a:prstGeom>
              <a:solidFill>
                <a:srgbClr val="ffc281"/>
              </a:solidFill>
              <a:ln w="9360">
                <a:solidFill>
                  <a:srgbClr val="ff0000"/>
                </a:solidFill>
                <a:miter/>
              </a:ln>
            </p:spPr>
            <p:style>
              <a:lnRef idx="0"/>
              <a:fillRef idx="0"/>
              <a:effectRef idx="0"/>
              <a:fontRef idx="minor"/>
            </p:style>
            <p:txBody>
              <a:bodyPr wrap="none" lIns="90000" rIns="90000" tIns="-39960" bIns="-39960" anchor="ctr">
                <a:noAutofit/>
              </a:bodyPr>
              <a:p>
                <a:endParaRPr b="0" lang="en-IN" sz="2400" strike="noStrike" u="none">
                  <a:solidFill>
                    <a:srgbClr val="ffffff"/>
                  </a:solidFill>
                  <a:effectLst/>
                  <a:uFillTx/>
                  <a:latin typeface="Times New Roman"/>
                </a:endParaRPr>
              </a:p>
            </p:txBody>
          </p:sp>
          <p:sp>
            <p:nvSpPr>
              <p:cNvPr id="1013" name=""/>
              <p:cNvSpPr/>
              <p:nvPr/>
            </p:nvSpPr>
            <p:spPr>
              <a:xfrm rot="13260000">
                <a:off x="6688080" y="3092040"/>
                <a:ext cx="7920" cy="12600"/>
              </a:xfrm>
              <a:prstGeom prst="ellipse">
                <a:avLst/>
              </a:prstGeom>
              <a:solidFill>
                <a:srgbClr val="ffc281"/>
              </a:solidFill>
              <a:ln w="9360">
                <a:solidFill>
                  <a:srgbClr val="ff0000"/>
                </a:solidFill>
                <a:miter/>
              </a:ln>
            </p:spPr>
            <p:style>
              <a:lnRef idx="0"/>
              <a:fillRef idx="0"/>
              <a:effectRef idx="0"/>
              <a:fontRef idx="minor"/>
            </p:style>
            <p:txBody>
              <a:bodyPr wrap="none" lIns="90000" rIns="90000" tIns="-37800" bIns="-37800" anchor="ctr">
                <a:noAutofit/>
              </a:bodyPr>
              <a:p>
                <a:endParaRPr b="0" lang="en-IN" sz="2400" strike="noStrike" u="none">
                  <a:solidFill>
                    <a:srgbClr val="ffffff"/>
                  </a:solidFill>
                  <a:effectLst/>
                  <a:uFillTx/>
                  <a:latin typeface="Times New Roman"/>
                </a:endParaRPr>
              </a:p>
            </p:txBody>
          </p:sp>
          <p:sp>
            <p:nvSpPr>
              <p:cNvPr id="1014" name=""/>
              <p:cNvSpPr/>
              <p:nvPr/>
            </p:nvSpPr>
            <p:spPr>
              <a:xfrm rot="15120000">
                <a:off x="6704280" y="3072600"/>
                <a:ext cx="14400" cy="15840"/>
              </a:xfrm>
              <a:prstGeom prst="ellipse">
                <a:avLst/>
              </a:prstGeom>
              <a:solidFill>
                <a:srgbClr val="ffe118"/>
              </a:solidFill>
              <a:ln w="9360">
                <a:solidFill>
                  <a:srgbClr val="e26200"/>
                </a:solidFill>
                <a:miter/>
              </a:ln>
            </p:spPr>
            <p:style>
              <a:lnRef idx="0"/>
              <a:fillRef idx="0"/>
              <a:effectRef idx="0"/>
              <a:fontRef idx="minor"/>
            </p:style>
            <p:txBody>
              <a:bodyPr wrap="none" lIns="90000" rIns="90000" tIns="-35280" bIns="-35280" anchor="ctr">
                <a:noAutofit/>
              </a:bodyPr>
              <a:p>
                <a:endParaRPr b="0" lang="en-IN" sz="2400" strike="noStrike" u="none">
                  <a:solidFill>
                    <a:srgbClr val="ffffff"/>
                  </a:solidFill>
                  <a:effectLst/>
                  <a:uFillTx/>
                  <a:latin typeface="Times New Roman"/>
                </a:endParaRPr>
              </a:p>
            </p:txBody>
          </p:sp>
          <p:sp>
            <p:nvSpPr>
              <p:cNvPr id="1015" name=""/>
              <p:cNvSpPr/>
              <p:nvPr/>
            </p:nvSpPr>
            <p:spPr>
              <a:xfrm>
                <a:off x="6507000" y="3151080"/>
                <a:ext cx="30240" cy="60480"/>
              </a:xfrm>
              <a:custGeom>
                <a:avLst/>
                <a:gdLst/>
                <a:ahLst/>
                <a:rect l="l" t="t" r="r" b="b"/>
                <a:pathLst>
                  <a:path w="19" h="38">
                    <a:moveTo>
                      <a:pt x="0" y="0"/>
                    </a:moveTo>
                    <a:lnTo>
                      <a:pt x="10" y="20"/>
                    </a:lnTo>
                    <a:lnTo>
                      <a:pt x="18" y="37"/>
                    </a:lnTo>
                  </a:path>
                </a:pathLst>
              </a:custGeom>
              <a:noFill/>
              <a:ln w="9360">
                <a:solidFill>
                  <a:srgbClr val="000000"/>
                </a:solidFill>
                <a:round/>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1016" name=""/>
              <p:cNvSpPr/>
              <p:nvPr/>
            </p:nvSpPr>
            <p:spPr>
              <a:xfrm>
                <a:off x="6519960" y="3151080"/>
                <a:ext cx="31680" cy="60480"/>
              </a:xfrm>
              <a:custGeom>
                <a:avLst/>
                <a:gdLst/>
                <a:ahLst/>
                <a:rect l="l" t="t" r="r" b="b"/>
                <a:pathLst>
                  <a:path w="20" h="38">
                    <a:moveTo>
                      <a:pt x="0" y="0"/>
                    </a:moveTo>
                    <a:lnTo>
                      <a:pt x="11" y="20"/>
                    </a:lnTo>
                    <a:lnTo>
                      <a:pt x="19" y="37"/>
                    </a:lnTo>
                  </a:path>
                </a:pathLst>
              </a:custGeom>
              <a:noFill/>
              <a:ln w="9360">
                <a:solidFill>
                  <a:srgbClr val="000000"/>
                </a:solidFill>
                <a:round/>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grpSp>
      </p:grpSp>
      <p:grpSp>
        <p:nvGrpSpPr>
          <p:cNvPr id="1017" name=""/>
          <p:cNvGrpSpPr/>
          <p:nvPr/>
        </p:nvGrpSpPr>
        <p:grpSpPr>
          <a:xfrm>
            <a:off x="6896160" y="6060960"/>
            <a:ext cx="2687400" cy="1355760"/>
            <a:chOff x="6896160" y="6060960"/>
            <a:chExt cx="2687400" cy="1355760"/>
          </a:xfrm>
        </p:grpSpPr>
        <p:sp>
          <p:nvSpPr>
            <p:cNvPr id="1018" name=""/>
            <p:cNvSpPr/>
            <p:nvPr/>
          </p:nvSpPr>
          <p:spPr>
            <a:xfrm flipV="1">
              <a:off x="6896160" y="6068160"/>
              <a:ext cx="2685960" cy="1341720"/>
            </a:xfrm>
            <a:prstGeom prst="roundRect">
              <a:avLst>
                <a:gd name="adj" fmla="val 0"/>
              </a:avLst>
            </a:prstGeom>
            <a:solidFill>
              <a:srgbClr val="ffffff"/>
            </a:solidFill>
            <a:ln w="0">
              <a:noFill/>
            </a:ln>
            <a:effectLst>
              <a:outerShdw dist="112005" dir="2700000" blurRad="0" rotWithShape="0">
                <a:srgbClr val="404040"/>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019" name=""/>
            <p:cNvSpPr/>
            <p:nvPr/>
          </p:nvSpPr>
          <p:spPr>
            <a:xfrm>
              <a:off x="7961400" y="6689880"/>
              <a:ext cx="1619280" cy="107640"/>
            </a:xfrm>
            <a:custGeom>
              <a:avLst/>
              <a:gdLst/>
              <a:ahLst/>
              <a:rect l="l" t="t" r="r" b="b"/>
              <a:pathLst>
                <a:path w="1020" h="68">
                  <a:moveTo>
                    <a:pt x="0" y="0"/>
                  </a:moveTo>
                  <a:lnTo>
                    <a:pt x="0" y="67"/>
                  </a:lnTo>
                  <a:lnTo>
                    <a:pt x="1019" y="67"/>
                  </a:lnTo>
                  <a:lnTo>
                    <a:pt x="1019" y="0"/>
                  </a:lnTo>
                  <a:lnTo>
                    <a:pt x="0" y="0"/>
                  </a:lnTo>
                  <a:lnTo>
                    <a:pt x="0" y="0"/>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20" name=""/>
            <p:cNvSpPr/>
            <p:nvPr/>
          </p:nvSpPr>
          <p:spPr>
            <a:xfrm>
              <a:off x="7961400" y="6480000"/>
              <a:ext cx="1619280" cy="108000"/>
            </a:xfrm>
            <a:custGeom>
              <a:avLst/>
              <a:gdLst/>
              <a:ahLst/>
              <a:rect l="l" t="t" r="r" b="b"/>
              <a:pathLst>
                <a:path w="1020" h="68">
                  <a:moveTo>
                    <a:pt x="0" y="0"/>
                  </a:moveTo>
                  <a:lnTo>
                    <a:pt x="0" y="67"/>
                  </a:lnTo>
                  <a:lnTo>
                    <a:pt x="1019" y="67"/>
                  </a:lnTo>
                  <a:lnTo>
                    <a:pt x="1019" y="0"/>
                  </a:lnTo>
                  <a:lnTo>
                    <a:pt x="0" y="0"/>
                  </a:lnTo>
                  <a:lnTo>
                    <a:pt x="0" y="0"/>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21" name=""/>
            <p:cNvSpPr/>
            <p:nvPr/>
          </p:nvSpPr>
          <p:spPr>
            <a:xfrm>
              <a:off x="7961400" y="6272280"/>
              <a:ext cx="1619280" cy="106200"/>
            </a:xfrm>
            <a:custGeom>
              <a:avLst/>
              <a:gdLst/>
              <a:ahLst/>
              <a:rect l="l" t="t" r="r" b="b"/>
              <a:pathLst>
                <a:path w="1020" h="67">
                  <a:moveTo>
                    <a:pt x="0" y="0"/>
                  </a:moveTo>
                  <a:lnTo>
                    <a:pt x="0" y="66"/>
                  </a:lnTo>
                  <a:lnTo>
                    <a:pt x="1019" y="66"/>
                  </a:lnTo>
                  <a:lnTo>
                    <a:pt x="1019" y="0"/>
                  </a:lnTo>
                  <a:lnTo>
                    <a:pt x="0" y="0"/>
                  </a:lnTo>
                  <a:lnTo>
                    <a:pt x="0" y="0"/>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22" name=""/>
            <p:cNvSpPr/>
            <p:nvPr/>
          </p:nvSpPr>
          <p:spPr>
            <a:xfrm>
              <a:off x="7961400" y="6060960"/>
              <a:ext cx="1619280" cy="109800"/>
            </a:xfrm>
            <a:custGeom>
              <a:avLst/>
              <a:gdLst/>
              <a:ahLst/>
              <a:rect l="l" t="t" r="r" b="b"/>
              <a:pathLst>
                <a:path w="1020" h="69">
                  <a:moveTo>
                    <a:pt x="0" y="0"/>
                  </a:moveTo>
                  <a:lnTo>
                    <a:pt x="0" y="68"/>
                  </a:lnTo>
                  <a:lnTo>
                    <a:pt x="1019" y="68"/>
                  </a:lnTo>
                  <a:lnTo>
                    <a:pt x="1019" y="0"/>
                  </a:lnTo>
                  <a:lnTo>
                    <a:pt x="0" y="0"/>
                  </a:lnTo>
                  <a:lnTo>
                    <a:pt x="0" y="0"/>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23" name=""/>
            <p:cNvSpPr/>
            <p:nvPr/>
          </p:nvSpPr>
          <p:spPr>
            <a:xfrm>
              <a:off x="6899400" y="7310520"/>
              <a:ext cx="2684160" cy="106200"/>
            </a:xfrm>
            <a:custGeom>
              <a:avLst/>
              <a:gdLst/>
              <a:ahLst/>
              <a:rect l="l" t="t" r="r" b="b"/>
              <a:pathLst>
                <a:path w="1691" h="67">
                  <a:moveTo>
                    <a:pt x="0" y="0"/>
                  </a:moveTo>
                  <a:lnTo>
                    <a:pt x="0" y="66"/>
                  </a:lnTo>
                  <a:lnTo>
                    <a:pt x="1690" y="66"/>
                  </a:lnTo>
                  <a:lnTo>
                    <a:pt x="1690" y="0"/>
                  </a:lnTo>
                  <a:lnTo>
                    <a:pt x="0" y="0"/>
                  </a:lnTo>
                  <a:lnTo>
                    <a:pt x="0" y="0"/>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24" name=""/>
            <p:cNvSpPr/>
            <p:nvPr/>
          </p:nvSpPr>
          <p:spPr>
            <a:xfrm>
              <a:off x="6899400" y="7104240"/>
              <a:ext cx="2684160" cy="107640"/>
            </a:xfrm>
            <a:custGeom>
              <a:avLst/>
              <a:gdLst/>
              <a:ahLst/>
              <a:rect l="l" t="t" r="r" b="b"/>
              <a:pathLst>
                <a:path w="1691" h="68">
                  <a:moveTo>
                    <a:pt x="0" y="0"/>
                  </a:moveTo>
                  <a:lnTo>
                    <a:pt x="0" y="67"/>
                  </a:lnTo>
                  <a:lnTo>
                    <a:pt x="1690" y="67"/>
                  </a:lnTo>
                  <a:lnTo>
                    <a:pt x="1690" y="0"/>
                  </a:lnTo>
                  <a:lnTo>
                    <a:pt x="0" y="0"/>
                  </a:lnTo>
                  <a:lnTo>
                    <a:pt x="0" y="0"/>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25" name=""/>
            <p:cNvSpPr/>
            <p:nvPr/>
          </p:nvSpPr>
          <p:spPr>
            <a:xfrm>
              <a:off x="6899400" y="6897600"/>
              <a:ext cx="2684160" cy="106560"/>
            </a:xfrm>
            <a:custGeom>
              <a:avLst/>
              <a:gdLst/>
              <a:ahLst/>
              <a:rect l="l" t="t" r="r" b="b"/>
              <a:pathLst>
                <a:path w="1691" h="67">
                  <a:moveTo>
                    <a:pt x="0" y="0"/>
                  </a:moveTo>
                  <a:lnTo>
                    <a:pt x="0" y="66"/>
                  </a:lnTo>
                  <a:lnTo>
                    <a:pt x="1690" y="66"/>
                  </a:lnTo>
                  <a:lnTo>
                    <a:pt x="1690" y="0"/>
                  </a:lnTo>
                  <a:lnTo>
                    <a:pt x="0" y="0"/>
                  </a:lnTo>
                  <a:lnTo>
                    <a:pt x="0" y="0"/>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26" name=""/>
            <p:cNvSpPr/>
            <p:nvPr/>
          </p:nvSpPr>
          <p:spPr>
            <a:xfrm flipV="1">
              <a:off x="6899400" y="6060960"/>
              <a:ext cx="2682720" cy="1355760"/>
            </a:xfrm>
            <a:prstGeom prst="roundRect">
              <a:avLst>
                <a:gd name="adj" fmla="val 0"/>
              </a:avLst>
            </a:prstGeom>
            <a:noFill/>
            <a:ln w="18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027" name=""/>
            <p:cNvGrpSpPr/>
            <p:nvPr/>
          </p:nvGrpSpPr>
          <p:grpSpPr>
            <a:xfrm>
              <a:off x="6900840" y="6060960"/>
              <a:ext cx="1071720" cy="735120"/>
              <a:chOff x="6900840" y="6060960"/>
              <a:chExt cx="1071720" cy="735120"/>
            </a:xfrm>
          </p:grpSpPr>
          <p:sp>
            <p:nvSpPr>
              <p:cNvPr id="1028" name=""/>
              <p:cNvSpPr/>
              <p:nvPr/>
            </p:nvSpPr>
            <p:spPr>
              <a:xfrm flipV="1">
                <a:off x="6900840" y="6060960"/>
                <a:ext cx="1071720" cy="735120"/>
              </a:xfrm>
              <a:prstGeom prst="roundRect">
                <a:avLst>
                  <a:gd name="adj" fmla="val 0"/>
                </a:avLst>
              </a:prstGeom>
              <a:solidFill>
                <a:srgbClr val="4000a2"/>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029" name=""/>
              <p:cNvSpPr/>
              <p:nvPr/>
            </p:nvSpPr>
            <p:spPr>
              <a:xfrm>
                <a:off x="6932520" y="6111720"/>
                <a:ext cx="81000" cy="73080"/>
              </a:xfrm>
              <a:custGeom>
                <a:avLst/>
                <a:gdLst/>
                <a:ahLst/>
                <a:rect l="l" t="t" r="r" b="b"/>
                <a:pathLst>
                  <a:path w="51" h="46">
                    <a:moveTo>
                      <a:pt x="24" y="0"/>
                    </a:moveTo>
                    <a:lnTo>
                      <a:pt x="29" y="16"/>
                    </a:lnTo>
                    <a:lnTo>
                      <a:pt x="50" y="16"/>
                    </a:lnTo>
                    <a:lnTo>
                      <a:pt x="33" y="28"/>
                    </a:lnTo>
                    <a:lnTo>
                      <a:pt x="38" y="45"/>
                    </a:lnTo>
                    <a:lnTo>
                      <a:pt x="24" y="35"/>
                    </a:lnTo>
                    <a:lnTo>
                      <a:pt x="9" y="45"/>
                    </a:lnTo>
                    <a:lnTo>
                      <a:pt x="14" y="28"/>
                    </a:lnTo>
                    <a:lnTo>
                      <a:pt x="0" y="17"/>
                    </a:lnTo>
                    <a:lnTo>
                      <a:pt x="18" y="17"/>
                    </a:lnTo>
                    <a:lnTo>
                      <a:pt x="18" y="16"/>
                    </a:lnTo>
                    <a:lnTo>
                      <a:pt x="24" y="0"/>
                    </a:lnTo>
                    <a:lnTo>
                      <a:pt x="24"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30" name=""/>
              <p:cNvSpPr/>
              <p:nvPr/>
            </p:nvSpPr>
            <p:spPr>
              <a:xfrm>
                <a:off x="7112160" y="6111720"/>
                <a:ext cx="82440" cy="73080"/>
              </a:xfrm>
              <a:custGeom>
                <a:avLst/>
                <a:gdLst/>
                <a:ahLst/>
                <a:rect l="l" t="t" r="r" b="b"/>
                <a:pathLst>
                  <a:path w="52" h="46">
                    <a:moveTo>
                      <a:pt x="25" y="0"/>
                    </a:moveTo>
                    <a:lnTo>
                      <a:pt x="31" y="16"/>
                    </a:lnTo>
                    <a:lnTo>
                      <a:pt x="51" y="16"/>
                    </a:lnTo>
                    <a:lnTo>
                      <a:pt x="34" y="28"/>
                    </a:lnTo>
                    <a:lnTo>
                      <a:pt x="41" y="45"/>
                    </a:lnTo>
                    <a:lnTo>
                      <a:pt x="25" y="35"/>
                    </a:lnTo>
                    <a:lnTo>
                      <a:pt x="9" y="45"/>
                    </a:lnTo>
                    <a:lnTo>
                      <a:pt x="15" y="28"/>
                    </a:lnTo>
                    <a:lnTo>
                      <a:pt x="0" y="17"/>
                    </a:lnTo>
                    <a:lnTo>
                      <a:pt x="18" y="17"/>
                    </a:lnTo>
                    <a:lnTo>
                      <a:pt x="18" y="16"/>
                    </a:lnTo>
                    <a:lnTo>
                      <a:pt x="25" y="0"/>
                    </a:lnTo>
                    <a:lnTo>
                      <a:pt x="25"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31" name=""/>
              <p:cNvSpPr/>
              <p:nvPr/>
            </p:nvSpPr>
            <p:spPr>
              <a:xfrm>
                <a:off x="7283520" y="6110280"/>
                <a:ext cx="82440" cy="73080"/>
              </a:xfrm>
              <a:custGeom>
                <a:avLst/>
                <a:gdLst/>
                <a:ahLst/>
                <a:rect l="l" t="t" r="r" b="b"/>
                <a:pathLst>
                  <a:path w="52" h="46">
                    <a:moveTo>
                      <a:pt x="25" y="0"/>
                    </a:moveTo>
                    <a:lnTo>
                      <a:pt x="31" y="17"/>
                    </a:lnTo>
                    <a:lnTo>
                      <a:pt x="51" y="17"/>
                    </a:lnTo>
                    <a:lnTo>
                      <a:pt x="35" y="28"/>
                    </a:lnTo>
                    <a:lnTo>
                      <a:pt x="41" y="45"/>
                    </a:lnTo>
                    <a:lnTo>
                      <a:pt x="25" y="35"/>
                    </a:lnTo>
                    <a:lnTo>
                      <a:pt x="9" y="45"/>
                    </a:lnTo>
                    <a:lnTo>
                      <a:pt x="15" y="28"/>
                    </a:lnTo>
                    <a:lnTo>
                      <a:pt x="0" y="17"/>
                    </a:lnTo>
                    <a:lnTo>
                      <a:pt x="20" y="17"/>
                    </a:lnTo>
                    <a:lnTo>
                      <a:pt x="20" y="17"/>
                    </a:lnTo>
                    <a:lnTo>
                      <a:pt x="25" y="0"/>
                    </a:lnTo>
                    <a:lnTo>
                      <a:pt x="25"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32" name=""/>
              <p:cNvSpPr/>
              <p:nvPr/>
            </p:nvSpPr>
            <p:spPr>
              <a:xfrm>
                <a:off x="7481880" y="6113520"/>
                <a:ext cx="82440" cy="71280"/>
              </a:xfrm>
              <a:custGeom>
                <a:avLst/>
                <a:gdLst/>
                <a:ahLst/>
                <a:rect l="l" t="t" r="r" b="b"/>
                <a:pathLst>
                  <a:path w="52" h="45">
                    <a:moveTo>
                      <a:pt x="24" y="0"/>
                    </a:moveTo>
                    <a:lnTo>
                      <a:pt x="30" y="16"/>
                    </a:lnTo>
                    <a:lnTo>
                      <a:pt x="51" y="16"/>
                    </a:lnTo>
                    <a:lnTo>
                      <a:pt x="34" y="27"/>
                    </a:lnTo>
                    <a:lnTo>
                      <a:pt x="41" y="44"/>
                    </a:lnTo>
                    <a:lnTo>
                      <a:pt x="24" y="34"/>
                    </a:lnTo>
                    <a:lnTo>
                      <a:pt x="8" y="44"/>
                    </a:lnTo>
                    <a:lnTo>
                      <a:pt x="15" y="27"/>
                    </a:lnTo>
                    <a:lnTo>
                      <a:pt x="0" y="16"/>
                    </a:lnTo>
                    <a:lnTo>
                      <a:pt x="18" y="16"/>
                    </a:lnTo>
                    <a:lnTo>
                      <a:pt x="18" y="16"/>
                    </a:lnTo>
                    <a:lnTo>
                      <a:pt x="24" y="0"/>
                    </a:lnTo>
                    <a:lnTo>
                      <a:pt x="24" y="0"/>
                    </a:lnTo>
                  </a:path>
                </a:pathLst>
              </a:custGeom>
              <a:solidFill>
                <a:srgbClr val="ffffff"/>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1033" name=""/>
              <p:cNvSpPr/>
              <p:nvPr/>
            </p:nvSpPr>
            <p:spPr>
              <a:xfrm>
                <a:off x="7659720" y="6111720"/>
                <a:ext cx="84240" cy="73080"/>
              </a:xfrm>
              <a:custGeom>
                <a:avLst/>
                <a:gdLst/>
                <a:ahLst/>
                <a:rect l="l" t="t" r="r" b="b"/>
                <a:pathLst>
                  <a:path w="53" h="46">
                    <a:moveTo>
                      <a:pt x="26" y="0"/>
                    </a:moveTo>
                    <a:lnTo>
                      <a:pt x="32" y="16"/>
                    </a:lnTo>
                    <a:lnTo>
                      <a:pt x="52" y="16"/>
                    </a:lnTo>
                    <a:lnTo>
                      <a:pt x="36" y="28"/>
                    </a:lnTo>
                    <a:lnTo>
                      <a:pt x="43" y="45"/>
                    </a:lnTo>
                    <a:lnTo>
                      <a:pt x="26" y="35"/>
                    </a:lnTo>
                    <a:lnTo>
                      <a:pt x="11" y="45"/>
                    </a:lnTo>
                    <a:lnTo>
                      <a:pt x="17" y="28"/>
                    </a:lnTo>
                    <a:lnTo>
                      <a:pt x="0" y="17"/>
                    </a:lnTo>
                    <a:lnTo>
                      <a:pt x="22" y="17"/>
                    </a:lnTo>
                    <a:lnTo>
                      <a:pt x="22" y="16"/>
                    </a:lnTo>
                    <a:lnTo>
                      <a:pt x="26" y="0"/>
                    </a:lnTo>
                    <a:lnTo>
                      <a:pt x="26"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34" name=""/>
              <p:cNvSpPr/>
              <p:nvPr/>
            </p:nvSpPr>
            <p:spPr>
              <a:xfrm>
                <a:off x="7850160" y="6110280"/>
                <a:ext cx="81000" cy="73080"/>
              </a:xfrm>
              <a:custGeom>
                <a:avLst/>
                <a:gdLst/>
                <a:ahLst/>
                <a:rect l="l" t="t" r="r" b="b"/>
                <a:pathLst>
                  <a:path w="51" h="46">
                    <a:moveTo>
                      <a:pt x="25" y="0"/>
                    </a:moveTo>
                    <a:lnTo>
                      <a:pt x="32" y="17"/>
                    </a:lnTo>
                    <a:lnTo>
                      <a:pt x="50" y="17"/>
                    </a:lnTo>
                    <a:lnTo>
                      <a:pt x="36" y="28"/>
                    </a:lnTo>
                    <a:lnTo>
                      <a:pt x="41" y="45"/>
                    </a:lnTo>
                    <a:lnTo>
                      <a:pt x="25" y="35"/>
                    </a:lnTo>
                    <a:lnTo>
                      <a:pt x="10" y="45"/>
                    </a:lnTo>
                    <a:lnTo>
                      <a:pt x="15" y="28"/>
                    </a:lnTo>
                    <a:lnTo>
                      <a:pt x="0" y="17"/>
                    </a:lnTo>
                    <a:lnTo>
                      <a:pt x="19" y="17"/>
                    </a:lnTo>
                    <a:lnTo>
                      <a:pt x="19" y="17"/>
                    </a:lnTo>
                    <a:lnTo>
                      <a:pt x="25" y="0"/>
                    </a:lnTo>
                    <a:lnTo>
                      <a:pt x="25"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35" name=""/>
              <p:cNvSpPr/>
              <p:nvPr/>
            </p:nvSpPr>
            <p:spPr>
              <a:xfrm>
                <a:off x="7027920" y="6184800"/>
                <a:ext cx="82440" cy="73080"/>
              </a:xfrm>
              <a:custGeom>
                <a:avLst/>
                <a:gdLst/>
                <a:ahLst/>
                <a:rect l="l" t="t" r="r" b="b"/>
                <a:pathLst>
                  <a:path w="52" h="46">
                    <a:moveTo>
                      <a:pt x="25" y="0"/>
                    </a:moveTo>
                    <a:lnTo>
                      <a:pt x="31" y="17"/>
                    </a:lnTo>
                    <a:lnTo>
                      <a:pt x="51" y="17"/>
                    </a:lnTo>
                    <a:lnTo>
                      <a:pt x="35" y="29"/>
                    </a:lnTo>
                    <a:lnTo>
                      <a:pt x="41" y="45"/>
                    </a:lnTo>
                    <a:lnTo>
                      <a:pt x="25" y="34"/>
                    </a:lnTo>
                    <a:lnTo>
                      <a:pt x="8" y="45"/>
                    </a:lnTo>
                    <a:lnTo>
                      <a:pt x="15" y="29"/>
                    </a:lnTo>
                    <a:lnTo>
                      <a:pt x="0" y="17"/>
                    </a:lnTo>
                    <a:lnTo>
                      <a:pt x="18" y="17"/>
                    </a:lnTo>
                    <a:lnTo>
                      <a:pt x="18" y="17"/>
                    </a:lnTo>
                    <a:lnTo>
                      <a:pt x="25" y="0"/>
                    </a:lnTo>
                    <a:lnTo>
                      <a:pt x="25"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36" name=""/>
              <p:cNvSpPr/>
              <p:nvPr/>
            </p:nvSpPr>
            <p:spPr>
              <a:xfrm>
                <a:off x="7202520" y="6184800"/>
                <a:ext cx="82440" cy="73080"/>
              </a:xfrm>
              <a:custGeom>
                <a:avLst/>
                <a:gdLst/>
                <a:ahLst/>
                <a:rect l="l" t="t" r="r" b="b"/>
                <a:pathLst>
                  <a:path w="52" h="46">
                    <a:moveTo>
                      <a:pt x="25" y="0"/>
                    </a:moveTo>
                    <a:lnTo>
                      <a:pt x="31" y="17"/>
                    </a:lnTo>
                    <a:lnTo>
                      <a:pt x="51" y="17"/>
                    </a:lnTo>
                    <a:lnTo>
                      <a:pt x="36" y="29"/>
                    </a:lnTo>
                    <a:lnTo>
                      <a:pt x="42" y="45"/>
                    </a:lnTo>
                    <a:lnTo>
                      <a:pt x="25" y="34"/>
                    </a:lnTo>
                    <a:lnTo>
                      <a:pt x="10" y="45"/>
                    </a:lnTo>
                    <a:lnTo>
                      <a:pt x="17" y="29"/>
                    </a:lnTo>
                    <a:lnTo>
                      <a:pt x="0" y="17"/>
                    </a:lnTo>
                    <a:lnTo>
                      <a:pt x="20" y="17"/>
                    </a:lnTo>
                    <a:lnTo>
                      <a:pt x="20" y="17"/>
                    </a:lnTo>
                    <a:lnTo>
                      <a:pt x="25" y="0"/>
                    </a:lnTo>
                    <a:lnTo>
                      <a:pt x="25"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37" name=""/>
              <p:cNvSpPr/>
              <p:nvPr/>
            </p:nvSpPr>
            <p:spPr>
              <a:xfrm>
                <a:off x="7383600" y="6188040"/>
                <a:ext cx="83880" cy="71640"/>
              </a:xfrm>
              <a:custGeom>
                <a:avLst/>
                <a:gdLst/>
                <a:ahLst/>
                <a:rect l="l" t="t" r="r" b="b"/>
                <a:pathLst>
                  <a:path w="53" h="45">
                    <a:moveTo>
                      <a:pt x="25" y="0"/>
                    </a:moveTo>
                    <a:lnTo>
                      <a:pt x="32" y="17"/>
                    </a:lnTo>
                    <a:lnTo>
                      <a:pt x="52" y="17"/>
                    </a:lnTo>
                    <a:lnTo>
                      <a:pt x="36" y="28"/>
                    </a:lnTo>
                    <a:lnTo>
                      <a:pt x="42" y="44"/>
                    </a:lnTo>
                    <a:lnTo>
                      <a:pt x="25" y="35"/>
                    </a:lnTo>
                    <a:lnTo>
                      <a:pt x="10" y="44"/>
                    </a:lnTo>
                    <a:lnTo>
                      <a:pt x="16" y="28"/>
                    </a:lnTo>
                    <a:lnTo>
                      <a:pt x="0" y="17"/>
                    </a:lnTo>
                    <a:lnTo>
                      <a:pt x="19" y="17"/>
                    </a:lnTo>
                    <a:lnTo>
                      <a:pt x="19" y="17"/>
                    </a:lnTo>
                    <a:lnTo>
                      <a:pt x="25" y="0"/>
                    </a:lnTo>
                    <a:lnTo>
                      <a:pt x="25" y="0"/>
                    </a:lnTo>
                  </a:path>
                </a:pathLst>
              </a:custGeom>
              <a:solidFill>
                <a:srgbClr val="ffffff"/>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1038" name=""/>
              <p:cNvSpPr/>
              <p:nvPr/>
            </p:nvSpPr>
            <p:spPr>
              <a:xfrm>
                <a:off x="7574040" y="6186600"/>
                <a:ext cx="84240" cy="71280"/>
              </a:xfrm>
              <a:custGeom>
                <a:avLst/>
                <a:gdLst/>
                <a:ahLst/>
                <a:rect l="l" t="t" r="r" b="b"/>
                <a:pathLst>
                  <a:path w="53" h="45">
                    <a:moveTo>
                      <a:pt x="25" y="0"/>
                    </a:moveTo>
                    <a:lnTo>
                      <a:pt x="30" y="16"/>
                    </a:lnTo>
                    <a:lnTo>
                      <a:pt x="52" y="16"/>
                    </a:lnTo>
                    <a:lnTo>
                      <a:pt x="35" y="28"/>
                    </a:lnTo>
                    <a:lnTo>
                      <a:pt x="41" y="44"/>
                    </a:lnTo>
                    <a:lnTo>
                      <a:pt x="25" y="34"/>
                    </a:lnTo>
                    <a:lnTo>
                      <a:pt x="9" y="44"/>
                    </a:lnTo>
                    <a:lnTo>
                      <a:pt x="15" y="28"/>
                    </a:lnTo>
                    <a:lnTo>
                      <a:pt x="0" y="16"/>
                    </a:lnTo>
                    <a:lnTo>
                      <a:pt x="18" y="16"/>
                    </a:lnTo>
                    <a:lnTo>
                      <a:pt x="18" y="16"/>
                    </a:lnTo>
                    <a:lnTo>
                      <a:pt x="25" y="0"/>
                    </a:lnTo>
                    <a:lnTo>
                      <a:pt x="25" y="0"/>
                    </a:lnTo>
                  </a:path>
                </a:pathLst>
              </a:custGeom>
              <a:solidFill>
                <a:srgbClr val="ffffff"/>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1039" name=""/>
              <p:cNvSpPr/>
              <p:nvPr/>
            </p:nvSpPr>
            <p:spPr>
              <a:xfrm>
                <a:off x="7758000" y="6183360"/>
                <a:ext cx="79560" cy="68040"/>
              </a:xfrm>
              <a:custGeom>
                <a:avLst/>
                <a:gdLst/>
                <a:ahLst/>
                <a:rect l="l" t="t" r="r" b="b"/>
                <a:pathLst>
                  <a:path w="50" h="43">
                    <a:moveTo>
                      <a:pt x="25" y="0"/>
                    </a:moveTo>
                    <a:lnTo>
                      <a:pt x="30" y="17"/>
                    </a:lnTo>
                    <a:lnTo>
                      <a:pt x="49" y="17"/>
                    </a:lnTo>
                    <a:lnTo>
                      <a:pt x="34" y="27"/>
                    </a:lnTo>
                    <a:lnTo>
                      <a:pt x="41" y="42"/>
                    </a:lnTo>
                    <a:lnTo>
                      <a:pt x="25" y="34"/>
                    </a:lnTo>
                    <a:lnTo>
                      <a:pt x="9" y="42"/>
                    </a:lnTo>
                    <a:lnTo>
                      <a:pt x="16" y="27"/>
                    </a:lnTo>
                    <a:lnTo>
                      <a:pt x="0" y="17"/>
                    </a:lnTo>
                    <a:lnTo>
                      <a:pt x="19" y="17"/>
                    </a:lnTo>
                    <a:lnTo>
                      <a:pt x="19" y="17"/>
                    </a:lnTo>
                    <a:lnTo>
                      <a:pt x="25" y="0"/>
                    </a:lnTo>
                    <a:lnTo>
                      <a:pt x="25" y="0"/>
                    </a:lnTo>
                  </a:path>
                </a:pathLst>
              </a:custGeom>
              <a:solidFill>
                <a:srgbClr val="ffffff"/>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1040" name=""/>
              <p:cNvSpPr/>
              <p:nvPr/>
            </p:nvSpPr>
            <p:spPr>
              <a:xfrm>
                <a:off x="7027920" y="6319800"/>
                <a:ext cx="82440" cy="69840"/>
              </a:xfrm>
              <a:custGeom>
                <a:avLst/>
                <a:gdLst/>
                <a:ahLst/>
                <a:rect l="l" t="t" r="r" b="b"/>
                <a:pathLst>
                  <a:path w="52" h="44">
                    <a:moveTo>
                      <a:pt x="26" y="0"/>
                    </a:moveTo>
                    <a:lnTo>
                      <a:pt x="31" y="15"/>
                    </a:lnTo>
                    <a:lnTo>
                      <a:pt x="51" y="15"/>
                    </a:lnTo>
                    <a:lnTo>
                      <a:pt x="35" y="27"/>
                    </a:lnTo>
                    <a:lnTo>
                      <a:pt x="41" y="43"/>
                    </a:lnTo>
                    <a:lnTo>
                      <a:pt x="26" y="35"/>
                    </a:lnTo>
                    <a:lnTo>
                      <a:pt x="9" y="43"/>
                    </a:lnTo>
                    <a:lnTo>
                      <a:pt x="16" y="27"/>
                    </a:lnTo>
                    <a:lnTo>
                      <a:pt x="0" y="16"/>
                    </a:lnTo>
                    <a:lnTo>
                      <a:pt x="19" y="16"/>
                    </a:lnTo>
                    <a:lnTo>
                      <a:pt x="19" y="15"/>
                    </a:lnTo>
                    <a:lnTo>
                      <a:pt x="26" y="0"/>
                    </a:lnTo>
                    <a:lnTo>
                      <a:pt x="26" y="0"/>
                    </a:lnTo>
                  </a:path>
                </a:pathLst>
              </a:custGeom>
              <a:solidFill>
                <a:srgbClr val="ffffff"/>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1041" name=""/>
              <p:cNvSpPr/>
              <p:nvPr/>
            </p:nvSpPr>
            <p:spPr>
              <a:xfrm>
                <a:off x="7202520" y="6319800"/>
                <a:ext cx="84240" cy="69840"/>
              </a:xfrm>
              <a:custGeom>
                <a:avLst/>
                <a:gdLst/>
                <a:ahLst/>
                <a:rect l="l" t="t" r="r" b="b"/>
                <a:pathLst>
                  <a:path w="53" h="44">
                    <a:moveTo>
                      <a:pt x="25" y="0"/>
                    </a:moveTo>
                    <a:lnTo>
                      <a:pt x="31" y="15"/>
                    </a:lnTo>
                    <a:lnTo>
                      <a:pt x="52" y="15"/>
                    </a:lnTo>
                    <a:lnTo>
                      <a:pt x="36" y="27"/>
                    </a:lnTo>
                    <a:lnTo>
                      <a:pt x="42" y="43"/>
                    </a:lnTo>
                    <a:lnTo>
                      <a:pt x="25" y="35"/>
                    </a:lnTo>
                    <a:lnTo>
                      <a:pt x="11" y="43"/>
                    </a:lnTo>
                    <a:lnTo>
                      <a:pt x="17" y="27"/>
                    </a:lnTo>
                    <a:lnTo>
                      <a:pt x="0" y="16"/>
                    </a:lnTo>
                    <a:lnTo>
                      <a:pt x="20" y="16"/>
                    </a:lnTo>
                    <a:lnTo>
                      <a:pt x="20" y="15"/>
                    </a:lnTo>
                    <a:lnTo>
                      <a:pt x="25" y="0"/>
                    </a:lnTo>
                    <a:lnTo>
                      <a:pt x="25" y="0"/>
                    </a:lnTo>
                  </a:path>
                </a:pathLst>
              </a:custGeom>
              <a:solidFill>
                <a:srgbClr val="ffffff"/>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1042" name=""/>
              <p:cNvSpPr/>
              <p:nvPr/>
            </p:nvSpPr>
            <p:spPr>
              <a:xfrm>
                <a:off x="7383600" y="6319800"/>
                <a:ext cx="83880" cy="71640"/>
              </a:xfrm>
              <a:custGeom>
                <a:avLst/>
                <a:gdLst/>
                <a:ahLst/>
                <a:rect l="l" t="t" r="r" b="b"/>
                <a:pathLst>
                  <a:path w="53" h="45">
                    <a:moveTo>
                      <a:pt x="26" y="0"/>
                    </a:moveTo>
                    <a:lnTo>
                      <a:pt x="32" y="17"/>
                    </a:lnTo>
                    <a:lnTo>
                      <a:pt x="52" y="17"/>
                    </a:lnTo>
                    <a:lnTo>
                      <a:pt x="36" y="28"/>
                    </a:lnTo>
                    <a:lnTo>
                      <a:pt x="42" y="44"/>
                    </a:lnTo>
                    <a:lnTo>
                      <a:pt x="26" y="35"/>
                    </a:lnTo>
                    <a:lnTo>
                      <a:pt x="10" y="44"/>
                    </a:lnTo>
                    <a:lnTo>
                      <a:pt x="16" y="28"/>
                    </a:lnTo>
                    <a:lnTo>
                      <a:pt x="0" y="17"/>
                    </a:lnTo>
                    <a:lnTo>
                      <a:pt x="19" y="17"/>
                    </a:lnTo>
                    <a:lnTo>
                      <a:pt x="19" y="17"/>
                    </a:lnTo>
                    <a:lnTo>
                      <a:pt x="26" y="0"/>
                    </a:lnTo>
                    <a:lnTo>
                      <a:pt x="26" y="0"/>
                    </a:lnTo>
                  </a:path>
                </a:pathLst>
              </a:custGeom>
              <a:solidFill>
                <a:srgbClr val="ffffff"/>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1043" name=""/>
              <p:cNvSpPr/>
              <p:nvPr/>
            </p:nvSpPr>
            <p:spPr>
              <a:xfrm>
                <a:off x="7575480" y="6319800"/>
                <a:ext cx="82800" cy="71640"/>
              </a:xfrm>
              <a:custGeom>
                <a:avLst/>
                <a:gdLst/>
                <a:ahLst/>
                <a:rect l="l" t="t" r="r" b="b"/>
                <a:pathLst>
                  <a:path w="52" h="45">
                    <a:moveTo>
                      <a:pt x="24" y="0"/>
                    </a:moveTo>
                    <a:lnTo>
                      <a:pt x="29" y="16"/>
                    </a:lnTo>
                    <a:lnTo>
                      <a:pt x="51" y="16"/>
                    </a:lnTo>
                    <a:lnTo>
                      <a:pt x="34" y="28"/>
                    </a:lnTo>
                    <a:lnTo>
                      <a:pt x="40" y="44"/>
                    </a:lnTo>
                    <a:lnTo>
                      <a:pt x="24" y="35"/>
                    </a:lnTo>
                    <a:lnTo>
                      <a:pt x="8" y="44"/>
                    </a:lnTo>
                    <a:lnTo>
                      <a:pt x="14" y="28"/>
                    </a:lnTo>
                    <a:lnTo>
                      <a:pt x="0" y="17"/>
                    </a:lnTo>
                    <a:lnTo>
                      <a:pt x="17" y="17"/>
                    </a:lnTo>
                    <a:lnTo>
                      <a:pt x="17" y="16"/>
                    </a:lnTo>
                    <a:lnTo>
                      <a:pt x="24" y="0"/>
                    </a:lnTo>
                    <a:lnTo>
                      <a:pt x="24" y="0"/>
                    </a:lnTo>
                  </a:path>
                </a:pathLst>
              </a:custGeom>
              <a:solidFill>
                <a:srgbClr val="ffffff"/>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1044" name=""/>
              <p:cNvSpPr/>
              <p:nvPr/>
            </p:nvSpPr>
            <p:spPr>
              <a:xfrm>
                <a:off x="7761240" y="6319800"/>
                <a:ext cx="77760" cy="68400"/>
              </a:xfrm>
              <a:custGeom>
                <a:avLst/>
                <a:gdLst/>
                <a:ahLst/>
                <a:rect l="l" t="t" r="r" b="b"/>
                <a:pathLst>
                  <a:path w="49" h="43">
                    <a:moveTo>
                      <a:pt x="25" y="0"/>
                    </a:moveTo>
                    <a:lnTo>
                      <a:pt x="30" y="15"/>
                    </a:lnTo>
                    <a:lnTo>
                      <a:pt x="48" y="15"/>
                    </a:lnTo>
                    <a:lnTo>
                      <a:pt x="34" y="26"/>
                    </a:lnTo>
                    <a:lnTo>
                      <a:pt x="40" y="42"/>
                    </a:lnTo>
                    <a:lnTo>
                      <a:pt x="25" y="33"/>
                    </a:lnTo>
                    <a:lnTo>
                      <a:pt x="10" y="42"/>
                    </a:lnTo>
                    <a:lnTo>
                      <a:pt x="15" y="26"/>
                    </a:lnTo>
                    <a:lnTo>
                      <a:pt x="0" y="15"/>
                    </a:lnTo>
                    <a:lnTo>
                      <a:pt x="18" y="15"/>
                    </a:lnTo>
                    <a:lnTo>
                      <a:pt x="18" y="15"/>
                    </a:lnTo>
                    <a:lnTo>
                      <a:pt x="25" y="0"/>
                    </a:lnTo>
                    <a:lnTo>
                      <a:pt x="25" y="0"/>
                    </a:lnTo>
                  </a:path>
                </a:pathLst>
              </a:custGeom>
              <a:solidFill>
                <a:srgbClr val="ffffff"/>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1045" name=""/>
              <p:cNvSpPr/>
              <p:nvPr/>
            </p:nvSpPr>
            <p:spPr>
              <a:xfrm>
                <a:off x="7026120" y="6456240"/>
                <a:ext cx="82800" cy="69840"/>
              </a:xfrm>
              <a:custGeom>
                <a:avLst/>
                <a:gdLst/>
                <a:ahLst/>
                <a:rect l="l" t="t" r="r" b="b"/>
                <a:pathLst>
                  <a:path w="52" h="44">
                    <a:moveTo>
                      <a:pt x="25" y="0"/>
                    </a:moveTo>
                    <a:lnTo>
                      <a:pt x="30" y="16"/>
                    </a:lnTo>
                    <a:lnTo>
                      <a:pt x="51" y="16"/>
                    </a:lnTo>
                    <a:lnTo>
                      <a:pt x="35" y="28"/>
                    </a:lnTo>
                    <a:lnTo>
                      <a:pt x="40" y="43"/>
                    </a:lnTo>
                    <a:lnTo>
                      <a:pt x="25" y="33"/>
                    </a:lnTo>
                    <a:lnTo>
                      <a:pt x="9" y="43"/>
                    </a:lnTo>
                    <a:lnTo>
                      <a:pt x="14" y="28"/>
                    </a:lnTo>
                    <a:lnTo>
                      <a:pt x="0" y="17"/>
                    </a:lnTo>
                    <a:lnTo>
                      <a:pt x="18" y="17"/>
                    </a:lnTo>
                    <a:lnTo>
                      <a:pt x="18" y="16"/>
                    </a:lnTo>
                    <a:lnTo>
                      <a:pt x="25" y="0"/>
                    </a:lnTo>
                    <a:lnTo>
                      <a:pt x="25" y="0"/>
                    </a:lnTo>
                  </a:path>
                </a:pathLst>
              </a:custGeom>
              <a:solidFill>
                <a:srgbClr val="ffffff"/>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1046" name=""/>
              <p:cNvSpPr/>
              <p:nvPr/>
            </p:nvSpPr>
            <p:spPr>
              <a:xfrm>
                <a:off x="7202520" y="6456240"/>
                <a:ext cx="84240" cy="69840"/>
              </a:xfrm>
              <a:custGeom>
                <a:avLst/>
                <a:gdLst/>
                <a:ahLst/>
                <a:rect l="l" t="t" r="r" b="b"/>
                <a:pathLst>
                  <a:path w="53" h="44">
                    <a:moveTo>
                      <a:pt x="25" y="0"/>
                    </a:moveTo>
                    <a:lnTo>
                      <a:pt x="32" y="16"/>
                    </a:lnTo>
                    <a:lnTo>
                      <a:pt x="52" y="16"/>
                    </a:lnTo>
                    <a:lnTo>
                      <a:pt x="36" y="28"/>
                    </a:lnTo>
                    <a:lnTo>
                      <a:pt x="42" y="43"/>
                    </a:lnTo>
                    <a:lnTo>
                      <a:pt x="25" y="33"/>
                    </a:lnTo>
                    <a:lnTo>
                      <a:pt x="11" y="43"/>
                    </a:lnTo>
                    <a:lnTo>
                      <a:pt x="17" y="28"/>
                    </a:lnTo>
                    <a:lnTo>
                      <a:pt x="0" y="17"/>
                    </a:lnTo>
                    <a:lnTo>
                      <a:pt x="20" y="17"/>
                    </a:lnTo>
                    <a:lnTo>
                      <a:pt x="20" y="16"/>
                    </a:lnTo>
                    <a:lnTo>
                      <a:pt x="25" y="0"/>
                    </a:lnTo>
                    <a:lnTo>
                      <a:pt x="25" y="0"/>
                    </a:lnTo>
                  </a:path>
                </a:pathLst>
              </a:custGeom>
              <a:solidFill>
                <a:srgbClr val="ffffff"/>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1047" name=""/>
              <p:cNvSpPr/>
              <p:nvPr/>
            </p:nvSpPr>
            <p:spPr>
              <a:xfrm>
                <a:off x="7383600" y="6458040"/>
                <a:ext cx="83880" cy="69840"/>
              </a:xfrm>
              <a:custGeom>
                <a:avLst/>
                <a:gdLst/>
                <a:ahLst/>
                <a:rect l="l" t="t" r="r" b="b"/>
                <a:pathLst>
                  <a:path w="53" h="44">
                    <a:moveTo>
                      <a:pt x="26" y="0"/>
                    </a:moveTo>
                    <a:lnTo>
                      <a:pt x="32" y="16"/>
                    </a:lnTo>
                    <a:lnTo>
                      <a:pt x="52" y="16"/>
                    </a:lnTo>
                    <a:lnTo>
                      <a:pt x="36" y="27"/>
                    </a:lnTo>
                    <a:lnTo>
                      <a:pt x="42" y="43"/>
                    </a:lnTo>
                    <a:lnTo>
                      <a:pt x="26" y="33"/>
                    </a:lnTo>
                    <a:lnTo>
                      <a:pt x="10" y="43"/>
                    </a:lnTo>
                    <a:lnTo>
                      <a:pt x="16" y="27"/>
                    </a:lnTo>
                    <a:lnTo>
                      <a:pt x="0" y="16"/>
                    </a:lnTo>
                    <a:lnTo>
                      <a:pt x="20" y="16"/>
                    </a:lnTo>
                    <a:lnTo>
                      <a:pt x="20" y="16"/>
                    </a:lnTo>
                    <a:lnTo>
                      <a:pt x="26" y="0"/>
                    </a:lnTo>
                    <a:lnTo>
                      <a:pt x="26" y="0"/>
                    </a:lnTo>
                  </a:path>
                </a:pathLst>
              </a:custGeom>
              <a:solidFill>
                <a:srgbClr val="ffffff"/>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1048" name=""/>
              <p:cNvSpPr/>
              <p:nvPr/>
            </p:nvSpPr>
            <p:spPr>
              <a:xfrm>
                <a:off x="7575480" y="6458040"/>
                <a:ext cx="82800" cy="68040"/>
              </a:xfrm>
              <a:custGeom>
                <a:avLst/>
                <a:gdLst/>
                <a:ahLst/>
                <a:rect l="l" t="t" r="r" b="b"/>
                <a:pathLst>
                  <a:path w="52" h="43">
                    <a:moveTo>
                      <a:pt x="24" y="0"/>
                    </a:moveTo>
                    <a:lnTo>
                      <a:pt x="30" y="16"/>
                    </a:lnTo>
                    <a:lnTo>
                      <a:pt x="51" y="16"/>
                    </a:lnTo>
                    <a:lnTo>
                      <a:pt x="34" y="27"/>
                    </a:lnTo>
                    <a:lnTo>
                      <a:pt x="40" y="42"/>
                    </a:lnTo>
                    <a:lnTo>
                      <a:pt x="24" y="33"/>
                    </a:lnTo>
                    <a:lnTo>
                      <a:pt x="8" y="42"/>
                    </a:lnTo>
                    <a:lnTo>
                      <a:pt x="15" y="27"/>
                    </a:lnTo>
                    <a:lnTo>
                      <a:pt x="0" y="16"/>
                    </a:lnTo>
                    <a:lnTo>
                      <a:pt x="17" y="16"/>
                    </a:lnTo>
                    <a:lnTo>
                      <a:pt x="17" y="16"/>
                    </a:lnTo>
                    <a:lnTo>
                      <a:pt x="24" y="0"/>
                    </a:lnTo>
                    <a:lnTo>
                      <a:pt x="24" y="0"/>
                    </a:lnTo>
                  </a:path>
                </a:pathLst>
              </a:custGeom>
              <a:solidFill>
                <a:srgbClr val="ffffff"/>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1049" name=""/>
              <p:cNvSpPr/>
              <p:nvPr/>
            </p:nvSpPr>
            <p:spPr>
              <a:xfrm>
                <a:off x="7758000" y="6456240"/>
                <a:ext cx="79560" cy="66960"/>
              </a:xfrm>
              <a:custGeom>
                <a:avLst/>
                <a:gdLst/>
                <a:ahLst/>
                <a:rect l="l" t="t" r="r" b="b"/>
                <a:pathLst>
                  <a:path w="50" h="42">
                    <a:moveTo>
                      <a:pt x="26" y="0"/>
                    </a:moveTo>
                    <a:lnTo>
                      <a:pt x="30" y="15"/>
                    </a:lnTo>
                    <a:lnTo>
                      <a:pt x="49" y="15"/>
                    </a:lnTo>
                    <a:lnTo>
                      <a:pt x="34" y="26"/>
                    </a:lnTo>
                    <a:lnTo>
                      <a:pt x="41" y="41"/>
                    </a:lnTo>
                    <a:lnTo>
                      <a:pt x="26" y="32"/>
                    </a:lnTo>
                    <a:lnTo>
                      <a:pt x="10" y="41"/>
                    </a:lnTo>
                    <a:lnTo>
                      <a:pt x="16" y="26"/>
                    </a:lnTo>
                    <a:lnTo>
                      <a:pt x="0" y="15"/>
                    </a:lnTo>
                    <a:lnTo>
                      <a:pt x="19" y="15"/>
                    </a:lnTo>
                    <a:lnTo>
                      <a:pt x="19" y="15"/>
                    </a:lnTo>
                    <a:lnTo>
                      <a:pt x="26" y="0"/>
                    </a:lnTo>
                    <a:lnTo>
                      <a:pt x="26" y="0"/>
                    </a:lnTo>
                  </a:path>
                </a:pathLst>
              </a:custGeom>
              <a:solidFill>
                <a:srgbClr val="ffffff"/>
              </a:solidFill>
              <a:ln w="0">
                <a:noFill/>
              </a:ln>
            </p:spPr>
            <p:style>
              <a:lnRef idx="0"/>
              <a:fillRef idx="0"/>
              <a:effectRef idx="0"/>
              <a:fontRef idx="minor"/>
            </p:style>
            <p:txBody>
              <a:bodyPr lIns="90000" rIns="90000" tIns="20160" bIns="20160" anchor="t">
                <a:noAutofit/>
              </a:bodyPr>
              <a:p>
                <a:endParaRPr b="0" lang="en-IN" sz="2400" strike="noStrike" u="none">
                  <a:solidFill>
                    <a:srgbClr val="ffffff"/>
                  </a:solidFill>
                  <a:effectLst/>
                  <a:uFillTx/>
                  <a:latin typeface="Times New Roman"/>
                </a:endParaRPr>
              </a:p>
            </p:txBody>
          </p:sp>
          <p:sp>
            <p:nvSpPr>
              <p:cNvPr id="1050" name=""/>
              <p:cNvSpPr/>
              <p:nvPr/>
            </p:nvSpPr>
            <p:spPr>
              <a:xfrm>
                <a:off x="7026120" y="6594480"/>
                <a:ext cx="82800" cy="71280"/>
              </a:xfrm>
              <a:custGeom>
                <a:avLst/>
                <a:gdLst/>
                <a:ahLst/>
                <a:rect l="l" t="t" r="r" b="b"/>
                <a:pathLst>
                  <a:path w="52" h="45">
                    <a:moveTo>
                      <a:pt x="25" y="0"/>
                    </a:moveTo>
                    <a:lnTo>
                      <a:pt x="31" y="17"/>
                    </a:lnTo>
                    <a:lnTo>
                      <a:pt x="51" y="17"/>
                    </a:lnTo>
                    <a:lnTo>
                      <a:pt x="35" y="27"/>
                    </a:lnTo>
                    <a:lnTo>
                      <a:pt x="40" y="44"/>
                    </a:lnTo>
                    <a:lnTo>
                      <a:pt x="25" y="34"/>
                    </a:lnTo>
                    <a:lnTo>
                      <a:pt x="9" y="44"/>
                    </a:lnTo>
                    <a:lnTo>
                      <a:pt x="15" y="27"/>
                    </a:lnTo>
                    <a:lnTo>
                      <a:pt x="0" y="17"/>
                    </a:lnTo>
                    <a:lnTo>
                      <a:pt x="19" y="17"/>
                    </a:lnTo>
                    <a:lnTo>
                      <a:pt x="19" y="17"/>
                    </a:lnTo>
                    <a:lnTo>
                      <a:pt x="25" y="0"/>
                    </a:lnTo>
                    <a:lnTo>
                      <a:pt x="25" y="0"/>
                    </a:lnTo>
                  </a:path>
                </a:pathLst>
              </a:custGeom>
              <a:solidFill>
                <a:srgbClr val="ffffff"/>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1051" name=""/>
              <p:cNvSpPr/>
              <p:nvPr/>
            </p:nvSpPr>
            <p:spPr>
              <a:xfrm>
                <a:off x="7202520" y="6594480"/>
                <a:ext cx="84240" cy="71280"/>
              </a:xfrm>
              <a:custGeom>
                <a:avLst/>
                <a:gdLst/>
                <a:ahLst/>
                <a:rect l="l" t="t" r="r" b="b"/>
                <a:pathLst>
                  <a:path w="53" h="45">
                    <a:moveTo>
                      <a:pt x="26" y="0"/>
                    </a:moveTo>
                    <a:lnTo>
                      <a:pt x="32" y="17"/>
                    </a:lnTo>
                    <a:lnTo>
                      <a:pt x="52" y="17"/>
                    </a:lnTo>
                    <a:lnTo>
                      <a:pt x="37" y="27"/>
                    </a:lnTo>
                    <a:lnTo>
                      <a:pt x="42" y="44"/>
                    </a:lnTo>
                    <a:lnTo>
                      <a:pt x="26" y="34"/>
                    </a:lnTo>
                    <a:lnTo>
                      <a:pt x="12" y="44"/>
                    </a:lnTo>
                    <a:lnTo>
                      <a:pt x="17" y="27"/>
                    </a:lnTo>
                    <a:lnTo>
                      <a:pt x="0" y="17"/>
                    </a:lnTo>
                    <a:lnTo>
                      <a:pt x="20" y="17"/>
                    </a:lnTo>
                    <a:lnTo>
                      <a:pt x="20" y="17"/>
                    </a:lnTo>
                    <a:lnTo>
                      <a:pt x="26" y="0"/>
                    </a:lnTo>
                    <a:lnTo>
                      <a:pt x="26" y="0"/>
                    </a:lnTo>
                  </a:path>
                </a:pathLst>
              </a:custGeom>
              <a:solidFill>
                <a:srgbClr val="ffffff"/>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1052" name=""/>
              <p:cNvSpPr/>
              <p:nvPr/>
            </p:nvSpPr>
            <p:spPr>
              <a:xfrm>
                <a:off x="7385040" y="6595920"/>
                <a:ext cx="82440" cy="71640"/>
              </a:xfrm>
              <a:custGeom>
                <a:avLst/>
                <a:gdLst/>
                <a:ahLst/>
                <a:rect l="l" t="t" r="r" b="b"/>
                <a:pathLst>
                  <a:path w="52" h="45">
                    <a:moveTo>
                      <a:pt x="25" y="0"/>
                    </a:moveTo>
                    <a:lnTo>
                      <a:pt x="32" y="17"/>
                    </a:lnTo>
                    <a:lnTo>
                      <a:pt x="51" y="17"/>
                    </a:lnTo>
                    <a:lnTo>
                      <a:pt x="36" y="27"/>
                    </a:lnTo>
                    <a:lnTo>
                      <a:pt x="41" y="44"/>
                    </a:lnTo>
                    <a:lnTo>
                      <a:pt x="25" y="34"/>
                    </a:lnTo>
                    <a:lnTo>
                      <a:pt x="10" y="44"/>
                    </a:lnTo>
                    <a:lnTo>
                      <a:pt x="16" y="27"/>
                    </a:lnTo>
                    <a:lnTo>
                      <a:pt x="0" y="17"/>
                    </a:lnTo>
                    <a:lnTo>
                      <a:pt x="19" y="17"/>
                    </a:lnTo>
                    <a:lnTo>
                      <a:pt x="19" y="17"/>
                    </a:lnTo>
                    <a:lnTo>
                      <a:pt x="25" y="0"/>
                    </a:lnTo>
                    <a:lnTo>
                      <a:pt x="25" y="0"/>
                    </a:lnTo>
                  </a:path>
                </a:pathLst>
              </a:custGeom>
              <a:solidFill>
                <a:srgbClr val="ffffff"/>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1053" name=""/>
              <p:cNvSpPr/>
              <p:nvPr/>
            </p:nvSpPr>
            <p:spPr>
              <a:xfrm>
                <a:off x="7575480" y="6594480"/>
                <a:ext cx="82800" cy="73080"/>
              </a:xfrm>
              <a:custGeom>
                <a:avLst/>
                <a:gdLst/>
                <a:ahLst/>
                <a:rect l="l" t="t" r="r" b="b"/>
                <a:pathLst>
                  <a:path w="52" h="46">
                    <a:moveTo>
                      <a:pt x="24" y="0"/>
                    </a:moveTo>
                    <a:lnTo>
                      <a:pt x="30" y="18"/>
                    </a:lnTo>
                    <a:lnTo>
                      <a:pt x="51" y="18"/>
                    </a:lnTo>
                    <a:lnTo>
                      <a:pt x="34" y="27"/>
                    </a:lnTo>
                    <a:lnTo>
                      <a:pt x="41" y="45"/>
                    </a:lnTo>
                    <a:lnTo>
                      <a:pt x="24" y="35"/>
                    </a:lnTo>
                    <a:lnTo>
                      <a:pt x="8" y="45"/>
                    </a:lnTo>
                    <a:lnTo>
                      <a:pt x="15" y="27"/>
                    </a:lnTo>
                    <a:lnTo>
                      <a:pt x="0" y="18"/>
                    </a:lnTo>
                    <a:lnTo>
                      <a:pt x="18" y="18"/>
                    </a:lnTo>
                    <a:lnTo>
                      <a:pt x="18" y="18"/>
                    </a:lnTo>
                    <a:lnTo>
                      <a:pt x="24" y="0"/>
                    </a:lnTo>
                    <a:lnTo>
                      <a:pt x="24"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54" name=""/>
              <p:cNvSpPr/>
              <p:nvPr/>
            </p:nvSpPr>
            <p:spPr>
              <a:xfrm>
                <a:off x="7759800" y="6595920"/>
                <a:ext cx="77760" cy="66960"/>
              </a:xfrm>
              <a:custGeom>
                <a:avLst/>
                <a:gdLst/>
                <a:ahLst/>
                <a:rect l="l" t="t" r="r" b="b"/>
                <a:pathLst>
                  <a:path w="49" h="42">
                    <a:moveTo>
                      <a:pt x="25" y="0"/>
                    </a:moveTo>
                    <a:lnTo>
                      <a:pt x="30" y="16"/>
                    </a:lnTo>
                    <a:lnTo>
                      <a:pt x="48" y="16"/>
                    </a:lnTo>
                    <a:lnTo>
                      <a:pt x="35" y="26"/>
                    </a:lnTo>
                    <a:lnTo>
                      <a:pt x="40" y="41"/>
                    </a:lnTo>
                    <a:lnTo>
                      <a:pt x="25" y="32"/>
                    </a:lnTo>
                    <a:lnTo>
                      <a:pt x="9" y="41"/>
                    </a:lnTo>
                    <a:lnTo>
                      <a:pt x="16" y="26"/>
                    </a:lnTo>
                    <a:lnTo>
                      <a:pt x="0" y="16"/>
                    </a:lnTo>
                    <a:lnTo>
                      <a:pt x="18" y="16"/>
                    </a:lnTo>
                    <a:lnTo>
                      <a:pt x="18" y="16"/>
                    </a:lnTo>
                    <a:lnTo>
                      <a:pt x="25" y="0"/>
                    </a:lnTo>
                    <a:lnTo>
                      <a:pt x="25" y="0"/>
                    </a:lnTo>
                  </a:path>
                </a:pathLst>
              </a:custGeom>
              <a:solidFill>
                <a:srgbClr val="ffffff"/>
              </a:solidFill>
              <a:ln w="0">
                <a:noFill/>
              </a:ln>
            </p:spPr>
            <p:style>
              <a:lnRef idx="0"/>
              <a:fillRef idx="0"/>
              <a:effectRef idx="0"/>
              <a:fontRef idx="minor"/>
            </p:style>
            <p:txBody>
              <a:bodyPr lIns="90000" rIns="90000" tIns="20160" bIns="20160" anchor="t">
                <a:noAutofit/>
              </a:bodyPr>
              <a:p>
                <a:endParaRPr b="0" lang="en-IN" sz="2400" strike="noStrike" u="none">
                  <a:solidFill>
                    <a:srgbClr val="ffffff"/>
                  </a:solidFill>
                  <a:effectLst/>
                  <a:uFillTx/>
                  <a:latin typeface="Times New Roman"/>
                </a:endParaRPr>
              </a:p>
            </p:txBody>
          </p:sp>
          <p:sp>
            <p:nvSpPr>
              <p:cNvPr id="1055" name=""/>
              <p:cNvSpPr/>
              <p:nvPr/>
            </p:nvSpPr>
            <p:spPr>
              <a:xfrm>
                <a:off x="6932520" y="6251400"/>
                <a:ext cx="81000" cy="73080"/>
              </a:xfrm>
              <a:custGeom>
                <a:avLst/>
                <a:gdLst/>
                <a:ahLst/>
                <a:rect l="l" t="t" r="r" b="b"/>
                <a:pathLst>
                  <a:path w="51" h="46">
                    <a:moveTo>
                      <a:pt x="25" y="0"/>
                    </a:moveTo>
                    <a:lnTo>
                      <a:pt x="30" y="16"/>
                    </a:lnTo>
                    <a:lnTo>
                      <a:pt x="50" y="16"/>
                    </a:lnTo>
                    <a:lnTo>
                      <a:pt x="34" y="28"/>
                    </a:lnTo>
                    <a:lnTo>
                      <a:pt x="38" y="45"/>
                    </a:lnTo>
                    <a:lnTo>
                      <a:pt x="25" y="34"/>
                    </a:lnTo>
                    <a:lnTo>
                      <a:pt x="9" y="45"/>
                    </a:lnTo>
                    <a:lnTo>
                      <a:pt x="14" y="28"/>
                    </a:lnTo>
                    <a:lnTo>
                      <a:pt x="0" y="17"/>
                    </a:lnTo>
                    <a:lnTo>
                      <a:pt x="19" y="17"/>
                    </a:lnTo>
                    <a:lnTo>
                      <a:pt x="19" y="16"/>
                    </a:lnTo>
                    <a:lnTo>
                      <a:pt x="25" y="0"/>
                    </a:lnTo>
                    <a:lnTo>
                      <a:pt x="25"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56" name=""/>
              <p:cNvSpPr/>
              <p:nvPr/>
            </p:nvSpPr>
            <p:spPr>
              <a:xfrm>
                <a:off x="7112160" y="6251400"/>
                <a:ext cx="83880" cy="73080"/>
              </a:xfrm>
              <a:custGeom>
                <a:avLst/>
                <a:gdLst/>
                <a:ahLst/>
                <a:rect l="l" t="t" r="r" b="b"/>
                <a:pathLst>
                  <a:path w="53" h="46">
                    <a:moveTo>
                      <a:pt x="25" y="0"/>
                    </a:moveTo>
                    <a:lnTo>
                      <a:pt x="31" y="16"/>
                    </a:lnTo>
                    <a:lnTo>
                      <a:pt x="52" y="16"/>
                    </a:lnTo>
                    <a:lnTo>
                      <a:pt x="35" y="28"/>
                    </a:lnTo>
                    <a:lnTo>
                      <a:pt x="41" y="45"/>
                    </a:lnTo>
                    <a:lnTo>
                      <a:pt x="25" y="34"/>
                    </a:lnTo>
                    <a:lnTo>
                      <a:pt x="9" y="45"/>
                    </a:lnTo>
                    <a:lnTo>
                      <a:pt x="16" y="28"/>
                    </a:lnTo>
                    <a:lnTo>
                      <a:pt x="0" y="17"/>
                    </a:lnTo>
                    <a:lnTo>
                      <a:pt x="19" y="17"/>
                    </a:lnTo>
                    <a:lnTo>
                      <a:pt x="19" y="16"/>
                    </a:lnTo>
                    <a:lnTo>
                      <a:pt x="25" y="0"/>
                    </a:lnTo>
                    <a:lnTo>
                      <a:pt x="25"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57" name=""/>
              <p:cNvSpPr/>
              <p:nvPr/>
            </p:nvSpPr>
            <p:spPr>
              <a:xfrm>
                <a:off x="7288200" y="6249960"/>
                <a:ext cx="84240" cy="73080"/>
              </a:xfrm>
              <a:custGeom>
                <a:avLst/>
                <a:gdLst/>
                <a:ahLst/>
                <a:rect l="l" t="t" r="r" b="b"/>
                <a:pathLst>
                  <a:path w="53" h="46">
                    <a:moveTo>
                      <a:pt x="26" y="0"/>
                    </a:moveTo>
                    <a:lnTo>
                      <a:pt x="32" y="17"/>
                    </a:lnTo>
                    <a:lnTo>
                      <a:pt x="52" y="17"/>
                    </a:lnTo>
                    <a:lnTo>
                      <a:pt x="36" y="28"/>
                    </a:lnTo>
                    <a:lnTo>
                      <a:pt x="42" y="45"/>
                    </a:lnTo>
                    <a:lnTo>
                      <a:pt x="26" y="35"/>
                    </a:lnTo>
                    <a:lnTo>
                      <a:pt x="11" y="45"/>
                    </a:lnTo>
                    <a:lnTo>
                      <a:pt x="17" y="28"/>
                    </a:lnTo>
                    <a:lnTo>
                      <a:pt x="0" y="17"/>
                    </a:lnTo>
                    <a:lnTo>
                      <a:pt x="20" y="17"/>
                    </a:lnTo>
                    <a:lnTo>
                      <a:pt x="20" y="17"/>
                    </a:lnTo>
                    <a:lnTo>
                      <a:pt x="26" y="0"/>
                    </a:lnTo>
                    <a:lnTo>
                      <a:pt x="26"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58" name=""/>
              <p:cNvSpPr/>
              <p:nvPr/>
            </p:nvSpPr>
            <p:spPr>
              <a:xfrm>
                <a:off x="7480440" y="6253200"/>
                <a:ext cx="81000" cy="71280"/>
              </a:xfrm>
              <a:custGeom>
                <a:avLst/>
                <a:gdLst/>
                <a:ahLst/>
                <a:rect l="l" t="t" r="r" b="b"/>
                <a:pathLst>
                  <a:path w="51" h="45">
                    <a:moveTo>
                      <a:pt x="24" y="0"/>
                    </a:moveTo>
                    <a:lnTo>
                      <a:pt x="31" y="16"/>
                    </a:lnTo>
                    <a:lnTo>
                      <a:pt x="50" y="16"/>
                    </a:lnTo>
                    <a:lnTo>
                      <a:pt x="34" y="27"/>
                    </a:lnTo>
                    <a:lnTo>
                      <a:pt x="40" y="44"/>
                    </a:lnTo>
                    <a:lnTo>
                      <a:pt x="24" y="34"/>
                    </a:lnTo>
                    <a:lnTo>
                      <a:pt x="8" y="44"/>
                    </a:lnTo>
                    <a:lnTo>
                      <a:pt x="15" y="27"/>
                    </a:lnTo>
                    <a:lnTo>
                      <a:pt x="0" y="16"/>
                    </a:lnTo>
                    <a:lnTo>
                      <a:pt x="18" y="16"/>
                    </a:lnTo>
                    <a:lnTo>
                      <a:pt x="18" y="16"/>
                    </a:lnTo>
                    <a:lnTo>
                      <a:pt x="24" y="0"/>
                    </a:lnTo>
                    <a:lnTo>
                      <a:pt x="24" y="0"/>
                    </a:lnTo>
                  </a:path>
                </a:pathLst>
              </a:custGeom>
              <a:solidFill>
                <a:srgbClr val="ffffff"/>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1059" name=""/>
              <p:cNvSpPr/>
              <p:nvPr/>
            </p:nvSpPr>
            <p:spPr>
              <a:xfrm>
                <a:off x="7661160" y="6251400"/>
                <a:ext cx="82800" cy="73080"/>
              </a:xfrm>
              <a:custGeom>
                <a:avLst/>
                <a:gdLst/>
                <a:ahLst/>
                <a:rect l="l" t="t" r="r" b="b"/>
                <a:pathLst>
                  <a:path w="52" h="46">
                    <a:moveTo>
                      <a:pt x="26" y="0"/>
                    </a:moveTo>
                    <a:lnTo>
                      <a:pt x="32" y="16"/>
                    </a:lnTo>
                    <a:lnTo>
                      <a:pt x="51" y="16"/>
                    </a:lnTo>
                    <a:lnTo>
                      <a:pt x="37" y="28"/>
                    </a:lnTo>
                    <a:lnTo>
                      <a:pt x="43" y="45"/>
                    </a:lnTo>
                    <a:lnTo>
                      <a:pt x="26" y="34"/>
                    </a:lnTo>
                    <a:lnTo>
                      <a:pt x="11" y="45"/>
                    </a:lnTo>
                    <a:lnTo>
                      <a:pt x="16" y="28"/>
                    </a:lnTo>
                    <a:lnTo>
                      <a:pt x="0" y="17"/>
                    </a:lnTo>
                    <a:lnTo>
                      <a:pt x="21" y="17"/>
                    </a:lnTo>
                    <a:lnTo>
                      <a:pt x="21" y="16"/>
                    </a:lnTo>
                    <a:lnTo>
                      <a:pt x="26" y="0"/>
                    </a:lnTo>
                    <a:lnTo>
                      <a:pt x="26"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60" name=""/>
              <p:cNvSpPr/>
              <p:nvPr/>
            </p:nvSpPr>
            <p:spPr>
              <a:xfrm>
                <a:off x="7850160" y="6249960"/>
                <a:ext cx="81000" cy="73080"/>
              </a:xfrm>
              <a:custGeom>
                <a:avLst/>
                <a:gdLst/>
                <a:ahLst/>
                <a:rect l="l" t="t" r="r" b="b"/>
                <a:pathLst>
                  <a:path w="51" h="46">
                    <a:moveTo>
                      <a:pt x="24" y="0"/>
                    </a:moveTo>
                    <a:lnTo>
                      <a:pt x="31" y="17"/>
                    </a:lnTo>
                    <a:lnTo>
                      <a:pt x="50" y="17"/>
                    </a:lnTo>
                    <a:lnTo>
                      <a:pt x="35" y="28"/>
                    </a:lnTo>
                    <a:lnTo>
                      <a:pt x="40" y="45"/>
                    </a:lnTo>
                    <a:lnTo>
                      <a:pt x="24" y="35"/>
                    </a:lnTo>
                    <a:lnTo>
                      <a:pt x="9" y="45"/>
                    </a:lnTo>
                    <a:lnTo>
                      <a:pt x="14" y="28"/>
                    </a:lnTo>
                    <a:lnTo>
                      <a:pt x="0" y="17"/>
                    </a:lnTo>
                    <a:lnTo>
                      <a:pt x="19" y="17"/>
                    </a:lnTo>
                    <a:lnTo>
                      <a:pt x="19" y="17"/>
                    </a:lnTo>
                    <a:lnTo>
                      <a:pt x="24" y="0"/>
                    </a:lnTo>
                    <a:lnTo>
                      <a:pt x="24"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61" name=""/>
              <p:cNvSpPr/>
              <p:nvPr/>
            </p:nvSpPr>
            <p:spPr>
              <a:xfrm>
                <a:off x="6932520" y="6391440"/>
                <a:ext cx="81000" cy="72720"/>
              </a:xfrm>
              <a:custGeom>
                <a:avLst/>
                <a:gdLst/>
                <a:ahLst/>
                <a:rect l="l" t="t" r="r" b="b"/>
                <a:pathLst>
                  <a:path w="51" h="46">
                    <a:moveTo>
                      <a:pt x="25" y="0"/>
                    </a:moveTo>
                    <a:lnTo>
                      <a:pt x="30" y="16"/>
                    </a:lnTo>
                    <a:lnTo>
                      <a:pt x="50" y="16"/>
                    </a:lnTo>
                    <a:lnTo>
                      <a:pt x="34" y="28"/>
                    </a:lnTo>
                    <a:lnTo>
                      <a:pt x="39" y="45"/>
                    </a:lnTo>
                    <a:lnTo>
                      <a:pt x="25" y="35"/>
                    </a:lnTo>
                    <a:lnTo>
                      <a:pt x="9" y="45"/>
                    </a:lnTo>
                    <a:lnTo>
                      <a:pt x="14" y="28"/>
                    </a:lnTo>
                    <a:lnTo>
                      <a:pt x="0" y="17"/>
                    </a:lnTo>
                    <a:lnTo>
                      <a:pt x="19" y="17"/>
                    </a:lnTo>
                    <a:lnTo>
                      <a:pt x="19" y="16"/>
                    </a:lnTo>
                    <a:lnTo>
                      <a:pt x="25" y="0"/>
                    </a:lnTo>
                    <a:lnTo>
                      <a:pt x="25" y="0"/>
                    </a:lnTo>
                  </a:path>
                </a:pathLst>
              </a:custGeom>
              <a:solidFill>
                <a:srgbClr val="ffffff"/>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1062" name=""/>
              <p:cNvSpPr/>
              <p:nvPr/>
            </p:nvSpPr>
            <p:spPr>
              <a:xfrm>
                <a:off x="7112160" y="6391440"/>
                <a:ext cx="83880" cy="72720"/>
              </a:xfrm>
              <a:custGeom>
                <a:avLst/>
                <a:gdLst/>
                <a:ahLst/>
                <a:rect l="l" t="t" r="r" b="b"/>
                <a:pathLst>
                  <a:path w="53" h="46">
                    <a:moveTo>
                      <a:pt x="27" y="0"/>
                    </a:moveTo>
                    <a:lnTo>
                      <a:pt x="31" y="16"/>
                    </a:lnTo>
                    <a:lnTo>
                      <a:pt x="52" y="16"/>
                    </a:lnTo>
                    <a:lnTo>
                      <a:pt x="35" y="28"/>
                    </a:lnTo>
                    <a:lnTo>
                      <a:pt x="42" y="45"/>
                    </a:lnTo>
                    <a:lnTo>
                      <a:pt x="27" y="35"/>
                    </a:lnTo>
                    <a:lnTo>
                      <a:pt x="10" y="45"/>
                    </a:lnTo>
                    <a:lnTo>
                      <a:pt x="16" y="28"/>
                    </a:lnTo>
                    <a:lnTo>
                      <a:pt x="0" y="17"/>
                    </a:lnTo>
                    <a:lnTo>
                      <a:pt x="19" y="17"/>
                    </a:lnTo>
                    <a:lnTo>
                      <a:pt x="19" y="16"/>
                    </a:lnTo>
                    <a:lnTo>
                      <a:pt x="27" y="0"/>
                    </a:lnTo>
                    <a:lnTo>
                      <a:pt x="27" y="0"/>
                    </a:lnTo>
                  </a:path>
                </a:pathLst>
              </a:custGeom>
              <a:solidFill>
                <a:srgbClr val="ffffff"/>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1063" name=""/>
              <p:cNvSpPr/>
              <p:nvPr/>
            </p:nvSpPr>
            <p:spPr>
              <a:xfrm>
                <a:off x="7294680" y="6389640"/>
                <a:ext cx="81000" cy="73080"/>
              </a:xfrm>
              <a:custGeom>
                <a:avLst/>
                <a:gdLst/>
                <a:ahLst/>
                <a:rect l="l" t="t" r="r" b="b"/>
                <a:pathLst>
                  <a:path w="51" h="46">
                    <a:moveTo>
                      <a:pt x="24" y="0"/>
                    </a:moveTo>
                    <a:lnTo>
                      <a:pt x="30" y="17"/>
                    </a:lnTo>
                    <a:lnTo>
                      <a:pt x="50" y="17"/>
                    </a:lnTo>
                    <a:lnTo>
                      <a:pt x="34" y="28"/>
                    </a:lnTo>
                    <a:lnTo>
                      <a:pt x="40" y="45"/>
                    </a:lnTo>
                    <a:lnTo>
                      <a:pt x="24" y="35"/>
                    </a:lnTo>
                    <a:lnTo>
                      <a:pt x="9" y="45"/>
                    </a:lnTo>
                    <a:lnTo>
                      <a:pt x="15" y="28"/>
                    </a:lnTo>
                    <a:lnTo>
                      <a:pt x="0" y="17"/>
                    </a:lnTo>
                    <a:lnTo>
                      <a:pt x="18" y="17"/>
                    </a:lnTo>
                    <a:lnTo>
                      <a:pt x="18" y="17"/>
                    </a:lnTo>
                    <a:lnTo>
                      <a:pt x="24" y="0"/>
                    </a:lnTo>
                    <a:lnTo>
                      <a:pt x="24"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64" name=""/>
              <p:cNvSpPr/>
              <p:nvPr/>
            </p:nvSpPr>
            <p:spPr>
              <a:xfrm>
                <a:off x="7480440" y="6389640"/>
                <a:ext cx="81000" cy="71640"/>
              </a:xfrm>
              <a:custGeom>
                <a:avLst/>
                <a:gdLst/>
                <a:ahLst/>
                <a:rect l="l" t="t" r="r" b="b"/>
                <a:pathLst>
                  <a:path w="51" h="45">
                    <a:moveTo>
                      <a:pt x="24" y="0"/>
                    </a:moveTo>
                    <a:lnTo>
                      <a:pt x="31" y="17"/>
                    </a:lnTo>
                    <a:lnTo>
                      <a:pt x="50" y="17"/>
                    </a:lnTo>
                    <a:lnTo>
                      <a:pt x="35" y="28"/>
                    </a:lnTo>
                    <a:lnTo>
                      <a:pt x="40" y="44"/>
                    </a:lnTo>
                    <a:lnTo>
                      <a:pt x="24" y="35"/>
                    </a:lnTo>
                    <a:lnTo>
                      <a:pt x="8" y="44"/>
                    </a:lnTo>
                    <a:lnTo>
                      <a:pt x="15" y="28"/>
                    </a:lnTo>
                    <a:lnTo>
                      <a:pt x="0" y="17"/>
                    </a:lnTo>
                    <a:lnTo>
                      <a:pt x="19" y="17"/>
                    </a:lnTo>
                    <a:lnTo>
                      <a:pt x="19" y="17"/>
                    </a:lnTo>
                    <a:lnTo>
                      <a:pt x="24" y="0"/>
                    </a:lnTo>
                    <a:lnTo>
                      <a:pt x="24" y="0"/>
                    </a:lnTo>
                  </a:path>
                </a:pathLst>
              </a:custGeom>
              <a:solidFill>
                <a:srgbClr val="ffffff"/>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1065" name=""/>
              <p:cNvSpPr/>
              <p:nvPr/>
            </p:nvSpPr>
            <p:spPr>
              <a:xfrm>
                <a:off x="7661160" y="6391440"/>
                <a:ext cx="84240" cy="72720"/>
              </a:xfrm>
              <a:custGeom>
                <a:avLst/>
                <a:gdLst/>
                <a:ahLst/>
                <a:rect l="l" t="t" r="r" b="b"/>
                <a:pathLst>
                  <a:path w="53" h="46">
                    <a:moveTo>
                      <a:pt x="26" y="0"/>
                    </a:moveTo>
                    <a:lnTo>
                      <a:pt x="32" y="16"/>
                    </a:lnTo>
                    <a:lnTo>
                      <a:pt x="52" y="16"/>
                    </a:lnTo>
                    <a:lnTo>
                      <a:pt x="37" y="28"/>
                    </a:lnTo>
                    <a:lnTo>
                      <a:pt x="43" y="45"/>
                    </a:lnTo>
                    <a:lnTo>
                      <a:pt x="26" y="35"/>
                    </a:lnTo>
                    <a:lnTo>
                      <a:pt x="10" y="45"/>
                    </a:lnTo>
                    <a:lnTo>
                      <a:pt x="17" y="28"/>
                    </a:lnTo>
                    <a:lnTo>
                      <a:pt x="0" y="17"/>
                    </a:lnTo>
                    <a:lnTo>
                      <a:pt x="21" y="17"/>
                    </a:lnTo>
                    <a:lnTo>
                      <a:pt x="21" y="16"/>
                    </a:lnTo>
                    <a:lnTo>
                      <a:pt x="26" y="0"/>
                    </a:lnTo>
                    <a:lnTo>
                      <a:pt x="26" y="0"/>
                    </a:lnTo>
                  </a:path>
                </a:pathLst>
              </a:custGeom>
              <a:solidFill>
                <a:srgbClr val="ffffff"/>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1066" name=""/>
              <p:cNvSpPr/>
              <p:nvPr/>
            </p:nvSpPr>
            <p:spPr>
              <a:xfrm>
                <a:off x="7850160" y="6389640"/>
                <a:ext cx="81000" cy="73080"/>
              </a:xfrm>
              <a:custGeom>
                <a:avLst/>
                <a:gdLst/>
                <a:ahLst/>
                <a:rect l="l" t="t" r="r" b="b"/>
                <a:pathLst>
                  <a:path w="51" h="46">
                    <a:moveTo>
                      <a:pt x="25" y="0"/>
                    </a:moveTo>
                    <a:lnTo>
                      <a:pt x="32" y="17"/>
                    </a:lnTo>
                    <a:lnTo>
                      <a:pt x="50" y="17"/>
                    </a:lnTo>
                    <a:lnTo>
                      <a:pt x="35" y="28"/>
                    </a:lnTo>
                    <a:lnTo>
                      <a:pt x="40" y="45"/>
                    </a:lnTo>
                    <a:lnTo>
                      <a:pt x="25" y="35"/>
                    </a:lnTo>
                    <a:lnTo>
                      <a:pt x="10" y="45"/>
                    </a:lnTo>
                    <a:lnTo>
                      <a:pt x="15" y="28"/>
                    </a:lnTo>
                    <a:lnTo>
                      <a:pt x="0" y="17"/>
                    </a:lnTo>
                    <a:lnTo>
                      <a:pt x="19" y="17"/>
                    </a:lnTo>
                    <a:lnTo>
                      <a:pt x="19" y="17"/>
                    </a:lnTo>
                    <a:lnTo>
                      <a:pt x="25" y="0"/>
                    </a:lnTo>
                    <a:lnTo>
                      <a:pt x="25"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67" name=""/>
              <p:cNvSpPr/>
              <p:nvPr/>
            </p:nvSpPr>
            <p:spPr>
              <a:xfrm>
                <a:off x="6932520" y="6529320"/>
                <a:ext cx="81000" cy="71640"/>
              </a:xfrm>
              <a:custGeom>
                <a:avLst/>
                <a:gdLst/>
                <a:ahLst/>
                <a:rect l="l" t="t" r="r" b="b"/>
                <a:pathLst>
                  <a:path w="51" h="45">
                    <a:moveTo>
                      <a:pt x="25" y="0"/>
                    </a:moveTo>
                    <a:lnTo>
                      <a:pt x="30" y="17"/>
                    </a:lnTo>
                    <a:lnTo>
                      <a:pt x="50" y="17"/>
                    </a:lnTo>
                    <a:lnTo>
                      <a:pt x="34" y="28"/>
                    </a:lnTo>
                    <a:lnTo>
                      <a:pt x="38" y="44"/>
                    </a:lnTo>
                    <a:lnTo>
                      <a:pt x="25" y="35"/>
                    </a:lnTo>
                    <a:lnTo>
                      <a:pt x="9" y="44"/>
                    </a:lnTo>
                    <a:lnTo>
                      <a:pt x="14" y="28"/>
                    </a:lnTo>
                    <a:lnTo>
                      <a:pt x="0" y="17"/>
                    </a:lnTo>
                    <a:lnTo>
                      <a:pt x="19" y="17"/>
                    </a:lnTo>
                    <a:lnTo>
                      <a:pt x="19" y="17"/>
                    </a:lnTo>
                    <a:lnTo>
                      <a:pt x="25" y="0"/>
                    </a:lnTo>
                    <a:lnTo>
                      <a:pt x="25" y="0"/>
                    </a:lnTo>
                  </a:path>
                </a:pathLst>
              </a:custGeom>
              <a:solidFill>
                <a:srgbClr val="ffffff"/>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1068" name=""/>
              <p:cNvSpPr/>
              <p:nvPr/>
            </p:nvSpPr>
            <p:spPr>
              <a:xfrm>
                <a:off x="7112160" y="6529320"/>
                <a:ext cx="83880" cy="71640"/>
              </a:xfrm>
              <a:custGeom>
                <a:avLst/>
                <a:gdLst/>
                <a:ahLst/>
                <a:rect l="l" t="t" r="r" b="b"/>
                <a:pathLst>
                  <a:path w="53" h="45">
                    <a:moveTo>
                      <a:pt x="25" y="0"/>
                    </a:moveTo>
                    <a:lnTo>
                      <a:pt x="31" y="17"/>
                    </a:lnTo>
                    <a:lnTo>
                      <a:pt x="52" y="17"/>
                    </a:lnTo>
                    <a:lnTo>
                      <a:pt x="35" y="28"/>
                    </a:lnTo>
                    <a:lnTo>
                      <a:pt x="41" y="44"/>
                    </a:lnTo>
                    <a:lnTo>
                      <a:pt x="25" y="35"/>
                    </a:lnTo>
                    <a:lnTo>
                      <a:pt x="9" y="44"/>
                    </a:lnTo>
                    <a:lnTo>
                      <a:pt x="16" y="28"/>
                    </a:lnTo>
                    <a:lnTo>
                      <a:pt x="0" y="17"/>
                    </a:lnTo>
                    <a:lnTo>
                      <a:pt x="19" y="17"/>
                    </a:lnTo>
                    <a:lnTo>
                      <a:pt x="19" y="17"/>
                    </a:lnTo>
                    <a:lnTo>
                      <a:pt x="25" y="0"/>
                    </a:lnTo>
                    <a:lnTo>
                      <a:pt x="25" y="0"/>
                    </a:lnTo>
                  </a:path>
                </a:pathLst>
              </a:custGeom>
              <a:solidFill>
                <a:srgbClr val="ffffff"/>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1069" name=""/>
              <p:cNvSpPr/>
              <p:nvPr/>
            </p:nvSpPr>
            <p:spPr>
              <a:xfrm>
                <a:off x="7288200" y="6529320"/>
                <a:ext cx="84240" cy="71640"/>
              </a:xfrm>
              <a:custGeom>
                <a:avLst/>
                <a:gdLst/>
                <a:ahLst/>
                <a:rect l="l" t="t" r="r" b="b"/>
                <a:pathLst>
                  <a:path w="53" h="45">
                    <a:moveTo>
                      <a:pt x="26" y="0"/>
                    </a:moveTo>
                    <a:lnTo>
                      <a:pt x="32" y="16"/>
                    </a:lnTo>
                    <a:lnTo>
                      <a:pt x="52" y="16"/>
                    </a:lnTo>
                    <a:lnTo>
                      <a:pt x="36" y="27"/>
                    </a:lnTo>
                    <a:lnTo>
                      <a:pt x="42" y="44"/>
                    </a:lnTo>
                    <a:lnTo>
                      <a:pt x="26" y="35"/>
                    </a:lnTo>
                    <a:lnTo>
                      <a:pt x="11" y="44"/>
                    </a:lnTo>
                    <a:lnTo>
                      <a:pt x="17" y="27"/>
                    </a:lnTo>
                    <a:lnTo>
                      <a:pt x="0" y="16"/>
                    </a:lnTo>
                    <a:lnTo>
                      <a:pt x="20" y="16"/>
                    </a:lnTo>
                    <a:lnTo>
                      <a:pt x="20" y="16"/>
                    </a:lnTo>
                    <a:lnTo>
                      <a:pt x="26" y="0"/>
                    </a:lnTo>
                    <a:lnTo>
                      <a:pt x="26" y="0"/>
                    </a:lnTo>
                  </a:path>
                </a:pathLst>
              </a:custGeom>
              <a:solidFill>
                <a:srgbClr val="ffffff"/>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1070" name=""/>
              <p:cNvSpPr/>
              <p:nvPr/>
            </p:nvSpPr>
            <p:spPr>
              <a:xfrm>
                <a:off x="7480440" y="6527880"/>
                <a:ext cx="81000" cy="73080"/>
              </a:xfrm>
              <a:custGeom>
                <a:avLst/>
                <a:gdLst/>
                <a:ahLst/>
                <a:rect l="l" t="t" r="r" b="b"/>
                <a:pathLst>
                  <a:path w="51" h="46">
                    <a:moveTo>
                      <a:pt x="24" y="0"/>
                    </a:moveTo>
                    <a:lnTo>
                      <a:pt x="31" y="16"/>
                    </a:lnTo>
                    <a:lnTo>
                      <a:pt x="50" y="16"/>
                    </a:lnTo>
                    <a:lnTo>
                      <a:pt x="34" y="28"/>
                    </a:lnTo>
                    <a:lnTo>
                      <a:pt x="40" y="45"/>
                    </a:lnTo>
                    <a:lnTo>
                      <a:pt x="24" y="35"/>
                    </a:lnTo>
                    <a:lnTo>
                      <a:pt x="8" y="45"/>
                    </a:lnTo>
                    <a:lnTo>
                      <a:pt x="15" y="28"/>
                    </a:lnTo>
                    <a:lnTo>
                      <a:pt x="0" y="16"/>
                    </a:lnTo>
                    <a:lnTo>
                      <a:pt x="18" y="16"/>
                    </a:lnTo>
                    <a:lnTo>
                      <a:pt x="18" y="16"/>
                    </a:lnTo>
                    <a:lnTo>
                      <a:pt x="24" y="0"/>
                    </a:lnTo>
                    <a:lnTo>
                      <a:pt x="24"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71" name=""/>
              <p:cNvSpPr/>
              <p:nvPr/>
            </p:nvSpPr>
            <p:spPr>
              <a:xfrm>
                <a:off x="7661160" y="6529320"/>
                <a:ext cx="82800" cy="71640"/>
              </a:xfrm>
              <a:custGeom>
                <a:avLst/>
                <a:gdLst/>
                <a:ahLst/>
                <a:rect l="l" t="t" r="r" b="b"/>
                <a:pathLst>
                  <a:path w="52" h="45">
                    <a:moveTo>
                      <a:pt x="26" y="0"/>
                    </a:moveTo>
                    <a:lnTo>
                      <a:pt x="32" y="17"/>
                    </a:lnTo>
                    <a:lnTo>
                      <a:pt x="51" y="17"/>
                    </a:lnTo>
                    <a:lnTo>
                      <a:pt x="37" y="28"/>
                    </a:lnTo>
                    <a:lnTo>
                      <a:pt x="43" y="44"/>
                    </a:lnTo>
                    <a:lnTo>
                      <a:pt x="26" y="35"/>
                    </a:lnTo>
                    <a:lnTo>
                      <a:pt x="11" y="44"/>
                    </a:lnTo>
                    <a:lnTo>
                      <a:pt x="16" y="28"/>
                    </a:lnTo>
                    <a:lnTo>
                      <a:pt x="0" y="17"/>
                    </a:lnTo>
                    <a:lnTo>
                      <a:pt x="21" y="17"/>
                    </a:lnTo>
                    <a:lnTo>
                      <a:pt x="21" y="17"/>
                    </a:lnTo>
                    <a:lnTo>
                      <a:pt x="26" y="0"/>
                    </a:lnTo>
                    <a:lnTo>
                      <a:pt x="26" y="0"/>
                    </a:lnTo>
                  </a:path>
                </a:pathLst>
              </a:custGeom>
              <a:solidFill>
                <a:srgbClr val="ffffff"/>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1072" name=""/>
              <p:cNvSpPr/>
              <p:nvPr/>
            </p:nvSpPr>
            <p:spPr>
              <a:xfrm>
                <a:off x="7850160" y="6529320"/>
                <a:ext cx="81000" cy="71640"/>
              </a:xfrm>
              <a:custGeom>
                <a:avLst/>
                <a:gdLst/>
                <a:ahLst/>
                <a:rect l="l" t="t" r="r" b="b"/>
                <a:pathLst>
                  <a:path w="51" h="45">
                    <a:moveTo>
                      <a:pt x="24" y="0"/>
                    </a:moveTo>
                    <a:lnTo>
                      <a:pt x="31" y="16"/>
                    </a:lnTo>
                    <a:lnTo>
                      <a:pt x="50" y="16"/>
                    </a:lnTo>
                    <a:lnTo>
                      <a:pt x="35" y="27"/>
                    </a:lnTo>
                    <a:lnTo>
                      <a:pt x="40" y="44"/>
                    </a:lnTo>
                    <a:lnTo>
                      <a:pt x="24" y="35"/>
                    </a:lnTo>
                    <a:lnTo>
                      <a:pt x="9" y="44"/>
                    </a:lnTo>
                    <a:lnTo>
                      <a:pt x="14" y="27"/>
                    </a:lnTo>
                    <a:lnTo>
                      <a:pt x="0" y="16"/>
                    </a:lnTo>
                    <a:lnTo>
                      <a:pt x="19" y="16"/>
                    </a:lnTo>
                    <a:lnTo>
                      <a:pt x="19" y="16"/>
                    </a:lnTo>
                    <a:lnTo>
                      <a:pt x="24" y="0"/>
                    </a:lnTo>
                    <a:lnTo>
                      <a:pt x="24" y="0"/>
                    </a:lnTo>
                  </a:path>
                </a:pathLst>
              </a:custGeom>
              <a:solidFill>
                <a:srgbClr val="ffffff"/>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1073" name=""/>
              <p:cNvSpPr/>
              <p:nvPr/>
            </p:nvSpPr>
            <p:spPr>
              <a:xfrm>
                <a:off x="6932520" y="6669000"/>
                <a:ext cx="81000" cy="73080"/>
              </a:xfrm>
              <a:custGeom>
                <a:avLst/>
                <a:gdLst/>
                <a:ahLst/>
                <a:rect l="l" t="t" r="r" b="b"/>
                <a:pathLst>
                  <a:path w="51" h="46">
                    <a:moveTo>
                      <a:pt x="24" y="0"/>
                    </a:moveTo>
                    <a:lnTo>
                      <a:pt x="29" y="16"/>
                    </a:lnTo>
                    <a:lnTo>
                      <a:pt x="50" y="16"/>
                    </a:lnTo>
                    <a:lnTo>
                      <a:pt x="33" y="28"/>
                    </a:lnTo>
                    <a:lnTo>
                      <a:pt x="38" y="45"/>
                    </a:lnTo>
                    <a:lnTo>
                      <a:pt x="24" y="35"/>
                    </a:lnTo>
                    <a:lnTo>
                      <a:pt x="9" y="45"/>
                    </a:lnTo>
                    <a:lnTo>
                      <a:pt x="14" y="28"/>
                    </a:lnTo>
                    <a:lnTo>
                      <a:pt x="0" y="16"/>
                    </a:lnTo>
                    <a:lnTo>
                      <a:pt x="18" y="16"/>
                    </a:lnTo>
                    <a:lnTo>
                      <a:pt x="18" y="16"/>
                    </a:lnTo>
                    <a:lnTo>
                      <a:pt x="24" y="0"/>
                    </a:lnTo>
                    <a:lnTo>
                      <a:pt x="24"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74" name=""/>
              <p:cNvSpPr/>
              <p:nvPr/>
            </p:nvSpPr>
            <p:spPr>
              <a:xfrm>
                <a:off x="7112160" y="6669000"/>
                <a:ext cx="82440" cy="73080"/>
              </a:xfrm>
              <a:custGeom>
                <a:avLst/>
                <a:gdLst/>
                <a:ahLst/>
                <a:rect l="l" t="t" r="r" b="b"/>
                <a:pathLst>
                  <a:path w="52" h="46">
                    <a:moveTo>
                      <a:pt x="25" y="0"/>
                    </a:moveTo>
                    <a:lnTo>
                      <a:pt x="31" y="16"/>
                    </a:lnTo>
                    <a:lnTo>
                      <a:pt x="51" y="16"/>
                    </a:lnTo>
                    <a:lnTo>
                      <a:pt x="34" y="28"/>
                    </a:lnTo>
                    <a:lnTo>
                      <a:pt x="41" y="45"/>
                    </a:lnTo>
                    <a:lnTo>
                      <a:pt x="25" y="35"/>
                    </a:lnTo>
                    <a:lnTo>
                      <a:pt x="9" y="45"/>
                    </a:lnTo>
                    <a:lnTo>
                      <a:pt x="15" y="28"/>
                    </a:lnTo>
                    <a:lnTo>
                      <a:pt x="0" y="16"/>
                    </a:lnTo>
                    <a:lnTo>
                      <a:pt x="18" y="16"/>
                    </a:lnTo>
                    <a:lnTo>
                      <a:pt x="18" y="16"/>
                    </a:lnTo>
                    <a:lnTo>
                      <a:pt x="25" y="0"/>
                    </a:lnTo>
                    <a:lnTo>
                      <a:pt x="25"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75" name=""/>
              <p:cNvSpPr/>
              <p:nvPr/>
            </p:nvSpPr>
            <p:spPr>
              <a:xfrm>
                <a:off x="7283520" y="6669000"/>
                <a:ext cx="82440" cy="73080"/>
              </a:xfrm>
              <a:custGeom>
                <a:avLst/>
                <a:gdLst/>
                <a:ahLst/>
                <a:rect l="l" t="t" r="r" b="b"/>
                <a:pathLst>
                  <a:path w="52" h="46">
                    <a:moveTo>
                      <a:pt x="25" y="0"/>
                    </a:moveTo>
                    <a:lnTo>
                      <a:pt x="31" y="16"/>
                    </a:lnTo>
                    <a:lnTo>
                      <a:pt x="51" y="16"/>
                    </a:lnTo>
                    <a:lnTo>
                      <a:pt x="35" y="27"/>
                    </a:lnTo>
                    <a:lnTo>
                      <a:pt x="41" y="45"/>
                    </a:lnTo>
                    <a:lnTo>
                      <a:pt x="25" y="34"/>
                    </a:lnTo>
                    <a:lnTo>
                      <a:pt x="9" y="45"/>
                    </a:lnTo>
                    <a:lnTo>
                      <a:pt x="15" y="27"/>
                    </a:lnTo>
                    <a:lnTo>
                      <a:pt x="0" y="16"/>
                    </a:lnTo>
                    <a:lnTo>
                      <a:pt x="20" y="16"/>
                    </a:lnTo>
                    <a:lnTo>
                      <a:pt x="20" y="16"/>
                    </a:lnTo>
                    <a:lnTo>
                      <a:pt x="25" y="0"/>
                    </a:lnTo>
                    <a:lnTo>
                      <a:pt x="25"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76" name=""/>
              <p:cNvSpPr/>
              <p:nvPr/>
            </p:nvSpPr>
            <p:spPr>
              <a:xfrm>
                <a:off x="7481880" y="6667560"/>
                <a:ext cx="82440" cy="73080"/>
              </a:xfrm>
              <a:custGeom>
                <a:avLst/>
                <a:gdLst/>
                <a:ahLst/>
                <a:rect l="l" t="t" r="r" b="b"/>
                <a:pathLst>
                  <a:path w="52" h="46">
                    <a:moveTo>
                      <a:pt x="24" y="0"/>
                    </a:moveTo>
                    <a:lnTo>
                      <a:pt x="30" y="17"/>
                    </a:lnTo>
                    <a:lnTo>
                      <a:pt x="51" y="17"/>
                    </a:lnTo>
                    <a:lnTo>
                      <a:pt x="34" y="28"/>
                    </a:lnTo>
                    <a:lnTo>
                      <a:pt x="41" y="45"/>
                    </a:lnTo>
                    <a:lnTo>
                      <a:pt x="24" y="35"/>
                    </a:lnTo>
                    <a:lnTo>
                      <a:pt x="8" y="45"/>
                    </a:lnTo>
                    <a:lnTo>
                      <a:pt x="15" y="28"/>
                    </a:lnTo>
                    <a:lnTo>
                      <a:pt x="0" y="17"/>
                    </a:lnTo>
                    <a:lnTo>
                      <a:pt x="18" y="17"/>
                    </a:lnTo>
                    <a:lnTo>
                      <a:pt x="18" y="17"/>
                    </a:lnTo>
                    <a:lnTo>
                      <a:pt x="24" y="0"/>
                    </a:lnTo>
                    <a:lnTo>
                      <a:pt x="24"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77" name=""/>
              <p:cNvSpPr/>
              <p:nvPr/>
            </p:nvSpPr>
            <p:spPr>
              <a:xfrm>
                <a:off x="7659720" y="6669000"/>
                <a:ext cx="84240" cy="73080"/>
              </a:xfrm>
              <a:custGeom>
                <a:avLst/>
                <a:gdLst/>
                <a:ahLst/>
                <a:rect l="l" t="t" r="r" b="b"/>
                <a:pathLst>
                  <a:path w="53" h="46">
                    <a:moveTo>
                      <a:pt x="26" y="0"/>
                    </a:moveTo>
                    <a:lnTo>
                      <a:pt x="32" y="16"/>
                    </a:lnTo>
                    <a:lnTo>
                      <a:pt x="52" y="16"/>
                    </a:lnTo>
                    <a:lnTo>
                      <a:pt x="36" y="28"/>
                    </a:lnTo>
                    <a:lnTo>
                      <a:pt x="43" y="45"/>
                    </a:lnTo>
                    <a:lnTo>
                      <a:pt x="26" y="35"/>
                    </a:lnTo>
                    <a:lnTo>
                      <a:pt x="11" y="45"/>
                    </a:lnTo>
                    <a:lnTo>
                      <a:pt x="17" y="28"/>
                    </a:lnTo>
                    <a:lnTo>
                      <a:pt x="0" y="16"/>
                    </a:lnTo>
                    <a:lnTo>
                      <a:pt x="22" y="16"/>
                    </a:lnTo>
                    <a:lnTo>
                      <a:pt x="22" y="16"/>
                    </a:lnTo>
                    <a:lnTo>
                      <a:pt x="26" y="0"/>
                    </a:lnTo>
                    <a:lnTo>
                      <a:pt x="26"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78" name=""/>
              <p:cNvSpPr/>
              <p:nvPr/>
            </p:nvSpPr>
            <p:spPr>
              <a:xfrm>
                <a:off x="7850160" y="6669000"/>
                <a:ext cx="81000" cy="73080"/>
              </a:xfrm>
              <a:custGeom>
                <a:avLst/>
                <a:gdLst/>
                <a:ahLst/>
                <a:rect l="l" t="t" r="r" b="b"/>
                <a:pathLst>
                  <a:path w="51" h="46">
                    <a:moveTo>
                      <a:pt x="25" y="0"/>
                    </a:moveTo>
                    <a:lnTo>
                      <a:pt x="32" y="16"/>
                    </a:lnTo>
                    <a:lnTo>
                      <a:pt x="50" y="16"/>
                    </a:lnTo>
                    <a:lnTo>
                      <a:pt x="36" y="27"/>
                    </a:lnTo>
                    <a:lnTo>
                      <a:pt x="41" y="45"/>
                    </a:lnTo>
                    <a:lnTo>
                      <a:pt x="25" y="34"/>
                    </a:lnTo>
                    <a:lnTo>
                      <a:pt x="10" y="45"/>
                    </a:lnTo>
                    <a:lnTo>
                      <a:pt x="15" y="27"/>
                    </a:lnTo>
                    <a:lnTo>
                      <a:pt x="0" y="16"/>
                    </a:lnTo>
                    <a:lnTo>
                      <a:pt x="19" y="16"/>
                    </a:lnTo>
                    <a:lnTo>
                      <a:pt x="19" y="16"/>
                    </a:lnTo>
                    <a:lnTo>
                      <a:pt x="25" y="0"/>
                    </a:lnTo>
                    <a:lnTo>
                      <a:pt x="25" y="0"/>
                    </a:lnTo>
                  </a:path>
                </a:pathLst>
              </a:custGeom>
              <a:solidFill>
                <a:srgbClr val="ffff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grpSp>
      </p:grpSp>
    </p:spTree>
  </p:cSld>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079" name=""/>
          <p:cNvGrpSpPr/>
          <p:nvPr/>
        </p:nvGrpSpPr>
        <p:grpSpPr>
          <a:xfrm>
            <a:off x="538200" y="-7920"/>
            <a:ext cx="9456840" cy="8099280"/>
            <a:chOff x="538200" y="-7920"/>
            <a:chExt cx="9456840" cy="8099280"/>
          </a:xfrm>
        </p:grpSpPr>
        <p:sp>
          <p:nvSpPr>
            <p:cNvPr id="1080"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081" name=""/>
            <p:cNvGrpSpPr/>
            <p:nvPr/>
          </p:nvGrpSpPr>
          <p:grpSpPr>
            <a:xfrm>
              <a:off x="538200" y="727200"/>
              <a:ext cx="1542960" cy="1599840"/>
              <a:chOff x="538200" y="727200"/>
              <a:chExt cx="1542960" cy="1599840"/>
            </a:xfrm>
          </p:grpSpPr>
          <p:sp>
            <p:nvSpPr>
              <p:cNvPr id="1082"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083" name="" descr=""/>
              <p:cNvPicPr/>
              <p:nvPr/>
            </p:nvPicPr>
            <p:blipFill>
              <a:blip r:embed="rId1"/>
              <a:stretch/>
            </p:blipFill>
            <p:spPr>
              <a:xfrm>
                <a:off x="568440" y="779400"/>
                <a:ext cx="1430280" cy="1460520"/>
              </a:xfrm>
              <a:prstGeom prst="rect">
                <a:avLst/>
              </a:prstGeom>
              <a:noFill/>
              <a:ln w="0">
                <a:noFill/>
              </a:ln>
            </p:spPr>
          </p:pic>
          <p:sp>
            <p:nvSpPr>
              <p:cNvPr id="1084"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85"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086"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087"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088"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089" name="PlaceHolder 1"/>
          <p:cNvSpPr>
            <a:spLocks noGrp="1"/>
          </p:cNvSpPr>
          <p:nvPr>
            <p:ph/>
          </p:nvPr>
        </p:nvSpPr>
        <p:spPr>
          <a:xfrm>
            <a:off x="2198520" y="850680"/>
            <a:ext cx="7831440" cy="126036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USDA  ACTIONS: Surveillance</a:t>
            </a:r>
            <a:endParaRPr b="0" lang="en-IN" sz="4200" strike="noStrike" u="none">
              <a:solidFill>
                <a:srgbClr val="ffffff"/>
              </a:solidFill>
              <a:effectLst/>
              <a:uFillTx/>
              <a:latin typeface="Times New Roman"/>
            </a:endParaRPr>
          </a:p>
        </p:txBody>
      </p:sp>
      <p:sp>
        <p:nvSpPr>
          <p:cNvPr id="1090" name=""/>
          <p:cNvSpPr/>
          <p:nvPr/>
        </p:nvSpPr>
        <p:spPr>
          <a:xfrm>
            <a:off x="1479600" y="2503440"/>
            <a:ext cx="8750160" cy="244944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Field CNS Cases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VDL data</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CNS condemns at slaughter</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3500" strike="noStrike" u="none">
                <a:solidFill>
                  <a:srgbClr val="ffffff"/>
                </a:solidFill>
                <a:effectLst/>
                <a:uFillTx/>
                <a:latin typeface="Times New Roman"/>
              </a:rPr>
              <a:t>"Downers"</a:t>
            </a:r>
            <a:endParaRPr b="0" lang="en-IN" sz="3500" strike="noStrike" u="none">
              <a:solidFill>
                <a:srgbClr val="ffffff"/>
              </a:solidFill>
              <a:effectLst/>
              <a:uFillTx/>
              <a:latin typeface="Times New Roman"/>
            </a:endParaRPr>
          </a:p>
        </p:txBody>
      </p:sp>
      <p:grpSp>
        <p:nvGrpSpPr>
          <p:cNvPr id="1091" name=""/>
          <p:cNvGrpSpPr/>
          <p:nvPr/>
        </p:nvGrpSpPr>
        <p:grpSpPr>
          <a:xfrm>
            <a:off x="5967360" y="4619520"/>
            <a:ext cx="2828880" cy="3019680"/>
            <a:chOff x="5967360" y="4619520"/>
            <a:chExt cx="2828880" cy="3019680"/>
          </a:xfrm>
        </p:grpSpPr>
        <p:grpSp>
          <p:nvGrpSpPr>
            <p:cNvPr id="1092" name=""/>
            <p:cNvGrpSpPr/>
            <p:nvPr/>
          </p:nvGrpSpPr>
          <p:grpSpPr>
            <a:xfrm>
              <a:off x="7400880" y="4619520"/>
              <a:ext cx="1395360" cy="3019680"/>
              <a:chOff x="7400880" y="4619520"/>
              <a:chExt cx="1395360" cy="3019680"/>
            </a:xfrm>
          </p:grpSpPr>
          <p:sp>
            <p:nvSpPr>
              <p:cNvPr id="1093" name=""/>
              <p:cNvSpPr/>
              <p:nvPr/>
            </p:nvSpPr>
            <p:spPr>
              <a:xfrm>
                <a:off x="7696080" y="5943600"/>
                <a:ext cx="184320" cy="136440"/>
              </a:xfrm>
              <a:custGeom>
                <a:avLst/>
                <a:gdLst/>
                <a:ahLst/>
                <a:rect l="l" t="t" r="r" b="b"/>
                <a:pathLst>
                  <a:path w="116" h="86">
                    <a:moveTo>
                      <a:pt x="114" y="85"/>
                    </a:moveTo>
                    <a:lnTo>
                      <a:pt x="0" y="50"/>
                    </a:lnTo>
                    <a:lnTo>
                      <a:pt x="0" y="0"/>
                    </a:lnTo>
                    <a:lnTo>
                      <a:pt x="115" y="33"/>
                    </a:lnTo>
                    <a:lnTo>
                      <a:pt x="114" y="85"/>
                    </a:lnTo>
                    <a:lnTo>
                      <a:pt x="114" y="85"/>
                    </a:lnTo>
                  </a:path>
                </a:pathLst>
              </a:custGeom>
              <a:solidFill>
                <a:srgbClr val="004041"/>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94" name=""/>
              <p:cNvSpPr/>
              <p:nvPr/>
            </p:nvSpPr>
            <p:spPr>
              <a:xfrm>
                <a:off x="7658280" y="5946840"/>
                <a:ext cx="39600" cy="98280"/>
              </a:xfrm>
              <a:custGeom>
                <a:avLst/>
                <a:gdLst/>
                <a:ahLst/>
                <a:rect l="l" t="t" r="r" b="b"/>
                <a:pathLst>
                  <a:path w="25" h="62">
                    <a:moveTo>
                      <a:pt x="24" y="50"/>
                    </a:moveTo>
                    <a:lnTo>
                      <a:pt x="0" y="61"/>
                    </a:lnTo>
                    <a:lnTo>
                      <a:pt x="0" y="11"/>
                    </a:lnTo>
                    <a:lnTo>
                      <a:pt x="24" y="0"/>
                    </a:lnTo>
                    <a:lnTo>
                      <a:pt x="24" y="50"/>
                    </a:lnTo>
                    <a:lnTo>
                      <a:pt x="24" y="50"/>
                    </a:lnTo>
                  </a:path>
                </a:pathLst>
              </a:custGeom>
              <a:solidFill>
                <a:srgbClr val="006062"/>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95" name=""/>
              <p:cNvSpPr/>
              <p:nvPr/>
            </p:nvSpPr>
            <p:spPr>
              <a:xfrm>
                <a:off x="7658280" y="6022800"/>
                <a:ext cx="222120" cy="73080"/>
              </a:xfrm>
              <a:custGeom>
                <a:avLst/>
                <a:gdLst/>
                <a:ahLst/>
                <a:rect l="l" t="t" r="r" b="b"/>
                <a:pathLst>
                  <a:path w="140" h="46">
                    <a:moveTo>
                      <a:pt x="0" y="13"/>
                    </a:moveTo>
                    <a:lnTo>
                      <a:pt x="118" y="45"/>
                    </a:lnTo>
                    <a:lnTo>
                      <a:pt x="139" y="34"/>
                    </a:lnTo>
                    <a:lnTo>
                      <a:pt x="24" y="0"/>
                    </a:lnTo>
                    <a:lnTo>
                      <a:pt x="0" y="13"/>
                    </a:lnTo>
                    <a:lnTo>
                      <a:pt x="0" y="13"/>
                    </a:lnTo>
                  </a:path>
                </a:pathLst>
              </a:custGeom>
              <a:solidFill>
                <a:srgbClr val="000000"/>
              </a:solidFill>
              <a:ln w="18360">
                <a:solidFill>
                  <a:srgbClr val="000000"/>
                </a:solidFill>
                <a:round/>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1096" name=""/>
              <p:cNvSpPr/>
              <p:nvPr/>
            </p:nvSpPr>
            <p:spPr>
              <a:xfrm>
                <a:off x="8229600" y="5950080"/>
                <a:ext cx="192240" cy="1689120"/>
              </a:xfrm>
              <a:custGeom>
                <a:avLst/>
                <a:gdLst/>
                <a:ahLst/>
                <a:rect l="l" t="t" r="r" b="b"/>
                <a:pathLst>
                  <a:path w="121" h="1064">
                    <a:moveTo>
                      <a:pt x="0" y="0"/>
                    </a:moveTo>
                    <a:lnTo>
                      <a:pt x="92" y="1050"/>
                    </a:lnTo>
                    <a:lnTo>
                      <a:pt x="120" y="1063"/>
                    </a:lnTo>
                    <a:lnTo>
                      <a:pt x="34" y="57"/>
                    </a:lnTo>
                    <a:lnTo>
                      <a:pt x="0" y="0"/>
                    </a:lnTo>
                    <a:lnTo>
                      <a:pt x="0" y="0"/>
                    </a:lnTo>
                  </a:path>
                </a:pathLst>
              </a:custGeom>
              <a:solidFill>
                <a:srgbClr val="009f82"/>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97" name=""/>
              <p:cNvSpPr/>
              <p:nvPr/>
            </p:nvSpPr>
            <p:spPr>
              <a:xfrm>
                <a:off x="8283600" y="6018120"/>
                <a:ext cx="217440" cy="1617840"/>
              </a:xfrm>
              <a:custGeom>
                <a:avLst/>
                <a:gdLst/>
                <a:ahLst/>
                <a:rect l="l" t="t" r="r" b="b"/>
                <a:pathLst>
                  <a:path w="137" h="1019">
                    <a:moveTo>
                      <a:pt x="90" y="1018"/>
                    </a:moveTo>
                    <a:lnTo>
                      <a:pt x="136" y="1002"/>
                    </a:lnTo>
                    <a:lnTo>
                      <a:pt x="43" y="0"/>
                    </a:lnTo>
                    <a:lnTo>
                      <a:pt x="0" y="19"/>
                    </a:lnTo>
                    <a:lnTo>
                      <a:pt x="90" y="1018"/>
                    </a:lnTo>
                    <a:lnTo>
                      <a:pt x="90" y="1018"/>
                    </a:lnTo>
                  </a:path>
                </a:pathLst>
              </a:custGeom>
              <a:solidFill>
                <a:srgbClr val="006062"/>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98" name=""/>
              <p:cNvSpPr/>
              <p:nvPr/>
            </p:nvSpPr>
            <p:spPr>
              <a:xfrm>
                <a:off x="8213760" y="4994280"/>
                <a:ext cx="538200" cy="2162160"/>
              </a:xfrm>
              <a:custGeom>
                <a:avLst/>
                <a:gdLst/>
                <a:ahLst/>
                <a:rect l="l" t="t" r="r" b="b"/>
                <a:pathLst>
                  <a:path w="339" h="1362">
                    <a:moveTo>
                      <a:pt x="0" y="49"/>
                    </a:moveTo>
                    <a:lnTo>
                      <a:pt x="312" y="1350"/>
                    </a:lnTo>
                    <a:lnTo>
                      <a:pt x="338" y="1361"/>
                    </a:lnTo>
                    <a:lnTo>
                      <a:pt x="12" y="0"/>
                    </a:lnTo>
                    <a:lnTo>
                      <a:pt x="0" y="49"/>
                    </a:lnTo>
                    <a:lnTo>
                      <a:pt x="0" y="49"/>
                    </a:lnTo>
                  </a:path>
                </a:pathLst>
              </a:custGeom>
              <a:solidFill>
                <a:srgbClr val="006062"/>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99" name=""/>
              <p:cNvSpPr/>
              <p:nvPr/>
            </p:nvSpPr>
            <p:spPr>
              <a:xfrm>
                <a:off x="8267760" y="5092560"/>
                <a:ext cx="528480" cy="2065320"/>
              </a:xfrm>
              <a:custGeom>
                <a:avLst/>
                <a:gdLst/>
                <a:ahLst/>
                <a:rect l="l" t="t" r="r" b="b"/>
                <a:pathLst>
                  <a:path w="333" h="1301">
                    <a:moveTo>
                      <a:pt x="301" y="1300"/>
                    </a:moveTo>
                    <a:lnTo>
                      <a:pt x="332" y="1289"/>
                    </a:lnTo>
                    <a:lnTo>
                      <a:pt x="25" y="0"/>
                    </a:lnTo>
                    <a:lnTo>
                      <a:pt x="0" y="56"/>
                    </a:lnTo>
                    <a:lnTo>
                      <a:pt x="301" y="1300"/>
                    </a:lnTo>
                    <a:lnTo>
                      <a:pt x="301" y="1300"/>
                    </a:lnTo>
                  </a:path>
                </a:pathLst>
              </a:custGeom>
              <a:solidFill>
                <a:srgbClr val="00000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00" name=""/>
              <p:cNvSpPr/>
              <p:nvPr/>
            </p:nvSpPr>
            <p:spPr>
              <a:xfrm>
                <a:off x="7400880" y="5635800"/>
                <a:ext cx="471600" cy="1618920"/>
              </a:xfrm>
              <a:custGeom>
                <a:avLst/>
                <a:gdLst/>
                <a:ahLst/>
                <a:rect l="l" t="t" r="r" b="b"/>
                <a:pathLst>
                  <a:path w="297" h="1020">
                    <a:moveTo>
                      <a:pt x="280" y="0"/>
                    </a:moveTo>
                    <a:lnTo>
                      <a:pt x="0" y="1006"/>
                    </a:lnTo>
                    <a:lnTo>
                      <a:pt x="27" y="1019"/>
                    </a:lnTo>
                    <a:lnTo>
                      <a:pt x="296" y="59"/>
                    </a:lnTo>
                    <a:lnTo>
                      <a:pt x="280" y="0"/>
                    </a:lnTo>
                    <a:lnTo>
                      <a:pt x="280" y="0"/>
                    </a:lnTo>
                  </a:path>
                </a:pathLst>
              </a:custGeom>
              <a:solidFill>
                <a:srgbClr val="006062"/>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01" name=""/>
              <p:cNvSpPr/>
              <p:nvPr/>
            </p:nvSpPr>
            <p:spPr>
              <a:xfrm>
                <a:off x="7443720" y="5735520"/>
                <a:ext cx="488880" cy="1519200"/>
              </a:xfrm>
              <a:custGeom>
                <a:avLst/>
                <a:gdLst/>
                <a:ahLst/>
                <a:rect l="l" t="t" r="r" b="b"/>
                <a:pathLst>
                  <a:path w="308" h="957">
                    <a:moveTo>
                      <a:pt x="0" y="956"/>
                    </a:moveTo>
                    <a:lnTo>
                      <a:pt x="47" y="943"/>
                    </a:lnTo>
                    <a:lnTo>
                      <a:pt x="307" y="16"/>
                    </a:lnTo>
                    <a:lnTo>
                      <a:pt x="269" y="0"/>
                    </a:lnTo>
                    <a:lnTo>
                      <a:pt x="0" y="956"/>
                    </a:lnTo>
                    <a:lnTo>
                      <a:pt x="0" y="956"/>
                    </a:lnTo>
                  </a:path>
                </a:pathLst>
              </a:custGeom>
              <a:solidFill>
                <a:srgbClr val="004041"/>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02" name=""/>
              <p:cNvSpPr/>
              <p:nvPr/>
            </p:nvSpPr>
            <p:spPr>
              <a:xfrm>
                <a:off x="7682040" y="4621320"/>
                <a:ext cx="957240" cy="1576440"/>
              </a:xfrm>
              <a:custGeom>
                <a:avLst/>
                <a:gdLst/>
                <a:ahLst/>
                <a:rect l="l" t="t" r="r" b="b"/>
                <a:pathLst>
                  <a:path w="603" h="993">
                    <a:moveTo>
                      <a:pt x="416" y="11"/>
                    </a:moveTo>
                    <a:lnTo>
                      <a:pt x="379" y="6"/>
                    </a:lnTo>
                    <a:lnTo>
                      <a:pt x="343" y="0"/>
                    </a:lnTo>
                    <a:lnTo>
                      <a:pt x="325" y="9"/>
                    </a:lnTo>
                    <a:lnTo>
                      <a:pt x="292" y="32"/>
                    </a:lnTo>
                    <a:lnTo>
                      <a:pt x="235" y="72"/>
                    </a:lnTo>
                    <a:lnTo>
                      <a:pt x="177" y="127"/>
                    </a:lnTo>
                    <a:lnTo>
                      <a:pt x="125" y="193"/>
                    </a:lnTo>
                    <a:lnTo>
                      <a:pt x="79" y="271"/>
                    </a:lnTo>
                    <a:lnTo>
                      <a:pt x="40" y="355"/>
                    </a:lnTo>
                    <a:lnTo>
                      <a:pt x="14" y="446"/>
                    </a:lnTo>
                    <a:lnTo>
                      <a:pt x="2" y="538"/>
                    </a:lnTo>
                    <a:lnTo>
                      <a:pt x="0" y="584"/>
                    </a:lnTo>
                    <a:lnTo>
                      <a:pt x="0" y="606"/>
                    </a:lnTo>
                    <a:lnTo>
                      <a:pt x="0" y="630"/>
                    </a:lnTo>
                    <a:lnTo>
                      <a:pt x="11" y="717"/>
                    </a:lnTo>
                    <a:lnTo>
                      <a:pt x="31" y="799"/>
                    </a:lnTo>
                    <a:lnTo>
                      <a:pt x="61" y="869"/>
                    </a:lnTo>
                    <a:lnTo>
                      <a:pt x="98" y="927"/>
                    </a:lnTo>
                    <a:lnTo>
                      <a:pt x="143" y="981"/>
                    </a:lnTo>
                    <a:lnTo>
                      <a:pt x="223" y="992"/>
                    </a:lnTo>
                    <a:lnTo>
                      <a:pt x="237" y="992"/>
                    </a:lnTo>
                    <a:lnTo>
                      <a:pt x="273" y="984"/>
                    </a:lnTo>
                    <a:lnTo>
                      <a:pt x="312" y="967"/>
                    </a:lnTo>
                    <a:lnTo>
                      <a:pt x="367" y="928"/>
                    </a:lnTo>
                    <a:lnTo>
                      <a:pt x="425" y="875"/>
                    </a:lnTo>
                    <a:lnTo>
                      <a:pt x="477" y="809"/>
                    </a:lnTo>
                    <a:lnTo>
                      <a:pt x="523" y="730"/>
                    </a:lnTo>
                    <a:lnTo>
                      <a:pt x="562" y="645"/>
                    </a:lnTo>
                    <a:lnTo>
                      <a:pt x="589" y="556"/>
                    </a:lnTo>
                    <a:lnTo>
                      <a:pt x="600" y="463"/>
                    </a:lnTo>
                    <a:lnTo>
                      <a:pt x="602" y="418"/>
                    </a:lnTo>
                    <a:lnTo>
                      <a:pt x="602" y="396"/>
                    </a:lnTo>
                    <a:lnTo>
                      <a:pt x="602" y="372"/>
                    </a:lnTo>
                    <a:lnTo>
                      <a:pt x="592" y="284"/>
                    </a:lnTo>
                    <a:lnTo>
                      <a:pt x="570" y="202"/>
                    </a:lnTo>
                    <a:lnTo>
                      <a:pt x="541" y="134"/>
                    </a:lnTo>
                    <a:lnTo>
                      <a:pt x="503" y="75"/>
                    </a:lnTo>
                    <a:lnTo>
                      <a:pt x="457" y="34"/>
                    </a:lnTo>
                    <a:lnTo>
                      <a:pt x="416" y="11"/>
                    </a:lnTo>
                    <a:lnTo>
                      <a:pt x="416" y="11"/>
                    </a:lnTo>
                  </a:path>
                </a:pathLst>
              </a:custGeom>
              <a:gradFill rotWithShape="0">
                <a:gsLst>
                  <a:gs pos="0">
                    <a:srgbClr val="808080"/>
                  </a:gs>
                  <a:gs pos="50000">
                    <a:srgbClr val="ffffff"/>
                  </a:gs>
                  <a:gs pos="100000">
                    <a:srgbClr val="808080"/>
                  </a:gs>
                </a:gsLst>
                <a:lin ang="5400000"/>
              </a:gra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03" name=""/>
              <p:cNvSpPr/>
              <p:nvPr/>
            </p:nvSpPr>
            <p:spPr>
              <a:xfrm>
                <a:off x="7591320" y="4619520"/>
                <a:ext cx="959040" cy="1559160"/>
              </a:xfrm>
              <a:custGeom>
                <a:avLst/>
                <a:gdLst/>
                <a:ahLst/>
                <a:rect l="l" t="t" r="r" b="b"/>
                <a:pathLst>
                  <a:path w="604" h="982">
                    <a:moveTo>
                      <a:pt x="407" y="2"/>
                    </a:moveTo>
                    <a:lnTo>
                      <a:pt x="380" y="0"/>
                    </a:lnTo>
                    <a:lnTo>
                      <a:pt x="366" y="0"/>
                    </a:lnTo>
                    <a:lnTo>
                      <a:pt x="353" y="2"/>
                    </a:lnTo>
                    <a:lnTo>
                      <a:pt x="294" y="24"/>
                    </a:lnTo>
                    <a:lnTo>
                      <a:pt x="235" y="63"/>
                    </a:lnTo>
                    <a:lnTo>
                      <a:pt x="177" y="117"/>
                    </a:lnTo>
                    <a:lnTo>
                      <a:pt x="125" y="185"/>
                    </a:lnTo>
                    <a:lnTo>
                      <a:pt x="80" y="261"/>
                    </a:lnTo>
                    <a:lnTo>
                      <a:pt x="42" y="346"/>
                    </a:lnTo>
                    <a:lnTo>
                      <a:pt x="16" y="437"/>
                    </a:lnTo>
                    <a:lnTo>
                      <a:pt x="3" y="529"/>
                    </a:lnTo>
                    <a:lnTo>
                      <a:pt x="0" y="574"/>
                    </a:lnTo>
                    <a:lnTo>
                      <a:pt x="0" y="596"/>
                    </a:lnTo>
                    <a:lnTo>
                      <a:pt x="2" y="619"/>
                    </a:lnTo>
                    <a:lnTo>
                      <a:pt x="12" y="708"/>
                    </a:lnTo>
                    <a:lnTo>
                      <a:pt x="33" y="790"/>
                    </a:lnTo>
                    <a:lnTo>
                      <a:pt x="63" y="861"/>
                    </a:lnTo>
                    <a:lnTo>
                      <a:pt x="101" y="917"/>
                    </a:lnTo>
                    <a:lnTo>
                      <a:pt x="146" y="957"/>
                    </a:lnTo>
                    <a:lnTo>
                      <a:pt x="198" y="980"/>
                    </a:lnTo>
                    <a:lnTo>
                      <a:pt x="223" y="981"/>
                    </a:lnTo>
                    <a:lnTo>
                      <a:pt x="238" y="981"/>
                    </a:lnTo>
                    <a:lnTo>
                      <a:pt x="252" y="980"/>
                    </a:lnTo>
                    <a:lnTo>
                      <a:pt x="310" y="959"/>
                    </a:lnTo>
                    <a:lnTo>
                      <a:pt x="369" y="920"/>
                    </a:lnTo>
                    <a:lnTo>
                      <a:pt x="426" y="865"/>
                    </a:lnTo>
                    <a:lnTo>
                      <a:pt x="478" y="798"/>
                    </a:lnTo>
                    <a:lnTo>
                      <a:pt x="525" y="722"/>
                    </a:lnTo>
                    <a:lnTo>
                      <a:pt x="562" y="637"/>
                    </a:lnTo>
                    <a:lnTo>
                      <a:pt x="589" y="546"/>
                    </a:lnTo>
                    <a:lnTo>
                      <a:pt x="602" y="454"/>
                    </a:lnTo>
                    <a:lnTo>
                      <a:pt x="603" y="409"/>
                    </a:lnTo>
                    <a:lnTo>
                      <a:pt x="603" y="386"/>
                    </a:lnTo>
                    <a:lnTo>
                      <a:pt x="602" y="361"/>
                    </a:lnTo>
                    <a:lnTo>
                      <a:pt x="592" y="275"/>
                    </a:lnTo>
                    <a:lnTo>
                      <a:pt x="571" y="193"/>
                    </a:lnTo>
                    <a:lnTo>
                      <a:pt x="542" y="123"/>
                    </a:lnTo>
                    <a:lnTo>
                      <a:pt x="503" y="65"/>
                    </a:lnTo>
                    <a:lnTo>
                      <a:pt x="459" y="25"/>
                    </a:lnTo>
                    <a:lnTo>
                      <a:pt x="407" y="2"/>
                    </a:lnTo>
                    <a:lnTo>
                      <a:pt x="407" y="2"/>
                    </a:lnTo>
                  </a:path>
                </a:pathLst>
              </a:custGeom>
              <a:gradFill rotWithShape="0">
                <a:gsLst>
                  <a:gs pos="0">
                    <a:srgbClr val="e1e1e1"/>
                  </a:gs>
                  <a:gs pos="50000">
                    <a:srgbClr val="ffffff"/>
                  </a:gs>
                  <a:gs pos="100000">
                    <a:srgbClr val="e1e1e1"/>
                  </a:gs>
                </a:gsLst>
                <a:lin ang="8100000"/>
              </a:gra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04" name=""/>
              <p:cNvSpPr/>
              <p:nvPr/>
            </p:nvSpPr>
            <p:spPr>
              <a:xfrm>
                <a:off x="7661160" y="4738680"/>
                <a:ext cx="809640" cy="1328760"/>
              </a:xfrm>
              <a:custGeom>
                <a:avLst/>
                <a:gdLst/>
                <a:ahLst/>
                <a:rect l="l" t="t" r="r" b="b"/>
                <a:pathLst>
                  <a:path w="510" h="837">
                    <a:moveTo>
                      <a:pt x="345" y="2"/>
                    </a:moveTo>
                    <a:lnTo>
                      <a:pt x="322" y="0"/>
                    </a:lnTo>
                    <a:lnTo>
                      <a:pt x="310" y="0"/>
                    </a:lnTo>
                    <a:lnTo>
                      <a:pt x="298" y="2"/>
                    </a:lnTo>
                    <a:lnTo>
                      <a:pt x="249" y="19"/>
                    </a:lnTo>
                    <a:lnTo>
                      <a:pt x="200" y="53"/>
                    </a:lnTo>
                    <a:lnTo>
                      <a:pt x="152" y="100"/>
                    </a:lnTo>
                    <a:lnTo>
                      <a:pt x="108" y="157"/>
                    </a:lnTo>
                    <a:lnTo>
                      <a:pt x="68" y="223"/>
                    </a:lnTo>
                    <a:lnTo>
                      <a:pt x="37" y="295"/>
                    </a:lnTo>
                    <a:lnTo>
                      <a:pt x="13" y="372"/>
                    </a:lnTo>
                    <a:lnTo>
                      <a:pt x="2" y="450"/>
                    </a:lnTo>
                    <a:lnTo>
                      <a:pt x="0" y="489"/>
                    </a:lnTo>
                    <a:lnTo>
                      <a:pt x="0" y="508"/>
                    </a:lnTo>
                    <a:lnTo>
                      <a:pt x="0" y="528"/>
                    </a:lnTo>
                    <a:lnTo>
                      <a:pt x="9" y="604"/>
                    </a:lnTo>
                    <a:lnTo>
                      <a:pt x="26" y="671"/>
                    </a:lnTo>
                    <a:lnTo>
                      <a:pt x="51" y="732"/>
                    </a:lnTo>
                    <a:lnTo>
                      <a:pt x="83" y="781"/>
                    </a:lnTo>
                    <a:lnTo>
                      <a:pt x="122" y="815"/>
                    </a:lnTo>
                    <a:lnTo>
                      <a:pt x="165" y="835"/>
                    </a:lnTo>
                    <a:lnTo>
                      <a:pt x="188" y="836"/>
                    </a:lnTo>
                    <a:lnTo>
                      <a:pt x="200" y="836"/>
                    </a:lnTo>
                    <a:lnTo>
                      <a:pt x="212" y="834"/>
                    </a:lnTo>
                    <a:lnTo>
                      <a:pt x="262" y="816"/>
                    </a:lnTo>
                    <a:lnTo>
                      <a:pt x="310" y="784"/>
                    </a:lnTo>
                    <a:lnTo>
                      <a:pt x="358" y="737"/>
                    </a:lnTo>
                    <a:lnTo>
                      <a:pt x="402" y="681"/>
                    </a:lnTo>
                    <a:lnTo>
                      <a:pt x="442" y="613"/>
                    </a:lnTo>
                    <a:lnTo>
                      <a:pt x="474" y="541"/>
                    </a:lnTo>
                    <a:lnTo>
                      <a:pt x="497" y="463"/>
                    </a:lnTo>
                    <a:lnTo>
                      <a:pt x="508" y="386"/>
                    </a:lnTo>
                    <a:lnTo>
                      <a:pt x="509" y="347"/>
                    </a:lnTo>
                    <a:lnTo>
                      <a:pt x="509" y="328"/>
                    </a:lnTo>
                    <a:lnTo>
                      <a:pt x="509" y="307"/>
                    </a:lnTo>
                    <a:lnTo>
                      <a:pt x="502" y="232"/>
                    </a:lnTo>
                    <a:lnTo>
                      <a:pt x="483" y="163"/>
                    </a:lnTo>
                    <a:lnTo>
                      <a:pt x="458" y="104"/>
                    </a:lnTo>
                    <a:lnTo>
                      <a:pt x="426" y="55"/>
                    </a:lnTo>
                    <a:lnTo>
                      <a:pt x="389" y="20"/>
                    </a:lnTo>
                    <a:lnTo>
                      <a:pt x="345" y="2"/>
                    </a:lnTo>
                    <a:lnTo>
                      <a:pt x="345" y="2"/>
                    </a:lnTo>
                  </a:path>
                </a:pathLst>
              </a:custGeom>
              <a:gradFill rotWithShape="0">
                <a:gsLst>
                  <a:gs pos="0">
                    <a:srgbClr val="000000"/>
                  </a:gs>
                  <a:gs pos="50000">
                    <a:srgbClr val="404040"/>
                  </a:gs>
                  <a:gs pos="100000">
                    <a:srgbClr val="000000"/>
                  </a:gs>
                </a:gsLst>
                <a:lin ang="81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05" name=""/>
              <p:cNvSpPr/>
              <p:nvPr/>
            </p:nvSpPr>
            <p:spPr>
              <a:xfrm>
                <a:off x="7772400" y="4917960"/>
                <a:ext cx="590400" cy="973080"/>
              </a:xfrm>
              <a:custGeom>
                <a:avLst/>
                <a:gdLst/>
                <a:ahLst/>
                <a:rect l="l" t="t" r="r" b="b"/>
                <a:pathLst>
                  <a:path w="372" h="613">
                    <a:moveTo>
                      <a:pt x="251" y="0"/>
                    </a:moveTo>
                    <a:lnTo>
                      <a:pt x="235" y="0"/>
                    </a:lnTo>
                    <a:lnTo>
                      <a:pt x="227" y="0"/>
                    </a:lnTo>
                    <a:lnTo>
                      <a:pt x="218" y="0"/>
                    </a:lnTo>
                    <a:lnTo>
                      <a:pt x="181" y="13"/>
                    </a:lnTo>
                    <a:lnTo>
                      <a:pt x="145" y="38"/>
                    </a:lnTo>
                    <a:lnTo>
                      <a:pt x="109" y="73"/>
                    </a:lnTo>
                    <a:lnTo>
                      <a:pt x="77" y="114"/>
                    </a:lnTo>
                    <a:lnTo>
                      <a:pt x="48" y="162"/>
                    </a:lnTo>
                    <a:lnTo>
                      <a:pt x="26" y="215"/>
                    </a:lnTo>
                    <a:lnTo>
                      <a:pt x="9" y="272"/>
                    </a:lnTo>
                    <a:lnTo>
                      <a:pt x="2" y="329"/>
                    </a:lnTo>
                    <a:lnTo>
                      <a:pt x="0" y="358"/>
                    </a:lnTo>
                    <a:lnTo>
                      <a:pt x="0" y="371"/>
                    </a:lnTo>
                    <a:lnTo>
                      <a:pt x="0" y="385"/>
                    </a:lnTo>
                    <a:lnTo>
                      <a:pt x="18" y="492"/>
                    </a:lnTo>
                    <a:lnTo>
                      <a:pt x="37" y="534"/>
                    </a:lnTo>
                    <a:lnTo>
                      <a:pt x="61" y="571"/>
                    </a:lnTo>
                    <a:lnTo>
                      <a:pt x="88" y="597"/>
                    </a:lnTo>
                    <a:lnTo>
                      <a:pt x="119" y="610"/>
                    </a:lnTo>
                    <a:lnTo>
                      <a:pt x="136" y="612"/>
                    </a:lnTo>
                    <a:lnTo>
                      <a:pt x="153" y="610"/>
                    </a:lnTo>
                    <a:lnTo>
                      <a:pt x="189" y="597"/>
                    </a:lnTo>
                    <a:lnTo>
                      <a:pt x="225" y="571"/>
                    </a:lnTo>
                    <a:lnTo>
                      <a:pt x="261" y="539"/>
                    </a:lnTo>
                    <a:lnTo>
                      <a:pt x="292" y="497"/>
                    </a:lnTo>
                    <a:lnTo>
                      <a:pt x="321" y="448"/>
                    </a:lnTo>
                    <a:lnTo>
                      <a:pt x="344" y="395"/>
                    </a:lnTo>
                    <a:lnTo>
                      <a:pt x="361" y="339"/>
                    </a:lnTo>
                    <a:lnTo>
                      <a:pt x="370" y="282"/>
                    </a:lnTo>
                    <a:lnTo>
                      <a:pt x="371" y="253"/>
                    </a:lnTo>
                    <a:lnTo>
                      <a:pt x="371" y="239"/>
                    </a:lnTo>
                    <a:lnTo>
                      <a:pt x="371" y="224"/>
                    </a:lnTo>
                    <a:lnTo>
                      <a:pt x="352" y="119"/>
                    </a:lnTo>
                    <a:lnTo>
                      <a:pt x="334" y="75"/>
                    </a:lnTo>
                    <a:lnTo>
                      <a:pt x="310" y="39"/>
                    </a:lnTo>
                    <a:lnTo>
                      <a:pt x="282" y="13"/>
                    </a:lnTo>
                    <a:lnTo>
                      <a:pt x="251" y="0"/>
                    </a:lnTo>
                    <a:lnTo>
                      <a:pt x="251" y="0"/>
                    </a:lnTo>
                  </a:path>
                </a:pathLst>
              </a:custGeom>
              <a:gradFill rotWithShape="0">
                <a:gsLst>
                  <a:gs pos="0">
                    <a:srgbClr val="1f007f"/>
                  </a:gs>
                  <a:gs pos="50000">
                    <a:srgbClr val="0000ff"/>
                  </a:gs>
                  <a:gs pos="100000">
                    <a:srgbClr val="1f007f"/>
                  </a:gs>
                </a:gsLst>
                <a:lin ang="81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06" name=""/>
              <p:cNvSpPr/>
              <p:nvPr/>
            </p:nvSpPr>
            <p:spPr>
              <a:xfrm>
                <a:off x="7883640" y="5102280"/>
                <a:ext cx="365040" cy="601560"/>
              </a:xfrm>
              <a:custGeom>
                <a:avLst/>
                <a:gdLst/>
                <a:ahLst/>
                <a:rect l="l" t="t" r="r" b="b"/>
                <a:pathLst>
                  <a:path w="230" h="379">
                    <a:moveTo>
                      <a:pt x="155" y="2"/>
                    </a:moveTo>
                    <a:lnTo>
                      <a:pt x="146" y="0"/>
                    </a:lnTo>
                    <a:lnTo>
                      <a:pt x="134" y="2"/>
                    </a:lnTo>
                    <a:lnTo>
                      <a:pt x="112" y="9"/>
                    </a:lnTo>
                    <a:lnTo>
                      <a:pt x="68" y="46"/>
                    </a:lnTo>
                    <a:lnTo>
                      <a:pt x="31" y="101"/>
                    </a:lnTo>
                    <a:lnTo>
                      <a:pt x="6" y="169"/>
                    </a:lnTo>
                    <a:lnTo>
                      <a:pt x="2" y="204"/>
                    </a:lnTo>
                    <a:lnTo>
                      <a:pt x="1" y="221"/>
                    </a:lnTo>
                    <a:lnTo>
                      <a:pt x="1" y="230"/>
                    </a:lnTo>
                    <a:lnTo>
                      <a:pt x="0" y="240"/>
                    </a:lnTo>
                    <a:lnTo>
                      <a:pt x="13" y="305"/>
                    </a:lnTo>
                    <a:lnTo>
                      <a:pt x="38" y="354"/>
                    </a:lnTo>
                    <a:lnTo>
                      <a:pt x="54" y="369"/>
                    </a:lnTo>
                    <a:lnTo>
                      <a:pt x="75" y="378"/>
                    </a:lnTo>
                    <a:lnTo>
                      <a:pt x="84" y="378"/>
                    </a:lnTo>
                    <a:lnTo>
                      <a:pt x="95" y="378"/>
                    </a:lnTo>
                    <a:lnTo>
                      <a:pt x="117" y="370"/>
                    </a:lnTo>
                    <a:lnTo>
                      <a:pt x="162" y="334"/>
                    </a:lnTo>
                    <a:lnTo>
                      <a:pt x="200" y="277"/>
                    </a:lnTo>
                    <a:lnTo>
                      <a:pt x="223" y="210"/>
                    </a:lnTo>
                    <a:lnTo>
                      <a:pt x="228" y="177"/>
                    </a:lnTo>
                    <a:lnTo>
                      <a:pt x="229" y="158"/>
                    </a:lnTo>
                    <a:lnTo>
                      <a:pt x="229" y="150"/>
                    </a:lnTo>
                    <a:lnTo>
                      <a:pt x="229" y="140"/>
                    </a:lnTo>
                    <a:lnTo>
                      <a:pt x="217" y="74"/>
                    </a:lnTo>
                    <a:lnTo>
                      <a:pt x="192" y="25"/>
                    </a:lnTo>
                    <a:lnTo>
                      <a:pt x="176" y="10"/>
                    </a:lnTo>
                    <a:lnTo>
                      <a:pt x="155" y="2"/>
                    </a:lnTo>
                    <a:lnTo>
                      <a:pt x="155" y="2"/>
                    </a:lnTo>
                  </a:path>
                </a:pathLst>
              </a:custGeom>
              <a:gradFill rotWithShape="0">
                <a:gsLst>
                  <a:gs pos="0">
                    <a:srgbClr val="820040"/>
                  </a:gs>
                  <a:gs pos="50000">
                    <a:srgbClr val="ff0000"/>
                  </a:gs>
                  <a:gs pos="100000">
                    <a:srgbClr val="820040"/>
                  </a:gs>
                </a:gsLst>
                <a:lin ang="81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07" name=""/>
              <p:cNvSpPr/>
              <p:nvPr/>
            </p:nvSpPr>
            <p:spPr>
              <a:xfrm>
                <a:off x="7989840" y="5281560"/>
                <a:ext cx="152280" cy="247680"/>
              </a:xfrm>
              <a:custGeom>
                <a:avLst/>
                <a:gdLst/>
                <a:ahLst/>
                <a:rect l="l" t="t" r="r" b="b"/>
                <a:pathLst>
                  <a:path w="96" h="156">
                    <a:moveTo>
                      <a:pt x="65" y="0"/>
                    </a:moveTo>
                    <a:lnTo>
                      <a:pt x="56" y="0"/>
                    </a:lnTo>
                    <a:lnTo>
                      <a:pt x="48" y="3"/>
                    </a:lnTo>
                    <a:lnTo>
                      <a:pt x="29" y="17"/>
                    </a:lnTo>
                    <a:lnTo>
                      <a:pt x="14" y="40"/>
                    </a:lnTo>
                    <a:lnTo>
                      <a:pt x="4" y="68"/>
                    </a:lnTo>
                    <a:lnTo>
                      <a:pt x="0" y="97"/>
                    </a:lnTo>
                    <a:lnTo>
                      <a:pt x="6" y="124"/>
                    </a:lnTo>
                    <a:lnTo>
                      <a:pt x="16" y="144"/>
                    </a:lnTo>
                    <a:lnTo>
                      <a:pt x="30" y="155"/>
                    </a:lnTo>
                    <a:lnTo>
                      <a:pt x="40" y="155"/>
                    </a:lnTo>
                    <a:lnTo>
                      <a:pt x="48" y="151"/>
                    </a:lnTo>
                    <a:lnTo>
                      <a:pt x="66" y="136"/>
                    </a:lnTo>
                    <a:lnTo>
                      <a:pt x="83" y="114"/>
                    </a:lnTo>
                    <a:lnTo>
                      <a:pt x="92" y="87"/>
                    </a:lnTo>
                    <a:lnTo>
                      <a:pt x="95" y="56"/>
                    </a:lnTo>
                    <a:lnTo>
                      <a:pt x="90" y="30"/>
                    </a:lnTo>
                    <a:lnTo>
                      <a:pt x="81" y="9"/>
                    </a:lnTo>
                    <a:lnTo>
                      <a:pt x="65" y="0"/>
                    </a:lnTo>
                    <a:lnTo>
                      <a:pt x="65" y="0"/>
                    </a:lnTo>
                  </a:path>
                </a:pathLst>
              </a:custGeom>
              <a:solidFill>
                <a:srgbClr val="ffff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08" name=""/>
              <p:cNvSpPr/>
              <p:nvPr/>
            </p:nvSpPr>
            <p:spPr>
              <a:xfrm>
                <a:off x="8211960" y="6060960"/>
                <a:ext cx="185760" cy="138240"/>
              </a:xfrm>
              <a:custGeom>
                <a:avLst/>
                <a:gdLst/>
                <a:ahLst/>
                <a:rect l="l" t="t" r="r" b="b"/>
                <a:pathLst>
                  <a:path w="117" h="87">
                    <a:moveTo>
                      <a:pt x="116" y="86"/>
                    </a:moveTo>
                    <a:lnTo>
                      <a:pt x="1" y="49"/>
                    </a:lnTo>
                    <a:lnTo>
                      <a:pt x="0" y="0"/>
                    </a:lnTo>
                    <a:lnTo>
                      <a:pt x="116" y="33"/>
                    </a:lnTo>
                    <a:lnTo>
                      <a:pt x="116" y="86"/>
                    </a:lnTo>
                    <a:lnTo>
                      <a:pt x="116" y="86"/>
                    </a:lnTo>
                  </a:path>
                </a:pathLst>
              </a:custGeom>
              <a:solidFill>
                <a:srgbClr val="006062"/>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09" name=""/>
              <p:cNvSpPr/>
              <p:nvPr/>
            </p:nvSpPr>
            <p:spPr>
              <a:xfrm>
                <a:off x="8175600" y="6064200"/>
                <a:ext cx="39600" cy="98640"/>
              </a:xfrm>
              <a:custGeom>
                <a:avLst/>
                <a:gdLst/>
                <a:ahLst/>
                <a:rect l="l" t="t" r="r" b="b"/>
                <a:pathLst>
                  <a:path w="25" h="62">
                    <a:moveTo>
                      <a:pt x="23" y="51"/>
                    </a:moveTo>
                    <a:lnTo>
                      <a:pt x="1" y="61"/>
                    </a:lnTo>
                    <a:lnTo>
                      <a:pt x="0" y="11"/>
                    </a:lnTo>
                    <a:lnTo>
                      <a:pt x="24" y="0"/>
                    </a:lnTo>
                    <a:lnTo>
                      <a:pt x="23" y="51"/>
                    </a:lnTo>
                    <a:lnTo>
                      <a:pt x="23" y="51"/>
                    </a:lnTo>
                  </a:path>
                </a:pathLst>
              </a:custGeom>
              <a:solidFill>
                <a:srgbClr val="009f82"/>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10" name=""/>
              <p:cNvSpPr/>
              <p:nvPr/>
            </p:nvSpPr>
            <p:spPr>
              <a:xfrm>
                <a:off x="8175600" y="6138720"/>
                <a:ext cx="222120" cy="76320"/>
              </a:xfrm>
              <a:custGeom>
                <a:avLst/>
                <a:gdLst/>
                <a:ahLst/>
                <a:rect l="l" t="t" r="r" b="b"/>
                <a:pathLst>
                  <a:path w="140" h="48">
                    <a:moveTo>
                      <a:pt x="0" y="14"/>
                    </a:moveTo>
                    <a:lnTo>
                      <a:pt x="119" y="47"/>
                    </a:lnTo>
                    <a:lnTo>
                      <a:pt x="139" y="36"/>
                    </a:lnTo>
                    <a:lnTo>
                      <a:pt x="24" y="0"/>
                    </a:lnTo>
                    <a:lnTo>
                      <a:pt x="0" y="14"/>
                    </a:lnTo>
                    <a:lnTo>
                      <a:pt x="0" y="14"/>
                    </a:lnTo>
                  </a:path>
                </a:pathLst>
              </a:custGeom>
              <a:solidFill>
                <a:srgbClr val="004041"/>
              </a:solidFill>
              <a:ln w="18360">
                <a:solidFill>
                  <a:srgbClr val="000000"/>
                </a:solidFill>
                <a:round/>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grpSp>
        <p:grpSp>
          <p:nvGrpSpPr>
            <p:cNvPr id="1111" name=""/>
            <p:cNvGrpSpPr/>
            <p:nvPr/>
          </p:nvGrpSpPr>
          <p:grpSpPr>
            <a:xfrm>
              <a:off x="5967360" y="5321160"/>
              <a:ext cx="2103480" cy="166680"/>
              <a:chOff x="5967360" y="5321160"/>
              <a:chExt cx="2103480" cy="166680"/>
            </a:xfrm>
          </p:grpSpPr>
          <p:sp>
            <p:nvSpPr>
              <p:cNvPr id="1112" name=""/>
              <p:cNvSpPr/>
              <p:nvPr/>
            </p:nvSpPr>
            <p:spPr>
              <a:xfrm>
                <a:off x="6129360" y="5321160"/>
                <a:ext cx="423720" cy="71640"/>
              </a:xfrm>
              <a:custGeom>
                <a:avLst/>
                <a:gdLst/>
                <a:ahLst/>
                <a:rect l="l" t="t" r="r" b="b"/>
                <a:pathLst>
                  <a:path w="267" h="45">
                    <a:moveTo>
                      <a:pt x="0" y="44"/>
                    </a:moveTo>
                    <a:lnTo>
                      <a:pt x="0" y="44"/>
                    </a:lnTo>
                    <a:lnTo>
                      <a:pt x="0" y="43"/>
                    </a:lnTo>
                    <a:lnTo>
                      <a:pt x="1" y="41"/>
                    </a:lnTo>
                    <a:lnTo>
                      <a:pt x="3" y="38"/>
                    </a:lnTo>
                    <a:lnTo>
                      <a:pt x="5" y="35"/>
                    </a:lnTo>
                    <a:lnTo>
                      <a:pt x="7" y="31"/>
                    </a:lnTo>
                    <a:lnTo>
                      <a:pt x="10" y="27"/>
                    </a:lnTo>
                    <a:lnTo>
                      <a:pt x="15" y="22"/>
                    </a:lnTo>
                    <a:lnTo>
                      <a:pt x="19" y="19"/>
                    </a:lnTo>
                    <a:lnTo>
                      <a:pt x="25" y="15"/>
                    </a:lnTo>
                    <a:lnTo>
                      <a:pt x="31" y="12"/>
                    </a:lnTo>
                    <a:lnTo>
                      <a:pt x="39" y="8"/>
                    </a:lnTo>
                    <a:lnTo>
                      <a:pt x="47" y="6"/>
                    </a:lnTo>
                    <a:lnTo>
                      <a:pt x="56" y="3"/>
                    </a:lnTo>
                    <a:lnTo>
                      <a:pt x="66" y="1"/>
                    </a:lnTo>
                    <a:lnTo>
                      <a:pt x="78" y="0"/>
                    </a:lnTo>
                    <a:lnTo>
                      <a:pt x="90" y="2"/>
                    </a:lnTo>
                    <a:lnTo>
                      <a:pt x="104" y="4"/>
                    </a:lnTo>
                    <a:lnTo>
                      <a:pt x="119" y="6"/>
                    </a:lnTo>
                    <a:lnTo>
                      <a:pt x="134" y="9"/>
                    </a:lnTo>
                    <a:lnTo>
                      <a:pt x="150" y="12"/>
                    </a:lnTo>
                    <a:lnTo>
                      <a:pt x="165" y="16"/>
                    </a:lnTo>
                    <a:lnTo>
                      <a:pt x="180" y="20"/>
                    </a:lnTo>
                    <a:lnTo>
                      <a:pt x="195" y="23"/>
                    </a:lnTo>
                    <a:lnTo>
                      <a:pt x="209" y="27"/>
                    </a:lnTo>
                    <a:lnTo>
                      <a:pt x="223" y="31"/>
                    </a:lnTo>
                    <a:lnTo>
                      <a:pt x="234" y="35"/>
                    </a:lnTo>
                    <a:lnTo>
                      <a:pt x="245" y="38"/>
                    </a:lnTo>
                    <a:lnTo>
                      <a:pt x="254" y="41"/>
                    </a:lnTo>
                    <a:lnTo>
                      <a:pt x="260" y="43"/>
                    </a:lnTo>
                    <a:lnTo>
                      <a:pt x="264" y="44"/>
                    </a:lnTo>
                    <a:lnTo>
                      <a:pt x="266" y="44"/>
                    </a:lnTo>
                    <a:lnTo>
                      <a:pt x="0" y="44"/>
                    </a:lnTo>
                    <a:lnTo>
                      <a:pt x="0" y="44"/>
                    </a:lnTo>
                  </a:path>
                </a:pathLst>
              </a:custGeom>
              <a:solidFill>
                <a:srgbClr val="ffff00"/>
              </a:solidFill>
              <a:ln w="9360">
                <a:solidFill>
                  <a:srgbClr val="000000"/>
                </a:solidFill>
                <a:round/>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1113" name=""/>
              <p:cNvSpPr/>
              <p:nvPr/>
            </p:nvSpPr>
            <p:spPr>
              <a:xfrm>
                <a:off x="6037200" y="5384880"/>
                <a:ext cx="2033640" cy="39600"/>
              </a:xfrm>
              <a:custGeom>
                <a:avLst/>
                <a:gdLst/>
                <a:ahLst/>
                <a:rect l="l" t="t" r="r" b="b"/>
                <a:pathLst>
                  <a:path w="1281" h="25">
                    <a:moveTo>
                      <a:pt x="0" y="1"/>
                    </a:moveTo>
                    <a:lnTo>
                      <a:pt x="1275" y="0"/>
                    </a:lnTo>
                    <a:lnTo>
                      <a:pt x="1280" y="11"/>
                    </a:lnTo>
                    <a:lnTo>
                      <a:pt x="1275" y="23"/>
                    </a:lnTo>
                    <a:lnTo>
                      <a:pt x="0" y="24"/>
                    </a:lnTo>
                    <a:lnTo>
                      <a:pt x="0" y="1"/>
                    </a:lnTo>
                    <a:lnTo>
                      <a:pt x="0" y="1"/>
                    </a:lnTo>
                  </a:path>
                </a:pathLst>
              </a:custGeom>
              <a:solidFill>
                <a:srgbClr val="ffefce"/>
              </a:solidFill>
              <a:ln w="9360">
                <a:solidFill>
                  <a:srgbClr val="000000"/>
                </a:solidFill>
                <a:round/>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1114" name=""/>
              <p:cNvSpPr/>
              <p:nvPr/>
            </p:nvSpPr>
            <p:spPr>
              <a:xfrm>
                <a:off x="6130800" y="5413320"/>
                <a:ext cx="411120" cy="74520"/>
              </a:xfrm>
              <a:custGeom>
                <a:avLst/>
                <a:gdLst/>
                <a:ahLst/>
                <a:rect l="l" t="t" r="r" b="b"/>
                <a:pathLst>
                  <a:path w="259" h="47">
                    <a:moveTo>
                      <a:pt x="0" y="0"/>
                    </a:moveTo>
                    <a:lnTo>
                      <a:pt x="0" y="1"/>
                    </a:lnTo>
                    <a:lnTo>
                      <a:pt x="0" y="2"/>
                    </a:lnTo>
                    <a:lnTo>
                      <a:pt x="1" y="6"/>
                    </a:lnTo>
                    <a:lnTo>
                      <a:pt x="3" y="7"/>
                    </a:lnTo>
                    <a:lnTo>
                      <a:pt x="4" y="12"/>
                    </a:lnTo>
                    <a:lnTo>
                      <a:pt x="6" y="15"/>
                    </a:lnTo>
                    <a:lnTo>
                      <a:pt x="9" y="19"/>
                    </a:lnTo>
                    <a:lnTo>
                      <a:pt x="14" y="23"/>
                    </a:lnTo>
                    <a:lnTo>
                      <a:pt x="17" y="28"/>
                    </a:lnTo>
                    <a:lnTo>
                      <a:pt x="22" y="32"/>
                    </a:lnTo>
                    <a:lnTo>
                      <a:pt x="28" y="36"/>
                    </a:lnTo>
                    <a:lnTo>
                      <a:pt x="36" y="39"/>
                    </a:lnTo>
                    <a:lnTo>
                      <a:pt x="43" y="43"/>
                    </a:lnTo>
                    <a:lnTo>
                      <a:pt x="53" y="44"/>
                    </a:lnTo>
                    <a:lnTo>
                      <a:pt x="63" y="46"/>
                    </a:lnTo>
                    <a:lnTo>
                      <a:pt x="75" y="45"/>
                    </a:lnTo>
                    <a:lnTo>
                      <a:pt x="87" y="45"/>
                    </a:lnTo>
                    <a:lnTo>
                      <a:pt x="100" y="44"/>
                    </a:lnTo>
                    <a:lnTo>
                      <a:pt x="114" y="42"/>
                    </a:lnTo>
                    <a:lnTo>
                      <a:pt x="129" y="39"/>
                    </a:lnTo>
                    <a:lnTo>
                      <a:pt x="143" y="36"/>
                    </a:lnTo>
                    <a:lnTo>
                      <a:pt x="159" y="32"/>
                    </a:lnTo>
                    <a:lnTo>
                      <a:pt x="174" y="28"/>
                    </a:lnTo>
                    <a:lnTo>
                      <a:pt x="190" y="23"/>
                    </a:lnTo>
                    <a:lnTo>
                      <a:pt x="202" y="19"/>
                    </a:lnTo>
                    <a:lnTo>
                      <a:pt x="215" y="15"/>
                    </a:lnTo>
                    <a:lnTo>
                      <a:pt x="226" y="12"/>
                    </a:lnTo>
                    <a:lnTo>
                      <a:pt x="237" y="7"/>
                    </a:lnTo>
                    <a:lnTo>
                      <a:pt x="246" y="6"/>
                    </a:lnTo>
                    <a:lnTo>
                      <a:pt x="252" y="2"/>
                    </a:lnTo>
                    <a:lnTo>
                      <a:pt x="256" y="1"/>
                    </a:lnTo>
                    <a:lnTo>
                      <a:pt x="258" y="0"/>
                    </a:lnTo>
                    <a:lnTo>
                      <a:pt x="0" y="0"/>
                    </a:lnTo>
                    <a:lnTo>
                      <a:pt x="0" y="0"/>
                    </a:lnTo>
                  </a:path>
                </a:pathLst>
              </a:custGeom>
              <a:solidFill>
                <a:srgbClr val="0000ff"/>
              </a:solidFill>
              <a:ln w="9360">
                <a:solidFill>
                  <a:srgbClr val="000000"/>
                </a:solidFill>
                <a:round/>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1115" name=""/>
              <p:cNvSpPr/>
              <p:nvPr/>
            </p:nvSpPr>
            <p:spPr>
              <a:xfrm>
                <a:off x="5967360" y="5384880"/>
                <a:ext cx="128520" cy="39600"/>
              </a:xfrm>
              <a:custGeom>
                <a:avLst/>
                <a:gdLst/>
                <a:ahLst/>
                <a:rect l="l" t="t" r="r" b="b"/>
                <a:pathLst>
                  <a:path w="81" h="25">
                    <a:moveTo>
                      <a:pt x="0" y="11"/>
                    </a:moveTo>
                    <a:lnTo>
                      <a:pt x="0" y="9"/>
                    </a:lnTo>
                    <a:lnTo>
                      <a:pt x="1" y="7"/>
                    </a:lnTo>
                    <a:lnTo>
                      <a:pt x="3" y="5"/>
                    </a:lnTo>
                    <a:lnTo>
                      <a:pt x="6" y="3"/>
                    </a:lnTo>
                    <a:lnTo>
                      <a:pt x="8" y="3"/>
                    </a:lnTo>
                    <a:lnTo>
                      <a:pt x="12" y="2"/>
                    </a:lnTo>
                    <a:lnTo>
                      <a:pt x="16" y="2"/>
                    </a:lnTo>
                    <a:lnTo>
                      <a:pt x="22" y="0"/>
                    </a:lnTo>
                    <a:lnTo>
                      <a:pt x="26" y="0"/>
                    </a:lnTo>
                    <a:lnTo>
                      <a:pt x="32" y="0"/>
                    </a:lnTo>
                    <a:lnTo>
                      <a:pt x="39" y="0"/>
                    </a:lnTo>
                    <a:lnTo>
                      <a:pt x="46" y="0"/>
                    </a:lnTo>
                    <a:lnTo>
                      <a:pt x="53" y="0"/>
                    </a:lnTo>
                    <a:lnTo>
                      <a:pt x="61" y="0"/>
                    </a:lnTo>
                    <a:lnTo>
                      <a:pt x="70" y="0"/>
                    </a:lnTo>
                    <a:lnTo>
                      <a:pt x="80" y="0"/>
                    </a:lnTo>
                    <a:lnTo>
                      <a:pt x="77" y="2"/>
                    </a:lnTo>
                    <a:lnTo>
                      <a:pt x="75" y="3"/>
                    </a:lnTo>
                    <a:lnTo>
                      <a:pt x="73" y="5"/>
                    </a:lnTo>
                    <a:lnTo>
                      <a:pt x="72" y="6"/>
                    </a:lnTo>
                    <a:lnTo>
                      <a:pt x="70" y="8"/>
                    </a:lnTo>
                    <a:lnTo>
                      <a:pt x="70" y="10"/>
                    </a:lnTo>
                    <a:lnTo>
                      <a:pt x="70" y="12"/>
                    </a:lnTo>
                    <a:lnTo>
                      <a:pt x="70" y="12"/>
                    </a:lnTo>
                    <a:lnTo>
                      <a:pt x="70" y="14"/>
                    </a:lnTo>
                    <a:lnTo>
                      <a:pt x="70" y="16"/>
                    </a:lnTo>
                    <a:lnTo>
                      <a:pt x="70" y="18"/>
                    </a:lnTo>
                    <a:lnTo>
                      <a:pt x="72" y="19"/>
                    </a:lnTo>
                    <a:lnTo>
                      <a:pt x="73" y="21"/>
                    </a:lnTo>
                    <a:lnTo>
                      <a:pt x="75" y="22"/>
                    </a:lnTo>
                    <a:lnTo>
                      <a:pt x="77" y="24"/>
                    </a:lnTo>
                    <a:lnTo>
                      <a:pt x="80" y="24"/>
                    </a:lnTo>
                    <a:lnTo>
                      <a:pt x="68" y="24"/>
                    </a:lnTo>
                    <a:lnTo>
                      <a:pt x="58" y="24"/>
                    </a:lnTo>
                    <a:lnTo>
                      <a:pt x="50" y="24"/>
                    </a:lnTo>
                    <a:lnTo>
                      <a:pt x="42" y="24"/>
                    </a:lnTo>
                    <a:lnTo>
                      <a:pt x="34" y="24"/>
                    </a:lnTo>
                    <a:lnTo>
                      <a:pt x="28" y="24"/>
                    </a:lnTo>
                    <a:lnTo>
                      <a:pt x="22" y="24"/>
                    </a:lnTo>
                    <a:lnTo>
                      <a:pt x="18" y="22"/>
                    </a:lnTo>
                    <a:lnTo>
                      <a:pt x="13" y="22"/>
                    </a:lnTo>
                    <a:lnTo>
                      <a:pt x="9" y="21"/>
                    </a:lnTo>
                    <a:lnTo>
                      <a:pt x="6" y="20"/>
                    </a:lnTo>
                    <a:lnTo>
                      <a:pt x="5" y="18"/>
                    </a:lnTo>
                    <a:lnTo>
                      <a:pt x="2" y="17"/>
                    </a:lnTo>
                    <a:lnTo>
                      <a:pt x="1" y="15"/>
                    </a:lnTo>
                    <a:lnTo>
                      <a:pt x="0" y="13"/>
                    </a:lnTo>
                    <a:lnTo>
                      <a:pt x="0" y="11"/>
                    </a:lnTo>
                    <a:lnTo>
                      <a:pt x="0" y="11"/>
                    </a:lnTo>
                  </a:path>
                </a:pathLst>
              </a:custGeom>
              <a:solidFill>
                <a:srgbClr val="404040"/>
              </a:solidFill>
              <a:ln w="9360">
                <a:solidFill>
                  <a:srgbClr val="000000"/>
                </a:solidFill>
                <a:round/>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grpSp>
      </p:grpSp>
    </p:spTree>
  </p:cSld>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116" name=""/>
          <p:cNvGrpSpPr/>
          <p:nvPr/>
        </p:nvGrpSpPr>
        <p:grpSpPr>
          <a:xfrm>
            <a:off x="538200" y="-7920"/>
            <a:ext cx="9456840" cy="8099280"/>
            <a:chOff x="538200" y="-7920"/>
            <a:chExt cx="9456840" cy="8099280"/>
          </a:xfrm>
        </p:grpSpPr>
        <p:sp>
          <p:nvSpPr>
            <p:cNvPr id="1117"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118" name=""/>
            <p:cNvGrpSpPr/>
            <p:nvPr/>
          </p:nvGrpSpPr>
          <p:grpSpPr>
            <a:xfrm>
              <a:off x="538200" y="727200"/>
              <a:ext cx="1542960" cy="1599840"/>
              <a:chOff x="538200" y="727200"/>
              <a:chExt cx="1542960" cy="1599840"/>
            </a:xfrm>
          </p:grpSpPr>
          <p:sp>
            <p:nvSpPr>
              <p:cNvPr id="1119"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120" name="" descr=""/>
              <p:cNvPicPr/>
              <p:nvPr/>
            </p:nvPicPr>
            <p:blipFill>
              <a:blip r:embed="rId1"/>
              <a:stretch/>
            </p:blipFill>
            <p:spPr>
              <a:xfrm>
                <a:off x="568440" y="779400"/>
                <a:ext cx="1430280" cy="1460520"/>
              </a:xfrm>
              <a:prstGeom prst="rect">
                <a:avLst/>
              </a:prstGeom>
              <a:noFill/>
              <a:ln w="0">
                <a:noFill/>
              </a:ln>
            </p:spPr>
          </p:pic>
          <p:sp>
            <p:nvSpPr>
              <p:cNvPr id="1121"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22"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123"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124"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125"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126" name="PlaceHolder 1"/>
          <p:cNvSpPr>
            <a:spLocks noGrp="1"/>
          </p:cNvSpPr>
          <p:nvPr>
            <p:ph/>
          </p:nvPr>
        </p:nvSpPr>
        <p:spPr>
          <a:xfrm>
            <a:off x="2158560" y="166680"/>
            <a:ext cx="7831080" cy="36496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4200" strike="noStrike" u="none">
                <a:solidFill>
                  <a:srgbClr val="ffe118"/>
                </a:solidFill>
                <a:effectLst/>
                <a:uFillTx/>
                <a:latin typeface="Times New Roman"/>
              </a:rPr>
              <a:t>BSE Surveillance: Total Bovine Brain Submission by State May 10, 1990 thru March 31, 2001</a:t>
            </a: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4200" strike="noStrike" u="none">
              <a:solidFill>
                <a:srgbClr val="ffffff"/>
              </a:solidFill>
              <a:effectLst/>
              <a:uFillTx/>
              <a:latin typeface="Times New Roman"/>
            </a:endParaRPr>
          </a:p>
        </p:txBody>
      </p:sp>
      <p:sp>
        <p:nvSpPr>
          <p:cNvPr id="1127" name=""/>
          <p:cNvSpPr/>
          <p:nvPr/>
        </p:nvSpPr>
        <p:spPr>
          <a:xfrm>
            <a:off x="2436840" y="6326280"/>
            <a:ext cx="2381400" cy="398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1300" strike="noStrike" u="none">
                <a:solidFill>
                  <a:srgbClr val="ffe118"/>
                </a:solidFill>
                <a:effectLst/>
                <a:uFillTx/>
                <a:latin typeface="Arial"/>
              </a:rPr>
              <a:t>Source:  USDA, APHIS,NVSL </a:t>
            </a:r>
            <a:endParaRPr b="0" lang="en-IN" sz="1300" strike="noStrike" u="none">
              <a:solidFill>
                <a:srgbClr val="ffffff"/>
              </a:solidFill>
              <a:effectLst/>
              <a:uFillTx/>
              <a:latin typeface="Times New Roman"/>
            </a:endParaRPr>
          </a:p>
        </p:txBody>
      </p:sp>
      <p:sp>
        <p:nvSpPr>
          <p:cNvPr id="1128" name=""/>
          <p:cNvSpPr/>
          <p:nvPr/>
        </p:nvSpPr>
        <p:spPr>
          <a:xfrm>
            <a:off x="2513160" y="6591240"/>
            <a:ext cx="5516280" cy="457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IN" sz="1100" strike="noStrike" u="none">
                <a:solidFill>
                  <a:srgbClr val="ffe118"/>
                </a:solidFill>
                <a:effectLst/>
                <a:uFillTx/>
                <a:latin typeface="Arial"/>
              </a:rPr>
              <a:t>Note:  None of the US Brain Submission Have Tested Positive for BSE</a:t>
            </a:r>
            <a:endParaRPr b="0" lang="en-IN" sz="1100" strike="noStrike" u="none">
              <a:solidFill>
                <a:srgbClr val="ffffff"/>
              </a:solidFill>
              <a:effectLst/>
              <a:uFillTx/>
              <a:latin typeface="Times New Roman"/>
            </a:endParaRPr>
          </a:p>
        </p:txBody>
      </p:sp>
      <p:sp>
        <p:nvSpPr>
          <p:cNvPr id="1129" name=""/>
          <p:cNvSpPr/>
          <p:nvPr/>
        </p:nvSpPr>
        <p:spPr>
          <a:xfrm>
            <a:off x="5383080" y="6149880"/>
            <a:ext cx="1501920" cy="403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1300" strike="noStrike" u="none">
                <a:solidFill>
                  <a:srgbClr val="ffe118"/>
                </a:solidFill>
                <a:effectLst/>
                <a:uFillTx/>
                <a:latin typeface="Arial"/>
              </a:rPr>
              <a:t>Total = 12,341</a:t>
            </a:r>
            <a:endParaRPr b="0" lang="en-IN" sz="1300" strike="noStrike" u="none">
              <a:solidFill>
                <a:srgbClr val="ffffff"/>
              </a:solidFill>
              <a:effectLst/>
              <a:uFillTx/>
              <a:latin typeface="Times New Roman"/>
            </a:endParaRPr>
          </a:p>
        </p:txBody>
      </p:sp>
      <p:grpSp>
        <p:nvGrpSpPr>
          <p:cNvPr id="1130" name=""/>
          <p:cNvGrpSpPr/>
          <p:nvPr/>
        </p:nvGrpSpPr>
        <p:grpSpPr>
          <a:xfrm>
            <a:off x="2133720" y="2717640"/>
            <a:ext cx="6080040" cy="3633840"/>
            <a:chOff x="2133720" y="2717640"/>
            <a:chExt cx="6080040" cy="3633840"/>
          </a:xfrm>
        </p:grpSpPr>
        <p:grpSp>
          <p:nvGrpSpPr>
            <p:cNvPr id="1131" name=""/>
            <p:cNvGrpSpPr/>
            <p:nvPr/>
          </p:nvGrpSpPr>
          <p:grpSpPr>
            <a:xfrm>
              <a:off x="2133720" y="2717640"/>
              <a:ext cx="6080040" cy="3633840"/>
              <a:chOff x="2133720" y="2717640"/>
              <a:chExt cx="6080040" cy="3633840"/>
            </a:xfrm>
          </p:grpSpPr>
          <p:sp>
            <p:nvSpPr>
              <p:cNvPr id="1132" name=""/>
              <p:cNvSpPr/>
              <p:nvPr/>
            </p:nvSpPr>
            <p:spPr>
              <a:xfrm>
                <a:off x="6280200" y="5494320"/>
                <a:ext cx="1055520" cy="763560"/>
              </a:xfrm>
              <a:custGeom>
                <a:avLst/>
                <a:gdLst/>
                <a:ahLst/>
                <a:rect l="l" t="t" r="r" b="b"/>
                <a:pathLst>
                  <a:path w="665" h="481">
                    <a:moveTo>
                      <a:pt x="0" y="33"/>
                    </a:moveTo>
                    <a:lnTo>
                      <a:pt x="0" y="33"/>
                    </a:lnTo>
                    <a:lnTo>
                      <a:pt x="0" y="46"/>
                    </a:lnTo>
                    <a:lnTo>
                      <a:pt x="20" y="63"/>
                    </a:lnTo>
                    <a:lnTo>
                      <a:pt x="15" y="74"/>
                    </a:lnTo>
                    <a:lnTo>
                      <a:pt x="22" y="81"/>
                    </a:lnTo>
                    <a:lnTo>
                      <a:pt x="14" y="92"/>
                    </a:lnTo>
                    <a:lnTo>
                      <a:pt x="26" y="87"/>
                    </a:lnTo>
                    <a:lnTo>
                      <a:pt x="38" y="81"/>
                    </a:lnTo>
                    <a:lnTo>
                      <a:pt x="37" y="69"/>
                    </a:lnTo>
                    <a:lnTo>
                      <a:pt x="42" y="75"/>
                    </a:lnTo>
                    <a:lnTo>
                      <a:pt x="47" y="66"/>
                    </a:lnTo>
                    <a:lnTo>
                      <a:pt x="55" y="74"/>
                    </a:lnTo>
                    <a:lnTo>
                      <a:pt x="39" y="86"/>
                    </a:lnTo>
                    <a:lnTo>
                      <a:pt x="82" y="76"/>
                    </a:lnTo>
                    <a:lnTo>
                      <a:pt x="91" y="67"/>
                    </a:lnTo>
                    <a:lnTo>
                      <a:pt x="98" y="71"/>
                    </a:lnTo>
                    <a:lnTo>
                      <a:pt x="112" y="66"/>
                    </a:lnTo>
                    <a:lnTo>
                      <a:pt x="121" y="73"/>
                    </a:lnTo>
                    <a:lnTo>
                      <a:pt x="92" y="75"/>
                    </a:lnTo>
                    <a:lnTo>
                      <a:pt x="100" y="78"/>
                    </a:lnTo>
                    <a:lnTo>
                      <a:pt x="133" y="86"/>
                    </a:lnTo>
                    <a:lnTo>
                      <a:pt x="153" y="95"/>
                    </a:lnTo>
                    <a:lnTo>
                      <a:pt x="148" y="81"/>
                    </a:lnTo>
                    <a:lnTo>
                      <a:pt x="158" y="90"/>
                    </a:lnTo>
                    <a:lnTo>
                      <a:pt x="173" y="93"/>
                    </a:lnTo>
                    <a:lnTo>
                      <a:pt x="159" y="98"/>
                    </a:lnTo>
                    <a:lnTo>
                      <a:pt x="183" y="110"/>
                    </a:lnTo>
                    <a:lnTo>
                      <a:pt x="191" y="119"/>
                    </a:lnTo>
                    <a:lnTo>
                      <a:pt x="191" y="128"/>
                    </a:lnTo>
                    <a:lnTo>
                      <a:pt x="182" y="116"/>
                    </a:lnTo>
                    <a:lnTo>
                      <a:pt x="187" y="134"/>
                    </a:lnTo>
                    <a:lnTo>
                      <a:pt x="204" y="125"/>
                    </a:lnTo>
                    <a:lnTo>
                      <a:pt x="217" y="124"/>
                    </a:lnTo>
                    <a:lnTo>
                      <a:pt x="224" y="118"/>
                    </a:lnTo>
                    <a:lnTo>
                      <a:pt x="226" y="123"/>
                    </a:lnTo>
                    <a:lnTo>
                      <a:pt x="253" y="105"/>
                    </a:lnTo>
                    <a:lnTo>
                      <a:pt x="266" y="105"/>
                    </a:lnTo>
                    <a:lnTo>
                      <a:pt x="261" y="98"/>
                    </a:lnTo>
                    <a:lnTo>
                      <a:pt x="272" y="86"/>
                    </a:lnTo>
                    <a:lnTo>
                      <a:pt x="295" y="86"/>
                    </a:lnTo>
                    <a:lnTo>
                      <a:pt x="319" y="96"/>
                    </a:lnTo>
                    <a:lnTo>
                      <a:pt x="333" y="114"/>
                    </a:lnTo>
                    <a:lnTo>
                      <a:pt x="347" y="116"/>
                    </a:lnTo>
                    <a:lnTo>
                      <a:pt x="350" y="128"/>
                    </a:lnTo>
                    <a:lnTo>
                      <a:pt x="363" y="137"/>
                    </a:lnTo>
                    <a:lnTo>
                      <a:pt x="371" y="146"/>
                    </a:lnTo>
                    <a:lnTo>
                      <a:pt x="379" y="153"/>
                    </a:lnTo>
                    <a:lnTo>
                      <a:pt x="401" y="154"/>
                    </a:lnTo>
                    <a:lnTo>
                      <a:pt x="410" y="168"/>
                    </a:lnTo>
                    <a:lnTo>
                      <a:pt x="420" y="193"/>
                    </a:lnTo>
                    <a:lnTo>
                      <a:pt x="412" y="240"/>
                    </a:lnTo>
                    <a:lnTo>
                      <a:pt x="414" y="269"/>
                    </a:lnTo>
                    <a:lnTo>
                      <a:pt x="427" y="277"/>
                    </a:lnTo>
                    <a:lnTo>
                      <a:pt x="429" y="264"/>
                    </a:lnTo>
                    <a:lnTo>
                      <a:pt x="421" y="260"/>
                    </a:lnTo>
                    <a:lnTo>
                      <a:pt x="423" y="249"/>
                    </a:lnTo>
                    <a:lnTo>
                      <a:pt x="427" y="252"/>
                    </a:lnTo>
                    <a:lnTo>
                      <a:pt x="435" y="256"/>
                    </a:lnTo>
                    <a:lnTo>
                      <a:pt x="439" y="266"/>
                    </a:lnTo>
                    <a:lnTo>
                      <a:pt x="445" y="255"/>
                    </a:lnTo>
                    <a:lnTo>
                      <a:pt x="449" y="264"/>
                    </a:lnTo>
                    <a:lnTo>
                      <a:pt x="431" y="293"/>
                    </a:lnTo>
                    <a:lnTo>
                      <a:pt x="430" y="298"/>
                    </a:lnTo>
                    <a:lnTo>
                      <a:pt x="443" y="304"/>
                    </a:lnTo>
                    <a:lnTo>
                      <a:pt x="453" y="329"/>
                    </a:lnTo>
                    <a:lnTo>
                      <a:pt x="464" y="343"/>
                    </a:lnTo>
                    <a:lnTo>
                      <a:pt x="472" y="349"/>
                    </a:lnTo>
                    <a:lnTo>
                      <a:pt x="481" y="349"/>
                    </a:lnTo>
                    <a:lnTo>
                      <a:pt x="472" y="337"/>
                    </a:lnTo>
                    <a:lnTo>
                      <a:pt x="479" y="339"/>
                    </a:lnTo>
                    <a:lnTo>
                      <a:pt x="490" y="337"/>
                    </a:lnTo>
                    <a:lnTo>
                      <a:pt x="484" y="343"/>
                    </a:lnTo>
                    <a:lnTo>
                      <a:pt x="489" y="354"/>
                    </a:lnTo>
                    <a:lnTo>
                      <a:pt x="495" y="370"/>
                    </a:lnTo>
                    <a:lnTo>
                      <a:pt x="510" y="377"/>
                    </a:lnTo>
                    <a:lnTo>
                      <a:pt x="514" y="389"/>
                    </a:lnTo>
                    <a:lnTo>
                      <a:pt x="527" y="421"/>
                    </a:lnTo>
                    <a:lnTo>
                      <a:pt x="547" y="421"/>
                    </a:lnTo>
                    <a:lnTo>
                      <a:pt x="560" y="427"/>
                    </a:lnTo>
                    <a:lnTo>
                      <a:pt x="585" y="461"/>
                    </a:lnTo>
                    <a:lnTo>
                      <a:pt x="604" y="464"/>
                    </a:lnTo>
                    <a:lnTo>
                      <a:pt x="606" y="470"/>
                    </a:lnTo>
                    <a:lnTo>
                      <a:pt x="601" y="473"/>
                    </a:lnTo>
                    <a:lnTo>
                      <a:pt x="585" y="467"/>
                    </a:lnTo>
                    <a:lnTo>
                      <a:pt x="589" y="480"/>
                    </a:lnTo>
                    <a:lnTo>
                      <a:pt x="609" y="475"/>
                    </a:lnTo>
                    <a:lnTo>
                      <a:pt x="624" y="475"/>
                    </a:lnTo>
                    <a:lnTo>
                      <a:pt x="632" y="467"/>
                    </a:lnTo>
                    <a:lnTo>
                      <a:pt x="646" y="466"/>
                    </a:lnTo>
                    <a:lnTo>
                      <a:pt x="655" y="452"/>
                    </a:lnTo>
                    <a:lnTo>
                      <a:pt x="651" y="434"/>
                    </a:lnTo>
                    <a:lnTo>
                      <a:pt x="659" y="410"/>
                    </a:lnTo>
                    <a:lnTo>
                      <a:pt x="664" y="413"/>
                    </a:lnTo>
                    <a:lnTo>
                      <a:pt x="659" y="337"/>
                    </a:lnTo>
                    <a:lnTo>
                      <a:pt x="651" y="314"/>
                    </a:lnTo>
                    <a:lnTo>
                      <a:pt x="580" y="201"/>
                    </a:lnTo>
                    <a:lnTo>
                      <a:pt x="564" y="167"/>
                    </a:lnTo>
                    <a:lnTo>
                      <a:pt x="569" y="167"/>
                    </a:lnTo>
                    <a:lnTo>
                      <a:pt x="522" y="95"/>
                    </a:lnTo>
                    <a:lnTo>
                      <a:pt x="490" y="21"/>
                    </a:lnTo>
                    <a:lnTo>
                      <a:pt x="488" y="9"/>
                    </a:lnTo>
                    <a:lnTo>
                      <a:pt x="479" y="5"/>
                    </a:lnTo>
                    <a:lnTo>
                      <a:pt x="447" y="0"/>
                    </a:lnTo>
                    <a:lnTo>
                      <a:pt x="440" y="11"/>
                    </a:lnTo>
                    <a:lnTo>
                      <a:pt x="446" y="43"/>
                    </a:lnTo>
                    <a:lnTo>
                      <a:pt x="431" y="42"/>
                    </a:lnTo>
                    <a:lnTo>
                      <a:pt x="428" y="28"/>
                    </a:lnTo>
                    <a:lnTo>
                      <a:pt x="218" y="39"/>
                    </a:lnTo>
                    <a:lnTo>
                      <a:pt x="204" y="15"/>
                    </a:lnTo>
                    <a:lnTo>
                      <a:pt x="0" y="33"/>
                    </a:lnTo>
                    <a:lnTo>
                      <a:pt x="0" y="3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33" name=""/>
              <p:cNvSpPr/>
              <p:nvPr/>
            </p:nvSpPr>
            <p:spPr>
              <a:xfrm>
                <a:off x="7149960" y="6315120"/>
                <a:ext cx="54000" cy="36360"/>
              </a:xfrm>
              <a:custGeom>
                <a:avLst/>
                <a:gdLst/>
                <a:ahLst/>
                <a:rect l="l" t="t" r="r" b="b"/>
                <a:pathLst>
                  <a:path w="34" h="23">
                    <a:moveTo>
                      <a:pt x="0" y="22"/>
                    </a:moveTo>
                    <a:lnTo>
                      <a:pt x="0" y="22"/>
                    </a:lnTo>
                    <a:lnTo>
                      <a:pt x="4" y="9"/>
                    </a:lnTo>
                    <a:lnTo>
                      <a:pt x="16" y="7"/>
                    </a:lnTo>
                    <a:lnTo>
                      <a:pt x="17" y="0"/>
                    </a:lnTo>
                    <a:lnTo>
                      <a:pt x="33" y="9"/>
                    </a:lnTo>
                    <a:lnTo>
                      <a:pt x="17" y="13"/>
                    </a:lnTo>
                    <a:lnTo>
                      <a:pt x="8" y="9"/>
                    </a:lnTo>
                    <a:lnTo>
                      <a:pt x="10" y="16"/>
                    </a:lnTo>
                    <a:lnTo>
                      <a:pt x="0" y="22"/>
                    </a:lnTo>
                    <a:lnTo>
                      <a:pt x="0" y="22"/>
                    </a:lnTo>
                  </a:path>
                </a:pathLst>
              </a:custGeom>
              <a:solidFill>
                <a:srgbClr val="0000ff"/>
              </a:solidFill>
              <a:ln w="31680">
                <a:solidFill>
                  <a:srgbClr val="000000"/>
                </a:solidFill>
                <a:round/>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1134" name=""/>
              <p:cNvSpPr/>
              <p:nvPr/>
            </p:nvSpPr>
            <p:spPr>
              <a:xfrm>
                <a:off x="7226280" y="6292800"/>
                <a:ext cx="42840" cy="31680"/>
              </a:xfrm>
              <a:custGeom>
                <a:avLst/>
                <a:gdLst/>
                <a:ahLst/>
                <a:rect l="l" t="t" r="r" b="b"/>
                <a:pathLst>
                  <a:path w="27" h="20">
                    <a:moveTo>
                      <a:pt x="0" y="17"/>
                    </a:moveTo>
                    <a:lnTo>
                      <a:pt x="0" y="17"/>
                    </a:lnTo>
                    <a:lnTo>
                      <a:pt x="5" y="19"/>
                    </a:lnTo>
                    <a:lnTo>
                      <a:pt x="26" y="0"/>
                    </a:lnTo>
                    <a:lnTo>
                      <a:pt x="7" y="12"/>
                    </a:lnTo>
                    <a:lnTo>
                      <a:pt x="0" y="17"/>
                    </a:lnTo>
                    <a:lnTo>
                      <a:pt x="0" y="17"/>
                    </a:lnTo>
                  </a:path>
                </a:pathLst>
              </a:custGeom>
              <a:solidFill>
                <a:srgbClr val="0000ff"/>
              </a:solidFill>
              <a:ln w="31680">
                <a:solidFill>
                  <a:srgbClr val="000000"/>
                </a:solidFill>
                <a:round/>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1135" name=""/>
              <p:cNvSpPr/>
              <p:nvPr/>
            </p:nvSpPr>
            <p:spPr>
              <a:xfrm>
                <a:off x="7296120" y="6213600"/>
                <a:ext cx="34920" cy="54000"/>
              </a:xfrm>
              <a:custGeom>
                <a:avLst/>
                <a:gdLst/>
                <a:ahLst/>
                <a:rect l="l" t="t" r="r" b="b"/>
                <a:pathLst>
                  <a:path w="22" h="34">
                    <a:moveTo>
                      <a:pt x="0" y="33"/>
                    </a:moveTo>
                    <a:lnTo>
                      <a:pt x="0" y="33"/>
                    </a:lnTo>
                    <a:lnTo>
                      <a:pt x="11" y="23"/>
                    </a:lnTo>
                    <a:lnTo>
                      <a:pt x="21" y="0"/>
                    </a:lnTo>
                    <a:lnTo>
                      <a:pt x="17" y="11"/>
                    </a:lnTo>
                    <a:lnTo>
                      <a:pt x="0" y="33"/>
                    </a:lnTo>
                    <a:lnTo>
                      <a:pt x="0" y="33"/>
                    </a:lnTo>
                  </a:path>
                </a:pathLst>
              </a:custGeom>
              <a:solidFill>
                <a:srgbClr val="0000ff"/>
              </a:solidFill>
              <a:ln w="31680">
                <a:solidFill>
                  <a:srgbClr val="000000"/>
                </a:solidFill>
                <a:round/>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1136" name=""/>
              <p:cNvSpPr/>
              <p:nvPr/>
            </p:nvSpPr>
            <p:spPr>
              <a:xfrm>
                <a:off x="5803920" y="3257640"/>
                <a:ext cx="669960" cy="328680"/>
              </a:xfrm>
              <a:custGeom>
                <a:avLst/>
                <a:gdLst/>
                <a:ahLst/>
                <a:rect l="l" t="t" r="r" b="b"/>
                <a:pathLst>
                  <a:path w="422" h="207">
                    <a:moveTo>
                      <a:pt x="0" y="87"/>
                    </a:moveTo>
                    <a:lnTo>
                      <a:pt x="0" y="87"/>
                    </a:lnTo>
                    <a:lnTo>
                      <a:pt x="33" y="109"/>
                    </a:lnTo>
                    <a:lnTo>
                      <a:pt x="115" y="130"/>
                    </a:lnTo>
                    <a:lnTo>
                      <a:pt x="150" y="135"/>
                    </a:lnTo>
                    <a:lnTo>
                      <a:pt x="156" y="145"/>
                    </a:lnTo>
                    <a:lnTo>
                      <a:pt x="172" y="152"/>
                    </a:lnTo>
                    <a:lnTo>
                      <a:pt x="191" y="206"/>
                    </a:lnTo>
                    <a:lnTo>
                      <a:pt x="212" y="163"/>
                    </a:lnTo>
                    <a:lnTo>
                      <a:pt x="215" y="156"/>
                    </a:lnTo>
                    <a:lnTo>
                      <a:pt x="220" y="146"/>
                    </a:lnTo>
                    <a:lnTo>
                      <a:pt x="220" y="141"/>
                    </a:lnTo>
                    <a:lnTo>
                      <a:pt x="227" y="129"/>
                    </a:lnTo>
                    <a:lnTo>
                      <a:pt x="230" y="132"/>
                    </a:lnTo>
                    <a:lnTo>
                      <a:pt x="227" y="135"/>
                    </a:lnTo>
                    <a:lnTo>
                      <a:pt x="228" y="148"/>
                    </a:lnTo>
                    <a:lnTo>
                      <a:pt x="236" y="145"/>
                    </a:lnTo>
                    <a:lnTo>
                      <a:pt x="239" y="134"/>
                    </a:lnTo>
                    <a:lnTo>
                      <a:pt x="247" y="135"/>
                    </a:lnTo>
                    <a:lnTo>
                      <a:pt x="253" y="128"/>
                    </a:lnTo>
                    <a:lnTo>
                      <a:pt x="254" y="133"/>
                    </a:lnTo>
                    <a:lnTo>
                      <a:pt x="243" y="152"/>
                    </a:lnTo>
                    <a:lnTo>
                      <a:pt x="252" y="156"/>
                    </a:lnTo>
                    <a:lnTo>
                      <a:pt x="257" y="141"/>
                    </a:lnTo>
                    <a:lnTo>
                      <a:pt x="266" y="135"/>
                    </a:lnTo>
                    <a:lnTo>
                      <a:pt x="272" y="123"/>
                    </a:lnTo>
                    <a:lnTo>
                      <a:pt x="296" y="119"/>
                    </a:lnTo>
                    <a:lnTo>
                      <a:pt x="306" y="118"/>
                    </a:lnTo>
                    <a:lnTo>
                      <a:pt x="325" y="105"/>
                    </a:lnTo>
                    <a:lnTo>
                      <a:pt x="353" y="109"/>
                    </a:lnTo>
                    <a:lnTo>
                      <a:pt x="371" y="121"/>
                    </a:lnTo>
                    <a:lnTo>
                      <a:pt x="371" y="106"/>
                    </a:lnTo>
                    <a:lnTo>
                      <a:pt x="381" y="105"/>
                    </a:lnTo>
                    <a:lnTo>
                      <a:pt x="404" y="106"/>
                    </a:lnTo>
                    <a:lnTo>
                      <a:pt x="421" y="103"/>
                    </a:lnTo>
                    <a:lnTo>
                      <a:pt x="398" y="90"/>
                    </a:lnTo>
                    <a:lnTo>
                      <a:pt x="394" y="67"/>
                    </a:lnTo>
                    <a:lnTo>
                      <a:pt x="376" y="70"/>
                    </a:lnTo>
                    <a:lnTo>
                      <a:pt x="367" y="67"/>
                    </a:lnTo>
                    <a:lnTo>
                      <a:pt x="360" y="70"/>
                    </a:lnTo>
                    <a:lnTo>
                      <a:pt x="348" y="68"/>
                    </a:lnTo>
                    <a:lnTo>
                      <a:pt x="344" y="67"/>
                    </a:lnTo>
                    <a:lnTo>
                      <a:pt x="343" y="57"/>
                    </a:lnTo>
                    <a:lnTo>
                      <a:pt x="345" y="42"/>
                    </a:lnTo>
                    <a:lnTo>
                      <a:pt x="327" y="47"/>
                    </a:lnTo>
                    <a:lnTo>
                      <a:pt x="310" y="56"/>
                    </a:lnTo>
                    <a:lnTo>
                      <a:pt x="271" y="60"/>
                    </a:lnTo>
                    <a:lnTo>
                      <a:pt x="242" y="84"/>
                    </a:lnTo>
                    <a:lnTo>
                      <a:pt x="237" y="80"/>
                    </a:lnTo>
                    <a:lnTo>
                      <a:pt x="230" y="83"/>
                    </a:lnTo>
                    <a:lnTo>
                      <a:pt x="218" y="74"/>
                    </a:lnTo>
                    <a:lnTo>
                      <a:pt x="212" y="79"/>
                    </a:lnTo>
                    <a:lnTo>
                      <a:pt x="197" y="82"/>
                    </a:lnTo>
                    <a:lnTo>
                      <a:pt x="176" y="53"/>
                    </a:lnTo>
                    <a:lnTo>
                      <a:pt x="149" y="48"/>
                    </a:lnTo>
                    <a:lnTo>
                      <a:pt x="140" y="50"/>
                    </a:lnTo>
                    <a:lnTo>
                      <a:pt x="135" y="57"/>
                    </a:lnTo>
                    <a:lnTo>
                      <a:pt x="140" y="45"/>
                    </a:lnTo>
                    <a:lnTo>
                      <a:pt x="132" y="54"/>
                    </a:lnTo>
                    <a:lnTo>
                      <a:pt x="124" y="63"/>
                    </a:lnTo>
                    <a:lnTo>
                      <a:pt x="127" y="47"/>
                    </a:lnTo>
                    <a:lnTo>
                      <a:pt x="135" y="23"/>
                    </a:lnTo>
                    <a:lnTo>
                      <a:pt x="150" y="8"/>
                    </a:lnTo>
                    <a:lnTo>
                      <a:pt x="168" y="3"/>
                    </a:lnTo>
                    <a:lnTo>
                      <a:pt x="166" y="0"/>
                    </a:lnTo>
                    <a:lnTo>
                      <a:pt x="139" y="1"/>
                    </a:lnTo>
                    <a:lnTo>
                      <a:pt x="124" y="9"/>
                    </a:lnTo>
                    <a:lnTo>
                      <a:pt x="120" y="18"/>
                    </a:lnTo>
                    <a:lnTo>
                      <a:pt x="100" y="31"/>
                    </a:lnTo>
                    <a:lnTo>
                      <a:pt x="91" y="42"/>
                    </a:lnTo>
                    <a:lnTo>
                      <a:pt x="80" y="47"/>
                    </a:lnTo>
                    <a:lnTo>
                      <a:pt x="74" y="56"/>
                    </a:lnTo>
                    <a:lnTo>
                      <a:pt x="64" y="59"/>
                    </a:lnTo>
                    <a:lnTo>
                      <a:pt x="39" y="63"/>
                    </a:lnTo>
                    <a:lnTo>
                      <a:pt x="34" y="68"/>
                    </a:lnTo>
                    <a:lnTo>
                      <a:pt x="24" y="79"/>
                    </a:lnTo>
                    <a:lnTo>
                      <a:pt x="0" y="87"/>
                    </a:lnTo>
                    <a:lnTo>
                      <a:pt x="0" y="8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37" name=""/>
              <p:cNvSpPr/>
              <p:nvPr/>
            </p:nvSpPr>
            <p:spPr>
              <a:xfrm>
                <a:off x="6235560" y="3456000"/>
                <a:ext cx="451080" cy="582480"/>
              </a:xfrm>
              <a:custGeom>
                <a:avLst/>
                <a:gdLst/>
                <a:ahLst/>
                <a:rect l="l" t="t" r="r" b="b"/>
                <a:pathLst>
                  <a:path w="284" h="367">
                    <a:moveTo>
                      <a:pt x="0" y="366"/>
                    </a:moveTo>
                    <a:lnTo>
                      <a:pt x="0" y="366"/>
                    </a:lnTo>
                    <a:lnTo>
                      <a:pt x="26" y="322"/>
                    </a:lnTo>
                    <a:lnTo>
                      <a:pt x="30" y="306"/>
                    </a:lnTo>
                    <a:lnTo>
                      <a:pt x="32" y="275"/>
                    </a:lnTo>
                    <a:lnTo>
                      <a:pt x="27" y="245"/>
                    </a:lnTo>
                    <a:lnTo>
                      <a:pt x="9" y="217"/>
                    </a:lnTo>
                    <a:lnTo>
                      <a:pt x="3" y="201"/>
                    </a:lnTo>
                    <a:lnTo>
                      <a:pt x="7" y="185"/>
                    </a:lnTo>
                    <a:lnTo>
                      <a:pt x="1" y="166"/>
                    </a:lnTo>
                    <a:lnTo>
                      <a:pt x="7" y="152"/>
                    </a:lnTo>
                    <a:lnTo>
                      <a:pt x="15" y="121"/>
                    </a:lnTo>
                    <a:lnTo>
                      <a:pt x="14" y="107"/>
                    </a:lnTo>
                    <a:lnTo>
                      <a:pt x="24" y="97"/>
                    </a:lnTo>
                    <a:lnTo>
                      <a:pt x="22" y="87"/>
                    </a:lnTo>
                    <a:lnTo>
                      <a:pt x="37" y="81"/>
                    </a:lnTo>
                    <a:lnTo>
                      <a:pt x="53" y="58"/>
                    </a:lnTo>
                    <a:lnTo>
                      <a:pt x="52" y="95"/>
                    </a:lnTo>
                    <a:lnTo>
                      <a:pt x="65" y="87"/>
                    </a:lnTo>
                    <a:lnTo>
                      <a:pt x="65" y="55"/>
                    </a:lnTo>
                    <a:lnTo>
                      <a:pt x="78" y="39"/>
                    </a:lnTo>
                    <a:lnTo>
                      <a:pt x="90" y="38"/>
                    </a:lnTo>
                    <a:lnTo>
                      <a:pt x="81" y="31"/>
                    </a:lnTo>
                    <a:lnTo>
                      <a:pt x="76" y="20"/>
                    </a:lnTo>
                    <a:lnTo>
                      <a:pt x="85" y="8"/>
                    </a:lnTo>
                    <a:lnTo>
                      <a:pt x="99" y="0"/>
                    </a:lnTo>
                    <a:lnTo>
                      <a:pt x="132" y="10"/>
                    </a:lnTo>
                    <a:lnTo>
                      <a:pt x="143" y="21"/>
                    </a:lnTo>
                    <a:lnTo>
                      <a:pt x="182" y="31"/>
                    </a:lnTo>
                    <a:lnTo>
                      <a:pt x="189" y="41"/>
                    </a:lnTo>
                    <a:lnTo>
                      <a:pt x="201" y="54"/>
                    </a:lnTo>
                    <a:lnTo>
                      <a:pt x="189" y="53"/>
                    </a:lnTo>
                    <a:lnTo>
                      <a:pt x="189" y="62"/>
                    </a:lnTo>
                    <a:lnTo>
                      <a:pt x="202" y="78"/>
                    </a:lnTo>
                    <a:lnTo>
                      <a:pt x="207" y="102"/>
                    </a:lnTo>
                    <a:lnTo>
                      <a:pt x="207" y="117"/>
                    </a:lnTo>
                    <a:lnTo>
                      <a:pt x="193" y="135"/>
                    </a:lnTo>
                    <a:lnTo>
                      <a:pt x="189" y="144"/>
                    </a:lnTo>
                    <a:lnTo>
                      <a:pt x="176" y="150"/>
                    </a:lnTo>
                    <a:lnTo>
                      <a:pt x="175" y="159"/>
                    </a:lnTo>
                    <a:lnTo>
                      <a:pt x="176" y="178"/>
                    </a:lnTo>
                    <a:lnTo>
                      <a:pt x="189" y="187"/>
                    </a:lnTo>
                    <a:lnTo>
                      <a:pt x="206" y="171"/>
                    </a:lnTo>
                    <a:lnTo>
                      <a:pt x="214" y="150"/>
                    </a:lnTo>
                    <a:lnTo>
                      <a:pt x="237" y="139"/>
                    </a:lnTo>
                    <a:lnTo>
                      <a:pt x="252" y="146"/>
                    </a:lnTo>
                    <a:lnTo>
                      <a:pt x="263" y="167"/>
                    </a:lnTo>
                    <a:lnTo>
                      <a:pt x="276" y="211"/>
                    </a:lnTo>
                    <a:lnTo>
                      <a:pt x="283" y="227"/>
                    </a:lnTo>
                    <a:lnTo>
                      <a:pt x="278" y="238"/>
                    </a:lnTo>
                    <a:lnTo>
                      <a:pt x="281" y="256"/>
                    </a:lnTo>
                    <a:lnTo>
                      <a:pt x="275" y="266"/>
                    </a:lnTo>
                    <a:lnTo>
                      <a:pt x="268" y="256"/>
                    </a:lnTo>
                    <a:lnTo>
                      <a:pt x="263" y="260"/>
                    </a:lnTo>
                    <a:lnTo>
                      <a:pt x="262" y="278"/>
                    </a:lnTo>
                    <a:lnTo>
                      <a:pt x="257" y="284"/>
                    </a:lnTo>
                    <a:lnTo>
                      <a:pt x="245" y="294"/>
                    </a:lnTo>
                    <a:lnTo>
                      <a:pt x="245" y="316"/>
                    </a:lnTo>
                    <a:lnTo>
                      <a:pt x="236" y="326"/>
                    </a:lnTo>
                    <a:lnTo>
                      <a:pt x="229" y="345"/>
                    </a:lnTo>
                    <a:lnTo>
                      <a:pt x="136" y="356"/>
                    </a:lnTo>
                    <a:lnTo>
                      <a:pt x="134" y="352"/>
                    </a:lnTo>
                    <a:lnTo>
                      <a:pt x="0" y="366"/>
                    </a:lnTo>
                    <a:lnTo>
                      <a:pt x="0" y="36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38" name=""/>
              <p:cNvSpPr/>
              <p:nvPr/>
            </p:nvSpPr>
            <p:spPr>
              <a:xfrm>
                <a:off x="6986520" y="3371760"/>
                <a:ext cx="687600" cy="588960"/>
              </a:xfrm>
              <a:custGeom>
                <a:avLst/>
                <a:gdLst/>
                <a:ahLst/>
                <a:rect l="l" t="t" r="r" b="b"/>
                <a:pathLst>
                  <a:path w="433" h="371">
                    <a:moveTo>
                      <a:pt x="0" y="319"/>
                    </a:moveTo>
                    <a:lnTo>
                      <a:pt x="0" y="319"/>
                    </a:lnTo>
                    <a:lnTo>
                      <a:pt x="14" y="338"/>
                    </a:lnTo>
                    <a:lnTo>
                      <a:pt x="296" y="287"/>
                    </a:lnTo>
                    <a:lnTo>
                      <a:pt x="315" y="297"/>
                    </a:lnTo>
                    <a:lnTo>
                      <a:pt x="327" y="319"/>
                    </a:lnTo>
                    <a:lnTo>
                      <a:pt x="354" y="332"/>
                    </a:lnTo>
                    <a:lnTo>
                      <a:pt x="416" y="353"/>
                    </a:lnTo>
                    <a:lnTo>
                      <a:pt x="417" y="361"/>
                    </a:lnTo>
                    <a:lnTo>
                      <a:pt x="422" y="370"/>
                    </a:lnTo>
                    <a:lnTo>
                      <a:pt x="425" y="365"/>
                    </a:lnTo>
                    <a:lnTo>
                      <a:pt x="432" y="348"/>
                    </a:lnTo>
                    <a:lnTo>
                      <a:pt x="432" y="316"/>
                    </a:lnTo>
                    <a:lnTo>
                      <a:pt x="422" y="257"/>
                    </a:lnTo>
                    <a:lnTo>
                      <a:pt x="422" y="194"/>
                    </a:lnTo>
                    <a:lnTo>
                      <a:pt x="409" y="144"/>
                    </a:lnTo>
                    <a:lnTo>
                      <a:pt x="389" y="103"/>
                    </a:lnTo>
                    <a:lnTo>
                      <a:pt x="385" y="63"/>
                    </a:lnTo>
                    <a:lnTo>
                      <a:pt x="368" y="0"/>
                    </a:lnTo>
                    <a:lnTo>
                      <a:pt x="280" y="21"/>
                    </a:lnTo>
                    <a:lnTo>
                      <a:pt x="275" y="20"/>
                    </a:lnTo>
                    <a:lnTo>
                      <a:pt x="247" y="41"/>
                    </a:lnTo>
                    <a:lnTo>
                      <a:pt x="223" y="73"/>
                    </a:lnTo>
                    <a:lnTo>
                      <a:pt x="219" y="87"/>
                    </a:lnTo>
                    <a:lnTo>
                      <a:pt x="212" y="102"/>
                    </a:lnTo>
                    <a:lnTo>
                      <a:pt x="190" y="119"/>
                    </a:lnTo>
                    <a:lnTo>
                      <a:pt x="198" y="131"/>
                    </a:lnTo>
                    <a:lnTo>
                      <a:pt x="201" y="122"/>
                    </a:lnTo>
                    <a:lnTo>
                      <a:pt x="208" y="124"/>
                    </a:lnTo>
                    <a:lnTo>
                      <a:pt x="203" y="129"/>
                    </a:lnTo>
                    <a:lnTo>
                      <a:pt x="208" y="131"/>
                    </a:lnTo>
                    <a:lnTo>
                      <a:pt x="204" y="139"/>
                    </a:lnTo>
                    <a:lnTo>
                      <a:pt x="201" y="137"/>
                    </a:lnTo>
                    <a:lnTo>
                      <a:pt x="200" y="142"/>
                    </a:lnTo>
                    <a:lnTo>
                      <a:pt x="212" y="152"/>
                    </a:lnTo>
                    <a:lnTo>
                      <a:pt x="212" y="166"/>
                    </a:lnTo>
                    <a:lnTo>
                      <a:pt x="195" y="170"/>
                    </a:lnTo>
                    <a:lnTo>
                      <a:pt x="181" y="190"/>
                    </a:lnTo>
                    <a:lnTo>
                      <a:pt x="168" y="200"/>
                    </a:lnTo>
                    <a:lnTo>
                      <a:pt x="141" y="202"/>
                    </a:lnTo>
                    <a:lnTo>
                      <a:pt x="130" y="209"/>
                    </a:lnTo>
                    <a:lnTo>
                      <a:pt x="114" y="202"/>
                    </a:lnTo>
                    <a:lnTo>
                      <a:pt x="69" y="207"/>
                    </a:lnTo>
                    <a:lnTo>
                      <a:pt x="31" y="221"/>
                    </a:lnTo>
                    <a:lnTo>
                      <a:pt x="34" y="232"/>
                    </a:lnTo>
                    <a:lnTo>
                      <a:pt x="31" y="239"/>
                    </a:lnTo>
                    <a:lnTo>
                      <a:pt x="34" y="240"/>
                    </a:lnTo>
                    <a:lnTo>
                      <a:pt x="39" y="250"/>
                    </a:lnTo>
                    <a:lnTo>
                      <a:pt x="45" y="250"/>
                    </a:lnTo>
                    <a:lnTo>
                      <a:pt x="51" y="261"/>
                    </a:lnTo>
                    <a:lnTo>
                      <a:pt x="50" y="264"/>
                    </a:lnTo>
                    <a:lnTo>
                      <a:pt x="39" y="273"/>
                    </a:lnTo>
                    <a:lnTo>
                      <a:pt x="35" y="283"/>
                    </a:lnTo>
                    <a:lnTo>
                      <a:pt x="0" y="319"/>
                    </a:lnTo>
                    <a:lnTo>
                      <a:pt x="0" y="31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39" name=""/>
              <p:cNvSpPr/>
              <p:nvPr/>
            </p:nvSpPr>
            <p:spPr>
              <a:xfrm>
                <a:off x="7623000" y="3983040"/>
                <a:ext cx="22320" cy="30240"/>
              </a:xfrm>
              <a:custGeom>
                <a:avLst/>
                <a:gdLst/>
                <a:ahLst/>
                <a:rect l="l" t="t" r="r" b="b"/>
                <a:pathLst>
                  <a:path w="14" h="19">
                    <a:moveTo>
                      <a:pt x="0" y="18"/>
                    </a:moveTo>
                    <a:lnTo>
                      <a:pt x="0" y="18"/>
                    </a:lnTo>
                    <a:lnTo>
                      <a:pt x="2" y="5"/>
                    </a:lnTo>
                    <a:lnTo>
                      <a:pt x="8" y="0"/>
                    </a:lnTo>
                    <a:lnTo>
                      <a:pt x="13" y="2"/>
                    </a:lnTo>
                    <a:lnTo>
                      <a:pt x="6" y="14"/>
                    </a:lnTo>
                    <a:lnTo>
                      <a:pt x="0" y="18"/>
                    </a:lnTo>
                    <a:lnTo>
                      <a:pt x="0" y="18"/>
                    </a:lnTo>
                  </a:path>
                </a:pathLst>
              </a:custGeom>
              <a:solidFill>
                <a:srgbClr val="0000ff"/>
              </a:solidFill>
              <a:ln w="31680">
                <a:solidFill>
                  <a:srgbClr val="000000"/>
                </a:solidFill>
                <a:round/>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1140" name=""/>
              <p:cNvSpPr/>
              <p:nvPr/>
            </p:nvSpPr>
            <p:spPr>
              <a:xfrm>
                <a:off x="7647120" y="3868560"/>
                <a:ext cx="214200" cy="123840"/>
              </a:xfrm>
              <a:custGeom>
                <a:avLst/>
                <a:gdLst/>
                <a:ahLst/>
                <a:rect l="l" t="t" r="r" b="b"/>
                <a:pathLst>
                  <a:path w="135" h="78">
                    <a:moveTo>
                      <a:pt x="0" y="70"/>
                    </a:moveTo>
                    <a:lnTo>
                      <a:pt x="0" y="70"/>
                    </a:lnTo>
                    <a:lnTo>
                      <a:pt x="2" y="77"/>
                    </a:lnTo>
                    <a:lnTo>
                      <a:pt x="7" y="77"/>
                    </a:lnTo>
                    <a:lnTo>
                      <a:pt x="11" y="72"/>
                    </a:lnTo>
                    <a:lnTo>
                      <a:pt x="16" y="70"/>
                    </a:lnTo>
                    <a:lnTo>
                      <a:pt x="18" y="72"/>
                    </a:lnTo>
                    <a:lnTo>
                      <a:pt x="9" y="77"/>
                    </a:lnTo>
                    <a:lnTo>
                      <a:pt x="22" y="74"/>
                    </a:lnTo>
                    <a:lnTo>
                      <a:pt x="23" y="70"/>
                    </a:lnTo>
                    <a:lnTo>
                      <a:pt x="40" y="62"/>
                    </a:lnTo>
                    <a:lnTo>
                      <a:pt x="57" y="52"/>
                    </a:lnTo>
                    <a:lnTo>
                      <a:pt x="74" y="45"/>
                    </a:lnTo>
                    <a:lnTo>
                      <a:pt x="89" y="38"/>
                    </a:lnTo>
                    <a:lnTo>
                      <a:pt x="88" y="39"/>
                    </a:lnTo>
                    <a:lnTo>
                      <a:pt x="60" y="58"/>
                    </a:lnTo>
                    <a:lnTo>
                      <a:pt x="55" y="61"/>
                    </a:lnTo>
                    <a:lnTo>
                      <a:pt x="58" y="61"/>
                    </a:lnTo>
                    <a:lnTo>
                      <a:pt x="67" y="57"/>
                    </a:lnTo>
                    <a:lnTo>
                      <a:pt x="108" y="29"/>
                    </a:lnTo>
                    <a:lnTo>
                      <a:pt x="115" y="21"/>
                    </a:lnTo>
                    <a:lnTo>
                      <a:pt x="133" y="6"/>
                    </a:lnTo>
                    <a:lnTo>
                      <a:pt x="134" y="2"/>
                    </a:lnTo>
                    <a:lnTo>
                      <a:pt x="130" y="2"/>
                    </a:lnTo>
                    <a:lnTo>
                      <a:pt x="123" y="11"/>
                    </a:lnTo>
                    <a:lnTo>
                      <a:pt x="116" y="9"/>
                    </a:lnTo>
                    <a:lnTo>
                      <a:pt x="108" y="15"/>
                    </a:lnTo>
                    <a:lnTo>
                      <a:pt x="105" y="13"/>
                    </a:lnTo>
                    <a:lnTo>
                      <a:pt x="96" y="31"/>
                    </a:lnTo>
                    <a:lnTo>
                      <a:pt x="95" y="29"/>
                    </a:lnTo>
                    <a:lnTo>
                      <a:pt x="88" y="29"/>
                    </a:lnTo>
                    <a:lnTo>
                      <a:pt x="100" y="15"/>
                    </a:lnTo>
                    <a:lnTo>
                      <a:pt x="98" y="11"/>
                    </a:lnTo>
                    <a:lnTo>
                      <a:pt x="108" y="0"/>
                    </a:lnTo>
                    <a:lnTo>
                      <a:pt x="104" y="2"/>
                    </a:lnTo>
                    <a:lnTo>
                      <a:pt x="85" y="21"/>
                    </a:lnTo>
                    <a:lnTo>
                      <a:pt x="66" y="30"/>
                    </a:lnTo>
                    <a:lnTo>
                      <a:pt x="52" y="31"/>
                    </a:lnTo>
                    <a:lnTo>
                      <a:pt x="51" y="36"/>
                    </a:lnTo>
                    <a:lnTo>
                      <a:pt x="36" y="40"/>
                    </a:lnTo>
                    <a:lnTo>
                      <a:pt x="32" y="38"/>
                    </a:lnTo>
                    <a:lnTo>
                      <a:pt x="32" y="40"/>
                    </a:lnTo>
                    <a:lnTo>
                      <a:pt x="25" y="40"/>
                    </a:lnTo>
                    <a:lnTo>
                      <a:pt x="22" y="46"/>
                    </a:lnTo>
                    <a:lnTo>
                      <a:pt x="22" y="52"/>
                    </a:lnTo>
                    <a:lnTo>
                      <a:pt x="18" y="51"/>
                    </a:lnTo>
                    <a:lnTo>
                      <a:pt x="16" y="57"/>
                    </a:lnTo>
                    <a:lnTo>
                      <a:pt x="6" y="60"/>
                    </a:lnTo>
                    <a:lnTo>
                      <a:pt x="3" y="65"/>
                    </a:lnTo>
                    <a:lnTo>
                      <a:pt x="0" y="70"/>
                    </a:lnTo>
                    <a:lnTo>
                      <a:pt x="0" y="70"/>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41" name=""/>
              <p:cNvSpPr/>
              <p:nvPr/>
            </p:nvSpPr>
            <p:spPr>
              <a:xfrm>
                <a:off x="2427120" y="2717640"/>
                <a:ext cx="777960" cy="538200"/>
              </a:xfrm>
              <a:custGeom>
                <a:avLst/>
                <a:gdLst/>
                <a:ahLst/>
                <a:rect l="l" t="t" r="r" b="b"/>
                <a:pathLst>
                  <a:path w="490" h="339">
                    <a:moveTo>
                      <a:pt x="8" y="57"/>
                    </a:moveTo>
                    <a:lnTo>
                      <a:pt x="8" y="57"/>
                    </a:lnTo>
                    <a:lnTo>
                      <a:pt x="19" y="73"/>
                    </a:lnTo>
                    <a:lnTo>
                      <a:pt x="16" y="91"/>
                    </a:lnTo>
                    <a:lnTo>
                      <a:pt x="14" y="109"/>
                    </a:lnTo>
                    <a:lnTo>
                      <a:pt x="18" y="117"/>
                    </a:lnTo>
                    <a:lnTo>
                      <a:pt x="11" y="143"/>
                    </a:lnTo>
                    <a:lnTo>
                      <a:pt x="21" y="138"/>
                    </a:lnTo>
                    <a:lnTo>
                      <a:pt x="33" y="148"/>
                    </a:lnTo>
                    <a:lnTo>
                      <a:pt x="20" y="149"/>
                    </a:lnTo>
                    <a:lnTo>
                      <a:pt x="11" y="148"/>
                    </a:lnTo>
                    <a:lnTo>
                      <a:pt x="9" y="160"/>
                    </a:lnTo>
                    <a:lnTo>
                      <a:pt x="8" y="167"/>
                    </a:lnTo>
                    <a:lnTo>
                      <a:pt x="21" y="167"/>
                    </a:lnTo>
                    <a:lnTo>
                      <a:pt x="23" y="170"/>
                    </a:lnTo>
                    <a:lnTo>
                      <a:pt x="14" y="174"/>
                    </a:lnTo>
                    <a:lnTo>
                      <a:pt x="16" y="186"/>
                    </a:lnTo>
                    <a:lnTo>
                      <a:pt x="7" y="196"/>
                    </a:lnTo>
                    <a:lnTo>
                      <a:pt x="7" y="195"/>
                    </a:lnTo>
                    <a:lnTo>
                      <a:pt x="8" y="178"/>
                    </a:lnTo>
                    <a:lnTo>
                      <a:pt x="7" y="174"/>
                    </a:lnTo>
                    <a:lnTo>
                      <a:pt x="0" y="199"/>
                    </a:lnTo>
                    <a:lnTo>
                      <a:pt x="11" y="209"/>
                    </a:lnTo>
                    <a:lnTo>
                      <a:pt x="33" y="215"/>
                    </a:lnTo>
                    <a:lnTo>
                      <a:pt x="35" y="227"/>
                    </a:lnTo>
                    <a:lnTo>
                      <a:pt x="45" y="227"/>
                    </a:lnTo>
                    <a:lnTo>
                      <a:pt x="62" y="262"/>
                    </a:lnTo>
                    <a:lnTo>
                      <a:pt x="59" y="273"/>
                    </a:lnTo>
                    <a:lnTo>
                      <a:pt x="88" y="296"/>
                    </a:lnTo>
                    <a:lnTo>
                      <a:pt x="138" y="294"/>
                    </a:lnTo>
                    <a:lnTo>
                      <a:pt x="175" y="309"/>
                    </a:lnTo>
                    <a:lnTo>
                      <a:pt x="194" y="306"/>
                    </a:lnTo>
                    <a:lnTo>
                      <a:pt x="306" y="309"/>
                    </a:lnTo>
                    <a:lnTo>
                      <a:pt x="433" y="338"/>
                    </a:lnTo>
                    <a:lnTo>
                      <a:pt x="435" y="301"/>
                    </a:lnTo>
                    <a:lnTo>
                      <a:pt x="489" y="84"/>
                    </a:lnTo>
                    <a:lnTo>
                      <a:pt x="149" y="0"/>
                    </a:lnTo>
                    <a:lnTo>
                      <a:pt x="146" y="1"/>
                    </a:lnTo>
                    <a:lnTo>
                      <a:pt x="149" y="6"/>
                    </a:lnTo>
                    <a:lnTo>
                      <a:pt x="145" y="7"/>
                    </a:lnTo>
                    <a:lnTo>
                      <a:pt x="149" y="13"/>
                    </a:lnTo>
                    <a:lnTo>
                      <a:pt x="148" y="18"/>
                    </a:lnTo>
                    <a:lnTo>
                      <a:pt x="149" y="23"/>
                    </a:lnTo>
                    <a:lnTo>
                      <a:pt x="153" y="21"/>
                    </a:lnTo>
                    <a:lnTo>
                      <a:pt x="159" y="23"/>
                    </a:lnTo>
                    <a:lnTo>
                      <a:pt x="157" y="33"/>
                    </a:lnTo>
                    <a:lnTo>
                      <a:pt x="158" y="38"/>
                    </a:lnTo>
                    <a:lnTo>
                      <a:pt x="153" y="50"/>
                    </a:lnTo>
                    <a:lnTo>
                      <a:pt x="144" y="42"/>
                    </a:lnTo>
                    <a:lnTo>
                      <a:pt x="141" y="43"/>
                    </a:lnTo>
                    <a:lnTo>
                      <a:pt x="141" y="49"/>
                    </a:lnTo>
                    <a:lnTo>
                      <a:pt x="147" y="50"/>
                    </a:lnTo>
                    <a:lnTo>
                      <a:pt x="153" y="62"/>
                    </a:lnTo>
                    <a:lnTo>
                      <a:pt x="150" y="80"/>
                    </a:lnTo>
                    <a:lnTo>
                      <a:pt x="153" y="87"/>
                    </a:lnTo>
                    <a:lnTo>
                      <a:pt x="157" y="87"/>
                    </a:lnTo>
                    <a:lnTo>
                      <a:pt x="154" y="90"/>
                    </a:lnTo>
                    <a:lnTo>
                      <a:pt x="150" y="91"/>
                    </a:lnTo>
                    <a:lnTo>
                      <a:pt x="141" y="106"/>
                    </a:lnTo>
                    <a:lnTo>
                      <a:pt x="141" y="107"/>
                    </a:lnTo>
                    <a:lnTo>
                      <a:pt x="138" y="112"/>
                    </a:lnTo>
                    <a:lnTo>
                      <a:pt x="135" y="113"/>
                    </a:lnTo>
                    <a:lnTo>
                      <a:pt x="138" y="123"/>
                    </a:lnTo>
                    <a:lnTo>
                      <a:pt x="134" y="125"/>
                    </a:lnTo>
                    <a:lnTo>
                      <a:pt x="133" y="141"/>
                    </a:lnTo>
                    <a:lnTo>
                      <a:pt x="127" y="145"/>
                    </a:lnTo>
                    <a:lnTo>
                      <a:pt x="127" y="149"/>
                    </a:lnTo>
                    <a:lnTo>
                      <a:pt x="119" y="143"/>
                    </a:lnTo>
                    <a:lnTo>
                      <a:pt x="118" y="147"/>
                    </a:lnTo>
                    <a:lnTo>
                      <a:pt x="106" y="160"/>
                    </a:lnTo>
                    <a:lnTo>
                      <a:pt x="101" y="158"/>
                    </a:lnTo>
                    <a:lnTo>
                      <a:pt x="99" y="150"/>
                    </a:lnTo>
                    <a:lnTo>
                      <a:pt x="95" y="155"/>
                    </a:lnTo>
                    <a:lnTo>
                      <a:pt x="93" y="150"/>
                    </a:lnTo>
                    <a:lnTo>
                      <a:pt x="91" y="162"/>
                    </a:lnTo>
                    <a:lnTo>
                      <a:pt x="89" y="161"/>
                    </a:lnTo>
                    <a:lnTo>
                      <a:pt x="89" y="153"/>
                    </a:lnTo>
                    <a:lnTo>
                      <a:pt x="86" y="155"/>
                    </a:lnTo>
                    <a:lnTo>
                      <a:pt x="91" y="148"/>
                    </a:lnTo>
                    <a:lnTo>
                      <a:pt x="82" y="148"/>
                    </a:lnTo>
                    <a:lnTo>
                      <a:pt x="89" y="146"/>
                    </a:lnTo>
                    <a:lnTo>
                      <a:pt x="82" y="145"/>
                    </a:lnTo>
                    <a:lnTo>
                      <a:pt x="87" y="140"/>
                    </a:lnTo>
                    <a:lnTo>
                      <a:pt x="92" y="145"/>
                    </a:lnTo>
                    <a:lnTo>
                      <a:pt x="94" y="138"/>
                    </a:lnTo>
                    <a:lnTo>
                      <a:pt x="106" y="132"/>
                    </a:lnTo>
                    <a:lnTo>
                      <a:pt x="100" y="145"/>
                    </a:lnTo>
                    <a:lnTo>
                      <a:pt x="102" y="150"/>
                    </a:lnTo>
                    <a:lnTo>
                      <a:pt x="107" y="140"/>
                    </a:lnTo>
                    <a:lnTo>
                      <a:pt x="114" y="135"/>
                    </a:lnTo>
                    <a:lnTo>
                      <a:pt x="111" y="142"/>
                    </a:lnTo>
                    <a:lnTo>
                      <a:pt x="114" y="147"/>
                    </a:lnTo>
                    <a:lnTo>
                      <a:pt x="114" y="140"/>
                    </a:lnTo>
                    <a:lnTo>
                      <a:pt x="121" y="136"/>
                    </a:lnTo>
                    <a:lnTo>
                      <a:pt x="127" y="127"/>
                    </a:lnTo>
                    <a:lnTo>
                      <a:pt x="125" y="123"/>
                    </a:lnTo>
                    <a:lnTo>
                      <a:pt x="114" y="123"/>
                    </a:lnTo>
                    <a:lnTo>
                      <a:pt x="116" y="112"/>
                    </a:lnTo>
                    <a:lnTo>
                      <a:pt x="123" y="118"/>
                    </a:lnTo>
                    <a:lnTo>
                      <a:pt x="123" y="106"/>
                    </a:lnTo>
                    <a:lnTo>
                      <a:pt x="134" y="106"/>
                    </a:lnTo>
                    <a:lnTo>
                      <a:pt x="135" y="95"/>
                    </a:lnTo>
                    <a:lnTo>
                      <a:pt x="132" y="87"/>
                    </a:lnTo>
                    <a:lnTo>
                      <a:pt x="132" y="100"/>
                    </a:lnTo>
                    <a:lnTo>
                      <a:pt x="128" y="96"/>
                    </a:lnTo>
                    <a:lnTo>
                      <a:pt x="119" y="103"/>
                    </a:lnTo>
                    <a:lnTo>
                      <a:pt x="111" y="109"/>
                    </a:lnTo>
                    <a:lnTo>
                      <a:pt x="110" y="109"/>
                    </a:lnTo>
                    <a:lnTo>
                      <a:pt x="95" y="116"/>
                    </a:lnTo>
                    <a:lnTo>
                      <a:pt x="88" y="127"/>
                    </a:lnTo>
                    <a:lnTo>
                      <a:pt x="104" y="127"/>
                    </a:lnTo>
                    <a:lnTo>
                      <a:pt x="89" y="129"/>
                    </a:lnTo>
                    <a:lnTo>
                      <a:pt x="82" y="127"/>
                    </a:lnTo>
                    <a:lnTo>
                      <a:pt x="95" y="109"/>
                    </a:lnTo>
                    <a:lnTo>
                      <a:pt x="107" y="106"/>
                    </a:lnTo>
                    <a:lnTo>
                      <a:pt x="114" y="94"/>
                    </a:lnTo>
                    <a:lnTo>
                      <a:pt x="117" y="102"/>
                    </a:lnTo>
                    <a:lnTo>
                      <a:pt x="125" y="95"/>
                    </a:lnTo>
                    <a:lnTo>
                      <a:pt x="132" y="83"/>
                    </a:lnTo>
                    <a:lnTo>
                      <a:pt x="131" y="74"/>
                    </a:lnTo>
                    <a:lnTo>
                      <a:pt x="127" y="79"/>
                    </a:lnTo>
                    <a:lnTo>
                      <a:pt x="123" y="78"/>
                    </a:lnTo>
                    <a:lnTo>
                      <a:pt x="127" y="69"/>
                    </a:lnTo>
                    <a:lnTo>
                      <a:pt x="122" y="69"/>
                    </a:lnTo>
                    <a:lnTo>
                      <a:pt x="121" y="78"/>
                    </a:lnTo>
                    <a:lnTo>
                      <a:pt x="114" y="80"/>
                    </a:lnTo>
                    <a:lnTo>
                      <a:pt x="114" y="72"/>
                    </a:lnTo>
                    <a:lnTo>
                      <a:pt x="111" y="69"/>
                    </a:lnTo>
                    <a:lnTo>
                      <a:pt x="110" y="74"/>
                    </a:lnTo>
                    <a:lnTo>
                      <a:pt x="105" y="62"/>
                    </a:lnTo>
                    <a:lnTo>
                      <a:pt x="93" y="61"/>
                    </a:lnTo>
                    <a:lnTo>
                      <a:pt x="50" y="42"/>
                    </a:lnTo>
                    <a:lnTo>
                      <a:pt x="20" y="16"/>
                    </a:lnTo>
                    <a:lnTo>
                      <a:pt x="9" y="35"/>
                    </a:lnTo>
                    <a:lnTo>
                      <a:pt x="8" y="57"/>
                    </a:lnTo>
                    <a:lnTo>
                      <a:pt x="8" y="5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42" name=""/>
              <p:cNvSpPr/>
              <p:nvPr/>
            </p:nvSpPr>
            <p:spPr>
              <a:xfrm>
                <a:off x="2603520" y="2749680"/>
                <a:ext cx="41400" cy="37800"/>
              </a:xfrm>
              <a:custGeom>
                <a:avLst/>
                <a:gdLst/>
                <a:ahLst/>
                <a:rect l="l" t="t" r="r" b="b"/>
                <a:pathLst>
                  <a:path w="26" h="24">
                    <a:moveTo>
                      <a:pt x="0" y="9"/>
                    </a:moveTo>
                    <a:lnTo>
                      <a:pt x="0" y="9"/>
                    </a:lnTo>
                    <a:lnTo>
                      <a:pt x="22" y="0"/>
                    </a:lnTo>
                    <a:lnTo>
                      <a:pt x="25" y="9"/>
                    </a:lnTo>
                    <a:lnTo>
                      <a:pt x="22" y="23"/>
                    </a:lnTo>
                    <a:lnTo>
                      <a:pt x="0" y="9"/>
                    </a:lnTo>
                    <a:lnTo>
                      <a:pt x="0" y="9"/>
                    </a:lnTo>
                  </a:path>
                </a:pathLst>
              </a:custGeom>
              <a:solidFill>
                <a:srgbClr val="0000ff"/>
              </a:solidFill>
              <a:ln w="31680">
                <a:solidFill>
                  <a:srgbClr val="000000"/>
                </a:solidFill>
                <a:round/>
              </a:ln>
            </p:spPr>
            <p:style>
              <a:lnRef idx="0"/>
              <a:fillRef idx="0"/>
              <a:effectRef idx="0"/>
              <a:fontRef idx="minor"/>
            </p:style>
            <p:txBody>
              <a:bodyPr lIns="90000" rIns="90000" tIns="-9000" bIns="-9000" anchor="t">
                <a:noAutofit/>
              </a:bodyPr>
              <a:p>
                <a:endParaRPr b="0" lang="en-IN" sz="2400" strike="noStrike" u="none">
                  <a:solidFill>
                    <a:srgbClr val="ffffff"/>
                  </a:solidFill>
                  <a:effectLst/>
                  <a:uFillTx/>
                  <a:latin typeface="Times New Roman"/>
                </a:endParaRPr>
              </a:p>
            </p:txBody>
          </p:sp>
          <p:sp>
            <p:nvSpPr>
              <p:cNvPr id="1143" name=""/>
              <p:cNvSpPr/>
              <p:nvPr/>
            </p:nvSpPr>
            <p:spPr>
              <a:xfrm>
                <a:off x="2635200" y="2798640"/>
                <a:ext cx="23760" cy="59040"/>
              </a:xfrm>
              <a:custGeom>
                <a:avLst/>
                <a:gdLst/>
                <a:ahLst/>
                <a:rect l="l" t="t" r="r" b="b"/>
                <a:pathLst>
                  <a:path w="15" h="37">
                    <a:moveTo>
                      <a:pt x="0" y="9"/>
                    </a:moveTo>
                    <a:lnTo>
                      <a:pt x="0" y="9"/>
                    </a:lnTo>
                    <a:lnTo>
                      <a:pt x="8" y="0"/>
                    </a:lnTo>
                    <a:lnTo>
                      <a:pt x="14" y="6"/>
                    </a:lnTo>
                    <a:lnTo>
                      <a:pt x="11" y="36"/>
                    </a:lnTo>
                    <a:lnTo>
                      <a:pt x="0" y="9"/>
                    </a:lnTo>
                    <a:lnTo>
                      <a:pt x="0" y="9"/>
                    </a:lnTo>
                  </a:path>
                </a:pathLst>
              </a:custGeom>
              <a:solidFill>
                <a:srgbClr val="0000ff"/>
              </a:solidFill>
              <a:ln w="31680">
                <a:solidFill>
                  <a:srgbClr val="000000"/>
                </a:solidFill>
                <a:round/>
              </a:ln>
            </p:spPr>
            <p:style>
              <a:lnRef idx="0"/>
              <a:fillRef idx="0"/>
              <a:effectRef idx="0"/>
              <a:fontRef idx="minor"/>
            </p:style>
            <p:txBody>
              <a:bodyPr lIns="90000" rIns="90000" tIns="12240" bIns="12240" anchor="t">
                <a:noAutofit/>
              </a:bodyPr>
              <a:p>
                <a:endParaRPr b="0" lang="en-IN" sz="2400" strike="noStrike" u="none">
                  <a:solidFill>
                    <a:srgbClr val="ffffff"/>
                  </a:solidFill>
                  <a:effectLst/>
                  <a:uFillTx/>
                  <a:latin typeface="Times New Roman"/>
                </a:endParaRPr>
              </a:p>
            </p:txBody>
          </p:sp>
          <p:sp>
            <p:nvSpPr>
              <p:cNvPr id="1144" name=""/>
              <p:cNvSpPr/>
              <p:nvPr/>
            </p:nvSpPr>
            <p:spPr>
              <a:xfrm>
                <a:off x="6162840" y="4970520"/>
                <a:ext cx="442800" cy="689040"/>
              </a:xfrm>
              <a:custGeom>
                <a:avLst/>
                <a:gdLst/>
                <a:ahLst/>
                <a:rect l="l" t="t" r="r" b="b"/>
                <a:pathLst>
                  <a:path w="279" h="434">
                    <a:moveTo>
                      <a:pt x="0" y="17"/>
                    </a:moveTo>
                    <a:lnTo>
                      <a:pt x="0" y="17"/>
                    </a:lnTo>
                    <a:lnTo>
                      <a:pt x="8" y="25"/>
                    </a:lnTo>
                    <a:lnTo>
                      <a:pt x="0" y="291"/>
                    </a:lnTo>
                    <a:lnTo>
                      <a:pt x="16" y="419"/>
                    </a:lnTo>
                    <a:lnTo>
                      <a:pt x="33" y="424"/>
                    </a:lnTo>
                    <a:lnTo>
                      <a:pt x="45" y="384"/>
                    </a:lnTo>
                    <a:lnTo>
                      <a:pt x="52" y="395"/>
                    </a:lnTo>
                    <a:lnTo>
                      <a:pt x="53" y="416"/>
                    </a:lnTo>
                    <a:lnTo>
                      <a:pt x="65" y="423"/>
                    </a:lnTo>
                    <a:lnTo>
                      <a:pt x="49" y="433"/>
                    </a:lnTo>
                    <a:lnTo>
                      <a:pt x="88" y="422"/>
                    </a:lnTo>
                    <a:lnTo>
                      <a:pt x="96" y="411"/>
                    </a:lnTo>
                    <a:lnTo>
                      <a:pt x="89" y="404"/>
                    </a:lnTo>
                    <a:lnTo>
                      <a:pt x="94" y="393"/>
                    </a:lnTo>
                    <a:lnTo>
                      <a:pt x="74" y="376"/>
                    </a:lnTo>
                    <a:lnTo>
                      <a:pt x="74" y="363"/>
                    </a:lnTo>
                    <a:lnTo>
                      <a:pt x="278" y="345"/>
                    </a:lnTo>
                    <a:lnTo>
                      <a:pt x="261" y="277"/>
                    </a:lnTo>
                    <a:lnTo>
                      <a:pt x="265" y="253"/>
                    </a:lnTo>
                    <a:lnTo>
                      <a:pt x="274" y="237"/>
                    </a:lnTo>
                    <a:lnTo>
                      <a:pt x="265" y="215"/>
                    </a:lnTo>
                    <a:lnTo>
                      <a:pt x="246" y="183"/>
                    </a:lnTo>
                    <a:lnTo>
                      <a:pt x="194" y="0"/>
                    </a:lnTo>
                    <a:lnTo>
                      <a:pt x="0" y="17"/>
                    </a:lnTo>
                    <a:lnTo>
                      <a:pt x="0" y="1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45" name=""/>
              <p:cNvSpPr/>
              <p:nvPr/>
            </p:nvSpPr>
            <p:spPr>
              <a:xfrm>
                <a:off x="2925720" y="4548240"/>
                <a:ext cx="795240" cy="877680"/>
              </a:xfrm>
              <a:custGeom>
                <a:avLst/>
                <a:gdLst/>
                <a:ahLst/>
                <a:rect l="l" t="t" r="r" b="b"/>
                <a:pathLst>
                  <a:path w="501" h="553">
                    <a:moveTo>
                      <a:pt x="0" y="379"/>
                    </a:moveTo>
                    <a:lnTo>
                      <a:pt x="0" y="379"/>
                    </a:lnTo>
                    <a:lnTo>
                      <a:pt x="30" y="350"/>
                    </a:lnTo>
                    <a:lnTo>
                      <a:pt x="19" y="330"/>
                    </a:lnTo>
                    <a:lnTo>
                      <a:pt x="26" y="300"/>
                    </a:lnTo>
                    <a:lnTo>
                      <a:pt x="58" y="248"/>
                    </a:lnTo>
                    <a:lnTo>
                      <a:pt x="80" y="233"/>
                    </a:lnTo>
                    <a:lnTo>
                      <a:pt x="67" y="215"/>
                    </a:lnTo>
                    <a:lnTo>
                      <a:pt x="59" y="164"/>
                    </a:lnTo>
                    <a:lnTo>
                      <a:pt x="68" y="72"/>
                    </a:lnTo>
                    <a:lnTo>
                      <a:pt x="86" y="67"/>
                    </a:lnTo>
                    <a:lnTo>
                      <a:pt x="114" y="83"/>
                    </a:lnTo>
                    <a:lnTo>
                      <a:pt x="138" y="0"/>
                    </a:lnTo>
                    <a:lnTo>
                      <a:pt x="500" y="60"/>
                    </a:lnTo>
                    <a:lnTo>
                      <a:pt x="424" y="552"/>
                    </a:lnTo>
                    <a:lnTo>
                      <a:pt x="313" y="534"/>
                    </a:lnTo>
                    <a:lnTo>
                      <a:pt x="242" y="518"/>
                    </a:lnTo>
                    <a:lnTo>
                      <a:pt x="102" y="439"/>
                    </a:lnTo>
                    <a:lnTo>
                      <a:pt x="0" y="379"/>
                    </a:lnTo>
                    <a:lnTo>
                      <a:pt x="0" y="37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46" name=""/>
              <p:cNvSpPr/>
              <p:nvPr/>
            </p:nvSpPr>
            <p:spPr>
              <a:xfrm>
                <a:off x="5394240" y="4802040"/>
                <a:ext cx="588960" cy="500040"/>
              </a:xfrm>
              <a:custGeom>
                <a:avLst/>
                <a:gdLst/>
                <a:ahLst/>
                <a:rect l="l" t="t" r="r" b="b"/>
                <a:pathLst>
                  <a:path w="371" h="315">
                    <a:moveTo>
                      <a:pt x="0" y="11"/>
                    </a:moveTo>
                    <a:lnTo>
                      <a:pt x="0" y="11"/>
                    </a:lnTo>
                    <a:lnTo>
                      <a:pt x="13" y="106"/>
                    </a:lnTo>
                    <a:lnTo>
                      <a:pt x="11" y="260"/>
                    </a:lnTo>
                    <a:lnTo>
                      <a:pt x="19" y="267"/>
                    </a:lnTo>
                    <a:lnTo>
                      <a:pt x="43" y="267"/>
                    </a:lnTo>
                    <a:lnTo>
                      <a:pt x="46" y="314"/>
                    </a:lnTo>
                    <a:lnTo>
                      <a:pt x="265" y="312"/>
                    </a:lnTo>
                    <a:lnTo>
                      <a:pt x="262" y="264"/>
                    </a:lnTo>
                    <a:lnTo>
                      <a:pt x="282" y="211"/>
                    </a:lnTo>
                    <a:lnTo>
                      <a:pt x="306" y="175"/>
                    </a:lnTo>
                    <a:lnTo>
                      <a:pt x="305" y="165"/>
                    </a:lnTo>
                    <a:lnTo>
                      <a:pt x="326" y="132"/>
                    </a:lnTo>
                    <a:lnTo>
                      <a:pt x="338" y="97"/>
                    </a:lnTo>
                    <a:lnTo>
                      <a:pt x="333" y="94"/>
                    </a:lnTo>
                    <a:lnTo>
                      <a:pt x="351" y="79"/>
                    </a:lnTo>
                    <a:lnTo>
                      <a:pt x="370" y="49"/>
                    </a:lnTo>
                    <a:lnTo>
                      <a:pt x="362" y="41"/>
                    </a:lnTo>
                    <a:lnTo>
                      <a:pt x="314" y="43"/>
                    </a:lnTo>
                    <a:lnTo>
                      <a:pt x="326" y="26"/>
                    </a:lnTo>
                    <a:lnTo>
                      <a:pt x="322" y="0"/>
                    </a:lnTo>
                    <a:lnTo>
                      <a:pt x="0" y="11"/>
                    </a:lnTo>
                    <a:lnTo>
                      <a:pt x="0" y="11"/>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47" name=""/>
              <p:cNvSpPr/>
              <p:nvPr/>
            </p:nvSpPr>
            <p:spPr>
              <a:xfrm>
                <a:off x="2133720" y="3605040"/>
                <a:ext cx="920520" cy="1500480"/>
              </a:xfrm>
              <a:custGeom>
                <a:avLst/>
                <a:gdLst/>
                <a:ahLst/>
                <a:rect l="l" t="t" r="r" b="b"/>
                <a:pathLst>
                  <a:path w="580" h="945">
                    <a:moveTo>
                      <a:pt x="14" y="172"/>
                    </a:moveTo>
                    <a:lnTo>
                      <a:pt x="14" y="172"/>
                    </a:lnTo>
                    <a:lnTo>
                      <a:pt x="20" y="190"/>
                    </a:lnTo>
                    <a:lnTo>
                      <a:pt x="3" y="263"/>
                    </a:lnTo>
                    <a:lnTo>
                      <a:pt x="16" y="286"/>
                    </a:lnTo>
                    <a:lnTo>
                      <a:pt x="59" y="384"/>
                    </a:lnTo>
                    <a:lnTo>
                      <a:pt x="65" y="382"/>
                    </a:lnTo>
                    <a:lnTo>
                      <a:pt x="69" y="360"/>
                    </a:lnTo>
                    <a:lnTo>
                      <a:pt x="76" y="358"/>
                    </a:lnTo>
                    <a:lnTo>
                      <a:pt x="83" y="362"/>
                    </a:lnTo>
                    <a:lnTo>
                      <a:pt x="69" y="375"/>
                    </a:lnTo>
                    <a:lnTo>
                      <a:pt x="76" y="382"/>
                    </a:lnTo>
                    <a:lnTo>
                      <a:pt x="88" y="425"/>
                    </a:lnTo>
                    <a:lnTo>
                      <a:pt x="79" y="423"/>
                    </a:lnTo>
                    <a:lnTo>
                      <a:pt x="64" y="409"/>
                    </a:lnTo>
                    <a:lnTo>
                      <a:pt x="69" y="390"/>
                    </a:lnTo>
                    <a:lnTo>
                      <a:pt x="58" y="390"/>
                    </a:lnTo>
                    <a:lnTo>
                      <a:pt x="49" y="409"/>
                    </a:lnTo>
                    <a:lnTo>
                      <a:pt x="52" y="445"/>
                    </a:lnTo>
                    <a:lnTo>
                      <a:pt x="64" y="463"/>
                    </a:lnTo>
                    <a:lnTo>
                      <a:pt x="86" y="478"/>
                    </a:lnTo>
                    <a:lnTo>
                      <a:pt x="77" y="497"/>
                    </a:lnTo>
                    <a:lnTo>
                      <a:pt x="65" y="500"/>
                    </a:lnTo>
                    <a:lnTo>
                      <a:pt x="64" y="523"/>
                    </a:lnTo>
                    <a:lnTo>
                      <a:pt x="90" y="581"/>
                    </a:lnTo>
                    <a:lnTo>
                      <a:pt x="115" y="617"/>
                    </a:lnTo>
                    <a:lnTo>
                      <a:pt x="111" y="638"/>
                    </a:lnTo>
                    <a:lnTo>
                      <a:pt x="125" y="651"/>
                    </a:lnTo>
                    <a:lnTo>
                      <a:pt x="120" y="664"/>
                    </a:lnTo>
                    <a:lnTo>
                      <a:pt x="111" y="697"/>
                    </a:lnTo>
                    <a:lnTo>
                      <a:pt x="121" y="709"/>
                    </a:lnTo>
                    <a:lnTo>
                      <a:pt x="192" y="733"/>
                    </a:lnTo>
                    <a:lnTo>
                      <a:pt x="220" y="769"/>
                    </a:lnTo>
                    <a:lnTo>
                      <a:pt x="254" y="782"/>
                    </a:lnTo>
                    <a:lnTo>
                      <a:pt x="254" y="805"/>
                    </a:lnTo>
                    <a:lnTo>
                      <a:pt x="277" y="809"/>
                    </a:lnTo>
                    <a:lnTo>
                      <a:pt x="308" y="850"/>
                    </a:lnTo>
                    <a:lnTo>
                      <a:pt x="323" y="882"/>
                    </a:lnTo>
                    <a:lnTo>
                      <a:pt x="324" y="933"/>
                    </a:lnTo>
                    <a:lnTo>
                      <a:pt x="529" y="944"/>
                    </a:lnTo>
                    <a:lnTo>
                      <a:pt x="518" y="924"/>
                    </a:lnTo>
                    <a:lnTo>
                      <a:pt x="525" y="894"/>
                    </a:lnTo>
                    <a:lnTo>
                      <a:pt x="557" y="842"/>
                    </a:lnTo>
                    <a:lnTo>
                      <a:pt x="579" y="827"/>
                    </a:lnTo>
                    <a:lnTo>
                      <a:pt x="566" y="809"/>
                    </a:lnTo>
                    <a:lnTo>
                      <a:pt x="558" y="758"/>
                    </a:lnTo>
                    <a:lnTo>
                      <a:pt x="283" y="364"/>
                    </a:lnTo>
                    <a:lnTo>
                      <a:pt x="262" y="325"/>
                    </a:lnTo>
                    <a:lnTo>
                      <a:pt x="330" y="73"/>
                    </a:lnTo>
                    <a:lnTo>
                      <a:pt x="55" y="0"/>
                    </a:lnTo>
                    <a:lnTo>
                      <a:pt x="48" y="14"/>
                    </a:lnTo>
                    <a:lnTo>
                      <a:pt x="49" y="47"/>
                    </a:lnTo>
                    <a:lnTo>
                      <a:pt x="0" y="126"/>
                    </a:lnTo>
                    <a:lnTo>
                      <a:pt x="14" y="172"/>
                    </a:lnTo>
                    <a:lnTo>
                      <a:pt x="14" y="17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48" name=""/>
              <p:cNvSpPr/>
              <p:nvPr/>
            </p:nvSpPr>
            <p:spPr>
              <a:xfrm>
                <a:off x="3719520" y="4089240"/>
                <a:ext cx="849240" cy="635040"/>
              </a:xfrm>
              <a:custGeom>
                <a:avLst/>
                <a:gdLst/>
                <a:ahLst/>
                <a:rect l="l" t="t" r="r" b="b"/>
                <a:pathLst>
                  <a:path w="535" h="400">
                    <a:moveTo>
                      <a:pt x="0" y="349"/>
                    </a:moveTo>
                    <a:lnTo>
                      <a:pt x="0" y="349"/>
                    </a:lnTo>
                    <a:lnTo>
                      <a:pt x="51" y="0"/>
                    </a:lnTo>
                    <a:lnTo>
                      <a:pt x="395" y="36"/>
                    </a:lnTo>
                    <a:lnTo>
                      <a:pt x="534" y="46"/>
                    </a:lnTo>
                    <a:lnTo>
                      <a:pt x="528" y="134"/>
                    </a:lnTo>
                    <a:lnTo>
                      <a:pt x="509" y="399"/>
                    </a:lnTo>
                    <a:lnTo>
                      <a:pt x="441" y="394"/>
                    </a:lnTo>
                    <a:lnTo>
                      <a:pt x="221" y="375"/>
                    </a:lnTo>
                    <a:lnTo>
                      <a:pt x="0" y="349"/>
                    </a:lnTo>
                    <a:lnTo>
                      <a:pt x="0" y="34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49" name=""/>
              <p:cNvSpPr/>
              <p:nvPr/>
            </p:nvSpPr>
            <p:spPr>
              <a:xfrm>
                <a:off x="7656480" y="3743280"/>
                <a:ext cx="195120" cy="182520"/>
              </a:xfrm>
              <a:custGeom>
                <a:avLst/>
                <a:gdLst/>
                <a:ahLst/>
                <a:rect l="l" t="t" r="r" b="b"/>
                <a:pathLst>
                  <a:path w="123" h="115">
                    <a:moveTo>
                      <a:pt x="0" y="23"/>
                    </a:moveTo>
                    <a:lnTo>
                      <a:pt x="0" y="23"/>
                    </a:lnTo>
                    <a:lnTo>
                      <a:pt x="10" y="82"/>
                    </a:lnTo>
                    <a:lnTo>
                      <a:pt x="10" y="114"/>
                    </a:lnTo>
                    <a:lnTo>
                      <a:pt x="19" y="112"/>
                    </a:lnTo>
                    <a:lnTo>
                      <a:pt x="26" y="101"/>
                    </a:lnTo>
                    <a:lnTo>
                      <a:pt x="43" y="94"/>
                    </a:lnTo>
                    <a:lnTo>
                      <a:pt x="51" y="79"/>
                    </a:lnTo>
                    <a:lnTo>
                      <a:pt x="56" y="82"/>
                    </a:lnTo>
                    <a:lnTo>
                      <a:pt x="69" y="76"/>
                    </a:lnTo>
                    <a:lnTo>
                      <a:pt x="90" y="73"/>
                    </a:lnTo>
                    <a:lnTo>
                      <a:pt x="90" y="66"/>
                    </a:lnTo>
                    <a:lnTo>
                      <a:pt x="96" y="70"/>
                    </a:lnTo>
                    <a:lnTo>
                      <a:pt x="102" y="65"/>
                    </a:lnTo>
                    <a:lnTo>
                      <a:pt x="112" y="63"/>
                    </a:lnTo>
                    <a:lnTo>
                      <a:pt x="122" y="57"/>
                    </a:lnTo>
                    <a:lnTo>
                      <a:pt x="113" y="0"/>
                    </a:lnTo>
                    <a:lnTo>
                      <a:pt x="0" y="23"/>
                    </a:lnTo>
                    <a:lnTo>
                      <a:pt x="0" y="2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50" name=""/>
              <p:cNvSpPr/>
              <p:nvPr/>
            </p:nvSpPr>
            <p:spPr>
              <a:xfrm>
                <a:off x="7483320" y="4127400"/>
                <a:ext cx="120960" cy="192240"/>
              </a:xfrm>
              <a:custGeom>
                <a:avLst/>
                <a:gdLst/>
                <a:ahLst/>
                <a:rect l="l" t="t" r="r" b="b"/>
                <a:pathLst>
                  <a:path w="76" h="121">
                    <a:moveTo>
                      <a:pt x="0" y="14"/>
                    </a:moveTo>
                    <a:lnTo>
                      <a:pt x="0" y="14"/>
                    </a:lnTo>
                    <a:lnTo>
                      <a:pt x="7" y="0"/>
                    </a:lnTo>
                    <a:lnTo>
                      <a:pt x="23" y="0"/>
                    </a:lnTo>
                    <a:lnTo>
                      <a:pt x="20" y="14"/>
                    </a:lnTo>
                    <a:lnTo>
                      <a:pt x="17" y="18"/>
                    </a:lnTo>
                    <a:lnTo>
                      <a:pt x="18" y="31"/>
                    </a:lnTo>
                    <a:lnTo>
                      <a:pt x="26" y="41"/>
                    </a:lnTo>
                    <a:lnTo>
                      <a:pt x="36" y="52"/>
                    </a:lnTo>
                    <a:lnTo>
                      <a:pt x="39" y="63"/>
                    </a:lnTo>
                    <a:lnTo>
                      <a:pt x="47" y="76"/>
                    </a:lnTo>
                    <a:lnTo>
                      <a:pt x="55" y="82"/>
                    </a:lnTo>
                    <a:lnTo>
                      <a:pt x="68" y="85"/>
                    </a:lnTo>
                    <a:lnTo>
                      <a:pt x="72" y="96"/>
                    </a:lnTo>
                    <a:lnTo>
                      <a:pt x="62" y="106"/>
                    </a:lnTo>
                    <a:lnTo>
                      <a:pt x="72" y="104"/>
                    </a:lnTo>
                    <a:lnTo>
                      <a:pt x="75" y="113"/>
                    </a:lnTo>
                    <a:lnTo>
                      <a:pt x="56" y="116"/>
                    </a:lnTo>
                    <a:lnTo>
                      <a:pt x="28" y="120"/>
                    </a:lnTo>
                    <a:lnTo>
                      <a:pt x="28" y="113"/>
                    </a:lnTo>
                    <a:lnTo>
                      <a:pt x="0" y="14"/>
                    </a:lnTo>
                    <a:lnTo>
                      <a:pt x="0" y="14"/>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51" name=""/>
              <p:cNvSpPr/>
              <p:nvPr/>
            </p:nvSpPr>
            <p:spPr>
              <a:xfrm>
                <a:off x="7354800" y="4278240"/>
                <a:ext cx="22320" cy="25560"/>
              </a:xfrm>
              <a:custGeom>
                <a:avLst/>
                <a:gdLst/>
                <a:ahLst/>
                <a:rect l="l" t="t" r="r" b="b"/>
                <a:pathLst>
                  <a:path w="14" h="16">
                    <a:moveTo>
                      <a:pt x="0" y="5"/>
                    </a:moveTo>
                    <a:lnTo>
                      <a:pt x="0" y="5"/>
                    </a:lnTo>
                    <a:lnTo>
                      <a:pt x="8" y="0"/>
                    </a:lnTo>
                    <a:lnTo>
                      <a:pt x="13" y="9"/>
                    </a:lnTo>
                    <a:lnTo>
                      <a:pt x="9" y="15"/>
                    </a:lnTo>
                    <a:lnTo>
                      <a:pt x="0" y="5"/>
                    </a:lnTo>
                    <a:lnTo>
                      <a:pt x="0" y="5"/>
                    </a:lnTo>
                  </a:path>
                </a:pathLst>
              </a:custGeom>
              <a:solidFill>
                <a:srgbClr val="0000ff"/>
              </a:solidFill>
              <a:ln w="31680">
                <a:solidFill>
                  <a:srgbClr val="000000"/>
                </a:solidFill>
                <a:round/>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1152" name=""/>
              <p:cNvSpPr/>
              <p:nvPr/>
            </p:nvSpPr>
            <p:spPr>
              <a:xfrm>
                <a:off x="6470640" y="4937040"/>
                <a:ext cx="630360" cy="627120"/>
              </a:xfrm>
              <a:custGeom>
                <a:avLst/>
                <a:gdLst/>
                <a:ahLst/>
                <a:rect l="l" t="t" r="r" b="b"/>
                <a:pathLst>
                  <a:path w="397" h="395">
                    <a:moveTo>
                      <a:pt x="0" y="21"/>
                    </a:moveTo>
                    <a:lnTo>
                      <a:pt x="0" y="21"/>
                    </a:lnTo>
                    <a:lnTo>
                      <a:pt x="52" y="204"/>
                    </a:lnTo>
                    <a:lnTo>
                      <a:pt x="71" y="236"/>
                    </a:lnTo>
                    <a:lnTo>
                      <a:pt x="80" y="258"/>
                    </a:lnTo>
                    <a:lnTo>
                      <a:pt x="71" y="274"/>
                    </a:lnTo>
                    <a:lnTo>
                      <a:pt x="67" y="298"/>
                    </a:lnTo>
                    <a:lnTo>
                      <a:pt x="84" y="366"/>
                    </a:lnTo>
                    <a:lnTo>
                      <a:pt x="98" y="390"/>
                    </a:lnTo>
                    <a:lnTo>
                      <a:pt x="308" y="379"/>
                    </a:lnTo>
                    <a:lnTo>
                      <a:pt x="311" y="393"/>
                    </a:lnTo>
                    <a:lnTo>
                      <a:pt x="326" y="394"/>
                    </a:lnTo>
                    <a:lnTo>
                      <a:pt x="320" y="362"/>
                    </a:lnTo>
                    <a:lnTo>
                      <a:pt x="327" y="351"/>
                    </a:lnTo>
                    <a:lnTo>
                      <a:pt x="359" y="356"/>
                    </a:lnTo>
                    <a:lnTo>
                      <a:pt x="364" y="335"/>
                    </a:lnTo>
                    <a:lnTo>
                      <a:pt x="359" y="332"/>
                    </a:lnTo>
                    <a:lnTo>
                      <a:pt x="367" y="328"/>
                    </a:lnTo>
                    <a:lnTo>
                      <a:pt x="356" y="321"/>
                    </a:lnTo>
                    <a:lnTo>
                      <a:pt x="360" y="314"/>
                    </a:lnTo>
                    <a:lnTo>
                      <a:pt x="359" y="304"/>
                    </a:lnTo>
                    <a:lnTo>
                      <a:pt x="375" y="293"/>
                    </a:lnTo>
                    <a:lnTo>
                      <a:pt x="369" y="282"/>
                    </a:lnTo>
                    <a:lnTo>
                      <a:pt x="377" y="280"/>
                    </a:lnTo>
                    <a:lnTo>
                      <a:pt x="381" y="268"/>
                    </a:lnTo>
                    <a:lnTo>
                      <a:pt x="375" y="265"/>
                    </a:lnTo>
                    <a:lnTo>
                      <a:pt x="385" y="258"/>
                    </a:lnTo>
                    <a:lnTo>
                      <a:pt x="379" y="248"/>
                    </a:lnTo>
                    <a:lnTo>
                      <a:pt x="388" y="248"/>
                    </a:lnTo>
                    <a:lnTo>
                      <a:pt x="396" y="239"/>
                    </a:lnTo>
                    <a:lnTo>
                      <a:pt x="394" y="236"/>
                    </a:lnTo>
                    <a:lnTo>
                      <a:pt x="381" y="233"/>
                    </a:lnTo>
                    <a:lnTo>
                      <a:pt x="370" y="223"/>
                    </a:lnTo>
                    <a:lnTo>
                      <a:pt x="356" y="194"/>
                    </a:lnTo>
                    <a:lnTo>
                      <a:pt x="347" y="192"/>
                    </a:lnTo>
                    <a:lnTo>
                      <a:pt x="326" y="156"/>
                    </a:lnTo>
                    <a:lnTo>
                      <a:pt x="302" y="141"/>
                    </a:lnTo>
                    <a:lnTo>
                      <a:pt x="286" y="118"/>
                    </a:lnTo>
                    <a:lnTo>
                      <a:pt x="239" y="85"/>
                    </a:lnTo>
                    <a:lnTo>
                      <a:pt x="220" y="57"/>
                    </a:lnTo>
                    <a:lnTo>
                      <a:pt x="170" y="29"/>
                    </a:lnTo>
                    <a:lnTo>
                      <a:pt x="186" y="0"/>
                    </a:lnTo>
                    <a:lnTo>
                      <a:pt x="95" y="12"/>
                    </a:lnTo>
                    <a:lnTo>
                      <a:pt x="0" y="21"/>
                    </a:lnTo>
                    <a:lnTo>
                      <a:pt x="0" y="21"/>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53" name=""/>
              <p:cNvSpPr/>
              <p:nvPr/>
            </p:nvSpPr>
            <p:spPr>
              <a:xfrm>
                <a:off x="2970360" y="2851200"/>
                <a:ext cx="699840" cy="1068480"/>
              </a:xfrm>
              <a:custGeom>
                <a:avLst/>
                <a:gdLst/>
                <a:ahLst/>
                <a:rect l="l" t="t" r="r" b="b"/>
                <a:pathLst>
                  <a:path w="441" h="673">
                    <a:moveTo>
                      <a:pt x="0" y="596"/>
                    </a:moveTo>
                    <a:lnTo>
                      <a:pt x="0" y="596"/>
                    </a:lnTo>
                    <a:lnTo>
                      <a:pt x="34" y="451"/>
                    </a:lnTo>
                    <a:lnTo>
                      <a:pt x="52" y="413"/>
                    </a:lnTo>
                    <a:lnTo>
                      <a:pt x="37" y="396"/>
                    </a:lnTo>
                    <a:lnTo>
                      <a:pt x="42" y="379"/>
                    </a:lnTo>
                    <a:lnTo>
                      <a:pt x="70" y="353"/>
                    </a:lnTo>
                    <a:lnTo>
                      <a:pt x="93" y="322"/>
                    </a:lnTo>
                    <a:lnTo>
                      <a:pt x="113" y="291"/>
                    </a:lnTo>
                    <a:lnTo>
                      <a:pt x="98" y="269"/>
                    </a:lnTo>
                    <a:lnTo>
                      <a:pt x="91" y="254"/>
                    </a:lnTo>
                    <a:lnTo>
                      <a:pt x="93" y="217"/>
                    </a:lnTo>
                    <a:lnTo>
                      <a:pt x="147" y="0"/>
                    </a:lnTo>
                    <a:lnTo>
                      <a:pt x="206" y="12"/>
                    </a:lnTo>
                    <a:lnTo>
                      <a:pt x="186" y="95"/>
                    </a:lnTo>
                    <a:lnTo>
                      <a:pt x="198" y="127"/>
                    </a:lnTo>
                    <a:lnTo>
                      <a:pt x="198" y="145"/>
                    </a:lnTo>
                    <a:lnTo>
                      <a:pt x="192" y="149"/>
                    </a:lnTo>
                    <a:lnTo>
                      <a:pt x="214" y="169"/>
                    </a:lnTo>
                    <a:lnTo>
                      <a:pt x="238" y="222"/>
                    </a:lnTo>
                    <a:lnTo>
                      <a:pt x="246" y="222"/>
                    </a:lnTo>
                    <a:lnTo>
                      <a:pt x="246" y="230"/>
                    </a:lnTo>
                    <a:lnTo>
                      <a:pt x="259" y="232"/>
                    </a:lnTo>
                    <a:lnTo>
                      <a:pt x="267" y="233"/>
                    </a:lnTo>
                    <a:lnTo>
                      <a:pt x="245" y="272"/>
                    </a:lnTo>
                    <a:lnTo>
                      <a:pt x="248" y="298"/>
                    </a:lnTo>
                    <a:lnTo>
                      <a:pt x="233" y="323"/>
                    </a:lnTo>
                    <a:lnTo>
                      <a:pt x="242" y="335"/>
                    </a:lnTo>
                    <a:lnTo>
                      <a:pt x="274" y="318"/>
                    </a:lnTo>
                    <a:lnTo>
                      <a:pt x="295" y="402"/>
                    </a:lnTo>
                    <a:lnTo>
                      <a:pt x="309" y="410"/>
                    </a:lnTo>
                    <a:lnTo>
                      <a:pt x="311" y="434"/>
                    </a:lnTo>
                    <a:lnTo>
                      <a:pt x="322" y="445"/>
                    </a:lnTo>
                    <a:lnTo>
                      <a:pt x="333" y="434"/>
                    </a:lnTo>
                    <a:lnTo>
                      <a:pt x="352" y="443"/>
                    </a:lnTo>
                    <a:lnTo>
                      <a:pt x="363" y="434"/>
                    </a:lnTo>
                    <a:lnTo>
                      <a:pt x="402" y="443"/>
                    </a:lnTo>
                    <a:lnTo>
                      <a:pt x="414" y="443"/>
                    </a:lnTo>
                    <a:lnTo>
                      <a:pt x="422" y="428"/>
                    </a:lnTo>
                    <a:lnTo>
                      <a:pt x="440" y="454"/>
                    </a:lnTo>
                    <a:lnTo>
                      <a:pt x="401" y="672"/>
                    </a:lnTo>
                    <a:lnTo>
                      <a:pt x="201" y="635"/>
                    </a:lnTo>
                    <a:lnTo>
                      <a:pt x="0" y="596"/>
                    </a:lnTo>
                    <a:lnTo>
                      <a:pt x="0" y="59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54" name=""/>
              <p:cNvSpPr/>
              <p:nvPr/>
            </p:nvSpPr>
            <p:spPr>
              <a:xfrm>
                <a:off x="5735520" y="3944880"/>
                <a:ext cx="454320" cy="782640"/>
              </a:xfrm>
              <a:custGeom>
                <a:avLst/>
                <a:gdLst/>
                <a:ahLst/>
                <a:rect l="l" t="t" r="r" b="b"/>
                <a:pathLst>
                  <a:path w="286" h="493">
                    <a:moveTo>
                      <a:pt x="0" y="217"/>
                    </a:moveTo>
                    <a:lnTo>
                      <a:pt x="0" y="217"/>
                    </a:lnTo>
                    <a:lnTo>
                      <a:pt x="5" y="200"/>
                    </a:lnTo>
                    <a:lnTo>
                      <a:pt x="23" y="172"/>
                    </a:lnTo>
                    <a:lnTo>
                      <a:pt x="34" y="139"/>
                    </a:lnTo>
                    <a:lnTo>
                      <a:pt x="24" y="114"/>
                    </a:lnTo>
                    <a:lnTo>
                      <a:pt x="73" y="79"/>
                    </a:lnTo>
                    <a:lnTo>
                      <a:pt x="85" y="59"/>
                    </a:lnTo>
                    <a:lnTo>
                      <a:pt x="85" y="49"/>
                    </a:lnTo>
                    <a:lnTo>
                      <a:pt x="49" y="12"/>
                    </a:lnTo>
                    <a:lnTo>
                      <a:pt x="242" y="0"/>
                    </a:lnTo>
                    <a:lnTo>
                      <a:pt x="245" y="29"/>
                    </a:lnTo>
                    <a:lnTo>
                      <a:pt x="264" y="66"/>
                    </a:lnTo>
                    <a:lnTo>
                      <a:pt x="282" y="253"/>
                    </a:lnTo>
                    <a:lnTo>
                      <a:pt x="279" y="292"/>
                    </a:lnTo>
                    <a:lnTo>
                      <a:pt x="285" y="315"/>
                    </a:lnTo>
                    <a:lnTo>
                      <a:pt x="278" y="356"/>
                    </a:lnTo>
                    <a:lnTo>
                      <a:pt x="263" y="376"/>
                    </a:lnTo>
                    <a:lnTo>
                      <a:pt x="255" y="406"/>
                    </a:lnTo>
                    <a:lnTo>
                      <a:pt x="261" y="415"/>
                    </a:lnTo>
                    <a:lnTo>
                      <a:pt x="255" y="434"/>
                    </a:lnTo>
                    <a:lnTo>
                      <a:pt x="260" y="442"/>
                    </a:lnTo>
                    <a:lnTo>
                      <a:pt x="235" y="449"/>
                    </a:lnTo>
                    <a:lnTo>
                      <a:pt x="231" y="480"/>
                    </a:lnTo>
                    <a:lnTo>
                      <a:pt x="196" y="469"/>
                    </a:lnTo>
                    <a:lnTo>
                      <a:pt x="181" y="485"/>
                    </a:lnTo>
                    <a:lnTo>
                      <a:pt x="182" y="492"/>
                    </a:lnTo>
                    <a:lnTo>
                      <a:pt x="172" y="492"/>
                    </a:lnTo>
                    <a:lnTo>
                      <a:pt x="161" y="469"/>
                    </a:lnTo>
                    <a:lnTo>
                      <a:pt x="155" y="442"/>
                    </a:lnTo>
                    <a:lnTo>
                      <a:pt x="141" y="422"/>
                    </a:lnTo>
                    <a:lnTo>
                      <a:pt x="123" y="415"/>
                    </a:lnTo>
                    <a:lnTo>
                      <a:pt x="98" y="397"/>
                    </a:lnTo>
                    <a:lnTo>
                      <a:pt x="88" y="372"/>
                    </a:lnTo>
                    <a:lnTo>
                      <a:pt x="102" y="334"/>
                    </a:lnTo>
                    <a:lnTo>
                      <a:pt x="90" y="327"/>
                    </a:lnTo>
                    <a:lnTo>
                      <a:pt x="63" y="327"/>
                    </a:lnTo>
                    <a:lnTo>
                      <a:pt x="58" y="302"/>
                    </a:lnTo>
                    <a:lnTo>
                      <a:pt x="11" y="256"/>
                    </a:lnTo>
                    <a:lnTo>
                      <a:pt x="0" y="217"/>
                    </a:lnTo>
                    <a:lnTo>
                      <a:pt x="0" y="21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55" name=""/>
              <p:cNvSpPr/>
              <p:nvPr/>
            </p:nvSpPr>
            <p:spPr>
              <a:xfrm>
                <a:off x="6140520" y="4014720"/>
                <a:ext cx="360360" cy="590760"/>
              </a:xfrm>
              <a:custGeom>
                <a:avLst/>
                <a:gdLst/>
                <a:ahLst/>
                <a:rect l="l" t="t" r="r" b="b"/>
                <a:pathLst>
                  <a:path w="227" h="372">
                    <a:moveTo>
                      <a:pt x="0" y="362"/>
                    </a:moveTo>
                    <a:lnTo>
                      <a:pt x="0" y="362"/>
                    </a:lnTo>
                    <a:lnTo>
                      <a:pt x="6" y="371"/>
                    </a:lnTo>
                    <a:lnTo>
                      <a:pt x="13" y="361"/>
                    </a:lnTo>
                    <a:lnTo>
                      <a:pt x="45" y="354"/>
                    </a:lnTo>
                    <a:lnTo>
                      <a:pt x="57" y="358"/>
                    </a:lnTo>
                    <a:lnTo>
                      <a:pt x="91" y="348"/>
                    </a:lnTo>
                    <a:lnTo>
                      <a:pt x="106" y="358"/>
                    </a:lnTo>
                    <a:lnTo>
                      <a:pt x="114" y="332"/>
                    </a:lnTo>
                    <a:lnTo>
                      <a:pt x="127" y="326"/>
                    </a:lnTo>
                    <a:lnTo>
                      <a:pt x="152" y="339"/>
                    </a:lnTo>
                    <a:lnTo>
                      <a:pt x="155" y="325"/>
                    </a:lnTo>
                    <a:lnTo>
                      <a:pt x="186" y="291"/>
                    </a:lnTo>
                    <a:lnTo>
                      <a:pt x="190" y="271"/>
                    </a:lnTo>
                    <a:lnTo>
                      <a:pt x="200" y="273"/>
                    </a:lnTo>
                    <a:lnTo>
                      <a:pt x="226" y="257"/>
                    </a:lnTo>
                    <a:lnTo>
                      <a:pt x="218" y="242"/>
                    </a:lnTo>
                    <a:lnTo>
                      <a:pt x="222" y="234"/>
                    </a:lnTo>
                    <a:lnTo>
                      <a:pt x="196" y="4"/>
                    </a:lnTo>
                    <a:lnTo>
                      <a:pt x="194" y="0"/>
                    </a:lnTo>
                    <a:lnTo>
                      <a:pt x="60" y="14"/>
                    </a:lnTo>
                    <a:lnTo>
                      <a:pt x="31" y="28"/>
                    </a:lnTo>
                    <a:lnTo>
                      <a:pt x="9" y="22"/>
                    </a:lnTo>
                    <a:lnTo>
                      <a:pt x="27" y="209"/>
                    </a:lnTo>
                    <a:lnTo>
                      <a:pt x="24" y="248"/>
                    </a:lnTo>
                    <a:lnTo>
                      <a:pt x="30" y="271"/>
                    </a:lnTo>
                    <a:lnTo>
                      <a:pt x="23" y="312"/>
                    </a:lnTo>
                    <a:lnTo>
                      <a:pt x="8" y="332"/>
                    </a:lnTo>
                    <a:lnTo>
                      <a:pt x="0" y="362"/>
                    </a:lnTo>
                    <a:lnTo>
                      <a:pt x="0" y="36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56" name=""/>
              <p:cNvSpPr/>
              <p:nvPr/>
            </p:nvSpPr>
            <p:spPr>
              <a:xfrm>
                <a:off x="5175360" y="3824280"/>
                <a:ext cx="696960" cy="439920"/>
              </a:xfrm>
              <a:custGeom>
                <a:avLst/>
                <a:gdLst/>
                <a:ahLst/>
                <a:rect l="l" t="t" r="r" b="b"/>
                <a:pathLst>
                  <a:path w="439" h="277">
                    <a:moveTo>
                      <a:pt x="0" y="7"/>
                    </a:moveTo>
                    <a:lnTo>
                      <a:pt x="0" y="7"/>
                    </a:lnTo>
                    <a:lnTo>
                      <a:pt x="1" y="28"/>
                    </a:lnTo>
                    <a:lnTo>
                      <a:pt x="7" y="44"/>
                    </a:lnTo>
                    <a:lnTo>
                      <a:pt x="5" y="61"/>
                    </a:lnTo>
                    <a:lnTo>
                      <a:pt x="7" y="98"/>
                    </a:lnTo>
                    <a:lnTo>
                      <a:pt x="30" y="151"/>
                    </a:lnTo>
                    <a:lnTo>
                      <a:pt x="30" y="169"/>
                    </a:lnTo>
                    <a:lnTo>
                      <a:pt x="43" y="193"/>
                    </a:lnTo>
                    <a:lnTo>
                      <a:pt x="50" y="237"/>
                    </a:lnTo>
                    <a:lnTo>
                      <a:pt x="46" y="249"/>
                    </a:lnTo>
                    <a:lnTo>
                      <a:pt x="55" y="263"/>
                    </a:lnTo>
                    <a:lnTo>
                      <a:pt x="336" y="256"/>
                    </a:lnTo>
                    <a:lnTo>
                      <a:pt x="358" y="276"/>
                    </a:lnTo>
                    <a:lnTo>
                      <a:pt x="376" y="248"/>
                    </a:lnTo>
                    <a:lnTo>
                      <a:pt x="387" y="215"/>
                    </a:lnTo>
                    <a:lnTo>
                      <a:pt x="377" y="190"/>
                    </a:lnTo>
                    <a:lnTo>
                      <a:pt x="426" y="155"/>
                    </a:lnTo>
                    <a:lnTo>
                      <a:pt x="438" y="135"/>
                    </a:lnTo>
                    <a:lnTo>
                      <a:pt x="438" y="125"/>
                    </a:lnTo>
                    <a:lnTo>
                      <a:pt x="402" y="88"/>
                    </a:lnTo>
                    <a:lnTo>
                      <a:pt x="365" y="46"/>
                    </a:lnTo>
                    <a:lnTo>
                      <a:pt x="358" y="0"/>
                    </a:lnTo>
                    <a:lnTo>
                      <a:pt x="8" y="8"/>
                    </a:lnTo>
                    <a:lnTo>
                      <a:pt x="0" y="7"/>
                    </a:lnTo>
                    <a:lnTo>
                      <a:pt x="0" y="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57" name=""/>
              <p:cNvSpPr/>
              <p:nvPr/>
            </p:nvSpPr>
            <p:spPr>
              <a:xfrm>
                <a:off x="4527720" y="4302000"/>
                <a:ext cx="868320" cy="443160"/>
              </a:xfrm>
              <a:custGeom>
                <a:avLst/>
                <a:gdLst/>
                <a:ahLst/>
                <a:rect l="l" t="t" r="r" b="b"/>
                <a:pathLst>
                  <a:path w="547" h="279">
                    <a:moveTo>
                      <a:pt x="0" y="265"/>
                    </a:moveTo>
                    <a:lnTo>
                      <a:pt x="0" y="265"/>
                    </a:lnTo>
                    <a:lnTo>
                      <a:pt x="19" y="0"/>
                    </a:lnTo>
                    <a:lnTo>
                      <a:pt x="223" y="9"/>
                    </a:lnTo>
                    <a:lnTo>
                      <a:pt x="492" y="14"/>
                    </a:lnTo>
                    <a:lnTo>
                      <a:pt x="506" y="25"/>
                    </a:lnTo>
                    <a:lnTo>
                      <a:pt x="516" y="24"/>
                    </a:lnTo>
                    <a:lnTo>
                      <a:pt x="521" y="30"/>
                    </a:lnTo>
                    <a:lnTo>
                      <a:pt x="522" y="37"/>
                    </a:lnTo>
                    <a:lnTo>
                      <a:pt x="516" y="37"/>
                    </a:lnTo>
                    <a:lnTo>
                      <a:pt x="509" y="57"/>
                    </a:lnTo>
                    <a:lnTo>
                      <a:pt x="529" y="83"/>
                    </a:lnTo>
                    <a:lnTo>
                      <a:pt x="546" y="90"/>
                    </a:lnTo>
                    <a:lnTo>
                      <a:pt x="544" y="277"/>
                    </a:lnTo>
                    <a:lnTo>
                      <a:pt x="311" y="278"/>
                    </a:lnTo>
                    <a:lnTo>
                      <a:pt x="0" y="265"/>
                    </a:lnTo>
                    <a:lnTo>
                      <a:pt x="0" y="26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58" name=""/>
              <p:cNvSpPr/>
              <p:nvPr/>
            </p:nvSpPr>
            <p:spPr>
              <a:xfrm>
                <a:off x="6005520" y="4386240"/>
                <a:ext cx="844560" cy="412920"/>
              </a:xfrm>
              <a:custGeom>
                <a:avLst/>
                <a:gdLst/>
                <a:ahLst/>
                <a:rect l="l" t="t" r="r" b="b"/>
                <a:pathLst>
                  <a:path w="532" h="260">
                    <a:moveTo>
                      <a:pt x="0" y="259"/>
                    </a:moveTo>
                    <a:lnTo>
                      <a:pt x="0" y="259"/>
                    </a:lnTo>
                    <a:lnTo>
                      <a:pt x="5" y="245"/>
                    </a:lnTo>
                    <a:lnTo>
                      <a:pt x="13" y="244"/>
                    </a:lnTo>
                    <a:lnTo>
                      <a:pt x="19" y="216"/>
                    </a:lnTo>
                    <a:lnTo>
                      <a:pt x="12" y="214"/>
                    </a:lnTo>
                    <a:lnTo>
                      <a:pt x="11" y="207"/>
                    </a:lnTo>
                    <a:lnTo>
                      <a:pt x="26" y="191"/>
                    </a:lnTo>
                    <a:lnTo>
                      <a:pt x="61" y="202"/>
                    </a:lnTo>
                    <a:lnTo>
                      <a:pt x="65" y="171"/>
                    </a:lnTo>
                    <a:lnTo>
                      <a:pt x="90" y="164"/>
                    </a:lnTo>
                    <a:lnTo>
                      <a:pt x="85" y="156"/>
                    </a:lnTo>
                    <a:lnTo>
                      <a:pt x="91" y="137"/>
                    </a:lnTo>
                    <a:lnTo>
                      <a:pt x="98" y="127"/>
                    </a:lnTo>
                    <a:lnTo>
                      <a:pt x="130" y="120"/>
                    </a:lnTo>
                    <a:lnTo>
                      <a:pt x="142" y="124"/>
                    </a:lnTo>
                    <a:lnTo>
                      <a:pt x="176" y="114"/>
                    </a:lnTo>
                    <a:lnTo>
                      <a:pt x="191" y="124"/>
                    </a:lnTo>
                    <a:lnTo>
                      <a:pt x="199" y="98"/>
                    </a:lnTo>
                    <a:lnTo>
                      <a:pt x="212" y="92"/>
                    </a:lnTo>
                    <a:lnTo>
                      <a:pt x="237" y="105"/>
                    </a:lnTo>
                    <a:lnTo>
                      <a:pt x="240" y="91"/>
                    </a:lnTo>
                    <a:lnTo>
                      <a:pt x="271" y="57"/>
                    </a:lnTo>
                    <a:lnTo>
                      <a:pt x="275" y="37"/>
                    </a:lnTo>
                    <a:lnTo>
                      <a:pt x="285" y="39"/>
                    </a:lnTo>
                    <a:lnTo>
                      <a:pt x="311" y="23"/>
                    </a:lnTo>
                    <a:lnTo>
                      <a:pt x="303" y="8"/>
                    </a:lnTo>
                    <a:lnTo>
                      <a:pt x="307" y="0"/>
                    </a:lnTo>
                    <a:lnTo>
                      <a:pt x="329" y="0"/>
                    </a:lnTo>
                    <a:lnTo>
                      <a:pt x="346" y="5"/>
                    </a:lnTo>
                    <a:lnTo>
                      <a:pt x="355" y="21"/>
                    </a:lnTo>
                    <a:lnTo>
                      <a:pt x="376" y="24"/>
                    </a:lnTo>
                    <a:lnTo>
                      <a:pt x="391" y="30"/>
                    </a:lnTo>
                    <a:lnTo>
                      <a:pt x="426" y="29"/>
                    </a:lnTo>
                    <a:lnTo>
                      <a:pt x="439" y="21"/>
                    </a:lnTo>
                    <a:lnTo>
                      <a:pt x="476" y="41"/>
                    </a:lnTo>
                    <a:lnTo>
                      <a:pt x="488" y="83"/>
                    </a:lnTo>
                    <a:lnTo>
                      <a:pt x="503" y="99"/>
                    </a:lnTo>
                    <a:lnTo>
                      <a:pt x="531" y="116"/>
                    </a:lnTo>
                    <a:lnTo>
                      <a:pt x="513" y="137"/>
                    </a:lnTo>
                    <a:lnTo>
                      <a:pt x="492" y="149"/>
                    </a:lnTo>
                    <a:lnTo>
                      <a:pt x="474" y="170"/>
                    </a:lnTo>
                    <a:lnTo>
                      <a:pt x="474" y="180"/>
                    </a:lnTo>
                    <a:lnTo>
                      <a:pt x="421" y="212"/>
                    </a:lnTo>
                    <a:lnTo>
                      <a:pt x="126" y="238"/>
                    </a:lnTo>
                    <a:lnTo>
                      <a:pt x="96" y="237"/>
                    </a:lnTo>
                    <a:lnTo>
                      <a:pt x="98" y="252"/>
                    </a:lnTo>
                    <a:lnTo>
                      <a:pt x="0" y="259"/>
                    </a:lnTo>
                    <a:lnTo>
                      <a:pt x="0" y="25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59" name=""/>
              <p:cNvSpPr/>
              <p:nvPr/>
            </p:nvSpPr>
            <p:spPr>
              <a:xfrm>
                <a:off x="5467320" y="5297400"/>
                <a:ext cx="655560" cy="549360"/>
              </a:xfrm>
              <a:custGeom>
                <a:avLst/>
                <a:gdLst/>
                <a:ahLst/>
                <a:rect l="l" t="t" r="r" b="b"/>
                <a:pathLst>
                  <a:path w="413" h="346">
                    <a:moveTo>
                      <a:pt x="0" y="2"/>
                    </a:moveTo>
                    <a:lnTo>
                      <a:pt x="0" y="2"/>
                    </a:lnTo>
                    <a:lnTo>
                      <a:pt x="5" y="94"/>
                    </a:lnTo>
                    <a:lnTo>
                      <a:pt x="16" y="107"/>
                    </a:lnTo>
                    <a:lnTo>
                      <a:pt x="19" y="129"/>
                    </a:lnTo>
                    <a:lnTo>
                      <a:pt x="41" y="163"/>
                    </a:lnTo>
                    <a:lnTo>
                      <a:pt x="41" y="191"/>
                    </a:lnTo>
                    <a:lnTo>
                      <a:pt x="29" y="217"/>
                    </a:lnTo>
                    <a:lnTo>
                      <a:pt x="29" y="233"/>
                    </a:lnTo>
                    <a:lnTo>
                      <a:pt x="32" y="248"/>
                    </a:lnTo>
                    <a:lnTo>
                      <a:pt x="31" y="263"/>
                    </a:lnTo>
                    <a:lnTo>
                      <a:pt x="25" y="272"/>
                    </a:lnTo>
                    <a:lnTo>
                      <a:pt x="14" y="285"/>
                    </a:lnTo>
                    <a:lnTo>
                      <a:pt x="22" y="293"/>
                    </a:lnTo>
                    <a:lnTo>
                      <a:pt x="77" y="286"/>
                    </a:lnTo>
                    <a:lnTo>
                      <a:pt x="119" y="302"/>
                    </a:lnTo>
                    <a:lnTo>
                      <a:pt x="163" y="300"/>
                    </a:lnTo>
                    <a:lnTo>
                      <a:pt x="158" y="290"/>
                    </a:lnTo>
                    <a:lnTo>
                      <a:pt x="173" y="278"/>
                    </a:lnTo>
                    <a:lnTo>
                      <a:pt x="202" y="285"/>
                    </a:lnTo>
                    <a:lnTo>
                      <a:pt x="205" y="304"/>
                    </a:lnTo>
                    <a:lnTo>
                      <a:pt x="215" y="301"/>
                    </a:lnTo>
                    <a:lnTo>
                      <a:pt x="228" y="308"/>
                    </a:lnTo>
                    <a:lnTo>
                      <a:pt x="240" y="319"/>
                    </a:lnTo>
                    <a:lnTo>
                      <a:pt x="242" y="329"/>
                    </a:lnTo>
                    <a:lnTo>
                      <a:pt x="256" y="332"/>
                    </a:lnTo>
                    <a:lnTo>
                      <a:pt x="268" y="341"/>
                    </a:lnTo>
                    <a:lnTo>
                      <a:pt x="277" y="336"/>
                    </a:lnTo>
                    <a:lnTo>
                      <a:pt x="286" y="325"/>
                    </a:lnTo>
                    <a:lnTo>
                      <a:pt x="286" y="319"/>
                    </a:lnTo>
                    <a:lnTo>
                      <a:pt x="298" y="329"/>
                    </a:lnTo>
                    <a:lnTo>
                      <a:pt x="303" y="321"/>
                    </a:lnTo>
                    <a:lnTo>
                      <a:pt x="312" y="338"/>
                    </a:lnTo>
                    <a:lnTo>
                      <a:pt x="327" y="329"/>
                    </a:lnTo>
                    <a:lnTo>
                      <a:pt x="332" y="322"/>
                    </a:lnTo>
                    <a:lnTo>
                      <a:pt x="327" y="319"/>
                    </a:lnTo>
                    <a:lnTo>
                      <a:pt x="328" y="302"/>
                    </a:lnTo>
                    <a:lnTo>
                      <a:pt x="332" y="302"/>
                    </a:lnTo>
                    <a:lnTo>
                      <a:pt x="344" y="304"/>
                    </a:lnTo>
                    <a:lnTo>
                      <a:pt x="346" y="316"/>
                    </a:lnTo>
                    <a:lnTo>
                      <a:pt x="360" y="315"/>
                    </a:lnTo>
                    <a:lnTo>
                      <a:pt x="371" y="321"/>
                    </a:lnTo>
                    <a:lnTo>
                      <a:pt x="373" y="320"/>
                    </a:lnTo>
                    <a:lnTo>
                      <a:pt x="378" y="327"/>
                    </a:lnTo>
                    <a:lnTo>
                      <a:pt x="387" y="332"/>
                    </a:lnTo>
                    <a:lnTo>
                      <a:pt x="383" y="345"/>
                    </a:lnTo>
                    <a:lnTo>
                      <a:pt x="393" y="332"/>
                    </a:lnTo>
                    <a:lnTo>
                      <a:pt x="400" y="341"/>
                    </a:lnTo>
                    <a:lnTo>
                      <a:pt x="400" y="332"/>
                    </a:lnTo>
                    <a:lnTo>
                      <a:pt x="412" y="329"/>
                    </a:lnTo>
                    <a:lnTo>
                      <a:pt x="412" y="322"/>
                    </a:lnTo>
                    <a:lnTo>
                      <a:pt x="400" y="321"/>
                    </a:lnTo>
                    <a:lnTo>
                      <a:pt x="395" y="316"/>
                    </a:lnTo>
                    <a:lnTo>
                      <a:pt x="386" y="316"/>
                    </a:lnTo>
                    <a:lnTo>
                      <a:pt x="382" y="309"/>
                    </a:lnTo>
                    <a:lnTo>
                      <a:pt x="371" y="309"/>
                    </a:lnTo>
                    <a:lnTo>
                      <a:pt x="361" y="291"/>
                    </a:lnTo>
                    <a:lnTo>
                      <a:pt x="365" y="287"/>
                    </a:lnTo>
                    <a:lnTo>
                      <a:pt x="377" y="282"/>
                    </a:lnTo>
                    <a:lnTo>
                      <a:pt x="378" y="272"/>
                    </a:lnTo>
                    <a:lnTo>
                      <a:pt x="385" y="271"/>
                    </a:lnTo>
                    <a:lnTo>
                      <a:pt x="395" y="263"/>
                    </a:lnTo>
                    <a:lnTo>
                      <a:pt x="392" y="259"/>
                    </a:lnTo>
                    <a:lnTo>
                      <a:pt x="392" y="240"/>
                    </a:lnTo>
                    <a:lnTo>
                      <a:pt x="380" y="248"/>
                    </a:lnTo>
                    <a:lnTo>
                      <a:pt x="365" y="250"/>
                    </a:lnTo>
                    <a:lnTo>
                      <a:pt x="358" y="265"/>
                    </a:lnTo>
                    <a:lnTo>
                      <a:pt x="342" y="259"/>
                    </a:lnTo>
                    <a:lnTo>
                      <a:pt x="344" y="252"/>
                    </a:lnTo>
                    <a:lnTo>
                      <a:pt x="351" y="249"/>
                    </a:lnTo>
                    <a:lnTo>
                      <a:pt x="351" y="252"/>
                    </a:lnTo>
                    <a:lnTo>
                      <a:pt x="356" y="243"/>
                    </a:lnTo>
                    <a:lnTo>
                      <a:pt x="347" y="246"/>
                    </a:lnTo>
                    <a:lnTo>
                      <a:pt x="346" y="242"/>
                    </a:lnTo>
                    <a:lnTo>
                      <a:pt x="346" y="247"/>
                    </a:lnTo>
                    <a:lnTo>
                      <a:pt x="336" y="243"/>
                    </a:lnTo>
                    <a:lnTo>
                      <a:pt x="330" y="252"/>
                    </a:lnTo>
                    <a:lnTo>
                      <a:pt x="316" y="256"/>
                    </a:lnTo>
                    <a:lnTo>
                      <a:pt x="295" y="249"/>
                    </a:lnTo>
                    <a:lnTo>
                      <a:pt x="295" y="243"/>
                    </a:lnTo>
                    <a:lnTo>
                      <a:pt x="306" y="224"/>
                    </a:lnTo>
                    <a:lnTo>
                      <a:pt x="320" y="225"/>
                    </a:lnTo>
                    <a:lnTo>
                      <a:pt x="330" y="235"/>
                    </a:lnTo>
                    <a:lnTo>
                      <a:pt x="362" y="240"/>
                    </a:lnTo>
                    <a:lnTo>
                      <a:pt x="339" y="198"/>
                    </a:lnTo>
                    <a:lnTo>
                      <a:pt x="344" y="169"/>
                    </a:lnTo>
                    <a:lnTo>
                      <a:pt x="193" y="174"/>
                    </a:lnTo>
                    <a:lnTo>
                      <a:pt x="195" y="159"/>
                    </a:lnTo>
                    <a:lnTo>
                      <a:pt x="211" y="110"/>
                    </a:lnTo>
                    <a:lnTo>
                      <a:pt x="237" y="77"/>
                    </a:lnTo>
                    <a:lnTo>
                      <a:pt x="230" y="67"/>
                    </a:lnTo>
                    <a:lnTo>
                      <a:pt x="234" y="36"/>
                    </a:lnTo>
                    <a:lnTo>
                      <a:pt x="219" y="0"/>
                    </a:lnTo>
                    <a:lnTo>
                      <a:pt x="0" y="2"/>
                    </a:lnTo>
                    <a:lnTo>
                      <a:pt x="0" y="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60" name=""/>
              <p:cNvSpPr/>
              <p:nvPr/>
            </p:nvSpPr>
            <p:spPr>
              <a:xfrm>
                <a:off x="7788240" y="2928960"/>
                <a:ext cx="425520" cy="641160"/>
              </a:xfrm>
              <a:custGeom>
                <a:avLst/>
                <a:gdLst/>
                <a:ahLst/>
                <a:rect l="l" t="t" r="r" b="b"/>
                <a:pathLst>
                  <a:path w="268" h="404">
                    <a:moveTo>
                      <a:pt x="0" y="220"/>
                    </a:moveTo>
                    <a:lnTo>
                      <a:pt x="0" y="220"/>
                    </a:lnTo>
                    <a:lnTo>
                      <a:pt x="15" y="220"/>
                    </a:lnTo>
                    <a:lnTo>
                      <a:pt x="17" y="193"/>
                    </a:lnTo>
                    <a:lnTo>
                      <a:pt x="35" y="158"/>
                    </a:lnTo>
                    <a:lnTo>
                      <a:pt x="27" y="132"/>
                    </a:lnTo>
                    <a:lnTo>
                      <a:pt x="35" y="98"/>
                    </a:lnTo>
                    <a:lnTo>
                      <a:pt x="34" y="82"/>
                    </a:lnTo>
                    <a:lnTo>
                      <a:pt x="64" y="7"/>
                    </a:lnTo>
                    <a:lnTo>
                      <a:pt x="73" y="7"/>
                    </a:lnTo>
                    <a:lnTo>
                      <a:pt x="77" y="23"/>
                    </a:lnTo>
                    <a:lnTo>
                      <a:pt x="115" y="8"/>
                    </a:lnTo>
                    <a:lnTo>
                      <a:pt x="116" y="4"/>
                    </a:lnTo>
                    <a:lnTo>
                      <a:pt x="127" y="0"/>
                    </a:lnTo>
                    <a:lnTo>
                      <a:pt x="146" y="10"/>
                    </a:lnTo>
                    <a:lnTo>
                      <a:pt x="161" y="23"/>
                    </a:lnTo>
                    <a:lnTo>
                      <a:pt x="195" y="133"/>
                    </a:lnTo>
                    <a:lnTo>
                      <a:pt x="220" y="133"/>
                    </a:lnTo>
                    <a:lnTo>
                      <a:pt x="224" y="140"/>
                    </a:lnTo>
                    <a:lnTo>
                      <a:pt x="220" y="146"/>
                    </a:lnTo>
                    <a:lnTo>
                      <a:pt x="240" y="171"/>
                    </a:lnTo>
                    <a:lnTo>
                      <a:pt x="242" y="166"/>
                    </a:lnTo>
                    <a:lnTo>
                      <a:pt x="262" y="183"/>
                    </a:lnTo>
                    <a:lnTo>
                      <a:pt x="252" y="186"/>
                    </a:lnTo>
                    <a:lnTo>
                      <a:pt x="255" y="190"/>
                    </a:lnTo>
                    <a:lnTo>
                      <a:pt x="267" y="190"/>
                    </a:lnTo>
                    <a:lnTo>
                      <a:pt x="259" y="212"/>
                    </a:lnTo>
                    <a:lnTo>
                      <a:pt x="247" y="210"/>
                    </a:lnTo>
                    <a:lnTo>
                      <a:pt x="240" y="217"/>
                    </a:lnTo>
                    <a:lnTo>
                      <a:pt x="240" y="226"/>
                    </a:lnTo>
                    <a:lnTo>
                      <a:pt x="231" y="230"/>
                    </a:lnTo>
                    <a:lnTo>
                      <a:pt x="222" y="228"/>
                    </a:lnTo>
                    <a:lnTo>
                      <a:pt x="222" y="242"/>
                    </a:lnTo>
                    <a:lnTo>
                      <a:pt x="215" y="238"/>
                    </a:lnTo>
                    <a:lnTo>
                      <a:pt x="213" y="252"/>
                    </a:lnTo>
                    <a:lnTo>
                      <a:pt x="200" y="238"/>
                    </a:lnTo>
                    <a:lnTo>
                      <a:pt x="190" y="252"/>
                    </a:lnTo>
                    <a:lnTo>
                      <a:pt x="180" y="255"/>
                    </a:lnTo>
                    <a:lnTo>
                      <a:pt x="177" y="269"/>
                    </a:lnTo>
                    <a:lnTo>
                      <a:pt x="164" y="266"/>
                    </a:lnTo>
                    <a:lnTo>
                      <a:pt x="169" y="255"/>
                    </a:lnTo>
                    <a:lnTo>
                      <a:pt x="161" y="247"/>
                    </a:lnTo>
                    <a:lnTo>
                      <a:pt x="152" y="261"/>
                    </a:lnTo>
                    <a:lnTo>
                      <a:pt x="157" y="293"/>
                    </a:lnTo>
                    <a:lnTo>
                      <a:pt x="151" y="300"/>
                    </a:lnTo>
                    <a:lnTo>
                      <a:pt x="143" y="302"/>
                    </a:lnTo>
                    <a:lnTo>
                      <a:pt x="138" y="300"/>
                    </a:lnTo>
                    <a:lnTo>
                      <a:pt x="128" y="321"/>
                    </a:lnTo>
                    <a:lnTo>
                      <a:pt x="116" y="320"/>
                    </a:lnTo>
                    <a:lnTo>
                      <a:pt x="119" y="336"/>
                    </a:lnTo>
                    <a:lnTo>
                      <a:pt x="110" y="325"/>
                    </a:lnTo>
                    <a:lnTo>
                      <a:pt x="91" y="339"/>
                    </a:lnTo>
                    <a:lnTo>
                      <a:pt x="89" y="348"/>
                    </a:lnTo>
                    <a:lnTo>
                      <a:pt x="95" y="353"/>
                    </a:lnTo>
                    <a:lnTo>
                      <a:pt x="88" y="360"/>
                    </a:lnTo>
                    <a:lnTo>
                      <a:pt x="89" y="370"/>
                    </a:lnTo>
                    <a:lnTo>
                      <a:pt x="83" y="379"/>
                    </a:lnTo>
                    <a:lnTo>
                      <a:pt x="80" y="403"/>
                    </a:lnTo>
                    <a:lnTo>
                      <a:pt x="75" y="403"/>
                    </a:lnTo>
                    <a:lnTo>
                      <a:pt x="50" y="371"/>
                    </a:lnTo>
                    <a:lnTo>
                      <a:pt x="0" y="220"/>
                    </a:lnTo>
                    <a:lnTo>
                      <a:pt x="0" y="220"/>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61" name=""/>
              <p:cNvSpPr/>
              <p:nvPr/>
            </p:nvSpPr>
            <p:spPr>
              <a:xfrm>
                <a:off x="7077240" y="4149720"/>
                <a:ext cx="527040" cy="249120"/>
              </a:xfrm>
              <a:custGeom>
                <a:avLst/>
                <a:gdLst/>
                <a:ahLst/>
                <a:rect l="l" t="t" r="r" b="b"/>
                <a:pathLst>
                  <a:path w="332" h="157">
                    <a:moveTo>
                      <a:pt x="0" y="46"/>
                    </a:moveTo>
                    <a:lnTo>
                      <a:pt x="0" y="46"/>
                    </a:lnTo>
                    <a:lnTo>
                      <a:pt x="7" y="91"/>
                    </a:lnTo>
                    <a:lnTo>
                      <a:pt x="32" y="64"/>
                    </a:lnTo>
                    <a:lnTo>
                      <a:pt x="71" y="51"/>
                    </a:lnTo>
                    <a:lnTo>
                      <a:pt x="79" y="40"/>
                    </a:lnTo>
                    <a:lnTo>
                      <a:pt x="101" y="38"/>
                    </a:lnTo>
                    <a:lnTo>
                      <a:pt x="119" y="46"/>
                    </a:lnTo>
                    <a:lnTo>
                      <a:pt x="130" y="61"/>
                    </a:lnTo>
                    <a:lnTo>
                      <a:pt x="148" y="66"/>
                    </a:lnTo>
                    <a:lnTo>
                      <a:pt x="160" y="78"/>
                    </a:lnTo>
                    <a:lnTo>
                      <a:pt x="175" y="86"/>
                    </a:lnTo>
                    <a:lnTo>
                      <a:pt x="183" y="81"/>
                    </a:lnTo>
                    <a:lnTo>
                      <a:pt x="188" y="90"/>
                    </a:lnTo>
                    <a:lnTo>
                      <a:pt x="184" y="96"/>
                    </a:lnTo>
                    <a:lnTo>
                      <a:pt x="182" y="105"/>
                    </a:lnTo>
                    <a:lnTo>
                      <a:pt x="173" y="125"/>
                    </a:lnTo>
                    <a:lnTo>
                      <a:pt x="175" y="138"/>
                    </a:lnTo>
                    <a:lnTo>
                      <a:pt x="190" y="133"/>
                    </a:lnTo>
                    <a:lnTo>
                      <a:pt x="191" y="127"/>
                    </a:lnTo>
                    <a:lnTo>
                      <a:pt x="202" y="139"/>
                    </a:lnTo>
                    <a:lnTo>
                      <a:pt x="206" y="133"/>
                    </a:lnTo>
                    <a:lnTo>
                      <a:pt x="214" y="143"/>
                    </a:lnTo>
                    <a:lnTo>
                      <a:pt x="219" y="137"/>
                    </a:lnTo>
                    <a:lnTo>
                      <a:pt x="230" y="143"/>
                    </a:lnTo>
                    <a:lnTo>
                      <a:pt x="239" y="141"/>
                    </a:lnTo>
                    <a:lnTo>
                      <a:pt x="248" y="153"/>
                    </a:lnTo>
                    <a:lnTo>
                      <a:pt x="240" y="135"/>
                    </a:lnTo>
                    <a:lnTo>
                      <a:pt x="218" y="119"/>
                    </a:lnTo>
                    <a:lnTo>
                      <a:pt x="240" y="128"/>
                    </a:lnTo>
                    <a:lnTo>
                      <a:pt x="223" y="112"/>
                    </a:lnTo>
                    <a:lnTo>
                      <a:pt x="221" y="97"/>
                    </a:lnTo>
                    <a:lnTo>
                      <a:pt x="223" y="64"/>
                    </a:lnTo>
                    <a:lnTo>
                      <a:pt x="211" y="55"/>
                    </a:lnTo>
                    <a:lnTo>
                      <a:pt x="239" y="32"/>
                    </a:lnTo>
                    <a:lnTo>
                      <a:pt x="240" y="17"/>
                    </a:lnTo>
                    <a:lnTo>
                      <a:pt x="253" y="19"/>
                    </a:lnTo>
                    <a:lnTo>
                      <a:pt x="250" y="32"/>
                    </a:lnTo>
                    <a:lnTo>
                      <a:pt x="240" y="38"/>
                    </a:lnTo>
                    <a:lnTo>
                      <a:pt x="234" y="49"/>
                    </a:lnTo>
                    <a:lnTo>
                      <a:pt x="239" y="64"/>
                    </a:lnTo>
                    <a:lnTo>
                      <a:pt x="243" y="58"/>
                    </a:lnTo>
                    <a:lnTo>
                      <a:pt x="241" y="71"/>
                    </a:lnTo>
                    <a:lnTo>
                      <a:pt x="242" y="78"/>
                    </a:lnTo>
                    <a:lnTo>
                      <a:pt x="243" y="88"/>
                    </a:lnTo>
                    <a:lnTo>
                      <a:pt x="240" y="82"/>
                    </a:lnTo>
                    <a:lnTo>
                      <a:pt x="235" y="93"/>
                    </a:lnTo>
                    <a:lnTo>
                      <a:pt x="253" y="90"/>
                    </a:lnTo>
                    <a:lnTo>
                      <a:pt x="250" y="97"/>
                    </a:lnTo>
                    <a:lnTo>
                      <a:pt x="260" y="102"/>
                    </a:lnTo>
                    <a:lnTo>
                      <a:pt x="242" y="102"/>
                    </a:lnTo>
                    <a:lnTo>
                      <a:pt x="248" y="124"/>
                    </a:lnTo>
                    <a:lnTo>
                      <a:pt x="265" y="132"/>
                    </a:lnTo>
                    <a:lnTo>
                      <a:pt x="275" y="121"/>
                    </a:lnTo>
                    <a:lnTo>
                      <a:pt x="277" y="139"/>
                    </a:lnTo>
                    <a:lnTo>
                      <a:pt x="286" y="135"/>
                    </a:lnTo>
                    <a:lnTo>
                      <a:pt x="280" y="143"/>
                    </a:lnTo>
                    <a:lnTo>
                      <a:pt x="287" y="143"/>
                    </a:lnTo>
                    <a:lnTo>
                      <a:pt x="282" y="154"/>
                    </a:lnTo>
                    <a:lnTo>
                      <a:pt x="284" y="156"/>
                    </a:lnTo>
                    <a:lnTo>
                      <a:pt x="300" y="149"/>
                    </a:lnTo>
                    <a:lnTo>
                      <a:pt x="318" y="140"/>
                    </a:lnTo>
                    <a:lnTo>
                      <a:pt x="326" y="120"/>
                    </a:lnTo>
                    <a:lnTo>
                      <a:pt x="328" y="132"/>
                    </a:lnTo>
                    <a:lnTo>
                      <a:pt x="326" y="137"/>
                    </a:lnTo>
                    <a:lnTo>
                      <a:pt x="320" y="149"/>
                    </a:lnTo>
                    <a:lnTo>
                      <a:pt x="322" y="154"/>
                    </a:lnTo>
                    <a:lnTo>
                      <a:pt x="328" y="137"/>
                    </a:lnTo>
                    <a:lnTo>
                      <a:pt x="331" y="99"/>
                    </a:lnTo>
                    <a:lnTo>
                      <a:pt x="312" y="102"/>
                    </a:lnTo>
                    <a:lnTo>
                      <a:pt x="284" y="106"/>
                    </a:lnTo>
                    <a:lnTo>
                      <a:pt x="284" y="99"/>
                    </a:lnTo>
                    <a:lnTo>
                      <a:pt x="256" y="0"/>
                    </a:lnTo>
                    <a:lnTo>
                      <a:pt x="0" y="46"/>
                    </a:lnTo>
                    <a:lnTo>
                      <a:pt x="0" y="4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62" name=""/>
              <p:cNvSpPr/>
              <p:nvPr/>
            </p:nvSpPr>
            <p:spPr>
              <a:xfrm>
                <a:off x="5122800" y="3021120"/>
                <a:ext cx="765360" cy="817560"/>
              </a:xfrm>
              <a:custGeom>
                <a:avLst/>
                <a:gdLst/>
                <a:ahLst/>
                <a:rect l="l" t="t" r="r" b="b"/>
                <a:pathLst>
                  <a:path w="482" h="515">
                    <a:moveTo>
                      <a:pt x="0" y="31"/>
                    </a:moveTo>
                    <a:lnTo>
                      <a:pt x="0" y="31"/>
                    </a:lnTo>
                    <a:lnTo>
                      <a:pt x="3" y="105"/>
                    </a:lnTo>
                    <a:lnTo>
                      <a:pt x="20" y="163"/>
                    </a:lnTo>
                    <a:lnTo>
                      <a:pt x="24" y="239"/>
                    </a:lnTo>
                    <a:lnTo>
                      <a:pt x="38" y="301"/>
                    </a:lnTo>
                    <a:lnTo>
                      <a:pt x="20" y="329"/>
                    </a:lnTo>
                    <a:lnTo>
                      <a:pt x="44" y="355"/>
                    </a:lnTo>
                    <a:lnTo>
                      <a:pt x="41" y="514"/>
                    </a:lnTo>
                    <a:lnTo>
                      <a:pt x="391" y="506"/>
                    </a:lnTo>
                    <a:lnTo>
                      <a:pt x="385" y="477"/>
                    </a:lnTo>
                    <a:lnTo>
                      <a:pt x="375" y="467"/>
                    </a:lnTo>
                    <a:lnTo>
                      <a:pt x="348" y="447"/>
                    </a:lnTo>
                    <a:lnTo>
                      <a:pt x="329" y="428"/>
                    </a:lnTo>
                    <a:lnTo>
                      <a:pt x="283" y="401"/>
                    </a:lnTo>
                    <a:lnTo>
                      <a:pt x="283" y="355"/>
                    </a:lnTo>
                    <a:lnTo>
                      <a:pt x="274" y="323"/>
                    </a:lnTo>
                    <a:lnTo>
                      <a:pt x="312" y="278"/>
                    </a:lnTo>
                    <a:lnTo>
                      <a:pt x="308" y="233"/>
                    </a:lnTo>
                    <a:lnTo>
                      <a:pt x="318" y="224"/>
                    </a:lnTo>
                    <a:lnTo>
                      <a:pt x="365" y="189"/>
                    </a:lnTo>
                    <a:lnTo>
                      <a:pt x="390" y="162"/>
                    </a:lnTo>
                    <a:lnTo>
                      <a:pt x="420" y="137"/>
                    </a:lnTo>
                    <a:lnTo>
                      <a:pt x="481" y="108"/>
                    </a:lnTo>
                    <a:lnTo>
                      <a:pt x="458" y="110"/>
                    </a:lnTo>
                    <a:lnTo>
                      <a:pt x="437" y="100"/>
                    </a:lnTo>
                    <a:lnTo>
                      <a:pt x="403" y="105"/>
                    </a:lnTo>
                    <a:lnTo>
                      <a:pt x="395" y="91"/>
                    </a:lnTo>
                    <a:lnTo>
                      <a:pt x="384" y="96"/>
                    </a:lnTo>
                    <a:lnTo>
                      <a:pt x="359" y="110"/>
                    </a:lnTo>
                    <a:lnTo>
                      <a:pt x="347" y="105"/>
                    </a:lnTo>
                    <a:lnTo>
                      <a:pt x="336" y="97"/>
                    </a:lnTo>
                    <a:lnTo>
                      <a:pt x="325" y="96"/>
                    </a:lnTo>
                    <a:lnTo>
                      <a:pt x="318" y="85"/>
                    </a:lnTo>
                    <a:lnTo>
                      <a:pt x="305" y="88"/>
                    </a:lnTo>
                    <a:lnTo>
                      <a:pt x="305" y="96"/>
                    </a:lnTo>
                    <a:lnTo>
                      <a:pt x="300" y="96"/>
                    </a:lnTo>
                    <a:lnTo>
                      <a:pt x="292" y="77"/>
                    </a:lnTo>
                    <a:lnTo>
                      <a:pt x="279" y="77"/>
                    </a:lnTo>
                    <a:lnTo>
                      <a:pt x="283" y="69"/>
                    </a:lnTo>
                    <a:lnTo>
                      <a:pt x="254" y="64"/>
                    </a:lnTo>
                    <a:lnTo>
                      <a:pt x="246" y="63"/>
                    </a:lnTo>
                    <a:lnTo>
                      <a:pt x="212" y="75"/>
                    </a:lnTo>
                    <a:lnTo>
                      <a:pt x="205" y="64"/>
                    </a:lnTo>
                    <a:lnTo>
                      <a:pt x="156" y="54"/>
                    </a:lnTo>
                    <a:lnTo>
                      <a:pt x="145" y="3"/>
                    </a:lnTo>
                    <a:lnTo>
                      <a:pt x="126" y="0"/>
                    </a:lnTo>
                    <a:lnTo>
                      <a:pt x="126" y="32"/>
                    </a:lnTo>
                    <a:lnTo>
                      <a:pt x="0" y="31"/>
                    </a:lnTo>
                    <a:lnTo>
                      <a:pt x="0" y="31"/>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63" name=""/>
              <p:cNvSpPr/>
              <p:nvPr/>
            </p:nvSpPr>
            <p:spPr>
              <a:xfrm>
                <a:off x="5773680" y="4997520"/>
                <a:ext cx="416160" cy="682560"/>
              </a:xfrm>
              <a:custGeom>
                <a:avLst/>
                <a:gdLst/>
                <a:ahLst/>
                <a:rect l="l" t="t" r="r" b="b"/>
                <a:pathLst>
                  <a:path w="262" h="430">
                    <a:moveTo>
                      <a:pt x="0" y="363"/>
                    </a:moveTo>
                    <a:lnTo>
                      <a:pt x="0" y="363"/>
                    </a:lnTo>
                    <a:lnTo>
                      <a:pt x="2" y="348"/>
                    </a:lnTo>
                    <a:lnTo>
                      <a:pt x="18" y="299"/>
                    </a:lnTo>
                    <a:lnTo>
                      <a:pt x="44" y="266"/>
                    </a:lnTo>
                    <a:lnTo>
                      <a:pt x="37" y="256"/>
                    </a:lnTo>
                    <a:lnTo>
                      <a:pt x="41" y="225"/>
                    </a:lnTo>
                    <a:lnTo>
                      <a:pt x="26" y="189"/>
                    </a:lnTo>
                    <a:lnTo>
                      <a:pt x="23" y="141"/>
                    </a:lnTo>
                    <a:lnTo>
                      <a:pt x="43" y="88"/>
                    </a:lnTo>
                    <a:lnTo>
                      <a:pt x="67" y="52"/>
                    </a:lnTo>
                    <a:lnTo>
                      <a:pt x="66" y="42"/>
                    </a:lnTo>
                    <a:lnTo>
                      <a:pt x="87" y="9"/>
                    </a:lnTo>
                    <a:lnTo>
                      <a:pt x="245" y="0"/>
                    </a:lnTo>
                    <a:lnTo>
                      <a:pt x="253" y="8"/>
                    </a:lnTo>
                    <a:lnTo>
                      <a:pt x="245" y="274"/>
                    </a:lnTo>
                    <a:lnTo>
                      <a:pt x="261" y="402"/>
                    </a:lnTo>
                    <a:lnTo>
                      <a:pt x="255" y="409"/>
                    </a:lnTo>
                    <a:lnTo>
                      <a:pt x="246" y="402"/>
                    </a:lnTo>
                    <a:lnTo>
                      <a:pt x="234" y="409"/>
                    </a:lnTo>
                    <a:lnTo>
                      <a:pt x="221" y="402"/>
                    </a:lnTo>
                    <a:lnTo>
                      <a:pt x="220" y="405"/>
                    </a:lnTo>
                    <a:lnTo>
                      <a:pt x="207" y="407"/>
                    </a:lnTo>
                    <a:lnTo>
                      <a:pt x="192" y="415"/>
                    </a:lnTo>
                    <a:lnTo>
                      <a:pt x="187" y="411"/>
                    </a:lnTo>
                    <a:lnTo>
                      <a:pt x="178" y="427"/>
                    </a:lnTo>
                    <a:lnTo>
                      <a:pt x="169" y="429"/>
                    </a:lnTo>
                    <a:lnTo>
                      <a:pt x="146" y="387"/>
                    </a:lnTo>
                    <a:lnTo>
                      <a:pt x="151" y="358"/>
                    </a:lnTo>
                    <a:lnTo>
                      <a:pt x="0" y="363"/>
                    </a:lnTo>
                    <a:lnTo>
                      <a:pt x="0" y="36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64" name=""/>
              <p:cNvSpPr/>
              <p:nvPr/>
            </p:nvSpPr>
            <p:spPr>
              <a:xfrm>
                <a:off x="5262480" y="4230720"/>
                <a:ext cx="774720" cy="641160"/>
              </a:xfrm>
              <a:custGeom>
                <a:avLst/>
                <a:gdLst/>
                <a:ahLst/>
                <a:rect l="l" t="t" r="r" b="b"/>
                <a:pathLst>
                  <a:path w="488" h="404">
                    <a:moveTo>
                      <a:pt x="0" y="7"/>
                    </a:moveTo>
                    <a:lnTo>
                      <a:pt x="0" y="7"/>
                    </a:lnTo>
                    <a:lnTo>
                      <a:pt x="29" y="59"/>
                    </a:lnTo>
                    <a:lnTo>
                      <a:pt x="43" y="70"/>
                    </a:lnTo>
                    <a:lnTo>
                      <a:pt x="53" y="69"/>
                    </a:lnTo>
                    <a:lnTo>
                      <a:pt x="58" y="75"/>
                    </a:lnTo>
                    <a:lnTo>
                      <a:pt x="59" y="82"/>
                    </a:lnTo>
                    <a:lnTo>
                      <a:pt x="53" y="82"/>
                    </a:lnTo>
                    <a:lnTo>
                      <a:pt x="46" y="102"/>
                    </a:lnTo>
                    <a:lnTo>
                      <a:pt x="66" y="128"/>
                    </a:lnTo>
                    <a:lnTo>
                      <a:pt x="83" y="135"/>
                    </a:lnTo>
                    <a:lnTo>
                      <a:pt x="81" y="322"/>
                    </a:lnTo>
                    <a:lnTo>
                      <a:pt x="83" y="371"/>
                    </a:lnTo>
                    <a:lnTo>
                      <a:pt x="405" y="360"/>
                    </a:lnTo>
                    <a:lnTo>
                      <a:pt x="409" y="386"/>
                    </a:lnTo>
                    <a:lnTo>
                      <a:pt x="397" y="403"/>
                    </a:lnTo>
                    <a:lnTo>
                      <a:pt x="445" y="401"/>
                    </a:lnTo>
                    <a:lnTo>
                      <a:pt x="455" y="386"/>
                    </a:lnTo>
                    <a:lnTo>
                      <a:pt x="456" y="371"/>
                    </a:lnTo>
                    <a:lnTo>
                      <a:pt x="468" y="357"/>
                    </a:lnTo>
                    <a:lnTo>
                      <a:pt x="473" y="343"/>
                    </a:lnTo>
                    <a:lnTo>
                      <a:pt x="481" y="342"/>
                    </a:lnTo>
                    <a:lnTo>
                      <a:pt x="487" y="314"/>
                    </a:lnTo>
                    <a:lnTo>
                      <a:pt x="480" y="312"/>
                    </a:lnTo>
                    <a:lnTo>
                      <a:pt x="470" y="312"/>
                    </a:lnTo>
                    <a:lnTo>
                      <a:pt x="459" y="289"/>
                    </a:lnTo>
                    <a:lnTo>
                      <a:pt x="453" y="262"/>
                    </a:lnTo>
                    <a:lnTo>
                      <a:pt x="439" y="242"/>
                    </a:lnTo>
                    <a:lnTo>
                      <a:pt x="421" y="235"/>
                    </a:lnTo>
                    <a:lnTo>
                      <a:pt x="396" y="217"/>
                    </a:lnTo>
                    <a:lnTo>
                      <a:pt x="386" y="192"/>
                    </a:lnTo>
                    <a:lnTo>
                      <a:pt x="400" y="154"/>
                    </a:lnTo>
                    <a:lnTo>
                      <a:pt x="388" y="147"/>
                    </a:lnTo>
                    <a:lnTo>
                      <a:pt x="361" y="147"/>
                    </a:lnTo>
                    <a:lnTo>
                      <a:pt x="356" y="122"/>
                    </a:lnTo>
                    <a:lnTo>
                      <a:pt x="309" y="76"/>
                    </a:lnTo>
                    <a:lnTo>
                      <a:pt x="298" y="37"/>
                    </a:lnTo>
                    <a:lnTo>
                      <a:pt x="303" y="20"/>
                    </a:lnTo>
                    <a:lnTo>
                      <a:pt x="281" y="0"/>
                    </a:lnTo>
                    <a:lnTo>
                      <a:pt x="0" y="7"/>
                    </a:lnTo>
                    <a:lnTo>
                      <a:pt x="0" y="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65" name=""/>
              <p:cNvSpPr/>
              <p:nvPr/>
            </p:nvSpPr>
            <p:spPr>
              <a:xfrm>
                <a:off x="3265560" y="2870280"/>
                <a:ext cx="1190520" cy="720720"/>
              </a:xfrm>
              <a:custGeom>
                <a:avLst/>
                <a:gdLst/>
                <a:ahLst/>
                <a:rect l="l" t="t" r="r" b="b"/>
                <a:pathLst>
                  <a:path w="750" h="454">
                    <a:moveTo>
                      <a:pt x="0" y="83"/>
                    </a:moveTo>
                    <a:lnTo>
                      <a:pt x="0" y="83"/>
                    </a:lnTo>
                    <a:lnTo>
                      <a:pt x="12" y="115"/>
                    </a:lnTo>
                    <a:lnTo>
                      <a:pt x="12" y="133"/>
                    </a:lnTo>
                    <a:lnTo>
                      <a:pt x="6" y="137"/>
                    </a:lnTo>
                    <a:lnTo>
                      <a:pt x="28" y="157"/>
                    </a:lnTo>
                    <a:lnTo>
                      <a:pt x="52" y="210"/>
                    </a:lnTo>
                    <a:lnTo>
                      <a:pt x="60" y="210"/>
                    </a:lnTo>
                    <a:lnTo>
                      <a:pt x="60" y="218"/>
                    </a:lnTo>
                    <a:lnTo>
                      <a:pt x="73" y="220"/>
                    </a:lnTo>
                    <a:lnTo>
                      <a:pt x="81" y="221"/>
                    </a:lnTo>
                    <a:lnTo>
                      <a:pt x="59" y="260"/>
                    </a:lnTo>
                    <a:lnTo>
                      <a:pt x="62" y="286"/>
                    </a:lnTo>
                    <a:lnTo>
                      <a:pt x="47" y="311"/>
                    </a:lnTo>
                    <a:lnTo>
                      <a:pt x="56" y="323"/>
                    </a:lnTo>
                    <a:lnTo>
                      <a:pt x="88" y="306"/>
                    </a:lnTo>
                    <a:lnTo>
                      <a:pt x="109" y="390"/>
                    </a:lnTo>
                    <a:lnTo>
                      <a:pt x="123" y="398"/>
                    </a:lnTo>
                    <a:lnTo>
                      <a:pt x="125" y="422"/>
                    </a:lnTo>
                    <a:lnTo>
                      <a:pt x="136" y="433"/>
                    </a:lnTo>
                    <a:lnTo>
                      <a:pt x="147" y="422"/>
                    </a:lnTo>
                    <a:lnTo>
                      <a:pt x="166" y="431"/>
                    </a:lnTo>
                    <a:lnTo>
                      <a:pt x="177" y="422"/>
                    </a:lnTo>
                    <a:lnTo>
                      <a:pt x="216" y="431"/>
                    </a:lnTo>
                    <a:lnTo>
                      <a:pt x="228" y="431"/>
                    </a:lnTo>
                    <a:lnTo>
                      <a:pt x="236" y="416"/>
                    </a:lnTo>
                    <a:lnTo>
                      <a:pt x="254" y="442"/>
                    </a:lnTo>
                    <a:lnTo>
                      <a:pt x="262" y="400"/>
                    </a:lnTo>
                    <a:lnTo>
                      <a:pt x="465" y="429"/>
                    </a:lnTo>
                    <a:lnTo>
                      <a:pt x="717" y="453"/>
                    </a:lnTo>
                    <a:lnTo>
                      <a:pt x="724" y="370"/>
                    </a:lnTo>
                    <a:lnTo>
                      <a:pt x="749" y="105"/>
                    </a:lnTo>
                    <a:lnTo>
                      <a:pt x="418" y="68"/>
                    </a:lnTo>
                    <a:lnTo>
                      <a:pt x="252" y="42"/>
                    </a:lnTo>
                    <a:lnTo>
                      <a:pt x="20" y="0"/>
                    </a:lnTo>
                    <a:lnTo>
                      <a:pt x="0" y="83"/>
                    </a:lnTo>
                    <a:lnTo>
                      <a:pt x="0" y="8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66" name=""/>
              <p:cNvSpPr/>
              <p:nvPr/>
            </p:nvSpPr>
            <p:spPr>
              <a:xfrm>
                <a:off x="4346640" y="3867120"/>
                <a:ext cx="963720" cy="458640"/>
              </a:xfrm>
              <a:custGeom>
                <a:avLst/>
                <a:gdLst/>
                <a:ahLst/>
                <a:rect l="l" t="t" r="r" b="b"/>
                <a:pathLst>
                  <a:path w="607" h="289">
                    <a:moveTo>
                      <a:pt x="0" y="176"/>
                    </a:moveTo>
                    <a:lnTo>
                      <a:pt x="0" y="176"/>
                    </a:lnTo>
                    <a:lnTo>
                      <a:pt x="17" y="0"/>
                    </a:lnTo>
                    <a:lnTo>
                      <a:pt x="391" y="21"/>
                    </a:lnTo>
                    <a:lnTo>
                      <a:pt x="415" y="40"/>
                    </a:lnTo>
                    <a:lnTo>
                      <a:pt x="462" y="39"/>
                    </a:lnTo>
                    <a:lnTo>
                      <a:pt x="479" y="41"/>
                    </a:lnTo>
                    <a:lnTo>
                      <a:pt x="506" y="53"/>
                    </a:lnTo>
                    <a:lnTo>
                      <a:pt x="518" y="67"/>
                    </a:lnTo>
                    <a:lnTo>
                      <a:pt x="529" y="71"/>
                    </a:lnTo>
                    <a:lnTo>
                      <a:pt x="552" y="124"/>
                    </a:lnTo>
                    <a:lnTo>
                      <a:pt x="552" y="142"/>
                    </a:lnTo>
                    <a:lnTo>
                      <a:pt x="565" y="166"/>
                    </a:lnTo>
                    <a:lnTo>
                      <a:pt x="572" y="210"/>
                    </a:lnTo>
                    <a:lnTo>
                      <a:pt x="568" y="222"/>
                    </a:lnTo>
                    <a:lnTo>
                      <a:pt x="577" y="236"/>
                    </a:lnTo>
                    <a:lnTo>
                      <a:pt x="606" y="288"/>
                    </a:lnTo>
                    <a:lnTo>
                      <a:pt x="337" y="283"/>
                    </a:lnTo>
                    <a:lnTo>
                      <a:pt x="133" y="274"/>
                    </a:lnTo>
                    <a:lnTo>
                      <a:pt x="139" y="186"/>
                    </a:lnTo>
                    <a:lnTo>
                      <a:pt x="0" y="176"/>
                    </a:lnTo>
                    <a:lnTo>
                      <a:pt x="0" y="17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67" name=""/>
              <p:cNvSpPr/>
              <p:nvPr/>
            </p:nvSpPr>
            <p:spPr>
              <a:xfrm>
                <a:off x="2549520" y="3720960"/>
                <a:ext cx="741240" cy="1089000"/>
              </a:xfrm>
              <a:custGeom>
                <a:avLst/>
                <a:gdLst/>
                <a:ahLst/>
                <a:rect l="l" t="t" r="r" b="b"/>
                <a:pathLst>
                  <a:path w="467" h="686">
                    <a:moveTo>
                      <a:pt x="0" y="252"/>
                    </a:moveTo>
                    <a:lnTo>
                      <a:pt x="0" y="252"/>
                    </a:lnTo>
                    <a:lnTo>
                      <a:pt x="21" y="291"/>
                    </a:lnTo>
                    <a:lnTo>
                      <a:pt x="296" y="685"/>
                    </a:lnTo>
                    <a:lnTo>
                      <a:pt x="305" y="593"/>
                    </a:lnTo>
                    <a:lnTo>
                      <a:pt x="323" y="588"/>
                    </a:lnTo>
                    <a:lnTo>
                      <a:pt x="351" y="604"/>
                    </a:lnTo>
                    <a:lnTo>
                      <a:pt x="375" y="521"/>
                    </a:lnTo>
                    <a:lnTo>
                      <a:pt x="466" y="87"/>
                    </a:lnTo>
                    <a:lnTo>
                      <a:pt x="265" y="48"/>
                    </a:lnTo>
                    <a:lnTo>
                      <a:pt x="68" y="0"/>
                    </a:lnTo>
                    <a:lnTo>
                      <a:pt x="0" y="252"/>
                    </a:lnTo>
                    <a:lnTo>
                      <a:pt x="0" y="25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68" name=""/>
              <p:cNvSpPr/>
              <p:nvPr/>
            </p:nvSpPr>
            <p:spPr>
              <a:xfrm>
                <a:off x="7721640" y="3278160"/>
                <a:ext cx="189000" cy="387360"/>
              </a:xfrm>
              <a:custGeom>
                <a:avLst/>
                <a:gdLst/>
                <a:ahLst/>
                <a:rect l="l" t="t" r="r" b="b"/>
                <a:pathLst>
                  <a:path w="119" h="244">
                    <a:moveTo>
                      <a:pt x="0" y="165"/>
                    </a:moveTo>
                    <a:lnTo>
                      <a:pt x="0" y="165"/>
                    </a:lnTo>
                    <a:lnTo>
                      <a:pt x="7" y="112"/>
                    </a:lnTo>
                    <a:lnTo>
                      <a:pt x="21" y="88"/>
                    </a:lnTo>
                    <a:lnTo>
                      <a:pt x="24" y="32"/>
                    </a:lnTo>
                    <a:lnTo>
                      <a:pt x="22" y="10"/>
                    </a:lnTo>
                    <a:lnTo>
                      <a:pt x="42" y="0"/>
                    </a:lnTo>
                    <a:lnTo>
                      <a:pt x="92" y="151"/>
                    </a:lnTo>
                    <a:lnTo>
                      <a:pt x="117" y="183"/>
                    </a:lnTo>
                    <a:lnTo>
                      <a:pt x="118" y="192"/>
                    </a:lnTo>
                    <a:lnTo>
                      <a:pt x="115" y="204"/>
                    </a:lnTo>
                    <a:lnTo>
                      <a:pt x="93" y="221"/>
                    </a:lnTo>
                    <a:lnTo>
                      <a:pt x="10" y="243"/>
                    </a:lnTo>
                    <a:lnTo>
                      <a:pt x="0" y="165"/>
                    </a:lnTo>
                    <a:lnTo>
                      <a:pt x="0" y="16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69" name=""/>
              <p:cNvSpPr/>
              <p:nvPr/>
            </p:nvSpPr>
            <p:spPr>
              <a:xfrm>
                <a:off x="7515360" y="3898800"/>
                <a:ext cx="153720" cy="339840"/>
              </a:xfrm>
              <a:custGeom>
                <a:avLst/>
                <a:gdLst/>
                <a:ahLst/>
                <a:rect l="l" t="t" r="r" b="b"/>
                <a:pathLst>
                  <a:path w="97" h="214">
                    <a:moveTo>
                      <a:pt x="0" y="158"/>
                    </a:moveTo>
                    <a:lnTo>
                      <a:pt x="0" y="158"/>
                    </a:lnTo>
                    <a:lnTo>
                      <a:pt x="3" y="144"/>
                    </a:lnTo>
                    <a:lnTo>
                      <a:pt x="21" y="136"/>
                    </a:lnTo>
                    <a:lnTo>
                      <a:pt x="30" y="119"/>
                    </a:lnTo>
                    <a:lnTo>
                      <a:pt x="44" y="104"/>
                    </a:lnTo>
                    <a:lnTo>
                      <a:pt x="3" y="72"/>
                    </a:lnTo>
                    <a:lnTo>
                      <a:pt x="1" y="42"/>
                    </a:lnTo>
                    <a:lnTo>
                      <a:pt x="21" y="0"/>
                    </a:lnTo>
                    <a:lnTo>
                      <a:pt x="83" y="21"/>
                    </a:lnTo>
                    <a:lnTo>
                      <a:pt x="84" y="29"/>
                    </a:lnTo>
                    <a:lnTo>
                      <a:pt x="76" y="53"/>
                    </a:lnTo>
                    <a:lnTo>
                      <a:pt x="70" y="58"/>
                    </a:lnTo>
                    <a:lnTo>
                      <a:pt x="68" y="71"/>
                    </a:lnTo>
                    <a:lnTo>
                      <a:pt x="74" y="73"/>
                    </a:lnTo>
                    <a:lnTo>
                      <a:pt x="83" y="72"/>
                    </a:lnTo>
                    <a:lnTo>
                      <a:pt x="90" y="73"/>
                    </a:lnTo>
                    <a:lnTo>
                      <a:pt x="88" y="70"/>
                    </a:lnTo>
                    <a:lnTo>
                      <a:pt x="91" y="71"/>
                    </a:lnTo>
                    <a:lnTo>
                      <a:pt x="96" y="82"/>
                    </a:lnTo>
                    <a:lnTo>
                      <a:pt x="96" y="127"/>
                    </a:lnTo>
                    <a:lnTo>
                      <a:pt x="95" y="118"/>
                    </a:lnTo>
                    <a:lnTo>
                      <a:pt x="91" y="107"/>
                    </a:lnTo>
                    <a:lnTo>
                      <a:pt x="91" y="114"/>
                    </a:lnTo>
                    <a:lnTo>
                      <a:pt x="92" y="122"/>
                    </a:lnTo>
                    <a:lnTo>
                      <a:pt x="91" y="127"/>
                    </a:lnTo>
                    <a:lnTo>
                      <a:pt x="91" y="141"/>
                    </a:lnTo>
                    <a:lnTo>
                      <a:pt x="86" y="153"/>
                    </a:lnTo>
                    <a:lnTo>
                      <a:pt x="79" y="154"/>
                    </a:lnTo>
                    <a:lnTo>
                      <a:pt x="83" y="163"/>
                    </a:lnTo>
                    <a:lnTo>
                      <a:pt x="72" y="179"/>
                    </a:lnTo>
                    <a:lnTo>
                      <a:pt x="57" y="213"/>
                    </a:lnTo>
                    <a:lnTo>
                      <a:pt x="52" y="213"/>
                    </a:lnTo>
                    <a:lnTo>
                      <a:pt x="54" y="199"/>
                    </a:lnTo>
                    <a:lnTo>
                      <a:pt x="52" y="195"/>
                    </a:lnTo>
                    <a:lnTo>
                      <a:pt x="35" y="196"/>
                    </a:lnTo>
                    <a:lnTo>
                      <a:pt x="11" y="180"/>
                    </a:lnTo>
                    <a:lnTo>
                      <a:pt x="3" y="175"/>
                    </a:lnTo>
                    <a:lnTo>
                      <a:pt x="0" y="158"/>
                    </a:lnTo>
                    <a:lnTo>
                      <a:pt x="0" y="15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70" name=""/>
              <p:cNvSpPr/>
              <p:nvPr/>
            </p:nvSpPr>
            <p:spPr>
              <a:xfrm>
                <a:off x="3598920" y="4643280"/>
                <a:ext cx="822240" cy="795600"/>
              </a:xfrm>
              <a:custGeom>
                <a:avLst/>
                <a:gdLst/>
                <a:ahLst/>
                <a:rect l="l" t="t" r="r" b="b"/>
                <a:pathLst>
                  <a:path w="518" h="501">
                    <a:moveTo>
                      <a:pt x="0" y="492"/>
                    </a:moveTo>
                    <a:lnTo>
                      <a:pt x="0" y="492"/>
                    </a:lnTo>
                    <a:lnTo>
                      <a:pt x="64" y="500"/>
                    </a:lnTo>
                    <a:lnTo>
                      <a:pt x="71" y="463"/>
                    </a:lnTo>
                    <a:lnTo>
                      <a:pt x="201" y="478"/>
                    </a:lnTo>
                    <a:lnTo>
                      <a:pt x="196" y="461"/>
                    </a:lnTo>
                    <a:lnTo>
                      <a:pt x="216" y="462"/>
                    </a:lnTo>
                    <a:lnTo>
                      <a:pt x="474" y="485"/>
                    </a:lnTo>
                    <a:lnTo>
                      <a:pt x="511" y="92"/>
                    </a:lnTo>
                    <a:lnTo>
                      <a:pt x="517" y="45"/>
                    </a:lnTo>
                    <a:lnTo>
                      <a:pt x="297" y="26"/>
                    </a:lnTo>
                    <a:lnTo>
                      <a:pt x="76" y="0"/>
                    </a:lnTo>
                    <a:lnTo>
                      <a:pt x="0" y="492"/>
                    </a:lnTo>
                    <a:lnTo>
                      <a:pt x="0" y="49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71" name=""/>
              <p:cNvSpPr/>
              <p:nvPr/>
            </p:nvSpPr>
            <p:spPr>
              <a:xfrm>
                <a:off x="6620040" y="4591080"/>
                <a:ext cx="993600" cy="422280"/>
              </a:xfrm>
              <a:custGeom>
                <a:avLst/>
                <a:gdLst/>
                <a:ahLst/>
                <a:rect l="l" t="t" r="r" b="b"/>
                <a:pathLst>
                  <a:path w="626" h="266">
                    <a:moveTo>
                      <a:pt x="0" y="208"/>
                    </a:moveTo>
                    <a:lnTo>
                      <a:pt x="0" y="208"/>
                    </a:lnTo>
                    <a:lnTo>
                      <a:pt x="1" y="230"/>
                    </a:lnTo>
                    <a:lnTo>
                      <a:pt x="92" y="218"/>
                    </a:lnTo>
                    <a:lnTo>
                      <a:pt x="145" y="194"/>
                    </a:lnTo>
                    <a:lnTo>
                      <a:pt x="245" y="183"/>
                    </a:lnTo>
                    <a:lnTo>
                      <a:pt x="287" y="207"/>
                    </a:lnTo>
                    <a:lnTo>
                      <a:pt x="351" y="198"/>
                    </a:lnTo>
                    <a:lnTo>
                      <a:pt x="448" y="265"/>
                    </a:lnTo>
                    <a:lnTo>
                      <a:pt x="462" y="258"/>
                    </a:lnTo>
                    <a:lnTo>
                      <a:pt x="487" y="256"/>
                    </a:lnTo>
                    <a:lnTo>
                      <a:pt x="490" y="239"/>
                    </a:lnTo>
                    <a:lnTo>
                      <a:pt x="497" y="249"/>
                    </a:lnTo>
                    <a:lnTo>
                      <a:pt x="503" y="217"/>
                    </a:lnTo>
                    <a:lnTo>
                      <a:pt x="513" y="200"/>
                    </a:lnTo>
                    <a:lnTo>
                      <a:pt x="528" y="194"/>
                    </a:lnTo>
                    <a:lnTo>
                      <a:pt x="521" y="188"/>
                    </a:lnTo>
                    <a:lnTo>
                      <a:pt x="523" y="183"/>
                    </a:lnTo>
                    <a:lnTo>
                      <a:pt x="517" y="175"/>
                    </a:lnTo>
                    <a:lnTo>
                      <a:pt x="528" y="183"/>
                    </a:lnTo>
                    <a:lnTo>
                      <a:pt x="523" y="185"/>
                    </a:lnTo>
                    <a:lnTo>
                      <a:pt x="530" y="188"/>
                    </a:lnTo>
                    <a:lnTo>
                      <a:pt x="538" y="182"/>
                    </a:lnTo>
                    <a:lnTo>
                      <a:pt x="541" y="181"/>
                    </a:lnTo>
                    <a:lnTo>
                      <a:pt x="538" y="168"/>
                    </a:lnTo>
                    <a:lnTo>
                      <a:pt x="541" y="168"/>
                    </a:lnTo>
                    <a:lnTo>
                      <a:pt x="548" y="176"/>
                    </a:lnTo>
                    <a:lnTo>
                      <a:pt x="567" y="166"/>
                    </a:lnTo>
                    <a:lnTo>
                      <a:pt x="586" y="164"/>
                    </a:lnTo>
                    <a:lnTo>
                      <a:pt x="599" y="144"/>
                    </a:lnTo>
                    <a:lnTo>
                      <a:pt x="594" y="137"/>
                    </a:lnTo>
                    <a:lnTo>
                      <a:pt x="587" y="145"/>
                    </a:lnTo>
                    <a:lnTo>
                      <a:pt x="585" y="134"/>
                    </a:lnTo>
                    <a:lnTo>
                      <a:pt x="575" y="140"/>
                    </a:lnTo>
                    <a:lnTo>
                      <a:pt x="580" y="147"/>
                    </a:lnTo>
                    <a:lnTo>
                      <a:pt x="572" y="145"/>
                    </a:lnTo>
                    <a:lnTo>
                      <a:pt x="572" y="150"/>
                    </a:lnTo>
                    <a:lnTo>
                      <a:pt x="551" y="149"/>
                    </a:lnTo>
                    <a:lnTo>
                      <a:pt x="536" y="139"/>
                    </a:lnTo>
                    <a:lnTo>
                      <a:pt x="538" y="136"/>
                    </a:lnTo>
                    <a:lnTo>
                      <a:pt x="562" y="147"/>
                    </a:lnTo>
                    <a:lnTo>
                      <a:pt x="575" y="127"/>
                    </a:lnTo>
                    <a:lnTo>
                      <a:pt x="567" y="127"/>
                    </a:lnTo>
                    <a:lnTo>
                      <a:pt x="577" y="114"/>
                    </a:lnTo>
                    <a:lnTo>
                      <a:pt x="567" y="116"/>
                    </a:lnTo>
                    <a:lnTo>
                      <a:pt x="531" y="105"/>
                    </a:lnTo>
                    <a:lnTo>
                      <a:pt x="551" y="102"/>
                    </a:lnTo>
                    <a:lnTo>
                      <a:pt x="567" y="109"/>
                    </a:lnTo>
                    <a:lnTo>
                      <a:pt x="567" y="105"/>
                    </a:lnTo>
                    <a:lnTo>
                      <a:pt x="562" y="95"/>
                    </a:lnTo>
                    <a:lnTo>
                      <a:pt x="567" y="95"/>
                    </a:lnTo>
                    <a:lnTo>
                      <a:pt x="575" y="91"/>
                    </a:lnTo>
                    <a:lnTo>
                      <a:pt x="570" y="97"/>
                    </a:lnTo>
                    <a:lnTo>
                      <a:pt x="573" y="108"/>
                    </a:lnTo>
                    <a:lnTo>
                      <a:pt x="581" y="100"/>
                    </a:lnTo>
                    <a:lnTo>
                      <a:pt x="586" y="109"/>
                    </a:lnTo>
                    <a:lnTo>
                      <a:pt x="593" y="108"/>
                    </a:lnTo>
                    <a:lnTo>
                      <a:pt x="603" y="108"/>
                    </a:lnTo>
                    <a:lnTo>
                      <a:pt x="612" y="95"/>
                    </a:lnTo>
                    <a:lnTo>
                      <a:pt x="616" y="81"/>
                    </a:lnTo>
                    <a:lnTo>
                      <a:pt x="625" y="78"/>
                    </a:lnTo>
                    <a:lnTo>
                      <a:pt x="625" y="71"/>
                    </a:lnTo>
                    <a:lnTo>
                      <a:pt x="619" y="53"/>
                    </a:lnTo>
                    <a:lnTo>
                      <a:pt x="610" y="53"/>
                    </a:lnTo>
                    <a:lnTo>
                      <a:pt x="602" y="78"/>
                    </a:lnTo>
                    <a:lnTo>
                      <a:pt x="596" y="64"/>
                    </a:lnTo>
                    <a:lnTo>
                      <a:pt x="594" y="51"/>
                    </a:lnTo>
                    <a:lnTo>
                      <a:pt x="574" y="59"/>
                    </a:lnTo>
                    <a:lnTo>
                      <a:pt x="549" y="62"/>
                    </a:lnTo>
                    <a:lnTo>
                      <a:pt x="551" y="52"/>
                    </a:lnTo>
                    <a:lnTo>
                      <a:pt x="565" y="45"/>
                    </a:lnTo>
                    <a:lnTo>
                      <a:pt x="593" y="36"/>
                    </a:lnTo>
                    <a:lnTo>
                      <a:pt x="582" y="22"/>
                    </a:lnTo>
                    <a:lnTo>
                      <a:pt x="603" y="30"/>
                    </a:lnTo>
                    <a:lnTo>
                      <a:pt x="594" y="20"/>
                    </a:lnTo>
                    <a:lnTo>
                      <a:pt x="614" y="36"/>
                    </a:lnTo>
                    <a:lnTo>
                      <a:pt x="600" y="10"/>
                    </a:lnTo>
                    <a:lnTo>
                      <a:pt x="586" y="0"/>
                    </a:lnTo>
                    <a:lnTo>
                      <a:pt x="363" y="41"/>
                    </a:lnTo>
                    <a:lnTo>
                      <a:pt x="179" y="62"/>
                    </a:lnTo>
                    <a:lnTo>
                      <a:pt x="177" y="85"/>
                    </a:lnTo>
                    <a:lnTo>
                      <a:pt x="167" y="89"/>
                    </a:lnTo>
                    <a:lnTo>
                      <a:pt x="153" y="112"/>
                    </a:lnTo>
                    <a:lnTo>
                      <a:pt x="144" y="110"/>
                    </a:lnTo>
                    <a:lnTo>
                      <a:pt x="133" y="116"/>
                    </a:lnTo>
                    <a:lnTo>
                      <a:pt x="126" y="127"/>
                    </a:lnTo>
                    <a:lnTo>
                      <a:pt x="113" y="121"/>
                    </a:lnTo>
                    <a:lnTo>
                      <a:pt x="96" y="134"/>
                    </a:lnTo>
                    <a:lnTo>
                      <a:pt x="93" y="146"/>
                    </a:lnTo>
                    <a:lnTo>
                      <a:pt x="24" y="185"/>
                    </a:lnTo>
                    <a:lnTo>
                      <a:pt x="21" y="200"/>
                    </a:lnTo>
                    <a:lnTo>
                      <a:pt x="0" y="208"/>
                    </a:lnTo>
                    <a:lnTo>
                      <a:pt x="0" y="20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72" name=""/>
              <p:cNvSpPr/>
              <p:nvPr/>
            </p:nvSpPr>
            <p:spPr>
              <a:xfrm>
                <a:off x="4414680" y="3036960"/>
                <a:ext cx="770040" cy="463320"/>
              </a:xfrm>
              <a:custGeom>
                <a:avLst/>
                <a:gdLst/>
                <a:ahLst/>
                <a:rect l="l" t="t" r="r" b="b"/>
                <a:pathLst>
                  <a:path w="485" h="292">
                    <a:moveTo>
                      <a:pt x="0" y="265"/>
                    </a:moveTo>
                    <a:lnTo>
                      <a:pt x="0" y="265"/>
                    </a:lnTo>
                    <a:lnTo>
                      <a:pt x="25" y="0"/>
                    </a:lnTo>
                    <a:lnTo>
                      <a:pt x="265" y="14"/>
                    </a:lnTo>
                    <a:lnTo>
                      <a:pt x="446" y="21"/>
                    </a:lnTo>
                    <a:lnTo>
                      <a:pt x="449" y="95"/>
                    </a:lnTo>
                    <a:lnTo>
                      <a:pt x="466" y="153"/>
                    </a:lnTo>
                    <a:lnTo>
                      <a:pt x="470" y="229"/>
                    </a:lnTo>
                    <a:lnTo>
                      <a:pt x="484" y="291"/>
                    </a:lnTo>
                    <a:lnTo>
                      <a:pt x="228" y="281"/>
                    </a:lnTo>
                    <a:lnTo>
                      <a:pt x="0" y="265"/>
                    </a:lnTo>
                    <a:lnTo>
                      <a:pt x="0" y="26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73" name=""/>
              <p:cNvSpPr/>
              <p:nvPr/>
            </p:nvSpPr>
            <p:spPr>
              <a:xfrm>
                <a:off x="6451560" y="3929040"/>
                <a:ext cx="488880" cy="523800"/>
              </a:xfrm>
              <a:custGeom>
                <a:avLst/>
                <a:gdLst/>
                <a:ahLst/>
                <a:rect l="l" t="t" r="r" b="b"/>
                <a:pathLst>
                  <a:path w="308" h="330">
                    <a:moveTo>
                      <a:pt x="0" y="58"/>
                    </a:moveTo>
                    <a:lnTo>
                      <a:pt x="0" y="58"/>
                    </a:lnTo>
                    <a:lnTo>
                      <a:pt x="26" y="288"/>
                    </a:lnTo>
                    <a:lnTo>
                      <a:pt x="48" y="288"/>
                    </a:lnTo>
                    <a:lnTo>
                      <a:pt x="65" y="293"/>
                    </a:lnTo>
                    <a:lnTo>
                      <a:pt x="74" y="309"/>
                    </a:lnTo>
                    <a:lnTo>
                      <a:pt x="95" y="312"/>
                    </a:lnTo>
                    <a:lnTo>
                      <a:pt x="110" y="318"/>
                    </a:lnTo>
                    <a:lnTo>
                      <a:pt x="145" y="317"/>
                    </a:lnTo>
                    <a:lnTo>
                      <a:pt x="158" y="309"/>
                    </a:lnTo>
                    <a:lnTo>
                      <a:pt x="195" y="329"/>
                    </a:lnTo>
                    <a:lnTo>
                      <a:pt x="215" y="311"/>
                    </a:lnTo>
                    <a:lnTo>
                      <a:pt x="222" y="274"/>
                    </a:lnTo>
                    <a:lnTo>
                      <a:pt x="236" y="282"/>
                    </a:lnTo>
                    <a:lnTo>
                      <a:pt x="243" y="252"/>
                    </a:lnTo>
                    <a:lnTo>
                      <a:pt x="283" y="226"/>
                    </a:lnTo>
                    <a:lnTo>
                      <a:pt x="295" y="209"/>
                    </a:lnTo>
                    <a:lnTo>
                      <a:pt x="304" y="139"/>
                    </a:lnTo>
                    <a:lnTo>
                      <a:pt x="300" y="122"/>
                    </a:lnTo>
                    <a:lnTo>
                      <a:pt x="307" y="117"/>
                    </a:lnTo>
                    <a:lnTo>
                      <a:pt x="287" y="0"/>
                    </a:lnTo>
                    <a:lnTo>
                      <a:pt x="257" y="15"/>
                    </a:lnTo>
                    <a:lnTo>
                      <a:pt x="236" y="27"/>
                    </a:lnTo>
                    <a:lnTo>
                      <a:pt x="228" y="38"/>
                    </a:lnTo>
                    <a:lnTo>
                      <a:pt x="210" y="53"/>
                    </a:lnTo>
                    <a:lnTo>
                      <a:pt x="193" y="55"/>
                    </a:lnTo>
                    <a:lnTo>
                      <a:pt x="171" y="63"/>
                    </a:lnTo>
                    <a:lnTo>
                      <a:pt x="161" y="68"/>
                    </a:lnTo>
                    <a:lnTo>
                      <a:pt x="149" y="61"/>
                    </a:lnTo>
                    <a:lnTo>
                      <a:pt x="132" y="69"/>
                    </a:lnTo>
                    <a:lnTo>
                      <a:pt x="129" y="67"/>
                    </a:lnTo>
                    <a:lnTo>
                      <a:pt x="147" y="57"/>
                    </a:lnTo>
                    <a:lnTo>
                      <a:pt x="145" y="57"/>
                    </a:lnTo>
                    <a:lnTo>
                      <a:pt x="136" y="55"/>
                    </a:lnTo>
                    <a:lnTo>
                      <a:pt x="130" y="59"/>
                    </a:lnTo>
                    <a:lnTo>
                      <a:pt x="101" y="49"/>
                    </a:lnTo>
                    <a:lnTo>
                      <a:pt x="92" y="53"/>
                    </a:lnTo>
                    <a:lnTo>
                      <a:pt x="93" y="47"/>
                    </a:lnTo>
                    <a:lnTo>
                      <a:pt x="0" y="58"/>
                    </a:lnTo>
                    <a:lnTo>
                      <a:pt x="0" y="5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74" name=""/>
              <p:cNvSpPr/>
              <p:nvPr/>
            </p:nvSpPr>
            <p:spPr>
              <a:xfrm>
                <a:off x="4410000" y="4714920"/>
                <a:ext cx="1006560" cy="501480"/>
              </a:xfrm>
              <a:custGeom>
                <a:avLst/>
                <a:gdLst/>
                <a:ahLst/>
                <a:rect l="l" t="t" r="r" b="b"/>
                <a:pathLst>
                  <a:path w="634" h="316">
                    <a:moveTo>
                      <a:pt x="0" y="47"/>
                    </a:moveTo>
                    <a:lnTo>
                      <a:pt x="0" y="47"/>
                    </a:lnTo>
                    <a:lnTo>
                      <a:pt x="6" y="0"/>
                    </a:lnTo>
                    <a:lnTo>
                      <a:pt x="74" y="5"/>
                    </a:lnTo>
                    <a:lnTo>
                      <a:pt x="385" y="18"/>
                    </a:lnTo>
                    <a:lnTo>
                      <a:pt x="618" y="17"/>
                    </a:lnTo>
                    <a:lnTo>
                      <a:pt x="620" y="66"/>
                    </a:lnTo>
                    <a:lnTo>
                      <a:pt x="633" y="161"/>
                    </a:lnTo>
                    <a:lnTo>
                      <a:pt x="631" y="315"/>
                    </a:lnTo>
                    <a:lnTo>
                      <a:pt x="610" y="309"/>
                    </a:lnTo>
                    <a:lnTo>
                      <a:pt x="580" y="287"/>
                    </a:lnTo>
                    <a:lnTo>
                      <a:pt x="568" y="294"/>
                    </a:lnTo>
                    <a:lnTo>
                      <a:pt x="528" y="298"/>
                    </a:lnTo>
                    <a:lnTo>
                      <a:pt x="487" y="310"/>
                    </a:lnTo>
                    <a:lnTo>
                      <a:pt x="470" y="296"/>
                    </a:lnTo>
                    <a:lnTo>
                      <a:pt x="450" y="299"/>
                    </a:lnTo>
                    <a:lnTo>
                      <a:pt x="446" y="288"/>
                    </a:lnTo>
                    <a:lnTo>
                      <a:pt x="434" y="298"/>
                    </a:lnTo>
                    <a:lnTo>
                      <a:pt x="431" y="310"/>
                    </a:lnTo>
                    <a:lnTo>
                      <a:pt x="425" y="294"/>
                    </a:lnTo>
                    <a:lnTo>
                      <a:pt x="412" y="302"/>
                    </a:lnTo>
                    <a:lnTo>
                      <a:pt x="386" y="284"/>
                    </a:lnTo>
                    <a:lnTo>
                      <a:pt x="374" y="298"/>
                    </a:lnTo>
                    <a:lnTo>
                      <a:pt x="367" y="293"/>
                    </a:lnTo>
                    <a:lnTo>
                      <a:pt x="355" y="270"/>
                    </a:lnTo>
                    <a:lnTo>
                      <a:pt x="334" y="266"/>
                    </a:lnTo>
                    <a:lnTo>
                      <a:pt x="331" y="276"/>
                    </a:lnTo>
                    <a:lnTo>
                      <a:pt x="319" y="266"/>
                    </a:lnTo>
                    <a:lnTo>
                      <a:pt x="307" y="271"/>
                    </a:lnTo>
                    <a:lnTo>
                      <a:pt x="291" y="264"/>
                    </a:lnTo>
                    <a:lnTo>
                      <a:pt x="275" y="261"/>
                    </a:lnTo>
                    <a:lnTo>
                      <a:pt x="275" y="249"/>
                    </a:lnTo>
                    <a:lnTo>
                      <a:pt x="263" y="240"/>
                    </a:lnTo>
                    <a:lnTo>
                      <a:pt x="257" y="245"/>
                    </a:lnTo>
                    <a:lnTo>
                      <a:pt x="236" y="244"/>
                    </a:lnTo>
                    <a:lnTo>
                      <a:pt x="215" y="229"/>
                    </a:lnTo>
                    <a:lnTo>
                      <a:pt x="222" y="59"/>
                    </a:lnTo>
                    <a:lnTo>
                      <a:pt x="0" y="47"/>
                    </a:lnTo>
                    <a:lnTo>
                      <a:pt x="0" y="4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75" name=""/>
              <p:cNvSpPr/>
              <p:nvPr/>
            </p:nvSpPr>
            <p:spPr>
              <a:xfrm>
                <a:off x="2220840" y="3046320"/>
                <a:ext cx="930240" cy="752400"/>
              </a:xfrm>
              <a:custGeom>
                <a:avLst/>
                <a:gdLst/>
                <a:ahLst/>
                <a:rect l="l" t="t" r="r" b="b"/>
                <a:pathLst>
                  <a:path w="586" h="474">
                    <a:moveTo>
                      <a:pt x="0" y="352"/>
                    </a:moveTo>
                    <a:lnTo>
                      <a:pt x="0" y="352"/>
                    </a:lnTo>
                    <a:lnTo>
                      <a:pt x="10" y="267"/>
                    </a:lnTo>
                    <a:lnTo>
                      <a:pt x="56" y="199"/>
                    </a:lnTo>
                    <a:lnTo>
                      <a:pt x="127" y="0"/>
                    </a:lnTo>
                    <a:lnTo>
                      <a:pt x="163" y="8"/>
                    </a:lnTo>
                    <a:lnTo>
                      <a:pt x="165" y="20"/>
                    </a:lnTo>
                    <a:lnTo>
                      <a:pt x="175" y="20"/>
                    </a:lnTo>
                    <a:lnTo>
                      <a:pt x="192" y="55"/>
                    </a:lnTo>
                    <a:lnTo>
                      <a:pt x="189" y="66"/>
                    </a:lnTo>
                    <a:lnTo>
                      <a:pt x="218" y="89"/>
                    </a:lnTo>
                    <a:lnTo>
                      <a:pt x="268" y="87"/>
                    </a:lnTo>
                    <a:lnTo>
                      <a:pt x="305" y="102"/>
                    </a:lnTo>
                    <a:lnTo>
                      <a:pt x="324" y="99"/>
                    </a:lnTo>
                    <a:lnTo>
                      <a:pt x="436" y="102"/>
                    </a:lnTo>
                    <a:lnTo>
                      <a:pt x="563" y="131"/>
                    </a:lnTo>
                    <a:lnTo>
                      <a:pt x="570" y="146"/>
                    </a:lnTo>
                    <a:lnTo>
                      <a:pt x="585" y="168"/>
                    </a:lnTo>
                    <a:lnTo>
                      <a:pt x="565" y="199"/>
                    </a:lnTo>
                    <a:lnTo>
                      <a:pt x="542" y="230"/>
                    </a:lnTo>
                    <a:lnTo>
                      <a:pt x="514" y="256"/>
                    </a:lnTo>
                    <a:lnTo>
                      <a:pt x="509" y="273"/>
                    </a:lnTo>
                    <a:lnTo>
                      <a:pt x="524" y="290"/>
                    </a:lnTo>
                    <a:lnTo>
                      <a:pt x="506" y="328"/>
                    </a:lnTo>
                    <a:lnTo>
                      <a:pt x="472" y="473"/>
                    </a:lnTo>
                    <a:lnTo>
                      <a:pt x="275" y="425"/>
                    </a:lnTo>
                    <a:lnTo>
                      <a:pt x="0" y="352"/>
                    </a:lnTo>
                    <a:lnTo>
                      <a:pt x="0" y="35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76" name=""/>
              <p:cNvSpPr/>
              <p:nvPr/>
            </p:nvSpPr>
            <p:spPr>
              <a:xfrm>
                <a:off x="6907320" y="3827520"/>
                <a:ext cx="679320" cy="415800"/>
              </a:xfrm>
              <a:custGeom>
                <a:avLst/>
                <a:gdLst/>
                <a:ahLst/>
                <a:rect l="l" t="t" r="r" b="b"/>
                <a:pathLst>
                  <a:path w="428" h="262">
                    <a:moveTo>
                      <a:pt x="0" y="64"/>
                    </a:moveTo>
                    <a:lnTo>
                      <a:pt x="0" y="64"/>
                    </a:lnTo>
                    <a:lnTo>
                      <a:pt x="20" y="181"/>
                    </a:lnTo>
                    <a:lnTo>
                      <a:pt x="33" y="261"/>
                    </a:lnTo>
                    <a:lnTo>
                      <a:pt x="107" y="249"/>
                    </a:lnTo>
                    <a:lnTo>
                      <a:pt x="363" y="203"/>
                    </a:lnTo>
                    <a:lnTo>
                      <a:pt x="370" y="189"/>
                    </a:lnTo>
                    <a:lnTo>
                      <a:pt x="386" y="189"/>
                    </a:lnTo>
                    <a:lnTo>
                      <a:pt x="404" y="181"/>
                    </a:lnTo>
                    <a:lnTo>
                      <a:pt x="413" y="164"/>
                    </a:lnTo>
                    <a:lnTo>
                      <a:pt x="427" y="149"/>
                    </a:lnTo>
                    <a:lnTo>
                      <a:pt x="386" y="117"/>
                    </a:lnTo>
                    <a:lnTo>
                      <a:pt x="384" y="87"/>
                    </a:lnTo>
                    <a:lnTo>
                      <a:pt x="404" y="45"/>
                    </a:lnTo>
                    <a:lnTo>
                      <a:pt x="377" y="32"/>
                    </a:lnTo>
                    <a:lnTo>
                      <a:pt x="365" y="10"/>
                    </a:lnTo>
                    <a:lnTo>
                      <a:pt x="346" y="0"/>
                    </a:lnTo>
                    <a:lnTo>
                      <a:pt x="64" y="51"/>
                    </a:lnTo>
                    <a:lnTo>
                      <a:pt x="50" y="32"/>
                    </a:lnTo>
                    <a:lnTo>
                      <a:pt x="0" y="64"/>
                    </a:lnTo>
                    <a:lnTo>
                      <a:pt x="0" y="64"/>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77" name=""/>
              <p:cNvSpPr/>
              <p:nvPr/>
            </p:nvSpPr>
            <p:spPr>
              <a:xfrm>
                <a:off x="7835760" y="3730680"/>
                <a:ext cx="92160" cy="109440"/>
              </a:xfrm>
              <a:custGeom>
                <a:avLst/>
                <a:gdLst/>
                <a:ahLst/>
                <a:rect l="l" t="t" r="r" b="b"/>
                <a:pathLst>
                  <a:path w="58" h="69">
                    <a:moveTo>
                      <a:pt x="0" y="8"/>
                    </a:moveTo>
                    <a:lnTo>
                      <a:pt x="0" y="8"/>
                    </a:lnTo>
                    <a:lnTo>
                      <a:pt x="9" y="65"/>
                    </a:lnTo>
                    <a:lnTo>
                      <a:pt x="14" y="68"/>
                    </a:lnTo>
                    <a:lnTo>
                      <a:pt x="36" y="57"/>
                    </a:lnTo>
                    <a:lnTo>
                      <a:pt x="33" y="39"/>
                    </a:lnTo>
                    <a:lnTo>
                      <a:pt x="36" y="31"/>
                    </a:lnTo>
                    <a:lnTo>
                      <a:pt x="41" y="37"/>
                    </a:lnTo>
                    <a:lnTo>
                      <a:pt x="45" y="49"/>
                    </a:lnTo>
                    <a:lnTo>
                      <a:pt x="50" y="49"/>
                    </a:lnTo>
                    <a:lnTo>
                      <a:pt x="57" y="37"/>
                    </a:lnTo>
                    <a:lnTo>
                      <a:pt x="50" y="22"/>
                    </a:lnTo>
                    <a:lnTo>
                      <a:pt x="36" y="21"/>
                    </a:lnTo>
                    <a:lnTo>
                      <a:pt x="27" y="2"/>
                    </a:lnTo>
                    <a:lnTo>
                      <a:pt x="20" y="0"/>
                    </a:lnTo>
                    <a:lnTo>
                      <a:pt x="0" y="8"/>
                    </a:lnTo>
                    <a:lnTo>
                      <a:pt x="0" y="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78" name=""/>
              <p:cNvSpPr/>
              <p:nvPr/>
            </p:nvSpPr>
            <p:spPr>
              <a:xfrm>
                <a:off x="6740640" y="4881600"/>
                <a:ext cx="592200" cy="431640"/>
              </a:xfrm>
              <a:custGeom>
                <a:avLst/>
                <a:gdLst/>
                <a:ahLst/>
                <a:rect l="l" t="t" r="r" b="b"/>
                <a:pathLst>
                  <a:path w="373" h="272">
                    <a:moveTo>
                      <a:pt x="0" y="64"/>
                    </a:moveTo>
                    <a:lnTo>
                      <a:pt x="0" y="64"/>
                    </a:lnTo>
                    <a:lnTo>
                      <a:pt x="16" y="35"/>
                    </a:lnTo>
                    <a:lnTo>
                      <a:pt x="69" y="11"/>
                    </a:lnTo>
                    <a:lnTo>
                      <a:pt x="169" y="0"/>
                    </a:lnTo>
                    <a:lnTo>
                      <a:pt x="211" y="24"/>
                    </a:lnTo>
                    <a:lnTo>
                      <a:pt x="275" y="15"/>
                    </a:lnTo>
                    <a:lnTo>
                      <a:pt x="372" y="82"/>
                    </a:lnTo>
                    <a:lnTo>
                      <a:pt x="342" y="114"/>
                    </a:lnTo>
                    <a:lnTo>
                      <a:pt x="330" y="135"/>
                    </a:lnTo>
                    <a:lnTo>
                      <a:pt x="331" y="157"/>
                    </a:lnTo>
                    <a:lnTo>
                      <a:pt x="306" y="176"/>
                    </a:lnTo>
                    <a:lnTo>
                      <a:pt x="284" y="207"/>
                    </a:lnTo>
                    <a:lnTo>
                      <a:pt x="257" y="223"/>
                    </a:lnTo>
                    <a:lnTo>
                      <a:pt x="244" y="226"/>
                    </a:lnTo>
                    <a:lnTo>
                      <a:pt x="238" y="245"/>
                    </a:lnTo>
                    <a:lnTo>
                      <a:pt x="224" y="235"/>
                    </a:lnTo>
                    <a:lnTo>
                      <a:pt x="236" y="254"/>
                    </a:lnTo>
                    <a:lnTo>
                      <a:pt x="224" y="271"/>
                    </a:lnTo>
                    <a:lnTo>
                      <a:pt x="211" y="268"/>
                    </a:lnTo>
                    <a:lnTo>
                      <a:pt x="200" y="258"/>
                    </a:lnTo>
                    <a:lnTo>
                      <a:pt x="186" y="229"/>
                    </a:lnTo>
                    <a:lnTo>
                      <a:pt x="177" y="227"/>
                    </a:lnTo>
                    <a:lnTo>
                      <a:pt x="156" y="191"/>
                    </a:lnTo>
                    <a:lnTo>
                      <a:pt x="132" y="176"/>
                    </a:lnTo>
                    <a:lnTo>
                      <a:pt x="116" y="153"/>
                    </a:lnTo>
                    <a:lnTo>
                      <a:pt x="69" y="120"/>
                    </a:lnTo>
                    <a:lnTo>
                      <a:pt x="50" y="92"/>
                    </a:lnTo>
                    <a:lnTo>
                      <a:pt x="0" y="64"/>
                    </a:lnTo>
                    <a:lnTo>
                      <a:pt x="0" y="64"/>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79" name=""/>
              <p:cNvSpPr/>
              <p:nvPr/>
            </p:nvSpPr>
            <p:spPr>
              <a:xfrm>
                <a:off x="4373640" y="3457440"/>
                <a:ext cx="820800" cy="524160"/>
              </a:xfrm>
              <a:custGeom>
                <a:avLst/>
                <a:gdLst/>
                <a:ahLst/>
                <a:rect l="l" t="t" r="r" b="b"/>
                <a:pathLst>
                  <a:path w="517" h="330">
                    <a:moveTo>
                      <a:pt x="0" y="258"/>
                    </a:moveTo>
                    <a:lnTo>
                      <a:pt x="0" y="258"/>
                    </a:lnTo>
                    <a:lnTo>
                      <a:pt x="19" y="83"/>
                    </a:lnTo>
                    <a:lnTo>
                      <a:pt x="26" y="0"/>
                    </a:lnTo>
                    <a:lnTo>
                      <a:pt x="254" y="16"/>
                    </a:lnTo>
                    <a:lnTo>
                      <a:pt x="510" y="26"/>
                    </a:lnTo>
                    <a:lnTo>
                      <a:pt x="492" y="54"/>
                    </a:lnTo>
                    <a:lnTo>
                      <a:pt x="516" y="80"/>
                    </a:lnTo>
                    <a:lnTo>
                      <a:pt x="513" y="239"/>
                    </a:lnTo>
                    <a:lnTo>
                      <a:pt x="505" y="238"/>
                    </a:lnTo>
                    <a:lnTo>
                      <a:pt x="506" y="259"/>
                    </a:lnTo>
                    <a:lnTo>
                      <a:pt x="512" y="275"/>
                    </a:lnTo>
                    <a:lnTo>
                      <a:pt x="510" y="292"/>
                    </a:lnTo>
                    <a:lnTo>
                      <a:pt x="512" y="329"/>
                    </a:lnTo>
                    <a:lnTo>
                      <a:pt x="501" y="325"/>
                    </a:lnTo>
                    <a:lnTo>
                      <a:pt x="489" y="311"/>
                    </a:lnTo>
                    <a:lnTo>
                      <a:pt x="462" y="299"/>
                    </a:lnTo>
                    <a:lnTo>
                      <a:pt x="445" y="297"/>
                    </a:lnTo>
                    <a:lnTo>
                      <a:pt x="398" y="298"/>
                    </a:lnTo>
                    <a:lnTo>
                      <a:pt x="374" y="279"/>
                    </a:lnTo>
                    <a:lnTo>
                      <a:pt x="0" y="258"/>
                    </a:lnTo>
                    <a:lnTo>
                      <a:pt x="0" y="25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80" name=""/>
              <p:cNvSpPr/>
              <p:nvPr/>
            </p:nvSpPr>
            <p:spPr>
              <a:xfrm>
                <a:off x="5911920" y="4689360"/>
                <a:ext cx="993600" cy="324000"/>
              </a:xfrm>
              <a:custGeom>
                <a:avLst/>
                <a:gdLst/>
                <a:ahLst/>
                <a:rect l="l" t="t" r="r" b="b"/>
                <a:pathLst>
                  <a:path w="626" h="204">
                    <a:moveTo>
                      <a:pt x="0" y="203"/>
                    </a:moveTo>
                    <a:lnTo>
                      <a:pt x="0" y="203"/>
                    </a:lnTo>
                    <a:lnTo>
                      <a:pt x="12" y="168"/>
                    </a:lnTo>
                    <a:lnTo>
                      <a:pt x="7" y="165"/>
                    </a:lnTo>
                    <a:lnTo>
                      <a:pt x="25" y="150"/>
                    </a:lnTo>
                    <a:lnTo>
                      <a:pt x="44" y="120"/>
                    </a:lnTo>
                    <a:lnTo>
                      <a:pt x="36" y="112"/>
                    </a:lnTo>
                    <a:lnTo>
                      <a:pt x="46" y="97"/>
                    </a:lnTo>
                    <a:lnTo>
                      <a:pt x="47" y="82"/>
                    </a:lnTo>
                    <a:lnTo>
                      <a:pt x="59" y="68"/>
                    </a:lnTo>
                    <a:lnTo>
                      <a:pt x="157" y="61"/>
                    </a:lnTo>
                    <a:lnTo>
                      <a:pt x="155" y="46"/>
                    </a:lnTo>
                    <a:lnTo>
                      <a:pt x="185" y="47"/>
                    </a:lnTo>
                    <a:lnTo>
                      <a:pt x="480" y="21"/>
                    </a:lnTo>
                    <a:lnTo>
                      <a:pt x="625" y="0"/>
                    </a:lnTo>
                    <a:lnTo>
                      <a:pt x="623" y="23"/>
                    </a:lnTo>
                    <a:lnTo>
                      <a:pt x="613" y="27"/>
                    </a:lnTo>
                    <a:lnTo>
                      <a:pt x="599" y="50"/>
                    </a:lnTo>
                    <a:lnTo>
                      <a:pt x="590" y="48"/>
                    </a:lnTo>
                    <a:lnTo>
                      <a:pt x="579" y="54"/>
                    </a:lnTo>
                    <a:lnTo>
                      <a:pt x="572" y="65"/>
                    </a:lnTo>
                    <a:lnTo>
                      <a:pt x="559" y="59"/>
                    </a:lnTo>
                    <a:lnTo>
                      <a:pt x="542" y="72"/>
                    </a:lnTo>
                    <a:lnTo>
                      <a:pt x="539" y="84"/>
                    </a:lnTo>
                    <a:lnTo>
                      <a:pt x="470" y="123"/>
                    </a:lnTo>
                    <a:lnTo>
                      <a:pt x="467" y="138"/>
                    </a:lnTo>
                    <a:lnTo>
                      <a:pt x="446" y="146"/>
                    </a:lnTo>
                    <a:lnTo>
                      <a:pt x="447" y="168"/>
                    </a:lnTo>
                    <a:lnTo>
                      <a:pt x="352" y="177"/>
                    </a:lnTo>
                    <a:lnTo>
                      <a:pt x="158" y="194"/>
                    </a:lnTo>
                    <a:lnTo>
                      <a:pt x="0" y="203"/>
                    </a:lnTo>
                    <a:lnTo>
                      <a:pt x="0" y="20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81" name=""/>
              <p:cNvSpPr/>
              <p:nvPr/>
            </p:nvSpPr>
            <p:spPr>
              <a:xfrm>
                <a:off x="3909960" y="4789440"/>
                <a:ext cx="1623960" cy="1497240"/>
              </a:xfrm>
              <a:custGeom>
                <a:avLst/>
                <a:gdLst/>
                <a:ahLst/>
                <a:rect l="l" t="t" r="r" b="b"/>
                <a:pathLst>
                  <a:path w="1023" h="943">
                    <a:moveTo>
                      <a:pt x="5" y="386"/>
                    </a:moveTo>
                    <a:lnTo>
                      <a:pt x="5" y="386"/>
                    </a:lnTo>
                    <a:lnTo>
                      <a:pt x="0" y="369"/>
                    </a:lnTo>
                    <a:lnTo>
                      <a:pt x="20" y="370"/>
                    </a:lnTo>
                    <a:lnTo>
                      <a:pt x="278" y="393"/>
                    </a:lnTo>
                    <a:lnTo>
                      <a:pt x="315" y="0"/>
                    </a:lnTo>
                    <a:lnTo>
                      <a:pt x="537" y="12"/>
                    </a:lnTo>
                    <a:lnTo>
                      <a:pt x="530" y="182"/>
                    </a:lnTo>
                    <a:lnTo>
                      <a:pt x="551" y="197"/>
                    </a:lnTo>
                    <a:lnTo>
                      <a:pt x="572" y="198"/>
                    </a:lnTo>
                    <a:lnTo>
                      <a:pt x="578" y="193"/>
                    </a:lnTo>
                    <a:lnTo>
                      <a:pt x="590" y="202"/>
                    </a:lnTo>
                    <a:lnTo>
                      <a:pt x="590" y="214"/>
                    </a:lnTo>
                    <a:lnTo>
                      <a:pt x="606" y="217"/>
                    </a:lnTo>
                    <a:lnTo>
                      <a:pt x="622" y="224"/>
                    </a:lnTo>
                    <a:lnTo>
                      <a:pt x="634" y="219"/>
                    </a:lnTo>
                    <a:lnTo>
                      <a:pt x="646" y="229"/>
                    </a:lnTo>
                    <a:lnTo>
                      <a:pt x="649" y="219"/>
                    </a:lnTo>
                    <a:lnTo>
                      <a:pt x="670" y="223"/>
                    </a:lnTo>
                    <a:lnTo>
                      <a:pt x="682" y="246"/>
                    </a:lnTo>
                    <a:lnTo>
                      <a:pt x="689" y="251"/>
                    </a:lnTo>
                    <a:lnTo>
                      <a:pt x="701" y="237"/>
                    </a:lnTo>
                    <a:lnTo>
                      <a:pt x="727" y="255"/>
                    </a:lnTo>
                    <a:lnTo>
                      <a:pt x="740" y="247"/>
                    </a:lnTo>
                    <a:lnTo>
                      <a:pt x="746" y="263"/>
                    </a:lnTo>
                    <a:lnTo>
                      <a:pt x="749" y="251"/>
                    </a:lnTo>
                    <a:lnTo>
                      <a:pt x="761" y="241"/>
                    </a:lnTo>
                    <a:lnTo>
                      <a:pt x="765" y="252"/>
                    </a:lnTo>
                    <a:lnTo>
                      <a:pt x="785" y="249"/>
                    </a:lnTo>
                    <a:lnTo>
                      <a:pt x="802" y="263"/>
                    </a:lnTo>
                    <a:lnTo>
                      <a:pt x="843" y="251"/>
                    </a:lnTo>
                    <a:lnTo>
                      <a:pt x="883" y="247"/>
                    </a:lnTo>
                    <a:lnTo>
                      <a:pt x="895" y="240"/>
                    </a:lnTo>
                    <a:lnTo>
                      <a:pt x="925" y="262"/>
                    </a:lnTo>
                    <a:lnTo>
                      <a:pt x="946" y="268"/>
                    </a:lnTo>
                    <a:lnTo>
                      <a:pt x="954" y="275"/>
                    </a:lnTo>
                    <a:lnTo>
                      <a:pt x="978" y="275"/>
                    </a:lnTo>
                    <a:lnTo>
                      <a:pt x="981" y="322"/>
                    </a:lnTo>
                    <a:lnTo>
                      <a:pt x="986" y="414"/>
                    </a:lnTo>
                    <a:lnTo>
                      <a:pt x="997" y="427"/>
                    </a:lnTo>
                    <a:lnTo>
                      <a:pt x="1000" y="449"/>
                    </a:lnTo>
                    <a:lnTo>
                      <a:pt x="1022" y="483"/>
                    </a:lnTo>
                    <a:lnTo>
                      <a:pt x="1022" y="511"/>
                    </a:lnTo>
                    <a:lnTo>
                      <a:pt x="1010" y="537"/>
                    </a:lnTo>
                    <a:lnTo>
                      <a:pt x="1010" y="553"/>
                    </a:lnTo>
                    <a:lnTo>
                      <a:pt x="1013" y="568"/>
                    </a:lnTo>
                    <a:lnTo>
                      <a:pt x="1012" y="583"/>
                    </a:lnTo>
                    <a:lnTo>
                      <a:pt x="1006" y="592"/>
                    </a:lnTo>
                    <a:lnTo>
                      <a:pt x="995" y="605"/>
                    </a:lnTo>
                    <a:lnTo>
                      <a:pt x="1003" y="613"/>
                    </a:lnTo>
                    <a:lnTo>
                      <a:pt x="962" y="624"/>
                    </a:lnTo>
                    <a:lnTo>
                      <a:pt x="926" y="642"/>
                    </a:lnTo>
                    <a:lnTo>
                      <a:pt x="947" y="629"/>
                    </a:lnTo>
                    <a:lnTo>
                      <a:pt x="925" y="629"/>
                    </a:lnTo>
                    <a:lnTo>
                      <a:pt x="933" y="605"/>
                    </a:lnTo>
                    <a:lnTo>
                      <a:pt x="914" y="618"/>
                    </a:lnTo>
                    <a:lnTo>
                      <a:pt x="907" y="614"/>
                    </a:lnTo>
                    <a:lnTo>
                      <a:pt x="907" y="630"/>
                    </a:lnTo>
                    <a:lnTo>
                      <a:pt x="913" y="632"/>
                    </a:lnTo>
                    <a:lnTo>
                      <a:pt x="915" y="645"/>
                    </a:lnTo>
                    <a:lnTo>
                      <a:pt x="903" y="658"/>
                    </a:lnTo>
                    <a:lnTo>
                      <a:pt x="895" y="658"/>
                    </a:lnTo>
                    <a:lnTo>
                      <a:pt x="893" y="674"/>
                    </a:lnTo>
                    <a:lnTo>
                      <a:pt x="799" y="729"/>
                    </a:lnTo>
                    <a:lnTo>
                      <a:pt x="800" y="724"/>
                    </a:lnTo>
                    <a:lnTo>
                      <a:pt x="843" y="696"/>
                    </a:lnTo>
                    <a:lnTo>
                      <a:pt x="809" y="714"/>
                    </a:lnTo>
                    <a:lnTo>
                      <a:pt x="811" y="698"/>
                    </a:lnTo>
                    <a:lnTo>
                      <a:pt x="803" y="706"/>
                    </a:lnTo>
                    <a:lnTo>
                      <a:pt x="792" y="702"/>
                    </a:lnTo>
                    <a:lnTo>
                      <a:pt x="788" y="714"/>
                    </a:lnTo>
                    <a:lnTo>
                      <a:pt x="772" y="702"/>
                    </a:lnTo>
                    <a:lnTo>
                      <a:pt x="775" y="713"/>
                    </a:lnTo>
                    <a:lnTo>
                      <a:pt x="792" y="724"/>
                    </a:lnTo>
                    <a:lnTo>
                      <a:pt x="771" y="734"/>
                    </a:lnTo>
                    <a:lnTo>
                      <a:pt x="764" y="719"/>
                    </a:lnTo>
                    <a:lnTo>
                      <a:pt x="754" y="757"/>
                    </a:lnTo>
                    <a:lnTo>
                      <a:pt x="750" y="741"/>
                    </a:lnTo>
                    <a:lnTo>
                      <a:pt x="727" y="746"/>
                    </a:lnTo>
                    <a:lnTo>
                      <a:pt x="727" y="758"/>
                    </a:lnTo>
                    <a:lnTo>
                      <a:pt x="734" y="773"/>
                    </a:lnTo>
                    <a:lnTo>
                      <a:pt x="700" y="776"/>
                    </a:lnTo>
                    <a:lnTo>
                      <a:pt x="711" y="778"/>
                    </a:lnTo>
                    <a:lnTo>
                      <a:pt x="712" y="793"/>
                    </a:lnTo>
                    <a:lnTo>
                      <a:pt x="722" y="790"/>
                    </a:lnTo>
                    <a:lnTo>
                      <a:pt x="716" y="801"/>
                    </a:lnTo>
                    <a:lnTo>
                      <a:pt x="702" y="826"/>
                    </a:lnTo>
                    <a:lnTo>
                      <a:pt x="702" y="814"/>
                    </a:lnTo>
                    <a:lnTo>
                      <a:pt x="694" y="822"/>
                    </a:lnTo>
                    <a:lnTo>
                      <a:pt x="680" y="810"/>
                    </a:lnTo>
                    <a:lnTo>
                      <a:pt x="683" y="827"/>
                    </a:lnTo>
                    <a:lnTo>
                      <a:pt x="707" y="828"/>
                    </a:lnTo>
                    <a:lnTo>
                      <a:pt x="698" y="852"/>
                    </a:lnTo>
                    <a:lnTo>
                      <a:pt x="706" y="902"/>
                    </a:lnTo>
                    <a:lnTo>
                      <a:pt x="727" y="942"/>
                    </a:lnTo>
                    <a:lnTo>
                      <a:pt x="698" y="942"/>
                    </a:lnTo>
                    <a:lnTo>
                      <a:pt x="671" y="930"/>
                    </a:lnTo>
                    <a:lnTo>
                      <a:pt x="646" y="931"/>
                    </a:lnTo>
                    <a:lnTo>
                      <a:pt x="611" y="911"/>
                    </a:lnTo>
                    <a:lnTo>
                      <a:pt x="569" y="897"/>
                    </a:lnTo>
                    <a:lnTo>
                      <a:pt x="563" y="883"/>
                    </a:lnTo>
                    <a:lnTo>
                      <a:pt x="555" y="859"/>
                    </a:lnTo>
                    <a:lnTo>
                      <a:pt x="541" y="842"/>
                    </a:lnTo>
                    <a:lnTo>
                      <a:pt x="542" y="826"/>
                    </a:lnTo>
                    <a:lnTo>
                      <a:pt x="535" y="819"/>
                    </a:lnTo>
                    <a:lnTo>
                      <a:pt x="537" y="793"/>
                    </a:lnTo>
                    <a:lnTo>
                      <a:pt x="512" y="776"/>
                    </a:lnTo>
                    <a:lnTo>
                      <a:pt x="485" y="737"/>
                    </a:lnTo>
                    <a:lnTo>
                      <a:pt x="439" y="643"/>
                    </a:lnTo>
                    <a:lnTo>
                      <a:pt x="407" y="620"/>
                    </a:lnTo>
                    <a:lnTo>
                      <a:pt x="397" y="598"/>
                    </a:lnTo>
                    <a:lnTo>
                      <a:pt x="368" y="596"/>
                    </a:lnTo>
                    <a:lnTo>
                      <a:pt x="343" y="592"/>
                    </a:lnTo>
                    <a:lnTo>
                      <a:pt x="323" y="583"/>
                    </a:lnTo>
                    <a:lnTo>
                      <a:pt x="315" y="592"/>
                    </a:lnTo>
                    <a:lnTo>
                      <a:pt x="292" y="592"/>
                    </a:lnTo>
                    <a:lnTo>
                      <a:pt x="273" y="638"/>
                    </a:lnTo>
                    <a:lnTo>
                      <a:pt x="251" y="656"/>
                    </a:lnTo>
                    <a:lnTo>
                      <a:pt x="237" y="656"/>
                    </a:lnTo>
                    <a:lnTo>
                      <a:pt x="199" y="628"/>
                    </a:lnTo>
                    <a:lnTo>
                      <a:pt x="182" y="622"/>
                    </a:lnTo>
                    <a:lnTo>
                      <a:pt x="144" y="590"/>
                    </a:lnTo>
                    <a:lnTo>
                      <a:pt x="134" y="563"/>
                    </a:lnTo>
                    <a:lnTo>
                      <a:pt x="134" y="537"/>
                    </a:lnTo>
                    <a:lnTo>
                      <a:pt x="117" y="500"/>
                    </a:lnTo>
                    <a:lnTo>
                      <a:pt x="86" y="477"/>
                    </a:lnTo>
                    <a:lnTo>
                      <a:pt x="43" y="425"/>
                    </a:lnTo>
                    <a:lnTo>
                      <a:pt x="27" y="418"/>
                    </a:lnTo>
                    <a:lnTo>
                      <a:pt x="18" y="390"/>
                    </a:lnTo>
                    <a:lnTo>
                      <a:pt x="5" y="386"/>
                    </a:lnTo>
                    <a:lnTo>
                      <a:pt x="5" y="38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82" name=""/>
              <p:cNvSpPr/>
              <p:nvPr/>
            </p:nvSpPr>
            <p:spPr>
              <a:xfrm>
                <a:off x="3144960" y="3859200"/>
                <a:ext cx="657000" cy="785880"/>
              </a:xfrm>
              <a:custGeom>
                <a:avLst/>
                <a:gdLst/>
                <a:ahLst/>
                <a:rect l="l" t="t" r="r" b="b"/>
                <a:pathLst>
                  <a:path w="414" h="495">
                    <a:moveTo>
                      <a:pt x="0" y="434"/>
                    </a:moveTo>
                    <a:lnTo>
                      <a:pt x="0" y="434"/>
                    </a:lnTo>
                    <a:lnTo>
                      <a:pt x="91" y="0"/>
                    </a:lnTo>
                    <a:lnTo>
                      <a:pt x="291" y="37"/>
                    </a:lnTo>
                    <a:lnTo>
                      <a:pt x="276" y="122"/>
                    </a:lnTo>
                    <a:lnTo>
                      <a:pt x="413" y="145"/>
                    </a:lnTo>
                    <a:lnTo>
                      <a:pt x="362" y="494"/>
                    </a:lnTo>
                    <a:lnTo>
                      <a:pt x="0" y="434"/>
                    </a:lnTo>
                    <a:lnTo>
                      <a:pt x="0" y="434"/>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83" name=""/>
              <p:cNvSpPr/>
              <p:nvPr/>
            </p:nvSpPr>
            <p:spPr>
              <a:xfrm>
                <a:off x="7570800" y="3328920"/>
                <a:ext cx="190440" cy="352440"/>
              </a:xfrm>
              <a:custGeom>
                <a:avLst/>
                <a:gdLst/>
                <a:ahLst/>
                <a:rect l="l" t="t" r="r" b="b"/>
                <a:pathLst>
                  <a:path w="120" h="222">
                    <a:moveTo>
                      <a:pt x="0" y="27"/>
                    </a:moveTo>
                    <a:lnTo>
                      <a:pt x="0" y="27"/>
                    </a:lnTo>
                    <a:lnTo>
                      <a:pt x="17" y="90"/>
                    </a:lnTo>
                    <a:lnTo>
                      <a:pt x="21" y="130"/>
                    </a:lnTo>
                    <a:lnTo>
                      <a:pt x="41" y="171"/>
                    </a:lnTo>
                    <a:lnTo>
                      <a:pt x="54" y="221"/>
                    </a:lnTo>
                    <a:lnTo>
                      <a:pt x="105" y="211"/>
                    </a:lnTo>
                    <a:lnTo>
                      <a:pt x="95" y="133"/>
                    </a:lnTo>
                    <a:lnTo>
                      <a:pt x="102" y="80"/>
                    </a:lnTo>
                    <a:lnTo>
                      <a:pt x="116" y="56"/>
                    </a:lnTo>
                    <a:lnTo>
                      <a:pt x="119" y="0"/>
                    </a:lnTo>
                    <a:lnTo>
                      <a:pt x="0" y="27"/>
                    </a:lnTo>
                    <a:lnTo>
                      <a:pt x="0" y="2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84" name=""/>
              <p:cNvSpPr/>
              <p:nvPr/>
            </p:nvSpPr>
            <p:spPr>
              <a:xfrm>
                <a:off x="6761160" y="4114800"/>
                <a:ext cx="523800" cy="490680"/>
              </a:xfrm>
              <a:custGeom>
                <a:avLst/>
                <a:gdLst/>
                <a:ahLst/>
                <a:rect l="l" t="t" r="r" b="b"/>
                <a:pathLst>
                  <a:path w="330" h="309">
                    <a:moveTo>
                      <a:pt x="0" y="212"/>
                    </a:moveTo>
                    <a:lnTo>
                      <a:pt x="0" y="212"/>
                    </a:lnTo>
                    <a:lnTo>
                      <a:pt x="12" y="254"/>
                    </a:lnTo>
                    <a:lnTo>
                      <a:pt x="27" y="270"/>
                    </a:lnTo>
                    <a:lnTo>
                      <a:pt x="55" y="287"/>
                    </a:lnTo>
                    <a:lnTo>
                      <a:pt x="74" y="308"/>
                    </a:lnTo>
                    <a:lnTo>
                      <a:pt x="102" y="297"/>
                    </a:lnTo>
                    <a:lnTo>
                      <a:pt x="111" y="303"/>
                    </a:lnTo>
                    <a:lnTo>
                      <a:pt x="126" y="297"/>
                    </a:lnTo>
                    <a:lnTo>
                      <a:pt x="137" y="285"/>
                    </a:lnTo>
                    <a:lnTo>
                      <a:pt x="165" y="279"/>
                    </a:lnTo>
                    <a:lnTo>
                      <a:pt x="179" y="260"/>
                    </a:lnTo>
                    <a:lnTo>
                      <a:pt x="173" y="254"/>
                    </a:lnTo>
                    <a:lnTo>
                      <a:pt x="199" y="197"/>
                    </a:lnTo>
                    <a:lnTo>
                      <a:pt x="205" y="168"/>
                    </a:lnTo>
                    <a:lnTo>
                      <a:pt x="230" y="179"/>
                    </a:lnTo>
                    <a:lnTo>
                      <a:pt x="244" y="146"/>
                    </a:lnTo>
                    <a:lnTo>
                      <a:pt x="257" y="143"/>
                    </a:lnTo>
                    <a:lnTo>
                      <a:pt x="277" y="112"/>
                    </a:lnTo>
                    <a:lnTo>
                      <a:pt x="283" y="78"/>
                    </a:lnTo>
                    <a:lnTo>
                      <a:pt x="321" y="99"/>
                    </a:lnTo>
                    <a:lnTo>
                      <a:pt x="329" y="83"/>
                    </a:lnTo>
                    <a:lnTo>
                      <a:pt x="318" y="68"/>
                    </a:lnTo>
                    <a:lnTo>
                      <a:pt x="300" y="60"/>
                    </a:lnTo>
                    <a:lnTo>
                      <a:pt x="278" y="62"/>
                    </a:lnTo>
                    <a:lnTo>
                      <a:pt x="270" y="73"/>
                    </a:lnTo>
                    <a:lnTo>
                      <a:pt x="231" y="86"/>
                    </a:lnTo>
                    <a:lnTo>
                      <a:pt x="206" y="113"/>
                    </a:lnTo>
                    <a:lnTo>
                      <a:pt x="199" y="68"/>
                    </a:lnTo>
                    <a:lnTo>
                      <a:pt x="125" y="80"/>
                    </a:lnTo>
                    <a:lnTo>
                      <a:pt x="112" y="0"/>
                    </a:lnTo>
                    <a:lnTo>
                      <a:pt x="105" y="5"/>
                    </a:lnTo>
                    <a:lnTo>
                      <a:pt x="109" y="22"/>
                    </a:lnTo>
                    <a:lnTo>
                      <a:pt x="100" y="92"/>
                    </a:lnTo>
                    <a:lnTo>
                      <a:pt x="88" y="109"/>
                    </a:lnTo>
                    <a:lnTo>
                      <a:pt x="48" y="135"/>
                    </a:lnTo>
                    <a:lnTo>
                      <a:pt x="41" y="165"/>
                    </a:lnTo>
                    <a:lnTo>
                      <a:pt x="27" y="157"/>
                    </a:lnTo>
                    <a:lnTo>
                      <a:pt x="20" y="194"/>
                    </a:lnTo>
                    <a:lnTo>
                      <a:pt x="0" y="212"/>
                    </a:lnTo>
                    <a:lnTo>
                      <a:pt x="0" y="21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85" name=""/>
              <p:cNvSpPr/>
              <p:nvPr/>
            </p:nvSpPr>
            <p:spPr>
              <a:xfrm>
                <a:off x="5557680" y="3348000"/>
                <a:ext cx="619200" cy="617400"/>
              </a:xfrm>
              <a:custGeom>
                <a:avLst/>
                <a:gdLst/>
                <a:ahLst/>
                <a:rect l="l" t="t" r="r" b="b"/>
                <a:pathLst>
                  <a:path w="390" h="389">
                    <a:moveTo>
                      <a:pt x="0" y="117"/>
                    </a:moveTo>
                    <a:lnTo>
                      <a:pt x="0" y="117"/>
                    </a:lnTo>
                    <a:lnTo>
                      <a:pt x="9" y="149"/>
                    </a:lnTo>
                    <a:lnTo>
                      <a:pt x="9" y="195"/>
                    </a:lnTo>
                    <a:lnTo>
                      <a:pt x="55" y="222"/>
                    </a:lnTo>
                    <a:lnTo>
                      <a:pt x="74" y="241"/>
                    </a:lnTo>
                    <a:lnTo>
                      <a:pt x="101" y="261"/>
                    </a:lnTo>
                    <a:lnTo>
                      <a:pt x="111" y="271"/>
                    </a:lnTo>
                    <a:lnTo>
                      <a:pt x="117" y="300"/>
                    </a:lnTo>
                    <a:lnTo>
                      <a:pt x="124" y="346"/>
                    </a:lnTo>
                    <a:lnTo>
                      <a:pt x="161" y="388"/>
                    </a:lnTo>
                    <a:lnTo>
                      <a:pt x="354" y="376"/>
                    </a:lnTo>
                    <a:lnTo>
                      <a:pt x="342" y="314"/>
                    </a:lnTo>
                    <a:lnTo>
                      <a:pt x="348" y="254"/>
                    </a:lnTo>
                    <a:lnTo>
                      <a:pt x="360" y="226"/>
                    </a:lnTo>
                    <a:lnTo>
                      <a:pt x="358" y="201"/>
                    </a:lnTo>
                    <a:lnTo>
                      <a:pt x="383" y="146"/>
                    </a:lnTo>
                    <a:lnTo>
                      <a:pt x="389" y="130"/>
                    </a:lnTo>
                    <a:lnTo>
                      <a:pt x="380" y="128"/>
                    </a:lnTo>
                    <a:lnTo>
                      <a:pt x="371" y="138"/>
                    </a:lnTo>
                    <a:lnTo>
                      <a:pt x="362" y="167"/>
                    </a:lnTo>
                    <a:lnTo>
                      <a:pt x="346" y="172"/>
                    </a:lnTo>
                    <a:lnTo>
                      <a:pt x="340" y="187"/>
                    </a:lnTo>
                    <a:lnTo>
                      <a:pt x="323" y="200"/>
                    </a:lnTo>
                    <a:lnTo>
                      <a:pt x="325" y="182"/>
                    </a:lnTo>
                    <a:lnTo>
                      <a:pt x="335" y="162"/>
                    </a:lnTo>
                    <a:lnTo>
                      <a:pt x="346" y="155"/>
                    </a:lnTo>
                    <a:lnTo>
                      <a:pt x="346" y="149"/>
                    </a:lnTo>
                    <a:lnTo>
                      <a:pt x="327" y="95"/>
                    </a:lnTo>
                    <a:lnTo>
                      <a:pt x="311" y="88"/>
                    </a:lnTo>
                    <a:lnTo>
                      <a:pt x="305" y="78"/>
                    </a:lnTo>
                    <a:lnTo>
                      <a:pt x="270" y="73"/>
                    </a:lnTo>
                    <a:lnTo>
                      <a:pt x="188" y="52"/>
                    </a:lnTo>
                    <a:lnTo>
                      <a:pt x="155" y="30"/>
                    </a:lnTo>
                    <a:lnTo>
                      <a:pt x="136" y="25"/>
                    </a:lnTo>
                    <a:lnTo>
                      <a:pt x="127" y="30"/>
                    </a:lnTo>
                    <a:lnTo>
                      <a:pt x="123" y="28"/>
                    </a:lnTo>
                    <a:lnTo>
                      <a:pt x="129" y="25"/>
                    </a:lnTo>
                    <a:lnTo>
                      <a:pt x="129" y="12"/>
                    </a:lnTo>
                    <a:lnTo>
                      <a:pt x="133" y="10"/>
                    </a:lnTo>
                    <a:lnTo>
                      <a:pt x="133" y="3"/>
                    </a:lnTo>
                    <a:lnTo>
                      <a:pt x="127" y="0"/>
                    </a:lnTo>
                    <a:lnTo>
                      <a:pt x="82" y="17"/>
                    </a:lnTo>
                    <a:lnTo>
                      <a:pt x="65" y="26"/>
                    </a:lnTo>
                    <a:lnTo>
                      <a:pt x="58" y="26"/>
                    </a:lnTo>
                    <a:lnTo>
                      <a:pt x="47" y="20"/>
                    </a:lnTo>
                    <a:lnTo>
                      <a:pt x="46" y="26"/>
                    </a:lnTo>
                    <a:lnTo>
                      <a:pt x="44" y="18"/>
                    </a:lnTo>
                    <a:lnTo>
                      <a:pt x="34" y="27"/>
                    </a:lnTo>
                    <a:lnTo>
                      <a:pt x="38" y="72"/>
                    </a:lnTo>
                    <a:lnTo>
                      <a:pt x="0" y="117"/>
                    </a:lnTo>
                    <a:lnTo>
                      <a:pt x="0" y="11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86" name=""/>
              <p:cNvSpPr/>
              <p:nvPr/>
            </p:nvSpPr>
            <p:spPr>
              <a:xfrm>
                <a:off x="3583080" y="3505320"/>
                <a:ext cx="822240" cy="642960"/>
              </a:xfrm>
              <a:custGeom>
                <a:avLst/>
                <a:gdLst/>
                <a:ahLst/>
                <a:rect l="l" t="t" r="r" b="b"/>
                <a:pathLst>
                  <a:path w="518" h="405">
                    <a:moveTo>
                      <a:pt x="0" y="345"/>
                    </a:moveTo>
                    <a:lnTo>
                      <a:pt x="0" y="345"/>
                    </a:lnTo>
                    <a:lnTo>
                      <a:pt x="15" y="260"/>
                    </a:lnTo>
                    <a:lnTo>
                      <a:pt x="54" y="42"/>
                    </a:lnTo>
                    <a:lnTo>
                      <a:pt x="62" y="0"/>
                    </a:lnTo>
                    <a:lnTo>
                      <a:pt x="265" y="29"/>
                    </a:lnTo>
                    <a:lnTo>
                      <a:pt x="517" y="53"/>
                    </a:lnTo>
                    <a:lnTo>
                      <a:pt x="498" y="228"/>
                    </a:lnTo>
                    <a:lnTo>
                      <a:pt x="481" y="404"/>
                    </a:lnTo>
                    <a:lnTo>
                      <a:pt x="137" y="368"/>
                    </a:lnTo>
                    <a:lnTo>
                      <a:pt x="0" y="345"/>
                    </a:lnTo>
                    <a:lnTo>
                      <a:pt x="0" y="34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nvGrpSpPr>
            <p:cNvPr id="1187" name=""/>
            <p:cNvGrpSpPr/>
            <p:nvPr/>
          </p:nvGrpSpPr>
          <p:grpSpPr>
            <a:xfrm>
              <a:off x="7656480" y="3602160"/>
              <a:ext cx="401760" cy="210960"/>
              <a:chOff x="7656480" y="3602160"/>
              <a:chExt cx="401760" cy="210960"/>
            </a:xfrm>
          </p:grpSpPr>
          <p:sp>
            <p:nvSpPr>
              <p:cNvPr id="1188" name=""/>
              <p:cNvSpPr/>
              <p:nvPr/>
            </p:nvSpPr>
            <p:spPr>
              <a:xfrm>
                <a:off x="7656480" y="3602160"/>
                <a:ext cx="385920" cy="190440"/>
              </a:xfrm>
              <a:custGeom>
                <a:avLst/>
                <a:gdLst/>
                <a:ahLst/>
                <a:rect l="l" t="t" r="r" b="b"/>
                <a:pathLst>
                  <a:path w="243" h="120">
                    <a:moveTo>
                      <a:pt x="0" y="49"/>
                    </a:moveTo>
                    <a:lnTo>
                      <a:pt x="0" y="49"/>
                    </a:lnTo>
                    <a:lnTo>
                      <a:pt x="0" y="112"/>
                    </a:lnTo>
                    <a:lnTo>
                      <a:pt x="113" y="89"/>
                    </a:lnTo>
                    <a:lnTo>
                      <a:pt x="133" y="81"/>
                    </a:lnTo>
                    <a:lnTo>
                      <a:pt x="140" y="83"/>
                    </a:lnTo>
                    <a:lnTo>
                      <a:pt x="149" y="102"/>
                    </a:lnTo>
                    <a:lnTo>
                      <a:pt x="163" y="103"/>
                    </a:lnTo>
                    <a:lnTo>
                      <a:pt x="170" y="118"/>
                    </a:lnTo>
                    <a:lnTo>
                      <a:pt x="178" y="119"/>
                    </a:lnTo>
                    <a:lnTo>
                      <a:pt x="179" y="109"/>
                    </a:lnTo>
                    <a:lnTo>
                      <a:pt x="187" y="105"/>
                    </a:lnTo>
                    <a:lnTo>
                      <a:pt x="188" y="95"/>
                    </a:lnTo>
                    <a:lnTo>
                      <a:pt x="194" y="93"/>
                    </a:lnTo>
                    <a:lnTo>
                      <a:pt x="199" y="110"/>
                    </a:lnTo>
                    <a:lnTo>
                      <a:pt x="210" y="105"/>
                    </a:lnTo>
                    <a:lnTo>
                      <a:pt x="214" y="99"/>
                    </a:lnTo>
                    <a:lnTo>
                      <a:pt x="227" y="92"/>
                    </a:lnTo>
                    <a:lnTo>
                      <a:pt x="237" y="89"/>
                    </a:lnTo>
                    <a:lnTo>
                      <a:pt x="242" y="95"/>
                    </a:lnTo>
                    <a:lnTo>
                      <a:pt x="240" y="79"/>
                    </a:lnTo>
                    <a:lnTo>
                      <a:pt x="229" y="58"/>
                    </a:lnTo>
                    <a:lnTo>
                      <a:pt x="222" y="55"/>
                    </a:lnTo>
                    <a:lnTo>
                      <a:pt x="216" y="55"/>
                    </a:lnTo>
                    <a:lnTo>
                      <a:pt x="217" y="60"/>
                    </a:lnTo>
                    <a:lnTo>
                      <a:pt x="222" y="60"/>
                    </a:lnTo>
                    <a:lnTo>
                      <a:pt x="226" y="60"/>
                    </a:lnTo>
                    <a:lnTo>
                      <a:pt x="231" y="67"/>
                    </a:lnTo>
                    <a:lnTo>
                      <a:pt x="234" y="75"/>
                    </a:lnTo>
                    <a:lnTo>
                      <a:pt x="229" y="81"/>
                    </a:lnTo>
                    <a:lnTo>
                      <a:pt x="212" y="91"/>
                    </a:lnTo>
                    <a:lnTo>
                      <a:pt x="202" y="86"/>
                    </a:lnTo>
                    <a:lnTo>
                      <a:pt x="195" y="75"/>
                    </a:lnTo>
                    <a:lnTo>
                      <a:pt x="187" y="74"/>
                    </a:lnTo>
                    <a:lnTo>
                      <a:pt x="188" y="67"/>
                    </a:lnTo>
                    <a:lnTo>
                      <a:pt x="178" y="55"/>
                    </a:lnTo>
                    <a:lnTo>
                      <a:pt x="166" y="51"/>
                    </a:lnTo>
                    <a:lnTo>
                      <a:pt x="166" y="55"/>
                    </a:lnTo>
                    <a:lnTo>
                      <a:pt x="158" y="54"/>
                    </a:lnTo>
                    <a:lnTo>
                      <a:pt x="154" y="47"/>
                    </a:lnTo>
                    <a:lnTo>
                      <a:pt x="156" y="40"/>
                    </a:lnTo>
                    <a:lnTo>
                      <a:pt x="164" y="33"/>
                    </a:lnTo>
                    <a:lnTo>
                      <a:pt x="161" y="28"/>
                    </a:lnTo>
                    <a:lnTo>
                      <a:pt x="172" y="22"/>
                    </a:lnTo>
                    <a:lnTo>
                      <a:pt x="161" y="12"/>
                    </a:lnTo>
                    <a:lnTo>
                      <a:pt x="156" y="0"/>
                    </a:lnTo>
                    <a:lnTo>
                      <a:pt x="134" y="17"/>
                    </a:lnTo>
                    <a:lnTo>
                      <a:pt x="51" y="39"/>
                    </a:lnTo>
                    <a:lnTo>
                      <a:pt x="0" y="49"/>
                    </a:lnTo>
                    <a:lnTo>
                      <a:pt x="0" y="4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89" name=""/>
              <p:cNvSpPr/>
              <p:nvPr/>
            </p:nvSpPr>
            <p:spPr>
              <a:xfrm>
                <a:off x="7964640" y="3784680"/>
                <a:ext cx="37800" cy="28440"/>
              </a:xfrm>
              <a:custGeom>
                <a:avLst/>
                <a:gdLst/>
                <a:ahLst/>
                <a:rect l="l" t="t" r="r" b="b"/>
                <a:pathLst>
                  <a:path w="24" h="18">
                    <a:moveTo>
                      <a:pt x="0" y="17"/>
                    </a:moveTo>
                    <a:lnTo>
                      <a:pt x="0" y="17"/>
                    </a:lnTo>
                    <a:lnTo>
                      <a:pt x="9" y="0"/>
                    </a:lnTo>
                    <a:lnTo>
                      <a:pt x="23" y="8"/>
                    </a:lnTo>
                    <a:lnTo>
                      <a:pt x="0" y="17"/>
                    </a:lnTo>
                    <a:lnTo>
                      <a:pt x="0" y="17"/>
                    </a:lnTo>
                  </a:path>
                </a:pathLst>
              </a:custGeom>
              <a:solidFill>
                <a:srgbClr val="0000ff"/>
              </a:solidFill>
              <a:ln w="31680">
                <a:solidFill>
                  <a:srgbClr val="000000"/>
                </a:solidFill>
                <a:round/>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1190" name=""/>
              <p:cNvSpPr/>
              <p:nvPr/>
            </p:nvSpPr>
            <p:spPr>
              <a:xfrm>
                <a:off x="8029440" y="3781440"/>
                <a:ext cx="28800" cy="22320"/>
              </a:xfrm>
              <a:custGeom>
                <a:avLst/>
                <a:gdLst/>
                <a:ahLst/>
                <a:rect l="l" t="t" r="r" b="b"/>
                <a:pathLst>
                  <a:path w="18" h="14">
                    <a:moveTo>
                      <a:pt x="0" y="13"/>
                    </a:moveTo>
                    <a:lnTo>
                      <a:pt x="0" y="13"/>
                    </a:lnTo>
                    <a:lnTo>
                      <a:pt x="11" y="0"/>
                    </a:lnTo>
                    <a:lnTo>
                      <a:pt x="17" y="10"/>
                    </a:lnTo>
                    <a:lnTo>
                      <a:pt x="0" y="13"/>
                    </a:lnTo>
                    <a:lnTo>
                      <a:pt x="0" y="13"/>
                    </a:lnTo>
                  </a:path>
                </a:pathLst>
              </a:custGeom>
              <a:solidFill>
                <a:srgbClr val="0000ff"/>
              </a:solidFill>
              <a:ln w="31680">
                <a:solidFill>
                  <a:srgbClr val="000000"/>
                </a:solidFill>
                <a:round/>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grpSp>
        <p:grpSp>
          <p:nvGrpSpPr>
            <p:cNvPr id="1191" name=""/>
            <p:cNvGrpSpPr/>
            <p:nvPr/>
          </p:nvGrpSpPr>
          <p:grpSpPr>
            <a:xfrm>
              <a:off x="6673680" y="4238640"/>
              <a:ext cx="909720" cy="485640"/>
              <a:chOff x="6673680" y="4238640"/>
              <a:chExt cx="909720" cy="485640"/>
            </a:xfrm>
          </p:grpSpPr>
          <p:sp>
            <p:nvSpPr>
              <p:cNvPr id="1192" name=""/>
              <p:cNvSpPr/>
              <p:nvPr/>
            </p:nvSpPr>
            <p:spPr>
              <a:xfrm>
                <a:off x="6673680" y="4238640"/>
                <a:ext cx="903600" cy="485640"/>
              </a:xfrm>
              <a:custGeom>
                <a:avLst/>
                <a:gdLst/>
                <a:ahLst/>
                <a:rect l="l" t="t" r="r" b="b"/>
                <a:pathLst>
                  <a:path w="569" h="306">
                    <a:moveTo>
                      <a:pt x="0" y="305"/>
                    </a:moveTo>
                    <a:lnTo>
                      <a:pt x="0" y="305"/>
                    </a:lnTo>
                    <a:lnTo>
                      <a:pt x="53" y="273"/>
                    </a:lnTo>
                    <a:lnTo>
                      <a:pt x="53" y="263"/>
                    </a:lnTo>
                    <a:lnTo>
                      <a:pt x="71" y="242"/>
                    </a:lnTo>
                    <a:lnTo>
                      <a:pt x="92" y="230"/>
                    </a:lnTo>
                    <a:lnTo>
                      <a:pt x="110" y="209"/>
                    </a:lnTo>
                    <a:lnTo>
                      <a:pt x="129" y="230"/>
                    </a:lnTo>
                    <a:lnTo>
                      <a:pt x="157" y="219"/>
                    </a:lnTo>
                    <a:lnTo>
                      <a:pt x="166" y="225"/>
                    </a:lnTo>
                    <a:lnTo>
                      <a:pt x="181" y="219"/>
                    </a:lnTo>
                    <a:lnTo>
                      <a:pt x="192" y="207"/>
                    </a:lnTo>
                    <a:lnTo>
                      <a:pt x="220" y="201"/>
                    </a:lnTo>
                    <a:lnTo>
                      <a:pt x="234" y="182"/>
                    </a:lnTo>
                    <a:lnTo>
                      <a:pt x="228" y="176"/>
                    </a:lnTo>
                    <a:lnTo>
                      <a:pt x="254" y="119"/>
                    </a:lnTo>
                    <a:lnTo>
                      <a:pt x="260" y="90"/>
                    </a:lnTo>
                    <a:lnTo>
                      <a:pt x="285" y="101"/>
                    </a:lnTo>
                    <a:lnTo>
                      <a:pt x="299" y="68"/>
                    </a:lnTo>
                    <a:lnTo>
                      <a:pt x="312" y="65"/>
                    </a:lnTo>
                    <a:lnTo>
                      <a:pt x="332" y="34"/>
                    </a:lnTo>
                    <a:lnTo>
                      <a:pt x="338" y="0"/>
                    </a:lnTo>
                    <a:lnTo>
                      <a:pt x="376" y="21"/>
                    </a:lnTo>
                    <a:lnTo>
                      <a:pt x="384" y="5"/>
                    </a:lnTo>
                    <a:lnTo>
                      <a:pt x="402" y="10"/>
                    </a:lnTo>
                    <a:lnTo>
                      <a:pt x="414" y="22"/>
                    </a:lnTo>
                    <a:lnTo>
                      <a:pt x="429" y="30"/>
                    </a:lnTo>
                    <a:lnTo>
                      <a:pt x="438" y="40"/>
                    </a:lnTo>
                    <a:lnTo>
                      <a:pt x="436" y="49"/>
                    </a:lnTo>
                    <a:lnTo>
                      <a:pt x="427" y="69"/>
                    </a:lnTo>
                    <a:lnTo>
                      <a:pt x="429" y="82"/>
                    </a:lnTo>
                    <a:lnTo>
                      <a:pt x="444" y="77"/>
                    </a:lnTo>
                    <a:lnTo>
                      <a:pt x="451" y="87"/>
                    </a:lnTo>
                    <a:lnTo>
                      <a:pt x="455" y="92"/>
                    </a:lnTo>
                    <a:lnTo>
                      <a:pt x="479" y="93"/>
                    </a:lnTo>
                    <a:lnTo>
                      <a:pt x="489" y="101"/>
                    </a:lnTo>
                    <a:lnTo>
                      <a:pt x="514" y="108"/>
                    </a:lnTo>
                    <a:lnTo>
                      <a:pt x="507" y="114"/>
                    </a:lnTo>
                    <a:lnTo>
                      <a:pt x="510" y="125"/>
                    </a:lnTo>
                    <a:lnTo>
                      <a:pt x="511" y="132"/>
                    </a:lnTo>
                    <a:lnTo>
                      <a:pt x="500" y="131"/>
                    </a:lnTo>
                    <a:lnTo>
                      <a:pt x="485" y="122"/>
                    </a:lnTo>
                    <a:lnTo>
                      <a:pt x="460" y="107"/>
                    </a:lnTo>
                    <a:lnTo>
                      <a:pt x="495" y="138"/>
                    </a:lnTo>
                    <a:lnTo>
                      <a:pt x="515" y="138"/>
                    </a:lnTo>
                    <a:lnTo>
                      <a:pt x="504" y="143"/>
                    </a:lnTo>
                    <a:lnTo>
                      <a:pt x="521" y="151"/>
                    </a:lnTo>
                    <a:lnTo>
                      <a:pt x="521" y="159"/>
                    </a:lnTo>
                    <a:lnTo>
                      <a:pt x="516" y="154"/>
                    </a:lnTo>
                    <a:lnTo>
                      <a:pt x="507" y="154"/>
                    </a:lnTo>
                    <a:lnTo>
                      <a:pt x="511" y="160"/>
                    </a:lnTo>
                    <a:lnTo>
                      <a:pt x="516" y="164"/>
                    </a:lnTo>
                    <a:lnTo>
                      <a:pt x="507" y="168"/>
                    </a:lnTo>
                    <a:lnTo>
                      <a:pt x="488" y="155"/>
                    </a:lnTo>
                    <a:lnTo>
                      <a:pt x="479" y="147"/>
                    </a:lnTo>
                    <a:lnTo>
                      <a:pt x="485" y="157"/>
                    </a:lnTo>
                    <a:lnTo>
                      <a:pt x="504" y="170"/>
                    </a:lnTo>
                    <a:lnTo>
                      <a:pt x="514" y="170"/>
                    </a:lnTo>
                    <a:lnTo>
                      <a:pt x="521" y="173"/>
                    </a:lnTo>
                    <a:lnTo>
                      <a:pt x="519" y="179"/>
                    </a:lnTo>
                    <a:lnTo>
                      <a:pt x="527" y="179"/>
                    </a:lnTo>
                    <a:lnTo>
                      <a:pt x="528" y="182"/>
                    </a:lnTo>
                    <a:lnTo>
                      <a:pt x="517" y="189"/>
                    </a:lnTo>
                    <a:lnTo>
                      <a:pt x="504" y="182"/>
                    </a:lnTo>
                    <a:lnTo>
                      <a:pt x="497" y="175"/>
                    </a:lnTo>
                    <a:lnTo>
                      <a:pt x="479" y="173"/>
                    </a:lnTo>
                    <a:lnTo>
                      <a:pt x="477" y="168"/>
                    </a:lnTo>
                    <a:lnTo>
                      <a:pt x="473" y="175"/>
                    </a:lnTo>
                    <a:lnTo>
                      <a:pt x="495" y="182"/>
                    </a:lnTo>
                    <a:lnTo>
                      <a:pt x="496" y="188"/>
                    </a:lnTo>
                    <a:lnTo>
                      <a:pt x="517" y="196"/>
                    </a:lnTo>
                    <a:lnTo>
                      <a:pt x="528" y="196"/>
                    </a:lnTo>
                    <a:lnTo>
                      <a:pt x="528" y="190"/>
                    </a:lnTo>
                    <a:lnTo>
                      <a:pt x="536" y="191"/>
                    </a:lnTo>
                    <a:lnTo>
                      <a:pt x="549" y="191"/>
                    </a:lnTo>
                    <a:lnTo>
                      <a:pt x="568" y="219"/>
                    </a:lnTo>
                    <a:lnTo>
                      <a:pt x="555" y="213"/>
                    </a:lnTo>
                    <a:lnTo>
                      <a:pt x="552" y="222"/>
                    </a:lnTo>
                    <a:lnTo>
                      <a:pt x="329" y="263"/>
                    </a:lnTo>
                    <a:lnTo>
                      <a:pt x="145" y="284"/>
                    </a:lnTo>
                    <a:lnTo>
                      <a:pt x="0" y="305"/>
                    </a:lnTo>
                    <a:lnTo>
                      <a:pt x="0" y="30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93" name=""/>
              <p:cNvSpPr/>
              <p:nvPr/>
            </p:nvSpPr>
            <p:spPr>
              <a:xfrm>
                <a:off x="7532640" y="4371840"/>
                <a:ext cx="50760" cy="138240"/>
              </a:xfrm>
              <a:custGeom>
                <a:avLst/>
                <a:gdLst/>
                <a:ahLst/>
                <a:rect l="l" t="t" r="r" b="b"/>
                <a:pathLst>
                  <a:path w="32" h="87">
                    <a:moveTo>
                      <a:pt x="0" y="48"/>
                    </a:moveTo>
                    <a:lnTo>
                      <a:pt x="0" y="48"/>
                    </a:lnTo>
                    <a:lnTo>
                      <a:pt x="0" y="76"/>
                    </a:lnTo>
                    <a:lnTo>
                      <a:pt x="6" y="86"/>
                    </a:lnTo>
                    <a:lnTo>
                      <a:pt x="11" y="55"/>
                    </a:lnTo>
                    <a:lnTo>
                      <a:pt x="24" y="40"/>
                    </a:lnTo>
                    <a:lnTo>
                      <a:pt x="31" y="0"/>
                    </a:lnTo>
                    <a:lnTo>
                      <a:pt x="13" y="9"/>
                    </a:lnTo>
                    <a:lnTo>
                      <a:pt x="0" y="48"/>
                    </a:lnTo>
                    <a:lnTo>
                      <a:pt x="0" y="4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194" name=""/>
          <p:cNvSpPr/>
          <p:nvPr/>
        </p:nvSpPr>
        <p:spPr>
          <a:xfrm>
            <a:off x="6210360" y="4511520"/>
            <a:ext cx="608040" cy="312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1900" strike="noStrike" u="none">
                <a:solidFill>
                  <a:srgbClr val="ffe118"/>
                </a:solidFill>
                <a:effectLst/>
                <a:uFillTx/>
                <a:latin typeface="Arial"/>
              </a:rPr>
              <a:t>1502</a:t>
            </a:r>
            <a:endParaRPr b="0" lang="en-IN" sz="1900" strike="noStrike" u="none">
              <a:solidFill>
                <a:srgbClr val="ffffff"/>
              </a:solidFill>
              <a:effectLst/>
              <a:uFillTx/>
              <a:latin typeface="Times New Roman"/>
            </a:endParaRPr>
          </a:p>
        </p:txBody>
      </p:sp>
      <p:sp>
        <p:nvSpPr>
          <p:cNvPr id="1195" name=""/>
          <p:cNvSpPr/>
          <p:nvPr/>
        </p:nvSpPr>
        <p:spPr>
          <a:xfrm>
            <a:off x="2122560" y="4413240"/>
            <a:ext cx="703080" cy="372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1540</a:t>
            </a:r>
            <a:endParaRPr b="0" lang="en-IN" sz="2200" strike="noStrike" u="none">
              <a:solidFill>
                <a:srgbClr val="ffffff"/>
              </a:solidFill>
              <a:effectLst/>
              <a:uFillTx/>
              <a:latin typeface="Times New Roman"/>
            </a:endParaRPr>
          </a:p>
        </p:txBody>
      </p:sp>
      <p:sp>
        <p:nvSpPr>
          <p:cNvPr id="1196" name=""/>
          <p:cNvSpPr/>
          <p:nvPr/>
        </p:nvSpPr>
        <p:spPr>
          <a:xfrm>
            <a:off x="4491000" y="5278320"/>
            <a:ext cx="820800" cy="517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600" strike="noStrike" u="none">
                <a:solidFill>
                  <a:srgbClr val="ffe118"/>
                </a:solidFill>
                <a:effectLst/>
                <a:uFillTx/>
                <a:latin typeface="Arial"/>
              </a:rPr>
              <a:t>2212</a:t>
            </a:r>
            <a:endParaRPr b="0" lang="en-IN" sz="2600" strike="noStrike" u="none">
              <a:solidFill>
                <a:srgbClr val="ffffff"/>
              </a:solidFill>
              <a:effectLst/>
              <a:uFillTx/>
              <a:latin typeface="Times New Roman"/>
            </a:endParaRPr>
          </a:p>
        </p:txBody>
      </p:sp>
      <p:sp>
        <p:nvSpPr>
          <p:cNvPr id="1197" name=""/>
          <p:cNvSpPr/>
          <p:nvPr/>
        </p:nvSpPr>
        <p:spPr>
          <a:xfrm>
            <a:off x="6942240" y="3863880"/>
            <a:ext cx="704880" cy="42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1255</a:t>
            </a:r>
            <a:endParaRPr b="0" lang="en-IN" sz="2200" strike="noStrike" u="none">
              <a:solidFill>
                <a:srgbClr val="ffffff"/>
              </a:solidFill>
              <a:effectLst/>
              <a:uFillTx/>
              <a:latin typeface="Times New Roman"/>
            </a:endParaRPr>
          </a:p>
        </p:txBody>
      </p:sp>
      <p:sp>
        <p:nvSpPr>
          <p:cNvPr id="1198" name=""/>
          <p:cNvSpPr/>
          <p:nvPr/>
        </p:nvSpPr>
        <p:spPr>
          <a:xfrm>
            <a:off x="5675400" y="3529080"/>
            <a:ext cx="527040" cy="374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474</a:t>
            </a:r>
            <a:endParaRPr b="0" lang="en-IN" sz="2200" strike="noStrike" u="none">
              <a:solidFill>
                <a:srgbClr val="ffffff"/>
              </a:solidFill>
              <a:effectLst/>
              <a:uFillTx/>
              <a:latin typeface="Times New Roman"/>
            </a:endParaRPr>
          </a:p>
        </p:txBody>
      </p:sp>
      <p:sp>
        <p:nvSpPr>
          <p:cNvPr id="1199" name=""/>
          <p:cNvSpPr/>
          <p:nvPr/>
        </p:nvSpPr>
        <p:spPr>
          <a:xfrm>
            <a:off x="5289480" y="3921120"/>
            <a:ext cx="461880" cy="314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1900" strike="noStrike" u="none">
                <a:solidFill>
                  <a:srgbClr val="ffe118"/>
                </a:solidFill>
                <a:effectLst/>
                <a:uFillTx/>
                <a:latin typeface="Arial"/>
              </a:rPr>
              <a:t>353</a:t>
            </a:r>
            <a:endParaRPr b="0" lang="en-IN" sz="1900" strike="noStrike" u="none">
              <a:solidFill>
                <a:srgbClr val="ffffff"/>
              </a:solidFill>
              <a:effectLst/>
              <a:uFillTx/>
              <a:latin typeface="Times New Roman"/>
            </a:endParaRPr>
          </a:p>
        </p:txBody>
      </p:sp>
      <p:sp>
        <p:nvSpPr>
          <p:cNvPr id="1200" name=""/>
          <p:cNvSpPr/>
          <p:nvPr/>
        </p:nvSpPr>
        <p:spPr>
          <a:xfrm>
            <a:off x="7169040" y="3537000"/>
            <a:ext cx="524160" cy="441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467</a:t>
            </a:r>
            <a:endParaRPr b="0" lang="en-IN" sz="2200" strike="noStrike" u="none">
              <a:solidFill>
                <a:srgbClr val="ffffff"/>
              </a:solidFill>
              <a:effectLst/>
              <a:uFillTx/>
              <a:latin typeface="Times New Roman"/>
            </a:endParaRPr>
          </a:p>
        </p:txBody>
      </p:sp>
      <p:sp>
        <p:nvSpPr>
          <p:cNvPr id="1201" name=""/>
          <p:cNvSpPr/>
          <p:nvPr/>
        </p:nvSpPr>
        <p:spPr>
          <a:xfrm>
            <a:off x="6175440" y="5222880"/>
            <a:ext cx="480960" cy="306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1900" strike="noStrike" u="none">
                <a:solidFill>
                  <a:srgbClr val="ffe118"/>
                </a:solidFill>
                <a:effectLst/>
                <a:uFillTx/>
                <a:latin typeface="Arial"/>
              </a:rPr>
              <a:t>310</a:t>
            </a:r>
            <a:endParaRPr b="0" lang="en-IN" sz="1900" strike="noStrike" u="none">
              <a:solidFill>
                <a:srgbClr val="ffffff"/>
              </a:solidFill>
              <a:effectLst/>
              <a:uFillTx/>
              <a:latin typeface="Times New Roman"/>
            </a:endParaRPr>
          </a:p>
        </p:txBody>
      </p:sp>
      <p:sp>
        <p:nvSpPr>
          <p:cNvPr id="1202" name=""/>
          <p:cNvSpPr/>
          <p:nvPr/>
        </p:nvSpPr>
        <p:spPr>
          <a:xfrm>
            <a:off x="5532480" y="5559480"/>
            <a:ext cx="465120" cy="333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1900" strike="noStrike" u="none">
                <a:solidFill>
                  <a:srgbClr val="ffe118"/>
                </a:solidFill>
                <a:effectLst/>
                <a:uFillTx/>
                <a:latin typeface="Arial"/>
              </a:rPr>
              <a:t>143</a:t>
            </a:r>
            <a:endParaRPr b="0" lang="en-IN" sz="1900" strike="noStrike" u="none">
              <a:solidFill>
                <a:srgbClr val="ffffff"/>
              </a:solidFill>
              <a:effectLst/>
              <a:uFillTx/>
              <a:latin typeface="Times New Roman"/>
            </a:endParaRPr>
          </a:p>
        </p:txBody>
      </p:sp>
      <p:sp>
        <p:nvSpPr>
          <p:cNvPr id="1203" name=""/>
          <p:cNvSpPr/>
          <p:nvPr/>
        </p:nvSpPr>
        <p:spPr>
          <a:xfrm>
            <a:off x="4836960" y="4765680"/>
            <a:ext cx="533520" cy="363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196</a:t>
            </a:r>
            <a:endParaRPr b="0" lang="en-IN" sz="2200" strike="noStrike" u="none">
              <a:solidFill>
                <a:srgbClr val="ffffff"/>
              </a:solidFill>
              <a:effectLst/>
              <a:uFillTx/>
              <a:latin typeface="Times New Roman"/>
            </a:endParaRPr>
          </a:p>
        </p:txBody>
      </p:sp>
      <p:sp>
        <p:nvSpPr>
          <p:cNvPr id="1204" name=""/>
          <p:cNvSpPr/>
          <p:nvPr/>
        </p:nvSpPr>
        <p:spPr>
          <a:xfrm>
            <a:off x="4481640" y="3076560"/>
            <a:ext cx="534960" cy="361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213</a:t>
            </a:r>
            <a:endParaRPr b="0" lang="en-IN" sz="2200" strike="noStrike" u="none">
              <a:solidFill>
                <a:srgbClr val="ffffff"/>
              </a:solidFill>
              <a:effectLst/>
              <a:uFillTx/>
              <a:latin typeface="Times New Roman"/>
            </a:endParaRPr>
          </a:p>
        </p:txBody>
      </p:sp>
      <p:sp>
        <p:nvSpPr>
          <p:cNvPr id="1205" name=""/>
          <p:cNvSpPr/>
          <p:nvPr/>
        </p:nvSpPr>
        <p:spPr>
          <a:xfrm>
            <a:off x="6891480" y="4638600"/>
            <a:ext cx="458640" cy="312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1900" strike="noStrike" u="none">
                <a:solidFill>
                  <a:srgbClr val="ffe118"/>
                </a:solidFill>
                <a:effectLst/>
                <a:uFillTx/>
                <a:latin typeface="Arial"/>
              </a:rPr>
              <a:t>157</a:t>
            </a:r>
            <a:endParaRPr b="0" lang="en-IN" sz="1900" strike="noStrike" u="none">
              <a:solidFill>
                <a:srgbClr val="ffffff"/>
              </a:solidFill>
              <a:effectLst/>
              <a:uFillTx/>
              <a:latin typeface="Times New Roman"/>
            </a:endParaRPr>
          </a:p>
        </p:txBody>
      </p:sp>
      <p:sp>
        <p:nvSpPr>
          <p:cNvPr id="1206" name=""/>
          <p:cNvSpPr/>
          <p:nvPr/>
        </p:nvSpPr>
        <p:spPr>
          <a:xfrm>
            <a:off x="3697200" y="3660840"/>
            <a:ext cx="622440" cy="430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600" strike="noStrike" u="none">
                <a:solidFill>
                  <a:srgbClr val="ffe118"/>
                </a:solidFill>
                <a:effectLst/>
                <a:uFillTx/>
                <a:latin typeface="Arial"/>
              </a:rPr>
              <a:t>117</a:t>
            </a:r>
            <a:endParaRPr b="0" lang="en-IN" sz="2600" strike="noStrike" u="none">
              <a:solidFill>
                <a:srgbClr val="ffffff"/>
              </a:solidFill>
              <a:effectLst/>
              <a:uFillTx/>
              <a:latin typeface="Times New Roman"/>
            </a:endParaRPr>
          </a:p>
        </p:txBody>
      </p:sp>
      <p:sp>
        <p:nvSpPr>
          <p:cNvPr id="1207" name=""/>
          <p:cNvSpPr/>
          <p:nvPr/>
        </p:nvSpPr>
        <p:spPr>
          <a:xfrm>
            <a:off x="3855960" y="4311720"/>
            <a:ext cx="622440" cy="4284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600" strike="noStrike" u="none">
                <a:solidFill>
                  <a:srgbClr val="ffe118"/>
                </a:solidFill>
                <a:effectLst/>
                <a:uFillTx/>
                <a:latin typeface="Arial"/>
              </a:rPr>
              <a:t>186</a:t>
            </a:r>
            <a:endParaRPr b="0" lang="en-IN" sz="2600" strike="noStrike" u="none">
              <a:solidFill>
                <a:srgbClr val="ffffff"/>
              </a:solidFill>
              <a:effectLst/>
              <a:uFillTx/>
              <a:latin typeface="Times New Roman"/>
            </a:endParaRPr>
          </a:p>
        </p:txBody>
      </p:sp>
      <p:sp>
        <p:nvSpPr>
          <p:cNvPr id="1208" name=""/>
          <p:cNvSpPr/>
          <p:nvPr/>
        </p:nvSpPr>
        <p:spPr>
          <a:xfrm>
            <a:off x="5670720" y="4070520"/>
            <a:ext cx="709560" cy="382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187</a:t>
            </a:r>
            <a:endParaRPr b="0" lang="en-IN" sz="2200" strike="noStrike" u="none">
              <a:solidFill>
                <a:srgbClr val="ffffff"/>
              </a:solidFill>
              <a:effectLst/>
              <a:uFillTx/>
              <a:latin typeface="Times New Roman"/>
            </a:endParaRPr>
          </a:p>
        </p:txBody>
      </p:sp>
      <p:sp>
        <p:nvSpPr>
          <p:cNvPr id="1209" name=""/>
          <p:cNvSpPr/>
          <p:nvPr/>
        </p:nvSpPr>
        <p:spPr>
          <a:xfrm>
            <a:off x="7062840" y="4371840"/>
            <a:ext cx="523800" cy="357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156</a:t>
            </a:r>
            <a:endParaRPr b="0" lang="en-IN" sz="2200" strike="noStrike" u="none">
              <a:solidFill>
                <a:srgbClr val="ffffff"/>
              </a:solidFill>
              <a:effectLst/>
              <a:uFillTx/>
              <a:latin typeface="Times New Roman"/>
            </a:endParaRPr>
          </a:p>
        </p:txBody>
      </p:sp>
      <p:sp>
        <p:nvSpPr>
          <p:cNvPr id="1210" name=""/>
          <p:cNvSpPr/>
          <p:nvPr/>
        </p:nvSpPr>
        <p:spPr>
          <a:xfrm>
            <a:off x="6507000" y="4071960"/>
            <a:ext cx="451080" cy="309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1900" strike="noStrike" u="none">
                <a:solidFill>
                  <a:srgbClr val="ffe118"/>
                </a:solidFill>
                <a:effectLst/>
                <a:uFillTx/>
                <a:latin typeface="Arial"/>
              </a:rPr>
              <a:t>137</a:t>
            </a:r>
            <a:endParaRPr b="0" lang="en-IN" sz="1900" strike="noStrike" u="none">
              <a:solidFill>
                <a:srgbClr val="ffffff"/>
              </a:solidFill>
              <a:effectLst/>
              <a:uFillTx/>
              <a:latin typeface="Times New Roman"/>
            </a:endParaRPr>
          </a:p>
        </p:txBody>
      </p:sp>
      <p:sp>
        <p:nvSpPr>
          <p:cNvPr id="1211" name=""/>
          <p:cNvSpPr/>
          <p:nvPr/>
        </p:nvSpPr>
        <p:spPr>
          <a:xfrm>
            <a:off x="5394240" y="4427640"/>
            <a:ext cx="530280" cy="372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127</a:t>
            </a:r>
            <a:endParaRPr b="0" lang="en-IN" sz="2200" strike="noStrike" u="none">
              <a:solidFill>
                <a:srgbClr val="ffffff"/>
              </a:solidFill>
              <a:effectLst/>
              <a:uFillTx/>
              <a:latin typeface="Times New Roman"/>
            </a:endParaRPr>
          </a:p>
        </p:txBody>
      </p:sp>
      <p:sp>
        <p:nvSpPr>
          <p:cNvPr id="1212" name=""/>
          <p:cNvSpPr/>
          <p:nvPr/>
        </p:nvSpPr>
        <p:spPr>
          <a:xfrm>
            <a:off x="7664400" y="4122720"/>
            <a:ext cx="150840" cy="136440"/>
          </a:xfrm>
          <a:prstGeom prst="line">
            <a:avLst/>
          </a:prstGeom>
          <a:ln w="3168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13" name=""/>
          <p:cNvSpPr/>
          <p:nvPr/>
        </p:nvSpPr>
        <p:spPr>
          <a:xfrm>
            <a:off x="7810560" y="4219560"/>
            <a:ext cx="879480" cy="317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1900" strike="noStrike" u="none">
                <a:solidFill>
                  <a:srgbClr val="ffe118"/>
                </a:solidFill>
                <a:effectLst/>
                <a:uFillTx/>
                <a:latin typeface="Arial"/>
              </a:rPr>
              <a:t>NJ-320</a:t>
            </a:r>
            <a:endParaRPr b="0" lang="en-IN" sz="1900" strike="noStrike" u="none">
              <a:solidFill>
                <a:srgbClr val="ffffff"/>
              </a:solidFill>
              <a:effectLst/>
              <a:uFillTx/>
              <a:latin typeface="Times New Roman"/>
            </a:endParaRPr>
          </a:p>
        </p:txBody>
      </p:sp>
      <p:sp>
        <p:nvSpPr>
          <p:cNvPr id="1214" name=""/>
          <p:cNvSpPr/>
          <p:nvPr/>
        </p:nvSpPr>
        <p:spPr>
          <a:xfrm>
            <a:off x="2351160" y="3314880"/>
            <a:ext cx="363600" cy="361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63</a:t>
            </a:r>
            <a:endParaRPr b="0" lang="en-IN" sz="2200" strike="noStrike" u="none">
              <a:solidFill>
                <a:srgbClr val="ffffff"/>
              </a:solidFill>
              <a:effectLst/>
              <a:uFillTx/>
              <a:latin typeface="Times New Roman"/>
            </a:endParaRPr>
          </a:p>
        </p:txBody>
      </p:sp>
      <p:sp>
        <p:nvSpPr>
          <p:cNvPr id="1215" name=""/>
          <p:cNvSpPr/>
          <p:nvPr/>
        </p:nvSpPr>
        <p:spPr>
          <a:xfrm flipH="1" flipV="1">
            <a:off x="7526160" y="3258720"/>
            <a:ext cx="152640" cy="149400"/>
          </a:xfrm>
          <a:prstGeom prst="line">
            <a:avLst/>
          </a:prstGeom>
          <a:ln w="3168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16" name=""/>
          <p:cNvSpPr/>
          <p:nvPr/>
        </p:nvSpPr>
        <p:spPr>
          <a:xfrm>
            <a:off x="7091280" y="3070080"/>
            <a:ext cx="968400" cy="308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1900" strike="noStrike" u="none">
                <a:solidFill>
                  <a:srgbClr val="ffe118"/>
                </a:solidFill>
                <a:effectLst/>
                <a:uFillTx/>
                <a:latin typeface="Arial"/>
              </a:rPr>
              <a:t>VT-96</a:t>
            </a:r>
            <a:endParaRPr b="0" lang="en-IN" sz="1900" strike="noStrike" u="none">
              <a:solidFill>
                <a:srgbClr val="ffffff"/>
              </a:solidFill>
              <a:effectLst/>
              <a:uFillTx/>
              <a:latin typeface="Times New Roman"/>
            </a:endParaRPr>
          </a:p>
        </p:txBody>
      </p:sp>
      <p:sp>
        <p:nvSpPr>
          <p:cNvPr id="1217" name=""/>
          <p:cNvSpPr/>
          <p:nvPr/>
        </p:nvSpPr>
        <p:spPr>
          <a:xfrm>
            <a:off x="3052800" y="3489480"/>
            <a:ext cx="530280" cy="372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266</a:t>
            </a:r>
            <a:endParaRPr b="0" lang="en-IN" sz="2200" strike="noStrike" u="none">
              <a:solidFill>
                <a:srgbClr val="ffffff"/>
              </a:solidFill>
              <a:effectLst/>
              <a:uFillTx/>
              <a:latin typeface="Times New Roman"/>
            </a:endParaRPr>
          </a:p>
        </p:txBody>
      </p:sp>
      <p:sp>
        <p:nvSpPr>
          <p:cNvPr id="1218" name=""/>
          <p:cNvSpPr/>
          <p:nvPr/>
        </p:nvSpPr>
        <p:spPr>
          <a:xfrm>
            <a:off x="4645080" y="3917880"/>
            <a:ext cx="417600" cy="4860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600" strike="noStrike" u="none">
                <a:solidFill>
                  <a:srgbClr val="ffe118"/>
                </a:solidFill>
                <a:effectLst/>
                <a:uFillTx/>
                <a:latin typeface="Arial"/>
              </a:rPr>
              <a:t>89</a:t>
            </a:r>
            <a:endParaRPr b="0" lang="en-IN" sz="2600" strike="noStrike" u="none">
              <a:solidFill>
                <a:srgbClr val="ffffff"/>
              </a:solidFill>
              <a:effectLst/>
              <a:uFillTx/>
              <a:latin typeface="Times New Roman"/>
            </a:endParaRPr>
          </a:p>
        </p:txBody>
      </p:sp>
      <p:sp>
        <p:nvSpPr>
          <p:cNvPr id="1219" name=""/>
          <p:cNvSpPr/>
          <p:nvPr/>
        </p:nvSpPr>
        <p:spPr>
          <a:xfrm>
            <a:off x="6770520" y="4272120"/>
            <a:ext cx="503280" cy="4665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43</a:t>
            </a:r>
            <a:endParaRPr b="0" lang="en-IN" sz="2200" strike="noStrike" u="none">
              <a:solidFill>
                <a:srgbClr val="ffffff"/>
              </a:solidFill>
              <a:effectLst/>
              <a:uFillTx/>
              <a:latin typeface="Times New Roman"/>
            </a:endParaRPr>
          </a:p>
        </p:txBody>
      </p:sp>
      <p:sp>
        <p:nvSpPr>
          <p:cNvPr id="1220" name=""/>
          <p:cNvSpPr/>
          <p:nvPr/>
        </p:nvSpPr>
        <p:spPr>
          <a:xfrm>
            <a:off x="6280200" y="3701880"/>
            <a:ext cx="363600" cy="362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55</a:t>
            </a:r>
            <a:endParaRPr b="0" lang="en-IN" sz="2200" strike="noStrike" u="none">
              <a:solidFill>
                <a:srgbClr val="ffffff"/>
              </a:solidFill>
              <a:effectLst/>
              <a:uFillTx/>
              <a:latin typeface="Times New Roman"/>
            </a:endParaRPr>
          </a:p>
        </p:txBody>
      </p:sp>
      <p:sp>
        <p:nvSpPr>
          <p:cNvPr id="1221" name=""/>
          <p:cNvSpPr/>
          <p:nvPr/>
        </p:nvSpPr>
        <p:spPr>
          <a:xfrm>
            <a:off x="6161040" y="4203720"/>
            <a:ext cx="512640" cy="363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79</a:t>
            </a:r>
            <a:endParaRPr b="0" lang="en-IN" sz="2200" strike="noStrike" u="none">
              <a:solidFill>
                <a:srgbClr val="ffffff"/>
              </a:solidFill>
              <a:effectLst/>
              <a:uFillTx/>
              <a:latin typeface="Times New Roman"/>
            </a:endParaRPr>
          </a:p>
        </p:txBody>
      </p:sp>
      <p:sp>
        <p:nvSpPr>
          <p:cNvPr id="1222" name=""/>
          <p:cNvSpPr/>
          <p:nvPr/>
        </p:nvSpPr>
        <p:spPr>
          <a:xfrm>
            <a:off x="2600280" y="2832120"/>
            <a:ext cx="412920" cy="549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600" strike="noStrike" u="none">
                <a:solidFill>
                  <a:srgbClr val="ffe118"/>
                </a:solidFill>
                <a:effectLst/>
                <a:uFillTx/>
                <a:latin typeface="Arial"/>
              </a:rPr>
              <a:t>71</a:t>
            </a:r>
            <a:endParaRPr b="0" lang="en-IN" sz="2600" strike="noStrike" u="none">
              <a:solidFill>
                <a:srgbClr val="ffffff"/>
              </a:solidFill>
              <a:effectLst/>
              <a:uFillTx/>
              <a:latin typeface="Times New Roman"/>
            </a:endParaRPr>
          </a:p>
        </p:txBody>
      </p:sp>
      <p:sp>
        <p:nvSpPr>
          <p:cNvPr id="1223" name=""/>
          <p:cNvSpPr/>
          <p:nvPr/>
        </p:nvSpPr>
        <p:spPr>
          <a:xfrm>
            <a:off x="3048120" y="4781520"/>
            <a:ext cx="618840" cy="42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600" strike="noStrike" u="none">
                <a:solidFill>
                  <a:srgbClr val="ffe118"/>
                </a:solidFill>
                <a:effectLst/>
                <a:uFillTx/>
                <a:latin typeface="Arial"/>
              </a:rPr>
              <a:t>221</a:t>
            </a:r>
            <a:endParaRPr b="0" lang="en-IN" sz="2600" strike="noStrike" u="none">
              <a:solidFill>
                <a:srgbClr val="ffffff"/>
              </a:solidFill>
              <a:effectLst/>
              <a:uFillTx/>
              <a:latin typeface="Times New Roman"/>
            </a:endParaRPr>
          </a:p>
        </p:txBody>
      </p:sp>
      <p:sp>
        <p:nvSpPr>
          <p:cNvPr id="1224" name=""/>
          <p:cNvSpPr/>
          <p:nvPr/>
        </p:nvSpPr>
        <p:spPr>
          <a:xfrm>
            <a:off x="7896240" y="3697200"/>
            <a:ext cx="222120" cy="177840"/>
          </a:xfrm>
          <a:prstGeom prst="line">
            <a:avLst/>
          </a:prstGeom>
          <a:ln w="3168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25" name=""/>
          <p:cNvSpPr/>
          <p:nvPr/>
        </p:nvSpPr>
        <p:spPr>
          <a:xfrm>
            <a:off x="6107040" y="4707000"/>
            <a:ext cx="352440" cy="496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51</a:t>
            </a:r>
            <a:endParaRPr b="0" lang="en-IN" sz="2200" strike="noStrike" u="none">
              <a:solidFill>
                <a:srgbClr val="ffffff"/>
              </a:solidFill>
              <a:effectLst/>
              <a:uFillTx/>
              <a:latin typeface="Times New Roman"/>
            </a:endParaRPr>
          </a:p>
        </p:txBody>
      </p:sp>
      <p:sp>
        <p:nvSpPr>
          <p:cNvPr id="1226" name=""/>
          <p:cNvSpPr/>
          <p:nvPr/>
        </p:nvSpPr>
        <p:spPr>
          <a:xfrm>
            <a:off x="6626160" y="5187960"/>
            <a:ext cx="531720" cy="546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220</a:t>
            </a:r>
            <a:endParaRPr b="0" lang="en-IN" sz="2200" strike="noStrike" u="none">
              <a:solidFill>
                <a:srgbClr val="ffffff"/>
              </a:solidFill>
              <a:effectLst/>
              <a:uFillTx/>
              <a:latin typeface="Times New Roman"/>
            </a:endParaRPr>
          </a:p>
        </p:txBody>
      </p:sp>
      <p:sp>
        <p:nvSpPr>
          <p:cNvPr id="1227" name=""/>
          <p:cNvSpPr/>
          <p:nvPr/>
        </p:nvSpPr>
        <p:spPr>
          <a:xfrm>
            <a:off x="5160960" y="3159000"/>
            <a:ext cx="552600" cy="362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226</a:t>
            </a:r>
            <a:endParaRPr b="0" lang="en-IN" sz="2200" strike="noStrike" u="none">
              <a:solidFill>
                <a:srgbClr val="ffffff"/>
              </a:solidFill>
              <a:effectLst/>
              <a:uFillTx/>
              <a:latin typeface="Times New Roman"/>
            </a:endParaRPr>
          </a:p>
        </p:txBody>
      </p:sp>
      <p:sp>
        <p:nvSpPr>
          <p:cNvPr id="1228" name=""/>
          <p:cNvSpPr/>
          <p:nvPr/>
        </p:nvSpPr>
        <p:spPr>
          <a:xfrm>
            <a:off x="3711600" y="4946760"/>
            <a:ext cx="419040" cy="426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600" strike="noStrike" u="none">
                <a:solidFill>
                  <a:srgbClr val="ffe118"/>
                </a:solidFill>
                <a:effectLst/>
                <a:uFillTx/>
                <a:latin typeface="Arial"/>
              </a:rPr>
              <a:t>25</a:t>
            </a:r>
            <a:endParaRPr b="0" lang="en-IN" sz="2600" strike="noStrike" u="none">
              <a:solidFill>
                <a:srgbClr val="ffffff"/>
              </a:solidFill>
              <a:effectLst/>
              <a:uFillTx/>
              <a:latin typeface="Times New Roman"/>
            </a:endParaRPr>
          </a:p>
        </p:txBody>
      </p:sp>
      <p:sp>
        <p:nvSpPr>
          <p:cNvPr id="1229" name=""/>
          <p:cNvSpPr/>
          <p:nvPr/>
        </p:nvSpPr>
        <p:spPr>
          <a:xfrm>
            <a:off x="5489640" y="4896000"/>
            <a:ext cx="363600" cy="3632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200" strike="noStrike" u="none">
                <a:solidFill>
                  <a:srgbClr val="ffe118"/>
                </a:solidFill>
                <a:effectLst/>
                <a:uFillTx/>
                <a:latin typeface="Arial"/>
              </a:rPr>
              <a:t>65</a:t>
            </a:r>
            <a:endParaRPr b="0" lang="en-IN" sz="2200" strike="noStrike" u="none">
              <a:solidFill>
                <a:srgbClr val="ffffff"/>
              </a:solidFill>
              <a:effectLst/>
              <a:uFillTx/>
              <a:latin typeface="Times New Roman"/>
            </a:endParaRPr>
          </a:p>
        </p:txBody>
      </p:sp>
      <p:sp>
        <p:nvSpPr>
          <p:cNvPr id="1230" name=""/>
          <p:cNvSpPr/>
          <p:nvPr/>
        </p:nvSpPr>
        <p:spPr>
          <a:xfrm>
            <a:off x="4618080" y="4376880"/>
            <a:ext cx="419040" cy="477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600" strike="noStrike" u="none">
                <a:solidFill>
                  <a:srgbClr val="ffe118"/>
                </a:solidFill>
                <a:effectLst/>
                <a:uFillTx/>
                <a:latin typeface="Arial"/>
              </a:rPr>
              <a:t>49</a:t>
            </a:r>
            <a:endParaRPr b="0" lang="en-IN" sz="2600" strike="noStrike" u="none">
              <a:solidFill>
                <a:srgbClr val="ffffff"/>
              </a:solidFill>
              <a:effectLst/>
              <a:uFillTx/>
              <a:latin typeface="Times New Roman"/>
            </a:endParaRPr>
          </a:p>
        </p:txBody>
      </p:sp>
      <p:sp>
        <p:nvSpPr>
          <p:cNvPr id="1231" name=""/>
          <p:cNvSpPr/>
          <p:nvPr/>
        </p:nvSpPr>
        <p:spPr>
          <a:xfrm>
            <a:off x="3573360" y="3100320"/>
            <a:ext cx="420840" cy="424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2600" strike="noStrike" u="none">
                <a:solidFill>
                  <a:srgbClr val="ffe118"/>
                </a:solidFill>
                <a:effectLst/>
                <a:uFillTx/>
                <a:latin typeface="Arial"/>
              </a:rPr>
              <a:t>42</a:t>
            </a:r>
            <a:endParaRPr b="0" lang="en-IN" sz="2600" strike="noStrike" u="none">
              <a:solidFill>
                <a:srgbClr val="ffffff"/>
              </a:solidFill>
              <a:effectLst/>
              <a:uFillTx/>
              <a:latin typeface="Times New Roman"/>
            </a:endParaRPr>
          </a:p>
        </p:txBody>
      </p:sp>
      <p:sp>
        <p:nvSpPr>
          <p:cNvPr id="1232" name=""/>
          <p:cNvSpPr/>
          <p:nvPr/>
        </p:nvSpPr>
        <p:spPr>
          <a:xfrm>
            <a:off x="7485120" y="4272120"/>
            <a:ext cx="234720" cy="218880"/>
          </a:xfrm>
          <a:prstGeom prst="line">
            <a:avLst/>
          </a:prstGeom>
          <a:ln w="3168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33" name=""/>
          <p:cNvSpPr/>
          <p:nvPr/>
        </p:nvSpPr>
        <p:spPr>
          <a:xfrm>
            <a:off x="7612200" y="4672080"/>
            <a:ext cx="1108080" cy="306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IN" sz="1900" strike="noStrike" u="none">
                <a:solidFill>
                  <a:srgbClr val="ffe118"/>
                </a:solidFill>
                <a:effectLst/>
                <a:uFillTx/>
                <a:latin typeface="Arial"/>
              </a:rPr>
              <a:t>MD-22</a:t>
            </a:r>
            <a:endParaRPr b="0" lang="en-IN" sz="1900" strike="noStrike" u="none">
              <a:solidFill>
                <a:srgbClr val="ffffff"/>
              </a:solidFill>
              <a:effectLst/>
              <a:uFillTx/>
              <a:latin typeface="Times New Roman"/>
            </a:endParaRPr>
          </a:p>
        </p:txBody>
      </p:sp>
      <p:sp>
        <p:nvSpPr>
          <p:cNvPr id="1234" name=""/>
          <p:cNvSpPr/>
          <p:nvPr/>
        </p:nvSpPr>
        <p:spPr>
          <a:xfrm>
            <a:off x="4489560" y="3537000"/>
            <a:ext cx="531720" cy="431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200" strike="noStrike" u="none">
                <a:solidFill>
                  <a:srgbClr val="ffe118"/>
                </a:solidFill>
                <a:effectLst/>
                <a:uFillTx/>
                <a:latin typeface="Arial"/>
              </a:rPr>
              <a:t>217</a:t>
            </a:r>
            <a:endParaRPr b="0" lang="en-IN" sz="2200" strike="noStrike" u="none">
              <a:solidFill>
                <a:srgbClr val="ffffff"/>
              </a:solidFill>
              <a:effectLst/>
              <a:uFillTx/>
              <a:latin typeface="Times New Roman"/>
            </a:endParaRPr>
          </a:p>
        </p:txBody>
      </p:sp>
      <p:sp>
        <p:nvSpPr>
          <p:cNvPr id="1235" name=""/>
          <p:cNvSpPr/>
          <p:nvPr/>
        </p:nvSpPr>
        <p:spPr>
          <a:xfrm>
            <a:off x="7873920" y="2967120"/>
            <a:ext cx="354240" cy="7380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200" strike="noStrike" u="none">
                <a:solidFill>
                  <a:srgbClr val="ffe118"/>
                </a:solidFill>
                <a:effectLst/>
                <a:uFillTx/>
                <a:latin typeface="Arial"/>
              </a:rPr>
              <a:t>35</a:t>
            </a:r>
            <a:endParaRPr b="0" lang="en-IN" sz="2200" strike="noStrike" u="none">
              <a:solidFill>
                <a:srgbClr val="ffffff"/>
              </a:solidFill>
              <a:effectLst/>
              <a:uFillTx/>
              <a:latin typeface="Times New Roman"/>
            </a:endParaRPr>
          </a:p>
        </p:txBody>
      </p:sp>
      <p:sp>
        <p:nvSpPr>
          <p:cNvPr id="1236" name=""/>
          <p:cNvSpPr/>
          <p:nvPr/>
        </p:nvSpPr>
        <p:spPr>
          <a:xfrm>
            <a:off x="7815240" y="3560760"/>
            <a:ext cx="233280" cy="27000"/>
          </a:xfrm>
          <a:prstGeom prst="line">
            <a:avLst/>
          </a:prstGeom>
          <a:ln w="31680">
            <a:solidFill>
              <a:srgbClr val="000000"/>
            </a:solidFill>
            <a:miter/>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1237" name=""/>
          <p:cNvSpPr/>
          <p:nvPr/>
        </p:nvSpPr>
        <p:spPr>
          <a:xfrm>
            <a:off x="7869240" y="3341520"/>
            <a:ext cx="898560" cy="428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e118"/>
                </a:solidFill>
                <a:effectLst/>
                <a:uFillTx/>
                <a:latin typeface="Arial"/>
              </a:rPr>
              <a:t>NH-14</a:t>
            </a:r>
            <a:endParaRPr b="0" lang="en-IN" sz="1900" strike="noStrike" u="none">
              <a:solidFill>
                <a:srgbClr val="ffffff"/>
              </a:solidFill>
              <a:effectLst/>
              <a:uFillTx/>
              <a:latin typeface="Times New Roman"/>
            </a:endParaRPr>
          </a:p>
        </p:txBody>
      </p:sp>
      <p:sp>
        <p:nvSpPr>
          <p:cNvPr id="1238" name=""/>
          <p:cNvSpPr/>
          <p:nvPr/>
        </p:nvSpPr>
        <p:spPr>
          <a:xfrm>
            <a:off x="3305160" y="4164120"/>
            <a:ext cx="419040" cy="433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600" strike="noStrike" u="none">
                <a:solidFill>
                  <a:srgbClr val="ffe118"/>
                </a:solidFill>
                <a:effectLst/>
                <a:uFillTx/>
                <a:latin typeface="Arial"/>
              </a:rPr>
              <a:t>16</a:t>
            </a:r>
            <a:endParaRPr b="0" lang="en-IN" sz="2600" strike="noStrike" u="none">
              <a:solidFill>
                <a:srgbClr val="ffffff"/>
              </a:solidFill>
              <a:effectLst/>
              <a:uFillTx/>
              <a:latin typeface="Times New Roman"/>
            </a:endParaRPr>
          </a:p>
        </p:txBody>
      </p:sp>
      <p:sp>
        <p:nvSpPr>
          <p:cNvPr id="1239" name=""/>
          <p:cNvSpPr/>
          <p:nvPr/>
        </p:nvSpPr>
        <p:spPr>
          <a:xfrm flipH="1">
            <a:off x="7719840" y="4505400"/>
            <a:ext cx="12960" cy="69840"/>
          </a:xfrm>
          <a:prstGeom prst="line">
            <a:avLst/>
          </a:prstGeom>
          <a:ln w="47520">
            <a:solidFill>
              <a:srgbClr val="000000"/>
            </a:solidFill>
            <a:miter/>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1240" name=""/>
          <p:cNvSpPr/>
          <p:nvPr/>
        </p:nvSpPr>
        <p:spPr>
          <a:xfrm>
            <a:off x="7815240" y="3848040"/>
            <a:ext cx="123840" cy="109440"/>
          </a:xfrm>
          <a:prstGeom prst="line">
            <a:avLst/>
          </a:prstGeom>
          <a:ln w="4752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41" name=""/>
          <p:cNvSpPr/>
          <p:nvPr/>
        </p:nvSpPr>
        <p:spPr>
          <a:xfrm>
            <a:off x="7815240" y="3916440"/>
            <a:ext cx="863640" cy="384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e118"/>
                </a:solidFill>
                <a:effectLst/>
                <a:uFillTx/>
                <a:latin typeface="Arial"/>
              </a:rPr>
              <a:t>CT- 19</a:t>
            </a:r>
            <a:endParaRPr b="0" lang="en-IN" sz="1900" strike="noStrike" u="none">
              <a:solidFill>
                <a:srgbClr val="ffffff"/>
              </a:solidFill>
              <a:effectLst/>
              <a:uFillTx/>
              <a:latin typeface="Times New Roman"/>
            </a:endParaRPr>
          </a:p>
        </p:txBody>
      </p:sp>
      <p:sp>
        <p:nvSpPr>
          <p:cNvPr id="1242" name=""/>
          <p:cNvSpPr/>
          <p:nvPr/>
        </p:nvSpPr>
        <p:spPr>
          <a:xfrm>
            <a:off x="2808360" y="3994200"/>
            <a:ext cx="252360" cy="4730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600" strike="noStrike" u="none">
                <a:solidFill>
                  <a:srgbClr val="ffe118"/>
                </a:solidFill>
                <a:effectLst/>
                <a:uFillTx/>
                <a:latin typeface="Arial"/>
              </a:rPr>
              <a:t>2</a:t>
            </a:r>
            <a:endParaRPr b="0" lang="en-IN" sz="2600" strike="noStrike" u="none">
              <a:solidFill>
                <a:srgbClr val="ffffff"/>
              </a:solidFill>
              <a:effectLst/>
              <a:uFillTx/>
              <a:latin typeface="Times New Roman"/>
            </a:endParaRPr>
          </a:p>
        </p:txBody>
      </p:sp>
      <p:sp>
        <p:nvSpPr>
          <p:cNvPr id="1243" name=""/>
          <p:cNvSpPr/>
          <p:nvPr/>
        </p:nvSpPr>
        <p:spPr>
          <a:xfrm>
            <a:off x="6861240" y="5672160"/>
            <a:ext cx="527040" cy="379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200" strike="noStrike" u="none">
                <a:solidFill>
                  <a:srgbClr val="ffe118"/>
                </a:solidFill>
                <a:effectLst/>
                <a:uFillTx/>
                <a:latin typeface="Arial"/>
              </a:rPr>
              <a:t>182</a:t>
            </a:r>
            <a:endParaRPr b="0" lang="en-IN" sz="2200" strike="noStrike" u="none">
              <a:solidFill>
                <a:srgbClr val="ffffff"/>
              </a:solidFill>
              <a:effectLst/>
              <a:uFillTx/>
              <a:latin typeface="Times New Roman"/>
            </a:endParaRPr>
          </a:p>
        </p:txBody>
      </p:sp>
      <p:sp>
        <p:nvSpPr>
          <p:cNvPr id="1244" name=""/>
          <p:cNvSpPr/>
          <p:nvPr/>
        </p:nvSpPr>
        <p:spPr>
          <a:xfrm>
            <a:off x="1893960" y="5132520"/>
            <a:ext cx="942840" cy="825480"/>
          </a:xfrm>
          <a:custGeom>
            <a:avLst/>
            <a:gdLst/>
            <a:ahLst/>
            <a:rect l="l" t="t" r="r" b="b"/>
            <a:pathLst>
              <a:path w="594" h="520">
                <a:moveTo>
                  <a:pt x="0" y="448"/>
                </a:moveTo>
                <a:lnTo>
                  <a:pt x="0" y="448"/>
                </a:lnTo>
                <a:lnTo>
                  <a:pt x="5" y="441"/>
                </a:lnTo>
                <a:lnTo>
                  <a:pt x="9" y="442"/>
                </a:lnTo>
                <a:lnTo>
                  <a:pt x="35" y="426"/>
                </a:lnTo>
                <a:lnTo>
                  <a:pt x="51" y="430"/>
                </a:lnTo>
                <a:lnTo>
                  <a:pt x="54" y="437"/>
                </a:lnTo>
                <a:lnTo>
                  <a:pt x="57" y="432"/>
                </a:lnTo>
                <a:lnTo>
                  <a:pt x="71" y="422"/>
                </a:lnTo>
                <a:lnTo>
                  <a:pt x="96" y="416"/>
                </a:lnTo>
                <a:lnTo>
                  <a:pt x="118" y="401"/>
                </a:lnTo>
                <a:lnTo>
                  <a:pt x="121" y="403"/>
                </a:lnTo>
                <a:lnTo>
                  <a:pt x="128" y="382"/>
                </a:lnTo>
                <a:lnTo>
                  <a:pt x="142" y="366"/>
                </a:lnTo>
                <a:lnTo>
                  <a:pt x="118" y="366"/>
                </a:lnTo>
                <a:lnTo>
                  <a:pt x="125" y="357"/>
                </a:lnTo>
                <a:lnTo>
                  <a:pt x="132" y="357"/>
                </a:lnTo>
                <a:lnTo>
                  <a:pt x="123" y="354"/>
                </a:lnTo>
                <a:lnTo>
                  <a:pt x="115" y="364"/>
                </a:lnTo>
                <a:lnTo>
                  <a:pt x="112" y="369"/>
                </a:lnTo>
                <a:lnTo>
                  <a:pt x="101" y="353"/>
                </a:lnTo>
                <a:lnTo>
                  <a:pt x="96" y="355"/>
                </a:lnTo>
                <a:lnTo>
                  <a:pt x="89" y="346"/>
                </a:lnTo>
                <a:lnTo>
                  <a:pt x="73" y="352"/>
                </a:lnTo>
                <a:lnTo>
                  <a:pt x="68" y="352"/>
                </a:lnTo>
                <a:lnTo>
                  <a:pt x="55" y="347"/>
                </a:lnTo>
                <a:lnTo>
                  <a:pt x="69" y="337"/>
                </a:lnTo>
                <a:lnTo>
                  <a:pt x="68" y="333"/>
                </a:lnTo>
                <a:lnTo>
                  <a:pt x="71" y="324"/>
                </a:lnTo>
                <a:lnTo>
                  <a:pt x="69" y="301"/>
                </a:lnTo>
                <a:lnTo>
                  <a:pt x="83" y="291"/>
                </a:lnTo>
                <a:lnTo>
                  <a:pt x="68" y="299"/>
                </a:lnTo>
                <a:lnTo>
                  <a:pt x="68" y="305"/>
                </a:lnTo>
                <a:lnTo>
                  <a:pt x="57" y="311"/>
                </a:lnTo>
                <a:lnTo>
                  <a:pt x="43" y="306"/>
                </a:lnTo>
                <a:lnTo>
                  <a:pt x="40" y="287"/>
                </a:lnTo>
                <a:lnTo>
                  <a:pt x="31" y="278"/>
                </a:lnTo>
                <a:lnTo>
                  <a:pt x="32" y="273"/>
                </a:lnTo>
                <a:lnTo>
                  <a:pt x="38" y="273"/>
                </a:lnTo>
                <a:lnTo>
                  <a:pt x="41" y="269"/>
                </a:lnTo>
                <a:lnTo>
                  <a:pt x="45" y="268"/>
                </a:lnTo>
                <a:lnTo>
                  <a:pt x="42" y="268"/>
                </a:lnTo>
                <a:lnTo>
                  <a:pt x="45" y="265"/>
                </a:lnTo>
                <a:lnTo>
                  <a:pt x="40" y="260"/>
                </a:lnTo>
                <a:lnTo>
                  <a:pt x="37" y="263"/>
                </a:lnTo>
                <a:lnTo>
                  <a:pt x="31" y="246"/>
                </a:lnTo>
                <a:lnTo>
                  <a:pt x="36" y="238"/>
                </a:lnTo>
                <a:lnTo>
                  <a:pt x="65" y="220"/>
                </a:lnTo>
                <a:lnTo>
                  <a:pt x="74" y="209"/>
                </a:lnTo>
                <a:lnTo>
                  <a:pt x="82" y="208"/>
                </a:lnTo>
                <a:lnTo>
                  <a:pt x="93" y="216"/>
                </a:lnTo>
                <a:lnTo>
                  <a:pt x="102" y="215"/>
                </a:lnTo>
                <a:lnTo>
                  <a:pt x="107" y="210"/>
                </a:lnTo>
                <a:lnTo>
                  <a:pt x="127" y="214"/>
                </a:lnTo>
                <a:lnTo>
                  <a:pt x="132" y="196"/>
                </a:lnTo>
                <a:lnTo>
                  <a:pt x="127" y="187"/>
                </a:lnTo>
                <a:lnTo>
                  <a:pt x="140" y="182"/>
                </a:lnTo>
                <a:lnTo>
                  <a:pt x="128" y="177"/>
                </a:lnTo>
                <a:lnTo>
                  <a:pt x="112" y="186"/>
                </a:lnTo>
                <a:lnTo>
                  <a:pt x="111" y="176"/>
                </a:lnTo>
                <a:lnTo>
                  <a:pt x="83" y="171"/>
                </a:lnTo>
                <a:lnTo>
                  <a:pt x="68" y="157"/>
                </a:lnTo>
                <a:lnTo>
                  <a:pt x="67" y="138"/>
                </a:lnTo>
                <a:lnTo>
                  <a:pt x="77" y="142"/>
                </a:lnTo>
                <a:lnTo>
                  <a:pt x="59" y="120"/>
                </a:lnTo>
                <a:lnTo>
                  <a:pt x="116" y="114"/>
                </a:lnTo>
                <a:lnTo>
                  <a:pt x="119" y="116"/>
                </a:lnTo>
                <a:lnTo>
                  <a:pt x="115" y="125"/>
                </a:lnTo>
                <a:lnTo>
                  <a:pt x="140" y="141"/>
                </a:lnTo>
                <a:lnTo>
                  <a:pt x="154" y="138"/>
                </a:lnTo>
                <a:lnTo>
                  <a:pt x="152" y="133"/>
                </a:lnTo>
                <a:lnTo>
                  <a:pt x="142" y="130"/>
                </a:lnTo>
                <a:lnTo>
                  <a:pt x="139" y="112"/>
                </a:lnTo>
                <a:lnTo>
                  <a:pt x="145" y="118"/>
                </a:lnTo>
                <a:lnTo>
                  <a:pt x="147" y="128"/>
                </a:lnTo>
                <a:lnTo>
                  <a:pt x="161" y="135"/>
                </a:lnTo>
                <a:lnTo>
                  <a:pt x="171" y="137"/>
                </a:lnTo>
                <a:lnTo>
                  <a:pt x="169" y="128"/>
                </a:lnTo>
                <a:lnTo>
                  <a:pt x="149" y="123"/>
                </a:lnTo>
                <a:lnTo>
                  <a:pt x="153" y="113"/>
                </a:lnTo>
                <a:lnTo>
                  <a:pt x="130" y="102"/>
                </a:lnTo>
                <a:lnTo>
                  <a:pt x="132" y="86"/>
                </a:lnTo>
                <a:lnTo>
                  <a:pt x="127" y="75"/>
                </a:lnTo>
                <a:lnTo>
                  <a:pt x="109" y="54"/>
                </a:lnTo>
                <a:lnTo>
                  <a:pt x="116" y="53"/>
                </a:lnTo>
                <a:lnTo>
                  <a:pt x="126" y="37"/>
                </a:lnTo>
                <a:lnTo>
                  <a:pt x="145" y="45"/>
                </a:lnTo>
                <a:lnTo>
                  <a:pt x="162" y="39"/>
                </a:lnTo>
                <a:lnTo>
                  <a:pt x="187" y="16"/>
                </a:lnTo>
                <a:lnTo>
                  <a:pt x="192" y="19"/>
                </a:lnTo>
                <a:lnTo>
                  <a:pt x="207" y="14"/>
                </a:lnTo>
                <a:lnTo>
                  <a:pt x="207" y="19"/>
                </a:lnTo>
                <a:lnTo>
                  <a:pt x="215" y="18"/>
                </a:lnTo>
                <a:lnTo>
                  <a:pt x="210" y="16"/>
                </a:lnTo>
                <a:lnTo>
                  <a:pt x="232" y="15"/>
                </a:lnTo>
                <a:lnTo>
                  <a:pt x="249" y="0"/>
                </a:lnTo>
                <a:lnTo>
                  <a:pt x="255" y="12"/>
                </a:lnTo>
                <a:lnTo>
                  <a:pt x="253" y="20"/>
                </a:lnTo>
                <a:lnTo>
                  <a:pt x="258" y="21"/>
                </a:lnTo>
                <a:lnTo>
                  <a:pt x="261" y="14"/>
                </a:lnTo>
                <a:lnTo>
                  <a:pt x="271" y="27"/>
                </a:lnTo>
                <a:lnTo>
                  <a:pt x="289" y="27"/>
                </a:lnTo>
                <a:lnTo>
                  <a:pt x="290" y="37"/>
                </a:lnTo>
                <a:lnTo>
                  <a:pt x="318" y="43"/>
                </a:lnTo>
                <a:lnTo>
                  <a:pt x="318" y="52"/>
                </a:lnTo>
                <a:lnTo>
                  <a:pt x="327" y="48"/>
                </a:lnTo>
                <a:lnTo>
                  <a:pt x="334" y="59"/>
                </a:lnTo>
                <a:lnTo>
                  <a:pt x="350" y="57"/>
                </a:lnTo>
                <a:lnTo>
                  <a:pt x="365" y="65"/>
                </a:lnTo>
                <a:lnTo>
                  <a:pt x="380" y="59"/>
                </a:lnTo>
                <a:lnTo>
                  <a:pt x="380" y="62"/>
                </a:lnTo>
                <a:lnTo>
                  <a:pt x="386" y="61"/>
                </a:lnTo>
                <a:lnTo>
                  <a:pt x="409" y="77"/>
                </a:lnTo>
                <a:lnTo>
                  <a:pt x="404" y="358"/>
                </a:lnTo>
                <a:lnTo>
                  <a:pt x="433" y="359"/>
                </a:lnTo>
                <a:lnTo>
                  <a:pt x="431" y="367"/>
                </a:lnTo>
                <a:lnTo>
                  <a:pt x="440" y="375"/>
                </a:lnTo>
                <a:lnTo>
                  <a:pt x="457" y="391"/>
                </a:lnTo>
                <a:lnTo>
                  <a:pt x="460" y="399"/>
                </a:lnTo>
                <a:lnTo>
                  <a:pt x="474" y="391"/>
                </a:lnTo>
                <a:lnTo>
                  <a:pt x="479" y="382"/>
                </a:lnTo>
                <a:lnTo>
                  <a:pt x="487" y="375"/>
                </a:lnTo>
                <a:lnTo>
                  <a:pt x="489" y="374"/>
                </a:lnTo>
                <a:lnTo>
                  <a:pt x="498" y="383"/>
                </a:lnTo>
                <a:lnTo>
                  <a:pt x="496" y="389"/>
                </a:lnTo>
                <a:lnTo>
                  <a:pt x="504" y="391"/>
                </a:lnTo>
                <a:lnTo>
                  <a:pt x="509" y="394"/>
                </a:lnTo>
                <a:lnTo>
                  <a:pt x="511" y="399"/>
                </a:lnTo>
                <a:lnTo>
                  <a:pt x="520" y="405"/>
                </a:lnTo>
                <a:lnTo>
                  <a:pt x="556" y="467"/>
                </a:lnTo>
                <a:lnTo>
                  <a:pt x="571" y="470"/>
                </a:lnTo>
                <a:lnTo>
                  <a:pt x="592" y="480"/>
                </a:lnTo>
                <a:lnTo>
                  <a:pt x="593" y="485"/>
                </a:lnTo>
                <a:lnTo>
                  <a:pt x="587" y="488"/>
                </a:lnTo>
                <a:lnTo>
                  <a:pt x="587" y="499"/>
                </a:lnTo>
                <a:lnTo>
                  <a:pt x="581" y="519"/>
                </a:lnTo>
                <a:lnTo>
                  <a:pt x="580" y="512"/>
                </a:lnTo>
                <a:lnTo>
                  <a:pt x="576" y="517"/>
                </a:lnTo>
                <a:lnTo>
                  <a:pt x="572" y="511"/>
                </a:lnTo>
                <a:lnTo>
                  <a:pt x="576" y="507"/>
                </a:lnTo>
                <a:lnTo>
                  <a:pt x="574" y="499"/>
                </a:lnTo>
                <a:lnTo>
                  <a:pt x="574" y="496"/>
                </a:lnTo>
                <a:lnTo>
                  <a:pt x="570" y="483"/>
                </a:lnTo>
                <a:lnTo>
                  <a:pt x="565" y="482"/>
                </a:lnTo>
                <a:lnTo>
                  <a:pt x="556" y="486"/>
                </a:lnTo>
                <a:lnTo>
                  <a:pt x="555" y="493"/>
                </a:lnTo>
                <a:lnTo>
                  <a:pt x="549" y="494"/>
                </a:lnTo>
                <a:lnTo>
                  <a:pt x="549" y="491"/>
                </a:lnTo>
                <a:lnTo>
                  <a:pt x="553" y="486"/>
                </a:lnTo>
                <a:lnTo>
                  <a:pt x="555" y="478"/>
                </a:lnTo>
                <a:lnTo>
                  <a:pt x="551" y="479"/>
                </a:lnTo>
                <a:lnTo>
                  <a:pt x="549" y="486"/>
                </a:lnTo>
                <a:lnTo>
                  <a:pt x="532" y="475"/>
                </a:lnTo>
                <a:lnTo>
                  <a:pt x="532" y="472"/>
                </a:lnTo>
                <a:lnTo>
                  <a:pt x="542" y="472"/>
                </a:lnTo>
                <a:lnTo>
                  <a:pt x="545" y="467"/>
                </a:lnTo>
                <a:lnTo>
                  <a:pt x="551" y="465"/>
                </a:lnTo>
                <a:lnTo>
                  <a:pt x="550" y="462"/>
                </a:lnTo>
                <a:lnTo>
                  <a:pt x="542" y="463"/>
                </a:lnTo>
                <a:lnTo>
                  <a:pt x="541" y="450"/>
                </a:lnTo>
                <a:lnTo>
                  <a:pt x="526" y="449"/>
                </a:lnTo>
                <a:lnTo>
                  <a:pt x="521" y="437"/>
                </a:lnTo>
                <a:lnTo>
                  <a:pt x="528" y="427"/>
                </a:lnTo>
                <a:lnTo>
                  <a:pt x="521" y="427"/>
                </a:lnTo>
                <a:lnTo>
                  <a:pt x="519" y="423"/>
                </a:lnTo>
                <a:lnTo>
                  <a:pt x="515" y="425"/>
                </a:lnTo>
                <a:lnTo>
                  <a:pt x="512" y="420"/>
                </a:lnTo>
                <a:lnTo>
                  <a:pt x="520" y="412"/>
                </a:lnTo>
                <a:lnTo>
                  <a:pt x="514" y="412"/>
                </a:lnTo>
                <a:lnTo>
                  <a:pt x="512" y="416"/>
                </a:lnTo>
                <a:lnTo>
                  <a:pt x="509" y="417"/>
                </a:lnTo>
                <a:lnTo>
                  <a:pt x="503" y="416"/>
                </a:lnTo>
                <a:lnTo>
                  <a:pt x="501" y="406"/>
                </a:lnTo>
                <a:lnTo>
                  <a:pt x="495" y="396"/>
                </a:lnTo>
                <a:lnTo>
                  <a:pt x="495" y="392"/>
                </a:lnTo>
                <a:lnTo>
                  <a:pt x="491" y="389"/>
                </a:lnTo>
                <a:lnTo>
                  <a:pt x="491" y="383"/>
                </a:lnTo>
                <a:lnTo>
                  <a:pt x="490" y="385"/>
                </a:lnTo>
                <a:lnTo>
                  <a:pt x="491" y="401"/>
                </a:lnTo>
                <a:lnTo>
                  <a:pt x="499" y="416"/>
                </a:lnTo>
                <a:lnTo>
                  <a:pt x="519" y="432"/>
                </a:lnTo>
                <a:lnTo>
                  <a:pt x="519" y="435"/>
                </a:lnTo>
                <a:lnTo>
                  <a:pt x="514" y="435"/>
                </a:lnTo>
                <a:lnTo>
                  <a:pt x="512" y="437"/>
                </a:lnTo>
                <a:lnTo>
                  <a:pt x="515" y="437"/>
                </a:lnTo>
                <a:lnTo>
                  <a:pt x="517" y="448"/>
                </a:lnTo>
                <a:lnTo>
                  <a:pt x="531" y="456"/>
                </a:lnTo>
                <a:lnTo>
                  <a:pt x="537" y="469"/>
                </a:lnTo>
                <a:lnTo>
                  <a:pt x="521" y="471"/>
                </a:lnTo>
                <a:lnTo>
                  <a:pt x="512" y="490"/>
                </a:lnTo>
                <a:lnTo>
                  <a:pt x="511" y="456"/>
                </a:lnTo>
                <a:lnTo>
                  <a:pt x="509" y="453"/>
                </a:lnTo>
                <a:lnTo>
                  <a:pt x="508" y="446"/>
                </a:lnTo>
                <a:lnTo>
                  <a:pt x="511" y="446"/>
                </a:lnTo>
                <a:lnTo>
                  <a:pt x="498" y="420"/>
                </a:lnTo>
                <a:lnTo>
                  <a:pt x="491" y="418"/>
                </a:lnTo>
                <a:lnTo>
                  <a:pt x="491" y="414"/>
                </a:lnTo>
                <a:lnTo>
                  <a:pt x="487" y="415"/>
                </a:lnTo>
                <a:lnTo>
                  <a:pt x="484" y="412"/>
                </a:lnTo>
                <a:lnTo>
                  <a:pt x="483" y="397"/>
                </a:lnTo>
                <a:lnTo>
                  <a:pt x="480" y="402"/>
                </a:lnTo>
                <a:lnTo>
                  <a:pt x="468" y="398"/>
                </a:lnTo>
                <a:lnTo>
                  <a:pt x="468" y="401"/>
                </a:lnTo>
                <a:lnTo>
                  <a:pt x="479" y="410"/>
                </a:lnTo>
                <a:lnTo>
                  <a:pt x="473" y="411"/>
                </a:lnTo>
                <a:lnTo>
                  <a:pt x="473" y="418"/>
                </a:lnTo>
                <a:lnTo>
                  <a:pt x="462" y="413"/>
                </a:lnTo>
                <a:lnTo>
                  <a:pt x="447" y="398"/>
                </a:lnTo>
                <a:lnTo>
                  <a:pt x="428" y="386"/>
                </a:lnTo>
                <a:lnTo>
                  <a:pt x="413" y="386"/>
                </a:lnTo>
                <a:lnTo>
                  <a:pt x="424" y="372"/>
                </a:lnTo>
                <a:lnTo>
                  <a:pt x="430" y="379"/>
                </a:lnTo>
                <a:lnTo>
                  <a:pt x="430" y="372"/>
                </a:lnTo>
                <a:lnTo>
                  <a:pt x="423" y="366"/>
                </a:lnTo>
                <a:lnTo>
                  <a:pt x="415" y="377"/>
                </a:lnTo>
                <a:lnTo>
                  <a:pt x="403" y="375"/>
                </a:lnTo>
                <a:lnTo>
                  <a:pt x="349" y="366"/>
                </a:lnTo>
                <a:lnTo>
                  <a:pt x="351" y="357"/>
                </a:lnTo>
                <a:lnTo>
                  <a:pt x="345" y="360"/>
                </a:lnTo>
                <a:lnTo>
                  <a:pt x="340" y="352"/>
                </a:lnTo>
                <a:lnTo>
                  <a:pt x="332" y="355"/>
                </a:lnTo>
                <a:lnTo>
                  <a:pt x="330" y="349"/>
                </a:lnTo>
                <a:lnTo>
                  <a:pt x="314" y="355"/>
                </a:lnTo>
                <a:lnTo>
                  <a:pt x="314" y="350"/>
                </a:lnTo>
                <a:lnTo>
                  <a:pt x="320" y="341"/>
                </a:lnTo>
                <a:lnTo>
                  <a:pt x="315" y="340"/>
                </a:lnTo>
                <a:lnTo>
                  <a:pt x="322" y="338"/>
                </a:lnTo>
                <a:lnTo>
                  <a:pt x="305" y="339"/>
                </a:lnTo>
                <a:lnTo>
                  <a:pt x="301" y="335"/>
                </a:lnTo>
                <a:lnTo>
                  <a:pt x="296" y="336"/>
                </a:lnTo>
                <a:lnTo>
                  <a:pt x="295" y="333"/>
                </a:lnTo>
                <a:lnTo>
                  <a:pt x="298" y="328"/>
                </a:lnTo>
                <a:lnTo>
                  <a:pt x="290" y="329"/>
                </a:lnTo>
                <a:lnTo>
                  <a:pt x="291" y="333"/>
                </a:lnTo>
                <a:lnTo>
                  <a:pt x="286" y="336"/>
                </a:lnTo>
                <a:lnTo>
                  <a:pt x="291" y="336"/>
                </a:lnTo>
                <a:lnTo>
                  <a:pt x="290" y="343"/>
                </a:lnTo>
                <a:lnTo>
                  <a:pt x="295" y="347"/>
                </a:lnTo>
                <a:lnTo>
                  <a:pt x="300" y="352"/>
                </a:lnTo>
                <a:lnTo>
                  <a:pt x="310" y="347"/>
                </a:lnTo>
                <a:lnTo>
                  <a:pt x="306" y="366"/>
                </a:lnTo>
                <a:lnTo>
                  <a:pt x="291" y="366"/>
                </a:lnTo>
                <a:lnTo>
                  <a:pt x="291" y="360"/>
                </a:lnTo>
                <a:lnTo>
                  <a:pt x="286" y="357"/>
                </a:lnTo>
                <a:lnTo>
                  <a:pt x="275" y="360"/>
                </a:lnTo>
                <a:lnTo>
                  <a:pt x="275" y="355"/>
                </a:lnTo>
                <a:lnTo>
                  <a:pt x="271" y="360"/>
                </a:lnTo>
                <a:lnTo>
                  <a:pt x="271" y="354"/>
                </a:lnTo>
                <a:lnTo>
                  <a:pt x="261" y="352"/>
                </a:lnTo>
                <a:lnTo>
                  <a:pt x="267" y="364"/>
                </a:lnTo>
                <a:lnTo>
                  <a:pt x="266" y="367"/>
                </a:lnTo>
                <a:lnTo>
                  <a:pt x="266" y="367"/>
                </a:lnTo>
                <a:lnTo>
                  <a:pt x="261" y="365"/>
                </a:lnTo>
                <a:lnTo>
                  <a:pt x="251" y="368"/>
                </a:lnTo>
                <a:lnTo>
                  <a:pt x="249" y="366"/>
                </a:lnTo>
                <a:lnTo>
                  <a:pt x="240" y="379"/>
                </a:lnTo>
                <a:lnTo>
                  <a:pt x="238" y="374"/>
                </a:lnTo>
                <a:lnTo>
                  <a:pt x="235" y="377"/>
                </a:lnTo>
                <a:lnTo>
                  <a:pt x="228" y="374"/>
                </a:lnTo>
                <a:lnTo>
                  <a:pt x="228" y="367"/>
                </a:lnTo>
                <a:lnTo>
                  <a:pt x="237" y="368"/>
                </a:lnTo>
                <a:lnTo>
                  <a:pt x="240" y="363"/>
                </a:lnTo>
                <a:lnTo>
                  <a:pt x="227" y="360"/>
                </a:lnTo>
                <a:lnTo>
                  <a:pt x="241" y="331"/>
                </a:lnTo>
                <a:lnTo>
                  <a:pt x="266" y="325"/>
                </a:lnTo>
                <a:lnTo>
                  <a:pt x="262" y="317"/>
                </a:lnTo>
                <a:lnTo>
                  <a:pt x="277" y="311"/>
                </a:lnTo>
                <a:lnTo>
                  <a:pt x="256" y="315"/>
                </a:lnTo>
                <a:lnTo>
                  <a:pt x="263" y="301"/>
                </a:lnTo>
                <a:lnTo>
                  <a:pt x="252" y="317"/>
                </a:lnTo>
                <a:lnTo>
                  <a:pt x="240" y="321"/>
                </a:lnTo>
                <a:lnTo>
                  <a:pt x="224" y="339"/>
                </a:lnTo>
                <a:lnTo>
                  <a:pt x="213" y="339"/>
                </a:lnTo>
                <a:lnTo>
                  <a:pt x="219" y="350"/>
                </a:lnTo>
                <a:lnTo>
                  <a:pt x="189" y="368"/>
                </a:lnTo>
                <a:lnTo>
                  <a:pt x="203" y="374"/>
                </a:lnTo>
                <a:lnTo>
                  <a:pt x="198" y="383"/>
                </a:lnTo>
                <a:lnTo>
                  <a:pt x="135" y="422"/>
                </a:lnTo>
                <a:lnTo>
                  <a:pt x="88" y="430"/>
                </a:lnTo>
                <a:lnTo>
                  <a:pt x="101" y="436"/>
                </a:lnTo>
                <a:lnTo>
                  <a:pt x="74" y="447"/>
                </a:lnTo>
                <a:lnTo>
                  <a:pt x="68" y="443"/>
                </a:lnTo>
                <a:lnTo>
                  <a:pt x="52" y="446"/>
                </a:lnTo>
                <a:lnTo>
                  <a:pt x="37" y="446"/>
                </a:lnTo>
                <a:lnTo>
                  <a:pt x="38" y="437"/>
                </a:lnTo>
                <a:lnTo>
                  <a:pt x="21" y="451"/>
                </a:lnTo>
                <a:lnTo>
                  <a:pt x="13" y="449"/>
                </a:lnTo>
                <a:lnTo>
                  <a:pt x="13" y="445"/>
                </a:lnTo>
                <a:lnTo>
                  <a:pt x="11" y="449"/>
                </a:lnTo>
                <a:lnTo>
                  <a:pt x="0" y="448"/>
                </a:lnTo>
                <a:lnTo>
                  <a:pt x="0" y="44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45" name=""/>
          <p:cNvSpPr/>
          <p:nvPr/>
        </p:nvSpPr>
        <p:spPr>
          <a:xfrm flipV="1">
            <a:off x="7413480" y="5515920"/>
            <a:ext cx="774720" cy="330120"/>
          </a:xfrm>
          <a:prstGeom prst="roundRect">
            <a:avLst>
              <a:gd name="adj" fmla="val 0"/>
            </a:avLst>
          </a:prstGeom>
          <a:solidFill>
            <a:srgbClr val="ffffff"/>
          </a:solidFill>
          <a:ln w="18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246" name=""/>
          <p:cNvGrpSpPr/>
          <p:nvPr/>
        </p:nvGrpSpPr>
        <p:grpSpPr>
          <a:xfrm>
            <a:off x="7543800" y="5597640"/>
            <a:ext cx="546120" cy="161640"/>
            <a:chOff x="7543800" y="5597640"/>
            <a:chExt cx="546120" cy="161640"/>
          </a:xfrm>
        </p:grpSpPr>
        <p:sp>
          <p:nvSpPr>
            <p:cNvPr id="1247" name=""/>
            <p:cNvSpPr/>
            <p:nvPr/>
          </p:nvSpPr>
          <p:spPr>
            <a:xfrm>
              <a:off x="7543800" y="5597640"/>
              <a:ext cx="444600" cy="161640"/>
            </a:xfrm>
            <a:custGeom>
              <a:avLst/>
              <a:gdLst/>
              <a:ahLst/>
              <a:rect l="l" t="t" r="r" b="b"/>
              <a:pathLst>
                <a:path w="280" h="102">
                  <a:moveTo>
                    <a:pt x="18" y="0"/>
                  </a:moveTo>
                  <a:lnTo>
                    <a:pt x="32" y="0"/>
                  </a:lnTo>
                  <a:lnTo>
                    <a:pt x="41" y="0"/>
                  </a:lnTo>
                  <a:lnTo>
                    <a:pt x="52" y="3"/>
                  </a:lnTo>
                  <a:lnTo>
                    <a:pt x="70" y="3"/>
                  </a:lnTo>
                  <a:lnTo>
                    <a:pt x="74" y="1"/>
                  </a:lnTo>
                  <a:lnTo>
                    <a:pt x="94" y="5"/>
                  </a:lnTo>
                  <a:lnTo>
                    <a:pt x="101" y="1"/>
                  </a:lnTo>
                  <a:lnTo>
                    <a:pt x="107" y="3"/>
                  </a:lnTo>
                  <a:lnTo>
                    <a:pt x="115" y="1"/>
                  </a:lnTo>
                  <a:lnTo>
                    <a:pt x="131" y="5"/>
                  </a:lnTo>
                  <a:lnTo>
                    <a:pt x="140" y="0"/>
                  </a:lnTo>
                  <a:lnTo>
                    <a:pt x="163" y="3"/>
                  </a:lnTo>
                  <a:lnTo>
                    <a:pt x="178" y="3"/>
                  </a:lnTo>
                  <a:lnTo>
                    <a:pt x="179" y="3"/>
                  </a:lnTo>
                  <a:lnTo>
                    <a:pt x="183" y="5"/>
                  </a:lnTo>
                  <a:lnTo>
                    <a:pt x="187" y="5"/>
                  </a:lnTo>
                  <a:lnTo>
                    <a:pt x="192" y="9"/>
                  </a:lnTo>
                  <a:lnTo>
                    <a:pt x="198" y="9"/>
                  </a:lnTo>
                  <a:lnTo>
                    <a:pt x="210" y="15"/>
                  </a:lnTo>
                  <a:lnTo>
                    <a:pt x="210" y="13"/>
                  </a:lnTo>
                  <a:lnTo>
                    <a:pt x="206" y="9"/>
                  </a:lnTo>
                  <a:lnTo>
                    <a:pt x="203" y="9"/>
                  </a:lnTo>
                  <a:lnTo>
                    <a:pt x="190" y="5"/>
                  </a:lnTo>
                  <a:lnTo>
                    <a:pt x="193" y="3"/>
                  </a:lnTo>
                  <a:lnTo>
                    <a:pt x="198" y="6"/>
                  </a:lnTo>
                  <a:lnTo>
                    <a:pt x="208" y="6"/>
                  </a:lnTo>
                  <a:lnTo>
                    <a:pt x="210" y="5"/>
                  </a:lnTo>
                  <a:lnTo>
                    <a:pt x="214" y="5"/>
                  </a:lnTo>
                  <a:lnTo>
                    <a:pt x="214" y="6"/>
                  </a:lnTo>
                  <a:lnTo>
                    <a:pt x="218" y="6"/>
                  </a:lnTo>
                  <a:lnTo>
                    <a:pt x="218" y="5"/>
                  </a:lnTo>
                  <a:lnTo>
                    <a:pt x="226" y="6"/>
                  </a:lnTo>
                  <a:lnTo>
                    <a:pt x="229" y="5"/>
                  </a:lnTo>
                  <a:lnTo>
                    <a:pt x="234" y="9"/>
                  </a:lnTo>
                  <a:lnTo>
                    <a:pt x="239" y="9"/>
                  </a:lnTo>
                  <a:lnTo>
                    <a:pt x="242" y="11"/>
                  </a:lnTo>
                  <a:lnTo>
                    <a:pt x="247" y="11"/>
                  </a:lnTo>
                  <a:lnTo>
                    <a:pt x="247" y="13"/>
                  </a:lnTo>
                  <a:lnTo>
                    <a:pt x="250" y="13"/>
                  </a:lnTo>
                  <a:lnTo>
                    <a:pt x="250" y="15"/>
                  </a:lnTo>
                  <a:lnTo>
                    <a:pt x="256" y="18"/>
                  </a:lnTo>
                  <a:lnTo>
                    <a:pt x="258" y="16"/>
                  </a:lnTo>
                  <a:lnTo>
                    <a:pt x="260" y="20"/>
                  </a:lnTo>
                  <a:lnTo>
                    <a:pt x="267" y="21"/>
                  </a:lnTo>
                  <a:lnTo>
                    <a:pt x="270" y="18"/>
                  </a:lnTo>
                  <a:lnTo>
                    <a:pt x="271" y="18"/>
                  </a:lnTo>
                  <a:lnTo>
                    <a:pt x="278" y="15"/>
                  </a:lnTo>
                  <a:lnTo>
                    <a:pt x="276" y="20"/>
                  </a:lnTo>
                  <a:lnTo>
                    <a:pt x="274" y="22"/>
                  </a:lnTo>
                  <a:lnTo>
                    <a:pt x="276" y="24"/>
                  </a:lnTo>
                  <a:lnTo>
                    <a:pt x="276" y="28"/>
                  </a:lnTo>
                  <a:lnTo>
                    <a:pt x="276" y="32"/>
                  </a:lnTo>
                  <a:lnTo>
                    <a:pt x="274" y="32"/>
                  </a:lnTo>
                  <a:lnTo>
                    <a:pt x="276" y="35"/>
                  </a:lnTo>
                  <a:lnTo>
                    <a:pt x="274" y="37"/>
                  </a:lnTo>
                  <a:lnTo>
                    <a:pt x="276" y="38"/>
                  </a:lnTo>
                  <a:lnTo>
                    <a:pt x="278" y="38"/>
                  </a:lnTo>
                  <a:lnTo>
                    <a:pt x="279" y="43"/>
                  </a:lnTo>
                  <a:lnTo>
                    <a:pt x="279" y="43"/>
                  </a:lnTo>
                  <a:lnTo>
                    <a:pt x="278" y="46"/>
                  </a:lnTo>
                  <a:lnTo>
                    <a:pt x="274" y="42"/>
                  </a:lnTo>
                  <a:lnTo>
                    <a:pt x="274" y="43"/>
                  </a:lnTo>
                  <a:lnTo>
                    <a:pt x="276" y="49"/>
                  </a:lnTo>
                  <a:lnTo>
                    <a:pt x="274" y="50"/>
                  </a:lnTo>
                  <a:lnTo>
                    <a:pt x="268" y="49"/>
                  </a:lnTo>
                  <a:lnTo>
                    <a:pt x="263" y="50"/>
                  </a:lnTo>
                  <a:lnTo>
                    <a:pt x="263" y="53"/>
                  </a:lnTo>
                  <a:lnTo>
                    <a:pt x="259" y="52"/>
                  </a:lnTo>
                  <a:lnTo>
                    <a:pt x="254" y="55"/>
                  </a:lnTo>
                  <a:lnTo>
                    <a:pt x="250" y="62"/>
                  </a:lnTo>
                  <a:lnTo>
                    <a:pt x="249" y="64"/>
                  </a:lnTo>
                  <a:lnTo>
                    <a:pt x="247" y="72"/>
                  </a:lnTo>
                  <a:lnTo>
                    <a:pt x="247" y="74"/>
                  </a:lnTo>
                  <a:lnTo>
                    <a:pt x="244" y="74"/>
                  </a:lnTo>
                  <a:lnTo>
                    <a:pt x="242" y="76"/>
                  </a:lnTo>
                  <a:lnTo>
                    <a:pt x="242" y="81"/>
                  </a:lnTo>
                  <a:lnTo>
                    <a:pt x="239" y="81"/>
                  </a:lnTo>
                  <a:lnTo>
                    <a:pt x="229" y="89"/>
                  </a:lnTo>
                  <a:lnTo>
                    <a:pt x="218" y="90"/>
                  </a:lnTo>
                  <a:lnTo>
                    <a:pt x="210" y="90"/>
                  </a:lnTo>
                  <a:lnTo>
                    <a:pt x="206" y="93"/>
                  </a:lnTo>
                  <a:lnTo>
                    <a:pt x="203" y="91"/>
                  </a:lnTo>
                  <a:lnTo>
                    <a:pt x="192" y="95"/>
                  </a:lnTo>
                  <a:lnTo>
                    <a:pt x="185" y="98"/>
                  </a:lnTo>
                  <a:lnTo>
                    <a:pt x="183" y="98"/>
                  </a:lnTo>
                  <a:lnTo>
                    <a:pt x="178" y="98"/>
                  </a:lnTo>
                  <a:lnTo>
                    <a:pt x="181" y="95"/>
                  </a:lnTo>
                  <a:lnTo>
                    <a:pt x="183" y="95"/>
                  </a:lnTo>
                  <a:lnTo>
                    <a:pt x="179" y="93"/>
                  </a:lnTo>
                  <a:lnTo>
                    <a:pt x="177" y="93"/>
                  </a:lnTo>
                  <a:lnTo>
                    <a:pt x="176" y="95"/>
                  </a:lnTo>
                  <a:lnTo>
                    <a:pt x="176" y="98"/>
                  </a:lnTo>
                  <a:lnTo>
                    <a:pt x="172" y="95"/>
                  </a:lnTo>
                  <a:lnTo>
                    <a:pt x="168" y="98"/>
                  </a:lnTo>
                  <a:lnTo>
                    <a:pt x="165" y="95"/>
                  </a:lnTo>
                  <a:lnTo>
                    <a:pt x="164" y="95"/>
                  </a:lnTo>
                  <a:lnTo>
                    <a:pt x="160" y="92"/>
                  </a:lnTo>
                  <a:lnTo>
                    <a:pt x="156" y="91"/>
                  </a:lnTo>
                  <a:lnTo>
                    <a:pt x="149" y="95"/>
                  </a:lnTo>
                  <a:lnTo>
                    <a:pt x="148" y="95"/>
                  </a:lnTo>
                  <a:lnTo>
                    <a:pt x="137" y="91"/>
                  </a:lnTo>
                  <a:lnTo>
                    <a:pt x="128" y="88"/>
                  </a:lnTo>
                  <a:lnTo>
                    <a:pt x="120" y="92"/>
                  </a:lnTo>
                  <a:lnTo>
                    <a:pt x="111" y="93"/>
                  </a:lnTo>
                  <a:lnTo>
                    <a:pt x="103" y="93"/>
                  </a:lnTo>
                  <a:lnTo>
                    <a:pt x="102" y="91"/>
                  </a:lnTo>
                  <a:lnTo>
                    <a:pt x="96" y="92"/>
                  </a:lnTo>
                  <a:lnTo>
                    <a:pt x="89" y="89"/>
                  </a:lnTo>
                  <a:lnTo>
                    <a:pt x="87" y="89"/>
                  </a:lnTo>
                  <a:lnTo>
                    <a:pt x="84" y="92"/>
                  </a:lnTo>
                  <a:lnTo>
                    <a:pt x="83" y="91"/>
                  </a:lnTo>
                  <a:lnTo>
                    <a:pt x="84" y="89"/>
                  </a:lnTo>
                  <a:lnTo>
                    <a:pt x="78" y="88"/>
                  </a:lnTo>
                  <a:lnTo>
                    <a:pt x="74" y="89"/>
                  </a:lnTo>
                  <a:lnTo>
                    <a:pt x="74" y="91"/>
                  </a:lnTo>
                  <a:lnTo>
                    <a:pt x="78" y="90"/>
                  </a:lnTo>
                  <a:lnTo>
                    <a:pt x="73" y="93"/>
                  </a:lnTo>
                  <a:lnTo>
                    <a:pt x="70" y="95"/>
                  </a:lnTo>
                  <a:lnTo>
                    <a:pt x="67" y="95"/>
                  </a:lnTo>
                  <a:lnTo>
                    <a:pt x="65" y="98"/>
                  </a:lnTo>
                  <a:lnTo>
                    <a:pt x="59" y="95"/>
                  </a:lnTo>
                  <a:lnTo>
                    <a:pt x="55" y="93"/>
                  </a:lnTo>
                  <a:lnTo>
                    <a:pt x="55" y="95"/>
                  </a:lnTo>
                  <a:lnTo>
                    <a:pt x="55" y="101"/>
                  </a:lnTo>
                  <a:lnTo>
                    <a:pt x="49" y="101"/>
                  </a:lnTo>
                  <a:lnTo>
                    <a:pt x="43" y="93"/>
                  </a:lnTo>
                  <a:lnTo>
                    <a:pt x="37" y="91"/>
                  </a:lnTo>
                  <a:lnTo>
                    <a:pt x="32" y="93"/>
                  </a:lnTo>
                  <a:lnTo>
                    <a:pt x="28" y="95"/>
                  </a:lnTo>
                  <a:lnTo>
                    <a:pt x="24" y="98"/>
                  </a:lnTo>
                  <a:lnTo>
                    <a:pt x="18" y="95"/>
                  </a:lnTo>
                  <a:lnTo>
                    <a:pt x="13" y="95"/>
                  </a:lnTo>
                  <a:lnTo>
                    <a:pt x="12" y="98"/>
                  </a:lnTo>
                  <a:lnTo>
                    <a:pt x="10" y="101"/>
                  </a:lnTo>
                  <a:lnTo>
                    <a:pt x="10" y="95"/>
                  </a:lnTo>
                  <a:lnTo>
                    <a:pt x="8" y="95"/>
                  </a:lnTo>
                  <a:lnTo>
                    <a:pt x="8" y="91"/>
                  </a:lnTo>
                  <a:lnTo>
                    <a:pt x="10" y="86"/>
                  </a:lnTo>
                  <a:lnTo>
                    <a:pt x="15" y="86"/>
                  </a:lnTo>
                  <a:lnTo>
                    <a:pt x="10" y="82"/>
                  </a:lnTo>
                  <a:lnTo>
                    <a:pt x="8" y="81"/>
                  </a:lnTo>
                  <a:lnTo>
                    <a:pt x="8" y="76"/>
                  </a:lnTo>
                  <a:lnTo>
                    <a:pt x="11" y="74"/>
                  </a:lnTo>
                  <a:lnTo>
                    <a:pt x="9" y="74"/>
                  </a:lnTo>
                  <a:lnTo>
                    <a:pt x="12" y="71"/>
                  </a:lnTo>
                  <a:lnTo>
                    <a:pt x="11" y="64"/>
                  </a:lnTo>
                  <a:lnTo>
                    <a:pt x="11" y="62"/>
                  </a:lnTo>
                  <a:lnTo>
                    <a:pt x="11" y="59"/>
                  </a:lnTo>
                  <a:lnTo>
                    <a:pt x="13" y="54"/>
                  </a:lnTo>
                  <a:lnTo>
                    <a:pt x="15" y="51"/>
                  </a:lnTo>
                  <a:lnTo>
                    <a:pt x="13" y="49"/>
                  </a:lnTo>
                  <a:lnTo>
                    <a:pt x="10" y="39"/>
                  </a:lnTo>
                  <a:lnTo>
                    <a:pt x="7" y="36"/>
                  </a:lnTo>
                  <a:lnTo>
                    <a:pt x="4" y="35"/>
                  </a:lnTo>
                  <a:lnTo>
                    <a:pt x="1" y="27"/>
                  </a:lnTo>
                  <a:lnTo>
                    <a:pt x="0" y="27"/>
                  </a:lnTo>
                  <a:lnTo>
                    <a:pt x="0" y="24"/>
                  </a:lnTo>
                  <a:lnTo>
                    <a:pt x="2" y="22"/>
                  </a:lnTo>
                  <a:lnTo>
                    <a:pt x="6" y="22"/>
                  </a:lnTo>
                  <a:lnTo>
                    <a:pt x="12" y="18"/>
                  </a:lnTo>
                  <a:lnTo>
                    <a:pt x="15" y="15"/>
                  </a:lnTo>
                  <a:lnTo>
                    <a:pt x="13" y="6"/>
                  </a:lnTo>
                  <a:lnTo>
                    <a:pt x="15" y="1"/>
                  </a:lnTo>
                  <a:lnTo>
                    <a:pt x="18" y="0"/>
                  </a:lnTo>
                  <a:lnTo>
                    <a:pt x="18" y="0"/>
                  </a:lnTo>
                </a:path>
              </a:pathLst>
            </a:custGeom>
            <a:solidFill>
              <a:srgbClr val="0000f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48" name=""/>
            <p:cNvSpPr/>
            <p:nvPr/>
          </p:nvSpPr>
          <p:spPr>
            <a:xfrm>
              <a:off x="8001000" y="5681520"/>
              <a:ext cx="82440" cy="24120"/>
            </a:xfrm>
            <a:custGeom>
              <a:avLst/>
              <a:gdLst/>
              <a:ahLst/>
              <a:rect l="l" t="t" r="r" b="b"/>
              <a:pathLst>
                <a:path w="52" h="15">
                  <a:moveTo>
                    <a:pt x="4" y="6"/>
                  </a:moveTo>
                  <a:lnTo>
                    <a:pt x="21" y="2"/>
                  </a:lnTo>
                  <a:lnTo>
                    <a:pt x="23" y="1"/>
                  </a:lnTo>
                  <a:lnTo>
                    <a:pt x="30" y="0"/>
                  </a:lnTo>
                  <a:lnTo>
                    <a:pt x="36" y="1"/>
                  </a:lnTo>
                  <a:lnTo>
                    <a:pt x="39" y="1"/>
                  </a:lnTo>
                  <a:lnTo>
                    <a:pt x="44" y="1"/>
                  </a:lnTo>
                  <a:lnTo>
                    <a:pt x="49" y="1"/>
                  </a:lnTo>
                  <a:lnTo>
                    <a:pt x="51" y="2"/>
                  </a:lnTo>
                  <a:lnTo>
                    <a:pt x="49" y="4"/>
                  </a:lnTo>
                  <a:lnTo>
                    <a:pt x="39" y="6"/>
                  </a:lnTo>
                  <a:lnTo>
                    <a:pt x="35" y="6"/>
                  </a:lnTo>
                  <a:lnTo>
                    <a:pt x="35" y="6"/>
                  </a:lnTo>
                  <a:lnTo>
                    <a:pt x="30" y="9"/>
                  </a:lnTo>
                  <a:lnTo>
                    <a:pt x="29" y="9"/>
                  </a:lnTo>
                  <a:lnTo>
                    <a:pt x="23" y="9"/>
                  </a:lnTo>
                  <a:lnTo>
                    <a:pt x="21" y="11"/>
                  </a:lnTo>
                  <a:lnTo>
                    <a:pt x="13" y="11"/>
                  </a:lnTo>
                  <a:lnTo>
                    <a:pt x="6" y="14"/>
                  </a:lnTo>
                  <a:lnTo>
                    <a:pt x="2" y="13"/>
                  </a:lnTo>
                  <a:lnTo>
                    <a:pt x="0" y="9"/>
                  </a:lnTo>
                  <a:lnTo>
                    <a:pt x="0" y="6"/>
                  </a:lnTo>
                  <a:lnTo>
                    <a:pt x="4" y="6"/>
                  </a:lnTo>
                  <a:lnTo>
                    <a:pt x="4" y="6"/>
                  </a:lnTo>
                </a:path>
              </a:pathLst>
            </a:custGeom>
            <a:solidFill>
              <a:srgbClr val="0000ff"/>
            </a:solidFill>
            <a:ln w="18360">
              <a:solidFill>
                <a:srgbClr val="000000"/>
              </a:solidFill>
              <a:round/>
            </a:ln>
          </p:spPr>
          <p:style>
            <a:lnRef idx="0"/>
            <a:fillRef idx="0"/>
            <a:effectRef idx="0"/>
            <a:fontRef idx="minor"/>
          </p:style>
          <p:txBody>
            <a:bodyPr lIns="90000" rIns="90000" tIns="-22680" bIns="-22680" anchor="t">
              <a:noAutofit/>
            </a:bodyPr>
            <a:p>
              <a:endParaRPr b="0" lang="en-IN" sz="2400" strike="noStrike" u="none">
                <a:solidFill>
                  <a:srgbClr val="ffffff"/>
                </a:solidFill>
                <a:effectLst/>
                <a:uFillTx/>
                <a:latin typeface="Times New Roman"/>
              </a:endParaRPr>
            </a:p>
          </p:txBody>
        </p:sp>
        <p:sp>
          <p:nvSpPr>
            <p:cNvPr id="1249" name=""/>
            <p:cNvSpPr/>
            <p:nvPr/>
          </p:nvSpPr>
          <p:spPr>
            <a:xfrm>
              <a:off x="8056440" y="5629320"/>
              <a:ext cx="33480" cy="15840"/>
            </a:xfrm>
            <a:custGeom>
              <a:avLst/>
              <a:gdLst/>
              <a:ahLst/>
              <a:rect l="l" t="t" r="r" b="b"/>
              <a:pathLst>
                <a:path w="21" h="10">
                  <a:moveTo>
                    <a:pt x="0" y="0"/>
                  </a:moveTo>
                  <a:lnTo>
                    <a:pt x="3" y="4"/>
                  </a:lnTo>
                  <a:lnTo>
                    <a:pt x="9" y="9"/>
                  </a:lnTo>
                  <a:lnTo>
                    <a:pt x="11" y="9"/>
                  </a:lnTo>
                  <a:lnTo>
                    <a:pt x="9" y="7"/>
                  </a:lnTo>
                  <a:lnTo>
                    <a:pt x="14" y="7"/>
                  </a:lnTo>
                  <a:lnTo>
                    <a:pt x="14" y="7"/>
                  </a:lnTo>
                  <a:lnTo>
                    <a:pt x="17" y="7"/>
                  </a:lnTo>
                  <a:lnTo>
                    <a:pt x="20" y="7"/>
                  </a:lnTo>
                  <a:lnTo>
                    <a:pt x="14" y="2"/>
                  </a:lnTo>
                  <a:lnTo>
                    <a:pt x="10" y="2"/>
                  </a:lnTo>
                  <a:lnTo>
                    <a:pt x="4" y="2"/>
                  </a:lnTo>
                  <a:lnTo>
                    <a:pt x="1" y="0"/>
                  </a:lnTo>
                  <a:lnTo>
                    <a:pt x="0" y="0"/>
                  </a:lnTo>
                  <a:lnTo>
                    <a:pt x="0" y="0"/>
                  </a:lnTo>
                </a:path>
              </a:pathLst>
            </a:custGeom>
            <a:solidFill>
              <a:srgbClr val="0000ff"/>
            </a:solidFill>
            <a:ln w="18360">
              <a:solidFill>
                <a:srgbClr val="000000"/>
              </a:solidFill>
              <a:round/>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grpSp>
      <p:sp>
        <p:nvSpPr>
          <p:cNvPr id="1250" name=""/>
          <p:cNvSpPr/>
          <p:nvPr/>
        </p:nvSpPr>
        <p:spPr>
          <a:xfrm>
            <a:off x="7815240" y="5778360"/>
            <a:ext cx="27000" cy="289080"/>
          </a:xfrm>
          <a:prstGeom prst="line">
            <a:avLst/>
          </a:prstGeom>
          <a:ln w="3168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51" name=""/>
          <p:cNvSpPr/>
          <p:nvPr/>
        </p:nvSpPr>
        <p:spPr>
          <a:xfrm>
            <a:off x="7769160" y="6051600"/>
            <a:ext cx="352440" cy="441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200" strike="noStrike" u="none">
                <a:solidFill>
                  <a:srgbClr val="ffe118"/>
                </a:solidFill>
                <a:effectLst/>
                <a:uFillTx/>
                <a:latin typeface="Arial"/>
              </a:rPr>
              <a:t>17</a:t>
            </a:r>
            <a:endParaRPr b="0" lang="en-IN" sz="2200" strike="noStrike" u="none">
              <a:solidFill>
                <a:srgbClr val="ffffff"/>
              </a:solidFill>
              <a:effectLst/>
              <a:uFillTx/>
              <a:latin typeface="Times New Roman"/>
            </a:endParaRPr>
          </a:p>
        </p:txBody>
      </p:sp>
      <p:sp>
        <p:nvSpPr>
          <p:cNvPr id="1252" name=""/>
          <p:cNvSpPr/>
          <p:nvPr/>
        </p:nvSpPr>
        <p:spPr>
          <a:xfrm>
            <a:off x="7818480" y="3619440"/>
            <a:ext cx="969840" cy="312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700" strike="noStrike" u="none">
                <a:solidFill>
                  <a:srgbClr val="ffe118"/>
                </a:solidFill>
                <a:effectLst/>
                <a:uFillTx/>
                <a:latin typeface="Arial"/>
              </a:rPr>
              <a:t>MA- 35</a:t>
            </a:r>
            <a:endParaRPr b="0" lang="en-IN" sz="1700" strike="noStrike" u="none">
              <a:solidFill>
                <a:srgbClr val="ffffff"/>
              </a:solidFill>
              <a:effectLst/>
              <a:uFillTx/>
              <a:latin typeface="Times New Roman"/>
            </a:endParaRPr>
          </a:p>
        </p:txBody>
      </p:sp>
      <p:sp>
        <p:nvSpPr>
          <p:cNvPr id="1253" name=""/>
          <p:cNvSpPr/>
          <p:nvPr/>
        </p:nvSpPr>
        <p:spPr>
          <a:xfrm>
            <a:off x="6932520" y="4905360"/>
            <a:ext cx="352440" cy="557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200" strike="noStrike" u="none">
                <a:solidFill>
                  <a:srgbClr val="ffff00"/>
                </a:solidFill>
                <a:effectLst/>
                <a:uFillTx/>
                <a:latin typeface="Arial"/>
              </a:rPr>
              <a:t>44</a:t>
            </a:r>
            <a:endParaRPr b="0" lang="en-IN" sz="2200" strike="noStrike" u="none">
              <a:solidFill>
                <a:srgbClr val="ffffff"/>
              </a:solidFill>
              <a:effectLst/>
              <a:uFillTx/>
              <a:latin typeface="Times New Roman"/>
            </a:endParaRPr>
          </a:p>
        </p:txBody>
      </p:sp>
      <p:sp>
        <p:nvSpPr>
          <p:cNvPr id="1254" name=""/>
          <p:cNvSpPr/>
          <p:nvPr/>
        </p:nvSpPr>
        <p:spPr>
          <a:xfrm>
            <a:off x="7740720" y="4457880"/>
            <a:ext cx="554040" cy="280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700" strike="noStrike" u="none">
                <a:solidFill>
                  <a:srgbClr val="ffff00"/>
                </a:solidFill>
                <a:effectLst/>
                <a:uFillTx/>
                <a:latin typeface="Arial"/>
              </a:rPr>
              <a:t>DE-2</a:t>
            </a:r>
            <a:endParaRPr b="0" lang="en-IN" sz="1700" strike="noStrike" u="none">
              <a:solidFill>
                <a:srgbClr val="ffffff"/>
              </a:solidFill>
              <a:effectLst/>
              <a:uFillTx/>
              <a:latin typeface="Times New Roman"/>
            </a:endParaRPr>
          </a:p>
        </p:txBody>
      </p:sp>
      <p:sp>
        <p:nvSpPr>
          <p:cNvPr id="1255" name=""/>
          <p:cNvSpPr/>
          <p:nvPr/>
        </p:nvSpPr>
        <p:spPr>
          <a:xfrm>
            <a:off x="5803920" y="5153040"/>
            <a:ext cx="353880" cy="357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200" strike="noStrike" u="none">
                <a:solidFill>
                  <a:srgbClr val="ffff00"/>
                </a:solidFill>
                <a:effectLst/>
                <a:uFillTx/>
                <a:latin typeface="Arial"/>
              </a:rPr>
              <a:t>13</a:t>
            </a:r>
            <a:endParaRPr b="0" lang="en-IN" sz="2200" strike="noStrike" u="none">
              <a:solidFill>
                <a:srgbClr val="ffffff"/>
              </a:solidFill>
              <a:effectLst/>
              <a:uFillTx/>
              <a:latin typeface="Times New Roman"/>
            </a:endParaRPr>
          </a:p>
        </p:txBody>
      </p:sp>
      <p:sp>
        <p:nvSpPr>
          <p:cNvPr id="1256" name=""/>
          <p:cNvSpPr/>
          <p:nvPr/>
        </p:nvSpPr>
        <p:spPr>
          <a:xfrm>
            <a:off x="2212920" y="5219640"/>
            <a:ext cx="246240" cy="492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3000" strike="noStrike" u="none">
                <a:solidFill>
                  <a:srgbClr val="ffff00"/>
                </a:solidFill>
                <a:effectLst/>
                <a:uFillTx/>
                <a:latin typeface="Arial"/>
              </a:rPr>
              <a:t>5</a:t>
            </a:r>
            <a:endParaRPr b="0" lang="en-IN" sz="3000" strike="noStrike" u="none">
              <a:solidFill>
                <a:srgbClr val="ffffff"/>
              </a:solidFill>
              <a:effectLst/>
              <a:uFillTx/>
              <a:latin typeface="Times New Roman"/>
            </a:endParaRPr>
          </a:p>
        </p:txBody>
      </p:sp>
    </p:spTree>
  </p:cSld>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257" name=""/>
          <p:cNvGrpSpPr/>
          <p:nvPr/>
        </p:nvGrpSpPr>
        <p:grpSpPr>
          <a:xfrm>
            <a:off x="538200" y="-7920"/>
            <a:ext cx="9456840" cy="8099280"/>
            <a:chOff x="538200" y="-7920"/>
            <a:chExt cx="9456840" cy="8099280"/>
          </a:xfrm>
        </p:grpSpPr>
        <p:sp>
          <p:nvSpPr>
            <p:cNvPr id="1258"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259" name=""/>
            <p:cNvGrpSpPr/>
            <p:nvPr/>
          </p:nvGrpSpPr>
          <p:grpSpPr>
            <a:xfrm>
              <a:off x="538200" y="727200"/>
              <a:ext cx="1542960" cy="1599840"/>
              <a:chOff x="538200" y="727200"/>
              <a:chExt cx="1542960" cy="1599840"/>
            </a:xfrm>
          </p:grpSpPr>
          <p:sp>
            <p:nvSpPr>
              <p:cNvPr id="1260"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261" name="" descr=""/>
              <p:cNvPicPr/>
              <p:nvPr/>
            </p:nvPicPr>
            <p:blipFill>
              <a:blip r:embed="rId1"/>
              <a:stretch/>
            </p:blipFill>
            <p:spPr>
              <a:xfrm>
                <a:off x="568440" y="779400"/>
                <a:ext cx="1430280" cy="1460520"/>
              </a:xfrm>
              <a:prstGeom prst="rect">
                <a:avLst/>
              </a:prstGeom>
              <a:noFill/>
              <a:ln w="0">
                <a:noFill/>
              </a:ln>
            </p:spPr>
          </p:pic>
          <p:sp>
            <p:nvSpPr>
              <p:cNvPr id="1262"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63"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264"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265"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266"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graphicFrame>
        <p:nvGraphicFramePr>
          <p:cNvPr id="1267" name=""/>
          <p:cNvGraphicFramePr/>
          <p:nvPr/>
        </p:nvGraphicFramePr>
        <p:xfrm>
          <a:off x="919080" y="2765520"/>
          <a:ext cx="8537760" cy="3851280"/>
        </p:xfrm>
        <a:graphic>
          <a:graphicData uri="http://schemas.openxmlformats.org/presentationml/2006/ole">
            <p:oleObj r:id="rId2" spid="">
              <p:embed/>
              <p:pic>
                <p:nvPicPr>
                  <p:cNvPr id="1268" name="" descr=""/>
                  <p:cNvPicPr/>
                  <p:nvPr/>
                </p:nvPicPr>
                <p:blipFill>
                  <a:blip r:embed="rId3"/>
                  <a:stretch/>
                </p:blipFill>
                <p:spPr>
                  <a:xfrm>
                    <a:off x="919080" y="2765520"/>
                    <a:ext cx="8537760" cy="3851280"/>
                  </a:xfrm>
                  <a:prstGeom prst="rect">
                    <a:avLst/>
                  </a:prstGeom>
                  <a:noFill/>
                  <a:ln w="0">
                    <a:noFill/>
                  </a:ln>
                </p:spPr>
              </p:pic>
            </p:oleObj>
          </a:graphicData>
        </a:graphic>
      </p:graphicFrame>
      <p:sp>
        <p:nvSpPr>
          <p:cNvPr id="1269" name="PlaceHolder 1"/>
          <p:cNvSpPr>
            <a:spLocks noGrp="1"/>
          </p:cNvSpPr>
          <p:nvPr>
            <p:ph/>
          </p:nvPr>
        </p:nvSpPr>
        <p:spPr>
          <a:xfrm>
            <a:off x="2198520" y="552240"/>
            <a:ext cx="7831440" cy="185868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BSE Surveillance</a:t>
            </a: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NVSL Bovine Brain Submissions FY 93-99</a:t>
            </a:r>
            <a:endParaRPr b="0" lang="en-IN" sz="4200" strike="noStrike" u="none">
              <a:solidFill>
                <a:srgbClr val="ffffff"/>
              </a:solidFill>
              <a:effectLst/>
              <a:uFillTx/>
              <a:latin typeface="Times New Roman"/>
            </a:endParaRPr>
          </a:p>
        </p:txBody>
      </p:sp>
      <p:sp>
        <p:nvSpPr>
          <p:cNvPr id="1270" name=""/>
          <p:cNvSpPr/>
          <p:nvPr/>
        </p:nvSpPr>
        <p:spPr>
          <a:xfrm>
            <a:off x="3424320" y="6075360"/>
            <a:ext cx="0" cy="0"/>
          </a:xfrm>
          <a:prstGeom prst="line">
            <a:avLst/>
          </a:prstGeom>
          <a:ln w="1836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1271" name=""/>
          <p:cNvGrpSpPr/>
          <p:nvPr/>
        </p:nvGrpSpPr>
        <p:grpSpPr>
          <a:xfrm>
            <a:off x="2793960" y="3408480"/>
            <a:ext cx="247680" cy="245880"/>
            <a:chOff x="2793960" y="3408480"/>
            <a:chExt cx="247680" cy="245880"/>
          </a:xfrm>
        </p:grpSpPr>
        <p:sp>
          <p:nvSpPr>
            <p:cNvPr id="1272" name=""/>
            <p:cNvSpPr/>
            <p:nvPr/>
          </p:nvSpPr>
          <p:spPr>
            <a:xfrm>
              <a:off x="2793960" y="3413160"/>
              <a:ext cx="238320" cy="237960"/>
            </a:xfrm>
            <a:custGeom>
              <a:avLst/>
              <a:gdLst/>
              <a:ahLst/>
              <a:rect l="l" t="t" r="r" b="b"/>
              <a:pathLst>
                <a:path w="150" h="150">
                  <a:moveTo>
                    <a:pt x="0" y="149"/>
                  </a:moveTo>
                  <a:lnTo>
                    <a:pt x="149" y="0"/>
                  </a:lnTo>
                  <a:lnTo>
                    <a:pt x="0" y="0"/>
                  </a:lnTo>
                  <a:lnTo>
                    <a:pt x="0" y="149"/>
                  </a:lnTo>
                  <a:lnTo>
                    <a:pt x="0" y="149"/>
                  </a:lnTo>
                </a:path>
              </a:pathLst>
            </a:custGeom>
            <a:solidFill>
              <a:srgbClr val="ffc0ce"/>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73" name=""/>
            <p:cNvSpPr/>
            <p:nvPr/>
          </p:nvSpPr>
          <p:spPr>
            <a:xfrm>
              <a:off x="2793960" y="3408480"/>
              <a:ext cx="247680" cy="244440"/>
            </a:xfrm>
            <a:custGeom>
              <a:avLst/>
              <a:gdLst/>
              <a:ahLst/>
              <a:rect l="l" t="t" r="r" b="b"/>
              <a:pathLst>
                <a:path w="156" h="154">
                  <a:moveTo>
                    <a:pt x="155" y="0"/>
                  </a:moveTo>
                  <a:lnTo>
                    <a:pt x="0" y="153"/>
                  </a:lnTo>
                  <a:lnTo>
                    <a:pt x="155" y="153"/>
                  </a:lnTo>
                  <a:lnTo>
                    <a:pt x="155" y="0"/>
                  </a:lnTo>
                  <a:lnTo>
                    <a:pt x="155" y="0"/>
                  </a:lnTo>
                </a:path>
              </a:pathLst>
            </a:custGeom>
            <a:solidFill>
              <a:srgbClr val="81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74" name=""/>
            <p:cNvSpPr/>
            <p:nvPr/>
          </p:nvSpPr>
          <p:spPr>
            <a:xfrm>
              <a:off x="2917800" y="3408480"/>
              <a:ext cx="123840" cy="245880"/>
            </a:xfrm>
            <a:custGeom>
              <a:avLst/>
              <a:gdLst/>
              <a:ahLst/>
              <a:rect l="l" t="t" r="r" b="b"/>
              <a:pathLst>
                <a:path w="78" h="155">
                  <a:moveTo>
                    <a:pt x="77" y="0"/>
                  </a:moveTo>
                  <a:lnTo>
                    <a:pt x="0" y="76"/>
                  </a:lnTo>
                  <a:lnTo>
                    <a:pt x="77" y="154"/>
                  </a:lnTo>
                  <a:lnTo>
                    <a:pt x="77" y="0"/>
                  </a:lnTo>
                  <a:lnTo>
                    <a:pt x="77" y="0"/>
                  </a:lnTo>
                </a:path>
              </a:pathLst>
            </a:custGeom>
            <a:solidFill>
              <a:srgbClr val="c20041"/>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75" name=""/>
            <p:cNvSpPr/>
            <p:nvPr/>
          </p:nvSpPr>
          <p:spPr>
            <a:xfrm>
              <a:off x="2793960" y="3408480"/>
              <a:ext cx="120600" cy="245880"/>
            </a:xfrm>
            <a:custGeom>
              <a:avLst/>
              <a:gdLst/>
              <a:ahLst/>
              <a:rect l="l" t="t" r="r" b="b"/>
              <a:pathLst>
                <a:path w="76" h="155">
                  <a:moveTo>
                    <a:pt x="0" y="0"/>
                  </a:moveTo>
                  <a:lnTo>
                    <a:pt x="75" y="76"/>
                  </a:lnTo>
                  <a:lnTo>
                    <a:pt x="0" y="154"/>
                  </a:lnTo>
                  <a:lnTo>
                    <a:pt x="0" y="0"/>
                  </a:lnTo>
                  <a:lnTo>
                    <a:pt x="0" y="0"/>
                  </a:lnTo>
                </a:path>
              </a:pathLst>
            </a:custGeom>
            <a:solidFill>
              <a:srgbClr val="ff9f9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76" name=""/>
            <p:cNvSpPr/>
            <p:nvPr/>
          </p:nvSpPr>
          <p:spPr>
            <a:xfrm flipV="1">
              <a:off x="2830680" y="3448800"/>
              <a:ext cx="179280" cy="181080"/>
            </a:xfrm>
            <a:custGeom>
              <a:avLst/>
              <a:gdLst>
                <a:gd name="textAreaLeft" fmla="*/ 0 w 179280"/>
                <a:gd name="textAreaRight" fmla="*/ 179640 w 179280"/>
                <a:gd name="textAreaTop" fmla="*/ -360 h 181080"/>
                <a:gd name="textAreaBottom" fmla="*/ 181080 h 181080"/>
              </a:gdLst>
              <a:ahLst/>
              <a:cxnLst/>
              <a:rect l="textAreaLeft" t="textAreaTop" r="textAreaRight" b="textAreaBottom"/>
              <a:pathLst>
                <a:path w="21600" h="21816">
                  <a:moveTo>
                    <a:pt x="0" y="0"/>
                  </a:moveTo>
                  <a:arcTo wR="0" hR="0" stAng="16200000" swAng="-5400000"/>
                  <a:lnTo>
                    <a:pt x="0" y="21816"/>
                  </a:lnTo>
                  <a:arcTo wR="0" hR="0" stAng="10800000" swAng="-5400000"/>
                  <a:lnTo>
                    <a:pt x="21600" y="21816"/>
                  </a:lnTo>
                  <a:arcTo wR="0" hR="0" stAng="16200000" swAng="-5400000"/>
                  <a:lnTo>
                    <a:pt x="21600" y="0"/>
                  </a:lnTo>
                  <a:arcTo wR="0" hR="0" stAng="10800000" swAng="-5400000"/>
                  <a:close/>
                </a:path>
              </a:pathLst>
            </a:custGeom>
            <a:solidFill>
              <a:srgbClr val="ff6088"/>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grpSp>
        <p:nvGrpSpPr>
          <p:cNvPr id="1277" name=""/>
          <p:cNvGrpSpPr/>
          <p:nvPr/>
        </p:nvGrpSpPr>
        <p:grpSpPr>
          <a:xfrm>
            <a:off x="2784600" y="3070080"/>
            <a:ext cx="239760" cy="238320"/>
            <a:chOff x="2784600" y="3070080"/>
            <a:chExt cx="239760" cy="238320"/>
          </a:xfrm>
        </p:grpSpPr>
        <p:sp>
          <p:nvSpPr>
            <p:cNvPr id="1278" name=""/>
            <p:cNvSpPr/>
            <p:nvPr/>
          </p:nvSpPr>
          <p:spPr>
            <a:xfrm>
              <a:off x="2784600" y="3071880"/>
              <a:ext cx="230040" cy="233280"/>
            </a:xfrm>
            <a:custGeom>
              <a:avLst/>
              <a:gdLst/>
              <a:ahLst/>
              <a:rect l="l" t="t" r="r" b="b"/>
              <a:pathLst>
                <a:path w="145" h="147">
                  <a:moveTo>
                    <a:pt x="0" y="146"/>
                  </a:moveTo>
                  <a:lnTo>
                    <a:pt x="144" y="0"/>
                  </a:lnTo>
                  <a:lnTo>
                    <a:pt x="0" y="0"/>
                  </a:lnTo>
                  <a:lnTo>
                    <a:pt x="0" y="146"/>
                  </a:lnTo>
                  <a:lnTo>
                    <a:pt x="0" y="146"/>
                  </a:lnTo>
                </a:path>
              </a:pathLst>
            </a:custGeom>
            <a:solidFill>
              <a:srgbClr val="ffe1b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79" name=""/>
            <p:cNvSpPr/>
            <p:nvPr/>
          </p:nvSpPr>
          <p:spPr>
            <a:xfrm>
              <a:off x="2784600" y="3070080"/>
              <a:ext cx="239760" cy="236520"/>
            </a:xfrm>
            <a:custGeom>
              <a:avLst/>
              <a:gdLst/>
              <a:ahLst/>
              <a:rect l="l" t="t" r="r" b="b"/>
              <a:pathLst>
                <a:path w="151" h="149">
                  <a:moveTo>
                    <a:pt x="150" y="0"/>
                  </a:moveTo>
                  <a:lnTo>
                    <a:pt x="0" y="148"/>
                  </a:lnTo>
                  <a:lnTo>
                    <a:pt x="150" y="148"/>
                  </a:lnTo>
                  <a:lnTo>
                    <a:pt x="150" y="0"/>
                  </a:lnTo>
                  <a:lnTo>
                    <a:pt x="150" y="0"/>
                  </a:lnTo>
                </a:path>
              </a:pathLst>
            </a:custGeom>
            <a:solidFill>
              <a:srgbClr val="824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80" name=""/>
            <p:cNvSpPr/>
            <p:nvPr/>
          </p:nvSpPr>
          <p:spPr>
            <a:xfrm>
              <a:off x="2890800" y="3070080"/>
              <a:ext cx="123840" cy="238320"/>
            </a:xfrm>
            <a:custGeom>
              <a:avLst/>
              <a:gdLst/>
              <a:ahLst/>
              <a:rect l="l" t="t" r="r" b="b"/>
              <a:pathLst>
                <a:path w="78" h="150">
                  <a:moveTo>
                    <a:pt x="77" y="0"/>
                  </a:moveTo>
                  <a:lnTo>
                    <a:pt x="0" y="72"/>
                  </a:lnTo>
                  <a:lnTo>
                    <a:pt x="77" y="149"/>
                  </a:lnTo>
                  <a:lnTo>
                    <a:pt x="77" y="0"/>
                  </a:lnTo>
                  <a:lnTo>
                    <a:pt x="77" y="0"/>
                  </a:lnTo>
                </a:path>
              </a:pathLst>
            </a:custGeom>
            <a:solidFill>
              <a:srgbClr val="bf41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81" name=""/>
            <p:cNvSpPr/>
            <p:nvPr/>
          </p:nvSpPr>
          <p:spPr>
            <a:xfrm>
              <a:off x="2784600" y="3070080"/>
              <a:ext cx="114120" cy="238320"/>
            </a:xfrm>
            <a:custGeom>
              <a:avLst/>
              <a:gdLst/>
              <a:ahLst/>
              <a:rect l="l" t="t" r="r" b="b"/>
              <a:pathLst>
                <a:path w="72" h="150">
                  <a:moveTo>
                    <a:pt x="0" y="0"/>
                  </a:moveTo>
                  <a:lnTo>
                    <a:pt x="71" y="72"/>
                  </a:lnTo>
                  <a:lnTo>
                    <a:pt x="0" y="149"/>
                  </a:lnTo>
                  <a:lnTo>
                    <a:pt x="0" y="0"/>
                  </a:lnTo>
                  <a:lnTo>
                    <a:pt x="0" y="0"/>
                  </a:lnTo>
                </a:path>
              </a:pathLst>
            </a:custGeom>
            <a:solidFill>
              <a:srgbClr val="f1f1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282" name=""/>
            <p:cNvSpPr/>
            <p:nvPr/>
          </p:nvSpPr>
          <p:spPr>
            <a:xfrm flipV="1">
              <a:off x="2816280" y="3107520"/>
              <a:ext cx="176040" cy="173160"/>
            </a:xfrm>
            <a:prstGeom prst="roundRect">
              <a:avLst>
                <a:gd name="adj" fmla="val 0"/>
              </a:avLst>
            </a:prstGeom>
            <a:solidFill>
              <a:srgbClr val="ffe118"/>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sp>
        <p:nvSpPr>
          <p:cNvPr id="1283" name=""/>
          <p:cNvSpPr/>
          <p:nvPr/>
        </p:nvSpPr>
        <p:spPr>
          <a:xfrm>
            <a:off x="3106800" y="3044880"/>
            <a:ext cx="2503440" cy="700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ffff"/>
                </a:solidFill>
                <a:effectLst/>
                <a:uFillTx/>
                <a:latin typeface="Arial"/>
              </a:rPr>
              <a:t>Total Submissions</a:t>
            </a:r>
            <a:endParaRPr b="0" lang="en-IN" sz="1900" strike="noStrike" u="none">
              <a:solidFill>
                <a:srgbClr val="ffffff"/>
              </a:solidFill>
              <a:effectLst/>
              <a:uFillTx/>
              <a:latin typeface="Times New Roman"/>
            </a:endParaRPr>
          </a:p>
        </p:txBody>
      </p:sp>
      <p:sp>
        <p:nvSpPr>
          <p:cNvPr id="1284" name=""/>
          <p:cNvSpPr/>
          <p:nvPr/>
        </p:nvSpPr>
        <p:spPr>
          <a:xfrm>
            <a:off x="3146400" y="3424320"/>
            <a:ext cx="1967040" cy="6984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200" strike="noStrike" u="none">
                <a:solidFill>
                  <a:srgbClr val="ffffff"/>
                </a:solidFill>
                <a:effectLst/>
                <a:uFillTx/>
                <a:latin typeface="Arial"/>
              </a:rPr>
              <a:t>Tested by IHC</a:t>
            </a:r>
            <a:endParaRPr b="0" lang="en-IN" sz="2200" strike="noStrike" u="none">
              <a:solidFill>
                <a:srgbClr val="ffffff"/>
              </a:solidFill>
              <a:effectLst/>
              <a:uFillTx/>
              <a:latin typeface="Times New Roman"/>
            </a:endParaRPr>
          </a:p>
        </p:txBody>
      </p:sp>
      <p:sp>
        <p:nvSpPr>
          <p:cNvPr id="1285" name=""/>
          <p:cNvSpPr/>
          <p:nvPr/>
        </p:nvSpPr>
        <p:spPr>
          <a:xfrm>
            <a:off x="2706840" y="4446720"/>
            <a:ext cx="442800" cy="3045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ffff"/>
                </a:solidFill>
                <a:effectLst/>
                <a:uFillTx/>
                <a:latin typeface="Arial"/>
              </a:rPr>
              <a:t>412</a:t>
            </a:r>
            <a:endParaRPr b="0" lang="en-IN" sz="1900" strike="noStrike" u="none">
              <a:solidFill>
                <a:srgbClr val="ffffff"/>
              </a:solidFill>
              <a:effectLst/>
              <a:uFillTx/>
              <a:latin typeface="Times New Roman"/>
            </a:endParaRPr>
          </a:p>
        </p:txBody>
      </p:sp>
      <p:sp>
        <p:nvSpPr>
          <p:cNvPr id="1286" name=""/>
          <p:cNvSpPr/>
          <p:nvPr/>
        </p:nvSpPr>
        <p:spPr>
          <a:xfrm>
            <a:off x="3586320" y="4071960"/>
            <a:ext cx="442800" cy="301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ffff"/>
                </a:solidFill>
                <a:effectLst/>
                <a:uFillTx/>
                <a:latin typeface="Arial"/>
              </a:rPr>
              <a:t>495</a:t>
            </a:r>
            <a:endParaRPr b="0" lang="en-IN" sz="1900" strike="noStrike" u="none">
              <a:solidFill>
                <a:srgbClr val="ffffff"/>
              </a:solidFill>
              <a:effectLst/>
              <a:uFillTx/>
              <a:latin typeface="Times New Roman"/>
            </a:endParaRPr>
          </a:p>
        </p:txBody>
      </p:sp>
      <p:sp>
        <p:nvSpPr>
          <p:cNvPr id="1287" name=""/>
          <p:cNvSpPr/>
          <p:nvPr/>
        </p:nvSpPr>
        <p:spPr>
          <a:xfrm>
            <a:off x="3927600" y="5207040"/>
            <a:ext cx="444240" cy="2998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600" strike="noStrike" u="none">
                <a:solidFill>
                  <a:srgbClr val="ffffff"/>
                </a:solidFill>
                <a:effectLst/>
                <a:uFillTx/>
                <a:latin typeface="Arial"/>
              </a:rPr>
              <a:t>112</a:t>
            </a:r>
            <a:endParaRPr b="0" lang="en-IN" sz="1600" strike="noStrike" u="none">
              <a:solidFill>
                <a:srgbClr val="ffffff"/>
              </a:solidFill>
              <a:effectLst/>
              <a:uFillTx/>
              <a:latin typeface="Times New Roman"/>
            </a:endParaRPr>
          </a:p>
        </p:txBody>
      </p:sp>
      <p:sp>
        <p:nvSpPr>
          <p:cNvPr id="1288" name=""/>
          <p:cNvSpPr/>
          <p:nvPr/>
        </p:nvSpPr>
        <p:spPr>
          <a:xfrm>
            <a:off x="4475160" y="4114800"/>
            <a:ext cx="442800" cy="298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ffff"/>
                </a:solidFill>
                <a:effectLst/>
                <a:uFillTx/>
                <a:latin typeface="Arial"/>
              </a:rPr>
              <a:t>465</a:t>
            </a:r>
            <a:endParaRPr b="0" lang="en-IN" sz="1900" strike="noStrike" u="none">
              <a:solidFill>
                <a:srgbClr val="ffffff"/>
              </a:solidFill>
              <a:effectLst/>
              <a:uFillTx/>
              <a:latin typeface="Times New Roman"/>
            </a:endParaRPr>
          </a:p>
        </p:txBody>
      </p:sp>
      <p:sp>
        <p:nvSpPr>
          <p:cNvPr id="1289" name=""/>
          <p:cNvSpPr/>
          <p:nvPr/>
        </p:nvSpPr>
        <p:spPr>
          <a:xfrm>
            <a:off x="4772160" y="5116680"/>
            <a:ext cx="444240" cy="2998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ffff"/>
                </a:solidFill>
                <a:effectLst/>
                <a:uFillTx/>
                <a:latin typeface="Arial"/>
              </a:rPr>
              <a:t>168</a:t>
            </a:r>
            <a:endParaRPr b="0" lang="en-IN" sz="1900" strike="noStrike" u="none">
              <a:solidFill>
                <a:srgbClr val="ffffff"/>
              </a:solidFill>
              <a:effectLst/>
              <a:uFillTx/>
              <a:latin typeface="Times New Roman"/>
            </a:endParaRPr>
          </a:p>
        </p:txBody>
      </p:sp>
      <p:sp>
        <p:nvSpPr>
          <p:cNvPr id="1290" name=""/>
          <p:cNvSpPr/>
          <p:nvPr/>
        </p:nvSpPr>
        <p:spPr>
          <a:xfrm>
            <a:off x="5784840" y="4111560"/>
            <a:ext cx="452520" cy="3002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ffff"/>
                </a:solidFill>
                <a:effectLst/>
                <a:uFillTx/>
                <a:latin typeface="Arial"/>
              </a:rPr>
              <a:t>584</a:t>
            </a:r>
            <a:endParaRPr b="0" lang="en-IN" sz="1900" strike="noStrike" u="none">
              <a:solidFill>
                <a:srgbClr val="ffffff"/>
              </a:solidFill>
              <a:effectLst/>
              <a:uFillTx/>
              <a:latin typeface="Times New Roman"/>
            </a:endParaRPr>
          </a:p>
        </p:txBody>
      </p:sp>
      <p:sp>
        <p:nvSpPr>
          <p:cNvPr id="1291" name=""/>
          <p:cNvSpPr/>
          <p:nvPr/>
        </p:nvSpPr>
        <p:spPr>
          <a:xfrm>
            <a:off x="5732640" y="4475160"/>
            <a:ext cx="444240" cy="2998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ffff"/>
                </a:solidFill>
                <a:effectLst/>
                <a:uFillTx/>
                <a:latin typeface="Arial"/>
              </a:rPr>
              <a:t>388</a:t>
            </a:r>
            <a:endParaRPr b="0" lang="en-IN" sz="1900" strike="noStrike" u="none">
              <a:solidFill>
                <a:srgbClr val="ffffff"/>
              </a:solidFill>
              <a:effectLst/>
              <a:uFillTx/>
              <a:latin typeface="Times New Roman"/>
            </a:endParaRPr>
          </a:p>
        </p:txBody>
      </p:sp>
      <p:sp>
        <p:nvSpPr>
          <p:cNvPr id="1292" name=""/>
          <p:cNvSpPr/>
          <p:nvPr/>
        </p:nvSpPr>
        <p:spPr>
          <a:xfrm>
            <a:off x="5918040" y="3033720"/>
            <a:ext cx="447840" cy="301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ffff"/>
                </a:solidFill>
                <a:effectLst/>
                <a:uFillTx/>
                <a:latin typeface="Arial"/>
              </a:rPr>
              <a:t>855</a:t>
            </a:r>
            <a:endParaRPr b="0" lang="en-IN" sz="1900" strike="noStrike" u="none">
              <a:solidFill>
                <a:srgbClr val="ffffff"/>
              </a:solidFill>
              <a:effectLst/>
              <a:uFillTx/>
              <a:latin typeface="Times New Roman"/>
            </a:endParaRPr>
          </a:p>
        </p:txBody>
      </p:sp>
      <p:sp>
        <p:nvSpPr>
          <p:cNvPr id="1293" name=""/>
          <p:cNvSpPr/>
          <p:nvPr/>
        </p:nvSpPr>
        <p:spPr>
          <a:xfrm>
            <a:off x="6661080" y="3019320"/>
            <a:ext cx="444600" cy="3002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ffff"/>
                </a:solidFill>
                <a:effectLst/>
                <a:uFillTx/>
                <a:latin typeface="Arial"/>
              </a:rPr>
              <a:t>842</a:t>
            </a:r>
            <a:endParaRPr b="0" lang="en-IN" sz="1900" strike="noStrike" u="none">
              <a:solidFill>
                <a:srgbClr val="ffffff"/>
              </a:solidFill>
              <a:effectLst/>
              <a:uFillTx/>
              <a:latin typeface="Times New Roman"/>
            </a:endParaRPr>
          </a:p>
        </p:txBody>
      </p:sp>
      <p:sp>
        <p:nvSpPr>
          <p:cNvPr id="1294" name=""/>
          <p:cNvSpPr/>
          <p:nvPr/>
        </p:nvSpPr>
        <p:spPr>
          <a:xfrm>
            <a:off x="7256520" y="3343320"/>
            <a:ext cx="444600" cy="301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ffff"/>
                </a:solidFill>
                <a:effectLst/>
                <a:uFillTx/>
                <a:latin typeface="Arial"/>
              </a:rPr>
              <a:t>731</a:t>
            </a:r>
            <a:endParaRPr b="0" lang="en-IN" sz="1900" strike="noStrike" u="none">
              <a:solidFill>
                <a:srgbClr val="ffffff"/>
              </a:solidFill>
              <a:effectLst/>
              <a:uFillTx/>
              <a:latin typeface="Times New Roman"/>
            </a:endParaRPr>
          </a:p>
        </p:txBody>
      </p:sp>
      <p:sp>
        <p:nvSpPr>
          <p:cNvPr id="1295" name=""/>
          <p:cNvSpPr/>
          <p:nvPr/>
        </p:nvSpPr>
        <p:spPr>
          <a:xfrm>
            <a:off x="7689960" y="3422520"/>
            <a:ext cx="442800" cy="303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ffff"/>
                </a:solidFill>
                <a:effectLst/>
                <a:uFillTx/>
                <a:latin typeface="Arial"/>
              </a:rPr>
              <a:t>729</a:t>
            </a:r>
            <a:endParaRPr b="0" lang="en-IN" sz="1900" strike="noStrike" u="none">
              <a:solidFill>
                <a:srgbClr val="ffffff"/>
              </a:solidFill>
              <a:effectLst/>
              <a:uFillTx/>
              <a:latin typeface="Times New Roman"/>
            </a:endParaRPr>
          </a:p>
        </p:txBody>
      </p:sp>
      <p:sp>
        <p:nvSpPr>
          <p:cNvPr id="1296" name=""/>
          <p:cNvSpPr/>
          <p:nvPr/>
        </p:nvSpPr>
        <p:spPr>
          <a:xfrm>
            <a:off x="7765920" y="2981160"/>
            <a:ext cx="517680" cy="3542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200" strike="noStrike" u="none">
                <a:solidFill>
                  <a:srgbClr val="ffffff"/>
                </a:solidFill>
                <a:effectLst/>
                <a:uFillTx/>
                <a:latin typeface="Arial"/>
              </a:rPr>
              <a:t>988</a:t>
            </a:r>
            <a:endParaRPr b="0" lang="en-IN" sz="2200" strike="noStrike" u="none">
              <a:solidFill>
                <a:srgbClr val="ffffff"/>
              </a:solidFill>
              <a:effectLst/>
              <a:uFillTx/>
              <a:latin typeface="Times New Roman"/>
            </a:endParaRPr>
          </a:p>
        </p:txBody>
      </p:sp>
      <p:sp>
        <p:nvSpPr>
          <p:cNvPr id="1297" name=""/>
          <p:cNvSpPr/>
          <p:nvPr/>
        </p:nvSpPr>
        <p:spPr>
          <a:xfrm>
            <a:off x="8426520" y="2960640"/>
            <a:ext cx="519120" cy="352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200" strike="noStrike" u="none">
                <a:solidFill>
                  <a:srgbClr val="ffffff"/>
                </a:solidFill>
                <a:effectLst/>
                <a:uFillTx/>
                <a:latin typeface="Arial"/>
              </a:rPr>
              <a:t>982</a:t>
            </a:r>
            <a:endParaRPr b="0" lang="en-IN" sz="2200" strike="noStrike" u="none">
              <a:solidFill>
                <a:srgbClr val="ffffff"/>
              </a:solidFill>
              <a:effectLst/>
              <a:uFillTx/>
              <a:latin typeface="Times New Roman"/>
            </a:endParaRPr>
          </a:p>
        </p:txBody>
      </p:sp>
      <p:sp>
        <p:nvSpPr>
          <p:cNvPr id="1298" name=""/>
          <p:cNvSpPr/>
          <p:nvPr/>
        </p:nvSpPr>
        <p:spPr>
          <a:xfrm>
            <a:off x="8748720" y="3611520"/>
            <a:ext cx="474480" cy="317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000" strike="noStrike" u="none">
                <a:solidFill>
                  <a:srgbClr val="ffffff"/>
                </a:solidFill>
                <a:effectLst/>
                <a:uFillTx/>
                <a:latin typeface="Arial"/>
              </a:rPr>
              <a:t>651</a:t>
            </a:r>
            <a:endParaRPr b="0" lang="en-IN" sz="2000" strike="noStrike" u="none">
              <a:solidFill>
                <a:srgbClr val="ffffff"/>
              </a:solidFill>
              <a:effectLst/>
              <a:uFillTx/>
              <a:latin typeface="Times New Roman"/>
            </a:endParaRPr>
          </a:p>
        </p:txBody>
      </p:sp>
      <p:sp>
        <p:nvSpPr>
          <p:cNvPr id="1299" name=""/>
          <p:cNvSpPr/>
          <p:nvPr/>
        </p:nvSpPr>
        <p:spPr>
          <a:xfrm>
            <a:off x="6872400" y="5143680"/>
            <a:ext cx="395280" cy="2664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700" strike="noStrike" u="none">
                <a:solidFill>
                  <a:srgbClr val="ffffff"/>
                </a:solidFill>
                <a:effectLst/>
                <a:uFillTx/>
                <a:latin typeface="Arial"/>
              </a:rPr>
              <a:t>219</a:t>
            </a:r>
            <a:endParaRPr b="0" lang="en-IN" sz="1700" strike="noStrike" u="none">
              <a:solidFill>
                <a:srgbClr val="ffffff"/>
              </a:solidFill>
              <a:effectLst/>
              <a:uFillTx/>
              <a:latin typeface="Times New Roman"/>
            </a:endParaRPr>
          </a:p>
        </p:txBody>
      </p:sp>
      <p:sp>
        <p:nvSpPr>
          <p:cNvPr id="1300" name=""/>
          <p:cNvSpPr/>
          <p:nvPr/>
        </p:nvSpPr>
        <p:spPr>
          <a:xfrm>
            <a:off x="5829480" y="5359320"/>
            <a:ext cx="475920" cy="322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000" strike="noStrike" u="none">
                <a:solidFill>
                  <a:srgbClr val="ffffff"/>
                </a:solidFill>
                <a:effectLst/>
                <a:uFillTx/>
                <a:latin typeface="Arial"/>
              </a:rPr>
              <a:t>266</a:t>
            </a:r>
            <a:endParaRPr b="0" lang="en-IN" sz="2000" strike="noStrike" u="none">
              <a:solidFill>
                <a:srgbClr val="ffffff"/>
              </a:solidFill>
              <a:effectLst/>
              <a:uFillTx/>
              <a:latin typeface="Times New Roman"/>
            </a:endParaRPr>
          </a:p>
        </p:txBody>
      </p:sp>
      <p:sp>
        <p:nvSpPr>
          <p:cNvPr id="1301" name=""/>
          <p:cNvSpPr/>
          <p:nvPr/>
        </p:nvSpPr>
        <p:spPr>
          <a:xfrm>
            <a:off x="5016600" y="5448240"/>
            <a:ext cx="477720" cy="320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000" strike="noStrike" u="none">
                <a:solidFill>
                  <a:srgbClr val="ffffff"/>
                </a:solidFill>
                <a:effectLst/>
                <a:uFillTx/>
                <a:latin typeface="Arial"/>
              </a:rPr>
              <a:t>223</a:t>
            </a:r>
            <a:endParaRPr b="0" lang="en-IN" sz="2000" strike="noStrike" u="none">
              <a:solidFill>
                <a:srgbClr val="ffffff"/>
              </a:solidFill>
              <a:effectLst/>
              <a:uFillTx/>
              <a:latin typeface="Times New Roman"/>
            </a:endParaRPr>
          </a:p>
        </p:txBody>
      </p:sp>
      <p:sp>
        <p:nvSpPr>
          <p:cNvPr id="1302" name=""/>
          <p:cNvSpPr/>
          <p:nvPr/>
        </p:nvSpPr>
        <p:spPr>
          <a:xfrm>
            <a:off x="4010040" y="5537160"/>
            <a:ext cx="476280" cy="318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000" strike="noStrike" u="none">
                <a:solidFill>
                  <a:srgbClr val="ffffff"/>
                </a:solidFill>
                <a:effectLst/>
                <a:uFillTx/>
                <a:latin typeface="Arial"/>
              </a:rPr>
              <a:t>199</a:t>
            </a:r>
            <a:endParaRPr b="0" lang="en-IN" sz="2000" strike="noStrike" u="none">
              <a:solidFill>
                <a:srgbClr val="ffffff"/>
              </a:solidFill>
              <a:effectLst/>
              <a:uFillTx/>
              <a:latin typeface="Times New Roman"/>
            </a:endParaRPr>
          </a:p>
        </p:txBody>
      </p:sp>
      <p:grpSp>
        <p:nvGrpSpPr>
          <p:cNvPr id="1303" name=""/>
          <p:cNvGrpSpPr/>
          <p:nvPr/>
        </p:nvGrpSpPr>
        <p:grpSpPr>
          <a:xfrm>
            <a:off x="2773440" y="3753000"/>
            <a:ext cx="277560" cy="277560"/>
            <a:chOff x="2773440" y="3753000"/>
            <a:chExt cx="277560" cy="277560"/>
          </a:xfrm>
        </p:grpSpPr>
        <p:sp>
          <p:nvSpPr>
            <p:cNvPr id="1304" name=""/>
            <p:cNvSpPr/>
            <p:nvPr/>
          </p:nvSpPr>
          <p:spPr>
            <a:xfrm>
              <a:off x="2773440" y="3808440"/>
              <a:ext cx="220680" cy="222120"/>
            </a:xfrm>
            <a:custGeom>
              <a:avLst/>
              <a:gdLst/>
              <a:ahLst/>
              <a:rect l="l" t="t" r="r" b="b"/>
              <a:pathLst>
                <a:path w="139" h="140">
                  <a:moveTo>
                    <a:pt x="0" y="139"/>
                  </a:moveTo>
                  <a:lnTo>
                    <a:pt x="138" y="139"/>
                  </a:lnTo>
                  <a:lnTo>
                    <a:pt x="138" y="0"/>
                  </a:lnTo>
                  <a:lnTo>
                    <a:pt x="0" y="0"/>
                  </a:lnTo>
                  <a:lnTo>
                    <a:pt x="0" y="139"/>
                  </a:lnTo>
                  <a:lnTo>
                    <a:pt x="0" y="139"/>
                  </a:lnTo>
                </a:path>
              </a:pathLst>
            </a:custGeom>
            <a:gradFill rotWithShape="0">
              <a:gsLst>
                <a:gs pos="0">
                  <a:srgbClr val="ff00ff"/>
                </a:gs>
                <a:gs pos="100000">
                  <a:srgbClr val="a1009f"/>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05" name=""/>
            <p:cNvSpPr/>
            <p:nvPr/>
          </p:nvSpPr>
          <p:spPr>
            <a:xfrm>
              <a:off x="2773440" y="3753000"/>
              <a:ext cx="277560" cy="56880"/>
            </a:xfrm>
            <a:custGeom>
              <a:avLst/>
              <a:gdLst/>
              <a:ahLst/>
              <a:rect l="l" t="t" r="r" b="b"/>
              <a:pathLst>
                <a:path w="175" h="36">
                  <a:moveTo>
                    <a:pt x="0" y="35"/>
                  </a:moveTo>
                  <a:lnTo>
                    <a:pt x="34" y="0"/>
                  </a:lnTo>
                  <a:lnTo>
                    <a:pt x="174" y="0"/>
                  </a:lnTo>
                  <a:lnTo>
                    <a:pt x="143" y="35"/>
                  </a:lnTo>
                  <a:lnTo>
                    <a:pt x="0" y="35"/>
                  </a:lnTo>
                  <a:lnTo>
                    <a:pt x="0" y="35"/>
                  </a:lnTo>
                </a:path>
              </a:pathLst>
            </a:custGeom>
            <a:solidFill>
              <a:srgbClr val="a1009f"/>
            </a:solidFill>
            <a:ln w="0">
              <a:noFill/>
            </a:ln>
          </p:spPr>
          <p:style>
            <a:lnRef idx="0"/>
            <a:fillRef idx="0"/>
            <a:effectRef idx="0"/>
            <a:fontRef idx="minor"/>
          </p:style>
          <p:txBody>
            <a:bodyPr lIns="90000" rIns="90000" tIns="10080" bIns="10080" anchor="t">
              <a:noAutofit/>
            </a:bodyPr>
            <a:p>
              <a:endParaRPr b="0" lang="en-IN" sz="2400" strike="noStrike" u="none">
                <a:solidFill>
                  <a:srgbClr val="ffffff"/>
                </a:solidFill>
                <a:effectLst/>
                <a:uFillTx/>
                <a:latin typeface="Times New Roman"/>
              </a:endParaRPr>
            </a:p>
          </p:txBody>
        </p:sp>
        <p:sp>
          <p:nvSpPr>
            <p:cNvPr id="1306" name=""/>
            <p:cNvSpPr/>
            <p:nvPr/>
          </p:nvSpPr>
          <p:spPr>
            <a:xfrm>
              <a:off x="2992320" y="3753000"/>
              <a:ext cx="58680" cy="277560"/>
            </a:xfrm>
            <a:custGeom>
              <a:avLst/>
              <a:gdLst/>
              <a:ahLst/>
              <a:rect l="l" t="t" r="r" b="b"/>
              <a:pathLst>
                <a:path w="37" h="175">
                  <a:moveTo>
                    <a:pt x="0" y="33"/>
                  </a:moveTo>
                  <a:lnTo>
                    <a:pt x="36" y="0"/>
                  </a:lnTo>
                  <a:lnTo>
                    <a:pt x="36" y="137"/>
                  </a:lnTo>
                  <a:lnTo>
                    <a:pt x="0" y="174"/>
                  </a:lnTo>
                  <a:lnTo>
                    <a:pt x="0" y="33"/>
                  </a:lnTo>
                  <a:lnTo>
                    <a:pt x="0" y="33"/>
                  </a:lnTo>
                </a:path>
              </a:pathLst>
            </a:custGeom>
            <a:solidFill>
              <a:srgbClr val="602162"/>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307" name=""/>
          <p:cNvSpPr/>
          <p:nvPr/>
        </p:nvSpPr>
        <p:spPr>
          <a:xfrm>
            <a:off x="3090960" y="3746520"/>
            <a:ext cx="2923920" cy="627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000" strike="noStrike" u="none">
                <a:solidFill>
                  <a:srgbClr val="ffffff"/>
                </a:solidFill>
                <a:effectLst/>
                <a:uFillTx/>
                <a:latin typeface="Arial"/>
              </a:rPr>
              <a:t>Downers (fallen stock)</a:t>
            </a:r>
            <a:endParaRPr b="0" lang="en-IN" sz="2000" strike="noStrike" u="none">
              <a:solidFill>
                <a:srgbClr val="ffffff"/>
              </a:solidFill>
              <a:effectLst/>
              <a:uFillTx/>
              <a:latin typeface="Times New Roman"/>
            </a:endParaRPr>
          </a:p>
        </p:txBody>
      </p:sp>
      <p:sp>
        <p:nvSpPr>
          <p:cNvPr id="1308" name=""/>
          <p:cNvSpPr/>
          <p:nvPr/>
        </p:nvSpPr>
        <p:spPr>
          <a:xfrm>
            <a:off x="7664400" y="4694400"/>
            <a:ext cx="479520" cy="317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000" strike="noStrike" u="none">
                <a:solidFill>
                  <a:srgbClr val="ffffff"/>
                </a:solidFill>
                <a:effectLst/>
                <a:uFillTx/>
                <a:latin typeface="Arial"/>
              </a:rPr>
              <a:t>344</a:t>
            </a:r>
            <a:endParaRPr b="0" lang="en-IN" sz="2000" strike="noStrike" u="none">
              <a:solidFill>
                <a:srgbClr val="ffffff"/>
              </a:solidFill>
              <a:effectLst/>
              <a:uFillTx/>
              <a:latin typeface="Times New Roman"/>
            </a:endParaRPr>
          </a:p>
        </p:txBody>
      </p:sp>
    </p:spTree>
  </p:cSld>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309" name=""/>
          <p:cNvGrpSpPr/>
          <p:nvPr/>
        </p:nvGrpSpPr>
        <p:grpSpPr>
          <a:xfrm>
            <a:off x="538200" y="-7920"/>
            <a:ext cx="9456840" cy="8099280"/>
            <a:chOff x="538200" y="-7920"/>
            <a:chExt cx="9456840" cy="8099280"/>
          </a:xfrm>
        </p:grpSpPr>
        <p:sp>
          <p:nvSpPr>
            <p:cNvPr id="1310"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311" name=""/>
            <p:cNvGrpSpPr/>
            <p:nvPr/>
          </p:nvGrpSpPr>
          <p:grpSpPr>
            <a:xfrm>
              <a:off x="538200" y="727200"/>
              <a:ext cx="1542960" cy="1599840"/>
              <a:chOff x="538200" y="727200"/>
              <a:chExt cx="1542960" cy="1599840"/>
            </a:xfrm>
          </p:grpSpPr>
          <p:sp>
            <p:nvSpPr>
              <p:cNvPr id="1312"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313" name="" descr=""/>
              <p:cNvPicPr/>
              <p:nvPr/>
            </p:nvPicPr>
            <p:blipFill>
              <a:blip r:embed="rId1"/>
              <a:stretch/>
            </p:blipFill>
            <p:spPr>
              <a:xfrm>
                <a:off x="568440" y="779400"/>
                <a:ext cx="1430280" cy="1460520"/>
              </a:xfrm>
              <a:prstGeom prst="rect">
                <a:avLst/>
              </a:prstGeom>
              <a:noFill/>
              <a:ln w="0">
                <a:noFill/>
              </a:ln>
            </p:spPr>
          </p:pic>
          <p:sp>
            <p:nvSpPr>
              <p:cNvPr id="1314"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15"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316"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317"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318"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319" name="PlaceHolder 1"/>
          <p:cNvSpPr>
            <a:spLocks noGrp="1"/>
          </p:cNvSpPr>
          <p:nvPr>
            <p:ph/>
          </p:nvPr>
        </p:nvSpPr>
        <p:spPr>
          <a:xfrm>
            <a:off x="2198520" y="552240"/>
            <a:ext cx="7831440" cy="185868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NVSL BSE Surveillance</a:t>
            </a: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Bovine Brain Submissions    FY 00-01 (as of 3-31-01)</a:t>
            </a:r>
            <a:endParaRPr b="0" lang="en-IN" sz="4200" strike="noStrike" u="none">
              <a:solidFill>
                <a:srgbClr val="ffffff"/>
              </a:solidFill>
              <a:effectLst/>
              <a:uFillTx/>
              <a:latin typeface="Times New Roman"/>
            </a:endParaRPr>
          </a:p>
        </p:txBody>
      </p:sp>
      <p:sp>
        <p:nvSpPr>
          <p:cNvPr id="1320" name=""/>
          <p:cNvSpPr/>
          <p:nvPr/>
        </p:nvSpPr>
        <p:spPr>
          <a:xfrm>
            <a:off x="3506760" y="5973840"/>
            <a:ext cx="0" cy="0"/>
          </a:xfrm>
          <a:prstGeom prst="line">
            <a:avLst/>
          </a:prstGeom>
          <a:ln w="1836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1321" name=""/>
          <p:cNvGrpSpPr/>
          <p:nvPr/>
        </p:nvGrpSpPr>
        <p:grpSpPr>
          <a:xfrm>
            <a:off x="5326200" y="3924360"/>
            <a:ext cx="228600" cy="225360"/>
            <a:chOff x="5326200" y="3924360"/>
            <a:chExt cx="228600" cy="225360"/>
          </a:xfrm>
        </p:grpSpPr>
        <p:sp>
          <p:nvSpPr>
            <p:cNvPr id="1322" name=""/>
            <p:cNvSpPr/>
            <p:nvPr/>
          </p:nvSpPr>
          <p:spPr>
            <a:xfrm>
              <a:off x="5326200" y="3927600"/>
              <a:ext cx="220680" cy="220680"/>
            </a:xfrm>
            <a:custGeom>
              <a:avLst/>
              <a:gdLst/>
              <a:ahLst/>
              <a:rect l="l" t="t" r="r" b="b"/>
              <a:pathLst>
                <a:path w="139" h="139">
                  <a:moveTo>
                    <a:pt x="0" y="138"/>
                  </a:moveTo>
                  <a:lnTo>
                    <a:pt x="138" y="0"/>
                  </a:lnTo>
                  <a:lnTo>
                    <a:pt x="0" y="0"/>
                  </a:lnTo>
                  <a:lnTo>
                    <a:pt x="0" y="138"/>
                  </a:lnTo>
                  <a:lnTo>
                    <a:pt x="0" y="138"/>
                  </a:lnTo>
                </a:path>
              </a:pathLst>
            </a:custGeom>
            <a:solidFill>
              <a:srgbClr val="ffe1b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23" name=""/>
            <p:cNvSpPr/>
            <p:nvPr/>
          </p:nvSpPr>
          <p:spPr>
            <a:xfrm>
              <a:off x="5326200" y="3924360"/>
              <a:ext cx="228600" cy="223920"/>
            </a:xfrm>
            <a:custGeom>
              <a:avLst/>
              <a:gdLst/>
              <a:ahLst/>
              <a:rect l="l" t="t" r="r" b="b"/>
              <a:pathLst>
                <a:path w="144" h="141">
                  <a:moveTo>
                    <a:pt x="143" y="0"/>
                  </a:moveTo>
                  <a:lnTo>
                    <a:pt x="0" y="140"/>
                  </a:lnTo>
                  <a:lnTo>
                    <a:pt x="143" y="140"/>
                  </a:lnTo>
                  <a:lnTo>
                    <a:pt x="143" y="0"/>
                  </a:lnTo>
                  <a:lnTo>
                    <a:pt x="143" y="0"/>
                  </a:lnTo>
                </a:path>
              </a:pathLst>
            </a:custGeom>
            <a:solidFill>
              <a:srgbClr val="824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24" name=""/>
            <p:cNvSpPr/>
            <p:nvPr/>
          </p:nvSpPr>
          <p:spPr>
            <a:xfrm>
              <a:off x="5429160" y="3924360"/>
              <a:ext cx="117720" cy="225360"/>
            </a:xfrm>
            <a:custGeom>
              <a:avLst/>
              <a:gdLst/>
              <a:ahLst/>
              <a:rect l="l" t="t" r="r" b="b"/>
              <a:pathLst>
                <a:path w="74" h="142">
                  <a:moveTo>
                    <a:pt x="73" y="0"/>
                  </a:moveTo>
                  <a:lnTo>
                    <a:pt x="0" y="68"/>
                  </a:lnTo>
                  <a:lnTo>
                    <a:pt x="73" y="141"/>
                  </a:lnTo>
                  <a:lnTo>
                    <a:pt x="73" y="0"/>
                  </a:lnTo>
                  <a:lnTo>
                    <a:pt x="73" y="0"/>
                  </a:lnTo>
                </a:path>
              </a:pathLst>
            </a:custGeom>
            <a:solidFill>
              <a:srgbClr val="bf41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25" name=""/>
            <p:cNvSpPr/>
            <p:nvPr/>
          </p:nvSpPr>
          <p:spPr>
            <a:xfrm>
              <a:off x="5326200" y="3924360"/>
              <a:ext cx="110880" cy="225360"/>
            </a:xfrm>
            <a:custGeom>
              <a:avLst/>
              <a:gdLst/>
              <a:ahLst/>
              <a:rect l="l" t="t" r="r" b="b"/>
              <a:pathLst>
                <a:path w="70" h="142">
                  <a:moveTo>
                    <a:pt x="0" y="0"/>
                  </a:moveTo>
                  <a:lnTo>
                    <a:pt x="69" y="68"/>
                  </a:lnTo>
                  <a:lnTo>
                    <a:pt x="0" y="141"/>
                  </a:lnTo>
                  <a:lnTo>
                    <a:pt x="0" y="0"/>
                  </a:lnTo>
                  <a:lnTo>
                    <a:pt x="0" y="0"/>
                  </a:lnTo>
                </a:path>
              </a:pathLst>
            </a:custGeom>
            <a:solidFill>
              <a:srgbClr val="f1f1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26" name=""/>
            <p:cNvSpPr/>
            <p:nvPr/>
          </p:nvSpPr>
          <p:spPr>
            <a:xfrm flipV="1">
              <a:off x="5357880" y="3960720"/>
              <a:ext cx="164880" cy="163440"/>
            </a:xfrm>
            <a:prstGeom prst="roundRect">
              <a:avLst>
                <a:gd name="adj" fmla="val 0"/>
              </a:avLst>
            </a:prstGeom>
            <a:solidFill>
              <a:srgbClr val="ffe118"/>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sp>
        <p:nvSpPr>
          <p:cNvPr id="1327" name=""/>
          <p:cNvSpPr/>
          <p:nvPr/>
        </p:nvSpPr>
        <p:spPr>
          <a:xfrm>
            <a:off x="5584680" y="3290760"/>
            <a:ext cx="2376720" cy="663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800" strike="noStrike" u="none">
                <a:solidFill>
                  <a:srgbClr val="ffffff"/>
                </a:solidFill>
                <a:effectLst/>
                <a:uFillTx/>
                <a:latin typeface="Arial"/>
              </a:rPr>
              <a:t>Total Submissions</a:t>
            </a:r>
            <a:endParaRPr b="0" lang="en-IN" sz="1800" strike="noStrike" u="none">
              <a:solidFill>
                <a:srgbClr val="ffffff"/>
              </a:solidFill>
              <a:effectLst/>
              <a:uFillTx/>
              <a:latin typeface="Times New Roman"/>
            </a:endParaRPr>
          </a:p>
        </p:txBody>
      </p:sp>
      <p:graphicFrame>
        <p:nvGraphicFramePr>
          <p:cNvPr id="1328" name=""/>
          <p:cNvGraphicFramePr/>
          <p:nvPr/>
        </p:nvGraphicFramePr>
        <p:xfrm>
          <a:off x="2568600" y="2727360"/>
          <a:ext cx="6507000" cy="4160880"/>
        </p:xfrm>
        <a:graphic>
          <a:graphicData uri="http://schemas.openxmlformats.org/presentationml/2006/ole">
            <p:oleObj r:id="rId2" spid="">
              <p:embed/>
              <p:pic>
                <p:nvPicPr>
                  <p:cNvPr id="1329" name="" descr=""/>
                  <p:cNvPicPr/>
                  <p:nvPr/>
                </p:nvPicPr>
                <p:blipFill>
                  <a:blip r:embed="rId3"/>
                  <a:stretch/>
                </p:blipFill>
                <p:spPr>
                  <a:xfrm>
                    <a:off x="2568600" y="2727360"/>
                    <a:ext cx="6507000" cy="4160880"/>
                  </a:xfrm>
                  <a:prstGeom prst="rect">
                    <a:avLst/>
                  </a:prstGeom>
                  <a:noFill/>
                  <a:ln w="0">
                    <a:noFill/>
                  </a:ln>
                </p:spPr>
              </p:pic>
            </p:oleObj>
          </a:graphicData>
        </a:graphic>
      </p:graphicFrame>
      <p:grpSp>
        <p:nvGrpSpPr>
          <p:cNvPr id="1330" name=""/>
          <p:cNvGrpSpPr/>
          <p:nvPr/>
        </p:nvGrpSpPr>
        <p:grpSpPr>
          <a:xfrm>
            <a:off x="5241960" y="3289320"/>
            <a:ext cx="258840" cy="218880"/>
            <a:chOff x="5241960" y="3289320"/>
            <a:chExt cx="258840" cy="218880"/>
          </a:xfrm>
        </p:grpSpPr>
        <p:sp>
          <p:nvSpPr>
            <p:cNvPr id="1331" name=""/>
            <p:cNvSpPr/>
            <p:nvPr/>
          </p:nvSpPr>
          <p:spPr>
            <a:xfrm>
              <a:off x="5241960" y="3289320"/>
              <a:ext cx="257040" cy="217440"/>
            </a:xfrm>
            <a:custGeom>
              <a:avLst/>
              <a:gdLst/>
              <a:ahLst/>
              <a:rect l="l" t="t" r="r" b="b"/>
              <a:pathLst>
                <a:path w="162" h="137">
                  <a:moveTo>
                    <a:pt x="0" y="136"/>
                  </a:moveTo>
                  <a:lnTo>
                    <a:pt x="161" y="0"/>
                  </a:lnTo>
                  <a:lnTo>
                    <a:pt x="0" y="0"/>
                  </a:lnTo>
                  <a:lnTo>
                    <a:pt x="0" y="136"/>
                  </a:lnTo>
                  <a:lnTo>
                    <a:pt x="0" y="136"/>
                  </a:lnTo>
                </a:path>
              </a:pathLst>
            </a:custGeom>
            <a:solidFill>
              <a:srgbClr val="c1fff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32" name=""/>
            <p:cNvSpPr/>
            <p:nvPr/>
          </p:nvSpPr>
          <p:spPr>
            <a:xfrm>
              <a:off x="5241960" y="3294000"/>
              <a:ext cx="258840" cy="212760"/>
            </a:xfrm>
            <a:custGeom>
              <a:avLst/>
              <a:gdLst/>
              <a:ahLst/>
              <a:rect l="l" t="t" r="r" b="b"/>
              <a:pathLst>
                <a:path w="163" h="134">
                  <a:moveTo>
                    <a:pt x="158" y="0"/>
                  </a:moveTo>
                  <a:lnTo>
                    <a:pt x="0" y="133"/>
                  </a:lnTo>
                  <a:lnTo>
                    <a:pt x="162" y="133"/>
                  </a:lnTo>
                  <a:lnTo>
                    <a:pt x="158" y="0"/>
                  </a:lnTo>
                  <a:lnTo>
                    <a:pt x="158" y="0"/>
                  </a:lnTo>
                </a:path>
              </a:pathLst>
            </a:custGeom>
            <a:solidFill>
              <a:srgbClr val="004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33" name=""/>
            <p:cNvSpPr/>
            <p:nvPr/>
          </p:nvSpPr>
          <p:spPr>
            <a:xfrm>
              <a:off x="5365800" y="3289320"/>
              <a:ext cx="135000" cy="218880"/>
            </a:xfrm>
            <a:custGeom>
              <a:avLst/>
              <a:gdLst/>
              <a:ahLst/>
              <a:rect l="l" t="t" r="r" b="b"/>
              <a:pathLst>
                <a:path w="85" h="138">
                  <a:moveTo>
                    <a:pt x="84" y="0"/>
                  </a:moveTo>
                  <a:lnTo>
                    <a:pt x="0" y="66"/>
                  </a:lnTo>
                  <a:lnTo>
                    <a:pt x="84" y="137"/>
                  </a:lnTo>
                  <a:lnTo>
                    <a:pt x="84" y="0"/>
                  </a:lnTo>
                  <a:lnTo>
                    <a:pt x="84" y="0"/>
                  </a:lnTo>
                </a:path>
              </a:pathLst>
            </a:custGeom>
            <a:solidFill>
              <a:srgbClr val="0082b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34" name=""/>
            <p:cNvSpPr/>
            <p:nvPr/>
          </p:nvSpPr>
          <p:spPr>
            <a:xfrm>
              <a:off x="5241960" y="3289320"/>
              <a:ext cx="136440" cy="217440"/>
            </a:xfrm>
            <a:custGeom>
              <a:avLst/>
              <a:gdLst/>
              <a:ahLst/>
              <a:rect l="l" t="t" r="r" b="b"/>
              <a:pathLst>
                <a:path w="86" h="137">
                  <a:moveTo>
                    <a:pt x="0" y="0"/>
                  </a:moveTo>
                  <a:lnTo>
                    <a:pt x="85" y="68"/>
                  </a:lnTo>
                  <a:lnTo>
                    <a:pt x="0" y="136"/>
                  </a:lnTo>
                  <a:lnTo>
                    <a:pt x="0" y="0"/>
                  </a:lnTo>
                  <a:lnTo>
                    <a:pt x="0" y="0"/>
                  </a:lnTo>
                </a:path>
              </a:pathLst>
            </a:custGeom>
            <a:solidFill>
              <a:srgbClr val="c0e1f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35" name=""/>
            <p:cNvSpPr/>
            <p:nvPr/>
          </p:nvSpPr>
          <p:spPr>
            <a:xfrm flipV="1">
              <a:off x="5276880" y="3320280"/>
              <a:ext cx="185760" cy="157320"/>
            </a:xfrm>
            <a:prstGeom prst="roundRect">
              <a:avLst>
                <a:gd name="adj" fmla="val 0"/>
              </a:avLst>
            </a:prstGeom>
            <a:solidFill>
              <a:srgbClr val="00c1c2"/>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grpSp>
        <p:nvGrpSpPr>
          <p:cNvPr id="1336" name=""/>
          <p:cNvGrpSpPr/>
          <p:nvPr/>
        </p:nvGrpSpPr>
        <p:grpSpPr>
          <a:xfrm>
            <a:off x="5361120" y="4487760"/>
            <a:ext cx="242640" cy="236520"/>
            <a:chOff x="5361120" y="4487760"/>
            <a:chExt cx="242640" cy="236520"/>
          </a:xfrm>
        </p:grpSpPr>
        <p:sp>
          <p:nvSpPr>
            <p:cNvPr id="1337" name=""/>
            <p:cNvSpPr/>
            <p:nvPr/>
          </p:nvSpPr>
          <p:spPr>
            <a:xfrm flipV="1">
              <a:off x="5364000" y="4680720"/>
              <a:ext cx="239760" cy="42840"/>
            </a:xfrm>
            <a:prstGeom prst="roundRect">
              <a:avLst>
                <a:gd name="adj" fmla="val 0"/>
              </a:avLst>
            </a:prstGeom>
            <a:solidFill>
              <a:srgbClr val="a11f12"/>
            </a:solidFill>
            <a:ln w="0">
              <a:noFill/>
            </a:ln>
          </p:spPr>
          <p:style>
            <a:lnRef idx="0"/>
            <a:fillRef idx="0"/>
            <a:effectRef idx="0"/>
            <a:fontRef idx="minor"/>
          </p:style>
          <p:txBody>
            <a:bodyPr wrap="none" lIns="90000" rIns="90000" tIns="-3600" bIns="-3600" anchor="ctr">
              <a:noAutofit/>
            </a:bodyPr>
            <a:p>
              <a:endParaRPr b="0" lang="en-IN" sz="2400" strike="noStrike" u="none">
                <a:solidFill>
                  <a:srgbClr val="ffffff"/>
                </a:solidFill>
                <a:effectLst/>
                <a:uFillTx/>
                <a:latin typeface="Times New Roman"/>
              </a:endParaRPr>
            </a:p>
          </p:txBody>
        </p:sp>
        <p:sp>
          <p:nvSpPr>
            <p:cNvPr id="1338" name=""/>
            <p:cNvSpPr/>
            <p:nvPr/>
          </p:nvSpPr>
          <p:spPr>
            <a:xfrm>
              <a:off x="5362560" y="4487760"/>
              <a:ext cx="241200" cy="135000"/>
            </a:xfrm>
            <a:custGeom>
              <a:avLst/>
              <a:gdLst/>
              <a:ahLst/>
              <a:rect l="l" t="t" r="r" b="b"/>
              <a:pathLst>
                <a:path w="152" h="85">
                  <a:moveTo>
                    <a:pt x="83" y="84"/>
                  </a:moveTo>
                  <a:lnTo>
                    <a:pt x="151" y="0"/>
                  </a:lnTo>
                  <a:lnTo>
                    <a:pt x="0" y="0"/>
                  </a:lnTo>
                  <a:lnTo>
                    <a:pt x="83" y="84"/>
                  </a:lnTo>
                  <a:lnTo>
                    <a:pt x="83" y="84"/>
                  </a:lnTo>
                </a:path>
              </a:pathLst>
            </a:custGeom>
            <a:solidFill>
              <a:srgbClr val="ffc0ce"/>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39" name=""/>
            <p:cNvSpPr/>
            <p:nvPr/>
          </p:nvSpPr>
          <p:spPr>
            <a:xfrm flipV="1">
              <a:off x="5394240" y="4514040"/>
              <a:ext cx="177840" cy="174600"/>
            </a:xfrm>
            <a:prstGeom prst="roundRect">
              <a:avLst>
                <a:gd name="adj" fmla="val 0"/>
              </a:avLst>
            </a:prstGeom>
            <a:solidFill>
              <a:srgbClr val="ff6088"/>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340" name=""/>
            <p:cNvSpPr/>
            <p:nvPr/>
          </p:nvSpPr>
          <p:spPr>
            <a:xfrm>
              <a:off x="5361120" y="4487760"/>
              <a:ext cx="34920" cy="236520"/>
            </a:xfrm>
            <a:custGeom>
              <a:avLst/>
              <a:gdLst/>
              <a:ahLst/>
              <a:rect l="l" t="t" r="r" b="b"/>
              <a:pathLst>
                <a:path w="22" h="149">
                  <a:moveTo>
                    <a:pt x="0" y="148"/>
                  </a:moveTo>
                  <a:lnTo>
                    <a:pt x="21" y="126"/>
                  </a:lnTo>
                  <a:lnTo>
                    <a:pt x="21" y="16"/>
                  </a:lnTo>
                  <a:lnTo>
                    <a:pt x="2" y="0"/>
                  </a:lnTo>
                  <a:lnTo>
                    <a:pt x="0" y="148"/>
                  </a:lnTo>
                  <a:lnTo>
                    <a:pt x="0" y="148"/>
                  </a:lnTo>
                </a:path>
              </a:pathLst>
            </a:custGeom>
            <a:solidFill>
              <a:srgbClr val="ff9f9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41" name=""/>
            <p:cNvSpPr/>
            <p:nvPr/>
          </p:nvSpPr>
          <p:spPr>
            <a:xfrm>
              <a:off x="5570640" y="4487760"/>
              <a:ext cx="33120" cy="236520"/>
            </a:xfrm>
            <a:custGeom>
              <a:avLst/>
              <a:gdLst/>
              <a:ahLst/>
              <a:rect l="l" t="t" r="r" b="b"/>
              <a:pathLst>
                <a:path w="21" h="149">
                  <a:moveTo>
                    <a:pt x="20" y="148"/>
                  </a:moveTo>
                  <a:lnTo>
                    <a:pt x="0" y="127"/>
                  </a:lnTo>
                  <a:lnTo>
                    <a:pt x="0" y="18"/>
                  </a:lnTo>
                  <a:lnTo>
                    <a:pt x="20" y="0"/>
                  </a:lnTo>
                  <a:lnTo>
                    <a:pt x="20" y="148"/>
                  </a:lnTo>
                  <a:lnTo>
                    <a:pt x="20" y="148"/>
                  </a:lnTo>
                </a:path>
              </a:pathLst>
            </a:custGeom>
            <a:solidFill>
              <a:srgbClr val="c20041"/>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342" name=""/>
          <p:cNvSpPr/>
          <p:nvPr/>
        </p:nvSpPr>
        <p:spPr>
          <a:xfrm>
            <a:off x="5659560" y="3867120"/>
            <a:ext cx="1736640" cy="5968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ffff"/>
                </a:solidFill>
                <a:effectLst/>
                <a:uFillTx/>
                <a:latin typeface="Arial"/>
              </a:rPr>
              <a:t>Tested by IHC</a:t>
            </a:r>
            <a:endParaRPr b="0" lang="en-IN" sz="1900" strike="noStrike" u="none">
              <a:solidFill>
                <a:srgbClr val="ffffff"/>
              </a:solidFill>
              <a:effectLst/>
              <a:uFillTx/>
              <a:latin typeface="Times New Roman"/>
            </a:endParaRPr>
          </a:p>
        </p:txBody>
      </p:sp>
      <p:sp>
        <p:nvSpPr>
          <p:cNvPr id="1343" name=""/>
          <p:cNvSpPr/>
          <p:nvPr/>
        </p:nvSpPr>
        <p:spPr>
          <a:xfrm>
            <a:off x="5656320" y="4398840"/>
            <a:ext cx="3022560" cy="595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1900" strike="noStrike" u="none">
                <a:solidFill>
                  <a:srgbClr val="ffffff"/>
                </a:solidFill>
                <a:effectLst/>
                <a:uFillTx/>
                <a:latin typeface="Arial"/>
              </a:rPr>
              <a:t>"Downers" (fallen stock)</a:t>
            </a:r>
            <a:endParaRPr b="0" lang="en-IN" sz="1900" strike="noStrike" u="none">
              <a:solidFill>
                <a:srgbClr val="ffffff"/>
              </a:solidFill>
              <a:effectLst/>
              <a:uFillTx/>
              <a:latin typeface="Times New Roman"/>
            </a:endParaRPr>
          </a:p>
        </p:txBody>
      </p:sp>
      <p:sp>
        <p:nvSpPr>
          <p:cNvPr id="1344" name=""/>
          <p:cNvSpPr/>
          <p:nvPr/>
        </p:nvSpPr>
        <p:spPr>
          <a:xfrm>
            <a:off x="3343320" y="3016080"/>
            <a:ext cx="698400" cy="355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200" strike="noStrike" u="none">
                <a:solidFill>
                  <a:srgbClr val="ffffff"/>
                </a:solidFill>
                <a:effectLst/>
                <a:uFillTx/>
                <a:latin typeface="Arial"/>
              </a:rPr>
              <a:t>2309</a:t>
            </a:r>
            <a:endParaRPr b="0" lang="en-IN" sz="2200" strike="noStrike" u="none">
              <a:solidFill>
                <a:srgbClr val="ffffff"/>
              </a:solidFill>
              <a:effectLst/>
              <a:uFillTx/>
              <a:latin typeface="Times New Roman"/>
            </a:endParaRPr>
          </a:p>
        </p:txBody>
      </p:sp>
      <p:sp>
        <p:nvSpPr>
          <p:cNvPr id="1345" name=""/>
          <p:cNvSpPr/>
          <p:nvPr/>
        </p:nvSpPr>
        <p:spPr>
          <a:xfrm>
            <a:off x="4011480" y="3213000"/>
            <a:ext cx="693720" cy="355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200" strike="noStrike" u="none">
                <a:solidFill>
                  <a:srgbClr val="ffffff"/>
                </a:solidFill>
                <a:effectLst/>
                <a:uFillTx/>
                <a:latin typeface="Arial"/>
              </a:rPr>
              <a:t>2135</a:t>
            </a:r>
            <a:endParaRPr b="0" lang="en-IN" sz="2200" strike="noStrike" u="none">
              <a:solidFill>
                <a:srgbClr val="ffffff"/>
              </a:solidFill>
              <a:effectLst/>
              <a:uFillTx/>
              <a:latin typeface="Times New Roman"/>
            </a:endParaRPr>
          </a:p>
        </p:txBody>
      </p:sp>
      <p:sp>
        <p:nvSpPr>
          <p:cNvPr id="1346" name=""/>
          <p:cNvSpPr/>
          <p:nvPr/>
        </p:nvSpPr>
        <p:spPr>
          <a:xfrm>
            <a:off x="4494240" y="3726000"/>
            <a:ext cx="696960" cy="355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200" strike="noStrike" u="none">
                <a:solidFill>
                  <a:srgbClr val="ffffff"/>
                </a:solidFill>
                <a:effectLst/>
                <a:uFillTx/>
                <a:latin typeface="Arial"/>
              </a:rPr>
              <a:t>1895</a:t>
            </a:r>
            <a:endParaRPr b="0" lang="en-IN" sz="2200" strike="noStrike" u="none">
              <a:solidFill>
                <a:srgbClr val="ffffff"/>
              </a:solidFill>
              <a:effectLst/>
              <a:uFillTx/>
              <a:latin typeface="Times New Roman"/>
            </a:endParaRPr>
          </a:p>
        </p:txBody>
      </p:sp>
      <p:sp>
        <p:nvSpPr>
          <p:cNvPr id="1347" name=""/>
          <p:cNvSpPr/>
          <p:nvPr/>
        </p:nvSpPr>
        <p:spPr>
          <a:xfrm>
            <a:off x="5764320" y="5373720"/>
            <a:ext cx="487080" cy="330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000" strike="noStrike" u="none">
                <a:solidFill>
                  <a:srgbClr val="ffffff"/>
                </a:solidFill>
                <a:effectLst/>
                <a:uFillTx/>
                <a:latin typeface="Arial"/>
              </a:rPr>
              <a:t>548</a:t>
            </a:r>
            <a:endParaRPr b="0" lang="en-IN" sz="2000" strike="noStrike" u="none">
              <a:solidFill>
                <a:srgbClr val="ffffff"/>
              </a:solidFill>
              <a:effectLst/>
              <a:uFillTx/>
              <a:latin typeface="Times New Roman"/>
            </a:endParaRPr>
          </a:p>
        </p:txBody>
      </p:sp>
      <p:sp>
        <p:nvSpPr>
          <p:cNvPr id="1348" name=""/>
          <p:cNvSpPr/>
          <p:nvPr/>
        </p:nvSpPr>
        <p:spPr>
          <a:xfrm>
            <a:off x="5189400" y="5157720"/>
            <a:ext cx="486000" cy="328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000" strike="noStrike" u="none">
                <a:solidFill>
                  <a:srgbClr val="ffffff"/>
                </a:solidFill>
                <a:effectLst/>
                <a:uFillTx/>
                <a:latin typeface="Arial"/>
              </a:rPr>
              <a:t>643</a:t>
            </a:r>
            <a:endParaRPr b="0" lang="en-IN" sz="2000" strike="noStrike" u="none">
              <a:solidFill>
                <a:srgbClr val="ffffff"/>
              </a:solidFill>
              <a:effectLst/>
              <a:uFillTx/>
              <a:latin typeface="Times New Roman"/>
            </a:endParaRPr>
          </a:p>
        </p:txBody>
      </p:sp>
      <p:sp>
        <p:nvSpPr>
          <p:cNvPr id="1349" name=""/>
          <p:cNvSpPr/>
          <p:nvPr/>
        </p:nvSpPr>
        <p:spPr>
          <a:xfrm>
            <a:off x="4626000" y="5033880"/>
            <a:ext cx="498600" cy="339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100" strike="noStrike" u="none">
                <a:solidFill>
                  <a:srgbClr val="ffffff"/>
                </a:solidFill>
                <a:effectLst/>
                <a:uFillTx/>
                <a:latin typeface="Arial"/>
              </a:rPr>
              <a:t>713</a:t>
            </a:r>
            <a:endParaRPr b="0" lang="en-IN" sz="2100" strike="noStrike" u="none">
              <a:solidFill>
                <a:srgbClr val="ffffff"/>
              </a:solidFill>
              <a:effectLst/>
              <a:uFillTx/>
              <a:latin typeface="Times New Roman"/>
            </a:endParaRPr>
          </a:p>
        </p:txBody>
      </p:sp>
    </p:spTree>
  </p:cSld>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350" name=""/>
          <p:cNvGrpSpPr/>
          <p:nvPr/>
        </p:nvGrpSpPr>
        <p:grpSpPr>
          <a:xfrm>
            <a:off x="538200" y="-7920"/>
            <a:ext cx="9456840" cy="8099280"/>
            <a:chOff x="538200" y="-7920"/>
            <a:chExt cx="9456840" cy="8099280"/>
          </a:xfrm>
        </p:grpSpPr>
        <p:sp>
          <p:nvSpPr>
            <p:cNvPr id="1351"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352" name=""/>
            <p:cNvGrpSpPr/>
            <p:nvPr/>
          </p:nvGrpSpPr>
          <p:grpSpPr>
            <a:xfrm>
              <a:off x="538200" y="727200"/>
              <a:ext cx="1542960" cy="1599840"/>
              <a:chOff x="538200" y="727200"/>
              <a:chExt cx="1542960" cy="1599840"/>
            </a:xfrm>
          </p:grpSpPr>
          <p:sp>
            <p:nvSpPr>
              <p:cNvPr id="1353"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354" name="" descr=""/>
              <p:cNvPicPr/>
              <p:nvPr/>
            </p:nvPicPr>
            <p:blipFill>
              <a:blip r:embed="rId1"/>
              <a:stretch/>
            </p:blipFill>
            <p:spPr>
              <a:xfrm>
                <a:off x="568440" y="779400"/>
                <a:ext cx="1430280" cy="1460520"/>
              </a:xfrm>
              <a:prstGeom prst="rect">
                <a:avLst/>
              </a:prstGeom>
              <a:noFill/>
              <a:ln w="0">
                <a:noFill/>
              </a:ln>
            </p:spPr>
          </p:pic>
          <p:sp>
            <p:nvSpPr>
              <p:cNvPr id="1355"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56"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357"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358"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359"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360"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US Surveillance: Current Direction</a:t>
            </a:r>
            <a:endParaRPr b="0" lang="en-IN" sz="4200" strike="noStrike" u="none">
              <a:solidFill>
                <a:srgbClr val="ffffff"/>
              </a:solidFill>
              <a:effectLst/>
              <a:uFillTx/>
              <a:latin typeface="Times New Roman"/>
            </a:endParaRPr>
          </a:p>
        </p:txBody>
      </p:sp>
      <p:sp>
        <p:nvSpPr>
          <p:cNvPr id="1361" name=""/>
          <p:cNvSpPr/>
          <p:nvPr/>
        </p:nvSpPr>
        <p:spPr>
          <a:xfrm>
            <a:off x="1479600" y="2503440"/>
            <a:ext cx="8750160" cy="54936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Regional Goals</a:t>
            </a:r>
            <a:endParaRPr b="0" lang="en-IN" sz="3500" strike="noStrike" u="none">
              <a:solidFill>
                <a:srgbClr val="ffffff"/>
              </a:solidFill>
              <a:effectLst/>
              <a:uFillTx/>
              <a:latin typeface="Times New Roman"/>
            </a:endParaRPr>
          </a:p>
        </p:txBody>
      </p:sp>
      <p:grpSp>
        <p:nvGrpSpPr>
          <p:cNvPr id="1362" name=""/>
          <p:cNvGrpSpPr/>
          <p:nvPr/>
        </p:nvGrpSpPr>
        <p:grpSpPr>
          <a:xfrm>
            <a:off x="6292800" y="2867040"/>
            <a:ext cx="1263600" cy="4203720"/>
            <a:chOff x="6292800" y="2867040"/>
            <a:chExt cx="1263600" cy="4203720"/>
          </a:xfrm>
        </p:grpSpPr>
        <p:sp>
          <p:nvSpPr>
            <p:cNvPr id="1363" name=""/>
            <p:cNvSpPr/>
            <p:nvPr/>
          </p:nvSpPr>
          <p:spPr>
            <a:xfrm>
              <a:off x="6475320" y="2867040"/>
              <a:ext cx="150840" cy="4203720"/>
            </a:xfrm>
            <a:custGeom>
              <a:avLst/>
              <a:gdLst/>
              <a:ahLst/>
              <a:rect l="l" t="t" r="r" b="b"/>
              <a:pathLst>
                <a:path w="95" h="2648">
                  <a:moveTo>
                    <a:pt x="94" y="0"/>
                  </a:moveTo>
                  <a:lnTo>
                    <a:pt x="0" y="67"/>
                  </a:lnTo>
                  <a:lnTo>
                    <a:pt x="2" y="2621"/>
                  </a:lnTo>
                  <a:lnTo>
                    <a:pt x="92" y="2647"/>
                  </a:lnTo>
                  <a:lnTo>
                    <a:pt x="94" y="0"/>
                  </a:lnTo>
                  <a:lnTo>
                    <a:pt x="94" y="0"/>
                  </a:lnTo>
                </a:path>
              </a:pathLst>
            </a:custGeom>
            <a:solidFill>
              <a:srgbClr val="e1e1e1"/>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64" name=""/>
            <p:cNvSpPr/>
            <p:nvPr/>
          </p:nvSpPr>
          <p:spPr>
            <a:xfrm>
              <a:off x="6622920" y="2870280"/>
              <a:ext cx="198720" cy="4198680"/>
            </a:xfrm>
            <a:custGeom>
              <a:avLst/>
              <a:gdLst/>
              <a:ahLst/>
              <a:rect l="l" t="t" r="r" b="b"/>
              <a:pathLst>
                <a:path w="125" h="2645">
                  <a:moveTo>
                    <a:pt x="0" y="0"/>
                  </a:moveTo>
                  <a:lnTo>
                    <a:pt x="0" y="2644"/>
                  </a:lnTo>
                  <a:lnTo>
                    <a:pt x="124" y="2612"/>
                  </a:lnTo>
                  <a:lnTo>
                    <a:pt x="124" y="75"/>
                  </a:lnTo>
                  <a:lnTo>
                    <a:pt x="0" y="0"/>
                  </a:lnTo>
                  <a:lnTo>
                    <a:pt x="0" y="0"/>
                  </a:lnTo>
                </a:path>
              </a:pathLst>
            </a:custGeom>
            <a:solidFill>
              <a:srgbClr val="c0c0c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65" name=""/>
            <p:cNvSpPr/>
            <p:nvPr/>
          </p:nvSpPr>
          <p:spPr>
            <a:xfrm>
              <a:off x="6294600" y="3295800"/>
              <a:ext cx="1076040" cy="630000"/>
            </a:xfrm>
            <a:custGeom>
              <a:avLst/>
              <a:gdLst/>
              <a:ahLst/>
              <a:rect l="l" t="t" r="r" b="b"/>
              <a:pathLst>
                <a:path w="678" h="397">
                  <a:moveTo>
                    <a:pt x="0" y="385"/>
                  </a:moveTo>
                  <a:lnTo>
                    <a:pt x="32" y="396"/>
                  </a:lnTo>
                  <a:lnTo>
                    <a:pt x="677" y="69"/>
                  </a:lnTo>
                  <a:lnTo>
                    <a:pt x="553" y="0"/>
                  </a:lnTo>
                  <a:lnTo>
                    <a:pt x="0" y="385"/>
                  </a:lnTo>
                  <a:lnTo>
                    <a:pt x="0" y="385"/>
                  </a:lnTo>
                </a:path>
              </a:pathLst>
            </a:custGeom>
            <a:solidFill>
              <a:srgbClr val="00c1c2"/>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66" name=""/>
            <p:cNvSpPr/>
            <p:nvPr/>
          </p:nvSpPr>
          <p:spPr>
            <a:xfrm>
              <a:off x="7315200" y="3070080"/>
              <a:ext cx="190440" cy="336600"/>
            </a:xfrm>
            <a:custGeom>
              <a:avLst/>
              <a:gdLst/>
              <a:ahLst/>
              <a:rect l="l" t="t" r="r" b="b"/>
              <a:pathLst>
                <a:path w="120" h="212">
                  <a:moveTo>
                    <a:pt x="34" y="211"/>
                  </a:moveTo>
                  <a:lnTo>
                    <a:pt x="119" y="35"/>
                  </a:lnTo>
                  <a:lnTo>
                    <a:pt x="58" y="0"/>
                  </a:lnTo>
                  <a:lnTo>
                    <a:pt x="0" y="188"/>
                  </a:lnTo>
                  <a:lnTo>
                    <a:pt x="34" y="211"/>
                  </a:lnTo>
                  <a:lnTo>
                    <a:pt x="34" y="211"/>
                  </a:lnTo>
                </a:path>
              </a:pathLst>
            </a:custGeom>
            <a:solidFill>
              <a:srgbClr val="00e0e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67" name=""/>
            <p:cNvSpPr/>
            <p:nvPr/>
          </p:nvSpPr>
          <p:spPr>
            <a:xfrm>
              <a:off x="7305840" y="2954160"/>
              <a:ext cx="210960" cy="173160"/>
            </a:xfrm>
            <a:custGeom>
              <a:avLst/>
              <a:gdLst/>
              <a:ahLst/>
              <a:rect l="l" t="t" r="r" b="b"/>
              <a:pathLst>
                <a:path w="133" h="109">
                  <a:moveTo>
                    <a:pt x="6" y="0"/>
                  </a:moveTo>
                  <a:lnTo>
                    <a:pt x="64" y="40"/>
                  </a:lnTo>
                  <a:lnTo>
                    <a:pt x="132" y="108"/>
                  </a:lnTo>
                  <a:lnTo>
                    <a:pt x="0" y="45"/>
                  </a:lnTo>
                  <a:lnTo>
                    <a:pt x="6" y="0"/>
                  </a:lnTo>
                  <a:lnTo>
                    <a:pt x="6" y="0"/>
                  </a:lnTo>
                </a:path>
              </a:pathLst>
            </a:custGeom>
            <a:solidFill>
              <a:srgbClr val="80fff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68" name=""/>
            <p:cNvSpPr/>
            <p:nvPr/>
          </p:nvSpPr>
          <p:spPr>
            <a:xfrm>
              <a:off x="6292800" y="2957400"/>
              <a:ext cx="1166760" cy="952560"/>
            </a:xfrm>
            <a:custGeom>
              <a:avLst/>
              <a:gdLst/>
              <a:ahLst/>
              <a:rect l="l" t="t" r="r" b="b"/>
              <a:pathLst>
                <a:path w="735" h="600">
                  <a:moveTo>
                    <a:pt x="3" y="392"/>
                  </a:moveTo>
                  <a:lnTo>
                    <a:pt x="644" y="0"/>
                  </a:lnTo>
                  <a:lnTo>
                    <a:pt x="734" y="89"/>
                  </a:lnTo>
                  <a:lnTo>
                    <a:pt x="646" y="257"/>
                  </a:lnTo>
                  <a:lnTo>
                    <a:pt x="0" y="599"/>
                  </a:lnTo>
                  <a:lnTo>
                    <a:pt x="3" y="392"/>
                  </a:lnTo>
                  <a:lnTo>
                    <a:pt x="3" y="392"/>
                  </a:lnTo>
                </a:path>
              </a:pathLst>
            </a:custGeom>
            <a:solidFill>
              <a:srgbClr val="c1fff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69" name=""/>
            <p:cNvSpPr/>
            <p:nvPr/>
          </p:nvSpPr>
          <p:spPr>
            <a:xfrm>
              <a:off x="6345360" y="3968640"/>
              <a:ext cx="220680" cy="422280"/>
            </a:xfrm>
            <a:custGeom>
              <a:avLst/>
              <a:gdLst/>
              <a:ahLst/>
              <a:rect l="l" t="t" r="r" b="b"/>
              <a:pathLst>
                <a:path w="139" h="266">
                  <a:moveTo>
                    <a:pt x="35" y="0"/>
                  </a:moveTo>
                  <a:lnTo>
                    <a:pt x="0" y="16"/>
                  </a:lnTo>
                  <a:lnTo>
                    <a:pt x="0" y="265"/>
                  </a:lnTo>
                  <a:lnTo>
                    <a:pt x="138" y="204"/>
                  </a:lnTo>
                  <a:lnTo>
                    <a:pt x="35" y="0"/>
                  </a:lnTo>
                  <a:lnTo>
                    <a:pt x="35" y="0"/>
                  </a:lnTo>
                </a:path>
              </a:pathLst>
            </a:custGeom>
            <a:solidFill>
              <a:srgbClr val="c1ffff"/>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70" name=""/>
            <p:cNvSpPr/>
            <p:nvPr/>
          </p:nvSpPr>
          <p:spPr>
            <a:xfrm>
              <a:off x="6345360" y="4344840"/>
              <a:ext cx="1077840" cy="344520"/>
            </a:xfrm>
            <a:custGeom>
              <a:avLst/>
              <a:gdLst/>
              <a:ahLst/>
              <a:rect l="l" t="t" r="r" b="b"/>
              <a:pathLst>
                <a:path w="679" h="217">
                  <a:moveTo>
                    <a:pt x="0" y="34"/>
                  </a:moveTo>
                  <a:lnTo>
                    <a:pt x="639" y="216"/>
                  </a:lnTo>
                  <a:lnTo>
                    <a:pt x="678" y="205"/>
                  </a:lnTo>
                  <a:lnTo>
                    <a:pt x="669" y="85"/>
                  </a:lnTo>
                  <a:lnTo>
                    <a:pt x="63" y="0"/>
                  </a:lnTo>
                  <a:lnTo>
                    <a:pt x="0" y="34"/>
                  </a:lnTo>
                  <a:lnTo>
                    <a:pt x="0" y="34"/>
                  </a:lnTo>
                </a:path>
              </a:pathLst>
            </a:custGeom>
            <a:solidFill>
              <a:srgbClr val="00c1c2"/>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71" name=""/>
            <p:cNvSpPr/>
            <p:nvPr/>
          </p:nvSpPr>
          <p:spPr>
            <a:xfrm>
              <a:off x="6400800" y="3968640"/>
              <a:ext cx="1155600" cy="703440"/>
            </a:xfrm>
            <a:custGeom>
              <a:avLst/>
              <a:gdLst/>
              <a:ahLst/>
              <a:rect l="l" t="t" r="r" b="b"/>
              <a:pathLst>
                <a:path w="728" h="443">
                  <a:moveTo>
                    <a:pt x="0" y="0"/>
                  </a:moveTo>
                  <a:lnTo>
                    <a:pt x="0" y="249"/>
                  </a:lnTo>
                  <a:lnTo>
                    <a:pt x="643" y="442"/>
                  </a:lnTo>
                  <a:lnTo>
                    <a:pt x="727" y="368"/>
                  </a:lnTo>
                  <a:lnTo>
                    <a:pt x="639" y="232"/>
                  </a:lnTo>
                  <a:lnTo>
                    <a:pt x="0" y="0"/>
                  </a:lnTo>
                  <a:lnTo>
                    <a:pt x="0" y="0"/>
                  </a:lnTo>
                </a:path>
              </a:pathLst>
            </a:custGeom>
            <a:solidFill>
              <a:srgbClr val="00c1c2"/>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Tree>
  </p:cSld>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372" name=""/>
          <p:cNvGrpSpPr/>
          <p:nvPr/>
        </p:nvGrpSpPr>
        <p:grpSpPr>
          <a:xfrm>
            <a:off x="538200" y="-7920"/>
            <a:ext cx="9456840" cy="8099280"/>
            <a:chOff x="538200" y="-7920"/>
            <a:chExt cx="9456840" cy="8099280"/>
          </a:xfrm>
        </p:grpSpPr>
        <p:sp>
          <p:nvSpPr>
            <p:cNvPr id="1373"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374" name=""/>
            <p:cNvGrpSpPr/>
            <p:nvPr/>
          </p:nvGrpSpPr>
          <p:grpSpPr>
            <a:xfrm>
              <a:off x="538200" y="727200"/>
              <a:ext cx="1542960" cy="1599840"/>
              <a:chOff x="538200" y="727200"/>
              <a:chExt cx="1542960" cy="1599840"/>
            </a:xfrm>
          </p:grpSpPr>
          <p:sp>
            <p:nvSpPr>
              <p:cNvPr id="1375"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376" name="" descr=""/>
              <p:cNvPicPr/>
              <p:nvPr/>
            </p:nvPicPr>
            <p:blipFill>
              <a:blip r:embed="rId1"/>
              <a:stretch/>
            </p:blipFill>
            <p:spPr>
              <a:xfrm>
                <a:off x="568440" y="779400"/>
                <a:ext cx="1430280" cy="1460520"/>
              </a:xfrm>
              <a:prstGeom prst="rect">
                <a:avLst/>
              </a:prstGeom>
              <a:noFill/>
              <a:ln w="0">
                <a:noFill/>
              </a:ln>
            </p:spPr>
          </p:pic>
          <p:sp>
            <p:nvSpPr>
              <p:cNvPr id="1377"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78"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379"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380"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381"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382" name="PlaceHolder 1"/>
          <p:cNvSpPr>
            <a:spLocks noGrp="1"/>
          </p:cNvSpPr>
          <p:nvPr>
            <p:ph/>
          </p:nvPr>
        </p:nvSpPr>
        <p:spPr>
          <a:xfrm>
            <a:off x="2198520" y="552240"/>
            <a:ext cx="7831440" cy="18586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US Regions for BSE Surveillance</a:t>
            </a: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4200" strike="noStrike" u="none">
              <a:solidFill>
                <a:srgbClr val="ffffff"/>
              </a:solidFill>
              <a:effectLst/>
              <a:uFillTx/>
              <a:latin typeface="Times New Roman"/>
            </a:endParaRPr>
          </a:p>
        </p:txBody>
      </p:sp>
      <p:sp>
        <p:nvSpPr>
          <p:cNvPr id="1383" name=""/>
          <p:cNvSpPr/>
          <p:nvPr/>
        </p:nvSpPr>
        <p:spPr>
          <a:xfrm>
            <a:off x="3776760" y="3056040"/>
            <a:ext cx="2143080" cy="2327040"/>
          </a:xfrm>
          <a:custGeom>
            <a:avLst/>
            <a:gdLst/>
            <a:ahLst/>
            <a:rect l="l" t="t" r="r" b="b"/>
            <a:pathLst>
              <a:path w="1350" h="1466">
                <a:moveTo>
                  <a:pt x="675" y="1465"/>
                </a:moveTo>
                <a:lnTo>
                  <a:pt x="743" y="1461"/>
                </a:lnTo>
                <a:lnTo>
                  <a:pt x="811" y="1449"/>
                </a:lnTo>
                <a:lnTo>
                  <a:pt x="875" y="1430"/>
                </a:lnTo>
                <a:lnTo>
                  <a:pt x="937" y="1406"/>
                </a:lnTo>
                <a:lnTo>
                  <a:pt x="996" y="1375"/>
                </a:lnTo>
                <a:lnTo>
                  <a:pt x="1052" y="1339"/>
                </a:lnTo>
                <a:lnTo>
                  <a:pt x="1103" y="1297"/>
                </a:lnTo>
                <a:lnTo>
                  <a:pt x="1151" y="1250"/>
                </a:lnTo>
                <a:lnTo>
                  <a:pt x="1196" y="1197"/>
                </a:lnTo>
                <a:lnTo>
                  <a:pt x="1234" y="1141"/>
                </a:lnTo>
                <a:lnTo>
                  <a:pt x="1267" y="1082"/>
                </a:lnTo>
                <a:lnTo>
                  <a:pt x="1296" y="1017"/>
                </a:lnTo>
                <a:lnTo>
                  <a:pt x="1320" y="950"/>
                </a:lnTo>
                <a:lnTo>
                  <a:pt x="1336" y="880"/>
                </a:lnTo>
                <a:lnTo>
                  <a:pt x="1346" y="807"/>
                </a:lnTo>
                <a:lnTo>
                  <a:pt x="1349" y="733"/>
                </a:lnTo>
                <a:lnTo>
                  <a:pt x="1346" y="656"/>
                </a:lnTo>
                <a:lnTo>
                  <a:pt x="1336" y="586"/>
                </a:lnTo>
                <a:lnTo>
                  <a:pt x="1320" y="513"/>
                </a:lnTo>
                <a:lnTo>
                  <a:pt x="1296" y="447"/>
                </a:lnTo>
                <a:lnTo>
                  <a:pt x="1267" y="383"/>
                </a:lnTo>
                <a:lnTo>
                  <a:pt x="1234" y="322"/>
                </a:lnTo>
                <a:lnTo>
                  <a:pt x="1196" y="266"/>
                </a:lnTo>
                <a:lnTo>
                  <a:pt x="1151" y="213"/>
                </a:lnTo>
                <a:lnTo>
                  <a:pt x="1103" y="165"/>
                </a:lnTo>
                <a:lnTo>
                  <a:pt x="1052" y="125"/>
                </a:lnTo>
                <a:lnTo>
                  <a:pt x="996" y="89"/>
                </a:lnTo>
                <a:lnTo>
                  <a:pt x="937" y="57"/>
                </a:lnTo>
                <a:lnTo>
                  <a:pt x="875" y="32"/>
                </a:lnTo>
                <a:lnTo>
                  <a:pt x="811" y="15"/>
                </a:lnTo>
                <a:lnTo>
                  <a:pt x="743" y="4"/>
                </a:lnTo>
                <a:lnTo>
                  <a:pt x="675" y="0"/>
                </a:lnTo>
                <a:lnTo>
                  <a:pt x="606" y="4"/>
                </a:lnTo>
                <a:lnTo>
                  <a:pt x="538" y="15"/>
                </a:lnTo>
                <a:lnTo>
                  <a:pt x="473" y="32"/>
                </a:lnTo>
                <a:lnTo>
                  <a:pt x="411" y="57"/>
                </a:lnTo>
                <a:lnTo>
                  <a:pt x="354" y="89"/>
                </a:lnTo>
                <a:lnTo>
                  <a:pt x="297" y="125"/>
                </a:lnTo>
                <a:lnTo>
                  <a:pt x="244" y="165"/>
                </a:lnTo>
                <a:lnTo>
                  <a:pt x="196" y="213"/>
                </a:lnTo>
                <a:lnTo>
                  <a:pt x="154" y="266"/>
                </a:lnTo>
                <a:lnTo>
                  <a:pt x="114" y="322"/>
                </a:lnTo>
                <a:lnTo>
                  <a:pt x="82" y="383"/>
                </a:lnTo>
                <a:lnTo>
                  <a:pt x="51" y="447"/>
                </a:lnTo>
                <a:lnTo>
                  <a:pt x="29" y="513"/>
                </a:lnTo>
                <a:lnTo>
                  <a:pt x="13" y="586"/>
                </a:lnTo>
                <a:lnTo>
                  <a:pt x="3" y="656"/>
                </a:lnTo>
                <a:lnTo>
                  <a:pt x="0" y="733"/>
                </a:lnTo>
                <a:lnTo>
                  <a:pt x="3" y="807"/>
                </a:lnTo>
                <a:lnTo>
                  <a:pt x="13" y="880"/>
                </a:lnTo>
                <a:lnTo>
                  <a:pt x="29" y="950"/>
                </a:lnTo>
                <a:lnTo>
                  <a:pt x="51" y="1017"/>
                </a:lnTo>
                <a:lnTo>
                  <a:pt x="82" y="1082"/>
                </a:lnTo>
                <a:lnTo>
                  <a:pt x="114" y="1141"/>
                </a:lnTo>
                <a:lnTo>
                  <a:pt x="154" y="1197"/>
                </a:lnTo>
                <a:lnTo>
                  <a:pt x="196" y="1250"/>
                </a:lnTo>
                <a:lnTo>
                  <a:pt x="244" y="1297"/>
                </a:lnTo>
                <a:lnTo>
                  <a:pt x="297" y="1339"/>
                </a:lnTo>
                <a:lnTo>
                  <a:pt x="354" y="1375"/>
                </a:lnTo>
                <a:lnTo>
                  <a:pt x="411" y="1406"/>
                </a:lnTo>
                <a:lnTo>
                  <a:pt x="473" y="1430"/>
                </a:lnTo>
                <a:lnTo>
                  <a:pt x="538" y="1449"/>
                </a:lnTo>
                <a:lnTo>
                  <a:pt x="606" y="1461"/>
                </a:lnTo>
                <a:lnTo>
                  <a:pt x="675" y="1465"/>
                </a:lnTo>
                <a:lnTo>
                  <a:pt x="675" y="1465"/>
                </a:lnTo>
              </a:path>
            </a:pathLst>
          </a:custGeom>
          <a:solidFill>
            <a:srgbClr val="a1009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84" name=""/>
          <p:cNvSpPr/>
          <p:nvPr/>
        </p:nvSpPr>
        <p:spPr>
          <a:xfrm>
            <a:off x="6570720" y="5381640"/>
            <a:ext cx="452520" cy="803160"/>
          </a:xfrm>
          <a:custGeom>
            <a:avLst/>
            <a:gdLst/>
            <a:ahLst/>
            <a:rect l="l" t="t" r="r" b="b"/>
            <a:pathLst>
              <a:path w="285" h="506">
                <a:moveTo>
                  <a:pt x="0" y="17"/>
                </a:moveTo>
                <a:lnTo>
                  <a:pt x="0" y="17"/>
                </a:lnTo>
                <a:lnTo>
                  <a:pt x="6" y="27"/>
                </a:lnTo>
                <a:lnTo>
                  <a:pt x="0" y="339"/>
                </a:lnTo>
                <a:lnTo>
                  <a:pt x="17" y="491"/>
                </a:lnTo>
                <a:lnTo>
                  <a:pt x="37" y="495"/>
                </a:lnTo>
                <a:lnTo>
                  <a:pt x="45" y="448"/>
                </a:lnTo>
                <a:lnTo>
                  <a:pt x="52" y="459"/>
                </a:lnTo>
                <a:lnTo>
                  <a:pt x="54" y="485"/>
                </a:lnTo>
                <a:lnTo>
                  <a:pt x="64" y="495"/>
                </a:lnTo>
                <a:lnTo>
                  <a:pt x="49" y="505"/>
                </a:lnTo>
                <a:lnTo>
                  <a:pt x="89" y="495"/>
                </a:lnTo>
                <a:lnTo>
                  <a:pt x="97" y="479"/>
                </a:lnTo>
                <a:lnTo>
                  <a:pt x="91" y="471"/>
                </a:lnTo>
                <a:lnTo>
                  <a:pt x="95" y="458"/>
                </a:lnTo>
                <a:lnTo>
                  <a:pt x="76" y="438"/>
                </a:lnTo>
                <a:lnTo>
                  <a:pt x="77" y="424"/>
                </a:lnTo>
                <a:lnTo>
                  <a:pt x="284" y="402"/>
                </a:lnTo>
                <a:lnTo>
                  <a:pt x="266" y="322"/>
                </a:lnTo>
                <a:lnTo>
                  <a:pt x="271" y="295"/>
                </a:lnTo>
                <a:lnTo>
                  <a:pt x="279" y="276"/>
                </a:lnTo>
                <a:lnTo>
                  <a:pt x="271" y="248"/>
                </a:lnTo>
                <a:lnTo>
                  <a:pt x="251" y="212"/>
                </a:lnTo>
                <a:lnTo>
                  <a:pt x="198" y="0"/>
                </a:lnTo>
                <a:lnTo>
                  <a:pt x="0" y="17"/>
                </a:lnTo>
                <a:lnTo>
                  <a:pt x="0" y="17"/>
                </a:lnTo>
              </a:path>
            </a:pathLst>
          </a:custGeom>
          <a:solidFill>
            <a:srgbClr val="00c1c2"/>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85" name=""/>
          <p:cNvSpPr/>
          <p:nvPr/>
        </p:nvSpPr>
        <p:spPr>
          <a:xfrm>
            <a:off x="3254400" y="4883040"/>
            <a:ext cx="812880" cy="1028880"/>
          </a:xfrm>
          <a:custGeom>
            <a:avLst/>
            <a:gdLst/>
            <a:ahLst/>
            <a:rect l="l" t="t" r="r" b="b"/>
            <a:pathLst>
              <a:path w="512" h="648">
                <a:moveTo>
                  <a:pt x="0" y="443"/>
                </a:moveTo>
                <a:lnTo>
                  <a:pt x="0" y="443"/>
                </a:lnTo>
                <a:lnTo>
                  <a:pt x="29" y="412"/>
                </a:lnTo>
                <a:lnTo>
                  <a:pt x="19" y="386"/>
                </a:lnTo>
                <a:lnTo>
                  <a:pt x="25" y="352"/>
                </a:lnTo>
                <a:lnTo>
                  <a:pt x="59" y="292"/>
                </a:lnTo>
                <a:lnTo>
                  <a:pt x="82" y="275"/>
                </a:lnTo>
                <a:lnTo>
                  <a:pt x="70" y="254"/>
                </a:lnTo>
                <a:lnTo>
                  <a:pt x="60" y="191"/>
                </a:lnTo>
                <a:lnTo>
                  <a:pt x="70" y="84"/>
                </a:lnTo>
                <a:lnTo>
                  <a:pt x="88" y="78"/>
                </a:lnTo>
                <a:lnTo>
                  <a:pt x="116" y="96"/>
                </a:lnTo>
                <a:lnTo>
                  <a:pt x="140" y="0"/>
                </a:lnTo>
                <a:lnTo>
                  <a:pt x="511" y="69"/>
                </a:lnTo>
                <a:lnTo>
                  <a:pt x="434" y="647"/>
                </a:lnTo>
                <a:lnTo>
                  <a:pt x="320" y="628"/>
                </a:lnTo>
                <a:lnTo>
                  <a:pt x="249" y="606"/>
                </a:lnTo>
                <a:lnTo>
                  <a:pt x="103" y="513"/>
                </a:lnTo>
                <a:lnTo>
                  <a:pt x="0" y="443"/>
                </a:lnTo>
                <a:lnTo>
                  <a:pt x="0" y="443"/>
                </a:lnTo>
              </a:path>
            </a:pathLst>
          </a:custGeom>
          <a:solidFill>
            <a:srgbClr val="ff00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86" name=""/>
          <p:cNvSpPr/>
          <p:nvPr/>
        </p:nvSpPr>
        <p:spPr>
          <a:xfrm>
            <a:off x="5780160" y="5180040"/>
            <a:ext cx="603000" cy="587520"/>
          </a:xfrm>
          <a:custGeom>
            <a:avLst/>
            <a:gdLst/>
            <a:ahLst/>
            <a:rect l="l" t="t" r="r" b="b"/>
            <a:pathLst>
              <a:path w="380" h="370">
                <a:moveTo>
                  <a:pt x="0" y="11"/>
                </a:moveTo>
                <a:lnTo>
                  <a:pt x="0" y="11"/>
                </a:lnTo>
                <a:lnTo>
                  <a:pt x="16" y="126"/>
                </a:lnTo>
                <a:lnTo>
                  <a:pt x="14" y="305"/>
                </a:lnTo>
                <a:lnTo>
                  <a:pt x="20" y="314"/>
                </a:lnTo>
                <a:lnTo>
                  <a:pt x="49" y="314"/>
                </a:lnTo>
                <a:lnTo>
                  <a:pt x="49" y="369"/>
                </a:lnTo>
                <a:lnTo>
                  <a:pt x="274" y="366"/>
                </a:lnTo>
                <a:lnTo>
                  <a:pt x="269" y="310"/>
                </a:lnTo>
                <a:lnTo>
                  <a:pt x="289" y="249"/>
                </a:lnTo>
                <a:lnTo>
                  <a:pt x="315" y="205"/>
                </a:lnTo>
                <a:lnTo>
                  <a:pt x="314" y="193"/>
                </a:lnTo>
                <a:lnTo>
                  <a:pt x="336" y="155"/>
                </a:lnTo>
                <a:lnTo>
                  <a:pt x="348" y="113"/>
                </a:lnTo>
                <a:lnTo>
                  <a:pt x="343" y="110"/>
                </a:lnTo>
                <a:lnTo>
                  <a:pt x="362" y="93"/>
                </a:lnTo>
                <a:lnTo>
                  <a:pt x="379" y="58"/>
                </a:lnTo>
                <a:lnTo>
                  <a:pt x="375" y="48"/>
                </a:lnTo>
                <a:lnTo>
                  <a:pt x="323" y="51"/>
                </a:lnTo>
                <a:lnTo>
                  <a:pt x="337" y="29"/>
                </a:lnTo>
                <a:lnTo>
                  <a:pt x="333" y="0"/>
                </a:lnTo>
                <a:lnTo>
                  <a:pt x="0" y="11"/>
                </a:lnTo>
                <a:lnTo>
                  <a:pt x="0" y="11"/>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87" name=""/>
          <p:cNvSpPr/>
          <p:nvPr/>
        </p:nvSpPr>
        <p:spPr>
          <a:xfrm>
            <a:off x="2441520" y="3780000"/>
            <a:ext cx="944640" cy="1758960"/>
          </a:xfrm>
          <a:custGeom>
            <a:avLst/>
            <a:gdLst/>
            <a:ahLst/>
            <a:rect l="l" t="t" r="r" b="b"/>
            <a:pathLst>
              <a:path w="595" h="1108">
                <a:moveTo>
                  <a:pt x="13" y="199"/>
                </a:moveTo>
                <a:lnTo>
                  <a:pt x="13" y="199"/>
                </a:lnTo>
                <a:lnTo>
                  <a:pt x="20" y="223"/>
                </a:lnTo>
                <a:lnTo>
                  <a:pt x="2" y="311"/>
                </a:lnTo>
                <a:lnTo>
                  <a:pt x="14" y="336"/>
                </a:lnTo>
                <a:lnTo>
                  <a:pt x="62" y="449"/>
                </a:lnTo>
                <a:lnTo>
                  <a:pt x="65" y="447"/>
                </a:lnTo>
                <a:lnTo>
                  <a:pt x="69" y="421"/>
                </a:lnTo>
                <a:lnTo>
                  <a:pt x="77" y="418"/>
                </a:lnTo>
                <a:lnTo>
                  <a:pt x="85" y="425"/>
                </a:lnTo>
                <a:lnTo>
                  <a:pt x="69" y="439"/>
                </a:lnTo>
                <a:lnTo>
                  <a:pt x="76" y="448"/>
                </a:lnTo>
                <a:lnTo>
                  <a:pt x="88" y="497"/>
                </a:lnTo>
                <a:lnTo>
                  <a:pt x="80" y="493"/>
                </a:lnTo>
                <a:lnTo>
                  <a:pt x="64" y="475"/>
                </a:lnTo>
                <a:lnTo>
                  <a:pt x="69" y="455"/>
                </a:lnTo>
                <a:lnTo>
                  <a:pt x="61" y="456"/>
                </a:lnTo>
                <a:lnTo>
                  <a:pt x="51" y="478"/>
                </a:lnTo>
                <a:lnTo>
                  <a:pt x="54" y="524"/>
                </a:lnTo>
                <a:lnTo>
                  <a:pt x="64" y="542"/>
                </a:lnTo>
                <a:lnTo>
                  <a:pt x="85" y="561"/>
                </a:lnTo>
                <a:lnTo>
                  <a:pt x="78" y="583"/>
                </a:lnTo>
                <a:lnTo>
                  <a:pt x="65" y="586"/>
                </a:lnTo>
                <a:lnTo>
                  <a:pt x="64" y="615"/>
                </a:lnTo>
                <a:lnTo>
                  <a:pt x="94" y="680"/>
                </a:lnTo>
                <a:lnTo>
                  <a:pt x="116" y="722"/>
                </a:lnTo>
                <a:lnTo>
                  <a:pt x="113" y="747"/>
                </a:lnTo>
                <a:lnTo>
                  <a:pt x="129" y="761"/>
                </a:lnTo>
                <a:lnTo>
                  <a:pt x="121" y="776"/>
                </a:lnTo>
                <a:lnTo>
                  <a:pt x="111" y="816"/>
                </a:lnTo>
                <a:lnTo>
                  <a:pt x="124" y="830"/>
                </a:lnTo>
                <a:lnTo>
                  <a:pt x="195" y="858"/>
                </a:lnTo>
                <a:lnTo>
                  <a:pt x="224" y="902"/>
                </a:lnTo>
                <a:lnTo>
                  <a:pt x="259" y="917"/>
                </a:lnTo>
                <a:lnTo>
                  <a:pt x="260" y="942"/>
                </a:lnTo>
                <a:lnTo>
                  <a:pt x="283" y="949"/>
                </a:lnTo>
                <a:lnTo>
                  <a:pt x="315" y="993"/>
                </a:lnTo>
                <a:lnTo>
                  <a:pt x="331" y="1033"/>
                </a:lnTo>
                <a:lnTo>
                  <a:pt x="331" y="1092"/>
                </a:lnTo>
                <a:lnTo>
                  <a:pt x="541" y="1107"/>
                </a:lnTo>
                <a:lnTo>
                  <a:pt x="531" y="1081"/>
                </a:lnTo>
                <a:lnTo>
                  <a:pt x="537" y="1047"/>
                </a:lnTo>
                <a:lnTo>
                  <a:pt x="571" y="987"/>
                </a:lnTo>
                <a:lnTo>
                  <a:pt x="594" y="970"/>
                </a:lnTo>
                <a:lnTo>
                  <a:pt x="582" y="949"/>
                </a:lnTo>
                <a:lnTo>
                  <a:pt x="572" y="886"/>
                </a:lnTo>
                <a:lnTo>
                  <a:pt x="289" y="426"/>
                </a:lnTo>
                <a:lnTo>
                  <a:pt x="267" y="378"/>
                </a:lnTo>
                <a:lnTo>
                  <a:pt x="338" y="84"/>
                </a:lnTo>
                <a:lnTo>
                  <a:pt x="57" y="0"/>
                </a:lnTo>
                <a:lnTo>
                  <a:pt x="46" y="15"/>
                </a:lnTo>
                <a:lnTo>
                  <a:pt x="51" y="53"/>
                </a:lnTo>
                <a:lnTo>
                  <a:pt x="0" y="146"/>
                </a:lnTo>
                <a:lnTo>
                  <a:pt x="13" y="199"/>
                </a:lnTo>
                <a:lnTo>
                  <a:pt x="13" y="199"/>
                </a:lnTo>
              </a:path>
            </a:pathLst>
          </a:custGeom>
          <a:solidFill>
            <a:srgbClr val="ff00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88" name=""/>
          <p:cNvSpPr/>
          <p:nvPr/>
        </p:nvSpPr>
        <p:spPr>
          <a:xfrm>
            <a:off x="4065480" y="4341960"/>
            <a:ext cx="870120" cy="747720"/>
          </a:xfrm>
          <a:custGeom>
            <a:avLst/>
            <a:gdLst/>
            <a:ahLst/>
            <a:rect l="l" t="t" r="r" b="b"/>
            <a:pathLst>
              <a:path w="548" h="471">
                <a:moveTo>
                  <a:pt x="0" y="410"/>
                </a:moveTo>
                <a:lnTo>
                  <a:pt x="0" y="410"/>
                </a:lnTo>
                <a:lnTo>
                  <a:pt x="54" y="0"/>
                </a:lnTo>
                <a:lnTo>
                  <a:pt x="405" y="45"/>
                </a:lnTo>
                <a:lnTo>
                  <a:pt x="547" y="57"/>
                </a:lnTo>
                <a:lnTo>
                  <a:pt x="543" y="161"/>
                </a:lnTo>
                <a:lnTo>
                  <a:pt x="523" y="470"/>
                </a:lnTo>
                <a:lnTo>
                  <a:pt x="451" y="464"/>
                </a:lnTo>
                <a:lnTo>
                  <a:pt x="227" y="443"/>
                </a:lnTo>
                <a:lnTo>
                  <a:pt x="0" y="410"/>
                </a:lnTo>
                <a:lnTo>
                  <a:pt x="0" y="410"/>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89" name=""/>
          <p:cNvSpPr/>
          <p:nvPr/>
        </p:nvSpPr>
        <p:spPr>
          <a:xfrm>
            <a:off x="8101080" y="3938760"/>
            <a:ext cx="206280" cy="212400"/>
          </a:xfrm>
          <a:custGeom>
            <a:avLst/>
            <a:gdLst/>
            <a:ahLst/>
            <a:rect l="l" t="t" r="r" b="b"/>
            <a:pathLst>
              <a:path w="130" h="134">
                <a:moveTo>
                  <a:pt x="0" y="28"/>
                </a:moveTo>
                <a:lnTo>
                  <a:pt x="0" y="28"/>
                </a:lnTo>
                <a:lnTo>
                  <a:pt x="11" y="96"/>
                </a:lnTo>
                <a:lnTo>
                  <a:pt x="10" y="133"/>
                </a:lnTo>
                <a:lnTo>
                  <a:pt x="20" y="130"/>
                </a:lnTo>
                <a:lnTo>
                  <a:pt x="26" y="119"/>
                </a:lnTo>
                <a:lnTo>
                  <a:pt x="45" y="113"/>
                </a:lnTo>
                <a:lnTo>
                  <a:pt x="54" y="96"/>
                </a:lnTo>
                <a:lnTo>
                  <a:pt x="59" y="96"/>
                </a:lnTo>
                <a:lnTo>
                  <a:pt x="73" y="91"/>
                </a:lnTo>
                <a:lnTo>
                  <a:pt x="92" y="86"/>
                </a:lnTo>
                <a:lnTo>
                  <a:pt x="92" y="77"/>
                </a:lnTo>
                <a:lnTo>
                  <a:pt x="100" y="83"/>
                </a:lnTo>
                <a:lnTo>
                  <a:pt x="106" y="76"/>
                </a:lnTo>
                <a:lnTo>
                  <a:pt x="116" y="75"/>
                </a:lnTo>
                <a:lnTo>
                  <a:pt x="129" y="70"/>
                </a:lnTo>
                <a:lnTo>
                  <a:pt x="116" y="0"/>
                </a:lnTo>
                <a:lnTo>
                  <a:pt x="0" y="28"/>
                </a:lnTo>
                <a:lnTo>
                  <a:pt x="0" y="28"/>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90" name=""/>
          <p:cNvSpPr/>
          <p:nvPr/>
        </p:nvSpPr>
        <p:spPr>
          <a:xfrm>
            <a:off x="7923240" y="4390920"/>
            <a:ext cx="125280" cy="228600"/>
          </a:xfrm>
          <a:custGeom>
            <a:avLst/>
            <a:gdLst/>
            <a:ahLst/>
            <a:rect l="l" t="t" r="r" b="b"/>
            <a:pathLst>
              <a:path w="79" h="144">
                <a:moveTo>
                  <a:pt x="0" y="16"/>
                </a:moveTo>
                <a:lnTo>
                  <a:pt x="0" y="16"/>
                </a:lnTo>
                <a:lnTo>
                  <a:pt x="11" y="0"/>
                </a:lnTo>
                <a:lnTo>
                  <a:pt x="25" y="0"/>
                </a:lnTo>
                <a:lnTo>
                  <a:pt x="21" y="16"/>
                </a:lnTo>
                <a:lnTo>
                  <a:pt x="16" y="21"/>
                </a:lnTo>
                <a:lnTo>
                  <a:pt x="19" y="36"/>
                </a:lnTo>
                <a:lnTo>
                  <a:pt x="26" y="48"/>
                </a:lnTo>
                <a:lnTo>
                  <a:pt x="37" y="58"/>
                </a:lnTo>
                <a:lnTo>
                  <a:pt x="42" y="75"/>
                </a:lnTo>
                <a:lnTo>
                  <a:pt x="50" y="88"/>
                </a:lnTo>
                <a:lnTo>
                  <a:pt x="57" y="95"/>
                </a:lnTo>
                <a:lnTo>
                  <a:pt x="69" y="100"/>
                </a:lnTo>
                <a:lnTo>
                  <a:pt x="74" y="113"/>
                </a:lnTo>
                <a:lnTo>
                  <a:pt x="64" y="124"/>
                </a:lnTo>
                <a:lnTo>
                  <a:pt x="74" y="121"/>
                </a:lnTo>
                <a:lnTo>
                  <a:pt x="78" y="133"/>
                </a:lnTo>
                <a:lnTo>
                  <a:pt x="57" y="139"/>
                </a:lnTo>
                <a:lnTo>
                  <a:pt x="31" y="143"/>
                </a:lnTo>
                <a:lnTo>
                  <a:pt x="29" y="133"/>
                </a:lnTo>
                <a:lnTo>
                  <a:pt x="0" y="16"/>
                </a:lnTo>
                <a:lnTo>
                  <a:pt x="0" y="16"/>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91" name=""/>
          <p:cNvSpPr/>
          <p:nvPr/>
        </p:nvSpPr>
        <p:spPr>
          <a:xfrm>
            <a:off x="7796160" y="4568760"/>
            <a:ext cx="20520" cy="30240"/>
          </a:xfrm>
          <a:custGeom>
            <a:avLst/>
            <a:gdLst/>
            <a:ahLst/>
            <a:rect l="l" t="t" r="r" b="b"/>
            <a:pathLst>
              <a:path w="13" h="19">
                <a:moveTo>
                  <a:pt x="0" y="4"/>
                </a:moveTo>
                <a:lnTo>
                  <a:pt x="0" y="4"/>
                </a:lnTo>
                <a:lnTo>
                  <a:pt x="7" y="0"/>
                </a:lnTo>
                <a:lnTo>
                  <a:pt x="12" y="9"/>
                </a:lnTo>
                <a:lnTo>
                  <a:pt x="8" y="18"/>
                </a:lnTo>
                <a:lnTo>
                  <a:pt x="0" y="4"/>
                </a:lnTo>
                <a:lnTo>
                  <a:pt x="0" y="4"/>
                </a:lnTo>
              </a:path>
            </a:pathLst>
          </a:custGeom>
          <a:solidFill>
            <a:srgbClr val="a1009f"/>
          </a:solidFill>
          <a:ln w="31680">
            <a:solidFill>
              <a:srgbClr val="000000"/>
            </a:solidFill>
            <a:round/>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grpSp>
        <p:nvGrpSpPr>
          <p:cNvPr id="1392" name=""/>
          <p:cNvGrpSpPr/>
          <p:nvPr/>
        </p:nvGrpSpPr>
        <p:grpSpPr>
          <a:xfrm>
            <a:off x="6691320" y="5994360"/>
            <a:ext cx="1084320" cy="1000080"/>
            <a:chOff x="6691320" y="5994360"/>
            <a:chExt cx="1084320" cy="1000080"/>
          </a:xfrm>
        </p:grpSpPr>
        <p:sp>
          <p:nvSpPr>
            <p:cNvPr id="1393" name=""/>
            <p:cNvSpPr/>
            <p:nvPr/>
          </p:nvSpPr>
          <p:spPr>
            <a:xfrm>
              <a:off x="6691320" y="5994360"/>
              <a:ext cx="1084320" cy="892080"/>
            </a:xfrm>
            <a:custGeom>
              <a:avLst/>
              <a:gdLst/>
              <a:ahLst/>
              <a:rect l="l" t="t" r="r" b="b"/>
              <a:pathLst>
                <a:path w="683" h="562">
                  <a:moveTo>
                    <a:pt x="1" y="38"/>
                  </a:moveTo>
                  <a:lnTo>
                    <a:pt x="1" y="38"/>
                  </a:lnTo>
                  <a:lnTo>
                    <a:pt x="0" y="52"/>
                  </a:lnTo>
                  <a:lnTo>
                    <a:pt x="19" y="72"/>
                  </a:lnTo>
                  <a:lnTo>
                    <a:pt x="15" y="85"/>
                  </a:lnTo>
                  <a:lnTo>
                    <a:pt x="21" y="93"/>
                  </a:lnTo>
                  <a:lnTo>
                    <a:pt x="13" y="109"/>
                  </a:lnTo>
                  <a:lnTo>
                    <a:pt x="29" y="100"/>
                  </a:lnTo>
                  <a:lnTo>
                    <a:pt x="37" y="90"/>
                  </a:lnTo>
                  <a:lnTo>
                    <a:pt x="37" y="79"/>
                  </a:lnTo>
                  <a:lnTo>
                    <a:pt x="43" y="86"/>
                  </a:lnTo>
                  <a:lnTo>
                    <a:pt x="49" y="77"/>
                  </a:lnTo>
                  <a:lnTo>
                    <a:pt x="55" y="85"/>
                  </a:lnTo>
                  <a:lnTo>
                    <a:pt x="40" y="99"/>
                  </a:lnTo>
                  <a:lnTo>
                    <a:pt x="83" y="86"/>
                  </a:lnTo>
                  <a:lnTo>
                    <a:pt x="93" y="77"/>
                  </a:lnTo>
                  <a:lnTo>
                    <a:pt x="99" y="80"/>
                  </a:lnTo>
                  <a:lnTo>
                    <a:pt x="116" y="77"/>
                  </a:lnTo>
                  <a:lnTo>
                    <a:pt x="124" y="83"/>
                  </a:lnTo>
                  <a:lnTo>
                    <a:pt x="94" y="86"/>
                  </a:lnTo>
                  <a:lnTo>
                    <a:pt x="102" y="89"/>
                  </a:lnTo>
                  <a:lnTo>
                    <a:pt x="136" y="99"/>
                  </a:lnTo>
                  <a:lnTo>
                    <a:pt x="157" y="109"/>
                  </a:lnTo>
                  <a:lnTo>
                    <a:pt x="152" y="93"/>
                  </a:lnTo>
                  <a:lnTo>
                    <a:pt x="161" y="106"/>
                  </a:lnTo>
                  <a:lnTo>
                    <a:pt x="176" y="109"/>
                  </a:lnTo>
                  <a:lnTo>
                    <a:pt x="163" y="113"/>
                  </a:lnTo>
                  <a:lnTo>
                    <a:pt x="187" y="126"/>
                  </a:lnTo>
                  <a:lnTo>
                    <a:pt x="195" y="138"/>
                  </a:lnTo>
                  <a:lnTo>
                    <a:pt x="195" y="150"/>
                  </a:lnTo>
                  <a:lnTo>
                    <a:pt x="186" y="134"/>
                  </a:lnTo>
                  <a:lnTo>
                    <a:pt x="190" y="154"/>
                  </a:lnTo>
                  <a:lnTo>
                    <a:pt x="209" y="146"/>
                  </a:lnTo>
                  <a:lnTo>
                    <a:pt x="220" y="145"/>
                  </a:lnTo>
                  <a:lnTo>
                    <a:pt x="229" y="137"/>
                  </a:lnTo>
                  <a:lnTo>
                    <a:pt x="233" y="141"/>
                  </a:lnTo>
                  <a:lnTo>
                    <a:pt x="258" y="122"/>
                  </a:lnTo>
                  <a:lnTo>
                    <a:pt x="274" y="122"/>
                  </a:lnTo>
                  <a:lnTo>
                    <a:pt x="268" y="115"/>
                  </a:lnTo>
                  <a:lnTo>
                    <a:pt x="278" y="99"/>
                  </a:lnTo>
                  <a:lnTo>
                    <a:pt x="303" y="99"/>
                  </a:lnTo>
                  <a:lnTo>
                    <a:pt x="328" y="110"/>
                  </a:lnTo>
                  <a:lnTo>
                    <a:pt x="342" y="131"/>
                  </a:lnTo>
                  <a:lnTo>
                    <a:pt x="354" y="135"/>
                  </a:lnTo>
                  <a:lnTo>
                    <a:pt x="356" y="150"/>
                  </a:lnTo>
                  <a:lnTo>
                    <a:pt x="373" y="158"/>
                  </a:lnTo>
                  <a:lnTo>
                    <a:pt x="380" y="169"/>
                  </a:lnTo>
                  <a:lnTo>
                    <a:pt x="389" y="177"/>
                  </a:lnTo>
                  <a:lnTo>
                    <a:pt x="411" y="179"/>
                  </a:lnTo>
                  <a:lnTo>
                    <a:pt x="418" y="194"/>
                  </a:lnTo>
                  <a:lnTo>
                    <a:pt x="431" y="224"/>
                  </a:lnTo>
                  <a:lnTo>
                    <a:pt x="424" y="280"/>
                  </a:lnTo>
                  <a:lnTo>
                    <a:pt x="426" y="312"/>
                  </a:lnTo>
                  <a:lnTo>
                    <a:pt x="438" y="324"/>
                  </a:lnTo>
                  <a:lnTo>
                    <a:pt x="440" y="308"/>
                  </a:lnTo>
                  <a:lnTo>
                    <a:pt x="433" y="302"/>
                  </a:lnTo>
                  <a:lnTo>
                    <a:pt x="434" y="291"/>
                  </a:lnTo>
                  <a:lnTo>
                    <a:pt x="437" y="294"/>
                  </a:lnTo>
                  <a:lnTo>
                    <a:pt x="447" y="297"/>
                  </a:lnTo>
                  <a:lnTo>
                    <a:pt x="450" y="309"/>
                  </a:lnTo>
                  <a:lnTo>
                    <a:pt x="456" y="296"/>
                  </a:lnTo>
                  <a:lnTo>
                    <a:pt x="461" y="308"/>
                  </a:lnTo>
                  <a:lnTo>
                    <a:pt x="442" y="344"/>
                  </a:lnTo>
                  <a:lnTo>
                    <a:pt x="441" y="350"/>
                  </a:lnTo>
                  <a:lnTo>
                    <a:pt x="454" y="355"/>
                  </a:lnTo>
                  <a:lnTo>
                    <a:pt x="462" y="385"/>
                  </a:lnTo>
                  <a:lnTo>
                    <a:pt x="477" y="398"/>
                  </a:lnTo>
                  <a:lnTo>
                    <a:pt x="482" y="409"/>
                  </a:lnTo>
                  <a:lnTo>
                    <a:pt x="495" y="409"/>
                  </a:lnTo>
                  <a:lnTo>
                    <a:pt x="481" y="393"/>
                  </a:lnTo>
                  <a:lnTo>
                    <a:pt x="490" y="396"/>
                  </a:lnTo>
                  <a:lnTo>
                    <a:pt x="503" y="393"/>
                  </a:lnTo>
                  <a:lnTo>
                    <a:pt x="498" y="398"/>
                  </a:lnTo>
                  <a:lnTo>
                    <a:pt x="500" y="412"/>
                  </a:lnTo>
                  <a:lnTo>
                    <a:pt x="505" y="434"/>
                  </a:lnTo>
                  <a:lnTo>
                    <a:pt x="522" y="441"/>
                  </a:lnTo>
                  <a:lnTo>
                    <a:pt x="527" y="454"/>
                  </a:lnTo>
                  <a:lnTo>
                    <a:pt x="543" y="492"/>
                  </a:lnTo>
                  <a:lnTo>
                    <a:pt x="559" y="492"/>
                  </a:lnTo>
                  <a:lnTo>
                    <a:pt x="573" y="503"/>
                  </a:lnTo>
                  <a:lnTo>
                    <a:pt x="600" y="538"/>
                  </a:lnTo>
                  <a:lnTo>
                    <a:pt x="620" y="541"/>
                  </a:lnTo>
                  <a:lnTo>
                    <a:pt x="620" y="550"/>
                  </a:lnTo>
                  <a:lnTo>
                    <a:pt x="615" y="554"/>
                  </a:lnTo>
                  <a:lnTo>
                    <a:pt x="600" y="546"/>
                  </a:lnTo>
                  <a:lnTo>
                    <a:pt x="604" y="561"/>
                  </a:lnTo>
                  <a:lnTo>
                    <a:pt x="625" y="556"/>
                  </a:lnTo>
                  <a:lnTo>
                    <a:pt x="641" y="556"/>
                  </a:lnTo>
                  <a:lnTo>
                    <a:pt x="650" y="546"/>
                  </a:lnTo>
                  <a:lnTo>
                    <a:pt x="664" y="545"/>
                  </a:lnTo>
                  <a:lnTo>
                    <a:pt x="671" y="528"/>
                  </a:lnTo>
                  <a:lnTo>
                    <a:pt x="666" y="505"/>
                  </a:lnTo>
                  <a:lnTo>
                    <a:pt x="675" y="479"/>
                  </a:lnTo>
                  <a:lnTo>
                    <a:pt x="682" y="483"/>
                  </a:lnTo>
                  <a:lnTo>
                    <a:pt x="676" y="393"/>
                  </a:lnTo>
                  <a:lnTo>
                    <a:pt x="666" y="366"/>
                  </a:lnTo>
                  <a:lnTo>
                    <a:pt x="593" y="235"/>
                  </a:lnTo>
                  <a:lnTo>
                    <a:pt x="576" y="193"/>
                  </a:lnTo>
                  <a:lnTo>
                    <a:pt x="583" y="193"/>
                  </a:lnTo>
                  <a:lnTo>
                    <a:pt x="536" y="109"/>
                  </a:lnTo>
                  <a:lnTo>
                    <a:pt x="503" y="23"/>
                  </a:lnTo>
                  <a:lnTo>
                    <a:pt x="500" y="8"/>
                  </a:lnTo>
                  <a:lnTo>
                    <a:pt x="490" y="6"/>
                  </a:lnTo>
                  <a:lnTo>
                    <a:pt x="458" y="0"/>
                  </a:lnTo>
                  <a:lnTo>
                    <a:pt x="452" y="10"/>
                  </a:lnTo>
                  <a:lnTo>
                    <a:pt x="456" y="48"/>
                  </a:lnTo>
                  <a:lnTo>
                    <a:pt x="442" y="47"/>
                  </a:lnTo>
                  <a:lnTo>
                    <a:pt x="440" y="30"/>
                  </a:lnTo>
                  <a:lnTo>
                    <a:pt x="225" y="44"/>
                  </a:lnTo>
                  <a:lnTo>
                    <a:pt x="208" y="16"/>
                  </a:lnTo>
                  <a:lnTo>
                    <a:pt x="1" y="38"/>
                  </a:lnTo>
                  <a:lnTo>
                    <a:pt x="1" y="38"/>
                  </a:lnTo>
                </a:path>
              </a:pathLst>
            </a:custGeom>
            <a:solidFill>
              <a:srgbClr val="00c1c2"/>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94" name=""/>
            <p:cNvSpPr/>
            <p:nvPr/>
          </p:nvSpPr>
          <p:spPr>
            <a:xfrm>
              <a:off x="7585200" y="6951600"/>
              <a:ext cx="54000" cy="42840"/>
            </a:xfrm>
            <a:custGeom>
              <a:avLst/>
              <a:gdLst/>
              <a:ahLst/>
              <a:rect l="l" t="t" r="r" b="b"/>
              <a:pathLst>
                <a:path w="34" h="27">
                  <a:moveTo>
                    <a:pt x="0" y="26"/>
                  </a:moveTo>
                  <a:lnTo>
                    <a:pt x="0" y="26"/>
                  </a:lnTo>
                  <a:lnTo>
                    <a:pt x="2" y="12"/>
                  </a:lnTo>
                  <a:lnTo>
                    <a:pt x="13" y="9"/>
                  </a:lnTo>
                  <a:lnTo>
                    <a:pt x="16" y="0"/>
                  </a:lnTo>
                  <a:lnTo>
                    <a:pt x="33" y="10"/>
                  </a:lnTo>
                  <a:lnTo>
                    <a:pt x="16" y="17"/>
                  </a:lnTo>
                  <a:lnTo>
                    <a:pt x="6" y="15"/>
                  </a:lnTo>
                  <a:lnTo>
                    <a:pt x="8" y="21"/>
                  </a:lnTo>
                  <a:lnTo>
                    <a:pt x="0" y="26"/>
                  </a:lnTo>
                  <a:lnTo>
                    <a:pt x="0" y="26"/>
                  </a:lnTo>
                </a:path>
              </a:pathLst>
            </a:custGeom>
            <a:solidFill>
              <a:srgbClr val="00c1c2"/>
            </a:solidFill>
            <a:ln w="31680">
              <a:solidFill>
                <a:srgbClr val="000000"/>
              </a:solidFill>
              <a:round/>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395" name=""/>
            <p:cNvSpPr/>
            <p:nvPr/>
          </p:nvSpPr>
          <p:spPr>
            <a:xfrm>
              <a:off x="7659720" y="6926400"/>
              <a:ext cx="47520" cy="36360"/>
            </a:xfrm>
            <a:custGeom>
              <a:avLst/>
              <a:gdLst/>
              <a:ahLst/>
              <a:rect l="l" t="t" r="r" b="b"/>
              <a:pathLst>
                <a:path w="30" h="23">
                  <a:moveTo>
                    <a:pt x="0" y="20"/>
                  </a:moveTo>
                  <a:lnTo>
                    <a:pt x="0" y="20"/>
                  </a:lnTo>
                  <a:lnTo>
                    <a:pt x="5" y="22"/>
                  </a:lnTo>
                  <a:lnTo>
                    <a:pt x="29" y="0"/>
                  </a:lnTo>
                  <a:lnTo>
                    <a:pt x="8" y="15"/>
                  </a:lnTo>
                  <a:lnTo>
                    <a:pt x="0" y="20"/>
                  </a:lnTo>
                  <a:lnTo>
                    <a:pt x="0" y="20"/>
                  </a:lnTo>
                </a:path>
              </a:pathLst>
            </a:custGeom>
            <a:solidFill>
              <a:srgbClr val="00c1c2"/>
            </a:solidFill>
            <a:ln w="31680">
              <a:solidFill>
                <a:srgbClr val="000000"/>
              </a:solidFill>
              <a:round/>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1396" name=""/>
            <p:cNvSpPr/>
            <p:nvPr/>
          </p:nvSpPr>
          <p:spPr>
            <a:xfrm>
              <a:off x="7737480" y="6835680"/>
              <a:ext cx="30240" cy="65160"/>
            </a:xfrm>
            <a:custGeom>
              <a:avLst/>
              <a:gdLst/>
              <a:ahLst/>
              <a:rect l="l" t="t" r="r" b="b"/>
              <a:pathLst>
                <a:path w="19" h="41">
                  <a:moveTo>
                    <a:pt x="0" y="40"/>
                  </a:moveTo>
                  <a:lnTo>
                    <a:pt x="0" y="40"/>
                  </a:lnTo>
                  <a:lnTo>
                    <a:pt x="7" y="27"/>
                  </a:lnTo>
                  <a:lnTo>
                    <a:pt x="18" y="0"/>
                  </a:lnTo>
                  <a:lnTo>
                    <a:pt x="12" y="11"/>
                  </a:lnTo>
                  <a:lnTo>
                    <a:pt x="0" y="40"/>
                  </a:lnTo>
                  <a:lnTo>
                    <a:pt x="0" y="40"/>
                  </a:lnTo>
                </a:path>
              </a:pathLst>
            </a:custGeom>
            <a:solidFill>
              <a:srgbClr val="00c1c2"/>
            </a:solidFill>
            <a:ln w="31680">
              <a:solidFill>
                <a:srgbClr val="000000"/>
              </a:solidFill>
              <a:round/>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grpSp>
      <p:sp>
        <p:nvSpPr>
          <p:cNvPr id="1397" name=""/>
          <p:cNvSpPr/>
          <p:nvPr/>
        </p:nvSpPr>
        <p:spPr>
          <a:xfrm>
            <a:off x="6885000" y="5340240"/>
            <a:ext cx="649440" cy="731880"/>
          </a:xfrm>
          <a:custGeom>
            <a:avLst/>
            <a:gdLst/>
            <a:ahLst/>
            <a:rect l="l" t="t" r="r" b="b"/>
            <a:pathLst>
              <a:path w="409" h="461">
                <a:moveTo>
                  <a:pt x="0" y="26"/>
                </a:moveTo>
                <a:lnTo>
                  <a:pt x="0" y="26"/>
                </a:lnTo>
                <a:lnTo>
                  <a:pt x="53" y="238"/>
                </a:lnTo>
                <a:lnTo>
                  <a:pt x="73" y="274"/>
                </a:lnTo>
                <a:lnTo>
                  <a:pt x="81" y="302"/>
                </a:lnTo>
                <a:lnTo>
                  <a:pt x="73" y="321"/>
                </a:lnTo>
                <a:lnTo>
                  <a:pt x="68" y="348"/>
                </a:lnTo>
                <a:lnTo>
                  <a:pt x="86" y="428"/>
                </a:lnTo>
                <a:lnTo>
                  <a:pt x="103" y="456"/>
                </a:lnTo>
                <a:lnTo>
                  <a:pt x="318" y="442"/>
                </a:lnTo>
                <a:lnTo>
                  <a:pt x="320" y="459"/>
                </a:lnTo>
                <a:lnTo>
                  <a:pt x="334" y="460"/>
                </a:lnTo>
                <a:lnTo>
                  <a:pt x="330" y="422"/>
                </a:lnTo>
                <a:lnTo>
                  <a:pt x="336" y="412"/>
                </a:lnTo>
                <a:lnTo>
                  <a:pt x="368" y="418"/>
                </a:lnTo>
                <a:lnTo>
                  <a:pt x="375" y="392"/>
                </a:lnTo>
                <a:lnTo>
                  <a:pt x="368" y="389"/>
                </a:lnTo>
                <a:lnTo>
                  <a:pt x="378" y="382"/>
                </a:lnTo>
                <a:lnTo>
                  <a:pt x="363" y="375"/>
                </a:lnTo>
                <a:lnTo>
                  <a:pt x="372" y="366"/>
                </a:lnTo>
                <a:lnTo>
                  <a:pt x="369" y="355"/>
                </a:lnTo>
                <a:lnTo>
                  <a:pt x="383" y="343"/>
                </a:lnTo>
                <a:lnTo>
                  <a:pt x="378" y="331"/>
                </a:lnTo>
                <a:lnTo>
                  <a:pt x="386" y="327"/>
                </a:lnTo>
                <a:lnTo>
                  <a:pt x="389" y="313"/>
                </a:lnTo>
                <a:lnTo>
                  <a:pt x="383" y="312"/>
                </a:lnTo>
                <a:lnTo>
                  <a:pt x="395" y="302"/>
                </a:lnTo>
                <a:lnTo>
                  <a:pt x="389" y="292"/>
                </a:lnTo>
                <a:lnTo>
                  <a:pt x="399" y="292"/>
                </a:lnTo>
                <a:lnTo>
                  <a:pt x="408" y="280"/>
                </a:lnTo>
                <a:lnTo>
                  <a:pt x="404" y="274"/>
                </a:lnTo>
                <a:lnTo>
                  <a:pt x="390" y="272"/>
                </a:lnTo>
                <a:lnTo>
                  <a:pt x="381" y="260"/>
                </a:lnTo>
                <a:lnTo>
                  <a:pt x="363" y="228"/>
                </a:lnTo>
                <a:lnTo>
                  <a:pt x="356" y="224"/>
                </a:lnTo>
                <a:lnTo>
                  <a:pt x="335" y="182"/>
                </a:lnTo>
                <a:lnTo>
                  <a:pt x="311" y="163"/>
                </a:lnTo>
                <a:lnTo>
                  <a:pt x="293" y="134"/>
                </a:lnTo>
                <a:lnTo>
                  <a:pt x="247" y="98"/>
                </a:lnTo>
                <a:lnTo>
                  <a:pt x="225" y="65"/>
                </a:lnTo>
                <a:lnTo>
                  <a:pt x="174" y="32"/>
                </a:lnTo>
                <a:lnTo>
                  <a:pt x="191" y="0"/>
                </a:lnTo>
                <a:lnTo>
                  <a:pt x="97" y="11"/>
                </a:lnTo>
                <a:lnTo>
                  <a:pt x="0" y="26"/>
                </a:lnTo>
                <a:lnTo>
                  <a:pt x="0" y="26"/>
                </a:lnTo>
              </a:path>
            </a:pathLst>
          </a:custGeom>
          <a:solidFill>
            <a:srgbClr val="00c1c2"/>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98" name=""/>
          <p:cNvSpPr/>
          <p:nvPr/>
        </p:nvSpPr>
        <p:spPr>
          <a:xfrm>
            <a:off x="3300480" y="2890800"/>
            <a:ext cx="714240" cy="1251000"/>
          </a:xfrm>
          <a:custGeom>
            <a:avLst/>
            <a:gdLst/>
            <a:ahLst/>
            <a:rect l="l" t="t" r="r" b="b"/>
            <a:pathLst>
              <a:path w="450" h="788">
                <a:moveTo>
                  <a:pt x="0" y="698"/>
                </a:moveTo>
                <a:lnTo>
                  <a:pt x="0" y="698"/>
                </a:lnTo>
                <a:lnTo>
                  <a:pt x="36" y="531"/>
                </a:lnTo>
                <a:lnTo>
                  <a:pt x="53" y="487"/>
                </a:lnTo>
                <a:lnTo>
                  <a:pt x="39" y="467"/>
                </a:lnTo>
                <a:lnTo>
                  <a:pt x="42" y="445"/>
                </a:lnTo>
                <a:lnTo>
                  <a:pt x="70" y="418"/>
                </a:lnTo>
                <a:lnTo>
                  <a:pt x="94" y="376"/>
                </a:lnTo>
                <a:lnTo>
                  <a:pt x="115" y="343"/>
                </a:lnTo>
                <a:lnTo>
                  <a:pt x="99" y="317"/>
                </a:lnTo>
                <a:lnTo>
                  <a:pt x="91" y="298"/>
                </a:lnTo>
                <a:lnTo>
                  <a:pt x="96" y="257"/>
                </a:lnTo>
                <a:lnTo>
                  <a:pt x="149" y="0"/>
                </a:lnTo>
                <a:lnTo>
                  <a:pt x="208" y="16"/>
                </a:lnTo>
                <a:lnTo>
                  <a:pt x="189" y="116"/>
                </a:lnTo>
                <a:lnTo>
                  <a:pt x="202" y="150"/>
                </a:lnTo>
                <a:lnTo>
                  <a:pt x="203" y="173"/>
                </a:lnTo>
                <a:lnTo>
                  <a:pt x="196" y="175"/>
                </a:lnTo>
                <a:lnTo>
                  <a:pt x="220" y="201"/>
                </a:lnTo>
                <a:lnTo>
                  <a:pt x="244" y="263"/>
                </a:lnTo>
                <a:lnTo>
                  <a:pt x="252" y="260"/>
                </a:lnTo>
                <a:lnTo>
                  <a:pt x="252" y="269"/>
                </a:lnTo>
                <a:lnTo>
                  <a:pt x="264" y="273"/>
                </a:lnTo>
                <a:lnTo>
                  <a:pt x="272" y="273"/>
                </a:lnTo>
                <a:lnTo>
                  <a:pt x="252" y="321"/>
                </a:lnTo>
                <a:lnTo>
                  <a:pt x="255" y="351"/>
                </a:lnTo>
                <a:lnTo>
                  <a:pt x="238" y="380"/>
                </a:lnTo>
                <a:lnTo>
                  <a:pt x="248" y="393"/>
                </a:lnTo>
                <a:lnTo>
                  <a:pt x="279" y="374"/>
                </a:lnTo>
                <a:lnTo>
                  <a:pt x="303" y="475"/>
                </a:lnTo>
                <a:lnTo>
                  <a:pt x="316" y="480"/>
                </a:lnTo>
                <a:lnTo>
                  <a:pt x="318" y="511"/>
                </a:lnTo>
                <a:lnTo>
                  <a:pt x="329" y="523"/>
                </a:lnTo>
                <a:lnTo>
                  <a:pt x="341" y="513"/>
                </a:lnTo>
                <a:lnTo>
                  <a:pt x="360" y="522"/>
                </a:lnTo>
                <a:lnTo>
                  <a:pt x="371" y="511"/>
                </a:lnTo>
                <a:lnTo>
                  <a:pt x="413" y="521"/>
                </a:lnTo>
                <a:lnTo>
                  <a:pt x="422" y="522"/>
                </a:lnTo>
                <a:lnTo>
                  <a:pt x="432" y="503"/>
                </a:lnTo>
                <a:lnTo>
                  <a:pt x="449" y="535"/>
                </a:lnTo>
                <a:lnTo>
                  <a:pt x="412" y="787"/>
                </a:lnTo>
                <a:lnTo>
                  <a:pt x="203" y="749"/>
                </a:lnTo>
                <a:lnTo>
                  <a:pt x="0" y="698"/>
                </a:lnTo>
                <a:lnTo>
                  <a:pt x="0" y="698"/>
                </a:lnTo>
              </a:path>
            </a:pathLst>
          </a:custGeom>
          <a:solidFill>
            <a:srgbClr val="a1009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99" name=""/>
          <p:cNvSpPr/>
          <p:nvPr/>
        </p:nvSpPr>
        <p:spPr>
          <a:xfrm>
            <a:off x="6130800" y="4175280"/>
            <a:ext cx="470160" cy="915840"/>
          </a:xfrm>
          <a:custGeom>
            <a:avLst/>
            <a:gdLst/>
            <a:ahLst/>
            <a:rect l="l" t="t" r="r" b="b"/>
            <a:pathLst>
              <a:path w="296" h="577">
                <a:moveTo>
                  <a:pt x="0" y="255"/>
                </a:moveTo>
                <a:lnTo>
                  <a:pt x="0" y="255"/>
                </a:lnTo>
                <a:lnTo>
                  <a:pt x="7" y="237"/>
                </a:lnTo>
                <a:lnTo>
                  <a:pt x="26" y="202"/>
                </a:lnTo>
                <a:lnTo>
                  <a:pt x="38" y="165"/>
                </a:lnTo>
                <a:lnTo>
                  <a:pt x="26" y="135"/>
                </a:lnTo>
                <a:lnTo>
                  <a:pt x="77" y="93"/>
                </a:lnTo>
                <a:lnTo>
                  <a:pt x="88" y="72"/>
                </a:lnTo>
                <a:lnTo>
                  <a:pt x="88" y="62"/>
                </a:lnTo>
                <a:lnTo>
                  <a:pt x="51" y="15"/>
                </a:lnTo>
                <a:lnTo>
                  <a:pt x="249" y="0"/>
                </a:lnTo>
                <a:lnTo>
                  <a:pt x="254" y="35"/>
                </a:lnTo>
                <a:lnTo>
                  <a:pt x="274" y="77"/>
                </a:lnTo>
                <a:lnTo>
                  <a:pt x="290" y="299"/>
                </a:lnTo>
                <a:lnTo>
                  <a:pt x="287" y="343"/>
                </a:lnTo>
                <a:lnTo>
                  <a:pt x="295" y="369"/>
                </a:lnTo>
                <a:lnTo>
                  <a:pt x="287" y="421"/>
                </a:lnTo>
                <a:lnTo>
                  <a:pt x="270" y="442"/>
                </a:lnTo>
                <a:lnTo>
                  <a:pt x="263" y="475"/>
                </a:lnTo>
                <a:lnTo>
                  <a:pt x="269" y="487"/>
                </a:lnTo>
                <a:lnTo>
                  <a:pt x="263" y="508"/>
                </a:lnTo>
                <a:lnTo>
                  <a:pt x="267" y="518"/>
                </a:lnTo>
                <a:lnTo>
                  <a:pt x="244" y="527"/>
                </a:lnTo>
                <a:lnTo>
                  <a:pt x="239" y="564"/>
                </a:lnTo>
                <a:lnTo>
                  <a:pt x="204" y="551"/>
                </a:lnTo>
                <a:lnTo>
                  <a:pt x="186" y="569"/>
                </a:lnTo>
                <a:lnTo>
                  <a:pt x="187" y="576"/>
                </a:lnTo>
                <a:lnTo>
                  <a:pt x="177" y="575"/>
                </a:lnTo>
                <a:lnTo>
                  <a:pt x="165" y="552"/>
                </a:lnTo>
                <a:lnTo>
                  <a:pt x="158" y="518"/>
                </a:lnTo>
                <a:lnTo>
                  <a:pt x="146" y="497"/>
                </a:lnTo>
                <a:lnTo>
                  <a:pt x="126" y="487"/>
                </a:lnTo>
                <a:lnTo>
                  <a:pt x="102" y="466"/>
                </a:lnTo>
                <a:lnTo>
                  <a:pt x="91" y="436"/>
                </a:lnTo>
                <a:lnTo>
                  <a:pt x="108" y="393"/>
                </a:lnTo>
                <a:lnTo>
                  <a:pt x="93" y="383"/>
                </a:lnTo>
                <a:lnTo>
                  <a:pt x="67" y="384"/>
                </a:lnTo>
                <a:lnTo>
                  <a:pt x="63" y="354"/>
                </a:lnTo>
                <a:lnTo>
                  <a:pt x="12" y="301"/>
                </a:lnTo>
                <a:lnTo>
                  <a:pt x="0" y="255"/>
                </a:lnTo>
                <a:lnTo>
                  <a:pt x="0" y="255"/>
                </a:lnTo>
              </a:path>
            </a:pathLst>
          </a:custGeom>
          <a:solidFill>
            <a:srgbClr val="e262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00" name=""/>
          <p:cNvSpPr/>
          <p:nvPr/>
        </p:nvSpPr>
        <p:spPr>
          <a:xfrm>
            <a:off x="6548400" y="4257720"/>
            <a:ext cx="366840" cy="692280"/>
          </a:xfrm>
          <a:custGeom>
            <a:avLst/>
            <a:gdLst/>
            <a:ahLst/>
            <a:rect l="l" t="t" r="r" b="b"/>
            <a:pathLst>
              <a:path w="231" h="436">
                <a:moveTo>
                  <a:pt x="0" y="423"/>
                </a:moveTo>
                <a:lnTo>
                  <a:pt x="0" y="423"/>
                </a:lnTo>
                <a:lnTo>
                  <a:pt x="6" y="435"/>
                </a:lnTo>
                <a:lnTo>
                  <a:pt x="13" y="423"/>
                </a:lnTo>
                <a:lnTo>
                  <a:pt x="46" y="416"/>
                </a:lnTo>
                <a:lnTo>
                  <a:pt x="56" y="420"/>
                </a:lnTo>
                <a:lnTo>
                  <a:pt x="95" y="406"/>
                </a:lnTo>
                <a:lnTo>
                  <a:pt x="107" y="420"/>
                </a:lnTo>
                <a:lnTo>
                  <a:pt x="119" y="390"/>
                </a:lnTo>
                <a:lnTo>
                  <a:pt x="130" y="383"/>
                </a:lnTo>
                <a:lnTo>
                  <a:pt x="156" y="399"/>
                </a:lnTo>
                <a:lnTo>
                  <a:pt x="160" y="381"/>
                </a:lnTo>
                <a:lnTo>
                  <a:pt x="189" y="342"/>
                </a:lnTo>
                <a:lnTo>
                  <a:pt x="195" y="318"/>
                </a:lnTo>
                <a:lnTo>
                  <a:pt x="204" y="322"/>
                </a:lnTo>
                <a:lnTo>
                  <a:pt x="230" y="301"/>
                </a:lnTo>
                <a:lnTo>
                  <a:pt x="224" y="285"/>
                </a:lnTo>
                <a:lnTo>
                  <a:pt x="227" y="275"/>
                </a:lnTo>
                <a:lnTo>
                  <a:pt x="200" y="8"/>
                </a:lnTo>
                <a:lnTo>
                  <a:pt x="198" y="0"/>
                </a:lnTo>
                <a:lnTo>
                  <a:pt x="60" y="18"/>
                </a:lnTo>
                <a:lnTo>
                  <a:pt x="33" y="35"/>
                </a:lnTo>
                <a:lnTo>
                  <a:pt x="11" y="25"/>
                </a:lnTo>
                <a:lnTo>
                  <a:pt x="27" y="247"/>
                </a:lnTo>
                <a:lnTo>
                  <a:pt x="24" y="291"/>
                </a:lnTo>
                <a:lnTo>
                  <a:pt x="32" y="317"/>
                </a:lnTo>
                <a:lnTo>
                  <a:pt x="24" y="369"/>
                </a:lnTo>
                <a:lnTo>
                  <a:pt x="7" y="390"/>
                </a:lnTo>
                <a:lnTo>
                  <a:pt x="0" y="423"/>
                </a:lnTo>
                <a:lnTo>
                  <a:pt x="0" y="423"/>
                </a:lnTo>
              </a:path>
            </a:pathLst>
          </a:custGeom>
          <a:solidFill>
            <a:srgbClr val="e262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01" name=""/>
          <p:cNvSpPr/>
          <p:nvPr/>
        </p:nvSpPr>
        <p:spPr>
          <a:xfrm>
            <a:off x="5559480" y="4035600"/>
            <a:ext cx="712800" cy="517320"/>
          </a:xfrm>
          <a:custGeom>
            <a:avLst/>
            <a:gdLst/>
            <a:ahLst/>
            <a:rect l="l" t="t" r="r" b="b"/>
            <a:pathLst>
              <a:path w="449" h="326">
                <a:moveTo>
                  <a:pt x="0" y="10"/>
                </a:moveTo>
                <a:lnTo>
                  <a:pt x="0" y="10"/>
                </a:lnTo>
                <a:lnTo>
                  <a:pt x="0" y="35"/>
                </a:lnTo>
                <a:lnTo>
                  <a:pt x="8" y="53"/>
                </a:lnTo>
                <a:lnTo>
                  <a:pt x="4" y="70"/>
                </a:lnTo>
                <a:lnTo>
                  <a:pt x="8" y="116"/>
                </a:lnTo>
                <a:lnTo>
                  <a:pt x="29" y="177"/>
                </a:lnTo>
                <a:lnTo>
                  <a:pt x="29" y="197"/>
                </a:lnTo>
                <a:lnTo>
                  <a:pt x="43" y="228"/>
                </a:lnTo>
                <a:lnTo>
                  <a:pt x="50" y="277"/>
                </a:lnTo>
                <a:lnTo>
                  <a:pt x="47" y="292"/>
                </a:lnTo>
                <a:lnTo>
                  <a:pt x="55" y="306"/>
                </a:lnTo>
                <a:lnTo>
                  <a:pt x="345" y="300"/>
                </a:lnTo>
                <a:lnTo>
                  <a:pt x="367" y="325"/>
                </a:lnTo>
                <a:lnTo>
                  <a:pt x="386" y="290"/>
                </a:lnTo>
                <a:lnTo>
                  <a:pt x="398" y="253"/>
                </a:lnTo>
                <a:lnTo>
                  <a:pt x="386" y="223"/>
                </a:lnTo>
                <a:lnTo>
                  <a:pt x="437" y="181"/>
                </a:lnTo>
                <a:lnTo>
                  <a:pt x="448" y="160"/>
                </a:lnTo>
                <a:lnTo>
                  <a:pt x="448" y="150"/>
                </a:lnTo>
                <a:lnTo>
                  <a:pt x="411" y="103"/>
                </a:lnTo>
                <a:lnTo>
                  <a:pt x="375" y="55"/>
                </a:lnTo>
                <a:lnTo>
                  <a:pt x="367" y="0"/>
                </a:lnTo>
                <a:lnTo>
                  <a:pt x="9" y="11"/>
                </a:lnTo>
                <a:lnTo>
                  <a:pt x="0" y="10"/>
                </a:lnTo>
                <a:lnTo>
                  <a:pt x="0" y="10"/>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02" name=""/>
          <p:cNvSpPr/>
          <p:nvPr/>
        </p:nvSpPr>
        <p:spPr>
          <a:xfrm>
            <a:off x="4896000" y="4597560"/>
            <a:ext cx="887400" cy="519120"/>
          </a:xfrm>
          <a:custGeom>
            <a:avLst/>
            <a:gdLst/>
            <a:ahLst/>
            <a:rect l="l" t="t" r="r" b="b"/>
            <a:pathLst>
              <a:path w="559" h="327">
                <a:moveTo>
                  <a:pt x="0" y="309"/>
                </a:moveTo>
                <a:lnTo>
                  <a:pt x="0" y="309"/>
                </a:lnTo>
                <a:lnTo>
                  <a:pt x="20" y="0"/>
                </a:lnTo>
                <a:lnTo>
                  <a:pt x="227" y="11"/>
                </a:lnTo>
                <a:lnTo>
                  <a:pt x="503" y="15"/>
                </a:lnTo>
                <a:lnTo>
                  <a:pt x="519" y="29"/>
                </a:lnTo>
                <a:lnTo>
                  <a:pt x="528" y="26"/>
                </a:lnTo>
                <a:lnTo>
                  <a:pt x="536" y="35"/>
                </a:lnTo>
                <a:lnTo>
                  <a:pt x="538" y="41"/>
                </a:lnTo>
                <a:lnTo>
                  <a:pt x="529" y="41"/>
                </a:lnTo>
                <a:lnTo>
                  <a:pt x="519" y="64"/>
                </a:lnTo>
                <a:lnTo>
                  <a:pt x="542" y="99"/>
                </a:lnTo>
                <a:lnTo>
                  <a:pt x="558" y="104"/>
                </a:lnTo>
                <a:lnTo>
                  <a:pt x="555" y="325"/>
                </a:lnTo>
                <a:lnTo>
                  <a:pt x="319" y="326"/>
                </a:lnTo>
                <a:lnTo>
                  <a:pt x="0" y="309"/>
                </a:lnTo>
                <a:lnTo>
                  <a:pt x="0" y="30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03" name=""/>
          <p:cNvSpPr/>
          <p:nvPr/>
        </p:nvSpPr>
        <p:spPr>
          <a:xfrm>
            <a:off x="6407280" y="4694400"/>
            <a:ext cx="865080" cy="482400"/>
          </a:xfrm>
          <a:custGeom>
            <a:avLst/>
            <a:gdLst/>
            <a:ahLst/>
            <a:rect l="l" t="t" r="r" b="b"/>
            <a:pathLst>
              <a:path w="545" h="304">
                <a:moveTo>
                  <a:pt x="0" y="303"/>
                </a:moveTo>
                <a:lnTo>
                  <a:pt x="0" y="303"/>
                </a:lnTo>
                <a:lnTo>
                  <a:pt x="4" y="287"/>
                </a:lnTo>
                <a:lnTo>
                  <a:pt x="18" y="284"/>
                </a:lnTo>
                <a:lnTo>
                  <a:pt x="20" y="253"/>
                </a:lnTo>
                <a:lnTo>
                  <a:pt x="13" y="249"/>
                </a:lnTo>
                <a:lnTo>
                  <a:pt x="12" y="242"/>
                </a:lnTo>
                <a:lnTo>
                  <a:pt x="30" y="224"/>
                </a:lnTo>
                <a:lnTo>
                  <a:pt x="65" y="237"/>
                </a:lnTo>
                <a:lnTo>
                  <a:pt x="70" y="200"/>
                </a:lnTo>
                <a:lnTo>
                  <a:pt x="93" y="191"/>
                </a:lnTo>
                <a:lnTo>
                  <a:pt x="89" y="181"/>
                </a:lnTo>
                <a:lnTo>
                  <a:pt x="95" y="160"/>
                </a:lnTo>
                <a:lnTo>
                  <a:pt x="102" y="148"/>
                </a:lnTo>
                <a:lnTo>
                  <a:pt x="135" y="141"/>
                </a:lnTo>
                <a:lnTo>
                  <a:pt x="145" y="145"/>
                </a:lnTo>
                <a:lnTo>
                  <a:pt x="184" y="131"/>
                </a:lnTo>
                <a:lnTo>
                  <a:pt x="196" y="145"/>
                </a:lnTo>
                <a:lnTo>
                  <a:pt x="208" y="115"/>
                </a:lnTo>
                <a:lnTo>
                  <a:pt x="219" y="108"/>
                </a:lnTo>
                <a:lnTo>
                  <a:pt x="245" y="124"/>
                </a:lnTo>
                <a:lnTo>
                  <a:pt x="249" y="106"/>
                </a:lnTo>
                <a:lnTo>
                  <a:pt x="278" y="67"/>
                </a:lnTo>
                <a:lnTo>
                  <a:pt x="284" y="43"/>
                </a:lnTo>
                <a:lnTo>
                  <a:pt x="293" y="47"/>
                </a:lnTo>
                <a:lnTo>
                  <a:pt x="319" y="26"/>
                </a:lnTo>
                <a:lnTo>
                  <a:pt x="313" y="10"/>
                </a:lnTo>
                <a:lnTo>
                  <a:pt x="316" y="0"/>
                </a:lnTo>
                <a:lnTo>
                  <a:pt x="340" y="0"/>
                </a:lnTo>
                <a:lnTo>
                  <a:pt x="355" y="4"/>
                </a:lnTo>
                <a:lnTo>
                  <a:pt x="363" y="23"/>
                </a:lnTo>
                <a:lnTo>
                  <a:pt x="387" y="26"/>
                </a:lnTo>
                <a:lnTo>
                  <a:pt x="404" y="37"/>
                </a:lnTo>
                <a:lnTo>
                  <a:pt x="437" y="34"/>
                </a:lnTo>
                <a:lnTo>
                  <a:pt x="453" y="23"/>
                </a:lnTo>
                <a:lnTo>
                  <a:pt x="489" y="50"/>
                </a:lnTo>
                <a:lnTo>
                  <a:pt x="502" y="97"/>
                </a:lnTo>
                <a:lnTo>
                  <a:pt x="516" y="115"/>
                </a:lnTo>
                <a:lnTo>
                  <a:pt x="544" y="133"/>
                </a:lnTo>
                <a:lnTo>
                  <a:pt x="525" y="160"/>
                </a:lnTo>
                <a:lnTo>
                  <a:pt x="506" y="173"/>
                </a:lnTo>
                <a:lnTo>
                  <a:pt x="487" y="200"/>
                </a:lnTo>
                <a:lnTo>
                  <a:pt x="486" y="209"/>
                </a:lnTo>
                <a:lnTo>
                  <a:pt x="432" y="248"/>
                </a:lnTo>
                <a:lnTo>
                  <a:pt x="131" y="277"/>
                </a:lnTo>
                <a:lnTo>
                  <a:pt x="102" y="276"/>
                </a:lnTo>
                <a:lnTo>
                  <a:pt x="102" y="295"/>
                </a:lnTo>
                <a:lnTo>
                  <a:pt x="0" y="303"/>
                </a:lnTo>
                <a:lnTo>
                  <a:pt x="0" y="303"/>
                </a:lnTo>
              </a:path>
            </a:pathLst>
          </a:custGeom>
          <a:solidFill>
            <a:srgbClr val="00c1c2"/>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04" name=""/>
          <p:cNvSpPr/>
          <p:nvPr/>
        </p:nvSpPr>
        <p:spPr>
          <a:xfrm>
            <a:off x="5857920" y="5761080"/>
            <a:ext cx="671400" cy="644400"/>
          </a:xfrm>
          <a:custGeom>
            <a:avLst/>
            <a:gdLst/>
            <a:ahLst/>
            <a:rect l="l" t="t" r="r" b="b"/>
            <a:pathLst>
              <a:path w="423" h="406">
                <a:moveTo>
                  <a:pt x="0" y="3"/>
                </a:moveTo>
                <a:lnTo>
                  <a:pt x="0" y="3"/>
                </a:lnTo>
                <a:lnTo>
                  <a:pt x="3" y="111"/>
                </a:lnTo>
                <a:lnTo>
                  <a:pt x="16" y="126"/>
                </a:lnTo>
                <a:lnTo>
                  <a:pt x="20" y="153"/>
                </a:lnTo>
                <a:lnTo>
                  <a:pt x="44" y="191"/>
                </a:lnTo>
                <a:lnTo>
                  <a:pt x="42" y="224"/>
                </a:lnTo>
                <a:lnTo>
                  <a:pt x="30" y="256"/>
                </a:lnTo>
                <a:lnTo>
                  <a:pt x="30" y="271"/>
                </a:lnTo>
                <a:lnTo>
                  <a:pt x="35" y="289"/>
                </a:lnTo>
                <a:lnTo>
                  <a:pt x="32" y="308"/>
                </a:lnTo>
                <a:lnTo>
                  <a:pt x="25" y="319"/>
                </a:lnTo>
                <a:lnTo>
                  <a:pt x="16" y="334"/>
                </a:lnTo>
                <a:lnTo>
                  <a:pt x="21" y="343"/>
                </a:lnTo>
                <a:lnTo>
                  <a:pt x="78" y="334"/>
                </a:lnTo>
                <a:lnTo>
                  <a:pt x="125" y="355"/>
                </a:lnTo>
                <a:lnTo>
                  <a:pt x="167" y="352"/>
                </a:lnTo>
                <a:lnTo>
                  <a:pt x="161" y="339"/>
                </a:lnTo>
                <a:lnTo>
                  <a:pt x="177" y="327"/>
                </a:lnTo>
                <a:lnTo>
                  <a:pt x="208" y="334"/>
                </a:lnTo>
                <a:lnTo>
                  <a:pt x="212" y="356"/>
                </a:lnTo>
                <a:lnTo>
                  <a:pt x="220" y="353"/>
                </a:lnTo>
                <a:lnTo>
                  <a:pt x="235" y="359"/>
                </a:lnTo>
                <a:lnTo>
                  <a:pt x="244" y="373"/>
                </a:lnTo>
                <a:lnTo>
                  <a:pt x="249" y="388"/>
                </a:lnTo>
                <a:lnTo>
                  <a:pt x="263" y="390"/>
                </a:lnTo>
                <a:lnTo>
                  <a:pt x="274" y="396"/>
                </a:lnTo>
                <a:lnTo>
                  <a:pt x="284" y="393"/>
                </a:lnTo>
                <a:lnTo>
                  <a:pt x="293" y="383"/>
                </a:lnTo>
                <a:lnTo>
                  <a:pt x="291" y="373"/>
                </a:lnTo>
                <a:lnTo>
                  <a:pt x="306" y="388"/>
                </a:lnTo>
                <a:lnTo>
                  <a:pt x="312" y="376"/>
                </a:lnTo>
                <a:lnTo>
                  <a:pt x="321" y="394"/>
                </a:lnTo>
                <a:lnTo>
                  <a:pt x="335" y="388"/>
                </a:lnTo>
                <a:lnTo>
                  <a:pt x="340" y="380"/>
                </a:lnTo>
                <a:lnTo>
                  <a:pt x="335" y="373"/>
                </a:lnTo>
                <a:lnTo>
                  <a:pt x="337" y="356"/>
                </a:lnTo>
                <a:lnTo>
                  <a:pt x="341" y="356"/>
                </a:lnTo>
                <a:lnTo>
                  <a:pt x="351" y="356"/>
                </a:lnTo>
                <a:lnTo>
                  <a:pt x="356" y="369"/>
                </a:lnTo>
                <a:lnTo>
                  <a:pt x="369" y="369"/>
                </a:lnTo>
                <a:lnTo>
                  <a:pt x="379" y="376"/>
                </a:lnTo>
                <a:lnTo>
                  <a:pt x="383" y="374"/>
                </a:lnTo>
                <a:lnTo>
                  <a:pt x="388" y="387"/>
                </a:lnTo>
                <a:lnTo>
                  <a:pt x="395" y="391"/>
                </a:lnTo>
                <a:lnTo>
                  <a:pt x="392" y="405"/>
                </a:lnTo>
                <a:lnTo>
                  <a:pt x="403" y="391"/>
                </a:lnTo>
                <a:lnTo>
                  <a:pt x="412" y="400"/>
                </a:lnTo>
                <a:lnTo>
                  <a:pt x="412" y="390"/>
                </a:lnTo>
                <a:lnTo>
                  <a:pt x="422" y="388"/>
                </a:lnTo>
                <a:lnTo>
                  <a:pt x="422" y="379"/>
                </a:lnTo>
                <a:lnTo>
                  <a:pt x="412" y="376"/>
                </a:lnTo>
                <a:lnTo>
                  <a:pt x="405" y="369"/>
                </a:lnTo>
                <a:lnTo>
                  <a:pt x="395" y="371"/>
                </a:lnTo>
                <a:lnTo>
                  <a:pt x="391" y="362"/>
                </a:lnTo>
                <a:lnTo>
                  <a:pt x="379" y="362"/>
                </a:lnTo>
                <a:lnTo>
                  <a:pt x="370" y="340"/>
                </a:lnTo>
                <a:lnTo>
                  <a:pt x="374" y="335"/>
                </a:lnTo>
                <a:lnTo>
                  <a:pt x="386" y="330"/>
                </a:lnTo>
                <a:lnTo>
                  <a:pt x="387" y="319"/>
                </a:lnTo>
                <a:lnTo>
                  <a:pt x="394" y="318"/>
                </a:lnTo>
                <a:lnTo>
                  <a:pt x="405" y="308"/>
                </a:lnTo>
                <a:lnTo>
                  <a:pt x="402" y="303"/>
                </a:lnTo>
                <a:lnTo>
                  <a:pt x="402" y="282"/>
                </a:lnTo>
                <a:lnTo>
                  <a:pt x="390" y="292"/>
                </a:lnTo>
                <a:lnTo>
                  <a:pt x="376" y="295"/>
                </a:lnTo>
                <a:lnTo>
                  <a:pt x="366" y="312"/>
                </a:lnTo>
                <a:lnTo>
                  <a:pt x="349" y="303"/>
                </a:lnTo>
                <a:lnTo>
                  <a:pt x="351" y="295"/>
                </a:lnTo>
                <a:lnTo>
                  <a:pt x="359" y="293"/>
                </a:lnTo>
                <a:lnTo>
                  <a:pt x="359" y="295"/>
                </a:lnTo>
                <a:lnTo>
                  <a:pt x="365" y="286"/>
                </a:lnTo>
                <a:lnTo>
                  <a:pt x="358" y="288"/>
                </a:lnTo>
                <a:lnTo>
                  <a:pt x="356" y="284"/>
                </a:lnTo>
                <a:lnTo>
                  <a:pt x="353" y="288"/>
                </a:lnTo>
                <a:lnTo>
                  <a:pt x="346" y="286"/>
                </a:lnTo>
                <a:lnTo>
                  <a:pt x="338" y="295"/>
                </a:lnTo>
                <a:lnTo>
                  <a:pt x="326" y="299"/>
                </a:lnTo>
                <a:lnTo>
                  <a:pt x="302" y="293"/>
                </a:lnTo>
                <a:lnTo>
                  <a:pt x="301" y="286"/>
                </a:lnTo>
                <a:lnTo>
                  <a:pt x="314" y="264"/>
                </a:lnTo>
                <a:lnTo>
                  <a:pt x="327" y="264"/>
                </a:lnTo>
                <a:lnTo>
                  <a:pt x="337" y="274"/>
                </a:lnTo>
                <a:lnTo>
                  <a:pt x="373" y="281"/>
                </a:lnTo>
                <a:lnTo>
                  <a:pt x="346" y="232"/>
                </a:lnTo>
                <a:lnTo>
                  <a:pt x="350" y="198"/>
                </a:lnTo>
                <a:lnTo>
                  <a:pt x="200" y="205"/>
                </a:lnTo>
                <a:lnTo>
                  <a:pt x="201" y="186"/>
                </a:lnTo>
                <a:lnTo>
                  <a:pt x="217" y="128"/>
                </a:lnTo>
                <a:lnTo>
                  <a:pt x="242" y="91"/>
                </a:lnTo>
                <a:lnTo>
                  <a:pt x="237" y="79"/>
                </a:lnTo>
                <a:lnTo>
                  <a:pt x="240" y="43"/>
                </a:lnTo>
                <a:lnTo>
                  <a:pt x="225" y="0"/>
                </a:lnTo>
                <a:lnTo>
                  <a:pt x="0" y="3"/>
                </a:lnTo>
                <a:lnTo>
                  <a:pt x="0" y="3"/>
                </a:lnTo>
              </a:path>
            </a:pathLst>
          </a:custGeom>
          <a:solidFill>
            <a:srgbClr val="82004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05" name=""/>
          <p:cNvSpPr/>
          <p:nvPr/>
        </p:nvSpPr>
        <p:spPr>
          <a:xfrm>
            <a:off x="8237520" y="2986200"/>
            <a:ext cx="436680" cy="750600"/>
          </a:xfrm>
          <a:custGeom>
            <a:avLst/>
            <a:gdLst/>
            <a:ahLst/>
            <a:rect l="l" t="t" r="r" b="b"/>
            <a:pathLst>
              <a:path w="275" h="473">
                <a:moveTo>
                  <a:pt x="0" y="256"/>
                </a:moveTo>
                <a:lnTo>
                  <a:pt x="0" y="256"/>
                </a:lnTo>
                <a:lnTo>
                  <a:pt x="15" y="257"/>
                </a:lnTo>
                <a:lnTo>
                  <a:pt x="17" y="226"/>
                </a:lnTo>
                <a:lnTo>
                  <a:pt x="37" y="185"/>
                </a:lnTo>
                <a:lnTo>
                  <a:pt x="27" y="155"/>
                </a:lnTo>
                <a:lnTo>
                  <a:pt x="36" y="113"/>
                </a:lnTo>
                <a:lnTo>
                  <a:pt x="34" y="98"/>
                </a:lnTo>
                <a:lnTo>
                  <a:pt x="66" y="8"/>
                </a:lnTo>
                <a:lnTo>
                  <a:pt x="76" y="8"/>
                </a:lnTo>
                <a:lnTo>
                  <a:pt x="79" y="25"/>
                </a:lnTo>
                <a:lnTo>
                  <a:pt x="118" y="9"/>
                </a:lnTo>
                <a:lnTo>
                  <a:pt x="118" y="3"/>
                </a:lnTo>
                <a:lnTo>
                  <a:pt x="129" y="0"/>
                </a:lnTo>
                <a:lnTo>
                  <a:pt x="150" y="11"/>
                </a:lnTo>
                <a:lnTo>
                  <a:pt x="166" y="25"/>
                </a:lnTo>
                <a:lnTo>
                  <a:pt x="201" y="156"/>
                </a:lnTo>
                <a:lnTo>
                  <a:pt x="224" y="157"/>
                </a:lnTo>
                <a:lnTo>
                  <a:pt x="227" y="164"/>
                </a:lnTo>
                <a:lnTo>
                  <a:pt x="225" y="169"/>
                </a:lnTo>
                <a:lnTo>
                  <a:pt x="244" y="200"/>
                </a:lnTo>
                <a:lnTo>
                  <a:pt x="247" y="191"/>
                </a:lnTo>
                <a:lnTo>
                  <a:pt x="267" y="212"/>
                </a:lnTo>
                <a:lnTo>
                  <a:pt x="260" y="218"/>
                </a:lnTo>
                <a:lnTo>
                  <a:pt x="263" y="223"/>
                </a:lnTo>
                <a:lnTo>
                  <a:pt x="274" y="223"/>
                </a:lnTo>
                <a:lnTo>
                  <a:pt x="265" y="248"/>
                </a:lnTo>
                <a:lnTo>
                  <a:pt x="253" y="245"/>
                </a:lnTo>
                <a:lnTo>
                  <a:pt x="244" y="254"/>
                </a:lnTo>
                <a:lnTo>
                  <a:pt x="244" y="264"/>
                </a:lnTo>
                <a:lnTo>
                  <a:pt x="238" y="271"/>
                </a:lnTo>
                <a:lnTo>
                  <a:pt x="226" y="267"/>
                </a:lnTo>
                <a:lnTo>
                  <a:pt x="227" y="283"/>
                </a:lnTo>
                <a:lnTo>
                  <a:pt x="220" y="277"/>
                </a:lnTo>
                <a:lnTo>
                  <a:pt x="218" y="296"/>
                </a:lnTo>
                <a:lnTo>
                  <a:pt x="205" y="281"/>
                </a:lnTo>
                <a:lnTo>
                  <a:pt x="196" y="296"/>
                </a:lnTo>
                <a:lnTo>
                  <a:pt x="185" y="300"/>
                </a:lnTo>
                <a:lnTo>
                  <a:pt x="183" y="314"/>
                </a:lnTo>
                <a:lnTo>
                  <a:pt x="170" y="312"/>
                </a:lnTo>
                <a:lnTo>
                  <a:pt x="175" y="300"/>
                </a:lnTo>
                <a:lnTo>
                  <a:pt x="166" y="286"/>
                </a:lnTo>
                <a:lnTo>
                  <a:pt x="156" y="306"/>
                </a:lnTo>
                <a:lnTo>
                  <a:pt x="162" y="343"/>
                </a:lnTo>
                <a:lnTo>
                  <a:pt x="155" y="354"/>
                </a:lnTo>
                <a:lnTo>
                  <a:pt x="147" y="354"/>
                </a:lnTo>
                <a:lnTo>
                  <a:pt x="140" y="353"/>
                </a:lnTo>
                <a:lnTo>
                  <a:pt x="131" y="374"/>
                </a:lnTo>
                <a:lnTo>
                  <a:pt x="118" y="374"/>
                </a:lnTo>
                <a:lnTo>
                  <a:pt x="121" y="393"/>
                </a:lnTo>
                <a:lnTo>
                  <a:pt x="112" y="380"/>
                </a:lnTo>
                <a:lnTo>
                  <a:pt x="95" y="396"/>
                </a:lnTo>
                <a:lnTo>
                  <a:pt x="92" y="408"/>
                </a:lnTo>
                <a:lnTo>
                  <a:pt x="99" y="414"/>
                </a:lnTo>
                <a:lnTo>
                  <a:pt x="89" y="420"/>
                </a:lnTo>
                <a:lnTo>
                  <a:pt x="92" y="432"/>
                </a:lnTo>
                <a:lnTo>
                  <a:pt x="83" y="443"/>
                </a:lnTo>
                <a:lnTo>
                  <a:pt x="83" y="472"/>
                </a:lnTo>
                <a:lnTo>
                  <a:pt x="77" y="472"/>
                </a:lnTo>
                <a:lnTo>
                  <a:pt x="51" y="434"/>
                </a:lnTo>
                <a:lnTo>
                  <a:pt x="0" y="256"/>
                </a:lnTo>
                <a:lnTo>
                  <a:pt x="0" y="256"/>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06" name=""/>
          <p:cNvSpPr/>
          <p:nvPr/>
        </p:nvSpPr>
        <p:spPr>
          <a:xfrm>
            <a:off x="7507440" y="4416480"/>
            <a:ext cx="541080" cy="291960"/>
          </a:xfrm>
          <a:custGeom>
            <a:avLst/>
            <a:gdLst/>
            <a:ahLst/>
            <a:rect l="l" t="t" r="r" b="b"/>
            <a:pathLst>
              <a:path w="341" h="184">
                <a:moveTo>
                  <a:pt x="0" y="53"/>
                </a:moveTo>
                <a:lnTo>
                  <a:pt x="0" y="53"/>
                </a:lnTo>
                <a:lnTo>
                  <a:pt x="7" y="107"/>
                </a:lnTo>
                <a:lnTo>
                  <a:pt x="33" y="73"/>
                </a:lnTo>
                <a:lnTo>
                  <a:pt x="73" y="60"/>
                </a:lnTo>
                <a:lnTo>
                  <a:pt x="81" y="47"/>
                </a:lnTo>
                <a:lnTo>
                  <a:pt x="104" y="44"/>
                </a:lnTo>
                <a:lnTo>
                  <a:pt x="123" y="53"/>
                </a:lnTo>
                <a:lnTo>
                  <a:pt x="134" y="70"/>
                </a:lnTo>
                <a:lnTo>
                  <a:pt x="152" y="76"/>
                </a:lnTo>
                <a:lnTo>
                  <a:pt x="163" y="92"/>
                </a:lnTo>
                <a:lnTo>
                  <a:pt x="182" y="100"/>
                </a:lnTo>
                <a:lnTo>
                  <a:pt x="189" y="96"/>
                </a:lnTo>
                <a:lnTo>
                  <a:pt x="194" y="105"/>
                </a:lnTo>
                <a:lnTo>
                  <a:pt x="190" y="114"/>
                </a:lnTo>
                <a:lnTo>
                  <a:pt x="189" y="125"/>
                </a:lnTo>
                <a:lnTo>
                  <a:pt x="176" y="147"/>
                </a:lnTo>
                <a:lnTo>
                  <a:pt x="182" y="163"/>
                </a:lnTo>
                <a:lnTo>
                  <a:pt x="198" y="155"/>
                </a:lnTo>
                <a:lnTo>
                  <a:pt x="199" y="149"/>
                </a:lnTo>
                <a:lnTo>
                  <a:pt x="210" y="164"/>
                </a:lnTo>
                <a:lnTo>
                  <a:pt x="213" y="155"/>
                </a:lnTo>
                <a:lnTo>
                  <a:pt x="220" y="168"/>
                </a:lnTo>
                <a:lnTo>
                  <a:pt x="223" y="162"/>
                </a:lnTo>
                <a:lnTo>
                  <a:pt x="237" y="169"/>
                </a:lnTo>
                <a:lnTo>
                  <a:pt x="245" y="166"/>
                </a:lnTo>
                <a:lnTo>
                  <a:pt x="257" y="178"/>
                </a:lnTo>
                <a:lnTo>
                  <a:pt x="248" y="159"/>
                </a:lnTo>
                <a:lnTo>
                  <a:pt x="223" y="139"/>
                </a:lnTo>
                <a:lnTo>
                  <a:pt x="247" y="151"/>
                </a:lnTo>
                <a:lnTo>
                  <a:pt x="231" y="132"/>
                </a:lnTo>
                <a:lnTo>
                  <a:pt x="228" y="114"/>
                </a:lnTo>
                <a:lnTo>
                  <a:pt x="230" y="73"/>
                </a:lnTo>
                <a:lnTo>
                  <a:pt x="215" y="64"/>
                </a:lnTo>
                <a:lnTo>
                  <a:pt x="245" y="38"/>
                </a:lnTo>
                <a:lnTo>
                  <a:pt x="247" y="20"/>
                </a:lnTo>
                <a:lnTo>
                  <a:pt x="260" y="23"/>
                </a:lnTo>
                <a:lnTo>
                  <a:pt x="257" y="38"/>
                </a:lnTo>
                <a:lnTo>
                  <a:pt x="248" y="42"/>
                </a:lnTo>
                <a:lnTo>
                  <a:pt x="241" y="59"/>
                </a:lnTo>
                <a:lnTo>
                  <a:pt x="245" y="72"/>
                </a:lnTo>
                <a:lnTo>
                  <a:pt x="253" y="66"/>
                </a:lnTo>
                <a:lnTo>
                  <a:pt x="248" y="85"/>
                </a:lnTo>
                <a:lnTo>
                  <a:pt x="253" y="92"/>
                </a:lnTo>
                <a:lnTo>
                  <a:pt x="253" y="101"/>
                </a:lnTo>
                <a:lnTo>
                  <a:pt x="247" y="97"/>
                </a:lnTo>
                <a:lnTo>
                  <a:pt x="243" y="108"/>
                </a:lnTo>
                <a:lnTo>
                  <a:pt x="260" y="105"/>
                </a:lnTo>
                <a:lnTo>
                  <a:pt x="257" y="114"/>
                </a:lnTo>
                <a:lnTo>
                  <a:pt x="266" y="122"/>
                </a:lnTo>
                <a:lnTo>
                  <a:pt x="253" y="120"/>
                </a:lnTo>
                <a:lnTo>
                  <a:pt x="256" y="147"/>
                </a:lnTo>
                <a:lnTo>
                  <a:pt x="273" y="154"/>
                </a:lnTo>
                <a:lnTo>
                  <a:pt x="282" y="143"/>
                </a:lnTo>
                <a:lnTo>
                  <a:pt x="283" y="164"/>
                </a:lnTo>
                <a:lnTo>
                  <a:pt x="294" y="160"/>
                </a:lnTo>
                <a:lnTo>
                  <a:pt x="288" y="169"/>
                </a:lnTo>
                <a:lnTo>
                  <a:pt x="297" y="169"/>
                </a:lnTo>
                <a:lnTo>
                  <a:pt x="289" y="179"/>
                </a:lnTo>
                <a:lnTo>
                  <a:pt x="293" y="183"/>
                </a:lnTo>
                <a:lnTo>
                  <a:pt x="309" y="175"/>
                </a:lnTo>
                <a:lnTo>
                  <a:pt x="326" y="164"/>
                </a:lnTo>
                <a:lnTo>
                  <a:pt x="334" y="140"/>
                </a:lnTo>
                <a:lnTo>
                  <a:pt x="335" y="154"/>
                </a:lnTo>
                <a:lnTo>
                  <a:pt x="334" y="162"/>
                </a:lnTo>
                <a:lnTo>
                  <a:pt x="330" y="175"/>
                </a:lnTo>
                <a:lnTo>
                  <a:pt x="331" y="182"/>
                </a:lnTo>
                <a:lnTo>
                  <a:pt x="336" y="161"/>
                </a:lnTo>
                <a:lnTo>
                  <a:pt x="340" y="117"/>
                </a:lnTo>
                <a:lnTo>
                  <a:pt x="319" y="123"/>
                </a:lnTo>
                <a:lnTo>
                  <a:pt x="293" y="127"/>
                </a:lnTo>
                <a:lnTo>
                  <a:pt x="291" y="117"/>
                </a:lnTo>
                <a:lnTo>
                  <a:pt x="262" y="0"/>
                </a:lnTo>
                <a:lnTo>
                  <a:pt x="0" y="53"/>
                </a:lnTo>
                <a:lnTo>
                  <a:pt x="0" y="53"/>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1407" name=""/>
          <p:cNvGrpSpPr/>
          <p:nvPr/>
        </p:nvGrpSpPr>
        <p:grpSpPr>
          <a:xfrm>
            <a:off x="8099280" y="3776760"/>
            <a:ext cx="417600" cy="245880"/>
            <a:chOff x="8099280" y="3776760"/>
            <a:chExt cx="417600" cy="245880"/>
          </a:xfrm>
        </p:grpSpPr>
        <p:sp>
          <p:nvSpPr>
            <p:cNvPr id="1408" name=""/>
            <p:cNvSpPr/>
            <p:nvPr/>
          </p:nvSpPr>
          <p:spPr>
            <a:xfrm>
              <a:off x="8099280" y="3776760"/>
              <a:ext cx="400320" cy="220680"/>
            </a:xfrm>
            <a:custGeom>
              <a:avLst/>
              <a:gdLst/>
              <a:ahLst/>
              <a:rect l="l" t="t" r="r" b="b"/>
              <a:pathLst>
                <a:path w="252" h="139">
                  <a:moveTo>
                    <a:pt x="0" y="55"/>
                  </a:moveTo>
                  <a:lnTo>
                    <a:pt x="0" y="55"/>
                  </a:lnTo>
                  <a:lnTo>
                    <a:pt x="1" y="130"/>
                  </a:lnTo>
                  <a:lnTo>
                    <a:pt x="117" y="102"/>
                  </a:lnTo>
                  <a:lnTo>
                    <a:pt x="138" y="94"/>
                  </a:lnTo>
                  <a:lnTo>
                    <a:pt x="146" y="95"/>
                  </a:lnTo>
                  <a:lnTo>
                    <a:pt x="155" y="117"/>
                  </a:lnTo>
                  <a:lnTo>
                    <a:pt x="170" y="119"/>
                  </a:lnTo>
                  <a:lnTo>
                    <a:pt x="175" y="137"/>
                  </a:lnTo>
                  <a:lnTo>
                    <a:pt x="185" y="138"/>
                  </a:lnTo>
                  <a:lnTo>
                    <a:pt x="187" y="126"/>
                  </a:lnTo>
                  <a:lnTo>
                    <a:pt x="195" y="121"/>
                  </a:lnTo>
                  <a:lnTo>
                    <a:pt x="197" y="109"/>
                  </a:lnTo>
                  <a:lnTo>
                    <a:pt x="201" y="108"/>
                  </a:lnTo>
                  <a:lnTo>
                    <a:pt x="205" y="126"/>
                  </a:lnTo>
                  <a:lnTo>
                    <a:pt x="217" y="121"/>
                  </a:lnTo>
                  <a:lnTo>
                    <a:pt x="220" y="113"/>
                  </a:lnTo>
                  <a:lnTo>
                    <a:pt x="235" y="106"/>
                  </a:lnTo>
                  <a:lnTo>
                    <a:pt x="244" y="103"/>
                  </a:lnTo>
                  <a:lnTo>
                    <a:pt x="251" y="110"/>
                  </a:lnTo>
                  <a:lnTo>
                    <a:pt x="249" y="90"/>
                  </a:lnTo>
                  <a:lnTo>
                    <a:pt x="237" y="68"/>
                  </a:lnTo>
                  <a:lnTo>
                    <a:pt x="228" y="64"/>
                  </a:lnTo>
                  <a:lnTo>
                    <a:pt x="223" y="64"/>
                  </a:lnTo>
                  <a:lnTo>
                    <a:pt x="223" y="70"/>
                  </a:lnTo>
                  <a:lnTo>
                    <a:pt x="227" y="70"/>
                  </a:lnTo>
                  <a:lnTo>
                    <a:pt x="234" y="70"/>
                  </a:lnTo>
                  <a:lnTo>
                    <a:pt x="240" y="76"/>
                  </a:lnTo>
                  <a:lnTo>
                    <a:pt x="242" y="86"/>
                  </a:lnTo>
                  <a:lnTo>
                    <a:pt x="238" y="94"/>
                  </a:lnTo>
                  <a:lnTo>
                    <a:pt x="219" y="103"/>
                  </a:lnTo>
                  <a:lnTo>
                    <a:pt x="209" y="98"/>
                  </a:lnTo>
                  <a:lnTo>
                    <a:pt x="204" y="86"/>
                  </a:lnTo>
                  <a:lnTo>
                    <a:pt x="195" y="84"/>
                  </a:lnTo>
                  <a:lnTo>
                    <a:pt x="196" y="75"/>
                  </a:lnTo>
                  <a:lnTo>
                    <a:pt x="186" y="64"/>
                  </a:lnTo>
                  <a:lnTo>
                    <a:pt x="172" y="56"/>
                  </a:lnTo>
                  <a:lnTo>
                    <a:pt x="171" y="64"/>
                  </a:lnTo>
                  <a:lnTo>
                    <a:pt x="164" y="61"/>
                  </a:lnTo>
                  <a:lnTo>
                    <a:pt x="160" y="53"/>
                  </a:lnTo>
                  <a:lnTo>
                    <a:pt x="163" y="44"/>
                  </a:lnTo>
                  <a:lnTo>
                    <a:pt x="170" y="37"/>
                  </a:lnTo>
                  <a:lnTo>
                    <a:pt x="167" y="32"/>
                  </a:lnTo>
                  <a:lnTo>
                    <a:pt x="179" y="22"/>
                  </a:lnTo>
                  <a:lnTo>
                    <a:pt x="167" y="14"/>
                  </a:lnTo>
                  <a:lnTo>
                    <a:pt x="163" y="0"/>
                  </a:lnTo>
                  <a:lnTo>
                    <a:pt x="139" y="18"/>
                  </a:lnTo>
                  <a:lnTo>
                    <a:pt x="55" y="43"/>
                  </a:lnTo>
                  <a:lnTo>
                    <a:pt x="0" y="55"/>
                  </a:lnTo>
                  <a:lnTo>
                    <a:pt x="0" y="55"/>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09" name=""/>
            <p:cNvSpPr/>
            <p:nvPr/>
          </p:nvSpPr>
          <p:spPr>
            <a:xfrm>
              <a:off x="8420040" y="3987720"/>
              <a:ext cx="36720" cy="34920"/>
            </a:xfrm>
            <a:custGeom>
              <a:avLst/>
              <a:gdLst/>
              <a:ahLst/>
              <a:rect l="l" t="t" r="r" b="b"/>
              <a:pathLst>
                <a:path w="23" h="22">
                  <a:moveTo>
                    <a:pt x="0" y="21"/>
                  </a:moveTo>
                  <a:lnTo>
                    <a:pt x="0" y="21"/>
                  </a:lnTo>
                  <a:lnTo>
                    <a:pt x="9" y="0"/>
                  </a:lnTo>
                  <a:lnTo>
                    <a:pt x="22" y="8"/>
                  </a:lnTo>
                  <a:lnTo>
                    <a:pt x="0" y="21"/>
                  </a:lnTo>
                  <a:lnTo>
                    <a:pt x="0" y="21"/>
                  </a:lnTo>
                </a:path>
              </a:pathLst>
            </a:custGeom>
            <a:solidFill>
              <a:srgbClr val="e000e0"/>
            </a:solidFill>
            <a:ln w="31680">
              <a:solidFill>
                <a:srgbClr val="000000"/>
              </a:solidFill>
              <a:round/>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1410" name=""/>
            <p:cNvSpPr/>
            <p:nvPr/>
          </p:nvSpPr>
          <p:spPr>
            <a:xfrm>
              <a:off x="8485200" y="3986280"/>
              <a:ext cx="31680" cy="22320"/>
            </a:xfrm>
            <a:custGeom>
              <a:avLst/>
              <a:gdLst/>
              <a:ahLst/>
              <a:rect l="l" t="t" r="r" b="b"/>
              <a:pathLst>
                <a:path w="20" h="14">
                  <a:moveTo>
                    <a:pt x="0" y="13"/>
                  </a:moveTo>
                  <a:lnTo>
                    <a:pt x="0" y="13"/>
                  </a:lnTo>
                  <a:lnTo>
                    <a:pt x="11" y="0"/>
                  </a:lnTo>
                  <a:lnTo>
                    <a:pt x="19" y="8"/>
                  </a:lnTo>
                  <a:lnTo>
                    <a:pt x="0" y="13"/>
                  </a:lnTo>
                  <a:lnTo>
                    <a:pt x="0" y="13"/>
                  </a:lnTo>
                </a:path>
              </a:pathLst>
            </a:custGeom>
            <a:solidFill>
              <a:srgbClr val="e000e0"/>
            </a:solidFill>
            <a:ln w="31680">
              <a:solidFill>
                <a:srgbClr val="000000"/>
              </a:solidFill>
              <a:round/>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grpSp>
      <p:grpSp>
        <p:nvGrpSpPr>
          <p:cNvPr id="1411" name=""/>
          <p:cNvGrpSpPr/>
          <p:nvPr/>
        </p:nvGrpSpPr>
        <p:grpSpPr>
          <a:xfrm>
            <a:off x="6205680" y="3370320"/>
            <a:ext cx="898560" cy="917640"/>
            <a:chOff x="6205680" y="3370320"/>
            <a:chExt cx="898560" cy="917640"/>
          </a:xfrm>
        </p:grpSpPr>
        <p:sp>
          <p:nvSpPr>
            <p:cNvPr id="1412" name=""/>
            <p:cNvSpPr/>
            <p:nvPr/>
          </p:nvSpPr>
          <p:spPr>
            <a:xfrm>
              <a:off x="6205680" y="3370320"/>
              <a:ext cx="684000" cy="384120"/>
            </a:xfrm>
            <a:custGeom>
              <a:avLst/>
              <a:gdLst/>
              <a:ahLst/>
              <a:rect l="l" t="t" r="r" b="b"/>
              <a:pathLst>
                <a:path w="431" h="242">
                  <a:moveTo>
                    <a:pt x="0" y="103"/>
                  </a:moveTo>
                  <a:lnTo>
                    <a:pt x="0" y="103"/>
                  </a:lnTo>
                  <a:lnTo>
                    <a:pt x="33" y="129"/>
                  </a:lnTo>
                  <a:lnTo>
                    <a:pt x="116" y="154"/>
                  </a:lnTo>
                  <a:lnTo>
                    <a:pt x="153" y="158"/>
                  </a:lnTo>
                  <a:lnTo>
                    <a:pt x="159" y="171"/>
                  </a:lnTo>
                  <a:lnTo>
                    <a:pt x="175" y="177"/>
                  </a:lnTo>
                  <a:lnTo>
                    <a:pt x="197" y="241"/>
                  </a:lnTo>
                  <a:lnTo>
                    <a:pt x="215" y="190"/>
                  </a:lnTo>
                  <a:lnTo>
                    <a:pt x="218" y="180"/>
                  </a:lnTo>
                  <a:lnTo>
                    <a:pt x="223" y="172"/>
                  </a:lnTo>
                  <a:lnTo>
                    <a:pt x="223" y="166"/>
                  </a:lnTo>
                  <a:lnTo>
                    <a:pt x="230" y="152"/>
                  </a:lnTo>
                  <a:lnTo>
                    <a:pt x="234" y="154"/>
                  </a:lnTo>
                  <a:lnTo>
                    <a:pt x="230" y="161"/>
                  </a:lnTo>
                  <a:lnTo>
                    <a:pt x="231" y="173"/>
                  </a:lnTo>
                  <a:lnTo>
                    <a:pt x="240" y="170"/>
                  </a:lnTo>
                  <a:lnTo>
                    <a:pt x="243" y="157"/>
                  </a:lnTo>
                  <a:lnTo>
                    <a:pt x="253" y="158"/>
                  </a:lnTo>
                  <a:lnTo>
                    <a:pt x="256" y="150"/>
                  </a:lnTo>
                  <a:lnTo>
                    <a:pt x="259" y="155"/>
                  </a:lnTo>
                  <a:lnTo>
                    <a:pt x="249" y="177"/>
                  </a:lnTo>
                  <a:lnTo>
                    <a:pt x="256" y="180"/>
                  </a:lnTo>
                  <a:lnTo>
                    <a:pt x="262" y="166"/>
                  </a:lnTo>
                  <a:lnTo>
                    <a:pt x="271" y="161"/>
                  </a:lnTo>
                  <a:lnTo>
                    <a:pt x="277" y="143"/>
                  </a:lnTo>
                  <a:lnTo>
                    <a:pt x="301" y="139"/>
                  </a:lnTo>
                  <a:lnTo>
                    <a:pt x="313" y="138"/>
                  </a:lnTo>
                  <a:lnTo>
                    <a:pt x="333" y="123"/>
                  </a:lnTo>
                  <a:lnTo>
                    <a:pt x="360" y="128"/>
                  </a:lnTo>
                  <a:lnTo>
                    <a:pt x="378" y="142"/>
                  </a:lnTo>
                  <a:lnTo>
                    <a:pt x="379" y="124"/>
                  </a:lnTo>
                  <a:lnTo>
                    <a:pt x="389" y="123"/>
                  </a:lnTo>
                  <a:lnTo>
                    <a:pt x="412" y="125"/>
                  </a:lnTo>
                  <a:lnTo>
                    <a:pt x="430" y="119"/>
                  </a:lnTo>
                  <a:lnTo>
                    <a:pt x="406" y="103"/>
                  </a:lnTo>
                  <a:lnTo>
                    <a:pt x="401" y="78"/>
                  </a:lnTo>
                  <a:lnTo>
                    <a:pt x="383" y="84"/>
                  </a:lnTo>
                  <a:lnTo>
                    <a:pt x="376" y="78"/>
                  </a:lnTo>
                  <a:lnTo>
                    <a:pt x="369" y="84"/>
                  </a:lnTo>
                  <a:lnTo>
                    <a:pt x="358" y="79"/>
                  </a:lnTo>
                  <a:lnTo>
                    <a:pt x="352" y="79"/>
                  </a:lnTo>
                  <a:lnTo>
                    <a:pt x="350" y="64"/>
                  </a:lnTo>
                  <a:lnTo>
                    <a:pt x="353" y="51"/>
                  </a:lnTo>
                  <a:lnTo>
                    <a:pt x="335" y="54"/>
                  </a:lnTo>
                  <a:lnTo>
                    <a:pt x="317" y="64"/>
                  </a:lnTo>
                  <a:lnTo>
                    <a:pt x="274" y="70"/>
                  </a:lnTo>
                  <a:lnTo>
                    <a:pt x="247" y="99"/>
                  </a:lnTo>
                  <a:lnTo>
                    <a:pt x="242" y="93"/>
                  </a:lnTo>
                  <a:lnTo>
                    <a:pt x="234" y="97"/>
                  </a:lnTo>
                  <a:lnTo>
                    <a:pt x="222" y="90"/>
                  </a:lnTo>
                  <a:lnTo>
                    <a:pt x="216" y="91"/>
                  </a:lnTo>
                  <a:lnTo>
                    <a:pt x="199" y="95"/>
                  </a:lnTo>
                  <a:lnTo>
                    <a:pt x="177" y="63"/>
                  </a:lnTo>
                  <a:lnTo>
                    <a:pt x="151" y="58"/>
                  </a:lnTo>
                  <a:lnTo>
                    <a:pt x="145" y="59"/>
                  </a:lnTo>
                  <a:lnTo>
                    <a:pt x="139" y="65"/>
                  </a:lnTo>
                  <a:lnTo>
                    <a:pt x="144" y="54"/>
                  </a:lnTo>
                  <a:lnTo>
                    <a:pt x="131" y="64"/>
                  </a:lnTo>
                  <a:lnTo>
                    <a:pt x="127" y="74"/>
                  </a:lnTo>
                  <a:lnTo>
                    <a:pt x="127" y="55"/>
                  </a:lnTo>
                  <a:lnTo>
                    <a:pt x="139" y="29"/>
                  </a:lnTo>
                  <a:lnTo>
                    <a:pt x="154" y="8"/>
                  </a:lnTo>
                  <a:lnTo>
                    <a:pt x="169" y="3"/>
                  </a:lnTo>
                  <a:lnTo>
                    <a:pt x="168" y="0"/>
                  </a:lnTo>
                  <a:lnTo>
                    <a:pt x="141" y="1"/>
                  </a:lnTo>
                  <a:lnTo>
                    <a:pt x="127" y="10"/>
                  </a:lnTo>
                  <a:lnTo>
                    <a:pt x="121" y="20"/>
                  </a:lnTo>
                  <a:lnTo>
                    <a:pt x="102" y="37"/>
                  </a:lnTo>
                  <a:lnTo>
                    <a:pt x="93" y="52"/>
                  </a:lnTo>
                  <a:lnTo>
                    <a:pt x="79" y="55"/>
                  </a:lnTo>
                  <a:lnTo>
                    <a:pt x="73" y="64"/>
                  </a:lnTo>
                  <a:lnTo>
                    <a:pt x="65" y="70"/>
                  </a:lnTo>
                  <a:lnTo>
                    <a:pt x="40" y="74"/>
                  </a:lnTo>
                  <a:lnTo>
                    <a:pt x="33" y="79"/>
                  </a:lnTo>
                  <a:lnTo>
                    <a:pt x="21" y="92"/>
                  </a:lnTo>
                  <a:lnTo>
                    <a:pt x="0" y="103"/>
                  </a:lnTo>
                  <a:lnTo>
                    <a:pt x="0" y="103"/>
                  </a:lnTo>
                </a:path>
              </a:pathLst>
            </a:custGeom>
            <a:solidFill>
              <a:srgbClr val="e262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13" name=""/>
            <p:cNvSpPr/>
            <p:nvPr/>
          </p:nvSpPr>
          <p:spPr>
            <a:xfrm>
              <a:off x="6643800" y="3606840"/>
              <a:ext cx="460440" cy="681120"/>
            </a:xfrm>
            <a:custGeom>
              <a:avLst/>
              <a:gdLst/>
              <a:ahLst/>
              <a:rect l="l" t="t" r="r" b="b"/>
              <a:pathLst>
                <a:path w="290" h="429">
                  <a:moveTo>
                    <a:pt x="0" y="428"/>
                  </a:moveTo>
                  <a:lnTo>
                    <a:pt x="0" y="428"/>
                  </a:lnTo>
                  <a:lnTo>
                    <a:pt x="29" y="376"/>
                  </a:lnTo>
                  <a:lnTo>
                    <a:pt x="32" y="357"/>
                  </a:lnTo>
                  <a:lnTo>
                    <a:pt x="35" y="320"/>
                  </a:lnTo>
                  <a:lnTo>
                    <a:pt x="29" y="284"/>
                  </a:lnTo>
                  <a:lnTo>
                    <a:pt x="11" y="251"/>
                  </a:lnTo>
                  <a:lnTo>
                    <a:pt x="4" y="231"/>
                  </a:lnTo>
                  <a:lnTo>
                    <a:pt x="8" y="215"/>
                  </a:lnTo>
                  <a:lnTo>
                    <a:pt x="1" y="193"/>
                  </a:lnTo>
                  <a:lnTo>
                    <a:pt x="9" y="177"/>
                  </a:lnTo>
                  <a:lnTo>
                    <a:pt x="16" y="140"/>
                  </a:lnTo>
                  <a:lnTo>
                    <a:pt x="15" y="123"/>
                  </a:lnTo>
                  <a:lnTo>
                    <a:pt x="24" y="113"/>
                  </a:lnTo>
                  <a:lnTo>
                    <a:pt x="24" y="99"/>
                  </a:lnTo>
                  <a:lnTo>
                    <a:pt x="41" y="92"/>
                  </a:lnTo>
                  <a:lnTo>
                    <a:pt x="57" y="66"/>
                  </a:lnTo>
                  <a:lnTo>
                    <a:pt x="55" y="109"/>
                  </a:lnTo>
                  <a:lnTo>
                    <a:pt x="67" y="99"/>
                  </a:lnTo>
                  <a:lnTo>
                    <a:pt x="67" y="64"/>
                  </a:lnTo>
                  <a:lnTo>
                    <a:pt x="83" y="44"/>
                  </a:lnTo>
                  <a:lnTo>
                    <a:pt x="94" y="41"/>
                  </a:lnTo>
                  <a:lnTo>
                    <a:pt x="84" y="35"/>
                  </a:lnTo>
                  <a:lnTo>
                    <a:pt x="81" y="22"/>
                  </a:lnTo>
                  <a:lnTo>
                    <a:pt x="87" y="5"/>
                  </a:lnTo>
                  <a:lnTo>
                    <a:pt x="102" y="0"/>
                  </a:lnTo>
                  <a:lnTo>
                    <a:pt x="136" y="10"/>
                  </a:lnTo>
                  <a:lnTo>
                    <a:pt x="148" y="23"/>
                  </a:lnTo>
                  <a:lnTo>
                    <a:pt x="189" y="33"/>
                  </a:lnTo>
                  <a:lnTo>
                    <a:pt x="195" y="46"/>
                  </a:lnTo>
                  <a:lnTo>
                    <a:pt x="208" y="62"/>
                  </a:lnTo>
                  <a:lnTo>
                    <a:pt x="196" y="62"/>
                  </a:lnTo>
                  <a:lnTo>
                    <a:pt x="195" y="71"/>
                  </a:lnTo>
                  <a:lnTo>
                    <a:pt x="209" y="88"/>
                  </a:lnTo>
                  <a:lnTo>
                    <a:pt x="213" y="117"/>
                  </a:lnTo>
                  <a:lnTo>
                    <a:pt x="213" y="135"/>
                  </a:lnTo>
                  <a:lnTo>
                    <a:pt x="200" y="154"/>
                  </a:lnTo>
                  <a:lnTo>
                    <a:pt x="196" y="166"/>
                  </a:lnTo>
                  <a:lnTo>
                    <a:pt x="182" y="175"/>
                  </a:lnTo>
                  <a:lnTo>
                    <a:pt x="179" y="182"/>
                  </a:lnTo>
                  <a:lnTo>
                    <a:pt x="180" y="205"/>
                  </a:lnTo>
                  <a:lnTo>
                    <a:pt x="196" y="216"/>
                  </a:lnTo>
                  <a:lnTo>
                    <a:pt x="212" y="198"/>
                  </a:lnTo>
                  <a:lnTo>
                    <a:pt x="220" y="174"/>
                  </a:lnTo>
                  <a:lnTo>
                    <a:pt x="243" y="159"/>
                  </a:lnTo>
                  <a:lnTo>
                    <a:pt x="260" y="168"/>
                  </a:lnTo>
                  <a:lnTo>
                    <a:pt x="270" y="194"/>
                  </a:lnTo>
                  <a:lnTo>
                    <a:pt x="283" y="245"/>
                  </a:lnTo>
                  <a:lnTo>
                    <a:pt x="289" y="262"/>
                  </a:lnTo>
                  <a:lnTo>
                    <a:pt x="285" y="278"/>
                  </a:lnTo>
                  <a:lnTo>
                    <a:pt x="288" y="299"/>
                  </a:lnTo>
                  <a:lnTo>
                    <a:pt x="283" y="309"/>
                  </a:lnTo>
                  <a:lnTo>
                    <a:pt x="276" y="299"/>
                  </a:lnTo>
                  <a:lnTo>
                    <a:pt x="269" y="305"/>
                  </a:lnTo>
                  <a:lnTo>
                    <a:pt x="267" y="325"/>
                  </a:lnTo>
                  <a:lnTo>
                    <a:pt x="264" y="332"/>
                  </a:lnTo>
                  <a:lnTo>
                    <a:pt x="250" y="341"/>
                  </a:lnTo>
                  <a:lnTo>
                    <a:pt x="250" y="368"/>
                  </a:lnTo>
                  <a:lnTo>
                    <a:pt x="242" y="380"/>
                  </a:lnTo>
                  <a:lnTo>
                    <a:pt x="236" y="402"/>
                  </a:lnTo>
                  <a:lnTo>
                    <a:pt x="140" y="418"/>
                  </a:lnTo>
                  <a:lnTo>
                    <a:pt x="138" y="410"/>
                  </a:lnTo>
                  <a:lnTo>
                    <a:pt x="0" y="428"/>
                  </a:lnTo>
                  <a:lnTo>
                    <a:pt x="0" y="428"/>
                  </a:lnTo>
                </a:path>
              </a:pathLst>
            </a:custGeom>
            <a:solidFill>
              <a:srgbClr val="e262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414" name=""/>
          <p:cNvSpPr/>
          <p:nvPr/>
        </p:nvSpPr>
        <p:spPr>
          <a:xfrm>
            <a:off x="5504040" y="3094200"/>
            <a:ext cx="785520" cy="960120"/>
          </a:xfrm>
          <a:custGeom>
            <a:avLst/>
            <a:gdLst/>
            <a:ahLst/>
            <a:rect l="l" t="t" r="r" b="b"/>
            <a:pathLst>
              <a:path w="495" h="605">
                <a:moveTo>
                  <a:pt x="0" y="36"/>
                </a:moveTo>
                <a:lnTo>
                  <a:pt x="0" y="36"/>
                </a:lnTo>
                <a:lnTo>
                  <a:pt x="4" y="122"/>
                </a:lnTo>
                <a:lnTo>
                  <a:pt x="23" y="189"/>
                </a:lnTo>
                <a:lnTo>
                  <a:pt x="24" y="279"/>
                </a:lnTo>
                <a:lnTo>
                  <a:pt x="39" y="351"/>
                </a:lnTo>
                <a:lnTo>
                  <a:pt x="20" y="387"/>
                </a:lnTo>
                <a:lnTo>
                  <a:pt x="45" y="415"/>
                </a:lnTo>
                <a:lnTo>
                  <a:pt x="44" y="604"/>
                </a:lnTo>
                <a:lnTo>
                  <a:pt x="402" y="593"/>
                </a:lnTo>
                <a:lnTo>
                  <a:pt x="395" y="558"/>
                </a:lnTo>
                <a:lnTo>
                  <a:pt x="384" y="545"/>
                </a:lnTo>
                <a:lnTo>
                  <a:pt x="357" y="524"/>
                </a:lnTo>
                <a:lnTo>
                  <a:pt x="338" y="501"/>
                </a:lnTo>
                <a:lnTo>
                  <a:pt x="290" y="470"/>
                </a:lnTo>
                <a:lnTo>
                  <a:pt x="290" y="415"/>
                </a:lnTo>
                <a:lnTo>
                  <a:pt x="281" y="379"/>
                </a:lnTo>
                <a:lnTo>
                  <a:pt x="320" y="325"/>
                </a:lnTo>
                <a:lnTo>
                  <a:pt x="317" y="273"/>
                </a:lnTo>
                <a:lnTo>
                  <a:pt x="327" y="265"/>
                </a:lnTo>
                <a:lnTo>
                  <a:pt x="375" y="221"/>
                </a:lnTo>
                <a:lnTo>
                  <a:pt x="400" y="188"/>
                </a:lnTo>
                <a:lnTo>
                  <a:pt x="432" y="161"/>
                </a:lnTo>
                <a:lnTo>
                  <a:pt x="494" y="126"/>
                </a:lnTo>
                <a:lnTo>
                  <a:pt x="470" y="129"/>
                </a:lnTo>
                <a:lnTo>
                  <a:pt x="449" y="117"/>
                </a:lnTo>
                <a:lnTo>
                  <a:pt x="414" y="120"/>
                </a:lnTo>
                <a:lnTo>
                  <a:pt x="406" y="106"/>
                </a:lnTo>
                <a:lnTo>
                  <a:pt x="395" y="112"/>
                </a:lnTo>
                <a:lnTo>
                  <a:pt x="372" y="129"/>
                </a:lnTo>
                <a:lnTo>
                  <a:pt x="354" y="123"/>
                </a:lnTo>
                <a:lnTo>
                  <a:pt x="347" y="115"/>
                </a:lnTo>
                <a:lnTo>
                  <a:pt x="333" y="110"/>
                </a:lnTo>
                <a:lnTo>
                  <a:pt x="328" y="99"/>
                </a:lnTo>
                <a:lnTo>
                  <a:pt x="314" y="100"/>
                </a:lnTo>
                <a:lnTo>
                  <a:pt x="314" y="111"/>
                </a:lnTo>
                <a:lnTo>
                  <a:pt x="309" y="113"/>
                </a:lnTo>
                <a:lnTo>
                  <a:pt x="299" y="91"/>
                </a:lnTo>
                <a:lnTo>
                  <a:pt x="288" y="91"/>
                </a:lnTo>
                <a:lnTo>
                  <a:pt x="290" y="81"/>
                </a:lnTo>
                <a:lnTo>
                  <a:pt x="263" y="74"/>
                </a:lnTo>
                <a:lnTo>
                  <a:pt x="253" y="73"/>
                </a:lnTo>
                <a:lnTo>
                  <a:pt x="218" y="87"/>
                </a:lnTo>
                <a:lnTo>
                  <a:pt x="214" y="74"/>
                </a:lnTo>
                <a:lnTo>
                  <a:pt x="160" y="61"/>
                </a:lnTo>
                <a:lnTo>
                  <a:pt x="152" y="3"/>
                </a:lnTo>
                <a:lnTo>
                  <a:pt x="131" y="0"/>
                </a:lnTo>
                <a:lnTo>
                  <a:pt x="131" y="36"/>
                </a:lnTo>
                <a:lnTo>
                  <a:pt x="0" y="36"/>
                </a:lnTo>
                <a:lnTo>
                  <a:pt x="0" y="36"/>
                </a:lnTo>
              </a:path>
            </a:pathLst>
          </a:custGeom>
          <a:solidFill>
            <a:srgbClr val="e262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15" name=""/>
          <p:cNvSpPr/>
          <p:nvPr/>
        </p:nvSpPr>
        <p:spPr>
          <a:xfrm>
            <a:off x="6175440" y="5408640"/>
            <a:ext cx="423720" cy="799920"/>
          </a:xfrm>
          <a:custGeom>
            <a:avLst/>
            <a:gdLst/>
            <a:ahLst/>
            <a:rect l="l" t="t" r="r" b="b"/>
            <a:pathLst>
              <a:path w="267" h="504">
                <a:moveTo>
                  <a:pt x="0" y="427"/>
                </a:moveTo>
                <a:lnTo>
                  <a:pt x="0" y="427"/>
                </a:lnTo>
                <a:lnTo>
                  <a:pt x="1" y="408"/>
                </a:lnTo>
                <a:lnTo>
                  <a:pt x="17" y="350"/>
                </a:lnTo>
                <a:lnTo>
                  <a:pt x="42" y="313"/>
                </a:lnTo>
                <a:lnTo>
                  <a:pt x="37" y="301"/>
                </a:lnTo>
                <a:lnTo>
                  <a:pt x="40" y="265"/>
                </a:lnTo>
                <a:lnTo>
                  <a:pt x="25" y="222"/>
                </a:lnTo>
                <a:lnTo>
                  <a:pt x="20" y="166"/>
                </a:lnTo>
                <a:lnTo>
                  <a:pt x="40" y="105"/>
                </a:lnTo>
                <a:lnTo>
                  <a:pt x="66" y="61"/>
                </a:lnTo>
                <a:lnTo>
                  <a:pt x="65" y="49"/>
                </a:lnTo>
                <a:lnTo>
                  <a:pt x="87" y="11"/>
                </a:lnTo>
                <a:lnTo>
                  <a:pt x="249" y="0"/>
                </a:lnTo>
                <a:lnTo>
                  <a:pt x="255" y="10"/>
                </a:lnTo>
                <a:lnTo>
                  <a:pt x="249" y="322"/>
                </a:lnTo>
                <a:lnTo>
                  <a:pt x="266" y="474"/>
                </a:lnTo>
                <a:lnTo>
                  <a:pt x="259" y="479"/>
                </a:lnTo>
                <a:lnTo>
                  <a:pt x="249" y="474"/>
                </a:lnTo>
                <a:lnTo>
                  <a:pt x="237" y="479"/>
                </a:lnTo>
                <a:lnTo>
                  <a:pt x="226" y="471"/>
                </a:lnTo>
                <a:lnTo>
                  <a:pt x="225" y="478"/>
                </a:lnTo>
                <a:lnTo>
                  <a:pt x="212" y="478"/>
                </a:lnTo>
                <a:lnTo>
                  <a:pt x="195" y="488"/>
                </a:lnTo>
                <a:lnTo>
                  <a:pt x="190" y="483"/>
                </a:lnTo>
                <a:lnTo>
                  <a:pt x="180" y="500"/>
                </a:lnTo>
                <a:lnTo>
                  <a:pt x="173" y="503"/>
                </a:lnTo>
                <a:lnTo>
                  <a:pt x="146" y="454"/>
                </a:lnTo>
                <a:lnTo>
                  <a:pt x="150" y="420"/>
                </a:lnTo>
                <a:lnTo>
                  <a:pt x="0" y="427"/>
                </a:lnTo>
                <a:lnTo>
                  <a:pt x="0" y="427"/>
                </a:lnTo>
              </a:path>
            </a:pathLst>
          </a:custGeom>
          <a:solidFill>
            <a:srgbClr val="00c1c2"/>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16" name=""/>
          <p:cNvSpPr/>
          <p:nvPr/>
        </p:nvSpPr>
        <p:spPr>
          <a:xfrm>
            <a:off x="5646600" y="4511520"/>
            <a:ext cx="793800" cy="750960"/>
          </a:xfrm>
          <a:custGeom>
            <a:avLst/>
            <a:gdLst/>
            <a:ahLst/>
            <a:rect l="l" t="t" r="r" b="b"/>
            <a:pathLst>
              <a:path w="500" h="473">
                <a:moveTo>
                  <a:pt x="0" y="6"/>
                </a:moveTo>
                <a:lnTo>
                  <a:pt x="0" y="6"/>
                </a:lnTo>
                <a:lnTo>
                  <a:pt x="30" y="69"/>
                </a:lnTo>
                <a:lnTo>
                  <a:pt x="46" y="83"/>
                </a:lnTo>
                <a:lnTo>
                  <a:pt x="55" y="80"/>
                </a:lnTo>
                <a:lnTo>
                  <a:pt x="63" y="89"/>
                </a:lnTo>
                <a:lnTo>
                  <a:pt x="65" y="95"/>
                </a:lnTo>
                <a:lnTo>
                  <a:pt x="56" y="95"/>
                </a:lnTo>
                <a:lnTo>
                  <a:pt x="46" y="118"/>
                </a:lnTo>
                <a:lnTo>
                  <a:pt x="69" y="153"/>
                </a:lnTo>
                <a:lnTo>
                  <a:pt x="85" y="158"/>
                </a:lnTo>
                <a:lnTo>
                  <a:pt x="82" y="379"/>
                </a:lnTo>
                <a:lnTo>
                  <a:pt x="84" y="432"/>
                </a:lnTo>
                <a:lnTo>
                  <a:pt x="417" y="421"/>
                </a:lnTo>
                <a:lnTo>
                  <a:pt x="421" y="450"/>
                </a:lnTo>
                <a:lnTo>
                  <a:pt x="407" y="472"/>
                </a:lnTo>
                <a:lnTo>
                  <a:pt x="459" y="469"/>
                </a:lnTo>
                <a:lnTo>
                  <a:pt x="465" y="450"/>
                </a:lnTo>
                <a:lnTo>
                  <a:pt x="468" y="432"/>
                </a:lnTo>
                <a:lnTo>
                  <a:pt x="479" y="418"/>
                </a:lnTo>
                <a:lnTo>
                  <a:pt x="483" y="402"/>
                </a:lnTo>
                <a:lnTo>
                  <a:pt x="497" y="399"/>
                </a:lnTo>
                <a:lnTo>
                  <a:pt x="499" y="368"/>
                </a:lnTo>
                <a:lnTo>
                  <a:pt x="492" y="364"/>
                </a:lnTo>
                <a:lnTo>
                  <a:pt x="482" y="363"/>
                </a:lnTo>
                <a:lnTo>
                  <a:pt x="470" y="340"/>
                </a:lnTo>
                <a:lnTo>
                  <a:pt x="463" y="306"/>
                </a:lnTo>
                <a:lnTo>
                  <a:pt x="451" y="285"/>
                </a:lnTo>
                <a:lnTo>
                  <a:pt x="431" y="275"/>
                </a:lnTo>
                <a:lnTo>
                  <a:pt x="407" y="254"/>
                </a:lnTo>
                <a:lnTo>
                  <a:pt x="396" y="224"/>
                </a:lnTo>
                <a:lnTo>
                  <a:pt x="413" y="181"/>
                </a:lnTo>
                <a:lnTo>
                  <a:pt x="398" y="171"/>
                </a:lnTo>
                <a:lnTo>
                  <a:pt x="372" y="172"/>
                </a:lnTo>
                <a:lnTo>
                  <a:pt x="368" y="142"/>
                </a:lnTo>
                <a:lnTo>
                  <a:pt x="317" y="89"/>
                </a:lnTo>
                <a:lnTo>
                  <a:pt x="305" y="43"/>
                </a:lnTo>
                <a:lnTo>
                  <a:pt x="312" y="25"/>
                </a:lnTo>
                <a:lnTo>
                  <a:pt x="290" y="0"/>
                </a:lnTo>
                <a:lnTo>
                  <a:pt x="0" y="6"/>
                </a:lnTo>
                <a:lnTo>
                  <a:pt x="0" y="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17" name=""/>
          <p:cNvSpPr/>
          <p:nvPr/>
        </p:nvSpPr>
        <p:spPr>
          <a:xfrm>
            <a:off x="3600360" y="2916360"/>
            <a:ext cx="1220760" cy="842760"/>
          </a:xfrm>
          <a:custGeom>
            <a:avLst/>
            <a:gdLst/>
            <a:ahLst/>
            <a:rect l="l" t="t" r="r" b="b"/>
            <a:pathLst>
              <a:path w="769" h="531">
                <a:moveTo>
                  <a:pt x="0" y="100"/>
                </a:moveTo>
                <a:lnTo>
                  <a:pt x="0" y="100"/>
                </a:lnTo>
                <a:lnTo>
                  <a:pt x="13" y="134"/>
                </a:lnTo>
                <a:lnTo>
                  <a:pt x="14" y="157"/>
                </a:lnTo>
                <a:lnTo>
                  <a:pt x="7" y="159"/>
                </a:lnTo>
                <a:lnTo>
                  <a:pt x="31" y="185"/>
                </a:lnTo>
                <a:lnTo>
                  <a:pt x="55" y="247"/>
                </a:lnTo>
                <a:lnTo>
                  <a:pt x="63" y="244"/>
                </a:lnTo>
                <a:lnTo>
                  <a:pt x="63" y="253"/>
                </a:lnTo>
                <a:lnTo>
                  <a:pt x="75" y="257"/>
                </a:lnTo>
                <a:lnTo>
                  <a:pt x="83" y="257"/>
                </a:lnTo>
                <a:lnTo>
                  <a:pt x="63" y="305"/>
                </a:lnTo>
                <a:lnTo>
                  <a:pt x="66" y="335"/>
                </a:lnTo>
                <a:lnTo>
                  <a:pt x="49" y="364"/>
                </a:lnTo>
                <a:lnTo>
                  <a:pt x="59" y="377"/>
                </a:lnTo>
                <a:lnTo>
                  <a:pt x="90" y="358"/>
                </a:lnTo>
                <a:lnTo>
                  <a:pt x="114" y="459"/>
                </a:lnTo>
                <a:lnTo>
                  <a:pt x="127" y="464"/>
                </a:lnTo>
                <a:lnTo>
                  <a:pt x="129" y="495"/>
                </a:lnTo>
                <a:lnTo>
                  <a:pt x="140" y="507"/>
                </a:lnTo>
                <a:lnTo>
                  <a:pt x="152" y="497"/>
                </a:lnTo>
                <a:lnTo>
                  <a:pt x="171" y="506"/>
                </a:lnTo>
                <a:lnTo>
                  <a:pt x="182" y="495"/>
                </a:lnTo>
                <a:lnTo>
                  <a:pt x="224" y="505"/>
                </a:lnTo>
                <a:lnTo>
                  <a:pt x="233" y="506"/>
                </a:lnTo>
                <a:lnTo>
                  <a:pt x="243" y="487"/>
                </a:lnTo>
                <a:lnTo>
                  <a:pt x="260" y="519"/>
                </a:lnTo>
                <a:lnTo>
                  <a:pt x="268" y="468"/>
                </a:lnTo>
                <a:lnTo>
                  <a:pt x="476" y="501"/>
                </a:lnTo>
                <a:lnTo>
                  <a:pt x="734" y="530"/>
                </a:lnTo>
                <a:lnTo>
                  <a:pt x="742" y="435"/>
                </a:lnTo>
                <a:lnTo>
                  <a:pt x="768" y="125"/>
                </a:lnTo>
                <a:lnTo>
                  <a:pt x="429" y="81"/>
                </a:lnTo>
                <a:lnTo>
                  <a:pt x="258" y="50"/>
                </a:lnTo>
                <a:lnTo>
                  <a:pt x="19" y="0"/>
                </a:lnTo>
                <a:lnTo>
                  <a:pt x="0" y="100"/>
                </a:lnTo>
                <a:lnTo>
                  <a:pt x="0" y="100"/>
                </a:lnTo>
              </a:path>
            </a:pathLst>
          </a:custGeom>
          <a:solidFill>
            <a:srgbClr val="a1009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18" name=""/>
          <p:cNvSpPr/>
          <p:nvPr/>
        </p:nvSpPr>
        <p:spPr>
          <a:xfrm>
            <a:off x="4708440" y="4087800"/>
            <a:ext cx="987480" cy="534960"/>
          </a:xfrm>
          <a:custGeom>
            <a:avLst/>
            <a:gdLst/>
            <a:ahLst/>
            <a:rect l="l" t="t" r="r" b="b"/>
            <a:pathLst>
              <a:path w="622" h="337">
                <a:moveTo>
                  <a:pt x="0" y="205"/>
                </a:moveTo>
                <a:lnTo>
                  <a:pt x="0" y="205"/>
                </a:lnTo>
                <a:lnTo>
                  <a:pt x="19" y="0"/>
                </a:lnTo>
                <a:lnTo>
                  <a:pt x="402" y="23"/>
                </a:lnTo>
                <a:lnTo>
                  <a:pt x="427" y="44"/>
                </a:lnTo>
                <a:lnTo>
                  <a:pt x="472" y="42"/>
                </a:lnTo>
                <a:lnTo>
                  <a:pt x="494" y="48"/>
                </a:lnTo>
                <a:lnTo>
                  <a:pt x="519" y="61"/>
                </a:lnTo>
                <a:lnTo>
                  <a:pt x="533" y="79"/>
                </a:lnTo>
                <a:lnTo>
                  <a:pt x="544" y="83"/>
                </a:lnTo>
                <a:lnTo>
                  <a:pt x="565" y="144"/>
                </a:lnTo>
                <a:lnTo>
                  <a:pt x="565" y="164"/>
                </a:lnTo>
                <a:lnTo>
                  <a:pt x="579" y="195"/>
                </a:lnTo>
                <a:lnTo>
                  <a:pt x="586" y="244"/>
                </a:lnTo>
                <a:lnTo>
                  <a:pt x="583" y="259"/>
                </a:lnTo>
                <a:lnTo>
                  <a:pt x="591" y="273"/>
                </a:lnTo>
                <a:lnTo>
                  <a:pt x="621" y="336"/>
                </a:lnTo>
                <a:lnTo>
                  <a:pt x="345" y="332"/>
                </a:lnTo>
                <a:lnTo>
                  <a:pt x="138" y="321"/>
                </a:lnTo>
                <a:lnTo>
                  <a:pt x="142" y="217"/>
                </a:lnTo>
                <a:lnTo>
                  <a:pt x="0" y="205"/>
                </a:lnTo>
                <a:lnTo>
                  <a:pt x="0" y="20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19" name=""/>
          <p:cNvSpPr/>
          <p:nvPr/>
        </p:nvSpPr>
        <p:spPr>
          <a:xfrm>
            <a:off x="2865600" y="3913200"/>
            <a:ext cx="758520" cy="1274760"/>
          </a:xfrm>
          <a:custGeom>
            <a:avLst/>
            <a:gdLst/>
            <a:ahLst/>
            <a:rect l="l" t="t" r="r" b="b"/>
            <a:pathLst>
              <a:path w="478" h="803">
                <a:moveTo>
                  <a:pt x="0" y="294"/>
                </a:moveTo>
                <a:lnTo>
                  <a:pt x="0" y="294"/>
                </a:lnTo>
                <a:lnTo>
                  <a:pt x="22" y="342"/>
                </a:lnTo>
                <a:lnTo>
                  <a:pt x="305" y="802"/>
                </a:lnTo>
                <a:lnTo>
                  <a:pt x="315" y="695"/>
                </a:lnTo>
                <a:lnTo>
                  <a:pt x="333" y="689"/>
                </a:lnTo>
                <a:lnTo>
                  <a:pt x="361" y="707"/>
                </a:lnTo>
                <a:lnTo>
                  <a:pt x="385" y="611"/>
                </a:lnTo>
                <a:lnTo>
                  <a:pt x="477" y="105"/>
                </a:lnTo>
                <a:lnTo>
                  <a:pt x="274" y="54"/>
                </a:lnTo>
                <a:lnTo>
                  <a:pt x="71" y="0"/>
                </a:lnTo>
                <a:lnTo>
                  <a:pt x="0" y="294"/>
                </a:lnTo>
                <a:lnTo>
                  <a:pt x="0" y="294"/>
                </a:lnTo>
              </a:path>
            </a:pathLst>
          </a:custGeom>
          <a:solidFill>
            <a:srgbClr val="ff00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20" name=""/>
          <p:cNvSpPr/>
          <p:nvPr/>
        </p:nvSpPr>
        <p:spPr>
          <a:xfrm>
            <a:off x="8169120" y="3392640"/>
            <a:ext cx="193680" cy="453960"/>
          </a:xfrm>
          <a:custGeom>
            <a:avLst/>
            <a:gdLst/>
            <a:ahLst/>
            <a:rect l="l" t="t" r="r" b="b"/>
            <a:pathLst>
              <a:path w="122" h="286">
                <a:moveTo>
                  <a:pt x="0" y="196"/>
                </a:moveTo>
                <a:lnTo>
                  <a:pt x="0" y="196"/>
                </a:lnTo>
                <a:lnTo>
                  <a:pt x="5" y="134"/>
                </a:lnTo>
                <a:lnTo>
                  <a:pt x="21" y="104"/>
                </a:lnTo>
                <a:lnTo>
                  <a:pt x="23" y="40"/>
                </a:lnTo>
                <a:lnTo>
                  <a:pt x="21" y="15"/>
                </a:lnTo>
                <a:lnTo>
                  <a:pt x="43" y="0"/>
                </a:lnTo>
                <a:lnTo>
                  <a:pt x="94" y="178"/>
                </a:lnTo>
                <a:lnTo>
                  <a:pt x="120" y="216"/>
                </a:lnTo>
                <a:lnTo>
                  <a:pt x="121" y="225"/>
                </a:lnTo>
                <a:lnTo>
                  <a:pt x="119" y="242"/>
                </a:lnTo>
                <a:lnTo>
                  <a:pt x="95" y="260"/>
                </a:lnTo>
                <a:lnTo>
                  <a:pt x="11" y="285"/>
                </a:lnTo>
                <a:lnTo>
                  <a:pt x="0" y="196"/>
                </a:lnTo>
                <a:lnTo>
                  <a:pt x="0" y="196"/>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21" name=""/>
          <p:cNvSpPr/>
          <p:nvPr/>
        </p:nvSpPr>
        <p:spPr>
          <a:xfrm>
            <a:off x="7956720" y="4122720"/>
            <a:ext cx="158760" cy="396720"/>
          </a:xfrm>
          <a:custGeom>
            <a:avLst/>
            <a:gdLst/>
            <a:ahLst/>
            <a:rect l="l" t="t" r="r" b="b"/>
            <a:pathLst>
              <a:path w="100" h="250">
                <a:moveTo>
                  <a:pt x="0" y="185"/>
                </a:moveTo>
                <a:lnTo>
                  <a:pt x="0" y="185"/>
                </a:lnTo>
                <a:lnTo>
                  <a:pt x="4" y="169"/>
                </a:lnTo>
                <a:lnTo>
                  <a:pt x="22" y="158"/>
                </a:lnTo>
                <a:lnTo>
                  <a:pt x="30" y="136"/>
                </a:lnTo>
                <a:lnTo>
                  <a:pt x="46" y="122"/>
                </a:lnTo>
                <a:lnTo>
                  <a:pt x="4" y="85"/>
                </a:lnTo>
                <a:lnTo>
                  <a:pt x="1" y="48"/>
                </a:lnTo>
                <a:lnTo>
                  <a:pt x="21" y="0"/>
                </a:lnTo>
                <a:lnTo>
                  <a:pt x="85" y="24"/>
                </a:lnTo>
                <a:lnTo>
                  <a:pt x="86" y="33"/>
                </a:lnTo>
                <a:lnTo>
                  <a:pt x="78" y="63"/>
                </a:lnTo>
                <a:lnTo>
                  <a:pt x="73" y="68"/>
                </a:lnTo>
                <a:lnTo>
                  <a:pt x="71" y="83"/>
                </a:lnTo>
                <a:lnTo>
                  <a:pt x="77" y="85"/>
                </a:lnTo>
                <a:lnTo>
                  <a:pt x="84" y="85"/>
                </a:lnTo>
                <a:lnTo>
                  <a:pt x="91" y="85"/>
                </a:lnTo>
                <a:lnTo>
                  <a:pt x="88" y="80"/>
                </a:lnTo>
                <a:lnTo>
                  <a:pt x="94" y="83"/>
                </a:lnTo>
                <a:lnTo>
                  <a:pt x="99" y="100"/>
                </a:lnTo>
                <a:lnTo>
                  <a:pt x="99" y="151"/>
                </a:lnTo>
                <a:lnTo>
                  <a:pt x="99" y="136"/>
                </a:lnTo>
                <a:lnTo>
                  <a:pt x="94" y="124"/>
                </a:lnTo>
                <a:lnTo>
                  <a:pt x="94" y="131"/>
                </a:lnTo>
                <a:lnTo>
                  <a:pt x="94" y="144"/>
                </a:lnTo>
                <a:lnTo>
                  <a:pt x="94" y="151"/>
                </a:lnTo>
                <a:lnTo>
                  <a:pt x="94" y="166"/>
                </a:lnTo>
                <a:lnTo>
                  <a:pt x="88" y="179"/>
                </a:lnTo>
                <a:lnTo>
                  <a:pt x="81" y="179"/>
                </a:lnTo>
                <a:lnTo>
                  <a:pt x="84" y="192"/>
                </a:lnTo>
                <a:lnTo>
                  <a:pt x="74" y="210"/>
                </a:lnTo>
                <a:lnTo>
                  <a:pt x="61" y="249"/>
                </a:lnTo>
                <a:lnTo>
                  <a:pt x="53" y="249"/>
                </a:lnTo>
                <a:lnTo>
                  <a:pt x="57" y="234"/>
                </a:lnTo>
                <a:lnTo>
                  <a:pt x="52" y="227"/>
                </a:lnTo>
                <a:lnTo>
                  <a:pt x="36" y="227"/>
                </a:lnTo>
                <a:lnTo>
                  <a:pt x="11" y="211"/>
                </a:lnTo>
                <a:lnTo>
                  <a:pt x="4" y="205"/>
                </a:lnTo>
                <a:lnTo>
                  <a:pt x="0" y="185"/>
                </a:lnTo>
                <a:lnTo>
                  <a:pt x="0" y="185"/>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22" name=""/>
          <p:cNvSpPr/>
          <p:nvPr/>
        </p:nvSpPr>
        <p:spPr>
          <a:xfrm>
            <a:off x="3943440" y="4992840"/>
            <a:ext cx="839520" cy="931680"/>
          </a:xfrm>
          <a:custGeom>
            <a:avLst/>
            <a:gdLst/>
            <a:ahLst/>
            <a:rect l="l" t="t" r="r" b="b"/>
            <a:pathLst>
              <a:path w="529" h="587">
                <a:moveTo>
                  <a:pt x="0" y="578"/>
                </a:moveTo>
                <a:lnTo>
                  <a:pt x="0" y="578"/>
                </a:lnTo>
                <a:lnTo>
                  <a:pt x="66" y="586"/>
                </a:lnTo>
                <a:lnTo>
                  <a:pt x="73" y="543"/>
                </a:lnTo>
                <a:lnTo>
                  <a:pt x="207" y="562"/>
                </a:lnTo>
                <a:lnTo>
                  <a:pt x="201" y="540"/>
                </a:lnTo>
                <a:lnTo>
                  <a:pt x="220" y="541"/>
                </a:lnTo>
                <a:lnTo>
                  <a:pt x="485" y="570"/>
                </a:lnTo>
                <a:lnTo>
                  <a:pt x="523" y="107"/>
                </a:lnTo>
                <a:lnTo>
                  <a:pt x="528" y="54"/>
                </a:lnTo>
                <a:lnTo>
                  <a:pt x="304" y="33"/>
                </a:lnTo>
                <a:lnTo>
                  <a:pt x="77" y="0"/>
                </a:lnTo>
                <a:lnTo>
                  <a:pt x="0" y="578"/>
                </a:lnTo>
                <a:lnTo>
                  <a:pt x="0" y="578"/>
                </a:lnTo>
              </a:path>
            </a:pathLst>
          </a:custGeom>
          <a:solidFill>
            <a:srgbClr val="82004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1423" name=""/>
          <p:cNvGrpSpPr/>
          <p:nvPr/>
        </p:nvGrpSpPr>
        <p:grpSpPr>
          <a:xfrm>
            <a:off x="7412040" y="3506760"/>
            <a:ext cx="901800" cy="749160"/>
            <a:chOff x="7412040" y="3506760"/>
            <a:chExt cx="901800" cy="749160"/>
          </a:xfrm>
        </p:grpSpPr>
        <p:sp>
          <p:nvSpPr>
            <p:cNvPr id="1424" name=""/>
            <p:cNvSpPr/>
            <p:nvPr/>
          </p:nvSpPr>
          <p:spPr>
            <a:xfrm>
              <a:off x="7412040" y="3506760"/>
              <a:ext cx="708120" cy="687240"/>
            </a:xfrm>
            <a:custGeom>
              <a:avLst/>
              <a:gdLst/>
              <a:ahLst/>
              <a:rect l="l" t="t" r="r" b="b"/>
              <a:pathLst>
                <a:path w="446" h="433">
                  <a:moveTo>
                    <a:pt x="0" y="371"/>
                  </a:moveTo>
                  <a:lnTo>
                    <a:pt x="0" y="371"/>
                  </a:lnTo>
                  <a:lnTo>
                    <a:pt x="15" y="395"/>
                  </a:lnTo>
                  <a:lnTo>
                    <a:pt x="306" y="334"/>
                  </a:lnTo>
                  <a:lnTo>
                    <a:pt x="325" y="347"/>
                  </a:lnTo>
                  <a:lnTo>
                    <a:pt x="336" y="371"/>
                  </a:lnTo>
                  <a:lnTo>
                    <a:pt x="364" y="388"/>
                  </a:lnTo>
                  <a:lnTo>
                    <a:pt x="428" y="412"/>
                  </a:lnTo>
                  <a:lnTo>
                    <a:pt x="429" y="421"/>
                  </a:lnTo>
                  <a:lnTo>
                    <a:pt x="434" y="432"/>
                  </a:lnTo>
                  <a:lnTo>
                    <a:pt x="438" y="427"/>
                  </a:lnTo>
                  <a:lnTo>
                    <a:pt x="444" y="405"/>
                  </a:lnTo>
                  <a:lnTo>
                    <a:pt x="445" y="368"/>
                  </a:lnTo>
                  <a:lnTo>
                    <a:pt x="434" y="300"/>
                  </a:lnTo>
                  <a:lnTo>
                    <a:pt x="433" y="225"/>
                  </a:lnTo>
                  <a:lnTo>
                    <a:pt x="421" y="168"/>
                  </a:lnTo>
                  <a:lnTo>
                    <a:pt x="402" y="120"/>
                  </a:lnTo>
                  <a:lnTo>
                    <a:pt x="396" y="73"/>
                  </a:lnTo>
                  <a:lnTo>
                    <a:pt x="378" y="0"/>
                  </a:lnTo>
                  <a:lnTo>
                    <a:pt x="289" y="24"/>
                  </a:lnTo>
                  <a:lnTo>
                    <a:pt x="283" y="22"/>
                  </a:lnTo>
                  <a:lnTo>
                    <a:pt x="256" y="46"/>
                  </a:lnTo>
                  <a:lnTo>
                    <a:pt x="231" y="84"/>
                  </a:lnTo>
                  <a:lnTo>
                    <a:pt x="228" y="102"/>
                  </a:lnTo>
                  <a:lnTo>
                    <a:pt x="217" y="117"/>
                  </a:lnTo>
                  <a:lnTo>
                    <a:pt x="199" y="138"/>
                  </a:lnTo>
                  <a:lnTo>
                    <a:pt x="207" y="151"/>
                  </a:lnTo>
                  <a:lnTo>
                    <a:pt x="210" y="141"/>
                  </a:lnTo>
                  <a:lnTo>
                    <a:pt x="214" y="144"/>
                  </a:lnTo>
                  <a:lnTo>
                    <a:pt x="212" y="149"/>
                  </a:lnTo>
                  <a:lnTo>
                    <a:pt x="216" y="151"/>
                  </a:lnTo>
                  <a:lnTo>
                    <a:pt x="212" y="162"/>
                  </a:lnTo>
                  <a:lnTo>
                    <a:pt x="210" y="161"/>
                  </a:lnTo>
                  <a:lnTo>
                    <a:pt x="208" y="164"/>
                  </a:lnTo>
                  <a:lnTo>
                    <a:pt x="217" y="179"/>
                  </a:lnTo>
                  <a:lnTo>
                    <a:pt x="217" y="192"/>
                  </a:lnTo>
                  <a:lnTo>
                    <a:pt x="204" y="199"/>
                  </a:lnTo>
                  <a:lnTo>
                    <a:pt x="190" y="221"/>
                  </a:lnTo>
                  <a:lnTo>
                    <a:pt x="174" y="234"/>
                  </a:lnTo>
                  <a:lnTo>
                    <a:pt x="146" y="236"/>
                  </a:lnTo>
                  <a:lnTo>
                    <a:pt x="134" y="243"/>
                  </a:lnTo>
                  <a:lnTo>
                    <a:pt x="119" y="237"/>
                  </a:lnTo>
                  <a:lnTo>
                    <a:pt x="71" y="241"/>
                  </a:lnTo>
                  <a:lnTo>
                    <a:pt x="34" y="258"/>
                  </a:lnTo>
                  <a:lnTo>
                    <a:pt x="36" y="272"/>
                  </a:lnTo>
                  <a:lnTo>
                    <a:pt x="34" y="278"/>
                  </a:lnTo>
                  <a:lnTo>
                    <a:pt x="36" y="279"/>
                  </a:lnTo>
                  <a:lnTo>
                    <a:pt x="44" y="291"/>
                  </a:lnTo>
                  <a:lnTo>
                    <a:pt x="49" y="290"/>
                  </a:lnTo>
                  <a:lnTo>
                    <a:pt x="52" y="303"/>
                  </a:lnTo>
                  <a:lnTo>
                    <a:pt x="52" y="308"/>
                  </a:lnTo>
                  <a:lnTo>
                    <a:pt x="44" y="317"/>
                  </a:lnTo>
                  <a:lnTo>
                    <a:pt x="39" y="330"/>
                  </a:lnTo>
                  <a:lnTo>
                    <a:pt x="0" y="371"/>
                  </a:lnTo>
                  <a:lnTo>
                    <a:pt x="0" y="371"/>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25" name=""/>
            <p:cNvSpPr/>
            <p:nvPr/>
          </p:nvSpPr>
          <p:spPr>
            <a:xfrm>
              <a:off x="8069400" y="4222800"/>
              <a:ext cx="20520" cy="33120"/>
            </a:xfrm>
            <a:custGeom>
              <a:avLst/>
              <a:gdLst/>
              <a:ahLst/>
              <a:rect l="l" t="t" r="r" b="b"/>
              <a:pathLst>
                <a:path w="13" h="21">
                  <a:moveTo>
                    <a:pt x="0" y="20"/>
                  </a:moveTo>
                  <a:lnTo>
                    <a:pt x="0" y="20"/>
                  </a:lnTo>
                  <a:lnTo>
                    <a:pt x="2" y="5"/>
                  </a:lnTo>
                  <a:lnTo>
                    <a:pt x="7" y="0"/>
                  </a:lnTo>
                  <a:lnTo>
                    <a:pt x="12" y="1"/>
                  </a:lnTo>
                  <a:lnTo>
                    <a:pt x="6" y="16"/>
                  </a:lnTo>
                  <a:lnTo>
                    <a:pt x="0" y="20"/>
                  </a:lnTo>
                  <a:lnTo>
                    <a:pt x="0" y="20"/>
                  </a:lnTo>
                </a:path>
              </a:pathLst>
            </a:custGeom>
            <a:solidFill>
              <a:srgbClr val="e000e0"/>
            </a:solidFill>
            <a:ln w="31680">
              <a:solidFill>
                <a:srgbClr val="000000"/>
              </a:solidFill>
              <a:round/>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1426" name=""/>
            <p:cNvSpPr/>
            <p:nvPr/>
          </p:nvSpPr>
          <p:spPr>
            <a:xfrm>
              <a:off x="8089920" y="4091040"/>
              <a:ext cx="223920" cy="141120"/>
            </a:xfrm>
            <a:custGeom>
              <a:avLst/>
              <a:gdLst/>
              <a:ahLst/>
              <a:rect l="l" t="t" r="r" b="b"/>
              <a:pathLst>
                <a:path w="141" h="89">
                  <a:moveTo>
                    <a:pt x="0" y="81"/>
                  </a:moveTo>
                  <a:lnTo>
                    <a:pt x="0" y="81"/>
                  </a:lnTo>
                  <a:lnTo>
                    <a:pt x="3" y="88"/>
                  </a:lnTo>
                  <a:lnTo>
                    <a:pt x="7" y="88"/>
                  </a:lnTo>
                  <a:lnTo>
                    <a:pt x="11" y="82"/>
                  </a:lnTo>
                  <a:lnTo>
                    <a:pt x="17" y="80"/>
                  </a:lnTo>
                  <a:lnTo>
                    <a:pt x="20" y="83"/>
                  </a:lnTo>
                  <a:lnTo>
                    <a:pt x="10" y="88"/>
                  </a:lnTo>
                  <a:lnTo>
                    <a:pt x="23" y="83"/>
                  </a:lnTo>
                  <a:lnTo>
                    <a:pt x="24" y="81"/>
                  </a:lnTo>
                  <a:lnTo>
                    <a:pt x="43" y="71"/>
                  </a:lnTo>
                  <a:lnTo>
                    <a:pt x="61" y="59"/>
                  </a:lnTo>
                  <a:lnTo>
                    <a:pt x="77" y="51"/>
                  </a:lnTo>
                  <a:lnTo>
                    <a:pt x="93" y="40"/>
                  </a:lnTo>
                  <a:lnTo>
                    <a:pt x="93" y="42"/>
                  </a:lnTo>
                  <a:lnTo>
                    <a:pt x="64" y="66"/>
                  </a:lnTo>
                  <a:lnTo>
                    <a:pt x="57" y="68"/>
                  </a:lnTo>
                  <a:lnTo>
                    <a:pt x="62" y="69"/>
                  </a:lnTo>
                  <a:lnTo>
                    <a:pt x="69" y="64"/>
                  </a:lnTo>
                  <a:lnTo>
                    <a:pt x="113" y="30"/>
                  </a:lnTo>
                  <a:lnTo>
                    <a:pt x="118" y="23"/>
                  </a:lnTo>
                  <a:lnTo>
                    <a:pt x="139" y="4"/>
                  </a:lnTo>
                  <a:lnTo>
                    <a:pt x="140" y="0"/>
                  </a:lnTo>
                  <a:lnTo>
                    <a:pt x="136" y="0"/>
                  </a:lnTo>
                  <a:lnTo>
                    <a:pt x="127" y="11"/>
                  </a:lnTo>
                  <a:lnTo>
                    <a:pt x="121" y="8"/>
                  </a:lnTo>
                  <a:lnTo>
                    <a:pt x="112" y="15"/>
                  </a:lnTo>
                  <a:lnTo>
                    <a:pt x="109" y="13"/>
                  </a:lnTo>
                  <a:lnTo>
                    <a:pt x="100" y="34"/>
                  </a:lnTo>
                  <a:lnTo>
                    <a:pt x="98" y="30"/>
                  </a:lnTo>
                  <a:lnTo>
                    <a:pt x="93" y="30"/>
                  </a:lnTo>
                  <a:lnTo>
                    <a:pt x="103" y="15"/>
                  </a:lnTo>
                  <a:lnTo>
                    <a:pt x="101" y="11"/>
                  </a:lnTo>
                  <a:lnTo>
                    <a:pt x="112" y="0"/>
                  </a:lnTo>
                  <a:lnTo>
                    <a:pt x="108" y="0"/>
                  </a:lnTo>
                  <a:lnTo>
                    <a:pt x="90" y="23"/>
                  </a:lnTo>
                  <a:lnTo>
                    <a:pt x="68" y="31"/>
                  </a:lnTo>
                  <a:lnTo>
                    <a:pt x="55" y="33"/>
                  </a:lnTo>
                  <a:lnTo>
                    <a:pt x="54" y="40"/>
                  </a:lnTo>
                  <a:lnTo>
                    <a:pt x="40" y="43"/>
                  </a:lnTo>
                  <a:lnTo>
                    <a:pt x="33" y="42"/>
                  </a:lnTo>
                  <a:lnTo>
                    <a:pt x="33" y="46"/>
                  </a:lnTo>
                  <a:lnTo>
                    <a:pt x="27" y="46"/>
                  </a:lnTo>
                  <a:lnTo>
                    <a:pt x="23" y="52"/>
                  </a:lnTo>
                  <a:lnTo>
                    <a:pt x="21" y="59"/>
                  </a:lnTo>
                  <a:lnTo>
                    <a:pt x="20" y="58"/>
                  </a:lnTo>
                  <a:lnTo>
                    <a:pt x="17" y="64"/>
                  </a:lnTo>
                  <a:lnTo>
                    <a:pt x="6" y="68"/>
                  </a:lnTo>
                  <a:lnTo>
                    <a:pt x="4" y="73"/>
                  </a:lnTo>
                  <a:lnTo>
                    <a:pt x="0" y="81"/>
                  </a:lnTo>
                  <a:lnTo>
                    <a:pt x="0" y="81"/>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427" name=""/>
          <p:cNvSpPr/>
          <p:nvPr/>
        </p:nvSpPr>
        <p:spPr>
          <a:xfrm>
            <a:off x="7039080" y="4932360"/>
            <a:ext cx="1020600" cy="496800"/>
          </a:xfrm>
          <a:custGeom>
            <a:avLst/>
            <a:gdLst/>
            <a:ahLst/>
            <a:rect l="l" t="t" r="r" b="b"/>
            <a:pathLst>
              <a:path w="643" h="313">
                <a:moveTo>
                  <a:pt x="0" y="245"/>
                </a:moveTo>
                <a:lnTo>
                  <a:pt x="0" y="245"/>
                </a:lnTo>
                <a:lnTo>
                  <a:pt x="0" y="268"/>
                </a:lnTo>
                <a:lnTo>
                  <a:pt x="94" y="257"/>
                </a:lnTo>
                <a:lnTo>
                  <a:pt x="147" y="226"/>
                </a:lnTo>
                <a:lnTo>
                  <a:pt x="251" y="215"/>
                </a:lnTo>
                <a:lnTo>
                  <a:pt x="292" y="244"/>
                </a:lnTo>
                <a:lnTo>
                  <a:pt x="360" y="233"/>
                </a:lnTo>
                <a:lnTo>
                  <a:pt x="458" y="312"/>
                </a:lnTo>
                <a:lnTo>
                  <a:pt x="473" y="304"/>
                </a:lnTo>
                <a:lnTo>
                  <a:pt x="499" y="301"/>
                </a:lnTo>
                <a:lnTo>
                  <a:pt x="505" y="282"/>
                </a:lnTo>
                <a:lnTo>
                  <a:pt x="510" y="290"/>
                </a:lnTo>
                <a:lnTo>
                  <a:pt x="516" y="256"/>
                </a:lnTo>
                <a:lnTo>
                  <a:pt x="528" y="237"/>
                </a:lnTo>
                <a:lnTo>
                  <a:pt x="543" y="226"/>
                </a:lnTo>
                <a:lnTo>
                  <a:pt x="535" y="223"/>
                </a:lnTo>
                <a:lnTo>
                  <a:pt x="536" y="215"/>
                </a:lnTo>
                <a:lnTo>
                  <a:pt x="531" y="205"/>
                </a:lnTo>
                <a:lnTo>
                  <a:pt x="542" y="216"/>
                </a:lnTo>
                <a:lnTo>
                  <a:pt x="538" y="219"/>
                </a:lnTo>
                <a:lnTo>
                  <a:pt x="547" y="223"/>
                </a:lnTo>
                <a:lnTo>
                  <a:pt x="552" y="214"/>
                </a:lnTo>
                <a:lnTo>
                  <a:pt x="555" y="214"/>
                </a:lnTo>
                <a:lnTo>
                  <a:pt x="552" y="200"/>
                </a:lnTo>
                <a:lnTo>
                  <a:pt x="555" y="198"/>
                </a:lnTo>
                <a:lnTo>
                  <a:pt x="560" y="206"/>
                </a:lnTo>
                <a:lnTo>
                  <a:pt x="582" y="195"/>
                </a:lnTo>
                <a:lnTo>
                  <a:pt x="601" y="194"/>
                </a:lnTo>
                <a:lnTo>
                  <a:pt x="614" y="167"/>
                </a:lnTo>
                <a:lnTo>
                  <a:pt x="608" y="160"/>
                </a:lnTo>
                <a:lnTo>
                  <a:pt x="601" y="169"/>
                </a:lnTo>
                <a:lnTo>
                  <a:pt x="600" y="159"/>
                </a:lnTo>
                <a:lnTo>
                  <a:pt x="592" y="166"/>
                </a:lnTo>
                <a:lnTo>
                  <a:pt x="594" y="175"/>
                </a:lnTo>
                <a:lnTo>
                  <a:pt x="587" y="169"/>
                </a:lnTo>
                <a:lnTo>
                  <a:pt x="586" y="179"/>
                </a:lnTo>
                <a:lnTo>
                  <a:pt x="566" y="176"/>
                </a:lnTo>
                <a:lnTo>
                  <a:pt x="552" y="164"/>
                </a:lnTo>
                <a:lnTo>
                  <a:pt x="552" y="159"/>
                </a:lnTo>
                <a:lnTo>
                  <a:pt x="575" y="174"/>
                </a:lnTo>
                <a:lnTo>
                  <a:pt x="592" y="152"/>
                </a:lnTo>
                <a:lnTo>
                  <a:pt x="582" y="151"/>
                </a:lnTo>
                <a:lnTo>
                  <a:pt x="592" y="134"/>
                </a:lnTo>
                <a:lnTo>
                  <a:pt x="582" y="138"/>
                </a:lnTo>
                <a:lnTo>
                  <a:pt x="548" y="123"/>
                </a:lnTo>
                <a:lnTo>
                  <a:pt x="565" y="120"/>
                </a:lnTo>
                <a:lnTo>
                  <a:pt x="582" y="127"/>
                </a:lnTo>
                <a:lnTo>
                  <a:pt x="582" y="122"/>
                </a:lnTo>
                <a:lnTo>
                  <a:pt x="575" y="114"/>
                </a:lnTo>
                <a:lnTo>
                  <a:pt x="581" y="114"/>
                </a:lnTo>
                <a:lnTo>
                  <a:pt x="591" y="108"/>
                </a:lnTo>
                <a:lnTo>
                  <a:pt x="584" y="116"/>
                </a:lnTo>
                <a:lnTo>
                  <a:pt x="588" y="126"/>
                </a:lnTo>
                <a:lnTo>
                  <a:pt x="598" y="118"/>
                </a:lnTo>
                <a:lnTo>
                  <a:pt x="601" y="127"/>
                </a:lnTo>
                <a:lnTo>
                  <a:pt x="607" y="126"/>
                </a:lnTo>
                <a:lnTo>
                  <a:pt x="617" y="125"/>
                </a:lnTo>
                <a:lnTo>
                  <a:pt x="626" y="114"/>
                </a:lnTo>
                <a:lnTo>
                  <a:pt x="631" y="94"/>
                </a:lnTo>
                <a:lnTo>
                  <a:pt x="642" y="91"/>
                </a:lnTo>
                <a:lnTo>
                  <a:pt x="642" y="80"/>
                </a:lnTo>
                <a:lnTo>
                  <a:pt x="635" y="63"/>
                </a:lnTo>
                <a:lnTo>
                  <a:pt x="626" y="63"/>
                </a:lnTo>
                <a:lnTo>
                  <a:pt x="616" y="91"/>
                </a:lnTo>
                <a:lnTo>
                  <a:pt x="611" y="76"/>
                </a:lnTo>
                <a:lnTo>
                  <a:pt x="608" y="59"/>
                </a:lnTo>
                <a:lnTo>
                  <a:pt x="588" y="69"/>
                </a:lnTo>
                <a:lnTo>
                  <a:pt x="562" y="75"/>
                </a:lnTo>
                <a:lnTo>
                  <a:pt x="566" y="62"/>
                </a:lnTo>
                <a:lnTo>
                  <a:pt x="579" y="54"/>
                </a:lnTo>
                <a:lnTo>
                  <a:pt x="607" y="42"/>
                </a:lnTo>
                <a:lnTo>
                  <a:pt x="599" y="28"/>
                </a:lnTo>
                <a:lnTo>
                  <a:pt x="617" y="37"/>
                </a:lnTo>
                <a:lnTo>
                  <a:pt x="611" y="24"/>
                </a:lnTo>
                <a:lnTo>
                  <a:pt x="629" y="42"/>
                </a:lnTo>
                <a:lnTo>
                  <a:pt x="614" y="12"/>
                </a:lnTo>
                <a:lnTo>
                  <a:pt x="601" y="0"/>
                </a:lnTo>
                <a:lnTo>
                  <a:pt x="372" y="48"/>
                </a:lnTo>
                <a:lnTo>
                  <a:pt x="184" y="75"/>
                </a:lnTo>
                <a:lnTo>
                  <a:pt x="181" y="98"/>
                </a:lnTo>
                <a:lnTo>
                  <a:pt x="172" y="106"/>
                </a:lnTo>
                <a:lnTo>
                  <a:pt x="157" y="132"/>
                </a:lnTo>
                <a:lnTo>
                  <a:pt x="146" y="128"/>
                </a:lnTo>
                <a:lnTo>
                  <a:pt x="135" y="137"/>
                </a:lnTo>
                <a:lnTo>
                  <a:pt x="128" y="150"/>
                </a:lnTo>
                <a:lnTo>
                  <a:pt x="116" y="140"/>
                </a:lnTo>
                <a:lnTo>
                  <a:pt x="100" y="159"/>
                </a:lnTo>
                <a:lnTo>
                  <a:pt x="96" y="171"/>
                </a:lnTo>
                <a:lnTo>
                  <a:pt x="25" y="217"/>
                </a:lnTo>
                <a:lnTo>
                  <a:pt x="20" y="235"/>
                </a:lnTo>
                <a:lnTo>
                  <a:pt x="0" y="245"/>
                </a:lnTo>
                <a:lnTo>
                  <a:pt x="0" y="245"/>
                </a:lnTo>
              </a:path>
            </a:pathLst>
          </a:custGeom>
          <a:solidFill>
            <a:srgbClr val="0060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28" name=""/>
          <p:cNvSpPr/>
          <p:nvPr/>
        </p:nvSpPr>
        <p:spPr>
          <a:xfrm>
            <a:off x="4778280" y="3114720"/>
            <a:ext cx="789120" cy="538200"/>
          </a:xfrm>
          <a:custGeom>
            <a:avLst/>
            <a:gdLst/>
            <a:ahLst/>
            <a:rect l="l" t="t" r="r" b="b"/>
            <a:pathLst>
              <a:path w="497" h="339">
                <a:moveTo>
                  <a:pt x="0" y="310"/>
                </a:moveTo>
                <a:lnTo>
                  <a:pt x="0" y="310"/>
                </a:lnTo>
                <a:lnTo>
                  <a:pt x="26" y="0"/>
                </a:lnTo>
                <a:lnTo>
                  <a:pt x="270" y="17"/>
                </a:lnTo>
                <a:lnTo>
                  <a:pt x="457" y="23"/>
                </a:lnTo>
                <a:lnTo>
                  <a:pt x="461" y="109"/>
                </a:lnTo>
                <a:lnTo>
                  <a:pt x="480" y="176"/>
                </a:lnTo>
                <a:lnTo>
                  <a:pt x="481" y="266"/>
                </a:lnTo>
                <a:lnTo>
                  <a:pt x="496" y="338"/>
                </a:lnTo>
                <a:lnTo>
                  <a:pt x="234" y="329"/>
                </a:lnTo>
                <a:lnTo>
                  <a:pt x="0" y="310"/>
                </a:lnTo>
                <a:lnTo>
                  <a:pt x="0" y="310"/>
                </a:lnTo>
              </a:path>
            </a:pathLst>
          </a:custGeom>
          <a:solidFill>
            <a:srgbClr val="e262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29" name=""/>
          <p:cNvSpPr/>
          <p:nvPr/>
        </p:nvSpPr>
        <p:spPr>
          <a:xfrm>
            <a:off x="6865920" y="4157640"/>
            <a:ext cx="504720" cy="617400"/>
          </a:xfrm>
          <a:custGeom>
            <a:avLst/>
            <a:gdLst/>
            <a:ahLst/>
            <a:rect l="l" t="t" r="r" b="b"/>
            <a:pathLst>
              <a:path w="318" h="389">
                <a:moveTo>
                  <a:pt x="0" y="71"/>
                </a:moveTo>
                <a:lnTo>
                  <a:pt x="0" y="71"/>
                </a:lnTo>
                <a:lnTo>
                  <a:pt x="27" y="338"/>
                </a:lnTo>
                <a:lnTo>
                  <a:pt x="51" y="338"/>
                </a:lnTo>
                <a:lnTo>
                  <a:pt x="66" y="342"/>
                </a:lnTo>
                <a:lnTo>
                  <a:pt x="74" y="361"/>
                </a:lnTo>
                <a:lnTo>
                  <a:pt x="98" y="364"/>
                </a:lnTo>
                <a:lnTo>
                  <a:pt x="115" y="375"/>
                </a:lnTo>
                <a:lnTo>
                  <a:pt x="148" y="372"/>
                </a:lnTo>
                <a:lnTo>
                  <a:pt x="164" y="361"/>
                </a:lnTo>
                <a:lnTo>
                  <a:pt x="200" y="388"/>
                </a:lnTo>
                <a:lnTo>
                  <a:pt x="223" y="364"/>
                </a:lnTo>
                <a:lnTo>
                  <a:pt x="227" y="323"/>
                </a:lnTo>
                <a:lnTo>
                  <a:pt x="243" y="332"/>
                </a:lnTo>
                <a:lnTo>
                  <a:pt x="250" y="295"/>
                </a:lnTo>
                <a:lnTo>
                  <a:pt x="290" y="264"/>
                </a:lnTo>
                <a:lnTo>
                  <a:pt x="303" y="246"/>
                </a:lnTo>
                <a:lnTo>
                  <a:pt x="312" y="161"/>
                </a:lnTo>
                <a:lnTo>
                  <a:pt x="307" y="144"/>
                </a:lnTo>
                <a:lnTo>
                  <a:pt x="317" y="135"/>
                </a:lnTo>
                <a:lnTo>
                  <a:pt x="296" y="0"/>
                </a:lnTo>
                <a:lnTo>
                  <a:pt x="264" y="17"/>
                </a:lnTo>
                <a:lnTo>
                  <a:pt x="243" y="31"/>
                </a:lnTo>
                <a:lnTo>
                  <a:pt x="234" y="45"/>
                </a:lnTo>
                <a:lnTo>
                  <a:pt x="216" y="63"/>
                </a:lnTo>
                <a:lnTo>
                  <a:pt x="197" y="65"/>
                </a:lnTo>
                <a:lnTo>
                  <a:pt x="176" y="78"/>
                </a:lnTo>
                <a:lnTo>
                  <a:pt x="167" y="83"/>
                </a:lnTo>
                <a:lnTo>
                  <a:pt x="153" y="73"/>
                </a:lnTo>
                <a:lnTo>
                  <a:pt x="135" y="83"/>
                </a:lnTo>
                <a:lnTo>
                  <a:pt x="132" y="79"/>
                </a:lnTo>
                <a:lnTo>
                  <a:pt x="149" y="68"/>
                </a:lnTo>
                <a:lnTo>
                  <a:pt x="148" y="68"/>
                </a:lnTo>
                <a:lnTo>
                  <a:pt x="139" y="65"/>
                </a:lnTo>
                <a:lnTo>
                  <a:pt x="134" y="71"/>
                </a:lnTo>
                <a:lnTo>
                  <a:pt x="104" y="58"/>
                </a:lnTo>
                <a:lnTo>
                  <a:pt x="93" y="63"/>
                </a:lnTo>
                <a:lnTo>
                  <a:pt x="96" y="55"/>
                </a:lnTo>
                <a:lnTo>
                  <a:pt x="0" y="71"/>
                </a:lnTo>
                <a:lnTo>
                  <a:pt x="0" y="71"/>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30" name=""/>
          <p:cNvSpPr/>
          <p:nvPr/>
        </p:nvSpPr>
        <p:spPr>
          <a:xfrm>
            <a:off x="4773600" y="5078520"/>
            <a:ext cx="1033560" cy="587160"/>
          </a:xfrm>
          <a:custGeom>
            <a:avLst/>
            <a:gdLst/>
            <a:ahLst/>
            <a:rect l="l" t="t" r="r" b="b"/>
            <a:pathLst>
              <a:path w="651" h="370">
                <a:moveTo>
                  <a:pt x="0" y="53"/>
                </a:moveTo>
                <a:lnTo>
                  <a:pt x="0" y="53"/>
                </a:lnTo>
                <a:lnTo>
                  <a:pt x="5" y="0"/>
                </a:lnTo>
                <a:lnTo>
                  <a:pt x="77" y="6"/>
                </a:lnTo>
                <a:lnTo>
                  <a:pt x="396" y="23"/>
                </a:lnTo>
                <a:lnTo>
                  <a:pt x="632" y="22"/>
                </a:lnTo>
                <a:lnTo>
                  <a:pt x="634" y="75"/>
                </a:lnTo>
                <a:lnTo>
                  <a:pt x="650" y="190"/>
                </a:lnTo>
                <a:lnTo>
                  <a:pt x="648" y="369"/>
                </a:lnTo>
                <a:lnTo>
                  <a:pt x="626" y="361"/>
                </a:lnTo>
                <a:lnTo>
                  <a:pt x="596" y="337"/>
                </a:lnTo>
                <a:lnTo>
                  <a:pt x="583" y="345"/>
                </a:lnTo>
                <a:lnTo>
                  <a:pt x="542" y="348"/>
                </a:lnTo>
                <a:lnTo>
                  <a:pt x="499" y="362"/>
                </a:lnTo>
                <a:lnTo>
                  <a:pt x="483" y="347"/>
                </a:lnTo>
                <a:lnTo>
                  <a:pt x="461" y="351"/>
                </a:lnTo>
                <a:lnTo>
                  <a:pt x="458" y="337"/>
                </a:lnTo>
                <a:lnTo>
                  <a:pt x="442" y="349"/>
                </a:lnTo>
                <a:lnTo>
                  <a:pt x="440" y="363"/>
                </a:lnTo>
                <a:lnTo>
                  <a:pt x="434" y="345"/>
                </a:lnTo>
                <a:lnTo>
                  <a:pt x="420" y="353"/>
                </a:lnTo>
                <a:lnTo>
                  <a:pt x="396" y="334"/>
                </a:lnTo>
                <a:lnTo>
                  <a:pt x="383" y="349"/>
                </a:lnTo>
                <a:lnTo>
                  <a:pt x="375" y="341"/>
                </a:lnTo>
                <a:lnTo>
                  <a:pt x="364" y="316"/>
                </a:lnTo>
                <a:lnTo>
                  <a:pt x="343" y="314"/>
                </a:lnTo>
                <a:lnTo>
                  <a:pt x="339" y="323"/>
                </a:lnTo>
                <a:lnTo>
                  <a:pt x="327" y="313"/>
                </a:lnTo>
                <a:lnTo>
                  <a:pt x="314" y="316"/>
                </a:lnTo>
                <a:lnTo>
                  <a:pt x="299" y="308"/>
                </a:lnTo>
                <a:lnTo>
                  <a:pt x="280" y="306"/>
                </a:lnTo>
                <a:lnTo>
                  <a:pt x="280" y="292"/>
                </a:lnTo>
                <a:lnTo>
                  <a:pt x="269" y="282"/>
                </a:lnTo>
                <a:lnTo>
                  <a:pt x="265" y="289"/>
                </a:lnTo>
                <a:lnTo>
                  <a:pt x="242" y="286"/>
                </a:lnTo>
                <a:lnTo>
                  <a:pt x="220" y="267"/>
                </a:lnTo>
                <a:lnTo>
                  <a:pt x="227" y="68"/>
                </a:lnTo>
                <a:lnTo>
                  <a:pt x="0" y="53"/>
                </a:lnTo>
                <a:lnTo>
                  <a:pt x="0" y="53"/>
                </a:lnTo>
              </a:path>
            </a:pathLst>
          </a:custGeom>
          <a:solidFill>
            <a:srgbClr val="82004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31" name=""/>
          <p:cNvSpPr/>
          <p:nvPr/>
        </p:nvSpPr>
        <p:spPr>
          <a:xfrm>
            <a:off x="2532240" y="3119400"/>
            <a:ext cx="952200" cy="881280"/>
          </a:xfrm>
          <a:custGeom>
            <a:avLst/>
            <a:gdLst/>
            <a:ahLst/>
            <a:rect l="l" t="t" r="r" b="b"/>
            <a:pathLst>
              <a:path w="600" h="555">
                <a:moveTo>
                  <a:pt x="0" y="416"/>
                </a:moveTo>
                <a:lnTo>
                  <a:pt x="0" y="416"/>
                </a:lnTo>
                <a:lnTo>
                  <a:pt x="8" y="316"/>
                </a:lnTo>
                <a:lnTo>
                  <a:pt x="54" y="232"/>
                </a:lnTo>
                <a:lnTo>
                  <a:pt x="130" y="0"/>
                </a:lnTo>
                <a:lnTo>
                  <a:pt x="166" y="14"/>
                </a:lnTo>
                <a:lnTo>
                  <a:pt x="167" y="24"/>
                </a:lnTo>
                <a:lnTo>
                  <a:pt x="177" y="24"/>
                </a:lnTo>
                <a:lnTo>
                  <a:pt x="197" y="65"/>
                </a:lnTo>
                <a:lnTo>
                  <a:pt x="193" y="79"/>
                </a:lnTo>
                <a:lnTo>
                  <a:pt x="222" y="105"/>
                </a:lnTo>
                <a:lnTo>
                  <a:pt x="274" y="103"/>
                </a:lnTo>
                <a:lnTo>
                  <a:pt x="312" y="122"/>
                </a:lnTo>
                <a:lnTo>
                  <a:pt x="330" y="119"/>
                </a:lnTo>
                <a:lnTo>
                  <a:pt x="445" y="122"/>
                </a:lnTo>
                <a:lnTo>
                  <a:pt x="575" y="154"/>
                </a:lnTo>
                <a:lnTo>
                  <a:pt x="583" y="173"/>
                </a:lnTo>
                <a:lnTo>
                  <a:pt x="599" y="199"/>
                </a:lnTo>
                <a:lnTo>
                  <a:pt x="578" y="232"/>
                </a:lnTo>
                <a:lnTo>
                  <a:pt x="554" y="274"/>
                </a:lnTo>
                <a:lnTo>
                  <a:pt x="526" y="301"/>
                </a:lnTo>
                <a:lnTo>
                  <a:pt x="523" y="323"/>
                </a:lnTo>
                <a:lnTo>
                  <a:pt x="537" y="343"/>
                </a:lnTo>
                <a:lnTo>
                  <a:pt x="520" y="387"/>
                </a:lnTo>
                <a:lnTo>
                  <a:pt x="484" y="554"/>
                </a:lnTo>
                <a:lnTo>
                  <a:pt x="281" y="500"/>
                </a:lnTo>
                <a:lnTo>
                  <a:pt x="0" y="416"/>
                </a:lnTo>
                <a:lnTo>
                  <a:pt x="0" y="416"/>
                </a:lnTo>
              </a:path>
            </a:pathLst>
          </a:custGeom>
          <a:solidFill>
            <a:srgbClr val="a1009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32" name=""/>
          <p:cNvSpPr/>
          <p:nvPr/>
        </p:nvSpPr>
        <p:spPr>
          <a:xfrm>
            <a:off x="7335720" y="4037040"/>
            <a:ext cx="695520" cy="485640"/>
          </a:xfrm>
          <a:custGeom>
            <a:avLst/>
            <a:gdLst/>
            <a:ahLst/>
            <a:rect l="l" t="t" r="r" b="b"/>
            <a:pathLst>
              <a:path w="438" h="306">
                <a:moveTo>
                  <a:pt x="0" y="76"/>
                </a:moveTo>
                <a:lnTo>
                  <a:pt x="0" y="76"/>
                </a:lnTo>
                <a:lnTo>
                  <a:pt x="21" y="211"/>
                </a:lnTo>
                <a:lnTo>
                  <a:pt x="34" y="305"/>
                </a:lnTo>
                <a:lnTo>
                  <a:pt x="108" y="292"/>
                </a:lnTo>
                <a:lnTo>
                  <a:pt x="370" y="239"/>
                </a:lnTo>
                <a:lnTo>
                  <a:pt x="381" y="223"/>
                </a:lnTo>
                <a:lnTo>
                  <a:pt x="395" y="223"/>
                </a:lnTo>
                <a:lnTo>
                  <a:pt x="413" y="212"/>
                </a:lnTo>
                <a:lnTo>
                  <a:pt x="421" y="190"/>
                </a:lnTo>
                <a:lnTo>
                  <a:pt x="437" y="176"/>
                </a:lnTo>
                <a:lnTo>
                  <a:pt x="395" y="139"/>
                </a:lnTo>
                <a:lnTo>
                  <a:pt x="392" y="102"/>
                </a:lnTo>
                <a:lnTo>
                  <a:pt x="412" y="54"/>
                </a:lnTo>
                <a:lnTo>
                  <a:pt x="384" y="37"/>
                </a:lnTo>
                <a:lnTo>
                  <a:pt x="373" y="13"/>
                </a:lnTo>
                <a:lnTo>
                  <a:pt x="354" y="0"/>
                </a:lnTo>
                <a:lnTo>
                  <a:pt x="63" y="61"/>
                </a:lnTo>
                <a:lnTo>
                  <a:pt x="48" y="37"/>
                </a:lnTo>
                <a:lnTo>
                  <a:pt x="0" y="76"/>
                </a:lnTo>
                <a:lnTo>
                  <a:pt x="0" y="76"/>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33" name=""/>
          <p:cNvSpPr/>
          <p:nvPr/>
        </p:nvSpPr>
        <p:spPr>
          <a:xfrm>
            <a:off x="8285040" y="3925800"/>
            <a:ext cx="93960" cy="128520"/>
          </a:xfrm>
          <a:custGeom>
            <a:avLst/>
            <a:gdLst/>
            <a:ahLst/>
            <a:rect l="l" t="t" r="r" b="b"/>
            <a:pathLst>
              <a:path w="59" h="81">
                <a:moveTo>
                  <a:pt x="0" y="8"/>
                </a:moveTo>
                <a:lnTo>
                  <a:pt x="0" y="8"/>
                </a:lnTo>
                <a:lnTo>
                  <a:pt x="13" y="78"/>
                </a:lnTo>
                <a:lnTo>
                  <a:pt x="16" y="80"/>
                </a:lnTo>
                <a:lnTo>
                  <a:pt x="38" y="63"/>
                </a:lnTo>
                <a:lnTo>
                  <a:pt x="35" y="45"/>
                </a:lnTo>
                <a:lnTo>
                  <a:pt x="39" y="36"/>
                </a:lnTo>
                <a:lnTo>
                  <a:pt x="44" y="43"/>
                </a:lnTo>
                <a:lnTo>
                  <a:pt x="47" y="58"/>
                </a:lnTo>
                <a:lnTo>
                  <a:pt x="53" y="58"/>
                </a:lnTo>
                <a:lnTo>
                  <a:pt x="58" y="43"/>
                </a:lnTo>
                <a:lnTo>
                  <a:pt x="53" y="25"/>
                </a:lnTo>
                <a:lnTo>
                  <a:pt x="38" y="23"/>
                </a:lnTo>
                <a:lnTo>
                  <a:pt x="29" y="1"/>
                </a:lnTo>
                <a:lnTo>
                  <a:pt x="21" y="0"/>
                </a:lnTo>
                <a:lnTo>
                  <a:pt x="0" y="8"/>
                </a:lnTo>
                <a:lnTo>
                  <a:pt x="0" y="8"/>
                </a:lnTo>
              </a:path>
            </a:pathLst>
          </a:custGeom>
          <a:solidFill>
            <a:srgbClr val="c0007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34" name=""/>
          <p:cNvSpPr/>
          <p:nvPr/>
        </p:nvSpPr>
        <p:spPr>
          <a:xfrm>
            <a:off x="7161120" y="5273640"/>
            <a:ext cx="606600" cy="503280"/>
          </a:xfrm>
          <a:custGeom>
            <a:avLst/>
            <a:gdLst/>
            <a:ahLst/>
            <a:rect l="l" t="t" r="r" b="b"/>
            <a:pathLst>
              <a:path w="382" h="317">
                <a:moveTo>
                  <a:pt x="0" y="74"/>
                </a:moveTo>
                <a:lnTo>
                  <a:pt x="0" y="74"/>
                </a:lnTo>
                <a:lnTo>
                  <a:pt x="17" y="42"/>
                </a:lnTo>
                <a:lnTo>
                  <a:pt x="70" y="11"/>
                </a:lnTo>
                <a:lnTo>
                  <a:pt x="174" y="0"/>
                </a:lnTo>
                <a:lnTo>
                  <a:pt x="215" y="29"/>
                </a:lnTo>
                <a:lnTo>
                  <a:pt x="283" y="18"/>
                </a:lnTo>
                <a:lnTo>
                  <a:pt x="381" y="97"/>
                </a:lnTo>
                <a:lnTo>
                  <a:pt x="354" y="133"/>
                </a:lnTo>
                <a:lnTo>
                  <a:pt x="339" y="159"/>
                </a:lnTo>
                <a:lnTo>
                  <a:pt x="340" y="183"/>
                </a:lnTo>
                <a:lnTo>
                  <a:pt x="314" y="207"/>
                </a:lnTo>
                <a:lnTo>
                  <a:pt x="291" y="242"/>
                </a:lnTo>
                <a:lnTo>
                  <a:pt x="265" y="261"/>
                </a:lnTo>
                <a:lnTo>
                  <a:pt x="251" y="264"/>
                </a:lnTo>
                <a:lnTo>
                  <a:pt x="247" y="285"/>
                </a:lnTo>
                <a:lnTo>
                  <a:pt x="229" y="276"/>
                </a:lnTo>
                <a:lnTo>
                  <a:pt x="246" y="295"/>
                </a:lnTo>
                <a:lnTo>
                  <a:pt x="230" y="316"/>
                </a:lnTo>
                <a:lnTo>
                  <a:pt x="216" y="314"/>
                </a:lnTo>
                <a:lnTo>
                  <a:pt x="207" y="302"/>
                </a:lnTo>
                <a:lnTo>
                  <a:pt x="189" y="270"/>
                </a:lnTo>
                <a:lnTo>
                  <a:pt x="182" y="266"/>
                </a:lnTo>
                <a:lnTo>
                  <a:pt x="161" y="224"/>
                </a:lnTo>
                <a:lnTo>
                  <a:pt x="137" y="205"/>
                </a:lnTo>
                <a:lnTo>
                  <a:pt x="119" y="176"/>
                </a:lnTo>
                <a:lnTo>
                  <a:pt x="73" y="140"/>
                </a:lnTo>
                <a:lnTo>
                  <a:pt x="51" y="107"/>
                </a:lnTo>
                <a:lnTo>
                  <a:pt x="0" y="74"/>
                </a:lnTo>
                <a:lnTo>
                  <a:pt x="0" y="74"/>
                </a:lnTo>
              </a:path>
            </a:pathLst>
          </a:custGeom>
          <a:solidFill>
            <a:srgbClr val="0060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35" name=""/>
          <p:cNvSpPr/>
          <p:nvPr/>
        </p:nvSpPr>
        <p:spPr>
          <a:xfrm>
            <a:off x="4738680" y="3606840"/>
            <a:ext cx="838080" cy="614160"/>
          </a:xfrm>
          <a:custGeom>
            <a:avLst/>
            <a:gdLst/>
            <a:ahLst/>
            <a:rect l="l" t="t" r="r" b="b"/>
            <a:pathLst>
              <a:path w="528" h="387">
                <a:moveTo>
                  <a:pt x="0" y="303"/>
                </a:moveTo>
                <a:lnTo>
                  <a:pt x="0" y="303"/>
                </a:lnTo>
                <a:lnTo>
                  <a:pt x="17" y="95"/>
                </a:lnTo>
                <a:lnTo>
                  <a:pt x="25" y="0"/>
                </a:lnTo>
                <a:lnTo>
                  <a:pt x="259" y="19"/>
                </a:lnTo>
                <a:lnTo>
                  <a:pt x="521" y="28"/>
                </a:lnTo>
                <a:lnTo>
                  <a:pt x="502" y="64"/>
                </a:lnTo>
                <a:lnTo>
                  <a:pt x="527" y="92"/>
                </a:lnTo>
                <a:lnTo>
                  <a:pt x="526" y="281"/>
                </a:lnTo>
                <a:lnTo>
                  <a:pt x="517" y="280"/>
                </a:lnTo>
                <a:lnTo>
                  <a:pt x="517" y="305"/>
                </a:lnTo>
                <a:lnTo>
                  <a:pt x="525" y="323"/>
                </a:lnTo>
                <a:lnTo>
                  <a:pt x="521" y="340"/>
                </a:lnTo>
                <a:lnTo>
                  <a:pt x="525" y="386"/>
                </a:lnTo>
                <a:lnTo>
                  <a:pt x="514" y="382"/>
                </a:lnTo>
                <a:lnTo>
                  <a:pt x="500" y="364"/>
                </a:lnTo>
                <a:lnTo>
                  <a:pt x="475" y="351"/>
                </a:lnTo>
                <a:lnTo>
                  <a:pt x="453" y="345"/>
                </a:lnTo>
                <a:lnTo>
                  <a:pt x="408" y="347"/>
                </a:lnTo>
                <a:lnTo>
                  <a:pt x="383" y="326"/>
                </a:lnTo>
                <a:lnTo>
                  <a:pt x="0" y="303"/>
                </a:lnTo>
                <a:lnTo>
                  <a:pt x="0" y="30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36" name=""/>
          <p:cNvSpPr/>
          <p:nvPr/>
        </p:nvSpPr>
        <p:spPr>
          <a:xfrm>
            <a:off x="6313320" y="5051520"/>
            <a:ext cx="1019520" cy="376200"/>
          </a:xfrm>
          <a:custGeom>
            <a:avLst/>
            <a:gdLst/>
            <a:ahLst/>
            <a:rect l="l" t="t" r="r" b="b"/>
            <a:pathLst>
              <a:path w="642" h="237">
                <a:moveTo>
                  <a:pt x="0" y="236"/>
                </a:moveTo>
                <a:lnTo>
                  <a:pt x="0" y="236"/>
                </a:lnTo>
                <a:lnTo>
                  <a:pt x="12" y="194"/>
                </a:lnTo>
                <a:lnTo>
                  <a:pt x="7" y="191"/>
                </a:lnTo>
                <a:lnTo>
                  <a:pt x="26" y="174"/>
                </a:lnTo>
                <a:lnTo>
                  <a:pt x="43" y="139"/>
                </a:lnTo>
                <a:lnTo>
                  <a:pt x="39" y="129"/>
                </a:lnTo>
                <a:lnTo>
                  <a:pt x="45" y="110"/>
                </a:lnTo>
                <a:lnTo>
                  <a:pt x="48" y="92"/>
                </a:lnTo>
                <a:lnTo>
                  <a:pt x="59" y="78"/>
                </a:lnTo>
                <a:lnTo>
                  <a:pt x="161" y="70"/>
                </a:lnTo>
                <a:lnTo>
                  <a:pt x="161" y="51"/>
                </a:lnTo>
                <a:lnTo>
                  <a:pt x="190" y="52"/>
                </a:lnTo>
                <a:lnTo>
                  <a:pt x="491" y="23"/>
                </a:lnTo>
                <a:lnTo>
                  <a:pt x="641" y="0"/>
                </a:lnTo>
                <a:lnTo>
                  <a:pt x="638" y="23"/>
                </a:lnTo>
                <a:lnTo>
                  <a:pt x="629" y="31"/>
                </a:lnTo>
                <a:lnTo>
                  <a:pt x="614" y="57"/>
                </a:lnTo>
                <a:lnTo>
                  <a:pt x="603" y="53"/>
                </a:lnTo>
                <a:lnTo>
                  <a:pt x="592" y="62"/>
                </a:lnTo>
                <a:lnTo>
                  <a:pt x="585" y="75"/>
                </a:lnTo>
                <a:lnTo>
                  <a:pt x="573" y="65"/>
                </a:lnTo>
                <a:lnTo>
                  <a:pt x="557" y="84"/>
                </a:lnTo>
                <a:lnTo>
                  <a:pt x="553" y="96"/>
                </a:lnTo>
                <a:lnTo>
                  <a:pt x="482" y="142"/>
                </a:lnTo>
                <a:lnTo>
                  <a:pt x="477" y="160"/>
                </a:lnTo>
                <a:lnTo>
                  <a:pt x="457" y="170"/>
                </a:lnTo>
                <a:lnTo>
                  <a:pt x="457" y="193"/>
                </a:lnTo>
                <a:lnTo>
                  <a:pt x="360" y="208"/>
                </a:lnTo>
                <a:lnTo>
                  <a:pt x="162" y="225"/>
                </a:lnTo>
                <a:lnTo>
                  <a:pt x="0" y="236"/>
                </a:lnTo>
                <a:lnTo>
                  <a:pt x="0" y="236"/>
                </a:lnTo>
              </a:path>
            </a:pathLst>
          </a:custGeom>
          <a:solidFill>
            <a:srgbClr val="00c1c2"/>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37" name=""/>
          <p:cNvSpPr/>
          <p:nvPr/>
        </p:nvSpPr>
        <p:spPr>
          <a:xfrm>
            <a:off x="4262400" y="5162400"/>
            <a:ext cx="1666800" cy="1757520"/>
          </a:xfrm>
          <a:custGeom>
            <a:avLst/>
            <a:gdLst/>
            <a:ahLst/>
            <a:rect l="l" t="t" r="r" b="b"/>
            <a:pathLst>
              <a:path w="1050" h="1107">
                <a:moveTo>
                  <a:pt x="6" y="455"/>
                </a:moveTo>
                <a:lnTo>
                  <a:pt x="6" y="455"/>
                </a:lnTo>
                <a:lnTo>
                  <a:pt x="0" y="433"/>
                </a:lnTo>
                <a:lnTo>
                  <a:pt x="19" y="434"/>
                </a:lnTo>
                <a:lnTo>
                  <a:pt x="284" y="463"/>
                </a:lnTo>
                <a:lnTo>
                  <a:pt x="322" y="0"/>
                </a:lnTo>
                <a:lnTo>
                  <a:pt x="549" y="15"/>
                </a:lnTo>
                <a:lnTo>
                  <a:pt x="542" y="214"/>
                </a:lnTo>
                <a:lnTo>
                  <a:pt x="564" y="233"/>
                </a:lnTo>
                <a:lnTo>
                  <a:pt x="587" y="236"/>
                </a:lnTo>
                <a:lnTo>
                  <a:pt x="591" y="229"/>
                </a:lnTo>
                <a:lnTo>
                  <a:pt x="602" y="239"/>
                </a:lnTo>
                <a:lnTo>
                  <a:pt x="602" y="253"/>
                </a:lnTo>
                <a:lnTo>
                  <a:pt x="621" y="255"/>
                </a:lnTo>
                <a:lnTo>
                  <a:pt x="636" y="263"/>
                </a:lnTo>
                <a:lnTo>
                  <a:pt x="649" y="260"/>
                </a:lnTo>
                <a:lnTo>
                  <a:pt x="661" y="270"/>
                </a:lnTo>
                <a:lnTo>
                  <a:pt x="665" y="261"/>
                </a:lnTo>
                <a:lnTo>
                  <a:pt x="686" y="263"/>
                </a:lnTo>
                <a:lnTo>
                  <a:pt x="697" y="288"/>
                </a:lnTo>
                <a:lnTo>
                  <a:pt x="705" y="296"/>
                </a:lnTo>
                <a:lnTo>
                  <a:pt x="718" y="281"/>
                </a:lnTo>
                <a:lnTo>
                  <a:pt x="742" y="300"/>
                </a:lnTo>
                <a:lnTo>
                  <a:pt x="756" y="292"/>
                </a:lnTo>
                <a:lnTo>
                  <a:pt x="762" y="310"/>
                </a:lnTo>
                <a:lnTo>
                  <a:pt x="764" y="296"/>
                </a:lnTo>
                <a:lnTo>
                  <a:pt x="780" y="284"/>
                </a:lnTo>
                <a:lnTo>
                  <a:pt x="783" y="298"/>
                </a:lnTo>
                <a:lnTo>
                  <a:pt x="805" y="294"/>
                </a:lnTo>
                <a:lnTo>
                  <a:pt x="821" y="309"/>
                </a:lnTo>
                <a:lnTo>
                  <a:pt x="864" y="295"/>
                </a:lnTo>
                <a:lnTo>
                  <a:pt x="905" y="292"/>
                </a:lnTo>
                <a:lnTo>
                  <a:pt x="918" y="284"/>
                </a:lnTo>
                <a:lnTo>
                  <a:pt x="948" y="308"/>
                </a:lnTo>
                <a:lnTo>
                  <a:pt x="970" y="316"/>
                </a:lnTo>
                <a:lnTo>
                  <a:pt x="976" y="325"/>
                </a:lnTo>
                <a:lnTo>
                  <a:pt x="1005" y="325"/>
                </a:lnTo>
                <a:lnTo>
                  <a:pt x="1005" y="380"/>
                </a:lnTo>
                <a:lnTo>
                  <a:pt x="1008" y="488"/>
                </a:lnTo>
                <a:lnTo>
                  <a:pt x="1021" y="503"/>
                </a:lnTo>
                <a:lnTo>
                  <a:pt x="1025" y="530"/>
                </a:lnTo>
                <a:lnTo>
                  <a:pt x="1049" y="568"/>
                </a:lnTo>
                <a:lnTo>
                  <a:pt x="1047" y="601"/>
                </a:lnTo>
                <a:lnTo>
                  <a:pt x="1035" y="633"/>
                </a:lnTo>
                <a:lnTo>
                  <a:pt x="1035" y="648"/>
                </a:lnTo>
                <a:lnTo>
                  <a:pt x="1040" y="666"/>
                </a:lnTo>
                <a:lnTo>
                  <a:pt x="1037" y="685"/>
                </a:lnTo>
                <a:lnTo>
                  <a:pt x="1030" y="696"/>
                </a:lnTo>
                <a:lnTo>
                  <a:pt x="1021" y="711"/>
                </a:lnTo>
                <a:lnTo>
                  <a:pt x="1026" y="720"/>
                </a:lnTo>
                <a:lnTo>
                  <a:pt x="983" y="733"/>
                </a:lnTo>
                <a:lnTo>
                  <a:pt x="951" y="755"/>
                </a:lnTo>
                <a:lnTo>
                  <a:pt x="971" y="739"/>
                </a:lnTo>
                <a:lnTo>
                  <a:pt x="948" y="739"/>
                </a:lnTo>
                <a:lnTo>
                  <a:pt x="954" y="709"/>
                </a:lnTo>
                <a:lnTo>
                  <a:pt x="937" y="725"/>
                </a:lnTo>
                <a:lnTo>
                  <a:pt x="930" y="721"/>
                </a:lnTo>
                <a:lnTo>
                  <a:pt x="930" y="741"/>
                </a:lnTo>
                <a:lnTo>
                  <a:pt x="937" y="743"/>
                </a:lnTo>
                <a:lnTo>
                  <a:pt x="938" y="760"/>
                </a:lnTo>
                <a:lnTo>
                  <a:pt x="925" y="771"/>
                </a:lnTo>
                <a:lnTo>
                  <a:pt x="918" y="771"/>
                </a:lnTo>
                <a:lnTo>
                  <a:pt x="915" y="791"/>
                </a:lnTo>
                <a:lnTo>
                  <a:pt x="817" y="855"/>
                </a:lnTo>
                <a:lnTo>
                  <a:pt x="820" y="850"/>
                </a:lnTo>
                <a:lnTo>
                  <a:pt x="864" y="818"/>
                </a:lnTo>
                <a:lnTo>
                  <a:pt x="830" y="838"/>
                </a:lnTo>
                <a:lnTo>
                  <a:pt x="832" y="819"/>
                </a:lnTo>
                <a:lnTo>
                  <a:pt x="822" y="830"/>
                </a:lnTo>
                <a:lnTo>
                  <a:pt x="813" y="823"/>
                </a:lnTo>
                <a:lnTo>
                  <a:pt x="808" y="838"/>
                </a:lnTo>
                <a:lnTo>
                  <a:pt x="793" y="823"/>
                </a:lnTo>
                <a:lnTo>
                  <a:pt x="794" y="836"/>
                </a:lnTo>
                <a:lnTo>
                  <a:pt x="813" y="851"/>
                </a:lnTo>
                <a:lnTo>
                  <a:pt x="792" y="863"/>
                </a:lnTo>
                <a:lnTo>
                  <a:pt x="782" y="846"/>
                </a:lnTo>
                <a:lnTo>
                  <a:pt x="775" y="889"/>
                </a:lnTo>
                <a:lnTo>
                  <a:pt x="766" y="873"/>
                </a:lnTo>
                <a:lnTo>
                  <a:pt x="746" y="878"/>
                </a:lnTo>
                <a:lnTo>
                  <a:pt x="742" y="890"/>
                </a:lnTo>
                <a:lnTo>
                  <a:pt x="751" y="909"/>
                </a:lnTo>
                <a:lnTo>
                  <a:pt x="718" y="911"/>
                </a:lnTo>
                <a:lnTo>
                  <a:pt x="730" y="914"/>
                </a:lnTo>
                <a:lnTo>
                  <a:pt x="731" y="933"/>
                </a:lnTo>
                <a:lnTo>
                  <a:pt x="738" y="928"/>
                </a:lnTo>
                <a:lnTo>
                  <a:pt x="734" y="941"/>
                </a:lnTo>
                <a:lnTo>
                  <a:pt x="718" y="970"/>
                </a:lnTo>
                <a:lnTo>
                  <a:pt x="720" y="956"/>
                </a:lnTo>
                <a:lnTo>
                  <a:pt x="709" y="968"/>
                </a:lnTo>
                <a:lnTo>
                  <a:pt x="696" y="950"/>
                </a:lnTo>
                <a:lnTo>
                  <a:pt x="698" y="970"/>
                </a:lnTo>
                <a:lnTo>
                  <a:pt x="725" y="973"/>
                </a:lnTo>
                <a:lnTo>
                  <a:pt x="713" y="1002"/>
                </a:lnTo>
                <a:lnTo>
                  <a:pt x="724" y="1057"/>
                </a:lnTo>
                <a:lnTo>
                  <a:pt x="746" y="1105"/>
                </a:lnTo>
                <a:lnTo>
                  <a:pt x="717" y="1106"/>
                </a:lnTo>
                <a:lnTo>
                  <a:pt x="687" y="1094"/>
                </a:lnTo>
                <a:lnTo>
                  <a:pt x="660" y="1094"/>
                </a:lnTo>
                <a:lnTo>
                  <a:pt x="626" y="1070"/>
                </a:lnTo>
                <a:lnTo>
                  <a:pt x="582" y="1054"/>
                </a:lnTo>
                <a:lnTo>
                  <a:pt x="577" y="1036"/>
                </a:lnTo>
                <a:lnTo>
                  <a:pt x="568" y="1009"/>
                </a:lnTo>
                <a:lnTo>
                  <a:pt x="553" y="990"/>
                </a:lnTo>
                <a:lnTo>
                  <a:pt x="555" y="970"/>
                </a:lnTo>
                <a:lnTo>
                  <a:pt x="548" y="962"/>
                </a:lnTo>
                <a:lnTo>
                  <a:pt x="549" y="933"/>
                </a:lnTo>
                <a:lnTo>
                  <a:pt x="525" y="912"/>
                </a:lnTo>
                <a:lnTo>
                  <a:pt x="496" y="869"/>
                </a:lnTo>
                <a:lnTo>
                  <a:pt x="451" y="758"/>
                </a:lnTo>
                <a:lnTo>
                  <a:pt x="417" y="729"/>
                </a:lnTo>
                <a:lnTo>
                  <a:pt x="405" y="704"/>
                </a:lnTo>
                <a:lnTo>
                  <a:pt x="375" y="699"/>
                </a:lnTo>
                <a:lnTo>
                  <a:pt x="351" y="696"/>
                </a:lnTo>
                <a:lnTo>
                  <a:pt x="329" y="686"/>
                </a:lnTo>
                <a:lnTo>
                  <a:pt x="322" y="696"/>
                </a:lnTo>
                <a:lnTo>
                  <a:pt x="300" y="696"/>
                </a:lnTo>
                <a:lnTo>
                  <a:pt x="280" y="748"/>
                </a:lnTo>
                <a:lnTo>
                  <a:pt x="258" y="770"/>
                </a:lnTo>
                <a:lnTo>
                  <a:pt x="242" y="770"/>
                </a:lnTo>
                <a:lnTo>
                  <a:pt x="202" y="737"/>
                </a:lnTo>
                <a:lnTo>
                  <a:pt x="186" y="732"/>
                </a:lnTo>
                <a:lnTo>
                  <a:pt x="148" y="694"/>
                </a:lnTo>
                <a:lnTo>
                  <a:pt x="137" y="664"/>
                </a:lnTo>
                <a:lnTo>
                  <a:pt x="137" y="633"/>
                </a:lnTo>
                <a:lnTo>
                  <a:pt x="119" y="587"/>
                </a:lnTo>
                <a:lnTo>
                  <a:pt x="88" y="562"/>
                </a:lnTo>
                <a:lnTo>
                  <a:pt x="44" y="501"/>
                </a:lnTo>
                <a:lnTo>
                  <a:pt x="27" y="492"/>
                </a:lnTo>
                <a:lnTo>
                  <a:pt x="18" y="460"/>
                </a:lnTo>
                <a:lnTo>
                  <a:pt x="6" y="455"/>
                </a:lnTo>
                <a:lnTo>
                  <a:pt x="6" y="455"/>
                </a:lnTo>
              </a:path>
            </a:pathLst>
          </a:custGeom>
          <a:solidFill>
            <a:srgbClr val="82004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38" name=""/>
          <p:cNvSpPr/>
          <p:nvPr/>
        </p:nvSpPr>
        <p:spPr>
          <a:xfrm>
            <a:off x="3476520" y="4079880"/>
            <a:ext cx="676440" cy="914400"/>
          </a:xfrm>
          <a:custGeom>
            <a:avLst/>
            <a:gdLst/>
            <a:ahLst/>
            <a:rect l="l" t="t" r="r" b="b"/>
            <a:pathLst>
              <a:path w="426" h="576">
                <a:moveTo>
                  <a:pt x="0" y="506"/>
                </a:moveTo>
                <a:lnTo>
                  <a:pt x="0" y="506"/>
                </a:lnTo>
                <a:lnTo>
                  <a:pt x="92" y="0"/>
                </a:lnTo>
                <a:lnTo>
                  <a:pt x="301" y="38"/>
                </a:lnTo>
                <a:lnTo>
                  <a:pt x="283" y="141"/>
                </a:lnTo>
                <a:lnTo>
                  <a:pt x="425" y="165"/>
                </a:lnTo>
                <a:lnTo>
                  <a:pt x="371" y="575"/>
                </a:lnTo>
                <a:lnTo>
                  <a:pt x="0" y="506"/>
                </a:lnTo>
                <a:lnTo>
                  <a:pt x="0" y="506"/>
                </a:lnTo>
              </a:path>
            </a:pathLst>
          </a:custGeom>
          <a:solidFill>
            <a:srgbClr val="a1009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39" name=""/>
          <p:cNvSpPr/>
          <p:nvPr/>
        </p:nvSpPr>
        <p:spPr>
          <a:xfrm>
            <a:off x="8012160" y="3456000"/>
            <a:ext cx="195120" cy="409680"/>
          </a:xfrm>
          <a:custGeom>
            <a:avLst/>
            <a:gdLst/>
            <a:ahLst/>
            <a:rect l="l" t="t" r="r" b="b"/>
            <a:pathLst>
              <a:path w="123" h="258">
                <a:moveTo>
                  <a:pt x="0" y="32"/>
                </a:moveTo>
                <a:lnTo>
                  <a:pt x="0" y="32"/>
                </a:lnTo>
                <a:lnTo>
                  <a:pt x="18" y="105"/>
                </a:lnTo>
                <a:lnTo>
                  <a:pt x="24" y="152"/>
                </a:lnTo>
                <a:lnTo>
                  <a:pt x="43" y="200"/>
                </a:lnTo>
                <a:lnTo>
                  <a:pt x="55" y="257"/>
                </a:lnTo>
                <a:lnTo>
                  <a:pt x="110" y="245"/>
                </a:lnTo>
                <a:lnTo>
                  <a:pt x="99" y="156"/>
                </a:lnTo>
                <a:lnTo>
                  <a:pt x="104" y="94"/>
                </a:lnTo>
                <a:lnTo>
                  <a:pt x="120" y="64"/>
                </a:lnTo>
                <a:lnTo>
                  <a:pt x="122" y="0"/>
                </a:lnTo>
                <a:lnTo>
                  <a:pt x="0" y="32"/>
                </a:lnTo>
                <a:lnTo>
                  <a:pt x="0" y="32"/>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1440" name=""/>
          <p:cNvGrpSpPr/>
          <p:nvPr/>
        </p:nvGrpSpPr>
        <p:grpSpPr>
          <a:xfrm>
            <a:off x="7093080" y="4519440"/>
            <a:ext cx="933480" cy="570240"/>
            <a:chOff x="7093080" y="4519440"/>
            <a:chExt cx="933480" cy="570240"/>
          </a:xfrm>
        </p:grpSpPr>
        <p:sp>
          <p:nvSpPr>
            <p:cNvPr id="1441" name=""/>
            <p:cNvSpPr/>
            <p:nvPr/>
          </p:nvSpPr>
          <p:spPr>
            <a:xfrm>
              <a:off x="7093080" y="4519440"/>
              <a:ext cx="922320" cy="570240"/>
            </a:xfrm>
            <a:custGeom>
              <a:avLst/>
              <a:gdLst/>
              <a:ahLst/>
              <a:rect l="l" t="t" r="r" b="b"/>
              <a:pathLst>
                <a:path w="581" h="359">
                  <a:moveTo>
                    <a:pt x="0" y="358"/>
                  </a:moveTo>
                  <a:lnTo>
                    <a:pt x="0" y="358"/>
                  </a:lnTo>
                  <a:lnTo>
                    <a:pt x="54" y="319"/>
                  </a:lnTo>
                  <a:lnTo>
                    <a:pt x="55" y="310"/>
                  </a:lnTo>
                  <a:lnTo>
                    <a:pt x="74" y="283"/>
                  </a:lnTo>
                  <a:lnTo>
                    <a:pt x="93" y="270"/>
                  </a:lnTo>
                  <a:lnTo>
                    <a:pt x="112" y="243"/>
                  </a:lnTo>
                  <a:lnTo>
                    <a:pt x="134" y="270"/>
                  </a:lnTo>
                  <a:lnTo>
                    <a:pt x="161" y="257"/>
                  </a:lnTo>
                  <a:lnTo>
                    <a:pt x="172" y="264"/>
                  </a:lnTo>
                  <a:lnTo>
                    <a:pt x="187" y="257"/>
                  </a:lnTo>
                  <a:lnTo>
                    <a:pt x="199" y="241"/>
                  </a:lnTo>
                  <a:lnTo>
                    <a:pt x="225" y="235"/>
                  </a:lnTo>
                  <a:lnTo>
                    <a:pt x="243" y="213"/>
                  </a:lnTo>
                  <a:lnTo>
                    <a:pt x="232" y="207"/>
                  </a:lnTo>
                  <a:lnTo>
                    <a:pt x="262" y="140"/>
                  </a:lnTo>
                  <a:lnTo>
                    <a:pt x="268" y="106"/>
                  </a:lnTo>
                  <a:lnTo>
                    <a:pt x="294" y="120"/>
                  </a:lnTo>
                  <a:lnTo>
                    <a:pt x="308" y="82"/>
                  </a:lnTo>
                  <a:lnTo>
                    <a:pt x="320" y="78"/>
                  </a:lnTo>
                  <a:lnTo>
                    <a:pt x="340" y="40"/>
                  </a:lnTo>
                  <a:lnTo>
                    <a:pt x="347" y="0"/>
                  </a:lnTo>
                  <a:lnTo>
                    <a:pt x="388" y="26"/>
                  </a:lnTo>
                  <a:lnTo>
                    <a:pt x="395" y="5"/>
                  </a:lnTo>
                  <a:lnTo>
                    <a:pt x="413" y="11"/>
                  </a:lnTo>
                  <a:lnTo>
                    <a:pt x="424" y="27"/>
                  </a:lnTo>
                  <a:lnTo>
                    <a:pt x="443" y="35"/>
                  </a:lnTo>
                  <a:lnTo>
                    <a:pt x="451" y="49"/>
                  </a:lnTo>
                  <a:lnTo>
                    <a:pt x="450" y="60"/>
                  </a:lnTo>
                  <a:lnTo>
                    <a:pt x="437" y="82"/>
                  </a:lnTo>
                  <a:lnTo>
                    <a:pt x="443" y="98"/>
                  </a:lnTo>
                  <a:lnTo>
                    <a:pt x="459" y="90"/>
                  </a:lnTo>
                  <a:lnTo>
                    <a:pt x="464" y="102"/>
                  </a:lnTo>
                  <a:lnTo>
                    <a:pt x="469" y="108"/>
                  </a:lnTo>
                  <a:lnTo>
                    <a:pt x="494" y="110"/>
                  </a:lnTo>
                  <a:lnTo>
                    <a:pt x="502" y="120"/>
                  </a:lnTo>
                  <a:lnTo>
                    <a:pt x="527" y="126"/>
                  </a:lnTo>
                  <a:lnTo>
                    <a:pt x="521" y="135"/>
                  </a:lnTo>
                  <a:lnTo>
                    <a:pt x="523" y="150"/>
                  </a:lnTo>
                  <a:lnTo>
                    <a:pt x="524" y="157"/>
                  </a:lnTo>
                  <a:lnTo>
                    <a:pt x="516" y="155"/>
                  </a:lnTo>
                  <a:lnTo>
                    <a:pt x="499" y="144"/>
                  </a:lnTo>
                  <a:lnTo>
                    <a:pt x="474" y="126"/>
                  </a:lnTo>
                  <a:lnTo>
                    <a:pt x="509" y="162"/>
                  </a:lnTo>
                  <a:lnTo>
                    <a:pt x="528" y="162"/>
                  </a:lnTo>
                  <a:lnTo>
                    <a:pt x="518" y="169"/>
                  </a:lnTo>
                  <a:lnTo>
                    <a:pt x="536" y="178"/>
                  </a:lnTo>
                  <a:lnTo>
                    <a:pt x="536" y="187"/>
                  </a:lnTo>
                  <a:lnTo>
                    <a:pt x="529" y="181"/>
                  </a:lnTo>
                  <a:lnTo>
                    <a:pt x="521" y="182"/>
                  </a:lnTo>
                  <a:lnTo>
                    <a:pt x="523" y="188"/>
                  </a:lnTo>
                  <a:lnTo>
                    <a:pt x="529" y="193"/>
                  </a:lnTo>
                  <a:lnTo>
                    <a:pt x="521" y="198"/>
                  </a:lnTo>
                  <a:lnTo>
                    <a:pt x="502" y="182"/>
                  </a:lnTo>
                  <a:lnTo>
                    <a:pt x="494" y="175"/>
                  </a:lnTo>
                  <a:lnTo>
                    <a:pt x="499" y="183"/>
                  </a:lnTo>
                  <a:lnTo>
                    <a:pt x="518" y="199"/>
                  </a:lnTo>
                  <a:lnTo>
                    <a:pt x="527" y="201"/>
                  </a:lnTo>
                  <a:lnTo>
                    <a:pt x="536" y="205"/>
                  </a:lnTo>
                  <a:lnTo>
                    <a:pt x="536" y="210"/>
                  </a:lnTo>
                  <a:lnTo>
                    <a:pt x="540" y="210"/>
                  </a:lnTo>
                  <a:lnTo>
                    <a:pt x="542" y="214"/>
                  </a:lnTo>
                  <a:lnTo>
                    <a:pt x="534" y="221"/>
                  </a:lnTo>
                  <a:lnTo>
                    <a:pt x="518" y="214"/>
                  </a:lnTo>
                  <a:lnTo>
                    <a:pt x="514" y="207"/>
                  </a:lnTo>
                  <a:lnTo>
                    <a:pt x="494" y="205"/>
                  </a:lnTo>
                  <a:lnTo>
                    <a:pt x="491" y="198"/>
                  </a:lnTo>
                  <a:lnTo>
                    <a:pt x="484" y="207"/>
                  </a:lnTo>
                  <a:lnTo>
                    <a:pt x="511" y="212"/>
                  </a:lnTo>
                  <a:lnTo>
                    <a:pt x="514" y="220"/>
                  </a:lnTo>
                  <a:lnTo>
                    <a:pt x="534" y="231"/>
                  </a:lnTo>
                  <a:lnTo>
                    <a:pt x="541" y="231"/>
                  </a:lnTo>
                  <a:lnTo>
                    <a:pt x="542" y="222"/>
                  </a:lnTo>
                  <a:lnTo>
                    <a:pt x="549" y="225"/>
                  </a:lnTo>
                  <a:lnTo>
                    <a:pt x="565" y="224"/>
                  </a:lnTo>
                  <a:lnTo>
                    <a:pt x="580" y="257"/>
                  </a:lnTo>
                  <a:lnTo>
                    <a:pt x="571" y="251"/>
                  </a:lnTo>
                  <a:lnTo>
                    <a:pt x="567" y="260"/>
                  </a:lnTo>
                  <a:lnTo>
                    <a:pt x="338" y="308"/>
                  </a:lnTo>
                  <a:lnTo>
                    <a:pt x="150" y="335"/>
                  </a:lnTo>
                  <a:lnTo>
                    <a:pt x="0" y="358"/>
                  </a:lnTo>
                  <a:lnTo>
                    <a:pt x="0" y="358"/>
                  </a:lnTo>
                </a:path>
              </a:pathLst>
            </a:custGeom>
            <a:solidFill>
              <a:srgbClr val="0060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42" name=""/>
            <p:cNvSpPr/>
            <p:nvPr/>
          </p:nvSpPr>
          <p:spPr>
            <a:xfrm>
              <a:off x="7974000" y="4676760"/>
              <a:ext cx="52560" cy="165240"/>
            </a:xfrm>
            <a:custGeom>
              <a:avLst/>
              <a:gdLst/>
              <a:ahLst/>
              <a:rect l="l" t="t" r="r" b="b"/>
              <a:pathLst>
                <a:path w="33" h="104">
                  <a:moveTo>
                    <a:pt x="0" y="58"/>
                  </a:moveTo>
                  <a:lnTo>
                    <a:pt x="0" y="58"/>
                  </a:lnTo>
                  <a:lnTo>
                    <a:pt x="0" y="90"/>
                  </a:lnTo>
                  <a:lnTo>
                    <a:pt x="9" y="103"/>
                  </a:lnTo>
                  <a:lnTo>
                    <a:pt x="12" y="66"/>
                  </a:lnTo>
                  <a:lnTo>
                    <a:pt x="24" y="49"/>
                  </a:lnTo>
                  <a:lnTo>
                    <a:pt x="32" y="0"/>
                  </a:lnTo>
                  <a:lnTo>
                    <a:pt x="15" y="11"/>
                  </a:lnTo>
                  <a:lnTo>
                    <a:pt x="0" y="58"/>
                  </a:lnTo>
                  <a:lnTo>
                    <a:pt x="0" y="58"/>
                  </a:lnTo>
                </a:path>
              </a:pathLst>
            </a:custGeom>
            <a:solidFill>
              <a:srgbClr val="0060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nvGrpSpPr>
          <p:cNvPr id="1443" name=""/>
          <p:cNvGrpSpPr/>
          <p:nvPr/>
        </p:nvGrpSpPr>
        <p:grpSpPr>
          <a:xfrm>
            <a:off x="2741760" y="2736720"/>
            <a:ext cx="796680" cy="628920"/>
            <a:chOff x="2741760" y="2736720"/>
            <a:chExt cx="796680" cy="628920"/>
          </a:xfrm>
        </p:grpSpPr>
        <p:sp>
          <p:nvSpPr>
            <p:cNvPr id="1444" name=""/>
            <p:cNvSpPr/>
            <p:nvPr/>
          </p:nvSpPr>
          <p:spPr>
            <a:xfrm>
              <a:off x="2741760" y="2736720"/>
              <a:ext cx="796680" cy="628920"/>
            </a:xfrm>
            <a:custGeom>
              <a:avLst/>
              <a:gdLst/>
              <a:ahLst/>
              <a:rect l="l" t="t" r="r" b="b"/>
              <a:pathLst>
                <a:path w="502" h="396">
                  <a:moveTo>
                    <a:pt x="10" y="67"/>
                  </a:moveTo>
                  <a:lnTo>
                    <a:pt x="10" y="67"/>
                  </a:lnTo>
                  <a:lnTo>
                    <a:pt x="18" y="85"/>
                  </a:lnTo>
                  <a:lnTo>
                    <a:pt x="16" y="109"/>
                  </a:lnTo>
                  <a:lnTo>
                    <a:pt x="16" y="131"/>
                  </a:lnTo>
                  <a:lnTo>
                    <a:pt x="18" y="139"/>
                  </a:lnTo>
                  <a:lnTo>
                    <a:pt x="13" y="168"/>
                  </a:lnTo>
                  <a:lnTo>
                    <a:pt x="23" y="162"/>
                  </a:lnTo>
                  <a:lnTo>
                    <a:pt x="34" y="175"/>
                  </a:lnTo>
                  <a:lnTo>
                    <a:pt x="21" y="177"/>
                  </a:lnTo>
                  <a:lnTo>
                    <a:pt x="11" y="175"/>
                  </a:lnTo>
                  <a:lnTo>
                    <a:pt x="11" y="187"/>
                  </a:lnTo>
                  <a:lnTo>
                    <a:pt x="10" y="195"/>
                  </a:lnTo>
                  <a:lnTo>
                    <a:pt x="24" y="195"/>
                  </a:lnTo>
                  <a:lnTo>
                    <a:pt x="25" y="201"/>
                  </a:lnTo>
                  <a:lnTo>
                    <a:pt x="16" y="205"/>
                  </a:lnTo>
                  <a:lnTo>
                    <a:pt x="16" y="218"/>
                  </a:lnTo>
                  <a:lnTo>
                    <a:pt x="9" y="231"/>
                  </a:lnTo>
                  <a:lnTo>
                    <a:pt x="5" y="231"/>
                  </a:lnTo>
                  <a:lnTo>
                    <a:pt x="9" y="209"/>
                  </a:lnTo>
                  <a:lnTo>
                    <a:pt x="6" y="204"/>
                  </a:lnTo>
                  <a:lnTo>
                    <a:pt x="0" y="233"/>
                  </a:lnTo>
                  <a:lnTo>
                    <a:pt x="11" y="246"/>
                  </a:lnTo>
                  <a:lnTo>
                    <a:pt x="34" y="255"/>
                  </a:lnTo>
                  <a:lnTo>
                    <a:pt x="35" y="265"/>
                  </a:lnTo>
                  <a:lnTo>
                    <a:pt x="45" y="265"/>
                  </a:lnTo>
                  <a:lnTo>
                    <a:pt x="65" y="306"/>
                  </a:lnTo>
                  <a:lnTo>
                    <a:pt x="61" y="320"/>
                  </a:lnTo>
                  <a:lnTo>
                    <a:pt x="90" y="346"/>
                  </a:lnTo>
                  <a:lnTo>
                    <a:pt x="142" y="344"/>
                  </a:lnTo>
                  <a:lnTo>
                    <a:pt x="180" y="363"/>
                  </a:lnTo>
                  <a:lnTo>
                    <a:pt x="198" y="360"/>
                  </a:lnTo>
                  <a:lnTo>
                    <a:pt x="313" y="363"/>
                  </a:lnTo>
                  <a:lnTo>
                    <a:pt x="443" y="395"/>
                  </a:lnTo>
                  <a:lnTo>
                    <a:pt x="448" y="354"/>
                  </a:lnTo>
                  <a:lnTo>
                    <a:pt x="501" y="97"/>
                  </a:lnTo>
                  <a:lnTo>
                    <a:pt x="152" y="0"/>
                  </a:lnTo>
                  <a:lnTo>
                    <a:pt x="150" y="0"/>
                  </a:lnTo>
                  <a:lnTo>
                    <a:pt x="151" y="8"/>
                  </a:lnTo>
                  <a:lnTo>
                    <a:pt x="148" y="9"/>
                  </a:lnTo>
                  <a:lnTo>
                    <a:pt x="151" y="14"/>
                  </a:lnTo>
                  <a:lnTo>
                    <a:pt x="151" y="19"/>
                  </a:lnTo>
                  <a:lnTo>
                    <a:pt x="151" y="28"/>
                  </a:lnTo>
                  <a:lnTo>
                    <a:pt x="156" y="24"/>
                  </a:lnTo>
                  <a:lnTo>
                    <a:pt x="164" y="28"/>
                  </a:lnTo>
                  <a:lnTo>
                    <a:pt x="161" y="38"/>
                  </a:lnTo>
                  <a:lnTo>
                    <a:pt x="162" y="44"/>
                  </a:lnTo>
                  <a:lnTo>
                    <a:pt x="155" y="58"/>
                  </a:lnTo>
                  <a:lnTo>
                    <a:pt x="146" y="49"/>
                  </a:lnTo>
                  <a:lnTo>
                    <a:pt x="144" y="50"/>
                  </a:lnTo>
                  <a:lnTo>
                    <a:pt x="144" y="56"/>
                  </a:lnTo>
                  <a:lnTo>
                    <a:pt x="151" y="58"/>
                  </a:lnTo>
                  <a:lnTo>
                    <a:pt x="157" y="76"/>
                  </a:lnTo>
                  <a:lnTo>
                    <a:pt x="153" y="97"/>
                  </a:lnTo>
                  <a:lnTo>
                    <a:pt x="156" y="101"/>
                  </a:lnTo>
                  <a:lnTo>
                    <a:pt x="161" y="102"/>
                  </a:lnTo>
                  <a:lnTo>
                    <a:pt x="158" y="107"/>
                  </a:lnTo>
                  <a:lnTo>
                    <a:pt x="153" y="109"/>
                  </a:lnTo>
                  <a:lnTo>
                    <a:pt x="144" y="122"/>
                  </a:lnTo>
                  <a:lnTo>
                    <a:pt x="144" y="126"/>
                  </a:lnTo>
                  <a:lnTo>
                    <a:pt x="142" y="136"/>
                  </a:lnTo>
                  <a:lnTo>
                    <a:pt x="138" y="137"/>
                  </a:lnTo>
                  <a:lnTo>
                    <a:pt x="142" y="141"/>
                  </a:lnTo>
                  <a:lnTo>
                    <a:pt x="138" y="143"/>
                  </a:lnTo>
                  <a:lnTo>
                    <a:pt x="137" y="166"/>
                  </a:lnTo>
                  <a:lnTo>
                    <a:pt x="128" y="170"/>
                  </a:lnTo>
                  <a:lnTo>
                    <a:pt x="128" y="177"/>
                  </a:lnTo>
                  <a:lnTo>
                    <a:pt x="122" y="168"/>
                  </a:lnTo>
                  <a:lnTo>
                    <a:pt x="122" y="173"/>
                  </a:lnTo>
                  <a:lnTo>
                    <a:pt x="108" y="187"/>
                  </a:lnTo>
                  <a:lnTo>
                    <a:pt x="104" y="185"/>
                  </a:lnTo>
                  <a:lnTo>
                    <a:pt x="101" y="178"/>
                  </a:lnTo>
                  <a:lnTo>
                    <a:pt x="99" y="182"/>
                  </a:lnTo>
                  <a:lnTo>
                    <a:pt x="96" y="178"/>
                  </a:lnTo>
                  <a:lnTo>
                    <a:pt x="93" y="188"/>
                  </a:lnTo>
                  <a:lnTo>
                    <a:pt x="91" y="187"/>
                  </a:lnTo>
                  <a:lnTo>
                    <a:pt x="91" y="181"/>
                  </a:lnTo>
                  <a:lnTo>
                    <a:pt x="87" y="182"/>
                  </a:lnTo>
                  <a:lnTo>
                    <a:pt x="93" y="175"/>
                  </a:lnTo>
                  <a:lnTo>
                    <a:pt x="86" y="175"/>
                  </a:lnTo>
                  <a:lnTo>
                    <a:pt x="91" y="170"/>
                  </a:lnTo>
                  <a:lnTo>
                    <a:pt x="84" y="169"/>
                  </a:lnTo>
                  <a:lnTo>
                    <a:pt x="88" y="163"/>
                  </a:lnTo>
                  <a:lnTo>
                    <a:pt x="94" y="169"/>
                  </a:lnTo>
                  <a:lnTo>
                    <a:pt x="97" y="162"/>
                  </a:lnTo>
                  <a:lnTo>
                    <a:pt x="108" y="157"/>
                  </a:lnTo>
                  <a:lnTo>
                    <a:pt x="103" y="170"/>
                  </a:lnTo>
                  <a:lnTo>
                    <a:pt x="105" y="177"/>
                  </a:lnTo>
                  <a:lnTo>
                    <a:pt x="109" y="163"/>
                  </a:lnTo>
                  <a:lnTo>
                    <a:pt x="119" y="159"/>
                  </a:lnTo>
                  <a:lnTo>
                    <a:pt x="113" y="167"/>
                  </a:lnTo>
                  <a:lnTo>
                    <a:pt x="119" y="173"/>
                  </a:lnTo>
                  <a:lnTo>
                    <a:pt x="119" y="165"/>
                  </a:lnTo>
                  <a:lnTo>
                    <a:pt x="125" y="159"/>
                  </a:lnTo>
                  <a:lnTo>
                    <a:pt x="129" y="149"/>
                  </a:lnTo>
                  <a:lnTo>
                    <a:pt x="127" y="143"/>
                  </a:lnTo>
                  <a:lnTo>
                    <a:pt x="119" y="143"/>
                  </a:lnTo>
                  <a:lnTo>
                    <a:pt x="120" y="135"/>
                  </a:lnTo>
                  <a:lnTo>
                    <a:pt x="126" y="140"/>
                  </a:lnTo>
                  <a:lnTo>
                    <a:pt x="127" y="123"/>
                  </a:lnTo>
                  <a:lnTo>
                    <a:pt x="138" y="124"/>
                  </a:lnTo>
                  <a:lnTo>
                    <a:pt x="138" y="113"/>
                  </a:lnTo>
                  <a:lnTo>
                    <a:pt x="134" y="102"/>
                  </a:lnTo>
                  <a:lnTo>
                    <a:pt x="134" y="118"/>
                  </a:lnTo>
                  <a:lnTo>
                    <a:pt x="130" y="116"/>
                  </a:lnTo>
                  <a:lnTo>
                    <a:pt x="122" y="120"/>
                  </a:lnTo>
                  <a:lnTo>
                    <a:pt x="118" y="129"/>
                  </a:lnTo>
                  <a:lnTo>
                    <a:pt x="111" y="129"/>
                  </a:lnTo>
                  <a:lnTo>
                    <a:pt x="99" y="138"/>
                  </a:lnTo>
                  <a:lnTo>
                    <a:pt x="89" y="149"/>
                  </a:lnTo>
                  <a:lnTo>
                    <a:pt x="106" y="150"/>
                  </a:lnTo>
                  <a:lnTo>
                    <a:pt x="91" y="155"/>
                  </a:lnTo>
                  <a:lnTo>
                    <a:pt x="84" y="151"/>
                  </a:lnTo>
                  <a:lnTo>
                    <a:pt x="99" y="129"/>
                  </a:lnTo>
                  <a:lnTo>
                    <a:pt x="109" y="123"/>
                  </a:lnTo>
                  <a:lnTo>
                    <a:pt x="119" y="111"/>
                  </a:lnTo>
                  <a:lnTo>
                    <a:pt x="121" y="119"/>
                  </a:lnTo>
                  <a:lnTo>
                    <a:pt x="127" y="113"/>
                  </a:lnTo>
                  <a:lnTo>
                    <a:pt x="134" y="97"/>
                  </a:lnTo>
                  <a:lnTo>
                    <a:pt x="131" y="87"/>
                  </a:lnTo>
                  <a:lnTo>
                    <a:pt x="130" y="96"/>
                  </a:lnTo>
                  <a:lnTo>
                    <a:pt x="127" y="94"/>
                  </a:lnTo>
                  <a:lnTo>
                    <a:pt x="129" y="82"/>
                  </a:lnTo>
                  <a:lnTo>
                    <a:pt x="125" y="82"/>
                  </a:lnTo>
                  <a:lnTo>
                    <a:pt x="125" y="94"/>
                  </a:lnTo>
                  <a:lnTo>
                    <a:pt x="119" y="97"/>
                  </a:lnTo>
                  <a:lnTo>
                    <a:pt x="119" y="85"/>
                  </a:lnTo>
                  <a:lnTo>
                    <a:pt x="115" y="82"/>
                  </a:lnTo>
                  <a:lnTo>
                    <a:pt x="113" y="87"/>
                  </a:lnTo>
                  <a:lnTo>
                    <a:pt x="107" y="75"/>
                  </a:lnTo>
                  <a:lnTo>
                    <a:pt x="96" y="74"/>
                  </a:lnTo>
                  <a:lnTo>
                    <a:pt x="51" y="49"/>
                  </a:lnTo>
                  <a:lnTo>
                    <a:pt x="21" y="18"/>
                  </a:lnTo>
                  <a:lnTo>
                    <a:pt x="11" y="40"/>
                  </a:lnTo>
                  <a:lnTo>
                    <a:pt x="10" y="67"/>
                  </a:lnTo>
                  <a:lnTo>
                    <a:pt x="10" y="67"/>
                  </a:lnTo>
                </a:path>
              </a:pathLst>
            </a:custGeom>
            <a:solidFill>
              <a:srgbClr val="a1009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45" name=""/>
            <p:cNvSpPr/>
            <p:nvPr/>
          </p:nvSpPr>
          <p:spPr>
            <a:xfrm>
              <a:off x="2927520" y="2771640"/>
              <a:ext cx="37800" cy="52560"/>
            </a:xfrm>
            <a:custGeom>
              <a:avLst/>
              <a:gdLst/>
              <a:ahLst/>
              <a:rect l="l" t="t" r="r" b="b"/>
              <a:pathLst>
                <a:path w="24" h="33">
                  <a:moveTo>
                    <a:pt x="0" y="13"/>
                  </a:moveTo>
                  <a:lnTo>
                    <a:pt x="0" y="13"/>
                  </a:lnTo>
                  <a:lnTo>
                    <a:pt x="18" y="0"/>
                  </a:lnTo>
                  <a:lnTo>
                    <a:pt x="23" y="12"/>
                  </a:lnTo>
                  <a:lnTo>
                    <a:pt x="18" y="32"/>
                  </a:lnTo>
                  <a:lnTo>
                    <a:pt x="0" y="13"/>
                  </a:lnTo>
                  <a:lnTo>
                    <a:pt x="0" y="13"/>
                  </a:lnTo>
                </a:path>
              </a:pathLst>
            </a:custGeom>
            <a:solidFill>
              <a:srgbClr val="a1009f"/>
            </a:solidFill>
            <a:ln w="31680">
              <a:solidFill>
                <a:srgbClr val="000000"/>
              </a:solidFill>
              <a:round/>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1446" name=""/>
            <p:cNvSpPr/>
            <p:nvPr/>
          </p:nvSpPr>
          <p:spPr>
            <a:xfrm>
              <a:off x="2952720" y="2832120"/>
              <a:ext cx="27000" cy="68400"/>
            </a:xfrm>
            <a:custGeom>
              <a:avLst/>
              <a:gdLst/>
              <a:ahLst/>
              <a:rect l="l" t="t" r="r" b="b"/>
              <a:pathLst>
                <a:path w="17" h="43">
                  <a:moveTo>
                    <a:pt x="0" y="12"/>
                  </a:moveTo>
                  <a:lnTo>
                    <a:pt x="0" y="12"/>
                  </a:lnTo>
                  <a:lnTo>
                    <a:pt x="9" y="0"/>
                  </a:lnTo>
                  <a:lnTo>
                    <a:pt x="16" y="7"/>
                  </a:lnTo>
                  <a:lnTo>
                    <a:pt x="12" y="42"/>
                  </a:lnTo>
                  <a:lnTo>
                    <a:pt x="0" y="12"/>
                  </a:lnTo>
                  <a:lnTo>
                    <a:pt x="0" y="12"/>
                  </a:lnTo>
                </a:path>
              </a:pathLst>
            </a:custGeom>
            <a:solidFill>
              <a:srgbClr val="a1009f"/>
            </a:solidFill>
            <a:ln w="31680">
              <a:solidFill>
                <a:srgbClr val="000000"/>
              </a:solidFill>
              <a:round/>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grpSp>
      <p:sp>
        <p:nvSpPr>
          <p:cNvPr id="1447" name=""/>
          <p:cNvSpPr/>
          <p:nvPr/>
        </p:nvSpPr>
        <p:spPr>
          <a:xfrm>
            <a:off x="7183440" y="4371840"/>
            <a:ext cx="538200" cy="578160"/>
          </a:xfrm>
          <a:custGeom>
            <a:avLst/>
            <a:gdLst/>
            <a:ahLst/>
            <a:rect l="l" t="t" r="r" b="b"/>
            <a:pathLst>
              <a:path w="339" h="364">
                <a:moveTo>
                  <a:pt x="0" y="253"/>
                </a:moveTo>
                <a:lnTo>
                  <a:pt x="0" y="253"/>
                </a:lnTo>
                <a:lnTo>
                  <a:pt x="13" y="300"/>
                </a:lnTo>
                <a:lnTo>
                  <a:pt x="27" y="318"/>
                </a:lnTo>
                <a:lnTo>
                  <a:pt x="55" y="336"/>
                </a:lnTo>
                <a:lnTo>
                  <a:pt x="77" y="363"/>
                </a:lnTo>
                <a:lnTo>
                  <a:pt x="104" y="350"/>
                </a:lnTo>
                <a:lnTo>
                  <a:pt x="115" y="357"/>
                </a:lnTo>
                <a:lnTo>
                  <a:pt x="130" y="350"/>
                </a:lnTo>
                <a:lnTo>
                  <a:pt x="142" y="334"/>
                </a:lnTo>
                <a:lnTo>
                  <a:pt x="168" y="328"/>
                </a:lnTo>
                <a:lnTo>
                  <a:pt x="186" y="306"/>
                </a:lnTo>
                <a:lnTo>
                  <a:pt x="175" y="300"/>
                </a:lnTo>
                <a:lnTo>
                  <a:pt x="205" y="233"/>
                </a:lnTo>
                <a:lnTo>
                  <a:pt x="211" y="199"/>
                </a:lnTo>
                <a:lnTo>
                  <a:pt x="237" y="213"/>
                </a:lnTo>
                <a:lnTo>
                  <a:pt x="251" y="175"/>
                </a:lnTo>
                <a:lnTo>
                  <a:pt x="263" y="171"/>
                </a:lnTo>
                <a:lnTo>
                  <a:pt x="283" y="133"/>
                </a:lnTo>
                <a:lnTo>
                  <a:pt x="290" y="93"/>
                </a:lnTo>
                <a:lnTo>
                  <a:pt x="331" y="119"/>
                </a:lnTo>
                <a:lnTo>
                  <a:pt x="338" y="98"/>
                </a:lnTo>
                <a:lnTo>
                  <a:pt x="327" y="81"/>
                </a:lnTo>
                <a:lnTo>
                  <a:pt x="308" y="72"/>
                </a:lnTo>
                <a:lnTo>
                  <a:pt x="285" y="75"/>
                </a:lnTo>
                <a:lnTo>
                  <a:pt x="277" y="88"/>
                </a:lnTo>
                <a:lnTo>
                  <a:pt x="237" y="101"/>
                </a:lnTo>
                <a:lnTo>
                  <a:pt x="211" y="135"/>
                </a:lnTo>
                <a:lnTo>
                  <a:pt x="204" y="81"/>
                </a:lnTo>
                <a:lnTo>
                  <a:pt x="130" y="94"/>
                </a:lnTo>
                <a:lnTo>
                  <a:pt x="117" y="0"/>
                </a:lnTo>
                <a:lnTo>
                  <a:pt x="107" y="9"/>
                </a:lnTo>
                <a:lnTo>
                  <a:pt x="112" y="26"/>
                </a:lnTo>
                <a:lnTo>
                  <a:pt x="103" y="111"/>
                </a:lnTo>
                <a:lnTo>
                  <a:pt x="90" y="129"/>
                </a:lnTo>
                <a:lnTo>
                  <a:pt x="50" y="160"/>
                </a:lnTo>
                <a:lnTo>
                  <a:pt x="43" y="197"/>
                </a:lnTo>
                <a:lnTo>
                  <a:pt x="27" y="188"/>
                </a:lnTo>
                <a:lnTo>
                  <a:pt x="23" y="229"/>
                </a:lnTo>
                <a:lnTo>
                  <a:pt x="0" y="253"/>
                </a:lnTo>
                <a:lnTo>
                  <a:pt x="0" y="253"/>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48" name=""/>
          <p:cNvSpPr/>
          <p:nvPr/>
        </p:nvSpPr>
        <p:spPr>
          <a:xfrm>
            <a:off x="5950080" y="3473280"/>
            <a:ext cx="631800" cy="727200"/>
          </a:xfrm>
          <a:custGeom>
            <a:avLst/>
            <a:gdLst/>
            <a:ahLst/>
            <a:rect l="l" t="t" r="r" b="b"/>
            <a:pathLst>
              <a:path w="398" h="458">
                <a:moveTo>
                  <a:pt x="0" y="140"/>
                </a:moveTo>
                <a:lnTo>
                  <a:pt x="0" y="140"/>
                </a:lnTo>
                <a:lnTo>
                  <a:pt x="9" y="176"/>
                </a:lnTo>
                <a:lnTo>
                  <a:pt x="9" y="231"/>
                </a:lnTo>
                <a:lnTo>
                  <a:pt x="57" y="262"/>
                </a:lnTo>
                <a:lnTo>
                  <a:pt x="76" y="285"/>
                </a:lnTo>
                <a:lnTo>
                  <a:pt x="103" y="306"/>
                </a:lnTo>
                <a:lnTo>
                  <a:pt x="114" y="319"/>
                </a:lnTo>
                <a:lnTo>
                  <a:pt x="121" y="354"/>
                </a:lnTo>
                <a:lnTo>
                  <a:pt x="129" y="409"/>
                </a:lnTo>
                <a:lnTo>
                  <a:pt x="165" y="457"/>
                </a:lnTo>
                <a:lnTo>
                  <a:pt x="363" y="442"/>
                </a:lnTo>
                <a:lnTo>
                  <a:pt x="352" y="370"/>
                </a:lnTo>
                <a:lnTo>
                  <a:pt x="358" y="299"/>
                </a:lnTo>
                <a:lnTo>
                  <a:pt x="370" y="265"/>
                </a:lnTo>
                <a:lnTo>
                  <a:pt x="369" y="237"/>
                </a:lnTo>
                <a:lnTo>
                  <a:pt x="394" y="172"/>
                </a:lnTo>
                <a:lnTo>
                  <a:pt x="397" y="155"/>
                </a:lnTo>
                <a:lnTo>
                  <a:pt x="391" y="150"/>
                </a:lnTo>
                <a:lnTo>
                  <a:pt x="379" y="164"/>
                </a:lnTo>
                <a:lnTo>
                  <a:pt x="373" y="199"/>
                </a:lnTo>
                <a:lnTo>
                  <a:pt x="357" y="202"/>
                </a:lnTo>
                <a:lnTo>
                  <a:pt x="350" y="222"/>
                </a:lnTo>
                <a:lnTo>
                  <a:pt x="332" y="235"/>
                </a:lnTo>
                <a:lnTo>
                  <a:pt x="333" y="213"/>
                </a:lnTo>
                <a:lnTo>
                  <a:pt x="344" y="193"/>
                </a:lnTo>
                <a:lnTo>
                  <a:pt x="355" y="183"/>
                </a:lnTo>
                <a:lnTo>
                  <a:pt x="358" y="176"/>
                </a:lnTo>
                <a:lnTo>
                  <a:pt x="336" y="112"/>
                </a:lnTo>
                <a:lnTo>
                  <a:pt x="320" y="106"/>
                </a:lnTo>
                <a:lnTo>
                  <a:pt x="314" y="93"/>
                </a:lnTo>
                <a:lnTo>
                  <a:pt x="277" y="89"/>
                </a:lnTo>
                <a:lnTo>
                  <a:pt x="194" y="64"/>
                </a:lnTo>
                <a:lnTo>
                  <a:pt x="161" y="38"/>
                </a:lnTo>
                <a:lnTo>
                  <a:pt x="142" y="29"/>
                </a:lnTo>
                <a:lnTo>
                  <a:pt x="130" y="38"/>
                </a:lnTo>
                <a:lnTo>
                  <a:pt x="126" y="35"/>
                </a:lnTo>
                <a:lnTo>
                  <a:pt x="133" y="29"/>
                </a:lnTo>
                <a:lnTo>
                  <a:pt x="133" y="18"/>
                </a:lnTo>
                <a:lnTo>
                  <a:pt x="137" y="13"/>
                </a:lnTo>
                <a:lnTo>
                  <a:pt x="137" y="5"/>
                </a:lnTo>
                <a:lnTo>
                  <a:pt x="132" y="0"/>
                </a:lnTo>
                <a:lnTo>
                  <a:pt x="85" y="25"/>
                </a:lnTo>
                <a:lnTo>
                  <a:pt x="69" y="31"/>
                </a:lnTo>
                <a:lnTo>
                  <a:pt x="61" y="32"/>
                </a:lnTo>
                <a:lnTo>
                  <a:pt x="49" y="26"/>
                </a:lnTo>
                <a:lnTo>
                  <a:pt x="47" y="31"/>
                </a:lnTo>
                <a:lnTo>
                  <a:pt x="46" y="26"/>
                </a:lnTo>
                <a:lnTo>
                  <a:pt x="36" y="34"/>
                </a:lnTo>
                <a:lnTo>
                  <a:pt x="39" y="86"/>
                </a:lnTo>
                <a:lnTo>
                  <a:pt x="0" y="140"/>
                </a:lnTo>
                <a:lnTo>
                  <a:pt x="0" y="140"/>
                </a:lnTo>
              </a:path>
            </a:pathLst>
          </a:custGeom>
          <a:solidFill>
            <a:srgbClr val="e262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49" name=""/>
          <p:cNvSpPr/>
          <p:nvPr/>
        </p:nvSpPr>
        <p:spPr>
          <a:xfrm>
            <a:off x="3925800" y="3659040"/>
            <a:ext cx="841320" cy="755640"/>
          </a:xfrm>
          <a:custGeom>
            <a:avLst/>
            <a:gdLst/>
            <a:ahLst/>
            <a:rect l="l" t="t" r="r" b="b"/>
            <a:pathLst>
              <a:path w="530" h="476">
                <a:moveTo>
                  <a:pt x="0" y="406"/>
                </a:moveTo>
                <a:lnTo>
                  <a:pt x="0" y="406"/>
                </a:lnTo>
                <a:lnTo>
                  <a:pt x="18" y="303"/>
                </a:lnTo>
                <a:lnTo>
                  <a:pt x="55" y="51"/>
                </a:lnTo>
                <a:lnTo>
                  <a:pt x="63" y="0"/>
                </a:lnTo>
                <a:lnTo>
                  <a:pt x="271" y="33"/>
                </a:lnTo>
                <a:lnTo>
                  <a:pt x="529" y="62"/>
                </a:lnTo>
                <a:lnTo>
                  <a:pt x="512" y="270"/>
                </a:lnTo>
                <a:lnTo>
                  <a:pt x="493" y="475"/>
                </a:lnTo>
                <a:lnTo>
                  <a:pt x="142" y="430"/>
                </a:lnTo>
                <a:lnTo>
                  <a:pt x="0" y="406"/>
                </a:lnTo>
                <a:lnTo>
                  <a:pt x="0" y="40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50" name=""/>
          <p:cNvSpPr/>
          <p:nvPr/>
        </p:nvSpPr>
        <p:spPr>
          <a:xfrm>
            <a:off x="5614920" y="5416560"/>
            <a:ext cx="111240" cy="6480"/>
          </a:xfrm>
          <a:prstGeom prst="ellipse">
            <a:avLst/>
          </a:prstGeom>
          <a:solidFill>
            <a:srgbClr val="c0c0c0"/>
          </a:solidFill>
          <a:ln w="18360">
            <a:solidFill>
              <a:srgbClr val="c0c0c0"/>
            </a:solidFill>
            <a:miter/>
          </a:ln>
        </p:spPr>
        <p:style>
          <a:lnRef idx="0"/>
          <a:fillRef idx="0"/>
          <a:effectRef idx="0"/>
          <a:fontRef idx="minor"/>
        </p:style>
        <p:txBody>
          <a:bodyPr wrap="none" lIns="90000" rIns="90000" tIns="-41760" bIns="-41760" anchor="ctr">
            <a:noAutofit/>
          </a:bodyPr>
          <a:p>
            <a:endParaRPr b="0" lang="en-IN" sz="2400" strike="noStrike" u="none">
              <a:solidFill>
                <a:srgbClr val="ffffff"/>
              </a:solidFill>
              <a:effectLst/>
              <a:uFillTx/>
              <a:latin typeface="Times New Roman"/>
            </a:endParaRPr>
          </a:p>
        </p:txBody>
      </p:sp>
      <p:sp>
        <p:nvSpPr>
          <p:cNvPr id="1451" name=""/>
          <p:cNvSpPr/>
          <p:nvPr/>
        </p:nvSpPr>
        <p:spPr>
          <a:xfrm>
            <a:off x="3213000" y="3243240"/>
            <a:ext cx="758880" cy="5158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3200" strike="noStrike" u="none">
                <a:solidFill>
                  <a:srgbClr val="ffffff"/>
                </a:solidFill>
                <a:effectLst/>
                <a:uFillTx/>
                <a:latin typeface="Arial"/>
              </a:rPr>
              <a:t>NW</a:t>
            </a:r>
            <a:endParaRPr b="0" lang="en-IN" sz="3200" strike="noStrike" u="none">
              <a:solidFill>
                <a:srgbClr val="ffffff"/>
              </a:solidFill>
              <a:effectLst/>
              <a:uFillTx/>
              <a:latin typeface="Times New Roman"/>
            </a:endParaRPr>
          </a:p>
        </p:txBody>
      </p:sp>
      <p:sp>
        <p:nvSpPr>
          <p:cNvPr id="1452" name=""/>
          <p:cNvSpPr/>
          <p:nvPr/>
        </p:nvSpPr>
        <p:spPr>
          <a:xfrm>
            <a:off x="5014800" y="4273560"/>
            <a:ext cx="397080" cy="6062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3800" strike="noStrike" u="none">
                <a:solidFill>
                  <a:srgbClr val="ffffff"/>
                </a:solidFill>
                <a:effectLst/>
                <a:uFillTx/>
                <a:latin typeface="Arial"/>
              </a:rPr>
              <a:t>C</a:t>
            </a:r>
            <a:endParaRPr b="0" lang="en-IN" sz="3800" strike="noStrike" u="none">
              <a:solidFill>
                <a:srgbClr val="ffffff"/>
              </a:solidFill>
              <a:effectLst/>
              <a:uFillTx/>
              <a:latin typeface="Times New Roman"/>
            </a:endParaRPr>
          </a:p>
        </p:txBody>
      </p:sp>
      <p:sp>
        <p:nvSpPr>
          <p:cNvPr id="1453" name=""/>
          <p:cNvSpPr/>
          <p:nvPr/>
        </p:nvSpPr>
        <p:spPr>
          <a:xfrm>
            <a:off x="2668680" y="4346640"/>
            <a:ext cx="731880" cy="517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3200" strike="noStrike" u="none">
                <a:solidFill>
                  <a:srgbClr val="ffffff"/>
                </a:solidFill>
                <a:effectLst/>
                <a:uFillTx/>
                <a:latin typeface="Arial"/>
              </a:rPr>
              <a:t>SW</a:t>
            </a:r>
            <a:endParaRPr b="0" lang="en-IN" sz="3200" strike="noStrike" u="none">
              <a:solidFill>
                <a:srgbClr val="ffffff"/>
              </a:solidFill>
              <a:effectLst/>
              <a:uFillTx/>
              <a:latin typeface="Times New Roman"/>
            </a:endParaRPr>
          </a:p>
        </p:txBody>
      </p:sp>
      <p:sp>
        <p:nvSpPr>
          <p:cNvPr id="1454" name=""/>
          <p:cNvSpPr/>
          <p:nvPr/>
        </p:nvSpPr>
        <p:spPr>
          <a:xfrm>
            <a:off x="4910040" y="5602320"/>
            <a:ext cx="638280" cy="5158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3200" strike="noStrike" u="none">
                <a:solidFill>
                  <a:srgbClr val="ffffff"/>
                </a:solidFill>
                <a:effectLst/>
                <a:uFillTx/>
                <a:latin typeface="Arial"/>
              </a:rPr>
              <a:t>SC</a:t>
            </a:r>
            <a:endParaRPr b="0" lang="en-IN" sz="3200" strike="noStrike" u="none">
              <a:solidFill>
                <a:srgbClr val="ffffff"/>
              </a:solidFill>
              <a:effectLst/>
              <a:uFillTx/>
              <a:latin typeface="Times New Roman"/>
            </a:endParaRPr>
          </a:p>
        </p:txBody>
      </p:sp>
      <p:sp>
        <p:nvSpPr>
          <p:cNvPr id="1455" name=""/>
          <p:cNvSpPr/>
          <p:nvPr/>
        </p:nvSpPr>
        <p:spPr>
          <a:xfrm>
            <a:off x="6681960" y="5543640"/>
            <a:ext cx="609480" cy="5158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3200" strike="noStrike" u="none">
                <a:solidFill>
                  <a:srgbClr val="ffffff"/>
                </a:solidFill>
                <a:effectLst/>
                <a:uFillTx/>
                <a:latin typeface="Arial"/>
              </a:rPr>
              <a:t>SE</a:t>
            </a:r>
            <a:endParaRPr b="0" lang="en-IN" sz="3200" strike="noStrike" u="none">
              <a:solidFill>
                <a:srgbClr val="ffffff"/>
              </a:solidFill>
              <a:effectLst/>
              <a:uFillTx/>
              <a:latin typeface="Times New Roman"/>
            </a:endParaRPr>
          </a:p>
        </p:txBody>
      </p:sp>
      <p:sp>
        <p:nvSpPr>
          <p:cNvPr id="1456" name=""/>
          <p:cNvSpPr/>
          <p:nvPr/>
        </p:nvSpPr>
        <p:spPr>
          <a:xfrm>
            <a:off x="5676840" y="3522600"/>
            <a:ext cx="663480" cy="51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3200" strike="noStrike" u="none">
                <a:solidFill>
                  <a:srgbClr val="ffffff"/>
                </a:solidFill>
                <a:effectLst/>
                <a:uFillTx/>
                <a:latin typeface="Arial"/>
              </a:rPr>
              <a:t>NC</a:t>
            </a:r>
            <a:endParaRPr b="0" lang="en-IN" sz="3200" strike="noStrike" u="none">
              <a:solidFill>
                <a:srgbClr val="ffffff"/>
              </a:solidFill>
              <a:effectLst/>
              <a:uFillTx/>
              <a:latin typeface="Times New Roman"/>
            </a:endParaRPr>
          </a:p>
        </p:txBody>
      </p:sp>
      <p:sp>
        <p:nvSpPr>
          <p:cNvPr id="1457" name=""/>
          <p:cNvSpPr/>
          <p:nvPr/>
        </p:nvSpPr>
        <p:spPr>
          <a:xfrm>
            <a:off x="7418520" y="3979800"/>
            <a:ext cx="636480" cy="5158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3200" strike="noStrike" u="none">
                <a:solidFill>
                  <a:srgbClr val="ffffff"/>
                </a:solidFill>
                <a:effectLst/>
                <a:uFillTx/>
                <a:latin typeface="Arial"/>
              </a:rPr>
              <a:t>NE</a:t>
            </a:r>
            <a:endParaRPr b="0" lang="en-IN" sz="3200" strike="noStrike" u="none">
              <a:solidFill>
                <a:srgbClr val="ffffff"/>
              </a:solidFill>
              <a:effectLst/>
              <a:uFillTx/>
              <a:latin typeface="Times New Roman"/>
            </a:endParaRPr>
          </a:p>
        </p:txBody>
      </p:sp>
      <p:sp>
        <p:nvSpPr>
          <p:cNvPr id="1458" name=""/>
          <p:cNvSpPr/>
          <p:nvPr/>
        </p:nvSpPr>
        <p:spPr>
          <a:xfrm>
            <a:off x="7443720" y="4991040"/>
            <a:ext cx="327240" cy="5158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3200" strike="noStrike" u="none">
                <a:solidFill>
                  <a:srgbClr val="ffffff"/>
                </a:solidFill>
                <a:effectLst/>
                <a:uFillTx/>
                <a:latin typeface="Arial"/>
              </a:rPr>
              <a:t>E</a:t>
            </a:r>
            <a:endParaRPr b="0" lang="en-IN" sz="3200" strike="noStrike" u="none">
              <a:solidFill>
                <a:srgbClr val="ffffff"/>
              </a:solidFill>
              <a:effectLst/>
              <a:uFillTx/>
              <a:latin typeface="Times New Roman"/>
            </a:endParaRPr>
          </a:p>
        </p:txBody>
      </p:sp>
    </p:spTree>
  </p:cSld>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459" name=""/>
          <p:cNvGrpSpPr/>
          <p:nvPr/>
        </p:nvGrpSpPr>
        <p:grpSpPr>
          <a:xfrm>
            <a:off x="538200" y="-7920"/>
            <a:ext cx="9456840" cy="8099280"/>
            <a:chOff x="538200" y="-7920"/>
            <a:chExt cx="9456840" cy="8099280"/>
          </a:xfrm>
        </p:grpSpPr>
        <p:sp>
          <p:nvSpPr>
            <p:cNvPr id="1460"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461" name=""/>
            <p:cNvGrpSpPr/>
            <p:nvPr/>
          </p:nvGrpSpPr>
          <p:grpSpPr>
            <a:xfrm>
              <a:off x="538200" y="727200"/>
              <a:ext cx="1542960" cy="1599840"/>
              <a:chOff x="538200" y="727200"/>
              <a:chExt cx="1542960" cy="1599840"/>
            </a:xfrm>
          </p:grpSpPr>
          <p:sp>
            <p:nvSpPr>
              <p:cNvPr id="1462"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463" name="" descr=""/>
              <p:cNvPicPr/>
              <p:nvPr/>
            </p:nvPicPr>
            <p:blipFill>
              <a:blip r:embed="rId1"/>
              <a:stretch/>
            </p:blipFill>
            <p:spPr>
              <a:xfrm>
                <a:off x="568440" y="779400"/>
                <a:ext cx="1430280" cy="1460520"/>
              </a:xfrm>
              <a:prstGeom prst="rect">
                <a:avLst/>
              </a:prstGeom>
              <a:noFill/>
              <a:ln w="0">
                <a:noFill/>
              </a:ln>
            </p:spPr>
          </p:pic>
          <p:sp>
            <p:nvSpPr>
              <p:cNvPr id="1464"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65"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466"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467"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468"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469" name="PlaceHolder 1"/>
          <p:cNvSpPr>
            <a:spLocks noGrp="1"/>
          </p:cNvSpPr>
          <p:nvPr>
            <p:ph/>
          </p:nvPr>
        </p:nvSpPr>
        <p:spPr>
          <a:xfrm>
            <a:off x="2198520" y="552240"/>
            <a:ext cx="7831440" cy="18586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US Regional Goals for BSE Surveillance - FY 2001</a:t>
            </a: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4200" strike="noStrike" u="none">
              <a:solidFill>
                <a:srgbClr val="ffffff"/>
              </a:solidFill>
              <a:effectLst/>
              <a:uFillTx/>
              <a:latin typeface="Times New Roman"/>
            </a:endParaRPr>
          </a:p>
        </p:txBody>
      </p:sp>
      <p:sp>
        <p:nvSpPr>
          <p:cNvPr id="1470" name=""/>
          <p:cNvSpPr/>
          <p:nvPr/>
        </p:nvSpPr>
        <p:spPr>
          <a:xfrm>
            <a:off x="3909960" y="3159000"/>
            <a:ext cx="1925640" cy="2089440"/>
          </a:xfrm>
          <a:custGeom>
            <a:avLst/>
            <a:gdLst/>
            <a:ahLst/>
            <a:rect l="l" t="t" r="r" b="b"/>
            <a:pathLst>
              <a:path w="1213" h="1316">
                <a:moveTo>
                  <a:pt x="605" y="1315"/>
                </a:moveTo>
                <a:lnTo>
                  <a:pt x="667" y="1311"/>
                </a:lnTo>
                <a:lnTo>
                  <a:pt x="727" y="1301"/>
                </a:lnTo>
                <a:lnTo>
                  <a:pt x="786" y="1283"/>
                </a:lnTo>
                <a:lnTo>
                  <a:pt x="841" y="1261"/>
                </a:lnTo>
                <a:lnTo>
                  <a:pt x="895" y="1234"/>
                </a:lnTo>
                <a:lnTo>
                  <a:pt x="945" y="1202"/>
                </a:lnTo>
                <a:lnTo>
                  <a:pt x="990" y="1163"/>
                </a:lnTo>
                <a:lnTo>
                  <a:pt x="1034" y="1121"/>
                </a:lnTo>
                <a:lnTo>
                  <a:pt x="1074" y="1074"/>
                </a:lnTo>
                <a:lnTo>
                  <a:pt x="1108" y="1025"/>
                </a:lnTo>
                <a:lnTo>
                  <a:pt x="1137" y="972"/>
                </a:lnTo>
                <a:lnTo>
                  <a:pt x="1164" y="913"/>
                </a:lnTo>
                <a:lnTo>
                  <a:pt x="1184" y="853"/>
                </a:lnTo>
                <a:lnTo>
                  <a:pt x="1199" y="790"/>
                </a:lnTo>
                <a:lnTo>
                  <a:pt x="1208" y="724"/>
                </a:lnTo>
                <a:lnTo>
                  <a:pt x="1212" y="659"/>
                </a:lnTo>
                <a:lnTo>
                  <a:pt x="1208" y="589"/>
                </a:lnTo>
                <a:lnTo>
                  <a:pt x="1199" y="526"/>
                </a:lnTo>
                <a:lnTo>
                  <a:pt x="1184" y="461"/>
                </a:lnTo>
                <a:lnTo>
                  <a:pt x="1164" y="402"/>
                </a:lnTo>
                <a:lnTo>
                  <a:pt x="1137" y="344"/>
                </a:lnTo>
                <a:lnTo>
                  <a:pt x="1108" y="291"/>
                </a:lnTo>
                <a:lnTo>
                  <a:pt x="1074" y="240"/>
                </a:lnTo>
                <a:lnTo>
                  <a:pt x="1034" y="192"/>
                </a:lnTo>
                <a:lnTo>
                  <a:pt x="990" y="149"/>
                </a:lnTo>
                <a:lnTo>
                  <a:pt x="945" y="113"/>
                </a:lnTo>
                <a:lnTo>
                  <a:pt x="895" y="80"/>
                </a:lnTo>
                <a:lnTo>
                  <a:pt x="841" y="53"/>
                </a:lnTo>
                <a:lnTo>
                  <a:pt x="786" y="31"/>
                </a:lnTo>
                <a:lnTo>
                  <a:pt x="727" y="14"/>
                </a:lnTo>
                <a:lnTo>
                  <a:pt x="667" y="5"/>
                </a:lnTo>
                <a:lnTo>
                  <a:pt x="605" y="0"/>
                </a:lnTo>
                <a:lnTo>
                  <a:pt x="544" y="5"/>
                </a:lnTo>
                <a:lnTo>
                  <a:pt x="482" y="14"/>
                </a:lnTo>
                <a:lnTo>
                  <a:pt x="424" y="31"/>
                </a:lnTo>
                <a:lnTo>
                  <a:pt x="369" y="53"/>
                </a:lnTo>
                <a:lnTo>
                  <a:pt x="318" y="80"/>
                </a:lnTo>
                <a:lnTo>
                  <a:pt x="266" y="113"/>
                </a:lnTo>
                <a:lnTo>
                  <a:pt x="219" y="149"/>
                </a:lnTo>
                <a:lnTo>
                  <a:pt x="175" y="192"/>
                </a:lnTo>
                <a:lnTo>
                  <a:pt x="138" y="240"/>
                </a:lnTo>
                <a:lnTo>
                  <a:pt x="102" y="291"/>
                </a:lnTo>
                <a:lnTo>
                  <a:pt x="73" y="344"/>
                </a:lnTo>
                <a:lnTo>
                  <a:pt x="46" y="402"/>
                </a:lnTo>
                <a:lnTo>
                  <a:pt x="26" y="461"/>
                </a:lnTo>
                <a:lnTo>
                  <a:pt x="11" y="526"/>
                </a:lnTo>
                <a:lnTo>
                  <a:pt x="4" y="589"/>
                </a:lnTo>
                <a:lnTo>
                  <a:pt x="0" y="659"/>
                </a:lnTo>
                <a:lnTo>
                  <a:pt x="4" y="724"/>
                </a:lnTo>
                <a:lnTo>
                  <a:pt x="11" y="790"/>
                </a:lnTo>
                <a:lnTo>
                  <a:pt x="26" y="853"/>
                </a:lnTo>
                <a:lnTo>
                  <a:pt x="46" y="913"/>
                </a:lnTo>
                <a:lnTo>
                  <a:pt x="73" y="972"/>
                </a:lnTo>
                <a:lnTo>
                  <a:pt x="102" y="1025"/>
                </a:lnTo>
                <a:lnTo>
                  <a:pt x="138" y="1074"/>
                </a:lnTo>
                <a:lnTo>
                  <a:pt x="175" y="1121"/>
                </a:lnTo>
                <a:lnTo>
                  <a:pt x="219" y="1163"/>
                </a:lnTo>
                <a:lnTo>
                  <a:pt x="266" y="1202"/>
                </a:lnTo>
                <a:lnTo>
                  <a:pt x="318" y="1234"/>
                </a:lnTo>
                <a:lnTo>
                  <a:pt x="369" y="1261"/>
                </a:lnTo>
                <a:lnTo>
                  <a:pt x="424" y="1283"/>
                </a:lnTo>
                <a:lnTo>
                  <a:pt x="482" y="1301"/>
                </a:lnTo>
                <a:lnTo>
                  <a:pt x="544" y="1311"/>
                </a:lnTo>
                <a:lnTo>
                  <a:pt x="605" y="1315"/>
                </a:lnTo>
                <a:lnTo>
                  <a:pt x="605" y="1315"/>
                </a:lnTo>
              </a:path>
            </a:pathLst>
          </a:custGeom>
          <a:solidFill>
            <a:srgbClr val="a1009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71" name=""/>
          <p:cNvSpPr/>
          <p:nvPr/>
        </p:nvSpPr>
        <p:spPr>
          <a:xfrm>
            <a:off x="6416640" y="5246640"/>
            <a:ext cx="407880" cy="719280"/>
          </a:xfrm>
          <a:custGeom>
            <a:avLst/>
            <a:gdLst/>
            <a:ahLst/>
            <a:rect l="l" t="t" r="r" b="b"/>
            <a:pathLst>
              <a:path w="257" h="453">
                <a:moveTo>
                  <a:pt x="0" y="15"/>
                </a:moveTo>
                <a:lnTo>
                  <a:pt x="0" y="15"/>
                </a:lnTo>
                <a:lnTo>
                  <a:pt x="7" y="25"/>
                </a:lnTo>
                <a:lnTo>
                  <a:pt x="0" y="303"/>
                </a:lnTo>
                <a:lnTo>
                  <a:pt x="17" y="440"/>
                </a:lnTo>
                <a:lnTo>
                  <a:pt x="35" y="444"/>
                </a:lnTo>
                <a:lnTo>
                  <a:pt x="42" y="402"/>
                </a:lnTo>
                <a:lnTo>
                  <a:pt x="48" y="412"/>
                </a:lnTo>
                <a:lnTo>
                  <a:pt x="50" y="435"/>
                </a:lnTo>
                <a:lnTo>
                  <a:pt x="59" y="444"/>
                </a:lnTo>
                <a:lnTo>
                  <a:pt x="44" y="452"/>
                </a:lnTo>
                <a:lnTo>
                  <a:pt x="81" y="444"/>
                </a:lnTo>
                <a:lnTo>
                  <a:pt x="88" y="430"/>
                </a:lnTo>
                <a:lnTo>
                  <a:pt x="83" y="423"/>
                </a:lnTo>
                <a:lnTo>
                  <a:pt x="86" y="411"/>
                </a:lnTo>
                <a:lnTo>
                  <a:pt x="69" y="393"/>
                </a:lnTo>
                <a:lnTo>
                  <a:pt x="70" y="380"/>
                </a:lnTo>
                <a:lnTo>
                  <a:pt x="256" y="361"/>
                </a:lnTo>
                <a:lnTo>
                  <a:pt x="241" y="290"/>
                </a:lnTo>
                <a:lnTo>
                  <a:pt x="245" y="265"/>
                </a:lnTo>
                <a:lnTo>
                  <a:pt x="251" y="246"/>
                </a:lnTo>
                <a:lnTo>
                  <a:pt x="246" y="222"/>
                </a:lnTo>
                <a:lnTo>
                  <a:pt x="226" y="191"/>
                </a:lnTo>
                <a:lnTo>
                  <a:pt x="178" y="0"/>
                </a:lnTo>
                <a:lnTo>
                  <a:pt x="0" y="15"/>
                </a:lnTo>
                <a:lnTo>
                  <a:pt x="0" y="15"/>
                </a:lnTo>
              </a:path>
            </a:pathLst>
          </a:custGeom>
          <a:solidFill>
            <a:srgbClr val="00c1c2"/>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72" name=""/>
          <p:cNvSpPr/>
          <p:nvPr/>
        </p:nvSpPr>
        <p:spPr>
          <a:xfrm>
            <a:off x="3440160" y="4800600"/>
            <a:ext cx="731880" cy="920880"/>
          </a:xfrm>
          <a:custGeom>
            <a:avLst/>
            <a:gdLst/>
            <a:ahLst/>
            <a:rect l="l" t="t" r="r" b="b"/>
            <a:pathLst>
              <a:path w="461" h="580">
                <a:moveTo>
                  <a:pt x="0" y="396"/>
                </a:moveTo>
                <a:lnTo>
                  <a:pt x="0" y="396"/>
                </a:lnTo>
                <a:lnTo>
                  <a:pt x="27" y="369"/>
                </a:lnTo>
                <a:lnTo>
                  <a:pt x="16" y="346"/>
                </a:lnTo>
                <a:lnTo>
                  <a:pt x="22" y="315"/>
                </a:lnTo>
                <a:lnTo>
                  <a:pt x="53" y="262"/>
                </a:lnTo>
                <a:lnTo>
                  <a:pt x="74" y="246"/>
                </a:lnTo>
                <a:lnTo>
                  <a:pt x="64" y="227"/>
                </a:lnTo>
                <a:lnTo>
                  <a:pt x="54" y="171"/>
                </a:lnTo>
                <a:lnTo>
                  <a:pt x="64" y="76"/>
                </a:lnTo>
                <a:lnTo>
                  <a:pt x="80" y="69"/>
                </a:lnTo>
                <a:lnTo>
                  <a:pt x="105" y="85"/>
                </a:lnTo>
                <a:lnTo>
                  <a:pt x="127" y="0"/>
                </a:lnTo>
                <a:lnTo>
                  <a:pt x="460" y="61"/>
                </a:lnTo>
                <a:lnTo>
                  <a:pt x="390" y="579"/>
                </a:lnTo>
                <a:lnTo>
                  <a:pt x="288" y="562"/>
                </a:lnTo>
                <a:lnTo>
                  <a:pt x="224" y="543"/>
                </a:lnTo>
                <a:lnTo>
                  <a:pt x="93" y="459"/>
                </a:lnTo>
                <a:lnTo>
                  <a:pt x="0" y="396"/>
                </a:lnTo>
                <a:lnTo>
                  <a:pt x="0" y="396"/>
                </a:lnTo>
              </a:path>
            </a:pathLst>
          </a:custGeom>
          <a:solidFill>
            <a:srgbClr val="ff00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73" name=""/>
          <p:cNvSpPr/>
          <p:nvPr/>
        </p:nvSpPr>
        <p:spPr>
          <a:xfrm>
            <a:off x="5708520" y="5067360"/>
            <a:ext cx="541440" cy="525240"/>
          </a:xfrm>
          <a:custGeom>
            <a:avLst/>
            <a:gdLst/>
            <a:ahLst/>
            <a:rect l="l" t="t" r="r" b="b"/>
            <a:pathLst>
              <a:path w="341" h="331">
                <a:moveTo>
                  <a:pt x="0" y="9"/>
                </a:moveTo>
                <a:lnTo>
                  <a:pt x="0" y="9"/>
                </a:lnTo>
                <a:lnTo>
                  <a:pt x="14" y="112"/>
                </a:lnTo>
                <a:lnTo>
                  <a:pt x="13" y="273"/>
                </a:lnTo>
                <a:lnTo>
                  <a:pt x="18" y="281"/>
                </a:lnTo>
                <a:lnTo>
                  <a:pt x="43" y="281"/>
                </a:lnTo>
                <a:lnTo>
                  <a:pt x="43" y="330"/>
                </a:lnTo>
                <a:lnTo>
                  <a:pt x="246" y="328"/>
                </a:lnTo>
                <a:lnTo>
                  <a:pt x="243" y="277"/>
                </a:lnTo>
                <a:lnTo>
                  <a:pt x="260" y="223"/>
                </a:lnTo>
                <a:lnTo>
                  <a:pt x="283" y="182"/>
                </a:lnTo>
                <a:lnTo>
                  <a:pt x="282" y="173"/>
                </a:lnTo>
                <a:lnTo>
                  <a:pt x="302" y="139"/>
                </a:lnTo>
                <a:lnTo>
                  <a:pt x="312" y="100"/>
                </a:lnTo>
                <a:lnTo>
                  <a:pt x="309" y="99"/>
                </a:lnTo>
                <a:lnTo>
                  <a:pt x="325" y="83"/>
                </a:lnTo>
                <a:lnTo>
                  <a:pt x="340" y="52"/>
                </a:lnTo>
                <a:lnTo>
                  <a:pt x="337" y="42"/>
                </a:lnTo>
                <a:lnTo>
                  <a:pt x="290" y="45"/>
                </a:lnTo>
                <a:lnTo>
                  <a:pt x="302" y="26"/>
                </a:lnTo>
                <a:lnTo>
                  <a:pt x="299" y="0"/>
                </a:lnTo>
                <a:lnTo>
                  <a:pt x="0" y="9"/>
                </a:lnTo>
                <a:lnTo>
                  <a:pt x="0" y="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74" name=""/>
          <p:cNvSpPr/>
          <p:nvPr/>
        </p:nvSpPr>
        <p:spPr>
          <a:xfrm>
            <a:off x="2709720" y="3809880"/>
            <a:ext cx="849600" cy="1578240"/>
          </a:xfrm>
          <a:custGeom>
            <a:avLst/>
            <a:gdLst/>
            <a:ahLst/>
            <a:rect l="l" t="t" r="r" b="b"/>
            <a:pathLst>
              <a:path w="535" h="994">
                <a:moveTo>
                  <a:pt x="13" y="179"/>
                </a:moveTo>
                <a:lnTo>
                  <a:pt x="13" y="179"/>
                </a:lnTo>
                <a:lnTo>
                  <a:pt x="19" y="199"/>
                </a:lnTo>
                <a:lnTo>
                  <a:pt x="2" y="279"/>
                </a:lnTo>
                <a:lnTo>
                  <a:pt x="14" y="302"/>
                </a:lnTo>
                <a:lnTo>
                  <a:pt x="56" y="402"/>
                </a:lnTo>
                <a:lnTo>
                  <a:pt x="59" y="401"/>
                </a:lnTo>
                <a:lnTo>
                  <a:pt x="62" y="378"/>
                </a:lnTo>
                <a:lnTo>
                  <a:pt x="70" y="375"/>
                </a:lnTo>
                <a:lnTo>
                  <a:pt x="77" y="380"/>
                </a:lnTo>
                <a:lnTo>
                  <a:pt x="62" y="394"/>
                </a:lnTo>
                <a:lnTo>
                  <a:pt x="70" y="401"/>
                </a:lnTo>
                <a:lnTo>
                  <a:pt x="79" y="446"/>
                </a:lnTo>
                <a:lnTo>
                  <a:pt x="73" y="442"/>
                </a:lnTo>
                <a:lnTo>
                  <a:pt x="58" y="426"/>
                </a:lnTo>
                <a:lnTo>
                  <a:pt x="62" y="407"/>
                </a:lnTo>
                <a:lnTo>
                  <a:pt x="55" y="408"/>
                </a:lnTo>
                <a:lnTo>
                  <a:pt x="47" y="428"/>
                </a:lnTo>
                <a:lnTo>
                  <a:pt x="50" y="470"/>
                </a:lnTo>
                <a:lnTo>
                  <a:pt x="58" y="487"/>
                </a:lnTo>
                <a:lnTo>
                  <a:pt x="77" y="503"/>
                </a:lnTo>
                <a:lnTo>
                  <a:pt x="72" y="523"/>
                </a:lnTo>
                <a:lnTo>
                  <a:pt x="59" y="526"/>
                </a:lnTo>
                <a:lnTo>
                  <a:pt x="58" y="551"/>
                </a:lnTo>
                <a:lnTo>
                  <a:pt x="84" y="609"/>
                </a:lnTo>
                <a:lnTo>
                  <a:pt x="104" y="648"/>
                </a:lnTo>
                <a:lnTo>
                  <a:pt x="102" y="670"/>
                </a:lnTo>
                <a:lnTo>
                  <a:pt x="117" y="683"/>
                </a:lnTo>
                <a:lnTo>
                  <a:pt x="109" y="697"/>
                </a:lnTo>
                <a:lnTo>
                  <a:pt x="101" y="731"/>
                </a:lnTo>
                <a:lnTo>
                  <a:pt x="112" y="745"/>
                </a:lnTo>
                <a:lnTo>
                  <a:pt x="176" y="770"/>
                </a:lnTo>
                <a:lnTo>
                  <a:pt x="203" y="809"/>
                </a:lnTo>
                <a:lnTo>
                  <a:pt x="233" y="823"/>
                </a:lnTo>
                <a:lnTo>
                  <a:pt x="234" y="845"/>
                </a:lnTo>
                <a:lnTo>
                  <a:pt x="255" y="851"/>
                </a:lnTo>
                <a:lnTo>
                  <a:pt x="284" y="891"/>
                </a:lnTo>
                <a:lnTo>
                  <a:pt x="297" y="926"/>
                </a:lnTo>
                <a:lnTo>
                  <a:pt x="298" y="979"/>
                </a:lnTo>
                <a:lnTo>
                  <a:pt x="487" y="993"/>
                </a:lnTo>
                <a:lnTo>
                  <a:pt x="476" y="970"/>
                </a:lnTo>
                <a:lnTo>
                  <a:pt x="482" y="939"/>
                </a:lnTo>
                <a:lnTo>
                  <a:pt x="513" y="886"/>
                </a:lnTo>
                <a:lnTo>
                  <a:pt x="534" y="870"/>
                </a:lnTo>
                <a:lnTo>
                  <a:pt x="524" y="851"/>
                </a:lnTo>
                <a:lnTo>
                  <a:pt x="514" y="795"/>
                </a:lnTo>
                <a:lnTo>
                  <a:pt x="260" y="381"/>
                </a:lnTo>
                <a:lnTo>
                  <a:pt x="241" y="338"/>
                </a:lnTo>
                <a:lnTo>
                  <a:pt x="304" y="75"/>
                </a:lnTo>
                <a:lnTo>
                  <a:pt x="51" y="0"/>
                </a:lnTo>
                <a:lnTo>
                  <a:pt x="42" y="13"/>
                </a:lnTo>
                <a:lnTo>
                  <a:pt x="47" y="48"/>
                </a:lnTo>
                <a:lnTo>
                  <a:pt x="0" y="131"/>
                </a:lnTo>
                <a:lnTo>
                  <a:pt x="13" y="179"/>
                </a:lnTo>
                <a:lnTo>
                  <a:pt x="13" y="179"/>
                </a:lnTo>
              </a:path>
            </a:pathLst>
          </a:custGeom>
          <a:solidFill>
            <a:srgbClr val="ff00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75" name=""/>
          <p:cNvSpPr/>
          <p:nvPr/>
        </p:nvSpPr>
        <p:spPr>
          <a:xfrm>
            <a:off x="4170240" y="4314960"/>
            <a:ext cx="781200" cy="669960"/>
          </a:xfrm>
          <a:custGeom>
            <a:avLst/>
            <a:gdLst/>
            <a:ahLst/>
            <a:rect l="l" t="t" r="r" b="b"/>
            <a:pathLst>
              <a:path w="492" h="422">
                <a:moveTo>
                  <a:pt x="0" y="367"/>
                </a:moveTo>
                <a:lnTo>
                  <a:pt x="0" y="367"/>
                </a:lnTo>
                <a:lnTo>
                  <a:pt x="48" y="0"/>
                </a:lnTo>
                <a:lnTo>
                  <a:pt x="362" y="40"/>
                </a:lnTo>
                <a:lnTo>
                  <a:pt x="491" y="51"/>
                </a:lnTo>
                <a:lnTo>
                  <a:pt x="486" y="144"/>
                </a:lnTo>
                <a:lnTo>
                  <a:pt x="470" y="421"/>
                </a:lnTo>
                <a:lnTo>
                  <a:pt x="405" y="415"/>
                </a:lnTo>
                <a:lnTo>
                  <a:pt x="204" y="396"/>
                </a:lnTo>
                <a:lnTo>
                  <a:pt x="0" y="367"/>
                </a:lnTo>
                <a:lnTo>
                  <a:pt x="0" y="36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76" name=""/>
          <p:cNvSpPr/>
          <p:nvPr/>
        </p:nvSpPr>
        <p:spPr>
          <a:xfrm>
            <a:off x="7791480" y="3952800"/>
            <a:ext cx="187200" cy="189000"/>
          </a:xfrm>
          <a:custGeom>
            <a:avLst/>
            <a:gdLst/>
            <a:ahLst/>
            <a:rect l="l" t="t" r="r" b="b"/>
            <a:pathLst>
              <a:path w="118" h="119">
                <a:moveTo>
                  <a:pt x="0" y="24"/>
                </a:moveTo>
                <a:lnTo>
                  <a:pt x="0" y="24"/>
                </a:lnTo>
                <a:lnTo>
                  <a:pt x="10" y="87"/>
                </a:lnTo>
                <a:lnTo>
                  <a:pt x="10" y="118"/>
                </a:lnTo>
                <a:lnTo>
                  <a:pt x="20" y="116"/>
                </a:lnTo>
                <a:lnTo>
                  <a:pt x="25" y="107"/>
                </a:lnTo>
                <a:lnTo>
                  <a:pt x="42" y="102"/>
                </a:lnTo>
                <a:lnTo>
                  <a:pt x="49" y="87"/>
                </a:lnTo>
                <a:lnTo>
                  <a:pt x="54" y="87"/>
                </a:lnTo>
                <a:lnTo>
                  <a:pt x="66" y="82"/>
                </a:lnTo>
                <a:lnTo>
                  <a:pt x="83" y="77"/>
                </a:lnTo>
                <a:lnTo>
                  <a:pt x="83" y="68"/>
                </a:lnTo>
                <a:lnTo>
                  <a:pt x="90" y="74"/>
                </a:lnTo>
                <a:lnTo>
                  <a:pt x="96" y="67"/>
                </a:lnTo>
                <a:lnTo>
                  <a:pt x="104" y="66"/>
                </a:lnTo>
                <a:lnTo>
                  <a:pt x="117" y="63"/>
                </a:lnTo>
                <a:lnTo>
                  <a:pt x="105" y="0"/>
                </a:lnTo>
                <a:lnTo>
                  <a:pt x="0" y="24"/>
                </a:lnTo>
                <a:lnTo>
                  <a:pt x="0" y="24"/>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77" name=""/>
          <p:cNvSpPr/>
          <p:nvPr/>
        </p:nvSpPr>
        <p:spPr>
          <a:xfrm>
            <a:off x="7632720" y="4359240"/>
            <a:ext cx="112680" cy="203400"/>
          </a:xfrm>
          <a:custGeom>
            <a:avLst/>
            <a:gdLst/>
            <a:ahLst/>
            <a:rect l="l" t="t" r="r" b="b"/>
            <a:pathLst>
              <a:path w="71" h="128">
                <a:moveTo>
                  <a:pt x="0" y="14"/>
                </a:moveTo>
                <a:lnTo>
                  <a:pt x="0" y="14"/>
                </a:lnTo>
                <a:lnTo>
                  <a:pt x="10" y="0"/>
                </a:lnTo>
                <a:lnTo>
                  <a:pt x="22" y="0"/>
                </a:lnTo>
                <a:lnTo>
                  <a:pt x="19" y="14"/>
                </a:lnTo>
                <a:lnTo>
                  <a:pt x="15" y="18"/>
                </a:lnTo>
                <a:lnTo>
                  <a:pt x="17" y="32"/>
                </a:lnTo>
                <a:lnTo>
                  <a:pt x="23" y="41"/>
                </a:lnTo>
                <a:lnTo>
                  <a:pt x="34" y="52"/>
                </a:lnTo>
                <a:lnTo>
                  <a:pt x="39" y="66"/>
                </a:lnTo>
                <a:lnTo>
                  <a:pt x="44" y="78"/>
                </a:lnTo>
                <a:lnTo>
                  <a:pt x="51" y="84"/>
                </a:lnTo>
                <a:lnTo>
                  <a:pt x="62" y="89"/>
                </a:lnTo>
                <a:lnTo>
                  <a:pt x="67" y="100"/>
                </a:lnTo>
                <a:lnTo>
                  <a:pt x="59" y="110"/>
                </a:lnTo>
                <a:lnTo>
                  <a:pt x="67" y="108"/>
                </a:lnTo>
                <a:lnTo>
                  <a:pt x="70" y="119"/>
                </a:lnTo>
                <a:lnTo>
                  <a:pt x="51" y="124"/>
                </a:lnTo>
                <a:lnTo>
                  <a:pt x="28" y="127"/>
                </a:lnTo>
                <a:lnTo>
                  <a:pt x="26" y="119"/>
                </a:lnTo>
                <a:lnTo>
                  <a:pt x="0" y="14"/>
                </a:lnTo>
                <a:lnTo>
                  <a:pt x="0" y="14"/>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78" name=""/>
          <p:cNvSpPr/>
          <p:nvPr/>
        </p:nvSpPr>
        <p:spPr>
          <a:xfrm>
            <a:off x="7520040" y="4516560"/>
            <a:ext cx="15840" cy="28440"/>
          </a:xfrm>
          <a:custGeom>
            <a:avLst/>
            <a:gdLst/>
            <a:ahLst/>
            <a:rect l="l" t="t" r="r" b="b"/>
            <a:pathLst>
              <a:path w="10" h="18">
                <a:moveTo>
                  <a:pt x="0" y="4"/>
                </a:moveTo>
                <a:lnTo>
                  <a:pt x="0" y="4"/>
                </a:lnTo>
                <a:lnTo>
                  <a:pt x="6" y="0"/>
                </a:lnTo>
                <a:lnTo>
                  <a:pt x="9" y="9"/>
                </a:lnTo>
                <a:lnTo>
                  <a:pt x="6" y="17"/>
                </a:lnTo>
                <a:lnTo>
                  <a:pt x="0" y="4"/>
                </a:lnTo>
                <a:lnTo>
                  <a:pt x="0" y="4"/>
                </a:lnTo>
              </a:path>
            </a:pathLst>
          </a:custGeom>
          <a:solidFill>
            <a:srgbClr val="a1009f"/>
          </a:solidFill>
          <a:ln w="31680">
            <a:solidFill>
              <a:srgbClr val="000000"/>
            </a:solidFill>
            <a:round/>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grpSp>
        <p:nvGrpSpPr>
          <p:cNvPr id="1479" name=""/>
          <p:cNvGrpSpPr/>
          <p:nvPr/>
        </p:nvGrpSpPr>
        <p:grpSpPr>
          <a:xfrm>
            <a:off x="6526080" y="5796000"/>
            <a:ext cx="973440" cy="898560"/>
            <a:chOff x="6526080" y="5796000"/>
            <a:chExt cx="973440" cy="898560"/>
          </a:xfrm>
        </p:grpSpPr>
        <p:sp>
          <p:nvSpPr>
            <p:cNvPr id="1480" name=""/>
            <p:cNvSpPr/>
            <p:nvPr/>
          </p:nvSpPr>
          <p:spPr>
            <a:xfrm>
              <a:off x="6526080" y="5796000"/>
              <a:ext cx="973440" cy="799920"/>
            </a:xfrm>
            <a:custGeom>
              <a:avLst/>
              <a:gdLst/>
              <a:ahLst/>
              <a:rect l="l" t="t" r="r" b="b"/>
              <a:pathLst>
                <a:path w="613" h="504">
                  <a:moveTo>
                    <a:pt x="1" y="34"/>
                  </a:moveTo>
                  <a:lnTo>
                    <a:pt x="1" y="34"/>
                  </a:lnTo>
                  <a:lnTo>
                    <a:pt x="0" y="47"/>
                  </a:lnTo>
                  <a:lnTo>
                    <a:pt x="17" y="65"/>
                  </a:lnTo>
                  <a:lnTo>
                    <a:pt x="14" y="77"/>
                  </a:lnTo>
                  <a:lnTo>
                    <a:pt x="19" y="84"/>
                  </a:lnTo>
                  <a:lnTo>
                    <a:pt x="12" y="98"/>
                  </a:lnTo>
                  <a:lnTo>
                    <a:pt x="26" y="90"/>
                  </a:lnTo>
                  <a:lnTo>
                    <a:pt x="33" y="81"/>
                  </a:lnTo>
                  <a:lnTo>
                    <a:pt x="33" y="71"/>
                  </a:lnTo>
                  <a:lnTo>
                    <a:pt x="39" y="78"/>
                  </a:lnTo>
                  <a:lnTo>
                    <a:pt x="44" y="69"/>
                  </a:lnTo>
                  <a:lnTo>
                    <a:pt x="51" y="77"/>
                  </a:lnTo>
                  <a:lnTo>
                    <a:pt x="36" y="90"/>
                  </a:lnTo>
                  <a:lnTo>
                    <a:pt x="76" y="78"/>
                  </a:lnTo>
                  <a:lnTo>
                    <a:pt x="84" y="69"/>
                  </a:lnTo>
                  <a:lnTo>
                    <a:pt x="89" y="72"/>
                  </a:lnTo>
                  <a:lnTo>
                    <a:pt x="106" y="69"/>
                  </a:lnTo>
                  <a:lnTo>
                    <a:pt x="111" y="75"/>
                  </a:lnTo>
                  <a:lnTo>
                    <a:pt x="85" y="78"/>
                  </a:lnTo>
                  <a:lnTo>
                    <a:pt x="92" y="80"/>
                  </a:lnTo>
                  <a:lnTo>
                    <a:pt x="123" y="89"/>
                  </a:lnTo>
                  <a:lnTo>
                    <a:pt x="141" y="98"/>
                  </a:lnTo>
                  <a:lnTo>
                    <a:pt x="136" y="84"/>
                  </a:lnTo>
                  <a:lnTo>
                    <a:pt x="145" y="95"/>
                  </a:lnTo>
                  <a:lnTo>
                    <a:pt x="159" y="98"/>
                  </a:lnTo>
                  <a:lnTo>
                    <a:pt x="147" y="102"/>
                  </a:lnTo>
                  <a:lnTo>
                    <a:pt x="168" y="113"/>
                  </a:lnTo>
                  <a:lnTo>
                    <a:pt x="177" y="124"/>
                  </a:lnTo>
                  <a:lnTo>
                    <a:pt x="176" y="134"/>
                  </a:lnTo>
                  <a:lnTo>
                    <a:pt x="166" y="121"/>
                  </a:lnTo>
                  <a:lnTo>
                    <a:pt x="172" y="139"/>
                  </a:lnTo>
                  <a:lnTo>
                    <a:pt x="188" y="132"/>
                  </a:lnTo>
                  <a:lnTo>
                    <a:pt x="199" y="131"/>
                  </a:lnTo>
                  <a:lnTo>
                    <a:pt x="207" y="123"/>
                  </a:lnTo>
                  <a:lnTo>
                    <a:pt x="209" y="127"/>
                  </a:lnTo>
                  <a:lnTo>
                    <a:pt x="232" y="110"/>
                  </a:lnTo>
                  <a:lnTo>
                    <a:pt x="247" y="110"/>
                  </a:lnTo>
                  <a:lnTo>
                    <a:pt x="241" y="103"/>
                  </a:lnTo>
                  <a:lnTo>
                    <a:pt x="250" y="90"/>
                  </a:lnTo>
                  <a:lnTo>
                    <a:pt x="272" y="89"/>
                  </a:lnTo>
                  <a:lnTo>
                    <a:pt x="295" y="99"/>
                  </a:lnTo>
                  <a:lnTo>
                    <a:pt x="307" y="118"/>
                  </a:lnTo>
                  <a:lnTo>
                    <a:pt x="319" y="121"/>
                  </a:lnTo>
                  <a:lnTo>
                    <a:pt x="321" y="134"/>
                  </a:lnTo>
                  <a:lnTo>
                    <a:pt x="335" y="143"/>
                  </a:lnTo>
                  <a:lnTo>
                    <a:pt x="342" y="152"/>
                  </a:lnTo>
                  <a:lnTo>
                    <a:pt x="350" y="159"/>
                  </a:lnTo>
                  <a:lnTo>
                    <a:pt x="370" y="161"/>
                  </a:lnTo>
                  <a:lnTo>
                    <a:pt x="377" y="174"/>
                  </a:lnTo>
                  <a:lnTo>
                    <a:pt x="387" y="202"/>
                  </a:lnTo>
                  <a:lnTo>
                    <a:pt x="381" y="252"/>
                  </a:lnTo>
                  <a:lnTo>
                    <a:pt x="382" y="280"/>
                  </a:lnTo>
                  <a:lnTo>
                    <a:pt x="394" y="292"/>
                  </a:lnTo>
                  <a:lnTo>
                    <a:pt x="396" y="277"/>
                  </a:lnTo>
                  <a:lnTo>
                    <a:pt x="389" y="271"/>
                  </a:lnTo>
                  <a:lnTo>
                    <a:pt x="391" y="261"/>
                  </a:lnTo>
                  <a:lnTo>
                    <a:pt x="394" y="264"/>
                  </a:lnTo>
                  <a:lnTo>
                    <a:pt x="402" y="268"/>
                  </a:lnTo>
                  <a:lnTo>
                    <a:pt x="404" y="277"/>
                  </a:lnTo>
                  <a:lnTo>
                    <a:pt x="410" y="266"/>
                  </a:lnTo>
                  <a:lnTo>
                    <a:pt x="414" y="276"/>
                  </a:lnTo>
                  <a:lnTo>
                    <a:pt x="397" y="310"/>
                  </a:lnTo>
                  <a:lnTo>
                    <a:pt x="397" y="315"/>
                  </a:lnTo>
                  <a:lnTo>
                    <a:pt x="407" y="318"/>
                  </a:lnTo>
                  <a:lnTo>
                    <a:pt x="416" y="344"/>
                  </a:lnTo>
                  <a:lnTo>
                    <a:pt x="429" y="356"/>
                  </a:lnTo>
                  <a:lnTo>
                    <a:pt x="433" y="368"/>
                  </a:lnTo>
                  <a:lnTo>
                    <a:pt x="445" y="368"/>
                  </a:lnTo>
                  <a:lnTo>
                    <a:pt x="432" y="353"/>
                  </a:lnTo>
                  <a:lnTo>
                    <a:pt x="441" y="355"/>
                  </a:lnTo>
                  <a:lnTo>
                    <a:pt x="451" y="352"/>
                  </a:lnTo>
                  <a:lnTo>
                    <a:pt x="447" y="356"/>
                  </a:lnTo>
                  <a:lnTo>
                    <a:pt x="450" y="370"/>
                  </a:lnTo>
                  <a:lnTo>
                    <a:pt x="454" y="390"/>
                  </a:lnTo>
                  <a:lnTo>
                    <a:pt x="469" y="396"/>
                  </a:lnTo>
                  <a:lnTo>
                    <a:pt x="473" y="408"/>
                  </a:lnTo>
                  <a:lnTo>
                    <a:pt x="487" y="442"/>
                  </a:lnTo>
                  <a:lnTo>
                    <a:pt x="503" y="442"/>
                  </a:lnTo>
                  <a:lnTo>
                    <a:pt x="515" y="451"/>
                  </a:lnTo>
                  <a:lnTo>
                    <a:pt x="538" y="483"/>
                  </a:lnTo>
                  <a:lnTo>
                    <a:pt x="557" y="485"/>
                  </a:lnTo>
                  <a:lnTo>
                    <a:pt x="557" y="493"/>
                  </a:lnTo>
                  <a:lnTo>
                    <a:pt x="553" y="498"/>
                  </a:lnTo>
                  <a:lnTo>
                    <a:pt x="538" y="491"/>
                  </a:lnTo>
                  <a:lnTo>
                    <a:pt x="543" y="503"/>
                  </a:lnTo>
                  <a:lnTo>
                    <a:pt x="561" y="499"/>
                  </a:lnTo>
                  <a:lnTo>
                    <a:pt x="577" y="499"/>
                  </a:lnTo>
                  <a:lnTo>
                    <a:pt x="584" y="491"/>
                  </a:lnTo>
                  <a:lnTo>
                    <a:pt x="597" y="490"/>
                  </a:lnTo>
                  <a:lnTo>
                    <a:pt x="603" y="474"/>
                  </a:lnTo>
                  <a:lnTo>
                    <a:pt x="600" y="453"/>
                  </a:lnTo>
                  <a:lnTo>
                    <a:pt x="607" y="431"/>
                  </a:lnTo>
                  <a:lnTo>
                    <a:pt x="612" y="433"/>
                  </a:lnTo>
                  <a:lnTo>
                    <a:pt x="607" y="353"/>
                  </a:lnTo>
                  <a:lnTo>
                    <a:pt x="600" y="328"/>
                  </a:lnTo>
                  <a:lnTo>
                    <a:pt x="533" y="211"/>
                  </a:lnTo>
                  <a:lnTo>
                    <a:pt x="518" y="173"/>
                  </a:lnTo>
                  <a:lnTo>
                    <a:pt x="526" y="173"/>
                  </a:lnTo>
                  <a:lnTo>
                    <a:pt x="482" y="98"/>
                  </a:lnTo>
                  <a:lnTo>
                    <a:pt x="451" y="20"/>
                  </a:lnTo>
                  <a:lnTo>
                    <a:pt x="450" y="8"/>
                  </a:lnTo>
                  <a:lnTo>
                    <a:pt x="441" y="5"/>
                  </a:lnTo>
                  <a:lnTo>
                    <a:pt x="412" y="0"/>
                  </a:lnTo>
                  <a:lnTo>
                    <a:pt x="405" y="10"/>
                  </a:lnTo>
                  <a:lnTo>
                    <a:pt x="410" y="44"/>
                  </a:lnTo>
                  <a:lnTo>
                    <a:pt x="397" y="43"/>
                  </a:lnTo>
                  <a:lnTo>
                    <a:pt x="396" y="27"/>
                  </a:lnTo>
                  <a:lnTo>
                    <a:pt x="203" y="40"/>
                  </a:lnTo>
                  <a:lnTo>
                    <a:pt x="187" y="15"/>
                  </a:lnTo>
                  <a:lnTo>
                    <a:pt x="1" y="34"/>
                  </a:lnTo>
                  <a:lnTo>
                    <a:pt x="1" y="34"/>
                  </a:lnTo>
                </a:path>
              </a:pathLst>
            </a:custGeom>
            <a:solidFill>
              <a:srgbClr val="00c1c2"/>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81" name=""/>
            <p:cNvSpPr/>
            <p:nvPr/>
          </p:nvSpPr>
          <p:spPr>
            <a:xfrm>
              <a:off x="7329600" y="6656400"/>
              <a:ext cx="47520" cy="38160"/>
            </a:xfrm>
            <a:custGeom>
              <a:avLst/>
              <a:gdLst/>
              <a:ahLst/>
              <a:rect l="l" t="t" r="r" b="b"/>
              <a:pathLst>
                <a:path w="30" h="24">
                  <a:moveTo>
                    <a:pt x="0" y="23"/>
                  </a:moveTo>
                  <a:lnTo>
                    <a:pt x="0" y="23"/>
                  </a:lnTo>
                  <a:lnTo>
                    <a:pt x="1" y="10"/>
                  </a:lnTo>
                  <a:lnTo>
                    <a:pt x="12" y="7"/>
                  </a:lnTo>
                  <a:lnTo>
                    <a:pt x="15" y="0"/>
                  </a:lnTo>
                  <a:lnTo>
                    <a:pt x="29" y="8"/>
                  </a:lnTo>
                  <a:lnTo>
                    <a:pt x="15" y="14"/>
                  </a:lnTo>
                  <a:lnTo>
                    <a:pt x="5" y="12"/>
                  </a:lnTo>
                  <a:lnTo>
                    <a:pt x="7" y="18"/>
                  </a:lnTo>
                  <a:lnTo>
                    <a:pt x="0" y="23"/>
                  </a:lnTo>
                  <a:lnTo>
                    <a:pt x="0" y="23"/>
                  </a:lnTo>
                </a:path>
              </a:pathLst>
            </a:custGeom>
            <a:solidFill>
              <a:srgbClr val="00c1c2"/>
            </a:solidFill>
            <a:ln w="31680">
              <a:solidFill>
                <a:srgbClr val="000000"/>
              </a:solidFill>
              <a:round/>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482" name=""/>
            <p:cNvSpPr/>
            <p:nvPr/>
          </p:nvSpPr>
          <p:spPr>
            <a:xfrm>
              <a:off x="7396200" y="6632640"/>
              <a:ext cx="44280" cy="30240"/>
            </a:xfrm>
            <a:custGeom>
              <a:avLst/>
              <a:gdLst/>
              <a:ahLst/>
              <a:rect l="l" t="t" r="r" b="b"/>
              <a:pathLst>
                <a:path w="28" h="19">
                  <a:moveTo>
                    <a:pt x="0" y="17"/>
                  </a:moveTo>
                  <a:lnTo>
                    <a:pt x="0" y="17"/>
                  </a:lnTo>
                  <a:lnTo>
                    <a:pt x="5" y="18"/>
                  </a:lnTo>
                  <a:lnTo>
                    <a:pt x="27" y="0"/>
                  </a:lnTo>
                  <a:lnTo>
                    <a:pt x="8" y="15"/>
                  </a:lnTo>
                  <a:lnTo>
                    <a:pt x="0" y="17"/>
                  </a:lnTo>
                  <a:lnTo>
                    <a:pt x="0" y="17"/>
                  </a:lnTo>
                </a:path>
              </a:pathLst>
            </a:custGeom>
            <a:solidFill>
              <a:srgbClr val="00c1c2"/>
            </a:solidFill>
            <a:ln w="31680">
              <a:solidFill>
                <a:srgbClr val="000000"/>
              </a:solidFill>
              <a:round/>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1483" name=""/>
            <p:cNvSpPr/>
            <p:nvPr/>
          </p:nvSpPr>
          <p:spPr>
            <a:xfrm>
              <a:off x="7464600" y="6550200"/>
              <a:ext cx="29880" cy="60120"/>
            </a:xfrm>
            <a:custGeom>
              <a:avLst/>
              <a:gdLst/>
              <a:ahLst/>
              <a:rect l="l" t="t" r="r" b="b"/>
              <a:pathLst>
                <a:path w="19" h="38">
                  <a:moveTo>
                    <a:pt x="0" y="37"/>
                  </a:moveTo>
                  <a:lnTo>
                    <a:pt x="0" y="37"/>
                  </a:lnTo>
                  <a:lnTo>
                    <a:pt x="9" y="24"/>
                  </a:lnTo>
                  <a:lnTo>
                    <a:pt x="18" y="0"/>
                  </a:lnTo>
                  <a:lnTo>
                    <a:pt x="13" y="10"/>
                  </a:lnTo>
                  <a:lnTo>
                    <a:pt x="0" y="37"/>
                  </a:lnTo>
                  <a:lnTo>
                    <a:pt x="0" y="37"/>
                  </a:lnTo>
                </a:path>
              </a:pathLst>
            </a:custGeom>
            <a:solidFill>
              <a:srgbClr val="00c1c2"/>
            </a:solidFill>
            <a:ln w="31680">
              <a:solidFill>
                <a:srgbClr val="000000"/>
              </a:solidFill>
              <a:round/>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grpSp>
      <p:sp>
        <p:nvSpPr>
          <p:cNvPr id="1484" name=""/>
          <p:cNvSpPr/>
          <p:nvPr/>
        </p:nvSpPr>
        <p:spPr>
          <a:xfrm>
            <a:off x="6699240" y="5210280"/>
            <a:ext cx="585720" cy="657000"/>
          </a:xfrm>
          <a:custGeom>
            <a:avLst/>
            <a:gdLst/>
            <a:ahLst/>
            <a:rect l="l" t="t" r="r" b="b"/>
            <a:pathLst>
              <a:path w="369" h="414">
                <a:moveTo>
                  <a:pt x="0" y="23"/>
                </a:moveTo>
                <a:lnTo>
                  <a:pt x="0" y="23"/>
                </a:lnTo>
                <a:lnTo>
                  <a:pt x="48" y="214"/>
                </a:lnTo>
                <a:lnTo>
                  <a:pt x="68" y="245"/>
                </a:lnTo>
                <a:lnTo>
                  <a:pt x="73" y="269"/>
                </a:lnTo>
                <a:lnTo>
                  <a:pt x="67" y="288"/>
                </a:lnTo>
                <a:lnTo>
                  <a:pt x="63" y="313"/>
                </a:lnTo>
                <a:lnTo>
                  <a:pt x="78" y="384"/>
                </a:lnTo>
                <a:lnTo>
                  <a:pt x="94" y="409"/>
                </a:lnTo>
                <a:lnTo>
                  <a:pt x="287" y="396"/>
                </a:lnTo>
                <a:lnTo>
                  <a:pt x="288" y="412"/>
                </a:lnTo>
                <a:lnTo>
                  <a:pt x="301" y="413"/>
                </a:lnTo>
                <a:lnTo>
                  <a:pt x="296" y="379"/>
                </a:lnTo>
                <a:lnTo>
                  <a:pt x="303" y="369"/>
                </a:lnTo>
                <a:lnTo>
                  <a:pt x="332" y="374"/>
                </a:lnTo>
                <a:lnTo>
                  <a:pt x="337" y="350"/>
                </a:lnTo>
                <a:lnTo>
                  <a:pt x="332" y="348"/>
                </a:lnTo>
                <a:lnTo>
                  <a:pt x="340" y="342"/>
                </a:lnTo>
                <a:lnTo>
                  <a:pt x="327" y="337"/>
                </a:lnTo>
                <a:lnTo>
                  <a:pt x="336" y="328"/>
                </a:lnTo>
                <a:lnTo>
                  <a:pt x="332" y="318"/>
                </a:lnTo>
                <a:lnTo>
                  <a:pt x="345" y="308"/>
                </a:lnTo>
                <a:lnTo>
                  <a:pt x="341" y="296"/>
                </a:lnTo>
                <a:lnTo>
                  <a:pt x="347" y="292"/>
                </a:lnTo>
                <a:lnTo>
                  <a:pt x="351" y="281"/>
                </a:lnTo>
                <a:lnTo>
                  <a:pt x="345" y="279"/>
                </a:lnTo>
                <a:lnTo>
                  <a:pt x="356" y="269"/>
                </a:lnTo>
                <a:lnTo>
                  <a:pt x="351" y="262"/>
                </a:lnTo>
                <a:lnTo>
                  <a:pt x="359" y="262"/>
                </a:lnTo>
                <a:lnTo>
                  <a:pt x="368" y="251"/>
                </a:lnTo>
                <a:lnTo>
                  <a:pt x="364" y="245"/>
                </a:lnTo>
                <a:lnTo>
                  <a:pt x="351" y="243"/>
                </a:lnTo>
                <a:lnTo>
                  <a:pt x="342" y="233"/>
                </a:lnTo>
                <a:lnTo>
                  <a:pt x="327" y="203"/>
                </a:lnTo>
                <a:lnTo>
                  <a:pt x="320" y="200"/>
                </a:lnTo>
                <a:lnTo>
                  <a:pt x="302" y="163"/>
                </a:lnTo>
                <a:lnTo>
                  <a:pt x="281" y="147"/>
                </a:lnTo>
                <a:lnTo>
                  <a:pt x="264" y="120"/>
                </a:lnTo>
                <a:lnTo>
                  <a:pt x="223" y="88"/>
                </a:lnTo>
                <a:lnTo>
                  <a:pt x="203" y="58"/>
                </a:lnTo>
                <a:lnTo>
                  <a:pt x="157" y="29"/>
                </a:lnTo>
                <a:lnTo>
                  <a:pt x="172" y="0"/>
                </a:lnTo>
                <a:lnTo>
                  <a:pt x="88" y="9"/>
                </a:lnTo>
                <a:lnTo>
                  <a:pt x="0" y="23"/>
                </a:lnTo>
                <a:lnTo>
                  <a:pt x="0" y="23"/>
                </a:lnTo>
              </a:path>
            </a:pathLst>
          </a:custGeom>
          <a:solidFill>
            <a:srgbClr val="00c1c2"/>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85" name=""/>
          <p:cNvSpPr/>
          <p:nvPr/>
        </p:nvSpPr>
        <p:spPr>
          <a:xfrm>
            <a:off x="3483000" y="3014640"/>
            <a:ext cx="641160" cy="1120680"/>
          </a:xfrm>
          <a:custGeom>
            <a:avLst/>
            <a:gdLst/>
            <a:ahLst/>
            <a:rect l="l" t="t" r="r" b="b"/>
            <a:pathLst>
              <a:path w="404" h="706">
                <a:moveTo>
                  <a:pt x="0" y="625"/>
                </a:moveTo>
                <a:lnTo>
                  <a:pt x="0" y="625"/>
                </a:lnTo>
                <a:lnTo>
                  <a:pt x="32" y="475"/>
                </a:lnTo>
                <a:lnTo>
                  <a:pt x="47" y="435"/>
                </a:lnTo>
                <a:lnTo>
                  <a:pt x="34" y="417"/>
                </a:lnTo>
                <a:lnTo>
                  <a:pt x="38" y="397"/>
                </a:lnTo>
                <a:lnTo>
                  <a:pt x="62" y="373"/>
                </a:lnTo>
                <a:lnTo>
                  <a:pt x="83" y="337"/>
                </a:lnTo>
                <a:lnTo>
                  <a:pt x="103" y="307"/>
                </a:lnTo>
                <a:lnTo>
                  <a:pt x="88" y="283"/>
                </a:lnTo>
                <a:lnTo>
                  <a:pt x="81" y="266"/>
                </a:lnTo>
                <a:lnTo>
                  <a:pt x="86" y="229"/>
                </a:lnTo>
                <a:lnTo>
                  <a:pt x="133" y="0"/>
                </a:lnTo>
                <a:lnTo>
                  <a:pt x="187" y="12"/>
                </a:lnTo>
                <a:lnTo>
                  <a:pt x="169" y="103"/>
                </a:lnTo>
                <a:lnTo>
                  <a:pt x="181" y="133"/>
                </a:lnTo>
                <a:lnTo>
                  <a:pt x="182" y="154"/>
                </a:lnTo>
                <a:lnTo>
                  <a:pt x="174" y="156"/>
                </a:lnTo>
                <a:lnTo>
                  <a:pt x="197" y="179"/>
                </a:lnTo>
                <a:lnTo>
                  <a:pt x="218" y="235"/>
                </a:lnTo>
                <a:lnTo>
                  <a:pt x="226" y="233"/>
                </a:lnTo>
                <a:lnTo>
                  <a:pt x="226" y="240"/>
                </a:lnTo>
                <a:lnTo>
                  <a:pt x="237" y="243"/>
                </a:lnTo>
                <a:lnTo>
                  <a:pt x="244" y="244"/>
                </a:lnTo>
                <a:lnTo>
                  <a:pt x="226" y="287"/>
                </a:lnTo>
                <a:lnTo>
                  <a:pt x="229" y="314"/>
                </a:lnTo>
                <a:lnTo>
                  <a:pt x="213" y="340"/>
                </a:lnTo>
                <a:lnTo>
                  <a:pt x="222" y="351"/>
                </a:lnTo>
                <a:lnTo>
                  <a:pt x="251" y="334"/>
                </a:lnTo>
                <a:lnTo>
                  <a:pt x="272" y="425"/>
                </a:lnTo>
                <a:lnTo>
                  <a:pt x="283" y="429"/>
                </a:lnTo>
                <a:lnTo>
                  <a:pt x="286" y="456"/>
                </a:lnTo>
                <a:lnTo>
                  <a:pt x="295" y="468"/>
                </a:lnTo>
                <a:lnTo>
                  <a:pt x="306" y="458"/>
                </a:lnTo>
                <a:lnTo>
                  <a:pt x="323" y="466"/>
                </a:lnTo>
                <a:lnTo>
                  <a:pt x="333" y="456"/>
                </a:lnTo>
                <a:lnTo>
                  <a:pt x="371" y="466"/>
                </a:lnTo>
                <a:lnTo>
                  <a:pt x="379" y="466"/>
                </a:lnTo>
                <a:lnTo>
                  <a:pt x="388" y="450"/>
                </a:lnTo>
                <a:lnTo>
                  <a:pt x="403" y="478"/>
                </a:lnTo>
                <a:lnTo>
                  <a:pt x="369" y="705"/>
                </a:lnTo>
                <a:lnTo>
                  <a:pt x="182" y="671"/>
                </a:lnTo>
                <a:lnTo>
                  <a:pt x="0" y="625"/>
                </a:lnTo>
                <a:lnTo>
                  <a:pt x="0" y="625"/>
                </a:lnTo>
              </a:path>
            </a:pathLst>
          </a:custGeom>
          <a:solidFill>
            <a:srgbClr val="a1009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86" name=""/>
          <p:cNvSpPr/>
          <p:nvPr/>
        </p:nvSpPr>
        <p:spPr>
          <a:xfrm>
            <a:off x="6024600" y="4164120"/>
            <a:ext cx="422280" cy="822240"/>
          </a:xfrm>
          <a:custGeom>
            <a:avLst/>
            <a:gdLst/>
            <a:ahLst/>
            <a:rect l="l" t="t" r="r" b="b"/>
            <a:pathLst>
              <a:path w="266" h="518">
                <a:moveTo>
                  <a:pt x="0" y="229"/>
                </a:moveTo>
                <a:lnTo>
                  <a:pt x="0" y="229"/>
                </a:lnTo>
                <a:lnTo>
                  <a:pt x="5" y="213"/>
                </a:lnTo>
                <a:lnTo>
                  <a:pt x="23" y="181"/>
                </a:lnTo>
                <a:lnTo>
                  <a:pt x="34" y="148"/>
                </a:lnTo>
                <a:lnTo>
                  <a:pt x="23" y="121"/>
                </a:lnTo>
                <a:lnTo>
                  <a:pt x="69" y="84"/>
                </a:lnTo>
                <a:lnTo>
                  <a:pt x="78" y="64"/>
                </a:lnTo>
                <a:lnTo>
                  <a:pt x="78" y="56"/>
                </a:lnTo>
                <a:lnTo>
                  <a:pt x="45" y="14"/>
                </a:lnTo>
                <a:lnTo>
                  <a:pt x="223" y="0"/>
                </a:lnTo>
                <a:lnTo>
                  <a:pt x="227" y="32"/>
                </a:lnTo>
                <a:lnTo>
                  <a:pt x="245" y="69"/>
                </a:lnTo>
                <a:lnTo>
                  <a:pt x="261" y="268"/>
                </a:lnTo>
                <a:lnTo>
                  <a:pt x="257" y="308"/>
                </a:lnTo>
                <a:lnTo>
                  <a:pt x="265" y="330"/>
                </a:lnTo>
                <a:lnTo>
                  <a:pt x="257" y="377"/>
                </a:lnTo>
                <a:lnTo>
                  <a:pt x="242" y="397"/>
                </a:lnTo>
                <a:lnTo>
                  <a:pt x="236" y="428"/>
                </a:lnTo>
                <a:lnTo>
                  <a:pt x="242" y="437"/>
                </a:lnTo>
                <a:lnTo>
                  <a:pt x="236" y="456"/>
                </a:lnTo>
                <a:lnTo>
                  <a:pt x="239" y="464"/>
                </a:lnTo>
                <a:lnTo>
                  <a:pt x="219" y="474"/>
                </a:lnTo>
                <a:lnTo>
                  <a:pt x="214" y="506"/>
                </a:lnTo>
                <a:lnTo>
                  <a:pt x="183" y="495"/>
                </a:lnTo>
                <a:lnTo>
                  <a:pt x="166" y="510"/>
                </a:lnTo>
                <a:lnTo>
                  <a:pt x="168" y="517"/>
                </a:lnTo>
                <a:lnTo>
                  <a:pt x="158" y="516"/>
                </a:lnTo>
                <a:lnTo>
                  <a:pt x="148" y="496"/>
                </a:lnTo>
                <a:lnTo>
                  <a:pt x="141" y="464"/>
                </a:lnTo>
                <a:lnTo>
                  <a:pt x="131" y="445"/>
                </a:lnTo>
                <a:lnTo>
                  <a:pt x="113" y="437"/>
                </a:lnTo>
                <a:lnTo>
                  <a:pt x="91" y="418"/>
                </a:lnTo>
                <a:lnTo>
                  <a:pt x="81" y="392"/>
                </a:lnTo>
                <a:lnTo>
                  <a:pt x="97" y="352"/>
                </a:lnTo>
                <a:lnTo>
                  <a:pt x="83" y="344"/>
                </a:lnTo>
                <a:lnTo>
                  <a:pt x="60" y="345"/>
                </a:lnTo>
                <a:lnTo>
                  <a:pt x="55" y="318"/>
                </a:lnTo>
                <a:lnTo>
                  <a:pt x="11" y="270"/>
                </a:lnTo>
                <a:lnTo>
                  <a:pt x="0" y="229"/>
                </a:lnTo>
                <a:lnTo>
                  <a:pt x="0" y="229"/>
                </a:lnTo>
              </a:path>
            </a:pathLst>
          </a:custGeom>
          <a:solidFill>
            <a:srgbClr val="e262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87" name=""/>
          <p:cNvSpPr/>
          <p:nvPr/>
        </p:nvSpPr>
        <p:spPr>
          <a:xfrm>
            <a:off x="6399360" y="4238640"/>
            <a:ext cx="330120" cy="620640"/>
          </a:xfrm>
          <a:custGeom>
            <a:avLst/>
            <a:gdLst/>
            <a:ahLst/>
            <a:rect l="l" t="t" r="r" b="b"/>
            <a:pathLst>
              <a:path w="208" h="391">
                <a:moveTo>
                  <a:pt x="0" y="381"/>
                </a:moveTo>
                <a:lnTo>
                  <a:pt x="0" y="381"/>
                </a:lnTo>
                <a:lnTo>
                  <a:pt x="6" y="390"/>
                </a:lnTo>
                <a:lnTo>
                  <a:pt x="11" y="380"/>
                </a:lnTo>
                <a:lnTo>
                  <a:pt x="40" y="374"/>
                </a:lnTo>
                <a:lnTo>
                  <a:pt x="51" y="376"/>
                </a:lnTo>
                <a:lnTo>
                  <a:pt x="84" y="364"/>
                </a:lnTo>
                <a:lnTo>
                  <a:pt x="96" y="376"/>
                </a:lnTo>
                <a:lnTo>
                  <a:pt x="106" y="350"/>
                </a:lnTo>
                <a:lnTo>
                  <a:pt x="116" y="344"/>
                </a:lnTo>
                <a:lnTo>
                  <a:pt x="139" y="357"/>
                </a:lnTo>
                <a:lnTo>
                  <a:pt x="143" y="342"/>
                </a:lnTo>
                <a:lnTo>
                  <a:pt x="169" y="306"/>
                </a:lnTo>
                <a:lnTo>
                  <a:pt x="174" y="285"/>
                </a:lnTo>
                <a:lnTo>
                  <a:pt x="184" y="288"/>
                </a:lnTo>
                <a:lnTo>
                  <a:pt x="207" y="271"/>
                </a:lnTo>
                <a:lnTo>
                  <a:pt x="201" y="256"/>
                </a:lnTo>
                <a:lnTo>
                  <a:pt x="204" y="247"/>
                </a:lnTo>
                <a:lnTo>
                  <a:pt x="180" y="8"/>
                </a:lnTo>
                <a:lnTo>
                  <a:pt x="178" y="0"/>
                </a:lnTo>
                <a:lnTo>
                  <a:pt x="53" y="16"/>
                </a:lnTo>
                <a:lnTo>
                  <a:pt x="29" y="32"/>
                </a:lnTo>
                <a:lnTo>
                  <a:pt x="9" y="22"/>
                </a:lnTo>
                <a:lnTo>
                  <a:pt x="25" y="221"/>
                </a:lnTo>
                <a:lnTo>
                  <a:pt x="21" y="261"/>
                </a:lnTo>
                <a:lnTo>
                  <a:pt x="29" y="283"/>
                </a:lnTo>
                <a:lnTo>
                  <a:pt x="21" y="330"/>
                </a:lnTo>
                <a:lnTo>
                  <a:pt x="6" y="350"/>
                </a:lnTo>
                <a:lnTo>
                  <a:pt x="0" y="381"/>
                </a:lnTo>
                <a:lnTo>
                  <a:pt x="0" y="381"/>
                </a:lnTo>
              </a:path>
            </a:pathLst>
          </a:custGeom>
          <a:solidFill>
            <a:srgbClr val="e262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88" name=""/>
          <p:cNvSpPr/>
          <p:nvPr/>
        </p:nvSpPr>
        <p:spPr>
          <a:xfrm>
            <a:off x="5510160" y="4040280"/>
            <a:ext cx="639720" cy="463320"/>
          </a:xfrm>
          <a:custGeom>
            <a:avLst/>
            <a:gdLst/>
            <a:ahLst/>
            <a:rect l="l" t="t" r="r" b="b"/>
            <a:pathLst>
              <a:path w="403" h="292">
                <a:moveTo>
                  <a:pt x="0" y="8"/>
                </a:moveTo>
                <a:lnTo>
                  <a:pt x="0" y="8"/>
                </a:lnTo>
                <a:lnTo>
                  <a:pt x="0" y="32"/>
                </a:lnTo>
                <a:lnTo>
                  <a:pt x="8" y="48"/>
                </a:lnTo>
                <a:lnTo>
                  <a:pt x="4" y="62"/>
                </a:lnTo>
                <a:lnTo>
                  <a:pt x="8" y="103"/>
                </a:lnTo>
                <a:lnTo>
                  <a:pt x="27" y="159"/>
                </a:lnTo>
                <a:lnTo>
                  <a:pt x="27" y="176"/>
                </a:lnTo>
                <a:lnTo>
                  <a:pt x="39" y="204"/>
                </a:lnTo>
                <a:lnTo>
                  <a:pt x="45" y="248"/>
                </a:lnTo>
                <a:lnTo>
                  <a:pt x="42" y="262"/>
                </a:lnTo>
                <a:lnTo>
                  <a:pt x="50" y="275"/>
                </a:lnTo>
                <a:lnTo>
                  <a:pt x="310" y="269"/>
                </a:lnTo>
                <a:lnTo>
                  <a:pt x="329" y="291"/>
                </a:lnTo>
                <a:lnTo>
                  <a:pt x="347" y="259"/>
                </a:lnTo>
                <a:lnTo>
                  <a:pt x="358" y="226"/>
                </a:lnTo>
                <a:lnTo>
                  <a:pt x="347" y="199"/>
                </a:lnTo>
                <a:lnTo>
                  <a:pt x="393" y="162"/>
                </a:lnTo>
                <a:lnTo>
                  <a:pt x="402" y="142"/>
                </a:lnTo>
                <a:lnTo>
                  <a:pt x="402" y="134"/>
                </a:lnTo>
                <a:lnTo>
                  <a:pt x="369" y="92"/>
                </a:lnTo>
                <a:lnTo>
                  <a:pt x="337" y="49"/>
                </a:lnTo>
                <a:lnTo>
                  <a:pt x="329" y="0"/>
                </a:lnTo>
                <a:lnTo>
                  <a:pt x="9" y="8"/>
                </a:lnTo>
                <a:lnTo>
                  <a:pt x="0" y="8"/>
                </a:lnTo>
                <a:lnTo>
                  <a:pt x="0" y="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89" name=""/>
          <p:cNvSpPr/>
          <p:nvPr/>
        </p:nvSpPr>
        <p:spPr>
          <a:xfrm>
            <a:off x="4916520" y="4543560"/>
            <a:ext cx="795240" cy="463320"/>
          </a:xfrm>
          <a:custGeom>
            <a:avLst/>
            <a:gdLst/>
            <a:ahLst/>
            <a:rect l="l" t="t" r="r" b="b"/>
            <a:pathLst>
              <a:path w="501" h="292">
                <a:moveTo>
                  <a:pt x="0" y="277"/>
                </a:moveTo>
                <a:lnTo>
                  <a:pt x="0" y="277"/>
                </a:lnTo>
                <a:lnTo>
                  <a:pt x="16" y="0"/>
                </a:lnTo>
                <a:lnTo>
                  <a:pt x="202" y="10"/>
                </a:lnTo>
                <a:lnTo>
                  <a:pt x="451" y="13"/>
                </a:lnTo>
                <a:lnTo>
                  <a:pt x="465" y="26"/>
                </a:lnTo>
                <a:lnTo>
                  <a:pt x="474" y="24"/>
                </a:lnTo>
                <a:lnTo>
                  <a:pt x="480" y="31"/>
                </a:lnTo>
                <a:lnTo>
                  <a:pt x="482" y="37"/>
                </a:lnTo>
                <a:lnTo>
                  <a:pt x="474" y="37"/>
                </a:lnTo>
                <a:lnTo>
                  <a:pt x="466" y="58"/>
                </a:lnTo>
                <a:lnTo>
                  <a:pt x="486" y="89"/>
                </a:lnTo>
                <a:lnTo>
                  <a:pt x="500" y="93"/>
                </a:lnTo>
                <a:lnTo>
                  <a:pt x="497" y="291"/>
                </a:lnTo>
                <a:lnTo>
                  <a:pt x="285" y="291"/>
                </a:lnTo>
                <a:lnTo>
                  <a:pt x="0" y="277"/>
                </a:lnTo>
                <a:lnTo>
                  <a:pt x="0" y="27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90" name=""/>
          <p:cNvSpPr/>
          <p:nvPr/>
        </p:nvSpPr>
        <p:spPr>
          <a:xfrm>
            <a:off x="6273720" y="4630680"/>
            <a:ext cx="776520" cy="432000"/>
          </a:xfrm>
          <a:custGeom>
            <a:avLst/>
            <a:gdLst/>
            <a:ahLst/>
            <a:rect l="l" t="t" r="r" b="b"/>
            <a:pathLst>
              <a:path w="489" h="272">
                <a:moveTo>
                  <a:pt x="0" y="271"/>
                </a:moveTo>
                <a:lnTo>
                  <a:pt x="0" y="271"/>
                </a:lnTo>
                <a:lnTo>
                  <a:pt x="3" y="258"/>
                </a:lnTo>
                <a:lnTo>
                  <a:pt x="14" y="255"/>
                </a:lnTo>
                <a:lnTo>
                  <a:pt x="17" y="227"/>
                </a:lnTo>
                <a:lnTo>
                  <a:pt x="11" y="223"/>
                </a:lnTo>
                <a:lnTo>
                  <a:pt x="9" y="216"/>
                </a:lnTo>
                <a:lnTo>
                  <a:pt x="26" y="201"/>
                </a:lnTo>
                <a:lnTo>
                  <a:pt x="57" y="212"/>
                </a:lnTo>
                <a:lnTo>
                  <a:pt x="62" y="180"/>
                </a:lnTo>
                <a:lnTo>
                  <a:pt x="82" y="170"/>
                </a:lnTo>
                <a:lnTo>
                  <a:pt x="79" y="162"/>
                </a:lnTo>
                <a:lnTo>
                  <a:pt x="85" y="143"/>
                </a:lnTo>
                <a:lnTo>
                  <a:pt x="90" y="133"/>
                </a:lnTo>
                <a:lnTo>
                  <a:pt x="119" y="127"/>
                </a:lnTo>
                <a:lnTo>
                  <a:pt x="130" y="129"/>
                </a:lnTo>
                <a:lnTo>
                  <a:pt x="163" y="117"/>
                </a:lnTo>
                <a:lnTo>
                  <a:pt x="175" y="129"/>
                </a:lnTo>
                <a:lnTo>
                  <a:pt x="185" y="103"/>
                </a:lnTo>
                <a:lnTo>
                  <a:pt x="195" y="97"/>
                </a:lnTo>
                <a:lnTo>
                  <a:pt x="218" y="110"/>
                </a:lnTo>
                <a:lnTo>
                  <a:pt x="222" y="95"/>
                </a:lnTo>
                <a:lnTo>
                  <a:pt x="248" y="59"/>
                </a:lnTo>
                <a:lnTo>
                  <a:pt x="253" y="38"/>
                </a:lnTo>
                <a:lnTo>
                  <a:pt x="263" y="41"/>
                </a:lnTo>
                <a:lnTo>
                  <a:pt x="286" y="24"/>
                </a:lnTo>
                <a:lnTo>
                  <a:pt x="280" y="9"/>
                </a:lnTo>
                <a:lnTo>
                  <a:pt x="283" y="0"/>
                </a:lnTo>
                <a:lnTo>
                  <a:pt x="304" y="0"/>
                </a:lnTo>
                <a:lnTo>
                  <a:pt x="318" y="3"/>
                </a:lnTo>
                <a:lnTo>
                  <a:pt x="324" y="21"/>
                </a:lnTo>
                <a:lnTo>
                  <a:pt x="346" y="24"/>
                </a:lnTo>
                <a:lnTo>
                  <a:pt x="362" y="33"/>
                </a:lnTo>
                <a:lnTo>
                  <a:pt x="391" y="30"/>
                </a:lnTo>
                <a:lnTo>
                  <a:pt x="406" y="21"/>
                </a:lnTo>
                <a:lnTo>
                  <a:pt x="438" y="45"/>
                </a:lnTo>
                <a:lnTo>
                  <a:pt x="450" y="87"/>
                </a:lnTo>
                <a:lnTo>
                  <a:pt x="463" y="103"/>
                </a:lnTo>
                <a:lnTo>
                  <a:pt x="488" y="120"/>
                </a:lnTo>
                <a:lnTo>
                  <a:pt x="471" y="143"/>
                </a:lnTo>
                <a:lnTo>
                  <a:pt x="453" y="156"/>
                </a:lnTo>
                <a:lnTo>
                  <a:pt x="436" y="180"/>
                </a:lnTo>
                <a:lnTo>
                  <a:pt x="435" y="187"/>
                </a:lnTo>
                <a:lnTo>
                  <a:pt x="387" y="222"/>
                </a:lnTo>
                <a:lnTo>
                  <a:pt x="116" y="248"/>
                </a:lnTo>
                <a:lnTo>
                  <a:pt x="89" y="247"/>
                </a:lnTo>
                <a:lnTo>
                  <a:pt x="89" y="264"/>
                </a:lnTo>
                <a:lnTo>
                  <a:pt x="0" y="271"/>
                </a:lnTo>
                <a:lnTo>
                  <a:pt x="0" y="271"/>
                </a:lnTo>
              </a:path>
            </a:pathLst>
          </a:custGeom>
          <a:solidFill>
            <a:srgbClr val="00c1c2"/>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91" name=""/>
          <p:cNvSpPr/>
          <p:nvPr/>
        </p:nvSpPr>
        <p:spPr>
          <a:xfrm>
            <a:off x="5776920" y="5587920"/>
            <a:ext cx="603360" cy="577800"/>
          </a:xfrm>
          <a:custGeom>
            <a:avLst/>
            <a:gdLst/>
            <a:ahLst/>
            <a:rect l="l" t="t" r="r" b="b"/>
            <a:pathLst>
              <a:path w="380" h="364">
                <a:moveTo>
                  <a:pt x="0" y="2"/>
                </a:moveTo>
                <a:lnTo>
                  <a:pt x="0" y="2"/>
                </a:lnTo>
                <a:lnTo>
                  <a:pt x="4" y="99"/>
                </a:lnTo>
                <a:lnTo>
                  <a:pt x="16" y="112"/>
                </a:lnTo>
                <a:lnTo>
                  <a:pt x="20" y="136"/>
                </a:lnTo>
                <a:lnTo>
                  <a:pt x="41" y="171"/>
                </a:lnTo>
                <a:lnTo>
                  <a:pt x="39" y="200"/>
                </a:lnTo>
                <a:lnTo>
                  <a:pt x="27" y="229"/>
                </a:lnTo>
                <a:lnTo>
                  <a:pt x="27" y="243"/>
                </a:lnTo>
                <a:lnTo>
                  <a:pt x="32" y="259"/>
                </a:lnTo>
                <a:lnTo>
                  <a:pt x="30" y="275"/>
                </a:lnTo>
                <a:lnTo>
                  <a:pt x="23" y="285"/>
                </a:lnTo>
                <a:lnTo>
                  <a:pt x="16" y="298"/>
                </a:lnTo>
                <a:lnTo>
                  <a:pt x="20" y="307"/>
                </a:lnTo>
                <a:lnTo>
                  <a:pt x="71" y="298"/>
                </a:lnTo>
                <a:lnTo>
                  <a:pt x="112" y="318"/>
                </a:lnTo>
                <a:lnTo>
                  <a:pt x="151" y="316"/>
                </a:lnTo>
                <a:lnTo>
                  <a:pt x="147" y="303"/>
                </a:lnTo>
                <a:lnTo>
                  <a:pt x="159" y="292"/>
                </a:lnTo>
                <a:lnTo>
                  <a:pt x="188" y="298"/>
                </a:lnTo>
                <a:lnTo>
                  <a:pt x="192" y="318"/>
                </a:lnTo>
                <a:lnTo>
                  <a:pt x="200" y="317"/>
                </a:lnTo>
                <a:lnTo>
                  <a:pt x="211" y="321"/>
                </a:lnTo>
                <a:lnTo>
                  <a:pt x="221" y="334"/>
                </a:lnTo>
                <a:lnTo>
                  <a:pt x="225" y="347"/>
                </a:lnTo>
                <a:lnTo>
                  <a:pt x="237" y="349"/>
                </a:lnTo>
                <a:lnTo>
                  <a:pt x="247" y="355"/>
                </a:lnTo>
                <a:lnTo>
                  <a:pt x="256" y="352"/>
                </a:lnTo>
                <a:lnTo>
                  <a:pt x="265" y="342"/>
                </a:lnTo>
                <a:lnTo>
                  <a:pt x="263" y="334"/>
                </a:lnTo>
                <a:lnTo>
                  <a:pt x="276" y="347"/>
                </a:lnTo>
                <a:lnTo>
                  <a:pt x="281" y="337"/>
                </a:lnTo>
                <a:lnTo>
                  <a:pt x="290" y="353"/>
                </a:lnTo>
                <a:lnTo>
                  <a:pt x="302" y="347"/>
                </a:lnTo>
                <a:lnTo>
                  <a:pt x="306" y="340"/>
                </a:lnTo>
                <a:lnTo>
                  <a:pt x="302" y="334"/>
                </a:lnTo>
                <a:lnTo>
                  <a:pt x="303" y="318"/>
                </a:lnTo>
                <a:lnTo>
                  <a:pt x="307" y="318"/>
                </a:lnTo>
                <a:lnTo>
                  <a:pt x="317" y="318"/>
                </a:lnTo>
                <a:lnTo>
                  <a:pt x="320" y="331"/>
                </a:lnTo>
                <a:lnTo>
                  <a:pt x="333" y="331"/>
                </a:lnTo>
                <a:lnTo>
                  <a:pt x="341" y="338"/>
                </a:lnTo>
                <a:lnTo>
                  <a:pt x="344" y="336"/>
                </a:lnTo>
                <a:lnTo>
                  <a:pt x="350" y="346"/>
                </a:lnTo>
                <a:lnTo>
                  <a:pt x="357" y="350"/>
                </a:lnTo>
                <a:lnTo>
                  <a:pt x="353" y="363"/>
                </a:lnTo>
                <a:lnTo>
                  <a:pt x="363" y="350"/>
                </a:lnTo>
                <a:lnTo>
                  <a:pt x="371" y="358"/>
                </a:lnTo>
                <a:lnTo>
                  <a:pt x="371" y="349"/>
                </a:lnTo>
                <a:lnTo>
                  <a:pt x="379" y="347"/>
                </a:lnTo>
                <a:lnTo>
                  <a:pt x="379" y="340"/>
                </a:lnTo>
                <a:lnTo>
                  <a:pt x="371" y="338"/>
                </a:lnTo>
                <a:lnTo>
                  <a:pt x="364" y="331"/>
                </a:lnTo>
                <a:lnTo>
                  <a:pt x="357" y="333"/>
                </a:lnTo>
                <a:lnTo>
                  <a:pt x="352" y="324"/>
                </a:lnTo>
                <a:lnTo>
                  <a:pt x="341" y="324"/>
                </a:lnTo>
                <a:lnTo>
                  <a:pt x="334" y="304"/>
                </a:lnTo>
                <a:lnTo>
                  <a:pt x="338" y="300"/>
                </a:lnTo>
                <a:lnTo>
                  <a:pt x="347" y="296"/>
                </a:lnTo>
                <a:lnTo>
                  <a:pt x="349" y="285"/>
                </a:lnTo>
                <a:lnTo>
                  <a:pt x="356" y="284"/>
                </a:lnTo>
                <a:lnTo>
                  <a:pt x="364" y="275"/>
                </a:lnTo>
                <a:lnTo>
                  <a:pt x="361" y="271"/>
                </a:lnTo>
                <a:lnTo>
                  <a:pt x="361" y="252"/>
                </a:lnTo>
                <a:lnTo>
                  <a:pt x="351" y="262"/>
                </a:lnTo>
                <a:lnTo>
                  <a:pt x="339" y="263"/>
                </a:lnTo>
                <a:lnTo>
                  <a:pt x="330" y="279"/>
                </a:lnTo>
                <a:lnTo>
                  <a:pt x="315" y="271"/>
                </a:lnTo>
                <a:lnTo>
                  <a:pt x="317" y="263"/>
                </a:lnTo>
                <a:lnTo>
                  <a:pt x="323" y="263"/>
                </a:lnTo>
                <a:lnTo>
                  <a:pt x="324" y="263"/>
                </a:lnTo>
                <a:lnTo>
                  <a:pt x="329" y="256"/>
                </a:lnTo>
                <a:lnTo>
                  <a:pt x="322" y="258"/>
                </a:lnTo>
                <a:lnTo>
                  <a:pt x="320" y="254"/>
                </a:lnTo>
                <a:lnTo>
                  <a:pt x="317" y="258"/>
                </a:lnTo>
                <a:lnTo>
                  <a:pt x="313" y="256"/>
                </a:lnTo>
                <a:lnTo>
                  <a:pt x="304" y="263"/>
                </a:lnTo>
                <a:lnTo>
                  <a:pt x="294" y="267"/>
                </a:lnTo>
                <a:lnTo>
                  <a:pt x="273" y="263"/>
                </a:lnTo>
                <a:lnTo>
                  <a:pt x="271" y="256"/>
                </a:lnTo>
                <a:lnTo>
                  <a:pt x="283" y="237"/>
                </a:lnTo>
                <a:lnTo>
                  <a:pt x="295" y="237"/>
                </a:lnTo>
                <a:lnTo>
                  <a:pt x="304" y="245"/>
                </a:lnTo>
                <a:lnTo>
                  <a:pt x="337" y="252"/>
                </a:lnTo>
                <a:lnTo>
                  <a:pt x="313" y="208"/>
                </a:lnTo>
                <a:lnTo>
                  <a:pt x="316" y="177"/>
                </a:lnTo>
                <a:lnTo>
                  <a:pt x="181" y="183"/>
                </a:lnTo>
                <a:lnTo>
                  <a:pt x="181" y="166"/>
                </a:lnTo>
                <a:lnTo>
                  <a:pt x="196" y="115"/>
                </a:lnTo>
                <a:lnTo>
                  <a:pt x="219" y="80"/>
                </a:lnTo>
                <a:lnTo>
                  <a:pt x="213" y="71"/>
                </a:lnTo>
                <a:lnTo>
                  <a:pt x="216" y="37"/>
                </a:lnTo>
                <a:lnTo>
                  <a:pt x="203" y="0"/>
                </a:lnTo>
                <a:lnTo>
                  <a:pt x="0" y="2"/>
                </a:lnTo>
                <a:lnTo>
                  <a:pt x="0" y="2"/>
                </a:lnTo>
              </a:path>
            </a:pathLst>
          </a:custGeom>
          <a:solidFill>
            <a:srgbClr val="82004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92" name=""/>
          <p:cNvSpPr/>
          <p:nvPr/>
        </p:nvSpPr>
        <p:spPr>
          <a:xfrm>
            <a:off x="7915320" y="3098880"/>
            <a:ext cx="392040" cy="673200"/>
          </a:xfrm>
          <a:custGeom>
            <a:avLst/>
            <a:gdLst/>
            <a:ahLst/>
            <a:rect l="l" t="t" r="r" b="b"/>
            <a:pathLst>
              <a:path w="247" h="424">
                <a:moveTo>
                  <a:pt x="0" y="230"/>
                </a:moveTo>
                <a:lnTo>
                  <a:pt x="0" y="230"/>
                </a:lnTo>
                <a:lnTo>
                  <a:pt x="14" y="230"/>
                </a:lnTo>
                <a:lnTo>
                  <a:pt x="15" y="203"/>
                </a:lnTo>
                <a:lnTo>
                  <a:pt x="32" y="165"/>
                </a:lnTo>
                <a:lnTo>
                  <a:pt x="24" y="138"/>
                </a:lnTo>
                <a:lnTo>
                  <a:pt x="32" y="101"/>
                </a:lnTo>
                <a:lnTo>
                  <a:pt x="31" y="88"/>
                </a:lnTo>
                <a:lnTo>
                  <a:pt x="60" y="5"/>
                </a:lnTo>
                <a:lnTo>
                  <a:pt x="68" y="5"/>
                </a:lnTo>
                <a:lnTo>
                  <a:pt x="71" y="23"/>
                </a:lnTo>
                <a:lnTo>
                  <a:pt x="106" y="8"/>
                </a:lnTo>
                <a:lnTo>
                  <a:pt x="107" y="3"/>
                </a:lnTo>
                <a:lnTo>
                  <a:pt x="116" y="0"/>
                </a:lnTo>
                <a:lnTo>
                  <a:pt x="134" y="9"/>
                </a:lnTo>
                <a:lnTo>
                  <a:pt x="150" y="23"/>
                </a:lnTo>
                <a:lnTo>
                  <a:pt x="181" y="139"/>
                </a:lnTo>
                <a:lnTo>
                  <a:pt x="202" y="140"/>
                </a:lnTo>
                <a:lnTo>
                  <a:pt x="204" y="147"/>
                </a:lnTo>
                <a:lnTo>
                  <a:pt x="203" y="151"/>
                </a:lnTo>
                <a:lnTo>
                  <a:pt x="220" y="179"/>
                </a:lnTo>
                <a:lnTo>
                  <a:pt x="222" y="171"/>
                </a:lnTo>
                <a:lnTo>
                  <a:pt x="240" y="190"/>
                </a:lnTo>
                <a:lnTo>
                  <a:pt x="234" y="195"/>
                </a:lnTo>
                <a:lnTo>
                  <a:pt x="235" y="200"/>
                </a:lnTo>
                <a:lnTo>
                  <a:pt x="246" y="200"/>
                </a:lnTo>
                <a:lnTo>
                  <a:pt x="238" y="223"/>
                </a:lnTo>
                <a:lnTo>
                  <a:pt x="227" y="219"/>
                </a:lnTo>
                <a:lnTo>
                  <a:pt x="220" y="227"/>
                </a:lnTo>
                <a:lnTo>
                  <a:pt x="220" y="236"/>
                </a:lnTo>
                <a:lnTo>
                  <a:pt x="213" y="242"/>
                </a:lnTo>
                <a:lnTo>
                  <a:pt x="203" y="238"/>
                </a:lnTo>
                <a:lnTo>
                  <a:pt x="203" y="254"/>
                </a:lnTo>
                <a:lnTo>
                  <a:pt x="198" y="248"/>
                </a:lnTo>
                <a:lnTo>
                  <a:pt x="196" y="265"/>
                </a:lnTo>
                <a:lnTo>
                  <a:pt x="183" y="252"/>
                </a:lnTo>
                <a:lnTo>
                  <a:pt x="176" y="264"/>
                </a:lnTo>
                <a:lnTo>
                  <a:pt x="166" y="269"/>
                </a:lnTo>
                <a:lnTo>
                  <a:pt x="164" y="281"/>
                </a:lnTo>
                <a:lnTo>
                  <a:pt x="153" y="279"/>
                </a:lnTo>
                <a:lnTo>
                  <a:pt x="157" y="269"/>
                </a:lnTo>
                <a:lnTo>
                  <a:pt x="150" y="256"/>
                </a:lnTo>
                <a:lnTo>
                  <a:pt x="140" y="275"/>
                </a:lnTo>
                <a:lnTo>
                  <a:pt x="145" y="307"/>
                </a:lnTo>
                <a:lnTo>
                  <a:pt x="139" y="316"/>
                </a:lnTo>
                <a:lnTo>
                  <a:pt x="132" y="316"/>
                </a:lnTo>
                <a:lnTo>
                  <a:pt x="127" y="316"/>
                </a:lnTo>
                <a:lnTo>
                  <a:pt x="118" y="336"/>
                </a:lnTo>
                <a:lnTo>
                  <a:pt x="107" y="336"/>
                </a:lnTo>
                <a:lnTo>
                  <a:pt x="108" y="353"/>
                </a:lnTo>
                <a:lnTo>
                  <a:pt x="101" y="340"/>
                </a:lnTo>
                <a:lnTo>
                  <a:pt x="85" y="354"/>
                </a:lnTo>
                <a:lnTo>
                  <a:pt x="83" y="365"/>
                </a:lnTo>
                <a:lnTo>
                  <a:pt x="88" y="371"/>
                </a:lnTo>
                <a:lnTo>
                  <a:pt x="81" y="376"/>
                </a:lnTo>
                <a:lnTo>
                  <a:pt x="83" y="387"/>
                </a:lnTo>
                <a:lnTo>
                  <a:pt x="75" y="397"/>
                </a:lnTo>
                <a:lnTo>
                  <a:pt x="75" y="423"/>
                </a:lnTo>
                <a:lnTo>
                  <a:pt x="69" y="423"/>
                </a:lnTo>
                <a:lnTo>
                  <a:pt x="46" y="389"/>
                </a:lnTo>
                <a:lnTo>
                  <a:pt x="0" y="230"/>
                </a:lnTo>
                <a:lnTo>
                  <a:pt x="0" y="230"/>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93" name=""/>
          <p:cNvSpPr/>
          <p:nvPr/>
        </p:nvSpPr>
        <p:spPr>
          <a:xfrm>
            <a:off x="7259760" y="4381560"/>
            <a:ext cx="485640" cy="261720"/>
          </a:xfrm>
          <a:custGeom>
            <a:avLst/>
            <a:gdLst/>
            <a:ahLst/>
            <a:rect l="l" t="t" r="r" b="b"/>
            <a:pathLst>
              <a:path w="306" h="165">
                <a:moveTo>
                  <a:pt x="0" y="47"/>
                </a:moveTo>
                <a:lnTo>
                  <a:pt x="0" y="47"/>
                </a:lnTo>
                <a:lnTo>
                  <a:pt x="6" y="96"/>
                </a:lnTo>
                <a:lnTo>
                  <a:pt x="29" y="65"/>
                </a:lnTo>
                <a:lnTo>
                  <a:pt x="66" y="54"/>
                </a:lnTo>
                <a:lnTo>
                  <a:pt x="73" y="42"/>
                </a:lnTo>
                <a:lnTo>
                  <a:pt x="94" y="40"/>
                </a:lnTo>
                <a:lnTo>
                  <a:pt x="110" y="47"/>
                </a:lnTo>
                <a:lnTo>
                  <a:pt x="120" y="62"/>
                </a:lnTo>
                <a:lnTo>
                  <a:pt x="138" y="67"/>
                </a:lnTo>
                <a:lnTo>
                  <a:pt x="147" y="82"/>
                </a:lnTo>
                <a:lnTo>
                  <a:pt x="164" y="89"/>
                </a:lnTo>
                <a:lnTo>
                  <a:pt x="170" y="85"/>
                </a:lnTo>
                <a:lnTo>
                  <a:pt x="173" y="94"/>
                </a:lnTo>
                <a:lnTo>
                  <a:pt x="170" y="102"/>
                </a:lnTo>
                <a:lnTo>
                  <a:pt x="170" y="111"/>
                </a:lnTo>
                <a:lnTo>
                  <a:pt x="159" y="132"/>
                </a:lnTo>
                <a:lnTo>
                  <a:pt x="164" y="145"/>
                </a:lnTo>
                <a:lnTo>
                  <a:pt x="177" y="139"/>
                </a:lnTo>
                <a:lnTo>
                  <a:pt x="178" y="133"/>
                </a:lnTo>
                <a:lnTo>
                  <a:pt x="189" y="147"/>
                </a:lnTo>
                <a:lnTo>
                  <a:pt x="191" y="139"/>
                </a:lnTo>
                <a:lnTo>
                  <a:pt x="197" y="151"/>
                </a:lnTo>
                <a:lnTo>
                  <a:pt x="200" y="145"/>
                </a:lnTo>
                <a:lnTo>
                  <a:pt x="213" y="152"/>
                </a:lnTo>
                <a:lnTo>
                  <a:pt x="220" y="149"/>
                </a:lnTo>
                <a:lnTo>
                  <a:pt x="230" y="160"/>
                </a:lnTo>
                <a:lnTo>
                  <a:pt x="222" y="142"/>
                </a:lnTo>
                <a:lnTo>
                  <a:pt x="200" y="125"/>
                </a:lnTo>
                <a:lnTo>
                  <a:pt x="222" y="135"/>
                </a:lnTo>
                <a:lnTo>
                  <a:pt x="207" y="118"/>
                </a:lnTo>
                <a:lnTo>
                  <a:pt x="206" y="103"/>
                </a:lnTo>
                <a:lnTo>
                  <a:pt x="207" y="65"/>
                </a:lnTo>
                <a:lnTo>
                  <a:pt x="193" y="58"/>
                </a:lnTo>
                <a:lnTo>
                  <a:pt x="220" y="34"/>
                </a:lnTo>
                <a:lnTo>
                  <a:pt x="222" y="18"/>
                </a:lnTo>
                <a:lnTo>
                  <a:pt x="233" y="20"/>
                </a:lnTo>
                <a:lnTo>
                  <a:pt x="230" y="34"/>
                </a:lnTo>
                <a:lnTo>
                  <a:pt x="222" y="38"/>
                </a:lnTo>
                <a:lnTo>
                  <a:pt x="216" y="52"/>
                </a:lnTo>
                <a:lnTo>
                  <a:pt x="220" y="64"/>
                </a:lnTo>
                <a:lnTo>
                  <a:pt x="227" y="60"/>
                </a:lnTo>
                <a:lnTo>
                  <a:pt x="222" y="76"/>
                </a:lnTo>
                <a:lnTo>
                  <a:pt x="227" y="82"/>
                </a:lnTo>
                <a:lnTo>
                  <a:pt x="227" y="91"/>
                </a:lnTo>
                <a:lnTo>
                  <a:pt x="222" y="86"/>
                </a:lnTo>
                <a:lnTo>
                  <a:pt x="218" y="97"/>
                </a:lnTo>
                <a:lnTo>
                  <a:pt x="233" y="94"/>
                </a:lnTo>
                <a:lnTo>
                  <a:pt x="231" y="103"/>
                </a:lnTo>
                <a:lnTo>
                  <a:pt x="238" y="109"/>
                </a:lnTo>
                <a:lnTo>
                  <a:pt x="227" y="107"/>
                </a:lnTo>
                <a:lnTo>
                  <a:pt x="230" y="131"/>
                </a:lnTo>
                <a:lnTo>
                  <a:pt x="245" y="138"/>
                </a:lnTo>
                <a:lnTo>
                  <a:pt x="253" y="128"/>
                </a:lnTo>
                <a:lnTo>
                  <a:pt x="254" y="146"/>
                </a:lnTo>
                <a:lnTo>
                  <a:pt x="264" y="143"/>
                </a:lnTo>
                <a:lnTo>
                  <a:pt x="258" y="152"/>
                </a:lnTo>
                <a:lnTo>
                  <a:pt x="267" y="152"/>
                </a:lnTo>
                <a:lnTo>
                  <a:pt x="260" y="160"/>
                </a:lnTo>
                <a:lnTo>
                  <a:pt x="263" y="164"/>
                </a:lnTo>
                <a:lnTo>
                  <a:pt x="277" y="157"/>
                </a:lnTo>
                <a:lnTo>
                  <a:pt x="294" y="147"/>
                </a:lnTo>
                <a:lnTo>
                  <a:pt x="300" y="126"/>
                </a:lnTo>
                <a:lnTo>
                  <a:pt x="301" y="138"/>
                </a:lnTo>
                <a:lnTo>
                  <a:pt x="300" y="145"/>
                </a:lnTo>
                <a:lnTo>
                  <a:pt x="296" y="157"/>
                </a:lnTo>
                <a:lnTo>
                  <a:pt x="297" y="163"/>
                </a:lnTo>
                <a:lnTo>
                  <a:pt x="302" y="144"/>
                </a:lnTo>
                <a:lnTo>
                  <a:pt x="305" y="105"/>
                </a:lnTo>
                <a:lnTo>
                  <a:pt x="286" y="110"/>
                </a:lnTo>
                <a:lnTo>
                  <a:pt x="263" y="113"/>
                </a:lnTo>
                <a:lnTo>
                  <a:pt x="261" y="105"/>
                </a:lnTo>
                <a:lnTo>
                  <a:pt x="235" y="0"/>
                </a:lnTo>
                <a:lnTo>
                  <a:pt x="0" y="47"/>
                </a:lnTo>
                <a:lnTo>
                  <a:pt x="0" y="47"/>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1494" name=""/>
          <p:cNvGrpSpPr/>
          <p:nvPr/>
        </p:nvGrpSpPr>
        <p:grpSpPr>
          <a:xfrm>
            <a:off x="7791480" y="3808440"/>
            <a:ext cx="374760" cy="217440"/>
            <a:chOff x="7791480" y="3808440"/>
            <a:chExt cx="374760" cy="217440"/>
          </a:xfrm>
        </p:grpSpPr>
        <p:sp>
          <p:nvSpPr>
            <p:cNvPr id="1495" name=""/>
            <p:cNvSpPr/>
            <p:nvPr/>
          </p:nvSpPr>
          <p:spPr>
            <a:xfrm>
              <a:off x="7791480" y="3808440"/>
              <a:ext cx="360360" cy="196920"/>
            </a:xfrm>
            <a:custGeom>
              <a:avLst/>
              <a:gdLst/>
              <a:ahLst/>
              <a:rect l="l" t="t" r="r" b="b"/>
              <a:pathLst>
                <a:path w="227" h="124">
                  <a:moveTo>
                    <a:pt x="0" y="49"/>
                  </a:moveTo>
                  <a:lnTo>
                    <a:pt x="0" y="49"/>
                  </a:lnTo>
                  <a:lnTo>
                    <a:pt x="0" y="115"/>
                  </a:lnTo>
                  <a:lnTo>
                    <a:pt x="105" y="91"/>
                  </a:lnTo>
                  <a:lnTo>
                    <a:pt x="124" y="83"/>
                  </a:lnTo>
                  <a:lnTo>
                    <a:pt x="131" y="84"/>
                  </a:lnTo>
                  <a:lnTo>
                    <a:pt x="140" y="104"/>
                  </a:lnTo>
                  <a:lnTo>
                    <a:pt x="153" y="106"/>
                  </a:lnTo>
                  <a:lnTo>
                    <a:pt x="158" y="122"/>
                  </a:lnTo>
                  <a:lnTo>
                    <a:pt x="166" y="123"/>
                  </a:lnTo>
                  <a:lnTo>
                    <a:pt x="167" y="112"/>
                  </a:lnTo>
                  <a:lnTo>
                    <a:pt x="175" y="108"/>
                  </a:lnTo>
                  <a:lnTo>
                    <a:pt x="177" y="97"/>
                  </a:lnTo>
                  <a:lnTo>
                    <a:pt x="181" y="96"/>
                  </a:lnTo>
                  <a:lnTo>
                    <a:pt x="185" y="112"/>
                  </a:lnTo>
                  <a:lnTo>
                    <a:pt x="195" y="108"/>
                  </a:lnTo>
                  <a:lnTo>
                    <a:pt x="198" y="101"/>
                  </a:lnTo>
                  <a:lnTo>
                    <a:pt x="210" y="94"/>
                  </a:lnTo>
                  <a:lnTo>
                    <a:pt x="219" y="91"/>
                  </a:lnTo>
                  <a:lnTo>
                    <a:pt x="226" y="97"/>
                  </a:lnTo>
                  <a:lnTo>
                    <a:pt x="224" y="80"/>
                  </a:lnTo>
                  <a:lnTo>
                    <a:pt x="212" y="60"/>
                  </a:lnTo>
                  <a:lnTo>
                    <a:pt x="206" y="56"/>
                  </a:lnTo>
                  <a:lnTo>
                    <a:pt x="200" y="56"/>
                  </a:lnTo>
                  <a:lnTo>
                    <a:pt x="200" y="62"/>
                  </a:lnTo>
                  <a:lnTo>
                    <a:pt x="205" y="62"/>
                  </a:lnTo>
                  <a:lnTo>
                    <a:pt x="210" y="62"/>
                  </a:lnTo>
                  <a:lnTo>
                    <a:pt x="215" y="68"/>
                  </a:lnTo>
                  <a:lnTo>
                    <a:pt x="217" y="76"/>
                  </a:lnTo>
                  <a:lnTo>
                    <a:pt x="213" y="83"/>
                  </a:lnTo>
                  <a:lnTo>
                    <a:pt x="196" y="92"/>
                  </a:lnTo>
                  <a:lnTo>
                    <a:pt x="186" y="88"/>
                  </a:lnTo>
                  <a:lnTo>
                    <a:pt x="183" y="76"/>
                  </a:lnTo>
                  <a:lnTo>
                    <a:pt x="175" y="75"/>
                  </a:lnTo>
                  <a:lnTo>
                    <a:pt x="176" y="67"/>
                  </a:lnTo>
                  <a:lnTo>
                    <a:pt x="166" y="56"/>
                  </a:lnTo>
                  <a:lnTo>
                    <a:pt x="155" y="50"/>
                  </a:lnTo>
                  <a:lnTo>
                    <a:pt x="154" y="56"/>
                  </a:lnTo>
                  <a:lnTo>
                    <a:pt x="147" y="53"/>
                  </a:lnTo>
                  <a:lnTo>
                    <a:pt x="144" y="47"/>
                  </a:lnTo>
                  <a:lnTo>
                    <a:pt x="146" y="38"/>
                  </a:lnTo>
                  <a:lnTo>
                    <a:pt x="153" y="32"/>
                  </a:lnTo>
                  <a:lnTo>
                    <a:pt x="149" y="28"/>
                  </a:lnTo>
                  <a:lnTo>
                    <a:pt x="161" y="20"/>
                  </a:lnTo>
                  <a:lnTo>
                    <a:pt x="149" y="11"/>
                  </a:lnTo>
                  <a:lnTo>
                    <a:pt x="146" y="0"/>
                  </a:lnTo>
                  <a:lnTo>
                    <a:pt x="124" y="16"/>
                  </a:lnTo>
                  <a:lnTo>
                    <a:pt x="49" y="37"/>
                  </a:lnTo>
                  <a:lnTo>
                    <a:pt x="0" y="49"/>
                  </a:lnTo>
                  <a:lnTo>
                    <a:pt x="0" y="49"/>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96" name=""/>
            <p:cNvSpPr/>
            <p:nvPr/>
          </p:nvSpPr>
          <p:spPr>
            <a:xfrm>
              <a:off x="8078760" y="3995640"/>
              <a:ext cx="31680" cy="30240"/>
            </a:xfrm>
            <a:custGeom>
              <a:avLst/>
              <a:gdLst/>
              <a:ahLst/>
              <a:rect l="l" t="t" r="r" b="b"/>
              <a:pathLst>
                <a:path w="20" h="19">
                  <a:moveTo>
                    <a:pt x="0" y="18"/>
                  </a:moveTo>
                  <a:lnTo>
                    <a:pt x="0" y="18"/>
                  </a:lnTo>
                  <a:lnTo>
                    <a:pt x="7" y="0"/>
                  </a:lnTo>
                  <a:lnTo>
                    <a:pt x="19" y="8"/>
                  </a:lnTo>
                  <a:lnTo>
                    <a:pt x="0" y="18"/>
                  </a:lnTo>
                  <a:lnTo>
                    <a:pt x="0" y="18"/>
                  </a:lnTo>
                </a:path>
              </a:pathLst>
            </a:custGeom>
            <a:solidFill>
              <a:srgbClr val="e000e0"/>
            </a:solidFill>
            <a:ln w="31680">
              <a:solidFill>
                <a:srgbClr val="000000"/>
              </a:solidFill>
              <a:round/>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1497" name=""/>
            <p:cNvSpPr/>
            <p:nvPr/>
          </p:nvSpPr>
          <p:spPr>
            <a:xfrm>
              <a:off x="8137440" y="3994200"/>
              <a:ext cx="28800" cy="22320"/>
            </a:xfrm>
            <a:custGeom>
              <a:avLst/>
              <a:gdLst/>
              <a:ahLst/>
              <a:rect l="l" t="t" r="r" b="b"/>
              <a:pathLst>
                <a:path w="18" h="14">
                  <a:moveTo>
                    <a:pt x="0" y="13"/>
                  </a:moveTo>
                  <a:lnTo>
                    <a:pt x="0" y="13"/>
                  </a:lnTo>
                  <a:lnTo>
                    <a:pt x="10" y="0"/>
                  </a:lnTo>
                  <a:lnTo>
                    <a:pt x="17" y="8"/>
                  </a:lnTo>
                  <a:lnTo>
                    <a:pt x="0" y="13"/>
                  </a:lnTo>
                  <a:lnTo>
                    <a:pt x="0" y="13"/>
                  </a:lnTo>
                </a:path>
              </a:pathLst>
            </a:custGeom>
            <a:solidFill>
              <a:srgbClr val="e000e0"/>
            </a:solidFill>
            <a:ln w="31680">
              <a:solidFill>
                <a:srgbClr val="000000"/>
              </a:solidFill>
              <a:round/>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grpSp>
      <p:grpSp>
        <p:nvGrpSpPr>
          <p:cNvPr id="1498" name=""/>
          <p:cNvGrpSpPr/>
          <p:nvPr/>
        </p:nvGrpSpPr>
        <p:grpSpPr>
          <a:xfrm>
            <a:off x="6091200" y="3441600"/>
            <a:ext cx="806400" cy="824040"/>
            <a:chOff x="6091200" y="3441600"/>
            <a:chExt cx="806400" cy="824040"/>
          </a:xfrm>
        </p:grpSpPr>
        <p:sp>
          <p:nvSpPr>
            <p:cNvPr id="1499" name=""/>
            <p:cNvSpPr/>
            <p:nvPr/>
          </p:nvSpPr>
          <p:spPr>
            <a:xfrm>
              <a:off x="6091200" y="3441600"/>
              <a:ext cx="612720" cy="346320"/>
            </a:xfrm>
            <a:custGeom>
              <a:avLst/>
              <a:gdLst/>
              <a:ahLst/>
              <a:rect l="l" t="t" r="r" b="b"/>
              <a:pathLst>
                <a:path w="386" h="218">
                  <a:moveTo>
                    <a:pt x="0" y="93"/>
                  </a:moveTo>
                  <a:lnTo>
                    <a:pt x="0" y="93"/>
                  </a:lnTo>
                  <a:lnTo>
                    <a:pt x="29" y="116"/>
                  </a:lnTo>
                  <a:lnTo>
                    <a:pt x="104" y="138"/>
                  </a:lnTo>
                  <a:lnTo>
                    <a:pt x="137" y="142"/>
                  </a:lnTo>
                  <a:lnTo>
                    <a:pt x="142" y="155"/>
                  </a:lnTo>
                  <a:lnTo>
                    <a:pt x="157" y="160"/>
                  </a:lnTo>
                  <a:lnTo>
                    <a:pt x="177" y="217"/>
                  </a:lnTo>
                  <a:lnTo>
                    <a:pt x="193" y="171"/>
                  </a:lnTo>
                  <a:lnTo>
                    <a:pt x="196" y="162"/>
                  </a:lnTo>
                  <a:lnTo>
                    <a:pt x="201" y="155"/>
                  </a:lnTo>
                  <a:lnTo>
                    <a:pt x="201" y="149"/>
                  </a:lnTo>
                  <a:lnTo>
                    <a:pt x="206" y="137"/>
                  </a:lnTo>
                  <a:lnTo>
                    <a:pt x="210" y="138"/>
                  </a:lnTo>
                  <a:lnTo>
                    <a:pt x="206" y="145"/>
                  </a:lnTo>
                  <a:lnTo>
                    <a:pt x="207" y="156"/>
                  </a:lnTo>
                  <a:lnTo>
                    <a:pt x="215" y="153"/>
                  </a:lnTo>
                  <a:lnTo>
                    <a:pt x="219" y="141"/>
                  </a:lnTo>
                  <a:lnTo>
                    <a:pt x="226" y="142"/>
                  </a:lnTo>
                  <a:lnTo>
                    <a:pt x="229" y="136"/>
                  </a:lnTo>
                  <a:lnTo>
                    <a:pt x="232" y="140"/>
                  </a:lnTo>
                  <a:lnTo>
                    <a:pt x="223" y="160"/>
                  </a:lnTo>
                  <a:lnTo>
                    <a:pt x="228" y="162"/>
                  </a:lnTo>
                  <a:lnTo>
                    <a:pt x="234" y="149"/>
                  </a:lnTo>
                  <a:lnTo>
                    <a:pt x="244" y="145"/>
                  </a:lnTo>
                  <a:lnTo>
                    <a:pt x="248" y="128"/>
                  </a:lnTo>
                  <a:lnTo>
                    <a:pt x="270" y="124"/>
                  </a:lnTo>
                  <a:lnTo>
                    <a:pt x="280" y="124"/>
                  </a:lnTo>
                  <a:lnTo>
                    <a:pt x="299" y="112"/>
                  </a:lnTo>
                  <a:lnTo>
                    <a:pt x="323" y="115"/>
                  </a:lnTo>
                  <a:lnTo>
                    <a:pt x="339" y="128"/>
                  </a:lnTo>
                  <a:lnTo>
                    <a:pt x="339" y="113"/>
                  </a:lnTo>
                  <a:lnTo>
                    <a:pt x="349" y="112"/>
                  </a:lnTo>
                  <a:lnTo>
                    <a:pt x="369" y="113"/>
                  </a:lnTo>
                  <a:lnTo>
                    <a:pt x="385" y="107"/>
                  </a:lnTo>
                  <a:lnTo>
                    <a:pt x="364" y="93"/>
                  </a:lnTo>
                  <a:lnTo>
                    <a:pt x="359" y="71"/>
                  </a:lnTo>
                  <a:lnTo>
                    <a:pt x="343" y="75"/>
                  </a:lnTo>
                  <a:lnTo>
                    <a:pt x="337" y="71"/>
                  </a:lnTo>
                  <a:lnTo>
                    <a:pt x="331" y="75"/>
                  </a:lnTo>
                  <a:lnTo>
                    <a:pt x="321" y="71"/>
                  </a:lnTo>
                  <a:lnTo>
                    <a:pt x="316" y="71"/>
                  </a:lnTo>
                  <a:lnTo>
                    <a:pt x="314" y="59"/>
                  </a:lnTo>
                  <a:lnTo>
                    <a:pt x="317" y="46"/>
                  </a:lnTo>
                  <a:lnTo>
                    <a:pt x="301" y="49"/>
                  </a:lnTo>
                  <a:lnTo>
                    <a:pt x="284" y="59"/>
                  </a:lnTo>
                  <a:lnTo>
                    <a:pt x="246" y="63"/>
                  </a:lnTo>
                  <a:lnTo>
                    <a:pt x="222" y="90"/>
                  </a:lnTo>
                  <a:lnTo>
                    <a:pt x="217" y="85"/>
                  </a:lnTo>
                  <a:lnTo>
                    <a:pt x="210" y="88"/>
                  </a:lnTo>
                  <a:lnTo>
                    <a:pt x="200" y="80"/>
                  </a:lnTo>
                  <a:lnTo>
                    <a:pt x="194" y="82"/>
                  </a:lnTo>
                  <a:lnTo>
                    <a:pt x="179" y="86"/>
                  </a:lnTo>
                  <a:lnTo>
                    <a:pt x="159" y="56"/>
                  </a:lnTo>
                  <a:lnTo>
                    <a:pt x="136" y="53"/>
                  </a:lnTo>
                  <a:lnTo>
                    <a:pt x="129" y="53"/>
                  </a:lnTo>
                  <a:lnTo>
                    <a:pt x="124" y="60"/>
                  </a:lnTo>
                  <a:lnTo>
                    <a:pt x="128" y="48"/>
                  </a:lnTo>
                  <a:lnTo>
                    <a:pt x="118" y="59"/>
                  </a:lnTo>
                  <a:lnTo>
                    <a:pt x="115" y="67"/>
                  </a:lnTo>
                  <a:lnTo>
                    <a:pt x="115" y="50"/>
                  </a:lnTo>
                  <a:lnTo>
                    <a:pt x="124" y="26"/>
                  </a:lnTo>
                  <a:lnTo>
                    <a:pt x="139" y="9"/>
                  </a:lnTo>
                  <a:lnTo>
                    <a:pt x="152" y="3"/>
                  </a:lnTo>
                  <a:lnTo>
                    <a:pt x="150" y="0"/>
                  </a:lnTo>
                  <a:lnTo>
                    <a:pt x="127" y="2"/>
                  </a:lnTo>
                  <a:lnTo>
                    <a:pt x="115" y="9"/>
                  </a:lnTo>
                  <a:lnTo>
                    <a:pt x="108" y="19"/>
                  </a:lnTo>
                  <a:lnTo>
                    <a:pt x="91" y="33"/>
                  </a:lnTo>
                  <a:lnTo>
                    <a:pt x="83" y="47"/>
                  </a:lnTo>
                  <a:lnTo>
                    <a:pt x="71" y="50"/>
                  </a:lnTo>
                  <a:lnTo>
                    <a:pt x="66" y="59"/>
                  </a:lnTo>
                  <a:lnTo>
                    <a:pt x="58" y="63"/>
                  </a:lnTo>
                  <a:lnTo>
                    <a:pt x="36" y="67"/>
                  </a:lnTo>
                  <a:lnTo>
                    <a:pt x="29" y="71"/>
                  </a:lnTo>
                  <a:lnTo>
                    <a:pt x="19" y="84"/>
                  </a:lnTo>
                  <a:lnTo>
                    <a:pt x="0" y="93"/>
                  </a:lnTo>
                  <a:lnTo>
                    <a:pt x="0" y="93"/>
                  </a:lnTo>
                </a:path>
              </a:pathLst>
            </a:custGeom>
            <a:solidFill>
              <a:srgbClr val="e262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00" name=""/>
            <p:cNvSpPr/>
            <p:nvPr/>
          </p:nvSpPr>
          <p:spPr>
            <a:xfrm>
              <a:off x="6483240" y="3656160"/>
              <a:ext cx="414360" cy="609480"/>
            </a:xfrm>
            <a:custGeom>
              <a:avLst/>
              <a:gdLst/>
              <a:ahLst/>
              <a:rect l="l" t="t" r="r" b="b"/>
              <a:pathLst>
                <a:path w="261" h="384">
                  <a:moveTo>
                    <a:pt x="0" y="383"/>
                  </a:moveTo>
                  <a:lnTo>
                    <a:pt x="0" y="383"/>
                  </a:lnTo>
                  <a:lnTo>
                    <a:pt x="26" y="336"/>
                  </a:lnTo>
                  <a:lnTo>
                    <a:pt x="30" y="319"/>
                  </a:lnTo>
                  <a:lnTo>
                    <a:pt x="32" y="286"/>
                  </a:lnTo>
                  <a:lnTo>
                    <a:pt x="26" y="253"/>
                  </a:lnTo>
                  <a:lnTo>
                    <a:pt x="11" y="224"/>
                  </a:lnTo>
                  <a:lnTo>
                    <a:pt x="3" y="206"/>
                  </a:lnTo>
                  <a:lnTo>
                    <a:pt x="8" y="191"/>
                  </a:lnTo>
                  <a:lnTo>
                    <a:pt x="1" y="172"/>
                  </a:lnTo>
                  <a:lnTo>
                    <a:pt x="8" y="158"/>
                  </a:lnTo>
                  <a:lnTo>
                    <a:pt x="15" y="125"/>
                  </a:lnTo>
                  <a:lnTo>
                    <a:pt x="14" y="109"/>
                  </a:lnTo>
                  <a:lnTo>
                    <a:pt x="22" y="101"/>
                  </a:lnTo>
                  <a:lnTo>
                    <a:pt x="22" y="89"/>
                  </a:lnTo>
                  <a:lnTo>
                    <a:pt x="37" y="82"/>
                  </a:lnTo>
                  <a:lnTo>
                    <a:pt x="52" y="59"/>
                  </a:lnTo>
                  <a:lnTo>
                    <a:pt x="51" y="97"/>
                  </a:lnTo>
                  <a:lnTo>
                    <a:pt x="60" y="89"/>
                  </a:lnTo>
                  <a:lnTo>
                    <a:pt x="60" y="56"/>
                  </a:lnTo>
                  <a:lnTo>
                    <a:pt x="75" y="39"/>
                  </a:lnTo>
                  <a:lnTo>
                    <a:pt x="85" y="36"/>
                  </a:lnTo>
                  <a:lnTo>
                    <a:pt x="76" y="30"/>
                  </a:lnTo>
                  <a:lnTo>
                    <a:pt x="74" y="20"/>
                  </a:lnTo>
                  <a:lnTo>
                    <a:pt x="80" y="4"/>
                  </a:lnTo>
                  <a:lnTo>
                    <a:pt x="92" y="0"/>
                  </a:lnTo>
                  <a:lnTo>
                    <a:pt x="123" y="8"/>
                  </a:lnTo>
                  <a:lnTo>
                    <a:pt x="133" y="20"/>
                  </a:lnTo>
                  <a:lnTo>
                    <a:pt x="170" y="29"/>
                  </a:lnTo>
                  <a:lnTo>
                    <a:pt x="177" y="41"/>
                  </a:lnTo>
                  <a:lnTo>
                    <a:pt x="187" y="54"/>
                  </a:lnTo>
                  <a:lnTo>
                    <a:pt x="177" y="54"/>
                  </a:lnTo>
                  <a:lnTo>
                    <a:pt x="177" y="62"/>
                  </a:lnTo>
                  <a:lnTo>
                    <a:pt x="187" y="77"/>
                  </a:lnTo>
                  <a:lnTo>
                    <a:pt x="191" y="104"/>
                  </a:lnTo>
                  <a:lnTo>
                    <a:pt x="191" y="120"/>
                  </a:lnTo>
                  <a:lnTo>
                    <a:pt x="181" y="138"/>
                  </a:lnTo>
                  <a:lnTo>
                    <a:pt x="177" y="148"/>
                  </a:lnTo>
                  <a:lnTo>
                    <a:pt x="163" y="156"/>
                  </a:lnTo>
                  <a:lnTo>
                    <a:pt x="160" y="163"/>
                  </a:lnTo>
                  <a:lnTo>
                    <a:pt x="162" y="184"/>
                  </a:lnTo>
                  <a:lnTo>
                    <a:pt x="177" y="193"/>
                  </a:lnTo>
                  <a:lnTo>
                    <a:pt x="191" y="177"/>
                  </a:lnTo>
                  <a:lnTo>
                    <a:pt x="199" y="155"/>
                  </a:lnTo>
                  <a:lnTo>
                    <a:pt x="219" y="143"/>
                  </a:lnTo>
                  <a:lnTo>
                    <a:pt x="234" y="149"/>
                  </a:lnTo>
                  <a:lnTo>
                    <a:pt x="243" y="172"/>
                  </a:lnTo>
                  <a:lnTo>
                    <a:pt x="255" y="219"/>
                  </a:lnTo>
                  <a:lnTo>
                    <a:pt x="260" y="233"/>
                  </a:lnTo>
                  <a:lnTo>
                    <a:pt x="257" y="250"/>
                  </a:lnTo>
                  <a:lnTo>
                    <a:pt x="259" y="268"/>
                  </a:lnTo>
                  <a:lnTo>
                    <a:pt x="255" y="276"/>
                  </a:lnTo>
                  <a:lnTo>
                    <a:pt x="248" y="268"/>
                  </a:lnTo>
                  <a:lnTo>
                    <a:pt x="241" y="274"/>
                  </a:lnTo>
                  <a:lnTo>
                    <a:pt x="240" y="291"/>
                  </a:lnTo>
                  <a:lnTo>
                    <a:pt x="237" y="296"/>
                  </a:lnTo>
                  <a:lnTo>
                    <a:pt x="226" y="305"/>
                  </a:lnTo>
                  <a:lnTo>
                    <a:pt x="226" y="329"/>
                  </a:lnTo>
                  <a:lnTo>
                    <a:pt x="218" y="340"/>
                  </a:lnTo>
                  <a:lnTo>
                    <a:pt x="212" y="360"/>
                  </a:lnTo>
                  <a:lnTo>
                    <a:pt x="127" y="375"/>
                  </a:lnTo>
                  <a:lnTo>
                    <a:pt x="125" y="367"/>
                  </a:lnTo>
                  <a:lnTo>
                    <a:pt x="0" y="383"/>
                  </a:lnTo>
                  <a:lnTo>
                    <a:pt x="0" y="383"/>
                  </a:lnTo>
                </a:path>
              </a:pathLst>
            </a:custGeom>
            <a:solidFill>
              <a:srgbClr val="e262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501" name=""/>
          <p:cNvSpPr/>
          <p:nvPr/>
        </p:nvSpPr>
        <p:spPr>
          <a:xfrm>
            <a:off x="5459400" y="3192480"/>
            <a:ext cx="708120" cy="861840"/>
          </a:xfrm>
          <a:custGeom>
            <a:avLst/>
            <a:gdLst/>
            <a:ahLst/>
            <a:rect l="l" t="t" r="r" b="b"/>
            <a:pathLst>
              <a:path w="446" h="543">
                <a:moveTo>
                  <a:pt x="0" y="34"/>
                </a:moveTo>
                <a:lnTo>
                  <a:pt x="0" y="34"/>
                </a:lnTo>
                <a:lnTo>
                  <a:pt x="4" y="111"/>
                </a:lnTo>
                <a:lnTo>
                  <a:pt x="22" y="171"/>
                </a:lnTo>
                <a:lnTo>
                  <a:pt x="23" y="252"/>
                </a:lnTo>
                <a:lnTo>
                  <a:pt x="37" y="317"/>
                </a:lnTo>
                <a:lnTo>
                  <a:pt x="19" y="348"/>
                </a:lnTo>
                <a:lnTo>
                  <a:pt x="42" y="374"/>
                </a:lnTo>
                <a:lnTo>
                  <a:pt x="41" y="542"/>
                </a:lnTo>
                <a:lnTo>
                  <a:pt x="361" y="534"/>
                </a:lnTo>
                <a:lnTo>
                  <a:pt x="356" y="502"/>
                </a:lnTo>
                <a:lnTo>
                  <a:pt x="347" y="491"/>
                </a:lnTo>
                <a:lnTo>
                  <a:pt x="322" y="471"/>
                </a:lnTo>
                <a:lnTo>
                  <a:pt x="304" y="452"/>
                </a:lnTo>
                <a:lnTo>
                  <a:pt x="261" y="422"/>
                </a:lnTo>
                <a:lnTo>
                  <a:pt x="261" y="374"/>
                </a:lnTo>
                <a:lnTo>
                  <a:pt x="252" y="342"/>
                </a:lnTo>
                <a:lnTo>
                  <a:pt x="289" y="294"/>
                </a:lnTo>
                <a:lnTo>
                  <a:pt x="285" y="247"/>
                </a:lnTo>
                <a:lnTo>
                  <a:pt x="294" y="238"/>
                </a:lnTo>
                <a:lnTo>
                  <a:pt x="337" y="199"/>
                </a:lnTo>
                <a:lnTo>
                  <a:pt x="359" y="171"/>
                </a:lnTo>
                <a:lnTo>
                  <a:pt x="388" y="146"/>
                </a:lnTo>
                <a:lnTo>
                  <a:pt x="445" y="115"/>
                </a:lnTo>
                <a:lnTo>
                  <a:pt x="423" y="117"/>
                </a:lnTo>
                <a:lnTo>
                  <a:pt x="404" y="106"/>
                </a:lnTo>
                <a:lnTo>
                  <a:pt x="373" y="109"/>
                </a:lnTo>
                <a:lnTo>
                  <a:pt x="366" y="97"/>
                </a:lnTo>
                <a:lnTo>
                  <a:pt x="356" y="101"/>
                </a:lnTo>
                <a:lnTo>
                  <a:pt x="334" y="117"/>
                </a:lnTo>
                <a:lnTo>
                  <a:pt x="319" y="112"/>
                </a:lnTo>
                <a:lnTo>
                  <a:pt x="311" y="104"/>
                </a:lnTo>
                <a:lnTo>
                  <a:pt x="300" y="100"/>
                </a:lnTo>
                <a:lnTo>
                  <a:pt x="295" y="91"/>
                </a:lnTo>
                <a:lnTo>
                  <a:pt x="283" y="92"/>
                </a:lnTo>
                <a:lnTo>
                  <a:pt x="283" y="101"/>
                </a:lnTo>
                <a:lnTo>
                  <a:pt x="278" y="102"/>
                </a:lnTo>
                <a:lnTo>
                  <a:pt x="269" y="83"/>
                </a:lnTo>
                <a:lnTo>
                  <a:pt x="260" y="83"/>
                </a:lnTo>
                <a:lnTo>
                  <a:pt x="261" y="73"/>
                </a:lnTo>
                <a:lnTo>
                  <a:pt x="237" y="68"/>
                </a:lnTo>
                <a:lnTo>
                  <a:pt x="227" y="67"/>
                </a:lnTo>
                <a:lnTo>
                  <a:pt x="197" y="79"/>
                </a:lnTo>
                <a:lnTo>
                  <a:pt x="193" y="68"/>
                </a:lnTo>
                <a:lnTo>
                  <a:pt x="145" y="56"/>
                </a:lnTo>
                <a:lnTo>
                  <a:pt x="137" y="4"/>
                </a:lnTo>
                <a:lnTo>
                  <a:pt x="118" y="0"/>
                </a:lnTo>
                <a:lnTo>
                  <a:pt x="118" y="34"/>
                </a:lnTo>
                <a:lnTo>
                  <a:pt x="0" y="34"/>
                </a:lnTo>
                <a:lnTo>
                  <a:pt x="0" y="34"/>
                </a:lnTo>
              </a:path>
            </a:pathLst>
          </a:custGeom>
          <a:solidFill>
            <a:srgbClr val="e262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02" name=""/>
          <p:cNvSpPr/>
          <p:nvPr/>
        </p:nvSpPr>
        <p:spPr>
          <a:xfrm>
            <a:off x="6064200" y="5270400"/>
            <a:ext cx="380880" cy="719280"/>
          </a:xfrm>
          <a:custGeom>
            <a:avLst/>
            <a:gdLst/>
            <a:ahLst/>
            <a:rect l="l" t="t" r="r" b="b"/>
            <a:pathLst>
              <a:path w="240" h="453">
                <a:moveTo>
                  <a:pt x="0" y="383"/>
                </a:moveTo>
                <a:lnTo>
                  <a:pt x="0" y="383"/>
                </a:lnTo>
                <a:lnTo>
                  <a:pt x="0" y="366"/>
                </a:lnTo>
                <a:lnTo>
                  <a:pt x="15" y="315"/>
                </a:lnTo>
                <a:lnTo>
                  <a:pt x="38" y="280"/>
                </a:lnTo>
                <a:lnTo>
                  <a:pt x="32" y="271"/>
                </a:lnTo>
                <a:lnTo>
                  <a:pt x="35" y="237"/>
                </a:lnTo>
                <a:lnTo>
                  <a:pt x="22" y="200"/>
                </a:lnTo>
                <a:lnTo>
                  <a:pt x="19" y="149"/>
                </a:lnTo>
                <a:lnTo>
                  <a:pt x="36" y="95"/>
                </a:lnTo>
                <a:lnTo>
                  <a:pt x="59" y="54"/>
                </a:lnTo>
                <a:lnTo>
                  <a:pt x="58" y="45"/>
                </a:lnTo>
                <a:lnTo>
                  <a:pt x="78" y="11"/>
                </a:lnTo>
                <a:lnTo>
                  <a:pt x="222" y="0"/>
                </a:lnTo>
                <a:lnTo>
                  <a:pt x="229" y="10"/>
                </a:lnTo>
                <a:lnTo>
                  <a:pt x="222" y="288"/>
                </a:lnTo>
                <a:lnTo>
                  <a:pt x="239" y="425"/>
                </a:lnTo>
                <a:lnTo>
                  <a:pt x="232" y="430"/>
                </a:lnTo>
                <a:lnTo>
                  <a:pt x="222" y="425"/>
                </a:lnTo>
                <a:lnTo>
                  <a:pt x="213" y="430"/>
                </a:lnTo>
                <a:lnTo>
                  <a:pt x="202" y="423"/>
                </a:lnTo>
                <a:lnTo>
                  <a:pt x="201" y="429"/>
                </a:lnTo>
                <a:lnTo>
                  <a:pt x="190" y="429"/>
                </a:lnTo>
                <a:lnTo>
                  <a:pt x="176" y="437"/>
                </a:lnTo>
                <a:lnTo>
                  <a:pt x="170" y="434"/>
                </a:lnTo>
                <a:lnTo>
                  <a:pt x="161" y="449"/>
                </a:lnTo>
                <a:lnTo>
                  <a:pt x="156" y="452"/>
                </a:lnTo>
                <a:lnTo>
                  <a:pt x="132" y="408"/>
                </a:lnTo>
                <a:lnTo>
                  <a:pt x="135" y="377"/>
                </a:lnTo>
                <a:lnTo>
                  <a:pt x="0" y="383"/>
                </a:lnTo>
                <a:lnTo>
                  <a:pt x="0" y="383"/>
                </a:lnTo>
              </a:path>
            </a:pathLst>
          </a:custGeom>
          <a:solidFill>
            <a:srgbClr val="00c1c2"/>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03" name=""/>
          <p:cNvSpPr/>
          <p:nvPr/>
        </p:nvSpPr>
        <p:spPr>
          <a:xfrm>
            <a:off x="5589720" y="4467240"/>
            <a:ext cx="712800" cy="673200"/>
          </a:xfrm>
          <a:custGeom>
            <a:avLst/>
            <a:gdLst/>
            <a:ahLst/>
            <a:rect l="l" t="t" r="r" b="b"/>
            <a:pathLst>
              <a:path w="449" h="424">
                <a:moveTo>
                  <a:pt x="0" y="6"/>
                </a:moveTo>
                <a:lnTo>
                  <a:pt x="0" y="6"/>
                </a:lnTo>
                <a:lnTo>
                  <a:pt x="27" y="61"/>
                </a:lnTo>
                <a:lnTo>
                  <a:pt x="41" y="74"/>
                </a:lnTo>
                <a:lnTo>
                  <a:pt x="50" y="72"/>
                </a:lnTo>
                <a:lnTo>
                  <a:pt x="56" y="79"/>
                </a:lnTo>
                <a:lnTo>
                  <a:pt x="58" y="85"/>
                </a:lnTo>
                <a:lnTo>
                  <a:pt x="50" y="85"/>
                </a:lnTo>
                <a:lnTo>
                  <a:pt x="42" y="106"/>
                </a:lnTo>
                <a:lnTo>
                  <a:pt x="62" y="137"/>
                </a:lnTo>
                <a:lnTo>
                  <a:pt x="76" y="141"/>
                </a:lnTo>
                <a:lnTo>
                  <a:pt x="73" y="339"/>
                </a:lnTo>
                <a:lnTo>
                  <a:pt x="75" y="387"/>
                </a:lnTo>
                <a:lnTo>
                  <a:pt x="374" y="378"/>
                </a:lnTo>
                <a:lnTo>
                  <a:pt x="377" y="404"/>
                </a:lnTo>
                <a:lnTo>
                  <a:pt x="365" y="423"/>
                </a:lnTo>
                <a:lnTo>
                  <a:pt x="412" y="420"/>
                </a:lnTo>
                <a:lnTo>
                  <a:pt x="417" y="404"/>
                </a:lnTo>
                <a:lnTo>
                  <a:pt x="420" y="387"/>
                </a:lnTo>
                <a:lnTo>
                  <a:pt x="431" y="374"/>
                </a:lnTo>
                <a:lnTo>
                  <a:pt x="434" y="361"/>
                </a:lnTo>
                <a:lnTo>
                  <a:pt x="445" y="358"/>
                </a:lnTo>
                <a:lnTo>
                  <a:pt x="448" y="330"/>
                </a:lnTo>
                <a:lnTo>
                  <a:pt x="442" y="326"/>
                </a:lnTo>
                <a:lnTo>
                  <a:pt x="432" y="325"/>
                </a:lnTo>
                <a:lnTo>
                  <a:pt x="422" y="305"/>
                </a:lnTo>
                <a:lnTo>
                  <a:pt x="415" y="273"/>
                </a:lnTo>
                <a:lnTo>
                  <a:pt x="405" y="254"/>
                </a:lnTo>
                <a:lnTo>
                  <a:pt x="387" y="246"/>
                </a:lnTo>
                <a:lnTo>
                  <a:pt x="365" y="227"/>
                </a:lnTo>
                <a:lnTo>
                  <a:pt x="355" y="201"/>
                </a:lnTo>
                <a:lnTo>
                  <a:pt x="371" y="161"/>
                </a:lnTo>
                <a:lnTo>
                  <a:pt x="357" y="153"/>
                </a:lnTo>
                <a:lnTo>
                  <a:pt x="334" y="154"/>
                </a:lnTo>
                <a:lnTo>
                  <a:pt x="329" y="127"/>
                </a:lnTo>
                <a:lnTo>
                  <a:pt x="285" y="79"/>
                </a:lnTo>
                <a:lnTo>
                  <a:pt x="274" y="38"/>
                </a:lnTo>
                <a:lnTo>
                  <a:pt x="279" y="22"/>
                </a:lnTo>
                <a:lnTo>
                  <a:pt x="260" y="0"/>
                </a:lnTo>
                <a:lnTo>
                  <a:pt x="0" y="6"/>
                </a:lnTo>
                <a:lnTo>
                  <a:pt x="0" y="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04" name=""/>
          <p:cNvSpPr/>
          <p:nvPr/>
        </p:nvSpPr>
        <p:spPr>
          <a:xfrm>
            <a:off x="3751200" y="3033720"/>
            <a:ext cx="1096920" cy="757080"/>
          </a:xfrm>
          <a:custGeom>
            <a:avLst/>
            <a:gdLst/>
            <a:ahLst/>
            <a:rect l="l" t="t" r="r" b="b"/>
            <a:pathLst>
              <a:path w="691" h="477">
                <a:moveTo>
                  <a:pt x="0" y="91"/>
                </a:moveTo>
                <a:lnTo>
                  <a:pt x="0" y="91"/>
                </a:lnTo>
                <a:lnTo>
                  <a:pt x="12" y="121"/>
                </a:lnTo>
                <a:lnTo>
                  <a:pt x="13" y="142"/>
                </a:lnTo>
                <a:lnTo>
                  <a:pt x="5" y="144"/>
                </a:lnTo>
                <a:lnTo>
                  <a:pt x="28" y="167"/>
                </a:lnTo>
                <a:lnTo>
                  <a:pt x="49" y="223"/>
                </a:lnTo>
                <a:lnTo>
                  <a:pt x="57" y="221"/>
                </a:lnTo>
                <a:lnTo>
                  <a:pt x="57" y="228"/>
                </a:lnTo>
                <a:lnTo>
                  <a:pt x="68" y="231"/>
                </a:lnTo>
                <a:lnTo>
                  <a:pt x="75" y="232"/>
                </a:lnTo>
                <a:lnTo>
                  <a:pt x="57" y="275"/>
                </a:lnTo>
                <a:lnTo>
                  <a:pt x="60" y="302"/>
                </a:lnTo>
                <a:lnTo>
                  <a:pt x="44" y="328"/>
                </a:lnTo>
                <a:lnTo>
                  <a:pt x="53" y="339"/>
                </a:lnTo>
                <a:lnTo>
                  <a:pt x="82" y="322"/>
                </a:lnTo>
                <a:lnTo>
                  <a:pt x="103" y="413"/>
                </a:lnTo>
                <a:lnTo>
                  <a:pt x="114" y="417"/>
                </a:lnTo>
                <a:lnTo>
                  <a:pt x="117" y="444"/>
                </a:lnTo>
                <a:lnTo>
                  <a:pt x="126" y="456"/>
                </a:lnTo>
                <a:lnTo>
                  <a:pt x="137" y="446"/>
                </a:lnTo>
                <a:lnTo>
                  <a:pt x="154" y="454"/>
                </a:lnTo>
                <a:lnTo>
                  <a:pt x="164" y="444"/>
                </a:lnTo>
                <a:lnTo>
                  <a:pt x="202" y="454"/>
                </a:lnTo>
                <a:lnTo>
                  <a:pt x="210" y="454"/>
                </a:lnTo>
                <a:lnTo>
                  <a:pt x="219" y="438"/>
                </a:lnTo>
                <a:lnTo>
                  <a:pt x="234" y="466"/>
                </a:lnTo>
                <a:lnTo>
                  <a:pt x="242" y="421"/>
                </a:lnTo>
                <a:lnTo>
                  <a:pt x="427" y="451"/>
                </a:lnTo>
                <a:lnTo>
                  <a:pt x="660" y="476"/>
                </a:lnTo>
                <a:lnTo>
                  <a:pt x="667" y="392"/>
                </a:lnTo>
                <a:lnTo>
                  <a:pt x="690" y="113"/>
                </a:lnTo>
                <a:lnTo>
                  <a:pt x="385" y="73"/>
                </a:lnTo>
                <a:lnTo>
                  <a:pt x="232" y="45"/>
                </a:lnTo>
                <a:lnTo>
                  <a:pt x="18" y="0"/>
                </a:lnTo>
                <a:lnTo>
                  <a:pt x="0" y="91"/>
                </a:lnTo>
                <a:lnTo>
                  <a:pt x="0" y="91"/>
                </a:lnTo>
              </a:path>
            </a:pathLst>
          </a:custGeom>
          <a:solidFill>
            <a:srgbClr val="a1009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05" name=""/>
          <p:cNvSpPr/>
          <p:nvPr/>
        </p:nvSpPr>
        <p:spPr>
          <a:xfrm>
            <a:off x="4745160" y="4087800"/>
            <a:ext cx="888840" cy="477720"/>
          </a:xfrm>
          <a:custGeom>
            <a:avLst/>
            <a:gdLst/>
            <a:ahLst/>
            <a:rect l="l" t="t" r="r" b="b"/>
            <a:pathLst>
              <a:path w="560" h="301">
                <a:moveTo>
                  <a:pt x="0" y="183"/>
                </a:moveTo>
                <a:lnTo>
                  <a:pt x="0" y="183"/>
                </a:lnTo>
                <a:lnTo>
                  <a:pt x="18" y="0"/>
                </a:lnTo>
                <a:lnTo>
                  <a:pt x="361" y="20"/>
                </a:lnTo>
                <a:lnTo>
                  <a:pt x="383" y="39"/>
                </a:lnTo>
                <a:lnTo>
                  <a:pt x="425" y="37"/>
                </a:lnTo>
                <a:lnTo>
                  <a:pt x="445" y="42"/>
                </a:lnTo>
                <a:lnTo>
                  <a:pt x="468" y="54"/>
                </a:lnTo>
                <a:lnTo>
                  <a:pt x="479" y="70"/>
                </a:lnTo>
                <a:lnTo>
                  <a:pt x="490" y="73"/>
                </a:lnTo>
                <a:lnTo>
                  <a:pt x="509" y="129"/>
                </a:lnTo>
                <a:lnTo>
                  <a:pt x="509" y="146"/>
                </a:lnTo>
                <a:lnTo>
                  <a:pt x="521" y="174"/>
                </a:lnTo>
                <a:lnTo>
                  <a:pt x="527" y="218"/>
                </a:lnTo>
                <a:lnTo>
                  <a:pt x="524" y="232"/>
                </a:lnTo>
                <a:lnTo>
                  <a:pt x="532" y="245"/>
                </a:lnTo>
                <a:lnTo>
                  <a:pt x="559" y="300"/>
                </a:lnTo>
                <a:lnTo>
                  <a:pt x="310" y="297"/>
                </a:lnTo>
                <a:lnTo>
                  <a:pt x="124" y="287"/>
                </a:lnTo>
                <a:lnTo>
                  <a:pt x="129" y="194"/>
                </a:lnTo>
                <a:lnTo>
                  <a:pt x="0" y="183"/>
                </a:lnTo>
                <a:lnTo>
                  <a:pt x="0" y="18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06" name=""/>
          <p:cNvSpPr/>
          <p:nvPr/>
        </p:nvSpPr>
        <p:spPr>
          <a:xfrm>
            <a:off x="3092400" y="3929040"/>
            <a:ext cx="681120" cy="1144440"/>
          </a:xfrm>
          <a:custGeom>
            <a:avLst/>
            <a:gdLst/>
            <a:ahLst/>
            <a:rect l="l" t="t" r="r" b="b"/>
            <a:pathLst>
              <a:path w="429" h="721">
                <a:moveTo>
                  <a:pt x="0" y="263"/>
                </a:moveTo>
                <a:lnTo>
                  <a:pt x="0" y="263"/>
                </a:lnTo>
                <a:lnTo>
                  <a:pt x="19" y="306"/>
                </a:lnTo>
                <a:lnTo>
                  <a:pt x="273" y="720"/>
                </a:lnTo>
                <a:lnTo>
                  <a:pt x="283" y="625"/>
                </a:lnTo>
                <a:lnTo>
                  <a:pt x="299" y="618"/>
                </a:lnTo>
                <a:lnTo>
                  <a:pt x="324" y="634"/>
                </a:lnTo>
                <a:lnTo>
                  <a:pt x="346" y="549"/>
                </a:lnTo>
                <a:lnTo>
                  <a:pt x="428" y="95"/>
                </a:lnTo>
                <a:lnTo>
                  <a:pt x="246" y="49"/>
                </a:lnTo>
                <a:lnTo>
                  <a:pt x="63" y="0"/>
                </a:lnTo>
                <a:lnTo>
                  <a:pt x="0" y="263"/>
                </a:lnTo>
                <a:lnTo>
                  <a:pt x="0" y="263"/>
                </a:lnTo>
              </a:path>
            </a:pathLst>
          </a:custGeom>
          <a:solidFill>
            <a:srgbClr val="ff00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07" name=""/>
          <p:cNvSpPr/>
          <p:nvPr/>
        </p:nvSpPr>
        <p:spPr>
          <a:xfrm>
            <a:off x="7854840" y="3463920"/>
            <a:ext cx="173160" cy="404640"/>
          </a:xfrm>
          <a:custGeom>
            <a:avLst/>
            <a:gdLst/>
            <a:ahLst/>
            <a:rect l="l" t="t" r="r" b="b"/>
            <a:pathLst>
              <a:path w="109" h="255">
                <a:moveTo>
                  <a:pt x="0" y="174"/>
                </a:moveTo>
                <a:lnTo>
                  <a:pt x="0" y="174"/>
                </a:lnTo>
                <a:lnTo>
                  <a:pt x="4" y="120"/>
                </a:lnTo>
                <a:lnTo>
                  <a:pt x="18" y="92"/>
                </a:lnTo>
                <a:lnTo>
                  <a:pt x="20" y="34"/>
                </a:lnTo>
                <a:lnTo>
                  <a:pt x="19" y="12"/>
                </a:lnTo>
                <a:lnTo>
                  <a:pt x="38" y="0"/>
                </a:lnTo>
                <a:lnTo>
                  <a:pt x="84" y="159"/>
                </a:lnTo>
                <a:lnTo>
                  <a:pt x="107" y="193"/>
                </a:lnTo>
                <a:lnTo>
                  <a:pt x="108" y="200"/>
                </a:lnTo>
                <a:lnTo>
                  <a:pt x="106" y="217"/>
                </a:lnTo>
                <a:lnTo>
                  <a:pt x="84" y="233"/>
                </a:lnTo>
                <a:lnTo>
                  <a:pt x="9" y="254"/>
                </a:lnTo>
                <a:lnTo>
                  <a:pt x="0" y="174"/>
                </a:lnTo>
                <a:lnTo>
                  <a:pt x="0" y="174"/>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08" name=""/>
          <p:cNvSpPr/>
          <p:nvPr/>
        </p:nvSpPr>
        <p:spPr>
          <a:xfrm>
            <a:off x="7662960" y="4119480"/>
            <a:ext cx="142920" cy="355680"/>
          </a:xfrm>
          <a:custGeom>
            <a:avLst/>
            <a:gdLst/>
            <a:ahLst/>
            <a:rect l="l" t="t" r="r" b="b"/>
            <a:pathLst>
              <a:path w="90" h="224">
                <a:moveTo>
                  <a:pt x="0" y="165"/>
                </a:moveTo>
                <a:lnTo>
                  <a:pt x="0" y="165"/>
                </a:lnTo>
                <a:lnTo>
                  <a:pt x="3" y="151"/>
                </a:lnTo>
                <a:lnTo>
                  <a:pt x="20" y="140"/>
                </a:lnTo>
                <a:lnTo>
                  <a:pt x="27" y="121"/>
                </a:lnTo>
                <a:lnTo>
                  <a:pt x="42" y="109"/>
                </a:lnTo>
                <a:lnTo>
                  <a:pt x="3" y="75"/>
                </a:lnTo>
                <a:lnTo>
                  <a:pt x="0" y="42"/>
                </a:lnTo>
                <a:lnTo>
                  <a:pt x="20" y="0"/>
                </a:lnTo>
                <a:lnTo>
                  <a:pt x="77" y="20"/>
                </a:lnTo>
                <a:lnTo>
                  <a:pt x="77" y="28"/>
                </a:lnTo>
                <a:lnTo>
                  <a:pt x="70" y="56"/>
                </a:lnTo>
                <a:lnTo>
                  <a:pt x="65" y="60"/>
                </a:lnTo>
                <a:lnTo>
                  <a:pt x="65" y="73"/>
                </a:lnTo>
                <a:lnTo>
                  <a:pt x="69" y="75"/>
                </a:lnTo>
                <a:lnTo>
                  <a:pt x="76" y="75"/>
                </a:lnTo>
                <a:lnTo>
                  <a:pt x="82" y="75"/>
                </a:lnTo>
                <a:lnTo>
                  <a:pt x="80" y="70"/>
                </a:lnTo>
                <a:lnTo>
                  <a:pt x="84" y="73"/>
                </a:lnTo>
                <a:lnTo>
                  <a:pt x="89" y="88"/>
                </a:lnTo>
                <a:lnTo>
                  <a:pt x="89" y="134"/>
                </a:lnTo>
                <a:lnTo>
                  <a:pt x="88" y="121"/>
                </a:lnTo>
                <a:lnTo>
                  <a:pt x="84" y="110"/>
                </a:lnTo>
                <a:lnTo>
                  <a:pt x="84" y="116"/>
                </a:lnTo>
                <a:lnTo>
                  <a:pt x="85" y="128"/>
                </a:lnTo>
                <a:lnTo>
                  <a:pt x="84" y="134"/>
                </a:lnTo>
                <a:lnTo>
                  <a:pt x="84" y="147"/>
                </a:lnTo>
                <a:lnTo>
                  <a:pt x="80" y="159"/>
                </a:lnTo>
                <a:lnTo>
                  <a:pt x="73" y="159"/>
                </a:lnTo>
                <a:lnTo>
                  <a:pt x="76" y="170"/>
                </a:lnTo>
                <a:lnTo>
                  <a:pt x="66" y="186"/>
                </a:lnTo>
                <a:lnTo>
                  <a:pt x="55" y="223"/>
                </a:lnTo>
                <a:lnTo>
                  <a:pt x="48" y="223"/>
                </a:lnTo>
                <a:lnTo>
                  <a:pt x="51" y="208"/>
                </a:lnTo>
                <a:lnTo>
                  <a:pt x="47" y="203"/>
                </a:lnTo>
                <a:lnTo>
                  <a:pt x="32" y="203"/>
                </a:lnTo>
                <a:lnTo>
                  <a:pt x="10" y="188"/>
                </a:lnTo>
                <a:lnTo>
                  <a:pt x="3" y="182"/>
                </a:lnTo>
                <a:lnTo>
                  <a:pt x="0" y="165"/>
                </a:lnTo>
                <a:lnTo>
                  <a:pt x="0" y="165"/>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09" name=""/>
          <p:cNvSpPr/>
          <p:nvPr/>
        </p:nvSpPr>
        <p:spPr>
          <a:xfrm>
            <a:off x="4059360" y="4897440"/>
            <a:ext cx="755640" cy="836640"/>
          </a:xfrm>
          <a:custGeom>
            <a:avLst/>
            <a:gdLst/>
            <a:ahLst/>
            <a:rect l="l" t="t" r="r" b="b"/>
            <a:pathLst>
              <a:path w="476" h="527">
                <a:moveTo>
                  <a:pt x="0" y="518"/>
                </a:moveTo>
                <a:lnTo>
                  <a:pt x="0" y="518"/>
                </a:lnTo>
                <a:lnTo>
                  <a:pt x="59" y="526"/>
                </a:lnTo>
                <a:lnTo>
                  <a:pt x="66" y="488"/>
                </a:lnTo>
                <a:lnTo>
                  <a:pt x="186" y="505"/>
                </a:lnTo>
                <a:lnTo>
                  <a:pt x="180" y="485"/>
                </a:lnTo>
                <a:lnTo>
                  <a:pt x="199" y="487"/>
                </a:lnTo>
                <a:lnTo>
                  <a:pt x="435" y="512"/>
                </a:lnTo>
                <a:lnTo>
                  <a:pt x="470" y="97"/>
                </a:lnTo>
                <a:lnTo>
                  <a:pt x="475" y="48"/>
                </a:lnTo>
                <a:lnTo>
                  <a:pt x="274" y="29"/>
                </a:lnTo>
                <a:lnTo>
                  <a:pt x="70" y="0"/>
                </a:lnTo>
                <a:lnTo>
                  <a:pt x="0" y="518"/>
                </a:lnTo>
                <a:lnTo>
                  <a:pt x="0" y="518"/>
                </a:lnTo>
              </a:path>
            </a:pathLst>
          </a:custGeom>
          <a:solidFill>
            <a:srgbClr val="82004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1510" name=""/>
          <p:cNvGrpSpPr/>
          <p:nvPr/>
        </p:nvGrpSpPr>
        <p:grpSpPr>
          <a:xfrm>
            <a:off x="7172280" y="3564000"/>
            <a:ext cx="811080" cy="673200"/>
            <a:chOff x="7172280" y="3564000"/>
            <a:chExt cx="811080" cy="673200"/>
          </a:xfrm>
        </p:grpSpPr>
        <p:sp>
          <p:nvSpPr>
            <p:cNvPr id="1511" name=""/>
            <p:cNvSpPr/>
            <p:nvPr/>
          </p:nvSpPr>
          <p:spPr>
            <a:xfrm>
              <a:off x="7172280" y="3564000"/>
              <a:ext cx="636480" cy="617400"/>
            </a:xfrm>
            <a:custGeom>
              <a:avLst/>
              <a:gdLst/>
              <a:ahLst/>
              <a:rect l="l" t="t" r="r" b="b"/>
              <a:pathLst>
                <a:path w="401" h="389">
                  <a:moveTo>
                    <a:pt x="0" y="334"/>
                  </a:moveTo>
                  <a:lnTo>
                    <a:pt x="0" y="334"/>
                  </a:lnTo>
                  <a:lnTo>
                    <a:pt x="15" y="354"/>
                  </a:lnTo>
                  <a:lnTo>
                    <a:pt x="276" y="301"/>
                  </a:lnTo>
                  <a:lnTo>
                    <a:pt x="292" y="311"/>
                  </a:lnTo>
                  <a:lnTo>
                    <a:pt x="303" y="334"/>
                  </a:lnTo>
                  <a:lnTo>
                    <a:pt x="329" y="350"/>
                  </a:lnTo>
                  <a:lnTo>
                    <a:pt x="386" y="370"/>
                  </a:lnTo>
                  <a:lnTo>
                    <a:pt x="386" y="378"/>
                  </a:lnTo>
                  <a:lnTo>
                    <a:pt x="390" y="388"/>
                  </a:lnTo>
                  <a:lnTo>
                    <a:pt x="395" y="384"/>
                  </a:lnTo>
                  <a:lnTo>
                    <a:pt x="400" y="363"/>
                  </a:lnTo>
                  <a:lnTo>
                    <a:pt x="400" y="332"/>
                  </a:lnTo>
                  <a:lnTo>
                    <a:pt x="390" y="269"/>
                  </a:lnTo>
                  <a:lnTo>
                    <a:pt x="390" y="203"/>
                  </a:lnTo>
                  <a:lnTo>
                    <a:pt x="379" y="152"/>
                  </a:lnTo>
                  <a:lnTo>
                    <a:pt x="362" y="109"/>
                  </a:lnTo>
                  <a:lnTo>
                    <a:pt x="357" y="66"/>
                  </a:lnTo>
                  <a:lnTo>
                    <a:pt x="340" y="0"/>
                  </a:lnTo>
                  <a:lnTo>
                    <a:pt x="262" y="22"/>
                  </a:lnTo>
                  <a:lnTo>
                    <a:pt x="255" y="21"/>
                  </a:lnTo>
                  <a:lnTo>
                    <a:pt x="230" y="43"/>
                  </a:lnTo>
                  <a:lnTo>
                    <a:pt x="208" y="76"/>
                  </a:lnTo>
                  <a:lnTo>
                    <a:pt x="205" y="91"/>
                  </a:lnTo>
                  <a:lnTo>
                    <a:pt x="197" y="105"/>
                  </a:lnTo>
                  <a:lnTo>
                    <a:pt x="180" y="125"/>
                  </a:lnTo>
                  <a:lnTo>
                    <a:pt x="186" y="135"/>
                  </a:lnTo>
                  <a:lnTo>
                    <a:pt x="190" y="127"/>
                  </a:lnTo>
                  <a:lnTo>
                    <a:pt x="195" y="130"/>
                  </a:lnTo>
                  <a:lnTo>
                    <a:pt x="192" y="135"/>
                  </a:lnTo>
                  <a:lnTo>
                    <a:pt x="196" y="135"/>
                  </a:lnTo>
                  <a:lnTo>
                    <a:pt x="192" y="146"/>
                  </a:lnTo>
                  <a:lnTo>
                    <a:pt x="190" y="145"/>
                  </a:lnTo>
                  <a:lnTo>
                    <a:pt x="187" y="148"/>
                  </a:lnTo>
                  <a:lnTo>
                    <a:pt x="197" y="162"/>
                  </a:lnTo>
                  <a:lnTo>
                    <a:pt x="197" y="173"/>
                  </a:lnTo>
                  <a:lnTo>
                    <a:pt x="183" y="179"/>
                  </a:lnTo>
                  <a:lnTo>
                    <a:pt x="173" y="199"/>
                  </a:lnTo>
                  <a:lnTo>
                    <a:pt x="158" y="210"/>
                  </a:lnTo>
                  <a:lnTo>
                    <a:pt x="132" y="212"/>
                  </a:lnTo>
                  <a:lnTo>
                    <a:pt x="122" y="220"/>
                  </a:lnTo>
                  <a:lnTo>
                    <a:pt x="108" y="213"/>
                  </a:lnTo>
                  <a:lnTo>
                    <a:pt x="64" y="218"/>
                  </a:lnTo>
                  <a:lnTo>
                    <a:pt x="33" y="231"/>
                  </a:lnTo>
                  <a:lnTo>
                    <a:pt x="34" y="245"/>
                  </a:lnTo>
                  <a:lnTo>
                    <a:pt x="33" y="250"/>
                  </a:lnTo>
                  <a:lnTo>
                    <a:pt x="34" y="251"/>
                  </a:lnTo>
                  <a:lnTo>
                    <a:pt x="40" y="262"/>
                  </a:lnTo>
                  <a:lnTo>
                    <a:pt x="44" y="261"/>
                  </a:lnTo>
                  <a:lnTo>
                    <a:pt x="49" y="272"/>
                  </a:lnTo>
                  <a:lnTo>
                    <a:pt x="48" y="277"/>
                  </a:lnTo>
                  <a:lnTo>
                    <a:pt x="40" y="284"/>
                  </a:lnTo>
                  <a:lnTo>
                    <a:pt x="36" y="297"/>
                  </a:lnTo>
                  <a:lnTo>
                    <a:pt x="0" y="334"/>
                  </a:lnTo>
                  <a:lnTo>
                    <a:pt x="0" y="334"/>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12" name=""/>
            <p:cNvSpPr/>
            <p:nvPr/>
          </p:nvSpPr>
          <p:spPr>
            <a:xfrm>
              <a:off x="7765920" y="4208400"/>
              <a:ext cx="17640" cy="28800"/>
            </a:xfrm>
            <a:custGeom>
              <a:avLst/>
              <a:gdLst/>
              <a:ahLst/>
              <a:rect l="l" t="t" r="r" b="b"/>
              <a:pathLst>
                <a:path w="11" h="18">
                  <a:moveTo>
                    <a:pt x="0" y="17"/>
                  </a:moveTo>
                  <a:lnTo>
                    <a:pt x="0" y="17"/>
                  </a:lnTo>
                  <a:lnTo>
                    <a:pt x="0" y="4"/>
                  </a:lnTo>
                  <a:lnTo>
                    <a:pt x="5" y="0"/>
                  </a:lnTo>
                  <a:lnTo>
                    <a:pt x="10" y="1"/>
                  </a:lnTo>
                  <a:lnTo>
                    <a:pt x="3" y="13"/>
                  </a:lnTo>
                  <a:lnTo>
                    <a:pt x="0" y="17"/>
                  </a:lnTo>
                  <a:lnTo>
                    <a:pt x="0" y="17"/>
                  </a:lnTo>
                </a:path>
              </a:pathLst>
            </a:custGeom>
            <a:solidFill>
              <a:srgbClr val="e000e0"/>
            </a:solidFill>
            <a:ln w="31680">
              <a:solidFill>
                <a:srgbClr val="000000"/>
              </a:solidFill>
              <a:round/>
            </a:ln>
          </p:spPr>
          <p:style>
            <a:lnRef idx="0"/>
            <a:fillRef idx="0"/>
            <a:effectRef idx="0"/>
            <a:fontRef idx="minor"/>
          </p:style>
          <p:txBody>
            <a:bodyPr lIns="90000" rIns="90000" tIns="-18000" bIns="-18000" anchor="t">
              <a:noAutofit/>
            </a:bodyPr>
            <a:p>
              <a:endParaRPr b="0" lang="en-IN" sz="2400" strike="noStrike" u="none">
                <a:solidFill>
                  <a:srgbClr val="ffffff"/>
                </a:solidFill>
                <a:effectLst/>
                <a:uFillTx/>
                <a:latin typeface="Times New Roman"/>
              </a:endParaRPr>
            </a:p>
          </p:txBody>
        </p:sp>
        <p:sp>
          <p:nvSpPr>
            <p:cNvPr id="1513" name=""/>
            <p:cNvSpPr/>
            <p:nvPr/>
          </p:nvSpPr>
          <p:spPr>
            <a:xfrm>
              <a:off x="7783560" y="4091040"/>
              <a:ext cx="199800" cy="125280"/>
            </a:xfrm>
            <a:custGeom>
              <a:avLst/>
              <a:gdLst/>
              <a:ahLst/>
              <a:rect l="l" t="t" r="r" b="b"/>
              <a:pathLst>
                <a:path w="126" h="79">
                  <a:moveTo>
                    <a:pt x="0" y="71"/>
                  </a:moveTo>
                  <a:lnTo>
                    <a:pt x="0" y="71"/>
                  </a:lnTo>
                  <a:lnTo>
                    <a:pt x="3" y="78"/>
                  </a:lnTo>
                  <a:lnTo>
                    <a:pt x="6" y="78"/>
                  </a:lnTo>
                  <a:lnTo>
                    <a:pt x="10" y="73"/>
                  </a:lnTo>
                  <a:lnTo>
                    <a:pt x="14" y="70"/>
                  </a:lnTo>
                  <a:lnTo>
                    <a:pt x="17" y="74"/>
                  </a:lnTo>
                  <a:lnTo>
                    <a:pt x="9" y="78"/>
                  </a:lnTo>
                  <a:lnTo>
                    <a:pt x="20" y="74"/>
                  </a:lnTo>
                  <a:lnTo>
                    <a:pt x="21" y="71"/>
                  </a:lnTo>
                  <a:lnTo>
                    <a:pt x="38" y="62"/>
                  </a:lnTo>
                  <a:lnTo>
                    <a:pt x="54" y="52"/>
                  </a:lnTo>
                  <a:lnTo>
                    <a:pt x="69" y="44"/>
                  </a:lnTo>
                  <a:lnTo>
                    <a:pt x="83" y="35"/>
                  </a:lnTo>
                  <a:lnTo>
                    <a:pt x="83" y="37"/>
                  </a:lnTo>
                  <a:lnTo>
                    <a:pt x="56" y="58"/>
                  </a:lnTo>
                  <a:lnTo>
                    <a:pt x="52" y="60"/>
                  </a:lnTo>
                  <a:lnTo>
                    <a:pt x="55" y="60"/>
                  </a:lnTo>
                  <a:lnTo>
                    <a:pt x="61" y="56"/>
                  </a:lnTo>
                  <a:lnTo>
                    <a:pt x="101" y="26"/>
                  </a:lnTo>
                  <a:lnTo>
                    <a:pt x="106" y="20"/>
                  </a:lnTo>
                  <a:lnTo>
                    <a:pt x="125" y="2"/>
                  </a:lnTo>
                  <a:lnTo>
                    <a:pt x="125" y="0"/>
                  </a:lnTo>
                  <a:lnTo>
                    <a:pt x="122" y="0"/>
                  </a:lnTo>
                  <a:lnTo>
                    <a:pt x="114" y="9"/>
                  </a:lnTo>
                  <a:lnTo>
                    <a:pt x="107" y="5"/>
                  </a:lnTo>
                  <a:lnTo>
                    <a:pt x="101" y="12"/>
                  </a:lnTo>
                  <a:lnTo>
                    <a:pt x="98" y="10"/>
                  </a:lnTo>
                  <a:lnTo>
                    <a:pt x="91" y="29"/>
                  </a:lnTo>
                  <a:lnTo>
                    <a:pt x="87" y="26"/>
                  </a:lnTo>
                  <a:lnTo>
                    <a:pt x="83" y="26"/>
                  </a:lnTo>
                  <a:lnTo>
                    <a:pt x="92" y="12"/>
                  </a:lnTo>
                  <a:lnTo>
                    <a:pt x="91" y="9"/>
                  </a:lnTo>
                  <a:lnTo>
                    <a:pt x="101" y="0"/>
                  </a:lnTo>
                  <a:lnTo>
                    <a:pt x="97" y="0"/>
                  </a:lnTo>
                  <a:lnTo>
                    <a:pt x="80" y="20"/>
                  </a:lnTo>
                  <a:lnTo>
                    <a:pt x="61" y="27"/>
                  </a:lnTo>
                  <a:lnTo>
                    <a:pt x="49" y="29"/>
                  </a:lnTo>
                  <a:lnTo>
                    <a:pt x="48" y="35"/>
                  </a:lnTo>
                  <a:lnTo>
                    <a:pt x="34" y="38"/>
                  </a:lnTo>
                  <a:lnTo>
                    <a:pt x="30" y="37"/>
                  </a:lnTo>
                  <a:lnTo>
                    <a:pt x="30" y="40"/>
                  </a:lnTo>
                  <a:lnTo>
                    <a:pt x="25" y="40"/>
                  </a:lnTo>
                  <a:lnTo>
                    <a:pt x="20" y="44"/>
                  </a:lnTo>
                  <a:lnTo>
                    <a:pt x="18" y="52"/>
                  </a:lnTo>
                  <a:lnTo>
                    <a:pt x="17" y="52"/>
                  </a:lnTo>
                  <a:lnTo>
                    <a:pt x="14" y="56"/>
                  </a:lnTo>
                  <a:lnTo>
                    <a:pt x="5" y="60"/>
                  </a:lnTo>
                  <a:lnTo>
                    <a:pt x="4" y="64"/>
                  </a:lnTo>
                  <a:lnTo>
                    <a:pt x="0" y="71"/>
                  </a:lnTo>
                  <a:lnTo>
                    <a:pt x="0" y="71"/>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514" name=""/>
          <p:cNvSpPr/>
          <p:nvPr/>
        </p:nvSpPr>
        <p:spPr>
          <a:xfrm>
            <a:off x="6838920" y="4843440"/>
            <a:ext cx="917640" cy="447840"/>
          </a:xfrm>
          <a:custGeom>
            <a:avLst/>
            <a:gdLst/>
            <a:ahLst/>
            <a:rect l="l" t="t" r="r" b="b"/>
            <a:pathLst>
              <a:path w="578" h="282">
                <a:moveTo>
                  <a:pt x="0" y="220"/>
                </a:moveTo>
                <a:lnTo>
                  <a:pt x="0" y="220"/>
                </a:lnTo>
                <a:lnTo>
                  <a:pt x="0" y="240"/>
                </a:lnTo>
                <a:lnTo>
                  <a:pt x="84" y="231"/>
                </a:lnTo>
                <a:lnTo>
                  <a:pt x="133" y="203"/>
                </a:lnTo>
                <a:lnTo>
                  <a:pt x="226" y="194"/>
                </a:lnTo>
                <a:lnTo>
                  <a:pt x="263" y="220"/>
                </a:lnTo>
                <a:lnTo>
                  <a:pt x="324" y="209"/>
                </a:lnTo>
                <a:lnTo>
                  <a:pt x="412" y="281"/>
                </a:lnTo>
                <a:lnTo>
                  <a:pt x="425" y="273"/>
                </a:lnTo>
                <a:lnTo>
                  <a:pt x="449" y="271"/>
                </a:lnTo>
                <a:lnTo>
                  <a:pt x="454" y="253"/>
                </a:lnTo>
                <a:lnTo>
                  <a:pt x="458" y="261"/>
                </a:lnTo>
                <a:lnTo>
                  <a:pt x="464" y="229"/>
                </a:lnTo>
                <a:lnTo>
                  <a:pt x="475" y="213"/>
                </a:lnTo>
                <a:lnTo>
                  <a:pt x="487" y="203"/>
                </a:lnTo>
                <a:lnTo>
                  <a:pt x="481" y="200"/>
                </a:lnTo>
                <a:lnTo>
                  <a:pt x="481" y="194"/>
                </a:lnTo>
                <a:lnTo>
                  <a:pt x="477" y="183"/>
                </a:lnTo>
                <a:lnTo>
                  <a:pt x="487" y="194"/>
                </a:lnTo>
                <a:lnTo>
                  <a:pt x="483" y="197"/>
                </a:lnTo>
                <a:lnTo>
                  <a:pt x="491" y="200"/>
                </a:lnTo>
                <a:lnTo>
                  <a:pt x="495" y="193"/>
                </a:lnTo>
                <a:lnTo>
                  <a:pt x="498" y="193"/>
                </a:lnTo>
                <a:lnTo>
                  <a:pt x="495" y="179"/>
                </a:lnTo>
                <a:lnTo>
                  <a:pt x="498" y="178"/>
                </a:lnTo>
                <a:lnTo>
                  <a:pt x="503" y="185"/>
                </a:lnTo>
                <a:lnTo>
                  <a:pt x="522" y="175"/>
                </a:lnTo>
                <a:lnTo>
                  <a:pt x="540" y="174"/>
                </a:lnTo>
                <a:lnTo>
                  <a:pt x="551" y="150"/>
                </a:lnTo>
                <a:lnTo>
                  <a:pt x="546" y="144"/>
                </a:lnTo>
                <a:lnTo>
                  <a:pt x="540" y="152"/>
                </a:lnTo>
                <a:lnTo>
                  <a:pt x="539" y="143"/>
                </a:lnTo>
                <a:lnTo>
                  <a:pt x="532" y="149"/>
                </a:lnTo>
                <a:lnTo>
                  <a:pt x="534" y="157"/>
                </a:lnTo>
                <a:lnTo>
                  <a:pt x="527" y="151"/>
                </a:lnTo>
                <a:lnTo>
                  <a:pt x="526" y="160"/>
                </a:lnTo>
                <a:lnTo>
                  <a:pt x="509" y="158"/>
                </a:lnTo>
                <a:lnTo>
                  <a:pt x="495" y="148"/>
                </a:lnTo>
                <a:lnTo>
                  <a:pt x="495" y="143"/>
                </a:lnTo>
                <a:lnTo>
                  <a:pt x="517" y="156"/>
                </a:lnTo>
                <a:lnTo>
                  <a:pt x="532" y="136"/>
                </a:lnTo>
                <a:lnTo>
                  <a:pt x="522" y="135"/>
                </a:lnTo>
                <a:lnTo>
                  <a:pt x="532" y="121"/>
                </a:lnTo>
                <a:lnTo>
                  <a:pt x="522" y="124"/>
                </a:lnTo>
                <a:lnTo>
                  <a:pt x="492" y="110"/>
                </a:lnTo>
                <a:lnTo>
                  <a:pt x="508" y="107"/>
                </a:lnTo>
                <a:lnTo>
                  <a:pt x="522" y="114"/>
                </a:lnTo>
                <a:lnTo>
                  <a:pt x="522" y="110"/>
                </a:lnTo>
                <a:lnTo>
                  <a:pt x="517" y="102"/>
                </a:lnTo>
                <a:lnTo>
                  <a:pt x="521" y="102"/>
                </a:lnTo>
                <a:lnTo>
                  <a:pt x="531" y="97"/>
                </a:lnTo>
                <a:lnTo>
                  <a:pt x="524" y="104"/>
                </a:lnTo>
                <a:lnTo>
                  <a:pt x="528" y="113"/>
                </a:lnTo>
                <a:lnTo>
                  <a:pt x="537" y="106"/>
                </a:lnTo>
                <a:lnTo>
                  <a:pt x="540" y="114"/>
                </a:lnTo>
                <a:lnTo>
                  <a:pt x="545" y="113"/>
                </a:lnTo>
                <a:lnTo>
                  <a:pt x="555" y="112"/>
                </a:lnTo>
                <a:lnTo>
                  <a:pt x="562" y="102"/>
                </a:lnTo>
                <a:lnTo>
                  <a:pt x="567" y="84"/>
                </a:lnTo>
                <a:lnTo>
                  <a:pt x="577" y="81"/>
                </a:lnTo>
                <a:lnTo>
                  <a:pt x="577" y="73"/>
                </a:lnTo>
                <a:lnTo>
                  <a:pt x="570" y="56"/>
                </a:lnTo>
                <a:lnTo>
                  <a:pt x="562" y="56"/>
                </a:lnTo>
                <a:lnTo>
                  <a:pt x="554" y="81"/>
                </a:lnTo>
                <a:lnTo>
                  <a:pt x="549" y="69"/>
                </a:lnTo>
                <a:lnTo>
                  <a:pt x="546" y="53"/>
                </a:lnTo>
                <a:lnTo>
                  <a:pt x="528" y="62"/>
                </a:lnTo>
                <a:lnTo>
                  <a:pt x="505" y="68"/>
                </a:lnTo>
                <a:lnTo>
                  <a:pt x="509" y="56"/>
                </a:lnTo>
                <a:lnTo>
                  <a:pt x="519" y="50"/>
                </a:lnTo>
                <a:lnTo>
                  <a:pt x="545" y="37"/>
                </a:lnTo>
                <a:lnTo>
                  <a:pt x="538" y="25"/>
                </a:lnTo>
                <a:lnTo>
                  <a:pt x="555" y="34"/>
                </a:lnTo>
                <a:lnTo>
                  <a:pt x="548" y="23"/>
                </a:lnTo>
                <a:lnTo>
                  <a:pt x="565" y="37"/>
                </a:lnTo>
                <a:lnTo>
                  <a:pt x="551" y="10"/>
                </a:lnTo>
                <a:lnTo>
                  <a:pt x="540" y="0"/>
                </a:lnTo>
                <a:lnTo>
                  <a:pt x="334" y="44"/>
                </a:lnTo>
                <a:lnTo>
                  <a:pt x="166" y="68"/>
                </a:lnTo>
                <a:lnTo>
                  <a:pt x="162" y="88"/>
                </a:lnTo>
                <a:lnTo>
                  <a:pt x="155" y="96"/>
                </a:lnTo>
                <a:lnTo>
                  <a:pt x="141" y="119"/>
                </a:lnTo>
                <a:lnTo>
                  <a:pt x="132" y="115"/>
                </a:lnTo>
                <a:lnTo>
                  <a:pt x="122" y="124"/>
                </a:lnTo>
                <a:lnTo>
                  <a:pt x="115" y="135"/>
                </a:lnTo>
                <a:lnTo>
                  <a:pt x="104" y="126"/>
                </a:lnTo>
                <a:lnTo>
                  <a:pt x="90" y="143"/>
                </a:lnTo>
                <a:lnTo>
                  <a:pt x="87" y="154"/>
                </a:lnTo>
                <a:lnTo>
                  <a:pt x="22" y="195"/>
                </a:lnTo>
                <a:lnTo>
                  <a:pt x="18" y="212"/>
                </a:lnTo>
                <a:lnTo>
                  <a:pt x="0" y="220"/>
                </a:lnTo>
                <a:lnTo>
                  <a:pt x="0" y="220"/>
                </a:lnTo>
              </a:path>
            </a:pathLst>
          </a:custGeom>
          <a:solidFill>
            <a:srgbClr val="0060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15" name=""/>
          <p:cNvSpPr/>
          <p:nvPr/>
        </p:nvSpPr>
        <p:spPr>
          <a:xfrm>
            <a:off x="4809960" y="3213000"/>
            <a:ext cx="709920" cy="484200"/>
          </a:xfrm>
          <a:custGeom>
            <a:avLst/>
            <a:gdLst/>
            <a:ahLst/>
            <a:rect l="l" t="t" r="r" b="b"/>
            <a:pathLst>
              <a:path w="447" h="305">
                <a:moveTo>
                  <a:pt x="0" y="279"/>
                </a:moveTo>
                <a:lnTo>
                  <a:pt x="0" y="279"/>
                </a:lnTo>
                <a:lnTo>
                  <a:pt x="23" y="0"/>
                </a:lnTo>
                <a:lnTo>
                  <a:pt x="242" y="16"/>
                </a:lnTo>
                <a:lnTo>
                  <a:pt x="409" y="21"/>
                </a:lnTo>
                <a:lnTo>
                  <a:pt x="413" y="98"/>
                </a:lnTo>
                <a:lnTo>
                  <a:pt x="431" y="158"/>
                </a:lnTo>
                <a:lnTo>
                  <a:pt x="432" y="239"/>
                </a:lnTo>
                <a:lnTo>
                  <a:pt x="446" y="304"/>
                </a:lnTo>
                <a:lnTo>
                  <a:pt x="210" y="295"/>
                </a:lnTo>
                <a:lnTo>
                  <a:pt x="0" y="279"/>
                </a:lnTo>
                <a:lnTo>
                  <a:pt x="0" y="279"/>
                </a:lnTo>
              </a:path>
            </a:pathLst>
          </a:custGeom>
          <a:solidFill>
            <a:srgbClr val="e262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16" name=""/>
          <p:cNvSpPr/>
          <p:nvPr/>
        </p:nvSpPr>
        <p:spPr>
          <a:xfrm>
            <a:off x="6684840" y="4149720"/>
            <a:ext cx="451080" cy="554040"/>
          </a:xfrm>
          <a:custGeom>
            <a:avLst/>
            <a:gdLst/>
            <a:ahLst/>
            <a:rect l="l" t="t" r="r" b="b"/>
            <a:pathLst>
              <a:path w="284" h="349">
                <a:moveTo>
                  <a:pt x="0" y="64"/>
                </a:moveTo>
                <a:lnTo>
                  <a:pt x="0" y="64"/>
                </a:lnTo>
                <a:lnTo>
                  <a:pt x="24" y="303"/>
                </a:lnTo>
                <a:lnTo>
                  <a:pt x="45" y="303"/>
                </a:lnTo>
                <a:lnTo>
                  <a:pt x="59" y="306"/>
                </a:lnTo>
                <a:lnTo>
                  <a:pt x="65" y="324"/>
                </a:lnTo>
                <a:lnTo>
                  <a:pt x="87" y="327"/>
                </a:lnTo>
                <a:lnTo>
                  <a:pt x="103" y="336"/>
                </a:lnTo>
                <a:lnTo>
                  <a:pt x="132" y="333"/>
                </a:lnTo>
                <a:lnTo>
                  <a:pt x="147" y="324"/>
                </a:lnTo>
                <a:lnTo>
                  <a:pt x="179" y="348"/>
                </a:lnTo>
                <a:lnTo>
                  <a:pt x="200" y="327"/>
                </a:lnTo>
                <a:lnTo>
                  <a:pt x="204" y="289"/>
                </a:lnTo>
                <a:lnTo>
                  <a:pt x="218" y="298"/>
                </a:lnTo>
                <a:lnTo>
                  <a:pt x="224" y="264"/>
                </a:lnTo>
                <a:lnTo>
                  <a:pt x="259" y="236"/>
                </a:lnTo>
                <a:lnTo>
                  <a:pt x="271" y="220"/>
                </a:lnTo>
                <a:lnTo>
                  <a:pt x="280" y="144"/>
                </a:lnTo>
                <a:lnTo>
                  <a:pt x="275" y="128"/>
                </a:lnTo>
                <a:lnTo>
                  <a:pt x="283" y="120"/>
                </a:lnTo>
                <a:lnTo>
                  <a:pt x="265" y="0"/>
                </a:lnTo>
                <a:lnTo>
                  <a:pt x="237" y="15"/>
                </a:lnTo>
                <a:lnTo>
                  <a:pt x="218" y="27"/>
                </a:lnTo>
                <a:lnTo>
                  <a:pt x="209" y="40"/>
                </a:lnTo>
                <a:lnTo>
                  <a:pt x="192" y="56"/>
                </a:lnTo>
                <a:lnTo>
                  <a:pt x="176" y="58"/>
                </a:lnTo>
                <a:lnTo>
                  <a:pt x="157" y="69"/>
                </a:lnTo>
                <a:lnTo>
                  <a:pt x="148" y="73"/>
                </a:lnTo>
                <a:lnTo>
                  <a:pt x="137" y="66"/>
                </a:lnTo>
                <a:lnTo>
                  <a:pt x="121" y="73"/>
                </a:lnTo>
                <a:lnTo>
                  <a:pt x="118" y="70"/>
                </a:lnTo>
                <a:lnTo>
                  <a:pt x="133" y="61"/>
                </a:lnTo>
                <a:lnTo>
                  <a:pt x="132" y="61"/>
                </a:lnTo>
                <a:lnTo>
                  <a:pt x="125" y="58"/>
                </a:lnTo>
                <a:lnTo>
                  <a:pt x="119" y="64"/>
                </a:lnTo>
                <a:lnTo>
                  <a:pt x="93" y="51"/>
                </a:lnTo>
                <a:lnTo>
                  <a:pt x="83" y="56"/>
                </a:lnTo>
                <a:lnTo>
                  <a:pt x="85" y="49"/>
                </a:lnTo>
                <a:lnTo>
                  <a:pt x="0" y="64"/>
                </a:lnTo>
                <a:lnTo>
                  <a:pt x="0" y="64"/>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17" name=""/>
          <p:cNvSpPr/>
          <p:nvPr/>
        </p:nvSpPr>
        <p:spPr>
          <a:xfrm>
            <a:off x="4805280" y="4973760"/>
            <a:ext cx="927360" cy="528480"/>
          </a:xfrm>
          <a:custGeom>
            <a:avLst/>
            <a:gdLst/>
            <a:ahLst/>
            <a:rect l="l" t="t" r="r" b="b"/>
            <a:pathLst>
              <a:path w="584" h="333">
                <a:moveTo>
                  <a:pt x="0" y="49"/>
                </a:moveTo>
                <a:lnTo>
                  <a:pt x="0" y="49"/>
                </a:lnTo>
                <a:lnTo>
                  <a:pt x="5" y="0"/>
                </a:lnTo>
                <a:lnTo>
                  <a:pt x="70" y="6"/>
                </a:lnTo>
                <a:lnTo>
                  <a:pt x="355" y="20"/>
                </a:lnTo>
                <a:lnTo>
                  <a:pt x="567" y="20"/>
                </a:lnTo>
                <a:lnTo>
                  <a:pt x="569" y="68"/>
                </a:lnTo>
                <a:lnTo>
                  <a:pt x="583" y="171"/>
                </a:lnTo>
                <a:lnTo>
                  <a:pt x="582" y="332"/>
                </a:lnTo>
                <a:lnTo>
                  <a:pt x="561" y="325"/>
                </a:lnTo>
                <a:lnTo>
                  <a:pt x="535" y="303"/>
                </a:lnTo>
                <a:lnTo>
                  <a:pt x="523" y="310"/>
                </a:lnTo>
                <a:lnTo>
                  <a:pt x="486" y="312"/>
                </a:lnTo>
                <a:lnTo>
                  <a:pt x="449" y="326"/>
                </a:lnTo>
                <a:lnTo>
                  <a:pt x="434" y="312"/>
                </a:lnTo>
                <a:lnTo>
                  <a:pt x="413" y="315"/>
                </a:lnTo>
                <a:lnTo>
                  <a:pt x="411" y="303"/>
                </a:lnTo>
                <a:lnTo>
                  <a:pt x="397" y="313"/>
                </a:lnTo>
                <a:lnTo>
                  <a:pt x="395" y="327"/>
                </a:lnTo>
                <a:lnTo>
                  <a:pt x="389" y="310"/>
                </a:lnTo>
                <a:lnTo>
                  <a:pt x="376" y="318"/>
                </a:lnTo>
                <a:lnTo>
                  <a:pt x="355" y="301"/>
                </a:lnTo>
                <a:lnTo>
                  <a:pt x="344" y="313"/>
                </a:lnTo>
                <a:lnTo>
                  <a:pt x="336" y="306"/>
                </a:lnTo>
                <a:lnTo>
                  <a:pt x="326" y="284"/>
                </a:lnTo>
                <a:lnTo>
                  <a:pt x="309" y="283"/>
                </a:lnTo>
                <a:lnTo>
                  <a:pt x="305" y="290"/>
                </a:lnTo>
                <a:lnTo>
                  <a:pt x="292" y="282"/>
                </a:lnTo>
                <a:lnTo>
                  <a:pt x="283" y="284"/>
                </a:lnTo>
                <a:lnTo>
                  <a:pt x="268" y="278"/>
                </a:lnTo>
                <a:lnTo>
                  <a:pt x="251" y="275"/>
                </a:lnTo>
                <a:lnTo>
                  <a:pt x="251" y="263"/>
                </a:lnTo>
                <a:lnTo>
                  <a:pt x="241" y="254"/>
                </a:lnTo>
                <a:lnTo>
                  <a:pt x="238" y="260"/>
                </a:lnTo>
                <a:lnTo>
                  <a:pt x="217" y="258"/>
                </a:lnTo>
                <a:lnTo>
                  <a:pt x="198" y="240"/>
                </a:lnTo>
                <a:lnTo>
                  <a:pt x="205" y="62"/>
                </a:lnTo>
                <a:lnTo>
                  <a:pt x="0" y="49"/>
                </a:lnTo>
                <a:lnTo>
                  <a:pt x="0" y="49"/>
                </a:lnTo>
              </a:path>
            </a:pathLst>
          </a:custGeom>
          <a:solidFill>
            <a:srgbClr val="82004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18" name=""/>
          <p:cNvSpPr/>
          <p:nvPr/>
        </p:nvSpPr>
        <p:spPr>
          <a:xfrm>
            <a:off x="2790720" y="3219480"/>
            <a:ext cx="857520" cy="789120"/>
          </a:xfrm>
          <a:custGeom>
            <a:avLst/>
            <a:gdLst/>
            <a:ahLst/>
            <a:rect l="l" t="t" r="r" b="b"/>
            <a:pathLst>
              <a:path w="540" h="497">
                <a:moveTo>
                  <a:pt x="0" y="372"/>
                </a:moveTo>
                <a:lnTo>
                  <a:pt x="0" y="372"/>
                </a:lnTo>
                <a:lnTo>
                  <a:pt x="8" y="282"/>
                </a:lnTo>
                <a:lnTo>
                  <a:pt x="50" y="208"/>
                </a:lnTo>
                <a:lnTo>
                  <a:pt x="117" y="0"/>
                </a:lnTo>
                <a:lnTo>
                  <a:pt x="151" y="12"/>
                </a:lnTo>
                <a:lnTo>
                  <a:pt x="152" y="21"/>
                </a:lnTo>
                <a:lnTo>
                  <a:pt x="160" y="21"/>
                </a:lnTo>
                <a:lnTo>
                  <a:pt x="178" y="57"/>
                </a:lnTo>
                <a:lnTo>
                  <a:pt x="175" y="69"/>
                </a:lnTo>
                <a:lnTo>
                  <a:pt x="200" y="93"/>
                </a:lnTo>
                <a:lnTo>
                  <a:pt x="246" y="91"/>
                </a:lnTo>
                <a:lnTo>
                  <a:pt x="281" y="107"/>
                </a:lnTo>
                <a:lnTo>
                  <a:pt x="297" y="105"/>
                </a:lnTo>
                <a:lnTo>
                  <a:pt x="400" y="107"/>
                </a:lnTo>
                <a:lnTo>
                  <a:pt x="517" y="137"/>
                </a:lnTo>
                <a:lnTo>
                  <a:pt x="524" y="154"/>
                </a:lnTo>
                <a:lnTo>
                  <a:pt x="539" y="178"/>
                </a:lnTo>
                <a:lnTo>
                  <a:pt x="519" y="208"/>
                </a:lnTo>
                <a:lnTo>
                  <a:pt x="498" y="244"/>
                </a:lnTo>
                <a:lnTo>
                  <a:pt x="474" y="268"/>
                </a:lnTo>
                <a:lnTo>
                  <a:pt x="470" y="288"/>
                </a:lnTo>
                <a:lnTo>
                  <a:pt x="483" y="306"/>
                </a:lnTo>
                <a:lnTo>
                  <a:pt x="468" y="346"/>
                </a:lnTo>
                <a:lnTo>
                  <a:pt x="436" y="496"/>
                </a:lnTo>
                <a:lnTo>
                  <a:pt x="253" y="447"/>
                </a:lnTo>
                <a:lnTo>
                  <a:pt x="0" y="372"/>
                </a:lnTo>
                <a:lnTo>
                  <a:pt x="0" y="372"/>
                </a:lnTo>
              </a:path>
            </a:pathLst>
          </a:custGeom>
          <a:solidFill>
            <a:srgbClr val="a1009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19" name=""/>
          <p:cNvSpPr/>
          <p:nvPr/>
        </p:nvSpPr>
        <p:spPr>
          <a:xfrm>
            <a:off x="7105680" y="4041720"/>
            <a:ext cx="625320" cy="436680"/>
          </a:xfrm>
          <a:custGeom>
            <a:avLst/>
            <a:gdLst/>
            <a:ahLst/>
            <a:rect l="l" t="t" r="r" b="b"/>
            <a:pathLst>
              <a:path w="394" h="275">
                <a:moveTo>
                  <a:pt x="0" y="68"/>
                </a:moveTo>
                <a:lnTo>
                  <a:pt x="0" y="68"/>
                </a:lnTo>
                <a:lnTo>
                  <a:pt x="18" y="188"/>
                </a:lnTo>
                <a:lnTo>
                  <a:pt x="31" y="274"/>
                </a:lnTo>
                <a:lnTo>
                  <a:pt x="97" y="261"/>
                </a:lnTo>
                <a:lnTo>
                  <a:pt x="332" y="214"/>
                </a:lnTo>
                <a:lnTo>
                  <a:pt x="342" y="200"/>
                </a:lnTo>
                <a:lnTo>
                  <a:pt x="354" y="200"/>
                </a:lnTo>
                <a:lnTo>
                  <a:pt x="371" y="189"/>
                </a:lnTo>
                <a:lnTo>
                  <a:pt x="378" y="170"/>
                </a:lnTo>
                <a:lnTo>
                  <a:pt x="393" y="158"/>
                </a:lnTo>
                <a:lnTo>
                  <a:pt x="354" y="124"/>
                </a:lnTo>
                <a:lnTo>
                  <a:pt x="351" y="91"/>
                </a:lnTo>
                <a:lnTo>
                  <a:pt x="371" y="49"/>
                </a:lnTo>
                <a:lnTo>
                  <a:pt x="345" y="33"/>
                </a:lnTo>
                <a:lnTo>
                  <a:pt x="334" y="10"/>
                </a:lnTo>
                <a:lnTo>
                  <a:pt x="318" y="0"/>
                </a:lnTo>
                <a:lnTo>
                  <a:pt x="57" y="53"/>
                </a:lnTo>
                <a:lnTo>
                  <a:pt x="42" y="33"/>
                </a:lnTo>
                <a:lnTo>
                  <a:pt x="0" y="68"/>
                </a:lnTo>
                <a:lnTo>
                  <a:pt x="0" y="68"/>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20" name=""/>
          <p:cNvSpPr/>
          <p:nvPr/>
        </p:nvSpPr>
        <p:spPr>
          <a:xfrm>
            <a:off x="7958160" y="3940200"/>
            <a:ext cx="85680" cy="114120"/>
          </a:xfrm>
          <a:custGeom>
            <a:avLst/>
            <a:gdLst/>
            <a:ahLst/>
            <a:rect l="l" t="t" r="r" b="b"/>
            <a:pathLst>
              <a:path w="54" h="72">
                <a:moveTo>
                  <a:pt x="0" y="8"/>
                </a:moveTo>
                <a:lnTo>
                  <a:pt x="0" y="8"/>
                </a:lnTo>
                <a:lnTo>
                  <a:pt x="12" y="71"/>
                </a:lnTo>
                <a:lnTo>
                  <a:pt x="15" y="71"/>
                </a:lnTo>
                <a:lnTo>
                  <a:pt x="35" y="57"/>
                </a:lnTo>
                <a:lnTo>
                  <a:pt x="31" y="41"/>
                </a:lnTo>
                <a:lnTo>
                  <a:pt x="35" y="32"/>
                </a:lnTo>
                <a:lnTo>
                  <a:pt x="39" y="39"/>
                </a:lnTo>
                <a:lnTo>
                  <a:pt x="42" y="52"/>
                </a:lnTo>
                <a:lnTo>
                  <a:pt x="48" y="51"/>
                </a:lnTo>
                <a:lnTo>
                  <a:pt x="53" y="39"/>
                </a:lnTo>
                <a:lnTo>
                  <a:pt x="48" y="23"/>
                </a:lnTo>
                <a:lnTo>
                  <a:pt x="35" y="21"/>
                </a:lnTo>
                <a:lnTo>
                  <a:pt x="26" y="1"/>
                </a:lnTo>
                <a:lnTo>
                  <a:pt x="19" y="0"/>
                </a:lnTo>
                <a:lnTo>
                  <a:pt x="0" y="8"/>
                </a:lnTo>
                <a:lnTo>
                  <a:pt x="0" y="8"/>
                </a:lnTo>
              </a:path>
            </a:pathLst>
          </a:custGeom>
          <a:solidFill>
            <a:srgbClr val="c0007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21" name=""/>
          <p:cNvSpPr/>
          <p:nvPr/>
        </p:nvSpPr>
        <p:spPr>
          <a:xfrm>
            <a:off x="6948360" y="5151600"/>
            <a:ext cx="546120" cy="449280"/>
          </a:xfrm>
          <a:custGeom>
            <a:avLst/>
            <a:gdLst/>
            <a:ahLst/>
            <a:rect l="l" t="t" r="r" b="b"/>
            <a:pathLst>
              <a:path w="344" h="283">
                <a:moveTo>
                  <a:pt x="0" y="66"/>
                </a:moveTo>
                <a:lnTo>
                  <a:pt x="0" y="66"/>
                </a:lnTo>
                <a:lnTo>
                  <a:pt x="15" y="37"/>
                </a:lnTo>
                <a:lnTo>
                  <a:pt x="64" y="9"/>
                </a:lnTo>
                <a:lnTo>
                  <a:pt x="157" y="0"/>
                </a:lnTo>
                <a:lnTo>
                  <a:pt x="194" y="26"/>
                </a:lnTo>
                <a:lnTo>
                  <a:pt x="255" y="15"/>
                </a:lnTo>
                <a:lnTo>
                  <a:pt x="343" y="87"/>
                </a:lnTo>
                <a:lnTo>
                  <a:pt x="318" y="119"/>
                </a:lnTo>
                <a:lnTo>
                  <a:pt x="304" y="142"/>
                </a:lnTo>
                <a:lnTo>
                  <a:pt x="305" y="164"/>
                </a:lnTo>
                <a:lnTo>
                  <a:pt x="282" y="185"/>
                </a:lnTo>
                <a:lnTo>
                  <a:pt x="262" y="216"/>
                </a:lnTo>
                <a:lnTo>
                  <a:pt x="239" y="233"/>
                </a:lnTo>
                <a:lnTo>
                  <a:pt x="225" y="235"/>
                </a:lnTo>
                <a:lnTo>
                  <a:pt x="221" y="255"/>
                </a:lnTo>
                <a:lnTo>
                  <a:pt x="205" y="246"/>
                </a:lnTo>
                <a:lnTo>
                  <a:pt x="221" y="263"/>
                </a:lnTo>
                <a:lnTo>
                  <a:pt x="207" y="282"/>
                </a:lnTo>
                <a:lnTo>
                  <a:pt x="194" y="280"/>
                </a:lnTo>
                <a:lnTo>
                  <a:pt x="185" y="270"/>
                </a:lnTo>
                <a:lnTo>
                  <a:pt x="170" y="240"/>
                </a:lnTo>
                <a:lnTo>
                  <a:pt x="163" y="237"/>
                </a:lnTo>
                <a:lnTo>
                  <a:pt x="145" y="200"/>
                </a:lnTo>
                <a:lnTo>
                  <a:pt x="124" y="184"/>
                </a:lnTo>
                <a:lnTo>
                  <a:pt x="107" y="157"/>
                </a:lnTo>
                <a:lnTo>
                  <a:pt x="66" y="125"/>
                </a:lnTo>
                <a:lnTo>
                  <a:pt x="46" y="95"/>
                </a:lnTo>
                <a:lnTo>
                  <a:pt x="0" y="66"/>
                </a:lnTo>
                <a:lnTo>
                  <a:pt x="0" y="66"/>
                </a:lnTo>
              </a:path>
            </a:pathLst>
          </a:custGeom>
          <a:solidFill>
            <a:srgbClr val="0060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22" name=""/>
          <p:cNvSpPr/>
          <p:nvPr/>
        </p:nvSpPr>
        <p:spPr>
          <a:xfrm>
            <a:off x="4773600" y="3656160"/>
            <a:ext cx="754200" cy="549000"/>
          </a:xfrm>
          <a:custGeom>
            <a:avLst/>
            <a:gdLst/>
            <a:ahLst/>
            <a:rect l="l" t="t" r="r" b="b"/>
            <a:pathLst>
              <a:path w="475" h="346">
                <a:moveTo>
                  <a:pt x="0" y="272"/>
                </a:moveTo>
                <a:lnTo>
                  <a:pt x="0" y="272"/>
                </a:lnTo>
                <a:lnTo>
                  <a:pt x="16" y="84"/>
                </a:lnTo>
                <a:lnTo>
                  <a:pt x="23" y="0"/>
                </a:lnTo>
                <a:lnTo>
                  <a:pt x="233" y="16"/>
                </a:lnTo>
                <a:lnTo>
                  <a:pt x="469" y="25"/>
                </a:lnTo>
                <a:lnTo>
                  <a:pt x="451" y="56"/>
                </a:lnTo>
                <a:lnTo>
                  <a:pt x="474" y="82"/>
                </a:lnTo>
                <a:lnTo>
                  <a:pt x="473" y="250"/>
                </a:lnTo>
                <a:lnTo>
                  <a:pt x="464" y="250"/>
                </a:lnTo>
                <a:lnTo>
                  <a:pt x="464" y="274"/>
                </a:lnTo>
                <a:lnTo>
                  <a:pt x="472" y="290"/>
                </a:lnTo>
                <a:lnTo>
                  <a:pt x="468" y="304"/>
                </a:lnTo>
                <a:lnTo>
                  <a:pt x="472" y="345"/>
                </a:lnTo>
                <a:lnTo>
                  <a:pt x="461" y="342"/>
                </a:lnTo>
                <a:lnTo>
                  <a:pt x="450" y="326"/>
                </a:lnTo>
                <a:lnTo>
                  <a:pt x="427" y="314"/>
                </a:lnTo>
                <a:lnTo>
                  <a:pt x="407" y="309"/>
                </a:lnTo>
                <a:lnTo>
                  <a:pt x="365" y="311"/>
                </a:lnTo>
                <a:lnTo>
                  <a:pt x="343" y="292"/>
                </a:lnTo>
                <a:lnTo>
                  <a:pt x="0" y="272"/>
                </a:lnTo>
                <a:lnTo>
                  <a:pt x="0" y="27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23" name=""/>
          <p:cNvSpPr/>
          <p:nvPr/>
        </p:nvSpPr>
        <p:spPr>
          <a:xfrm>
            <a:off x="6188040" y="4951440"/>
            <a:ext cx="916200" cy="338040"/>
          </a:xfrm>
          <a:custGeom>
            <a:avLst/>
            <a:gdLst/>
            <a:ahLst/>
            <a:rect l="l" t="t" r="r" b="b"/>
            <a:pathLst>
              <a:path w="577" h="213">
                <a:moveTo>
                  <a:pt x="0" y="212"/>
                </a:moveTo>
                <a:lnTo>
                  <a:pt x="0" y="212"/>
                </a:lnTo>
                <a:lnTo>
                  <a:pt x="10" y="173"/>
                </a:lnTo>
                <a:lnTo>
                  <a:pt x="7" y="172"/>
                </a:lnTo>
                <a:lnTo>
                  <a:pt x="23" y="156"/>
                </a:lnTo>
                <a:lnTo>
                  <a:pt x="38" y="125"/>
                </a:lnTo>
                <a:lnTo>
                  <a:pt x="35" y="115"/>
                </a:lnTo>
                <a:lnTo>
                  <a:pt x="40" y="99"/>
                </a:lnTo>
                <a:lnTo>
                  <a:pt x="43" y="82"/>
                </a:lnTo>
                <a:lnTo>
                  <a:pt x="54" y="69"/>
                </a:lnTo>
                <a:lnTo>
                  <a:pt x="143" y="62"/>
                </a:lnTo>
                <a:lnTo>
                  <a:pt x="143" y="45"/>
                </a:lnTo>
                <a:lnTo>
                  <a:pt x="170" y="46"/>
                </a:lnTo>
                <a:lnTo>
                  <a:pt x="441" y="20"/>
                </a:lnTo>
                <a:lnTo>
                  <a:pt x="576" y="0"/>
                </a:lnTo>
                <a:lnTo>
                  <a:pt x="572" y="20"/>
                </a:lnTo>
                <a:lnTo>
                  <a:pt x="565" y="28"/>
                </a:lnTo>
                <a:lnTo>
                  <a:pt x="551" y="51"/>
                </a:lnTo>
                <a:lnTo>
                  <a:pt x="542" y="47"/>
                </a:lnTo>
                <a:lnTo>
                  <a:pt x="532" y="56"/>
                </a:lnTo>
                <a:lnTo>
                  <a:pt x="525" y="67"/>
                </a:lnTo>
                <a:lnTo>
                  <a:pt x="514" y="58"/>
                </a:lnTo>
                <a:lnTo>
                  <a:pt x="500" y="75"/>
                </a:lnTo>
                <a:lnTo>
                  <a:pt x="497" y="86"/>
                </a:lnTo>
                <a:lnTo>
                  <a:pt x="432" y="127"/>
                </a:lnTo>
                <a:lnTo>
                  <a:pt x="428" y="144"/>
                </a:lnTo>
                <a:lnTo>
                  <a:pt x="410" y="152"/>
                </a:lnTo>
                <a:lnTo>
                  <a:pt x="410" y="172"/>
                </a:lnTo>
                <a:lnTo>
                  <a:pt x="322" y="186"/>
                </a:lnTo>
                <a:lnTo>
                  <a:pt x="144" y="201"/>
                </a:lnTo>
                <a:lnTo>
                  <a:pt x="0" y="212"/>
                </a:lnTo>
                <a:lnTo>
                  <a:pt x="0" y="212"/>
                </a:lnTo>
              </a:path>
            </a:pathLst>
          </a:custGeom>
          <a:solidFill>
            <a:srgbClr val="00c1c2"/>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24" name=""/>
          <p:cNvSpPr/>
          <p:nvPr/>
        </p:nvSpPr>
        <p:spPr>
          <a:xfrm>
            <a:off x="4344840" y="5051520"/>
            <a:ext cx="1498680" cy="1574640"/>
          </a:xfrm>
          <a:custGeom>
            <a:avLst/>
            <a:gdLst/>
            <a:ahLst/>
            <a:rect l="l" t="t" r="r" b="b"/>
            <a:pathLst>
              <a:path w="944" h="992">
                <a:moveTo>
                  <a:pt x="6" y="408"/>
                </a:moveTo>
                <a:lnTo>
                  <a:pt x="6" y="408"/>
                </a:lnTo>
                <a:lnTo>
                  <a:pt x="0" y="388"/>
                </a:lnTo>
                <a:lnTo>
                  <a:pt x="19" y="390"/>
                </a:lnTo>
                <a:lnTo>
                  <a:pt x="255" y="415"/>
                </a:lnTo>
                <a:lnTo>
                  <a:pt x="290" y="0"/>
                </a:lnTo>
                <a:lnTo>
                  <a:pt x="495" y="13"/>
                </a:lnTo>
                <a:lnTo>
                  <a:pt x="488" y="191"/>
                </a:lnTo>
                <a:lnTo>
                  <a:pt x="507" y="209"/>
                </a:lnTo>
                <a:lnTo>
                  <a:pt x="528" y="211"/>
                </a:lnTo>
                <a:lnTo>
                  <a:pt x="531" y="205"/>
                </a:lnTo>
                <a:lnTo>
                  <a:pt x="541" y="214"/>
                </a:lnTo>
                <a:lnTo>
                  <a:pt x="541" y="226"/>
                </a:lnTo>
                <a:lnTo>
                  <a:pt x="558" y="229"/>
                </a:lnTo>
                <a:lnTo>
                  <a:pt x="573" y="235"/>
                </a:lnTo>
                <a:lnTo>
                  <a:pt x="582" y="233"/>
                </a:lnTo>
                <a:lnTo>
                  <a:pt x="595" y="241"/>
                </a:lnTo>
                <a:lnTo>
                  <a:pt x="599" y="234"/>
                </a:lnTo>
                <a:lnTo>
                  <a:pt x="616" y="235"/>
                </a:lnTo>
                <a:lnTo>
                  <a:pt x="626" y="257"/>
                </a:lnTo>
                <a:lnTo>
                  <a:pt x="634" y="264"/>
                </a:lnTo>
                <a:lnTo>
                  <a:pt x="645" y="252"/>
                </a:lnTo>
                <a:lnTo>
                  <a:pt x="666" y="269"/>
                </a:lnTo>
                <a:lnTo>
                  <a:pt x="679" y="261"/>
                </a:lnTo>
                <a:lnTo>
                  <a:pt x="685" y="278"/>
                </a:lnTo>
                <a:lnTo>
                  <a:pt x="687" y="264"/>
                </a:lnTo>
                <a:lnTo>
                  <a:pt x="701" y="254"/>
                </a:lnTo>
                <a:lnTo>
                  <a:pt x="703" y="266"/>
                </a:lnTo>
                <a:lnTo>
                  <a:pt x="724" y="263"/>
                </a:lnTo>
                <a:lnTo>
                  <a:pt x="739" y="277"/>
                </a:lnTo>
                <a:lnTo>
                  <a:pt x="776" y="263"/>
                </a:lnTo>
                <a:lnTo>
                  <a:pt x="813" y="261"/>
                </a:lnTo>
                <a:lnTo>
                  <a:pt x="825" y="254"/>
                </a:lnTo>
                <a:lnTo>
                  <a:pt x="851" y="276"/>
                </a:lnTo>
                <a:lnTo>
                  <a:pt x="872" y="283"/>
                </a:lnTo>
                <a:lnTo>
                  <a:pt x="877" y="291"/>
                </a:lnTo>
                <a:lnTo>
                  <a:pt x="902" y="291"/>
                </a:lnTo>
                <a:lnTo>
                  <a:pt x="902" y="340"/>
                </a:lnTo>
                <a:lnTo>
                  <a:pt x="906" y="437"/>
                </a:lnTo>
                <a:lnTo>
                  <a:pt x="918" y="450"/>
                </a:lnTo>
                <a:lnTo>
                  <a:pt x="922" y="474"/>
                </a:lnTo>
                <a:lnTo>
                  <a:pt x="943" y="509"/>
                </a:lnTo>
                <a:lnTo>
                  <a:pt x="941" y="538"/>
                </a:lnTo>
                <a:lnTo>
                  <a:pt x="929" y="567"/>
                </a:lnTo>
                <a:lnTo>
                  <a:pt x="929" y="581"/>
                </a:lnTo>
                <a:lnTo>
                  <a:pt x="934" y="597"/>
                </a:lnTo>
                <a:lnTo>
                  <a:pt x="932" y="613"/>
                </a:lnTo>
                <a:lnTo>
                  <a:pt x="925" y="623"/>
                </a:lnTo>
                <a:lnTo>
                  <a:pt x="918" y="636"/>
                </a:lnTo>
                <a:lnTo>
                  <a:pt x="922" y="645"/>
                </a:lnTo>
                <a:lnTo>
                  <a:pt x="883" y="657"/>
                </a:lnTo>
                <a:lnTo>
                  <a:pt x="854" y="677"/>
                </a:lnTo>
                <a:lnTo>
                  <a:pt x="872" y="662"/>
                </a:lnTo>
                <a:lnTo>
                  <a:pt x="851" y="662"/>
                </a:lnTo>
                <a:lnTo>
                  <a:pt x="857" y="635"/>
                </a:lnTo>
                <a:lnTo>
                  <a:pt x="843" y="650"/>
                </a:lnTo>
                <a:lnTo>
                  <a:pt x="835" y="646"/>
                </a:lnTo>
                <a:lnTo>
                  <a:pt x="835" y="663"/>
                </a:lnTo>
                <a:lnTo>
                  <a:pt x="843" y="665"/>
                </a:lnTo>
                <a:lnTo>
                  <a:pt x="843" y="680"/>
                </a:lnTo>
                <a:lnTo>
                  <a:pt x="832" y="691"/>
                </a:lnTo>
                <a:lnTo>
                  <a:pt x="825" y="691"/>
                </a:lnTo>
                <a:lnTo>
                  <a:pt x="822" y="708"/>
                </a:lnTo>
                <a:lnTo>
                  <a:pt x="734" y="766"/>
                </a:lnTo>
                <a:lnTo>
                  <a:pt x="737" y="762"/>
                </a:lnTo>
                <a:lnTo>
                  <a:pt x="776" y="733"/>
                </a:lnTo>
                <a:lnTo>
                  <a:pt x="746" y="750"/>
                </a:lnTo>
                <a:lnTo>
                  <a:pt x="748" y="734"/>
                </a:lnTo>
                <a:lnTo>
                  <a:pt x="740" y="744"/>
                </a:lnTo>
                <a:lnTo>
                  <a:pt x="730" y="738"/>
                </a:lnTo>
                <a:lnTo>
                  <a:pt x="726" y="750"/>
                </a:lnTo>
                <a:lnTo>
                  <a:pt x="713" y="738"/>
                </a:lnTo>
                <a:lnTo>
                  <a:pt x="714" y="749"/>
                </a:lnTo>
                <a:lnTo>
                  <a:pt x="730" y="762"/>
                </a:lnTo>
                <a:lnTo>
                  <a:pt x="711" y="773"/>
                </a:lnTo>
                <a:lnTo>
                  <a:pt x="702" y="759"/>
                </a:lnTo>
                <a:lnTo>
                  <a:pt x="697" y="797"/>
                </a:lnTo>
                <a:lnTo>
                  <a:pt x="688" y="782"/>
                </a:lnTo>
                <a:lnTo>
                  <a:pt x="671" y="787"/>
                </a:lnTo>
                <a:lnTo>
                  <a:pt x="667" y="797"/>
                </a:lnTo>
                <a:lnTo>
                  <a:pt x="676" y="813"/>
                </a:lnTo>
                <a:lnTo>
                  <a:pt x="645" y="816"/>
                </a:lnTo>
                <a:lnTo>
                  <a:pt x="656" y="819"/>
                </a:lnTo>
                <a:lnTo>
                  <a:pt x="657" y="837"/>
                </a:lnTo>
                <a:lnTo>
                  <a:pt x="663" y="833"/>
                </a:lnTo>
                <a:lnTo>
                  <a:pt x="660" y="843"/>
                </a:lnTo>
                <a:lnTo>
                  <a:pt x="646" y="868"/>
                </a:lnTo>
                <a:lnTo>
                  <a:pt x="647" y="857"/>
                </a:lnTo>
                <a:lnTo>
                  <a:pt x="637" y="866"/>
                </a:lnTo>
                <a:lnTo>
                  <a:pt x="626" y="852"/>
                </a:lnTo>
                <a:lnTo>
                  <a:pt x="628" y="869"/>
                </a:lnTo>
                <a:lnTo>
                  <a:pt x="651" y="871"/>
                </a:lnTo>
                <a:lnTo>
                  <a:pt x="641" y="898"/>
                </a:lnTo>
                <a:lnTo>
                  <a:pt x="651" y="948"/>
                </a:lnTo>
                <a:lnTo>
                  <a:pt x="671" y="991"/>
                </a:lnTo>
                <a:lnTo>
                  <a:pt x="645" y="991"/>
                </a:lnTo>
                <a:lnTo>
                  <a:pt x="617" y="981"/>
                </a:lnTo>
                <a:lnTo>
                  <a:pt x="594" y="981"/>
                </a:lnTo>
                <a:lnTo>
                  <a:pt x="562" y="960"/>
                </a:lnTo>
                <a:lnTo>
                  <a:pt x="524" y="945"/>
                </a:lnTo>
                <a:lnTo>
                  <a:pt x="518" y="928"/>
                </a:lnTo>
                <a:lnTo>
                  <a:pt x="510" y="905"/>
                </a:lnTo>
                <a:lnTo>
                  <a:pt x="497" y="887"/>
                </a:lnTo>
                <a:lnTo>
                  <a:pt x="498" y="868"/>
                </a:lnTo>
                <a:lnTo>
                  <a:pt x="494" y="862"/>
                </a:lnTo>
                <a:lnTo>
                  <a:pt x="494" y="837"/>
                </a:lnTo>
                <a:lnTo>
                  <a:pt x="473" y="817"/>
                </a:lnTo>
                <a:lnTo>
                  <a:pt x="447" y="779"/>
                </a:lnTo>
                <a:lnTo>
                  <a:pt x="406" y="680"/>
                </a:lnTo>
                <a:lnTo>
                  <a:pt x="375" y="654"/>
                </a:lnTo>
                <a:lnTo>
                  <a:pt x="365" y="630"/>
                </a:lnTo>
                <a:lnTo>
                  <a:pt x="338" y="627"/>
                </a:lnTo>
                <a:lnTo>
                  <a:pt x="316" y="623"/>
                </a:lnTo>
                <a:lnTo>
                  <a:pt x="296" y="613"/>
                </a:lnTo>
                <a:lnTo>
                  <a:pt x="290" y="623"/>
                </a:lnTo>
                <a:lnTo>
                  <a:pt x="270" y="623"/>
                </a:lnTo>
                <a:lnTo>
                  <a:pt x="252" y="671"/>
                </a:lnTo>
                <a:lnTo>
                  <a:pt x="231" y="690"/>
                </a:lnTo>
                <a:lnTo>
                  <a:pt x="219" y="690"/>
                </a:lnTo>
                <a:lnTo>
                  <a:pt x="183" y="660"/>
                </a:lnTo>
                <a:lnTo>
                  <a:pt x="168" y="656"/>
                </a:lnTo>
                <a:lnTo>
                  <a:pt x="133" y="621"/>
                </a:lnTo>
                <a:lnTo>
                  <a:pt x="124" y="595"/>
                </a:lnTo>
                <a:lnTo>
                  <a:pt x="124" y="567"/>
                </a:lnTo>
                <a:lnTo>
                  <a:pt x="108" y="526"/>
                </a:lnTo>
                <a:lnTo>
                  <a:pt x="80" y="503"/>
                </a:lnTo>
                <a:lnTo>
                  <a:pt x="40" y="448"/>
                </a:lnTo>
                <a:lnTo>
                  <a:pt x="26" y="440"/>
                </a:lnTo>
                <a:lnTo>
                  <a:pt x="17" y="412"/>
                </a:lnTo>
                <a:lnTo>
                  <a:pt x="6" y="408"/>
                </a:lnTo>
                <a:lnTo>
                  <a:pt x="6" y="408"/>
                </a:lnTo>
              </a:path>
            </a:pathLst>
          </a:custGeom>
          <a:solidFill>
            <a:srgbClr val="82004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25" name=""/>
          <p:cNvSpPr/>
          <p:nvPr/>
        </p:nvSpPr>
        <p:spPr>
          <a:xfrm>
            <a:off x="3641760" y="4079880"/>
            <a:ext cx="606240" cy="819000"/>
          </a:xfrm>
          <a:custGeom>
            <a:avLst/>
            <a:gdLst/>
            <a:ahLst/>
            <a:rect l="l" t="t" r="r" b="b"/>
            <a:pathLst>
              <a:path w="382" h="516">
                <a:moveTo>
                  <a:pt x="0" y="454"/>
                </a:moveTo>
                <a:lnTo>
                  <a:pt x="0" y="454"/>
                </a:lnTo>
                <a:lnTo>
                  <a:pt x="82" y="0"/>
                </a:lnTo>
                <a:lnTo>
                  <a:pt x="269" y="34"/>
                </a:lnTo>
                <a:lnTo>
                  <a:pt x="254" y="127"/>
                </a:lnTo>
                <a:lnTo>
                  <a:pt x="381" y="148"/>
                </a:lnTo>
                <a:lnTo>
                  <a:pt x="333" y="515"/>
                </a:lnTo>
                <a:lnTo>
                  <a:pt x="0" y="454"/>
                </a:lnTo>
                <a:lnTo>
                  <a:pt x="0" y="454"/>
                </a:lnTo>
              </a:path>
            </a:pathLst>
          </a:custGeom>
          <a:solidFill>
            <a:srgbClr val="a1009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26" name=""/>
          <p:cNvSpPr/>
          <p:nvPr/>
        </p:nvSpPr>
        <p:spPr>
          <a:xfrm>
            <a:off x="7711920" y="3517920"/>
            <a:ext cx="176400" cy="369720"/>
          </a:xfrm>
          <a:custGeom>
            <a:avLst/>
            <a:gdLst/>
            <a:ahLst/>
            <a:rect l="l" t="t" r="r" b="b"/>
            <a:pathLst>
              <a:path w="111" h="233">
                <a:moveTo>
                  <a:pt x="0" y="29"/>
                </a:moveTo>
                <a:lnTo>
                  <a:pt x="0" y="29"/>
                </a:lnTo>
                <a:lnTo>
                  <a:pt x="17" y="95"/>
                </a:lnTo>
                <a:lnTo>
                  <a:pt x="22" y="138"/>
                </a:lnTo>
                <a:lnTo>
                  <a:pt x="39" y="181"/>
                </a:lnTo>
                <a:lnTo>
                  <a:pt x="50" y="232"/>
                </a:lnTo>
                <a:lnTo>
                  <a:pt x="99" y="220"/>
                </a:lnTo>
                <a:lnTo>
                  <a:pt x="90" y="140"/>
                </a:lnTo>
                <a:lnTo>
                  <a:pt x="94" y="86"/>
                </a:lnTo>
                <a:lnTo>
                  <a:pt x="108" y="58"/>
                </a:lnTo>
                <a:lnTo>
                  <a:pt x="110" y="0"/>
                </a:lnTo>
                <a:lnTo>
                  <a:pt x="0" y="29"/>
                </a:lnTo>
                <a:lnTo>
                  <a:pt x="0" y="29"/>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1527" name=""/>
          <p:cNvGrpSpPr/>
          <p:nvPr/>
        </p:nvGrpSpPr>
        <p:grpSpPr>
          <a:xfrm>
            <a:off x="6888240" y="4475160"/>
            <a:ext cx="839880" cy="509760"/>
            <a:chOff x="6888240" y="4475160"/>
            <a:chExt cx="839880" cy="509760"/>
          </a:xfrm>
        </p:grpSpPr>
        <p:sp>
          <p:nvSpPr>
            <p:cNvPr id="1528" name=""/>
            <p:cNvSpPr/>
            <p:nvPr/>
          </p:nvSpPr>
          <p:spPr>
            <a:xfrm>
              <a:off x="6888240" y="4475160"/>
              <a:ext cx="828720" cy="509760"/>
            </a:xfrm>
            <a:custGeom>
              <a:avLst/>
              <a:gdLst/>
              <a:ahLst/>
              <a:rect l="l" t="t" r="r" b="b"/>
              <a:pathLst>
                <a:path w="522" h="321">
                  <a:moveTo>
                    <a:pt x="0" y="320"/>
                  </a:moveTo>
                  <a:lnTo>
                    <a:pt x="0" y="320"/>
                  </a:lnTo>
                  <a:lnTo>
                    <a:pt x="48" y="285"/>
                  </a:lnTo>
                  <a:lnTo>
                    <a:pt x="49" y="278"/>
                  </a:lnTo>
                  <a:lnTo>
                    <a:pt x="66" y="254"/>
                  </a:lnTo>
                  <a:lnTo>
                    <a:pt x="84" y="241"/>
                  </a:lnTo>
                  <a:lnTo>
                    <a:pt x="101" y="218"/>
                  </a:lnTo>
                  <a:lnTo>
                    <a:pt x="120" y="241"/>
                  </a:lnTo>
                  <a:lnTo>
                    <a:pt x="144" y="230"/>
                  </a:lnTo>
                  <a:lnTo>
                    <a:pt x="154" y="236"/>
                  </a:lnTo>
                  <a:lnTo>
                    <a:pt x="168" y="230"/>
                  </a:lnTo>
                  <a:lnTo>
                    <a:pt x="177" y="215"/>
                  </a:lnTo>
                  <a:lnTo>
                    <a:pt x="203" y="210"/>
                  </a:lnTo>
                  <a:lnTo>
                    <a:pt x="218" y="190"/>
                  </a:lnTo>
                  <a:lnTo>
                    <a:pt x="208" y="185"/>
                  </a:lnTo>
                  <a:lnTo>
                    <a:pt x="235" y="125"/>
                  </a:lnTo>
                  <a:lnTo>
                    <a:pt x="240" y="93"/>
                  </a:lnTo>
                  <a:lnTo>
                    <a:pt x="263" y="107"/>
                  </a:lnTo>
                  <a:lnTo>
                    <a:pt x="277" y="72"/>
                  </a:lnTo>
                  <a:lnTo>
                    <a:pt x="287" y="69"/>
                  </a:lnTo>
                  <a:lnTo>
                    <a:pt x="305" y="35"/>
                  </a:lnTo>
                  <a:lnTo>
                    <a:pt x="310" y="0"/>
                  </a:lnTo>
                  <a:lnTo>
                    <a:pt x="349" y="22"/>
                  </a:lnTo>
                  <a:lnTo>
                    <a:pt x="354" y="3"/>
                  </a:lnTo>
                  <a:lnTo>
                    <a:pt x="372" y="8"/>
                  </a:lnTo>
                  <a:lnTo>
                    <a:pt x="381" y="23"/>
                  </a:lnTo>
                  <a:lnTo>
                    <a:pt x="398" y="30"/>
                  </a:lnTo>
                  <a:lnTo>
                    <a:pt x="404" y="43"/>
                  </a:lnTo>
                  <a:lnTo>
                    <a:pt x="404" y="52"/>
                  </a:lnTo>
                  <a:lnTo>
                    <a:pt x="393" y="73"/>
                  </a:lnTo>
                  <a:lnTo>
                    <a:pt x="398" y="86"/>
                  </a:lnTo>
                  <a:lnTo>
                    <a:pt x="411" y="80"/>
                  </a:lnTo>
                  <a:lnTo>
                    <a:pt x="417" y="91"/>
                  </a:lnTo>
                  <a:lnTo>
                    <a:pt x="422" y="96"/>
                  </a:lnTo>
                  <a:lnTo>
                    <a:pt x="444" y="98"/>
                  </a:lnTo>
                  <a:lnTo>
                    <a:pt x="450" y="107"/>
                  </a:lnTo>
                  <a:lnTo>
                    <a:pt x="472" y="112"/>
                  </a:lnTo>
                  <a:lnTo>
                    <a:pt x="467" y="120"/>
                  </a:lnTo>
                  <a:lnTo>
                    <a:pt x="469" y="133"/>
                  </a:lnTo>
                  <a:lnTo>
                    <a:pt x="470" y="139"/>
                  </a:lnTo>
                  <a:lnTo>
                    <a:pt x="463" y="138"/>
                  </a:lnTo>
                  <a:lnTo>
                    <a:pt x="448" y="128"/>
                  </a:lnTo>
                  <a:lnTo>
                    <a:pt x="425" y="112"/>
                  </a:lnTo>
                  <a:lnTo>
                    <a:pt x="457" y="145"/>
                  </a:lnTo>
                  <a:lnTo>
                    <a:pt x="474" y="145"/>
                  </a:lnTo>
                  <a:lnTo>
                    <a:pt x="464" y="151"/>
                  </a:lnTo>
                  <a:lnTo>
                    <a:pt x="481" y="158"/>
                  </a:lnTo>
                  <a:lnTo>
                    <a:pt x="481" y="167"/>
                  </a:lnTo>
                  <a:lnTo>
                    <a:pt x="475" y="161"/>
                  </a:lnTo>
                  <a:lnTo>
                    <a:pt x="467" y="161"/>
                  </a:lnTo>
                  <a:lnTo>
                    <a:pt x="469" y="167"/>
                  </a:lnTo>
                  <a:lnTo>
                    <a:pt x="475" y="173"/>
                  </a:lnTo>
                  <a:lnTo>
                    <a:pt x="467" y="177"/>
                  </a:lnTo>
                  <a:lnTo>
                    <a:pt x="450" y="161"/>
                  </a:lnTo>
                  <a:lnTo>
                    <a:pt x="444" y="156"/>
                  </a:lnTo>
                  <a:lnTo>
                    <a:pt x="447" y="164"/>
                  </a:lnTo>
                  <a:lnTo>
                    <a:pt x="464" y="178"/>
                  </a:lnTo>
                  <a:lnTo>
                    <a:pt x="472" y="180"/>
                  </a:lnTo>
                  <a:lnTo>
                    <a:pt x="481" y="182"/>
                  </a:lnTo>
                  <a:lnTo>
                    <a:pt x="481" y="187"/>
                  </a:lnTo>
                  <a:lnTo>
                    <a:pt x="485" y="187"/>
                  </a:lnTo>
                  <a:lnTo>
                    <a:pt x="486" y="190"/>
                  </a:lnTo>
                  <a:lnTo>
                    <a:pt x="479" y="198"/>
                  </a:lnTo>
                  <a:lnTo>
                    <a:pt x="464" y="190"/>
                  </a:lnTo>
                  <a:lnTo>
                    <a:pt x="461" y="184"/>
                  </a:lnTo>
                  <a:lnTo>
                    <a:pt x="444" y="182"/>
                  </a:lnTo>
                  <a:lnTo>
                    <a:pt x="441" y="177"/>
                  </a:lnTo>
                  <a:lnTo>
                    <a:pt x="434" y="184"/>
                  </a:lnTo>
                  <a:lnTo>
                    <a:pt x="458" y="189"/>
                  </a:lnTo>
                  <a:lnTo>
                    <a:pt x="461" y="197"/>
                  </a:lnTo>
                  <a:lnTo>
                    <a:pt x="479" y="206"/>
                  </a:lnTo>
                  <a:lnTo>
                    <a:pt x="486" y="206"/>
                  </a:lnTo>
                  <a:lnTo>
                    <a:pt x="486" y="199"/>
                  </a:lnTo>
                  <a:lnTo>
                    <a:pt x="492" y="201"/>
                  </a:lnTo>
                  <a:lnTo>
                    <a:pt x="508" y="200"/>
                  </a:lnTo>
                  <a:lnTo>
                    <a:pt x="521" y="230"/>
                  </a:lnTo>
                  <a:lnTo>
                    <a:pt x="512" y="224"/>
                  </a:lnTo>
                  <a:lnTo>
                    <a:pt x="509" y="232"/>
                  </a:lnTo>
                  <a:lnTo>
                    <a:pt x="303" y="276"/>
                  </a:lnTo>
                  <a:lnTo>
                    <a:pt x="135" y="300"/>
                  </a:lnTo>
                  <a:lnTo>
                    <a:pt x="0" y="320"/>
                  </a:lnTo>
                  <a:lnTo>
                    <a:pt x="0" y="320"/>
                  </a:lnTo>
                </a:path>
              </a:pathLst>
            </a:custGeom>
            <a:solidFill>
              <a:srgbClr val="0060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29" name=""/>
            <p:cNvSpPr/>
            <p:nvPr/>
          </p:nvSpPr>
          <p:spPr>
            <a:xfrm>
              <a:off x="7678800" y="4614840"/>
              <a:ext cx="49320" cy="147600"/>
            </a:xfrm>
            <a:custGeom>
              <a:avLst/>
              <a:gdLst/>
              <a:ahLst/>
              <a:rect l="l" t="t" r="r" b="b"/>
              <a:pathLst>
                <a:path w="31" h="93">
                  <a:moveTo>
                    <a:pt x="0" y="51"/>
                  </a:moveTo>
                  <a:lnTo>
                    <a:pt x="0" y="51"/>
                  </a:lnTo>
                  <a:lnTo>
                    <a:pt x="0" y="80"/>
                  </a:lnTo>
                  <a:lnTo>
                    <a:pt x="8" y="92"/>
                  </a:lnTo>
                  <a:lnTo>
                    <a:pt x="11" y="59"/>
                  </a:lnTo>
                  <a:lnTo>
                    <a:pt x="21" y="44"/>
                  </a:lnTo>
                  <a:lnTo>
                    <a:pt x="30" y="0"/>
                  </a:lnTo>
                  <a:lnTo>
                    <a:pt x="13" y="10"/>
                  </a:lnTo>
                  <a:lnTo>
                    <a:pt x="0" y="51"/>
                  </a:lnTo>
                  <a:lnTo>
                    <a:pt x="0" y="51"/>
                  </a:lnTo>
                </a:path>
              </a:pathLst>
            </a:custGeom>
            <a:solidFill>
              <a:srgbClr val="0060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nvGrpSpPr>
          <p:cNvPr id="1530" name=""/>
          <p:cNvGrpSpPr/>
          <p:nvPr/>
        </p:nvGrpSpPr>
        <p:grpSpPr>
          <a:xfrm>
            <a:off x="2979720" y="2874960"/>
            <a:ext cx="716040" cy="563400"/>
            <a:chOff x="2979720" y="2874960"/>
            <a:chExt cx="716040" cy="563400"/>
          </a:xfrm>
        </p:grpSpPr>
        <p:sp>
          <p:nvSpPr>
            <p:cNvPr id="1531" name=""/>
            <p:cNvSpPr/>
            <p:nvPr/>
          </p:nvSpPr>
          <p:spPr>
            <a:xfrm>
              <a:off x="2979720" y="2874960"/>
              <a:ext cx="716040" cy="563400"/>
            </a:xfrm>
            <a:custGeom>
              <a:avLst/>
              <a:gdLst/>
              <a:ahLst/>
              <a:rect l="l" t="t" r="r" b="b"/>
              <a:pathLst>
                <a:path w="451" h="355">
                  <a:moveTo>
                    <a:pt x="10" y="60"/>
                  </a:moveTo>
                  <a:lnTo>
                    <a:pt x="10" y="60"/>
                  </a:lnTo>
                  <a:lnTo>
                    <a:pt x="17" y="76"/>
                  </a:lnTo>
                  <a:lnTo>
                    <a:pt x="15" y="98"/>
                  </a:lnTo>
                  <a:lnTo>
                    <a:pt x="15" y="117"/>
                  </a:lnTo>
                  <a:lnTo>
                    <a:pt x="17" y="124"/>
                  </a:lnTo>
                  <a:lnTo>
                    <a:pt x="12" y="151"/>
                  </a:lnTo>
                  <a:lnTo>
                    <a:pt x="21" y="145"/>
                  </a:lnTo>
                  <a:lnTo>
                    <a:pt x="32" y="156"/>
                  </a:lnTo>
                  <a:lnTo>
                    <a:pt x="19" y="159"/>
                  </a:lnTo>
                  <a:lnTo>
                    <a:pt x="12" y="156"/>
                  </a:lnTo>
                  <a:lnTo>
                    <a:pt x="11" y="167"/>
                  </a:lnTo>
                  <a:lnTo>
                    <a:pt x="10" y="175"/>
                  </a:lnTo>
                  <a:lnTo>
                    <a:pt x="21" y="175"/>
                  </a:lnTo>
                  <a:lnTo>
                    <a:pt x="23" y="180"/>
                  </a:lnTo>
                  <a:lnTo>
                    <a:pt x="15" y="184"/>
                  </a:lnTo>
                  <a:lnTo>
                    <a:pt x="15" y="195"/>
                  </a:lnTo>
                  <a:lnTo>
                    <a:pt x="10" y="207"/>
                  </a:lnTo>
                  <a:lnTo>
                    <a:pt x="5" y="207"/>
                  </a:lnTo>
                  <a:lnTo>
                    <a:pt x="10" y="188"/>
                  </a:lnTo>
                  <a:lnTo>
                    <a:pt x="6" y="183"/>
                  </a:lnTo>
                  <a:lnTo>
                    <a:pt x="0" y="210"/>
                  </a:lnTo>
                  <a:lnTo>
                    <a:pt x="12" y="219"/>
                  </a:lnTo>
                  <a:lnTo>
                    <a:pt x="32" y="229"/>
                  </a:lnTo>
                  <a:lnTo>
                    <a:pt x="33" y="238"/>
                  </a:lnTo>
                  <a:lnTo>
                    <a:pt x="41" y="238"/>
                  </a:lnTo>
                  <a:lnTo>
                    <a:pt x="59" y="274"/>
                  </a:lnTo>
                  <a:lnTo>
                    <a:pt x="56" y="286"/>
                  </a:lnTo>
                  <a:lnTo>
                    <a:pt x="81" y="310"/>
                  </a:lnTo>
                  <a:lnTo>
                    <a:pt x="127" y="308"/>
                  </a:lnTo>
                  <a:lnTo>
                    <a:pt x="162" y="324"/>
                  </a:lnTo>
                  <a:lnTo>
                    <a:pt x="178" y="322"/>
                  </a:lnTo>
                  <a:lnTo>
                    <a:pt x="281" y="324"/>
                  </a:lnTo>
                  <a:lnTo>
                    <a:pt x="398" y="354"/>
                  </a:lnTo>
                  <a:lnTo>
                    <a:pt x="403" y="317"/>
                  </a:lnTo>
                  <a:lnTo>
                    <a:pt x="450" y="88"/>
                  </a:lnTo>
                  <a:lnTo>
                    <a:pt x="137" y="0"/>
                  </a:lnTo>
                  <a:lnTo>
                    <a:pt x="136" y="0"/>
                  </a:lnTo>
                  <a:lnTo>
                    <a:pt x="136" y="7"/>
                  </a:lnTo>
                  <a:lnTo>
                    <a:pt x="133" y="7"/>
                  </a:lnTo>
                  <a:lnTo>
                    <a:pt x="136" y="11"/>
                  </a:lnTo>
                  <a:lnTo>
                    <a:pt x="136" y="17"/>
                  </a:lnTo>
                  <a:lnTo>
                    <a:pt x="136" y="25"/>
                  </a:lnTo>
                  <a:lnTo>
                    <a:pt x="140" y="22"/>
                  </a:lnTo>
                  <a:lnTo>
                    <a:pt x="147" y="26"/>
                  </a:lnTo>
                  <a:lnTo>
                    <a:pt x="146" y="33"/>
                  </a:lnTo>
                  <a:lnTo>
                    <a:pt x="146" y="39"/>
                  </a:lnTo>
                  <a:lnTo>
                    <a:pt x="140" y="51"/>
                  </a:lnTo>
                  <a:lnTo>
                    <a:pt x="131" y="44"/>
                  </a:lnTo>
                  <a:lnTo>
                    <a:pt x="130" y="46"/>
                  </a:lnTo>
                  <a:lnTo>
                    <a:pt x="130" y="49"/>
                  </a:lnTo>
                  <a:lnTo>
                    <a:pt x="136" y="51"/>
                  </a:lnTo>
                  <a:lnTo>
                    <a:pt x="141" y="68"/>
                  </a:lnTo>
                  <a:lnTo>
                    <a:pt x="138" y="86"/>
                  </a:lnTo>
                  <a:lnTo>
                    <a:pt x="140" y="90"/>
                  </a:lnTo>
                  <a:lnTo>
                    <a:pt x="146" y="91"/>
                  </a:lnTo>
                  <a:lnTo>
                    <a:pt x="143" y="95"/>
                  </a:lnTo>
                  <a:lnTo>
                    <a:pt x="138" y="98"/>
                  </a:lnTo>
                  <a:lnTo>
                    <a:pt x="130" y="109"/>
                  </a:lnTo>
                  <a:lnTo>
                    <a:pt x="130" y="112"/>
                  </a:lnTo>
                  <a:lnTo>
                    <a:pt x="127" y="122"/>
                  </a:lnTo>
                  <a:lnTo>
                    <a:pt x="125" y="122"/>
                  </a:lnTo>
                  <a:lnTo>
                    <a:pt x="127" y="126"/>
                  </a:lnTo>
                  <a:lnTo>
                    <a:pt x="124" y="128"/>
                  </a:lnTo>
                  <a:lnTo>
                    <a:pt x="124" y="149"/>
                  </a:lnTo>
                  <a:lnTo>
                    <a:pt x="116" y="151"/>
                  </a:lnTo>
                  <a:lnTo>
                    <a:pt x="116" y="159"/>
                  </a:lnTo>
                  <a:lnTo>
                    <a:pt x="110" y="151"/>
                  </a:lnTo>
                  <a:lnTo>
                    <a:pt x="110" y="154"/>
                  </a:lnTo>
                  <a:lnTo>
                    <a:pt x="98" y="167"/>
                  </a:lnTo>
                  <a:lnTo>
                    <a:pt x="94" y="167"/>
                  </a:lnTo>
                  <a:lnTo>
                    <a:pt x="91" y="160"/>
                  </a:lnTo>
                  <a:lnTo>
                    <a:pt x="89" y="164"/>
                  </a:lnTo>
                  <a:lnTo>
                    <a:pt x="86" y="160"/>
                  </a:lnTo>
                  <a:lnTo>
                    <a:pt x="83" y="168"/>
                  </a:lnTo>
                  <a:lnTo>
                    <a:pt x="82" y="167"/>
                  </a:lnTo>
                  <a:lnTo>
                    <a:pt x="82" y="163"/>
                  </a:lnTo>
                  <a:lnTo>
                    <a:pt x="80" y="164"/>
                  </a:lnTo>
                  <a:lnTo>
                    <a:pt x="83" y="157"/>
                  </a:lnTo>
                  <a:lnTo>
                    <a:pt x="78" y="156"/>
                  </a:lnTo>
                  <a:lnTo>
                    <a:pt x="82" y="152"/>
                  </a:lnTo>
                  <a:lnTo>
                    <a:pt x="76" y="151"/>
                  </a:lnTo>
                  <a:lnTo>
                    <a:pt x="80" y="146"/>
                  </a:lnTo>
                  <a:lnTo>
                    <a:pt x="85" y="151"/>
                  </a:lnTo>
                  <a:lnTo>
                    <a:pt x="88" y="145"/>
                  </a:lnTo>
                  <a:lnTo>
                    <a:pt x="98" y="141"/>
                  </a:lnTo>
                  <a:lnTo>
                    <a:pt x="94" y="151"/>
                  </a:lnTo>
                  <a:lnTo>
                    <a:pt x="95" y="159"/>
                  </a:lnTo>
                  <a:lnTo>
                    <a:pt x="98" y="145"/>
                  </a:lnTo>
                  <a:lnTo>
                    <a:pt x="107" y="142"/>
                  </a:lnTo>
                  <a:lnTo>
                    <a:pt x="103" y="149"/>
                  </a:lnTo>
                  <a:lnTo>
                    <a:pt x="107" y="154"/>
                  </a:lnTo>
                  <a:lnTo>
                    <a:pt x="107" y="146"/>
                  </a:lnTo>
                  <a:lnTo>
                    <a:pt x="112" y="142"/>
                  </a:lnTo>
                  <a:lnTo>
                    <a:pt x="117" y="133"/>
                  </a:lnTo>
                  <a:lnTo>
                    <a:pt x="115" y="127"/>
                  </a:lnTo>
                  <a:lnTo>
                    <a:pt x="107" y="127"/>
                  </a:lnTo>
                  <a:lnTo>
                    <a:pt x="108" y="122"/>
                  </a:lnTo>
                  <a:lnTo>
                    <a:pt x="114" y="124"/>
                  </a:lnTo>
                  <a:lnTo>
                    <a:pt x="115" y="110"/>
                  </a:lnTo>
                  <a:lnTo>
                    <a:pt x="124" y="111"/>
                  </a:lnTo>
                  <a:lnTo>
                    <a:pt x="124" y="100"/>
                  </a:lnTo>
                  <a:lnTo>
                    <a:pt x="120" y="91"/>
                  </a:lnTo>
                  <a:lnTo>
                    <a:pt x="120" y="105"/>
                  </a:lnTo>
                  <a:lnTo>
                    <a:pt x="117" y="103"/>
                  </a:lnTo>
                  <a:lnTo>
                    <a:pt x="110" y="108"/>
                  </a:lnTo>
                  <a:lnTo>
                    <a:pt x="106" y="115"/>
                  </a:lnTo>
                  <a:lnTo>
                    <a:pt x="100" y="116"/>
                  </a:lnTo>
                  <a:lnTo>
                    <a:pt x="89" y="123"/>
                  </a:lnTo>
                  <a:lnTo>
                    <a:pt x="81" y="133"/>
                  </a:lnTo>
                  <a:lnTo>
                    <a:pt x="95" y="134"/>
                  </a:lnTo>
                  <a:lnTo>
                    <a:pt x="82" y="139"/>
                  </a:lnTo>
                  <a:lnTo>
                    <a:pt x="76" y="136"/>
                  </a:lnTo>
                  <a:lnTo>
                    <a:pt x="89" y="116"/>
                  </a:lnTo>
                  <a:lnTo>
                    <a:pt x="98" y="110"/>
                  </a:lnTo>
                  <a:lnTo>
                    <a:pt x="107" y="100"/>
                  </a:lnTo>
                  <a:lnTo>
                    <a:pt x="109" y="106"/>
                  </a:lnTo>
                  <a:lnTo>
                    <a:pt x="115" y="100"/>
                  </a:lnTo>
                  <a:lnTo>
                    <a:pt x="120" y="88"/>
                  </a:lnTo>
                  <a:lnTo>
                    <a:pt x="118" y="78"/>
                  </a:lnTo>
                  <a:lnTo>
                    <a:pt x="117" y="86"/>
                  </a:lnTo>
                  <a:lnTo>
                    <a:pt x="115" y="85"/>
                  </a:lnTo>
                  <a:lnTo>
                    <a:pt x="117" y="73"/>
                  </a:lnTo>
                  <a:lnTo>
                    <a:pt x="113" y="73"/>
                  </a:lnTo>
                  <a:lnTo>
                    <a:pt x="112" y="84"/>
                  </a:lnTo>
                  <a:lnTo>
                    <a:pt x="107" y="86"/>
                  </a:lnTo>
                  <a:lnTo>
                    <a:pt x="107" y="76"/>
                  </a:lnTo>
                  <a:lnTo>
                    <a:pt x="104" y="73"/>
                  </a:lnTo>
                  <a:lnTo>
                    <a:pt x="103" y="78"/>
                  </a:lnTo>
                  <a:lnTo>
                    <a:pt x="96" y="68"/>
                  </a:lnTo>
                  <a:lnTo>
                    <a:pt x="86" y="66"/>
                  </a:lnTo>
                  <a:lnTo>
                    <a:pt x="46" y="44"/>
                  </a:lnTo>
                  <a:lnTo>
                    <a:pt x="19" y="15"/>
                  </a:lnTo>
                  <a:lnTo>
                    <a:pt x="11" y="35"/>
                  </a:lnTo>
                  <a:lnTo>
                    <a:pt x="10" y="60"/>
                  </a:lnTo>
                  <a:lnTo>
                    <a:pt x="10" y="60"/>
                  </a:lnTo>
                </a:path>
              </a:pathLst>
            </a:custGeom>
            <a:solidFill>
              <a:srgbClr val="a1009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32" name=""/>
            <p:cNvSpPr/>
            <p:nvPr/>
          </p:nvSpPr>
          <p:spPr>
            <a:xfrm>
              <a:off x="3146400" y="2906640"/>
              <a:ext cx="34920" cy="46080"/>
            </a:xfrm>
            <a:custGeom>
              <a:avLst/>
              <a:gdLst/>
              <a:ahLst/>
              <a:rect l="l" t="t" r="r" b="b"/>
              <a:pathLst>
                <a:path w="22" h="29">
                  <a:moveTo>
                    <a:pt x="0" y="11"/>
                  </a:moveTo>
                  <a:lnTo>
                    <a:pt x="0" y="11"/>
                  </a:lnTo>
                  <a:lnTo>
                    <a:pt x="17" y="0"/>
                  </a:lnTo>
                  <a:lnTo>
                    <a:pt x="21" y="10"/>
                  </a:lnTo>
                  <a:lnTo>
                    <a:pt x="17" y="28"/>
                  </a:lnTo>
                  <a:lnTo>
                    <a:pt x="0" y="11"/>
                  </a:lnTo>
                  <a:lnTo>
                    <a:pt x="0" y="11"/>
                  </a:lnTo>
                </a:path>
              </a:pathLst>
            </a:custGeom>
            <a:solidFill>
              <a:srgbClr val="a1009f"/>
            </a:solidFill>
            <a:ln w="31680">
              <a:solidFill>
                <a:srgbClr val="000000"/>
              </a:solidFill>
              <a:round/>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1533" name=""/>
            <p:cNvSpPr/>
            <p:nvPr/>
          </p:nvSpPr>
          <p:spPr>
            <a:xfrm>
              <a:off x="3168720" y="2959200"/>
              <a:ext cx="25200" cy="61920"/>
            </a:xfrm>
            <a:custGeom>
              <a:avLst/>
              <a:gdLst/>
              <a:ahLst/>
              <a:rect l="l" t="t" r="r" b="b"/>
              <a:pathLst>
                <a:path w="16" h="39">
                  <a:moveTo>
                    <a:pt x="0" y="12"/>
                  </a:moveTo>
                  <a:lnTo>
                    <a:pt x="0" y="12"/>
                  </a:lnTo>
                  <a:lnTo>
                    <a:pt x="9" y="0"/>
                  </a:lnTo>
                  <a:lnTo>
                    <a:pt x="15" y="7"/>
                  </a:lnTo>
                  <a:lnTo>
                    <a:pt x="12" y="38"/>
                  </a:lnTo>
                  <a:lnTo>
                    <a:pt x="0" y="12"/>
                  </a:lnTo>
                  <a:lnTo>
                    <a:pt x="0" y="12"/>
                  </a:lnTo>
                </a:path>
              </a:pathLst>
            </a:custGeom>
            <a:solidFill>
              <a:srgbClr val="a1009f"/>
            </a:solidFill>
            <a:ln w="31680">
              <a:solidFill>
                <a:srgbClr val="000000"/>
              </a:solidFill>
              <a:round/>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grpSp>
      <p:sp>
        <p:nvSpPr>
          <p:cNvPr id="1534" name=""/>
          <p:cNvSpPr/>
          <p:nvPr/>
        </p:nvSpPr>
        <p:spPr>
          <a:xfrm>
            <a:off x="6969240" y="4340160"/>
            <a:ext cx="482400" cy="519120"/>
          </a:xfrm>
          <a:custGeom>
            <a:avLst/>
            <a:gdLst/>
            <a:ahLst/>
            <a:rect l="l" t="t" r="r" b="b"/>
            <a:pathLst>
              <a:path w="304" h="327">
                <a:moveTo>
                  <a:pt x="0" y="228"/>
                </a:moveTo>
                <a:lnTo>
                  <a:pt x="0" y="228"/>
                </a:lnTo>
                <a:lnTo>
                  <a:pt x="12" y="270"/>
                </a:lnTo>
                <a:lnTo>
                  <a:pt x="25" y="286"/>
                </a:lnTo>
                <a:lnTo>
                  <a:pt x="50" y="303"/>
                </a:lnTo>
                <a:lnTo>
                  <a:pt x="69" y="326"/>
                </a:lnTo>
                <a:lnTo>
                  <a:pt x="93" y="315"/>
                </a:lnTo>
                <a:lnTo>
                  <a:pt x="103" y="321"/>
                </a:lnTo>
                <a:lnTo>
                  <a:pt x="117" y="315"/>
                </a:lnTo>
                <a:lnTo>
                  <a:pt x="126" y="300"/>
                </a:lnTo>
                <a:lnTo>
                  <a:pt x="152" y="295"/>
                </a:lnTo>
                <a:lnTo>
                  <a:pt x="167" y="275"/>
                </a:lnTo>
                <a:lnTo>
                  <a:pt x="157" y="270"/>
                </a:lnTo>
                <a:lnTo>
                  <a:pt x="184" y="210"/>
                </a:lnTo>
                <a:lnTo>
                  <a:pt x="189" y="178"/>
                </a:lnTo>
                <a:lnTo>
                  <a:pt x="212" y="192"/>
                </a:lnTo>
                <a:lnTo>
                  <a:pt x="226" y="157"/>
                </a:lnTo>
                <a:lnTo>
                  <a:pt x="236" y="154"/>
                </a:lnTo>
                <a:lnTo>
                  <a:pt x="254" y="120"/>
                </a:lnTo>
                <a:lnTo>
                  <a:pt x="259" y="85"/>
                </a:lnTo>
                <a:lnTo>
                  <a:pt x="298" y="107"/>
                </a:lnTo>
                <a:lnTo>
                  <a:pt x="303" y="88"/>
                </a:lnTo>
                <a:lnTo>
                  <a:pt x="293" y="73"/>
                </a:lnTo>
                <a:lnTo>
                  <a:pt x="277" y="66"/>
                </a:lnTo>
                <a:lnTo>
                  <a:pt x="256" y="68"/>
                </a:lnTo>
                <a:lnTo>
                  <a:pt x="249" y="80"/>
                </a:lnTo>
                <a:lnTo>
                  <a:pt x="212" y="91"/>
                </a:lnTo>
                <a:lnTo>
                  <a:pt x="189" y="122"/>
                </a:lnTo>
                <a:lnTo>
                  <a:pt x="183" y="73"/>
                </a:lnTo>
                <a:lnTo>
                  <a:pt x="117" y="86"/>
                </a:lnTo>
                <a:lnTo>
                  <a:pt x="104" y="0"/>
                </a:lnTo>
                <a:lnTo>
                  <a:pt x="96" y="8"/>
                </a:lnTo>
                <a:lnTo>
                  <a:pt x="101" y="24"/>
                </a:lnTo>
                <a:lnTo>
                  <a:pt x="92" y="100"/>
                </a:lnTo>
                <a:lnTo>
                  <a:pt x="80" y="116"/>
                </a:lnTo>
                <a:lnTo>
                  <a:pt x="45" y="144"/>
                </a:lnTo>
                <a:lnTo>
                  <a:pt x="39" y="178"/>
                </a:lnTo>
                <a:lnTo>
                  <a:pt x="25" y="169"/>
                </a:lnTo>
                <a:lnTo>
                  <a:pt x="21" y="207"/>
                </a:lnTo>
                <a:lnTo>
                  <a:pt x="0" y="228"/>
                </a:lnTo>
                <a:lnTo>
                  <a:pt x="0" y="228"/>
                </a:lnTo>
              </a:path>
            </a:pathLst>
          </a:custGeom>
          <a:solidFill>
            <a:srgbClr val="e000e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35" name=""/>
          <p:cNvSpPr/>
          <p:nvPr/>
        </p:nvSpPr>
        <p:spPr>
          <a:xfrm>
            <a:off x="5859360" y="3537000"/>
            <a:ext cx="569880" cy="650880"/>
          </a:xfrm>
          <a:custGeom>
            <a:avLst/>
            <a:gdLst/>
            <a:ahLst/>
            <a:rect l="l" t="t" r="r" b="b"/>
            <a:pathLst>
              <a:path w="359" h="410">
                <a:moveTo>
                  <a:pt x="0" y="125"/>
                </a:moveTo>
                <a:lnTo>
                  <a:pt x="0" y="125"/>
                </a:lnTo>
                <a:lnTo>
                  <a:pt x="9" y="157"/>
                </a:lnTo>
                <a:lnTo>
                  <a:pt x="9" y="205"/>
                </a:lnTo>
                <a:lnTo>
                  <a:pt x="52" y="235"/>
                </a:lnTo>
                <a:lnTo>
                  <a:pt x="70" y="254"/>
                </a:lnTo>
                <a:lnTo>
                  <a:pt x="95" y="274"/>
                </a:lnTo>
                <a:lnTo>
                  <a:pt x="104" y="285"/>
                </a:lnTo>
                <a:lnTo>
                  <a:pt x="109" y="317"/>
                </a:lnTo>
                <a:lnTo>
                  <a:pt x="117" y="366"/>
                </a:lnTo>
                <a:lnTo>
                  <a:pt x="149" y="409"/>
                </a:lnTo>
                <a:lnTo>
                  <a:pt x="327" y="395"/>
                </a:lnTo>
                <a:lnTo>
                  <a:pt x="317" y="330"/>
                </a:lnTo>
                <a:lnTo>
                  <a:pt x="323" y="267"/>
                </a:lnTo>
                <a:lnTo>
                  <a:pt x="333" y="237"/>
                </a:lnTo>
                <a:lnTo>
                  <a:pt x="332" y="212"/>
                </a:lnTo>
                <a:lnTo>
                  <a:pt x="355" y="152"/>
                </a:lnTo>
                <a:lnTo>
                  <a:pt x="358" y="137"/>
                </a:lnTo>
                <a:lnTo>
                  <a:pt x="351" y="134"/>
                </a:lnTo>
                <a:lnTo>
                  <a:pt x="342" y="146"/>
                </a:lnTo>
                <a:lnTo>
                  <a:pt x="336" y="178"/>
                </a:lnTo>
                <a:lnTo>
                  <a:pt x="321" y="180"/>
                </a:lnTo>
                <a:lnTo>
                  <a:pt x="315" y="198"/>
                </a:lnTo>
                <a:lnTo>
                  <a:pt x="299" y="209"/>
                </a:lnTo>
                <a:lnTo>
                  <a:pt x="300" y="191"/>
                </a:lnTo>
                <a:lnTo>
                  <a:pt x="310" y="172"/>
                </a:lnTo>
                <a:lnTo>
                  <a:pt x="320" y="164"/>
                </a:lnTo>
                <a:lnTo>
                  <a:pt x="323" y="157"/>
                </a:lnTo>
                <a:lnTo>
                  <a:pt x="303" y="100"/>
                </a:lnTo>
                <a:lnTo>
                  <a:pt x="288" y="95"/>
                </a:lnTo>
                <a:lnTo>
                  <a:pt x="283" y="82"/>
                </a:lnTo>
                <a:lnTo>
                  <a:pt x="250" y="78"/>
                </a:lnTo>
                <a:lnTo>
                  <a:pt x="175" y="56"/>
                </a:lnTo>
                <a:lnTo>
                  <a:pt x="146" y="33"/>
                </a:lnTo>
                <a:lnTo>
                  <a:pt x="129" y="25"/>
                </a:lnTo>
                <a:lnTo>
                  <a:pt x="119" y="33"/>
                </a:lnTo>
                <a:lnTo>
                  <a:pt x="115" y="31"/>
                </a:lnTo>
                <a:lnTo>
                  <a:pt x="121" y="25"/>
                </a:lnTo>
                <a:lnTo>
                  <a:pt x="121" y="15"/>
                </a:lnTo>
                <a:lnTo>
                  <a:pt x="124" y="11"/>
                </a:lnTo>
                <a:lnTo>
                  <a:pt x="124" y="3"/>
                </a:lnTo>
                <a:lnTo>
                  <a:pt x="120" y="0"/>
                </a:lnTo>
                <a:lnTo>
                  <a:pt x="77" y="20"/>
                </a:lnTo>
                <a:lnTo>
                  <a:pt x="62" y="27"/>
                </a:lnTo>
                <a:lnTo>
                  <a:pt x="55" y="28"/>
                </a:lnTo>
                <a:lnTo>
                  <a:pt x="46" y="22"/>
                </a:lnTo>
                <a:lnTo>
                  <a:pt x="44" y="27"/>
                </a:lnTo>
                <a:lnTo>
                  <a:pt x="42" y="21"/>
                </a:lnTo>
                <a:lnTo>
                  <a:pt x="33" y="30"/>
                </a:lnTo>
                <a:lnTo>
                  <a:pt x="37" y="77"/>
                </a:lnTo>
                <a:lnTo>
                  <a:pt x="0" y="125"/>
                </a:lnTo>
                <a:lnTo>
                  <a:pt x="0" y="125"/>
                </a:lnTo>
              </a:path>
            </a:pathLst>
          </a:custGeom>
          <a:solidFill>
            <a:srgbClr val="e26200"/>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36" name=""/>
          <p:cNvSpPr/>
          <p:nvPr/>
        </p:nvSpPr>
        <p:spPr>
          <a:xfrm>
            <a:off x="4044960" y="3701880"/>
            <a:ext cx="755640" cy="677880"/>
          </a:xfrm>
          <a:custGeom>
            <a:avLst/>
            <a:gdLst/>
            <a:ahLst/>
            <a:rect l="l" t="t" r="r" b="b"/>
            <a:pathLst>
              <a:path w="476" h="427">
                <a:moveTo>
                  <a:pt x="0" y="365"/>
                </a:moveTo>
                <a:lnTo>
                  <a:pt x="0" y="365"/>
                </a:lnTo>
                <a:lnTo>
                  <a:pt x="15" y="272"/>
                </a:lnTo>
                <a:lnTo>
                  <a:pt x="49" y="45"/>
                </a:lnTo>
                <a:lnTo>
                  <a:pt x="57" y="0"/>
                </a:lnTo>
                <a:lnTo>
                  <a:pt x="242" y="30"/>
                </a:lnTo>
                <a:lnTo>
                  <a:pt x="475" y="55"/>
                </a:lnTo>
                <a:lnTo>
                  <a:pt x="459" y="243"/>
                </a:lnTo>
                <a:lnTo>
                  <a:pt x="441" y="426"/>
                </a:lnTo>
                <a:lnTo>
                  <a:pt x="127" y="386"/>
                </a:lnTo>
                <a:lnTo>
                  <a:pt x="0" y="365"/>
                </a:lnTo>
                <a:lnTo>
                  <a:pt x="0" y="36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37" name=""/>
          <p:cNvSpPr/>
          <p:nvPr/>
        </p:nvSpPr>
        <p:spPr>
          <a:xfrm>
            <a:off x="5560920" y="5278320"/>
            <a:ext cx="98640" cy="5040"/>
          </a:xfrm>
          <a:prstGeom prst="ellipse">
            <a:avLst/>
          </a:prstGeom>
          <a:solidFill>
            <a:srgbClr val="c0c0c0"/>
          </a:solidFill>
          <a:ln w="18360">
            <a:solidFill>
              <a:srgbClr val="c0c0c0"/>
            </a:solidFill>
            <a:miter/>
          </a:ln>
        </p:spPr>
        <p:style>
          <a:lnRef idx="0"/>
          <a:fillRef idx="0"/>
          <a:effectRef idx="0"/>
          <a:fontRef idx="minor"/>
        </p:style>
        <p:txBody>
          <a:bodyPr wrap="none" lIns="90000" rIns="90000" tIns="-43200" bIns="-43200" anchor="ctr">
            <a:noAutofit/>
          </a:bodyPr>
          <a:p>
            <a:endParaRPr b="0" lang="en-IN" sz="2400" strike="noStrike" u="none">
              <a:solidFill>
                <a:srgbClr val="ffffff"/>
              </a:solidFill>
              <a:effectLst/>
              <a:uFillTx/>
              <a:latin typeface="Times New Roman"/>
            </a:endParaRPr>
          </a:p>
        </p:txBody>
      </p:sp>
      <p:sp>
        <p:nvSpPr>
          <p:cNvPr id="1538" name=""/>
          <p:cNvSpPr/>
          <p:nvPr/>
        </p:nvSpPr>
        <p:spPr>
          <a:xfrm>
            <a:off x="3073320" y="3254400"/>
            <a:ext cx="1225800" cy="465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900" strike="noStrike" u="none">
                <a:solidFill>
                  <a:srgbClr val="ffffff"/>
                </a:solidFill>
                <a:effectLst/>
                <a:uFillTx/>
                <a:latin typeface="Arial"/>
              </a:rPr>
              <a:t>564</a:t>
            </a:r>
            <a:endParaRPr b="0" lang="en-IN" sz="2900" strike="noStrike" u="none">
              <a:solidFill>
                <a:srgbClr val="ffffff"/>
              </a:solidFill>
              <a:effectLst/>
              <a:uFillTx/>
              <a:latin typeface="Times New Roman"/>
            </a:endParaRPr>
          </a:p>
        </p:txBody>
      </p:sp>
      <p:sp>
        <p:nvSpPr>
          <p:cNvPr id="1539" name=""/>
          <p:cNvSpPr/>
          <p:nvPr/>
        </p:nvSpPr>
        <p:spPr>
          <a:xfrm>
            <a:off x="2874960" y="4255920"/>
            <a:ext cx="1447920" cy="463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900" strike="noStrike" u="none">
                <a:solidFill>
                  <a:srgbClr val="ffffff"/>
                </a:solidFill>
                <a:effectLst/>
                <a:uFillTx/>
                <a:latin typeface="Arial"/>
              </a:rPr>
              <a:t>466</a:t>
            </a:r>
            <a:endParaRPr b="0" lang="en-IN" sz="2900" strike="noStrike" u="none">
              <a:solidFill>
                <a:srgbClr val="ffffff"/>
              </a:solidFill>
              <a:effectLst/>
              <a:uFillTx/>
              <a:latin typeface="Times New Roman"/>
            </a:endParaRPr>
          </a:p>
        </p:txBody>
      </p:sp>
      <p:sp>
        <p:nvSpPr>
          <p:cNvPr id="1540" name=""/>
          <p:cNvSpPr/>
          <p:nvPr/>
        </p:nvSpPr>
        <p:spPr>
          <a:xfrm>
            <a:off x="4687920" y="5429160"/>
            <a:ext cx="1446120" cy="463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900" strike="noStrike" u="none">
                <a:solidFill>
                  <a:srgbClr val="ffffff"/>
                </a:solidFill>
                <a:effectLst/>
                <a:uFillTx/>
                <a:latin typeface="Arial"/>
              </a:rPr>
              <a:t>734</a:t>
            </a:r>
            <a:endParaRPr b="0" lang="en-IN" sz="2900" strike="noStrike" u="none">
              <a:solidFill>
                <a:srgbClr val="ffffff"/>
              </a:solidFill>
              <a:effectLst/>
              <a:uFillTx/>
              <a:latin typeface="Times New Roman"/>
            </a:endParaRPr>
          </a:p>
        </p:txBody>
      </p:sp>
      <p:sp>
        <p:nvSpPr>
          <p:cNvPr id="1541" name=""/>
          <p:cNvSpPr/>
          <p:nvPr/>
        </p:nvSpPr>
        <p:spPr>
          <a:xfrm>
            <a:off x="6280200" y="5327640"/>
            <a:ext cx="1447920" cy="463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900" strike="noStrike" u="none">
                <a:solidFill>
                  <a:srgbClr val="ffffff"/>
                </a:solidFill>
                <a:effectLst/>
                <a:uFillTx/>
                <a:latin typeface="Arial"/>
              </a:rPr>
              <a:t>644</a:t>
            </a:r>
            <a:endParaRPr b="0" lang="en-IN" sz="2900" strike="noStrike" u="none">
              <a:solidFill>
                <a:srgbClr val="ffffff"/>
              </a:solidFill>
              <a:effectLst/>
              <a:uFillTx/>
              <a:latin typeface="Times New Roman"/>
            </a:endParaRPr>
          </a:p>
        </p:txBody>
      </p:sp>
      <p:sp>
        <p:nvSpPr>
          <p:cNvPr id="1542" name=""/>
          <p:cNvSpPr/>
          <p:nvPr/>
        </p:nvSpPr>
        <p:spPr>
          <a:xfrm>
            <a:off x="5537160" y="3440160"/>
            <a:ext cx="1735200" cy="4730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900" strike="noStrike" u="none">
                <a:solidFill>
                  <a:srgbClr val="ffffff"/>
                </a:solidFill>
                <a:effectLst/>
                <a:uFillTx/>
                <a:latin typeface="Arial"/>
              </a:rPr>
              <a:t>606</a:t>
            </a:r>
            <a:endParaRPr b="0" lang="en-IN" sz="2900" strike="noStrike" u="none">
              <a:solidFill>
                <a:srgbClr val="ffffff"/>
              </a:solidFill>
              <a:effectLst/>
              <a:uFillTx/>
              <a:latin typeface="Times New Roman"/>
            </a:endParaRPr>
          </a:p>
        </p:txBody>
      </p:sp>
      <p:sp>
        <p:nvSpPr>
          <p:cNvPr id="1543" name=""/>
          <p:cNvSpPr/>
          <p:nvPr/>
        </p:nvSpPr>
        <p:spPr>
          <a:xfrm>
            <a:off x="7175520" y="3984480"/>
            <a:ext cx="1444680" cy="4622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900" strike="noStrike" u="none">
                <a:solidFill>
                  <a:srgbClr val="ffffff"/>
                </a:solidFill>
                <a:effectLst/>
                <a:uFillTx/>
                <a:latin typeface="Arial"/>
              </a:rPr>
              <a:t>462</a:t>
            </a:r>
            <a:endParaRPr b="0" lang="en-IN" sz="2900" strike="noStrike" u="none">
              <a:solidFill>
                <a:srgbClr val="ffffff"/>
              </a:solidFill>
              <a:effectLst/>
              <a:uFillTx/>
              <a:latin typeface="Times New Roman"/>
            </a:endParaRPr>
          </a:p>
        </p:txBody>
      </p:sp>
      <p:sp>
        <p:nvSpPr>
          <p:cNvPr id="1544" name=""/>
          <p:cNvSpPr/>
          <p:nvPr/>
        </p:nvSpPr>
        <p:spPr>
          <a:xfrm>
            <a:off x="7047000" y="4835520"/>
            <a:ext cx="1222200" cy="465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900" strike="noStrike" u="none">
                <a:solidFill>
                  <a:srgbClr val="ffffff"/>
                </a:solidFill>
                <a:effectLst/>
                <a:uFillTx/>
                <a:latin typeface="Arial"/>
              </a:rPr>
              <a:t>312</a:t>
            </a:r>
            <a:endParaRPr b="0" lang="en-IN" sz="2900" strike="noStrike" u="none">
              <a:solidFill>
                <a:srgbClr val="ffffff"/>
              </a:solidFill>
              <a:effectLst/>
              <a:uFillTx/>
              <a:latin typeface="Times New Roman"/>
            </a:endParaRPr>
          </a:p>
        </p:txBody>
      </p:sp>
      <p:sp>
        <p:nvSpPr>
          <p:cNvPr id="1545" name=""/>
          <p:cNvSpPr/>
          <p:nvPr/>
        </p:nvSpPr>
        <p:spPr>
          <a:xfrm>
            <a:off x="4597560" y="4286160"/>
            <a:ext cx="1238040" cy="463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900" strike="noStrike" u="none">
                <a:solidFill>
                  <a:srgbClr val="ffffff"/>
                </a:solidFill>
                <a:effectLst/>
                <a:uFillTx/>
                <a:latin typeface="Arial"/>
              </a:rPr>
              <a:t>766</a:t>
            </a:r>
            <a:endParaRPr b="0" lang="en-IN" sz="2900" strike="noStrike" u="none">
              <a:solidFill>
                <a:srgbClr val="ffffff"/>
              </a:solidFill>
              <a:effectLst/>
              <a:uFillTx/>
              <a:latin typeface="Times New Roman"/>
            </a:endParaRPr>
          </a:p>
        </p:txBody>
      </p:sp>
    </p:spTree>
  </p:cSld>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546" name=""/>
          <p:cNvGrpSpPr/>
          <p:nvPr/>
        </p:nvGrpSpPr>
        <p:grpSpPr>
          <a:xfrm>
            <a:off x="538200" y="-7920"/>
            <a:ext cx="9456840" cy="8099280"/>
            <a:chOff x="538200" y="-7920"/>
            <a:chExt cx="9456840" cy="8099280"/>
          </a:xfrm>
        </p:grpSpPr>
        <p:sp>
          <p:nvSpPr>
            <p:cNvPr id="1547"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548" name=""/>
            <p:cNvGrpSpPr/>
            <p:nvPr/>
          </p:nvGrpSpPr>
          <p:grpSpPr>
            <a:xfrm>
              <a:off x="538200" y="727200"/>
              <a:ext cx="1542960" cy="1599840"/>
              <a:chOff x="538200" y="727200"/>
              <a:chExt cx="1542960" cy="1599840"/>
            </a:xfrm>
          </p:grpSpPr>
          <p:sp>
            <p:nvSpPr>
              <p:cNvPr id="1549"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550" name="" descr=""/>
              <p:cNvPicPr/>
              <p:nvPr/>
            </p:nvPicPr>
            <p:blipFill>
              <a:blip r:embed="rId1"/>
              <a:stretch/>
            </p:blipFill>
            <p:spPr>
              <a:xfrm>
                <a:off x="568440" y="779400"/>
                <a:ext cx="1430280" cy="1460520"/>
              </a:xfrm>
              <a:prstGeom prst="rect">
                <a:avLst/>
              </a:prstGeom>
              <a:noFill/>
              <a:ln w="0">
                <a:noFill/>
              </a:ln>
            </p:spPr>
          </p:pic>
          <p:sp>
            <p:nvSpPr>
              <p:cNvPr id="1551"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552"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553"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554"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555"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556"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US Regional Goals for BSE Surveillance (2001)</a:t>
            </a:r>
            <a:endParaRPr b="0" lang="en-IN" sz="4200" strike="noStrike" u="none">
              <a:solidFill>
                <a:srgbClr val="ffffff"/>
              </a:solidFill>
              <a:effectLst/>
              <a:uFillTx/>
              <a:latin typeface="Times New Roman"/>
            </a:endParaRPr>
          </a:p>
        </p:txBody>
      </p:sp>
      <p:sp>
        <p:nvSpPr>
          <p:cNvPr id="1557" name=""/>
          <p:cNvSpPr/>
          <p:nvPr/>
        </p:nvSpPr>
        <p:spPr>
          <a:xfrm flipV="1">
            <a:off x="1495440" y="2656440"/>
            <a:ext cx="8308800" cy="4768920"/>
          </a:xfrm>
          <a:prstGeom prst="roundRect">
            <a:avLst>
              <a:gd name="adj" fmla="val 0"/>
            </a:avLst>
          </a:prstGeom>
          <a:solidFill>
            <a:srgbClr val="7f604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558" name=""/>
          <p:cNvSpPr/>
          <p:nvPr/>
        </p:nvSpPr>
        <p:spPr>
          <a:xfrm>
            <a:off x="1508040" y="2668680"/>
            <a:ext cx="1719360" cy="112860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REGION</a:t>
            </a:r>
            <a:endParaRPr b="0" lang="en-IN" sz="2400" strike="noStrike" u="none">
              <a:solidFill>
                <a:srgbClr val="ffffff"/>
              </a:solidFill>
              <a:effectLst/>
              <a:uFillTx/>
              <a:latin typeface="Times New Roman"/>
            </a:endParaRPr>
          </a:p>
        </p:txBody>
      </p:sp>
      <p:sp>
        <p:nvSpPr>
          <p:cNvPr id="1559" name=""/>
          <p:cNvSpPr/>
          <p:nvPr/>
        </p:nvSpPr>
        <p:spPr>
          <a:xfrm>
            <a:off x="3168720" y="2668680"/>
            <a:ext cx="1719360" cy="112860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GOAL</a:t>
            </a:r>
            <a:endParaRPr b="0" lang="en-IN" sz="2400" strike="noStrike" u="none">
              <a:solidFill>
                <a:srgbClr val="ffffff"/>
              </a:solidFill>
              <a:effectLst/>
              <a:uFillTx/>
              <a:latin typeface="Times New Roman"/>
            </a:endParaRPr>
          </a:p>
          <a:p>
            <a:pPr marL="76320" indent="-76320">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2x OIE goals</a:t>
            </a:r>
            <a:endParaRPr b="0" lang="en-IN" sz="2400" strike="noStrike" u="none">
              <a:solidFill>
                <a:srgbClr val="ffffff"/>
              </a:solidFill>
              <a:effectLst/>
              <a:uFillTx/>
              <a:latin typeface="Times New Roman"/>
            </a:endParaRPr>
          </a:p>
        </p:txBody>
      </p:sp>
      <p:sp>
        <p:nvSpPr>
          <p:cNvPr id="1560" name=""/>
          <p:cNvSpPr/>
          <p:nvPr/>
        </p:nvSpPr>
        <p:spPr>
          <a:xfrm>
            <a:off x="4832280" y="2668680"/>
            <a:ext cx="1717920" cy="112860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FY 99</a:t>
            </a:r>
            <a:endParaRPr b="0" lang="en-IN" sz="2400" strike="noStrike" u="none">
              <a:solidFill>
                <a:srgbClr val="ffffff"/>
              </a:solidFill>
              <a:effectLst/>
              <a:uFillTx/>
              <a:latin typeface="Times New Roman"/>
            </a:endParaRPr>
          </a:p>
        </p:txBody>
      </p:sp>
      <p:sp>
        <p:nvSpPr>
          <p:cNvPr id="1561" name=""/>
          <p:cNvSpPr/>
          <p:nvPr/>
        </p:nvSpPr>
        <p:spPr>
          <a:xfrm>
            <a:off x="6492960" y="2668680"/>
            <a:ext cx="1719000" cy="112860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FY 2000</a:t>
            </a:r>
            <a:endParaRPr b="0" lang="en-IN" sz="2400" strike="noStrike" u="none">
              <a:solidFill>
                <a:srgbClr val="ffffff"/>
              </a:solidFill>
              <a:effectLst/>
              <a:uFillTx/>
              <a:latin typeface="Times New Roman"/>
            </a:endParaRPr>
          </a:p>
        </p:txBody>
      </p:sp>
      <p:sp>
        <p:nvSpPr>
          <p:cNvPr id="1562" name=""/>
          <p:cNvSpPr/>
          <p:nvPr/>
        </p:nvSpPr>
        <p:spPr>
          <a:xfrm>
            <a:off x="8155080" y="2668680"/>
            <a:ext cx="1719000" cy="112860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FY 2001*</a:t>
            </a:r>
            <a:endParaRPr b="0" lang="en-IN" sz="2400" strike="noStrike" u="none">
              <a:solidFill>
                <a:srgbClr val="ffffff"/>
              </a:solidFill>
              <a:effectLst/>
              <a:uFillTx/>
              <a:latin typeface="Times New Roman"/>
            </a:endParaRPr>
          </a:p>
        </p:txBody>
      </p:sp>
      <p:sp>
        <p:nvSpPr>
          <p:cNvPr id="1563" name=""/>
          <p:cNvSpPr/>
          <p:nvPr/>
        </p:nvSpPr>
        <p:spPr>
          <a:xfrm>
            <a:off x="1508040" y="3821040"/>
            <a:ext cx="1719360" cy="4287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NW</a:t>
            </a:r>
            <a:endParaRPr b="0" lang="en-IN" sz="2400" strike="noStrike" u="none">
              <a:solidFill>
                <a:srgbClr val="ffffff"/>
              </a:solidFill>
              <a:effectLst/>
              <a:uFillTx/>
              <a:latin typeface="Times New Roman"/>
            </a:endParaRPr>
          </a:p>
        </p:txBody>
      </p:sp>
      <p:sp>
        <p:nvSpPr>
          <p:cNvPr id="1564" name=""/>
          <p:cNvSpPr/>
          <p:nvPr/>
        </p:nvSpPr>
        <p:spPr>
          <a:xfrm>
            <a:off x="3168720" y="3821040"/>
            <a:ext cx="1719360" cy="4287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564</a:t>
            </a:r>
            <a:endParaRPr b="0" lang="en-IN" sz="2400" strike="noStrike" u="none">
              <a:solidFill>
                <a:srgbClr val="ffffff"/>
              </a:solidFill>
              <a:effectLst/>
              <a:uFillTx/>
              <a:latin typeface="Times New Roman"/>
            </a:endParaRPr>
          </a:p>
        </p:txBody>
      </p:sp>
      <p:sp>
        <p:nvSpPr>
          <p:cNvPr id="1565" name=""/>
          <p:cNvSpPr/>
          <p:nvPr/>
        </p:nvSpPr>
        <p:spPr>
          <a:xfrm>
            <a:off x="4832280" y="3821040"/>
            <a:ext cx="1717920" cy="4287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27</a:t>
            </a:r>
            <a:endParaRPr b="0" lang="en-IN" sz="2400" strike="noStrike" u="none">
              <a:solidFill>
                <a:srgbClr val="ffffff"/>
              </a:solidFill>
              <a:effectLst/>
              <a:uFillTx/>
              <a:latin typeface="Times New Roman"/>
            </a:endParaRPr>
          </a:p>
        </p:txBody>
      </p:sp>
      <p:sp>
        <p:nvSpPr>
          <p:cNvPr id="1566" name=""/>
          <p:cNvSpPr/>
          <p:nvPr/>
        </p:nvSpPr>
        <p:spPr>
          <a:xfrm>
            <a:off x="6492960" y="3821040"/>
            <a:ext cx="1719000" cy="4287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134</a:t>
            </a:r>
            <a:endParaRPr b="0" lang="en-IN" sz="2400" strike="noStrike" u="none">
              <a:solidFill>
                <a:srgbClr val="ffffff"/>
              </a:solidFill>
              <a:effectLst/>
              <a:uFillTx/>
              <a:latin typeface="Times New Roman"/>
            </a:endParaRPr>
          </a:p>
        </p:txBody>
      </p:sp>
      <p:sp>
        <p:nvSpPr>
          <p:cNvPr id="1567" name=""/>
          <p:cNvSpPr/>
          <p:nvPr/>
        </p:nvSpPr>
        <p:spPr>
          <a:xfrm>
            <a:off x="8155080" y="3821040"/>
            <a:ext cx="1719000" cy="4287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118</a:t>
            </a:r>
            <a:endParaRPr b="0" lang="en-IN" sz="2400" strike="noStrike" u="none">
              <a:solidFill>
                <a:srgbClr val="ffffff"/>
              </a:solidFill>
              <a:effectLst/>
              <a:uFillTx/>
              <a:latin typeface="Times New Roman"/>
            </a:endParaRPr>
          </a:p>
        </p:txBody>
      </p:sp>
      <p:sp>
        <p:nvSpPr>
          <p:cNvPr id="1568" name=""/>
          <p:cNvSpPr/>
          <p:nvPr/>
        </p:nvSpPr>
        <p:spPr>
          <a:xfrm>
            <a:off x="1508040" y="4273560"/>
            <a:ext cx="1719360" cy="4287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SW</a:t>
            </a:r>
            <a:endParaRPr b="0" lang="en-IN" sz="2400" strike="noStrike" u="none">
              <a:solidFill>
                <a:srgbClr val="ffffff"/>
              </a:solidFill>
              <a:effectLst/>
              <a:uFillTx/>
              <a:latin typeface="Times New Roman"/>
            </a:endParaRPr>
          </a:p>
        </p:txBody>
      </p:sp>
      <p:sp>
        <p:nvSpPr>
          <p:cNvPr id="1569" name=""/>
          <p:cNvSpPr/>
          <p:nvPr/>
        </p:nvSpPr>
        <p:spPr>
          <a:xfrm>
            <a:off x="3168720" y="4273560"/>
            <a:ext cx="1719360" cy="4287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466</a:t>
            </a:r>
            <a:endParaRPr b="0" lang="en-IN" sz="2400" strike="noStrike" u="none">
              <a:solidFill>
                <a:srgbClr val="ffffff"/>
              </a:solidFill>
              <a:effectLst/>
              <a:uFillTx/>
              <a:latin typeface="Times New Roman"/>
            </a:endParaRPr>
          </a:p>
        </p:txBody>
      </p:sp>
      <p:sp>
        <p:nvSpPr>
          <p:cNvPr id="1570" name=""/>
          <p:cNvSpPr/>
          <p:nvPr/>
        </p:nvSpPr>
        <p:spPr>
          <a:xfrm>
            <a:off x="4832280" y="4273560"/>
            <a:ext cx="1717920" cy="4287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256</a:t>
            </a:r>
            <a:endParaRPr b="0" lang="en-IN" sz="2400" strike="noStrike" u="none">
              <a:solidFill>
                <a:srgbClr val="ffffff"/>
              </a:solidFill>
              <a:effectLst/>
              <a:uFillTx/>
              <a:latin typeface="Times New Roman"/>
            </a:endParaRPr>
          </a:p>
        </p:txBody>
      </p:sp>
      <p:sp>
        <p:nvSpPr>
          <p:cNvPr id="1571" name=""/>
          <p:cNvSpPr/>
          <p:nvPr/>
        </p:nvSpPr>
        <p:spPr>
          <a:xfrm>
            <a:off x="6492960" y="4273560"/>
            <a:ext cx="1719000" cy="4287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226</a:t>
            </a:r>
            <a:endParaRPr b="0" lang="en-IN" sz="2400" strike="noStrike" u="none">
              <a:solidFill>
                <a:srgbClr val="ffffff"/>
              </a:solidFill>
              <a:effectLst/>
              <a:uFillTx/>
              <a:latin typeface="Times New Roman"/>
            </a:endParaRPr>
          </a:p>
        </p:txBody>
      </p:sp>
      <p:sp>
        <p:nvSpPr>
          <p:cNvPr id="1572" name=""/>
          <p:cNvSpPr/>
          <p:nvPr/>
        </p:nvSpPr>
        <p:spPr>
          <a:xfrm>
            <a:off x="8155080" y="4273560"/>
            <a:ext cx="1719000" cy="4287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68</a:t>
            </a:r>
            <a:endParaRPr b="0" lang="en-IN" sz="2400" strike="noStrike" u="none">
              <a:solidFill>
                <a:srgbClr val="ffffff"/>
              </a:solidFill>
              <a:effectLst/>
              <a:uFillTx/>
              <a:latin typeface="Times New Roman"/>
            </a:endParaRPr>
          </a:p>
        </p:txBody>
      </p:sp>
      <p:sp>
        <p:nvSpPr>
          <p:cNvPr id="1573" name=""/>
          <p:cNvSpPr/>
          <p:nvPr/>
        </p:nvSpPr>
        <p:spPr>
          <a:xfrm>
            <a:off x="1508040" y="4726080"/>
            <a:ext cx="171936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C</a:t>
            </a:r>
            <a:endParaRPr b="0" lang="en-IN" sz="2400" strike="noStrike" u="none">
              <a:solidFill>
                <a:srgbClr val="ffffff"/>
              </a:solidFill>
              <a:effectLst/>
              <a:uFillTx/>
              <a:latin typeface="Times New Roman"/>
            </a:endParaRPr>
          </a:p>
        </p:txBody>
      </p:sp>
      <p:sp>
        <p:nvSpPr>
          <p:cNvPr id="1574" name=""/>
          <p:cNvSpPr/>
          <p:nvPr/>
        </p:nvSpPr>
        <p:spPr>
          <a:xfrm>
            <a:off x="3168720" y="4726080"/>
            <a:ext cx="171936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766</a:t>
            </a:r>
            <a:endParaRPr b="0" lang="en-IN" sz="2400" strike="noStrike" u="none">
              <a:solidFill>
                <a:srgbClr val="ffffff"/>
              </a:solidFill>
              <a:effectLst/>
              <a:uFillTx/>
              <a:latin typeface="Times New Roman"/>
            </a:endParaRPr>
          </a:p>
        </p:txBody>
      </p:sp>
      <p:sp>
        <p:nvSpPr>
          <p:cNvPr id="1575" name=""/>
          <p:cNvSpPr/>
          <p:nvPr/>
        </p:nvSpPr>
        <p:spPr>
          <a:xfrm>
            <a:off x="4832280" y="4726080"/>
            <a:ext cx="171792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159</a:t>
            </a:r>
            <a:endParaRPr b="0" lang="en-IN" sz="2400" strike="noStrike" u="none">
              <a:solidFill>
                <a:srgbClr val="ffffff"/>
              </a:solidFill>
              <a:effectLst/>
              <a:uFillTx/>
              <a:latin typeface="Times New Roman"/>
            </a:endParaRPr>
          </a:p>
        </p:txBody>
      </p:sp>
      <p:sp>
        <p:nvSpPr>
          <p:cNvPr id="1576" name=""/>
          <p:cNvSpPr/>
          <p:nvPr/>
        </p:nvSpPr>
        <p:spPr>
          <a:xfrm>
            <a:off x="6492960" y="4726080"/>
            <a:ext cx="171900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120</a:t>
            </a:r>
            <a:endParaRPr b="0" lang="en-IN" sz="2400" strike="noStrike" u="none">
              <a:solidFill>
                <a:srgbClr val="ffffff"/>
              </a:solidFill>
              <a:effectLst/>
              <a:uFillTx/>
              <a:latin typeface="Times New Roman"/>
            </a:endParaRPr>
          </a:p>
        </p:txBody>
      </p:sp>
      <p:sp>
        <p:nvSpPr>
          <p:cNvPr id="1577" name=""/>
          <p:cNvSpPr/>
          <p:nvPr/>
        </p:nvSpPr>
        <p:spPr>
          <a:xfrm>
            <a:off x="8155080" y="4726080"/>
            <a:ext cx="171900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60</a:t>
            </a:r>
            <a:endParaRPr b="0" lang="en-IN" sz="2400" strike="noStrike" u="none">
              <a:solidFill>
                <a:srgbClr val="ffffff"/>
              </a:solidFill>
              <a:effectLst/>
              <a:uFillTx/>
              <a:latin typeface="Times New Roman"/>
            </a:endParaRPr>
          </a:p>
        </p:txBody>
      </p:sp>
      <p:sp>
        <p:nvSpPr>
          <p:cNvPr id="1578" name=""/>
          <p:cNvSpPr/>
          <p:nvPr/>
        </p:nvSpPr>
        <p:spPr>
          <a:xfrm>
            <a:off x="1508040" y="5178600"/>
            <a:ext cx="171936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SC</a:t>
            </a:r>
            <a:endParaRPr b="0" lang="en-IN" sz="2400" strike="noStrike" u="none">
              <a:solidFill>
                <a:srgbClr val="ffffff"/>
              </a:solidFill>
              <a:effectLst/>
              <a:uFillTx/>
              <a:latin typeface="Times New Roman"/>
            </a:endParaRPr>
          </a:p>
        </p:txBody>
      </p:sp>
      <p:sp>
        <p:nvSpPr>
          <p:cNvPr id="1579" name=""/>
          <p:cNvSpPr/>
          <p:nvPr/>
        </p:nvSpPr>
        <p:spPr>
          <a:xfrm>
            <a:off x="3168720" y="5178600"/>
            <a:ext cx="171936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734</a:t>
            </a:r>
            <a:endParaRPr b="0" lang="en-IN" sz="2400" strike="noStrike" u="none">
              <a:solidFill>
                <a:srgbClr val="ffffff"/>
              </a:solidFill>
              <a:effectLst/>
              <a:uFillTx/>
              <a:latin typeface="Times New Roman"/>
            </a:endParaRPr>
          </a:p>
        </p:txBody>
      </p:sp>
      <p:sp>
        <p:nvSpPr>
          <p:cNvPr id="1580" name=""/>
          <p:cNvSpPr/>
          <p:nvPr/>
        </p:nvSpPr>
        <p:spPr>
          <a:xfrm>
            <a:off x="4832280" y="5178600"/>
            <a:ext cx="171792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281</a:t>
            </a:r>
            <a:endParaRPr b="0" lang="en-IN" sz="2400" strike="noStrike" u="none">
              <a:solidFill>
                <a:srgbClr val="ffffff"/>
              </a:solidFill>
              <a:effectLst/>
              <a:uFillTx/>
              <a:latin typeface="Times New Roman"/>
            </a:endParaRPr>
          </a:p>
        </p:txBody>
      </p:sp>
      <p:sp>
        <p:nvSpPr>
          <p:cNvPr id="1581" name=""/>
          <p:cNvSpPr/>
          <p:nvPr/>
        </p:nvSpPr>
        <p:spPr>
          <a:xfrm>
            <a:off x="6492960" y="5178600"/>
            <a:ext cx="171900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1094</a:t>
            </a:r>
            <a:endParaRPr b="0" lang="en-IN" sz="2400" strike="noStrike" u="none">
              <a:solidFill>
                <a:srgbClr val="ffffff"/>
              </a:solidFill>
              <a:effectLst/>
              <a:uFillTx/>
              <a:latin typeface="Times New Roman"/>
            </a:endParaRPr>
          </a:p>
        </p:txBody>
      </p:sp>
      <p:sp>
        <p:nvSpPr>
          <p:cNvPr id="1582" name=""/>
          <p:cNvSpPr/>
          <p:nvPr/>
        </p:nvSpPr>
        <p:spPr>
          <a:xfrm>
            <a:off x="8155080" y="5178600"/>
            <a:ext cx="171900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250</a:t>
            </a:r>
            <a:endParaRPr b="0" lang="en-IN" sz="2400" strike="noStrike" u="none">
              <a:solidFill>
                <a:srgbClr val="ffffff"/>
              </a:solidFill>
              <a:effectLst/>
              <a:uFillTx/>
              <a:latin typeface="Times New Roman"/>
            </a:endParaRPr>
          </a:p>
        </p:txBody>
      </p:sp>
      <p:sp>
        <p:nvSpPr>
          <p:cNvPr id="1583" name=""/>
          <p:cNvSpPr/>
          <p:nvPr/>
        </p:nvSpPr>
        <p:spPr>
          <a:xfrm>
            <a:off x="1508040" y="5629320"/>
            <a:ext cx="171936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NC</a:t>
            </a:r>
            <a:endParaRPr b="0" lang="en-IN" sz="2400" strike="noStrike" u="none">
              <a:solidFill>
                <a:srgbClr val="ffffff"/>
              </a:solidFill>
              <a:effectLst/>
              <a:uFillTx/>
              <a:latin typeface="Times New Roman"/>
            </a:endParaRPr>
          </a:p>
        </p:txBody>
      </p:sp>
      <p:sp>
        <p:nvSpPr>
          <p:cNvPr id="1584" name=""/>
          <p:cNvSpPr/>
          <p:nvPr/>
        </p:nvSpPr>
        <p:spPr>
          <a:xfrm>
            <a:off x="3168720" y="5629320"/>
            <a:ext cx="171936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606</a:t>
            </a:r>
            <a:endParaRPr b="0" lang="en-IN" sz="2400" strike="noStrike" u="none">
              <a:solidFill>
                <a:srgbClr val="ffffff"/>
              </a:solidFill>
              <a:effectLst/>
              <a:uFillTx/>
              <a:latin typeface="Times New Roman"/>
            </a:endParaRPr>
          </a:p>
        </p:txBody>
      </p:sp>
      <p:sp>
        <p:nvSpPr>
          <p:cNvPr id="1585" name=""/>
          <p:cNvSpPr/>
          <p:nvPr/>
        </p:nvSpPr>
        <p:spPr>
          <a:xfrm>
            <a:off x="4832280" y="5629320"/>
            <a:ext cx="171792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135</a:t>
            </a:r>
            <a:endParaRPr b="0" lang="en-IN" sz="2400" strike="noStrike" u="none">
              <a:solidFill>
                <a:srgbClr val="ffffff"/>
              </a:solidFill>
              <a:effectLst/>
              <a:uFillTx/>
              <a:latin typeface="Times New Roman"/>
            </a:endParaRPr>
          </a:p>
        </p:txBody>
      </p:sp>
      <p:sp>
        <p:nvSpPr>
          <p:cNvPr id="1586" name=""/>
          <p:cNvSpPr/>
          <p:nvPr/>
        </p:nvSpPr>
        <p:spPr>
          <a:xfrm>
            <a:off x="6492960" y="5629320"/>
            <a:ext cx="171900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240</a:t>
            </a:r>
            <a:endParaRPr b="0" lang="en-IN" sz="2400" strike="noStrike" u="none">
              <a:solidFill>
                <a:srgbClr val="ffffff"/>
              </a:solidFill>
              <a:effectLst/>
              <a:uFillTx/>
              <a:latin typeface="Times New Roman"/>
            </a:endParaRPr>
          </a:p>
        </p:txBody>
      </p:sp>
      <p:sp>
        <p:nvSpPr>
          <p:cNvPr id="1587" name=""/>
          <p:cNvSpPr/>
          <p:nvPr/>
        </p:nvSpPr>
        <p:spPr>
          <a:xfrm>
            <a:off x="8155080" y="5629320"/>
            <a:ext cx="171900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54</a:t>
            </a:r>
            <a:endParaRPr b="0" lang="en-IN" sz="2400" strike="noStrike" u="none">
              <a:solidFill>
                <a:srgbClr val="ffffff"/>
              </a:solidFill>
              <a:effectLst/>
              <a:uFillTx/>
              <a:latin typeface="Times New Roman"/>
            </a:endParaRPr>
          </a:p>
        </p:txBody>
      </p:sp>
      <p:sp>
        <p:nvSpPr>
          <p:cNvPr id="1588" name=""/>
          <p:cNvSpPr/>
          <p:nvPr/>
        </p:nvSpPr>
        <p:spPr>
          <a:xfrm>
            <a:off x="1508040" y="6081840"/>
            <a:ext cx="171936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NE</a:t>
            </a:r>
            <a:endParaRPr b="0" lang="en-IN" sz="2400" strike="noStrike" u="none">
              <a:solidFill>
                <a:srgbClr val="ffffff"/>
              </a:solidFill>
              <a:effectLst/>
              <a:uFillTx/>
              <a:latin typeface="Times New Roman"/>
            </a:endParaRPr>
          </a:p>
        </p:txBody>
      </p:sp>
      <p:sp>
        <p:nvSpPr>
          <p:cNvPr id="1589" name=""/>
          <p:cNvSpPr/>
          <p:nvPr/>
        </p:nvSpPr>
        <p:spPr>
          <a:xfrm>
            <a:off x="3168720" y="6081840"/>
            <a:ext cx="171936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462</a:t>
            </a:r>
            <a:endParaRPr b="0" lang="en-IN" sz="2400" strike="noStrike" u="none">
              <a:solidFill>
                <a:srgbClr val="ffffff"/>
              </a:solidFill>
              <a:effectLst/>
              <a:uFillTx/>
              <a:latin typeface="Times New Roman"/>
            </a:endParaRPr>
          </a:p>
        </p:txBody>
      </p:sp>
      <p:sp>
        <p:nvSpPr>
          <p:cNvPr id="1590" name=""/>
          <p:cNvSpPr/>
          <p:nvPr/>
        </p:nvSpPr>
        <p:spPr>
          <a:xfrm>
            <a:off x="4832280" y="6081840"/>
            <a:ext cx="171792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331</a:t>
            </a:r>
            <a:endParaRPr b="0" lang="en-IN" sz="2400" strike="noStrike" u="none">
              <a:solidFill>
                <a:srgbClr val="ffffff"/>
              </a:solidFill>
              <a:effectLst/>
              <a:uFillTx/>
              <a:latin typeface="Times New Roman"/>
            </a:endParaRPr>
          </a:p>
        </p:txBody>
      </p:sp>
      <p:sp>
        <p:nvSpPr>
          <p:cNvPr id="1591" name=""/>
          <p:cNvSpPr/>
          <p:nvPr/>
        </p:nvSpPr>
        <p:spPr>
          <a:xfrm>
            <a:off x="6492960" y="6081840"/>
            <a:ext cx="171900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461</a:t>
            </a:r>
            <a:endParaRPr b="0" lang="en-IN" sz="2400" strike="noStrike" u="none">
              <a:solidFill>
                <a:srgbClr val="ffffff"/>
              </a:solidFill>
              <a:effectLst/>
              <a:uFillTx/>
              <a:latin typeface="Times New Roman"/>
            </a:endParaRPr>
          </a:p>
        </p:txBody>
      </p:sp>
      <p:sp>
        <p:nvSpPr>
          <p:cNvPr id="1592" name=""/>
          <p:cNvSpPr/>
          <p:nvPr/>
        </p:nvSpPr>
        <p:spPr>
          <a:xfrm>
            <a:off x="8155080" y="6081840"/>
            <a:ext cx="1719000" cy="42696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122</a:t>
            </a:r>
            <a:endParaRPr b="0" lang="en-IN" sz="2400" strike="noStrike" u="none">
              <a:solidFill>
                <a:srgbClr val="ffffff"/>
              </a:solidFill>
              <a:effectLst/>
              <a:uFillTx/>
              <a:latin typeface="Times New Roman"/>
            </a:endParaRPr>
          </a:p>
        </p:txBody>
      </p:sp>
      <p:sp>
        <p:nvSpPr>
          <p:cNvPr id="1593" name=""/>
          <p:cNvSpPr/>
          <p:nvPr/>
        </p:nvSpPr>
        <p:spPr>
          <a:xfrm>
            <a:off x="1508040" y="6532560"/>
            <a:ext cx="1719360" cy="42552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E</a:t>
            </a:r>
            <a:endParaRPr b="0" lang="en-IN" sz="2400" strike="noStrike" u="none">
              <a:solidFill>
                <a:srgbClr val="ffffff"/>
              </a:solidFill>
              <a:effectLst/>
              <a:uFillTx/>
              <a:latin typeface="Times New Roman"/>
            </a:endParaRPr>
          </a:p>
        </p:txBody>
      </p:sp>
      <p:sp>
        <p:nvSpPr>
          <p:cNvPr id="1594" name=""/>
          <p:cNvSpPr/>
          <p:nvPr/>
        </p:nvSpPr>
        <p:spPr>
          <a:xfrm>
            <a:off x="3168720" y="6532560"/>
            <a:ext cx="1719360" cy="42552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312</a:t>
            </a:r>
            <a:endParaRPr b="0" lang="en-IN" sz="2400" strike="noStrike" u="none">
              <a:solidFill>
                <a:srgbClr val="ffffff"/>
              </a:solidFill>
              <a:effectLst/>
              <a:uFillTx/>
              <a:latin typeface="Times New Roman"/>
            </a:endParaRPr>
          </a:p>
        </p:txBody>
      </p:sp>
      <p:sp>
        <p:nvSpPr>
          <p:cNvPr id="1595" name=""/>
          <p:cNvSpPr/>
          <p:nvPr/>
        </p:nvSpPr>
        <p:spPr>
          <a:xfrm>
            <a:off x="4832280" y="6532560"/>
            <a:ext cx="1717920" cy="42552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26</a:t>
            </a:r>
            <a:endParaRPr b="0" lang="en-IN" sz="2400" strike="noStrike" u="none">
              <a:solidFill>
                <a:srgbClr val="ffffff"/>
              </a:solidFill>
              <a:effectLst/>
              <a:uFillTx/>
              <a:latin typeface="Times New Roman"/>
            </a:endParaRPr>
          </a:p>
        </p:txBody>
      </p:sp>
      <p:sp>
        <p:nvSpPr>
          <p:cNvPr id="1596" name=""/>
          <p:cNvSpPr/>
          <p:nvPr/>
        </p:nvSpPr>
        <p:spPr>
          <a:xfrm>
            <a:off x="6492960" y="6532560"/>
            <a:ext cx="1719000" cy="42552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30</a:t>
            </a:r>
            <a:endParaRPr b="0" lang="en-IN" sz="2400" strike="noStrike" u="none">
              <a:solidFill>
                <a:srgbClr val="ffffff"/>
              </a:solidFill>
              <a:effectLst/>
              <a:uFillTx/>
              <a:latin typeface="Times New Roman"/>
            </a:endParaRPr>
          </a:p>
        </p:txBody>
      </p:sp>
      <p:sp>
        <p:nvSpPr>
          <p:cNvPr id="1597" name=""/>
          <p:cNvSpPr/>
          <p:nvPr/>
        </p:nvSpPr>
        <p:spPr>
          <a:xfrm>
            <a:off x="8155080" y="6532560"/>
            <a:ext cx="1719000" cy="42552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16</a:t>
            </a:r>
            <a:endParaRPr b="0" lang="en-IN" sz="2400" strike="noStrike" u="none">
              <a:solidFill>
                <a:srgbClr val="ffffff"/>
              </a:solidFill>
              <a:effectLst/>
              <a:uFillTx/>
              <a:latin typeface="Times New Roman"/>
            </a:endParaRPr>
          </a:p>
        </p:txBody>
      </p:sp>
      <p:sp>
        <p:nvSpPr>
          <p:cNvPr id="1598" name=""/>
          <p:cNvSpPr/>
          <p:nvPr/>
        </p:nvSpPr>
        <p:spPr>
          <a:xfrm>
            <a:off x="1508040" y="6983280"/>
            <a:ext cx="1719360" cy="43020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SE</a:t>
            </a:r>
            <a:endParaRPr b="0" lang="en-IN" sz="2400" strike="noStrike" u="none">
              <a:solidFill>
                <a:srgbClr val="ffffff"/>
              </a:solidFill>
              <a:effectLst/>
              <a:uFillTx/>
              <a:latin typeface="Times New Roman"/>
            </a:endParaRPr>
          </a:p>
        </p:txBody>
      </p:sp>
      <p:sp>
        <p:nvSpPr>
          <p:cNvPr id="1599" name=""/>
          <p:cNvSpPr/>
          <p:nvPr/>
        </p:nvSpPr>
        <p:spPr>
          <a:xfrm>
            <a:off x="3168720" y="6983280"/>
            <a:ext cx="1719360" cy="43020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644</a:t>
            </a:r>
            <a:endParaRPr b="0" lang="en-IN" sz="2400" strike="noStrike" u="none">
              <a:solidFill>
                <a:srgbClr val="ffffff"/>
              </a:solidFill>
              <a:effectLst/>
              <a:uFillTx/>
              <a:latin typeface="Times New Roman"/>
            </a:endParaRPr>
          </a:p>
        </p:txBody>
      </p:sp>
      <p:sp>
        <p:nvSpPr>
          <p:cNvPr id="1600" name=""/>
          <p:cNvSpPr/>
          <p:nvPr/>
        </p:nvSpPr>
        <p:spPr>
          <a:xfrm>
            <a:off x="4832280" y="6983280"/>
            <a:ext cx="1717920" cy="43020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194</a:t>
            </a:r>
            <a:endParaRPr b="0" lang="en-IN" sz="2400" strike="noStrike" u="none">
              <a:solidFill>
                <a:srgbClr val="ffffff"/>
              </a:solidFill>
              <a:effectLst/>
              <a:uFillTx/>
              <a:latin typeface="Times New Roman"/>
            </a:endParaRPr>
          </a:p>
        </p:txBody>
      </p:sp>
      <p:sp>
        <p:nvSpPr>
          <p:cNvPr id="1601" name=""/>
          <p:cNvSpPr/>
          <p:nvPr/>
        </p:nvSpPr>
        <p:spPr>
          <a:xfrm>
            <a:off x="6492960" y="6983280"/>
            <a:ext cx="1719000" cy="43020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367</a:t>
            </a:r>
            <a:endParaRPr b="0" lang="en-IN" sz="2400" strike="noStrike" u="none">
              <a:solidFill>
                <a:srgbClr val="ffffff"/>
              </a:solidFill>
              <a:effectLst/>
              <a:uFillTx/>
              <a:latin typeface="Times New Roman"/>
            </a:endParaRPr>
          </a:p>
        </p:txBody>
      </p:sp>
      <p:sp>
        <p:nvSpPr>
          <p:cNvPr id="1602" name=""/>
          <p:cNvSpPr/>
          <p:nvPr/>
        </p:nvSpPr>
        <p:spPr>
          <a:xfrm>
            <a:off x="8155080" y="6983280"/>
            <a:ext cx="1719000" cy="430200"/>
          </a:xfrm>
          <a:prstGeom prst="rect">
            <a:avLst/>
          </a:prstGeom>
          <a:solidFill>
            <a:srgbClr val="00c1c2"/>
          </a:solidFill>
          <a:ln w="18360">
            <a:solidFill>
              <a:srgbClr val="ffffff"/>
            </a:solidFill>
            <a:miter/>
          </a:ln>
        </p:spPr>
        <p:style>
          <a:lnRef idx="0"/>
          <a:fillRef idx="0"/>
          <a:effectRef idx="0"/>
          <a:fontRef idx="minor"/>
        </p:style>
        <p:txBody>
          <a:bodyPr lIns="0" rIns="0" tIns="0" bIns="0" anchor="t">
            <a:noAutofit/>
          </a:bodyPr>
          <a:p>
            <a:pPr marL="76320" indent="-76320" algn="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400" strike="noStrike" u="none">
                <a:solidFill>
                  <a:srgbClr val="000061"/>
                </a:solidFill>
                <a:effectLst/>
                <a:uFillTx/>
                <a:latin typeface="Times New Roman"/>
              </a:rPr>
              <a:t>51</a:t>
            </a:r>
            <a:endParaRPr b="0" lang="en-IN" sz="2400" strike="noStrike" u="none">
              <a:solidFill>
                <a:srgbClr val="ffffff"/>
              </a:solidFill>
              <a:effectLst/>
              <a:uFillTx/>
              <a:latin typeface="Times New Roman"/>
            </a:endParaRPr>
          </a:p>
        </p:txBody>
      </p:sp>
      <p:sp>
        <p:nvSpPr>
          <p:cNvPr id="1603" name=""/>
          <p:cNvSpPr/>
          <p:nvPr/>
        </p:nvSpPr>
        <p:spPr>
          <a:xfrm>
            <a:off x="2666880" y="7451640"/>
            <a:ext cx="3527640" cy="841320"/>
          </a:xfrm>
          <a:prstGeom prst="rect">
            <a:avLst/>
          </a:prstGeom>
          <a:noFill/>
          <a:ln w="0">
            <a:noFill/>
          </a:ln>
        </p:spPr>
        <p:style>
          <a:lnRef idx="0"/>
          <a:fillRef idx="0"/>
          <a:effectRef idx="0"/>
          <a:fontRef idx="minor"/>
        </p:style>
        <p:txBody>
          <a:bodyPr lIns="0" rIns="0" tIns="0" bIns="0" anchor="t">
            <a:noAutofit/>
          </a:bodyPr>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300" strike="noStrike" u="none">
                <a:solidFill>
                  <a:srgbClr val="ffffff"/>
                </a:solidFill>
                <a:effectLst/>
                <a:uFillTx/>
                <a:latin typeface="Times New Roman"/>
              </a:rPr>
              <a:t>* as of March 31, 2001</a:t>
            </a:r>
            <a:endParaRPr b="0" lang="en-IN" sz="2300" strike="noStrike" u="none">
              <a:solidFill>
                <a:srgbClr val="ffffff"/>
              </a:solidFill>
              <a:effectLst/>
              <a:uFillTx/>
              <a:latin typeface="Times New Roman"/>
            </a:endParaRPr>
          </a:p>
        </p:txBody>
      </p:sp>
    </p:spTree>
  </p:cSld>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604" name=""/>
          <p:cNvGrpSpPr/>
          <p:nvPr/>
        </p:nvGrpSpPr>
        <p:grpSpPr>
          <a:xfrm>
            <a:off x="538200" y="-7920"/>
            <a:ext cx="9456840" cy="8099280"/>
            <a:chOff x="538200" y="-7920"/>
            <a:chExt cx="9456840" cy="8099280"/>
          </a:xfrm>
        </p:grpSpPr>
        <p:sp>
          <p:nvSpPr>
            <p:cNvPr id="1605"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606" name=""/>
            <p:cNvGrpSpPr/>
            <p:nvPr/>
          </p:nvGrpSpPr>
          <p:grpSpPr>
            <a:xfrm>
              <a:off x="538200" y="727200"/>
              <a:ext cx="1542960" cy="1599840"/>
              <a:chOff x="538200" y="727200"/>
              <a:chExt cx="1542960" cy="1599840"/>
            </a:xfrm>
          </p:grpSpPr>
          <p:sp>
            <p:nvSpPr>
              <p:cNvPr id="1607"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608" name="" descr=""/>
              <p:cNvPicPr/>
              <p:nvPr/>
            </p:nvPicPr>
            <p:blipFill>
              <a:blip r:embed="rId1"/>
              <a:stretch/>
            </p:blipFill>
            <p:spPr>
              <a:xfrm>
                <a:off x="568440" y="779400"/>
                <a:ext cx="1430280" cy="1460520"/>
              </a:xfrm>
              <a:prstGeom prst="rect">
                <a:avLst/>
              </a:prstGeom>
              <a:noFill/>
              <a:ln w="0">
                <a:noFill/>
              </a:ln>
            </p:spPr>
          </p:pic>
          <p:sp>
            <p:nvSpPr>
              <p:cNvPr id="1609"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10"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611"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612"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613"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614"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Increase of submissions</a:t>
            </a:r>
            <a:endParaRPr b="0" lang="en-IN" sz="4200" strike="noStrike" u="none">
              <a:solidFill>
                <a:srgbClr val="ffffff"/>
              </a:solidFill>
              <a:effectLst/>
              <a:uFillTx/>
              <a:latin typeface="Times New Roman"/>
            </a:endParaRPr>
          </a:p>
        </p:txBody>
      </p:sp>
      <p:sp>
        <p:nvSpPr>
          <p:cNvPr id="1615" name=""/>
          <p:cNvSpPr/>
          <p:nvPr/>
        </p:nvSpPr>
        <p:spPr>
          <a:xfrm>
            <a:off x="1479600" y="2503440"/>
            <a:ext cx="8750160" cy="412596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Down cattle:</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aged; dairy vs. beef</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condemns at slaughter</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3D/4D</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Renderers</a:t>
            </a:r>
            <a:endParaRPr b="0" lang="en-IN" sz="32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Remind VDLs to submit data</a:t>
            </a:r>
            <a:endParaRPr b="0" lang="en-IN" sz="3500" strike="noStrike" u="none">
              <a:solidFill>
                <a:srgbClr val="ffffff"/>
              </a:solidFill>
              <a:effectLst/>
              <a:uFillTx/>
              <a:latin typeface="Times New Roman"/>
            </a:endParaRPr>
          </a:p>
        </p:txBody>
      </p:sp>
    </p:spTree>
  </p:cSld>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616" name=""/>
          <p:cNvGrpSpPr/>
          <p:nvPr/>
        </p:nvGrpSpPr>
        <p:grpSpPr>
          <a:xfrm>
            <a:off x="538200" y="-7920"/>
            <a:ext cx="9456840" cy="8099280"/>
            <a:chOff x="538200" y="-7920"/>
            <a:chExt cx="9456840" cy="8099280"/>
          </a:xfrm>
        </p:grpSpPr>
        <p:sp>
          <p:nvSpPr>
            <p:cNvPr id="1617"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618" name=""/>
            <p:cNvGrpSpPr/>
            <p:nvPr/>
          </p:nvGrpSpPr>
          <p:grpSpPr>
            <a:xfrm>
              <a:off x="538200" y="727200"/>
              <a:ext cx="1542960" cy="1599840"/>
              <a:chOff x="538200" y="727200"/>
              <a:chExt cx="1542960" cy="1599840"/>
            </a:xfrm>
          </p:grpSpPr>
          <p:sp>
            <p:nvSpPr>
              <p:cNvPr id="1619"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620" name="" descr=""/>
              <p:cNvPicPr/>
              <p:nvPr/>
            </p:nvPicPr>
            <p:blipFill>
              <a:blip r:embed="rId1"/>
              <a:stretch/>
            </p:blipFill>
            <p:spPr>
              <a:xfrm>
                <a:off x="568440" y="779400"/>
                <a:ext cx="1430280" cy="1460520"/>
              </a:xfrm>
              <a:prstGeom prst="rect">
                <a:avLst/>
              </a:prstGeom>
              <a:noFill/>
              <a:ln w="0">
                <a:noFill/>
              </a:ln>
            </p:spPr>
          </p:pic>
          <p:sp>
            <p:nvSpPr>
              <p:cNvPr id="1621"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22"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623"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624"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625"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626"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Surveillance Reminders</a:t>
            </a:r>
            <a:endParaRPr b="0" lang="en-IN" sz="4200" strike="noStrike" u="none">
              <a:solidFill>
                <a:srgbClr val="ffffff"/>
              </a:solidFill>
              <a:effectLst/>
              <a:uFillTx/>
              <a:latin typeface="Times New Roman"/>
            </a:endParaRPr>
          </a:p>
        </p:txBody>
      </p:sp>
      <p:sp>
        <p:nvSpPr>
          <p:cNvPr id="1627" name=""/>
          <p:cNvSpPr/>
          <p:nvPr/>
        </p:nvSpPr>
        <p:spPr>
          <a:xfrm>
            <a:off x="1479600" y="2503440"/>
            <a:ext cx="4268880" cy="706932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Submissions need:</a:t>
            </a:r>
            <a:endParaRPr b="0" lang="en-IN" sz="30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2700" strike="noStrike" u="none">
                <a:solidFill>
                  <a:srgbClr val="ffffff"/>
                </a:solidFill>
                <a:effectLst/>
                <a:uFillTx/>
                <a:latin typeface="Times New Roman"/>
              </a:rPr>
              <a:t>obex</a:t>
            </a:r>
            <a:endParaRPr b="0" lang="en-IN" sz="27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2700" strike="noStrike" u="none">
                <a:solidFill>
                  <a:srgbClr val="ffffff"/>
                </a:solidFill>
                <a:effectLst/>
                <a:uFillTx/>
                <a:latin typeface="Times New Roman"/>
              </a:rPr>
              <a:t>age of bovine</a:t>
            </a:r>
            <a:endParaRPr b="0" lang="en-IN" sz="27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2700" strike="noStrike" u="none">
                <a:solidFill>
                  <a:srgbClr val="ffffff"/>
                </a:solidFill>
                <a:effectLst/>
                <a:uFillTx/>
                <a:latin typeface="Times New Roman"/>
              </a:rPr>
              <a:t>ID</a:t>
            </a:r>
            <a:endParaRPr b="0" lang="en-IN" sz="27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2700" strike="noStrike" u="none">
                <a:solidFill>
                  <a:srgbClr val="ffffff"/>
                </a:solidFill>
                <a:effectLst/>
                <a:uFillTx/>
                <a:latin typeface="Times New Roman"/>
              </a:rPr>
              <a:t>clinical signs (or down)</a:t>
            </a:r>
            <a:endParaRPr b="0" lang="en-IN" sz="27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2700" strike="noStrike" u="none">
                <a:solidFill>
                  <a:srgbClr val="ffffff"/>
                </a:solidFill>
                <a:effectLst/>
                <a:uFillTx/>
                <a:latin typeface="Times New Roman"/>
              </a:rPr>
              <a:t>10-4 &amp; supplemental </a:t>
            </a:r>
            <a:endParaRPr b="0" lang="en-IN" sz="27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2700" strike="noStrike" u="none">
                <a:solidFill>
                  <a:srgbClr val="ffffff"/>
                </a:solidFill>
                <a:effectLst/>
                <a:uFillTx/>
                <a:latin typeface="Times New Roman"/>
              </a:rPr>
              <a:t>plant number</a:t>
            </a:r>
            <a:endParaRPr b="0" lang="en-IN" sz="27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Questions call NVSL (515-663-7521)</a:t>
            </a:r>
            <a:endParaRPr b="0" lang="en-IN" sz="3000" strike="noStrike" u="none">
              <a:solidFill>
                <a:srgbClr val="ffffff"/>
              </a:solidFill>
              <a:effectLst/>
              <a:uFillTx/>
              <a:latin typeface="Times New Roman"/>
            </a:endParaRPr>
          </a:p>
        </p:txBody>
      </p:sp>
      <p:grpSp>
        <p:nvGrpSpPr>
          <p:cNvPr id="1628" name=""/>
          <p:cNvGrpSpPr/>
          <p:nvPr/>
        </p:nvGrpSpPr>
        <p:grpSpPr>
          <a:xfrm>
            <a:off x="5749920" y="3298680"/>
            <a:ext cx="4049640" cy="3484800"/>
            <a:chOff x="5749920" y="3298680"/>
            <a:chExt cx="4049640" cy="3484800"/>
          </a:xfrm>
        </p:grpSpPr>
        <p:sp>
          <p:nvSpPr>
            <p:cNvPr id="1629" name=""/>
            <p:cNvSpPr/>
            <p:nvPr/>
          </p:nvSpPr>
          <p:spPr>
            <a:xfrm flipV="1">
              <a:off x="5749920" y="3825720"/>
              <a:ext cx="2857680" cy="2957760"/>
            </a:xfrm>
            <a:custGeom>
              <a:avLst/>
              <a:gdLst>
                <a:gd name="textAreaLeft" fmla="*/ 0 w 2857680"/>
                <a:gd name="textAreaRight" fmla="*/ 2858040 w 2857680"/>
                <a:gd name="textAreaTop" fmla="*/ 360 h 2957760"/>
                <a:gd name="textAreaBottom" fmla="*/ 2958480 h 2957760"/>
              </a:gdLst>
              <a:ahLst/>
              <a:cxnLst/>
              <a:rect l="textAreaLeft" t="textAreaTop" r="textAreaRight" b="textAreaBottom"/>
              <a:pathLst>
                <a:path w="21600" h="22356">
                  <a:moveTo>
                    <a:pt x="0" y="0"/>
                  </a:moveTo>
                  <a:arcTo wR="0" hR="0" stAng="16200000" swAng="-5400000"/>
                  <a:lnTo>
                    <a:pt x="0" y="22356"/>
                  </a:lnTo>
                  <a:arcTo wR="0" hR="0" stAng="10800000" swAng="-5400000"/>
                  <a:lnTo>
                    <a:pt x="21600" y="22356"/>
                  </a:lnTo>
                  <a:arcTo wR="0" hR="0" stAng="16200000" swAng="-5400000"/>
                  <a:lnTo>
                    <a:pt x="21600" y="0"/>
                  </a:lnTo>
                  <a:arcTo wR="0" hR="0" stAng="10800000" swAng="-5400000"/>
                  <a:close/>
                </a:path>
              </a:pathLst>
            </a:custGeom>
            <a:solidFill>
              <a:srgbClr val="000000"/>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630" name=""/>
            <p:cNvGrpSpPr/>
            <p:nvPr/>
          </p:nvGrpSpPr>
          <p:grpSpPr>
            <a:xfrm>
              <a:off x="6186600" y="3298680"/>
              <a:ext cx="3612960" cy="2901960"/>
              <a:chOff x="6186600" y="3298680"/>
              <a:chExt cx="3612960" cy="2901960"/>
            </a:xfrm>
          </p:grpSpPr>
          <p:sp>
            <p:nvSpPr>
              <p:cNvPr id="1631" name=""/>
              <p:cNvSpPr/>
              <p:nvPr/>
            </p:nvSpPr>
            <p:spPr>
              <a:xfrm>
                <a:off x="6186600" y="3298680"/>
                <a:ext cx="3612960" cy="2901960"/>
              </a:xfrm>
              <a:custGeom>
                <a:avLst/>
                <a:gdLst/>
                <a:ahLst/>
                <a:rect l="l" t="t" r="r" b="b"/>
                <a:pathLst>
                  <a:path w="2276" h="1828">
                    <a:moveTo>
                      <a:pt x="640" y="1805"/>
                    </a:moveTo>
                    <a:lnTo>
                      <a:pt x="529" y="1805"/>
                    </a:lnTo>
                    <a:lnTo>
                      <a:pt x="397" y="1805"/>
                    </a:lnTo>
                    <a:lnTo>
                      <a:pt x="380" y="1796"/>
                    </a:lnTo>
                    <a:lnTo>
                      <a:pt x="374" y="1784"/>
                    </a:lnTo>
                    <a:lnTo>
                      <a:pt x="380" y="1725"/>
                    </a:lnTo>
                    <a:lnTo>
                      <a:pt x="380" y="1652"/>
                    </a:lnTo>
                    <a:lnTo>
                      <a:pt x="371" y="1579"/>
                    </a:lnTo>
                    <a:lnTo>
                      <a:pt x="342" y="1492"/>
                    </a:lnTo>
                    <a:lnTo>
                      <a:pt x="340" y="1475"/>
                    </a:lnTo>
                    <a:lnTo>
                      <a:pt x="342" y="1464"/>
                    </a:lnTo>
                    <a:lnTo>
                      <a:pt x="350" y="1453"/>
                    </a:lnTo>
                    <a:lnTo>
                      <a:pt x="357" y="1442"/>
                    </a:lnTo>
                    <a:lnTo>
                      <a:pt x="360" y="1432"/>
                    </a:lnTo>
                    <a:lnTo>
                      <a:pt x="355" y="1419"/>
                    </a:lnTo>
                    <a:lnTo>
                      <a:pt x="342" y="1395"/>
                    </a:lnTo>
                    <a:lnTo>
                      <a:pt x="318" y="1381"/>
                    </a:lnTo>
                    <a:lnTo>
                      <a:pt x="307" y="1382"/>
                    </a:lnTo>
                    <a:lnTo>
                      <a:pt x="306" y="1391"/>
                    </a:lnTo>
                    <a:lnTo>
                      <a:pt x="312" y="1419"/>
                    </a:lnTo>
                    <a:lnTo>
                      <a:pt x="318" y="1454"/>
                    </a:lnTo>
                    <a:lnTo>
                      <a:pt x="290" y="1405"/>
                    </a:lnTo>
                    <a:lnTo>
                      <a:pt x="269" y="1373"/>
                    </a:lnTo>
                    <a:lnTo>
                      <a:pt x="248" y="1351"/>
                    </a:lnTo>
                    <a:lnTo>
                      <a:pt x="231" y="1322"/>
                    </a:lnTo>
                    <a:lnTo>
                      <a:pt x="255" y="1321"/>
                    </a:lnTo>
                    <a:lnTo>
                      <a:pt x="246" y="1290"/>
                    </a:lnTo>
                    <a:lnTo>
                      <a:pt x="231" y="1256"/>
                    </a:lnTo>
                    <a:lnTo>
                      <a:pt x="215" y="1228"/>
                    </a:lnTo>
                    <a:lnTo>
                      <a:pt x="194" y="1201"/>
                    </a:lnTo>
                    <a:lnTo>
                      <a:pt x="167" y="1176"/>
                    </a:lnTo>
                    <a:lnTo>
                      <a:pt x="141" y="1167"/>
                    </a:lnTo>
                    <a:lnTo>
                      <a:pt x="127" y="1165"/>
                    </a:lnTo>
                    <a:lnTo>
                      <a:pt x="114" y="1157"/>
                    </a:lnTo>
                    <a:lnTo>
                      <a:pt x="39" y="1084"/>
                    </a:lnTo>
                    <a:lnTo>
                      <a:pt x="16" y="1066"/>
                    </a:lnTo>
                    <a:lnTo>
                      <a:pt x="0" y="1005"/>
                    </a:lnTo>
                    <a:lnTo>
                      <a:pt x="26" y="925"/>
                    </a:lnTo>
                    <a:lnTo>
                      <a:pt x="53" y="931"/>
                    </a:lnTo>
                    <a:lnTo>
                      <a:pt x="143" y="968"/>
                    </a:lnTo>
                    <a:lnTo>
                      <a:pt x="262" y="1036"/>
                    </a:lnTo>
                    <a:lnTo>
                      <a:pt x="410" y="1139"/>
                    </a:lnTo>
                    <a:lnTo>
                      <a:pt x="470" y="1192"/>
                    </a:lnTo>
                    <a:lnTo>
                      <a:pt x="508" y="1232"/>
                    </a:lnTo>
                    <a:lnTo>
                      <a:pt x="550" y="1284"/>
                    </a:lnTo>
                    <a:lnTo>
                      <a:pt x="593" y="1332"/>
                    </a:lnTo>
                    <a:lnTo>
                      <a:pt x="613" y="1349"/>
                    </a:lnTo>
                    <a:lnTo>
                      <a:pt x="636" y="1358"/>
                    </a:lnTo>
                    <a:lnTo>
                      <a:pt x="655" y="1344"/>
                    </a:lnTo>
                    <a:lnTo>
                      <a:pt x="670" y="1323"/>
                    </a:lnTo>
                    <a:lnTo>
                      <a:pt x="678" y="1301"/>
                    </a:lnTo>
                    <a:lnTo>
                      <a:pt x="701" y="1302"/>
                    </a:lnTo>
                    <a:lnTo>
                      <a:pt x="725" y="1273"/>
                    </a:lnTo>
                    <a:lnTo>
                      <a:pt x="747" y="1261"/>
                    </a:lnTo>
                    <a:lnTo>
                      <a:pt x="932" y="1019"/>
                    </a:lnTo>
                    <a:lnTo>
                      <a:pt x="1003" y="924"/>
                    </a:lnTo>
                    <a:lnTo>
                      <a:pt x="1024" y="917"/>
                    </a:lnTo>
                    <a:lnTo>
                      <a:pt x="1073" y="897"/>
                    </a:lnTo>
                    <a:lnTo>
                      <a:pt x="1071" y="867"/>
                    </a:lnTo>
                    <a:lnTo>
                      <a:pt x="1094" y="851"/>
                    </a:lnTo>
                    <a:lnTo>
                      <a:pt x="1105" y="840"/>
                    </a:lnTo>
                    <a:lnTo>
                      <a:pt x="1132" y="797"/>
                    </a:lnTo>
                    <a:lnTo>
                      <a:pt x="1145" y="774"/>
                    </a:lnTo>
                    <a:lnTo>
                      <a:pt x="1173" y="738"/>
                    </a:lnTo>
                    <a:lnTo>
                      <a:pt x="1237" y="677"/>
                    </a:lnTo>
                    <a:lnTo>
                      <a:pt x="1249" y="673"/>
                    </a:lnTo>
                    <a:lnTo>
                      <a:pt x="1254" y="663"/>
                    </a:lnTo>
                    <a:lnTo>
                      <a:pt x="1402" y="526"/>
                    </a:lnTo>
                    <a:lnTo>
                      <a:pt x="1399" y="539"/>
                    </a:lnTo>
                    <a:lnTo>
                      <a:pt x="1188" y="776"/>
                    </a:lnTo>
                    <a:lnTo>
                      <a:pt x="1167" y="797"/>
                    </a:lnTo>
                    <a:lnTo>
                      <a:pt x="1144" y="818"/>
                    </a:lnTo>
                    <a:lnTo>
                      <a:pt x="1133" y="843"/>
                    </a:lnTo>
                    <a:lnTo>
                      <a:pt x="1130" y="867"/>
                    </a:lnTo>
                    <a:lnTo>
                      <a:pt x="1116" y="892"/>
                    </a:lnTo>
                    <a:lnTo>
                      <a:pt x="1092" y="911"/>
                    </a:lnTo>
                    <a:lnTo>
                      <a:pt x="1078" y="933"/>
                    </a:lnTo>
                    <a:lnTo>
                      <a:pt x="1059" y="954"/>
                    </a:lnTo>
                    <a:lnTo>
                      <a:pt x="1051" y="986"/>
                    </a:lnTo>
                    <a:lnTo>
                      <a:pt x="1056" y="1011"/>
                    </a:lnTo>
                    <a:lnTo>
                      <a:pt x="1040" y="1034"/>
                    </a:lnTo>
                    <a:lnTo>
                      <a:pt x="1007" y="1049"/>
                    </a:lnTo>
                    <a:lnTo>
                      <a:pt x="1007" y="1071"/>
                    </a:lnTo>
                    <a:lnTo>
                      <a:pt x="987" y="1095"/>
                    </a:lnTo>
                    <a:lnTo>
                      <a:pt x="970" y="1121"/>
                    </a:lnTo>
                    <a:lnTo>
                      <a:pt x="970" y="1143"/>
                    </a:lnTo>
                    <a:lnTo>
                      <a:pt x="979" y="1165"/>
                    </a:lnTo>
                    <a:lnTo>
                      <a:pt x="995" y="1171"/>
                    </a:lnTo>
                    <a:lnTo>
                      <a:pt x="1010" y="1161"/>
                    </a:lnTo>
                    <a:lnTo>
                      <a:pt x="1030" y="1115"/>
                    </a:lnTo>
                    <a:lnTo>
                      <a:pt x="1045" y="1087"/>
                    </a:lnTo>
                    <a:lnTo>
                      <a:pt x="1047" y="1066"/>
                    </a:lnTo>
                    <a:lnTo>
                      <a:pt x="1049" y="1046"/>
                    </a:lnTo>
                    <a:lnTo>
                      <a:pt x="1080" y="1010"/>
                    </a:lnTo>
                    <a:lnTo>
                      <a:pt x="1099" y="989"/>
                    </a:lnTo>
                    <a:lnTo>
                      <a:pt x="1151" y="948"/>
                    </a:lnTo>
                    <a:lnTo>
                      <a:pt x="1155" y="913"/>
                    </a:lnTo>
                    <a:lnTo>
                      <a:pt x="1163" y="887"/>
                    </a:lnTo>
                    <a:lnTo>
                      <a:pt x="1175" y="879"/>
                    </a:lnTo>
                    <a:lnTo>
                      <a:pt x="1198" y="880"/>
                    </a:lnTo>
                    <a:lnTo>
                      <a:pt x="1247" y="826"/>
                    </a:lnTo>
                    <a:lnTo>
                      <a:pt x="1307" y="783"/>
                    </a:lnTo>
                    <a:lnTo>
                      <a:pt x="1347" y="743"/>
                    </a:lnTo>
                    <a:lnTo>
                      <a:pt x="1371" y="694"/>
                    </a:lnTo>
                    <a:lnTo>
                      <a:pt x="1426" y="659"/>
                    </a:lnTo>
                    <a:lnTo>
                      <a:pt x="1528" y="610"/>
                    </a:lnTo>
                    <a:lnTo>
                      <a:pt x="1551" y="591"/>
                    </a:lnTo>
                    <a:lnTo>
                      <a:pt x="1597" y="559"/>
                    </a:lnTo>
                    <a:lnTo>
                      <a:pt x="1615" y="537"/>
                    </a:lnTo>
                    <a:lnTo>
                      <a:pt x="1626" y="516"/>
                    </a:lnTo>
                    <a:lnTo>
                      <a:pt x="1619" y="493"/>
                    </a:lnTo>
                    <a:lnTo>
                      <a:pt x="1623" y="478"/>
                    </a:lnTo>
                    <a:lnTo>
                      <a:pt x="1698" y="407"/>
                    </a:lnTo>
                    <a:lnTo>
                      <a:pt x="1700" y="384"/>
                    </a:lnTo>
                    <a:lnTo>
                      <a:pt x="1685" y="379"/>
                    </a:lnTo>
                    <a:lnTo>
                      <a:pt x="1660" y="387"/>
                    </a:lnTo>
                    <a:lnTo>
                      <a:pt x="1648" y="396"/>
                    </a:lnTo>
                    <a:lnTo>
                      <a:pt x="1621" y="416"/>
                    </a:lnTo>
                    <a:lnTo>
                      <a:pt x="1606" y="438"/>
                    </a:lnTo>
                    <a:lnTo>
                      <a:pt x="1573" y="461"/>
                    </a:lnTo>
                    <a:lnTo>
                      <a:pt x="1572" y="438"/>
                    </a:lnTo>
                    <a:lnTo>
                      <a:pt x="1579" y="424"/>
                    </a:lnTo>
                    <a:lnTo>
                      <a:pt x="1773" y="254"/>
                    </a:lnTo>
                    <a:lnTo>
                      <a:pt x="1737" y="297"/>
                    </a:lnTo>
                    <a:lnTo>
                      <a:pt x="1721" y="321"/>
                    </a:lnTo>
                    <a:lnTo>
                      <a:pt x="1713" y="346"/>
                    </a:lnTo>
                    <a:lnTo>
                      <a:pt x="1724" y="359"/>
                    </a:lnTo>
                    <a:lnTo>
                      <a:pt x="2018" y="140"/>
                    </a:lnTo>
                    <a:lnTo>
                      <a:pt x="2100" y="89"/>
                    </a:lnTo>
                    <a:lnTo>
                      <a:pt x="2151" y="56"/>
                    </a:lnTo>
                    <a:lnTo>
                      <a:pt x="2195" y="34"/>
                    </a:lnTo>
                    <a:lnTo>
                      <a:pt x="2220" y="19"/>
                    </a:lnTo>
                    <a:lnTo>
                      <a:pt x="2248" y="9"/>
                    </a:lnTo>
                    <a:lnTo>
                      <a:pt x="2275" y="0"/>
                    </a:lnTo>
                    <a:lnTo>
                      <a:pt x="2236" y="25"/>
                    </a:lnTo>
                    <a:lnTo>
                      <a:pt x="2210" y="40"/>
                    </a:lnTo>
                    <a:lnTo>
                      <a:pt x="2181" y="64"/>
                    </a:lnTo>
                    <a:lnTo>
                      <a:pt x="2148" y="89"/>
                    </a:lnTo>
                    <a:lnTo>
                      <a:pt x="2122" y="117"/>
                    </a:lnTo>
                    <a:lnTo>
                      <a:pt x="1946" y="290"/>
                    </a:lnTo>
                    <a:lnTo>
                      <a:pt x="1842" y="409"/>
                    </a:lnTo>
                    <a:lnTo>
                      <a:pt x="1729" y="539"/>
                    </a:lnTo>
                    <a:lnTo>
                      <a:pt x="1391" y="960"/>
                    </a:lnTo>
                    <a:lnTo>
                      <a:pt x="1351" y="1036"/>
                    </a:lnTo>
                    <a:lnTo>
                      <a:pt x="1326" y="1055"/>
                    </a:lnTo>
                    <a:lnTo>
                      <a:pt x="1307" y="1087"/>
                    </a:lnTo>
                    <a:lnTo>
                      <a:pt x="1299" y="1113"/>
                    </a:lnTo>
                    <a:lnTo>
                      <a:pt x="1264" y="1132"/>
                    </a:lnTo>
                    <a:lnTo>
                      <a:pt x="1269" y="1145"/>
                    </a:lnTo>
                    <a:lnTo>
                      <a:pt x="1227" y="1190"/>
                    </a:lnTo>
                    <a:lnTo>
                      <a:pt x="1024" y="1560"/>
                    </a:lnTo>
                    <a:lnTo>
                      <a:pt x="1005" y="1581"/>
                    </a:lnTo>
                    <a:lnTo>
                      <a:pt x="999" y="1605"/>
                    </a:lnTo>
                    <a:lnTo>
                      <a:pt x="990" y="1629"/>
                    </a:lnTo>
                    <a:lnTo>
                      <a:pt x="984" y="1640"/>
                    </a:lnTo>
                    <a:lnTo>
                      <a:pt x="975" y="1650"/>
                    </a:lnTo>
                    <a:lnTo>
                      <a:pt x="967" y="1661"/>
                    </a:lnTo>
                    <a:lnTo>
                      <a:pt x="956" y="1673"/>
                    </a:lnTo>
                    <a:lnTo>
                      <a:pt x="955" y="1685"/>
                    </a:lnTo>
                    <a:lnTo>
                      <a:pt x="953" y="1698"/>
                    </a:lnTo>
                    <a:lnTo>
                      <a:pt x="940" y="1708"/>
                    </a:lnTo>
                    <a:lnTo>
                      <a:pt x="930" y="1717"/>
                    </a:lnTo>
                    <a:lnTo>
                      <a:pt x="923" y="1729"/>
                    </a:lnTo>
                    <a:lnTo>
                      <a:pt x="932" y="1741"/>
                    </a:lnTo>
                    <a:lnTo>
                      <a:pt x="937" y="1754"/>
                    </a:lnTo>
                    <a:lnTo>
                      <a:pt x="946" y="1763"/>
                    </a:lnTo>
                    <a:lnTo>
                      <a:pt x="959" y="1759"/>
                    </a:lnTo>
                    <a:lnTo>
                      <a:pt x="970" y="1749"/>
                    </a:lnTo>
                    <a:lnTo>
                      <a:pt x="984" y="1747"/>
                    </a:lnTo>
                    <a:lnTo>
                      <a:pt x="974" y="1759"/>
                    </a:lnTo>
                    <a:lnTo>
                      <a:pt x="965" y="1769"/>
                    </a:lnTo>
                    <a:lnTo>
                      <a:pt x="955" y="1782"/>
                    </a:lnTo>
                    <a:lnTo>
                      <a:pt x="943" y="1793"/>
                    </a:lnTo>
                    <a:lnTo>
                      <a:pt x="933" y="1803"/>
                    </a:lnTo>
                    <a:lnTo>
                      <a:pt x="919" y="1813"/>
                    </a:lnTo>
                    <a:lnTo>
                      <a:pt x="909" y="1820"/>
                    </a:lnTo>
                    <a:lnTo>
                      <a:pt x="888" y="1827"/>
                    </a:lnTo>
                    <a:lnTo>
                      <a:pt x="839" y="1817"/>
                    </a:lnTo>
                    <a:lnTo>
                      <a:pt x="762" y="1810"/>
                    </a:lnTo>
                    <a:lnTo>
                      <a:pt x="640" y="1805"/>
                    </a:lnTo>
                    <a:lnTo>
                      <a:pt x="640" y="1805"/>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32" name=""/>
              <p:cNvSpPr/>
              <p:nvPr/>
            </p:nvSpPr>
            <p:spPr>
              <a:xfrm>
                <a:off x="8023320" y="4017960"/>
                <a:ext cx="623880" cy="639720"/>
              </a:xfrm>
              <a:custGeom>
                <a:avLst/>
                <a:gdLst/>
                <a:ahLst/>
                <a:rect l="l" t="t" r="r" b="b"/>
                <a:pathLst>
                  <a:path w="393" h="403">
                    <a:moveTo>
                      <a:pt x="0" y="402"/>
                    </a:moveTo>
                    <a:lnTo>
                      <a:pt x="38" y="349"/>
                    </a:lnTo>
                    <a:lnTo>
                      <a:pt x="76" y="312"/>
                    </a:lnTo>
                    <a:lnTo>
                      <a:pt x="143" y="237"/>
                    </a:lnTo>
                    <a:lnTo>
                      <a:pt x="171" y="201"/>
                    </a:lnTo>
                    <a:lnTo>
                      <a:pt x="198" y="174"/>
                    </a:lnTo>
                    <a:lnTo>
                      <a:pt x="237" y="120"/>
                    </a:lnTo>
                    <a:lnTo>
                      <a:pt x="333" y="0"/>
                    </a:lnTo>
                    <a:lnTo>
                      <a:pt x="278" y="91"/>
                    </a:lnTo>
                    <a:lnTo>
                      <a:pt x="223" y="149"/>
                    </a:lnTo>
                    <a:lnTo>
                      <a:pt x="224" y="164"/>
                    </a:lnTo>
                    <a:lnTo>
                      <a:pt x="237" y="154"/>
                    </a:lnTo>
                    <a:lnTo>
                      <a:pt x="250" y="142"/>
                    </a:lnTo>
                    <a:lnTo>
                      <a:pt x="286" y="107"/>
                    </a:lnTo>
                    <a:lnTo>
                      <a:pt x="320" y="73"/>
                    </a:lnTo>
                    <a:lnTo>
                      <a:pt x="392" y="22"/>
                    </a:lnTo>
                    <a:lnTo>
                      <a:pt x="338" y="73"/>
                    </a:lnTo>
                    <a:lnTo>
                      <a:pt x="327" y="115"/>
                    </a:lnTo>
                    <a:lnTo>
                      <a:pt x="288" y="143"/>
                    </a:lnTo>
                    <a:lnTo>
                      <a:pt x="249" y="180"/>
                    </a:lnTo>
                    <a:lnTo>
                      <a:pt x="214" y="200"/>
                    </a:lnTo>
                    <a:lnTo>
                      <a:pt x="192" y="218"/>
                    </a:lnTo>
                    <a:lnTo>
                      <a:pt x="142" y="278"/>
                    </a:lnTo>
                    <a:lnTo>
                      <a:pt x="62" y="354"/>
                    </a:lnTo>
                    <a:lnTo>
                      <a:pt x="27" y="377"/>
                    </a:lnTo>
                    <a:lnTo>
                      <a:pt x="0" y="402"/>
                    </a:lnTo>
                    <a:lnTo>
                      <a:pt x="0" y="402"/>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33" name=""/>
              <p:cNvSpPr/>
              <p:nvPr/>
            </p:nvSpPr>
            <p:spPr>
              <a:xfrm>
                <a:off x="8696160" y="3786120"/>
                <a:ext cx="176400" cy="144360"/>
              </a:xfrm>
              <a:custGeom>
                <a:avLst/>
                <a:gdLst/>
                <a:ahLst/>
                <a:rect l="l" t="t" r="r" b="b"/>
                <a:pathLst>
                  <a:path w="111" h="91">
                    <a:moveTo>
                      <a:pt x="1" y="68"/>
                    </a:moveTo>
                    <a:lnTo>
                      <a:pt x="14" y="48"/>
                    </a:lnTo>
                    <a:lnTo>
                      <a:pt x="40" y="38"/>
                    </a:lnTo>
                    <a:lnTo>
                      <a:pt x="65" y="20"/>
                    </a:lnTo>
                    <a:lnTo>
                      <a:pt x="94" y="6"/>
                    </a:lnTo>
                    <a:lnTo>
                      <a:pt x="110" y="0"/>
                    </a:lnTo>
                    <a:lnTo>
                      <a:pt x="79" y="24"/>
                    </a:lnTo>
                    <a:lnTo>
                      <a:pt x="60" y="40"/>
                    </a:lnTo>
                    <a:lnTo>
                      <a:pt x="42" y="58"/>
                    </a:lnTo>
                    <a:lnTo>
                      <a:pt x="22" y="73"/>
                    </a:lnTo>
                    <a:lnTo>
                      <a:pt x="0" y="90"/>
                    </a:lnTo>
                    <a:lnTo>
                      <a:pt x="1" y="68"/>
                    </a:lnTo>
                    <a:lnTo>
                      <a:pt x="1" y="68"/>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34" name=""/>
              <p:cNvSpPr/>
              <p:nvPr/>
            </p:nvSpPr>
            <p:spPr>
              <a:xfrm>
                <a:off x="8589960" y="4114800"/>
                <a:ext cx="120600" cy="98280"/>
              </a:xfrm>
              <a:custGeom>
                <a:avLst/>
                <a:gdLst/>
                <a:ahLst/>
                <a:rect l="l" t="t" r="r" b="b"/>
                <a:pathLst>
                  <a:path w="76" h="62">
                    <a:moveTo>
                      <a:pt x="22" y="38"/>
                    </a:moveTo>
                    <a:lnTo>
                      <a:pt x="46" y="17"/>
                    </a:lnTo>
                    <a:lnTo>
                      <a:pt x="51" y="0"/>
                    </a:lnTo>
                    <a:lnTo>
                      <a:pt x="75" y="2"/>
                    </a:lnTo>
                    <a:lnTo>
                      <a:pt x="69" y="14"/>
                    </a:lnTo>
                    <a:lnTo>
                      <a:pt x="64" y="23"/>
                    </a:lnTo>
                    <a:lnTo>
                      <a:pt x="51" y="35"/>
                    </a:lnTo>
                    <a:lnTo>
                      <a:pt x="38" y="43"/>
                    </a:lnTo>
                    <a:lnTo>
                      <a:pt x="25" y="51"/>
                    </a:lnTo>
                    <a:lnTo>
                      <a:pt x="0" y="61"/>
                    </a:lnTo>
                    <a:lnTo>
                      <a:pt x="22" y="38"/>
                    </a:lnTo>
                    <a:lnTo>
                      <a:pt x="22" y="38"/>
                    </a:lnTo>
                  </a:path>
                </a:pathLst>
              </a:custGeom>
              <a:solidFill>
                <a:srgbClr val="ff00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Tree>
  </p:cSld>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635" name=""/>
          <p:cNvGrpSpPr/>
          <p:nvPr/>
        </p:nvGrpSpPr>
        <p:grpSpPr>
          <a:xfrm>
            <a:off x="538200" y="-7920"/>
            <a:ext cx="9456840" cy="8099280"/>
            <a:chOff x="538200" y="-7920"/>
            <a:chExt cx="9456840" cy="8099280"/>
          </a:xfrm>
        </p:grpSpPr>
        <p:sp>
          <p:nvSpPr>
            <p:cNvPr id="1636"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637" name=""/>
            <p:cNvGrpSpPr/>
            <p:nvPr/>
          </p:nvGrpSpPr>
          <p:grpSpPr>
            <a:xfrm>
              <a:off x="538200" y="727200"/>
              <a:ext cx="1542960" cy="1599840"/>
              <a:chOff x="538200" y="727200"/>
              <a:chExt cx="1542960" cy="1599840"/>
            </a:xfrm>
          </p:grpSpPr>
          <p:sp>
            <p:nvSpPr>
              <p:cNvPr id="1638"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639" name="" descr=""/>
              <p:cNvPicPr/>
              <p:nvPr/>
            </p:nvPicPr>
            <p:blipFill>
              <a:blip r:embed="rId1"/>
              <a:stretch/>
            </p:blipFill>
            <p:spPr>
              <a:xfrm>
                <a:off x="568440" y="779400"/>
                <a:ext cx="1430280" cy="1460520"/>
              </a:xfrm>
              <a:prstGeom prst="rect">
                <a:avLst/>
              </a:prstGeom>
              <a:noFill/>
              <a:ln w="0">
                <a:noFill/>
              </a:ln>
            </p:spPr>
          </p:pic>
          <p:sp>
            <p:nvSpPr>
              <p:cNvPr id="1640"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41"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642"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643"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644"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645"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Test Methodology</a:t>
            </a:r>
            <a:endParaRPr b="0" lang="en-IN" sz="4200" strike="noStrike" u="none">
              <a:solidFill>
                <a:srgbClr val="ffffff"/>
              </a:solidFill>
              <a:effectLst/>
              <a:uFillTx/>
              <a:latin typeface="Times New Roman"/>
            </a:endParaRPr>
          </a:p>
        </p:txBody>
      </p:sp>
      <p:sp>
        <p:nvSpPr>
          <p:cNvPr id="1646" name=""/>
          <p:cNvSpPr/>
          <p:nvPr/>
        </p:nvSpPr>
        <p:spPr>
          <a:xfrm>
            <a:off x="1479600" y="2503440"/>
            <a:ext cx="8750160" cy="539280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Histology</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Immunohistochemistry</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Western Blot</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New tests:</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Enfer </a:t>
            </a:r>
            <a:r>
              <a:rPr b="0" lang="en-US" sz="2400" strike="noStrike" u="none">
                <a:solidFill>
                  <a:srgbClr val="ffffff"/>
                </a:solidFill>
                <a:effectLst/>
                <a:uFillTx/>
                <a:latin typeface="Times New Roman"/>
              </a:rPr>
              <a:t>(High throughput chemiluminescent ELISA - 3-4 hrs)</a:t>
            </a:r>
            <a:endParaRPr b="0" lang="en-IN" sz="24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Prionics (modified WB - 8 hrs)</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Biorad (Sandwich Immunoassay (3-4 hrs)</a:t>
            </a:r>
            <a:endParaRPr b="0" lang="en-IN" sz="32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All need brain</a:t>
            </a:r>
            <a:endParaRPr b="0" lang="en-IN" sz="3500" strike="noStrike" u="none">
              <a:solidFill>
                <a:srgbClr val="ffffff"/>
              </a:solidFill>
              <a:effectLst/>
              <a:uFillTx/>
              <a:latin typeface="Times New Roman"/>
            </a:endParaRPr>
          </a:p>
        </p:txBody>
      </p:sp>
      <p:sp>
        <p:nvSpPr>
          <p:cNvPr id="1647" name=""/>
          <p:cNvSpPr/>
          <p:nvPr/>
        </p:nvSpPr>
        <p:spPr>
          <a:xfrm>
            <a:off x="169920" y="1765440"/>
            <a:ext cx="10637640" cy="10429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30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3000" strike="noStrike" u="none">
              <a:solidFill>
                <a:srgbClr val="ffffff"/>
              </a:solidFill>
              <a:effectLst/>
              <a:uFillTx/>
              <a:latin typeface="Times New Roman"/>
            </a:endParaRPr>
          </a:p>
        </p:txBody>
      </p:sp>
    </p:spTree>
  </p:cSld>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648" name=""/>
          <p:cNvGrpSpPr/>
          <p:nvPr/>
        </p:nvGrpSpPr>
        <p:grpSpPr>
          <a:xfrm>
            <a:off x="538200" y="-7920"/>
            <a:ext cx="9456840" cy="8099280"/>
            <a:chOff x="538200" y="-7920"/>
            <a:chExt cx="9456840" cy="8099280"/>
          </a:xfrm>
        </p:grpSpPr>
        <p:sp>
          <p:nvSpPr>
            <p:cNvPr id="1649"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650" name=""/>
            <p:cNvGrpSpPr/>
            <p:nvPr/>
          </p:nvGrpSpPr>
          <p:grpSpPr>
            <a:xfrm>
              <a:off x="538200" y="727200"/>
              <a:ext cx="1542960" cy="1599840"/>
              <a:chOff x="538200" y="727200"/>
              <a:chExt cx="1542960" cy="1599840"/>
            </a:xfrm>
          </p:grpSpPr>
          <p:sp>
            <p:nvSpPr>
              <p:cNvPr id="1651"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652" name="" descr=""/>
              <p:cNvPicPr/>
              <p:nvPr/>
            </p:nvPicPr>
            <p:blipFill>
              <a:blip r:embed="rId1"/>
              <a:stretch/>
            </p:blipFill>
            <p:spPr>
              <a:xfrm>
                <a:off x="568440" y="779400"/>
                <a:ext cx="1430280" cy="1460520"/>
              </a:xfrm>
              <a:prstGeom prst="rect">
                <a:avLst/>
              </a:prstGeom>
              <a:noFill/>
              <a:ln w="0">
                <a:noFill/>
              </a:ln>
            </p:spPr>
          </p:pic>
          <p:sp>
            <p:nvSpPr>
              <p:cNvPr id="1653"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54"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655"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656"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657"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658" name="PlaceHolder 1"/>
          <p:cNvSpPr>
            <a:spLocks noGrp="1"/>
          </p:cNvSpPr>
          <p:nvPr>
            <p:ph/>
          </p:nvPr>
        </p:nvSpPr>
        <p:spPr>
          <a:xfrm>
            <a:off x="2198520" y="-43200"/>
            <a:ext cx="7831440" cy="305100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Status of Cattle Imported into the US from the United Kingdom and Ireland (as of May 2, 2001)</a:t>
            </a: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4200" strike="noStrike" u="none">
              <a:solidFill>
                <a:srgbClr val="ffffff"/>
              </a:solidFill>
              <a:effectLst/>
              <a:uFillTx/>
              <a:latin typeface="Times New Roman"/>
            </a:endParaRPr>
          </a:p>
        </p:txBody>
      </p:sp>
      <p:grpSp>
        <p:nvGrpSpPr>
          <p:cNvPr id="1659" name=""/>
          <p:cNvGrpSpPr/>
          <p:nvPr/>
        </p:nvGrpSpPr>
        <p:grpSpPr>
          <a:xfrm>
            <a:off x="2738520" y="2927520"/>
            <a:ext cx="6049800" cy="4130640"/>
            <a:chOff x="2738520" y="2927520"/>
            <a:chExt cx="6049800" cy="4130640"/>
          </a:xfrm>
        </p:grpSpPr>
        <p:sp>
          <p:nvSpPr>
            <p:cNvPr id="1660" name=""/>
            <p:cNvSpPr/>
            <p:nvPr/>
          </p:nvSpPr>
          <p:spPr>
            <a:xfrm>
              <a:off x="4030560" y="3238560"/>
              <a:ext cx="2084400" cy="2257200"/>
            </a:xfrm>
            <a:custGeom>
              <a:avLst/>
              <a:gdLst/>
              <a:ahLst/>
              <a:rect l="l" t="t" r="r" b="b"/>
              <a:pathLst>
                <a:path w="1313" h="1422">
                  <a:moveTo>
                    <a:pt x="655" y="1421"/>
                  </a:moveTo>
                  <a:lnTo>
                    <a:pt x="723" y="1417"/>
                  </a:lnTo>
                  <a:lnTo>
                    <a:pt x="788" y="1405"/>
                  </a:lnTo>
                  <a:lnTo>
                    <a:pt x="851" y="1387"/>
                  </a:lnTo>
                  <a:lnTo>
                    <a:pt x="912" y="1367"/>
                  </a:lnTo>
                  <a:lnTo>
                    <a:pt x="968" y="1334"/>
                  </a:lnTo>
                  <a:lnTo>
                    <a:pt x="1023" y="1300"/>
                  </a:lnTo>
                  <a:lnTo>
                    <a:pt x="1073" y="1258"/>
                  </a:lnTo>
                  <a:lnTo>
                    <a:pt x="1120" y="1212"/>
                  </a:lnTo>
                  <a:lnTo>
                    <a:pt x="1162" y="1161"/>
                  </a:lnTo>
                  <a:lnTo>
                    <a:pt x="1198" y="1109"/>
                  </a:lnTo>
                  <a:lnTo>
                    <a:pt x="1232" y="1049"/>
                  </a:lnTo>
                  <a:lnTo>
                    <a:pt x="1260" y="986"/>
                  </a:lnTo>
                  <a:lnTo>
                    <a:pt x="1282" y="923"/>
                  </a:lnTo>
                  <a:lnTo>
                    <a:pt x="1298" y="854"/>
                  </a:lnTo>
                  <a:lnTo>
                    <a:pt x="1308" y="783"/>
                  </a:lnTo>
                  <a:lnTo>
                    <a:pt x="1312" y="711"/>
                  </a:lnTo>
                  <a:lnTo>
                    <a:pt x="1308" y="637"/>
                  </a:lnTo>
                  <a:lnTo>
                    <a:pt x="1298" y="568"/>
                  </a:lnTo>
                  <a:lnTo>
                    <a:pt x="1282" y="498"/>
                  </a:lnTo>
                  <a:lnTo>
                    <a:pt x="1260" y="435"/>
                  </a:lnTo>
                  <a:lnTo>
                    <a:pt x="1232" y="371"/>
                  </a:lnTo>
                  <a:lnTo>
                    <a:pt x="1198" y="313"/>
                  </a:lnTo>
                  <a:lnTo>
                    <a:pt x="1162" y="259"/>
                  </a:lnTo>
                  <a:lnTo>
                    <a:pt x="1120" y="207"/>
                  </a:lnTo>
                  <a:lnTo>
                    <a:pt x="1073" y="163"/>
                  </a:lnTo>
                  <a:lnTo>
                    <a:pt x="1023" y="121"/>
                  </a:lnTo>
                  <a:lnTo>
                    <a:pt x="968" y="86"/>
                  </a:lnTo>
                  <a:lnTo>
                    <a:pt x="912" y="54"/>
                  </a:lnTo>
                  <a:lnTo>
                    <a:pt x="851" y="32"/>
                  </a:lnTo>
                  <a:lnTo>
                    <a:pt x="788" y="15"/>
                  </a:lnTo>
                  <a:lnTo>
                    <a:pt x="723" y="3"/>
                  </a:lnTo>
                  <a:lnTo>
                    <a:pt x="655" y="0"/>
                  </a:lnTo>
                  <a:lnTo>
                    <a:pt x="589" y="3"/>
                  </a:lnTo>
                  <a:lnTo>
                    <a:pt x="524" y="15"/>
                  </a:lnTo>
                  <a:lnTo>
                    <a:pt x="461" y="32"/>
                  </a:lnTo>
                  <a:lnTo>
                    <a:pt x="401" y="54"/>
                  </a:lnTo>
                  <a:lnTo>
                    <a:pt x="343" y="86"/>
                  </a:lnTo>
                  <a:lnTo>
                    <a:pt x="290" y="121"/>
                  </a:lnTo>
                  <a:lnTo>
                    <a:pt x="239" y="163"/>
                  </a:lnTo>
                  <a:lnTo>
                    <a:pt x="192" y="207"/>
                  </a:lnTo>
                  <a:lnTo>
                    <a:pt x="151" y="259"/>
                  </a:lnTo>
                  <a:lnTo>
                    <a:pt x="113" y="313"/>
                  </a:lnTo>
                  <a:lnTo>
                    <a:pt x="80" y="371"/>
                  </a:lnTo>
                  <a:lnTo>
                    <a:pt x="52" y="435"/>
                  </a:lnTo>
                  <a:lnTo>
                    <a:pt x="31" y="498"/>
                  </a:lnTo>
                  <a:lnTo>
                    <a:pt x="14" y="568"/>
                  </a:lnTo>
                  <a:lnTo>
                    <a:pt x="4" y="637"/>
                  </a:lnTo>
                  <a:lnTo>
                    <a:pt x="0" y="711"/>
                  </a:lnTo>
                  <a:lnTo>
                    <a:pt x="4" y="783"/>
                  </a:lnTo>
                  <a:lnTo>
                    <a:pt x="14" y="854"/>
                  </a:lnTo>
                  <a:lnTo>
                    <a:pt x="31" y="923"/>
                  </a:lnTo>
                  <a:lnTo>
                    <a:pt x="52" y="986"/>
                  </a:lnTo>
                  <a:lnTo>
                    <a:pt x="80" y="1049"/>
                  </a:lnTo>
                  <a:lnTo>
                    <a:pt x="113" y="1109"/>
                  </a:lnTo>
                  <a:lnTo>
                    <a:pt x="151" y="1161"/>
                  </a:lnTo>
                  <a:lnTo>
                    <a:pt x="192" y="1212"/>
                  </a:lnTo>
                  <a:lnTo>
                    <a:pt x="239" y="1258"/>
                  </a:lnTo>
                  <a:lnTo>
                    <a:pt x="290" y="1300"/>
                  </a:lnTo>
                  <a:lnTo>
                    <a:pt x="343" y="1334"/>
                  </a:lnTo>
                  <a:lnTo>
                    <a:pt x="401" y="1367"/>
                  </a:lnTo>
                  <a:lnTo>
                    <a:pt x="461" y="1387"/>
                  </a:lnTo>
                  <a:lnTo>
                    <a:pt x="524" y="1405"/>
                  </a:lnTo>
                  <a:lnTo>
                    <a:pt x="589" y="1417"/>
                  </a:lnTo>
                  <a:lnTo>
                    <a:pt x="655" y="1421"/>
                  </a:lnTo>
                  <a:lnTo>
                    <a:pt x="655" y="1421"/>
                  </a:lnTo>
                </a:path>
              </a:pathLst>
            </a:custGeom>
            <a:solidFill>
              <a:srgbClr val="0000f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61" name=""/>
            <p:cNvSpPr/>
            <p:nvPr/>
          </p:nvSpPr>
          <p:spPr>
            <a:xfrm>
              <a:off x="6743880" y="5494320"/>
              <a:ext cx="441000" cy="779400"/>
            </a:xfrm>
            <a:custGeom>
              <a:avLst/>
              <a:gdLst/>
              <a:ahLst/>
              <a:rect l="l" t="t" r="r" b="b"/>
              <a:pathLst>
                <a:path w="278" h="491">
                  <a:moveTo>
                    <a:pt x="0" y="19"/>
                  </a:moveTo>
                  <a:lnTo>
                    <a:pt x="0" y="19"/>
                  </a:lnTo>
                  <a:lnTo>
                    <a:pt x="7" y="26"/>
                  </a:lnTo>
                  <a:lnTo>
                    <a:pt x="0" y="328"/>
                  </a:lnTo>
                  <a:lnTo>
                    <a:pt x="17" y="477"/>
                  </a:lnTo>
                  <a:lnTo>
                    <a:pt x="38" y="481"/>
                  </a:lnTo>
                  <a:lnTo>
                    <a:pt x="45" y="436"/>
                  </a:lnTo>
                  <a:lnTo>
                    <a:pt x="53" y="447"/>
                  </a:lnTo>
                  <a:lnTo>
                    <a:pt x="54" y="471"/>
                  </a:lnTo>
                  <a:lnTo>
                    <a:pt x="66" y="480"/>
                  </a:lnTo>
                  <a:lnTo>
                    <a:pt x="50" y="490"/>
                  </a:lnTo>
                  <a:lnTo>
                    <a:pt x="88" y="480"/>
                  </a:lnTo>
                  <a:lnTo>
                    <a:pt x="96" y="465"/>
                  </a:lnTo>
                  <a:lnTo>
                    <a:pt x="90" y="458"/>
                  </a:lnTo>
                  <a:lnTo>
                    <a:pt x="94" y="446"/>
                  </a:lnTo>
                  <a:lnTo>
                    <a:pt x="74" y="427"/>
                  </a:lnTo>
                  <a:lnTo>
                    <a:pt x="75" y="410"/>
                  </a:lnTo>
                  <a:lnTo>
                    <a:pt x="277" y="390"/>
                  </a:lnTo>
                  <a:lnTo>
                    <a:pt x="260" y="312"/>
                  </a:lnTo>
                  <a:lnTo>
                    <a:pt x="263" y="286"/>
                  </a:lnTo>
                  <a:lnTo>
                    <a:pt x="271" y="268"/>
                  </a:lnTo>
                  <a:lnTo>
                    <a:pt x="265" y="243"/>
                  </a:lnTo>
                  <a:lnTo>
                    <a:pt x="244" y="206"/>
                  </a:lnTo>
                  <a:lnTo>
                    <a:pt x="194" y="0"/>
                  </a:lnTo>
                  <a:lnTo>
                    <a:pt x="0" y="19"/>
                  </a:lnTo>
                  <a:lnTo>
                    <a:pt x="0" y="1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62" name=""/>
            <p:cNvSpPr/>
            <p:nvPr/>
          </p:nvSpPr>
          <p:spPr>
            <a:xfrm>
              <a:off x="3525840" y="5011560"/>
              <a:ext cx="792000" cy="995400"/>
            </a:xfrm>
            <a:custGeom>
              <a:avLst/>
              <a:gdLst/>
              <a:ahLst/>
              <a:rect l="l" t="t" r="r" b="b"/>
              <a:pathLst>
                <a:path w="499" h="627">
                  <a:moveTo>
                    <a:pt x="0" y="429"/>
                  </a:moveTo>
                  <a:lnTo>
                    <a:pt x="0" y="429"/>
                  </a:lnTo>
                  <a:lnTo>
                    <a:pt x="30" y="399"/>
                  </a:lnTo>
                  <a:lnTo>
                    <a:pt x="17" y="372"/>
                  </a:lnTo>
                  <a:lnTo>
                    <a:pt x="24" y="341"/>
                  </a:lnTo>
                  <a:lnTo>
                    <a:pt x="56" y="283"/>
                  </a:lnTo>
                  <a:lnTo>
                    <a:pt x="80" y="266"/>
                  </a:lnTo>
                  <a:lnTo>
                    <a:pt x="67" y="246"/>
                  </a:lnTo>
                  <a:lnTo>
                    <a:pt x="58" y="187"/>
                  </a:lnTo>
                  <a:lnTo>
                    <a:pt x="68" y="83"/>
                  </a:lnTo>
                  <a:lnTo>
                    <a:pt x="84" y="77"/>
                  </a:lnTo>
                  <a:lnTo>
                    <a:pt x="114" y="92"/>
                  </a:lnTo>
                  <a:lnTo>
                    <a:pt x="138" y="0"/>
                  </a:lnTo>
                  <a:lnTo>
                    <a:pt x="498" y="68"/>
                  </a:lnTo>
                  <a:lnTo>
                    <a:pt x="420" y="626"/>
                  </a:lnTo>
                  <a:lnTo>
                    <a:pt x="311" y="608"/>
                  </a:lnTo>
                  <a:lnTo>
                    <a:pt x="243" y="588"/>
                  </a:lnTo>
                  <a:lnTo>
                    <a:pt x="100" y="497"/>
                  </a:lnTo>
                  <a:lnTo>
                    <a:pt x="0" y="429"/>
                  </a:lnTo>
                  <a:lnTo>
                    <a:pt x="0" y="42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63" name=""/>
            <p:cNvSpPr/>
            <p:nvPr/>
          </p:nvSpPr>
          <p:spPr>
            <a:xfrm>
              <a:off x="5979960" y="5300640"/>
              <a:ext cx="586080" cy="569880"/>
            </a:xfrm>
            <a:custGeom>
              <a:avLst/>
              <a:gdLst/>
              <a:ahLst/>
              <a:rect l="l" t="t" r="r" b="b"/>
              <a:pathLst>
                <a:path w="369" h="359">
                  <a:moveTo>
                    <a:pt x="0" y="11"/>
                  </a:moveTo>
                  <a:lnTo>
                    <a:pt x="0" y="11"/>
                  </a:lnTo>
                  <a:lnTo>
                    <a:pt x="14" y="122"/>
                  </a:lnTo>
                  <a:lnTo>
                    <a:pt x="11" y="296"/>
                  </a:lnTo>
                  <a:lnTo>
                    <a:pt x="19" y="306"/>
                  </a:lnTo>
                  <a:lnTo>
                    <a:pt x="46" y="305"/>
                  </a:lnTo>
                  <a:lnTo>
                    <a:pt x="47" y="358"/>
                  </a:lnTo>
                  <a:lnTo>
                    <a:pt x="265" y="356"/>
                  </a:lnTo>
                  <a:lnTo>
                    <a:pt x="261" y="300"/>
                  </a:lnTo>
                  <a:lnTo>
                    <a:pt x="279" y="240"/>
                  </a:lnTo>
                  <a:lnTo>
                    <a:pt x="307" y="198"/>
                  </a:lnTo>
                  <a:lnTo>
                    <a:pt x="306" y="186"/>
                  </a:lnTo>
                  <a:lnTo>
                    <a:pt x="326" y="151"/>
                  </a:lnTo>
                  <a:lnTo>
                    <a:pt x="337" y="109"/>
                  </a:lnTo>
                  <a:lnTo>
                    <a:pt x="332" y="106"/>
                  </a:lnTo>
                  <a:lnTo>
                    <a:pt x="350" y="91"/>
                  </a:lnTo>
                  <a:lnTo>
                    <a:pt x="368" y="55"/>
                  </a:lnTo>
                  <a:lnTo>
                    <a:pt x="362" y="49"/>
                  </a:lnTo>
                  <a:lnTo>
                    <a:pt x="314" y="50"/>
                  </a:lnTo>
                  <a:lnTo>
                    <a:pt x="326" y="30"/>
                  </a:lnTo>
                  <a:lnTo>
                    <a:pt x="322" y="0"/>
                  </a:lnTo>
                  <a:lnTo>
                    <a:pt x="0" y="11"/>
                  </a:lnTo>
                  <a:lnTo>
                    <a:pt x="0" y="11"/>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64" name=""/>
            <p:cNvSpPr/>
            <p:nvPr/>
          </p:nvSpPr>
          <p:spPr>
            <a:xfrm>
              <a:off x="2738520" y="3938760"/>
              <a:ext cx="915840" cy="1707840"/>
            </a:xfrm>
            <a:custGeom>
              <a:avLst/>
              <a:gdLst/>
              <a:ahLst/>
              <a:rect l="l" t="t" r="r" b="b"/>
              <a:pathLst>
                <a:path w="577" h="1076">
                  <a:moveTo>
                    <a:pt x="10" y="196"/>
                  </a:moveTo>
                  <a:lnTo>
                    <a:pt x="10" y="196"/>
                  </a:lnTo>
                  <a:lnTo>
                    <a:pt x="18" y="218"/>
                  </a:lnTo>
                  <a:lnTo>
                    <a:pt x="4" y="303"/>
                  </a:lnTo>
                  <a:lnTo>
                    <a:pt x="11" y="327"/>
                  </a:lnTo>
                  <a:lnTo>
                    <a:pt x="57" y="438"/>
                  </a:lnTo>
                  <a:lnTo>
                    <a:pt x="63" y="436"/>
                  </a:lnTo>
                  <a:lnTo>
                    <a:pt x="65" y="410"/>
                  </a:lnTo>
                  <a:lnTo>
                    <a:pt x="72" y="408"/>
                  </a:lnTo>
                  <a:lnTo>
                    <a:pt x="81" y="413"/>
                  </a:lnTo>
                  <a:lnTo>
                    <a:pt x="68" y="428"/>
                  </a:lnTo>
                  <a:lnTo>
                    <a:pt x="71" y="437"/>
                  </a:lnTo>
                  <a:lnTo>
                    <a:pt x="85" y="484"/>
                  </a:lnTo>
                  <a:lnTo>
                    <a:pt x="77" y="481"/>
                  </a:lnTo>
                  <a:lnTo>
                    <a:pt x="61" y="462"/>
                  </a:lnTo>
                  <a:lnTo>
                    <a:pt x="65" y="443"/>
                  </a:lnTo>
                  <a:lnTo>
                    <a:pt x="57" y="445"/>
                  </a:lnTo>
                  <a:lnTo>
                    <a:pt x="49" y="465"/>
                  </a:lnTo>
                  <a:lnTo>
                    <a:pt x="51" y="507"/>
                  </a:lnTo>
                  <a:lnTo>
                    <a:pt x="61" y="527"/>
                  </a:lnTo>
                  <a:lnTo>
                    <a:pt x="81" y="545"/>
                  </a:lnTo>
                  <a:lnTo>
                    <a:pt x="74" y="567"/>
                  </a:lnTo>
                  <a:lnTo>
                    <a:pt x="63" y="570"/>
                  </a:lnTo>
                  <a:lnTo>
                    <a:pt x="61" y="597"/>
                  </a:lnTo>
                  <a:lnTo>
                    <a:pt x="89" y="661"/>
                  </a:lnTo>
                  <a:lnTo>
                    <a:pt x="111" y="702"/>
                  </a:lnTo>
                  <a:lnTo>
                    <a:pt x="109" y="726"/>
                  </a:lnTo>
                  <a:lnTo>
                    <a:pt x="122" y="742"/>
                  </a:lnTo>
                  <a:lnTo>
                    <a:pt x="115" y="757"/>
                  </a:lnTo>
                  <a:lnTo>
                    <a:pt x="108" y="792"/>
                  </a:lnTo>
                  <a:lnTo>
                    <a:pt x="118" y="806"/>
                  </a:lnTo>
                  <a:lnTo>
                    <a:pt x="190" y="833"/>
                  </a:lnTo>
                  <a:lnTo>
                    <a:pt x="219" y="877"/>
                  </a:lnTo>
                  <a:lnTo>
                    <a:pt x="253" y="891"/>
                  </a:lnTo>
                  <a:lnTo>
                    <a:pt x="253" y="915"/>
                  </a:lnTo>
                  <a:lnTo>
                    <a:pt x="274" y="923"/>
                  </a:lnTo>
                  <a:lnTo>
                    <a:pt x="303" y="965"/>
                  </a:lnTo>
                  <a:lnTo>
                    <a:pt x="321" y="1003"/>
                  </a:lnTo>
                  <a:lnTo>
                    <a:pt x="322" y="1060"/>
                  </a:lnTo>
                  <a:lnTo>
                    <a:pt x="526" y="1075"/>
                  </a:lnTo>
                  <a:lnTo>
                    <a:pt x="513" y="1048"/>
                  </a:lnTo>
                  <a:lnTo>
                    <a:pt x="520" y="1017"/>
                  </a:lnTo>
                  <a:lnTo>
                    <a:pt x="552" y="959"/>
                  </a:lnTo>
                  <a:lnTo>
                    <a:pt x="576" y="942"/>
                  </a:lnTo>
                  <a:lnTo>
                    <a:pt x="563" y="922"/>
                  </a:lnTo>
                  <a:lnTo>
                    <a:pt x="554" y="863"/>
                  </a:lnTo>
                  <a:lnTo>
                    <a:pt x="279" y="414"/>
                  </a:lnTo>
                  <a:lnTo>
                    <a:pt x="259" y="369"/>
                  </a:lnTo>
                  <a:lnTo>
                    <a:pt x="327" y="83"/>
                  </a:lnTo>
                  <a:lnTo>
                    <a:pt x="53" y="0"/>
                  </a:lnTo>
                  <a:lnTo>
                    <a:pt x="47" y="16"/>
                  </a:lnTo>
                  <a:lnTo>
                    <a:pt x="49" y="53"/>
                  </a:lnTo>
                  <a:lnTo>
                    <a:pt x="0" y="143"/>
                  </a:lnTo>
                  <a:lnTo>
                    <a:pt x="10" y="196"/>
                  </a:lnTo>
                  <a:lnTo>
                    <a:pt x="10" y="19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65" name=""/>
            <p:cNvSpPr/>
            <p:nvPr/>
          </p:nvSpPr>
          <p:spPr>
            <a:xfrm>
              <a:off x="4316400" y="4486320"/>
              <a:ext cx="844560" cy="725400"/>
            </a:xfrm>
            <a:custGeom>
              <a:avLst/>
              <a:gdLst/>
              <a:ahLst/>
              <a:rect l="l" t="t" r="r" b="b"/>
              <a:pathLst>
                <a:path w="532" h="457">
                  <a:moveTo>
                    <a:pt x="0" y="399"/>
                  </a:moveTo>
                  <a:lnTo>
                    <a:pt x="0" y="399"/>
                  </a:lnTo>
                  <a:lnTo>
                    <a:pt x="51" y="0"/>
                  </a:lnTo>
                  <a:lnTo>
                    <a:pt x="393" y="42"/>
                  </a:lnTo>
                  <a:lnTo>
                    <a:pt x="531" y="56"/>
                  </a:lnTo>
                  <a:lnTo>
                    <a:pt x="524" y="156"/>
                  </a:lnTo>
                  <a:lnTo>
                    <a:pt x="506" y="456"/>
                  </a:lnTo>
                  <a:lnTo>
                    <a:pt x="437" y="448"/>
                  </a:lnTo>
                  <a:lnTo>
                    <a:pt x="218" y="428"/>
                  </a:lnTo>
                  <a:lnTo>
                    <a:pt x="0" y="399"/>
                  </a:lnTo>
                  <a:lnTo>
                    <a:pt x="0" y="39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66" name=""/>
            <p:cNvSpPr/>
            <p:nvPr/>
          </p:nvSpPr>
          <p:spPr>
            <a:xfrm>
              <a:off x="8232840" y="4094280"/>
              <a:ext cx="198360" cy="207720"/>
            </a:xfrm>
            <a:custGeom>
              <a:avLst/>
              <a:gdLst/>
              <a:ahLst/>
              <a:rect l="l" t="t" r="r" b="b"/>
              <a:pathLst>
                <a:path w="125" h="131">
                  <a:moveTo>
                    <a:pt x="0" y="27"/>
                  </a:moveTo>
                  <a:lnTo>
                    <a:pt x="0" y="27"/>
                  </a:lnTo>
                  <a:lnTo>
                    <a:pt x="9" y="95"/>
                  </a:lnTo>
                  <a:lnTo>
                    <a:pt x="8" y="130"/>
                  </a:lnTo>
                  <a:lnTo>
                    <a:pt x="19" y="127"/>
                  </a:lnTo>
                  <a:lnTo>
                    <a:pt x="25" y="117"/>
                  </a:lnTo>
                  <a:lnTo>
                    <a:pt x="42" y="108"/>
                  </a:lnTo>
                  <a:lnTo>
                    <a:pt x="51" y="91"/>
                  </a:lnTo>
                  <a:lnTo>
                    <a:pt x="56" y="95"/>
                  </a:lnTo>
                  <a:lnTo>
                    <a:pt x="69" y="88"/>
                  </a:lnTo>
                  <a:lnTo>
                    <a:pt x="88" y="84"/>
                  </a:lnTo>
                  <a:lnTo>
                    <a:pt x="88" y="78"/>
                  </a:lnTo>
                  <a:lnTo>
                    <a:pt x="95" y="82"/>
                  </a:lnTo>
                  <a:lnTo>
                    <a:pt x="101" y="76"/>
                  </a:lnTo>
                  <a:lnTo>
                    <a:pt x="112" y="74"/>
                  </a:lnTo>
                  <a:lnTo>
                    <a:pt x="124" y="67"/>
                  </a:lnTo>
                  <a:lnTo>
                    <a:pt x="112" y="0"/>
                  </a:lnTo>
                  <a:lnTo>
                    <a:pt x="0" y="27"/>
                  </a:lnTo>
                  <a:lnTo>
                    <a:pt x="0" y="2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67" name=""/>
            <p:cNvSpPr/>
            <p:nvPr/>
          </p:nvSpPr>
          <p:spPr>
            <a:xfrm>
              <a:off x="8058240" y="4537080"/>
              <a:ext cx="123840" cy="216000"/>
            </a:xfrm>
            <a:custGeom>
              <a:avLst/>
              <a:gdLst/>
              <a:ahLst/>
              <a:rect l="l" t="t" r="r" b="b"/>
              <a:pathLst>
                <a:path w="78" h="136">
                  <a:moveTo>
                    <a:pt x="0" y="13"/>
                  </a:moveTo>
                  <a:lnTo>
                    <a:pt x="0" y="13"/>
                  </a:lnTo>
                  <a:lnTo>
                    <a:pt x="9" y="0"/>
                  </a:lnTo>
                  <a:lnTo>
                    <a:pt x="25" y="0"/>
                  </a:lnTo>
                  <a:lnTo>
                    <a:pt x="19" y="13"/>
                  </a:lnTo>
                  <a:lnTo>
                    <a:pt x="15" y="18"/>
                  </a:lnTo>
                  <a:lnTo>
                    <a:pt x="18" y="34"/>
                  </a:lnTo>
                  <a:lnTo>
                    <a:pt x="27" y="45"/>
                  </a:lnTo>
                  <a:lnTo>
                    <a:pt x="38" y="54"/>
                  </a:lnTo>
                  <a:lnTo>
                    <a:pt x="41" y="71"/>
                  </a:lnTo>
                  <a:lnTo>
                    <a:pt x="49" y="84"/>
                  </a:lnTo>
                  <a:lnTo>
                    <a:pt x="57" y="90"/>
                  </a:lnTo>
                  <a:lnTo>
                    <a:pt x="68" y="95"/>
                  </a:lnTo>
                  <a:lnTo>
                    <a:pt x="74" y="107"/>
                  </a:lnTo>
                  <a:lnTo>
                    <a:pt x="64" y="119"/>
                  </a:lnTo>
                  <a:lnTo>
                    <a:pt x="74" y="116"/>
                  </a:lnTo>
                  <a:lnTo>
                    <a:pt x="77" y="127"/>
                  </a:lnTo>
                  <a:lnTo>
                    <a:pt x="57" y="130"/>
                  </a:lnTo>
                  <a:lnTo>
                    <a:pt x="31" y="135"/>
                  </a:lnTo>
                  <a:lnTo>
                    <a:pt x="30" y="127"/>
                  </a:lnTo>
                  <a:lnTo>
                    <a:pt x="0" y="13"/>
                  </a:lnTo>
                  <a:lnTo>
                    <a:pt x="0" y="1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68" name=""/>
            <p:cNvSpPr/>
            <p:nvPr/>
          </p:nvSpPr>
          <p:spPr>
            <a:xfrm>
              <a:off x="7935840" y="4705200"/>
              <a:ext cx="19080" cy="30240"/>
            </a:xfrm>
            <a:custGeom>
              <a:avLst/>
              <a:gdLst/>
              <a:ahLst/>
              <a:rect l="l" t="t" r="r" b="b"/>
              <a:pathLst>
                <a:path w="12" h="19">
                  <a:moveTo>
                    <a:pt x="0" y="6"/>
                  </a:moveTo>
                  <a:lnTo>
                    <a:pt x="0" y="6"/>
                  </a:lnTo>
                  <a:lnTo>
                    <a:pt x="7" y="0"/>
                  </a:lnTo>
                  <a:lnTo>
                    <a:pt x="11" y="10"/>
                  </a:lnTo>
                  <a:lnTo>
                    <a:pt x="8" y="18"/>
                  </a:lnTo>
                  <a:lnTo>
                    <a:pt x="0" y="6"/>
                  </a:lnTo>
                  <a:lnTo>
                    <a:pt x="0" y="6"/>
                  </a:lnTo>
                </a:path>
              </a:pathLst>
            </a:custGeom>
            <a:solidFill>
              <a:srgbClr val="0000ff"/>
            </a:solidFill>
            <a:ln w="31680">
              <a:solidFill>
                <a:srgbClr val="000000"/>
              </a:solidFill>
              <a:round/>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grpSp>
          <p:nvGrpSpPr>
            <p:cNvPr id="1669" name=""/>
            <p:cNvGrpSpPr/>
            <p:nvPr/>
          </p:nvGrpSpPr>
          <p:grpSpPr>
            <a:xfrm>
              <a:off x="6861240" y="6089760"/>
              <a:ext cx="1052280" cy="968400"/>
              <a:chOff x="6861240" y="6089760"/>
              <a:chExt cx="1052280" cy="968400"/>
            </a:xfrm>
          </p:grpSpPr>
          <p:sp>
            <p:nvSpPr>
              <p:cNvPr id="1670" name=""/>
              <p:cNvSpPr/>
              <p:nvPr/>
            </p:nvSpPr>
            <p:spPr>
              <a:xfrm>
                <a:off x="6861240" y="6089760"/>
                <a:ext cx="1052280" cy="865080"/>
              </a:xfrm>
              <a:custGeom>
                <a:avLst/>
                <a:gdLst/>
                <a:ahLst/>
                <a:rect l="l" t="t" r="r" b="b"/>
                <a:pathLst>
                  <a:path w="663" h="545">
                    <a:moveTo>
                      <a:pt x="1" y="35"/>
                    </a:moveTo>
                    <a:lnTo>
                      <a:pt x="1" y="35"/>
                    </a:lnTo>
                    <a:lnTo>
                      <a:pt x="0" y="52"/>
                    </a:lnTo>
                    <a:lnTo>
                      <a:pt x="20" y="71"/>
                    </a:lnTo>
                    <a:lnTo>
                      <a:pt x="16" y="83"/>
                    </a:lnTo>
                    <a:lnTo>
                      <a:pt x="22" y="90"/>
                    </a:lnTo>
                    <a:lnTo>
                      <a:pt x="14" y="105"/>
                    </a:lnTo>
                    <a:lnTo>
                      <a:pt x="30" y="99"/>
                    </a:lnTo>
                    <a:lnTo>
                      <a:pt x="37" y="89"/>
                    </a:lnTo>
                    <a:lnTo>
                      <a:pt x="36" y="77"/>
                    </a:lnTo>
                    <a:lnTo>
                      <a:pt x="44" y="84"/>
                    </a:lnTo>
                    <a:lnTo>
                      <a:pt x="51" y="75"/>
                    </a:lnTo>
                    <a:lnTo>
                      <a:pt x="55" y="83"/>
                    </a:lnTo>
                    <a:lnTo>
                      <a:pt x="40" y="96"/>
                    </a:lnTo>
                    <a:lnTo>
                      <a:pt x="82" y="85"/>
                    </a:lnTo>
                    <a:lnTo>
                      <a:pt x="91" y="76"/>
                    </a:lnTo>
                    <a:lnTo>
                      <a:pt x="97" y="78"/>
                    </a:lnTo>
                    <a:lnTo>
                      <a:pt x="114" y="75"/>
                    </a:lnTo>
                    <a:lnTo>
                      <a:pt x="121" y="81"/>
                    </a:lnTo>
                    <a:lnTo>
                      <a:pt x="91" y="84"/>
                    </a:lnTo>
                    <a:lnTo>
                      <a:pt x="101" y="88"/>
                    </a:lnTo>
                    <a:lnTo>
                      <a:pt x="133" y="96"/>
                    </a:lnTo>
                    <a:lnTo>
                      <a:pt x="153" y="106"/>
                    </a:lnTo>
                    <a:lnTo>
                      <a:pt x="148" y="90"/>
                    </a:lnTo>
                    <a:lnTo>
                      <a:pt x="157" y="105"/>
                    </a:lnTo>
                    <a:lnTo>
                      <a:pt x="171" y="105"/>
                    </a:lnTo>
                    <a:lnTo>
                      <a:pt x="159" y="109"/>
                    </a:lnTo>
                    <a:lnTo>
                      <a:pt x="183" y="123"/>
                    </a:lnTo>
                    <a:lnTo>
                      <a:pt x="191" y="135"/>
                    </a:lnTo>
                    <a:lnTo>
                      <a:pt x="190" y="145"/>
                    </a:lnTo>
                    <a:lnTo>
                      <a:pt x="182" y="130"/>
                    </a:lnTo>
                    <a:lnTo>
                      <a:pt x="186" y="150"/>
                    </a:lnTo>
                    <a:lnTo>
                      <a:pt x="204" y="142"/>
                    </a:lnTo>
                    <a:lnTo>
                      <a:pt x="215" y="141"/>
                    </a:lnTo>
                    <a:lnTo>
                      <a:pt x="224" y="133"/>
                    </a:lnTo>
                    <a:lnTo>
                      <a:pt x="227" y="138"/>
                    </a:lnTo>
                    <a:lnTo>
                      <a:pt x="251" y="120"/>
                    </a:lnTo>
                    <a:lnTo>
                      <a:pt x="267" y="120"/>
                    </a:lnTo>
                    <a:lnTo>
                      <a:pt x="262" y="111"/>
                    </a:lnTo>
                    <a:lnTo>
                      <a:pt x="272" y="98"/>
                    </a:lnTo>
                    <a:lnTo>
                      <a:pt x="295" y="96"/>
                    </a:lnTo>
                    <a:lnTo>
                      <a:pt x="320" y="107"/>
                    </a:lnTo>
                    <a:lnTo>
                      <a:pt x="333" y="128"/>
                    </a:lnTo>
                    <a:lnTo>
                      <a:pt x="347" y="130"/>
                    </a:lnTo>
                    <a:lnTo>
                      <a:pt x="349" y="145"/>
                    </a:lnTo>
                    <a:lnTo>
                      <a:pt x="366" y="154"/>
                    </a:lnTo>
                    <a:lnTo>
                      <a:pt x="371" y="164"/>
                    </a:lnTo>
                    <a:lnTo>
                      <a:pt x="377" y="171"/>
                    </a:lnTo>
                    <a:lnTo>
                      <a:pt x="398" y="173"/>
                    </a:lnTo>
                    <a:lnTo>
                      <a:pt x="407" y="186"/>
                    </a:lnTo>
                    <a:lnTo>
                      <a:pt x="418" y="218"/>
                    </a:lnTo>
                    <a:lnTo>
                      <a:pt x="411" y="270"/>
                    </a:lnTo>
                    <a:lnTo>
                      <a:pt x="414" y="302"/>
                    </a:lnTo>
                    <a:lnTo>
                      <a:pt x="426" y="314"/>
                    </a:lnTo>
                    <a:lnTo>
                      <a:pt x="429" y="298"/>
                    </a:lnTo>
                    <a:lnTo>
                      <a:pt x="420" y="292"/>
                    </a:lnTo>
                    <a:lnTo>
                      <a:pt x="422" y="282"/>
                    </a:lnTo>
                    <a:lnTo>
                      <a:pt x="425" y="286"/>
                    </a:lnTo>
                    <a:lnTo>
                      <a:pt x="435" y="289"/>
                    </a:lnTo>
                    <a:lnTo>
                      <a:pt x="437" y="299"/>
                    </a:lnTo>
                    <a:lnTo>
                      <a:pt x="444" y="287"/>
                    </a:lnTo>
                    <a:lnTo>
                      <a:pt x="449" y="298"/>
                    </a:lnTo>
                    <a:lnTo>
                      <a:pt x="430" y="334"/>
                    </a:lnTo>
                    <a:lnTo>
                      <a:pt x="429" y="340"/>
                    </a:lnTo>
                    <a:lnTo>
                      <a:pt x="440" y="345"/>
                    </a:lnTo>
                    <a:lnTo>
                      <a:pt x="451" y="374"/>
                    </a:lnTo>
                    <a:lnTo>
                      <a:pt x="463" y="387"/>
                    </a:lnTo>
                    <a:lnTo>
                      <a:pt x="470" y="397"/>
                    </a:lnTo>
                    <a:lnTo>
                      <a:pt x="480" y="397"/>
                    </a:lnTo>
                    <a:lnTo>
                      <a:pt x="469" y="381"/>
                    </a:lnTo>
                    <a:lnTo>
                      <a:pt x="478" y="382"/>
                    </a:lnTo>
                    <a:lnTo>
                      <a:pt x="489" y="380"/>
                    </a:lnTo>
                    <a:lnTo>
                      <a:pt x="482" y="387"/>
                    </a:lnTo>
                    <a:lnTo>
                      <a:pt x="487" y="401"/>
                    </a:lnTo>
                    <a:lnTo>
                      <a:pt x="492" y="419"/>
                    </a:lnTo>
                    <a:lnTo>
                      <a:pt x="509" y="426"/>
                    </a:lnTo>
                    <a:lnTo>
                      <a:pt x="513" y="440"/>
                    </a:lnTo>
                    <a:lnTo>
                      <a:pt x="527" y="477"/>
                    </a:lnTo>
                    <a:lnTo>
                      <a:pt x="545" y="477"/>
                    </a:lnTo>
                    <a:lnTo>
                      <a:pt x="559" y="486"/>
                    </a:lnTo>
                    <a:lnTo>
                      <a:pt x="583" y="521"/>
                    </a:lnTo>
                    <a:lnTo>
                      <a:pt x="603" y="525"/>
                    </a:lnTo>
                    <a:lnTo>
                      <a:pt x="604" y="531"/>
                    </a:lnTo>
                    <a:lnTo>
                      <a:pt x="599" y="536"/>
                    </a:lnTo>
                    <a:lnTo>
                      <a:pt x="583" y="529"/>
                    </a:lnTo>
                    <a:lnTo>
                      <a:pt x="589" y="544"/>
                    </a:lnTo>
                    <a:lnTo>
                      <a:pt x="608" y="539"/>
                    </a:lnTo>
                    <a:lnTo>
                      <a:pt x="623" y="539"/>
                    </a:lnTo>
                    <a:lnTo>
                      <a:pt x="630" y="529"/>
                    </a:lnTo>
                    <a:lnTo>
                      <a:pt x="644" y="527"/>
                    </a:lnTo>
                    <a:lnTo>
                      <a:pt x="652" y="513"/>
                    </a:lnTo>
                    <a:lnTo>
                      <a:pt x="649" y="490"/>
                    </a:lnTo>
                    <a:lnTo>
                      <a:pt x="657" y="465"/>
                    </a:lnTo>
                    <a:lnTo>
                      <a:pt x="662" y="470"/>
                    </a:lnTo>
                    <a:lnTo>
                      <a:pt x="657" y="381"/>
                    </a:lnTo>
                    <a:lnTo>
                      <a:pt x="649" y="355"/>
                    </a:lnTo>
                    <a:lnTo>
                      <a:pt x="579" y="228"/>
                    </a:lnTo>
                    <a:lnTo>
                      <a:pt x="561" y="186"/>
                    </a:lnTo>
                    <a:lnTo>
                      <a:pt x="569" y="186"/>
                    </a:lnTo>
                    <a:lnTo>
                      <a:pt x="523" y="106"/>
                    </a:lnTo>
                    <a:lnTo>
                      <a:pt x="489" y="22"/>
                    </a:lnTo>
                    <a:lnTo>
                      <a:pt x="486" y="8"/>
                    </a:lnTo>
                    <a:lnTo>
                      <a:pt x="478" y="5"/>
                    </a:lnTo>
                    <a:lnTo>
                      <a:pt x="447" y="0"/>
                    </a:lnTo>
                    <a:lnTo>
                      <a:pt x="437" y="10"/>
                    </a:lnTo>
                    <a:lnTo>
                      <a:pt x="444" y="47"/>
                    </a:lnTo>
                    <a:lnTo>
                      <a:pt x="430" y="47"/>
                    </a:lnTo>
                    <a:lnTo>
                      <a:pt x="428" y="28"/>
                    </a:lnTo>
                    <a:lnTo>
                      <a:pt x="218" y="44"/>
                    </a:lnTo>
                    <a:lnTo>
                      <a:pt x="203" y="15"/>
                    </a:lnTo>
                    <a:lnTo>
                      <a:pt x="1" y="35"/>
                    </a:lnTo>
                    <a:lnTo>
                      <a:pt x="1" y="3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71" name=""/>
              <p:cNvSpPr/>
              <p:nvPr/>
            </p:nvSpPr>
            <p:spPr>
              <a:xfrm>
                <a:off x="7731000" y="7016760"/>
                <a:ext cx="54000" cy="41400"/>
              </a:xfrm>
              <a:custGeom>
                <a:avLst/>
                <a:gdLst/>
                <a:ahLst/>
                <a:rect l="l" t="t" r="r" b="b"/>
                <a:pathLst>
                  <a:path w="34" h="26">
                    <a:moveTo>
                      <a:pt x="0" y="25"/>
                    </a:moveTo>
                    <a:lnTo>
                      <a:pt x="0" y="25"/>
                    </a:lnTo>
                    <a:lnTo>
                      <a:pt x="2" y="12"/>
                    </a:lnTo>
                    <a:lnTo>
                      <a:pt x="13" y="10"/>
                    </a:lnTo>
                    <a:lnTo>
                      <a:pt x="15" y="0"/>
                    </a:lnTo>
                    <a:lnTo>
                      <a:pt x="33" y="11"/>
                    </a:lnTo>
                    <a:lnTo>
                      <a:pt x="15" y="18"/>
                    </a:lnTo>
                    <a:lnTo>
                      <a:pt x="6" y="15"/>
                    </a:lnTo>
                    <a:lnTo>
                      <a:pt x="8" y="21"/>
                    </a:lnTo>
                    <a:lnTo>
                      <a:pt x="0" y="25"/>
                    </a:lnTo>
                    <a:lnTo>
                      <a:pt x="0" y="25"/>
                    </a:lnTo>
                  </a:path>
                </a:pathLst>
              </a:custGeom>
              <a:solidFill>
                <a:srgbClr val="0000ff"/>
              </a:solidFill>
              <a:ln w="31680">
                <a:solidFill>
                  <a:srgbClr val="000000"/>
                </a:solidFill>
                <a:round/>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1672" name=""/>
              <p:cNvSpPr/>
              <p:nvPr/>
            </p:nvSpPr>
            <p:spPr>
              <a:xfrm>
                <a:off x="7804080" y="6994440"/>
                <a:ext cx="46080" cy="31680"/>
              </a:xfrm>
              <a:custGeom>
                <a:avLst/>
                <a:gdLst/>
                <a:ahLst/>
                <a:rect l="l" t="t" r="r" b="b"/>
                <a:pathLst>
                  <a:path w="29" h="20">
                    <a:moveTo>
                      <a:pt x="0" y="19"/>
                    </a:moveTo>
                    <a:lnTo>
                      <a:pt x="0" y="19"/>
                    </a:lnTo>
                    <a:lnTo>
                      <a:pt x="5" y="19"/>
                    </a:lnTo>
                    <a:lnTo>
                      <a:pt x="28" y="0"/>
                    </a:lnTo>
                    <a:lnTo>
                      <a:pt x="7" y="14"/>
                    </a:lnTo>
                    <a:lnTo>
                      <a:pt x="0" y="19"/>
                    </a:lnTo>
                    <a:lnTo>
                      <a:pt x="0" y="19"/>
                    </a:lnTo>
                  </a:path>
                </a:pathLst>
              </a:custGeom>
              <a:solidFill>
                <a:srgbClr val="0000ff"/>
              </a:solidFill>
              <a:ln w="31680">
                <a:solidFill>
                  <a:srgbClr val="000000"/>
                </a:solidFill>
                <a:round/>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1673" name=""/>
              <p:cNvSpPr/>
              <p:nvPr/>
            </p:nvSpPr>
            <p:spPr>
              <a:xfrm>
                <a:off x="7877160" y="6905520"/>
                <a:ext cx="30240" cy="60480"/>
              </a:xfrm>
              <a:custGeom>
                <a:avLst/>
                <a:gdLst/>
                <a:ahLst/>
                <a:rect l="l" t="t" r="r" b="b"/>
                <a:pathLst>
                  <a:path w="19" h="38">
                    <a:moveTo>
                      <a:pt x="0" y="37"/>
                    </a:moveTo>
                    <a:lnTo>
                      <a:pt x="0" y="37"/>
                    </a:lnTo>
                    <a:lnTo>
                      <a:pt x="9" y="26"/>
                    </a:lnTo>
                    <a:lnTo>
                      <a:pt x="18" y="0"/>
                    </a:lnTo>
                    <a:lnTo>
                      <a:pt x="13" y="11"/>
                    </a:lnTo>
                    <a:lnTo>
                      <a:pt x="0" y="37"/>
                    </a:lnTo>
                    <a:lnTo>
                      <a:pt x="0" y="37"/>
                    </a:lnTo>
                  </a:path>
                </a:pathLst>
              </a:custGeom>
              <a:solidFill>
                <a:srgbClr val="0000ff"/>
              </a:solidFill>
              <a:ln w="31680">
                <a:solidFill>
                  <a:srgbClr val="000000"/>
                </a:solidFill>
                <a:round/>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grpSp>
        <p:sp>
          <p:nvSpPr>
            <p:cNvPr id="1674" name=""/>
            <p:cNvSpPr/>
            <p:nvPr/>
          </p:nvSpPr>
          <p:spPr>
            <a:xfrm>
              <a:off x="7051680" y="5454720"/>
              <a:ext cx="631800" cy="711000"/>
            </a:xfrm>
            <a:custGeom>
              <a:avLst/>
              <a:gdLst/>
              <a:ahLst/>
              <a:rect l="l" t="t" r="r" b="b"/>
              <a:pathLst>
                <a:path w="398" h="448">
                  <a:moveTo>
                    <a:pt x="0" y="25"/>
                  </a:moveTo>
                  <a:lnTo>
                    <a:pt x="0" y="25"/>
                  </a:lnTo>
                  <a:lnTo>
                    <a:pt x="50" y="231"/>
                  </a:lnTo>
                  <a:lnTo>
                    <a:pt x="71" y="268"/>
                  </a:lnTo>
                  <a:lnTo>
                    <a:pt x="77" y="293"/>
                  </a:lnTo>
                  <a:lnTo>
                    <a:pt x="69" y="311"/>
                  </a:lnTo>
                  <a:lnTo>
                    <a:pt x="66" y="337"/>
                  </a:lnTo>
                  <a:lnTo>
                    <a:pt x="83" y="415"/>
                  </a:lnTo>
                  <a:lnTo>
                    <a:pt x="98" y="444"/>
                  </a:lnTo>
                  <a:lnTo>
                    <a:pt x="308" y="428"/>
                  </a:lnTo>
                  <a:lnTo>
                    <a:pt x="310" y="447"/>
                  </a:lnTo>
                  <a:lnTo>
                    <a:pt x="324" y="447"/>
                  </a:lnTo>
                  <a:lnTo>
                    <a:pt x="317" y="410"/>
                  </a:lnTo>
                  <a:lnTo>
                    <a:pt x="327" y="400"/>
                  </a:lnTo>
                  <a:lnTo>
                    <a:pt x="358" y="405"/>
                  </a:lnTo>
                  <a:lnTo>
                    <a:pt x="362" y="380"/>
                  </a:lnTo>
                  <a:lnTo>
                    <a:pt x="358" y="377"/>
                  </a:lnTo>
                  <a:lnTo>
                    <a:pt x="364" y="371"/>
                  </a:lnTo>
                  <a:lnTo>
                    <a:pt x="353" y="364"/>
                  </a:lnTo>
                  <a:lnTo>
                    <a:pt x="360" y="355"/>
                  </a:lnTo>
                  <a:lnTo>
                    <a:pt x="359" y="344"/>
                  </a:lnTo>
                  <a:lnTo>
                    <a:pt x="372" y="333"/>
                  </a:lnTo>
                  <a:lnTo>
                    <a:pt x="367" y="320"/>
                  </a:lnTo>
                  <a:lnTo>
                    <a:pt x="375" y="315"/>
                  </a:lnTo>
                  <a:lnTo>
                    <a:pt x="378" y="306"/>
                  </a:lnTo>
                  <a:lnTo>
                    <a:pt x="372" y="302"/>
                  </a:lnTo>
                  <a:lnTo>
                    <a:pt x="382" y="293"/>
                  </a:lnTo>
                  <a:lnTo>
                    <a:pt x="378" y="284"/>
                  </a:lnTo>
                  <a:lnTo>
                    <a:pt x="386" y="284"/>
                  </a:lnTo>
                  <a:lnTo>
                    <a:pt x="397" y="271"/>
                  </a:lnTo>
                  <a:lnTo>
                    <a:pt x="392" y="268"/>
                  </a:lnTo>
                  <a:lnTo>
                    <a:pt x="379" y="265"/>
                  </a:lnTo>
                  <a:lnTo>
                    <a:pt x="369" y="252"/>
                  </a:lnTo>
                  <a:lnTo>
                    <a:pt x="353" y="221"/>
                  </a:lnTo>
                  <a:lnTo>
                    <a:pt x="344" y="218"/>
                  </a:lnTo>
                  <a:lnTo>
                    <a:pt x="326" y="178"/>
                  </a:lnTo>
                  <a:lnTo>
                    <a:pt x="301" y="161"/>
                  </a:lnTo>
                  <a:lnTo>
                    <a:pt x="283" y="132"/>
                  </a:lnTo>
                  <a:lnTo>
                    <a:pt x="240" y="94"/>
                  </a:lnTo>
                  <a:lnTo>
                    <a:pt x="217" y="64"/>
                  </a:lnTo>
                  <a:lnTo>
                    <a:pt x="170" y="32"/>
                  </a:lnTo>
                  <a:lnTo>
                    <a:pt x="186" y="0"/>
                  </a:lnTo>
                  <a:lnTo>
                    <a:pt x="94" y="11"/>
                  </a:lnTo>
                  <a:lnTo>
                    <a:pt x="0" y="25"/>
                  </a:lnTo>
                  <a:lnTo>
                    <a:pt x="0" y="2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75" name=""/>
            <p:cNvSpPr/>
            <p:nvPr/>
          </p:nvSpPr>
          <p:spPr>
            <a:xfrm>
              <a:off x="3571920" y="3084480"/>
              <a:ext cx="692280" cy="1211400"/>
            </a:xfrm>
            <a:custGeom>
              <a:avLst/>
              <a:gdLst/>
              <a:ahLst/>
              <a:rect l="l" t="t" r="r" b="b"/>
              <a:pathLst>
                <a:path w="436" h="763">
                  <a:moveTo>
                    <a:pt x="0" y="675"/>
                  </a:moveTo>
                  <a:lnTo>
                    <a:pt x="0" y="675"/>
                  </a:lnTo>
                  <a:lnTo>
                    <a:pt x="34" y="512"/>
                  </a:lnTo>
                  <a:lnTo>
                    <a:pt x="50" y="468"/>
                  </a:lnTo>
                  <a:lnTo>
                    <a:pt x="35" y="447"/>
                  </a:lnTo>
                  <a:lnTo>
                    <a:pt x="39" y="429"/>
                  </a:lnTo>
                  <a:lnTo>
                    <a:pt x="67" y="401"/>
                  </a:lnTo>
                  <a:lnTo>
                    <a:pt x="91" y="362"/>
                  </a:lnTo>
                  <a:lnTo>
                    <a:pt x="110" y="329"/>
                  </a:lnTo>
                  <a:lnTo>
                    <a:pt x="95" y="303"/>
                  </a:lnTo>
                  <a:lnTo>
                    <a:pt x="89" y="287"/>
                  </a:lnTo>
                  <a:lnTo>
                    <a:pt x="91" y="246"/>
                  </a:lnTo>
                  <a:lnTo>
                    <a:pt x="144" y="0"/>
                  </a:lnTo>
                  <a:lnTo>
                    <a:pt x="203" y="12"/>
                  </a:lnTo>
                  <a:lnTo>
                    <a:pt x="184" y="109"/>
                  </a:lnTo>
                  <a:lnTo>
                    <a:pt x="198" y="141"/>
                  </a:lnTo>
                  <a:lnTo>
                    <a:pt x="198" y="164"/>
                  </a:lnTo>
                  <a:lnTo>
                    <a:pt x="191" y="166"/>
                  </a:lnTo>
                  <a:lnTo>
                    <a:pt x="214" y="191"/>
                  </a:lnTo>
                  <a:lnTo>
                    <a:pt x="235" y="254"/>
                  </a:lnTo>
                  <a:lnTo>
                    <a:pt x="244" y="250"/>
                  </a:lnTo>
                  <a:lnTo>
                    <a:pt x="244" y="259"/>
                  </a:lnTo>
                  <a:lnTo>
                    <a:pt x="254" y="263"/>
                  </a:lnTo>
                  <a:lnTo>
                    <a:pt x="264" y="265"/>
                  </a:lnTo>
                  <a:lnTo>
                    <a:pt x="244" y="309"/>
                  </a:lnTo>
                  <a:lnTo>
                    <a:pt x="246" y="338"/>
                  </a:lnTo>
                  <a:lnTo>
                    <a:pt x="229" y="366"/>
                  </a:lnTo>
                  <a:lnTo>
                    <a:pt x="242" y="378"/>
                  </a:lnTo>
                  <a:lnTo>
                    <a:pt x="270" y="360"/>
                  </a:lnTo>
                  <a:lnTo>
                    <a:pt x="292" y="458"/>
                  </a:lnTo>
                  <a:lnTo>
                    <a:pt x="305" y="461"/>
                  </a:lnTo>
                  <a:lnTo>
                    <a:pt x="308" y="492"/>
                  </a:lnTo>
                  <a:lnTo>
                    <a:pt x="320" y="503"/>
                  </a:lnTo>
                  <a:lnTo>
                    <a:pt x="329" y="493"/>
                  </a:lnTo>
                  <a:lnTo>
                    <a:pt x="348" y="503"/>
                  </a:lnTo>
                  <a:lnTo>
                    <a:pt x="359" y="492"/>
                  </a:lnTo>
                  <a:lnTo>
                    <a:pt x="401" y="502"/>
                  </a:lnTo>
                  <a:lnTo>
                    <a:pt x="410" y="503"/>
                  </a:lnTo>
                  <a:lnTo>
                    <a:pt x="419" y="483"/>
                  </a:lnTo>
                  <a:lnTo>
                    <a:pt x="435" y="516"/>
                  </a:lnTo>
                  <a:lnTo>
                    <a:pt x="398" y="762"/>
                  </a:lnTo>
                  <a:lnTo>
                    <a:pt x="198" y="722"/>
                  </a:lnTo>
                  <a:lnTo>
                    <a:pt x="0" y="675"/>
                  </a:lnTo>
                  <a:lnTo>
                    <a:pt x="0" y="67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76" name=""/>
            <p:cNvSpPr/>
            <p:nvPr/>
          </p:nvSpPr>
          <p:spPr>
            <a:xfrm>
              <a:off x="6318360" y="4324320"/>
              <a:ext cx="455400" cy="889200"/>
            </a:xfrm>
            <a:custGeom>
              <a:avLst/>
              <a:gdLst/>
              <a:ahLst/>
              <a:rect l="l" t="t" r="r" b="b"/>
              <a:pathLst>
                <a:path w="287" h="560">
                  <a:moveTo>
                    <a:pt x="0" y="248"/>
                  </a:moveTo>
                  <a:lnTo>
                    <a:pt x="0" y="248"/>
                  </a:lnTo>
                  <a:lnTo>
                    <a:pt x="6" y="229"/>
                  </a:lnTo>
                  <a:lnTo>
                    <a:pt x="25" y="196"/>
                  </a:lnTo>
                  <a:lnTo>
                    <a:pt x="35" y="161"/>
                  </a:lnTo>
                  <a:lnTo>
                    <a:pt x="25" y="132"/>
                  </a:lnTo>
                  <a:lnTo>
                    <a:pt x="76" y="91"/>
                  </a:lnTo>
                  <a:lnTo>
                    <a:pt x="85" y="69"/>
                  </a:lnTo>
                  <a:lnTo>
                    <a:pt x="85" y="60"/>
                  </a:lnTo>
                  <a:lnTo>
                    <a:pt x="50" y="13"/>
                  </a:lnTo>
                  <a:lnTo>
                    <a:pt x="241" y="0"/>
                  </a:lnTo>
                  <a:lnTo>
                    <a:pt x="245" y="34"/>
                  </a:lnTo>
                  <a:lnTo>
                    <a:pt x="264" y="74"/>
                  </a:lnTo>
                  <a:lnTo>
                    <a:pt x="281" y="288"/>
                  </a:lnTo>
                  <a:lnTo>
                    <a:pt x="278" y="334"/>
                  </a:lnTo>
                  <a:lnTo>
                    <a:pt x="286" y="356"/>
                  </a:lnTo>
                  <a:lnTo>
                    <a:pt x="276" y="406"/>
                  </a:lnTo>
                  <a:lnTo>
                    <a:pt x="262" y="429"/>
                  </a:lnTo>
                  <a:lnTo>
                    <a:pt x="254" y="462"/>
                  </a:lnTo>
                  <a:lnTo>
                    <a:pt x="261" y="473"/>
                  </a:lnTo>
                  <a:lnTo>
                    <a:pt x="255" y="495"/>
                  </a:lnTo>
                  <a:lnTo>
                    <a:pt x="259" y="503"/>
                  </a:lnTo>
                  <a:lnTo>
                    <a:pt x="236" y="512"/>
                  </a:lnTo>
                  <a:lnTo>
                    <a:pt x="231" y="546"/>
                  </a:lnTo>
                  <a:lnTo>
                    <a:pt x="199" y="534"/>
                  </a:lnTo>
                  <a:lnTo>
                    <a:pt x="183" y="550"/>
                  </a:lnTo>
                  <a:lnTo>
                    <a:pt x="184" y="559"/>
                  </a:lnTo>
                  <a:lnTo>
                    <a:pt x="172" y="559"/>
                  </a:lnTo>
                  <a:lnTo>
                    <a:pt x="160" y="535"/>
                  </a:lnTo>
                  <a:lnTo>
                    <a:pt x="155" y="504"/>
                  </a:lnTo>
                  <a:lnTo>
                    <a:pt x="142" y="482"/>
                  </a:lnTo>
                  <a:lnTo>
                    <a:pt x="123" y="473"/>
                  </a:lnTo>
                  <a:lnTo>
                    <a:pt x="101" y="453"/>
                  </a:lnTo>
                  <a:lnTo>
                    <a:pt x="91" y="425"/>
                  </a:lnTo>
                  <a:lnTo>
                    <a:pt x="105" y="381"/>
                  </a:lnTo>
                  <a:lnTo>
                    <a:pt x="93" y="373"/>
                  </a:lnTo>
                  <a:lnTo>
                    <a:pt x="64" y="373"/>
                  </a:lnTo>
                  <a:lnTo>
                    <a:pt x="59" y="344"/>
                  </a:lnTo>
                  <a:lnTo>
                    <a:pt x="12" y="291"/>
                  </a:lnTo>
                  <a:lnTo>
                    <a:pt x="0" y="248"/>
                  </a:lnTo>
                  <a:lnTo>
                    <a:pt x="0" y="24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77" name=""/>
            <p:cNvSpPr/>
            <p:nvPr/>
          </p:nvSpPr>
          <p:spPr>
            <a:xfrm>
              <a:off x="6721560" y="4403880"/>
              <a:ext cx="358560" cy="672840"/>
            </a:xfrm>
            <a:custGeom>
              <a:avLst/>
              <a:gdLst/>
              <a:ahLst/>
              <a:rect l="l" t="t" r="r" b="b"/>
              <a:pathLst>
                <a:path w="226" h="424">
                  <a:moveTo>
                    <a:pt x="0" y="412"/>
                  </a:moveTo>
                  <a:lnTo>
                    <a:pt x="0" y="412"/>
                  </a:lnTo>
                  <a:lnTo>
                    <a:pt x="7" y="423"/>
                  </a:lnTo>
                  <a:lnTo>
                    <a:pt x="12" y="412"/>
                  </a:lnTo>
                  <a:lnTo>
                    <a:pt x="46" y="405"/>
                  </a:lnTo>
                  <a:lnTo>
                    <a:pt x="58" y="408"/>
                  </a:lnTo>
                  <a:lnTo>
                    <a:pt x="93" y="395"/>
                  </a:lnTo>
                  <a:lnTo>
                    <a:pt x="106" y="408"/>
                  </a:lnTo>
                  <a:lnTo>
                    <a:pt x="118" y="379"/>
                  </a:lnTo>
                  <a:lnTo>
                    <a:pt x="128" y="372"/>
                  </a:lnTo>
                  <a:lnTo>
                    <a:pt x="154" y="388"/>
                  </a:lnTo>
                  <a:lnTo>
                    <a:pt x="157" y="369"/>
                  </a:lnTo>
                  <a:lnTo>
                    <a:pt x="184" y="331"/>
                  </a:lnTo>
                  <a:lnTo>
                    <a:pt x="191" y="309"/>
                  </a:lnTo>
                  <a:lnTo>
                    <a:pt x="201" y="313"/>
                  </a:lnTo>
                  <a:lnTo>
                    <a:pt x="225" y="293"/>
                  </a:lnTo>
                  <a:lnTo>
                    <a:pt x="220" y="277"/>
                  </a:lnTo>
                  <a:lnTo>
                    <a:pt x="221" y="268"/>
                  </a:lnTo>
                  <a:lnTo>
                    <a:pt x="198" y="8"/>
                  </a:lnTo>
                  <a:lnTo>
                    <a:pt x="195" y="0"/>
                  </a:lnTo>
                  <a:lnTo>
                    <a:pt x="60" y="18"/>
                  </a:lnTo>
                  <a:lnTo>
                    <a:pt x="34" y="34"/>
                  </a:lnTo>
                  <a:lnTo>
                    <a:pt x="10" y="24"/>
                  </a:lnTo>
                  <a:lnTo>
                    <a:pt x="27" y="238"/>
                  </a:lnTo>
                  <a:lnTo>
                    <a:pt x="24" y="284"/>
                  </a:lnTo>
                  <a:lnTo>
                    <a:pt x="32" y="306"/>
                  </a:lnTo>
                  <a:lnTo>
                    <a:pt x="22" y="356"/>
                  </a:lnTo>
                  <a:lnTo>
                    <a:pt x="8" y="379"/>
                  </a:lnTo>
                  <a:lnTo>
                    <a:pt x="0" y="412"/>
                  </a:lnTo>
                  <a:lnTo>
                    <a:pt x="0" y="41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78" name=""/>
            <p:cNvSpPr/>
            <p:nvPr/>
          </p:nvSpPr>
          <p:spPr>
            <a:xfrm>
              <a:off x="5762520" y="4191120"/>
              <a:ext cx="692280" cy="498240"/>
            </a:xfrm>
            <a:custGeom>
              <a:avLst/>
              <a:gdLst/>
              <a:ahLst/>
              <a:rect l="l" t="t" r="r" b="b"/>
              <a:pathLst>
                <a:path w="436" h="314">
                  <a:moveTo>
                    <a:pt x="0" y="7"/>
                  </a:moveTo>
                  <a:lnTo>
                    <a:pt x="0" y="7"/>
                  </a:lnTo>
                  <a:lnTo>
                    <a:pt x="1" y="31"/>
                  </a:lnTo>
                  <a:lnTo>
                    <a:pt x="9" y="50"/>
                  </a:lnTo>
                  <a:lnTo>
                    <a:pt x="4" y="68"/>
                  </a:lnTo>
                  <a:lnTo>
                    <a:pt x="9" y="110"/>
                  </a:lnTo>
                  <a:lnTo>
                    <a:pt x="30" y="172"/>
                  </a:lnTo>
                  <a:lnTo>
                    <a:pt x="30" y="190"/>
                  </a:lnTo>
                  <a:lnTo>
                    <a:pt x="43" y="221"/>
                  </a:lnTo>
                  <a:lnTo>
                    <a:pt x="49" y="268"/>
                  </a:lnTo>
                  <a:lnTo>
                    <a:pt x="47" y="282"/>
                  </a:lnTo>
                  <a:lnTo>
                    <a:pt x="54" y="296"/>
                  </a:lnTo>
                  <a:lnTo>
                    <a:pt x="334" y="291"/>
                  </a:lnTo>
                  <a:lnTo>
                    <a:pt x="356" y="313"/>
                  </a:lnTo>
                  <a:lnTo>
                    <a:pt x="375" y="280"/>
                  </a:lnTo>
                  <a:lnTo>
                    <a:pt x="385" y="245"/>
                  </a:lnTo>
                  <a:lnTo>
                    <a:pt x="375" y="216"/>
                  </a:lnTo>
                  <a:lnTo>
                    <a:pt x="426" y="175"/>
                  </a:lnTo>
                  <a:lnTo>
                    <a:pt x="435" y="153"/>
                  </a:lnTo>
                  <a:lnTo>
                    <a:pt x="435" y="144"/>
                  </a:lnTo>
                  <a:lnTo>
                    <a:pt x="400" y="97"/>
                  </a:lnTo>
                  <a:lnTo>
                    <a:pt x="363" y="52"/>
                  </a:lnTo>
                  <a:lnTo>
                    <a:pt x="356" y="0"/>
                  </a:lnTo>
                  <a:lnTo>
                    <a:pt x="10" y="8"/>
                  </a:lnTo>
                  <a:lnTo>
                    <a:pt x="0" y="7"/>
                  </a:lnTo>
                  <a:lnTo>
                    <a:pt x="0" y="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79" name=""/>
            <p:cNvSpPr/>
            <p:nvPr/>
          </p:nvSpPr>
          <p:spPr>
            <a:xfrm>
              <a:off x="5119560" y="4734000"/>
              <a:ext cx="863640" cy="501480"/>
            </a:xfrm>
            <a:custGeom>
              <a:avLst/>
              <a:gdLst/>
              <a:ahLst/>
              <a:rect l="l" t="t" r="r" b="b"/>
              <a:pathLst>
                <a:path w="544" h="316">
                  <a:moveTo>
                    <a:pt x="0" y="300"/>
                  </a:moveTo>
                  <a:lnTo>
                    <a:pt x="0" y="300"/>
                  </a:lnTo>
                  <a:lnTo>
                    <a:pt x="18" y="0"/>
                  </a:lnTo>
                  <a:lnTo>
                    <a:pt x="221" y="10"/>
                  </a:lnTo>
                  <a:lnTo>
                    <a:pt x="488" y="15"/>
                  </a:lnTo>
                  <a:lnTo>
                    <a:pt x="502" y="27"/>
                  </a:lnTo>
                  <a:lnTo>
                    <a:pt x="511" y="25"/>
                  </a:lnTo>
                  <a:lnTo>
                    <a:pt x="519" y="33"/>
                  </a:lnTo>
                  <a:lnTo>
                    <a:pt x="519" y="41"/>
                  </a:lnTo>
                  <a:lnTo>
                    <a:pt x="512" y="41"/>
                  </a:lnTo>
                  <a:lnTo>
                    <a:pt x="503" y="62"/>
                  </a:lnTo>
                  <a:lnTo>
                    <a:pt x="525" y="95"/>
                  </a:lnTo>
                  <a:lnTo>
                    <a:pt x="543" y="101"/>
                  </a:lnTo>
                  <a:lnTo>
                    <a:pt x="540" y="314"/>
                  </a:lnTo>
                  <a:lnTo>
                    <a:pt x="309" y="315"/>
                  </a:lnTo>
                  <a:lnTo>
                    <a:pt x="0" y="300"/>
                  </a:lnTo>
                  <a:lnTo>
                    <a:pt x="0" y="300"/>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80" name=""/>
            <p:cNvSpPr/>
            <p:nvPr/>
          </p:nvSpPr>
          <p:spPr>
            <a:xfrm>
              <a:off x="6586560" y="4827600"/>
              <a:ext cx="841320" cy="468360"/>
            </a:xfrm>
            <a:custGeom>
              <a:avLst/>
              <a:gdLst/>
              <a:ahLst/>
              <a:rect l="l" t="t" r="r" b="b"/>
              <a:pathLst>
                <a:path w="530" h="295">
                  <a:moveTo>
                    <a:pt x="0" y="294"/>
                  </a:moveTo>
                  <a:lnTo>
                    <a:pt x="0" y="294"/>
                  </a:lnTo>
                  <a:lnTo>
                    <a:pt x="5" y="280"/>
                  </a:lnTo>
                  <a:lnTo>
                    <a:pt x="16" y="277"/>
                  </a:lnTo>
                  <a:lnTo>
                    <a:pt x="20" y="246"/>
                  </a:lnTo>
                  <a:lnTo>
                    <a:pt x="15" y="242"/>
                  </a:lnTo>
                  <a:lnTo>
                    <a:pt x="14" y="233"/>
                  </a:lnTo>
                  <a:lnTo>
                    <a:pt x="30" y="217"/>
                  </a:lnTo>
                  <a:lnTo>
                    <a:pt x="62" y="229"/>
                  </a:lnTo>
                  <a:lnTo>
                    <a:pt x="67" y="195"/>
                  </a:lnTo>
                  <a:lnTo>
                    <a:pt x="90" y="186"/>
                  </a:lnTo>
                  <a:lnTo>
                    <a:pt x="86" y="178"/>
                  </a:lnTo>
                  <a:lnTo>
                    <a:pt x="92" y="156"/>
                  </a:lnTo>
                  <a:lnTo>
                    <a:pt x="97" y="145"/>
                  </a:lnTo>
                  <a:lnTo>
                    <a:pt x="131" y="138"/>
                  </a:lnTo>
                  <a:lnTo>
                    <a:pt x="143" y="141"/>
                  </a:lnTo>
                  <a:lnTo>
                    <a:pt x="178" y="128"/>
                  </a:lnTo>
                  <a:lnTo>
                    <a:pt x="191" y="141"/>
                  </a:lnTo>
                  <a:lnTo>
                    <a:pt x="203" y="112"/>
                  </a:lnTo>
                  <a:lnTo>
                    <a:pt x="213" y="105"/>
                  </a:lnTo>
                  <a:lnTo>
                    <a:pt x="239" y="121"/>
                  </a:lnTo>
                  <a:lnTo>
                    <a:pt x="242" y="102"/>
                  </a:lnTo>
                  <a:lnTo>
                    <a:pt x="269" y="64"/>
                  </a:lnTo>
                  <a:lnTo>
                    <a:pt x="276" y="42"/>
                  </a:lnTo>
                  <a:lnTo>
                    <a:pt x="286" y="46"/>
                  </a:lnTo>
                  <a:lnTo>
                    <a:pt x="310" y="26"/>
                  </a:lnTo>
                  <a:lnTo>
                    <a:pt x="305" y="10"/>
                  </a:lnTo>
                  <a:lnTo>
                    <a:pt x="306" y="1"/>
                  </a:lnTo>
                  <a:lnTo>
                    <a:pt x="330" y="0"/>
                  </a:lnTo>
                  <a:lnTo>
                    <a:pt x="344" y="4"/>
                  </a:lnTo>
                  <a:lnTo>
                    <a:pt x="353" y="23"/>
                  </a:lnTo>
                  <a:lnTo>
                    <a:pt x="376" y="27"/>
                  </a:lnTo>
                  <a:lnTo>
                    <a:pt x="391" y="35"/>
                  </a:lnTo>
                  <a:lnTo>
                    <a:pt x="425" y="33"/>
                  </a:lnTo>
                  <a:lnTo>
                    <a:pt x="440" y="23"/>
                  </a:lnTo>
                  <a:lnTo>
                    <a:pt x="476" y="48"/>
                  </a:lnTo>
                  <a:lnTo>
                    <a:pt x="488" y="95"/>
                  </a:lnTo>
                  <a:lnTo>
                    <a:pt x="503" y="113"/>
                  </a:lnTo>
                  <a:lnTo>
                    <a:pt x="529" y="130"/>
                  </a:lnTo>
                  <a:lnTo>
                    <a:pt x="510" y="156"/>
                  </a:lnTo>
                  <a:lnTo>
                    <a:pt x="492" y="169"/>
                  </a:lnTo>
                  <a:lnTo>
                    <a:pt x="474" y="195"/>
                  </a:lnTo>
                  <a:lnTo>
                    <a:pt x="474" y="203"/>
                  </a:lnTo>
                  <a:lnTo>
                    <a:pt x="421" y="240"/>
                  </a:lnTo>
                  <a:lnTo>
                    <a:pt x="127" y="270"/>
                  </a:lnTo>
                  <a:lnTo>
                    <a:pt x="97" y="269"/>
                  </a:lnTo>
                  <a:lnTo>
                    <a:pt x="97" y="288"/>
                  </a:lnTo>
                  <a:lnTo>
                    <a:pt x="0" y="294"/>
                  </a:lnTo>
                  <a:lnTo>
                    <a:pt x="0" y="294"/>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81" name=""/>
            <p:cNvSpPr/>
            <p:nvPr/>
          </p:nvSpPr>
          <p:spPr>
            <a:xfrm>
              <a:off x="6054840" y="5865840"/>
              <a:ext cx="649080" cy="620640"/>
            </a:xfrm>
            <a:custGeom>
              <a:avLst/>
              <a:gdLst/>
              <a:ahLst/>
              <a:rect l="l" t="t" r="r" b="b"/>
              <a:pathLst>
                <a:path w="409" h="391">
                  <a:moveTo>
                    <a:pt x="0" y="2"/>
                  </a:moveTo>
                  <a:lnTo>
                    <a:pt x="0" y="2"/>
                  </a:lnTo>
                  <a:lnTo>
                    <a:pt x="4" y="106"/>
                  </a:lnTo>
                  <a:lnTo>
                    <a:pt x="15" y="120"/>
                  </a:lnTo>
                  <a:lnTo>
                    <a:pt x="19" y="146"/>
                  </a:lnTo>
                  <a:lnTo>
                    <a:pt x="42" y="186"/>
                  </a:lnTo>
                  <a:lnTo>
                    <a:pt x="41" y="217"/>
                  </a:lnTo>
                  <a:lnTo>
                    <a:pt x="28" y="246"/>
                  </a:lnTo>
                  <a:lnTo>
                    <a:pt x="29" y="264"/>
                  </a:lnTo>
                  <a:lnTo>
                    <a:pt x="33" y="280"/>
                  </a:lnTo>
                  <a:lnTo>
                    <a:pt x="31" y="298"/>
                  </a:lnTo>
                  <a:lnTo>
                    <a:pt x="24" y="306"/>
                  </a:lnTo>
                  <a:lnTo>
                    <a:pt x="13" y="322"/>
                  </a:lnTo>
                  <a:lnTo>
                    <a:pt x="20" y="328"/>
                  </a:lnTo>
                  <a:lnTo>
                    <a:pt x="76" y="322"/>
                  </a:lnTo>
                  <a:lnTo>
                    <a:pt x="118" y="343"/>
                  </a:lnTo>
                  <a:lnTo>
                    <a:pt x="160" y="341"/>
                  </a:lnTo>
                  <a:lnTo>
                    <a:pt x="157" y="325"/>
                  </a:lnTo>
                  <a:lnTo>
                    <a:pt x="169" y="314"/>
                  </a:lnTo>
                  <a:lnTo>
                    <a:pt x="199" y="322"/>
                  </a:lnTo>
                  <a:lnTo>
                    <a:pt x="204" y="344"/>
                  </a:lnTo>
                  <a:lnTo>
                    <a:pt x="214" y="342"/>
                  </a:lnTo>
                  <a:lnTo>
                    <a:pt x="226" y="347"/>
                  </a:lnTo>
                  <a:lnTo>
                    <a:pt x="238" y="361"/>
                  </a:lnTo>
                  <a:lnTo>
                    <a:pt x="241" y="374"/>
                  </a:lnTo>
                  <a:lnTo>
                    <a:pt x="254" y="375"/>
                  </a:lnTo>
                  <a:lnTo>
                    <a:pt x="267" y="384"/>
                  </a:lnTo>
                  <a:lnTo>
                    <a:pt x="276" y="381"/>
                  </a:lnTo>
                  <a:lnTo>
                    <a:pt x="285" y="369"/>
                  </a:lnTo>
                  <a:lnTo>
                    <a:pt x="285" y="361"/>
                  </a:lnTo>
                  <a:lnTo>
                    <a:pt x="296" y="373"/>
                  </a:lnTo>
                  <a:lnTo>
                    <a:pt x="303" y="364"/>
                  </a:lnTo>
                  <a:lnTo>
                    <a:pt x="313" y="383"/>
                  </a:lnTo>
                  <a:lnTo>
                    <a:pt x="325" y="373"/>
                  </a:lnTo>
                  <a:lnTo>
                    <a:pt x="330" y="366"/>
                  </a:lnTo>
                  <a:lnTo>
                    <a:pt x="325" y="361"/>
                  </a:lnTo>
                  <a:lnTo>
                    <a:pt x="326" y="343"/>
                  </a:lnTo>
                  <a:lnTo>
                    <a:pt x="330" y="343"/>
                  </a:lnTo>
                  <a:lnTo>
                    <a:pt x="340" y="344"/>
                  </a:lnTo>
                  <a:lnTo>
                    <a:pt x="345" y="357"/>
                  </a:lnTo>
                  <a:lnTo>
                    <a:pt x="357" y="357"/>
                  </a:lnTo>
                  <a:lnTo>
                    <a:pt x="369" y="365"/>
                  </a:lnTo>
                  <a:lnTo>
                    <a:pt x="371" y="362"/>
                  </a:lnTo>
                  <a:lnTo>
                    <a:pt x="376" y="371"/>
                  </a:lnTo>
                  <a:lnTo>
                    <a:pt x="384" y="376"/>
                  </a:lnTo>
                  <a:lnTo>
                    <a:pt x="380" y="390"/>
                  </a:lnTo>
                  <a:lnTo>
                    <a:pt x="391" y="378"/>
                  </a:lnTo>
                  <a:lnTo>
                    <a:pt x="399" y="386"/>
                  </a:lnTo>
                  <a:lnTo>
                    <a:pt x="399" y="375"/>
                  </a:lnTo>
                  <a:lnTo>
                    <a:pt x="408" y="373"/>
                  </a:lnTo>
                  <a:lnTo>
                    <a:pt x="408" y="366"/>
                  </a:lnTo>
                  <a:lnTo>
                    <a:pt x="398" y="365"/>
                  </a:lnTo>
                  <a:lnTo>
                    <a:pt x="391" y="357"/>
                  </a:lnTo>
                  <a:lnTo>
                    <a:pt x="384" y="358"/>
                  </a:lnTo>
                  <a:lnTo>
                    <a:pt x="379" y="348"/>
                  </a:lnTo>
                  <a:lnTo>
                    <a:pt x="369" y="348"/>
                  </a:lnTo>
                  <a:lnTo>
                    <a:pt x="359" y="327"/>
                  </a:lnTo>
                  <a:lnTo>
                    <a:pt x="364" y="323"/>
                  </a:lnTo>
                  <a:lnTo>
                    <a:pt x="373" y="319"/>
                  </a:lnTo>
                  <a:lnTo>
                    <a:pt x="375" y="306"/>
                  </a:lnTo>
                  <a:lnTo>
                    <a:pt x="382" y="305"/>
                  </a:lnTo>
                  <a:lnTo>
                    <a:pt x="391" y="298"/>
                  </a:lnTo>
                  <a:lnTo>
                    <a:pt x="388" y="292"/>
                  </a:lnTo>
                  <a:lnTo>
                    <a:pt x="388" y="271"/>
                  </a:lnTo>
                  <a:lnTo>
                    <a:pt x="378" y="282"/>
                  </a:lnTo>
                  <a:lnTo>
                    <a:pt x="365" y="284"/>
                  </a:lnTo>
                  <a:lnTo>
                    <a:pt x="355" y="303"/>
                  </a:lnTo>
                  <a:lnTo>
                    <a:pt x="339" y="292"/>
                  </a:lnTo>
                  <a:lnTo>
                    <a:pt x="340" y="285"/>
                  </a:lnTo>
                  <a:lnTo>
                    <a:pt x="350" y="283"/>
                  </a:lnTo>
                  <a:lnTo>
                    <a:pt x="350" y="285"/>
                  </a:lnTo>
                  <a:lnTo>
                    <a:pt x="354" y="276"/>
                  </a:lnTo>
                  <a:lnTo>
                    <a:pt x="347" y="278"/>
                  </a:lnTo>
                  <a:lnTo>
                    <a:pt x="345" y="275"/>
                  </a:lnTo>
                  <a:lnTo>
                    <a:pt x="342" y="279"/>
                  </a:lnTo>
                  <a:lnTo>
                    <a:pt x="335" y="276"/>
                  </a:lnTo>
                  <a:lnTo>
                    <a:pt x="328" y="285"/>
                  </a:lnTo>
                  <a:lnTo>
                    <a:pt x="315" y="288"/>
                  </a:lnTo>
                  <a:lnTo>
                    <a:pt x="293" y="283"/>
                  </a:lnTo>
                  <a:lnTo>
                    <a:pt x="292" y="277"/>
                  </a:lnTo>
                  <a:lnTo>
                    <a:pt x="306" y="255"/>
                  </a:lnTo>
                  <a:lnTo>
                    <a:pt x="318" y="255"/>
                  </a:lnTo>
                  <a:lnTo>
                    <a:pt x="326" y="264"/>
                  </a:lnTo>
                  <a:lnTo>
                    <a:pt x="362" y="271"/>
                  </a:lnTo>
                  <a:lnTo>
                    <a:pt x="336" y="224"/>
                  </a:lnTo>
                  <a:lnTo>
                    <a:pt x="340" y="192"/>
                  </a:lnTo>
                  <a:lnTo>
                    <a:pt x="192" y="197"/>
                  </a:lnTo>
                  <a:lnTo>
                    <a:pt x="194" y="180"/>
                  </a:lnTo>
                  <a:lnTo>
                    <a:pt x="210" y="122"/>
                  </a:lnTo>
                  <a:lnTo>
                    <a:pt x="236" y="86"/>
                  </a:lnTo>
                  <a:lnTo>
                    <a:pt x="227" y="75"/>
                  </a:lnTo>
                  <a:lnTo>
                    <a:pt x="231" y="40"/>
                  </a:lnTo>
                  <a:lnTo>
                    <a:pt x="218" y="0"/>
                  </a:lnTo>
                  <a:lnTo>
                    <a:pt x="0" y="2"/>
                  </a:lnTo>
                  <a:lnTo>
                    <a:pt x="0" y="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82" name=""/>
            <p:cNvSpPr/>
            <p:nvPr/>
          </p:nvSpPr>
          <p:spPr>
            <a:xfrm>
              <a:off x="8364600" y="3171960"/>
              <a:ext cx="423720" cy="728640"/>
            </a:xfrm>
            <a:custGeom>
              <a:avLst/>
              <a:gdLst/>
              <a:ahLst/>
              <a:rect l="l" t="t" r="r" b="b"/>
              <a:pathLst>
                <a:path w="267" h="459">
                  <a:moveTo>
                    <a:pt x="0" y="248"/>
                  </a:moveTo>
                  <a:lnTo>
                    <a:pt x="0" y="248"/>
                  </a:lnTo>
                  <a:lnTo>
                    <a:pt x="15" y="249"/>
                  </a:lnTo>
                  <a:lnTo>
                    <a:pt x="16" y="221"/>
                  </a:lnTo>
                  <a:lnTo>
                    <a:pt x="34" y="180"/>
                  </a:lnTo>
                  <a:lnTo>
                    <a:pt x="26" y="150"/>
                  </a:lnTo>
                  <a:lnTo>
                    <a:pt x="34" y="110"/>
                  </a:lnTo>
                  <a:lnTo>
                    <a:pt x="32" y="95"/>
                  </a:lnTo>
                  <a:lnTo>
                    <a:pt x="62" y="8"/>
                  </a:lnTo>
                  <a:lnTo>
                    <a:pt x="71" y="8"/>
                  </a:lnTo>
                  <a:lnTo>
                    <a:pt x="77" y="25"/>
                  </a:lnTo>
                  <a:lnTo>
                    <a:pt x="115" y="9"/>
                  </a:lnTo>
                  <a:lnTo>
                    <a:pt x="116" y="4"/>
                  </a:lnTo>
                  <a:lnTo>
                    <a:pt x="126" y="0"/>
                  </a:lnTo>
                  <a:lnTo>
                    <a:pt x="146" y="10"/>
                  </a:lnTo>
                  <a:lnTo>
                    <a:pt x="162" y="25"/>
                  </a:lnTo>
                  <a:lnTo>
                    <a:pt x="195" y="151"/>
                  </a:lnTo>
                  <a:lnTo>
                    <a:pt x="218" y="152"/>
                  </a:lnTo>
                  <a:lnTo>
                    <a:pt x="222" y="159"/>
                  </a:lnTo>
                  <a:lnTo>
                    <a:pt x="218" y="163"/>
                  </a:lnTo>
                  <a:lnTo>
                    <a:pt x="235" y="195"/>
                  </a:lnTo>
                  <a:lnTo>
                    <a:pt x="240" y="188"/>
                  </a:lnTo>
                  <a:lnTo>
                    <a:pt x="259" y="208"/>
                  </a:lnTo>
                  <a:lnTo>
                    <a:pt x="251" y="212"/>
                  </a:lnTo>
                  <a:lnTo>
                    <a:pt x="252" y="217"/>
                  </a:lnTo>
                  <a:lnTo>
                    <a:pt x="266" y="217"/>
                  </a:lnTo>
                  <a:lnTo>
                    <a:pt x="256" y="240"/>
                  </a:lnTo>
                  <a:lnTo>
                    <a:pt x="245" y="237"/>
                  </a:lnTo>
                  <a:lnTo>
                    <a:pt x="235" y="245"/>
                  </a:lnTo>
                  <a:lnTo>
                    <a:pt x="236" y="255"/>
                  </a:lnTo>
                  <a:lnTo>
                    <a:pt x="229" y="263"/>
                  </a:lnTo>
                  <a:lnTo>
                    <a:pt x="220" y="258"/>
                  </a:lnTo>
                  <a:lnTo>
                    <a:pt x="220" y="274"/>
                  </a:lnTo>
                  <a:lnTo>
                    <a:pt x="214" y="269"/>
                  </a:lnTo>
                  <a:lnTo>
                    <a:pt x="210" y="286"/>
                  </a:lnTo>
                  <a:lnTo>
                    <a:pt x="198" y="271"/>
                  </a:lnTo>
                  <a:lnTo>
                    <a:pt x="188" y="285"/>
                  </a:lnTo>
                  <a:lnTo>
                    <a:pt x="178" y="291"/>
                  </a:lnTo>
                  <a:lnTo>
                    <a:pt x="176" y="305"/>
                  </a:lnTo>
                  <a:lnTo>
                    <a:pt x="164" y="301"/>
                  </a:lnTo>
                  <a:lnTo>
                    <a:pt x="168" y="291"/>
                  </a:lnTo>
                  <a:lnTo>
                    <a:pt x="162" y="279"/>
                  </a:lnTo>
                  <a:lnTo>
                    <a:pt x="152" y="296"/>
                  </a:lnTo>
                  <a:lnTo>
                    <a:pt x="157" y="333"/>
                  </a:lnTo>
                  <a:lnTo>
                    <a:pt x="150" y="342"/>
                  </a:lnTo>
                  <a:lnTo>
                    <a:pt x="142" y="342"/>
                  </a:lnTo>
                  <a:lnTo>
                    <a:pt x="137" y="342"/>
                  </a:lnTo>
                  <a:lnTo>
                    <a:pt x="128" y="362"/>
                  </a:lnTo>
                  <a:lnTo>
                    <a:pt x="116" y="362"/>
                  </a:lnTo>
                  <a:lnTo>
                    <a:pt x="118" y="382"/>
                  </a:lnTo>
                  <a:lnTo>
                    <a:pt x="110" y="367"/>
                  </a:lnTo>
                  <a:lnTo>
                    <a:pt x="91" y="384"/>
                  </a:lnTo>
                  <a:lnTo>
                    <a:pt x="88" y="395"/>
                  </a:lnTo>
                  <a:lnTo>
                    <a:pt x="94" y="402"/>
                  </a:lnTo>
                  <a:lnTo>
                    <a:pt x="86" y="406"/>
                  </a:lnTo>
                  <a:lnTo>
                    <a:pt x="88" y="420"/>
                  </a:lnTo>
                  <a:lnTo>
                    <a:pt x="81" y="429"/>
                  </a:lnTo>
                  <a:lnTo>
                    <a:pt x="79" y="458"/>
                  </a:lnTo>
                  <a:lnTo>
                    <a:pt x="74" y="458"/>
                  </a:lnTo>
                  <a:lnTo>
                    <a:pt x="49" y="421"/>
                  </a:lnTo>
                  <a:lnTo>
                    <a:pt x="0" y="248"/>
                  </a:lnTo>
                  <a:lnTo>
                    <a:pt x="0" y="24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83" name=""/>
            <p:cNvSpPr/>
            <p:nvPr/>
          </p:nvSpPr>
          <p:spPr>
            <a:xfrm>
              <a:off x="7655040" y="4557600"/>
              <a:ext cx="527040" cy="287280"/>
            </a:xfrm>
            <a:custGeom>
              <a:avLst/>
              <a:gdLst/>
              <a:ahLst/>
              <a:rect l="l" t="t" r="r" b="b"/>
              <a:pathLst>
                <a:path w="332" h="181">
                  <a:moveTo>
                    <a:pt x="0" y="52"/>
                  </a:moveTo>
                  <a:lnTo>
                    <a:pt x="0" y="52"/>
                  </a:lnTo>
                  <a:lnTo>
                    <a:pt x="8" y="104"/>
                  </a:lnTo>
                  <a:lnTo>
                    <a:pt x="33" y="72"/>
                  </a:lnTo>
                  <a:lnTo>
                    <a:pt x="72" y="60"/>
                  </a:lnTo>
                  <a:lnTo>
                    <a:pt x="81" y="48"/>
                  </a:lnTo>
                  <a:lnTo>
                    <a:pt x="102" y="44"/>
                  </a:lnTo>
                  <a:lnTo>
                    <a:pt x="119" y="52"/>
                  </a:lnTo>
                  <a:lnTo>
                    <a:pt x="130" y="69"/>
                  </a:lnTo>
                  <a:lnTo>
                    <a:pt x="148" y="73"/>
                  </a:lnTo>
                  <a:lnTo>
                    <a:pt x="160" y="90"/>
                  </a:lnTo>
                  <a:lnTo>
                    <a:pt x="177" y="99"/>
                  </a:lnTo>
                  <a:lnTo>
                    <a:pt x="184" y="93"/>
                  </a:lnTo>
                  <a:lnTo>
                    <a:pt x="188" y="103"/>
                  </a:lnTo>
                  <a:lnTo>
                    <a:pt x="185" y="111"/>
                  </a:lnTo>
                  <a:lnTo>
                    <a:pt x="183" y="121"/>
                  </a:lnTo>
                  <a:lnTo>
                    <a:pt x="172" y="143"/>
                  </a:lnTo>
                  <a:lnTo>
                    <a:pt x="177" y="158"/>
                  </a:lnTo>
                  <a:lnTo>
                    <a:pt x="190" y="152"/>
                  </a:lnTo>
                  <a:lnTo>
                    <a:pt x="191" y="144"/>
                  </a:lnTo>
                  <a:lnTo>
                    <a:pt x="203" y="159"/>
                  </a:lnTo>
                  <a:lnTo>
                    <a:pt x="206" y="152"/>
                  </a:lnTo>
                  <a:lnTo>
                    <a:pt x="213" y="164"/>
                  </a:lnTo>
                  <a:lnTo>
                    <a:pt x="217" y="158"/>
                  </a:lnTo>
                  <a:lnTo>
                    <a:pt x="230" y="164"/>
                  </a:lnTo>
                  <a:lnTo>
                    <a:pt x="238" y="162"/>
                  </a:lnTo>
                  <a:lnTo>
                    <a:pt x="249" y="173"/>
                  </a:lnTo>
                  <a:lnTo>
                    <a:pt x="240" y="153"/>
                  </a:lnTo>
                  <a:lnTo>
                    <a:pt x="216" y="136"/>
                  </a:lnTo>
                  <a:lnTo>
                    <a:pt x="239" y="146"/>
                  </a:lnTo>
                  <a:lnTo>
                    <a:pt x="225" y="128"/>
                  </a:lnTo>
                  <a:lnTo>
                    <a:pt x="220" y="112"/>
                  </a:lnTo>
                  <a:lnTo>
                    <a:pt x="223" y="72"/>
                  </a:lnTo>
                  <a:lnTo>
                    <a:pt x="210" y="64"/>
                  </a:lnTo>
                  <a:lnTo>
                    <a:pt x="238" y="38"/>
                  </a:lnTo>
                  <a:lnTo>
                    <a:pt x="239" y="21"/>
                  </a:lnTo>
                  <a:lnTo>
                    <a:pt x="252" y="22"/>
                  </a:lnTo>
                  <a:lnTo>
                    <a:pt x="249" y="38"/>
                  </a:lnTo>
                  <a:lnTo>
                    <a:pt x="239" y="41"/>
                  </a:lnTo>
                  <a:lnTo>
                    <a:pt x="233" y="57"/>
                  </a:lnTo>
                  <a:lnTo>
                    <a:pt x="238" y="71"/>
                  </a:lnTo>
                  <a:lnTo>
                    <a:pt x="244" y="65"/>
                  </a:lnTo>
                  <a:lnTo>
                    <a:pt x="241" y="82"/>
                  </a:lnTo>
                  <a:lnTo>
                    <a:pt x="243" y="90"/>
                  </a:lnTo>
                  <a:lnTo>
                    <a:pt x="245" y="100"/>
                  </a:lnTo>
                  <a:lnTo>
                    <a:pt x="239" y="94"/>
                  </a:lnTo>
                  <a:lnTo>
                    <a:pt x="235" y="106"/>
                  </a:lnTo>
                  <a:lnTo>
                    <a:pt x="250" y="103"/>
                  </a:lnTo>
                  <a:lnTo>
                    <a:pt x="249" y="112"/>
                  </a:lnTo>
                  <a:lnTo>
                    <a:pt x="257" y="117"/>
                  </a:lnTo>
                  <a:lnTo>
                    <a:pt x="242" y="115"/>
                  </a:lnTo>
                  <a:lnTo>
                    <a:pt x="248" y="141"/>
                  </a:lnTo>
                  <a:lnTo>
                    <a:pt x="263" y="152"/>
                  </a:lnTo>
                  <a:lnTo>
                    <a:pt x="272" y="138"/>
                  </a:lnTo>
                  <a:lnTo>
                    <a:pt x="275" y="159"/>
                  </a:lnTo>
                  <a:lnTo>
                    <a:pt x="286" y="155"/>
                  </a:lnTo>
                  <a:lnTo>
                    <a:pt x="281" y="164"/>
                  </a:lnTo>
                  <a:lnTo>
                    <a:pt x="289" y="164"/>
                  </a:lnTo>
                  <a:lnTo>
                    <a:pt x="282" y="174"/>
                  </a:lnTo>
                  <a:lnTo>
                    <a:pt x="285" y="180"/>
                  </a:lnTo>
                  <a:lnTo>
                    <a:pt x="299" y="171"/>
                  </a:lnTo>
                  <a:lnTo>
                    <a:pt x="318" y="160"/>
                  </a:lnTo>
                  <a:lnTo>
                    <a:pt x="325" y="136"/>
                  </a:lnTo>
                  <a:lnTo>
                    <a:pt x="326" y="152"/>
                  </a:lnTo>
                  <a:lnTo>
                    <a:pt x="325" y="158"/>
                  </a:lnTo>
                  <a:lnTo>
                    <a:pt x="320" y="170"/>
                  </a:lnTo>
                  <a:lnTo>
                    <a:pt x="320" y="177"/>
                  </a:lnTo>
                  <a:lnTo>
                    <a:pt x="328" y="158"/>
                  </a:lnTo>
                  <a:lnTo>
                    <a:pt x="331" y="114"/>
                  </a:lnTo>
                  <a:lnTo>
                    <a:pt x="311" y="117"/>
                  </a:lnTo>
                  <a:lnTo>
                    <a:pt x="285" y="122"/>
                  </a:lnTo>
                  <a:lnTo>
                    <a:pt x="284" y="114"/>
                  </a:lnTo>
                  <a:lnTo>
                    <a:pt x="254" y="0"/>
                  </a:lnTo>
                  <a:lnTo>
                    <a:pt x="0" y="52"/>
                  </a:lnTo>
                  <a:lnTo>
                    <a:pt x="0" y="5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1684" name=""/>
            <p:cNvGrpSpPr/>
            <p:nvPr/>
          </p:nvGrpSpPr>
          <p:grpSpPr>
            <a:xfrm>
              <a:off x="8231040" y="3936960"/>
              <a:ext cx="401760" cy="241200"/>
              <a:chOff x="8231040" y="3936960"/>
              <a:chExt cx="401760" cy="241200"/>
            </a:xfrm>
          </p:grpSpPr>
          <p:sp>
            <p:nvSpPr>
              <p:cNvPr id="1685" name=""/>
              <p:cNvSpPr/>
              <p:nvPr/>
            </p:nvSpPr>
            <p:spPr>
              <a:xfrm>
                <a:off x="8231040" y="3936960"/>
                <a:ext cx="390600" cy="219240"/>
              </a:xfrm>
              <a:custGeom>
                <a:avLst/>
                <a:gdLst/>
                <a:ahLst/>
                <a:rect l="l" t="t" r="r" b="b"/>
                <a:pathLst>
                  <a:path w="246" h="138">
                    <a:moveTo>
                      <a:pt x="0" y="53"/>
                    </a:moveTo>
                    <a:lnTo>
                      <a:pt x="0" y="53"/>
                    </a:lnTo>
                    <a:lnTo>
                      <a:pt x="1" y="126"/>
                    </a:lnTo>
                    <a:lnTo>
                      <a:pt x="113" y="99"/>
                    </a:lnTo>
                    <a:lnTo>
                      <a:pt x="133" y="92"/>
                    </a:lnTo>
                    <a:lnTo>
                      <a:pt x="142" y="95"/>
                    </a:lnTo>
                    <a:lnTo>
                      <a:pt x="149" y="115"/>
                    </a:lnTo>
                    <a:lnTo>
                      <a:pt x="163" y="117"/>
                    </a:lnTo>
                    <a:lnTo>
                      <a:pt x="169" y="135"/>
                    </a:lnTo>
                    <a:lnTo>
                      <a:pt x="177" y="137"/>
                    </a:lnTo>
                    <a:lnTo>
                      <a:pt x="181" y="122"/>
                    </a:lnTo>
                    <a:lnTo>
                      <a:pt x="188" y="119"/>
                    </a:lnTo>
                    <a:lnTo>
                      <a:pt x="191" y="106"/>
                    </a:lnTo>
                    <a:lnTo>
                      <a:pt x="195" y="105"/>
                    </a:lnTo>
                    <a:lnTo>
                      <a:pt x="200" y="122"/>
                    </a:lnTo>
                    <a:lnTo>
                      <a:pt x="211" y="119"/>
                    </a:lnTo>
                    <a:lnTo>
                      <a:pt x="213" y="112"/>
                    </a:lnTo>
                    <a:lnTo>
                      <a:pt x="228" y="102"/>
                    </a:lnTo>
                    <a:lnTo>
                      <a:pt x="238" y="100"/>
                    </a:lnTo>
                    <a:lnTo>
                      <a:pt x="245" y="107"/>
                    </a:lnTo>
                    <a:lnTo>
                      <a:pt x="243" y="89"/>
                    </a:lnTo>
                    <a:lnTo>
                      <a:pt x="229" y="67"/>
                    </a:lnTo>
                    <a:lnTo>
                      <a:pt x="223" y="62"/>
                    </a:lnTo>
                    <a:lnTo>
                      <a:pt x="216" y="62"/>
                    </a:lnTo>
                    <a:lnTo>
                      <a:pt x="218" y="69"/>
                    </a:lnTo>
                    <a:lnTo>
                      <a:pt x="222" y="69"/>
                    </a:lnTo>
                    <a:lnTo>
                      <a:pt x="226" y="69"/>
                    </a:lnTo>
                    <a:lnTo>
                      <a:pt x="232" y="75"/>
                    </a:lnTo>
                    <a:lnTo>
                      <a:pt x="236" y="84"/>
                    </a:lnTo>
                    <a:lnTo>
                      <a:pt x="231" y="92"/>
                    </a:lnTo>
                    <a:lnTo>
                      <a:pt x="212" y="100"/>
                    </a:lnTo>
                    <a:lnTo>
                      <a:pt x="203" y="97"/>
                    </a:lnTo>
                    <a:lnTo>
                      <a:pt x="197" y="84"/>
                    </a:lnTo>
                    <a:lnTo>
                      <a:pt x="188" y="81"/>
                    </a:lnTo>
                    <a:lnTo>
                      <a:pt x="189" y="74"/>
                    </a:lnTo>
                    <a:lnTo>
                      <a:pt x="179" y="62"/>
                    </a:lnTo>
                    <a:lnTo>
                      <a:pt x="166" y="55"/>
                    </a:lnTo>
                    <a:lnTo>
                      <a:pt x="165" y="62"/>
                    </a:lnTo>
                    <a:lnTo>
                      <a:pt x="158" y="59"/>
                    </a:lnTo>
                    <a:lnTo>
                      <a:pt x="154" y="52"/>
                    </a:lnTo>
                    <a:lnTo>
                      <a:pt x="155" y="44"/>
                    </a:lnTo>
                    <a:lnTo>
                      <a:pt x="164" y="36"/>
                    </a:lnTo>
                    <a:lnTo>
                      <a:pt x="161" y="31"/>
                    </a:lnTo>
                    <a:lnTo>
                      <a:pt x="171" y="23"/>
                    </a:lnTo>
                    <a:lnTo>
                      <a:pt x="161" y="13"/>
                    </a:lnTo>
                    <a:lnTo>
                      <a:pt x="155" y="0"/>
                    </a:lnTo>
                    <a:lnTo>
                      <a:pt x="133" y="19"/>
                    </a:lnTo>
                    <a:lnTo>
                      <a:pt x="52" y="41"/>
                    </a:lnTo>
                    <a:lnTo>
                      <a:pt x="0" y="53"/>
                    </a:lnTo>
                    <a:lnTo>
                      <a:pt x="0" y="5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86" name=""/>
              <p:cNvSpPr/>
              <p:nvPr/>
            </p:nvSpPr>
            <p:spPr>
              <a:xfrm>
                <a:off x="8542440" y="4145040"/>
                <a:ext cx="36360" cy="33120"/>
              </a:xfrm>
              <a:custGeom>
                <a:avLst/>
                <a:gdLst/>
                <a:ahLst/>
                <a:rect l="l" t="t" r="r" b="b"/>
                <a:pathLst>
                  <a:path w="23" h="21">
                    <a:moveTo>
                      <a:pt x="0" y="20"/>
                    </a:moveTo>
                    <a:lnTo>
                      <a:pt x="0" y="20"/>
                    </a:lnTo>
                    <a:lnTo>
                      <a:pt x="8" y="0"/>
                    </a:lnTo>
                    <a:lnTo>
                      <a:pt x="22" y="8"/>
                    </a:lnTo>
                    <a:lnTo>
                      <a:pt x="0" y="20"/>
                    </a:lnTo>
                    <a:lnTo>
                      <a:pt x="0" y="20"/>
                    </a:lnTo>
                  </a:path>
                </a:pathLst>
              </a:custGeom>
              <a:solidFill>
                <a:srgbClr val="0000ff"/>
              </a:solidFill>
              <a:ln w="31680">
                <a:solidFill>
                  <a:srgbClr val="000000"/>
                </a:solidFill>
                <a:round/>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1687" name=""/>
              <p:cNvSpPr/>
              <p:nvPr/>
            </p:nvSpPr>
            <p:spPr>
              <a:xfrm>
                <a:off x="8605800" y="4140360"/>
                <a:ext cx="27000" cy="21960"/>
              </a:xfrm>
              <a:custGeom>
                <a:avLst/>
                <a:gdLst/>
                <a:ahLst/>
                <a:rect l="l" t="t" r="r" b="b"/>
                <a:pathLst>
                  <a:path w="17" h="14">
                    <a:moveTo>
                      <a:pt x="0" y="13"/>
                    </a:moveTo>
                    <a:lnTo>
                      <a:pt x="0" y="13"/>
                    </a:lnTo>
                    <a:lnTo>
                      <a:pt x="11" y="0"/>
                    </a:lnTo>
                    <a:lnTo>
                      <a:pt x="16" y="10"/>
                    </a:lnTo>
                    <a:lnTo>
                      <a:pt x="0" y="13"/>
                    </a:lnTo>
                    <a:lnTo>
                      <a:pt x="0" y="13"/>
                    </a:lnTo>
                  </a:path>
                </a:pathLst>
              </a:custGeom>
              <a:solidFill>
                <a:srgbClr val="0000ff"/>
              </a:solidFill>
              <a:ln w="31680">
                <a:solidFill>
                  <a:srgbClr val="000000"/>
                </a:solidFill>
                <a:round/>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grpSp>
        <p:grpSp>
          <p:nvGrpSpPr>
            <p:cNvPr id="1688" name=""/>
            <p:cNvGrpSpPr/>
            <p:nvPr/>
          </p:nvGrpSpPr>
          <p:grpSpPr>
            <a:xfrm>
              <a:off x="6389640" y="3543480"/>
              <a:ext cx="876240" cy="890280"/>
              <a:chOff x="6389640" y="3543480"/>
              <a:chExt cx="876240" cy="890280"/>
            </a:xfrm>
          </p:grpSpPr>
          <p:sp>
            <p:nvSpPr>
              <p:cNvPr id="1689" name=""/>
              <p:cNvSpPr/>
              <p:nvPr/>
            </p:nvSpPr>
            <p:spPr>
              <a:xfrm>
                <a:off x="6389640" y="3543480"/>
                <a:ext cx="666720" cy="374400"/>
              </a:xfrm>
              <a:custGeom>
                <a:avLst/>
                <a:gdLst/>
                <a:ahLst/>
                <a:rect l="l" t="t" r="r" b="b"/>
                <a:pathLst>
                  <a:path w="420" h="236">
                    <a:moveTo>
                      <a:pt x="0" y="100"/>
                    </a:moveTo>
                    <a:lnTo>
                      <a:pt x="0" y="100"/>
                    </a:lnTo>
                    <a:lnTo>
                      <a:pt x="33" y="126"/>
                    </a:lnTo>
                    <a:lnTo>
                      <a:pt x="114" y="149"/>
                    </a:lnTo>
                    <a:lnTo>
                      <a:pt x="149" y="153"/>
                    </a:lnTo>
                    <a:lnTo>
                      <a:pt x="156" y="167"/>
                    </a:lnTo>
                    <a:lnTo>
                      <a:pt x="170" y="172"/>
                    </a:lnTo>
                    <a:lnTo>
                      <a:pt x="190" y="235"/>
                    </a:lnTo>
                    <a:lnTo>
                      <a:pt x="208" y="186"/>
                    </a:lnTo>
                    <a:lnTo>
                      <a:pt x="212" y="175"/>
                    </a:lnTo>
                    <a:lnTo>
                      <a:pt x="218" y="168"/>
                    </a:lnTo>
                    <a:lnTo>
                      <a:pt x="218" y="161"/>
                    </a:lnTo>
                    <a:lnTo>
                      <a:pt x="224" y="148"/>
                    </a:lnTo>
                    <a:lnTo>
                      <a:pt x="226" y="150"/>
                    </a:lnTo>
                    <a:lnTo>
                      <a:pt x="224" y="156"/>
                    </a:lnTo>
                    <a:lnTo>
                      <a:pt x="225" y="169"/>
                    </a:lnTo>
                    <a:lnTo>
                      <a:pt x="233" y="166"/>
                    </a:lnTo>
                    <a:lnTo>
                      <a:pt x="236" y="152"/>
                    </a:lnTo>
                    <a:lnTo>
                      <a:pt x="245" y="153"/>
                    </a:lnTo>
                    <a:lnTo>
                      <a:pt x="250" y="146"/>
                    </a:lnTo>
                    <a:lnTo>
                      <a:pt x="251" y="150"/>
                    </a:lnTo>
                    <a:lnTo>
                      <a:pt x="243" y="172"/>
                    </a:lnTo>
                    <a:lnTo>
                      <a:pt x="249" y="175"/>
                    </a:lnTo>
                    <a:lnTo>
                      <a:pt x="255" y="161"/>
                    </a:lnTo>
                    <a:lnTo>
                      <a:pt x="265" y="156"/>
                    </a:lnTo>
                    <a:lnTo>
                      <a:pt x="271" y="140"/>
                    </a:lnTo>
                    <a:lnTo>
                      <a:pt x="296" y="135"/>
                    </a:lnTo>
                    <a:lnTo>
                      <a:pt x="306" y="134"/>
                    </a:lnTo>
                    <a:lnTo>
                      <a:pt x="324" y="120"/>
                    </a:lnTo>
                    <a:lnTo>
                      <a:pt x="351" y="124"/>
                    </a:lnTo>
                    <a:lnTo>
                      <a:pt x="368" y="139"/>
                    </a:lnTo>
                    <a:lnTo>
                      <a:pt x="370" y="121"/>
                    </a:lnTo>
                    <a:lnTo>
                      <a:pt x="378" y="120"/>
                    </a:lnTo>
                    <a:lnTo>
                      <a:pt x="402" y="122"/>
                    </a:lnTo>
                    <a:lnTo>
                      <a:pt x="419" y="116"/>
                    </a:lnTo>
                    <a:lnTo>
                      <a:pt x="395" y="101"/>
                    </a:lnTo>
                    <a:lnTo>
                      <a:pt x="390" y="77"/>
                    </a:lnTo>
                    <a:lnTo>
                      <a:pt x="373" y="82"/>
                    </a:lnTo>
                    <a:lnTo>
                      <a:pt x="367" y="77"/>
                    </a:lnTo>
                    <a:lnTo>
                      <a:pt x="358" y="82"/>
                    </a:lnTo>
                    <a:lnTo>
                      <a:pt x="349" y="79"/>
                    </a:lnTo>
                    <a:lnTo>
                      <a:pt x="343" y="78"/>
                    </a:lnTo>
                    <a:lnTo>
                      <a:pt x="342" y="63"/>
                    </a:lnTo>
                    <a:lnTo>
                      <a:pt x="345" y="50"/>
                    </a:lnTo>
                    <a:lnTo>
                      <a:pt x="327" y="54"/>
                    </a:lnTo>
                    <a:lnTo>
                      <a:pt x="310" y="62"/>
                    </a:lnTo>
                    <a:lnTo>
                      <a:pt x="268" y="70"/>
                    </a:lnTo>
                    <a:lnTo>
                      <a:pt x="240" y="97"/>
                    </a:lnTo>
                    <a:lnTo>
                      <a:pt x="234" y="91"/>
                    </a:lnTo>
                    <a:lnTo>
                      <a:pt x="226" y="95"/>
                    </a:lnTo>
                    <a:lnTo>
                      <a:pt x="216" y="86"/>
                    </a:lnTo>
                    <a:lnTo>
                      <a:pt x="209" y="89"/>
                    </a:lnTo>
                    <a:lnTo>
                      <a:pt x="193" y="93"/>
                    </a:lnTo>
                    <a:lnTo>
                      <a:pt x="173" y="60"/>
                    </a:lnTo>
                    <a:lnTo>
                      <a:pt x="148" y="57"/>
                    </a:lnTo>
                    <a:lnTo>
                      <a:pt x="140" y="57"/>
                    </a:lnTo>
                    <a:lnTo>
                      <a:pt x="136" y="64"/>
                    </a:lnTo>
                    <a:lnTo>
                      <a:pt x="140" y="51"/>
                    </a:lnTo>
                    <a:lnTo>
                      <a:pt x="128" y="62"/>
                    </a:lnTo>
                    <a:lnTo>
                      <a:pt x="124" y="72"/>
                    </a:lnTo>
                    <a:lnTo>
                      <a:pt x="124" y="54"/>
                    </a:lnTo>
                    <a:lnTo>
                      <a:pt x="136" y="29"/>
                    </a:lnTo>
                    <a:lnTo>
                      <a:pt x="151" y="8"/>
                    </a:lnTo>
                    <a:lnTo>
                      <a:pt x="166" y="4"/>
                    </a:lnTo>
                    <a:lnTo>
                      <a:pt x="164" y="0"/>
                    </a:lnTo>
                    <a:lnTo>
                      <a:pt x="140" y="1"/>
                    </a:lnTo>
                    <a:lnTo>
                      <a:pt x="124" y="10"/>
                    </a:lnTo>
                    <a:lnTo>
                      <a:pt x="119" y="20"/>
                    </a:lnTo>
                    <a:lnTo>
                      <a:pt x="101" y="35"/>
                    </a:lnTo>
                    <a:lnTo>
                      <a:pt x="92" y="50"/>
                    </a:lnTo>
                    <a:lnTo>
                      <a:pt x="78" y="54"/>
                    </a:lnTo>
                    <a:lnTo>
                      <a:pt x="74" y="62"/>
                    </a:lnTo>
                    <a:lnTo>
                      <a:pt x="64" y="67"/>
                    </a:lnTo>
                    <a:lnTo>
                      <a:pt x="38" y="72"/>
                    </a:lnTo>
                    <a:lnTo>
                      <a:pt x="34" y="79"/>
                    </a:lnTo>
                    <a:lnTo>
                      <a:pt x="21" y="90"/>
                    </a:lnTo>
                    <a:lnTo>
                      <a:pt x="0" y="100"/>
                    </a:lnTo>
                    <a:lnTo>
                      <a:pt x="0" y="100"/>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90" name=""/>
              <p:cNvSpPr/>
              <p:nvPr/>
            </p:nvSpPr>
            <p:spPr>
              <a:xfrm>
                <a:off x="6816600" y="3773520"/>
                <a:ext cx="449280" cy="660240"/>
              </a:xfrm>
              <a:custGeom>
                <a:avLst/>
                <a:gdLst/>
                <a:ahLst/>
                <a:rect l="l" t="t" r="r" b="b"/>
                <a:pathLst>
                  <a:path w="283" h="416">
                    <a:moveTo>
                      <a:pt x="0" y="415"/>
                    </a:moveTo>
                    <a:lnTo>
                      <a:pt x="0" y="415"/>
                    </a:lnTo>
                    <a:lnTo>
                      <a:pt x="27" y="364"/>
                    </a:lnTo>
                    <a:lnTo>
                      <a:pt x="32" y="347"/>
                    </a:lnTo>
                    <a:lnTo>
                      <a:pt x="35" y="310"/>
                    </a:lnTo>
                    <a:lnTo>
                      <a:pt x="28" y="278"/>
                    </a:lnTo>
                    <a:lnTo>
                      <a:pt x="12" y="243"/>
                    </a:lnTo>
                    <a:lnTo>
                      <a:pt x="4" y="223"/>
                    </a:lnTo>
                    <a:lnTo>
                      <a:pt x="9" y="207"/>
                    </a:lnTo>
                    <a:lnTo>
                      <a:pt x="2" y="186"/>
                    </a:lnTo>
                    <a:lnTo>
                      <a:pt x="10" y="172"/>
                    </a:lnTo>
                    <a:lnTo>
                      <a:pt x="17" y="135"/>
                    </a:lnTo>
                    <a:lnTo>
                      <a:pt x="16" y="119"/>
                    </a:lnTo>
                    <a:lnTo>
                      <a:pt x="26" y="108"/>
                    </a:lnTo>
                    <a:lnTo>
                      <a:pt x="25" y="97"/>
                    </a:lnTo>
                    <a:lnTo>
                      <a:pt x="41" y="90"/>
                    </a:lnTo>
                    <a:lnTo>
                      <a:pt x="55" y="64"/>
                    </a:lnTo>
                    <a:lnTo>
                      <a:pt x="54" y="105"/>
                    </a:lnTo>
                    <a:lnTo>
                      <a:pt x="64" y="97"/>
                    </a:lnTo>
                    <a:lnTo>
                      <a:pt x="64" y="62"/>
                    </a:lnTo>
                    <a:lnTo>
                      <a:pt x="81" y="43"/>
                    </a:lnTo>
                    <a:lnTo>
                      <a:pt x="91" y="40"/>
                    </a:lnTo>
                    <a:lnTo>
                      <a:pt x="83" y="33"/>
                    </a:lnTo>
                    <a:lnTo>
                      <a:pt x="79" y="22"/>
                    </a:lnTo>
                    <a:lnTo>
                      <a:pt x="85" y="5"/>
                    </a:lnTo>
                    <a:lnTo>
                      <a:pt x="99" y="0"/>
                    </a:lnTo>
                    <a:lnTo>
                      <a:pt x="133" y="9"/>
                    </a:lnTo>
                    <a:lnTo>
                      <a:pt x="145" y="23"/>
                    </a:lnTo>
                    <a:lnTo>
                      <a:pt x="182" y="31"/>
                    </a:lnTo>
                    <a:lnTo>
                      <a:pt x="189" y="46"/>
                    </a:lnTo>
                    <a:lnTo>
                      <a:pt x="201" y="60"/>
                    </a:lnTo>
                    <a:lnTo>
                      <a:pt x="190" y="60"/>
                    </a:lnTo>
                    <a:lnTo>
                      <a:pt x="189" y="69"/>
                    </a:lnTo>
                    <a:lnTo>
                      <a:pt x="202" y="86"/>
                    </a:lnTo>
                    <a:lnTo>
                      <a:pt x="205" y="113"/>
                    </a:lnTo>
                    <a:lnTo>
                      <a:pt x="205" y="132"/>
                    </a:lnTo>
                    <a:lnTo>
                      <a:pt x="193" y="150"/>
                    </a:lnTo>
                    <a:lnTo>
                      <a:pt x="190" y="161"/>
                    </a:lnTo>
                    <a:lnTo>
                      <a:pt x="176" y="170"/>
                    </a:lnTo>
                    <a:lnTo>
                      <a:pt x="172" y="177"/>
                    </a:lnTo>
                    <a:lnTo>
                      <a:pt x="174" y="200"/>
                    </a:lnTo>
                    <a:lnTo>
                      <a:pt x="190" y="209"/>
                    </a:lnTo>
                    <a:lnTo>
                      <a:pt x="204" y="193"/>
                    </a:lnTo>
                    <a:lnTo>
                      <a:pt x="214" y="169"/>
                    </a:lnTo>
                    <a:lnTo>
                      <a:pt x="237" y="155"/>
                    </a:lnTo>
                    <a:lnTo>
                      <a:pt x="252" y="162"/>
                    </a:lnTo>
                    <a:lnTo>
                      <a:pt x="263" y="188"/>
                    </a:lnTo>
                    <a:lnTo>
                      <a:pt x="277" y="240"/>
                    </a:lnTo>
                    <a:lnTo>
                      <a:pt x="282" y="256"/>
                    </a:lnTo>
                    <a:lnTo>
                      <a:pt x="278" y="268"/>
                    </a:lnTo>
                    <a:lnTo>
                      <a:pt x="280" y="289"/>
                    </a:lnTo>
                    <a:lnTo>
                      <a:pt x="275" y="300"/>
                    </a:lnTo>
                    <a:lnTo>
                      <a:pt x="268" y="289"/>
                    </a:lnTo>
                    <a:lnTo>
                      <a:pt x="260" y="294"/>
                    </a:lnTo>
                    <a:lnTo>
                      <a:pt x="258" y="314"/>
                    </a:lnTo>
                    <a:lnTo>
                      <a:pt x="257" y="322"/>
                    </a:lnTo>
                    <a:lnTo>
                      <a:pt x="243" y="332"/>
                    </a:lnTo>
                    <a:lnTo>
                      <a:pt x="243" y="355"/>
                    </a:lnTo>
                    <a:lnTo>
                      <a:pt x="236" y="368"/>
                    </a:lnTo>
                    <a:lnTo>
                      <a:pt x="228" y="389"/>
                    </a:lnTo>
                    <a:lnTo>
                      <a:pt x="138" y="405"/>
                    </a:lnTo>
                    <a:lnTo>
                      <a:pt x="135" y="397"/>
                    </a:lnTo>
                    <a:lnTo>
                      <a:pt x="0" y="415"/>
                    </a:lnTo>
                    <a:lnTo>
                      <a:pt x="0" y="41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691" name=""/>
            <p:cNvSpPr/>
            <p:nvPr/>
          </p:nvSpPr>
          <p:spPr>
            <a:xfrm>
              <a:off x="5708520" y="3271680"/>
              <a:ext cx="766800" cy="933480"/>
            </a:xfrm>
            <a:custGeom>
              <a:avLst/>
              <a:gdLst/>
              <a:ahLst/>
              <a:rect l="l" t="t" r="r" b="b"/>
              <a:pathLst>
                <a:path w="483" h="588">
                  <a:moveTo>
                    <a:pt x="0" y="38"/>
                  </a:moveTo>
                  <a:lnTo>
                    <a:pt x="0" y="38"/>
                  </a:lnTo>
                  <a:lnTo>
                    <a:pt x="4" y="122"/>
                  </a:lnTo>
                  <a:lnTo>
                    <a:pt x="22" y="187"/>
                  </a:lnTo>
                  <a:lnTo>
                    <a:pt x="24" y="273"/>
                  </a:lnTo>
                  <a:lnTo>
                    <a:pt x="38" y="343"/>
                  </a:lnTo>
                  <a:lnTo>
                    <a:pt x="20" y="378"/>
                  </a:lnTo>
                  <a:lnTo>
                    <a:pt x="44" y="406"/>
                  </a:lnTo>
                  <a:lnTo>
                    <a:pt x="44" y="587"/>
                  </a:lnTo>
                  <a:lnTo>
                    <a:pt x="390" y="579"/>
                  </a:lnTo>
                  <a:lnTo>
                    <a:pt x="384" y="543"/>
                  </a:lnTo>
                  <a:lnTo>
                    <a:pt x="375" y="532"/>
                  </a:lnTo>
                  <a:lnTo>
                    <a:pt x="348" y="512"/>
                  </a:lnTo>
                  <a:lnTo>
                    <a:pt x="331" y="490"/>
                  </a:lnTo>
                  <a:lnTo>
                    <a:pt x="282" y="458"/>
                  </a:lnTo>
                  <a:lnTo>
                    <a:pt x="284" y="406"/>
                  </a:lnTo>
                  <a:lnTo>
                    <a:pt x="274" y="369"/>
                  </a:lnTo>
                  <a:lnTo>
                    <a:pt x="312" y="319"/>
                  </a:lnTo>
                  <a:lnTo>
                    <a:pt x="310" y="268"/>
                  </a:lnTo>
                  <a:lnTo>
                    <a:pt x="317" y="258"/>
                  </a:lnTo>
                  <a:lnTo>
                    <a:pt x="363" y="216"/>
                  </a:lnTo>
                  <a:lnTo>
                    <a:pt x="387" y="185"/>
                  </a:lnTo>
                  <a:lnTo>
                    <a:pt x="418" y="160"/>
                  </a:lnTo>
                  <a:lnTo>
                    <a:pt x="482" y="126"/>
                  </a:lnTo>
                  <a:lnTo>
                    <a:pt x="458" y="128"/>
                  </a:lnTo>
                  <a:lnTo>
                    <a:pt x="437" y="117"/>
                  </a:lnTo>
                  <a:lnTo>
                    <a:pt x="400" y="121"/>
                  </a:lnTo>
                  <a:lnTo>
                    <a:pt x="394" y="106"/>
                  </a:lnTo>
                  <a:lnTo>
                    <a:pt x="383" y="114"/>
                  </a:lnTo>
                  <a:lnTo>
                    <a:pt x="358" y="128"/>
                  </a:lnTo>
                  <a:lnTo>
                    <a:pt x="345" y="122"/>
                  </a:lnTo>
                  <a:lnTo>
                    <a:pt x="336" y="116"/>
                  </a:lnTo>
                  <a:lnTo>
                    <a:pt x="325" y="111"/>
                  </a:lnTo>
                  <a:lnTo>
                    <a:pt x="318" y="99"/>
                  </a:lnTo>
                  <a:lnTo>
                    <a:pt x="307" y="100"/>
                  </a:lnTo>
                  <a:lnTo>
                    <a:pt x="307" y="112"/>
                  </a:lnTo>
                  <a:lnTo>
                    <a:pt x="300" y="114"/>
                  </a:lnTo>
                  <a:lnTo>
                    <a:pt x="292" y="91"/>
                  </a:lnTo>
                  <a:lnTo>
                    <a:pt x="280" y="91"/>
                  </a:lnTo>
                  <a:lnTo>
                    <a:pt x="284" y="79"/>
                  </a:lnTo>
                  <a:lnTo>
                    <a:pt x="257" y="74"/>
                  </a:lnTo>
                  <a:lnTo>
                    <a:pt x="246" y="74"/>
                  </a:lnTo>
                  <a:lnTo>
                    <a:pt x="213" y="87"/>
                  </a:lnTo>
                  <a:lnTo>
                    <a:pt x="207" y="74"/>
                  </a:lnTo>
                  <a:lnTo>
                    <a:pt x="158" y="62"/>
                  </a:lnTo>
                  <a:lnTo>
                    <a:pt x="147" y="5"/>
                  </a:lnTo>
                  <a:lnTo>
                    <a:pt x="126" y="0"/>
                  </a:lnTo>
                  <a:lnTo>
                    <a:pt x="126" y="38"/>
                  </a:lnTo>
                  <a:lnTo>
                    <a:pt x="0" y="38"/>
                  </a:lnTo>
                  <a:lnTo>
                    <a:pt x="0" y="3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92" name=""/>
            <p:cNvSpPr/>
            <p:nvPr/>
          </p:nvSpPr>
          <p:spPr>
            <a:xfrm>
              <a:off x="6359400" y="5524560"/>
              <a:ext cx="412920" cy="772920"/>
            </a:xfrm>
            <a:custGeom>
              <a:avLst/>
              <a:gdLst/>
              <a:ahLst/>
              <a:rect l="l" t="t" r="r" b="b"/>
              <a:pathLst>
                <a:path w="260" h="487">
                  <a:moveTo>
                    <a:pt x="0" y="412"/>
                  </a:moveTo>
                  <a:lnTo>
                    <a:pt x="0" y="412"/>
                  </a:lnTo>
                  <a:lnTo>
                    <a:pt x="2" y="395"/>
                  </a:lnTo>
                  <a:lnTo>
                    <a:pt x="18" y="337"/>
                  </a:lnTo>
                  <a:lnTo>
                    <a:pt x="44" y="301"/>
                  </a:lnTo>
                  <a:lnTo>
                    <a:pt x="35" y="290"/>
                  </a:lnTo>
                  <a:lnTo>
                    <a:pt x="39" y="255"/>
                  </a:lnTo>
                  <a:lnTo>
                    <a:pt x="26" y="215"/>
                  </a:lnTo>
                  <a:lnTo>
                    <a:pt x="22" y="159"/>
                  </a:lnTo>
                  <a:lnTo>
                    <a:pt x="40" y="99"/>
                  </a:lnTo>
                  <a:lnTo>
                    <a:pt x="68" y="57"/>
                  </a:lnTo>
                  <a:lnTo>
                    <a:pt x="67" y="45"/>
                  </a:lnTo>
                  <a:lnTo>
                    <a:pt x="87" y="10"/>
                  </a:lnTo>
                  <a:lnTo>
                    <a:pt x="242" y="0"/>
                  </a:lnTo>
                  <a:lnTo>
                    <a:pt x="249" y="7"/>
                  </a:lnTo>
                  <a:lnTo>
                    <a:pt x="242" y="309"/>
                  </a:lnTo>
                  <a:lnTo>
                    <a:pt x="259" y="458"/>
                  </a:lnTo>
                  <a:lnTo>
                    <a:pt x="252" y="463"/>
                  </a:lnTo>
                  <a:lnTo>
                    <a:pt x="242" y="458"/>
                  </a:lnTo>
                  <a:lnTo>
                    <a:pt x="231" y="463"/>
                  </a:lnTo>
                  <a:lnTo>
                    <a:pt x="219" y="457"/>
                  </a:lnTo>
                  <a:lnTo>
                    <a:pt x="218" y="461"/>
                  </a:lnTo>
                  <a:lnTo>
                    <a:pt x="207" y="462"/>
                  </a:lnTo>
                  <a:lnTo>
                    <a:pt x="191" y="471"/>
                  </a:lnTo>
                  <a:lnTo>
                    <a:pt x="186" y="467"/>
                  </a:lnTo>
                  <a:lnTo>
                    <a:pt x="177" y="483"/>
                  </a:lnTo>
                  <a:lnTo>
                    <a:pt x="170" y="486"/>
                  </a:lnTo>
                  <a:lnTo>
                    <a:pt x="144" y="439"/>
                  </a:lnTo>
                  <a:lnTo>
                    <a:pt x="148" y="407"/>
                  </a:lnTo>
                  <a:lnTo>
                    <a:pt x="0" y="412"/>
                  </a:lnTo>
                  <a:lnTo>
                    <a:pt x="0" y="41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93" name=""/>
            <p:cNvSpPr/>
            <p:nvPr/>
          </p:nvSpPr>
          <p:spPr>
            <a:xfrm>
              <a:off x="5848200" y="4653000"/>
              <a:ext cx="771840" cy="728640"/>
            </a:xfrm>
            <a:custGeom>
              <a:avLst/>
              <a:gdLst/>
              <a:ahLst/>
              <a:rect l="l" t="t" r="r" b="b"/>
              <a:pathLst>
                <a:path w="486" h="459">
                  <a:moveTo>
                    <a:pt x="0" y="5"/>
                  </a:moveTo>
                  <a:lnTo>
                    <a:pt x="0" y="5"/>
                  </a:lnTo>
                  <a:lnTo>
                    <a:pt x="29" y="66"/>
                  </a:lnTo>
                  <a:lnTo>
                    <a:pt x="43" y="78"/>
                  </a:lnTo>
                  <a:lnTo>
                    <a:pt x="52" y="76"/>
                  </a:lnTo>
                  <a:lnTo>
                    <a:pt x="60" y="84"/>
                  </a:lnTo>
                  <a:lnTo>
                    <a:pt x="60" y="92"/>
                  </a:lnTo>
                  <a:lnTo>
                    <a:pt x="53" y="92"/>
                  </a:lnTo>
                  <a:lnTo>
                    <a:pt x="44" y="113"/>
                  </a:lnTo>
                  <a:lnTo>
                    <a:pt x="66" y="146"/>
                  </a:lnTo>
                  <a:lnTo>
                    <a:pt x="84" y="152"/>
                  </a:lnTo>
                  <a:lnTo>
                    <a:pt x="81" y="365"/>
                  </a:lnTo>
                  <a:lnTo>
                    <a:pt x="83" y="419"/>
                  </a:lnTo>
                  <a:lnTo>
                    <a:pt x="405" y="408"/>
                  </a:lnTo>
                  <a:lnTo>
                    <a:pt x="409" y="438"/>
                  </a:lnTo>
                  <a:lnTo>
                    <a:pt x="397" y="458"/>
                  </a:lnTo>
                  <a:lnTo>
                    <a:pt x="445" y="457"/>
                  </a:lnTo>
                  <a:lnTo>
                    <a:pt x="453" y="438"/>
                  </a:lnTo>
                  <a:lnTo>
                    <a:pt x="455" y="419"/>
                  </a:lnTo>
                  <a:lnTo>
                    <a:pt x="465" y="404"/>
                  </a:lnTo>
                  <a:lnTo>
                    <a:pt x="470" y="390"/>
                  </a:lnTo>
                  <a:lnTo>
                    <a:pt x="481" y="387"/>
                  </a:lnTo>
                  <a:lnTo>
                    <a:pt x="485" y="356"/>
                  </a:lnTo>
                  <a:lnTo>
                    <a:pt x="480" y="352"/>
                  </a:lnTo>
                  <a:lnTo>
                    <a:pt x="468" y="352"/>
                  </a:lnTo>
                  <a:lnTo>
                    <a:pt x="456" y="328"/>
                  </a:lnTo>
                  <a:lnTo>
                    <a:pt x="451" y="297"/>
                  </a:lnTo>
                  <a:lnTo>
                    <a:pt x="438" y="275"/>
                  </a:lnTo>
                  <a:lnTo>
                    <a:pt x="419" y="266"/>
                  </a:lnTo>
                  <a:lnTo>
                    <a:pt x="397" y="246"/>
                  </a:lnTo>
                  <a:lnTo>
                    <a:pt x="387" y="218"/>
                  </a:lnTo>
                  <a:lnTo>
                    <a:pt x="401" y="174"/>
                  </a:lnTo>
                  <a:lnTo>
                    <a:pt x="389" y="166"/>
                  </a:lnTo>
                  <a:lnTo>
                    <a:pt x="360" y="166"/>
                  </a:lnTo>
                  <a:lnTo>
                    <a:pt x="355" y="137"/>
                  </a:lnTo>
                  <a:lnTo>
                    <a:pt x="308" y="84"/>
                  </a:lnTo>
                  <a:lnTo>
                    <a:pt x="296" y="41"/>
                  </a:lnTo>
                  <a:lnTo>
                    <a:pt x="302" y="22"/>
                  </a:lnTo>
                  <a:lnTo>
                    <a:pt x="280" y="0"/>
                  </a:lnTo>
                  <a:lnTo>
                    <a:pt x="0" y="5"/>
                  </a:lnTo>
                  <a:lnTo>
                    <a:pt x="0" y="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94" name=""/>
            <p:cNvSpPr/>
            <p:nvPr/>
          </p:nvSpPr>
          <p:spPr>
            <a:xfrm>
              <a:off x="3863880" y="3103560"/>
              <a:ext cx="1184400" cy="819000"/>
            </a:xfrm>
            <a:custGeom>
              <a:avLst/>
              <a:gdLst/>
              <a:ahLst/>
              <a:rect l="l" t="t" r="r" b="b"/>
              <a:pathLst>
                <a:path w="746" h="516">
                  <a:moveTo>
                    <a:pt x="0" y="97"/>
                  </a:moveTo>
                  <a:lnTo>
                    <a:pt x="0" y="97"/>
                  </a:lnTo>
                  <a:lnTo>
                    <a:pt x="14" y="129"/>
                  </a:lnTo>
                  <a:lnTo>
                    <a:pt x="14" y="152"/>
                  </a:lnTo>
                  <a:lnTo>
                    <a:pt x="7" y="154"/>
                  </a:lnTo>
                  <a:lnTo>
                    <a:pt x="30" y="179"/>
                  </a:lnTo>
                  <a:lnTo>
                    <a:pt x="51" y="242"/>
                  </a:lnTo>
                  <a:lnTo>
                    <a:pt x="60" y="238"/>
                  </a:lnTo>
                  <a:lnTo>
                    <a:pt x="60" y="247"/>
                  </a:lnTo>
                  <a:lnTo>
                    <a:pt x="70" y="251"/>
                  </a:lnTo>
                  <a:lnTo>
                    <a:pt x="80" y="253"/>
                  </a:lnTo>
                  <a:lnTo>
                    <a:pt x="60" y="297"/>
                  </a:lnTo>
                  <a:lnTo>
                    <a:pt x="62" y="326"/>
                  </a:lnTo>
                  <a:lnTo>
                    <a:pt x="45" y="354"/>
                  </a:lnTo>
                  <a:lnTo>
                    <a:pt x="58" y="366"/>
                  </a:lnTo>
                  <a:lnTo>
                    <a:pt x="86" y="348"/>
                  </a:lnTo>
                  <a:lnTo>
                    <a:pt x="108" y="446"/>
                  </a:lnTo>
                  <a:lnTo>
                    <a:pt x="121" y="449"/>
                  </a:lnTo>
                  <a:lnTo>
                    <a:pt x="124" y="480"/>
                  </a:lnTo>
                  <a:lnTo>
                    <a:pt x="136" y="491"/>
                  </a:lnTo>
                  <a:lnTo>
                    <a:pt x="145" y="481"/>
                  </a:lnTo>
                  <a:lnTo>
                    <a:pt x="164" y="491"/>
                  </a:lnTo>
                  <a:lnTo>
                    <a:pt x="175" y="480"/>
                  </a:lnTo>
                  <a:lnTo>
                    <a:pt x="217" y="490"/>
                  </a:lnTo>
                  <a:lnTo>
                    <a:pt x="226" y="491"/>
                  </a:lnTo>
                  <a:lnTo>
                    <a:pt x="235" y="471"/>
                  </a:lnTo>
                  <a:lnTo>
                    <a:pt x="251" y="504"/>
                  </a:lnTo>
                  <a:lnTo>
                    <a:pt x="261" y="453"/>
                  </a:lnTo>
                  <a:lnTo>
                    <a:pt x="462" y="488"/>
                  </a:lnTo>
                  <a:lnTo>
                    <a:pt x="712" y="515"/>
                  </a:lnTo>
                  <a:lnTo>
                    <a:pt x="719" y="422"/>
                  </a:lnTo>
                  <a:lnTo>
                    <a:pt x="745" y="120"/>
                  </a:lnTo>
                  <a:lnTo>
                    <a:pt x="414" y="78"/>
                  </a:lnTo>
                  <a:lnTo>
                    <a:pt x="251" y="49"/>
                  </a:lnTo>
                  <a:lnTo>
                    <a:pt x="19" y="0"/>
                  </a:lnTo>
                  <a:lnTo>
                    <a:pt x="0" y="97"/>
                  </a:lnTo>
                  <a:lnTo>
                    <a:pt x="0" y="9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95" name=""/>
            <p:cNvSpPr/>
            <p:nvPr/>
          </p:nvSpPr>
          <p:spPr>
            <a:xfrm>
              <a:off x="4940280" y="4238640"/>
              <a:ext cx="955800" cy="520560"/>
            </a:xfrm>
            <a:custGeom>
              <a:avLst/>
              <a:gdLst/>
              <a:ahLst/>
              <a:rect l="l" t="t" r="r" b="b"/>
              <a:pathLst>
                <a:path w="602" h="328">
                  <a:moveTo>
                    <a:pt x="0" y="198"/>
                  </a:moveTo>
                  <a:lnTo>
                    <a:pt x="0" y="198"/>
                  </a:lnTo>
                  <a:lnTo>
                    <a:pt x="16" y="0"/>
                  </a:lnTo>
                  <a:lnTo>
                    <a:pt x="389" y="25"/>
                  </a:lnTo>
                  <a:lnTo>
                    <a:pt x="414" y="44"/>
                  </a:lnTo>
                  <a:lnTo>
                    <a:pt x="458" y="42"/>
                  </a:lnTo>
                  <a:lnTo>
                    <a:pt x="478" y="48"/>
                  </a:lnTo>
                  <a:lnTo>
                    <a:pt x="503" y="59"/>
                  </a:lnTo>
                  <a:lnTo>
                    <a:pt x="515" y="77"/>
                  </a:lnTo>
                  <a:lnTo>
                    <a:pt x="527" y="80"/>
                  </a:lnTo>
                  <a:lnTo>
                    <a:pt x="548" y="142"/>
                  </a:lnTo>
                  <a:lnTo>
                    <a:pt x="548" y="160"/>
                  </a:lnTo>
                  <a:lnTo>
                    <a:pt x="561" y="191"/>
                  </a:lnTo>
                  <a:lnTo>
                    <a:pt x="567" y="238"/>
                  </a:lnTo>
                  <a:lnTo>
                    <a:pt x="565" y="252"/>
                  </a:lnTo>
                  <a:lnTo>
                    <a:pt x="572" y="266"/>
                  </a:lnTo>
                  <a:lnTo>
                    <a:pt x="601" y="327"/>
                  </a:lnTo>
                  <a:lnTo>
                    <a:pt x="334" y="322"/>
                  </a:lnTo>
                  <a:lnTo>
                    <a:pt x="131" y="312"/>
                  </a:lnTo>
                  <a:lnTo>
                    <a:pt x="138" y="212"/>
                  </a:lnTo>
                  <a:lnTo>
                    <a:pt x="0" y="198"/>
                  </a:lnTo>
                  <a:lnTo>
                    <a:pt x="0" y="19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96" name=""/>
            <p:cNvSpPr/>
            <p:nvPr/>
          </p:nvSpPr>
          <p:spPr>
            <a:xfrm>
              <a:off x="3149640" y="4070520"/>
              <a:ext cx="738000" cy="1239840"/>
            </a:xfrm>
            <a:custGeom>
              <a:avLst/>
              <a:gdLst/>
              <a:ahLst/>
              <a:rect l="l" t="t" r="r" b="b"/>
              <a:pathLst>
                <a:path w="465" h="781">
                  <a:moveTo>
                    <a:pt x="0" y="286"/>
                  </a:moveTo>
                  <a:lnTo>
                    <a:pt x="0" y="286"/>
                  </a:lnTo>
                  <a:lnTo>
                    <a:pt x="20" y="331"/>
                  </a:lnTo>
                  <a:lnTo>
                    <a:pt x="295" y="780"/>
                  </a:lnTo>
                  <a:lnTo>
                    <a:pt x="305" y="676"/>
                  </a:lnTo>
                  <a:lnTo>
                    <a:pt x="321" y="670"/>
                  </a:lnTo>
                  <a:lnTo>
                    <a:pt x="351" y="685"/>
                  </a:lnTo>
                  <a:lnTo>
                    <a:pt x="375" y="593"/>
                  </a:lnTo>
                  <a:lnTo>
                    <a:pt x="464" y="101"/>
                  </a:lnTo>
                  <a:lnTo>
                    <a:pt x="266" y="54"/>
                  </a:lnTo>
                  <a:lnTo>
                    <a:pt x="68" y="0"/>
                  </a:lnTo>
                  <a:lnTo>
                    <a:pt x="0" y="286"/>
                  </a:lnTo>
                  <a:lnTo>
                    <a:pt x="0" y="28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97" name=""/>
            <p:cNvSpPr/>
            <p:nvPr/>
          </p:nvSpPr>
          <p:spPr>
            <a:xfrm>
              <a:off x="8298000" y="3565440"/>
              <a:ext cx="188640" cy="438120"/>
            </a:xfrm>
            <a:custGeom>
              <a:avLst/>
              <a:gdLst/>
              <a:ahLst/>
              <a:rect l="l" t="t" r="r" b="b"/>
              <a:pathLst>
                <a:path w="119" h="276">
                  <a:moveTo>
                    <a:pt x="0" y="190"/>
                  </a:moveTo>
                  <a:lnTo>
                    <a:pt x="0" y="190"/>
                  </a:lnTo>
                  <a:lnTo>
                    <a:pt x="5" y="131"/>
                  </a:lnTo>
                  <a:lnTo>
                    <a:pt x="20" y="101"/>
                  </a:lnTo>
                  <a:lnTo>
                    <a:pt x="21" y="37"/>
                  </a:lnTo>
                  <a:lnTo>
                    <a:pt x="21" y="15"/>
                  </a:lnTo>
                  <a:lnTo>
                    <a:pt x="42" y="0"/>
                  </a:lnTo>
                  <a:lnTo>
                    <a:pt x="91" y="173"/>
                  </a:lnTo>
                  <a:lnTo>
                    <a:pt x="116" y="210"/>
                  </a:lnTo>
                  <a:lnTo>
                    <a:pt x="118" y="219"/>
                  </a:lnTo>
                  <a:lnTo>
                    <a:pt x="113" y="234"/>
                  </a:lnTo>
                  <a:lnTo>
                    <a:pt x="91" y="253"/>
                  </a:lnTo>
                  <a:lnTo>
                    <a:pt x="10" y="275"/>
                  </a:lnTo>
                  <a:lnTo>
                    <a:pt x="0" y="190"/>
                  </a:lnTo>
                  <a:lnTo>
                    <a:pt x="0" y="190"/>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98" name=""/>
            <p:cNvSpPr/>
            <p:nvPr/>
          </p:nvSpPr>
          <p:spPr>
            <a:xfrm>
              <a:off x="8088480" y="4273560"/>
              <a:ext cx="158760" cy="387360"/>
            </a:xfrm>
            <a:custGeom>
              <a:avLst/>
              <a:gdLst/>
              <a:ahLst/>
              <a:rect l="l" t="t" r="r" b="b"/>
              <a:pathLst>
                <a:path w="100" h="244">
                  <a:moveTo>
                    <a:pt x="0" y="179"/>
                  </a:moveTo>
                  <a:lnTo>
                    <a:pt x="0" y="179"/>
                  </a:lnTo>
                  <a:lnTo>
                    <a:pt x="6" y="166"/>
                  </a:lnTo>
                  <a:lnTo>
                    <a:pt x="23" y="153"/>
                  </a:lnTo>
                  <a:lnTo>
                    <a:pt x="33" y="133"/>
                  </a:lnTo>
                  <a:lnTo>
                    <a:pt x="46" y="120"/>
                  </a:lnTo>
                  <a:lnTo>
                    <a:pt x="5" y="81"/>
                  </a:lnTo>
                  <a:lnTo>
                    <a:pt x="3" y="46"/>
                  </a:lnTo>
                  <a:lnTo>
                    <a:pt x="23" y="0"/>
                  </a:lnTo>
                  <a:lnTo>
                    <a:pt x="86" y="23"/>
                  </a:lnTo>
                  <a:lnTo>
                    <a:pt x="87" y="32"/>
                  </a:lnTo>
                  <a:lnTo>
                    <a:pt x="79" y="60"/>
                  </a:lnTo>
                  <a:lnTo>
                    <a:pt x="72" y="66"/>
                  </a:lnTo>
                  <a:lnTo>
                    <a:pt x="71" y="79"/>
                  </a:lnTo>
                  <a:lnTo>
                    <a:pt x="77" y="82"/>
                  </a:lnTo>
                  <a:lnTo>
                    <a:pt x="84" y="81"/>
                  </a:lnTo>
                  <a:lnTo>
                    <a:pt x="91" y="82"/>
                  </a:lnTo>
                  <a:lnTo>
                    <a:pt x="89" y="78"/>
                  </a:lnTo>
                  <a:lnTo>
                    <a:pt x="93" y="79"/>
                  </a:lnTo>
                  <a:lnTo>
                    <a:pt x="98" y="96"/>
                  </a:lnTo>
                  <a:lnTo>
                    <a:pt x="99" y="147"/>
                  </a:lnTo>
                  <a:lnTo>
                    <a:pt x="97" y="132"/>
                  </a:lnTo>
                  <a:lnTo>
                    <a:pt x="93" y="122"/>
                  </a:lnTo>
                  <a:lnTo>
                    <a:pt x="92" y="127"/>
                  </a:lnTo>
                  <a:lnTo>
                    <a:pt x="94" y="139"/>
                  </a:lnTo>
                  <a:lnTo>
                    <a:pt x="92" y="147"/>
                  </a:lnTo>
                  <a:lnTo>
                    <a:pt x="93" y="160"/>
                  </a:lnTo>
                  <a:lnTo>
                    <a:pt x="88" y="175"/>
                  </a:lnTo>
                  <a:lnTo>
                    <a:pt x="83" y="175"/>
                  </a:lnTo>
                  <a:lnTo>
                    <a:pt x="84" y="186"/>
                  </a:lnTo>
                  <a:lnTo>
                    <a:pt x="75" y="203"/>
                  </a:lnTo>
                  <a:lnTo>
                    <a:pt x="62" y="243"/>
                  </a:lnTo>
                  <a:lnTo>
                    <a:pt x="55" y="243"/>
                  </a:lnTo>
                  <a:lnTo>
                    <a:pt x="57" y="227"/>
                  </a:lnTo>
                  <a:lnTo>
                    <a:pt x="54" y="220"/>
                  </a:lnTo>
                  <a:lnTo>
                    <a:pt x="38" y="220"/>
                  </a:lnTo>
                  <a:lnTo>
                    <a:pt x="14" y="206"/>
                  </a:lnTo>
                  <a:lnTo>
                    <a:pt x="6" y="199"/>
                  </a:lnTo>
                  <a:lnTo>
                    <a:pt x="0" y="179"/>
                  </a:lnTo>
                  <a:lnTo>
                    <a:pt x="0" y="17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99" name=""/>
            <p:cNvSpPr/>
            <p:nvPr/>
          </p:nvSpPr>
          <p:spPr>
            <a:xfrm>
              <a:off x="4192560" y="5119560"/>
              <a:ext cx="819000" cy="901800"/>
            </a:xfrm>
            <a:custGeom>
              <a:avLst/>
              <a:gdLst/>
              <a:ahLst/>
              <a:rect l="l" t="t" r="r" b="b"/>
              <a:pathLst>
                <a:path w="516" h="568">
                  <a:moveTo>
                    <a:pt x="0" y="558"/>
                  </a:moveTo>
                  <a:lnTo>
                    <a:pt x="0" y="558"/>
                  </a:lnTo>
                  <a:lnTo>
                    <a:pt x="67" y="567"/>
                  </a:lnTo>
                  <a:lnTo>
                    <a:pt x="73" y="526"/>
                  </a:lnTo>
                  <a:lnTo>
                    <a:pt x="202" y="543"/>
                  </a:lnTo>
                  <a:lnTo>
                    <a:pt x="195" y="523"/>
                  </a:lnTo>
                  <a:lnTo>
                    <a:pt x="215" y="525"/>
                  </a:lnTo>
                  <a:lnTo>
                    <a:pt x="472" y="550"/>
                  </a:lnTo>
                  <a:lnTo>
                    <a:pt x="511" y="105"/>
                  </a:lnTo>
                  <a:lnTo>
                    <a:pt x="515" y="49"/>
                  </a:lnTo>
                  <a:lnTo>
                    <a:pt x="296" y="29"/>
                  </a:lnTo>
                  <a:lnTo>
                    <a:pt x="78" y="0"/>
                  </a:lnTo>
                  <a:lnTo>
                    <a:pt x="0" y="558"/>
                  </a:lnTo>
                  <a:lnTo>
                    <a:pt x="0" y="55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1700" name=""/>
            <p:cNvGrpSpPr/>
            <p:nvPr/>
          </p:nvGrpSpPr>
          <p:grpSpPr>
            <a:xfrm>
              <a:off x="7561440" y="3675240"/>
              <a:ext cx="876240" cy="725400"/>
              <a:chOff x="7561440" y="3675240"/>
              <a:chExt cx="876240" cy="725400"/>
            </a:xfrm>
          </p:grpSpPr>
          <p:sp>
            <p:nvSpPr>
              <p:cNvPr id="1701" name=""/>
              <p:cNvSpPr/>
              <p:nvPr/>
            </p:nvSpPr>
            <p:spPr>
              <a:xfrm>
                <a:off x="7561440" y="3675240"/>
                <a:ext cx="687240" cy="666720"/>
              </a:xfrm>
              <a:custGeom>
                <a:avLst/>
                <a:gdLst/>
                <a:ahLst/>
                <a:rect l="l" t="t" r="r" b="b"/>
                <a:pathLst>
                  <a:path w="433" h="420">
                    <a:moveTo>
                      <a:pt x="0" y="362"/>
                    </a:moveTo>
                    <a:lnTo>
                      <a:pt x="0" y="362"/>
                    </a:lnTo>
                    <a:lnTo>
                      <a:pt x="16" y="385"/>
                    </a:lnTo>
                    <a:lnTo>
                      <a:pt x="297" y="326"/>
                    </a:lnTo>
                    <a:lnTo>
                      <a:pt x="314" y="338"/>
                    </a:lnTo>
                    <a:lnTo>
                      <a:pt x="327" y="362"/>
                    </a:lnTo>
                    <a:lnTo>
                      <a:pt x="355" y="377"/>
                    </a:lnTo>
                    <a:lnTo>
                      <a:pt x="418" y="400"/>
                    </a:lnTo>
                    <a:lnTo>
                      <a:pt x="419" y="409"/>
                    </a:lnTo>
                    <a:lnTo>
                      <a:pt x="423" y="419"/>
                    </a:lnTo>
                    <a:lnTo>
                      <a:pt x="426" y="414"/>
                    </a:lnTo>
                    <a:lnTo>
                      <a:pt x="431" y="394"/>
                    </a:lnTo>
                    <a:lnTo>
                      <a:pt x="432" y="359"/>
                    </a:lnTo>
                    <a:lnTo>
                      <a:pt x="423" y="291"/>
                    </a:lnTo>
                    <a:lnTo>
                      <a:pt x="422" y="218"/>
                    </a:lnTo>
                    <a:lnTo>
                      <a:pt x="410" y="164"/>
                    </a:lnTo>
                    <a:lnTo>
                      <a:pt x="392" y="116"/>
                    </a:lnTo>
                    <a:lnTo>
                      <a:pt x="387" y="71"/>
                    </a:lnTo>
                    <a:lnTo>
                      <a:pt x="370" y="0"/>
                    </a:lnTo>
                    <a:lnTo>
                      <a:pt x="281" y="24"/>
                    </a:lnTo>
                    <a:lnTo>
                      <a:pt x="275" y="23"/>
                    </a:lnTo>
                    <a:lnTo>
                      <a:pt x="248" y="45"/>
                    </a:lnTo>
                    <a:lnTo>
                      <a:pt x="225" y="83"/>
                    </a:lnTo>
                    <a:lnTo>
                      <a:pt x="223" y="99"/>
                    </a:lnTo>
                    <a:lnTo>
                      <a:pt x="212" y="114"/>
                    </a:lnTo>
                    <a:lnTo>
                      <a:pt x="194" y="135"/>
                    </a:lnTo>
                    <a:lnTo>
                      <a:pt x="201" y="148"/>
                    </a:lnTo>
                    <a:lnTo>
                      <a:pt x="203" y="138"/>
                    </a:lnTo>
                    <a:lnTo>
                      <a:pt x="209" y="141"/>
                    </a:lnTo>
                    <a:lnTo>
                      <a:pt x="206" y="146"/>
                    </a:lnTo>
                    <a:lnTo>
                      <a:pt x="210" y="148"/>
                    </a:lnTo>
                    <a:lnTo>
                      <a:pt x="207" y="157"/>
                    </a:lnTo>
                    <a:lnTo>
                      <a:pt x="203" y="157"/>
                    </a:lnTo>
                    <a:lnTo>
                      <a:pt x="202" y="161"/>
                    </a:lnTo>
                    <a:lnTo>
                      <a:pt x="212" y="174"/>
                    </a:lnTo>
                    <a:lnTo>
                      <a:pt x="212" y="187"/>
                    </a:lnTo>
                    <a:lnTo>
                      <a:pt x="198" y="194"/>
                    </a:lnTo>
                    <a:lnTo>
                      <a:pt x="185" y="216"/>
                    </a:lnTo>
                    <a:lnTo>
                      <a:pt x="170" y="227"/>
                    </a:lnTo>
                    <a:lnTo>
                      <a:pt x="143" y="228"/>
                    </a:lnTo>
                    <a:lnTo>
                      <a:pt x="133" y="238"/>
                    </a:lnTo>
                    <a:lnTo>
                      <a:pt x="118" y="230"/>
                    </a:lnTo>
                    <a:lnTo>
                      <a:pt x="70" y="236"/>
                    </a:lnTo>
                    <a:lnTo>
                      <a:pt x="35" y="250"/>
                    </a:lnTo>
                    <a:lnTo>
                      <a:pt x="37" y="264"/>
                    </a:lnTo>
                    <a:lnTo>
                      <a:pt x="35" y="270"/>
                    </a:lnTo>
                    <a:lnTo>
                      <a:pt x="37" y="271"/>
                    </a:lnTo>
                    <a:lnTo>
                      <a:pt x="41" y="284"/>
                    </a:lnTo>
                    <a:lnTo>
                      <a:pt x="48" y="283"/>
                    </a:lnTo>
                    <a:lnTo>
                      <a:pt x="52" y="297"/>
                    </a:lnTo>
                    <a:lnTo>
                      <a:pt x="52" y="302"/>
                    </a:lnTo>
                    <a:lnTo>
                      <a:pt x="42" y="306"/>
                    </a:lnTo>
                    <a:lnTo>
                      <a:pt x="38" y="322"/>
                    </a:lnTo>
                    <a:lnTo>
                      <a:pt x="0" y="362"/>
                    </a:lnTo>
                    <a:lnTo>
                      <a:pt x="0" y="36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02" name=""/>
              <p:cNvSpPr/>
              <p:nvPr/>
            </p:nvSpPr>
            <p:spPr>
              <a:xfrm>
                <a:off x="8201160" y="4368960"/>
                <a:ext cx="21960" cy="31680"/>
              </a:xfrm>
              <a:custGeom>
                <a:avLst/>
                <a:gdLst/>
                <a:ahLst/>
                <a:rect l="l" t="t" r="r" b="b"/>
                <a:pathLst>
                  <a:path w="14" h="20">
                    <a:moveTo>
                      <a:pt x="0" y="19"/>
                    </a:moveTo>
                    <a:lnTo>
                      <a:pt x="0" y="19"/>
                    </a:lnTo>
                    <a:lnTo>
                      <a:pt x="1" y="6"/>
                    </a:lnTo>
                    <a:lnTo>
                      <a:pt x="8" y="0"/>
                    </a:lnTo>
                    <a:lnTo>
                      <a:pt x="13" y="2"/>
                    </a:lnTo>
                    <a:lnTo>
                      <a:pt x="6" y="16"/>
                    </a:lnTo>
                    <a:lnTo>
                      <a:pt x="0" y="19"/>
                    </a:lnTo>
                    <a:lnTo>
                      <a:pt x="0" y="19"/>
                    </a:lnTo>
                  </a:path>
                </a:pathLst>
              </a:custGeom>
              <a:solidFill>
                <a:srgbClr val="0000ff"/>
              </a:solidFill>
              <a:ln w="31680">
                <a:solidFill>
                  <a:srgbClr val="000000"/>
                </a:solidFill>
                <a:round/>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1703" name=""/>
              <p:cNvSpPr/>
              <p:nvPr/>
            </p:nvSpPr>
            <p:spPr>
              <a:xfrm>
                <a:off x="8221680" y="4241880"/>
                <a:ext cx="216000" cy="139680"/>
              </a:xfrm>
              <a:custGeom>
                <a:avLst/>
                <a:gdLst/>
                <a:ahLst/>
                <a:rect l="l" t="t" r="r" b="b"/>
                <a:pathLst>
                  <a:path w="136" h="88">
                    <a:moveTo>
                      <a:pt x="0" y="78"/>
                    </a:moveTo>
                    <a:lnTo>
                      <a:pt x="0" y="78"/>
                    </a:lnTo>
                    <a:lnTo>
                      <a:pt x="4" y="85"/>
                    </a:lnTo>
                    <a:lnTo>
                      <a:pt x="7" y="86"/>
                    </a:lnTo>
                    <a:lnTo>
                      <a:pt x="11" y="79"/>
                    </a:lnTo>
                    <a:lnTo>
                      <a:pt x="15" y="77"/>
                    </a:lnTo>
                    <a:lnTo>
                      <a:pt x="17" y="80"/>
                    </a:lnTo>
                    <a:lnTo>
                      <a:pt x="10" y="87"/>
                    </a:lnTo>
                    <a:lnTo>
                      <a:pt x="22" y="81"/>
                    </a:lnTo>
                    <a:lnTo>
                      <a:pt x="23" y="78"/>
                    </a:lnTo>
                    <a:lnTo>
                      <a:pt x="42" y="69"/>
                    </a:lnTo>
                    <a:lnTo>
                      <a:pt x="56" y="57"/>
                    </a:lnTo>
                    <a:lnTo>
                      <a:pt x="73" y="50"/>
                    </a:lnTo>
                    <a:lnTo>
                      <a:pt x="90" y="40"/>
                    </a:lnTo>
                    <a:lnTo>
                      <a:pt x="88" y="42"/>
                    </a:lnTo>
                    <a:lnTo>
                      <a:pt x="60" y="64"/>
                    </a:lnTo>
                    <a:lnTo>
                      <a:pt x="54" y="66"/>
                    </a:lnTo>
                    <a:lnTo>
                      <a:pt x="59" y="68"/>
                    </a:lnTo>
                    <a:lnTo>
                      <a:pt x="67" y="63"/>
                    </a:lnTo>
                    <a:lnTo>
                      <a:pt x="108" y="30"/>
                    </a:lnTo>
                    <a:lnTo>
                      <a:pt x="114" y="24"/>
                    </a:lnTo>
                    <a:lnTo>
                      <a:pt x="134" y="5"/>
                    </a:lnTo>
                    <a:lnTo>
                      <a:pt x="135" y="2"/>
                    </a:lnTo>
                    <a:lnTo>
                      <a:pt x="132" y="2"/>
                    </a:lnTo>
                    <a:lnTo>
                      <a:pt x="122" y="11"/>
                    </a:lnTo>
                    <a:lnTo>
                      <a:pt x="116" y="10"/>
                    </a:lnTo>
                    <a:lnTo>
                      <a:pt x="108" y="15"/>
                    </a:lnTo>
                    <a:lnTo>
                      <a:pt x="106" y="14"/>
                    </a:lnTo>
                    <a:lnTo>
                      <a:pt x="97" y="33"/>
                    </a:lnTo>
                    <a:lnTo>
                      <a:pt x="94" y="30"/>
                    </a:lnTo>
                    <a:lnTo>
                      <a:pt x="88" y="30"/>
                    </a:lnTo>
                    <a:lnTo>
                      <a:pt x="100" y="15"/>
                    </a:lnTo>
                    <a:lnTo>
                      <a:pt x="97" y="11"/>
                    </a:lnTo>
                    <a:lnTo>
                      <a:pt x="108" y="0"/>
                    </a:lnTo>
                    <a:lnTo>
                      <a:pt x="104" y="1"/>
                    </a:lnTo>
                    <a:lnTo>
                      <a:pt x="86" y="24"/>
                    </a:lnTo>
                    <a:lnTo>
                      <a:pt x="65" y="32"/>
                    </a:lnTo>
                    <a:lnTo>
                      <a:pt x="53" y="33"/>
                    </a:lnTo>
                    <a:lnTo>
                      <a:pt x="51" y="39"/>
                    </a:lnTo>
                    <a:lnTo>
                      <a:pt x="37" y="42"/>
                    </a:lnTo>
                    <a:lnTo>
                      <a:pt x="32" y="42"/>
                    </a:lnTo>
                    <a:lnTo>
                      <a:pt x="32" y="46"/>
                    </a:lnTo>
                    <a:lnTo>
                      <a:pt x="26" y="46"/>
                    </a:lnTo>
                    <a:lnTo>
                      <a:pt x="22" y="51"/>
                    </a:lnTo>
                    <a:lnTo>
                      <a:pt x="20" y="57"/>
                    </a:lnTo>
                    <a:lnTo>
                      <a:pt x="17" y="55"/>
                    </a:lnTo>
                    <a:lnTo>
                      <a:pt x="15" y="62"/>
                    </a:lnTo>
                    <a:lnTo>
                      <a:pt x="6" y="65"/>
                    </a:lnTo>
                    <a:lnTo>
                      <a:pt x="4" y="71"/>
                    </a:lnTo>
                    <a:lnTo>
                      <a:pt x="0" y="78"/>
                    </a:lnTo>
                    <a:lnTo>
                      <a:pt x="0" y="7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704" name=""/>
            <p:cNvSpPr/>
            <p:nvPr/>
          </p:nvSpPr>
          <p:spPr>
            <a:xfrm>
              <a:off x="7199280" y="5060880"/>
              <a:ext cx="995400" cy="482760"/>
            </a:xfrm>
            <a:custGeom>
              <a:avLst/>
              <a:gdLst/>
              <a:ahLst/>
              <a:rect l="l" t="t" r="r" b="b"/>
              <a:pathLst>
                <a:path w="627" h="304">
                  <a:moveTo>
                    <a:pt x="0" y="236"/>
                  </a:moveTo>
                  <a:lnTo>
                    <a:pt x="0" y="236"/>
                  </a:lnTo>
                  <a:lnTo>
                    <a:pt x="1" y="259"/>
                  </a:lnTo>
                  <a:lnTo>
                    <a:pt x="93" y="248"/>
                  </a:lnTo>
                  <a:lnTo>
                    <a:pt x="144" y="220"/>
                  </a:lnTo>
                  <a:lnTo>
                    <a:pt x="244" y="207"/>
                  </a:lnTo>
                  <a:lnTo>
                    <a:pt x="285" y="235"/>
                  </a:lnTo>
                  <a:lnTo>
                    <a:pt x="350" y="226"/>
                  </a:lnTo>
                  <a:lnTo>
                    <a:pt x="447" y="303"/>
                  </a:lnTo>
                  <a:lnTo>
                    <a:pt x="460" y="294"/>
                  </a:lnTo>
                  <a:lnTo>
                    <a:pt x="484" y="292"/>
                  </a:lnTo>
                  <a:lnTo>
                    <a:pt x="490" y="273"/>
                  </a:lnTo>
                  <a:lnTo>
                    <a:pt x="495" y="281"/>
                  </a:lnTo>
                  <a:lnTo>
                    <a:pt x="501" y="248"/>
                  </a:lnTo>
                  <a:lnTo>
                    <a:pt x="514" y="229"/>
                  </a:lnTo>
                  <a:lnTo>
                    <a:pt x="526" y="220"/>
                  </a:lnTo>
                  <a:lnTo>
                    <a:pt x="520" y="216"/>
                  </a:lnTo>
                  <a:lnTo>
                    <a:pt x="521" y="207"/>
                  </a:lnTo>
                  <a:lnTo>
                    <a:pt x="516" y="200"/>
                  </a:lnTo>
                  <a:lnTo>
                    <a:pt x="526" y="208"/>
                  </a:lnTo>
                  <a:lnTo>
                    <a:pt x="522" y="212"/>
                  </a:lnTo>
                  <a:lnTo>
                    <a:pt x="529" y="216"/>
                  </a:lnTo>
                  <a:lnTo>
                    <a:pt x="536" y="207"/>
                  </a:lnTo>
                  <a:lnTo>
                    <a:pt x="539" y="206"/>
                  </a:lnTo>
                  <a:lnTo>
                    <a:pt x="536" y="192"/>
                  </a:lnTo>
                  <a:lnTo>
                    <a:pt x="539" y="191"/>
                  </a:lnTo>
                  <a:lnTo>
                    <a:pt x="543" y="200"/>
                  </a:lnTo>
                  <a:lnTo>
                    <a:pt x="566" y="187"/>
                  </a:lnTo>
                  <a:lnTo>
                    <a:pt x="583" y="187"/>
                  </a:lnTo>
                  <a:lnTo>
                    <a:pt x="598" y="162"/>
                  </a:lnTo>
                  <a:lnTo>
                    <a:pt x="594" y="156"/>
                  </a:lnTo>
                  <a:lnTo>
                    <a:pt x="584" y="164"/>
                  </a:lnTo>
                  <a:lnTo>
                    <a:pt x="583" y="153"/>
                  </a:lnTo>
                  <a:lnTo>
                    <a:pt x="576" y="161"/>
                  </a:lnTo>
                  <a:lnTo>
                    <a:pt x="579" y="168"/>
                  </a:lnTo>
                  <a:lnTo>
                    <a:pt x="572" y="163"/>
                  </a:lnTo>
                  <a:lnTo>
                    <a:pt x="571" y="173"/>
                  </a:lnTo>
                  <a:lnTo>
                    <a:pt x="550" y="170"/>
                  </a:lnTo>
                  <a:lnTo>
                    <a:pt x="536" y="161"/>
                  </a:lnTo>
                  <a:lnTo>
                    <a:pt x="536" y="154"/>
                  </a:lnTo>
                  <a:lnTo>
                    <a:pt x="558" y="168"/>
                  </a:lnTo>
                  <a:lnTo>
                    <a:pt x="576" y="146"/>
                  </a:lnTo>
                  <a:lnTo>
                    <a:pt x="566" y="144"/>
                  </a:lnTo>
                  <a:lnTo>
                    <a:pt x="578" y="129"/>
                  </a:lnTo>
                  <a:lnTo>
                    <a:pt x="566" y="133"/>
                  </a:lnTo>
                  <a:lnTo>
                    <a:pt x="532" y="120"/>
                  </a:lnTo>
                  <a:lnTo>
                    <a:pt x="550" y="117"/>
                  </a:lnTo>
                  <a:lnTo>
                    <a:pt x="565" y="123"/>
                  </a:lnTo>
                  <a:lnTo>
                    <a:pt x="566" y="120"/>
                  </a:lnTo>
                  <a:lnTo>
                    <a:pt x="558" y="108"/>
                  </a:lnTo>
                  <a:lnTo>
                    <a:pt x="564" y="108"/>
                  </a:lnTo>
                  <a:lnTo>
                    <a:pt x="575" y="101"/>
                  </a:lnTo>
                  <a:lnTo>
                    <a:pt x="568" y="111"/>
                  </a:lnTo>
                  <a:lnTo>
                    <a:pt x="572" y="122"/>
                  </a:lnTo>
                  <a:lnTo>
                    <a:pt x="581" y="114"/>
                  </a:lnTo>
                  <a:lnTo>
                    <a:pt x="583" y="123"/>
                  </a:lnTo>
                  <a:lnTo>
                    <a:pt x="592" y="122"/>
                  </a:lnTo>
                  <a:lnTo>
                    <a:pt x="601" y="121"/>
                  </a:lnTo>
                  <a:lnTo>
                    <a:pt x="609" y="108"/>
                  </a:lnTo>
                  <a:lnTo>
                    <a:pt x="615" y="90"/>
                  </a:lnTo>
                  <a:lnTo>
                    <a:pt x="626" y="85"/>
                  </a:lnTo>
                  <a:lnTo>
                    <a:pt x="626" y="78"/>
                  </a:lnTo>
                  <a:lnTo>
                    <a:pt x="618" y="59"/>
                  </a:lnTo>
                  <a:lnTo>
                    <a:pt x="608" y="59"/>
                  </a:lnTo>
                  <a:lnTo>
                    <a:pt x="600" y="85"/>
                  </a:lnTo>
                  <a:lnTo>
                    <a:pt x="595" y="73"/>
                  </a:lnTo>
                  <a:lnTo>
                    <a:pt x="594" y="56"/>
                  </a:lnTo>
                  <a:lnTo>
                    <a:pt x="573" y="65"/>
                  </a:lnTo>
                  <a:lnTo>
                    <a:pt x="546" y="72"/>
                  </a:lnTo>
                  <a:lnTo>
                    <a:pt x="550" y="58"/>
                  </a:lnTo>
                  <a:lnTo>
                    <a:pt x="563" y="52"/>
                  </a:lnTo>
                  <a:lnTo>
                    <a:pt x="591" y="41"/>
                  </a:lnTo>
                  <a:lnTo>
                    <a:pt x="581" y="26"/>
                  </a:lnTo>
                  <a:lnTo>
                    <a:pt x="601" y="36"/>
                  </a:lnTo>
                  <a:lnTo>
                    <a:pt x="594" y="24"/>
                  </a:lnTo>
                  <a:lnTo>
                    <a:pt x="612" y="41"/>
                  </a:lnTo>
                  <a:lnTo>
                    <a:pt x="598" y="12"/>
                  </a:lnTo>
                  <a:lnTo>
                    <a:pt x="583" y="0"/>
                  </a:lnTo>
                  <a:lnTo>
                    <a:pt x="363" y="46"/>
                  </a:lnTo>
                  <a:lnTo>
                    <a:pt x="179" y="72"/>
                  </a:lnTo>
                  <a:lnTo>
                    <a:pt x="176" y="95"/>
                  </a:lnTo>
                  <a:lnTo>
                    <a:pt x="166" y="100"/>
                  </a:lnTo>
                  <a:lnTo>
                    <a:pt x="156" y="126"/>
                  </a:lnTo>
                  <a:lnTo>
                    <a:pt x="143" y="123"/>
                  </a:lnTo>
                  <a:lnTo>
                    <a:pt x="134" y="132"/>
                  </a:lnTo>
                  <a:lnTo>
                    <a:pt x="124" y="144"/>
                  </a:lnTo>
                  <a:lnTo>
                    <a:pt x="114" y="138"/>
                  </a:lnTo>
                  <a:lnTo>
                    <a:pt x="97" y="153"/>
                  </a:lnTo>
                  <a:lnTo>
                    <a:pt x="96" y="164"/>
                  </a:lnTo>
                  <a:lnTo>
                    <a:pt x="25" y="210"/>
                  </a:lnTo>
                  <a:lnTo>
                    <a:pt x="19" y="228"/>
                  </a:lnTo>
                  <a:lnTo>
                    <a:pt x="0" y="236"/>
                  </a:lnTo>
                  <a:lnTo>
                    <a:pt x="0" y="23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05" name=""/>
            <p:cNvSpPr/>
            <p:nvPr/>
          </p:nvSpPr>
          <p:spPr>
            <a:xfrm>
              <a:off x="5005440" y="3294000"/>
              <a:ext cx="765000" cy="523800"/>
            </a:xfrm>
            <a:custGeom>
              <a:avLst/>
              <a:gdLst/>
              <a:ahLst/>
              <a:rect l="l" t="t" r="r" b="b"/>
              <a:pathLst>
                <a:path w="482" h="330">
                  <a:moveTo>
                    <a:pt x="0" y="302"/>
                  </a:moveTo>
                  <a:lnTo>
                    <a:pt x="0" y="302"/>
                  </a:lnTo>
                  <a:lnTo>
                    <a:pt x="26" y="0"/>
                  </a:lnTo>
                  <a:lnTo>
                    <a:pt x="263" y="18"/>
                  </a:lnTo>
                  <a:lnTo>
                    <a:pt x="443" y="24"/>
                  </a:lnTo>
                  <a:lnTo>
                    <a:pt x="447" y="108"/>
                  </a:lnTo>
                  <a:lnTo>
                    <a:pt x="465" y="173"/>
                  </a:lnTo>
                  <a:lnTo>
                    <a:pt x="467" y="259"/>
                  </a:lnTo>
                  <a:lnTo>
                    <a:pt x="481" y="329"/>
                  </a:lnTo>
                  <a:lnTo>
                    <a:pt x="228" y="320"/>
                  </a:lnTo>
                  <a:lnTo>
                    <a:pt x="0" y="302"/>
                  </a:lnTo>
                  <a:lnTo>
                    <a:pt x="0" y="30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06" name=""/>
            <p:cNvSpPr/>
            <p:nvPr/>
          </p:nvSpPr>
          <p:spPr>
            <a:xfrm>
              <a:off x="7035840" y="4308480"/>
              <a:ext cx="484200" cy="596880"/>
            </a:xfrm>
            <a:custGeom>
              <a:avLst/>
              <a:gdLst/>
              <a:ahLst/>
              <a:rect l="l" t="t" r="r" b="b"/>
              <a:pathLst>
                <a:path w="305" h="376">
                  <a:moveTo>
                    <a:pt x="0" y="68"/>
                  </a:moveTo>
                  <a:lnTo>
                    <a:pt x="0" y="68"/>
                  </a:lnTo>
                  <a:lnTo>
                    <a:pt x="23" y="328"/>
                  </a:lnTo>
                  <a:lnTo>
                    <a:pt x="47" y="327"/>
                  </a:lnTo>
                  <a:lnTo>
                    <a:pt x="61" y="331"/>
                  </a:lnTo>
                  <a:lnTo>
                    <a:pt x="70" y="350"/>
                  </a:lnTo>
                  <a:lnTo>
                    <a:pt x="93" y="354"/>
                  </a:lnTo>
                  <a:lnTo>
                    <a:pt x="108" y="362"/>
                  </a:lnTo>
                  <a:lnTo>
                    <a:pt x="142" y="360"/>
                  </a:lnTo>
                  <a:lnTo>
                    <a:pt x="157" y="350"/>
                  </a:lnTo>
                  <a:lnTo>
                    <a:pt x="193" y="375"/>
                  </a:lnTo>
                  <a:lnTo>
                    <a:pt x="215" y="353"/>
                  </a:lnTo>
                  <a:lnTo>
                    <a:pt x="220" y="312"/>
                  </a:lnTo>
                  <a:lnTo>
                    <a:pt x="235" y="321"/>
                  </a:lnTo>
                  <a:lnTo>
                    <a:pt x="241" y="285"/>
                  </a:lnTo>
                  <a:lnTo>
                    <a:pt x="279" y="256"/>
                  </a:lnTo>
                  <a:lnTo>
                    <a:pt x="291" y="238"/>
                  </a:lnTo>
                  <a:lnTo>
                    <a:pt x="300" y="156"/>
                  </a:lnTo>
                  <a:lnTo>
                    <a:pt x="295" y="138"/>
                  </a:lnTo>
                  <a:lnTo>
                    <a:pt x="304" y="131"/>
                  </a:lnTo>
                  <a:lnTo>
                    <a:pt x="283" y="0"/>
                  </a:lnTo>
                  <a:lnTo>
                    <a:pt x="257" y="17"/>
                  </a:lnTo>
                  <a:lnTo>
                    <a:pt x="235" y="29"/>
                  </a:lnTo>
                  <a:lnTo>
                    <a:pt x="225" y="43"/>
                  </a:lnTo>
                  <a:lnTo>
                    <a:pt x="208" y="59"/>
                  </a:lnTo>
                  <a:lnTo>
                    <a:pt x="191" y="61"/>
                  </a:lnTo>
                  <a:lnTo>
                    <a:pt x="169" y="73"/>
                  </a:lnTo>
                  <a:lnTo>
                    <a:pt x="161" y="78"/>
                  </a:lnTo>
                  <a:lnTo>
                    <a:pt x="148" y="71"/>
                  </a:lnTo>
                  <a:lnTo>
                    <a:pt x="130" y="79"/>
                  </a:lnTo>
                  <a:lnTo>
                    <a:pt x="127" y="76"/>
                  </a:lnTo>
                  <a:lnTo>
                    <a:pt x="144" y="65"/>
                  </a:lnTo>
                  <a:lnTo>
                    <a:pt x="143" y="65"/>
                  </a:lnTo>
                  <a:lnTo>
                    <a:pt x="135" y="61"/>
                  </a:lnTo>
                  <a:lnTo>
                    <a:pt x="128" y="69"/>
                  </a:lnTo>
                  <a:lnTo>
                    <a:pt x="100" y="56"/>
                  </a:lnTo>
                  <a:lnTo>
                    <a:pt x="88" y="59"/>
                  </a:lnTo>
                  <a:lnTo>
                    <a:pt x="90" y="52"/>
                  </a:lnTo>
                  <a:lnTo>
                    <a:pt x="0" y="68"/>
                  </a:lnTo>
                  <a:lnTo>
                    <a:pt x="0" y="6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07" name=""/>
            <p:cNvSpPr/>
            <p:nvPr/>
          </p:nvSpPr>
          <p:spPr>
            <a:xfrm>
              <a:off x="5003640" y="5197320"/>
              <a:ext cx="1000440" cy="574920"/>
            </a:xfrm>
            <a:custGeom>
              <a:avLst/>
              <a:gdLst/>
              <a:ahLst/>
              <a:rect l="l" t="t" r="r" b="b"/>
              <a:pathLst>
                <a:path w="630" h="362">
                  <a:moveTo>
                    <a:pt x="0" y="56"/>
                  </a:moveTo>
                  <a:lnTo>
                    <a:pt x="0" y="56"/>
                  </a:lnTo>
                  <a:lnTo>
                    <a:pt x="4" y="0"/>
                  </a:lnTo>
                  <a:lnTo>
                    <a:pt x="73" y="8"/>
                  </a:lnTo>
                  <a:lnTo>
                    <a:pt x="382" y="23"/>
                  </a:lnTo>
                  <a:lnTo>
                    <a:pt x="613" y="22"/>
                  </a:lnTo>
                  <a:lnTo>
                    <a:pt x="615" y="76"/>
                  </a:lnTo>
                  <a:lnTo>
                    <a:pt x="629" y="187"/>
                  </a:lnTo>
                  <a:lnTo>
                    <a:pt x="626" y="361"/>
                  </a:lnTo>
                  <a:lnTo>
                    <a:pt x="606" y="353"/>
                  </a:lnTo>
                  <a:lnTo>
                    <a:pt x="575" y="330"/>
                  </a:lnTo>
                  <a:lnTo>
                    <a:pt x="563" y="336"/>
                  </a:lnTo>
                  <a:lnTo>
                    <a:pt x="523" y="341"/>
                  </a:lnTo>
                  <a:lnTo>
                    <a:pt x="482" y="355"/>
                  </a:lnTo>
                  <a:lnTo>
                    <a:pt x="466" y="339"/>
                  </a:lnTo>
                  <a:lnTo>
                    <a:pt x="446" y="343"/>
                  </a:lnTo>
                  <a:lnTo>
                    <a:pt x="442" y="330"/>
                  </a:lnTo>
                  <a:lnTo>
                    <a:pt x="428" y="342"/>
                  </a:lnTo>
                  <a:lnTo>
                    <a:pt x="426" y="355"/>
                  </a:lnTo>
                  <a:lnTo>
                    <a:pt x="420" y="336"/>
                  </a:lnTo>
                  <a:lnTo>
                    <a:pt x="406" y="347"/>
                  </a:lnTo>
                  <a:lnTo>
                    <a:pt x="384" y="327"/>
                  </a:lnTo>
                  <a:lnTo>
                    <a:pt x="372" y="342"/>
                  </a:lnTo>
                  <a:lnTo>
                    <a:pt x="362" y="333"/>
                  </a:lnTo>
                  <a:lnTo>
                    <a:pt x="352" y="307"/>
                  </a:lnTo>
                  <a:lnTo>
                    <a:pt x="332" y="306"/>
                  </a:lnTo>
                  <a:lnTo>
                    <a:pt x="327" y="315"/>
                  </a:lnTo>
                  <a:lnTo>
                    <a:pt x="314" y="305"/>
                  </a:lnTo>
                  <a:lnTo>
                    <a:pt x="304" y="309"/>
                  </a:lnTo>
                  <a:lnTo>
                    <a:pt x="289" y="301"/>
                  </a:lnTo>
                  <a:lnTo>
                    <a:pt x="271" y="299"/>
                  </a:lnTo>
                  <a:lnTo>
                    <a:pt x="272" y="286"/>
                  </a:lnTo>
                  <a:lnTo>
                    <a:pt x="260" y="274"/>
                  </a:lnTo>
                  <a:lnTo>
                    <a:pt x="255" y="282"/>
                  </a:lnTo>
                  <a:lnTo>
                    <a:pt x="234" y="281"/>
                  </a:lnTo>
                  <a:lnTo>
                    <a:pt x="213" y="261"/>
                  </a:lnTo>
                  <a:lnTo>
                    <a:pt x="219" y="70"/>
                  </a:lnTo>
                  <a:lnTo>
                    <a:pt x="0" y="56"/>
                  </a:lnTo>
                  <a:lnTo>
                    <a:pt x="0" y="5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08" name=""/>
            <p:cNvSpPr/>
            <p:nvPr/>
          </p:nvSpPr>
          <p:spPr>
            <a:xfrm>
              <a:off x="2822400" y="3301920"/>
              <a:ext cx="925560" cy="855720"/>
            </a:xfrm>
            <a:custGeom>
              <a:avLst/>
              <a:gdLst/>
              <a:ahLst/>
              <a:rect l="l" t="t" r="r" b="b"/>
              <a:pathLst>
                <a:path w="583" h="539">
                  <a:moveTo>
                    <a:pt x="0" y="401"/>
                  </a:moveTo>
                  <a:lnTo>
                    <a:pt x="0" y="401"/>
                  </a:lnTo>
                  <a:lnTo>
                    <a:pt x="10" y="305"/>
                  </a:lnTo>
                  <a:lnTo>
                    <a:pt x="55" y="225"/>
                  </a:lnTo>
                  <a:lnTo>
                    <a:pt x="127" y="0"/>
                  </a:lnTo>
                  <a:lnTo>
                    <a:pt x="164" y="13"/>
                  </a:lnTo>
                  <a:lnTo>
                    <a:pt x="166" y="21"/>
                  </a:lnTo>
                  <a:lnTo>
                    <a:pt x="175" y="23"/>
                  </a:lnTo>
                  <a:lnTo>
                    <a:pt x="194" y="62"/>
                  </a:lnTo>
                  <a:lnTo>
                    <a:pt x="190" y="76"/>
                  </a:lnTo>
                  <a:lnTo>
                    <a:pt x="217" y="102"/>
                  </a:lnTo>
                  <a:lnTo>
                    <a:pt x="268" y="100"/>
                  </a:lnTo>
                  <a:lnTo>
                    <a:pt x="304" y="119"/>
                  </a:lnTo>
                  <a:lnTo>
                    <a:pt x="321" y="116"/>
                  </a:lnTo>
                  <a:lnTo>
                    <a:pt x="433" y="119"/>
                  </a:lnTo>
                  <a:lnTo>
                    <a:pt x="561" y="150"/>
                  </a:lnTo>
                  <a:lnTo>
                    <a:pt x="567" y="166"/>
                  </a:lnTo>
                  <a:lnTo>
                    <a:pt x="582" y="192"/>
                  </a:lnTo>
                  <a:lnTo>
                    <a:pt x="563" y="225"/>
                  </a:lnTo>
                  <a:lnTo>
                    <a:pt x="539" y="264"/>
                  </a:lnTo>
                  <a:lnTo>
                    <a:pt x="511" y="292"/>
                  </a:lnTo>
                  <a:lnTo>
                    <a:pt x="507" y="310"/>
                  </a:lnTo>
                  <a:lnTo>
                    <a:pt x="522" y="331"/>
                  </a:lnTo>
                  <a:lnTo>
                    <a:pt x="506" y="375"/>
                  </a:lnTo>
                  <a:lnTo>
                    <a:pt x="472" y="538"/>
                  </a:lnTo>
                  <a:lnTo>
                    <a:pt x="274" y="484"/>
                  </a:lnTo>
                  <a:lnTo>
                    <a:pt x="0" y="401"/>
                  </a:lnTo>
                  <a:lnTo>
                    <a:pt x="0" y="401"/>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09" name=""/>
            <p:cNvSpPr/>
            <p:nvPr/>
          </p:nvSpPr>
          <p:spPr>
            <a:xfrm>
              <a:off x="7485120" y="4192560"/>
              <a:ext cx="677880" cy="469800"/>
            </a:xfrm>
            <a:custGeom>
              <a:avLst/>
              <a:gdLst/>
              <a:ahLst/>
              <a:rect l="l" t="t" r="r" b="b"/>
              <a:pathLst>
                <a:path w="427" h="296">
                  <a:moveTo>
                    <a:pt x="0" y="73"/>
                  </a:moveTo>
                  <a:lnTo>
                    <a:pt x="0" y="73"/>
                  </a:lnTo>
                  <a:lnTo>
                    <a:pt x="21" y="204"/>
                  </a:lnTo>
                  <a:lnTo>
                    <a:pt x="35" y="295"/>
                  </a:lnTo>
                  <a:lnTo>
                    <a:pt x="107" y="282"/>
                  </a:lnTo>
                  <a:lnTo>
                    <a:pt x="361" y="230"/>
                  </a:lnTo>
                  <a:lnTo>
                    <a:pt x="370" y="217"/>
                  </a:lnTo>
                  <a:lnTo>
                    <a:pt x="386" y="217"/>
                  </a:lnTo>
                  <a:lnTo>
                    <a:pt x="403" y="204"/>
                  </a:lnTo>
                  <a:lnTo>
                    <a:pt x="413" y="184"/>
                  </a:lnTo>
                  <a:lnTo>
                    <a:pt x="426" y="171"/>
                  </a:lnTo>
                  <a:lnTo>
                    <a:pt x="385" y="132"/>
                  </a:lnTo>
                  <a:lnTo>
                    <a:pt x="383" y="97"/>
                  </a:lnTo>
                  <a:lnTo>
                    <a:pt x="403" y="51"/>
                  </a:lnTo>
                  <a:lnTo>
                    <a:pt x="375" y="36"/>
                  </a:lnTo>
                  <a:lnTo>
                    <a:pt x="362" y="12"/>
                  </a:lnTo>
                  <a:lnTo>
                    <a:pt x="345" y="0"/>
                  </a:lnTo>
                  <a:lnTo>
                    <a:pt x="64" y="59"/>
                  </a:lnTo>
                  <a:lnTo>
                    <a:pt x="48" y="36"/>
                  </a:lnTo>
                  <a:lnTo>
                    <a:pt x="0" y="73"/>
                  </a:lnTo>
                  <a:lnTo>
                    <a:pt x="0" y="7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10" name=""/>
            <p:cNvSpPr/>
            <p:nvPr/>
          </p:nvSpPr>
          <p:spPr>
            <a:xfrm>
              <a:off x="8410680" y="4083120"/>
              <a:ext cx="90360" cy="125280"/>
            </a:xfrm>
            <a:custGeom>
              <a:avLst/>
              <a:gdLst/>
              <a:ahLst/>
              <a:rect l="l" t="t" r="r" b="b"/>
              <a:pathLst>
                <a:path w="57" h="79">
                  <a:moveTo>
                    <a:pt x="0" y="7"/>
                  </a:moveTo>
                  <a:lnTo>
                    <a:pt x="0" y="7"/>
                  </a:lnTo>
                  <a:lnTo>
                    <a:pt x="12" y="74"/>
                  </a:lnTo>
                  <a:lnTo>
                    <a:pt x="14" y="78"/>
                  </a:lnTo>
                  <a:lnTo>
                    <a:pt x="35" y="64"/>
                  </a:lnTo>
                  <a:lnTo>
                    <a:pt x="32" y="45"/>
                  </a:lnTo>
                  <a:lnTo>
                    <a:pt x="37" y="34"/>
                  </a:lnTo>
                  <a:lnTo>
                    <a:pt x="42" y="43"/>
                  </a:lnTo>
                  <a:lnTo>
                    <a:pt x="45" y="57"/>
                  </a:lnTo>
                  <a:lnTo>
                    <a:pt x="50" y="55"/>
                  </a:lnTo>
                  <a:lnTo>
                    <a:pt x="56" y="43"/>
                  </a:lnTo>
                  <a:lnTo>
                    <a:pt x="50" y="25"/>
                  </a:lnTo>
                  <a:lnTo>
                    <a:pt x="36" y="23"/>
                  </a:lnTo>
                  <a:lnTo>
                    <a:pt x="29" y="3"/>
                  </a:lnTo>
                  <a:lnTo>
                    <a:pt x="20" y="0"/>
                  </a:lnTo>
                  <a:lnTo>
                    <a:pt x="0" y="7"/>
                  </a:lnTo>
                  <a:lnTo>
                    <a:pt x="0" y="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11" name=""/>
            <p:cNvSpPr/>
            <p:nvPr/>
          </p:nvSpPr>
          <p:spPr>
            <a:xfrm>
              <a:off x="7321680" y="5389560"/>
              <a:ext cx="588960" cy="492120"/>
            </a:xfrm>
            <a:custGeom>
              <a:avLst/>
              <a:gdLst/>
              <a:ahLst/>
              <a:rect l="l" t="t" r="r" b="b"/>
              <a:pathLst>
                <a:path w="371" h="310">
                  <a:moveTo>
                    <a:pt x="0" y="73"/>
                  </a:moveTo>
                  <a:lnTo>
                    <a:pt x="0" y="73"/>
                  </a:lnTo>
                  <a:lnTo>
                    <a:pt x="16" y="41"/>
                  </a:lnTo>
                  <a:lnTo>
                    <a:pt x="67" y="13"/>
                  </a:lnTo>
                  <a:lnTo>
                    <a:pt x="167" y="0"/>
                  </a:lnTo>
                  <a:lnTo>
                    <a:pt x="208" y="28"/>
                  </a:lnTo>
                  <a:lnTo>
                    <a:pt x="273" y="19"/>
                  </a:lnTo>
                  <a:lnTo>
                    <a:pt x="370" y="96"/>
                  </a:lnTo>
                  <a:lnTo>
                    <a:pt x="342" y="129"/>
                  </a:lnTo>
                  <a:lnTo>
                    <a:pt x="328" y="153"/>
                  </a:lnTo>
                  <a:lnTo>
                    <a:pt x="329" y="179"/>
                  </a:lnTo>
                  <a:lnTo>
                    <a:pt x="304" y="203"/>
                  </a:lnTo>
                  <a:lnTo>
                    <a:pt x="284" y="236"/>
                  </a:lnTo>
                  <a:lnTo>
                    <a:pt x="256" y="255"/>
                  </a:lnTo>
                  <a:lnTo>
                    <a:pt x="243" y="258"/>
                  </a:lnTo>
                  <a:lnTo>
                    <a:pt x="238" y="279"/>
                  </a:lnTo>
                  <a:lnTo>
                    <a:pt x="221" y="268"/>
                  </a:lnTo>
                  <a:lnTo>
                    <a:pt x="236" y="287"/>
                  </a:lnTo>
                  <a:lnTo>
                    <a:pt x="222" y="309"/>
                  </a:lnTo>
                  <a:lnTo>
                    <a:pt x="209" y="306"/>
                  </a:lnTo>
                  <a:lnTo>
                    <a:pt x="199" y="293"/>
                  </a:lnTo>
                  <a:lnTo>
                    <a:pt x="183" y="262"/>
                  </a:lnTo>
                  <a:lnTo>
                    <a:pt x="174" y="259"/>
                  </a:lnTo>
                  <a:lnTo>
                    <a:pt x="156" y="219"/>
                  </a:lnTo>
                  <a:lnTo>
                    <a:pt x="131" y="202"/>
                  </a:lnTo>
                  <a:lnTo>
                    <a:pt x="113" y="173"/>
                  </a:lnTo>
                  <a:lnTo>
                    <a:pt x="70" y="135"/>
                  </a:lnTo>
                  <a:lnTo>
                    <a:pt x="47" y="105"/>
                  </a:lnTo>
                  <a:lnTo>
                    <a:pt x="0" y="73"/>
                  </a:lnTo>
                  <a:lnTo>
                    <a:pt x="0" y="7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12" name=""/>
            <p:cNvSpPr/>
            <p:nvPr/>
          </p:nvSpPr>
          <p:spPr>
            <a:xfrm>
              <a:off x="4965840" y="3773520"/>
              <a:ext cx="814320" cy="593640"/>
            </a:xfrm>
            <a:custGeom>
              <a:avLst/>
              <a:gdLst/>
              <a:ahLst/>
              <a:rect l="l" t="t" r="r" b="b"/>
              <a:pathLst>
                <a:path w="513" h="374">
                  <a:moveTo>
                    <a:pt x="0" y="293"/>
                  </a:moveTo>
                  <a:lnTo>
                    <a:pt x="0" y="293"/>
                  </a:lnTo>
                  <a:lnTo>
                    <a:pt x="18" y="93"/>
                  </a:lnTo>
                  <a:lnTo>
                    <a:pt x="25" y="0"/>
                  </a:lnTo>
                  <a:lnTo>
                    <a:pt x="253" y="18"/>
                  </a:lnTo>
                  <a:lnTo>
                    <a:pt x="506" y="27"/>
                  </a:lnTo>
                  <a:lnTo>
                    <a:pt x="488" y="62"/>
                  </a:lnTo>
                  <a:lnTo>
                    <a:pt x="512" y="90"/>
                  </a:lnTo>
                  <a:lnTo>
                    <a:pt x="512" y="271"/>
                  </a:lnTo>
                  <a:lnTo>
                    <a:pt x="502" y="270"/>
                  </a:lnTo>
                  <a:lnTo>
                    <a:pt x="503" y="294"/>
                  </a:lnTo>
                  <a:lnTo>
                    <a:pt x="511" y="313"/>
                  </a:lnTo>
                  <a:lnTo>
                    <a:pt x="506" y="331"/>
                  </a:lnTo>
                  <a:lnTo>
                    <a:pt x="511" y="373"/>
                  </a:lnTo>
                  <a:lnTo>
                    <a:pt x="499" y="370"/>
                  </a:lnTo>
                  <a:lnTo>
                    <a:pt x="487" y="352"/>
                  </a:lnTo>
                  <a:lnTo>
                    <a:pt x="462" y="341"/>
                  </a:lnTo>
                  <a:lnTo>
                    <a:pt x="442" y="335"/>
                  </a:lnTo>
                  <a:lnTo>
                    <a:pt x="398" y="337"/>
                  </a:lnTo>
                  <a:lnTo>
                    <a:pt x="373" y="318"/>
                  </a:lnTo>
                  <a:lnTo>
                    <a:pt x="0" y="293"/>
                  </a:lnTo>
                  <a:lnTo>
                    <a:pt x="0" y="29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13" name=""/>
            <p:cNvSpPr/>
            <p:nvPr/>
          </p:nvSpPr>
          <p:spPr>
            <a:xfrm>
              <a:off x="6497640" y="5175360"/>
              <a:ext cx="987480" cy="366480"/>
            </a:xfrm>
            <a:custGeom>
              <a:avLst/>
              <a:gdLst/>
              <a:ahLst/>
              <a:rect l="l" t="t" r="r" b="b"/>
              <a:pathLst>
                <a:path w="622" h="231">
                  <a:moveTo>
                    <a:pt x="0" y="230"/>
                  </a:moveTo>
                  <a:lnTo>
                    <a:pt x="0" y="230"/>
                  </a:lnTo>
                  <a:lnTo>
                    <a:pt x="11" y="188"/>
                  </a:lnTo>
                  <a:lnTo>
                    <a:pt x="6" y="185"/>
                  </a:lnTo>
                  <a:lnTo>
                    <a:pt x="24" y="170"/>
                  </a:lnTo>
                  <a:lnTo>
                    <a:pt x="42" y="134"/>
                  </a:lnTo>
                  <a:lnTo>
                    <a:pt x="36" y="128"/>
                  </a:lnTo>
                  <a:lnTo>
                    <a:pt x="44" y="109"/>
                  </a:lnTo>
                  <a:lnTo>
                    <a:pt x="46" y="90"/>
                  </a:lnTo>
                  <a:lnTo>
                    <a:pt x="56" y="75"/>
                  </a:lnTo>
                  <a:lnTo>
                    <a:pt x="153" y="69"/>
                  </a:lnTo>
                  <a:lnTo>
                    <a:pt x="153" y="50"/>
                  </a:lnTo>
                  <a:lnTo>
                    <a:pt x="183" y="51"/>
                  </a:lnTo>
                  <a:lnTo>
                    <a:pt x="477" y="21"/>
                  </a:lnTo>
                  <a:lnTo>
                    <a:pt x="621" y="0"/>
                  </a:lnTo>
                  <a:lnTo>
                    <a:pt x="618" y="23"/>
                  </a:lnTo>
                  <a:lnTo>
                    <a:pt x="608" y="28"/>
                  </a:lnTo>
                  <a:lnTo>
                    <a:pt x="598" y="54"/>
                  </a:lnTo>
                  <a:lnTo>
                    <a:pt x="585" y="51"/>
                  </a:lnTo>
                  <a:lnTo>
                    <a:pt x="576" y="60"/>
                  </a:lnTo>
                  <a:lnTo>
                    <a:pt x="566" y="72"/>
                  </a:lnTo>
                  <a:lnTo>
                    <a:pt x="556" y="66"/>
                  </a:lnTo>
                  <a:lnTo>
                    <a:pt x="539" y="81"/>
                  </a:lnTo>
                  <a:lnTo>
                    <a:pt x="538" y="92"/>
                  </a:lnTo>
                  <a:lnTo>
                    <a:pt x="467" y="138"/>
                  </a:lnTo>
                  <a:lnTo>
                    <a:pt x="461" y="156"/>
                  </a:lnTo>
                  <a:lnTo>
                    <a:pt x="442" y="164"/>
                  </a:lnTo>
                  <a:lnTo>
                    <a:pt x="443" y="187"/>
                  </a:lnTo>
                  <a:lnTo>
                    <a:pt x="349" y="201"/>
                  </a:lnTo>
                  <a:lnTo>
                    <a:pt x="155" y="220"/>
                  </a:lnTo>
                  <a:lnTo>
                    <a:pt x="0" y="230"/>
                  </a:lnTo>
                  <a:lnTo>
                    <a:pt x="0" y="230"/>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14" name=""/>
            <p:cNvSpPr/>
            <p:nvPr/>
          </p:nvSpPr>
          <p:spPr>
            <a:xfrm>
              <a:off x="4502160" y="5286240"/>
              <a:ext cx="1620720" cy="1700280"/>
            </a:xfrm>
            <a:custGeom>
              <a:avLst/>
              <a:gdLst/>
              <a:ahLst/>
              <a:rect l="l" t="t" r="r" b="b"/>
              <a:pathLst>
                <a:path w="1021" h="1071">
                  <a:moveTo>
                    <a:pt x="7" y="438"/>
                  </a:moveTo>
                  <a:lnTo>
                    <a:pt x="7" y="438"/>
                  </a:lnTo>
                  <a:lnTo>
                    <a:pt x="0" y="418"/>
                  </a:lnTo>
                  <a:lnTo>
                    <a:pt x="20" y="420"/>
                  </a:lnTo>
                  <a:lnTo>
                    <a:pt x="277" y="445"/>
                  </a:lnTo>
                  <a:lnTo>
                    <a:pt x="316" y="0"/>
                  </a:lnTo>
                  <a:lnTo>
                    <a:pt x="535" y="14"/>
                  </a:lnTo>
                  <a:lnTo>
                    <a:pt x="529" y="205"/>
                  </a:lnTo>
                  <a:lnTo>
                    <a:pt x="550" y="225"/>
                  </a:lnTo>
                  <a:lnTo>
                    <a:pt x="571" y="226"/>
                  </a:lnTo>
                  <a:lnTo>
                    <a:pt x="576" y="218"/>
                  </a:lnTo>
                  <a:lnTo>
                    <a:pt x="588" y="230"/>
                  </a:lnTo>
                  <a:lnTo>
                    <a:pt x="587" y="243"/>
                  </a:lnTo>
                  <a:lnTo>
                    <a:pt x="605" y="245"/>
                  </a:lnTo>
                  <a:lnTo>
                    <a:pt x="620" y="253"/>
                  </a:lnTo>
                  <a:lnTo>
                    <a:pt x="630" y="249"/>
                  </a:lnTo>
                  <a:lnTo>
                    <a:pt x="643" y="259"/>
                  </a:lnTo>
                  <a:lnTo>
                    <a:pt x="648" y="250"/>
                  </a:lnTo>
                  <a:lnTo>
                    <a:pt x="668" y="251"/>
                  </a:lnTo>
                  <a:lnTo>
                    <a:pt x="678" y="277"/>
                  </a:lnTo>
                  <a:lnTo>
                    <a:pt x="688" y="286"/>
                  </a:lnTo>
                  <a:lnTo>
                    <a:pt x="700" y="271"/>
                  </a:lnTo>
                  <a:lnTo>
                    <a:pt x="722" y="291"/>
                  </a:lnTo>
                  <a:lnTo>
                    <a:pt x="736" y="280"/>
                  </a:lnTo>
                  <a:lnTo>
                    <a:pt x="742" y="299"/>
                  </a:lnTo>
                  <a:lnTo>
                    <a:pt x="744" y="286"/>
                  </a:lnTo>
                  <a:lnTo>
                    <a:pt x="758" y="274"/>
                  </a:lnTo>
                  <a:lnTo>
                    <a:pt x="762" y="287"/>
                  </a:lnTo>
                  <a:lnTo>
                    <a:pt x="782" y="283"/>
                  </a:lnTo>
                  <a:lnTo>
                    <a:pt x="798" y="299"/>
                  </a:lnTo>
                  <a:lnTo>
                    <a:pt x="839" y="285"/>
                  </a:lnTo>
                  <a:lnTo>
                    <a:pt x="879" y="280"/>
                  </a:lnTo>
                  <a:lnTo>
                    <a:pt x="891" y="274"/>
                  </a:lnTo>
                  <a:lnTo>
                    <a:pt x="922" y="297"/>
                  </a:lnTo>
                  <a:lnTo>
                    <a:pt x="942" y="305"/>
                  </a:lnTo>
                  <a:lnTo>
                    <a:pt x="950" y="315"/>
                  </a:lnTo>
                  <a:lnTo>
                    <a:pt x="977" y="314"/>
                  </a:lnTo>
                  <a:lnTo>
                    <a:pt x="978" y="367"/>
                  </a:lnTo>
                  <a:lnTo>
                    <a:pt x="982" y="471"/>
                  </a:lnTo>
                  <a:lnTo>
                    <a:pt x="993" y="485"/>
                  </a:lnTo>
                  <a:lnTo>
                    <a:pt x="997" y="511"/>
                  </a:lnTo>
                  <a:lnTo>
                    <a:pt x="1020" y="551"/>
                  </a:lnTo>
                  <a:lnTo>
                    <a:pt x="1019" y="582"/>
                  </a:lnTo>
                  <a:lnTo>
                    <a:pt x="1006" y="611"/>
                  </a:lnTo>
                  <a:lnTo>
                    <a:pt x="1007" y="629"/>
                  </a:lnTo>
                  <a:lnTo>
                    <a:pt x="1011" y="645"/>
                  </a:lnTo>
                  <a:lnTo>
                    <a:pt x="1009" y="663"/>
                  </a:lnTo>
                  <a:lnTo>
                    <a:pt x="1002" y="671"/>
                  </a:lnTo>
                  <a:lnTo>
                    <a:pt x="991" y="687"/>
                  </a:lnTo>
                  <a:lnTo>
                    <a:pt x="998" y="693"/>
                  </a:lnTo>
                  <a:lnTo>
                    <a:pt x="958" y="709"/>
                  </a:lnTo>
                  <a:lnTo>
                    <a:pt x="925" y="731"/>
                  </a:lnTo>
                  <a:lnTo>
                    <a:pt x="944" y="713"/>
                  </a:lnTo>
                  <a:lnTo>
                    <a:pt x="922" y="713"/>
                  </a:lnTo>
                  <a:lnTo>
                    <a:pt x="929" y="687"/>
                  </a:lnTo>
                  <a:lnTo>
                    <a:pt x="910" y="701"/>
                  </a:lnTo>
                  <a:lnTo>
                    <a:pt x="902" y="695"/>
                  </a:lnTo>
                  <a:lnTo>
                    <a:pt x="903" y="714"/>
                  </a:lnTo>
                  <a:lnTo>
                    <a:pt x="910" y="717"/>
                  </a:lnTo>
                  <a:lnTo>
                    <a:pt x="913" y="734"/>
                  </a:lnTo>
                  <a:lnTo>
                    <a:pt x="900" y="748"/>
                  </a:lnTo>
                  <a:lnTo>
                    <a:pt x="891" y="747"/>
                  </a:lnTo>
                  <a:lnTo>
                    <a:pt x="889" y="765"/>
                  </a:lnTo>
                  <a:lnTo>
                    <a:pt x="795" y="827"/>
                  </a:lnTo>
                  <a:lnTo>
                    <a:pt x="798" y="820"/>
                  </a:lnTo>
                  <a:lnTo>
                    <a:pt x="841" y="792"/>
                  </a:lnTo>
                  <a:lnTo>
                    <a:pt x="806" y="809"/>
                  </a:lnTo>
                  <a:lnTo>
                    <a:pt x="810" y="792"/>
                  </a:lnTo>
                  <a:lnTo>
                    <a:pt x="800" y="802"/>
                  </a:lnTo>
                  <a:lnTo>
                    <a:pt x="790" y="796"/>
                  </a:lnTo>
                  <a:lnTo>
                    <a:pt x="785" y="809"/>
                  </a:lnTo>
                  <a:lnTo>
                    <a:pt x="771" y="796"/>
                  </a:lnTo>
                  <a:lnTo>
                    <a:pt x="773" y="808"/>
                  </a:lnTo>
                  <a:lnTo>
                    <a:pt x="790" y="822"/>
                  </a:lnTo>
                  <a:lnTo>
                    <a:pt x="769" y="835"/>
                  </a:lnTo>
                  <a:lnTo>
                    <a:pt x="760" y="819"/>
                  </a:lnTo>
                  <a:lnTo>
                    <a:pt x="754" y="861"/>
                  </a:lnTo>
                  <a:lnTo>
                    <a:pt x="747" y="844"/>
                  </a:lnTo>
                  <a:lnTo>
                    <a:pt x="727" y="851"/>
                  </a:lnTo>
                  <a:lnTo>
                    <a:pt x="723" y="861"/>
                  </a:lnTo>
                  <a:lnTo>
                    <a:pt x="732" y="880"/>
                  </a:lnTo>
                  <a:lnTo>
                    <a:pt x="698" y="882"/>
                  </a:lnTo>
                  <a:lnTo>
                    <a:pt x="710" y="885"/>
                  </a:lnTo>
                  <a:lnTo>
                    <a:pt x="712" y="903"/>
                  </a:lnTo>
                  <a:lnTo>
                    <a:pt x="719" y="900"/>
                  </a:lnTo>
                  <a:lnTo>
                    <a:pt x="715" y="911"/>
                  </a:lnTo>
                  <a:lnTo>
                    <a:pt x="700" y="938"/>
                  </a:lnTo>
                  <a:lnTo>
                    <a:pt x="701" y="924"/>
                  </a:lnTo>
                  <a:lnTo>
                    <a:pt x="691" y="935"/>
                  </a:lnTo>
                  <a:lnTo>
                    <a:pt x="677" y="921"/>
                  </a:lnTo>
                  <a:lnTo>
                    <a:pt x="680" y="938"/>
                  </a:lnTo>
                  <a:lnTo>
                    <a:pt x="706" y="941"/>
                  </a:lnTo>
                  <a:lnTo>
                    <a:pt x="694" y="969"/>
                  </a:lnTo>
                  <a:lnTo>
                    <a:pt x="703" y="1024"/>
                  </a:lnTo>
                  <a:lnTo>
                    <a:pt x="726" y="1069"/>
                  </a:lnTo>
                  <a:lnTo>
                    <a:pt x="697" y="1070"/>
                  </a:lnTo>
                  <a:lnTo>
                    <a:pt x="669" y="1057"/>
                  </a:lnTo>
                  <a:lnTo>
                    <a:pt x="642" y="1057"/>
                  </a:lnTo>
                  <a:lnTo>
                    <a:pt x="610" y="1036"/>
                  </a:lnTo>
                  <a:lnTo>
                    <a:pt x="567" y="1020"/>
                  </a:lnTo>
                  <a:lnTo>
                    <a:pt x="562" y="1003"/>
                  </a:lnTo>
                  <a:lnTo>
                    <a:pt x="552" y="976"/>
                  </a:lnTo>
                  <a:lnTo>
                    <a:pt x="538" y="958"/>
                  </a:lnTo>
                  <a:lnTo>
                    <a:pt x="541" y="938"/>
                  </a:lnTo>
                  <a:lnTo>
                    <a:pt x="534" y="929"/>
                  </a:lnTo>
                  <a:lnTo>
                    <a:pt x="534" y="903"/>
                  </a:lnTo>
                  <a:lnTo>
                    <a:pt x="509" y="883"/>
                  </a:lnTo>
                  <a:lnTo>
                    <a:pt x="483" y="841"/>
                  </a:lnTo>
                  <a:lnTo>
                    <a:pt x="440" y="731"/>
                  </a:lnTo>
                  <a:lnTo>
                    <a:pt x="405" y="706"/>
                  </a:lnTo>
                  <a:lnTo>
                    <a:pt x="396" y="680"/>
                  </a:lnTo>
                  <a:lnTo>
                    <a:pt x="367" y="675"/>
                  </a:lnTo>
                  <a:lnTo>
                    <a:pt x="343" y="671"/>
                  </a:lnTo>
                  <a:lnTo>
                    <a:pt x="321" y="663"/>
                  </a:lnTo>
                  <a:lnTo>
                    <a:pt x="315" y="671"/>
                  </a:lnTo>
                  <a:lnTo>
                    <a:pt x="292" y="671"/>
                  </a:lnTo>
                  <a:lnTo>
                    <a:pt x="273" y="725"/>
                  </a:lnTo>
                  <a:lnTo>
                    <a:pt x="250" y="746"/>
                  </a:lnTo>
                  <a:lnTo>
                    <a:pt x="238" y="745"/>
                  </a:lnTo>
                  <a:lnTo>
                    <a:pt x="199" y="712"/>
                  </a:lnTo>
                  <a:lnTo>
                    <a:pt x="183" y="708"/>
                  </a:lnTo>
                  <a:lnTo>
                    <a:pt x="145" y="670"/>
                  </a:lnTo>
                  <a:lnTo>
                    <a:pt x="136" y="642"/>
                  </a:lnTo>
                  <a:lnTo>
                    <a:pt x="136" y="611"/>
                  </a:lnTo>
                  <a:lnTo>
                    <a:pt x="118" y="569"/>
                  </a:lnTo>
                  <a:lnTo>
                    <a:pt x="86" y="541"/>
                  </a:lnTo>
                  <a:lnTo>
                    <a:pt x="44" y="483"/>
                  </a:lnTo>
                  <a:lnTo>
                    <a:pt x="28" y="475"/>
                  </a:lnTo>
                  <a:lnTo>
                    <a:pt x="18" y="442"/>
                  </a:lnTo>
                  <a:lnTo>
                    <a:pt x="7" y="438"/>
                  </a:lnTo>
                  <a:lnTo>
                    <a:pt x="7" y="43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15" name=""/>
            <p:cNvSpPr/>
            <p:nvPr/>
          </p:nvSpPr>
          <p:spPr>
            <a:xfrm>
              <a:off x="3745080" y="4230720"/>
              <a:ext cx="653760" cy="890640"/>
            </a:xfrm>
            <a:custGeom>
              <a:avLst/>
              <a:gdLst/>
              <a:ahLst/>
              <a:rect l="l" t="t" r="r" b="b"/>
              <a:pathLst>
                <a:path w="412" h="561">
                  <a:moveTo>
                    <a:pt x="0" y="492"/>
                  </a:moveTo>
                  <a:lnTo>
                    <a:pt x="0" y="492"/>
                  </a:lnTo>
                  <a:lnTo>
                    <a:pt x="89" y="0"/>
                  </a:lnTo>
                  <a:lnTo>
                    <a:pt x="289" y="40"/>
                  </a:lnTo>
                  <a:lnTo>
                    <a:pt x="273" y="138"/>
                  </a:lnTo>
                  <a:lnTo>
                    <a:pt x="411" y="161"/>
                  </a:lnTo>
                  <a:lnTo>
                    <a:pt x="360" y="560"/>
                  </a:lnTo>
                  <a:lnTo>
                    <a:pt x="0" y="492"/>
                  </a:lnTo>
                  <a:lnTo>
                    <a:pt x="0" y="49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16" name=""/>
            <p:cNvSpPr/>
            <p:nvPr/>
          </p:nvSpPr>
          <p:spPr>
            <a:xfrm>
              <a:off x="8148600" y="3624120"/>
              <a:ext cx="184320" cy="398520"/>
            </a:xfrm>
            <a:custGeom>
              <a:avLst/>
              <a:gdLst/>
              <a:ahLst/>
              <a:rect l="l" t="t" r="r" b="b"/>
              <a:pathLst>
                <a:path w="116" h="251">
                  <a:moveTo>
                    <a:pt x="0" y="32"/>
                  </a:moveTo>
                  <a:lnTo>
                    <a:pt x="0" y="32"/>
                  </a:lnTo>
                  <a:lnTo>
                    <a:pt x="17" y="103"/>
                  </a:lnTo>
                  <a:lnTo>
                    <a:pt x="22" y="148"/>
                  </a:lnTo>
                  <a:lnTo>
                    <a:pt x="40" y="196"/>
                  </a:lnTo>
                  <a:lnTo>
                    <a:pt x="52" y="250"/>
                  </a:lnTo>
                  <a:lnTo>
                    <a:pt x="104" y="238"/>
                  </a:lnTo>
                  <a:lnTo>
                    <a:pt x="94" y="153"/>
                  </a:lnTo>
                  <a:lnTo>
                    <a:pt x="99" y="94"/>
                  </a:lnTo>
                  <a:lnTo>
                    <a:pt x="114" y="64"/>
                  </a:lnTo>
                  <a:lnTo>
                    <a:pt x="115" y="0"/>
                  </a:lnTo>
                  <a:lnTo>
                    <a:pt x="0" y="32"/>
                  </a:lnTo>
                  <a:lnTo>
                    <a:pt x="0" y="3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1717" name=""/>
            <p:cNvGrpSpPr/>
            <p:nvPr/>
          </p:nvGrpSpPr>
          <p:grpSpPr>
            <a:xfrm>
              <a:off x="7254720" y="4659480"/>
              <a:ext cx="906480" cy="550800"/>
              <a:chOff x="7254720" y="4659480"/>
              <a:chExt cx="906480" cy="550800"/>
            </a:xfrm>
          </p:grpSpPr>
          <p:sp>
            <p:nvSpPr>
              <p:cNvPr id="1718" name=""/>
              <p:cNvSpPr/>
              <p:nvPr/>
            </p:nvSpPr>
            <p:spPr>
              <a:xfrm>
                <a:off x="7254720" y="4659480"/>
                <a:ext cx="895680" cy="550800"/>
              </a:xfrm>
              <a:custGeom>
                <a:avLst/>
                <a:gdLst/>
                <a:ahLst/>
                <a:rect l="l" t="t" r="r" b="b"/>
                <a:pathLst>
                  <a:path w="564" h="347">
                    <a:moveTo>
                      <a:pt x="0" y="346"/>
                    </a:moveTo>
                    <a:lnTo>
                      <a:pt x="0" y="346"/>
                    </a:lnTo>
                    <a:lnTo>
                      <a:pt x="53" y="309"/>
                    </a:lnTo>
                    <a:lnTo>
                      <a:pt x="53" y="301"/>
                    </a:lnTo>
                    <a:lnTo>
                      <a:pt x="71" y="275"/>
                    </a:lnTo>
                    <a:lnTo>
                      <a:pt x="89" y="262"/>
                    </a:lnTo>
                    <a:lnTo>
                      <a:pt x="108" y="236"/>
                    </a:lnTo>
                    <a:lnTo>
                      <a:pt x="128" y="262"/>
                    </a:lnTo>
                    <a:lnTo>
                      <a:pt x="154" y="248"/>
                    </a:lnTo>
                    <a:lnTo>
                      <a:pt x="166" y="257"/>
                    </a:lnTo>
                    <a:lnTo>
                      <a:pt x="181" y="248"/>
                    </a:lnTo>
                    <a:lnTo>
                      <a:pt x="189" y="234"/>
                    </a:lnTo>
                    <a:lnTo>
                      <a:pt x="218" y="229"/>
                    </a:lnTo>
                    <a:lnTo>
                      <a:pt x="232" y="207"/>
                    </a:lnTo>
                    <a:lnTo>
                      <a:pt x="225" y="201"/>
                    </a:lnTo>
                    <a:lnTo>
                      <a:pt x="253" y="136"/>
                    </a:lnTo>
                    <a:lnTo>
                      <a:pt x="259" y="103"/>
                    </a:lnTo>
                    <a:lnTo>
                      <a:pt x="284" y="116"/>
                    </a:lnTo>
                    <a:lnTo>
                      <a:pt x="298" y="77"/>
                    </a:lnTo>
                    <a:lnTo>
                      <a:pt x="311" y="74"/>
                    </a:lnTo>
                    <a:lnTo>
                      <a:pt x="331" y="39"/>
                    </a:lnTo>
                    <a:lnTo>
                      <a:pt x="335" y="0"/>
                    </a:lnTo>
                    <a:lnTo>
                      <a:pt x="375" y="25"/>
                    </a:lnTo>
                    <a:lnTo>
                      <a:pt x="382" y="5"/>
                    </a:lnTo>
                    <a:lnTo>
                      <a:pt x="400" y="9"/>
                    </a:lnTo>
                    <a:lnTo>
                      <a:pt x="412" y="26"/>
                    </a:lnTo>
                    <a:lnTo>
                      <a:pt x="429" y="35"/>
                    </a:lnTo>
                    <a:lnTo>
                      <a:pt x="437" y="47"/>
                    </a:lnTo>
                    <a:lnTo>
                      <a:pt x="435" y="57"/>
                    </a:lnTo>
                    <a:lnTo>
                      <a:pt x="424" y="79"/>
                    </a:lnTo>
                    <a:lnTo>
                      <a:pt x="429" y="94"/>
                    </a:lnTo>
                    <a:lnTo>
                      <a:pt x="442" y="88"/>
                    </a:lnTo>
                    <a:lnTo>
                      <a:pt x="449" y="99"/>
                    </a:lnTo>
                    <a:lnTo>
                      <a:pt x="455" y="105"/>
                    </a:lnTo>
                    <a:lnTo>
                      <a:pt x="479" y="107"/>
                    </a:lnTo>
                    <a:lnTo>
                      <a:pt x="486" y="116"/>
                    </a:lnTo>
                    <a:lnTo>
                      <a:pt x="509" y="123"/>
                    </a:lnTo>
                    <a:lnTo>
                      <a:pt x="503" y="129"/>
                    </a:lnTo>
                    <a:lnTo>
                      <a:pt x="506" y="144"/>
                    </a:lnTo>
                    <a:lnTo>
                      <a:pt x="506" y="152"/>
                    </a:lnTo>
                    <a:lnTo>
                      <a:pt x="499" y="150"/>
                    </a:lnTo>
                    <a:lnTo>
                      <a:pt x="483" y="139"/>
                    </a:lnTo>
                    <a:lnTo>
                      <a:pt x="458" y="122"/>
                    </a:lnTo>
                    <a:lnTo>
                      <a:pt x="493" y="157"/>
                    </a:lnTo>
                    <a:lnTo>
                      <a:pt x="511" y="157"/>
                    </a:lnTo>
                    <a:lnTo>
                      <a:pt x="501" y="163"/>
                    </a:lnTo>
                    <a:lnTo>
                      <a:pt x="519" y="173"/>
                    </a:lnTo>
                    <a:lnTo>
                      <a:pt x="519" y="182"/>
                    </a:lnTo>
                    <a:lnTo>
                      <a:pt x="512" y="174"/>
                    </a:lnTo>
                    <a:lnTo>
                      <a:pt x="504" y="174"/>
                    </a:lnTo>
                    <a:lnTo>
                      <a:pt x="506" y="182"/>
                    </a:lnTo>
                    <a:lnTo>
                      <a:pt x="512" y="186"/>
                    </a:lnTo>
                    <a:lnTo>
                      <a:pt x="504" y="191"/>
                    </a:lnTo>
                    <a:lnTo>
                      <a:pt x="485" y="175"/>
                    </a:lnTo>
                    <a:lnTo>
                      <a:pt x="478" y="168"/>
                    </a:lnTo>
                    <a:lnTo>
                      <a:pt x="483" y="178"/>
                    </a:lnTo>
                    <a:lnTo>
                      <a:pt x="501" y="194"/>
                    </a:lnTo>
                    <a:lnTo>
                      <a:pt x="509" y="195"/>
                    </a:lnTo>
                    <a:lnTo>
                      <a:pt x="519" y="199"/>
                    </a:lnTo>
                    <a:lnTo>
                      <a:pt x="517" y="203"/>
                    </a:lnTo>
                    <a:lnTo>
                      <a:pt x="522" y="203"/>
                    </a:lnTo>
                    <a:lnTo>
                      <a:pt x="523" y="207"/>
                    </a:lnTo>
                    <a:lnTo>
                      <a:pt x="515" y="215"/>
                    </a:lnTo>
                    <a:lnTo>
                      <a:pt x="501" y="207"/>
                    </a:lnTo>
                    <a:lnTo>
                      <a:pt x="497" y="200"/>
                    </a:lnTo>
                    <a:lnTo>
                      <a:pt x="479" y="199"/>
                    </a:lnTo>
                    <a:lnTo>
                      <a:pt x="475" y="192"/>
                    </a:lnTo>
                    <a:lnTo>
                      <a:pt x="469" y="200"/>
                    </a:lnTo>
                    <a:lnTo>
                      <a:pt x="493" y="206"/>
                    </a:lnTo>
                    <a:lnTo>
                      <a:pt x="495" y="214"/>
                    </a:lnTo>
                    <a:lnTo>
                      <a:pt x="515" y="223"/>
                    </a:lnTo>
                    <a:lnTo>
                      <a:pt x="523" y="223"/>
                    </a:lnTo>
                    <a:lnTo>
                      <a:pt x="524" y="216"/>
                    </a:lnTo>
                    <a:lnTo>
                      <a:pt x="533" y="219"/>
                    </a:lnTo>
                    <a:lnTo>
                      <a:pt x="546" y="218"/>
                    </a:lnTo>
                    <a:lnTo>
                      <a:pt x="563" y="248"/>
                    </a:lnTo>
                    <a:lnTo>
                      <a:pt x="553" y="244"/>
                    </a:lnTo>
                    <a:lnTo>
                      <a:pt x="548" y="253"/>
                    </a:lnTo>
                    <a:lnTo>
                      <a:pt x="328" y="299"/>
                    </a:lnTo>
                    <a:lnTo>
                      <a:pt x="144" y="325"/>
                    </a:lnTo>
                    <a:lnTo>
                      <a:pt x="0" y="346"/>
                    </a:lnTo>
                    <a:lnTo>
                      <a:pt x="0" y="34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19" name=""/>
              <p:cNvSpPr/>
              <p:nvPr/>
            </p:nvSpPr>
            <p:spPr>
              <a:xfrm>
                <a:off x="8110440" y="4811760"/>
                <a:ext cx="50760" cy="158760"/>
              </a:xfrm>
              <a:custGeom>
                <a:avLst/>
                <a:gdLst/>
                <a:ahLst/>
                <a:rect l="l" t="t" r="r" b="b"/>
                <a:pathLst>
                  <a:path w="32" h="100">
                    <a:moveTo>
                      <a:pt x="0" y="56"/>
                    </a:moveTo>
                    <a:lnTo>
                      <a:pt x="0" y="56"/>
                    </a:lnTo>
                    <a:lnTo>
                      <a:pt x="0" y="87"/>
                    </a:lnTo>
                    <a:lnTo>
                      <a:pt x="7" y="99"/>
                    </a:lnTo>
                    <a:lnTo>
                      <a:pt x="9" y="62"/>
                    </a:lnTo>
                    <a:lnTo>
                      <a:pt x="24" y="47"/>
                    </a:lnTo>
                    <a:lnTo>
                      <a:pt x="31" y="0"/>
                    </a:lnTo>
                    <a:lnTo>
                      <a:pt x="12" y="11"/>
                    </a:lnTo>
                    <a:lnTo>
                      <a:pt x="0" y="56"/>
                    </a:lnTo>
                    <a:lnTo>
                      <a:pt x="0" y="5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nvGrpSpPr>
            <p:cNvPr id="1720" name=""/>
            <p:cNvGrpSpPr/>
            <p:nvPr/>
          </p:nvGrpSpPr>
          <p:grpSpPr>
            <a:xfrm>
              <a:off x="3029040" y="2927520"/>
              <a:ext cx="772920" cy="614160"/>
              <a:chOff x="3029040" y="2927520"/>
              <a:chExt cx="772920" cy="614160"/>
            </a:xfrm>
          </p:grpSpPr>
          <p:sp>
            <p:nvSpPr>
              <p:cNvPr id="1721" name=""/>
              <p:cNvSpPr/>
              <p:nvPr/>
            </p:nvSpPr>
            <p:spPr>
              <a:xfrm>
                <a:off x="3029040" y="2927520"/>
                <a:ext cx="772920" cy="614160"/>
              </a:xfrm>
              <a:custGeom>
                <a:avLst/>
                <a:gdLst/>
                <a:ahLst/>
                <a:rect l="l" t="t" r="r" b="b"/>
                <a:pathLst>
                  <a:path w="487" h="387">
                    <a:moveTo>
                      <a:pt x="10" y="67"/>
                    </a:moveTo>
                    <a:lnTo>
                      <a:pt x="10" y="67"/>
                    </a:lnTo>
                    <a:lnTo>
                      <a:pt x="18" y="85"/>
                    </a:lnTo>
                    <a:lnTo>
                      <a:pt x="15" y="108"/>
                    </a:lnTo>
                    <a:lnTo>
                      <a:pt x="15" y="128"/>
                    </a:lnTo>
                    <a:lnTo>
                      <a:pt x="18" y="135"/>
                    </a:lnTo>
                    <a:lnTo>
                      <a:pt x="12" y="165"/>
                    </a:lnTo>
                    <a:lnTo>
                      <a:pt x="22" y="159"/>
                    </a:lnTo>
                    <a:lnTo>
                      <a:pt x="34" y="171"/>
                    </a:lnTo>
                    <a:lnTo>
                      <a:pt x="20" y="172"/>
                    </a:lnTo>
                    <a:lnTo>
                      <a:pt x="12" y="171"/>
                    </a:lnTo>
                    <a:lnTo>
                      <a:pt x="11" y="182"/>
                    </a:lnTo>
                    <a:lnTo>
                      <a:pt x="10" y="192"/>
                    </a:lnTo>
                    <a:lnTo>
                      <a:pt x="23" y="192"/>
                    </a:lnTo>
                    <a:lnTo>
                      <a:pt x="25" y="196"/>
                    </a:lnTo>
                    <a:lnTo>
                      <a:pt x="15" y="200"/>
                    </a:lnTo>
                    <a:lnTo>
                      <a:pt x="15" y="212"/>
                    </a:lnTo>
                    <a:lnTo>
                      <a:pt x="10" y="225"/>
                    </a:lnTo>
                    <a:lnTo>
                      <a:pt x="6" y="224"/>
                    </a:lnTo>
                    <a:lnTo>
                      <a:pt x="10" y="204"/>
                    </a:lnTo>
                    <a:lnTo>
                      <a:pt x="7" y="199"/>
                    </a:lnTo>
                    <a:lnTo>
                      <a:pt x="0" y="228"/>
                    </a:lnTo>
                    <a:lnTo>
                      <a:pt x="12" y="238"/>
                    </a:lnTo>
                    <a:lnTo>
                      <a:pt x="34" y="249"/>
                    </a:lnTo>
                    <a:lnTo>
                      <a:pt x="36" y="257"/>
                    </a:lnTo>
                    <a:lnTo>
                      <a:pt x="45" y="259"/>
                    </a:lnTo>
                    <a:lnTo>
                      <a:pt x="64" y="298"/>
                    </a:lnTo>
                    <a:lnTo>
                      <a:pt x="60" y="312"/>
                    </a:lnTo>
                    <a:lnTo>
                      <a:pt x="87" y="338"/>
                    </a:lnTo>
                    <a:lnTo>
                      <a:pt x="138" y="336"/>
                    </a:lnTo>
                    <a:lnTo>
                      <a:pt x="174" y="355"/>
                    </a:lnTo>
                    <a:lnTo>
                      <a:pt x="191" y="352"/>
                    </a:lnTo>
                    <a:lnTo>
                      <a:pt x="303" y="355"/>
                    </a:lnTo>
                    <a:lnTo>
                      <a:pt x="431" y="386"/>
                    </a:lnTo>
                    <a:lnTo>
                      <a:pt x="433" y="345"/>
                    </a:lnTo>
                    <a:lnTo>
                      <a:pt x="486" y="99"/>
                    </a:lnTo>
                    <a:lnTo>
                      <a:pt x="147" y="0"/>
                    </a:lnTo>
                    <a:lnTo>
                      <a:pt x="145" y="2"/>
                    </a:lnTo>
                    <a:lnTo>
                      <a:pt x="146" y="7"/>
                    </a:lnTo>
                    <a:lnTo>
                      <a:pt x="143" y="9"/>
                    </a:lnTo>
                    <a:lnTo>
                      <a:pt x="146" y="15"/>
                    </a:lnTo>
                    <a:lnTo>
                      <a:pt x="146" y="21"/>
                    </a:lnTo>
                    <a:lnTo>
                      <a:pt x="146" y="28"/>
                    </a:lnTo>
                    <a:lnTo>
                      <a:pt x="151" y="24"/>
                    </a:lnTo>
                    <a:lnTo>
                      <a:pt x="158" y="28"/>
                    </a:lnTo>
                    <a:lnTo>
                      <a:pt x="156" y="40"/>
                    </a:lnTo>
                    <a:lnTo>
                      <a:pt x="157" y="45"/>
                    </a:lnTo>
                    <a:lnTo>
                      <a:pt x="150" y="61"/>
                    </a:lnTo>
                    <a:lnTo>
                      <a:pt x="142" y="51"/>
                    </a:lnTo>
                    <a:lnTo>
                      <a:pt x="140" y="52"/>
                    </a:lnTo>
                    <a:lnTo>
                      <a:pt x="140" y="59"/>
                    </a:lnTo>
                    <a:lnTo>
                      <a:pt x="145" y="61"/>
                    </a:lnTo>
                    <a:lnTo>
                      <a:pt x="152" y="76"/>
                    </a:lnTo>
                    <a:lnTo>
                      <a:pt x="148" y="95"/>
                    </a:lnTo>
                    <a:lnTo>
                      <a:pt x="151" y="103"/>
                    </a:lnTo>
                    <a:lnTo>
                      <a:pt x="157" y="104"/>
                    </a:lnTo>
                    <a:lnTo>
                      <a:pt x="153" y="107"/>
                    </a:lnTo>
                    <a:lnTo>
                      <a:pt x="148" y="108"/>
                    </a:lnTo>
                    <a:lnTo>
                      <a:pt x="140" y="121"/>
                    </a:lnTo>
                    <a:lnTo>
                      <a:pt x="140" y="126"/>
                    </a:lnTo>
                    <a:lnTo>
                      <a:pt x="138" y="133"/>
                    </a:lnTo>
                    <a:lnTo>
                      <a:pt x="134" y="134"/>
                    </a:lnTo>
                    <a:lnTo>
                      <a:pt x="138" y="138"/>
                    </a:lnTo>
                    <a:lnTo>
                      <a:pt x="132" y="140"/>
                    </a:lnTo>
                    <a:lnTo>
                      <a:pt x="132" y="163"/>
                    </a:lnTo>
                    <a:lnTo>
                      <a:pt x="124" y="166"/>
                    </a:lnTo>
                    <a:lnTo>
                      <a:pt x="124" y="172"/>
                    </a:lnTo>
                    <a:lnTo>
                      <a:pt x="118" y="165"/>
                    </a:lnTo>
                    <a:lnTo>
                      <a:pt x="118" y="169"/>
                    </a:lnTo>
                    <a:lnTo>
                      <a:pt x="103" y="182"/>
                    </a:lnTo>
                    <a:lnTo>
                      <a:pt x="100" y="180"/>
                    </a:lnTo>
                    <a:lnTo>
                      <a:pt x="97" y="175"/>
                    </a:lnTo>
                    <a:lnTo>
                      <a:pt x="96" y="178"/>
                    </a:lnTo>
                    <a:lnTo>
                      <a:pt x="93" y="176"/>
                    </a:lnTo>
                    <a:lnTo>
                      <a:pt x="89" y="184"/>
                    </a:lnTo>
                    <a:lnTo>
                      <a:pt x="88" y="183"/>
                    </a:lnTo>
                    <a:lnTo>
                      <a:pt x="88" y="178"/>
                    </a:lnTo>
                    <a:lnTo>
                      <a:pt x="85" y="178"/>
                    </a:lnTo>
                    <a:lnTo>
                      <a:pt x="89" y="171"/>
                    </a:lnTo>
                    <a:lnTo>
                      <a:pt x="83" y="171"/>
                    </a:lnTo>
                    <a:lnTo>
                      <a:pt x="88" y="167"/>
                    </a:lnTo>
                    <a:lnTo>
                      <a:pt x="81" y="165"/>
                    </a:lnTo>
                    <a:lnTo>
                      <a:pt x="86" y="160"/>
                    </a:lnTo>
                    <a:lnTo>
                      <a:pt x="91" y="165"/>
                    </a:lnTo>
                    <a:lnTo>
                      <a:pt x="94" y="159"/>
                    </a:lnTo>
                    <a:lnTo>
                      <a:pt x="103" y="153"/>
                    </a:lnTo>
                    <a:lnTo>
                      <a:pt x="99" y="167"/>
                    </a:lnTo>
                    <a:lnTo>
                      <a:pt x="101" y="173"/>
                    </a:lnTo>
                    <a:lnTo>
                      <a:pt x="105" y="160"/>
                    </a:lnTo>
                    <a:lnTo>
                      <a:pt x="115" y="156"/>
                    </a:lnTo>
                    <a:lnTo>
                      <a:pt x="110" y="164"/>
                    </a:lnTo>
                    <a:lnTo>
                      <a:pt x="115" y="168"/>
                    </a:lnTo>
                    <a:lnTo>
                      <a:pt x="115" y="162"/>
                    </a:lnTo>
                    <a:lnTo>
                      <a:pt x="119" y="156"/>
                    </a:lnTo>
                    <a:lnTo>
                      <a:pt x="125" y="146"/>
                    </a:lnTo>
                    <a:lnTo>
                      <a:pt x="123" y="140"/>
                    </a:lnTo>
                    <a:lnTo>
                      <a:pt x="115" y="140"/>
                    </a:lnTo>
                    <a:lnTo>
                      <a:pt x="117" y="132"/>
                    </a:lnTo>
                    <a:lnTo>
                      <a:pt x="120" y="136"/>
                    </a:lnTo>
                    <a:lnTo>
                      <a:pt x="121" y="123"/>
                    </a:lnTo>
                    <a:lnTo>
                      <a:pt x="132" y="124"/>
                    </a:lnTo>
                    <a:lnTo>
                      <a:pt x="133" y="111"/>
                    </a:lnTo>
                    <a:lnTo>
                      <a:pt x="129" y="104"/>
                    </a:lnTo>
                    <a:lnTo>
                      <a:pt x="129" y="116"/>
                    </a:lnTo>
                    <a:lnTo>
                      <a:pt x="125" y="113"/>
                    </a:lnTo>
                    <a:lnTo>
                      <a:pt x="118" y="120"/>
                    </a:lnTo>
                    <a:lnTo>
                      <a:pt x="114" y="128"/>
                    </a:lnTo>
                    <a:lnTo>
                      <a:pt x="107" y="128"/>
                    </a:lnTo>
                    <a:lnTo>
                      <a:pt x="96" y="134"/>
                    </a:lnTo>
                    <a:lnTo>
                      <a:pt x="86" y="146"/>
                    </a:lnTo>
                    <a:lnTo>
                      <a:pt x="102" y="148"/>
                    </a:lnTo>
                    <a:lnTo>
                      <a:pt x="88" y="150"/>
                    </a:lnTo>
                    <a:lnTo>
                      <a:pt x="81" y="149"/>
                    </a:lnTo>
                    <a:lnTo>
                      <a:pt x="96" y="128"/>
                    </a:lnTo>
                    <a:lnTo>
                      <a:pt x="105" y="123"/>
                    </a:lnTo>
                    <a:lnTo>
                      <a:pt x="116" y="109"/>
                    </a:lnTo>
                    <a:lnTo>
                      <a:pt x="117" y="118"/>
                    </a:lnTo>
                    <a:lnTo>
                      <a:pt x="123" y="111"/>
                    </a:lnTo>
                    <a:lnTo>
                      <a:pt x="129" y="97"/>
                    </a:lnTo>
                    <a:lnTo>
                      <a:pt x="127" y="86"/>
                    </a:lnTo>
                    <a:lnTo>
                      <a:pt x="125" y="94"/>
                    </a:lnTo>
                    <a:lnTo>
                      <a:pt x="121" y="93"/>
                    </a:lnTo>
                    <a:lnTo>
                      <a:pt x="125" y="83"/>
                    </a:lnTo>
                    <a:lnTo>
                      <a:pt x="120" y="83"/>
                    </a:lnTo>
                    <a:lnTo>
                      <a:pt x="119" y="91"/>
                    </a:lnTo>
                    <a:lnTo>
                      <a:pt x="116" y="95"/>
                    </a:lnTo>
                    <a:lnTo>
                      <a:pt x="116" y="84"/>
                    </a:lnTo>
                    <a:lnTo>
                      <a:pt x="112" y="83"/>
                    </a:lnTo>
                    <a:lnTo>
                      <a:pt x="109" y="86"/>
                    </a:lnTo>
                    <a:lnTo>
                      <a:pt x="103" y="75"/>
                    </a:lnTo>
                    <a:lnTo>
                      <a:pt x="93" y="75"/>
                    </a:lnTo>
                    <a:lnTo>
                      <a:pt x="50" y="51"/>
                    </a:lnTo>
                    <a:lnTo>
                      <a:pt x="20" y="19"/>
                    </a:lnTo>
                    <a:lnTo>
                      <a:pt x="11" y="41"/>
                    </a:lnTo>
                    <a:lnTo>
                      <a:pt x="10" y="67"/>
                    </a:lnTo>
                    <a:lnTo>
                      <a:pt x="10" y="6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22" name=""/>
              <p:cNvSpPr/>
              <p:nvPr/>
            </p:nvSpPr>
            <p:spPr>
              <a:xfrm>
                <a:off x="3208320" y="2963880"/>
                <a:ext cx="38160" cy="49320"/>
              </a:xfrm>
              <a:custGeom>
                <a:avLst/>
                <a:gdLst/>
                <a:ahLst/>
                <a:rect l="l" t="t" r="r" b="b"/>
                <a:pathLst>
                  <a:path w="24" h="31">
                    <a:moveTo>
                      <a:pt x="0" y="14"/>
                    </a:moveTo>
                    <a:lnTo>
                      <a:pt x="0" y="14"/>
                    </a:lnTo>
                    <a:lnTo>
                      <a:pt x="18" y="0"/>
                    </a:lnTo>
                    <a:lnTo>
                      <a:pt x="23" y="14"/>
                    </a:lnTo>
                    <a:lnTo>
                      <a:pt x="18" y="30"/>
                    </a:lnTo>
                    <a:lnTo>
                      <a:pt x="0" y="14"/>
                    </a:lnTo>
                    <a:lnTo>
                      <a:pt x="0" y="14"/>
                    </a:lnTo>
                  </a:path>
                </a:pathLst>
              </a:custGeom>
              <a:solidFill>
                <a:srgbClr val="0000ff"/>
              </a:solidFill>
              <a:ln w="31680">
                <a:solidFill>
                  <a:srgbClr val="000000"/>
                </a:solidFill>
                <a:round/>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1723" name=""/>
              <p:cNvSpPr/>
              <p:nvPr/>
            </p:nvSpPr>
            <p:spPr>
              <a:xfrm>
                <a:off x="3232080" y="3024360"/>
                <a:ext cx="27000" cy="69840"/>
              </a:xfrm>
              <a:custGeom>
                <a:avLst/>
                <a:gdLst/>
                <a:ahLst/>
                <a:rect l="l" t="t" r="r" b="b"/>
                <a:pathLst>
                  <a:path w="17" h="44">
                    <a:moveTo>
                      <a:pt x="0" y="13"/>
                    </a:moveTo>
                    <a:lnTo>
                      <a:pt x="0" y="13"/>
                    </a:lnTo>
                    <a:lnTo>
                      <a:pt x="11" y="0"/>
                    </a:lnTo>
                    <a:lnTo>
                      <a:pt x="16" y="6"/>
                    </a:lnTo>
                    <a:lnTo>
                      <a:pt x="12" y="43"/>
                    </a:lnTo>
                    <a:lnTo>
                      <a:pt x="0" y="13"/>
                    </a:lnTo>
                    <a:lnTo>
                      <a:pt x="0" y="13"/>
                    </a:lnTo>
                  </a:path>
                </a:pathLst>
              </a:custGeom>
              <a:solidFill>
                <a:srgbClr val="0000ff"/>
              </a:solidFill>
              <a:ln w="31680">
                <a:solidFill>
                  <a:srgbClr val="000000"/>
                </a:solidFill>
                <a:round/>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grpSp>
        <p:sp>
          <p:nvSpPr>
            <p:cNvPr id="1724" name=""/>
            <p:cNvSpPr/>
            <p:nvPr/>
          </p:nvSpPr>
          <p:spPr>
            <a:xfrm>
              <a:off x="7342200" y="4516560"/>
              <a:ext cx="520560" cy="560160"/>
            </a:xfrm>
            <a:custGeom>
              <a:avLst/>
              <a:gdLst/>
              <a:ahLst/>
              <a:rect l="l" t="t" r="r" b="b"/>
              <a:pathLst>
                <a:path w="328" h="353">
                  <a:moveTo>
                    <a:pt x="0" y="244"/>
                  </a:moveTo>
                  <a:lnTo>
                    <a:pt x="0" y="244"/>
                  </a:lnTo>
                  <a:lnTo>
                    <a:pt x="12" y="291"/>
                  </a:lnTo>
                  <a:lnTo>
                    <a:pt x="27" y="309"/>
                  </a:lnTo>
                  <a:lnTo>
                    <a:pt x="53" y="326"/>
                  </a:lnTo>
                  <a:lnTo>
                    <a:pt x="73" y="352"/>
                  </a:lnTo>
                  <a:lnTo>
                    <a:pt x="99" y="338"/>
                  </a:lnTo>
                  <a:lnTo>
                    <a:pt x="111" y="347"/>
                  </a:lnTo>
                  <a:lnTo>
                    <a:pt x="126" y="338"/>
                  </a:lnTo>
                  <a:lnTo>
                    <a:pt x="134" y="324"/>
                  </a:lnTo>
                  <a:lnTo>
                    <a:pt x="163" y="319"/>
                  </a:lnTo>
                  <a:lnTo>
                    <a:pt x="177" y="297"/>
                  </a:lnTo>
                  <a:lnTo>
                    <a:pt x="170" y="291"/>
                  </a:lnTo>
                  <a:lnTo>
                    <a:pt x="198" y="226"/>
                  </a:lnTo>
                  <a:lnTo>
                    <a:pt x="204" y="193"/>
                  </a:lnTo>
                  <a:lnTo>
                    <a:pt x="229" y="206"/>
                  </a:lnTo>
                  <a:lnTo>
                    <a:pt x="243" y="167"/>
                  </a:lnTo>
                  <a:lnTo>
                    <a:pt x="256" y="164"/>
                  </a:lnTo>
                  <a:lnTo>
                    <a:pt x="276" y="129"/>
                  </a:lnTo>
                  <a:lnTo>
                    <a:pt x="280" y="90"/>
                  </a:lnTo>
                  <a:lnTo>
                    <a:pt x="320" y="115"/>
                  </a:lnTo>
                  <a:lnTo>
                    <a:pt x="327" y="95"/>
                  </a:lnTo>
                  <a:lnTo>
                    <a:pt x="316" y="78"/>
                  </a:lnTo>
                  <a:lnTo>
                    <a:pt x="299" y="70"/>
                  </a:lnTo>
                  <a:lnTo>
                    <a:pt x="278" y="74"/>
                  </a:lnTo>
                  <a:lnTo>
                    <a:pt x="269" y="86"/>
                  </a:lnTo>
                  <a:lnTo>
                    <a:pt x="230" y="98"/>
                  </a:lnTo>
                  <a:lnTo>
                    <a:pt x="205" y="130"/>
                  </a:lnTo>
                  <a:lnTo>
                    <a:pt x="197" y="78"/>
                  </a:lnTo>
                  <a:lnTo>
                    <a:pt x="125" y="91"/>
                  </a:lnTo>
                  <a:lnTo>
                    <a:pt x="111" y="0"/>
                  </a:lnTo>
                  <a:lnTo>
                    <a:pt x="102" y="7"/>
                  </a:lnTo>
                  <a:lnTo>
                    <a:pt x="107" y="25"/>
                  </a:lnTo>
                  <a:lnTo>
                    <a:pt x="98" y="107"/>
                  </a:lnTo>
                  <a:lnTo>
                    <a:pt x="86" y="125"/>
                  </a:lnTo>
                  <a:lnTo>
                    <a:pt x="48" y="154"/>
                  </a:lnTo>
                  <a:lnTo>
                    <a:pt x="42" y="190"/>
                  </a:lnTo>
                  <a:lnTo>
                    <a:pt x="27" y="181"/>
                  </a:lnTo>
                  <a:lnTo>
                    <a:pt x="22" y="222"/>
                  </a:lnTo>
                  <a:lnTo>
                    <a:pt x="0" y="244"/>
                  </a:lnTo>
                  <a:lnTo>
                    <a:pt x="0" y="244"/>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25" name=""/>
            <p:cNvSpPr/>
            <p:nvPr/>
          </p:nvSpPr>
          <p:spPr>
            <a:xfrm>
              <a:off x="6143760" y="3646440"/>
              <a:ext cx="612720" cy="700200"/>
            </a:xfrm>
            <a:custGeom>
              <a:avLst/>
              <a:gdLst/>
              <a:ahLst/>
              <a:rect l="l" t="t" r="r" b="b"/>
              <a:pathLst>
                <a:path w="386" h="441">
                  <a:moveTo>
                    <a:pt x="0" y="133"/>
                  </a:moveTo>
                  <a:lnTo>
                    <a:pt x="0" y="133"/>
                  </a:lnTo>
                  <a:lnTo>
                    <a:pt x="10" y="170"/>
                  </a:lnTo>
                  <a:lnTo>
                    <a:pt x="8" y="222"/>
                  </a:lnTo>
                  <a:lnTo>
                    <a:pt x="57" y="254"/>
                  </a:lnTo>
                  <a:lnTo>
                    <a:pt x="74" y="276"/>
                  </a:lnTo>
                  <a:lnTo>
                    <a:pt x="101" y="296"/>
                  </a:lnTo>
                  <a:lnTo>
                    <a:pt x="110" y="307"/>
                  </a:lnTo>
                  <a:lnTo>
                    <a:pt x="116" y="343"/>
                  </a:lnTo>
                  <a:lnTo>
                    <a:pt x="123" y="395"/>
                  </a:lnTo>
                  <a:lnTo>
                    <a:pt x="160" y="440"/>
                  </a:lnTo>
                  <a:lnTo>
                    <a:pt x="351" y="427"/>
                  </a:lnTo>
                  <a:lnTo>
                    <a:pt x="340" y="359"/>
                  </a:lnTo>
                  <a:lnTo>
                    <a:pt x="347" y="288"/>
                  </a:lnTo>
                  <a:lnTo>
                    <a:pt x="358" y="256"/>
                  </a:lnTo>
                  <a:lnTo>
                    <a:pt x="357" y="229"/>
                  </a:lnTo>
                  <a:lnTo>
                    <a:pt x="381" y="166"/>
                  </a:lnTo>
                  <a:lnTo>
                    <a:pt x="385" y="149"/>
                  </a:lnTo>
                  <a:lnTo>
                    <a:pt x="377" y="146"/>
                  </a:lnTo>
                  <a:lnTo>
                    <a:pt x="368" y="159"/>
                  </a:lnTo>
                  <a:lnTo>
                    <a:pt x="360" y="191"/>
                  </a:lnTo>
                  <a:lnTo>
                    <a:pt x="345" y="195"/>
                  </a:lnTo>
                  <a:lnTo>
                    <a:pt x="338" y="214"/>
                  </a:lnTo>
                  <a:lnTo>
                    <a:pt x="323" y="227"/>
                  </a:lnTo>
                  <a:lnTo>
                    <a:pt x="323" y="206"/>
                  </a:lnTo>
                  <a:lnTo>
                    <a:pt x="333" y="184"/>
                  </a:lnTo>
                  <a:lnTo>
                    <a:pt x="344" y="177"/>
                  </a:lnTo>
                  <a:lnTo>
                    <a:pt x="345" y="170"/>
                  </a:lnTo>
                  <a:lnTo>
                    <a:pt x="325" y="107"/>
                  </a:lnTo>
                  <a:lnTo>
                    <a:pt x="311" y="102"/>
                  </a:lnTo>
                  <a:lnTo>
                    <a:pt x="304" y="88"/>
                  </a:lnTo>
                  <a:lnTo>
                    <a:pt x="269" y="84"/>
                  </a:lnTo>
                  <a:lnTo>
                    <a:pt x="188" y="61"/>
                  </a:lnTo>
                  <a:lnTo>
                    <a:pt x="155" y="35"/>
                  </a:lnTo>
                  <a:lnTo>
                    <a:pt x="136" y="27"/>
                  </a:lnTo>
                  <a:lnTo>
                    <a:pt x="125" y="35"/>
                  </a:lnTo>
                  <a:lnTo>
                    <a:pt x="122" y="34"/>
                  </a:lnTo>
                  <a:lnTo>
                    <a:pt x="126" y="27"/>
                  </a:lnTo>
                  <a:lnTo>
                    <a:pt x="126" y="16"/>
                  </a:lnTo>
                  <a:lnTo>
                    <a:pt x="131" y="12"/>
                  </a:lnTo>
                  <a:lnTo>
                    <a:pt x="131" y="4"/>
                  </a:lnTo>
                  <a:lnTo>
                    <a:pt x="126" y="0"/>
                  </a:lnTo>
                  <a:lnTo>
                    <a:pt x="83" y="21"/>
                  </a:lnTo>
                  <a:lnTo>
                    <a:pt x="65" y="29"/>
                  </a:lnTo>
                  <a:lnTo>
                    <a:pt x="59" y="30"/>
                  </a:lnTo>
                  <a:lnTo>
                    <a:pt x="47" y="23"/>
                  </a:lnTo>
                  <a:lnTo>
                    <a:pt x="45" y="29"/>
                  </a:lnTo>
                  <a:lnTo>
                    <a:pt x="43" y="22"/>
                  </a:lnTo>
                  <a:lnTo>
                    <a:pt x="36" y="32"/>
                  </a:lnTo>
                  <a:lnTo>
                    <a:pt x="38" y="83"/>
                  </a:lnTo>
                  <a:lnTo>
                    <a:pt x="0" y="133"/>
                  </a:lnTo>
                  <a:lnTo>
                    <a:pt x="0" y="13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26" name=""/>
            <p:cNvSpPr/>
            <p:nvPr/>
          </p:nvSpPr>
          <p:spPr>
            <a:xfrm>
              <a:off x="4178160" y="3822840"/>
              <a:ext cx="817560" cy="731520"/>
            </a:xfrm>
            <a:custGeom>
              <a:avLst/>
              <a:gdLst/>
              <a:ahLst/>
              <a:rect l="l" t="t" r="r" b="b"/>
              <a:pathLst>
                <a:path w="515" h="461">
                  <a:moveTo>
                    <a:pt x="0" y="395"/>
                  </a:moveTo>
                  <a:lnTo>
                    <a:pt x="0" y="395"/>
                  </a:lnTo>
                  <a:lnTo>
                    <a:pt x="16" y="297"/>
                  </a:lnTo>
                  <a:lnTo>
                    <a:pt x="53" y="51"/>
                  </a:lnTo>
                  <a:lnTo>
                    <a:pt x="63" y="0"/>
                  </a:lnTo>
                  <a:lnTo>
                    <a:pt x="264" y="35"/>
                  </a:lnTo>
                  <a:lnTo>
                    <a:pt x="514" y="62"/>
                  </a:lnTo>
                  <a:lnTo>
                    <a:pt x="496" y="262"/>
                  </a:lnTo>
                  <a:lnTo>
                    <a:pt x="480" y="460"/>
                  </a:lnTo>
                  <a:lnTo>
                    <a:pt x="138" y="418"/>
                  </a:lnTo>
                  <a:lnTo>
                    <a:pt x="0" y="395"/>
                  </a:lnTo>
                  <a:lnTo>
                    <a:pt x="0" y="39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727" name=""/>
          <p:cNvSpPr/>
          <p:nvPr/>
        </p:nvSpPr>
        <p:spPr>
          <a:xfrm>
            <a:off x="7443720" y="3201840"/>
            <a:ext cx="871560" cy="452520"/>
          </a:xfrm>
          <a:prstGeom prst="rect">
            <a:avLst/>
          </a:prstGeom>
          <a:noFill/>
          <a:ln w="0">
            <a:noFill/>
          </a:ln>
        </p:spPr>
        <p:style>
          <a:lnRef idx="0"/>
          <a:fillRef idx="0"/>
          <a:effectRef idx="0"/>
          <a:fontRef idx="minor"/>
        </p:style>
        <p:txBody>
          <a:bodyPr lIns="0" rIns="0" tIns="0" bIns="0" anchor="t">
            <a:noAutofit/>
          </a:bodyPr>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800" strike="noStrike" u="none">
                <a:solidFill>
                  <a:srgbClr val="ffffff"/>
                </a:solidFill>
                <a:effectLst/>
                <a:uFillTx/>
                <a:latin typeface="Times New Roman"/>
              </a:rPr>
              <a:t>VT-3</a:t>
            </a:r>
            <a:endParaRPr b="0" lang="en-IN" sz="2800" strike="noStrike" u="none">
              <a:solidFill>
                <a:srgbClr val="ffffff"/>
              </a:solidFill>
              <a:effectLst/>
              <a:uFillTx/>
              <a:latin typeface="Times New Roman"/>
            </a:endParaRPr>
          </a:p>
        </p:txBody>
      </p:sp>
    </p:spTree>
  </p:cSld>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728" name=""/>
          <p:cNvGrpSpPr/>
          <p:nvPr/>
        </p:nvGrpSpPr>
        <p:grpSpPr>
          <a:xfrm>
            <a:off x="538200" y="-7920"/>
            <a:ext cx="9456840" cy="8099280"/>
            <a:chOff x="538200" y="-7920"/>
            <a:chExt cx="9456840" cy="8099280"/>
          </a:xfrm>
        </p:grpSpPr>
        <p:sp>
          <p:nvSpPr>
            <p:cNvPr id="1729"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730" name=""/>
            <p:cNvGrpSpPr/>
            <p:nvPr/>
          </p:nvGrpSpPr>
          <p:grpSpPr>
            <a:xfrm>
              <a:off x="538200" y="727200"/>
              <a:ext cx="1542960" cy="1599840"/>
              <a:chOff x="538200" y="727200"/>
              <a:chExt cx="1542960" cy="1599840"/>
            </a:xfrm>
          </p:grpSpPr>
          <p:sp>
            <p:nvSpPr>
              <p:cNvPr id="1731"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732" name="" descr=""/>
              <p:cNvPicPr/>
              <p:nvPr/>
            </p:nvPicPr>
            <p:blipFill>
              <a:blip r:embed="rId1"/>
              <a:stretch/>
            </p:blipFill>
            <p:spPr>
              <a:xfrm>
                <a:off x="568440" y="779400"/>
                <a:ext cx="1430280" cy="1460520"/>
              </a:xfrm>
              <a:prstGeom prst="rect">
                <a:avLst/>
              </a:prstGeom>
              <a:noFill/>
              <a:ln w="0">
                <a:noFill/>
              </a:ln>
            </p:spPr>
          </p:pic>
          <p:sp>
            <p:nvSpPr>
              <p:cNvPr id="1733"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34"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735"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736"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737"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738" name="PlaceHolder 1"/>
          <p:cNvSpPr>
            <a:spLocks noGrp="1"/>
          </p:cNvSpPr>
          <p:nvPr>
            <p:ph/>
          </p:nvPr>
        </p:nvSpPr>
        <p:spPr>
          <a:xfrm>
            <a:off x="2198520" y="-43200"/>
            <a:ext cx="7831440" cy="305100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Status of Cattle Imported into the US from other European countries in 1996-97 (as of May 2, 2001)</a:t>
            </a:r>
            <a:endParaRPr b="0" lang="en-IN" sz="4200" strike="noStrike" u="none">
              <a:solidFill>
                <a:srgbClr val="ffffff"/>
              </a:solidFill>
              <a:effectLst/>
              <a:uFillTx/>
              <a:latin typeface="Times New Roman"/>
            </a:endParaRPr>
          </a:p>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4200" strike="noStrike" u="none">
              <a:solidFill>
                <a:srgbClr val="ffffff"/>
              </a:solidFill>
              <a:effectLst/>
              <a:uFillTx/>
              <a:latin typeface="Times New Roman"/>
            </a:endParaRPr>
          </a:p>
        </p:txBody>
      </p:sp>
      <p:grpSp>
        <p:nvGrpSpPr>
          <p:cNvPr id="1739" name=""/>
          <p:cNvGrpSpPr/>
          <p:nvPr/>
        </p:nvGrpSpPr>
        <p:grpSpPr>
          <a:xfrm>
            <a:off x="2840040" y="2973240"/>
            <a:ext cx="5743440" cy="3919680"/>
            <a:chOff x="2840040" y="2973240"/>
            <a:chExt cx="5743440" cy="3919680"/>
          </a:xfrm>
        </p:grpSpPr>
        <p:sp>
          <p:nvSpPr>
            <p:cNvPr id="1740" name=""/>
            <p:cNvSpPr/>
            <p:nvPr/>
          </p:nvSpPr>
          <p:spPr>
            <a:xfrm>
              <a:off x="4071960" y="3265560"/>
              <a:ext cx="1976400" cy="2143080"/>
            </a:xfrm>
            <a:custGeom>
              <a:avLst/>
              <a:gdLst/>
              <a:ahLst/>
              <a:rect l="l" t="t" r="r" b="b"/>
              <a:pathLst>
                <a:path w="1245" h="1350">
                  <a:moveTo>
                    <a:pt x="622" y="1349"/>
                  </a:moveTo>
                  <a:lnTo>
                    <a:pt x="686" y="1344"/>
                  </a:lnTo>
                  <a:lnTo>
                    <a:pt x="748" y="1335"/>
                  </a:lnTo>
                  <a:lnTo>
                    <a:pt x="807" y="1316"/>
                  </a:lnTo>
                  <a:lnTo>
                    <a:pt x="864" y="1297"/>
                  </a:lnTo>
                  <a:lnTo>
                    <a:pt x="918" y="1267"/>
                  </a:lnTo>
                  <a:lnTo>
                    <a:pt x="970" y="1234"/>
                  </a:lnTo>
                  <a:lnTo>
                    <a:pt x="1018" y="1194"/>
                  </a:lnTo>
                  <a:lnTo>
                    <a:pt x="1062" y="1151"/>
                  </a:lnTo>
                  <a:lnTo>
                    <a:pt x="1102" y="1103"/>
                  </a:lnTo>
                  <a:lnTo>
                    <a:pt x="1137" y="1052"/>
                  </a:lnTo>
                  <a:lnTo>
                    <a:pt x="1169" y="995"/>
                  </a:lnTo>
                  <a:lnTo>
                    <a:pt x="1194" y="936"/>
                  </a:lnTo>
                  <a:lnTo>
                    <a:pt x="1215" y="876"/>
                  </a:lnTo>
                  <a:lnTo>
                    <a:pt x="1230" y="811"/>
                  </a:lnTo>
                  <a:lnTo>
                    <a:pt x="1241" y="744"/>
                  </a:lnTo>
                  <a:lnTo>
                    <a:pt x="1244" y="676"/>
                  </a:lnTo>
                  <a:lnTo>
                    <a:pt x="1241" y="604"/>
                  </a:lnTo>
                  <a:lnTo>
                    <a:pt x="1230" y="540"/>
                  </a:lnTo>
                  <a:lnTo>
                    <a:pt x="1215" y="474"/>
                  </a:lnTo>
                  <a:lnTo>
                    <a:pt x="1194" y="413"/>
                  </a:lnTo>
                  <a:lnTo>
                    <a:pt x="1169" y="353"/>
                  </a:lnTo>
                  <a:lnTo>
                    <a:pt x="1137" y="297"/>
                  </a:lnTo>
                  <a:lnTo>
                    <a:pt x="1102" y="246"/>
                  </a:lnTo>
                  <a:lnTo>
                    <a:pt x="1062" y="197"/>
                  </a:lnTo>
                  <a:lnTo>
                    <a:pt x="1018" y="155"/>
                  </a:lnTo>
                  <a:lnTo>
                    <a:pt x="970" y="115"/>
                  </a:lnTo>
                  <a:lnTo>
                    <a:pt x="918" y="82"/>
                  </a:lnTo>
                  <a:lnTo>
                    <a:pt x="864" y="52"/>
                  </a:lnTo>
                  <a:lnTo>
                    <a:pt x="807" y="30"/>
                  </a:lnTo>
                  <a:lnTo>
                    <a:pt x="748" y="14"/>
                  </a:lnTo>
                  <a:lnTo>
                    <a:pt x="686" y="4"/>
                  </a:lnTo>
                  <a:lnTo>
                    <a:pt x="622" y="0"/>
                  </a:lnTo>
                  <a:lnTo>
                    <a:pt x="559" y="4"/>
                  </a:lnTo>
                  <a:lnTo>
                    <a:pt x="497" y="14"/>
                  </a:lnTo>
                  <a:lnTo>
                    <a:pt x="437" y="30"/>
                  </a:lnTo>
                  <a:lnTo>
                    <a:pt x="379" y="52"/>
                  </a:lnTo>
                  <a:lnTo>
                    <a:pt x="325" y="82"/>
                  </a:lnTo>
                  <a:lnTo>
                    <a:pt x="274" y="115"/>
                  </a:lnTo>
                  <a:lnTo>
                    <a:pt x="225" y="155"/>
                  </a:lnTo>
                  <a:lnTo>
                    <a:pt x="181" y="197"/>
                  </a:lnTo>
                  <a:lnTo>
                    <a:pt x="142" y="246"/>
                  </a:lnTo>
                  <a:lnTo>
                    <a:pt x="105" y="297"/>
                  </a:lnTo>
                  <a:lnTo>
                    <a:pt x="75" y="353"/>
                  </a:lnTo>
                  <a:lnTo>
                    <a:pt x="48" y="413"/>
                  </a:lnTo>
                  <a:lnTo>
                    <a:pt x="29" y="474"/>
                  </a:lnTo>
                  <a:lnTo>
                    <a:pt x="12" y="540"/>
                  </a:lnTo>
                  <a:lnTo>
                    <a:pt x="3" y="604"/>
                  </a:lnTo>
                  <a:lnTo>
                    <a:pt x="0" y="676"/>
                  </a:lnTo>
                  <a:lnTo>
                    <a:pt x="3" y="744"/>
                  </a:lnTo>
                  <a:lnTo>
                    <a:pt x="12" y="811"/>
                  </a:lnTo>
                  <a:lnTo>
                    <a:pt x="29" y="876"/>
                  </a:lnTo>
                  <a:lnTo>
                    <a:pt x="48" y="936"/>
                  </a:lnTo>
                  <a:lnTo>
                    <a:pt x="75" y="995"/>
                  </a:lnTo>
                  <a:lnTo>
                    <a:pt x="105" y="1052"/>
                  </a:lnTo>
                  <a:lnTo>
                    <a:pt x="142" y="1103"/>
                  </a:lnTo>
                  <a:lnTo>
                    <a:pt x="181" y="1151"/>
                  </a:lnTo>
                  <a:lnTo>
                    <a:pt x="225" y="1194"/>
                  </a:lnTo>
                  <a:lnTo>
                    <a:pt x="274" y="1234"/>
                  </a:lnTo>
                  <a:lnTo>
                    <a:pt x="325" y="1267"/>
                  </a:lnTo>
                  <a:lnTo>
                    <a:pt x="379" y="1297"/>
                  </a:lnTo>
                  <a:lnTo>
                    <a:pt x="437" y="1316"/>
                  </a:lnTo>
                  <a:lnTo>
                    <a:pt x="497" y="1335"/>
                  </a:lnTo>
                  <a:lnTo>
                    <a:pt x="559" y="1344"/>
                  </a:lnTo>
                  <a:lnTo>
                    <a:pt x="622" y="1349"/>
                  </a:lnTo>
                  <a:lnTo>
                    <a:pt x="622" y="1349"/>
                  </a:lnTo>
                </a:path>
              </a:pathLst>
            </a:custGeom>
            <a:solidFill>
              <a:srgbClr val="0000f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41" name=""/>
            <p:cNvSpPr/>
            <p:nvPr/>
          </p:nvSpPr>
          <p:spPr>
            <a:xfrm>
              <a:off x="6647040" y="5407200"/>
              <a:ext cx="420480" cy="739440"/>
            </a:xfrm>
            <a:custGeom>
              <a:avLst/>
              <a:gdLst/>
              <a:ahLst/>
              <a:rect l="l" t="t" r="r" b="b"/>
              <a:pathLst>
                <a:path w="265" h="466">
                  <a:moveTo>
                    <a:pt x="0" y="17"/>
                  </a:moveTo>
                  <a:lnTo>
                    <a:pt x="0" y="17"/>
                  </a:lnTo>
                  <a:lnTo>
                    <a:pt x="6" y="24"/>
                  </a:lnTo>
                  <a:lnTo>
                    <a:pt x="0" y="312"/>
                  </a:lnTo>
                  <a:lnTo>
                    <a:pt x="15" y="453"/>
                  </a:lnTo>
                  <a:lnTo>
                    <a:pt x="35" y="456"/>
                  </a:lnTo>
                  <a:lnTo>
                    <a:pt x="43" y="414"/>
                  </a:lnTo>
                  <a:lnTo>
                    <a:pt x="50" y="425"/>
                  </a:lnTo>
                  <a:lnTo>
                    <a:pt x="51" y="447"/>
                  </a:lnTo>
                  <a:lnTo>
                    <a:pt x="61" y="455"/>
                  </a:lnTo>
                  <a:lnTo>
                    <a:pt x="47" y="465"/>
                  </a:lnTo>
                  <a:lnTo>
                    <a:pt x="83" y="455"/>
                  </a:lnTo>
                  <a:lnTo>
                    <a:pt x="90" y="441"/>
                  </a:lnTo>
                  <a:lnTo>
                    <a:pt x="84" y="434"/>
                  </a:lnTo>
                  <a:lnTo>
                    <a:pt x="88" y="423"/>
                  </a:lnTo>
                  <a:lnTo>
                    <a:pt x="70" y="404"/>
                  </a:lnTo>
                  <a:lnTo>
                    <a:pt x="71" y="389"/>
                  </a:lnTo>
                  <a:lnTo>
                    <a:pt x="264" y="370"/>
                  </a:lnTo>
                  <a:lnTo>
                    <a:pt x="247" y="297"/>
                  </a:lnTo>
                  <a:lnTo>
                    <a:pt x="250" y="272"/>
                  </a:lnTo>
                  <a:lnTo>
                    <a:pt x="257" y="254"/>
                  </a:lnTo>
                  <a:lnTo>
                    <a:pt x="250" y="231"/>
                  </a:lnTo>
                  <a:lnTo>
                    <a:pt x="231" y="195"/>
                  </a:lnTo>
                  <a:lnTo>
                    <a:pt x="184" y="0"/>
                  </a:lnTo>
                  <a:lnTo>
                    <a:pt x="0" y="17"/>
                  </a:lnTo>
                  <a:lnTo>
                    <a:pt x="0" y="1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42" name=""/>
            <p:cNvSpPr/>
            <p:nvPr/>
          </p:nvSpPr>
          <p:spPr>
            <a:xfrm>
              <a:off x="3589200" y="4950000"/>
              <a:ext cx="752760" cy="944280"/>
            </a:xfrm>
            <a:custGeom>
              <a:avLst/>
              <a:gdLst/>
              <a:ahLst/>
              <a:rect l="l" t="t" r="r" b="b"/>
              <a:pathLst>
                <a:path w="474" h="595">
                  <a:moveTo>
                    <a:pt x="0" y="406"/>
                  </a:moveTo>
                  <a:lnTo>
                    <a:pt x="0" y="406"/>
                  </a:lnTo>
                  <a:lnTo>
                    <a:pt x="29" y="378"/>
                  </a:lnTo>
                  <a:lnTo>
                    <a:pt x="17" y="354"/>
                  </a:lnTo>
                  <a:lnTo>
                    <a:pt x="23" y="323"/>
                  </a:lnTo>
                  <a:lnTo>
                    <a:pt x="55" y="268"/>
                  </a:lnTo>
                  <a:lnTo>
                    <a:pt x="77" y="253"/>
                  </a:lnTo>
                  <a:lnTo>
                    <a:pt x="64" y="233"/>
                  </a:lnTo>
                  <a:lnTo>
                    <a:pt x="55" y="177"/>
                  </a:lnTo>
                  <a:lnTo>
                    <a:pt x="65" y="77"/>
                  </a:lnTo>
                  <a:lnTo>
                    <a:pt x="80" y="72"/>
                  </a:lnTo>
                  <a:lnTo>
                    <a:pt x="107" y="88"/>
                  </a:lnTo>
                  <a:lnTo>
                    <a:pt x="131" y="0"/>
                  </a:lnTo>
                  <a:lnTo>
                    <a:pt x="473" y="64"/>
                  </a:lnTo>
                  <a:lnTo>
                    <a:pt x="400" y="594"/>
                  </a:lnTo>
                  <a:lnTo>
                    <a:pt x="296" y="577"/>
                  </a:lnTo>
                  <a:lnTo>
                    <a:pt x="230" y="558"/>
                  </a:lnTo>
                  <a:lnTo>
                    <a:pt x="97" y="472"/>
                  </a:lnTo>
                  <a:lnTo>
                    <a:pt x="0" y="406"/>
                  </a:lnTo>
                  <a:lnTo>
                    <a:pt x="0" y="40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43" name=""/>
            <p:cNvSpPr/>
            <p:nvPr/>
          </p:nvSpPr>
          <p:spPr>
            <a:xfrm>
              <a:off x="5919840" y="5222880"/>
              <a:ext cx="557280" cy="539640"/>
            </a:xfrm>
            <a:custGeom>
              <a:avLst/>
              <a:gdLst/>
              <a:ahLst/>
              <a:rect l="l" t="t" r="r" b="b"/>
              <a:pathLst>
                <a:path w="351" h="340">
                  <a:moveTo>
                    <a:pt x="0" y="10"/>
                  </a:moveTo>
                  <a:lnTo>
                    <a:pt x="0" y="10"/>
                  </a:lnTo>
                  <a:lnTo>
                    <a:pt x="14" y="116"/>
                  </a:lnTo>
                  <a:lnTo>
                    <a:pt x="11" y="282"/>
                  </a:lnTo>
                  <a:lnTo>
                    <a:pt x="19" y="289"/>
                  </a:lnTo>
                  <a:lnTo>
                    <a:pt x="44" y="289"/>
                  </a:lnTo>
                  <a:lnTo>
                    <a:pt x="45" y="339"/>
                  </a:lnTo>
                  <a:lnTo>
                    <a:pt x="251" y="337"/>
                  </a:lnTo>
                  <a:lnTo>
                    <a:pt x="249" y="284"/>
                  </a:lnTo>
                  <a:lnTo>
                    <a:pt x="267" y="229"/>
                  </a:lnTo>
                  <a:lnTo>
                    <a:pt x="291" y="188"/>
                  </a:lnTo>
                  <a:lnTo>
                    <a:pt x="291" y="178"/>
                  </a:lnTo>
                  <a:lnTo>
                    <a:pt x="310" y="144"/>
                  </a:lnTo>
                  <a:lnTo>
                    <a:pt x="320" y="104"/>
                  </a:lnTo>
                  <a:lnTo>
                    <a:pt x="315" y="101"/>
                  </a:lnTo>
                  <a:lnTo>
                    <a:pt x="333" y="85"/>
                  </a:lnTo>
                  <a:lnTo>
                    <a:pt x="350" y="52"/>
                  </a:lnTo>
                  <a:lnTo>
                    <a:pt x="344" y="45"/>
                  </a:lnTo>
                  <a:lnTo>
                    <a:pt x="298" y="46"/>
                  </a:lnTo>
                  <a:lnTo>
                    <a:pt x="310" y="28"/>
                  </a:lnTo>
                  <a:lnTo>
                    <a:pt x="308" y="0"/>
                  </a:lnTo>
                  <a:lnTo>
                    <a:pt x="0" y="10"/>
                  </a:lnTo>
                  <a:lnTo>
                    <a:pt x="0" y="10"/>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44" name=""/>
            <p:cNvSpPr/>
            <p:nvPr/>
          </p:nvSpPr>
          <p:spPr>
            <a:xfrm>
              <a:off x="2840040" y="3929040"/>
              <a:ext cx="873000" cy="1622520"/>
            </a:xfrm>
            <a:custGeom>
              <a:avLst/>
              <a:gdLst/>
              <a:ahLst/>
              <a:rect l="l" t="t" r="r" b="b"/>
              <a:pathLst>
                <a:path w="550" h="1022">
                  <a:moveTo>
                    <a:pt x="13" y="186"/>
                  </a:moveTo>
                  <a:lnTo>
                    <a:pt x="13" y="186"/>
                  </a:lnTo>
                  <a:lnTo>
                    <a:pt x="20" y="207"/>
                  </a:lnTo>
                  <a:lnTo>
                    <a:pt x="5" y="288"/>
                  </a:lnTo>
                  <a:lnTo>
                    <a:pt x="14" y="311"/>
                  </a:lnTo>
                  <a:lnTo>
                    <a:pt x="57" y="416"/>
                  </a:lnTo>
                  <a:lnTo>
                    <a:pt x="61" y="414"/>
                  </a:lnTo>
                  <a:lnTo>
                    <a:pt x="63" y="390"/>
                  </a:lnTo>
                  <a:lnTo>
                    <a:pt x="71" y="387"/>
                  </a:lnTo>
                  <a:lnTo>
                    <a:pt x="79" y="393"/>
                  </a:lnTo>
                  <a:lnTo>
                    <a:pt x="66" y="407"/>
                  </a:lnTo>
                  <a:lnTo>
                    <a:pt x="70" y="415"/>
                  </a:lnTo>
                  <a:lnTo>
                    <a:pt x="82" y="460"/>
                  </a:lnTo>
                  <a:lnTo>
                    <a:pt x="76" y="458"/>
                  </a:lnTo>
                  <a:lnTo>
                    <a:pt x="59" y="439"/>
                  </a:lnTo>
                  <a:lnTo>
                    <a:pt x="63" y="421"/>
                  </a:lnTo>
                  <a:lnTo>
                    <a:pt x="56" y="423"/>
                  </a:lnTo>
                  <a:lnTo>
                    <a:pt x="49" y="442"/>
                  </a:lnTo>
                  <a:lnTo>
                    <a:pt x="50" y="483"/>
                  </a:lnTo>
                  <a:lnTo>
                    <a:pt x="59" y="502"/>
                  </a:lnTo>
                  <a:lnTo>
                    <a:pt x="80" y="518"/>
                  </a:lnTo>
                  <a:lnTo>
                    <a:pt x="72" y="539"/>
                  </a:lnTo>
                  <a:lnTo>
                    <a:pt x="61" y="542"/>
                  </a:lnTo>
                  <a:lnTo>
                    <a:pt x="59" y="568"/>
                  </a:lnTo>
                  <a:lnTo>
                    <a:pt x="86" y="629"/>
                  </a:lnTo>
                  <a:lnTo>
                    <a:pt x="107" y="667"/>
                  </a:lnTo>
                  <a:lnTo>
                    <a:pt x="105" y="690"/>
                  </a:lnTo>
                  <a:lnTo>
                    <a:pt x="118" y="705"/>
                  </a:lnTo>
                  <a:lnTo>
                    <a:pt x="112" y="718"/>
                  </a:lnTo>
                  <a:lnTo>
                    <a:pt x="105" y="753"/>
                  </a:lnTo>
                  <a:lnTo>
                    <a:pt x="115" y="766"/>
                  </a:lnTo>
                  <a:lnTo>
                    <a:pt x="182" y="793"/>
                  </a:lnTo>
                  <a:lnTo>
                    <a:pt x="210" y="835"/>
                  </a:lnTo>
                  <a:lnTo>
                    <a:pt x="242" y="845"/>
                  </a:lnTo>
                  <a:lnTo>
                    <a:pt x="242" y="871"/>
                  </a:lnTo>
                  <a:lnTo>
                    <a:pt x="263" y="877"/>
                  </a:lnTo>
                  <a:lnTo>
                    <a:pt x="290" y="917"/>
                  </a:lnTo>
                  <a:lnTo>
                    <a:pt x="307" y="953"/>
                  </a:lnTo>
                  <a:lnTo>
                    <a:pt x="308" y="1007"/>
                  </a:lnTo>
                  <a:lnTo>
                    <a:pt x="501" y="1021"/>
                  </a:lnTo>
                  <a:lnTo>
                    <a:pt x="489" y="997"/>
                  </a:lnTo>
                  <a:lnTo>
                    <a:pt x="495" y="966"/>
                  </a:lnTo>
                  <a:lnTo>
                    <a:pt x="527" y="911"/>
                  </a:lnTo>
                  <a:lnTo>
                    <a:pt x="549" y="896"/>
                  </a:lnTo>
                  <a:lnTo>
                    <a:pt x="536" y="876"/>
                  </a:lnTo>
                  <a:lnTo>
                    <a:pt x="527" y="820"/>
                  </a:lnTo>
                  <a:lnTo>
                    <a:pt x="267" y="394"/>
                  </a:lnTo>
                  <a:lnTo>
                    <a:pt x="247" y="351"/>
                  </a:lnTo>
                  <a:lnTo>
                    <a:pt x="313" y="78"/>
                  </a:lnTo>
                  <a:lnTo>
                    <a:pt x="52" y="0"/>
                  </a:lnTo>
                  <a:lnTo>
                    <a:pt x="46" y="16"/>
                  </a:lnTo>
                  <a:lnTo>
                    <a:pt x="49" y="52"/>
                  </a:lnTo>
                  <a:lnTo>
                    <a:pt x="0" y="138"/>
                  </a:lnTo>
                  <a:lnTo>
                    <a:pt x="13" y="186"/>
                  </a:lnTo>
                  <a:lnTo>
                    <a:pt x="13" y="18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45" name=""/>
            <p:cNvSpPr/>
            <p:nvPr/>
          </p:nvSpPr>
          <p:spPr>
            <a:xfrm>
              <a:off x="4340160" y="4451400"/>
              <a:ext cx="801720" cy="685800"/>
            </a:xfrm>
            <a:custGeom>
              <a:avLst/>
              <a:gdLst/>
              <a:ahLst/>
              <a:rect l="l" t="t" r="r" b="b"/>
              <a:pathLst>
                <a:path w="505" h="432">
                  <a:moveTo>
                    <a:pt x="0" y="378"/>
                  </a:moveTo>
                  <a:lnTo>
                    <a:pt x="0" y="378"/>
                  </a:lnTo>
                  <a:lnTo>
                    <a:pt x="49" y="0"/>
                  </a:lnTo>
                  <a:lnTo>
                    <a:pt x="373" y="40"/>
                  </a:lnTo>
                  <a:lnTo>
                    <a:pt x="504" y="52"/>
                  </a:lnTo>
                  <a:lnTo>
                    <a:pt x="499" y="147"/>
                  </a:lnTo>
                  <a:lnTo>
                    <a:pt x="480" y="431"/>
                  </a:lnTo>
                  <a:lnTo>
                    <a:pt x="415" y="425"/>
                  </a:lnTo>
                  <a:lnTo>
                    <a:pt x="207" y="406"/>
                  </a:lnTo>
                  <a:lnTo>
                    <a:pt x="0" y="378"/>
                  </a:lnTo>
                  <a:lnTo>
                    <a:pt x="0" y="37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46" name=""/>
            <p:cNvSpPr/>
            <p:nvPr/>
          </p:nvSpPr>
          <p:spPr>
            <a:xfrm>
              <a:off x="8058240" y="4079880"/>
              <a:ext cx="190440" cy="195120"/>
            </a:xfrm>
            <a:custGeom>
              <a:avLst/>
              <a:gdLst/>
              <a:ahLst/>
              <a:rect l="l" t="t" r="r" b="b"/>
              <a:pathLst>
                <a:path w="120" h="123">
                  <a:moveTo>
                    <a:pt x="0" y="25"/>
                  </a:moveTo>
                  <a:lnTo>
                    <a:pt x="0" y="25"/>
                  </a:lnTo>
                  <a:lnTo>
                    <a:pt x="9" y="89"/>
                  </a:lnTo>
                  <a:lnTo>
                    <a:pt x="9" y="122"/>
                  </a:lnTo>
                  <a:lnTo>
                    <a:pt x="19" y="119"/>
                  </a:lnTo>
                  <a:lnTo>
                    <a:pt x="25" y="110"/>
                  </a:lnTo>
                  <a:lnTo>
                    <a:pt x="42" y="103"/>
                  </a:lnTo>
                  <a:lnTo>
                    <a:pt x="49" y="86"/>
                  </a:lnTo>
                  <a:lnTo>
                    <a:pt x="54" y="89"/>
                  </a:lnTo>
                  <a:lnTo>
                    <a:pt x="67" y="84"/>
                  </a:lnTo>
                  <a:lnTo>
                    <a:pt x="85" y="80"/>
                  </a:lnTo>
                  <a:lnTo>
                    <a:pt x="86" y="71"/>
                  </a:lnTo>
                  <a:lnTo>
                    <a:pt x="91" y="76"/>
                  </a:lnTo>
                  <a:lnTo>
                    <a:pt x="97" y="71"/>
                  </a:lnTo>
                  <a:lnTo>
                    <a:pt x="106" y="69"/>
                  </a:lnTo>
                  <a:lnTo>
                    <a:pt x="119" y="63"/>
                  </a:lnTo>
                  <a:lnTo>
                    <a:pt x="106" y="0"/>
                  </a:lnTo>
                  <a:lnTo>
                    <a:pt x="0" y="25"/>
                  </a:lnTo>
                  <a:lnTo>
                    <a:pt x="0" y="2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47" name=""/>
            <p:cNvSpPr/>
            <p:nvPr/>
          </p:nvSpPr>
          <p:spPr>
            <a:xfrm>
              <a:off x="7894800" y="4498920"/>
              <a:ext cx="115560" cy="206280"/>
            </a:xfrm>
            <a:custGeom>
              <a:avLst/>
              <a:gdLst/>
              <a:ahLst/>
              <a:rect l="l" t="t" r="r" b="b"/>
              <a:pathLst>
                <a:path w="73" h="130">
                  <a:moveTo>
                    <a:pt x="0" y="12"/>
                  </a:moveTo>
                  <a:lnTo>
                    <a:pt x="0" y="12"/>
                  </a:lnTo>
                  <a:lnTo>
                    <a:pt x="9" y="0"/>
                  </a:lnTo>
                  <a:lnTo>
                    <a:pt x="23" y="0"/>
                  </a:lnTo>
                  <a:lnTo>
                    <a:pt x="18" y="12"/>
                  </a:lnTo>
                  <a:lnTo>
                    <a:pt x="14" y="17"/>
                  </a:lnTo>
                  <a:lnTo>
                    <a:pt x="17" y="32"/>
                  </a:lnTo>
                  <a:lnTo>
                    <a:pt x="24" y="42"/>
                  </a:lnTo>
                  <a:lnTo>
                    <a:pt x="35" y="52"/>
                  </a:lnTo>
                  <a:lnTo>
                    <a:pt x="38" y="66"/>
                  </a:lnTo>
                  <a:lnTo>
                    <a:pt x="45" y="78"/>
                  </a:lnTo>
                  <a:lnTo>
                    <a:pt x="53" y="86"/>
                  </a:lnTo>
                  <a:lnTo>
                    <a:pt x="65" y="88"/>
                  </a:lnTo>
                  <a:lnTo>
                    <a:pt x="69" y="101"/>
                  </a:lnTo>
                  <a:lnTo>
                    <a:pt x="60" y="112"/>
                  </a:lnTo>
                  <a:lnTo>
                    <a:pt x="69" y="109"/>
                  </a:lnTo>
                  <a:lnTo>
                    <a:pt x="72" y="119"/>
                  </a:lnTo>
                  <a:lnTo>
                    <a:pt x="53" y="124"/>
                  </a:lnTo>
                  <a:lnTo>
                    <a:pt x="29" y="129"/>
                  </a:lnTo>
                  <a:lnTo>
                    <a:pt x="27" y="120"/>
                  </a:lnTo>
                  <a:lnTo>
                    <a:pt x="0" y="12"/>
                  </a:lnTo>
                  <a:lnTo>
                    <a:pt x="0" y="1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48" name=""/>
            <p:cNvSpPr/>
            <p:nvPr/>
          </p:nvSpPr>
          <p:spPr>
            <a:xfrm>
              <a:off x="7777080" y="4659480"/>
              <a:ext cx="20880" cy="27000"/>
            </a:xfrm>
            <a:custGeom>
              <a:avLst/>
              <a:gdLst/>
              <a:ahLst/>
              <a:rect l="l" t="t" r="r" b="b"/>
              <a:pathLst>
                <a:path w="13" h="17">
                  <a:moveTo>
                    <a:pt x="0" y="4"/>
                  </a:moveTo>
                  <a:lnTo>
                    <a:pt x="0" y="4"/>
                  </a:lnTo>
                  <a:lnTo>
                    <a:pt x="8" y="0"/>
                  </a:lnTo>
                  <a:lnTo>
                    <a:pt x="12" y="8"/>
                  </a:lnTo>
                  <a:lnTo>
                    <a:pt x="8" y="16"/>
                  </a:lnTo>
                  <a:lnTo>
                    <a:pt x="0" y="4"/>
                  </a:lnTo>
                  <a:lnTo>
                    <a:pt x="0" y="4"/>
                  </a:lnTo>
                </a:path>
              </a:pathLst>
            </a:custGeom>
            <a:solidFill>
              <a:srgbClr val="0000ff"/>
            </a:solidFill>
            <a:ln w="31680">
              <a:solidFill>
                <a:srgbClr val="000000"/>
              </a:solidFill>
              <a:round/>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grpSp>
          <p:nvGrpSpPr>
            <p:cNvPr id="1749" name=""/>
            <p:cNvGrpSpPr/>
            <p:nvPr/>
          </p:nvGrpSpPr>
          <p:grpSpPr>
            <a:xfrm>
              <a:off x="6757920" y="5970600"/>
              <a:ext cx="1000080" cy="922320"/>
              <a:chOff x="6757920" y="5970600"/>
              <a:chExt cx="1000080" cy="922320"/>
            </a:xfrm>
          </p:grpSpPr>
          <p:sp>
            <p:nvSpPr>
              <p:cNvPr id="1750" name=""/>
              <p:cNvSpPr/>
              <p:nvPr/>
            </p:nvSpPr>
            <p:spPr>
              <a:xfrm>
                <a:off x="6757920" y="5970600"/>
                <a:ext cx="1000080" cy="824040"/>
              </a:xfrm>
              <a:custGeom>
                <a:avLst/>
                <a:gdLst/>
                <a:ahLst/>
                <a:rect l="l" t="t" r="r" b="b"/>
                <a:pathLst>
                  <a:path w="630" h="519">
                    <a:moveTo>
                      <a:pt x="1" y="34"/>
                    </a:moveTo>
                    <a:lnTo>
                      <a:pt x="1" y="34"/>
                    </a:lnTo>
                    <a:lnTo>
                      <a:pt x="0" y="49"/>
                    </a:lnTo>
                    <a:lnTo>
                      <a:pt x="18" y="68"/>
                    </a:lnTo>
                    <a:lnTo>
                      <a:pt x="14" y="79"/>
                    </a:lnTo>
                    <a:lnTo>
                      <a:pt x="20" y="86"/>
                    </a:lnTo>
                    <a:lnTo>
                      <a:pt x="13" y="100"/>
                    </a:lnTo>
                    <a:lnTo>
                      <a:pt x="27" y="95"/>
                    </a:lnTo>
                    <a:lnTo>
                      <a:pt x="35" y="85"/>
                    </a:lnTo>
                    <a:lnTo>
                      <a:pt x="35" y="74"/>
                    </a:lnTo>
                    <a:lnTo>
                      <a:pt x="40" y="81"/>
                    </a:lnTo>
                    <a:lnTo>
                      <a:pt x="47" y="71"/>
                    </a:lnTo>
                    <a:lnTo>
                      <a:pt x="51" y="79"/>
                    </a:lnTo>
                    <a:lnTo>
                      <a:pt x="39" y="92"/>
                    </a:lnTo>
                    <a:lnTo>
                      <a:pt x="78" y="82"/>
                    </a:lnTo>
                    <a:lnTo>
                      <a:pt x="86" y="71"/>
                    </a:lnTo>
                    <a:lnTo>
                      <a:pt x="92" y="75"/>
                    </a:lnTo>
                    <a:lnTo>
                      <a:pt x="108" y="71"/>
                    </a:lnTo>
                    <a:lnTo>
                      <a:pt x="114" y="77"/>
                    </a:lnTo>
                    <a:lnTo>
                      <a:pt x="86" y="81"/>
                    </a:lnTo>
                    <a:lnTo>
                      <a:pt x="94" y="84"/>
                    </a:lnTo>
                    <a:lnTo>
                      <a:pt x="125" y="92"/>
                    </a:lnTo>
                    <a:lnTo>
                      <a:pt x="145" y="102"/>
                    </a:lnTo>
                    <a:lnTo>
                      <a:pt x="141" y="86"/>
                    </a:lnTo>
                    <a:lnTo>
                      <a:pt x="148" y="100"/>
                    </a:lnTo>
                    <a:lnTo>
                      <a:pt x="163" y="100"/>
                    </a:lnTo>
                    <a:lnTo>
                      <a:pt x="151" y="104"/>
                    </a:lnTo>
                    <a:lnTo>
                      <a:pt x="173" y="118"/>
                    </a:lnTo>
                    <a:lnTo>
                      <a:pt x="180" y="127"/>
                    </a:lnTo>
                    <a:lnTo>
                      <a:pt x="180" y="139"/>
                    </a:lnTo>
                    <a:lnTo>
                      <a:pt x="172" y="124"/>
                    </a:lnTo>
                    <a:lnTo>
                      <a:pt x="177" y="143"/>
                    </a:lnTo>
                    <a:lnTo>
                      <a:pt x="194" y="136"/>
                    </a:lnTo>
                    <a:lnTo>
                      <a:pt x="204" y="135"/>
                    </a:lnTo>
                    <a:lnTo>
                      <a:pt x="213" y="127"/>
                    </a:lnTo>
                    <a:lnTo>
                      <a:pt x="216" y="132"/>
                    </a:lnTo>
                    <a:lnTo>
                      <a:pt x="238" y="114"/>
                    </a:lnTo>
                    <a:lnTo>
                      <a:pt x="253" y="114"/>
                    </a:lnTo>
                    <a:lnTo>
                      <a:pt x="248" y="106"/>
                    </a:lnTo>
                    <a:lnTo>
                      <a:pt x="257" y="93"/>
                    </a:lnTo>
                    <a:lnTo>
                      <a:pt x="279" y="92"/>
                    </a:lnTo>
                    <a:lnTo>
                      <a:pt x="302" y="103"/>
                    </a:lnTo>
                    <a:lnTo>
                      <a:pt x="316" y="122"/>
                    </a:lnTo>
                    <a:lnTo>
                      <a:pt x="329" y="125"/>
                    </a:lnTo>
                    <a:lnTo>
                      <a:pt x="331" y="139"/>
                    </a:lnTo>
                    <a:lnTo>
                      <a:pt x="346" y="147"/>
                    </a:lnTo>
                    <a:lnTo>
                      <a:pt x="351" y="156"/>
                    </a:lnTo>
                    <a:lnTo>
                      <a:pt x="358" y="164"/>
                    </a:lnTo>
                    <a:lnTo>
                      <a:pt x="378" y="165"/>
                    </a:lnTo>
                    <a:lnTo>
                      <a:pt x="385" y="179"/>
                    </a:lnTo>
                    <a:lnTo>
                      <a:pt x="398" y="208"/>
                    </a:lnTo>
                    <a:lnTo>
                      <a:pt x="389" y="258"/>
                    </a:lnTo>
                    <a:lnTo>
                      <a:pt x="392" y="287"/>
                    </a:lnTo>
                    <a:lnTo>
                      <a:pt x="404" y="299"/>
                    </a:lnTo>
                    <a:lnTo>
                      <a:pt x="406" y="285"/>
                    </a:lnTo>
                    <a:lnTo>
                      <a:pt x="400" y="279"/>
                    </a:lnTo>
                    <a:lnTo>
                      <a:pt x="400" y="268"/>
                    </a:lnTo>
                    <a:lnTo>
                      <a:pt x="403" y="271"/>
                    </a:lnTo>
                    <a:lnTo>
                      <a:pt x="412" y="274"/>
                    </a:lnTo>
                    <a:lnTo>
                      <a:pt x="416" y="286"/>
                    </a:lnTo>
                    <a:lnTo>
                      <a:pt x="422" y="273"/>
                    </a:lnTo>
                    <a:lnTo>
                      <a:pt x="425" y="285"/>
                    </a:lnTo>
                    <a:lnTo>
                      <a:pt x="408" y="317"/>
                    </a:lnTo>
                    <a:lnTo>
                      <a:pt x="407" y="324"/>
                    </a:lnTo>
                    <a:lnTo>
                      <a:pt x="419" y="329"/>
                    </a:lnTo>
                    <a:lnTo>
                      <a:pt x="427" y="354"/>
                    </a:lnTo>
                    <a:lnTo>
                      <a:pt x="441" y="368"/>
                    </a:lnTo>
                    <a:lnTo>
                      <a:pt x="445" y="377"/>
                    </a:lnTo>
                    <a:lnTo>
                      <a:pt x="456" y="377"/>
                    </a:lnTo>
                    <a:lnTo>
                      <a:pt x="444" y="363"/>
                    </a:lnTo>
                    <a:lnTo>
                      <a:pt x="453" y="364"/>
                    </a:lnTo>
                    <a:lnTo>
                      <a:pt x="464" y="362"/>
                    </a:lnTo>
                    <a:lnTo>
                      <a:pt x="459" y="368"/>
                    </a:lnTo>
                    <a:lnTo>
                      <a:pt x="463" y="381"/>
                    </a:lnTo>
                    <a:lnTo>
                      <a:pt x="466" y="399"/>
                    </a:lnTo>
                    <a:lnTo>
                      <a:pt x="483" y="406"/>
                    </a:lnTo>
                    <a:lnTo>
                      <a:pt x="485" y="418"/>
                    </a:lnTo>
                    <a:lnTo>
                      <a:pt x="501" y="454"/>
                    </a:lnTo>
                    <a:lnTo>
                      <a:pt x="516" y="454"/>
                    </a:lnTo>
                    <a:lnTo>
                      <a:pt x="529" y="462"/>
                    </a:lnTo>
                    <a:lnTo>
                      <a:pt x="553" y="496"/>
                    </a:lnTo>
                    <a:lnTo>
                      <a:pt x="571" y="499"/>
                    </a:lnTo>
                    <a:lnTo>
                      <a:pt x="572" y="505"/>
                    </a:lnTo>
                    <a:lnTo>
                      <a:pt x="568" y="510"/>
                    </a:lnTo>
                    <a:lnTo>
                      <a:pt x="553" y="503"/>
                    </a:lnTo>
                    <a:lnTo>
                      <a:pt x="558" y="518"/>
                    </a:lnTo>
                    <a:lnTo>
                      <a:pt x="576" y="513"/>
                    </a:lnTo>
                    <a:lnTo>
                      <a:pt x="592" y="513"/>
                    </a:lnTo>
                    <a:lnTo>
                      <a:pt x="598" y="503"/>
                    </a:lnTo>
                    <a:lnTo>
                      <a:pt x="612" y="502"/>
                    </a:lnTo>
                    <a:lnTo>
                      <a:pt x="619" y="487"/>
                    </a:lnTo>
                    <a:lnTo>
                      <a:pt x="616" y="466"/>
                    </a:lnTo>
                    <a:lnTo>
                      <a:pt x="623" y="442"/>
                    </a:lnTo>
                    <a:lnTo>
                      <a:pt x="629" y="446"/>
                    </a:lnTo>
                    <a:lnTo>
                      <a:pt x="623" y="363"/>
                    </a:lnTo>
                    <a:lnTo>
                      <a:pt x="616" y="337"/>
                    </a:lnTo>
                    <a:lnTo>
                      <a:pt x="549" y="218"/>
                    </a:lnTo>
                    <a:lnTo>
                      <a:pt x="531" y="178"/>
                    </a:lnTo>
                    <a:lnTo>
                      <a:pt x="539" y="178"/>
                    </a:lnTo>
                    <a:lnTo>
                      <a:pt x="495" y="102"/>
                    </a:lnTo>
                    <a:lnTo>
                      <a:pt x="464" y="22"/>
                    </a:lnTo>
                    <a:lnTo>
                      <a:pt x="463" y="8"/>
                    </a:lnTo>
                    <a:lnTo>
                      <a:pt x="453" y="6"/>
                    </a:lnTo>
                    <a:lnTo>
                      <a:pt x="424" y="0"/>
                    </a:lnTo>
                    <a:lnTo>
                      <a:pt x="417" y="11"/>
                    </a:lnTo>
                    <a:lnTo>
                      <a:pt x="422" y="46"/>
                    </a:lnTo>
                    <a:lnTo>
                      <a:pt x="408" y="45"/>
                    </a:lnTo>
                    <a:lnTo>
                      <a:pt x="405" y="27"/>
                    </a:lnTo>
                    <a:lnTo>
                      <a:pt x="207" y="42"/>
                    </a:lnTo>
                    <a:lnTo>
                      <a:pt x="194" y="15"/>
                    </a:lnTo>
                    <a:lnTo>
                      <a:pt x="1" y="34"/>
                    </a:lnTo>
                    <a:lnTo>
                      <a:pt x="1" y="34"/>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51" name=""/>
              <p:cNvSpPr/>
              <p:nvPr/>
            </p:nvSpPr>
            <p:spPr>
              <a:xfrm>
                <a:off x="7583400" y="6853320"/>
                <a:ext cx="50760" cy="39600"/>
              </a:xfrm>
              <a:custGeom>
                <a:avLst/>
                <a:gdLst/>
                <a:ahLst/>
                <a:rect l="l" t="t" r="r" b="b"/>
                <a:pathLst>
                  <a:path w="32" h="25">
                    <a:moveTo>
                      <a:pt x="0" y="24"/>
                    </a:moveTo>
                    <a:lnTo>
                      <a:pt x="0" y="24"/>
                    </a:lnTo>
                    <a:lnTo>
                      <a:pt x="3" y="11"/>
                    </a:lnTo>
                    <a:lnTo>
                      <a:pt x="11" y="9"/>
                    </a:lnTo>
                    <a:lnTo>
                      <a:pt x="13" y="0"/>
                    </a:lnTo>
                    <a:lnTo>
                      <a:pt x="31" y="10"/>
                    </a:lnTo>
                    <a:lnTo>
                      <a:pt x="14" y="16"/>
                    </a:lnTo>
                    <a:lnTo>
                      <a:pt x="6" y="13"/>
                    </a:lnTo>
                    <a:lnTo>
                      <a:pt x="8" y="20"/>
                    </a:lnTo>
                    <a:lnTo>
                      <a:pt x="0" y="24"/>
                    </a:lnTo>
                    <a:lnTo>
                      <a:pt x="0" y="24"/>
                    </a:lnTo>
                  </a:path>
                </a:pathLst>
              </a:custGeom>
              <a:solidFill>
                <a:srgbClr val="0000ff"/>
              </a:solidFill>
              <a:ln w="31680">
                <a:solidFill>
                  <a:srgbClr val="000000"/>
                </a:solidFill>
                <a:round/>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1752" name=""/>
              <p:cNvSpPr/>
              <p:nvPr/>
            </p:nvSpPr>
            <p:spPr>
              <a:xfrm>
                <a:off x="7651800" y="6831000"/>
                <a:ext cx="44280" cy="30240"/>
              </a:xfrm>
              <a:custGeom>
                <a:avLst/>
                <a:gdLst/>
                <a:ahLst/>
                <a:rect l="l" t="t" r="r" b="b"/>
                <a:pathLst>
                  <a:path w="28" h="19">
                    <a:moveTo>
                      <a:pt x="0" y="18"/>
                    </a:moveTo>
                    <a:lnTo>
                      <a:pt x="0" y="18"/>
                    </a:lnTo>
                    <a:lnTo>
                      <a:pt x="5" y="18"/>
                    </a:lnTo>
                    <a:lnTo>
                      <a:pt x="27" y="0"/>
                    </a:lnTo>
                    <a:lnTo>
                      <a:pt x="7" y="13"/>
                    </a:lnTo>
                    <a:lnTo>
                      <a:pt x="0" y="18"/>
                    </a:lnTo>
                    <a:lnTo>
                      <a:pt x="0" y="18"/>
                    </a:lnTo>
                  </a:path>
                </a:pathLst>
              </a:custGeom>
              <a:solidFill>
                <a:srgbClr val="0000ff"/>
              </a:solidFill>
              <a:ln w="31680">
                <a:solidFill>
                  <a:srgbClr val="000000"/>
                </a:solidFill>
                <a:round/>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1753" name=""/>
              <p:cNvSpPr/>
              <p:nvPr/>
            </p:nvSpPr>
            <p:spPr>
              <a:xfrm>
                <a:off x="7721640" y="6745320"/>
                <a:ext cx="28440" cy="60120"/>
              </a:xfrm>
              <a:custGeom>
                <a:avLst/>
                <a:gdLst/>
                <a:ahLst/>
                <a:rect l="l" t="t" r="r" b="b"/>
                <a:pathLst>
                  <a:path w="18" h="38">
                    <a:moveTo>
                      <a:pt x="0" y="37"/>
                    </a:moveTo>
                    <a:lnTo>
                      <a:pt x="0" y="37"/>
                    </a:lnTo>
                    <a:lnTo>
                      <a:pt x="9" y="25"/>
                    </a:lnTo>
                    <a:lnTo>
                      <a:pt x="17" y="0"/>
                    </a:lnTo>
                    <a:lnTo>
                      <a:pt x="13" y="11"/>
                    </a:lnTo>
                    <a:lnTo>
                      <a:pt x="0" y="37"/>
                    </a:lnTo>
                    <a:lnTo>
                      <a:pt x="0" y="37"/>
                    </a:lnTo>
                  </a:path>
                </a:pathLst>
              </a:custGeom>
              <a:solidFill>
                <a:srgbClr val="0000ff"/>
              </a:solidFill>
              <a:ln w="31680">
                <a:solidFill>
                  <a:srgbClr val="000000"/>
                </a:solidFill>
                <a:round/>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grpSp>
        <p:sp>
          <p:nvSpPr>
            <p:cNvPr id="1754" name=""/>
            <p:cNvSpPr/>
            <p:nvPr/>
          </p:nvSpPr>
          <p:spPr>
            <a:xfrm>
              <a:off x="6939000" y="5369040"/>
              <a:ext cx="596880" cy="676080"/>
            </a:xfrm>
            <a:custGeom>
              <a:avLst/>
              <a:gdLst/>
              <a:ahLst/>
              <a:rect l="l" t="t" r="r" b="b"/>
              <a:pathLst>
                <a:path w="376" h="426">
                  <a:moveTo>
                    <a:pt x="0" y="24"/>
                  </a:moveTo>
                  <a:lnTo>
                    <a:pt x="0" y="24"/>
                  </a:lnTo>
                  <a:lnTo>
                    <a:pt x="47" y="219"/>
                  </a:lnTo>
                  <a:lnTo>
                    <a:pt x="66" y="255"/>
                  </a:lnTo>
                  <a:lnTo>
                    <a:pt x="73" y="278"/>
                  </a:lnTo>
                  <a:lnTo>
                    <a:pt x="66" y="296"/>
                  </a:lnTo>
                  <a:lnTo>
                    <a:pt x="63" y="321"/>
                  </a:lnTo>
                  <a:lnTo>
                    <a:pt x="80" y="394"/>
                  </a:lnTo>
                  <a:lnTo>
                    <a:pt x="93" y="421"/>
                  </a:lnTo>
                  <a:lnTo>
                    <a:pt x="291" y="406"/>
                  </a:lnTo>
                  <a:lnTo>
                    <a:pt x="294" y="424"/>
                  </a:lnTo>
                  <a:lnTo>
                    <a:pt x="308" y="425"/>
                  </a:lnTo>
                  <a:lnTo>
                    <a:pt x="303" y="390"/>
                  </a:lnTo>
                  <a:lnTo>
                    <a:pt x="310" y="379"/>
                  </a:lnTo>
                  <a:lnTo>
                    <a:pt x="339" y="385"/>
                  </a:lnTo>
                  <a:lnTo>
                    <a:pt x="345" y="361"/>
                  </a:lnTo>
                  <a:lnTo>
                    <a:pt x="339" y="359"/>
                  </a:lnTo>
                  <a:lnTo>
                    <a:pt x="347" y="352"/>
                  </a:lnTo>
                  <a:lnTo>
                    <a:pt x="334" y="347"/>
                  </a:lnTo>
                  <a:lnTo>
                    <a:pt x="342" y="338"/>
                  </a:lnTo>
                  <a:lnTo>
                    <a:pt x="340" y="326"/>
                  </a:lnTo>
                  <a:lnTo>
                    <a:pt x="352" y="317"/>
                  </a:lnTo>
                  <a:lnTo>
                    <a:pt x="349" y="305"/>
                  </a:lnTo>
                  <a:lnTo>
                    <a:pt x="354" y="300"/>
                  </a:lnTo>
                  <a:lnTo>
                    <a:pt x="358" y="291"/>
                  </a:lnTo>
                  <a:lnTo>
                    <a:pt x="352" y="287"/>
                  </a:lnTo>
                  <a:lnTo>
                    <a:pt x="364" y="278"/>
                  </a:lnTo>
                  <a:lnTo>
                    <a:pt x="358" y="271"/>
                  </a:lnTo>
                  <a:lnTo>
                    <a:pt x="367" y="271"/>
                  </a:lnTo>
                  <a:lnTo>
                    <a:pt x="375" y="257"/>
                  </a:lnTo>
                  <a:lnTo>
                    <a:pt x="371" y="255"/>
                  </a:lnTo>
                  <a:lnTo>
                    <a:pt x="359" y="251"/>
                  </a:lnTo>
                  <a:lnTo>
                    <a:pt x="350" y="240"/>
                  </a:lnTo>
                  <a:lnTo>
                    <a:pt x="334" y="210"/>
                  </a:lnTo>
                  <a:lnTo>
                    <a:pt x="327" y="207"/>
                  </a:lnTo>
                  <a:lnTo>
                    <a:pt x="308" y="168"/>
                  </a:lnTo>
                  <a:lnTo>
                    <a:pt x="286" y="153"/>
                  </a:lnTo>
                  <a:lnTo>
                    <a:pt x="268" y="125"/>
                  </a:lnTo>
                  <a:lnTo>
                    <a:pt x="227" y="91"/>
                  </a:lnTo>
                  <a:lnTo>
                    <a:pt x="205" y="62"/>
                  </a:lnTo>
                  <a:lnTo>
                    <a:pt x="161" y="31"/>
                  </a:lnTo>
                  <a:lnTo>
                    <a:pt x="176" y="0"/>
                  </a:lnTo>
                  <a:lnTo>
                    <a:pt x="88" y="12"/>
                  </a:lnTo>
                  <a:lnTo>
                    <a:pt x="0" y="24"/>
                  </a:lnTo>
                  <a:lnTo>
                    <a:pt x="0" y="24"/>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55" name=""/>
            <p:cNvSpPr/>
            <p:nvPr/>
          </p:nvSpPr>
          <p:spPr>
            <a:xfrm>
              <a:off x="3632040" y="3119400"/>
              <a:ext cx="658800" cy="1147680"/>
            </a:xfrm>
            <a:custGeom>
              <a:avLst/>
              <a:gdLst/>
              <a:ahLst/>
              <a:rect l="l" t="t" r="r" b="b"/>
              <a:pathLst>
                <a:path w="415" h="723">
                  <a:moveTo>
                    <a:pt x="0" y="641"/>
                  </a:moveTo>
                  <a:lnTo>
                    <a:pt x="0" y="641"/>
                  </a:lnTo>
                  <a:lnTo>
                    <a:pt x="34" y="487"/>
                  </a:lnTo>
                  <a:lnTo>
                    <a:pt x="50" y="444"/>
                  </a:lnTo>
                  <a:lnTo>
                    <a:pt x="34" y="426"/>
                  </a:lnTo>
                  <a:lnTo>
                    <a:pt x="39" y="407"/>
                  </a:lnTo>
                  <a:lnTo>
                    <a:pt x="65" y="380"/>
                  </a:lnTo>
                  <a:lnTo>
                    <a:pt x="87" y="344"/>
                  </a:lnTo>
                  <a:lnTo>
                    <a:pt x="106" y="312"/>
                  </a:lnTo>
                  <a:lnTo>
                    <a:pt x="93" y="288"/>
                  </a:lnTo>
                  <a:lnTo>
                    <a:pt x="85" y="272"/>
                  </a:lnTo>
                  <a:lnTo>
                    <a:pt x="88" y="233"/>
                  </a:lnTo>
                  <a:lnTo>
                    <a:pt x="138" y="0"/>
                  </a:lnTo>
                  <a:lnTo>
                    <a:pt x="195" y="13"/>
                  </a:lnTo>
                  <a:lnTo>
                    <a:pt x="177" y="103"/>
                  </a:lnTo>
                  <a:lnTo>
                    <a:pt x="188" y="134"/>
                  </a:lnTo>
                  <a:lnTo>
                    <a:pt x="188" y="156"/>
                  </a:lnTo>
                  <a:lnTo>
                    <a:pt x="181" y="158"/>
                  </a:lnTo>
                  <a:lnTo>
                    <a:pt x="203" y="181"/>
                  </a:lnTo>
                  <a:lnTo>
                    <a:pt x="225" y="241"/>
                  </a:lnTo>
                  <a:lnTo>
                    <a:pt x="232" y="237"/>
                  </a:lnTo>
                  <a:lnTo>
                    <a:pt x="232" y="246"/>
                  </a:lnTo>
                  <a:lnTo>
                    <a:pt x="243" y="250"/>
                  </a:lnTo>
                  <a:lnTo>
                    <a:pt x="251" y="251"/>
                  </a:lnTo>
                  <a:lnTo>
                    <a:pt x="232" y="293"/>
                  </a:lnTo>
                  <a:lnTo>
                    <a:pt x="235" y="321"/>
                  </a:lnTo>
                  <a:lnTo>
                    <a:pt x="220" y="348"/>
                  </a:lnTo>
                  <a:lnTo>
                    <a:pt x="230" y="359"/>
                  </a:lnTo>
                  <a:lnTo>
                    <a:pt x="258" y="341"/>
                  </a:lnTo>
                  <a:lnTo>
                    <a:pt x="280" y="435"/>
                  </a:lnTo>
                  <a:lnTo>
                    <a:pt x="291" y="438"/>
                  </a:lnTo>
                  <a:lnTo>
                    <a:pt x="293" y="466"/>
                  </a:lnTo>
                  <a:lnTo>
                    <a:pt x="305" y="479"/>
                  </a:lnTo>
                  <a:lnTo>
                    <a:pt x="313" y="468"/>
                  </a:lnTo>
                  <a:lnTo>
                    <a:pt x="331" y="478"/>
                  </a:lnTo>
                  <a:lnTo>
                    <a:pt x="343" y="466"/>
                  </a:lnTo>
                  <a:lnTo>
                    <a:pt x="381" y="477"/>
                  </a:lnTo>
                  <a:lnTo>
                    <a:pt x="390" y="478"/>
                  </a:lnTo>
                  <a:lnTo>
                    <a:pt x="399" y="459"/>
                  </a:lnTo>
                  <a:lnTo>
                    <a:pt x="414" y="489"/>
                  </a:lnTo>
                  <a:lnTo>
                    <a:pt x="380" y="722"/>
                  </a:lnTo>
                  <a:lnTo>
                    <a:pt x="188" y="687"/>
                  </a:lnTo>
                  <a:lnTo>
                    <a:pt x="0" y="641"/>
                  </a:lnTo>
                  <a:lnTo>
                    <a:pt x="0" y="641"/>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56" name=""/>
            <p:cNvSpPr/>
            <p:nvPr/>
          </p:nvSpPr>
          <p:spPr>
            <a:xfrm>
              <a:off x="6245280" y="4297320"/>
              <a:ext cx="430200" cy="843120"/>
            </a:xfrm>
            <a:custGeom>
              <a:avLst/>
              <a:gdLst/>
              <a:ahLst/>
              <a:rect l="l" t="t" r="r" b="b"/>
              <a:pathLst>
                <a:path w="271" h="531">
                  <a:moveTo>
                    <a:pt x="0" y="235"/>
                  </a:moveTo>
                  <a:lnTo>
                    <a:pt x="0" y="235"/>
                  </a:lnTo>
                  <a:lnTo>
                    <a:pt x="3" y="217"/>
                  </a:lnTo>
                  <a:lnTo>
                    <a:pt x="22" y="186"/>
                  </a:lnTo>
                  <a:lnTo>
                    <a:pt x="31" y="152"/>
                  </a:lnTo>
                  <a:lnTo>
                    <a:pt x="22" y="126"/>
                  </a:lnTo>
                  <a:lnTo>
                    <a:pt x="69" y="85"/>
                  </a:lnTo>
                  <a:lnTo>
                    <a:pt x="79" y="65"/>
                  </a:lnTo>
                  <a:lnTo>
                    <a:pt x="79" y="56"/>
                  </a:lnTo>
                  <a:lnTo>
                    <a:pt x="44" y="12"/>
                  </a:lnTo>
                  <a:lnTo>
                    <a:pt x="228" y="0"/>
                  </a:lnTo>
                  <a:lnTo>
                    <a:pt x="231" y="31"/>
                  </a:lnTo>
                  <a:lnTo>
                    <a:pt x="249" y="70"/>
                  </a:lnTo>
                  <a:lnTo>
                    <a:pt x="264" y="273"/>
                  </a:lnTo>
                  <a:lnTo>
                    <a:pt x="262" y="316"/>
                  </a:lnTo>
                  <a:lnTo>
                    <a:pt x="270" y="338"/>
                  </a:lnTo>
                  <a:lnTo>
                    <a:pt x="260" y="385"/>
                  </a:lnTo>
                  <a:lnTo>
                    <a:pt x="246" y="407"/>
                  </a:lnTo>
                  <a:lnTo>
                    <a:pt x="239" y="439"/>
                  </a:lnTo>
                  <a:lnTo>
                    <a:pt x="246" y="448"/>
                  </a:lnTo>
                  <a:lnTo>
                    <a:pt x="240" y="468"/>
                  </a:lnTo>
                  <a:lnTo>
                    <a:pt x="243" y="478"/>
                  </a:lnTo>
                  <a:lnTo>
                    <a:pt x="222" y="485"/>
                  </a:lnTo>
                  <a:lnTo>
                    <a:pt x="218" y="519"/>
                  </a:lnTo>
                  <a:lnTo>
                    <a:pt x="187" y="506"/>
                  </a:lnTo>
                  <a:lnTo>
                    <a:pt x="171" y="522"/>
                  </a:lnTo>
                  <a:lnTo>
                    <a:pt x="172" y="530"/>
                  </a:lnTo>
                  <a:lnTo>
                    <a:pt x="161" y="530"/>
                  </a:lnTo>
                  <a:lnTo>
                    <a:pt x="150" y="507"/>
                  </a:lnTo>
                  <a:lnTo>
                    <a:pt x="145" y="478"/>
                  </a:lnTo>
                  <a:lnTo>
                    <a:pt x="131" y="457"/>
                  </a:lnTo>
                  <a:lnTo>
                    <a:pt x="114" y="448"/>
                  </a:lnTo>
                  <a:lnTo>
                    <a:pt x="92" y="429"/>
                  </a:lnTo>
                  <a:lnTo>
                    <a:pt x="84" y="402"/>
                  </a:lnTo>
                  <a:lnTo>
                    <a:pt x="98" y="361"/>
                  </a:lnTo>
                  <a:lnTo>
                    <a:pt x="86" y="353"/>
                  </a:lnTo>
                  <a:lnTo>
                    <a:pt x="59" y="353"/>
                  </a:lnTo>
                  <a:lnTo>
                    <a:pt x="53" y="326"/>
                  </a:lnTo>
                  <a:lnTo>
                    <a:pt x="9" y="276"/>
                  </a:lnTo>
                  <a:lnTo>
                    <a:pt x="0" y="235"/>
                  </a:lnTo>
                  <a:lnTo>
                    <a:pt x="0" y="23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57" name=""/>
            <p:cNvSpPr/>
            <p:nvPr/>
          </p:nvSpPr>
          <p:spPr>
            <a:xfrm>
              <a:off x="6624720" y="4373640"/>
              <a:ext cx="341280" cy="636480"/>
            </a:xfrm>
            <a:custGeom>
              <a:avLst/>
              <a:gdLst/>
              <a:ahLst/>
              <a:rect l="l" t="t" r="r" b="b"/>
              <a:pathLst>
                <a:path w="215" h="401">
                  <a:moveTo>
                    <a:pt x="0" y="391"/>
                  </a:moveTo>
                  <a:lnTo>
                    <a:pt x="0" y="391"/>
                  </a:lnTo>
                  <a:lnTo>
                    <a:pt x="7" y="400"/>
                  </a:lnTo>
                  <a:lnTo>
                    <a:pt x="13" y="390"/>
                  </a:lnTo>
                  <a:lnTo>
                    <a:pt x="44" y="384"/>
                  </a:lnTo>
                  <a:lnTo>
                    <a:pt x="55" y="386"/>
                  </a:lnTo>
                  <a:lnTo>
                    <a:pt x="89" y="374"/>
                  </a:lnTo>
                  <a:lnTo>
                    <a:pt x="100" y="386"/>
                  </a:lnTo>
                  <a:lnTo>
                    <a:pt x="111" y="359"/>
                  </a:lnTo>
                  <a:lnTo>
                    <a:pt x="123" y="352"/>
                  </a:lnTo>
                  <a:lnTo>
                    <a:pt x="146" y="367"/>
                  </a:lnTo>
                  <a:lnTo>
                    <a:pt x="149" y="349"/>
                  </a:lnTo>
                  <a:lnTo>
                    <a:pt x="175" y="313"/>
                  </a:lnTo>
                  <a:lnTo>
                    <a:pt x="181" y="292"/>
                  </a:lnTo>
                  <a:lnTo>
                    <a:pt x="191" y="297"/>
                  </a:lnTo>
                  <a:lnTo>
                    <a:pt x="214" y="277"/>
                  </a:lnTo>
                  <a:lnTo>
                    <a:pt x="208" y="262"/>
                  </a:lnTo>
                  <a:lnTo>
                    <a:pt x="210" y="253"/>
                  </a:lnTo>
                  <a:lnTo>
                    <a:pt x="187" y="7"/>
                  </a:lnTo>
                  <a:lnTo>
                    <a:pt x="185" y="0"/>
                  </a:lnTo>
                  <a:lnTo>
                    <a:pt x="57" y="16"/>
                  </a:lnTo>
                  <a:lnTo>
                    <a:pt x="32" y="31"/>
                  </a:lnTo>
                  <a:lnTo>
                    <a:pt x="10" y="22"/>
                  </a:lnTo>
                  <a:lnTo>
                    <a:pt x="25" y="225"/>
                  </a:lnTo>
                  <a:lnTo>
                    <a:pt x="23" y="268"/>
                  </a:lnTo>
                  <a:lnTo>
                    <a:pt x="31" y="290"/>
                  </a:lnTo>
                  <a:lnTo>
                    <a:pt x="21" y="337"/>
                  </a:lnTo>
                  <a:lnTo>
                    <a:pt x="7" y="359"/>
                  </a:lnTo>
                  <a:lnTo>
                    <a:pt x="0" y="391"/>
                  </a:lnTo>
                  <a:lnTo>
                    <a:pt x="0" y="391"/>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58" name=""/>
            <p:cNvSpPr/>
            <p:nvPr/>
          </p:nvSpPr>
          <p:spPr>
            <a:xfrm>
              <a:off x="5715000" y="4170240"/>
              <a:ext cx="657360" cy="473040"/>
            </a:xfrm>
            <a:custGeom>
              <a:avLst/>
              <a:gdLst/>
              <a:ahLst/>
              <a:rect l="l" t="t" r="r" b="b"/>
              <a:pathLst>
                <a:path w="414" h="298">
                  <a:moveTo>
                    <a:pt x="0" y="7"/>
                  </a:moveTo>
                  <a:lnTo>
                    <a:pt x="0" y="7"/>
                  </a:lnTo>
                  <a:lnTo>
                    <a:pt x="0" y="30"/>
                  </a:lnTo>
                  <a:lnTo>
                    <a:pt x="8" y="48"/>
                  </a:lnTo>
                  <a:lnTo>
                    <a:pt x="3" y="64"/>
                  </a:lnTo>
                  <a:lnTo>
                    <a:pt x="8" y="105"/>
                  </a:lnTo>
                  <a:lnTo>
                    <a:pt x="27" y="162"/>
                  </a:lnTo>
                  <a:lnTo>
                    <a:pt x="27" y="181"/>
                  </a:lnTo>
                  <a:lnTo>
                    <a:pt x="40" y="209"/>
                  </a:lnTo>
                  <a:lnTo>
                    <a:pt x="46" y="254"/>
                  </a:lnTo>
                  <a:lnTo>
                    <a:pt x="44" y="268"/>
                  </a:lnTo>
                  <a:lnTo>
                    <a:pt x="51" y="282"/>
                  </a:lnTo>
                  <a:lnTo>
                    <a:pt x="316" y="276"/>
                  </a:lnTo>
                  <a:lnTo>
                    <a:pt x="337" y="297"/>
                  </a:lnTo>
                  <a:lnTo>
                    <a:pt x="356" y="266"/>
                  </a:lnTo>
                  <a:lnTo>
                    <a:pt x="365" y="232"/>
                  </a:lnTo>
                  <a:lnTo>
                    <a:pt x="356" y="206"/>
                  </a:lnTo>
                  <a:lnTo>
                    <a:pt x="403" y="165"/>
                  </a:lnTo>
                  <a:lnTo>
                    <a:pt x="413" y="145"/>
                  </a:lnTo>
                  <a:lnTo>
                    <a:pt x="413" y="136"/>
                  </a:lnTo>
                  <a:lnTo>
                    <a:pt x="378" y="92"/>
                  </a:lnTo>
                  <a:lnTo>
                    <a:pt x="344" y="50"/>
                  </a:lnTo>
                  <a:lnTo>
                    <a:pt x="337" y="0"/>
                  </a:lnTo>
                  <a:lnTo>
                    <a:pt x="9" y="8"/>
                  </a:lnTo>
                  <a:lnTo>
                    <a:pt x="0" y="7"/>
                  </a:lnTo>
                  <a:lnTo>
                    <a:pt x="0" y="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59" name=""/>
            <p:cNvSpPr/>
            <p:nvPr/>
          </p:nvSpPr>
          <p:spPr>
            <a:xfrm>
              <a:off x="5102280" y="4684680"/>
              <a:ext cx="820800" cy="477720"/>
            </a:xfrm>
            <a:custGeom>
              <a:avLst/>
              <a:gdLst/>
              <a:ahLst/>
              <a:rect l="l" t="t" r="r" b="b"/>
              <a:pathLst>
                <a:path w="517" h="301">
                  <a:moveTo>
                    <a:pt x="0" y="284"/>
                  </a:moveTo>
                  <a:lnTo>
                    <a:pt x="0" y="284"/>
                  </a:lnTo>
                  <a:lnTo>
                    <a:pt x="19" y="0"/>
                  </a:lnTo>
                  <a:lnTo>
                    <a:pt x="211" y="11"/>
                  </a:lnTo>
                  <a:lnTo>
                    <a:pt x="464" y="14"/>
                  </a:lnTo>
                  <a:lnTo>
                    <a:pt x="478" y="27"/>
                  </a:lnTo>
                  <a:lnTo>
                    <a:pt x="487" y="24"/>
                  </a:lnTo>
                  <a:lnTo>
                    <a:pt x="494" y="32"/>
                  </a:lnTo>
                  <a:lnTo>
                    <a:pt x="495" y="39"/>
                  </a:lnTo>
                  <a:lnTo>
                    <a:pt x="488" y="39"/>
                  </a:lnTo>
                  <a:lnTo>
                    <a:pt x="479" y="58"/>
                  </a:lnTo>
                  <a:lnTo>
                    <a:pt x="501" y="90"/>
                  </a:lnTo>
                  <a:lnTo>
                    <a:pt x="516" y="96"/>
                  </a:lnTo>
                  <a:lnTo>
                    <a:pt x="514" y="299"/>
                  </a:lnTo>
                  <a:lnTo>
                    <a:pt x="294" y="300"/>
                  </a:lnTo>
                  <a:lnTo>
                    <a:pt x="0" y="284"/>
                  </a:lnTo>
                  <a:lnTo>
                    <a:pt x="0" y="284"/>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60" name=""/>
            <p:cNvSpPr/>
            <p:nvPr/>
          </p:nvSpPr>
          <p:spPr>
            <a:xfrm>
              <a:off x="6496200" y="4773600"/>
              <a:ext cx="799920" cy="446040"/>
            </a:xfrm>
            <a:custGeom>
              <a:avLst/>
              <a:gdLst/>
              <a:ahLst/>
              <a:rect l="l" t="t" r="r" b="b"/>
              <a:pathLst>
                <a:path w="504" h="281">
                  <a:moveTo>
                    <a:pt x="0" y="280"/>
                  </a:moveTo>
                  <a:lnTo>
                    <a:pt x="0" y="280"/>
                  </a:lnTo>
                  <a:lnTo>
                    <a:pt x="5" y="265"/>
                  </a:lnTo>
                  <a:lnTo>
                    <a:pt x="16" y="263"/>
                  </a:lnTo>
                  <a:lnTo>
                    <a:pt x="19" y="234"/>
                  </a:lnTo>
                  <a:lnTo>
                    <a:pt x="14" y="230"/>
                  </a:lnTo>
                  <a:lnTo>
                    <a:pt x="13" y="222"/>
                  </a:lnTo>
                  <a:lnTo>
                    <a:pt x="29" y="206"/>
                  </a:lnTo>
                  <a:lnTo>
                    <a:pt x="60" y="219"/>
                  </a:lnTo>
                  <a:lnTo>
                    <a:pt x="64" y="185"/>
                  </a:lnTo>
                  <a:lnTo>
                    <a:pt x="85" y="178"/>
                  </a:lnTo>
                  <a:lnTo>
                    <a:pt x="82" y="168"/>
                  </a:lnTo>
                  <a:lnTo>
                    <a:pt x="88" y="148"/>
                  </a:lnTo>
                  <a:lnTo>
                    <a:pt x="94" y="138"/>
                  </a:lnTo>
                  <a:lnTo>
                    <a:pt x="125" y="132"/>
                  </a:lnTo>
                  <a:lnTo>
                    <a:pt x="136" y="134"/>
                  </a:lnTo>
                  <a:lnTo>
                    <a:pt x="170" y="122"/>
                  </a:lnTo>
                  <a:lnTo>
                    <a:pt x="181" y="134"/>
                  </a:lnTo>
                  <a:lnTo>
                    <a:pt x="192" y="107"/>
                  </a:lnTo>
                  <a:lnTo>
                    <a:pt x="204" y="100"/>
                  </a:lnTo>
                  <a:lnTo>
                    <a:pt x="227" y="115"/>
                  </a:lnTo>
                  <a:lnTo>
                    <a:pt x="230" y="97"/>
                  </a:lnTo>
                  <a:lnTo>
                    <a:pt x="256" y="61"/>
                  </a:lnTo>
                  <a:lnTo>
                    <a:pt x="262" y="40"/>
                  </a:lnTo>
                  <a:lnTo>
                    <a:pt x="272" y="45"/>
                  </a:lnTo>
                  <a:lnTo>
                    <a:pt x="295" y="25"/>
                  </a:lnTo>
                  <a:lnTo>
                    <a:pt x="289" y="10"/>
                  </a:lnTo>
                  <a:lnTo>
                    <a:pt x="291" y="1"/>
                  </a:lnTo>
                  <a:lnTo>
                    <a:pt x="313" y="0"/>
                  </a:lnTo>
                  <a:lnTo>
                    <a:pt x="328" y="5"/>
                  </a:lnTo>
                  <a:lnTo>
                    <a:pt x="335" y="22"/>
                  </a:lnTo>
                  <a:lnTo>
                    <a:pt x="358" y="26"/>
                  </a:lnTo>
                  <a:lnTo>
                    <a:pt x="371" y="33"/>
                  </a:lnTo>
                  <a:lnTo>
                    <a:pt x="404" y="32"/>
                  </a:lnTo>
                  <a:lnTo>
                    <a:pt x="418" y="22"/>
                  </a:lnTo>
                  <a:lnTo>
                    <a:pt x="452" y="45"/>
                  </a:lnTo>
                  <a:lnTo>
                    <a:pt x="463" y="91"/>
                  </a:lnTo>
                  <a:lnTo>
                    <a:pt x="477" y="107"/>
                  </a:lnTo>
                  <a:lnTo>
                    <a:pt x="503" y="124"/>
                  </a:lnTo>
                  <a:lnTo>
                    <a:pt x="484" y="148"/>
                  </a:lnTo>
                  <a:lnTo>
                    <a:pt x="467" y="161"/>
                  </a:lnTo>
                  <a:lnTo>
                    <a:pt x="450" y="185"/>
                  </a:lnTo>
                  <a:lnTo>
                    <a:pt x="450" y="193"/>
                  </a:lnTo>
                  <a:lnTo>
                    <a:pt x="400" y="227"/>
                  </a:lnTo>
                  <a:lnTo>
                    <a:pt x="121" y="257"/>
                  </a:lnTo>
                  <a:lnTo>
                    <a:pt x="93" y="256"/>
                  </a:lnTo>
                  <a:lnTo>
                    <a:pt x="94" y="273"/>
                  </a:lnTo>
                  <a:lnTo>
                    <a:pt x="0" y="280"/>
                  </a:lnTo>
                  <a:lnTo>
                    <a:pt x="0" y="280"/>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61" name=""/>
            <p:cNvSpPr/>
            <p:nvPr/>
          </p:nvSpPr>
          <p:spPr>
            <a:xfrm>
              <a:off x="5991120" y="5757840"/>
              <a:ext cx="619200" cy="592200"/>
            </a:xfrm>
            <a:custGeom>
              <a:avLst/>
              <a:gdLst/>
              <a:ahLst/>
              <a:rect l="l" t="t" r="r" b="b"/>
              <a:pathLst>
                <a:path w="390" h="373">
                  <a:moveTo>
                    <a:pt x="0" y="2"/>
                  </a:moveTo>
                  <a:lnTo>
                    <a:pt x="0" y="2"/>
                  </a:lnTo>
                  <a:lnTo>
                    <a:pt x="4" y="102"/>
                  </a:lnTo>
                  <a:lnTo>
                    <a:pt x="15" y="115"/>
                  </a:lnTo>
                  <a:lnTo>
                    <a:pt x="19" y="140"/>
                  </a:lnTo>
                  <a:lnTo>
                    <a:pt x="40" y="177"/>
                  </a:lnTo>
                  <a:lnTo>
                    <a:pt x="38" y="205"/>
                  </a:lnTo>
                  <a:lnTo>
                    <a:pt x="27" y="234"/>
                  </a:lnTo>
                  <a:lnTo>
                    <a:pt x="28" y="251"/>
                  </a:lnTo>
                  <a:lnTo>
                    <a:pt x="32" y="266"/>
                  </a:lnTo>
                  <a:lnTo>
                    <a:pt x="29" y="283"/>
                  </a:lnTo>
                  <a:lnTo>
                    <a:pt x="22" y="292"/>
                  </a:lnTo>
                  <a:lnTo>
                    <a:pt x="13" y="307"/>
                  </a:lnTo>
                  <a:lnTo>
                    <a:pt x="19" y="314"/>
                  </a:lnTo>
                  <a:lnTo>
                    <a:pt x="73" y="307"/>
                  </a:lnTo>
                  <a:lnTo>
                    <a:pt x="114" y="326"/>
                  </a:lnTo>
                  <a:lnTo>
                    <a:pt x="153" y="324"/>
                  </a:lnTo>
                  <a:lnTo>
                    <a:pt x="148" y="311"/>
                  </a:lnTo>
                  <a:lnTo>
                    <a:pt x="161" y="299"/>
                  </a:lnTo>
                  <a:lnTo>
                    <a:pt x="189" y="307"/>
                  </a:lnTo>
                  <a:lnTo>
                    <a:pt x="194" y="328"/>
                  </a:lnTo>
                  <a:lnTo>
                    <a:pt x="204" y="324"/>
                  </a:lnTo>
                  <a:lnTo>
                    <a:pt x="214" y="330"/>
                  </a:lnTo>
                  <a:lnTo>
                    <a:pt x="226" y="344"/>
                  </a:lnTo>
                  <a:lnTo>
                    <a:pt x="228" y="357"/>
                  </a:lnTo>
                  <a:lnTo>
                    <a:pt x="242" y="358"/>
                  </a:lnTo>
                  <a:lnTo>
                    <a:pt x="253" y="366"/>
                  </a:lnTo>
                  <a:lnTo>
                    <a:pt x="263" y="362"/>
                  </a:lnTo>
                  <a:lnTo>
                    <a:pt x="269" y="352"/>
                  </a:lnTo>
                  <a:lnTo>
                    <a:pt x="269" y="344"/>
                  </a:lnTo>
                  <a:lnTo>
                    <a:pt x="282" y="356"/>
                  </a:lnTo>
                  <a:lnTo>
                    <a:pt x="288" y="345"/>
                  </a:lnTo>
                  <a:lnTo>
                    <a:pt x="296" y="364"/>
                  </a:lnTo>
                  <a:lnTo>
                    <a:pt x="309" y="356"/>
                  </a:lnTo>
                  <a:lnTo>
                    <a:pt x="313" y="349"/>
                  </a:lnTo>
                  <a:lnTo>
                    <a:pt x="309" y="344"/>
                  </a:lnTo>
                  <a:lnTo>
                    <a:pt x="310" y="327"/>
                  </a:lnTo>
                  <a:lnTo>
                    <a:pt x="314" y="327"/>
                  </a:lnTo>
                  <a:lnTo>
                    <a:pt x="324" y="328"/>
                  </a:lnTo>
                  <a:lnTo>
                    <a:pt x="327" y="339"/>
                  </a:lnTo>
                  <a:lnTo>
                    <a:pt x="340" y="339"/>
                  </a:lnTo>
                  <a:lnTo>
                    <a:pt x="350" y="347"/>
                  </a:lnTo>
                  <a:lnTo>
                    <a:pt x="352" y="344"/>
                  </a:lnTo>
                  <a:lnTo>
                    <a:pt x="356" y="354"/>
                  </a:lnTo>
                  <a:lnTo>
                    <a:pt x="365" y="359"/>
                  </a:lnTo>
                  <a:lnTo>
                    <a:pt x="362" y="372"/>
                  </a:lnTo>
                  <a:lnTo>
                    <a:pt x="371" y="360"/>
                  </a:lnTo>
                  <a:lnTo>
                    <a:pt x="378" y="366"/>
                  </a:lnTo>
                  <a:lnTo>
                    <a:pt x="378" y="358"/>
                  </a:lnTo>
                  <a:lnTo>
                    <a:pt x="389" y="356"/>
                  </a:lnTo>
                  <a:lnTo>
                    <a:pt x="389" y="348"/>
                  </a:lnTo>
                  <a:lnTo>
                    <a:pt x="378" y="347"/>
                  </a:lnTo>
                  <a:lnTo>
                    <a:pt x="372" y="339"/>
                  </a:lnTo>
                  <a:lnTo>
                    <a:pt x="364" y="340"/>
                  </a:lnTo>
                  <a:lnTo>
                    <a:pt x="361" y="332"/>
                  </a:lnTo>
                  <a:lnTo>
                    <a:pt x="350" y="332"/>
                  </a:lnTo>
                  <a:lnTo>
                    <a:pt x="341" y="312"/>
                  </a:lnTo>
                  <a:lnTo>
                    <a:pt x="346" y="308"/>
                  </a:lnTo>
                  <a:lnTo>
                    <a:pt x="354" y="303"/>
                  </a:lnTo>
                  <a:lnTo>
                    <a:pt x="356" y="292"/>
                  </a:lnTo>
                  <a:lnTo>
                    <a:pt x="363" y="292"/>
                  </a:lnTo>
                  <a:lnTo>
                    <a:pt x="372" y="282"/>
                  </a:lnTo>
                  <a:lnTo>
                    <a:pt x="369" y="278"/>
                  </a:lnTo>
                  <a:lnTo>
                    <a:pt x="369" y="259"/>
                  </a:lnTo>
                  <a:lnTo>
                    <a:pt x="359" y="269"/>
                  </a:lnTo>
                  <a:lnTo>
                    <a:pt x="347" y="271"/>
                  </a:lnTo>
                  <a:lnTo>
                    <a:pt x="337" y="288"/>
                  </a:lnTo>
                  <a:lnTo>
                    <a:pt x="322" y="278"/>
                  </a:lnTo>
                  <a:lnTo>
                    <a:pt x="324" y="272"/>
                  </a:lnTo>
                  <a:lnTo>
                    <a:pt x="331" y="270"/>
                  </a:lnTo>
                  <a:lnTo>
                    <a:pt x="332" y="272"/>
                  </a:lnTo>
                  <a:lnTo>
                    <a:pt x="336" y="261"/>
                  </a:lnTo>
                  <a:lnTo>
                    <a:pt x="330" y="265"/>
                  </a:lnTo>
                  <a:lnTo>
                    <a:pt x="327" y="261"/>
                  </a:lnTo>
                  <a:lnTo>
                    <a:pt x="325" y="266"/>
                  </a:lnTo>
                  <a:lnTo>
                    <a:pt x="318" y="261"/>
                  </a:lnTo>
                  <a:lnTo>
                    <a:pt x="311" y="272"/>
                  </a:lnTo>
                  <a:lnTo>
                    <a:pt x="299" y="275"/>
                  </a:lnTo>
                  <a:lnTo>
                    <a:pt x="279" y="270"/>
                  </a:lnTo>
                  <a:lnTo>
                    <a:pt x="278" y="263"/>
                  </a:lnTo>
                  <a:lnTo>
                    <a:pt x="290" y="242"/>
                  </a:lnTo>
                  <a:lnTo>
                    <a:pt x="303" y="242"/>
                  </a:lnTo>
                  <a:lnTo>
                    <a:pt x="310" y="253"/>
                  </a:lnTo>
                  <a:lnTo>
                    <a:pt x="343" y="258"/>
                  </a:lnTo>
                  <a:lnTo>
                    <a:pt x="319" y="214"/>
                  </a:lnTo>
                  <a:lnTo>
                    <a:pt x="323" y="182"/>
                  </a:lnTo>
                  <a:lnTo>
                    <a:pt x="182" y="188"/>
                  </a:lnTo>
                  <a:lnTo>
                    <a:pt x="184" y="172"/>
                  </a:lnTo>
                  <a:lnTo>
                    <a:pt x="200" y="118"/>
                  </a:lnTo>
                  <a:lnTo>
                    <a:pt x="224" y="83"/>
                  </a:lnTo>
                  <a:lnTo>
                    <a:pt x="217" y="73"/>
                  </a:lnTo>
                  <a:lnTo>
                    <a:pt x="221" y="39"/>
                  </a:lnTo>
                  <a:lnTo>
                    <a:pt x="206" y="0"/>
                  </a:lnTo>
                  <a:lnTo>
                    <a:pt x="0" y="2"/>
                  </a:lnTo>
                  <a:lnTo>
                    <a:pt x="0" y="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62" name=""/>
            <p:cNvSpPr/>
            <p:nvPr/>
          </p:nvSpPr>
          <p:spPr>
            <a:xfrm>
              <a:off x="8183520" y="3203640"/>
              <a:ext cx="399960" cy="690480"/>
            </a:xfrm>
            <a:custGeom>
              <a:avLst/>
              <a:gdLst/>
              <a:ahLst/>
              <a:rect l="l" t="t" r="r" b="b"/>
              <a:pathLst>
                <a:path w="252" h="435">
                  <a:moveTo>
                    <a:pt x="0" y="235"/>
                  </a:moveTo>
                  <a:lnTo>
                    <a:pt x="0" y="235"/>
                  </a:lnTo>
                  <a:lnTo>
                    <a:pt x="15" y="236"/>
                  </a:lnTo>
                  <a:lnTo>
                    <a:pt x="17" y="209"/>
                  </a:lnTo>
                  <a:lnTo>
                    <a:pt x="34" y="169"/>
                  </a:lnTo>
                  <a:lnTo>
                    <a:pt x="25" y="142"/>
                  </a:lnTo>
                  <a:lnTo>
                    <a:pt x="33" y="103"/>
                  </a:lnTo>
                  <a:lnTo>
                    <a:pt x="32" y="90"/>
                  </a:lnTo>
                  <a:lnTo>
                    <a:pt x="61" y="7"/>
                  </a:lnTo>
                  <a:lnTo>
                    <a:pt x="68" y="7"/>
                  </a:lnTo>
                  <a:lnTo>
                    <a:pt x="73" y="24"/>
                  </a:lnTo>
                  <a:lnTo>
                    <a:pt x="110" y="8"/>
                  </a:lnTo>
                  <a:lnTo>
                    <a:pt x="111" y="3"/>
                  </a:lnTo>
                  <a:lnTo>
                    <a:pt x="121" y="0"/>
                  </a:lnTo>
                  <a:lnTo>
                    <a:pt x="140" y="10"/>
                  </a:lnTo>
                  <a:lnTo>
                    <a:pt x="153" y="24"/>
                  </a:lnTo>
                  <a:lnTo>
                    <a:pt x="186" y="143"/>
                  </a:lnTo>
                  <a:lnTo>
                    <a:pt x="207" y="144"/>
                  </a:lnTo>
                  <a:lnTo>
                    <a:pt x="211" y="151"/>
                  </a:lnTo>
                  <a:lnTo>
                    <a:pt x="207" y="154"/>
                  </a:lnTo>
                  <a:lnTo>
                    <a:pt x="225" y="184"/>
                  </a:lnTo>
                  <a:lnTo>
                    <a:pt x="227" y="177"/>
                  </a:lnTo>
                  <a:lnTo>
                    <a:pt x="247" y="196"/>
                  </a:lnTo>
                  <a:lnTo>
                    <a:pt x="241" y="200"/>
                  </a:lnTo>
                  <a:lnTo>
                    <a:pt x="242" y="205"/>
                  </a:lnTo>
                  <a:lnTo>
                    <a:pt x="251" y="205"/>
                  </a:lnTo>
                  <a:lnTo>
                    <a:pt x="245" y="227"/>
                  </a:lnTo>
                  <a:lnTo>
                    <a:pt x="233" y="224"/>
                  </a:lnTo>
                  <a:lnTo>
                    <a:pt x="225" y="233"/>
                  </a:lnTo>
                  <a:lnTo>
                    <a:pt x="225" y="242"/>
                  </a:lnTo>
                  <a:lnTo>
                    <a:pt x="219" y="249"/>
                  </a:lnTo>
                  <a:lnTo>
                    <a:pt x="209" y="245"/>
                  </a:lnTo>
                  <a:lnTo>
                    <a:pt x="209" y="259"/>
                  </a:lnTo>
                  <a:lnTo>
                    <a:pt x="203" y="255"/>
                  </a:lnTo>
                  <a:lnTo>
                    <a:pt x="200" y="271"/>
                  </a:lnTo>
                  <a:lnTo>
                    <a:pt x="189" y="257"/>
                  </a:lnTo>
                  <a:lnTo>
                    <a:pt x="180" y="271"/>
                  </a:lnTo>
                  <a:lnTo>
                    <a:pt x="170" y="276"/>
                  </a:lnTo>
                  <a:lnTo>
                    <a:pt x="168" y="288"/>
                  </a:lnTo>
                  <a:lnTo>
                    <a:pt x="156" y="286"/>
                  </a:lnTo>
                  <a:lnTo>
                    <a:pt x="161" y="276"/>
                  </a:lnTo>
                  <a:lnTo>
                    <a:pt x="153" y="264"/>
                  </a:lnTo>
                  <a:lnTo>
                    <a:pt x="145" y="280"/>
                  </a:lnTo>
                  <a:lnTo>
                    <a:pt x="148" y="316"/>
                  </a:lnTo>
                  <a:lnTo>
                    <a:pt x="144" y="324"/>
                  </a:lnTo>
                  <a:lnTo>
                    <a:pt x="136" y="325"/>
                  </a:lnTo>
                  <a:lnTo>
                    <a:pt x="130" y="324"/>
                  </a:lnTo>
                  <a:lnTo>
                    <a:pt x="121" y="344"/>
                  </a:lnTo>
                  <a:lnTo>
                    <a:pt x="111" y="343"/>
                  </a:lnTo>
                  <a:lnTo>
                    <a:pt x="112" y="362"/>
                  </a:lnTo>
                  <a:lnTo>
                    <a:pt x="104" y="348"/>
                  </a:lnTo>
                  <a:lnTo>
                    <a:pt x="88" y="363"/>
                  </a:lnTo>
                  <a:lnTo>
                    <a:pt x="84" y="375"/>
                  </a:lnTo>
                  <a:lnTo>
                    <a:pt x="90" y="381"/>
                  </a:lnTo>
                  <a:lnTo>
                    <a:pt x="83" y="384"/>
                  </a:lnTo>
                  <a:lnTo>
                    <a:pt x="84" y="398"/>
                  </a:lnTo>
                  <a:lnTo>
                    <a:pt x="77" y="407"/>
                  </a:lnTo>
                  <a:lnTo>
                    <a:pt x="75" y="434"/>
                  </a:lnTo>
                  <a:lnTo>
                    <a:pt x="70" y="434"/>
                  </a:lnTo>
                  <a:lnTo>
                    <a:pt x="46" y="399"/>
                  </a:lnTo>
                  <a:lnTo>
                    <a:pt x="0" y="235"/>
                  </a:lnTo>
                  <a:lnTo>
                    <a:pt x="0" y="23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63" name=""/>
            <p:cNvSpPr/>
            <p:nvPr/>
          </p:nvSpPr>
          <p:spPr>
            <a:xfrm>
              <a:off x="7508880" y="4518000"/>
              <a:ext cx="501480" cy="271440"/>
            </a:xfrm>
            <a:custGeom>
              <a:avLst/>
              <a:gdLst/>
              <a:ahLst/>
              <a:rect l="l" t="t" r="r" b="b"/>
              <a:pathLst>
                <a:path w="316" h="171">
                  <a:moveTo>
                    <a:pt x="0" y="49"/>
                  </a:moveTo>
                  <a:lnTo>
                    <a:pt x="0" y="49"/>
                  </a:lnTo>
                  <a:lnTo>
                    <a:pt x="10" y="98"/>
                  </a:lnTo>
                  <a:lnTo>
                    <a:pt x="33" y="68"/>
                  </a:lnTo>
                  <a:lnTo>
                    <a:pt x="70" y="57"/>
                  </a:lnTo>
                  <a:lnTo>
                    <a:pt x="77" y="45"/>
                  </a:lnTo>
                  <a:lnTo>
                    <a:pt x="98" y="42"/>
                  </a:lnTo>
                  <a:lnTo>
                    <a:pt x="115" y="49"/>
                  </a:lnTo>
                  <a:lnTo>
                    <a:pt x="124" y="65"/>
                  </a:lnTo>
                  <a:lnTo>
                    <a:pt x="142" y="69"/>
                  </a:lnTo>
                  <a:lnTo>
                    <a:pt x="153" y="86"/>
                  </a:lnTo>
                  <a:lnTo>
                    <a:pt x="169" y="93"/>
                  </a:lnTo>
                  <a:lnTo>
                    <a:pt x="177" y="89"/>
                  </a:lnTo>
                  <a:lnTo>
                    <a:pt x="181" y="97"/>
                  </a:lnTo>
                  <a:lnTo>
                    <a:pt x="177" y="105"/>
                  </a:lnTo>
                  <a:lnTo>
                    <a:pt x="175" y="115"/>
                  </a:lnTo>
                  <a:lnTo>
                    <a:pt x="164" y="136"/>
                  </a:lnTo>
                  <a:lnTo>
                    <a:pt x="169" y="151"/>
                  </a:lnTo>
                  <a:lnTo>
                    <a:pt x="183" y="144"/>
                  </a:lnTo>
                  <a:lnTo>
                    <a:pt x="183" y="137"/>
                  </a:lnTo>
                  <a:lnTo>
                    <a:pt x="194" y="151"/>
                  </a:lnTo>
                  <a:lnTo>
                    <a:pt x="198" y="144"/>
                  </a:lnTo>
                  <a:lnTo>
                    <a:pt x="204" y="155"/>
                  </a:lnTo>
                  <a:lnTo>
                    <a:pt x="207" y="151"/>
                  </a:lnTo>
                  <a:lnTo>
                    <a:pt x="220" y="155"/>
                  </a:lnTo>
                  <a:lnTo>
                    <a:pt x="227" y="154"/>
                  </a:lnTo>
                  <a:lnTo>
                    <a:pt x="238" y="163"/>
                  </a:lnTo>
                  <a:lnTo>
                    <a:pt x="229" y="146"/>
                  </a:lnTo>
                  <a:lnTo>
                    <a:pt x="207" y="129"/>
                  </a:lnTo>
                  <a:lnTo>
                    <a:pt x="228" y="140"/>
                  </a:lnTo>
                  <a:lnTo>
                    <a:pt x="214" y="122"/>
                  </a:lnTo>
                  <a:lnTo>
                    <a:pt x="211" y="107"/>
                  </a:lnTo>
                  <a:lnTo>
                    <a:pt x="212" y="68"/>
                  </a:lnTo>
                  <a:lnTo>
                    <a:pt x="200" y="61"/>
                  </a:lnTo>
                  <a:lnTo>
                    <a:pt x="227" y="36"/>
                  </a:lnTo>
                  <a:lnTo>
                    <a:pt x="228" y="20"/>
                  </a:lnTo>
                  <a:lnTo>
                    <a:pt x="242" y="21"/>
                  </a:lnTo>
                  <a:lnTo>
                    <a:pt x="239" y="36"/>
                  </a:lnTo>
                  <a:lnTo>
                    <a:pt x="228" y="40"/>
                  </a:lnTo>
                  <a:lnTo>
                    <a:pt x="224" y="54"/>
                  </a:lnTo>
                  <a:lnTo>
                    <a:pt x="227" y="67"/>
                  </a:lnTo>
                  <a:lnTo>
                    <a:pt x="234" y="63"/>
                  </a:lnTo>
                  <a:lnTo>
                    <a:pt x="230" y="77"/>
                  </a:lnTo>
                  <a:lnTo>
                    <a:pt x="232" y="86"/>
                  </a:lnTo>
                  <a:lnTo>
                    <a:pt x="234" y="95"/>
                  </a:lnTo>
                  <a:lnTo>
                    <a:pt x="228" y="89"/>
                  </a:lnTo>
                  <a:lnTo>
                    <a:pt x="225" y="101"/>
                  </a:lnTo>
                  <a:lnTo>
                    <a:pt x="239" y="97"/>
                  </a:lnTo>
                  <a:lnTo>
                    <a:pt x="239" y="107"/>
                  </a:lnTo>
                  <a:lnTo>
                    <a:pt x="247" y="112"/>
                  </a:lnTo>
                  <a:lnTo>
                    <a:pt x="232" y="110"/>
                  </a:lnTo>
                  <a:lnTo>
                    <a:pt x="237" y="134"/>
                  </a:lnTo>
                  <a:lnTo>
                    <a:pt x="252" y="144"/>
                  </a:lnTo>
                  <a:lnTo>
                    <a:pt x="260" y="132"/>
                  </a:lnTo>
                  <a:lnTo>
                    <a:pt x="263" y="151"/>
                  </a:lnTo>
                  <a:lnTo>
                    <a:pt x="273" y="147"/>
                  </a:lnTo>
                  <a:lnTo>
                    <a:pt x="267" y="155"/>
                  </a:lnTo>
                  <a:lnTo>
                    <a:pt x="275" y="155"/>
                  </a:lnTo>
                  <a:lnTo>
                    <a:pt x="269" y="166"/>
                  </a:lnTo>
                  <a:lnTo>
                    <a:pt x="272" y="170"/>
                  </a:lnTo>
                  <a:lnTo>
                    <a:pt x="286" y="163"/>
                  </a:lnTo>
                  <a:lnTo>
                    <a:pt x="303" y="152"/>
                  </a:lnTo>
                  <a:lnTo>
                    <a:pt x="310" y="129"/>
                  </a:lnTo>
                  <a:lnTo>
                    <a:pt x="311" y="144"/>
                  </a:lnTo>
                  <a:lnTo>
                    <a:pt x="310" y="151"/>
                  </a:lnTo>
                  <a:lnTo>
                    <a:pt x="305" y="162"/>
                  </a:lnTo>
                  <a:lnTo>
                    <a:pt x="306" y="168"/>
                  </a:lnTo>
                  <a:lnTo>
                    <a:pt x="312" y="150"/>
                  </a:lnTo>
                  <a:lnTo>
                    <a:pt x="315" y="107"/>
                  </a:lnTo>
                  <a:lnTo>
                    <a:pt x="296" y="112"/>
                  </a:lnTo>
                  <a:lnTo>
                    <a:pt x="272" y="117"/>
                  </a:lnTo>
                  <a:lnTo>
                    <a:pt x="270" y="108"/>
                  </a:lnTo>
                  <a:lnTo>
                    <a:pt x="243" y="0"/>
                  </a:lnTo>
                  <a:lnTo>
                    <a:pt x="0" y="49"/>
                  </a:lnTo>
                  <a:lnTo>
                    <a:pt x="0" y="4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1764" name=""/>
            <p:cNvGrpSpPr/>
            <p:nvPr/>
          </p:nvGrpSpPr>
          <p:grpSpPr>
            <a:xfrm>
              <a:off x="8058240" y="3929040"/>
              <a:ext cx="382320" cy="228600"/>
              <a:chOff x="8058240" y="3929040"/>
              <a:chExt cx="382320" cy="228600"/>
            </a:xfrm>
          </p:grpSpPr>
          <p:sp>
            <p:nvSpPr>
              <p:cNvPr id="1765" name=""/>
              <p:cNvSpPr/>
              <p:nvPr/>
            </p:nvSpPr>
            <p:spPr>
              <a:xfrm>
                <a:off x="8058240" y="3929040"/>
                <a:ext cx="368280" cy="206280"/>
              </a:xfrm>
              <a:custGeom>
                <a:avLst/>
                <a:gdLst/>
                <a:ahLst/>
                <a:rect l="l" t="t" r="r" b="b"/>
                <a:pathLst>
                  <a:path w="232" h="130">
                    <a:moveTo>
                      <a:pt x="0" y="52"/>
                    </a:moveTo>
                    <a:lnTo>
                      <a:pt x="0" y="52"/>
                    </a:lnTo>
                    <a:lnTo>
                      <a:pt x="0" y="120"/>
                    </a:lnTo>
                    <a:lnTo>
                      <a:pt x="106" y="95"/>
                    </a:lnTo>
                    <a:lnTo>
                      <a:pt x="125" y="87"/>
                    </a:lnTo>
                    <a:lnTo>
                      <a:pt x="134" y="89"/>
                    </a:lnTo>
                    <a:lnTo>
                      <a:pt x="142" y="108"/>
                    </a:lnTo>
                    <a:lnTo>
                      <a:pt x="154" y="110"/>
                    </a:lnTo>
                    <a:lnTo>
                      <a:pt x="162" y="128"/>
                    </a:lnTo>
                    <a:lnTo>
                      <a:pt x="169" y="129"/>
                    </a:lnTo>
                    <a:lnTo>
                      <a:pt x="172" y="117"/>
                    </a:lnTo>
                    <a:lnTo>
                      <a:pt x="178" y="112"/>
                    </a:lnTo>
                    <a:lnTo>
                      <a:pt x="181" y="102"/>
                    </a:lnTo>
                    <a:lnTo>
                      <a:pt x="184" y="101"/>
                    </a:lnTo>
                    <a:lnTo>
                      <a:pt x="190" y="117"/>
                    </a:lnTo>
                    <a:lnTo>
                      <a:pt x="200" y="112"/>
                    </a:lnTo>
                    <a:lnTo>
                      <a:pt x="201" y="105"/>
                    </a:lnTo>
                    <a:lnTo>
                      <a:pt x="216" y="99"/>
                    </a:lnTo>
                    <a:lnTo>
                      <a:pt x="225" y="96"/>
                    </a:lnTo>
                    <a:lnTo>
                      <a:pt x="231" y="102"/>
                    </a:lnTo>
                    <a:lnTo>
                      <a:pt x="229" y="83"/>
                    </a:lnTo>
                    <a:lnTo>
                      <a:pt x="218" y="62"/>
                    </a:lnTo>
                    <a:lnTo>
                      <a:pt x="211" y="58"/>
                    </a:lnTo>
                    <a:lnTo>
                      <a:pt x="204" y="58"/>
                    </a:lnTo>
                    <a:lnTo>
                      <a:pt x="206" y="64"/>
                    </a:lnTo>
                    <a:lnTo>
                      <a:pt x="211" y="64"/>
                    </a:lnTo>
                    <a:lnTo>
                      <a:pt x="215" y="65"/>
                    </a:lnTo>
                    <a:lnTo>
                      <a:pt x="221" y="73"/>
                    </a:lnTo>
                    <a:lnTo>
                      <a:pt x="224" y="78"/>
                    </a:lnTo>
                    <a:lnTo>
                      <a:pt x="220" y="87"/>
                    </a:lnTo>
                    <a:lnTo>
                      <a:pt x="201" y="96"/>
                    </a:lnTo>
                    <a:lnTo>
                      <a:pt x="193" y="91"/>
                    </a:lnTo>
                    <a:lnTo>
                      <a:pt x="187" y="78"/>
                    </a:lnTo>
                    <a:lnTo>
                      <a:pt x="178" y="78"/>
                    </a:lnTo>
                    <a:lnTo>
                      <a:pt x="179" y="72"/>
                    </a:lnTo>
                    <a:lnTo>
                      <a:pt x="170" y="58"/>
                    </a:lnTo>
                    <a:lnTo>
                      <a:pt x="157" y="53"/>
                    </a:lnTo>
                    <a:lnTo>
                      <a:pt x="156" y="58"/>
                    </a:lnTo>
                    <a:lnTo>
                      <a:pt x="149" y="57"/>
                    </a:lnTo>
                    <a:lnTo>
                      <a:pt x="146" y="51"/>
                    </a:lnTo>
                    <a:lnTo>
                      <a:pt x="147" y="41"/>
                    </a:lnTo>
                    <a:lnTo>
                      <a:pt x="155" y="36"/>
                    </a:lnTo>
                    <a:lnTo>
                      <a:pt x="152" y="29"/>
                    </a:lnTo>
                    <a:lnTo>
                      <a:pt x="163" y="21"/>
                    </a:lnTo>
                    <a:lnTo>
                      <a:pt x="152" y="14"/>
                    </a:lnTo>
                    <a:lnTo>
                      <a:pt x="147" y="0"/>
                    </a:lnTo>
                    <a:lnTo>
                      <a:pt x="125" y="18"/>
                    </a:lnTo>
                    <a:lnTo>
                      <a:pt x="49" y="39"/>
                    </a:lnTo>
                    <a:lnTo>
                      <a:pt x="0" y="52"/>
                    </a:lnTo>
                    <a:lnTo>
                      <a:pt x="0" y="5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66" name=""/>
              <p:cNvSpPr/>
              <p:nvPr/>
            </p:nvSpPr>
            <p:spPr>
              <a:xfrm>
                <a:off x="8352000" y="4125960"/>
                <a:ext cx="34920" cy="31680"/>
              </a:xfrm>
              <a:custGeom>
                <a:avLst/>
                <a:gdLst/>
                <a:ahLst/>
                <a:rect l="l" t="t" r="r" b="b"/>
                <a:pathLst>
                  <a:path w="22" h="20">
                    <a:moveTo>
                      <a:pt x="0" y="19"/>
                    </a:moveTo>
                    <a:lnTo>
                      <a:pt x="0" y="19"/>
                    </a:lnTo>
                    <a:lnTo>
                      <a:pt x="9" y="0"/>
                    </a:lnTo>
                    <a:lnTo>
                      <a:pt x="21" y="7"/>
                    </a:lnTo>
                    <a:lnTo>
                      <a:pt x="0" y="19"/>
                    </a:lnTo>
                    <a:lnTo>
                      <a:pt x="0" y="19"/>
                    </a:lnTo>
                  </a:path>
                </a:pathLst>
              </a:custGeom>
              <a:solidFill>
                <a:srgbClr val="0000ff"/>
              </a:solidFill>
              <a:ln w="31680">
                <a:solidFill>
                  <a:srgbClr val="000000"/>
                </a:solidFill>
                <a:round/>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1767" name=""/>
              <p:cNvSpPr/>
              <p:nvPr/>
            </p:nvSpPr>
            <p:spPr>
              <a:xfrm>
                <a:off x="8413920" y="4122720"/>
                <a:ext cx="26640" cy="20520"/>
              </a:xfrm>
              <a:custGeom>
                <a:avLst/>
                <a:gdLst/>
                <a:ahLst/>
                <a:rect l="l" t="t" r="r" b="b"/>
                <a:pathLst>
                  <a:path w="17" h="13">
                    <a:moveTo>
                      <a:pt x="0" y="12"/>
                    </a:moveTo>
                    <a:lnTo>
                      <a:pt x="0" y="12"/>
                    </a:lnTo>
                    <a:lnTo>
                      <a:pt x="10" y="0"/>
                    </a:lnTo>
                    <a:lnTo>
                      <a:pt x="16" y="9"/>
                    </a:lnTo>
                    <a:lnTo>
                      <a:pt x="0" y="12"/>
                    </a:lnTo>
                    <a:lnTo>
                      <a:pt x="0" y="12"/>
                    </a:lnTo>
                  </a:path>
                </a:pathLst>
              </a:custGeom>
              <a:solidFill>
                <a:srgbClr val="0000ff"/>
              </a:solidFill>
              <a:ln w="31680">
                <a:solidFill>
                  <a:srgbClr val="000000"/>
                </a:solidFill>
                <a:round/>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grpSp>
        <p:grpSp>
          <p:nvGrpSpPr>
            <p:cNvPr id="1768" name=""/>
            <p:cNvGrpSpPr/>
            <p:nvPr/>
          </p:nvGrpSpPr>
          <p:grpSpPr>
            <a:xfrm>
              <a:off x="6311880" y="3554280"/>
              <a:ext cx="830160" cy="846360"/>
              <a:chOff x="6311880" y="3554280"/>
              <a:chExt cx="830160" cy="846360"/>
            </a:xfrm>
          </p:grpSpPr>
          <p:sp>
            <p:nvSpPr>
              <p:cNvPr id="1769" name=""/>
              <p:cNvSpPr/>
              <p:nvPr/>
            </p:nvSpPr>
            <p:spPr>
              <a:xfrm>
                <a:off x="6311880" y="3554280"/>
                <a:ext cx="630360" cy="354240"/>
              </a:xfrm>
              <a:custGeom>
                <a:avLst/>
                <a:gdLst/>
                <a:ahLst/>
                <a:rect l="l" t="t" r="r" b="b"/>
                <a:pathLst>
                  <a:path w="397" h="223">
                    <a:moveTo>
                      <a:pt x="0" y="96"/>
                    </a:moveTo>
                    <a:lnTo>
                      <a:pt x="0" y="96"/>
                    </a:lnTo>
                    <a:lnTo>
                      <a:pt x="29" y="121"/>
                    </a:lnTo>
                    <a:lnTo>
                      <a:pt x="107" y="142"/>
                    </a:lnTo>
                    <a:lnTo>
                      <a:pt x="140" y="147"/>
                    </a:lnTo>
                    <a:lnTo>
                      <a:pt x="146" y="159"/>
                    </a:lnTo>
                    <a:lnTo>
                      <a:pt x="161" y="163"/>
                    </a:lnTo>
                    <a:lnTo>
                      <a:pt x="180" y="222"/>
                    </a:lnTo>
                    <a:lnTo>
                      <a:pt x="197" y="177"/>
                    </a:lnTo>
                    <a:lnTo>
                      <a:pt x="200" y="167"/>
                    </a:lnTo>
                    <a:lnTo>
                      <a:pt x="205" y="160"/>
                    </a:lnTo>
                    <a:lnTo>
                      <a:pt x="205" y="154"/>
                    </a:lnTo>
                    <a:lnTo>
                      <a:pt x="213" y="141"/>
                    </a:lnTo>
                    <a:lnTo>
                      <a:pt x="215" y="142"/>
                    </a:lnTo>
                    <a:lnTo>
                      <a:pt x="212" y="150"/>
                    </a:lnTo>
                    <a:lnTo>
                      <a:pt x="214" y="162"/>
                    </a:lnTo>
                    <a:lnTo>
                      <a:pt x="220" y="158"/>
                    </a:lnTo>
                    <a:lnTo>
                      <a:pt x="222" y="146"/>
                    </a:lnTo>
                    <a:lnTo>
                      <a:pt x="232" y="147"/>
                    </a:lnTo>
                    <a:lnTo>
                      <a:pt x="237" y="139"/>
                    </a:lnTo>
                    <a:lnTo>
                      <a:pt x="238" y="143"/>
                    </a:lnTo>
                    <a:lnTo>
                      <a:pt x="229" y="163"/>
                    </a:lnTo>
                    <a:lnTo>
                      <a:pt x="235" y="167"/>
                    </a:lnTo>
                    <a:lnTo>
                      <a:pt x="241" y="154"/>
                    </a:lnTo>
                    <a:lnTo>
                      <a:pt x="250" y="150"/>
                    </a:lnTo>
                    <a:lnTo>
                      <a:pt x="256" y="133"/>
                    </a:lnTo>
                    <a:lnTo>
                      <a:pt x="279" y="130"/>
                    </a:lnTo>
                    <a:lnTo>
                      <a:pt x="290" y="128"/>
                    </a:lnTo>
                    <a:lnTo>
                      <a:pt x="307" y="114"/>
                    </a:lnTo>
                    <a:lnTo>
                      <a:pt x="331" y="119"/>
                    </a:lnTo>
                    <a:lnTo>
                      <a:pt x="347" y="132"/>
                    </a:lnTo>
                    <a:lnTo>
                      <a:pt x="349" y="115"/>
                    </a:lnTo>
                    <a:lnTo>
                      <a:pt x="359" y="114"/>
                    </a:lnTo>
                    <a:lnTo>
                      <a:pt x="380" y="116"/>
                    </a:lnTo>
                    <a:lnTo>
                      <a:pt x="396" y="110"/>
                    </a:lnTo>
                    <a:lnTo>
                      <a:pt x="373" y="97"/>
                    </a:lnTo>
                    <a:lnTo>
                      <a:pt x="369" y="74"/>
                    </a:lnTo>
                    <a:lnTo>
                      <a:pt x="351" y="78"/>
                    </a:lnTo>
                    <a:lnTo>
                      <a:pt x="346" y="74"/>
                    </a:lnTo>
                    <a:lnTo>
                      <a:pt x="339" y="78"/>
                    </a:lnTo>
                    <a:lnTo>
                      <a:pt x="329" y="76"/>
                    </a:lnTo>
                    <a:lnTo>
                      <a:pt x="323" y="75"/>
                    </a:lnTo>
                    <a:lnTo>
                      <a:pt x="322" y="60"/>
                    </a:lnTo>
                    <a:lnTo>
                      <a:pt x="325" y="48"/>
                    </a:lnTo>
                    <a:lnTo>
                      <a:pt x="308" y="52"/>
                    </a:lnTo>
                    <a:lnTo>
                      <a:pt x="293" y="59"/>
                    </a:lnTo>
                    <a:lnTo>
                      <a:pt x="253" y="66"/>
                    </a:lnTo>
                    <a:lnTo>
                      <a:pt x="226" y="93"/>
                    </a:lnTo>
                    <a:lnTo>
                      <a:pt x="220" y="87"/>
                    </a:lnTo>
                    <a:lnTo>
                      <a:pt x="215" y="90"/>
                    </a:lnTo>
                    <a:lnTo>
                      <a:pt x="204" y="83"/>
                    </a:lnTo>
                    <a:lnTo>
                      <a:pt x="197" y="85"/>
                    </a:lnTo>
                    <a:lnTo>
                      <a:pt x="183" y="89"/>
                    </a:lnTo>
                    <a:lnTo>
                      <a:pt x="163" y="58"/>
                    </a:lnTo>
                    <a:lnTo>
                      <a:pt x="139" y="55"/>
                    </a:lnTo>
                    <a:lnTo>
                      <a:pt x="132" y="55"/>
                    </a:lnTo>
                    <a:lnTo>
                      <a:pt x="128" y="62"/>
                    </a:lnTo>
                    <a:lnTo>
                      <a:pt x="132" y="50"/>
                    </a:lnTo>
                    <a:lnTo>
                      <a:pt x="120" y="59"/>
                    </a:lnTo>
                    <a:lnTo>
                      <a:pt x="116" y="69"/>
                    </a:lnTo>
                    <a:lnTo>
                      <a:pt x="116" y="52"/>
                    </a:lnTo>
                    <a:lnTo>
                      <a:pt x="128" y="28"/>
                    </a:lnTo>
                    <a:lnTo>
                      <a:pt x="142" y="8"/>
                    </a:lnTo>
                    <a:lnTo>
                      <a:pt x="156" y="4"/>
                    </a:lnTo>
                    <a:lnTo>
                      <a:pt x="154" y="0"/>
                    </a:lnTo>
                    <a:lnTo>
                      <a:pt x="130" y="2"/>
                    </a:lnTo>
                    <a:lnTo>
                      <a:pt x="116" y="10"/>
                    </a:lnTo>
                    <a:lnTo>
                      <a:pt x="111" y="20"/>
                    </a:lnTo>
                    <a:lnTo>
                      <a:pt x="94" y="34"/>
                    </a:lnTo>
                    <a:lnTo>
                      <a:pt x="86" y="49"/>
                    </a:lnTo>
                    <a:lnTo>
                      <a:pt x="72" y="52"/>
                    </a:lnTo>
                    <a:lnTo>
                      <a:pt x="67" y="59"/>
                    </a:lnTo>
                    <a:lnTo>
                      <a:pt x="61" y="65"/>
                    </a:lnTo>
                    <a:lnTo>
                      <a:pt x="36" y="69"/>
                    </a:lnTo>
                    <a:lnTo>
                      <a:pt x="29" y="76"/>
                    </a:lnTo>
                    <a:lnTo>
                      <a:pt x="20" y="86"/>
                    </a:lnTo>
                    <a:lnTo>
                      <a:pt x="0" y="96"/>
                    </a:lnTo>
                    <a:lnTo>
                      <a:pt x="0" y="9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70" name=""/>
              <p:cNvSpPr/>
              <p:nvPr/>
            </p:nvSpPr>
            <p:spPr>
              <a:xfrm>
                <a:off x="6715080" y="3773520"/>
                <a:ext cx="426960" cy="627120"/>
              </a:xfrm>
              <a:custGeom>
                <a:avLst/>
                <a:gdLst/>
                <a:ahLst/>
                <a:rect l="l" t="t" r="r" b="b"/>
                <a:pathLst>
                  <a:path w="269" h="395">
                    <a:moveTo>
                      <a:pt x="0" y="394"/>
                    </a:moveTo>
                    <a:lnTo>
                      <a:pt x="0" y="394"/>
                    </a:lnTo>
                    <a:lnTo>
                      <a:pt x="25" y="346"/>
                    </a:lnTo>
                    <a:lnTo>
                      <a:pt x="31" y="329"/>
                    </a:lnTo>
                    <a:lnTo>
                      <a:pt x="33" y="295"/>
                    </a:lnTo>
                    <a:lnTo>
                      <a:pt x="26" y="263"/>
                    </a:lnTo>
                    <a:lnTo>
                      <a:pt x="12" y="231"/>
                    </a:lnTo>
                    <a:lnTo>
                      <a:pt x="4" y="213"/>
                    </a:lnTo>
                    <a:lnTo>
                      <a:pt x="9" y="198"/>
                    </a:lnTo>
                    <a:lnTo>
                      <a:pt x="2" y="176"/>
                    </a:lnTo>
                    <a:lnTo>
                      <a:pt x="10" y="163"/>
                    </a:lnTo>
                    <a:lnTo>
                      <a:pt x="15" y="130"/>
                    </a:lnTo>
                    <a:lnTo>
                      <a:pt x="14" y="114"/>
                    </a:lnTo>
                    <a:lnTo>
                      <a:pt x="24" y="102"/>
                    </a:lnTo>
                    <a:lnTo>
                      <a:pt x="24" y="93"/>
                    </a:lnTo>
                    <a:lnTo>
                      <a:pt x="38" y="84"/>
                    </a:lnTo>
                    <a:lnTo>
                      <a:pt x="53" y="60"/>
                    </a:lnTo>
                    <a:lnTo>
                      <a:pt x="51" y="98"/>
                    </a:lnTo>
                    <a:lnTo>
                      <a:pt x="62" y="92"/>
                    </a:lnTo>
                    <a:lnTo>
                      <a:pt x="62" y="59"/>
                    </a:lnTo>
                    <a:lnTo>
                      <a:pt x="76" y="40"/>
                    </a:lnTo>
                    <a:lnTo>
                      <a:pt x="87" y="38"/>
                    </a:lnTo>
                    <a:lnTo>
                      <a:pt x="78" y="32"/>
                    </a:lnTo>
                    <a:lnTo>
                      <a:pt x="75" y="21"/>
                    </a:lnTo>
                    <a:lnTo>
                      <a:pt x="80" y="5"/>
                    </a:lnTo>
                    <a:lnTo>
                      <a:pt x="93" y="0"/>
                    </a:lnTo>
                    <a:lnTo>
                      <a:pt x="126" y="9"/>
                    </a:lnTo>
                    <a:lnTo>
                      <a:pt x="137" y="22"/>
                    </a:lnTo>
                    <a:lnTo>
                      <a:pt x="172" y="30"/>
                    </a:lnTo>
                    <a:lnTo>
                      <a:pt x="181" y="44"/>
                    </a:lnTo>
                    <a:lnTo>
                      <a:pt x="191" y="56"/>
                    </a:lnTo>
                    <a:lnTo>
                      <a:pt x="181" y="56"/>
                    </a:lnTo>
                    <a:lnTo>
                      <a:pt x="181" y="66"/>
                    </a:lnTo>
                    <a:lnTo>
                      <a:pt x="192" y="80"/>
                    </a:lnTo>
                    <a:lnTo>
                      <a:pt x="195" y="108"/>
                    </a:lnTo>
                    <a:lnTo>
                      <a:pt x="195" y="125"/>
                    </a:lnTo>
                    <a:lnTo>
                      <a:pt x="184" y="143"/>
                    </a:lnTo>
                    <a:lnTo>
                      <a:pt x="181" y="154"/>
                    </a:lnTo>
                    <a:lnTo>
                      <a:pt x="168" y="160"/>
                    </a:lnTo>
                    <a:lnTo>
                      <a:pt x="165" y="170"/>
                    </a:lnTo>
                    <a:lnTo>
                      <a:pt x="166" y="189"/>
                    </a:lnTo>
                    <a:lnTo>
                      <a:pt x="181" y="200"/>
                    </a:lnTo>
                    <a:lnTo>
                      <a:pt x="194" y="182"/>
                    </a:lnTo>
                    <a:lnTo>
                      <a:pt x="203" y="159"/>
                    </a:lnTo>
                    <a:lnTo>
                      <a:pt x="225" y="148"/>
                    </a:lnTo>
                    <a:lnTo>
                      <a:pt x="240" y="155"/>
                    </a:lnTo>
                    <a:lnTo>
                      <a:pt x="249" y="177"/>
                    </a:lnTo>
                    <a:lnTo>
                      <a:pt x="263" y="227"/>
                    </a:lnTo>
                    <a:lnTo>
                      <a:pt x="268" y="242"/>
                    </a:lnTo>
                    <a:lnTo>
                      <a:pt x="263" y="255"/>
                    </a:lnTo>
                    <a:lnTo>
                      <a:pt x="266" y="276"/>
                    </a:lnTo>
                    <a:lnTo>
                      <a:pt x="262" y="284"/>
                    </a:lnTo>
                    <a:lnTo>
                      <a:pt x="254" y="276"/>
                    </a:lnTo>
                    <a:lnTo>
                      <a:pt x="247" y="280"/>
                    </a:lnTo>
                    <a:lnTo>
                      <a:pt x="246" y="299"/>
                    </a:lnTo>
                    <a:lnTo>
                      <a:pt x="244" y="305"/>
                    </a:lnTo>
                    <a:lnTo>
                      <a:pt x="231" y="315"/>
                    </a:lnTo>
                    <a:lnTo>
                      <a:pt x="231" y="338"/>
                    </a:lnTo>
                    <a:lnTo>
                      <a:pt x="224" y="350"/>
                    </a:lnTo>
                    <a:lnTo>
                      <a:pt x="217" y="370"/>
                    </a:lnTo>
                    <a:lnTo>
                      <a:pt x="130" y="385"/>
                    </a:lnTo>
                    <a:lnTo>
                      <a:pt x="128" y="378"/>
                    </a:lnTo>
                    <a:lnTo>
                      <a:pt x="0" y="394"/>
                    </a:lnTo>
                    <a:lnTo>
                      <a:pt x="0" y="394"/>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771" name=""/>
            <p:cNvSpPr/>
            <p:nvPr/>
          </p:nvSpPr>
          <p:spPr>
            <a:xfrm>
              <a:off x="5664240" y="3298680"/>
              <a:ext cx="725400" cy="885960"/>
            </a:xfrm>
            <a:custGeom>
              <a:avLst/>
              <a:gdLst/>
              <a:ahLst/>
              <a:rect l="l" t="t" r="r" b="b"/>
              <a:pathLst>
                <a:path w="457" h="558">
                  <a:moveTo>
                    <a:pt x="0" y="36"/>
                  </a:moveTo>
                  <a:lnTo>
                    <a:pt x="0" y="36"/>
                  </a:lnTo>
                  <a:lnTo>
                    <a:pt x="4" y="115"/>
                  </a:lnTo>
                  <a:lnTo>
                    <a:pt x="20" y="177"/>
                  </a:lnTo>
                  <a:lnTo>
                    <a:pt x="22" y="258"/>
                  </a:lnTo>
                  <a:lnTo>
                    <a:pt x="35" y="324"/>
                  </a:lnTo>
                  <a:lnTo>
                    <a:pt x="18" y="358"/>
                  </a:lnTo>
                  <a:lnTo>
                    <a:pt x="41" y="383"/>
                  </a:lnTo>
                  <a:lnTo>
                    <a:pt x="41" y="557"/>
                  </a:lnTo>
                  <a:lnTo>
                    <a:pt x="369" y="549"/>
                  </a:lnTo>
                  <a:lnTo>
                    <a:pt x="365" y="516"/>
                  </a:lnTo>
                  <a:lnTo>
                    <a:pt x="354" y="502"/>
                  </a:lnTo>
                  <a:lnTo>
                    <a:pt x="330" y="485"/>
                  </a:lnTo>
                  <a:lnTo>
                    <a:pt x="312" y="464"/>
                  </a:lnTo>
                  <a:lnTo>
                    <a:pt x="266" y="434"/>
                  </a:lnTo>
                  <a:lnTo>
                    <a:pt x="268" y="383"/>
                  </a:lnTo>
                  <a:lnTo>
                    <a:pt x="260" y="350"/>
                  </a:lnTo>
                  <a:lnTo>
                    <a:pt x="296" y="302"/>
                  </a:lnTo>
                  <a:lnTo>
                    <a:pt x="294" y="254"/>
                  </a:lnTo>
                  <a:lnTo>
                    <a:pt x="301" y="245"/>
                  </a:lnTo>
                  <a:lnTo>
                    <a:pt x="346" y="205"/>
                  </a:lnTo>
                  <a:lnTo>
                    <a:pt x="367" y="175"/>
                  </a:lnTo>
                  <a:lnTo>
                    <a:pt x="396" y="150"/>
                  </a:lnTo>
                  <a:lnTo>
                    <a:pt x="456" y="119"/>
                  </a:lnTo>
                  <a:lnTo>
                    <a:pt x="432" y="120"/>
                  </a:lnTo>
                  <a:lnTo>
                    <a:pt x="413" y="109"/>
                  </a:lnTo>
                  <a:lnTo>
                    <a:pt x="381" y="114"/>
                  </a:lnTo>
                  <a:lnTo>
                    <a:pt x="373" y="99"/>
                  </a:lnTo>
                  <a:lnTo>
                    <a:pt x="364" y="107"/>
                  </a:lnTo>
                  <a:lnTo>
                    <a:pt x="342" y="120"/>
                  </a:lnTo>
                  <a:lnTo>
                    <a:pt x="326" y="115"/>
                  </a:lnTo>
                  <a:lnTo>
                    <a:pt x="319" y="109"/>
                  </a:lnTo>
                  <a:lnTo>
                    <a:pt x="306" y="105"/>
                  </a:lnTo>
                  <a:lnTo>
                    <a:pt x="301" y="93"/>
                  </a:lnTo>
                  <a:lnTo>
                    <a:pt x="290" y="94"/>
                  </a:lnTo>
                  <a:lnTo>
                    <a:pt x="290" y="106"/>
                  </a:lnTo>
                  <a:lnTo>
                    <a:pt x="284" y="108"/>
                  </a:lnTo>
                  <a:lnTo>
                    <a:pt x="278" y="86"/>
                  </a:lnTo>
                  <a:lnTo>
                    <a:pt x="265" y="86"/>
                  </a:lnTo>
                  <a:lnTo>
                    <a:pt x="268" y="75"/>
                  </a:lnTo>
                  <a:lnTo>
                    <a:pt x="243" y="70"/>
                  </a:lnTo>
                  <a:lnTo>
                    <a:pt x="233" y="69"/>
                  </a:lnTo>
                  <a:lnTo>
                    <a:pt x="201" y="82"/>
                  </a:lnTo>
                  <a:lnTo>
                    <a:pt x="197" y="70"/>
                  </a:lnTo>
                  <a:lnTo>
                    <a:pt x="148" y="58"/>
                  </a:lnTo>
                  <a:lnTo>
                    <a:pt x="139" y="4"/>
                  </a:lnTo>
                  <a:lnTo>
                    <a:pt x="120" y="0"/>
                  </a:lnTo>
                  <a:lnTo>
                    <a:pt x="120" y="36"/>
                  </a:lnTo>
                  <a:lnTo>
                    <a:pt x="0" y="36"/>
                  </a:lnTo>
                  <a:lnTo>
                    <a:pt x="0" y="3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72" name=""/>
            <p:cNvSpPr/>
            <p:nvPr/>
          </p:nvSpPr>
          <p:spPr>
            <a:xfrm>
              <a:off x="6280200" y="5433840"/>
              <a:ext cx="392040" cy="735120"/>
            </a:xfrm>
            <a:custGeom>
              <a:avLst/>
              <a:gdLst/>
              <a:ahLst/>
              <a:rect l="l" t="t" r="r" b="b"/>
              <a:pathLst>
                <a:path w="247" h="463">
                  <a:moveTo>
                    <a:pt x="0" y="392"/>
                  </a:moveTo>
                  <a:lnTo>
                    <a:pt x="0" y="392"/>
                  </a:lnTo>
                  <a:lnTo>
                    <a:pt x="2" y="376"/>
                  </a:lnTo>
                  <a:lnTo>
                    <a:pt x="18" y="322"/>
                  </a:lnTo>
                  <a:lnTo>
                    <a:pt x="42" y="287"/>
                  </a:lnTo>
                  <a:lnTo>
                    <a:pt x="35" y="277"/>
                  </a:lnTo>
                  <a:lnTo>
                    <a:pt x="39" y="243"/>
                  </a:lnTo>
                  <a:lnTo>
                    <a:pt x="24" y="204"/>
                  </a:lnTo>
                  <a:lnTo>
                    <a:pt x="22" y="151"/>
                  </a:lnTo>
                  <a:lnTo>
                    <a:pt x="40" y="96"/>
                  </a:lnTo>
                  <a:lnTo>
                    <a:pt x="64" y="55"/>
                  </a:lnTo>
                  <a:lnTo>
                    <a:pt x="64" y="45"/>
                  </a:lnTo>
                  <a:lnTo>
                    <a:pt x="83" y="11"/>
                  </a:lnTo>
                  <a:lnTo>
                    <a:pt x="231" y="0"/>
                  </a:lnTo>
                  <a:lnTo>
                    <a:pt x="237" y="7"/>
                  </a:lnTo>
                  <a:lnTo>
                    <a:pt x="231" y="295"/>
                  </a:lnTo>
                  <a:lnTo>
                    <a:pt x="246" y="436"/>
                  </a:lnTo>
                  <a:lnTo>
                    <a:pt x="240" y="441"/>
                  </a:lnTo>
                  <a:lnTo>
                    <a:pt x="231" y="436"/>
                  </a:lnTo>
                  <a:lnTo>
                    <a:pt x="220" y="441"/>
                  </a:lnTo>
                  <a:lnTo>
                    <a:pt x="209" y="434"/>
                  </a:lnTo>
                  <a:lnTo>
                    <a:pt x="209" y="438"/>
                  </a:lnTo>
                  <a:lnTo>
                    <a:pt x="196" y="439"/>
                  </a:lnTo>
                  <a:lnTo>
                    <a:pt x="182" y="448"/>
                  </a:lnTo>
                  <a:lnTo>
                    <a:pt x="177" y="443"/>
                  </a:lnTo>
                  <a:lnTo>
                    <a:pt x="169" y="459"/>
                  </a:lnTo>
                  <a:lnTo>
                    <a:pt x="161" y="462"/>
                  </a:lnTo>
                  <a:lnTo>
                    <a:pt x="137" y="418"/>
                  </a:lnTo>
                  <a:lnTo>
                    <a:pt x="141" y="386"/>
                  </a:lnTo>
                  <a:lnTo>
                    <a:pt x="0" y="392"/>
                  </a:lnTo>
                  <a:lnTo>
                    <a:pt x="0" y="39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73" name=""/>
            <p:cNvSpPr/>
            <p:nvPr/>
          </p:nvSpPr>
          <p:spPr>
            <a:xfrm>
              <a:off x="5796000" y="4608360"/>
              <a:ext cx="731880" cy="689040"/>
            </a:xfrm>
            <a:custGeom>
              <a:avLst/>
              <a:gdLst/>
              <a:ahLst/>
              <a:rect l="l" t="t" r="r" b="b"/>
              <a:pathLst>
                <a:path w="461" h="434">
                  <a:moveTo>
                    <a:pt x="0" y="6"/>
                  </a:moveTo>
                  <a:lnTo>
                    <a:pt x="0" y="6"/>
                  </a:lnTo>
                  <a:lnTo>
                    <a:pt x="27" y="62"/>
                  </a:lnTo>
                  <a:lnTo>
                    <a:pt x="41" y="75"/>
                  </a:lnTo>
                  <a:lnTo>
                    <a:pt x="50" y="72"/>
                  </a:lnTo>
                  <a:lnTo>
                    <a:pt x="57" y="80"/>
                  </a:lnTo>
                  <a:lnTo>
                    <a:pt x="58" y="87"/>
                  </a:lnTo>
                  <a:lnTo>
                    <a:pt x="51" y="87"/>
                  </a:lnTo>
                  <a:lnTo>
                    <a:pt x="42" y="106"/>
                  </a:lnTo>
                  <a:lnTo>
                    <a:pt x="64" y="138"/>
                  </a:lnTo>
                  <a:lnTo>
                    <a:pt x="79" y="144"/>
                  </a:lnTo>
                  <a:lnTo>
                    <a:pt x="77" y="347"/>
                  </a:lnTo>
                  <a:lnTo>
                    <a:pt x="78" y="397"/>
                  </a:lnTo>
                  <a:lnTo>
                    <a:pt x="386" y="387"/>
                  </a:lnTo>
                  <a:lnTo>
                    <a:pt x="388" y="415"/>
                  </a:lnTo>
                  <a:lnTo>
                    <a:pt x="376" y="433"/>
                  </a:lnTo>
                  <a:lnTo>
                    <a:pt x="422" y="432"/>
                  </a:lnTo>
                  <a:lnTo>
                    <a:pt x="430" y="415"/>
                  </a:lnTo>
                  <a:lnTo>
                    <a:pt x="432" y="397"/>
                  </a:lnTo>
                  <a:lnTo>
                    <a:pt x="441" y="384"/>
                  </a:lnTo>
                  <a:lnTo>
                    <a:pt x="446" y="369"/>
                  </a:lnTo>
                  <a:lnTo>
                    <a:pt x="457" y="367"/>
                  </a:lnTo>
                  <a:lnTo>
                    <a:pt x="460" y="338"/>
                  </a:lnTo>
                  <a:lnTo>
                    <a:pt x="455" y="334"/>
                  </a:lnTo>
                  <a:lnTo>
                    <a:pt x="444" y="334"/>
                  </a:lnTo>
                  <a:lnTo>
                    <a:pt x="433" y="311"/>
                  </a:lnTo>
                  <a:lnTo>
                    <a:pt x="428" y="282"/>
                  </a:lnTo>
                  <a:lnTo>
                    <a:pt x="414" y="261"/>
                  </a:lnTo>
                  <a:lnTo>
                    <a:pt x="397" y="252"/>
                  </a:lnTo>
                  <a:lnTo>
                    <a:pt x="375" y="233"/>
                  </a:lnTo>
                  <a:lnTo>
                    <a:pt x="367" y="206"/>
                  </a:lnTo>
                  <a:lnTo>
                    <a:pt x="381" y="165"/>
                  </a:lnTo>
                  <a:lnTo>
                    <a:pt x="369" y="157"/>
                  </a:lnTo>
                  <a:lnTo>
                    <a:pt x="342" y="157"/>
                  </a:lnTo>
                  <a:lnTo>
                    <a:pt x="336" y="130"/>
                  </a:lnTo>
                  <a:lnTo>
                    <a:pt x="292" y="80"/>
                  </a:lnTo>
                  <a:lnTo>
                    <a:pt x="283" y="39"/>
                  </a:lnTo>
                  <a:lnTo>
                    <a:pt x="286" y="21"/>
                  </a:lnTo>
                  <a:lnTo>
                    <a:pt x="265" y="0"/>
                  </a:lnTo>
                  <a:lnTo>
                    <a:pt x="0" y="6"/>
                  </a:lnTo>
                  <a:lnTo>
                    <a:pt x="0" y="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74" name=""/>
            <p:cNvSpPr/>
            <p:nvPr/>
          </p:nvSpPr>
          <p:spPr>
            <a:xfrm>
              <a:off x="3913200" y="3139920"/>
              <a:ext cx="1120680" cy="774720"/>
            </a:xfrm>
            <a:custGeom>
              <a:avLst/>
              <a:gdLst/>
              <a:ahLst/>
              <a:rect l="l" t="t" r="r" b="b"/>
              <a:pathLst>
                <a:path w="706" h="488">
                  <a:moveTo>
                    <a:pt x="0" y="90"/>
                  </a:moveTo>
                  <a:lnTo>
                    <a:pt x="0" y="90"/>
                  </a:lnTo>
                  <a:lnTo>
                    <a:pt x="11" y="121"/>
                  </a:lnTo>
                  <a:lnTo>
                    <a:pt x="11" y="143"/>
                  </a:lnTo>
                  <a:lnTo>
                    <a:pt x="4" y="145"/>
                  </a:lnTo>
                  <a:lnTo>
                    <a:pt x="26" y="168"/>
                  </a:lnTo>
                  <a:lnTo>
                    <a:pt x="48" y="228"/>
                  </a:lnTo>
                  <a:lnTo>
                    <a:pt x="55" y="224"/>
                  </a:lnTo>
                  <a:lnTo>
                    <a:pt x="55" y="233"/>
                  </a:lnTo>
                  <a:lnTo>
                    <a:pt x="66" y="237"/>
                  </a:lnTo>
                  <a:lnTo>
                    <a:pt x="74" y="238"/>
                  </a:lnTo>
                  <a:lnTo>
                    <a:pt x="55" y="280"/>
                  </a:lnTo>
                  <a:lnTo>
                    <a:pt x="58" y="308"/>
                  </a:lnTo>
                  <a:lnTo>
                    <a:pt x="43" y="335"/>
                  </a:lnTo>
                  <a:lnTo>
                    <a:pt x="53" y="346"/>
                  </a:lnTo>
                  <a:lnTo>
                    <a:pt x="81" y="328"/>
                  </a:lnTo>
                  <a:lnTo>
                    <a:pt x="103" y="422"/>
                  </a:lnTo>
                  <a:lnTo>
                    <a:pt x="114" y="425"/>
                  </a:lnTo>
                  <a:lnTo>
                    <a:pt x="116" y="453"/>
                  </a:lnTo>
                  <a:lnTo>
                    <a:pt x="128" y="466"/>
                  </a:lnTo>
                  <a:lnTo>
                    <a:pt x="136" y="455"/>
                  </a:lnTo>
                  <a:lnTo>
                    <a:pt x="154" y="465"/>
                  </a:lnTo>
                  <a:lnTo>
                    <a:pt x="166" y="453"/>
                  </a:lnTo>
                  <a:lnTo>
                    <a:pt x="204" y="464"/>
                  </a:lnTo>
                  <a:lnTo>
                    <a:pt x="213" y="465"/>
                  </a:lnTo>
                  <a:lnTo>
                    <a:pt x="222" y="446"/>
                  </a:lnTo>
                  <a:lnTo>
                    <a:pt x="237" y="476"/>
                  </a:lnTo>
                  <a:lnTo>
                    <a:pt x="246" y="429"/>
                  </a:lnTo>
                  <a:lnTo>
                    <a:pt x="437" y="461"/>
                  </a:lnTo>
                  <a:lnTo>
                    <a:pt x="675" y="487"/>
                  </a:lnTo>
                  <a:lnTo>
                    <a:pt x="683" y="399"/>
                  </a:lnTo>
                  <a:lnTo>
                    <a:pt x="705" y="113"/>
                  </a:lnTo>
                  <a:lnTo>
                    <a:pt x="393" y="74"/>
                  </a:lnTo>
                  <a:lnTo>
                    <a:pt x="237" y="45"/>
                  </a:lnTo>
                  <a:lnTo>
                    <a:pt x="18" y="0"/>
                  </a:lnTo>
                  <a:lnTo>
                    <a:pt x="0" y="90"/>
                  </a:lnTo>
                  <a:lnTo>
                    <a:pt x="0" y="90"/>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75" name=""/>
            <p:cNvSpPr/>
            <p:nvPr/>
          </p:nvSpPr>
          <p:spPr>
            <a:xfrm>
              <a:off x="4932360" y="4216320"/>
              <a:ext cx="907920" cy="492120"/>
            </a:xfrm>
            <a:custGeom>
              <a:avLst/>
              <a:gdLst/>
              <a:ahLst/>
              <a:rect l="l" t="t" r="r" b="b"/>
              <a:pathLst>
                <a:path w="572" h="310">
                  <a:moveTo>
                    <a:pt x="0" y="188"/>
                  </a:moveTo>
                  <a:lnTo>
                    <a:pt x="0" y="188"/>
                  </a:lnTo>
                  <a:lnTo>
                    <a:pt x="17" y="0"/>
                  </a:lnTo>
                  <a:lnTo>
                    <a:pt x="370" y="23"/>
                  </a:lnTo>
                  <a:lnTo>
                    <a:pt x="393" y="42"/>
                  </a:lnTo>
                  <a:lnTo>
                    <a:pt x="435" y="40"/>
                  </a:lnTo>
                  <a:lnTo>
                    <a:pt x="455" y="45"/>
                  </a:lnTo>
                  <a:lnTo>
                    <a:pt x="477" y="55"/>
                  </a:lnTo>
                  <a:lnTo>
                    <a:pt x="489" y="72"/>
                  </a:lnTo>
                  <a:lnTo>
                    <a:pt x="501" y="76"/>
                  </a:lnTo>
                  <a:lnTo>
                    <a:pt x="520" y="133"/>
                  </a:lnTo>
                  <a:lnTo>
                    <a:pt x="520" y="152"/>
                  </a:lnTo>
                  <a:lnTo>
                    <a:pt x="533" y="180"/>
                  </a:lnTo>
                  <a:lnTo>
                    <a:pt x="539" y="225"/>
                  </a:lnTo>
                  <a:lnTo>
                    <a:pt x="537" y="239"/>
                  </a:lnTo>
                  <a:lnTo>
                    <a:pt x="544" y="253"/>
                  </a:lnTo>
                  <a:lnTo>
                    <a:pt x="571" y="309"/>
                  </a:lnTo>
                  <a:lnTo>
                    <a:pt x="318" y="306"/>
                  </a:lnTo>
                  <a:lnTo>
                    <a:pt x="126" y="295"/>
                  </a:lnTo>
                  <a:lnTo>
                    <a:pt x="131" y="200"/>
                  </a:lnTo>
                  <a:lnTo>
                    <a:pt x="0" y="188"/>
                  </a:lnTo>
                  <a:lnTo>
                    <a:pt x="0" y="18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76" name=""/>
            <p:cNvSpPr/>
            <p:nvPr/>
          </p:nvSpPr>
          <p:spPr>
            <a:xfrm>
              <a:off x="3232080" y="4052880"/>
              <a:ext cx="700200" cy="1179360"/>
            </a:xfrm>
            <a:custGeom>
              <a:avLst/>
              <a:gdLst/>
              <a:ahLst/>
              <a:rect l="l" t="t" r="r" b="b"/>
              <a:pathLst>
                <a:path w="441" h="743">
                  <a:moveTo>
                    <a:pt x="0" y="273"/>
                  </a:moveTo>
                  <a:lnTo>
                    <a:pt x="0" y="273"/>
                  </a:lnTo>
                  <a:lnTo>
                    <a:pt x="20" y="316"/>
                  </a:lnTo>
                  <a:lnTo>
                    <a:pt x="280" y="742"/>
                  </a:lnTo>
                  <a:lnTo>
                    <a:pt x="290" y="642"/>
                  </a:lnTo>
                  <a:lnTo>
                    <a:pt x="305" y="637"/>
                  </a:lnTo>
                  <a:lnTo>
                    <a:pt x="332" y="653"/>
                  </a:lnTo>
                  <a:lnTo>
                    <a:pt x="356" y="565"/>
                  </a:lnTo>
                  <a:lnTo>
                    <a:pt x="440" y="99"/>
                  </a:lnTo>
                  <a:lnTo>
                    <a:pt x="252" y="53"/>
                  </a:lnTo>
                  <a:lnTo>
                    <a:pt x="66" y="0"/>
                  </a:lnTo>
                  <a:lnTo>
                    <a:pt x="0" y="273"/>
                  </a:lnTo>
                  <a:lnTo>
                    <a:pt x="0" y="27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77" name=""/>
            <p:cNvSpPr/>
            <p:nvPr/>
          </p:nvSpPr>
          <p:spPr>
            <a:xfrm>
              <a:off x="8121600" y="3576600"/>
              <a:ext cx="177840" cy="415800"/>
            </a:xfrm>
            <a:custGeom>
              <a:avLst/>
              <a:gdLst/>
              <a:ahLst/>
              <a:rect l="l" t="t" r="r" b="b"/>
              <a:pathLst>
                <a:path w="112" h="262">
                  <a:moveTo>
                    <a:pt x="0" y="179"/>
                  </a:moveTo>
                  <a:lnTo>
                    <a:pt x="0" y="179"/>
                  </a:lnTo>
                  <a:lnTo>
                    <a:pt x="6" y="124"/>
                  </a:lnTo>
                  <a:lnTo>
                    <a:pt x="19" y="96"/>
                  </a:lnTo>
                  <a:lnTo>
                    <a:pt x="20" y="36"/>
                  </a:lnTo>
                  <a:lnTo>
                    <a:pt x="20" y="14"/>
                  </a:lnTo>
                  <a:lnTo>
                    <a:pt x="39" y="0"/>
                  </a:lnTo>
                  <a:lnTo>
                    <a:pt x="85" y="164"/>
                  </a:lnTo>
                  <a:lnTo>
                    <a:pt x="109" y="199"/>
                  </a:lnTo>
                  <a:lnTo>
                    <a:pt x="111" y="207"/>
                  </a:lnTo>
                  <a:lnTo>
                    <a:pt x="107" y="222"/>
                  </a:lnTo>
                  <a:lnTo>
                    <a:pt x="85" y="240"/>
                  </a:lnTo>
                  <a:lnTo>
                    <a:pt x="9" y="261"/>
                  </a:lnTo>
                  <a:lnTo>
                    <a:pt x="0" y="179"/>
                  </a:lnTo>
                  <a:lnTo>
                    <a:pt x="0" y="17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78" name=""/>
            <p:cNvSpPr/>
            <p:nvPr/>
          </p:nvSpPr>
          <p:spPr>
            <a:xfrm>
              <a:off x="7923240" y="4249800"/>
              <a:ext cx="147600" cy="366480"/>
            </a:xfrm>
            <a:custGeom>
              <a:avLst/>
              <a:gdLst/>
              <a:ahLst/>
              <a:rect l="l" t="t" r="r" b="b"/>
              <a:pathLst>
                <a:path w="93" h="231">
                  <a:moveTo>
                    <a:pt x="0" y="169"/>
                  </a:moveTo>
                  <a:lnTo>
                    <a:pt x="0" y="169"/>
                  </a:lnTo>
                  <a:lnTo>
                    <a:pt x="5" y="157"/>
                  </a:lnTo>
                  <a:lnTo>
                    <a:pt x="21" y="144"/>
                  </a:lnTo>
                  <a:lnTo>
                    <a:pt x="29" y="125"/>
                  </a:lnTo>
                  <a:lnTo>
                    <a:pt x="43" y="112"/>
                  </a:lnTo>
                  <a:lnTo>
                    <a:pt x="4" y="77"/>
                  </a:lnTo>
                  <a:lnTo>
                    <a:pt x="3" y="43"/>
                  </a:lnTo>
                  <a:lnTo>
                    <a:pt x="20" y="0"/>
                  </a:lnTo>
                  <a:lnTo>
                    <a:pt x="80" y="21"/>
                  </a:lnTo>
                  <a:lnTo>
                    <a:pt x="81" y="30"/>
                  </a:lnTo>
                  <a:lnTo>
                    <a:pt x="74" y="56"/>
                  </a:lnTo>
                  <a:lnTo>
                    <a:pt x="69" y="61"/>
                  </a:lnTo>
                  <a:lnTo>
                    <a:pt x="66" y="75"/>
                  </a:lnTo>
                  <a:lnTo>
                    <a:pt x="72" y="78"/>
                  </a:lnTo>
                  <a:lnTo>
                    <a:pt x="79" y="77"/>
                  </a:lnTo>
                  <a:lnTo>
                    <a:pt x="85" y="78"/>
                  </a:lnTo>
                  <a:lnTo>
                    <a:pt x="84" y="72"/>
                  </a:lnTo>
                  <a:lnTo>
                    <a:pt x="88" y="75"/>
                  </a:lnTo>
                  <a:lnTo>
                    <a:pt x="92" y="90"/>
                  </a:lnTo>
                  <a:lnTo>
                    <a:pt x="92" y="138"/>
                  </a:lnTo>
                  <a:lnTo>
                    <a:pt x="92" y="125"/>
                  </a:lnTo>
                  <a:lnTo>
                    <a:pt x="88" y="114"/>
                  </a:lnTo>
                  <a:lnTo>
                    <a:pt x="87" y="120"/>
                  </a:lnTo>
                  <a:lnTo>
                    <a:pt x="89" y="132"/>
                  </a:lnTo>
                  <a:lnTo>
                    <a:pt x="87" y="138"/>
                  </a:lnTo>
                  <a:lnTo>
                    <a:pt x="88" y="152"/>
                  </a:lnTo>
                  <a:lnTo>
                    <a:pt x="83" y="164"/>
                  </a:lnTo>
                  <a:lnTo>
                    <a:pt x="78" y="164"/>
                  </a:lnTo>
                  <a:lnTo>
                    <a:pt x="79" y="175"/>
                  </a:lnTo>
                  <a:lnTo>
                    <a:pt x="71" y="191"/>
                  </a:lnTo>
                  <a:lnTo>
                    <a:pt x="57" y="230"/>
                  </a:lnTo>
                  <a:lnTo>
                    <a:pt x="51" y="230"/>
                  </a:lnTo>
                  <a:lnTo>
                    <a:pt x="54" y="214"/>
                  </a:lnTo>
                  <a:lnTo>
                    <a:pt x="50" y="208"/>
                  </a:lnTo>
                  <a:lnTo>
                    <a:pt x="35" y="209"/>
                  </a:lnTo>
                  <a:lnTo>
                    <a:pt x="13" y="195"/>
                  </a:lnTo>
                  <a:lnTo>
                    <a:pt x="5" y="188"/>
                  </a:lnTo>
                  <a:lnTo>
                    <a:pt x="0" y="169"/>
                  </a:lnTo>
                  <a:lnTo>
                    <a:pt x="0" y="16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79" name=""/>
            <p:cNvSpPr/>
            <p:nvPr/>
          </p:nvSpPr>
          <p:spPr>
            <a:xfrm>
              <a:off x="4224240" y="5051520"/>
              <a:ext cx="776520" cy="857160"/>
            </a:xfrm>
            <a:custGeom>
              <a:avLst/>
              <a:gdLst/>
              <a:ahLst/>
              <a:rect l="l" t="t" r="r" b="b"/>
              <a:pathLst>
                <a:path w="489" h="540">
                  <a:moveTo>
                    <a:pt x="0" y="530"/>
                  </a:moveTo>
                  <a:lnTo>
                    <a:pt x="0" y="530"/>
                  </a:lnTo>
                  <a:lnTo>
                    <a:pt x="62" y="539"/>
                  </a:lnTo>
                  <a:lnTo>
                    <a:pt x="68" y="499"/>
                  </a:lnTo>
                  <a:lnTo>
                    <a:pt x="191" y="516"/>
                  </a:lnTo>
                  <a:lnTo>
                    <a:pt x="185" y="497"/>
                  </a:lnTo>
                  <a:lnTo>
                    <a:pt x="204" y="497"/>
                  </a:lnTo>
                  <a:lnTo>
                    <a:pt x="448" y="522"/>
                  </a:lnTo>
                  <a:lnTo>
                    <a:pt x="486" y="100"/>
                  </a:lnTo>
                  <a:lnTo>
                    <a:pt x="488" y="47"/>
                  </a:lnTo>
                  <a:lnTo>
                    <a:pt x="280" y="28"/>
                  </a:lnTo>
                  <a:lnTo>
                    <a:pt x="73" y="0"/>
                  </a:lnTo>
                  <a:lnTo>
                    <a:pt x="0" y="530"/>
                  </a:lnTo>
                  <a:lnTo>
                    <a:pt x="0" y="530"/>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1780" name=""/>
            <p:cNvGrpSpPr/>
            <p:nvPr/>
          </p:nvGrpSpPr>
          <p:grpSpPr>
            <a:xfrm>
              <a:off x="7424640" y="3679920"/>
              <a:ext cx="830520" cy="690480"/>
              <a:chOff x="7424640" y="3679920"/>
              <a:chExt cx="830520" cy="690480"/>
            </a:xfrm>
          </p:grpSpPr>
          <p:sp>
            <p:nvSpPr>
              <p:cNvPr id="1781" name=""/>
              <p:cNvSpPr/>
              <p:nvPr/>
            </p:nvSpPr>
            <p:spPr>
              <a:xfrm>
                <a:off x="7424640" y="3679920"/>
                <a:ext cx="649440" cy="633240"/>
              </a:xfrm>
              <a:custGeom>
                <a:avLst/>
                <a:gdLst/>
                <a:ahLst/>
                <a:rect l="l" t="t" r="r" b="b"/>
                <a:pathLst>
                  <a:path w="409" h="399">
                    <a:moveTo>
                      <a:pt x="0" y="343"/>
                    </a:moveTo>
                    <a:lnTo>
                      <a:pt x="0" y="343"/>
                    </a:lnTo>
                    <a:lnTo>
                      <a:pt x="13" y="365"/>
                    </a:lnTo>
                    <a:lnTo>
                      <a:pt x="280" y="311"/>
                    </a:lnTo>
                    <a:lnTo>
                      <a:pt x="297" y="321"/>
                    </a:lnTo>
                    <a:lnTo>
                      <a:pt x="309" y="343"/>
                    </a:lnTo>
                    <a:lnTo>
                      <a:pt x="334" y="359"/>
                    </a:lnTo>
                    <a:lnTo>
                      <a:pt x="394" y="380"/>
                    </a:lnTo>
                    <a:lnTo>
                      <a:pt x="395" y="389"/>
                    </a:lnTo>
                    <a:lnTo>
                      <a:pt x="399" y="398"/>
                    </a:lnTo>
                    <a:lnTo>
                      <a:pt x="404" y="393"/>
                    </a:lnTo>
                    <a:lnTo>
                      <a:pt x="408" y="374"/>
                    </a:lnTo>
                    <a:lnTo>
                      <a:pt x="408" y="341"/>
                    </a:lnTo>
                    <a:lnTo>
                      <a:pt x="399" y="277"/>
                    </a:lnTo>
                    <a:lnTo>
                      <a:pt x="399" y="209"/>
                    </a:lnTo>
                    <a:lnTo>
                      <a:pt x="387" y="156"/>
                    </a:lnTo>
                    <a:lnTo>
                      <a:pt x="370" y="111"/>
                    </a:lnTo>
                    <a:lnTo>
                      <a:pt x="365" y="68"/>
                    </a:lnTo>
                    <a:lnTo>
                      <a:pt x="349" y="0"/>
                    </a:lnTo>
                    <a:lnTo>
                      <a:pt x="265" y="24"/>
                    </a:lnTo>
                    <a:lnTo>
                      <a:pt x="260" y="22"/>
                    </a:lnTo>
                    <a:lnTo>
                      <a:pt x="235" y="43"/>
                    </a:lnTo>
                    <a:lnTo>
                      <a:pt x="212" y="79"/>
                    </a:lnTo>
                    <a:lnTo>
                      <a:pt x="210" y="93"/>
                    </a:lnTo>
                    <a:lnTo>
                      <a:pt x="200" y="109"/>
                    </a:lnTo>
                    <a:lnTo>
                      <a:pt x="182" y="129"/>
                    </a:lnTo>
                    <a:lnTo>
                      <a:pt x="189" y="140"/>
                    </a:lnTo>
                    <a:lnTo>
                      <a:pt x="192" y="131"/>
                    </a:lnTo>
                    <a:lnTo>
                      <a:pt x="197" y="134"/>
                    </a:lnTo>
                    <a:lnTo>
                      <a:pt x="194" y="137"/>
                    </a:lnTo>
                    <a:lnTo>
                      <a:pt x="198" y="140"/>
                    </a:lnTo>
                    <a:lnTo>
                      <a:pt x="195" y="150"/>
                    </a:lnTo>
                    <a:lnTo>
                      <a:pt x="192" y="150"/>
                    </a:lnTo>
                    <a:lnTo>
                      <a:pt x="190" y="154"/>
                    </a:lnTo>
                    <a:lnTo>
                      <a:pt x="200" y="165"/>
                    </a:lnTo>
                    <a:lnTo>
                      <a:pt x="200" y="177"/>
                    </a:lnTo>
                    <a:lnTo>
                      <a:pt x="187" y="184"/>
                    </a:lnTo>
                    <a:lnTo>
                      <a:pt x="174" y="205"/>
                    </a:lnTo>
                    <a:lnTo>
                      <a:pt x="160" y="215"/>
                    </a:lnTo>
                    <a:lnTo>
                      <a:pt x="133" y="216"/>
                    </a:lnTo>
                    <a:lnTo>
                      <a:pt x="125" y="226"/>
                    </a:lnTo>
                    <a:lnTo>
                      <a:pt x="109" y="217"/>
                    </a:lnTo>
                    <a:lnTo>
                      <a:pt x="65" y="224"/>
                    </a:lnTo>
                    <a:lnTo>
                      <a:pt x="31" y="237"/>
                    </a:lnTo>
                    <a:lnTo>
                      <a:pt x="33" y="252"/>
                    </a:lnTo>
                    <a:lnTo>
                      <a:pt x="31" y="259"/>
                    </a:lnTo>
                    <a:lnTo>
                      <a:pt x="33" y="259"/>
                    </a:lnTo>
                    <a:lnTo>
                      <a:pt x="39" y="269"/>
                    </a:lnTo>
                    <a:lnTo>
                      <a:pt x="44" y="269"/>
                    </a:lnTo>
                    <a:lnTo>
                      <a:pt x="47" y="281"/>
                    </a:lnTo>
                    <a:lnTo>
                      <a:pt x="46" y="286"/>
                    </a:lnTo>
                    <a:lnTo>
                      <a:pt x="40" y="291"/>
                    </a:lnTo>
                    <a:lnTo>
                      <a:pt x="35" y="306"/>
                    </a:lnTo>
                    <a:lnTo>
                      <a:pt x="0" y="343"/>
                    </a:lnTo>
                    <a:lnTo>
                      <a:pt x="0" y="34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82" name=""/>
              <p:cNvSpPr/>
              <p:nvPr/>
            </p:nvSpPr>
            <p:spPr>
              <a:xfrm>
                <a:off x="8028000" y="4338720"/>
                <a:ext cx="22320" cy="31680"/>
              </a:xfrm>
              <a:custGeom>
                <a:avLst/>
                <a:gdLst/>
                <a:ahLst/>
                <a:rect l="l" t="t" r="r" b="b"/>
                <a:pathLst>
                  <a:path w="14" h="20">
                    <a:moveTo>
                      <a:pt x="0" y="19"/>
                    </a:moveTo>
                    <a:lnTo>
                      <a:pt x="0" y="19"/>
                    </a:lnTo>
                    <a:lnTo>
                      <a:pt x="3" y="5"/>
                    </a:lnTo>
                    <a:lnTo>
                      <a:pt x="8" y="0"/>
                    </a:lnTo>
                    <a:lnTo>
                      <a:pt x="13" y="2"/>
                    </a:lnTo>
                    <a:lnTo>
                      <a:pt x="6" y="15"/>
                    </a:lnTo>
                    <a:lnTo>
                      <a:pt x="0" y="19"/>
                    </a:lnTo>
                    <a:lnTo>
                      <a:pt x="0" y="19"/>
                    </a:lnTo>
                  </a:path>
                </a:pathLst>
              </a:custGeom>
              <a:solidFill>
                <a:srgbClr val="0000ff"/>
              </a:solidFill>
              <a:ln w="31680">
                <a:solidFill>
                  <a:srgbClr val="000000"/>
                </a:solidFill>
                <a:round/>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1783" name=""/>
              <p:cNvSpPr/>
              <p:nvPr/>
            </p:nvSpPr>
            <p:spPr>
              <a:xfrm>
                <a:off x="8048520" y="4219560"/>
                <a:ext cx="206640" cy="130320"/>
              </a:xfrm>
              <a:custGeom>
                <a:avLst/>
                <a:gdLst/>
                <a:ahLst/>
                <a:rect l="l" t="t" r="r" b="b"/>
                <a:pathLst>
                  <a:path w="130" h="82">
                    <a:moveTo>
                      <a:pt x="0" y="74"/>
                    </a:moveTo>
                    <a:lnTo>
                      <a:pt x="0" y="74"/>
                    </a:lnTo>
                    <a:lnTo>
                      <a:pt x="3" y="79"/>
                    </a:lnTo>
                    <a:lnTo>
                      <a:pt x="6" y="80"/>
                    </a:lnTo>
                    <a:lnTo>
                      <a:pt x="11" y="75"/>
                    </a:lnTo>
                    <a:lnTo>
                      <a:pt x="14" y="73"/>
                    </a:lnTo>
                    <a:lnTo>
                      <a:pt x="17" y="75"/>
                    </a:lnTo>
                    <a:lnTo>
                      <a:pt x="10" y="81"/>
                    </a:lnTo>
                    <a:lnTo>
                      <a:pt x="22" y="76"/>
                    </a:lnTo>
                    <a:lnTo>
                      <a:pt x="22" y="74"/>
                    </a:lnTo>
                    <a:lnTo>
                      <a:pt x="41" y="65"/>
                    </a:lnTo>
                    <a:lnTo>
                      <a:pt x="53" y="53"/>
                    </a:lnTo>
                    <a:lnTo>
                      <a:pt x="70" y="47"/>
                    </a:lnTo>
                    <a:lnTo>
                      <a:pt x="85" y="38"/>
                    </a:lnTo>
                    <a:lnTo>
                      <a:pt x="85" y="40"/>
                    </a:lnTo>
                    <a:lnTo>
                      <a:pt x="57" y="60"/>
                    </a:lnTo>
                    <a:lnTo>
                      <a:pt x="52" y="62"/>
                    </a:lnTo>
                    <a:lnTo>
                      <a:pt x="55" y="63"/>
                    </a:lnTo>
                    <a:lnTo>
                      <a:pt x="64" y="60"/>
                    </a:lnTo>
                    <a:lnTo>
                      <a:pt x="103" y="27"/>
                    </a:lnTo>
                    <a:lnTo>
                      <a:pt x="109" y="22"/>
                    </a:lnTo>
                    <a:lnTo>
                      <a:pt x="127" y="3"/>
                    </a:lnTo>
                    <a:lnTo>
                      <a:pt x="129" y="0"/>
                    </a:lnTo>
                    <a:lnTo>
                      <a:pt x="126" y="0"/>
                    </a:lnTo>
                    <a:lnTo>
                      <a:pt x="116" y="9"/>
                    </a:lnTo>
                    <a:lnTo>
                      <a:pt x="110" y="7"/>
                    </a:lnTo>
                    <a:lnTo>
                      <a:pt x="103" y="14"/>
                    </a:lnTo>
                    <a:lnTo>
                      <a:pt x="101" y="13"/>
                    </a:lnTo>
                    <a:lnTo>
                      <a:pt x="92" y="31"/>
                    </a:lnTo>
                    <a:lnTo>
                      <a:pt x="90" y="27"/>
                    </a:lnTo>
                    <a:lnTo>
                      <a:pt x="85" y="27"/>
                    </a:lnTo>
                    <a:lnTo>
                      <a:pt x="96" y="14"/>
                    </a:lnTo>
                    <a:lnTo>
                      <a:pt x="93" y="9"/>
                    </a:lnTo>
                    <a:lnTo>
                      <a:pt x="103" y="0"/>
                    </a:lnTo>
                    <a:lnTo>
                      <a:pt x="99" y="0"/>
                    </a:lnTo>
                    <a:lnTo>
                      <a:pt x="82" y="22"/>
                    </a:lnTo>
                    <a:lnTo>
                      <a:pt x="62" y="29"/>
                    </a:lnTo>
                    <a:lnTo>
                      <a:pt x="51" y="31"/>
                    </a:lnTo>
                    <a:lnTo>
                      <a:pt x="50" y="37"/>
                    </a:lnTo>
                    <a:lnTo>
                      <a:pt x="35" y="40"/>
                    </a:lnTo>
                    <a:lnTo>
                      <a:pt x="31" y="40"/>
                    </a:lnTo>
                    <a:lnTo>
                      <a:pt x="31" y="44"/>
                    </a:lnTo>
                    <a:lnTo>
                      <a:pt x="25" y="44"/>
                    </a:lnTo>
                    <a:lnTo>
                      <a:pt x="22" y="48"/>
                    </a:lnTo>
                    <a:lnTo>
                      <a:pt x="20" y="53"/>
                    </a:lnTo>
                    <a:lnTo>
                      <a:pt x="18" y="53"/>
                    </a:lnTo>
                    <a:lnTo>
                      <a:pt x="14" y="58"/>
                    </a:lnTo>
                    <a:lnTo>
                      <a:pt x="6" y="61"/>
                    </a:lnTo>
                    <a:lnTo>
                      <a:pt x="4" y="66"/>
                    </a:lnTo>
                    <a:lnTo>
                      <a:pt x="0" y="74"/>
                    </a:lnTo>
                    <a:lnTo>
                      <a:pt x="0" y="74"/>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784" name=""/>
            <p:cNvSpPr/>
            <p:nvPr/>
          </p:nvSpPr>
          <p:spPr>
            <a:xfrm>
              <a:off x="7078680" y="4995720"/>
              <a:ext cx="942840" cy="457200"/>
            </a:xfrm>
            <a:custGeom>
              <a:avLst/>
              <a:gdLst/>
              <a:ahLst/>
              <a:rect l="l" t="t" r="r" b="b"/>
              <a:pathLst>
                <a:path w="594" h="288">
                  <a:moveTo>
                    <a:pt x="0" y="225"/>
                  </a:moveTo>
                  <a:lnTo>
                    <a:pt x="0" y="225"/>
                  </a:lnTo>
                  <a:lnTo>
                    <a:pt x="0" y="247"/>
                  </a:lnTo>
                  <a:lnTo>
                    <a:pt x="88" y="235"/>
                  </a:lnTo>
                  <a:lnTo>
                    <a:pt x="137" y="208"/>
                  </a:lnTo>
                  <a:lnTo>
                    <a:pt x="232" y="197"/>
                  </a:lnTo>
                  <a:lnTo>
                    <a:pt x="270" y="224"/>
                  </a:lnTo>
                  <a:lnTo>
                    <a:pt x="332" y="214"/>
                  </a:lnTo>
                  <a:lnTo>
                    <a:pt x="424" y="287"/>
                  </a:lnTo>
                  <a:lnTo>
                    <a:pt x="437" y="278"/>
                  </a:lnTo>
                  <a:lnTo>
                    <a:pt x="459" y="276"/>
                  </a:lnTo>
                  <a:lnTo>
                    <a:pt x="465" y="259"/>
                  </a:lnTo>
                  <a:lnTo>
                    <a:pt x="470" y="268"/>
                  </a:lnTo>
                  <a:lnTo>
                    <a:pt x="476" y="234"/>
                  </a:lnTo>
                  <a:lnTo>
                    <a:pt x="488" y="218"/>
                  </a:lnTo>
                  <a:lnTo>
                    <a:pt x="499" y="208"/>
                  </a:lnTo>
                  <a:lnTo>
                    <a:pt x="494" y="205"/>
                  </a:lnTo>
                  <a:lnTo>
                    <a:pt x="496" y="197"/>
                  </a:lnTo>
                  <a:lnTo>
                    <a:pt x="490" y="188"/>
                  </a:lnTo>
                  <a:lnTo>
                    <a:pt x="499" y="198"/>
                  </a:lnTo>
                  <a:lnTo>
                    <a:pt x="497" y="201"/>
                  </a:lnTo>
                  <a:lnTo>
                    <a:pt x="503" y="205"/>
                  </a:lnTo>
                  <a:lnTo>
                    <a:pt x="510" y="196"/>
                  </a:lnTo>
                  <a:lnTo>
                    <a:pt x="513" y="195"/>
                  </a:lnTo>
                  <a:lnTo>
                    <a:pt x="510" y="184"/>
                  </a:lnTo>
                  <a:lnTo>
                    <a:pt x="513" y="182"/>
                  </a:lnTo>
                  <a:lnTo>
                    <a:pt x="516" y="189"/>
                  </a:lnTo>
                  <a:lnTo>
                    <a:pt x="537" y="179"/>
                  </a:lnTo>
                  <a:lnTo>
                    <a:pt x="554" y="178"/>
                  </a:lnTo>
                  <a:lnTo>
                    <a:pt x="567" y="153"/>
                  </a:lnTo>
                  <a:lnTo>
                    <a:pt x="562" y="148"/>
                  </a:lnTo>
                  <a:lnTo>
                    <a:pt x="554" y="155"/>
                  </a:lnTo>
                  <a:lnTo>
                    <a:pt x="553" y="144"/>
                  </a:lnTo>
                  <a:lnTo>
                    <a:pt x="546" y="152"/>
                  </a:lnTo>
                  <a:lnTo>
                    <a:pt x="549" y="160"/>
                  </a:lnTo>
                  <a:lnTo>
                    <a:pt x="542" y="154"/>
                  </a:lnTo>
                  <a:lnTo>
                    <a:pt x="541" y="165"/>
                  </a:lnTo>
                  <a:lnTo>
                    <a:pt x="522" y="163"/>
                  </a:lnTo>
                  <a:lnTo>
                    <a:pt x="509" y="151"/>
                  </a:lnTo>
                  <a:lnTo>
                    <a:pt x="510" y="145"/>
                  </a:lnTo>
                  <a:lnTo>
                    <a:pt x="530" y="160"/>
                  </a:lnTo>
                  <a:lnTo>
                    <a:pt x="546" y="139"/>
                  </a:lnTo>
                  <a:lnTo>
                    <a:pt x="537" y="138"/>
                  </a:lnTo>
                  <a:lnTo>
                    <a:pt x="547" y="122"/>
                  </a:lnTo>
                  <a:lnTo>
                    <a:pt x="537" y="125"/>
                  </a:lnTo>
                  <a:lnTo>
                    <a:pt x="505" y="113"/>
                  </a:lnTo>
                  <a:lnTo>
                    <a:pt x="522" y="110"/>
                  </a:lnTo>
                  <a:lnTo>
                    <a:pt x="536" y="117"/>
                  </a:lnTo>
                  <a:lnTo>
                    <a:pt x="537" y="113"/>
                  </a:lnTo>
                  <a:lnTo>
                    <a:pt x="530" y="103"/>
                  </a:lnTo>
                  <a:lnTo>
                    <a:pt x="536" y="103"/>
                  </a:lnTo>
                  <a:lnTo>
                    <a:pt x="545" y="98"/>
                  </a:lnTo>
                  <a:lnTo>
                    <a:pt x="539" y="105"/>
                  </a:lnTo>
                  <a:lnTo>
                    <a:pt x="543" y="116"/>
                  </a:lnTo>
                  <a:lnTo>
                    <a:pt x="551" y="107"/>
                  </a:lnTo>
                  <a:lnTo>
                    <a:pt x="554" y="117"/>
                  </a:lnTo>
                  <a:lnTo>
                    <a:pt x="561" y="116"/>
                  </a:lnTo>
                  <a:lnTo>
                    <a:pt x="569" y="114"/>
                  </a:lnTo>
                  <a:lnTo>
                    <a:pt x="579" y="103"/>
                  </a:lnTo>
                  <a:lnTo>
                    <a:pt x="583" y="85"/>
                  </a:lnTo>
                  <a:lnTo>
                    <a:pt x="593" y="82"/>
                  </a:lnTo>
                  <a:lnTo>
                    <a:pt x="593" y="74"/>
                  </a:lnTo>
                  <a:lnTo>
                    <a:pt x="586" y="58"/>
                  </a:lnTo>
                  <a:lnTo>
                    <a:pt x="578" y="58"/>
                  </a:lnTo>
                  <a:lnTo>
                    <a:pt x="568" y="82"/>
                  </a:lnTo>
                  <a:lnTo>
                    <a:pt x="564" y="70"/>
                  </a:lnTo>
                  <a:lnTo>
                    <a:pt x="562" y="53"/>
                  </a:lnTo>
                  <a:lnTo>
                    <a:pt x="543" y="62"/>
                  </a:lnTo>
                  <a:lnTo>
                    <a:pt x="518" y="68"/>
                  </a:lnTo>
                  <a:lnTo>
                    <a:pt x="522" y="57"/>
                  </a:lnTo>
                  <a:lnTo>
                    <a:pt x="535" y="49"/>
                  </a:lnTo>
                  <a:lnTo>
                    <a:pt x="560" y="39"/>
                  </a:lnTo>
                  <a:lnTo>
                    <a:pt x="551" y="24"/>
                  </a:lnTo>
                  <a:lnTo>
                    <a:pt x="569" y="35"/>
                  </a:lnTo>
                  <a:lnTo>
                    <a:pt x="563" y="22"/>
                  </a:lnTo>
                  <a:lnTo>
                    <a:pt x="581" y="39"/>
                  </a:lnTo>
                  <a:lnTo>
                    <a:pt x="567" y="10"/>
                  </a:lnTo>
                  <a:lnTo>
                    <a:pt x="554" y="0"/>
                  </a:lnTo>
                  <a:lnTo>
                    <a:pt x="345" y="43"/>
                  </a:lnTo>
                  <a:lnTo>
                    <a:pt x="170" y="68"/>
                  </a:lnTo>
                  <a:lnTo>
                    <a:pt x="167" y="90"/>
                  </a:lnTo>
                  <a:lnTo>
                    <a:pt x="158" y="97"/>
                  </a:lnTo>
                  <a:lnTo>
                    <a:pt x="147" y="121"/>
                  </a:lnTo>
                  <a:lnTo>
                    <a:pt x="136" y="118"/>
                  </a:lnTo>
                  <a:lnTo>
                    <a:pt x="127" y="124"/>
                  </a:lnTo>
                  <a:lnTo>
                    <a:pt x="117" y="138"/>
                  </a:lnTo>
                  <a:lnTo>
                    <a:pt x="108" y="130"/>
                  </a:lnTo>
                  <a:lnTo>
                    <a:pt x="92" y="144"/>
                  </a:lnTo>
                  <a:lnTo>
                    <a:pt x="91" y="157"/>
                  </a:lnTo>
                  <a:lnTo>
                    <a:pt x="22" y="200"/>
                  </a:lnTo>
                  <a:lnTo>
                    <a:pt x="18" y="217"/>
                  </a:lnTo>
                  <a:lnTo>
                    <a:pt x="0" y="225"/>
                  </a:lnTo>
                  <a:lnTo>
                    <a:pt x="0" y="22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85" name=""/>
            <p:cNvSpPr/>
            <p:nvPr/>
          </p:nvSpPr>
          <p:spPr>
            <a:xfrm>
              <a:off x="4997520" y="3319560"/>
              <a:ext cx="723960" cy="495360"/>
            </a:xfrm>
            <a:custGeom>
              <a:avLst/>
              <a:gdLst/>
              <a:ahLst/>
              <a:rect l="l" t="t" r="r" b="b"/>
              <a:pathLst>
                <a:path w="456" h="312">
                  <a:moveTo>
                    <a:pt x="0" y="286"/>
                  </a:moveTo>
                  <a:lnTo>
                    <a:pt x="0" y="286"/>
                  </a:lnTo>
                  <a:lnTo>
                    <a:pt x="22" y="0"/>
                  </a:lnTo>
                  <a:lnTo>
                    <a:pt x="248" y="17"/>
                  </a:lnTo>
                  <a:lnTo>
                    <a:pt x="420" y="23"/>
                  </a:lnTo>
                  <a:lnTo>
                    <a:pt x="424" y="102"/>
                  </a:lnTo>
                  <a:lnTo>
                    <a:pt x="440" y="164"/>
                  </a:lnTo>
                  <a:lnTo>
                    <a:pt x="442" y="245"/>
                  </a:lnTo>
                  <a:lnTo>
                    <a:pt x="455" y="311"/>
                  </a:lnTo>
                  <a:lnTo>
                    <a:pt x="215" y="303"/>
                  </a:lnTo>
                  <a:lnTo>
                    <a:pt x="0" y="286"/>
                  </a:lnTo>
                  <a:lnTo>
                    <a:pt x="0" y="28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86" name=""/>
            <p:cNvSpPr/>
            <p:nvPr/>
          </p:nvSpPr>
          <p:spPr>
            <a:xfrm>
              <a:off x="6921360" y="4282920"/>
              <a:ext cx="463680" cy="563760"/>
            </a:xfrm>
            <a:custGeom>
              <a:avLst/>
              <a:gdLst/>
              <a:ahLst/>
              <a:rect l="l" t="t" r="r" b="b"/>
              <a:pathLst>
                <a:path w="292" h="355">
                  <a:moveTo>
                    <a:pt x="0" y="64"/>
                  </a:moveTo>
                  <a:lnTo>
                    <a:pt x="0" y="64"/>
                  </a:lnTo>
                  <a:lnTo>
                    <a:pt x="23" y="310"/>
                  </a:lnTo>
                  <a:lnTo>
                    <a:pt x="45" y="309"/>
                  </a:lnTo>
                  <a:lnTo>
                    <a:pt x="60" y="314"/>
                  </a:lnTo>
                  <a:lnTo>
                    <a:pt x="67" y="331"/>
                  </a:lnTo>
                  <a:lnTo>
                    <a:pt x="90" y="335"/>
                  </a:lnTo>
                  <a:lnTo>
                    <a:pt x="103" y="342"/>
                  </a:lnTo>
                  <a:lnTo>
                    <a:pt x="136" y="341"/>
                  </a:lnTo>
                  <a:lnTo>
                    <a:pt x="150" y="331"/>
                  </a:lnTo>
                  <a:lnTo>
                    <a:pt x="184" y="354"/>
                  </a:lnTo>
                  <a:lnTo>
                    <a:pt x="205" y="334"/>
                  </a:lnTo>
                  <a:lnTo>
                    <a:pt x="209" y="295"/>
                  </a:lnTo>
                  <a:lnTo>
                    <a:pt x="223" y="303"/>
                  </a:lnTo>
                  <a:lnTo>
                    <a:pt x="229" y="270"/>
                  </a:lnTo>
                  <a:lnTo>
                    <a:pt x="266" y="241"/>
                  </a:lnTo>
                  <a:lnTo>
                    <a:pt x="278" y="224"/>
                  </a:lnTo>
                  <a:lnTo>
                    <a:pt x="286" y="147"/>
                  </a:lnTo>
                  <a:lnTo>
                    <a:pt x="280" y="131"/>
                  </a:lnTo>
                  <a:lnTo>
                    <a:pt x="291" y="123"/>
                  </a:lnTo>
                  <a:lnTo>
                    <a:pt x="272" y="0"/>
                  </a:lnTo>
                  <a:lnTo>
                    <a:pt x="244" y="15"/>
                  </a:lnTo>
                  <a:lnTo>
                    <a:pt x="223" y="26"/>
                  </a:lnTo>
                  <a:lnTo>
                    <a:pt x="215" y="39"/>
                  </a:lnTo>
                  <a:lnTo>
                    <a:pt x="198" y="56"/>
                  </a:lnTo>
                  <a:lnTo>
                    <a:pt x="181" y="57"/>
                  </a:lnTo>
                  <a:lnTo>
                    <a:pt x="161" y="68"/>
                  </a:lnTo>
                  <a:lnTo>
                    <a:pt x="154" y="73"/>
                  </a:lnTo>
                  <a:lnTo>
                    <a:pt x="141" y="66"/>
                  </a:lnTo>
                  <a:lnTo>
                    <a:pt x="124" y="74"/>
                  </a:lnTo>
                  <a:lnTo>
                    <a:pt x="121" y="71"/>
                  </a:lnTo>
                  <a:lnTo>
                    <a:pt x="138" y="61"/>
                  </a:lnTo>
                  <a:lnTo>
                    <a:pt x="137" y="60"/>
                  </a:lnTo>
                  <a:lnTo>
                    <a:pt x="128" y="57"/>
                  </a:lnTo>
                  <a:lnTo>
                    <a:pt x="121" y="65"/>
                  </a:lnTo>
                  <a:lnTo>
                    <a:pt x="96" y="51"/>
                  </a:lnTo>
                  <a:lnTo>
                    <a:pt x="85" y="56"/>
                  </a:lnTo>
                  <a:lnTo>
                    <a:pt x="87" y="49"/>
                  </a:lnTo>
                  <a:lnTo>
                    <a:pt x="0" y="64"/>
                  </a:lnTo>
                  <a:lnTo>
                    <a:pt x="0" y="64"/>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87" name=""/>
            <p:cNvSpPr/>
            <p:nvPr/>
          </p:nvSpPr>
          <p:spPr>
            <a:xfrm>
              <a:off x="4995720" y="5126040"/>
              <a:ext cx="947880" cy="546120"/>
            </a:xfrm>
            <a:custGeom>
              <a:avLst/>
              <a:gdLst/>
              <a:ahLst/>
              <a:rect l="l" t="t" r="r" b="b"/>
              <a:pathLst>
                <a:path w="597" h="344">
                  <a:moveTo>
                    <a:pt x="0" y="53"/>
                  </a:moveTo>
                  <a:lnTo>
                    <a:pt x="0" y="53"/>
                  </a:lnTo>
                  <a:lnTo>
                    <a:pt x="2" y="0"/>
                  </a:lnTo>
                  <a:lnTo>
                    <a:pt x="67" y="6"/>
                  </a:lnTo>
                  <a:lnTo>
                    <a:pt x="361" y="22"/>
                  </a:lnTo>
                  <a:lnTo>
                    <a:pt x="581" y="21"/>
                  </a:lnTo>
                  <a:lnTo>
                    <a:pt x="582" y="71"/>
                  </a:lnTo>
                  <a:lnTo>
                    <a:pt x="596" y="177"/>
                  </a:lnTo>
                  <a:lnTo>
                    <a:pt x="593" y="343"/>
                  </a:lnTo>
                  <a:lnTo>
                    <a:pt x="574" y="334"/>
                  </a:lnTo>
                  <a:lnTo>
                    <a:pt x="545" y="313"/>
                  </a:lnTo>
                  <a:lnTo>
                    <a:pt x="533" y="319"/>
                  </a:lnTo>
                  <a:lnTo>
                    <a:pt x="495" y="321"/>
                  </a:lnTo>
                  <a:lnTo>
                    <a:pt x="456" y="336"/>
                  </a:lnTo>
                  <a:lnTo>
                    <a:pt x="441" y="321"/>
                  </a:lnTo>
                  <a:lnTo>
                    <a:pt x="423" y="325"/>
                  </a:lnTo>
                  <a:lnTo>
                    <a:pt x="418" y="313"/>
                  </a:lnTo>
                  <a:lnTo>
                    <a:pt x="405" y="323"/>
                  </a:lnTo>
                  <a:lnTo>
                    <a:pt x="403" y="337"/>
                  </a:lnTo>
                  <a:lnTo>
                    <a:pt x="398" y="319"/>
                  </a:lnTo>
                  <a:lnTo>
                    <a:pt x="384" y="328"/>
                  </a:lnTo>
                  <a:lnTo>
                    <a:pt x="363" y="310"/>
                  </a:lnTo>
                  <a:lnTo>
                    <a:pt x="351" y="323"/>
                  </a:lnTo>
                  <a:lnTo>
                    <a:pt x="343" y="316"/>
                  </a:lnTo>
                  <a:lnTo>
                    <a:pt x="333" y="293"/>
                  </a:lnTo>
                  <a:lnTo>
                    <a:pt x="314" y="291"/>
                  </a:lnTo>
                  <a:lnTo>
                    <a:pt x="309" y="298"/>
                  </a:lnTo>
                  <a:lnTo>
                    <a:pt x="298" y="290"/>
                  </a:lnTo>
                  <a:lnTo>
                    <a:pt x="287" y="293"/>
                  </a:lnTo>
                  <a:lnTo>
                    <a:pt x="273" y="286"/>
                  </a:lnTo>
                  <a:lnTo>
                    <a:pt x="255" y="284"/>
                  </a:lnTo>
                  <a:lnTo>
                    <a:pt x="256" y="271"/>
                  </a:lnTo>
                  <a:lnTo>
                    <a:pt x="246" y="260"/>
                  </a:lnTo>
                  <a:lnTo>
                    <a:pt x="241" y="267"/>
                  </a:lnTo>
                  <a:lnTo>
                    <a:pt x="221" y="267"/>
                  </a:lnTo>
                  <a:lnTo>
                    <a:pt x="200" y="247"/>
                  </a:lnTo>
                  <a:lnTo>
                    <a:pt x="206" y="66"/>
                  </a:lnTo>
                  <a:lnTo>
                    <a:pt x="0" y="53"/>
                  </a:lnTo>
                  <a:lnTo>
                    <a:pt x="0" y="53"/>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88" name=""/>
            <p:cNvSpPr/>
            <p:nvPr/>
          </p:nvSpPr>
          <p:spPr>
            <a:xfrm>
              <a:off x="2922480" y="3325680"/>
              <a:ext cx="879480" cy="812880"/>
            </a:xfrm>
            <a:custGeom>
              <a:avLst/>
              <a:gdLst/>
              <a:ahLst/>
              <a:rect l="l" t="t" r="r" b="b"/>
              <a:pathLst>
                <a:path w="554" h="512">
                  <a:moveTo>
                    <a:pt x="0" y="380"/>
                  </a:moveTo>
                  <a:lnTo>
                    <a:pt x="0" y="380"/>
                  </a:lnTo>
                  <a:lnTo>
                    <a:pt x="9" y="291"/>
                  </a:lnTo>
                  <a:lnTo>
                    <a:pt x="53" y="214"/>
                  </a:lnTo>
                  <a:lnTo>
                    <a:pt x="121" y="0"/>
                  </a:lnTo>
                  <a:lnTo>
                    <a:pt x="156" y="13"/>
                  </a:lnTo>
                  <a:lnTo>
                    <a:pt x="158" y="21"/>
                  </a:lnTo>
                  <a:lnTo>
                    <a:pt x="165" y="23"/>
                  </a:lnTo>
                  <a:lnTo>
                    <a:pt x="184" y="60"/>
                  </a:lnTo>
                  <a:lnTo>
                    <a:pt x="181" y="73"/>
                  </a:lnTo>
                  <a:lnTo>
                    <a:pt x="207" y="97"/>
                  </a:lnTo>
                  <a:lnTo>
                    <a:pt x="255" y="95"/>
                  </a:lnTo>
                  <a:lnTo>
                    <a:pt x="288" y="113"/>
                  </a:lnTo>
                  <a:lnTo>
                    <a:pt x="306" y="110"/>
                  </a:lnTo>
                  <a:lnTo>
                    <a:pt x="412" y="113"/>
                  </a:lnTo>
                  <a:lnTo>
                    <a:pt x="532" y="142"/>
                  </a:lnTo>
                  <a:lnTo>
                    <a:pt x="540" y="158"/>
                  </a:lnTo>
                  <a:lnTo>
                    <a:pt x="553" y="182"/>
                  </a:lnTo>
                  <a:lnTo>
                    <a:pt x="534" y="214"/>
                  </a:lnTo>
                  <a:lnTo>
                    <a:pt x="512" y="250"/>
                  </a:lnTo>
                  <a:lnTo>
                    <a:pt x="486" y="277"/>
                  </a:lnTo>
                  <a:lnTo>
                    <a:pt x="481" y="296"/>
                  </a:lnTo>
                  <a:lnTo>
                    <a:pt x="497" y="314"/>
                  </a:lnTo>
                  <a:lnTo>
                    <a:pt x="481" y="357"/>
                  </a:lnTo>
                  <a:lnTo>
                    <a:pt x="447" y="511"/>
                  </a:lnTo>
                  <a:lnTo>
                    <a:pt x="261" y="458"/>
                  </a:lnTo>
                  <a:lnTo>
                    <a:pt x="0" y="380"/>
                  </a:lnTo>
                  <a:lnTo>
                    <a:pt x="0" y="380"/>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89" name=""/>
            <p:cNvSpPr/>
            <p:nvPr/>
          </p:nvSpPr>
          <p:spPr>
            <a:xfrm>
              <a:off x="7353360" y="4173480"/>
              <a:ext cx="639720" cy="446040"/>
            </a:xfrm>
            <a:custGeom>
              <a:avLst/>
              <a:gdLst/>
              <a:ahLst/>
              <a:rect l="l" t="t" r="r" b="b"/>
              <a:pathLst>
                <a:path w="403" h="281">
                  <a:moveTo>
                    <a:pt x="0" y="69"/>
                  </a:moveTo>
                  <a:lnTo>
                    <a:pt x="0" y="69"/>
                  </a:lnTo>
                  <a:lnTo>
                    <a:pt x="19" y="192"/>
                  </a:lnTo>
                  <a:lnTo>
                    <a:pt x="30" y="280"/>
                  </a:lnTo>
                  <a:lnTo>
                    <a:pt x="98" y="266"/>
                  </a:lnTo>
                  <a:lnTo>
                    <a:pt x="341" y="217"/>
                  </a:lnTo>
                  <a:lnTo>
                    <a:pt x="350" y="205"/>
                  </a:lnTo>
                  <a:lnTo>
                    <a:pt x="364" y="205"/>
                  </a:lnTo>
                  <a:lnTo>
                    <a:pt x="380" y="192"/>
                  </a:lnTo>
                  <a:lnTo>
                    <a:pt x="388" y="173"/>
                  </a:lnTo>
                  <a:lnTo>
                    <a:pt x="402" y="160"/>
                  </a:lnTo>
                  <a:lnTo>
                    <a:pt x="363" y="125"/>
                  </a:lnTo>
                  <a:lnTo>
                    <a:pt x="362" y="91"/>
                  </a:lnTo>
                  <a:lnTo>
                    <a:pt x="379" y="48"/>
                  </a:lnTo>
                  <a:lnTo>
                    <a:pt x="354" y="32"/>
                  </a:lnTo>
                  <a:lnTo>
                    <a:pt x="342" y="10"/>
                  </a:lnTo>
                  <a:lnTo>
                    <a:pt x="325" y="0"/>
                  </a:lnTo>
                  <a:lnTo>
                    <a:pt x="58" y="54"/>
                  </a:lnTo>
                  <a:lnTo>
                    <a:pt x="45" y="32"/>
                  </a:lnTo>
                  <a:lnTo>
                    <a:pt x="0" y="69"/>
                  </a:lnTo>
                  <a:lnTo>
                    <a:pt x="0" y="6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90" name=""/>
            <p:cNvSpPr/>
            <p:nvPr/>
          </p:nvSpPr>
          <p:spPr>
            <a:xfrm>
              <a:off x="8226360" y="4067280"/>
              <a:ext cx="90720" cy="118800"/>
            </a:xfrm>
            <a:custGeom>
              <a:avLst/>
              <a:gdLst/>
              <a:ahLst/>
              <a:rect l="l" t="t" r="r" b="b"/>
              <a:pathLst>
                <a:path w="57" h="75">
                  <a:moveTo>
                    <a:pt x="0" y="8"/>
                  </a:moveTo>
                  <a:lnTo>
                    <a:pt x="0" y="8"/>
                  </a:lnTo>
                  <a:lnTo>
                    <a:pt x="13" y="71"/>
                  </a:lnTo>
                  <a:lnTo>
                    <a:pt x="14" y="74"/>
                  </a:lnTo>
                  <a:lnTo>
                    <a:pt x="35" y="61"/>
                  </a:lnTo>
                  <a:lnTo>
                    <a:pt x="34" y="43"/>
                  </a:lnTo>
                  <a:lnTo>
                    <a:pt x="37" y="33"/>
                  </a:lnTo>
                  <a:lnTo>
                    <a:pt x="41" y="41"/>
                  </a:lnTo>
                  <a:lnTo>
                    <a:pt x="43" y="54"/>
                  </a:lnTo>
                  <a:lnTo>
                    <a:pt x="48" y="53"/>
                  </a:lnTo>
                  <a:lnTo>
                    <a:pt x="56" y="41"/>
                  </a:lnTo>
                  <a:lnTo>
                    <a:pt x="48" y="23"/>
                  </a:lnTo>
                  <a:lnTo>
                    <a:pt x="36" y="21"/>
                  </a:lnTo>
                  <a:lnTo>
                    <a:pt x="28" y="2"/>
                  </a:lnTo>
                  <a:lnTo>
                    <a:pt x="19" y="0"/>
                  </a:lnTo>
                  <a:lnTo>
                    <a:pt x="0" y="8"/>
                  </a:lnTo>
                  <a:lnTo>
                    <a:pt x="0" y="8"/>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91" name=""/>
            <p:cNvSpPr/>
            <p:nvPr/>
          </p:nvSpPr>
          <p:spPr>
            <a:xfrm>
              <a:off x="7194600" y="5308560"/>
              <a:ext cx="558720" cy="466920"/>
            </a:xfrm>
            <a:custGeom>
              <a:avLst/>
              <a:gdLst/>
              <a:ahLst/>
              <a:rect l="l" t="t" r="r" b="b"/>
              <a:pathLst>
                <a:path w="352" h="294">
                  <a:moveTo>
                    <a:pt x="0" y="69"/>
                  </a:moveTo>
                  <a:lnTo>
                    <a:pt x="0" y="69"/>
                  </a:lnTo>
                  <a:lnTo>
                    <a:pt x="15" y="38"/>
                  </a:lnTo>
                  <a:lnTo>
                    <a:pt x="64" y="11"/>
                  </a:lnTo>
                  <a:lnTo>
                    <a:pt x="159" y="0"/>
                  </a:lnTo>
                  <a:lnTo>
                    <a:pt x="197" y="27"/>
                  </a:lnTo>
                  <a:lnTo>
                    <a:pt x="259" y="17"/>
                  </a:lnTo>
                  <a:lnTo>
                    <a:pt x="351" y="90"/>
                  </a:lnTo>
                  <a:lnTo>
                    <a:pt x="324" y="122"/>
                  </a:lnTo>
                  <a:lnTo>
                    <a:pt x="311" y="145"/>
                  </a:lnTo>
                  <a:lnTo>
                    <a:pt x="313" y="169"/>
                  </a:lnTo>
                  <a:lnTo>
                    <a:pt x="288" y="192"/>
                  </a:lnTo>
                  <a:lnTo>
                    <a:pt x="269" y="224"/>
                  </a:lnTo>
                  <a:lnTo>
                    <a:pt x="242" y="241"/>
                  </a:lnTo>
                  <a:lnTo>
                    <a:pt x="231" y="243"/>
                  </a:lnTo>
                  <a:lnTo>
                    <a:pt x="226" y="263"/>
                  </a:lnTo>
                  <a:lnTo>
                    <a:pt x="210" y="254"/>
                  </a:lnTo>
                  <a:lnTo>
                    <a:pt x="225" y="272"/>
                  </a:lnTo>
                  <a:lnTo>
                    <a:pt x="210" y="293"/>
                  </a:lnTo>
                  <a:lnTo>
                    <a:pt x="198" y="289"/>
                  </a:lnTo>
                  <a:lnTo>
                    <a:pt x="189" y="278"/>
                  </a:lnTo>
                  <a:lnTo>
                    <a:pt x="173" y="248"/>
                  </a:lnTo>
                  <a:lnTo>
                    <a:pt x="166" y="245"/>
                  </a:lnTo>
                  <a:lnTo>
                    <a:pt x="147" y="206"/>
                  </a:lnTo>
                  <a:lnTo>
                    <a:pt x="125" y="191"/>
                  </a:lnTo>
                  <a:lnTo>
                    <a:pt x="107" y="163"/>
                  </a:lnTo>
                  <a:lnTo>
                    <a:pt x="66" y="129"/>
                  </a:lnTo>
                  <a:lnTo>
                    <a:pt x="44" y="100"/>
                  </a:lnTo>
                  <a:lnTo>
                    <a:pt x="0" y="69"/>
                  </a:lnTo>
                  <a:lnTo>
                    <a:pt x="0" y="6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92" name=""/>
            <p:cNvSpPr/>
            <p:nvPr/>
          </p:nvSpPr>
          <p:spPr>
            <a:xfrm>
              <a:off x="4959360" y="3773520"/>
              <a:ext cx="771480" cy="565200"/>
            </a:xfrm>
            <a:custGeom>
              <a:avLst/>
              <a:gdLst/>
              <a:ahLst/>
              <a:rect l="l" t="t" r="r" b="b"/>
              <a:pathLst>
                <a:path w="486" h="356">
                  <a:moveTo>
                    <a:pt x="0" y="279"/>
                  </a:moveTo>
                  <a:lnTo>
                    <a:pt x="0" y="279"/>
                  </a:lnTo>
                  <a:lnTo>
                    <a:pt x="16" y="88"/>
                  </a:lnTo>
                  <a:lnTo>
                    <a:pt x="24" y="0"/>
                  </a:lnTo>
                  <a:lnTo>
                    <a:pt x="239" y="17"/>
                  </a:lnTo>
                  <a:lnTo>
                    <a:pt x="479" y="25"/>
                  </a:lnTo>
                  <a:lnTo>
                    <a:pt x="462" y="59"/>
                  </a:lnTo>
                  <a:lnTo>
                    <a:pt x="485" y="84"/>
                  </a:lnTo>
                  <a:lnTo>
                    <a:pt x="485" y="258"/>
                  </a:lnTo>
                  <a:lnTo>
                    <a:pt x="476" y="257"/>
                  </a:lnTo>
                  <a:lnTo>
                    <a:pt x="476" y="280"/>
                  </a:lnTo>
                  <a:lnTo>
                    <a:pt x="484" y="298"/>
                  </a:lnTo>
                  <a:lnTo>
                    <a:pt x="479" y="314"/>
                  </a:lnTo>
                  <a:lnTo>
                    <a:pt x="484" y="355"/>
                  </a:lnTo>
                  <a:lnTo>
                    <a:pt x="472" y="351"/>
                  </a:lnTo>
                  <a:lnTo>
                    <a:pt x="460" y="334"/>
                  </a:lnTo>
                  <a:lnTo>
                    <a:pt x="438" y="324"/>
                  </a:lnTo>
                  <a:lnTo>
                    <a:pt x="418" y="319"/>
                  </a:lnTo>
                  <a:lnTo>
                    <a:pt x="376" y="321"/>
                  </a:lnTo>
                  <a:lnTo>
                    <a:pt x="353" y="302"/>
                  </a:lnTo>
                  <a:lnTo>
                    <a:pt x="0" y="279"/>
                  </a:lnTo>
                  <a:lnTo>
                    <a:pt x="0" y="27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93" name=""/>
            <p:cNvSpPr/>
            <p:nvPr/>
          </p:nvSpPr>
          <p:spPr>
            <a:xfrm>
              <a:off x="6411960" y="5103720"/>
              <a:ext cx="938160" cy="349200"/>
            </a:xfrm>
            <a:custGeom>
              <a:avLst/>
              <a:gdLst/>
              <a:ahLst/>
              <a:rect l="l" t="t" r="r" b="b"/>
              <a:pathLst>
                <a:path w="591" h="220">
                  <a:moveTo>
                    <a:pt x="0" y="219"/>
                  </a:moveTo>
                  <a:lnTo>
                    <a:pt x="0" y="219"/>
                  </a:lnTo>
                  <a:lnTo>
                    <a:pt x="10" y="179"/>
                  </a:lnTo>
                  <a:lnTo>
                    <a:pt x="5" y="176"/>
                  </a:lnTo>
                  <a:lnTo>
                    <a:pt x="23" y="160"/>
                  </a:lnTo>
                  <a:lnTo>
                    <a:pt x="40" y="127"/>
                  </a:lnTo>
                  <a:lnTo>
                    <a:pt x="34" y="120"/>
                  </a:lnTo>
                  <a:lnTo>
                    <a:pt x="42" y="103"/>
                  </a:lnTo>
                  <a:lnTo>
                    <a:pt x="44" y="85"/>
                  </a:lnTo>
                  <a:lnTo>
                    <a:pt x="53" y="72"/>
                  </a:lnTo>
                  <a:lnTo>
                    <a:pt x="147" y="65"/>
                  </a:lnTo>
                  <a:lnTo>
                    <a:pt x="146" y="48"/>
                  </a:lnTo>
                  <a:lnTo>
                    <a:pt x="174" y="49"/>
                  </a:lnTo>
                  <a:lnTo>
                    <a:pt x="453" y="19"/>
                  </a:lnTo>
                  <a:lnTo>
                    <a:pt x="590" y="0"/>
                  </a:lnTo>
                  <a:lnTo>
                    <a:pt x="587" y="22"/>
                  </a:lnTo>
                  <a:lnTo>
                    <a:pt x="578" y="29"/>
                  </a:lnTo>
                  <a:lnTo>
                    <a:pt x="567" y="53"/>
                  </a:lnTo>
                  <a:lnTo>
                    <a:pt x="556" y="50"/>
                  </a:lnTo>
                  <a:lnTo>
                    <a:pt x="547" y="56"/>
                  </a:lnTo>
                  <a:lnTo>
                    <a:pt x="537" y="70"/>
                  </a:lnTo>
                  <a:lnTo>
                    <a:pt x="528" y="62"/>
                  </a:lnTo>
                  <a:lnTo>
                    <a:pt x="512" y="76"/>
                  </a:lnTo>
                  <a:lnTo>
                    <a:pt x="511" y="89"/>
                  </a:lnTo>
                  <a:lnTo>
                    <a:pt x="442" y="132"/>
                  </a:lnTo>
                  <a:lnTo>
                    <a:pt x="438" y="149"/>
                  </a:lnTo>
                  <a:lnTo>
                    <a:pt x="420" y="157"/>
                  </a:lnTo>
                  <a:lnTo>
                    <a:pt x="420" y="179"/>
                  </a:lnTo>
                  <a:lnTo>
                    <a:pt x="332" y="191"/>
                  </a:lnTo>
                  <a:lnTo>
                    <a:pt x="148" y="208"/>
                  </a:lnTo>
                  <a:lnTo>
                    <a:pt x="0" y="219"/>
                  </a:lnTo>
                  <a:lnTo>
                    <a:pt x="0" y="21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94" name=""/>
            <p:cNvSpPr/>
            <p:nvPr/>
          </p:nvSpPr>
          <p:spPr>
            <a:xfrm>
              <a:off x="4518000" y="5210280"/>
              <a:ext cx="1538280" cy="1612800"/>
            </a:xfrm>
            <a:custGeom>
              <a:avLst/>
              <a:gdLst/>
              <a:ahLst/>
              <a:rect l="l" t="t" r="r" b="b"/>
              <a:pathLst>
                <a:path w="969" h="1016">
                  <a:moveTo>
                    <a:pt x="6" y="416"/>
                  </a:moveTo>
                  <a:lnTo>
                    <a:pt x="6" y="416"/>
                  </a:lnTo>
                  <a:lnTo>
                    <a:pt x="0" y="397"/>
                  </a:lnTo>
                  <a:lnTo>
                    <a:pt x="19" y="397"/>
                  </a:lnTo>
                  <a:lnTo>
                    <a:pt x="263" y="422"/>
                  </a:lnTo>
                  <a:lnTo>
                    <a:pt x="301" y="0"/>
                  </a:lnTo>
                  <a:lnTo>
                    <a:pt x="507" y="13"/>
                  </a:lnTo>
                  <a:lnTo>
                    <a:pt x="501" y="194"/>
                  </a:lnTo>
                  <a:lnTo>
                    <a:pt x="522" y="214"/>
                  </a:lnTo>
                  <a:lnTo>
                    <a:pt x="542" y="214"/>
                  </a:lnTo>
                  <a:lnTo>
                    <a:pt x="547" y="207"/>
                  </a:lnTo>
                  <a:lnTo>
                    <a:pt x="557" y="218"/>
                  </a:lnTo>
                  <a:lnTo>
                    <a:pt x="556" y="231"/>
                  </a:lnTo>
                  <a:lnTo>
                    <a:pt x="574" y="233"/>
                  </a:lnTo>
                  <a:lnTo>
                    <a:pt x="588" y="240"/>
                  </a:lnTo>
                  <a:lnTo>
                    <a:pt x="599" y="237"/>
                  </a:lnTo>
                  <a:lnTo>
                    <a:pt x="610" y="245"/>
                  </a:lnTo>
                  <a:lnTo>
                    <a:pt x="615" y="238"/>
                  </a:lnTo>
                  <a:lnTo>
                    <a:pt x="634" y="240"/>
                  </a:lnTo>
                  <a:lnTo>
                    <a:pt x="644" y="263"/>
                  </a:lnTo>
                  <a:lnTo>
                    <a:pt x="652" y="270"/>
                  </a:lnTo>
                  <a:lnTo>
                    <a:pt x="664" y="257"/>
                  </a:lnTo>
                  <a:lnTo>
                    <a:pt x="685" y="275"/>
                  </a:lnTo>
                  <a:lnTo>
                    <a:pt x="699" y="266"/>
                  </a:lnTo>
                  <a:lnTo>
                    <a:pt x="704" y="284"/>
                  </a:lnTo>
                  <a:lnTo>
                    <a:pt x="706" y="270"/>
                  </a:lnTo>
                  <a:lnTo>
                    <a:pt x="719" y="260"/>
                  </a:lnTo>
                  <a:lnTo>
                    <a:pt x="724" y="272"/>
                  </a:lnTo>
                  <a:lnTo>
                    <a:pt x="742" y="268"/>
                  </a:lnTo>
                  <a:lnTo>
                    <a:pt x="757" y="283"/>
                  </a:lnTo>
                  <a:lnTo>
                    <a:pt x="796" y="268"/>
                  </a:lnTo>
                  <a:lnTo>
                    <a:pt x="834" y="266"/>
                  </a:lnTo>
                  <a:lnTo>
                    <a:pt x="846" y="260"/>
                  </a:lnTo>
                  <a:lnTo>
                    <a:pt x="875" y="281"/>
                  </a:lnTo>
                  <a:lnTo>
                    <a:pt x="894" y="290"/>
                  </a:lnTo>
                  <a:lnTo>
                    <a:pt x="902" y="297"/>
                  </a:lnTo>
                  <a:lnTo>
                    <a:pt x="927" y="297"/>
                  </a:lnTo>
                  <a:lnTo>
                    <a:pt x="928" y="347"/>
                  </a:lnTo>
                  <a:lnTo>
                    <a:pt x="932" y="447"/>
                  </a:lnTo>
                  <a:lnTo>
                    <a:pt x="943" y="460"/>
                  </a:lnTo>
                  <a:lnTo>
                    <a:pt x="947" y="485"/>
                  </a:lnTo>
                  <a:lnTo>
                    <a:pt x="968" y="522"/>
                  </a:lnTo>
                  <a:lnTo>
                    <a:pt x="966" y="550"/>
                  </a:lnTo>
                  <a:lnTo>
                    <a:pt x="955" y="579"/>
                  </a:lnTo>
                  <a:lnTo>
                    <a:pt x="956" y="596"/>
                  </a:lnTo>
                  <a:lnTo>
                    <a:pt x="960" y="611"/>
                  </a:lnTo>
                  <a:lnTo>
                    <a:pt x="957" y="628"/>
                  </a:lnTo>
                  <a:lnTo>
                    <a:pt x="950" y="637"/>
                  </a:lnTo>
                  <a:lnTo>
                    <a:pt x="941" y="652"/>
                  </a:lnTo>
                  <a:lnTo>
                    <a:pt x="947" y="659"/>
                  </a:lnTo>
                  <a:lnTo>
                    <a:pt x="908" y="673"/>
                  </a:lnTo>
                  <a:lnTo>
                    <a:pt x="877" y="693"/>
                  </a:lnTo>
                  <a:lnTo>
                    <a:pt x="896" y="677"/>
                  </a:lnTo>
                  <a:lnTo>
                    <a:pt x="875" y="677"/>
                  </a:lnTo>
                  <a:lnTo>
                    <a:pt x="882" y="651"/>
                  </a:lnTo>
                  <a:lnTo>
                    <a:pt x="865" y="665"/>
                  </a:lnTo>
                  <a:lnTo>
                    <a:pt x="857" y="660"/>
                  </a:lnTo>
                  <a:lnTo>
                    <a:pt x="857" y="679"/>
                  </a:lnTo>
                  <a:lnTo>
                    <a:pt x="864" y="682"/>
                  </a:lnTo>
                  <a:lnTo>
                    <a:pt x="867" y="697"/>
                  </a:lnTo>
                  <a:lnTo>
                    <a:pt x="854" y="709"/>
                  </a:lnTo>
                  <a:lnTo>
                    <a:pt x="846" y="709"/>
                  </a:lnTo>
                  <a:lnTo>
                    <a:pt x="844" y="726"/>
                  </a:lnTo>
                  <a:lnTo>
                    <a:pt x="754" y="786"/>
                  </a:lnTo>
                  <a:lnTo>
                    <a:pt x="757" y="779"/>
                  </a:lnTo>
                  <a:lnTo>
                    <a:pt x="798" y="750"/>
                  </a:lnTo>
                  <a:lnTo>
                    <a:pt x="765" y="767"/>
                  </a:lnTo>
                  <a:lnTo>
                    <a:pt x="768" y="751"/>
                  </a:lnTo>
                  <a:lnTo>
                    <a:pt x="759" y="762"/>
                  </a:lnTo>
                  <a:lnTo>
                    <a:pt x="749" y="755"/>
                  </a:lnTo>
                  <a:lnTo>
                    <a:pt x="745" y="767"/>
                  </a:lnTo>
                  <a:lnTo>
                    <a:pt x="731" y="755"/>
                  </a:lnTo>
                  <a:lnTo>
                    <a:pt x="733" y="766"/>
                  </a:lnTo>
                  <a:lnTo>
                    <a:pt x="749" y="781"/>
                  </a:lnTo>
                  <a:lnTo>
                    <a:pt x="730" y="791"/>
                  </a:lnTo>
                  <a:lnTo>
                    <a:pt x="722" y="777"/>
                  </a:lnTo>
                  <a:lnTo>
                    <a:pt x="716" y="816"/>
                  </a:lnTo>
                  <a:lnTo>
                    <a:pt x="708" y="801"/>
                  </a:lnTo>
                  <a:lnTo>
                    <a:pt x="690" y="808"/>
                  </a:lnTo>
                  <a:lnTo>
                    <a:pt x="686" y="816"/>
                  </a:lnTo>
                  <a:lnTo>
                    <a:pt x="695" y="833"/>
                  </a:lnTo>
                  <a:lnTo>
                    <a:pt x="662" y="836"/>
                  </a:lnTo>
                  <a:lnTo>
                    <a:pt x="674" y="839"/>
                  </a:lnTo>
                  <a:lnTo>
                    <a:pt x="675" y="856"/>
                  </a:lnTo>
                  <a:lnTo>
                    <a:pt x="682" y="852"/>
                  </a:lnTo>
                  <a:lnTo>
                    <a:pt x="678" y="865"/>
                  </a:lnTo>
                  <a:lnTo>
                    <a:pt x="664" y="890"/>
                  </a:lnTo>
                  <a:lnTo>
                    <a:pt x="666" y="877"/>
                  </a:lnTo>
                  <a:lnTo>
                    <a:pt x="655" y="888"/>
                  </a:lnTo>
                  <a:lnTo>
                    <a:pt x="643" y="872"/>
                  </a:lnTo>
                  <a:lnTo>
                    <a:pt x="645" y="890"/>
                  </a:lnTo>
                  <a:lnTo>
                    <a:pt x="670" y="893"/>
                  </a:lnTo>
                  <a:lnTo>
                    <a:pt x="659" y="919"/>
                  </a:lnTo>
                  <a:lnTo>
                    <a:pt x="667" y="971"/>
                  </a:lnTo>
                  <a:lnTo>
                    <a:pt x="689" y="1014"/>
                  </a:lnTo>
                  <a:lnTo>
                    <a:pt x="661" y="1015"/>
                  </a:lnTo>
                  <a:lnTo>
                    <a:pt x="634" y="1004"/>
                  </a:lnTo>
                  <a:lnTo>
                    <a:pt x="610" y="1004"/>
                  </a:lnTo>
                  <a:lnTo>
                    <a:pt x="578" y="983"/>
                  </a:lnTo>
                  <a:lnTo>
                    <a:pt x="537" y="968"/>
                  </a:lnTo>
                  <a:lnTo>
                    <a:pt x="533" y="951"/>
                  </a:lnTo>
                  <a:lnTo>
                    <a:pt x="525" y="926"/>
                  </a:lnTo>
                  <a:lnTo>
                    <a:pt x="511" y="909"/>
                  </a:lnTo>
                  <a:lnTo>
                    <a:pt x="513" y="890"/>
                  </a:lnTo>
                  <a:lnTo>
                    <a:pt x="506" y="881"/>
                  </a:lnTo>
                  <a:lnTo>
                    <a:pt x="506" y="856"/>
                  </a:lnTo>
                  <a:lnTo>
                    <a:pt x="483" y="837"/>
                  </a:lnTo>
                  <a:lnTo>
                    <a:pt x="458" y="796"/>
                  </a:lnTo>
                  <a:lnTo>
                    <a:pt x="417" y="694"/>
                  </a:lnTo>
                  <a:lnTo>
                    <a:pt x="386" y="669"/>
                  </a:lnTo>
                  <a:lnTo>
                    <a:pt x="375" y="645"/>
                  </a:lnTo>
                  <a:lnTo>
                    <a:pt x="347" y="641"/>
                  </a:lnTo>
                  <a:lnTo>
                    <a:pt x="324" y="637"/>
                  </a:lnTo>
                  <a:lnTo>
                    <a:pt x="304" y="628"/>
                  </a:lnTo>
                  <a:lnTo>
                    <a:pt x="300" y="637"/>
                  </a:lnTo>
                  <a:lnTo>
                    <a:pt x="278" y="637"/>
                  </a:lnTo>
                  <a:lnTo>
                    <a:pt x="260" y="687"/>
                  </a:lnTo>
                  <a:lnTo>
                    <a:pt x="238" y="707"/>
                  </a:lnTo>
                  <a:lnTo>
                    <a:pt x="224" y="706"/>
                  </a:lnTo>
                  <a:lnTo>
                    <a:pt x="188" y="677"/>
                  </a:lnTo>
                  <a:lnTo>
                    <a:pt x="173" y="671"/>
                  </a:lnTo>
                  <a:lnTo>
                    <a:pt x="137" y="636"/>
                  </a:lnTo>
                  <a:lnTo>
                    <a:pt x="128" y="608"/>
                  </a:lnTo>
                  <a:lnTo>
                    <a:pt x="128" y="579"/>
                  </a:lnTo>
                  <a:lnTo>
                    <a:pt x="111" y="540"/>
                  </a:lnTo>
                  <a:lnTo>
                    <a:pt x="82" y="513"/>
                  </a:lnTo>
                  <a:lnTo>
                    <a:pt x="41" y="459"/>
                  </a:lnTo>
                  <a:lnTo>
                    <a:pt x="26" y="450"/>
                  </a:lnTo>
                  <a:lnTo>
                    <a:pt x="17" y="420"/>
                  </a:lnTo>
                  <a:lnTo>
                    <a:pt x="6" y="416"/>
                  </a:lnTo>
                  <a:lnTo>
                    <a:pt x="6" y="41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95" name=""/>
            <p:cNvSpPr/>
            <p:nvPr/>
          </p:nvSpPr>
          <p:spPr>
            <a:xfrm>
              <a:off x="3797280" y="4210200"/>
              <a:ext cx="622440" cy="842760"/>
            </a:xfrm>
            <a:custGeom>
              <a:avLst/>
              <a:gdLst/>
              <a:ahLst/>
              <a:rect l="l" t="t" r="r" b="b"/>
              <a:pathLst>
                <a:path w="392" h="531">
                  <a:moveTo>
                    <a:pt x="0" y="466"/>
                  </a:moveTo>
                  <a:lnTo>
                    <a:pt x="0" y="466"/>
                  </a:lnTo>
                  <a:lnTo>
                    <a:pt x="84" y="0"/>
                  </a:lnTo>
                  <a:lnTo>
                    <a:pt x="276" y="35"/>
                  </a:lnTo>
                  <a:lnTo>
                    <a:pt x="261" y="130"/>
                  </a:lnTo>
                  <a:lnTo>
                    <a:pt x="391" y="152"/>
                  </a:lnTo>
                  <a:lnTo>
                    <a:pt x="342" y="530"/>
                  </a:lnTo>
                  <a:lnTo>
                    <a:pt x="0" y="466"/>
                  </a:lnTo>
                  <a:lnTo>
                    <a:pt x="0" y="46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96" name=""/>
            <p:cNvSpPr/>
            <p:nvPr/>
          </p:nvSpPr>
          <p:spPr>
            <a:xfrm>
              <a:off x="7978680" y="3633840"/>
              <a:ext cx="176400" cy="379440"/>
            </a:xfrm>
            <a:custGeom>
              <a:avLst/>
              <a:gdLst/>
              <a:ahLst/>
              <a:rect l="l" t="t" r="r" b="b"/>
              <a:pathLst>
                <a:path w="111" h="239">
                  <a:moveTo>
                    <a:pt x="0" y="29"/>
                  </a:moveTo>
                  <a:lnTo>
                    <a:pt x="0" y="29"/>
                  </a:lnTo>
                  <a:lnTo>
                    <a:pt x="16" y="97"/>
                  </a:lnTo>
                  <a:lnTo>
                    <a:pt x="21" y="140"/>
                  </a:lnTo>
                  <a:lnTo>
                    <a:pt x="38" y="185"/>
                  </a:lnTo>
                  <a:lnTo>
                    <a:pt x="50" y="238"/>
                  </a:lnTo>
                  <a:lnTo>
                    <a:pt x="99" y="225"/>
                  </a:lnTo>
                  <a:lnTo>
                    <a:pt x="90" y="143"/>
                  </a:lnTo>
                  <a:lnTo>
                    <a:pt x="96" y="88"/>
                  </a:lnTo>
                  <a:lnTo>
                    <a:pt x="109" y="60"/>
                  </a:lnTo>
                  <a:lnTo>
                    <a:pt x="110" y="0"/>
                  </a:lnTo>
                  <a:lnTo>
                    <a:pt x="0" y="29"/>
                  </a:lnTo>
                  <a:lnTo>
                    <a:pt x="0" y="29"/>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1797" name=""/>
            <p:cNvGrpSpPr/>
            <p:nvPr/>
          </p:nvGrpSpPr>
          <p:grpSpPr>
            <a:xfrm>
              <a:off x="7130880" y="4614840"/>
              <a:ext cx="860760" cy="520560"/>
              <a:chOff x="7130880" y="4614840"/>
              <a:chExt cx="860760" cy="520560"/>
            </a:xfrm>
          </p:grpSpPr>
          <p:sp>
            <p:nvSpPr>
              <p:cNvPr id="1798" name=""/>
              <p:cNvSpPr/>
              <p:nvPr/>
            </p:nvSpPr>
            <p:spPr>
              <a:xfrm>
                <a:off x="7130880" y="4614840"/>
                <a:ext cx="849600" cy="520560"/>
              </a:xfrm>
              <a:custGeom>
                <a:avLst/>
                <a:gdLst/>
                <a:ahLst/>
                <a:rect l="l" t="t" r="r" b="b"/>
                <a:pathLst>
                  <a:path w="535" h="328">
                    <a:moveTo>
                      <a:pt x="0" y="327"/>
                    </a:moveTo>
                    <a:lnTo>
                      <a:pt x="0" y="327"/>
                    </a:lnTo>
                    <a:lnTo>
                      <a:pt x="50" y="293"/>
                    </a:lnTo>
                    <a:lnTo>
                      <a:pt x="50" y="285"/>
                    </a:lnTo>
                    <a:lnTo>
                      <a:pt x="67" y="261"/>
                    </a:lnTo>
                    <a:lnTo>
                      <a:pt x="84" y="248"/>
                    </a:lnTo>
                    <a:lnTo>
                      <a:pt x="103" y="224"/>
                    </a:lnTo>
                    <a:lnTo>
                      <a:pt x="123" y="248"/>
                    </a:lnTo>
                    <a:lnTo>
                      <a:pt x="147" y="236"/>
                    </a:lnTo>
                    <a:lnTo>
                      <a:pt x="157" y="243"/>
                    </a:lnTo>
                    <a:lnTo>
                      <a:pt x="171" y="236"/>
                    </a:lnTo>
                    <a:lnTo>
                      <a:pt x="182" y="222"/>
                    </a:lnTo>
                    <a:lnTo>
                      <a:pt x="207" y="217"/>
                    </a:lnTo>
                    <a:lnTo>
                      <a:pt x="222" y="196"/>
                    </a:lnTo>
                    <a:lnTo>
                      <a:pt x="213" y="191"/>
                    </a:lnTo>
                    <a:lnTo>
                      <a:pt x="240" y="129"/>
                    </a:lnTo>
                    <a:lnTo>
                      <a:pt x="247" y="98"/>
                    </a:lnTo>
                    <a:lnTo>
                      <a:pt x="270" y="110"/>
                    </a:lnTo>
                    <a:lnTo>
                      <a:pt x="282" y="73"/>
                    </a:lnTo>
                    <a:lnTo>
                      <a:pt x="294" y="71"/>
                    </a:lnTo>
                    <a:lnTo>
                      <a:pt x="314" y="36"/>
                    </a:lnTo>
                    <a:lnTo>
                      <a:pt x="318" y="0"/>
                    </a:lnTo>
                    <a:lnTo>
                      <a:pt x="357" y="24"/>
                    </a:lnTo>
                    <a:lnTo>
                      <a:pt x="362" y="4"/>
                    </a:lnTo>
                    <a:lnTo>
                      <a:pt x="380" y="8"/>
                    </a:lnTo>
                    <a:lnTo>
                      <a:pt x="391" y="25"/>
                    </a:lnTo>
                    <a:lnTo>
                      <a:pt x="407" y="32"/>
                    </a:lnTo>
                    <a:lnTo>
                      <a:pt x="415" y="44"/>
                    </a:lnTo>
                    <a:lnTo>
                      <a:pt x="413" y="54"/>
                    </a:lnTo>
                    <a:lnTo>
                      <a:pt x="402" y="75"/>
                    </a:lnTo>
                    <a:lnTo>
                      <a:pt x="407" y="90"/>
                    </a:lnTo>
                    <a:lnTo>
                      <a:pt x="421" y="83"/>
                    </a:lnTo>
                    <a:lnTo>
                      <a:pt x="426" y="94"/>
                    </a:lnTo>
                    <a:lnTo>
                      <a:pt x="431" y="100"/>
                    </a:lnTo>
                    <a:lnTo>
                      <a:pt x="455" y="101"/>
                    </a:lnTo>
                    <a:lnTo>
                      <a:pt x="463" y="110"/>
                    </a:lnTo>
                    <a:lnTo>
                      <a:pt x="484" y="116"/>
                    </a:lnTo>
                    <a:lnTo>
                      <a:pt x="478" y="123"/>
                    </a:lnTo>
                    <a:lnTo>
                      <a:pt x="481" y="137"/>
                    </a:lnTo>
                    <a:lnTo>
                      <a:pt x="481" y="145"/>
                    </a:lnTo>
                    <a:lnTo>
                      <a:pt x="475" y="142"/>
                    </a:lnTo>
                    <a:lnTo>
                      <a:pt x="459" y="132"/>
                    </a:lnTo>
                    <a:lnTo>
                      <a:pt x="436" y="116"/>
                    </a:lnTo>
                    <a:lnTo>
                      <a:pt x="468" y="149"/>
                    </a:lnTo>
                    <a:lnTo>
                      <a:pt x="485" y="149"/>
                    </a:lnTo>
                    <a:lnTo>
                      <a:pt x="477" y="154"/>
                    </a:lnTo>
                    <a:lnTo>
                      <a:pt x="493" y="165"/>
                    </a:lnTo>
                    <a:lnTo>
                      <a:pt x="492" y="172"/>
                    </a:lnTo>
                    <a:lnTo>
                      <a:pt x="487" y="166"/>
                    </a:lnTo>
                    <a:lnTo>
                      <a:pt x="480" y="166"/>
                    </a:lnTo>
                    <a:lnTo>
                      <a:pt x="481" y="173"/>
                    </a:lnTo>
                    <a:lnTo>
                      <a:pt x="487" y="176"/>
                    </a:lnTo>
                    <a:lnTo>
                      <a:pt x="480" y="181"/>
                    </a:lnTo>
                    <a:lnTo>
                      <a:pt x="462" y="166"/>
                    </a:lnTo>
                    <a:lnTo>
                      <a:pt x="454" y="159"/>
                    </a:lnTo>
                    <a:lnTo>
                      <a:pt x="459" y="168"/>
                    </a:lnTo>
                    <a:lnTo>
                      <a:pt x="477" y="183"/>
                    </a:lnTo>
                    <a:lnTo>
                      <a:pt x="484" y="185"/>
                    </a:lnTo>
                    <a:lnTo>
                      <a:pt x="492" y="188"/>
                    </a:lnTo>
                    <a:lnTo>
                      <a:pt x="491" y="193"/>
                    </a:lnTo>
                    <a:lnTo>
                      <a:pt x="496" y="193"/>
                    </a:lnTo>
                    <a:lnTo>
                      <a:pt x="497" y="197"/>
                    </a:lnTo>
                    <a:lnTo>
                      <a:pt x="490" y="204"/>
                    </a:lnTo>
                    <a:lnTo>
                      <a:pt x="477" y="197"/>
                    </a:lnTo>
                    <a:lnTo>
                      <a:pt x="472" y="190"/>
                    </a:lnTo>
                    <a:lnTo>
                      <a:pt x="455" y="188"/>
                    </a:lnTo>
                    <a:lnTo>
                      <a:pt x="450" y="182"/>
                    </a:lnTo>
                    <a:lnTo>
                      <a:pt x="445" y="189"/>
                    </a:lnTo>
                    <a:lnTo>
                      <a:pt x="469" y="195"/>
                    </a:lnTo>
                    <a:lnTo>
                      <a:pt x="470" y="203"/>
                    </a:lnTo>
                    <a:lnTo>
                      <a:pt x="490" y="212"/>
                    </a:lnTo>
                    <a:lnTo>
                      <a:pt x="497" y="212"/>
                    </a:lnTo>
                    <a:lnTo>
                      <a:pt x="497" y="204"/>
                    </a:lnTo>
                    <a:lnTo>
                      <a:pt x="505" y="207"/>
                    </a:lnTo>
                    <a:lnTo>
                      <a:pt x="518" y="206"/>
                    </a:lnTo>
                    <a:lnTo>
                      <a:pt x="534" y="236"/>
                    </a:lnTo>
                    <a:lnTo>
                      <a:pt x="525" y="231"/>
                    </a:lnTo>
                    <a:lnTo>
                      <a:pt x="521" y="240"/>
                    </a:lnTo>
                    <a:lnTo>
                      <a:pt x="312" y="283"/>
                    </a:lnTo>
                    <a:lnTo>
                      <a:pt x="137" y="308"/>
                    </a:lnTo>
                    <a:lnTo>
                      <a:pt x="0" y="327"/>
                    </a:lnTo>
                    <a:lnTo>
                      <a:pt x="0" y="327"/>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99" name=""/>
              <p:cNvSpPr/>
              <p:nvPr/>
            </p:nvSpPr>
            <p:spPr>
              <a:xfrm>
                <a:off x="7943760" y="4759200"/>
                <a:ext cx="47880" cy="150840"/>
              </a:xfrm>
              <a:custGeom>
                <a:avLst/>
                <a:gdLst/>
                <a:ahLst/>
                <a:rect l="l" t="t" r="r" b="b"/>
                <a:pathLst>
                  <a:path w="30" h="95">
                    <a:moveTo>
                      <a:pt x="0" y="54"/>
                    </a:moveTo>
                    <a:lnTo>
                      <a:pt x="0" y="54"/>
                    </a:lnTo>
                    <a:lnTo>
                      <a:pt x="0" y="82"/>
                    </a:lnTo>
                    <a:lnTo>
                      <a:pt x="6" y="94"/>
                    </a:lnTo>
                    <a:lnTo>
                      <a:pt x="9" y="59"/>
                    </a:lnTo>
                    <a:lnTo>
                      <a:pt x="22" y="44"/>
                    </a:lnTo>
                    <a:lnTo>
                      <a:pt x="29" y="0"/>
                    </a:lnTo>
                    <a:lnTo>
                      <a:pt x="12" y="11"/>
                    </a:lnTo>
                    <a:lnTo>
                      <a:pt x="0" y="54"/>
                    </a:lnTo>
                    <a:lnTo>
                      <a:pt x="0" y="54"/>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nvGrpSpPr>
            <p:cNvPr id="1800" name=""/>
            <p:cNvGrpSpPr/>
            <p:nvPr/>
          </p:nvGrpSpPr>
          <p:grpSpPr>
            <a:xfrm>
              <a:off x="3119400" y="2973240"/>
              <a:ext cx="733320" cy="579600"/>
              <a:chOff x="3119400" y="2973240"/>
              <a:chExt cx="733320" cy="579600"/>
            </a:xfrm>
          </p:grpSpPr>
          <p:sp>
            <p:nvSpPr>
              <p:cNvPr id="1801" name=""/>
              <p:cNvSpPr/>
              <p:nvPr/>
            </p:nvSpPr>
            <p:spPr>
              <a:xfrm>
                <a:off x="3119400" y="2973240"/>
                <a:ext cx="733320" cy="579600"/>
              </a:xfrm>
              <a:custGeom>
                <a:avLst/>
                <a:gdLst/>
                <a:ahLst/>
                <a:rect l="l" t="t" r="r" b="b"/>
                <a:pathLst>
                  <a:path w="462" h="365">
                    <a:moveTo>
                      <a:pt x="9" y="62"/>
                    </a:moveTo>
                    <a:lnTo>
                      <a:pt x="9" y="62"/>
                    </a:lnTo>
                    <a:lnTo>
                      <a:pt x="16" y="79"/>
                    </a:lnTo>
                    <a:lnTo>
                      <a:pt x="14" y="100"/>
                    </a:lnTo>
                    <a:lnTo>
                      <a:pt x="14" y="120"/>
                    </a:lnTo>
                    <a:lnTo>
                      <a:pt x="15" y="127"/>
                    </a:lnTo>
                    <a:lnTo>
                      <a:pt x="11" y="155"/>
                    </a:lnTo>
                    <a:lnTo>
                      <a:pt x="21" y="149"/>
                    </a:lnTo>
                    <a:lnTo>
                      <a:pt x="32" y="162"/>
                    </a:lnTo>
                    <a:lnTo>
                      <a:pt x="19" y="163"/>
                    </a:lnTo>
                    <a:lnTo>
                      <a:pt x="10" y="162"/>
                    </a:lnTo>
                    <a:lnTo>
                      <a:pt x="10" y="171"/>
                    </a:lnTo>
                    <a:lnTo>
                      <a:pt x="9" y="180"/>
                    </a:lnTo>
                    <a:lnTo>
                      <a:pt x="21" y="180"/>
                    </a:lnTo>
                    <a:lnTo>
                      <a:pt x="23" y="184"/>
                    </a:lnTo>
                    <a:lnTo>
                      <a:pt x="14" y="188"/>
                    </a:lnTo>
                    <a:lnTo>
                      <a:pt x="14" y="200"/>
                    </a:lnTo>
                    <a:lnTo>
                      <a:pt x="8" y="211"/>
                    </a:lnTo>
                    <a:lnTo>
                      <a:pt x="6" y="211"/>
                    </a:lnTo>
                    <a:lnTo>
                      <a:pt x="9" y="193"/>
                    </a:lnTo>
                    <a:lnTo>
                      <a:pt x="6" y="187"/>
                    </a:lnTo>
                    <a:lnTo>
                      <a:pt x="0" y="214"/>
                    </a:lnTo>
                    <a:lnTo>
                      <a:pt x="10" y="224"/>
                    </a:lnTo>
                    <a:lnTo>
                      <a:pt x="32" y="235"/>
                    </a:lnTo>
                    <a:lnTo>
                      <a:pt x="34" y="243"/>
                    </a:lnTo>
                    <a:lnTo>
                      <a:pt x="41" y="245"/>
                    </a:lnTo>
                    <a:lnTo>
                      <a:pt x="60" y="282"/>
                    </a:lnTo>
                    <a:lnTo>
                      <a:pt x="57" y="295"/>
                    </a:lnTo>
                    <a:lnTo>
                      <a:pt x="83" y="319"/>
                    </a:lnTo>
                    <a:lnTo>
                      <a:pt x="131" y="317"/>
                    </a:lnTo>
                    <a:lnTo>
                      <a:pt x="164" y="335"/>
                    </a:lnTo>
                    <a:lnTo>
                      <a:pt x="182" y="332"/>
                    </a:lnTo>
                    <a:lnTo>
                      <a:pt x="288" y="335"/>
                    </a:lnTo>
                    <a:lnTo>
                      <a:pt x="408" y="364"/>
                    </a:lnTo>
                    <a:lnTo>
                      <a:pt x="411" y="325"/>
                    </a:lnTo>
                    <a:lnTo>
                      <a:pt x="461" y="92"/>
                    </a:lnTo>
                    <a:lnTo>
                      <a:pt x="140" y="0"/>
                    </a:lnTo>
                    <a:lnTo>
                      <a:pt x="138" y="1"/>
                    </a:lnTo>
                    <a:lnTo>
                      <a:pt x="139" y="6"/>
                    </a:lnTo>
                    <a:lnTo>
                      <a:pt x="136" y="7"/>
                    </a:lnTo>
                    <a:lnTo>
                      <a:pt x="139" y="12"/>
                    </a:lnTo>
                    <a:lnTo>
                      <a:pt x="139" y="18"/>
                    </a:lnTo>
                    <a:lnTo>
                      <a:pt x="139" y="26"/>
                    </a:lnTo>
                    <a:lnTo>
                      <a:pt x="142" y="23"/>
                    </a:lnTo>
                    <a:lnTo>
                      <a:pt x="149" y="26"/>
                    </a:lnTo>
                    <a:lnTo>
                      <a:pt x="148" y="36"/>
                    </a:lnTo>
                    <a:lnTo>
                      <a:pt x="148" y="40"/>
                    </a:lnTo>
                    <a:lnTo>
                      <a:pt x="141" y="54"/>
                    </a:lnTo>
                    <a:lnTo>
                      <a:pt x="134" y="46"/>
                    </a:lnTo>
                    <a:lnTo>
                      <a:pt x="133" y="47"/>
                    </a:lnTo>
                    <a:lnTo>
                      <a:pt x="133" y="54"/>
                    </a:lnTo>
                    <a:lnTo>
                      <a:pt x="138" y="54"/>
                    </a:lnTo>
                    <a:lnTo>
                      <a:pt x="143" y="70"/>
                    </a:lnTo>
                    <a:lnTo>
                      <a:pt x="140" y="89"/>
                    </a:lnTo>
                    <a:lnTo>
                      <a:pt x="142" y="94"/>
                    </a:lnTo>
                    <a:lnTo>
                      <a:pt x="148" y="96"/>
                    </a:lnTo>
                    <a:lnTo>
                      <a:pt x="145" y="99"/>
                    </a:lnTo>
                    <a:lnTo>
                      <a:pt x="140" y="100"/>
                    </a:lnTo>
                    <a:lnTo>
                      <a:pt x="133" y="113"/>
                    </a:lnTo>
                    <a:lnTo>
                      <a:pt x="133" y="118"/>
                    </a:lnTo>
                    <a:lnTo>
                      <a:pt x="131" y="125"/>
                    </a:lnTo>
                    <a:lnTo>
                      <a:pt x="127" y="126"/>
                    </a:lnTo>
                    <a:lnTo>
                      <a:pt x="131" y="130"/>
                    </a:lnTo>
                    <a:lnTo>
                      <a:pt x="126" y="131"/>
                    </a:lnTo>
                    <a:lnTo>
                      <a:pt x="125" y="153"/>
                    </a:lnTo>
                    <a:lnTo>
                      <a:pt x="118" y="157"/>
                    </a:lnTo>
                    <a:lnTo>
                      <a:pt x="118" y="163"/>
                    </a:lnTo>
                    <a:lnTo>
                      <a:pt x="112" y="155"/>
                    </a:lnTo>
                    <a:lnTo>
                      <a:pt x="111" y="158"/>
                    </a:lnTo>
                    <a:lnTo>
                      <a:pt x="98" y="170"/>
                    </a:lnTo>
                    <a:lnTo>
                      <a:pt x="95" y="170"/>
                    </a:lnTo>
                    <a:lnTo>
                      <a:pt x="92" y="165"/>
                    </a:lnTo>
                    <a:lnTo>
                      <a:pt x="89" y="168"/>
                    </a:lnTo>
                    <a:lnTo>
                      <a:pt x="88" y="165"/>
                    </a:lnTo>
                    <a:lnTo>
                      <a:pt x="85" y="173"/>
                    </a:lnTo>
                    <a:lnTo>
                      <a:pt x="83" y="172"/>
                    </a:lnTo>
                    <a:lnTo>
                      <a:pt x="83" y="167"/>
                    </a:lnTo>
                    <a:lnTo>
                      <a:pt x="80" y="167"/>
                    </a:lnTo>
                    <a:lnTo>
                      <a:pt x="85" y="162"/>
                    </a:lnTo>
                    <a:lnTo>
                      <a:pt x="78" y="162"/>
                    </a:lnTo>
                    <a:lnTo>
                      <a:pt x="83" y="157"/>
                    </a:lnTo>
                    <a:lnTo>
                      <a:pt x="78" y="156"/>
                    </a:lnTo>
                    <a:lnTo>
                      <a:pt x="81" y="150"/>
                    </a:lnTo>
                    <a:lnTo>
                      <a:pt x="86" y="156"/>
                    </a:lnTo>
                    <a:lnTo>
                      <a:pt x="89" y="149"/>
                    </a:lnTo>
                    <a:lnTo>
                      <a:pt x="98" y="144"/>
                    </a:lnTo>
                    <a:lnTo>
                      <a:pt x="94" y="157"/>
                    </a:lnTo>
                    <a:lnTo>
                      <a:pt x="96" y="163"/>
                    </a:lnTo>
                    <a:lnTo>
                      <a:pt x="100" y="150"/>
                    </a:lnTo>
                    <a:lnTo>
                      <a:pt x="110" y="146"/>
                    </a:lnTo>
                    <a:lnTo>
                      <a:pt x="104" y="154"/>
                    </a:lnTo>
                    <a:lnTo>
                      <a:pt x="110" y="158"/>
                    </a:lnTo>
                    <a:lnTo>
                      <a:pt x="110" y="152"/>
                    </a:lnTo>
                    <a:lnTo>
                      <a:pt x="112" y="147"/>
                    </a:lnTo>
                    <a:lnTo>
                      <a:pt x="118" y="137"/>
                    </a:lnTo>
                    <a:lnTo>
                      <a:pt x="117" y="131"/>
                    </a:lnTo>
                    <a:lnTo>
                      <a:pt x="110" y="131"/>
                    </a:lnTo>
                    <a:lnTo>
                      <a:pt x="111" y="123"/>
                    </a:lnTo>
                    <a:lnTo>
                      <a:pt x="114" y="129"/>
                    </a:lnTo>
                    <a:lnTo>
                      <a:pt x="114" y="114"/>
                    </a:lnTo>
                    <a:lnTo>
                      <a:pt x="126" y="115"/>
                    </a:lnTo>
                    <a:lnTo>
                      <a:pt x="126" y="105"/>
                    </a:lnTo>
                    <a:lnTo>
                      <a:pt x="122" y="96"/>
                    </a:lnTo>
                    <a:lnTo>
                      <a:pt x="122" y="109"/>
                    </a:lnTo>
                    <a:lnTo>
                      <a:pt x="119" y="105"/>
                    </a:lnTo>
                    <a:lnTo>
                      <a:pt x="112" y="112"/>
                    </a:lnTo>
                    <a:lnTo>
                      <a:pt x="108" y="119"/>
                    </a:lnTo>
                    <a:lnTo>
                      <a:pt x="100" y="119"/>
                    </a:lnTo>
                    <a:lnTo>
                      <a:pt x="89" y="127"/>
                    </a:lnTo>
                    <a:lnTo>
                      <a:pt x="82" y="137"/>
                    </a:lnTo>
                    <a:lnTo>
                      <a:pt x="97" y="139"/>
                    </a:lnTo>
                    <a:lnTo>
                      <a:pt x="83" y="142"/>
                    </a:lnTo>
                    <a:lnTo>
                      <a:pt x="78" y="140"/>
                    </a:lnTo>
                    <a:lnTo>
                      <a:pt x="89" y="119"/>
                    </a:lnTo>
                    <a:lnTo>
                      <a:pt x="100" y="114"/>
                    </a:lnTo>
                    <a:lnTo>
                      <a:pt x="110" y="102"/>
                    </a:lnTo>
                    <a:lnTo>
                      <a:pt x="111" y="109"/>
                    </a:lnTo>
                    <a:lnTo>
                      <a:pt x="116" y="105"/>
                    </a:lnTo>
                    <a:lnTo>
                      <a:pt x="122" y="91"/>
                    </a:lnTo>
                    <a:lnTo>
                      <a:pt x="120" y="80"/>
                    </a:lnTo>
                    <a:lnTo>
                      <a:pt x="119" y="88"/>
                    </a:lnTo>
                    <a:lnTo>
                      <a:pt x="114" y="87"/>
                    </a:lnTo>
                    <a:lnTo>
                      <a:pt x="118" y="76"/>
                    </a:lnTo>
                    <a:lnTo>
                      <a:pt x="113" y="76"/>
                    </a:lnTo>
                    <a:lnTo>
                      <a:pt x="112" y="85"/>
                    </a:lnTo>
                    <a:lnTo>
                      <a:pt x="111" y="89"/>
                    </a:lnTo>
                    <a:lnTo>
                      <a:pt x="110" y="78"/>
                    </a:lnTo>
                    <a:lnTo>
                      <a:pt x="106" y="76"/>
                    </a:lnTo>
                    <a:lnTo>
                      <a:pt x="103" y="80"/>
                    </a:lnTo>
                    <a:lnTo>
                      <a:pt x="98" y="69"/>
                    </a:lnTo>
                    <a:lnTo>
                      <a:pt x="88" y="68"/>
                    </a:lnTo>
                    <a:lnTo>
                      <a:pt x="46" y="46"/>
                    </a:lnTo>
                    <a:lnTo>
                      <a:pt x="19" y="17"/>
                    </a:lnTo>
                    <a:lnTo>
                      <a:pt x="10" y="37"/>
                    </a:lnTo>
                    <a:lnTo>
                      <a:pt x="9" y="62"/>
                    </a:lnTo>
                    <a:lnTo>
                      <a:pt x="9" y="62"/>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02" name=""/>
              <p:cNvSpPr/>
              <p:nvPr/>
            </p:nvSpPr>
            <p:spPr>
              <a:xfrm>
                <a:off x="3289320" y="3006720"/>
                <a:ext cx="36360" cy="44280"/>
              </a:xfrm>
              <a:custGeom>
                <a:avLst/>
                <a:gdLst/>
                <a:ahLst/>
                <a:rect l="l" t="t" r="r" b="b"/>
                <a:pathLst>
                  <a:path w="23" h="28">
                    <a:moveTo>
                      <a:pt x="0" y="11"/>
                    </a:moveTo>
                    <a:lnTo>
                      <a:pt x="0" y="11"/>
                    </a:lnTo>
                    <a:lnTo>
                      <a:pt x="17" y="0"/>
                    </a:lnTo>
                    <a:lnTo>
                      <a:pt x="22" y="11"/>
                    </a:lnTo>
                    <a:lnTo>
                      <a:pt x="17" y="27"/>
                    </a:lnTo>
                    <a:lnTo>
                      <a:pt x="0" y="11"/>
                    </a:lnTo>
                    <a:lnTo>
                      <a:pt x="0" y="11"/>
                    </a:lnTo>
                  </a:path>
                </a:pathLst>
              </a:custGeom>
              <a:solidFill>
                <a:srgbClr val="0000ff"/>
              </a:solidFill>
              <a:ln w="31680">
                <a:solidFill>
                  <a:srgbClr val="000000"/>
                </a:solidFill>
                <a:round/>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1803" name=""/>
              <p:cNvSpPr/>
              <p:nvPr/>
            </p:nvSpPr>
            <p:spPr>
              <a:xfrm>
                <a:off x="3309840" y="3060720"/>
                <a:ext cx="28800" cy="66600"/>
              </a:xfrm>
              <a:custGeom>
                <a:avLst/>
                <a:gdLst/>
                <a:ahLst/>
                <a:rect l="l" t="t" r="r" b="b"/>
                <a:pathLst>
                  <a:path w="18" h="42">
                    <a:moveTo>
                      <a:pt x="0" y="13"/>
                    </a:moveTo>
                    <a:lnTo>
                      <a:pt x="0" y="13"/>
                    </a:lnTo>
                    <a:lnTo>
                      <a:pt x="12" y="0"/>
                    </a:lnTo>
                    <a:lnTo>
                      <a:pt x="17" y="7"/>
                    </a:lnTo>
                    <a:lnTo>
                      <a:pt x="13" y="41"/>
                    </a:lnTo>
                    <a:lnTo>
                      <a:pt x="0" y="13"/>
                    </a:lnTo>
                    <a:lnTo>
                      <a:pt x="0" y="13"/>
                    </a:lnTo>
                  </a:path>
                </a:pathLst>
              </a:custGeom>
              <a:solidFill>
                <a:srgbClr val="0000ff"/>
              </a:solidFill>
              <a:ln w="31680">
                <a:solidFill>
                  <a:srgbClr val="000000"/>
                </a:solidFill>
                <a:round/>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grpSp>
        <p:sp>
          <p:nvSpPr>
            <p:cNvPr id="1804" name=""/>
            <p:cNvSpPr/>
            <p:nvPr/>
          </p:nvSpPr>
          <p:spPr>
            <a:xfrm>
              <a:off x="7213680" y="4478400"/>
              <a:ext cx="493560" cy="531720"/>
            </a:xfrm>
            <a:custGeom>
              <a:avLst/>
              <a:gdLst/>
              <a:ahLst/>
              <a:rect l="l" t="t" r="r" b="b"/>
              <a:pathLst>
                <a:path w="311" h="335">
                  <a:moveTo>
                    <a:pt x="0" y="231"/>
                  </a:moveTo>
                  <a:lnTo>
                    <a:pt x="0" y="231"/>
                  </a:lnTo>
                  <a:lnTo>
                    <a:pt x="11" y="277"/>
                  </a:lnTo>
                  <a:lnTo>
                    <a:pt x="25" y="293"/>
                  </a:lnTo>
                  <a:lnTo>
                    <a:pt x="51" y="310"/>
                  </a:lnTo>
                  <a:lnTo>
                    <a:pt x="71" y="334"/>
                  </a:lnTo>
                  <a:lnTo>
                    <a:pt x="95" y="322"/>
                  </a:lnTo>
                  <a:lnTo>
                    <a:pt x="105" y="329"/>
                  </a:lnTo>
                  <a:lnTo>
                    <a:pt x="119" y="322"/>
                  </a:lnTo>
                  <a:lnTo>
                    <a:pt x="130" y="308"/>
                  </a:lnTo>
                  <a:lnTo>
                    <a:pt x="155" y="303"/>
                  </a:lnTo>
                  <a:lnTo>
                    <a:pt x="170" y="282"/>
                  </a:lnTo>
                  <a:lnTo>
                    <a:pt x="161" y="277"/>
                  </a:lnTo>
                  <a:lnTo>
                    <a:pt x="188" y="215"/>
                  </a:lnTo>
                  <a:lnTo>
                    <a:pt x="195" y="184"/>
                  </a:lnTo>
                  <a:lnTo>
                    <a:pt x="218" y="196"/>
                  </a:lnTo>
                  <a:lnTo>
                    <a:pt x="230" y="159"/>
                  </a:lnTo>
                  <a:lnTo>
                    <a:pt x="242" y="157"/>
                  </a:lnTo>
                  <a:lnTo>
                    <a:pt x="262" y="122"/>
                  </a:lnTo>
                  <a:lnTo>
                    <a:pt x="266" y="86"/>
                  </a:lnTo>
                  <a:lnTo>
                    <a:pt x="305" y="110"/>
                  </a:lnTo>
                  <a:lnTo>
                    <a:pt x="310" y="90"/>
                  </a:lnTo>
                  <a:lnTo>
                    <a:pt x="301" y="74"/>
                  </a:lnTo>
                  <a:lnTo>
                    <a:pt x="284" y="67"/>
                  </a:lnTo>
                  <a:lnTo>
                    <a:pt x="263" y="70"/>
                  </a:lnTo>
                  <a:lnTo>
                    <a:pt x="256" y="82"/>
                  </a:lnTo>
                  <a:lnTo>
                    <a:pt x="219" y="93"/>
                  </a:lnTo>
                  <a:lnTo>
                    <a:pt x="196" y="123"/>
                  </a:lnTo>
                  <a:lnTo>
                    <a:pt x="186" y="74"/>
                  </a:lnTo>
                  <a:lnTo>
                    <a:pt x="118" y="88"/>
                  </a:lnTo>
                  <a:lnTo>
                    <a:pt x="107" y="0"/>
                  </a:lnTo>
                  <a:lnTo>
                    <a:pt x="96" y="8"/>
                  </a:lnTo>
                  <a:lnTo>
                    <a:pt x="102" y="24"/>
                  </a:lnTo>
                  <a:lnTo>
                    <a:pt x="94" y="101"/>
                  </a:lnTo>
                  <a:lnTo>
                    <a:pt x="82" y="118"/>
                  </a:lnTo>
                  <a:lnTo>
                    <a:pt x="45" y="147"/>
                  </a:lnTo>
                  <a:lnTo>
                    <a:pt x="39" y="180"/>
                  </a:lnTo>
                  <a:lnTo>
                    <a:pt x="25" y="172"/>
                  </a:lnTo>
                  <a:lnTo>
                    <a:pt x="21" y="211"/>
                  </a:lnTo>
                  <a:lnTo>
                    <a:pt x="0" y="231"/>
                  </a:lnTo>
                  <a:lnTo>
                    <a:pt x="0" y="231"/>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05" name=""/>
            <p:cNvSpPr/>
            <p:nvPr/>
          </p:nvSpPr>
          <p:spPr>
            <a:xfrm>
              <a:off x="6076800" y="3654360"/>
              <a:ext cx="581040" cy="663480"/>
            </a:xfrm>
            <a:custGeom>
              <a:avLst/>
              <a:gdLst/>
              <a:ahLst/>
              <a:rect l="l" t="t" r="r" b="b"/>
              <a:pathLst>
                <a:path w="366" h="418">
                  <a:moveTo>
                    <a:pt x="0" y="126"/>
                  </a:moveTo>
                  <a:lnTo>
                    <a:pt x="0" y="126"/>
                  </a:lnTo>
                  <a:lnTo>
                    <a:pt x="8" y="159"/>
                  </a:lnTo>
                  <a:lnTo>
                    <a:pt x="6" y="210"/>
                  </a:lnTo>
                  <a:lnTo>
                    <a:pt x="52" y="240"/>
                  </a:lnTo>
                  <a:lnTo>
                    <a:pt x="70" y="261"/>
                  </a:lnTo>
                  <a:lnTo>
                    <a:pt x="94" y="278"/>
                  </a:lnTo>
                  <a:lnTo>
                    <a:pt x="105" y="292"/>
                  </a:lnTo>
                  <a:lnTo>
                    <a:pt x="109" y="325"/>
                  </a:lnTo>
                  <a:lnTo>
                    <a:pt x="116" y="375"/>
                  </a:lnTo>
                  <a:lnTo>
                    <a:pt x="150" y="417"/>
                  </a:lnTo>
                  <a:lnTo>
                    <a:pt x="334" y="405"/>
                  </a:lnTo>
                  <a:lnTo>
                    <a:pt x="323" y="339"/>
                  </a:lnTo>
                  <a:lnTo>
                    <a:pt x="329" y="275"/>
                  </a:lnTo>
                  <a:lnTo>
                    <a:pt x="339" y="244"/>
                  </a:lnTo>
                  <a:lnTo>
                    <a:pt x="339" y="215"/>
                  </a:lnTo>
                  <a:lnTo>
                    <a:pt x="363" y="155"/>
                  </a:lnTo>
                  <a:lnTo>
                    <a:pt x="365" y="141"/>
                  </a:lnTo>
                  <a:lnTo>
                    <a:pt x="358" y="137"/>
                  </a:lnTo>
                  <a:lnTo>
                    <a:pt x="348" y="150"/>
                  </a:lnTo>
                  <a:lnTo>
                    <a:pt x="341" y="180"/>
                  </a:lnTo>
                  <a:lnTo>
                    <a:pt x="326" y="185"/>
                  </a:lnTo>
                  <a:lnTo>
                    <a:pt x="320" y="202"/>
                  </a:lnTo>
                  <a:lnTo>
                    <a:pt x="306" y="214"/>
                  </a:lnTo>
                  <a:lnTo>
                    <a:pt x="307" y="194"/>
                  </a:lnTo>
                  <a:lnTo>
                    <a:pt x="315" y="173"/>
                  </a:lnTo>
                  <a:lnTo>
                    <a:pt x="326" y="168"/>
                  </a:lnTo>
                  <a:lnTo>
                    <a:pt x="328" y="159"/>
                  </a:lnTo>
                  <a:lnTo>
                    <a:pt x="309" y="100"/>
                  </a:lnTo>
                  <a:lnTo>
                    <a:pt x="294" y="96"/>
                  </a:lnTo>
                  <a:lnTo>
                    <a:pt x="288" y="84"/>
                  </a:lnTo>
                  <a:lnTo>
                    <a:pt x="255" y="79"/>
                  </a:lnTo>
                  <a:lnTo>
                    <a:pt x="177" y="58"/>
                  </a:lnTo>
                  <a:lnTo>
                    <a:pt x="148" y="33"/>
                  </a:lnTo>
                  <a:lnTo>
                    <a:pt x="128" y="25"/>
                  </a:lnTo>
                  <a:lnTo>
                    <a:pt x="118" y="33"/>
                  </a:lnTo>
                  <a:lnTo>
                    <a:pt x="115" y="31"/>
                  </a:lnTo>
                  <a:lnTo>
                    <a:pt x="121" y="25"/>
                  </a:lnTo>
                  <a:lnTo>
                    <a:pt x="121" y="14"/>
                  </a:lnTo>
                  <a:lnTo>
                    <a:pt x="125" y="11"/>
                  </a:lnTo>
                  <a:lnTo>
                    <a:pt x="125" y="3"/>
                  </a:lnTo>
                  <a:lnTo>
                    <a:pt x="120" y="0"/>
                  </a:lnTo>
                  <a:lnTo>
                    <a:pt x="79" y="20"/>
                  </a:lnTo>
                  <a:lnTo>
                    <a:pt x="62" y="26"/>
                  </a:lnTo>
                  <a:lnTo>
                    <a:pt x="55" y="27"/>
                  </a:lnTo>
                  <a:lnTo>
                    <a:pt x="45" y="22"/>
                  </a:lnTo>
                  <a:lnTo>
                    <a:pt x="43" y="26"/>
                  </a:lnTo>
                  <a:lnTo>
                    <a:pt x="41" y="21"/>
                  </a:lnTo>
                  <a:lnTo>
                    <a:pt x="34" y="30"/>
                  </a:lnTo>
                  <a:lnTo>
                    <a:pt x="36" y="78"/>
                  </a:lnTo>
                  <a:lnTo>
                    <a:pt x="0" y="126"/>
                  </a:lnTo>
                  <a:lnTo>
                    <a:pt x="0" y="126"/>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06" name=""/>
            <p:cNvSpPr/>
            <p:nvPr/>
          </p:nvSpPr>
          <p:spPr>
            <a:xfrm>
              <a:off x="4211640" y="3821040"/>
              <a:ext cx="774720" cy="695520"/>
            </a:xfrm>
            <a:custGeom>
              <a:avLst/>
              <a:gdLst/>
              <a:ahLst/>
              <a:rect l="l" t="t" r="r" b="b"/>
              <a:pathLst>
                <a:path w="488" h="438">
                  <a:moveTo>
                    <a:pt x="0" y="375"/>
                  </a:moveTo>
                  <a:lnTo>
                    <a:pt x="0" y="375"/>
                  </a:lnTo>
                  <a:lnTo>
                    <a:pt x="15" y="280"/>
                  </a:lnTo>
                  <a:lnTo>
                    <a:pt x="49" y="47"/>
                  </a:lnTo>
                  <a:lnTo>
                    <a:pt x="58" y="0"/>
                  </a:lnTo>
                  <a:lnTo>
                    <a:pt x="249" y="32"/>
                  </a:lnTo>
                  <a:lnTo>
                    <a:pt x="487" y="58"/>
                  </a:lnTo>
                  <a:lnTo>
                    <a:pt x="471" y="249"/>
                  </a:lnTo>
                  <a:lnTo>
                    <a:pt x="454" y="437"/>
                  </a:lnTo>
                  <a:lnTo>
                    <a:pt x="130" y="397"/>
                  </a:lnTo>
                  <a:lnTo>
                    <a:pt x="0" y="375"/>
                  </a:lnTo>
                  <a:lnTo>
                    <a:pt x="0" y="375"/>
                  </a:lnTo>
                </a:path>
              </a:pathLst>
            </a:custGeom>
            <a:solidFill>
              <a:srgbClr val="0000ff"/>
            </a:solidFill>
            <a:ln w="3168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807" name=""/>
          <p:cNvSpPr/>
          <p:nvPr/>
        </p:nvSpPr>
        <p:spPr>
          <a:xfrm>
            <a:off x="6357960" y="4464000"/>
            <a:ext cx="225360" cy="428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700" strike="noStrike" u="none">
                <a:solidFill>
                  <a:srgbClr val="ffffff"/>
                </a:solidFill>
                <a:effectLst/>
                <a:uFillTx/>
                <a:latin typeface="Arial"/>
              </a:rPr>
              <a:t>1</a:t>
            </a:r>
            <a:endParaRPr b="0" lang="en-IN" sz="2700" strike="noStrike" u="none">
              <a:solidFill>
                <a:srgbClr val="ffffff"/>
              </a:solidFill>
              <a:effectLst/>
              <a:uFillTx/>
              <a:latin typeface="Times New Roman"/>
            </a:endParaRPr>
          </a:p>
        </p:txBody>
      </p:sp>
      <p:sp>
        <p:nvSpPr>
          <p:cNvPr id="1808" name=""/>
          <p:cNvSpPr/>
          <p:nvPr/>
        </p:nvSpPr>
        <p:spPr>
          <a:xfrm>
            <a:off x="5246640" y="5792760"/>
            <a:ext cx="430200" cy="428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700" strike="noStrike" u="none">
                <a:solidFill>
                  <a:srgbClr val="ffffff"/>
                </a:solidFill>
                <a:effectLst/>
                <a:uFillTx/>
                <a:latin typeface="Arial"/>
              </a:rPr>
              <a:t>3</a:t>
            </a:r>
            <a:endParaRPr b="0" lang="en-IN" sz="2700" strike="noStrike" u="none">
              <a:solidFill>
                <a:srgbClr val="ffffff"/>
              </a:solidFill>
              <a:effectLst/>
              <a:uFillTx/>
              <a:latin typeface="Times New Roman"/>
            </a:endParaRPr>
          </a:p>
        </p:txBody>
      </p:sp>
      <p:sp>
        <p:nvSpPr>
          <p:cNvPr id="1809" name=""/>
          <p:cNvSpPr/>
          <p:nvPr/>
        </p:nvSpPr>
        <p:spPr>
          <a:xfrm>
            <a:off x="5818320" y="3621240"/>
            <a:ext cx="231480" cy="469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900" strike="noStrike" u="none">
                <a:solidFill>
                  <a:srgbClr val="ffffff"/>
                </a:solidFill>
                <a:effectLst/>
                <a:uFillTx/>
                <a:latin typeface="Arial"/>
              </a:rPr>
              <a:t>2</a:t>
            </a:r>
            <a:endParaRPr b="0" lang="en-IN" sz="2900" strike="noStrike" u="none">
              <a:solidFill>
                <a:srgbClr val="ffffff"/>
              </a:solidFill>
              <a:effectLst/>
              <a:uFillTx/>
              <a:latin typeface="Times New Roman"/>
            </a:endParaRPr>
          </a:p>
        </p:txBody>
      </p:sp>
    </p:spTree>
  </p:cSld>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810" name=""/>
          <p:cNvGrpSpPr/>
          <p:nvPr/>
        </p:nvGrpSpPr>
        <p:grpSpPr>
          <a:xfrm>
            <a:off x="538200" y="-7920"/>
            <a:ext cx="9456840" cy="8099280"/>
            <a:chOff x="538200" y="-7920"/>
            <a:chExt cx="9456840" cy="8099280"/>
          </a:xfrm>
        </p:grpSpPr>
        <p:sp>
          <p:nvSpPr>
            <p:cNvPr id="1811"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812" name=""/>
            <p:cNvGrpSpPr/>
            <p:nvPr/>
          </p:nvGrpSpPr>
          <p:grpSpPr>
            <a:xfrm>
              <a:off x="538200" y="727200"/>
              <a:ext cx="1542960" cy="1599840"/>
              <a:chOff x="538200" y="727200"/>
              <a:chExt cx="1542960" cy="1599840"/>
            </a:xfrm>
          </p:grpSpPr>
          <p:sp>
            <p:nvSpPr>
              <p:cNvPr id="1813"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814" name="" descr=""/>
              <p:cNvPicPr/>
              <p:nvPr/>
            </p:nvPicPr>
            <p:blipFill>
              <a:blip r:embed="rId1"/>
              <a:stretch/>
            </p:blipFill>
            <p:spPr>
              <a:xfrm>
                <a:off x="568440" y="779400"/>
                <a:ext cx="1430280" cy="1460520"/>
              </a:xfrm>
              <a:prstGeom prst="rect">
                <a:avLst/>
              </a:prstGeom>
              <a:noFill/>
              <a:ln w="0">
                <a:noFill/>
              </a:ln>
            </p:spPr>
          </p:pic>
          <p:sp>
            <p:nvSpPr>
              <p:cNvPr id="1815"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16"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817"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818"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819"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820"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www.aphis.usda.gov/oa/bse</a:t>
            </a:r>
            <a:endParaRPr b="0" lang="en-IN" sz="4200" strike="noStrike" u="none">
              <a:solidFill>
                <a:srgbClr val="ffffff"/>
              </a:solidFill>
              <a:effectLst/>
              <a:uFillTx/>
              <a:latin typeface="Times New Roman"/>
            </a:endParaRPr>
          </a:p>
        </p:txBody>
      </p:sp>
    </p:spTree>
  </p:cSld>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821" name=""/>
          <p:cNvGrpSpPr/>
          <p:nvPr/>
        </p:nvGrpSpPr>
        <p:grpSpPr>
          <a:xfrm>
            <a:off x="538200" y="-7920"/>
            <a:ext cx="9456840" cy="8099280"/>
            <a:chOff x="538200" y="-7920"/>
            <a:chExt cx="9456840" cy="8099280"/>
          </a:xfrm>
        </p:grpSpPr>
        <p:sp>
          <p:nvSpPr>
            <p:cNvPr id="1822"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823" name=""/>
            <p:cNvGrpSpPr/>
            <p:nvPr/>
          </p:nvGrpSpPr>
          <p:grpSpPr>
            <a:xfrm>
              <a:off x="538200" y="727200"/>
              <a:ext cx="1542960" cy="1599840"/>
              <a:chOff x="538200" y="727200"/>
              <a:chExt cx="1542960" cy="1599840"/>
            </a:xfrm>
          </p:grpSpPr>
          <p:sp>
            <p:nvSpPr>
              <p:cNvPr id="1824"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825" name="" descr=""/>
              <p:cNvPicPr/>
              <p:nvPr/>
            </p:nvPicPr>
            <p:blipFill>
              <a:blip r:embed="rId1"/>
              <a:stretch/>
            </p:blipFill>
            <p:spPr>
              <a:xfrm>
                <a:off x="568440" y="779400"/>
                <a:ext cx="1430280" cy="1460520"/>
              </a:xfrm>
              <a:prstGeom prst="rect">
                <a:avLst/>
              </a:prstGeom>
              <a:noFill/>
              <a:ln w="0">
                <a:noFill/>
              </a:ln>
            </p:spPr>
          </p:pic>
          <p:sp>
            <p:nvSpPr>
              <p:cNvPr id="1826"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27"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828"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829"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830"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831"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 BSE Risk Assessment    </a:t>
            </a:r>
            <a:endParaRPr b="0" lang="en-IN" sz="4200" strike="noStrike" u="none">
              <a:solidFill>
                <a:srgbClr val="ffffff"/>
              </a:solidFill>
              <a:effectLst/>
              <a:uFillTx/>
              <a:latin typeface="Times New Roman"/>
            </a:endParaRPr>
          </a:p>
        </p:txBody>
      </p:sp>
      <p:pic>
        <p:nvPicPr>
          <p:cNvPr id="1832" name="" descr=""/>
          <p:cNvPicPr/>
          <p:nvPr/>
        </p:nvPicPr>
        <p:blipFill>
          <a:blip r:embed="rId2"/>
          <a:stretch/>
        </p:blipFill>
        <p:spPr>
          <a:xfrm>
            <a:off x="2505240" y="2978280"/>
            <a:ext cx="2962080" cy="2519280"/>
          </a:xfrm>
          <a:prstGeom prst="rect">
            <a:avLst/>
          </a:prstGeom>
          <a:noFill/>
          <a:ln w="0">
            <a:noFill/>
          </a:ln>
        </p:spPr>
      </p:pic>
      <p:grpSp>
        <p:nvGrpSpPr>
          <p:cNvPr id="1833" name=""/>
          <p:cNvGrpSpPr/>
          <p:nvPr/>
        </p:nvGrpSpPr>
        <p:grpSpPr>
          <a:xfrm>
            <a:off x="2867040" y="3435480"/>
            <a:ext cx="5268960" cy="3781440"/>
            <a:chOff x="2867040" y="3435480"/>
            <a:chExt cx="5268960" cy="3781440"/>
          </a:xfrm>
        </p:grpSpPr>
        <p:sp>
          <p:nvSpPr>
            <p:cNvPr id="1834" name=""/>
            <p:cNvSpPr/>
            <p:nvPr/>
          </p:nvSpPr>
          <p:spPr>
            <a:xfrm>
              <a:off x="3368520" y="3435480"/>
              <a:ext cx="2003760" cy="1519200"/>
            </a:xfrm>
            <a:custGeom>
              <a:avLst/>
              <a:gdLst/>
              <a:ahLst/>
              <a:rect l="l" t="t" r="r" b="b"/>
              <a:pathLst>
                <a:path w="1262" h="957">
                  <a:moveTo>
                    <a:pt x="1242" y="933"/>
                  </a:moveTo>
                  <a:lnTo>
                    <a:pt x="1261" y="826"/>
                  </a:lnTo>
                  <a:lnTo>
                    <a:pt x="1261" y="717"/>
                  </a:lnTo>
                  <a:lnTo>
                    <a:pt x="1243" y="609"/>
                  </a:lnTo>
                  <a:lnTo>
                    <a:pt x="1210" y="503"/>
                  </a:lnTo>
                  <a:lnTo>
                    <a:pt x="1161" y="404"/>
                  </a:lnTo>
                  <a:lnTo>
                    <a:pt x="1099" y="310"/>
                  </a:lnTo>
                  <a:lnTo>
                    <a:pt x="1024" y="225"/>
                  </a:lnTo>
                  <a:lnTo>
                    <a:pt x="938" y="149"/>
                  </a:lnTo>
                  <a:lnTo>
                    <a:pt x="842" y="88"/>
                  </a:lnTo>
                  <a:lnTo>
                    <a:pt x="737" y="41"/>
                  </a:lnTo>
                  <a:lnTo>
                    <a:pt x="624" y="11"/>
                  </a:lnTo>
                  <a:lnTo>
                    <a:pt x="507" y="0"/>
                  </a:lnTo>
                  <a:lnTo>
                    <a:pt x="384" y="10"/>
                  </a:lnTo>
                  <a:lnTo>
                    <a:pt x="257" y="42"/>
                  </a:lnTo>
                  <a:lnTo>
                    <a:pt x="128" y="100"/>
                  </a:lnTo>
                  <a:lnTo>
                    <a:pt x="0" y="184"/>
                  </a:lnTo>
                  <a:lnTo>
                    <a:pt x="10" y="179"/>
                  </a:lnTo>
                  <a:lnTo>
                    <a:pt x="20" y="173"/>
                  </a:lnTo>
                  <a:lnTo>
                    <a:pt x="30" y="167"/>
                  </a:lnTo>
                  <a:lnTo>
                    <a:pt x="40" y="162"/>
                  </a:lnTo>
                  <a:lnTo>
                    <a:pt x="49" y="156"/>
                  </a:lnTo>
                  <a:lnTo>
                    <a:pt x="58" y="150"/>
                  </a:lnTo>
                  <a:lnTo>
                    <a:pt x="68" y="144"/>
                  </a:lnTo>
                  <a:lnTo>
                    <a:pt x="79" y="138"/>
                  </a:lnTo>
                  <a:lnTo>
                    <a:pt x="88" y="132"/>
                  </a:lnTo>
                  <a:lnTo>
                    <a:pt x="99" y="126"/>
                  </a:lnTo>
                  <a:lnTo>
                    <a:pt x="111" y="120"/>
                  </a:lnTo>
                  <a:lnTo>
                    <a:pt x="125" y="115"/>
                  </a:lnTo>
                  <a:lnTo>
                    <a:pt x="138" y="110"/>
                  </a:lnTo>
                  <a:lnTo>
                    <a:pt x="154" y="104"/>
                  </a:lnTo>
                  <a:lnTo>
                    <a:pt x="170" y="98"/>
                  </a:lnTo>
                  <a:lnTo>
                    <a:pt x="189" y="92"/>
                  </a:lnTo>
                  <a:lnTo>
                    <a:pt x="310" y="64"/>
                  </a:lnTo>
                  <a:lnTo>
                    <a:pt x="429" y="51"/>
                  </a:lnTo>
                  <a:lnTo>
                    <a:pt x="541" y="54"/>
                  </a:lnTo>
                  <a:lnTo>
                    <a:pt x="648" y="71"/>
                  </a:lnTo>
                  <a:lnTo>
                    <a:pt x="747" y="102"/>
                  </a:lnTo>
                  <a:lnTo>
                    <a:pt x="841" y="145"/>
                  </a:lnTo>
                  <a:lnTo>
                    <a:pt x="925" y="198"/>
                  </a:lnTo>
                  <a:lnTo>
                    <a:pt x="1002" y="260"/>
                  </a:lnTo>
                  <a:lnTo>
                    <a:pt x="1069" y="332"/>
                  </a:lnTo>
                  <a:lnTo>
                    <a:pt x="1127" y="409"/>
                  </a:lnTo>
                  <a:lnTo>
                    <a:pt x="1173" y="494"/>
                  </a:lnTo>
                  <a:lnTo>
                    <a:pt x="1210" y="581"/>
                  </a:lnTo>
                  <a:lnTo>
                    <a:pt x="1234" y="674"/>
                  </a:lnTo>
                  <a:lnTo>
                    <a:pt x="1246" y="767"/>
                  </a:lnTo>
                  <a:lnTo>
                    <a:pt x="1246" y="862"/>
                  </a:lnTo>
                  <a:lnTo>
                    <a:pt x="1232" y="956"/>
                  </a:lnTo>
                  <a:lnTo>
                    <a:pt x="1232" y="956"/>
                  </a:lnTo>
                  <a:lnTo>
                    <a:pt x="1232" y="956"/>
                  </a:lnTo>
                  <a:lnTo>
                    <a:pt x="1232" y="955"/>
                  </a:lnTo>
                  <a:lnTo>
                    <a:pt x="1233" y="953"/>
                  </a:lnTo>
                  <a:lnTo>
                    <a:pt x="1233" y="952"/>
                  </a:lnTo>
                  <a:lnTo>
                    <a:pt x="1235" y="950"/>
                  </a:lnTo>
                  <a:lnTo>
                    <a:pt x="1235" y="948"/>
                  </a:lnTo>
                  <a:lnTo>
                    <a:pt x="1237" y="945"/>
                  </a:lnTo>
                  <a:lnTo>
                    <a:pt x="1237" y="943"/>
                  </a:lnTo>
                  <a:lnTo>
                    <a:pt x="1238" y="941"/>
                  </a:lnTo>
                  <a:lnTo>
                    <a:pt x="1238" y="939"/>
                  </a:lnTo>
                  <a:lnTo>
                    <a:pt x="1240" y="937"/>
                  </a:lnTo>
                  <a:lnTo>
                    <a:pt x="1240" y="936"/>
                  </a:lnTo>
                  <a:lnTo>
                    <a:pt x="1241" y="934"/>
                  </a:lnTo>
                  <a:lnTo>
                    <a:pt x="1241" y="934"/>
                  </a:lnTo>
                  <a:lnTo>
                    <a:pt x="1242" y="933"/>
                  </a:lnTo>
                  <a:lnTo>
                    <a:pt x="1242" y="933"/>
                  </a:lnTo>
                </a:path>
              </a:pathLst>
            </a:custGeom>
            <a:solidFill>
              <a:srgbClr val="727272"/>
            </a:solidFill>
            <a:ln w="18360">
              <a:solidFill>
                <a:srgbClr val="a2a2a2"/>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35" name=""/>
            <p:cNvSpPr/>
            <p:nvPr/>
          </p:nvSpPr>
          <p:spPr>
            <a:xfrm>
              <a:off x="2867040" y="3586320"/>
              <a:ext cx="2525760" cy="2333520"/>
            </a:xfrm>
            <a:custGeom>
              <a:avLst/>
              <a:gdLst/>
              <a:ahLst/>
              <a:rect l="l" t="t" r="r" b="b"/>
              <a:pathLst>
                <a:path w="1591" h="1470">
                  <a:moveTo>
                    <a:pt x="1576" y="540"/>
                  </a:moveTo>
                  <a:lnTo>
                    <a:pt x="1590" y="697"/>
                  </a:lnTo>
                  <a:lnTo>
                    <a:pt x="1581" y="839"/>
                  </a:lnTo>
                  <a:lnTo>
                    <a:pt x="1549" y="968"/>
                  </a:lnTo>
                  <a:lnTo>
                    <a:pt x="1497" y="1080"/>
                  </a:lnTo>
                  <a:lnTo>
                    <a:pt x="1427" y="1180"/>
                  </a:lnTo>
                  <a:lnTo>
                    <a:pt x="1344" y="1265"/>
                  </a:lnTo>
                  <a:lnTo>
                    <a:pt x="1248" y="1335"/>
                  </a:lnTo>
                  <a:lnTo>
                    <a:pt x="1144" y="1390"/>
                  </a:lnTo>
                  <a:lnTo>
                    <a:pt x="1031" y="1432"/>
                  </a:lnTo>
                  <a:lnTo>
                    <a:pt x="915" y="1457"/>
                  </a:lnTo>
                  <a:lnTo>
                    <a:pt x="797" y="1469"/>
                  </a:lnTo>
                  <a:lnTo>
                    <a:pt x="680" y="1465"/>
                  </a:lnTo>
                  <a:lnTo>
                    <a:pt x="566" y="1447"/>
                  </a:lnTo>
                  <a:lnTo>
                    <a:pt x="458" y="1413"/>
                  </a:lnTo>
                  <a:lnTo>
                    <a:pt x="358" y="1365"/>
                  </a:lnTo>
                  <a:lnTo>
                    <a:pt x="271" y="1301"/>
                  </a:lnTo>
                  <a:lnTo>
                    <a:pt x="198" y="1231"/>
                  </a:lnTo>
                  <a:lnTo>
                    <a:pt x="137" y="1153"/>
                  </a:lnTo>
                  <a:lnTo>
                    <a:pt x="87" y="1070"/>
                  </a:lnTo>
                  <a:lnTo>
                    <a:pt x="49" y="982"/>
                  </a:lnTo>
                  <a:lnTo>
                    <a:pt x="21" y="892"/>
                  </a:lnTo>
                  <a:lnTo>
                    <a:pt x="5" y="799"/>
                  </a:lnTo>
                  <a:lnTo>
                    <a:pt x="0" y="705"/>
                  </a:lnTo>
                  <a:lnTo>
                    <a:pt x="7" y="610"/>
                  </a:lnTo>
                  <a:lnTo>
                    <a:pt x="23" y="518"/>
                  </a:lnTo>
                  <a:lnTo>
                    <a:pt x="51" y="428"/>
                  </a:lnTo>
                  <a:lnTo>
                    <a:pt x="90" y="342"/>
                  </a:lnTo>
                  <a:lnTo>
                    <a:pt x="142" y="259"/>
                  </a:lnTo>
                  <a:lnTo>
                    <a:pt x="202" y="183"/>
                  </a:lnTo>
                  <a:lnTo>
                    <a:pt x="275" y="113"/>
                  </a:lnTo>
                  <a:lnTo>
                    <a:pt x="358" y="53"/>
                  </a:lnTo>
                  <a:lnTo>
                    <a:pt x="453" y="0"/>
                  </a:lnTo>
                  <a:lnTo>
                    <a:pt x="371" y="55"/>
                  </a:lnTo>
                  <a:lnTo>
                    <a:pt x="299" y="116"/>
                  </a:lnTo>
                  <a:lnTo>
                    <a:pt x="236" y="185"/>
                  </a:lnTo>
                  <a:lnTo>
                    <a:pt x="184" y="259"/>
                  </a:lnTo>
                  <a:lnTo>
                    <a:pt x="141" y="338"/>
                  </a:lnTo>
                  <a:lnTo>
                    <a:pt x="108" y="421"/>
                  </a:lnTo>
                  <a:lnTo>
                    <a:pt x="85" y="506"/>
                  </a:lnTo>
                  <a:lnTo>
                    <a:pt x="73" y="592"/>
                  </a:lnTo>
                  <a:lnTo>
                    <a:pt x="70" y="680"/>
                  </a:lnTo>
                  <a:lnTo>
                    <a:pt x="77" y="767"/>
                  </a:lnTo>
                  <a:lnTo>
                    <a:pt x="95" y="854"/>
                  </a:lnTo>
                  <a:lnTo>
                    <a:pt x="125" y="936"/>
                  </a:lnTo>
                  <a:lnTo>
                    <a:pt x="164" y="1017"/>
                  </a:lnTo>
                  <a:lnTo>
                    <a:pt x="215" y="1093"/>
                  </a:lnTo>
                  <a:lnTo>
                    <a:pt x="276" y="1164"/>
                  </a:lnTo>
                  <a:lnTo>
                    <a:pt x="350" y="1226"/>
                  </a:lnTo>
                  <a:lnTo>
                    <a:pt x="440" y="1289"/>
                  </a:lnTo>
                  <a:lnTo>
                    <a:pt x="534" y="1336"/>
                  </a:lnTo>
                  <a:lnTo>
                    <a:pt x="628" y="1370"/>
                  </a:lnTo>
                  <a:lnTo>
                    <a:pt x="724" y="1389"/>
                  </a:lnTo>
                  <a:lnTo>
                    <a:pt x="818" y="1397"/>
                  </a:lnTo>
                  <a:lnTo>
                    <a:pt x="912" y="1392"/>
                  </a:lnTo>
                  <a:lnTo>
                    <a:pt x="1003" y="1377"/>
                  </a:lnTo>
                  <a:lnTo>
                    <a:pt x="1092" y="1349"/>
                  </a:lnTo>
                  <a:lnTo>
                    <a:pt x="1175" y="1314"/>
                  </a:lnTo>
                  <a:lnTo>
                    <a:pt x="1253" y="1268"/>
                  </a:lnTo>
                  <a:lnTo>
                    <a:pt x="1325" y="1214"/>
                  </a:lnTo>
                  <a:lnTo>
                    <a:pt x="1390" y="1152"/>
                  </a:lnTo>
                  <a:lnTo>
                    <a:pt x="1446" y="1083"/>
                  </a:lnTo>
                  <a:lnTo>
                    <a:pt x="1493" y="1007"/>
                  </a:lnTo>
                  <a:lnTo>
                    <a:pt x="1530" y="925"/>
                  </a:lnTo>
                  <a:lnTo>
                    <a:pt x="1557" y="838"/>
                  </a:lnTo>
                  <a:lnTo>
                    <a:pt x="1557" y="835"/>
                  </a:lnTo>
                  <a:lnTo>
                    <a:pt x="1557" y="825"/>
                  </a:lnTo>
                  <a:lnTo>
                    <a:pt x="1557" y="810"/>
                  </a:lnTo>
                  <a:lnTo>
                    <a:pt x="1559" y="791"/>
                  </a:lnTo>
                  <a:lnTo>
                    <a:pt x="1560" y="770"/>
                  </a:lnTo>
                  <a:lnTo>
                    <a:pt x="1562" y="743"/>
                  </a:lnTo>
                  <a:lnTo>
                    <a:pt x="1565" y="717"/>
                  </a:lnTo>
                  <a:lnTo>
                    <a:pt x="1566" y="689"/>
                  </a:lnTo>
                  <a:lnTo>
                    <a:pt x="1567" y="662"/>
                  </a:lnTo>
                  <a:lnTo>
                    <a:pt x="1569" y="635"/>
                  </a:lnTo>
                  <a:lnTo>
                    <a:pt x="1571" y="610"/>
                  </a:lnTo>
                  <a:lnTo>
                    <a:pt x="1573" y="587"/>
                  </a:lnTo>
                  <a:lnTo>
                    <a:pt x="1573" y="568"/>
                  </a:lnTo>
                  <a:lnTo>
                    <a:pt x="1575" y="553"/>
                  </a:lnTo>
                  <a:lnTo>
                    <a:pt x="1575" y="543"/>
                  </a:lnTo>
                  <a:lnTo>
                    <a:pt x="1576" y="540"/>
                  </a:lnTo>
                  <a:lnTo>
                    <a:pt x="1576" y="540"/>
                  </a:lnTo>
                </a:path>
              </a:pathLst>
            </a:custGeom>
            <a:solidFill>
              <a:srgbClr val="40404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36" name=""/>
            <p:cNvSpPr/>
            <p:nvPr/>
          </p:nvSpPr>
          <p:spPr>
            <a:xfrm>
              <a:off x="3011400" y="5253120"/>
              <a:ext cx="1758960" cy="612720"/>
            </a:xfrm>
            <a:custGeom>
              <a:avLst/>
              <a:gdLst/>
              <a:ahLst/>
              <a:rect l="l" t="t" r="r" b="b"/>
              <a:pathLst>
                <a:path w="1108" h="386">
                  <a:moveTo>
                    <a:pt x="151" y="130"/>
                  </a:moveTo>
                  <a:lnTo>
                    <a:pt x="153" y="144"/>
                  </a:lnTo>
                  <a:lnTo>
                    <a:pt x="161" y="158"/>
                  </a:lnTo>
                  <a:lnTo>
                    <a:pt x="172" y="173"/>
                  </a:lnTo>
                  <a:lnTo>
                    <a:pt x="188" y="188"/>
                  </a:lnTo>
                  <a:lnTo>
                    <a:pt x="205" y="205"/>
                  </a:lnTo>
                  <a:lnTo>
                    <a:pt x="227" y="220"/>
                  </a:lnTo>
                  <a:lnTo>
                    <a:pt x="251" y="237"/>
                  </a:lnTo>
                  <a:lnTo>
                    <a:pt x="278" y="252"/>
                  </a:lnTo>
                  <a:lnTo>
                    <a:pt x="305" y="268"/>
                  </a:lnTo>
                  <a:lnTo>
                    <a:pt x="334" y="283"/>
                  </a:lnTo>
                  <a:lnTo>
                    <a:pt x="363" y="296"/>
                  </a:lnTo>
                  <a:lnTo>
                    <a:pt x="394" y="307"/>
                  </a:lnTo>
                  <a:lnTo>
                    <a:pt x="423" y="318"/>
                  </a:lnTo>
                  <a:lnTo>
                    <a:pt x="454" y="326"/>
                  </a:lnTo>
                  <a:lnTo>
                    <a:pt x="483" y="332"/>
                  </a:lnTo>
                  <a:lnTo>
                    <a:pt x="512" y="335"/>
                  </a:lnTo>
                  <a:lnTo>
                    <a:pt x="550" y="345"/>
                  </a:lnTo>
                  <a:lnTo>
                    <a:pt x="589" y="352"/>
                  </a:lnTo>
                  <a:lnTo>
                    <a:pt x="627" y="358"/>
                  </a:lnTo>
                  <a:lnTo>
                    <a:pt x="666" y="360"/>
                  </a:lnTo>
                  <a:lnTo>
                    <a:pt x="702" y="363"/>
                  </a:lnTo>
                  <a:lnTo>
                    <a:pt x="740" y="362"/>
                  </a:lnTo>
                  <a:lnTo>
                    <a:pt x="777" y="360"/>
                  </a:lnTo>
                  <a:lnTo>
                    <a:pt x="815" y="355"/>
                  </a:lnTo>
                  <a:lnTo>
                    <a:pt x="851" y="350"/>
                  </a:lnTo>
                  <a:lnTo>
                    <a:pt x="888" y="343"/>
                  </a:lnTo>
                  <a:lnTo>
                    <a:pt x="924" y="334"/>
                  </a:lnTo>
                  <a:lnTo>
                    <a:pt x="961" y="323"/>
                  </a:lnTo>
                  <a:lnTo>
                    <a:pt x="996" y="311"/>
                  </a:lnTo>
                  <a:lnTo>
                    <a:pt x="1033" y="297"/>
                  </a:lnTo>
                  <a:lnTo>
                    <a:pt x="1070" y="282"/>
                  </a:lnTo>
                  <a:lnTo>
                    <a:pt x="1107" y="264"/>
                  </a:lnTo>
                  <a:lnTo>
                    <a:pt x="1074" y="283"/>
                  </a:lnTo>
                  <a:lnTo>
                    <a:pt x="1041" y="300"/>
                  </a:lnTo>
                  <a:lnTo>
                    <a:pt x="1008" y="316"/>
                  </a:lnTo>
                  <a:lnTo>
                    <a:pt x="975" y="330"/>
                  </a:lnTo>
                  <a:lnTo>
                    <a:pt x="940" y="343"/>
                  </a:lnTo>
                  <a:lnTo>
                    <a:pt x="907" y="354"/>
                  </a:lnTo>
                  <a:lnTo>
                    <a:pt x="872" y="363"/>
                  </a:lnTo>
                  <a:lnTo>
                    <a:pt x="839" y="370"/>
                  </a:lnTo>
                  <a:lnTo>
                    <a:pt x="803" y="376"/>
                  </a:lnTo>
                  <a:lnTo>
                    <a:pt x="768" y="381"/>
                  </a:lnTo>
                  <a:lnTo>
                    <a:pt x="733" y="384"/>
                  </a:lnTo>
                  <a:lnTo>
                    <a:pt x="698" y="385"/>
                  </a:lnTo>
                  <a:lnTo>
                    <a:pt x="661" y="385"/>
                  </a:lnTo>
                  <a:lnTo>
                    <a:pt x="626" y="382"/>
                  </a:lnTo>
                  <a:lnTo>
                    <a:pt x="589" y="378"/>
                  </a:lnTo>
                  <a:lnTo>
                    <a:pt x="553" y="372"/>
                  </a:lnTo>
                  <a:lnTo>
                    <a:pt x="507" y="372"/>
                  </a:lnTo>
                  <a:lnTo>
                    <a:pt x="462" y="367"/>
                  </a:lnTo>
                  <a:lnTo>
                    <a:pt x="417" y="359"/>
                  </a:lnTo>
                  <a:lnTo>
                    <a:pt x="375" y="347"/>
                  </a:lnTo>
                  <a:lnTo>
                    <a:pt x="334" y="332"/>
                  </a:lnTo>
                  <a:lnTo>
                    <a:pt x="293" y="314"/>
                  </a:lnTo>
                  <a:lnTo>
                    <a:pt x="254" y="293"/>
                  </a:lnTo>
                  <a:lnTo>
                    <a:pt x="218" y="269"/>
                  </a:lnTo>
                  <a:lnTo>
                    <a:pt x="182" y="242"/>
                  </a:lnTo>
                  <a:lnTo>
                    <a:pt x="150" y="213"/>
                  </a:lnTo>
                  <a:lnTo>
                    <a:pt x="118" y="183"/>
                  </a:lnTo>
                  <a:lnTo>
                    <a:pt x="90" y="149"/>
                  </a:lnTo>
                  <a:lnTo>
                    <a:pt x="63" y="115"/>
                  </a:lnTo>
                  <a:lnTo>
                    <a:pt x="39" y="78"/>
                  </a:lnTo>
                  <a:lnTo>
                    <a:pt x="17" y="40"/>
                  </a:lnTo>
                  <a:lnTo>
                    <a:pt x="0" y="0"/>
                  </a:lnTo>
                  <a:lnTo>
                    <a:pt x="0" y="1"/>
                  </a:lnTo>
                  <a:lnTo>
                    <a:pt x="1" y="4"/>
                  </a:lnTo>
                  <a:lnTo>
                    <a:pt x="2" y="8"/>
                  </a:lnTo>
                  <a:lnTo>
                    <a:pt x="5" y="13"/>
                  </a:lnTo>
                  <a:lnTo>
                    <a:pt x="8" y="20"/>
                  </a:lnTo>
                  <a:lnTo>
                    <a:pt x="12" y="26"/>
                  </a:lnTo>
                  <a:lnTo>
                    <a:pt x="16" y="33"/>
                  </a:lnTo>
                  <a:lnTo>
                    <a:pt x="21" y="40"/>
                  </a:lnTo>
                  <a:lnTo>
                    <a:pt x="25" y="50"/>
                  </a:lnTo>
                  <a:lnTo>
                    <a:pt x="31" y="58"/>
                  </a:lnTo>
                  <a:lnTo>
                    <a:pt x="37" y="66"/>
                  </a:lnTo>
                  <a:lnTo>
                    <a:pt x="43" y="74"/>
                  </a:lnTo>
                  <a:lnTo>
                    <a:pt x="49" y="82"/>
                  </a:lnTo>
                  <a:lnTo>
                    <a:pt x="56" y="90"/>
                  </a:lnTo>
                  <a:lnTo>
                    <a:pt x="62" y="96"/>
                  </a:lnTo>
                  <a:lnTo>
                    <a:pt x="70" y="101"/>
                  </a:lnTo>
                  <a:lnTo>
                    <a:pt x="76" y="106"/>
                  </a:lnTo>
                  <a:lnTo>
                    <a:pt x="83" y="110"/>
                  </a:lnTo>
                  <a:lnTo>
                    <a:pt x="91" y="114"/>
                  </a:lnTo>
                  <a:lnTo>
                    <a:pt x="98" y="116"/>
                  </a:lnTo>
                  <a:lnTo>
                    <a:pt x="104" y="120"/>
                  </a:lnTo>
                  <a:lnTo>
                    <a:pt x="112" y="122"/>
                  </a:lnTo>
                  <a:lnTo>
                    <a:pt x="118" y="124"/>
                  </a:lnTo>
                  <a:lnTo>
                    <a:pt x="125" y="125"/>
                  </a:lnTo>
                  <a:lnTo>
                    <a:pt x="129" y="127"/>
                  </a:lnTo>
                  <a:lnTo>
                    <a:pt x="135" y="128"/>
                  </a:lnTo>
                  <a:lnTo>
                    <a:pt x="139" y="130"/>
                  </a:lnTo>
                  <a:lnTo>
                    <a:pt x="143" y="130"/>
                  </a:lnTo>
                  <a:lnTo>
                    <a:pt x="146" y="130"/>
                  </a:lnTo>
                  <a:lnTo>
                    <a:pt x="149" y="130"/>
                  </a:lnTo>
                  <a:lnTo>
                    <a:pt x="150" y="130"/>
                  </a:lnTo>
                  <a:lnTo>
                    <a:pt x="151" y="130"/>
                  </a:lnTo>
                  <a:lnTo>
                    <a:pt x="151" y="130"/>
                  </a:lnTo>
                </a:path>
              </a:pathLst>
            </a:custGeom>
            <a:gradFill rotWithShape="0">
              <a:gsLst>
                <a:gs pos="0">
                  <a:srgbClr val="000000"/>
                </a:gs>
                <a:gs pos="100000">
                  <a:srgbClr val="808080"/>
                </a:gs>
              </a:gsLst>
              <a:lin ang="81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37" name=""/>
            <p:cNvSpPr/>
            <p:nvPr/>
          </p:nvSpPr>
          <p:spPr>
            <a:xfrm>
              <a:off x="2897280" y="4173480"/>
              <a:ext cx="196920" cy="1209600"/>
            </a:xfrm>
            <a:custGeom>
              <a:avLst/>
              <a:gdLst/>
              <a:ahLst/>
              <a:rect l="l" t="t" r="r" b="b"/>
              <a:pathLst>
                <a:path w="124" h="762">
                  <a:moveTo>
                    <a:pt x="67" y="680"/>
                  </a:moveTo>
                  <a:lnTo>
                    <a:pt x="51" y="639"/>
                  </a:lnTo>
                  <a:lnTo>
                    <a:pt x="37" y="598"/>
                  </a:lnTo>
                  <a:lnTo>
                    <a:pt x="25" y="556"/>
                  </a:lnTo>
                  <a:lnTo>
                    <a:pt x="15" y="512"/>
                  </a:lnTo>
                  <a:lnTo>
                    <a:pt x="8" y="469"/>
                  </a:lnTo>
                  <a:lnTo>
                    <a:pt x="3" y="425"/>
                  </a:lnTo>
                  <a:lnTo>
                    <a:pt x="0" y="381"/>
                  </a:lnTo>
                  <a:lnTo>
                    <a:pt x="0" y="336"/>
                  </a:lnTo>
                  <a:lnTo>
                    <a:pt x="1" y="294"/>
                  </a:lnTo>
                  <a:lnTo>
                    <a:pt x="5" y="250"/>
                  </a:lnTo>
                  <a:lnTo>
                    <a:pt x="11" y="207"/>
                  </a:lnTo>
                  <a:lnTo>
                    <a:pt x="20" y="164"/>
                  </a:lnTo>
                  <a:lnTo>
                    <a:pt x="30" y="122"/>
                  </a:lnTo>
                  <a:lnTo>
                    <a:pt x="45" y="80"/>
                  </a:lnTo>
                  <a:lnTo>
                    <a:pt x="60" y="40"/>
                  </a:lnTo>
                  <a:lnTo>
                    <a:pt x="80" y="0"/>
                  </a:lnTo>
                  <a:lnTo>
                    <a:pt x="63" y="42"/>
                  </a:lnTo>
                  <a:lnTo>
                    <a:pt x="49" y="85"/>
                  </a:lnTo>
                  <a:lnTo>
                    <a:pt x="37" y="128"/>
                  </a:lnTo>
                  <a:lnTo>
                    <a:pt x="29" y="169"/>
                  </a:lnTo>
                  <a:lnTo>
                    <a:pt x="22" y="212"/>
                  </a:lnTo>
                  <a:lnTo>
                    <a:pt x="19" y="254"/>
                  </a:lnTo>
                  <a:lnTo>
                    <a:pt x="17" y="297"/>
                  </a:lnTo>
                  <a:lnTo>
                    <a:pt x="18" y="337"/>
                  </a:lnTo>
                  <a:lnTo>
                    <a:pt x="21" y="380"/>
                  </a:lnTo>
                  <a:lnTo>
                    <a:pt x="27" y="423"/>
                  </a:lnTo>
                  <a:lnTo>
                    <a:pt x="35" y="466"/>
                  </a:lnTo>
                  <a:lnTo>
                    <a:pt x="46" y="507"/>
                  </a:lnTo>
                  <a:lnTo>
                    <a:pt x="58" y="550"/>
                  </a:lnTo>
                  <a:lnTo>
                    <a:pt x="75" y="593"/>
                  </a:lnTo>
                  <a:lnTo>
                    <a:pt x="93" y="635"/>
                  </a:lnTo>
                  <a:lnTo>
                    <a:pt x="115" y="678"/>
                  </a:lnTo>
                  <a:lnTo>
                    <a:pt x="114" y="679"/>
                  </a:lnTo>
                  <a:lnTo>
                    <a:pt x="113" y="680"/>
                  </a:lnTo>
                  <a:lnTo>
                    <a:pt x="111" y="683"/>
                  </a:lnTo>
                  <a:lnTo>
                    <a:pt x="111" y="685"/>
                  </a:lnTo>
                  <a:lnTo>
                    <a:pt x="109" y="690"/>
                  </a:lnTo>
                  <a:lnTo>
                    <a:pt x="108" y="693"/>
                  </a:lnTo>
                  <a:lnTo>
                    <a:pt x="106" y="699"/>
                  </a:lnTo>
                  <a:lnTo>
                    <a:pt x="106" y="704"/>
                  </a:lnTo>
                  <a:lnTo>
                    <a:pt x="104" y="711"/>
                  </a:lnTo>
                  <a:lnTo>
                    <a:pt x="104" y="717"/>
                  </a:lnTo>
                  <a:lnTo>
                    <a:pt x="104" y="724"/>
                  </a:lnTo>
                  <a:lnTo>
                    <a:pt x="106" y="730"/>
                  </a:lnTo>
                  <a:lnTo>
                    <a:pt x="108" y="738"/>
                  </a:lnTo>
                  <a:lnTo>
                    <a:pt x="111" y="746"/>
                  </a:lnTo>
                  <a:lnTo>
                    <a:pt x="116" y="754"/>
                  </a:lnTo>
                  <a:lnTo>
                    <a:pt x="123" y="761"/>
                  </a:lnTo>
                  <a:lnTo>
                    <a:pt x="122" y="761"/>
                  </a:lnTo>
                  <a:lnTo>
                    <a:pt x="122" y="761"/>
                  </a:lnTo>
                  <a:lnTo>
                    <a:pt x="122" y="761"/>
                  </a:lnTo>
                  <a:lnTo>
                    <a:pt x="122" y="761"/>
                  </a:lnTo>
                  <a:lnTo>
                    <a:pt x="120" y="761"/>
                  </a:lnTo>
                  <a:lnTo>
                    <a:pt x="120" y="760"/>
                  </a:lnTo>
                  <a:lnTo>
                    <a:pt x="119" y="759"/>
                  </a:lnTo>
                  <a:lnTo>
                    <a:pt x="119" y="757"/>
                  </a:lnTo>
                  <a:lnTo>
                    <a:pt x="117" y="756"/>
                  </a:lnTo>
                  <a:lnTo>
                    <a:pt x="115" y="754"/>
                  </a:lnTo>
                  <a:lnTo>
                    <a:pt x="113" y="752"/>
                  </a:lnTo>
                  <a:lnTo>
                    <a:pt x="111" y="750"/>
                  </a:lnTo>
                  <a:lnTo>
                    <a:pt x="108" y="747"/>
                  </a:lnTo>
                  <a:lnTo>
                    <a:pt x="106" y="743"/>
                  </a:lnTo>
                  <a:lnTo>
                    <a:pt x="102" y="739"/>
                  </a:lnTo>
                  <a:lnTo>
                    <a:pt x="98" y="734"/>
                  </a:lnTo>
                  <a:lnTo>
                    <a:pt x="95" y="731"/>
                  </a:lnTo>
                  <a:lnTo>
                    <a:pt x="93" y="727"/>
                  </a:lnTo>
                  <a:lnTo>
                    <a:pt x="89" y="723"/>
                  </a:lnTo>
                  <a:lnTo>
                    <a:pt x="87" y="719"/>
                  </a:lnTo>
                  <a:lnTo>
                    <a:pt x="84" y="715"/>
                  </a:lnTo>
                  <a:lnTo>
                    <a:pt x="82" y="711"/>
                  </a:lnTo>
                  <a:lnTo>
                    <a:pt x="80" y="707"/>
                  </a:lnTo>
                  <a:lnTo>
                    <a:pt x="78" y="701"/>
                  </a:lnTo>
                  <a:lnTo>
                    <a:pt x="75" y="697"/>
                  </a:lnTo>
                  <a:lnTo>
                    <a:pt x="73" y="693"/>
                  </a:lnTo>
                  <a:lnTo>
                    <a:pt x="71" y="691"/>
                  </a:lnTo>
                  <a:lnTo>
                    <a:pt x="70" y="687"/>
                  </a:lnTo>
                  <a:lnTo>
                    <a:pt x="68" y="685"/>
                  </a:lnTo>
                  <a:lnTo>
                    <a:pt x="67" y="682"/>
                  </a:lnTo>
                  <a:lnTo>
                    <a:pt x="67" y="682"/>
                  </a:lnTo>
                  <a:lnTo>
                    <a:pt x="67" y="680"/>
                  </a:lnTo>
                  <a:lnTo>
                    <a:pt x="67" y="680"/>
                  </a:lnTo>
                </a:path>
              </a:pathLst>
            </a:custGeom>
            <a:gradFill rotWithShape="0">
              <a:gsLst>
                <a:gs pos="0">
                  <a:srgbClr val="8f8f8f"/>
                </a:gs>
                <a:gs pos="100000">
                  <a:srgbClr val="ffffff"/>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38" name=""/>
            <p:cNvSpPr/>
            <p:nvPr/>
          </p:nvSpPr>
          <p:spPr>
            <a:xfrm>
              <a:off x="3881520" y="5191200"/>
              <a:ext cx="1058760" cy="485640"/>
            </a:xfrm>
            <a:custGeom>
              <a:avLst/>
              <a:gdLst/>
              <a:ahLst/>
              <a:rect l="l" t="t" r="r" b="b"/>
              <a:pathLst>
                <a:path w="667" h="306">
                  <a:moveTo>
                    <a:pt x="0" y="272"/>
                  </a:moveTo>
                  <a:lnTo>
                    <a:pt x="53" y="288"/>
                  </a:lnTo>
                  <a:lnTo>
                    <a:pt x="107" y="298"/>
                  </a:lnTo>
                  <a:lnTo>
                    <a:pt x="159" y="304"/>
                  </a:lnTo>
                  <a:lnTo>
                    <a:pt x="210" y="305"/>
                  </a:lnTo>
                  <a:lnTo>
                    <a:pt x="259" y="302"/>
                  </a:lnTo>
                  <a:lnTo>
                    <a:pt x="307" y="294"/>
                  </a:lnTo>
                  <a:lnTo>
                    <a:pt x="352" y="284"/>
                  </a:lnTo>
                  <a:lnTo>
                    <a:pt x="397" y="269"/>
                  </a:lnTo>
                  <a:lnTo>
                    <a:pt x="439" y="252"/>
                  </a:lnTo>
                  <a:lnTo>
                    <a:pt x="478" y="232"/>
                  </a:lnTo>
                  <a:lnTo>
                    <a:pt x="515" y="210"/>
                  </a:lnTo>
                  <a:lnTo>
                    <a:pt x="550" y="186"/>
                  </a:lnTo>
                  <a:lnTo>
                    <a:pt x="583" y="161"/>
                  </a:lnTo>
                  <a:lnTo>
                    <a:pt x="613" y="134"/>
                  </a:lnTo>
                  <a:lnTo>
                    <a:pt x="640" y="106"/>
                  </a:lnTo>
                  <a:lnTo>
                    <a:pt x="666" y="77"/>
                  </a:lnTo>
                  <a:lnTo>
                    <a:pt x="664" y="77"/>
                  </a:lnTo>
                  <a:lnTo>
                    <a:pt x="661" y="74"/>
                  </a:lnTo>
                  <a:lnTo>
                    <a:pt x="655" y="71"/>
                  </a:lnTo>
                  <a:lnTo>
                    <a:pt x="648" y="65"/>
                  </a:lnTo>
                  <a:lnTo>
                    <a:pt x="639" y="60"/>
                  </a:lnTo>
                  <a:lnTo>
                    <a:pt x="630" y="54"/>
                  </a:lnTo>
                  <a:lnTo>
                    <a:pt x="620" y="47"/>
                  </a:lnTo>
                  <a:lnTo>
                    <a:pt x="611" y="39"/>
                  </a:lnTo>
                  <a:lnTo>
                    <a:pt x="600" y="33"/>
                  </a:lnTo>
                  <a:lnTo>
                    <a:pt x="590" y="25"/>
                  </a:lnTo>
                  <a:lnTo>
                    <a:pt x="581" y="19"/>
                  </a:lnTo>
                  <a:lnTo>
                    <a:pt x="573" y="12"/>
                  </a:lnTo>
                  <a:lnTo>
                    <a:pt x="565" y="8"/>
                  </a:lnTo>
                  <a:lnTo>
                    <a:pt x="560" y="4"/>
                  </a:lnTo>
                  <a:lnTo>
                    <a:pt x="557" y="1"/>
                  </a:lnTo>
                  <a:lnTo>
                    <a:pt x="557" y="0"/>
                  </a:lnTo>
                  <a:lnTo>
                    <a:pt x="542" y="15"/>
                  </a:lnTo>
                  <a:lnTo>
                    <a:pt x="526" y="30"/>
                  </a:lnTo>
                  <a:lnTo>
                    <a:pt x="508" y="46"/>
                  </a:lnTo>
                  <a:lnTo>
                    <a:pt x="489" y="62"/>
                  </a:lnTo>
                  <a:lnTo>
                    <a:pt x="467" y="78"/>
                  </a:lnTo>
                  <a:lnTo>
                    <a:pt x="442" y="94"/>
                  </a:lnTo>
                  <a:lnTo>
                    <a:pt x="417" y="109"/>
                  </a:lnTo>
                  <a:lnTo>
                    <a:pt x="388" y="124"/>
                  </a:lnTo>
                  <a:lnTo>
                    <a:pt x="356" y="138"/>
                  </a:lnTo>
                  <a:lnTo>
                    <a:pt x="323" y="152"/>
                  </a:lnTo>
                  <a:lnTo>
                    <a:pt x="286" y="163"/>
                  </a:lnTo>
                  <a:lnTo>
                    <a:pt x="247" y="172"/>
                  </a:lnTo>
                  <a:lnTo>
                    <a:pt x="204" y="181"/>
                  </a:lnTo>
                  <a:lnTo>
                    <a:pt x="159" y="185"/>
                  </a:lnTo>
                  <a:lnTo>
                    <a:pt x="112" y="188"/>
                  </a:lnTo>
                  <a:lnTo>
                    <a:pt x="61" y="186"/>
                  </a:lnTo>
                  <a:lnTo>
                    <a:pt x="57" y="188"/>
                  </a:lnTo>
                  <a:lnTo>
                    <a:pt x="53" y="190"/>
                  </a:lnTo>
                  <a:lnTo>
                    <a:pt x="48" y="196"/>
                  </a:lnTo>
                  <a:lnTo>
                    <a:pt x="44" y="200"/>
                  </a:lnTo>
                  <a:lnTo>
                    <a:pt x="39" y="207"/>
                  </a:lnTo>
                  <a:lnTo>
                    <a:pt x="34" y="213"/>
                  </a:lnTo>
                  <a:lnTo>
                    <a:pt x="28" y="221"/>
                  </a:lnTo>
                  <a:lnTo>
                    <a:pt x="24" y="229"/>
                  </a:lnTo>
                  <a:lnTo>
                    <a:pt x="18" y="238"/>
                  </a:lnTo>
                  <a:lnTo>
                    <a:pt x="14" y="246"/>
                  </a:lnTo>
                  <a:lnTo>
                    <a:pt x="9" y="253"/>
                  </a:lnTo>
                  <a:lnTo>
                    <a:pt x="6" y="259"/>
                  </a:lnTo>
                  <a:lnTo>
                    <a:pt x="3" y="265"/>
                  </a:lnTo>
                  <a:lnTo>
                    <a:pt x="1" y="269"/>
                  </a:lnTo>
                  <a:lnTo>
                    <a:pt x="0" y="271"/>
                  </a:lnTo>
                  <a:lnTo>
                    <a:pt x="0" y="272"/>
                  </a:lnTo>
                  <a:lnTo>
                    <a:pt x="0" y="272"/>
                  </a:lnTo>
                </a:path>
              </a:pathLst>
            </a:custGeom>
            <a:gradFill rotWithShape="0">
              <a:gsLst>
                <a:gs pos="0">
                  <a:srgbClr val="ffffff"/>
                </a:gs>
                <a:gs pos="100000">
                  <a:srgbClr val="c0c0c0"/>
                </a:gs>
              </a:gsLst>
              <a:lin ang="108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39" name=""/>
            <p:cNvSpPr/>
            <p:nvPr/>
          </p:nvSpPr>
          <p:spPr>
            <a:xfrm>
              <a:off x="3073320" y="4792680"/>
              <a:ext cx="755640" cy="795240"/>
            </a:xfrm>
            <a:custGeom>
              <a:avLst/>
              <a:gdLst/>
              <a:ahLst/>
              <a:rect l="l" t="t" r="r" b="b"/>
              <a:pathLst>
                <a:path w="476" h="501">
                  <a:moveTo>
                    <a:pt x="426" y="497"/>
                  </a:moveTo>
                  <a:lnTo>
                    <a:pt x="385" y="487"/>
                  </a:lnTo>
                  <a:lnTo>
                    <a:pt x="347" y="472"/>
                  </a:lnTo>
                  <a:lnTo>
                    <a:pt x="309" y="454"/>
                  </a:lnTo>
                  <a:lnTo>
                    <a:pt x="274" y="432"/>
                  </a:lnTo>
                  <a:lnTo>
                    <a:pt x="239" y="408"/>
                  </a:lnTo>
                  <a:lnTo>
                    <a:pt x="207" y="380"/>
                  </a:lnTo>
                  <a:lnTo>
                    <a:pt x="177" y="350"/>
                  </a:lnTo>
                  <a:lnTo>
                    <a:pt x="149" y="317"/>
                  </a:lnTo>
                  <a:lnTo>
                    <a:pt x="121" y="283"/>
                  </a:lnTo>
                  <a:lnTo>
                    <a:pt x="97" y="247"/>
                  </a:lnTo>
                  <a:lnTo>
                    <a:pt x="74" y="209"/>
                  </a:lnTo>
                  <a:lnTo>
                    <a:pt x="55" y="169"/>
                  </a:lnTo>
                  <a:lnTo>
                    <a:pt x="36" y="129"/>
                  </a:lnTo>
                  <a:lnTo>
                    <a:pt x="22" y="86"/>
                  </a:lnTo>
                  <a:lnTo>
                    <a:pt x="9" y="44"/>
                  </a:lnTo>
                  <a:lnTo>
                    <a:pt x="0" y="0"/>
                  </a:lnTo>
                  <a:lnTo>
                    <a:pt x="16" y="39"/>
                  </a:lnTo>
                  <a:lnTo>
                    <a:pt x="35" y="76"/>
                  </a:lnTo>
                  <a:lnTo>
                    <a:pt x="55" y="112"/>
                  </a:lnTo>
                  <a:lnTo>
                    <a:pt x="78" y="147"/>
                  </a:lnTo>
                  <a:lnTo>
                    <a:pt x="102" y="181"/>
                  </a:lnTo>
                  <a:lnTo>
                    <a:pt x="127" y="211"/>
                  </a:lnTo>
                  <a:lnTo>
                    <a:pt x="155" y="241"/>
                  </a:lnTo>
                  <a:lnTo>
                    <a:pt x="185" y="269"/>
                  </a:lnTo>
                  <a:lnTo>
                    <a:pt x="215" y="297"/>
                  </a:lnTo>
                  <a:lnTo>
                    <a:pt x="248" y="322"/>
                  </a:lnTo>
                  <a:lnTo>
                    <a:pt x="281" y="344"/>
                  </a:lnTo>
                  <a:lnTo>
                    <a:pt x="317" y="364"/>
                  </a:lnTo>
                  <a:lnTo>
                    <a:pt x="353" y="383"/>
                  </a:lnTo>
                  <a:lnTo>
                    <a:pt x="391" y="400"/>
                  </a:lnTo>
                  <a:lnTo>
                    <a:pt x="430" y="415"/>
                  </a:lnTo>
                  <a:lnTo>
                    <a:pt x="471" y="426"/>
                  </a:lnTo>
                  <a:lnTo>
                    <a:pt x="471" y="429"/>
                  </a:lnTo>
                  <a:lnTo>
                    <a:pt x="471" y="432"/>
                  </a:lnTo>
                  <a:lnTo>
                    <a:pt x="471" y="437"/>
                  </a:lnTo>
                  <a:lnTo>
                    <a:pt x="473" y="442"/>
                  </a:lnTo>
                  <a:lnTo>
                    <a:pt x="473" y="450"/>
                  </a:lnTo>
                  <a:lnTo>
                    <a:pt x="475" y="456"/>
                  </a:lnTo>
                  <a:lnTo>
                    <a:pt x="475" y="464"/>
                  </a:lnTo>
                  <a:lnTo>
                    <a:pt x="475" y="470"/>
                  </a:lnTo>
                  <a:lnTo>
                    <a:pt x="474" y="478"/>
                  </a:lnTo>
                  <a:lnTo>
                    <a:pt x="472" y="485"/>
                  </a:lnTo>
                  <a:lnTo>
                    <a:pt x="468" y="491"/>
                  </a:lnTo>
                  <a:lnTo>
                    <a:pt x="463" y="495"/>
                  </a:lnTo>
                  <a:lnTo>
                    <a:pt x="456" y="499"/>
                  </a:lnTo>
                  <a:lnTo>
                    <a:pt x="448" y="500"/>
                  </a:lnTo>
                  <a:lnTo>
                    <a:pt x="437" y="500"/>
                  </a:lnTo>
                  <a:lnTo>
                    <a:pt x="426" y="497"/>
                  </a:lnTo>
                  <a:lnTo>
                    <a:pt x="426" y="497"/>
                  </a:lnTo>
                </a:path>
              </a:pathLst>
            </a:custGeom>
            <a:gradFill rotWithShape="0">
              <a:gsLst>
                <a:gs pos="0">
                  <a:srgbClr val="000000"/>
                </a:gs>
                <a:gs pos="100000">
                  <a:srgbClr val="d2d2d2"/>
                </a:gs>
              </a:gsLst>
              <a:lin ang="81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40" name=""/>
            <p:cNvSpPr/>
            <p:nvPr/>
          </p:nvSpPr>
          <p:spPr>
            <a:xfrm>
              <a:off x="5143680" y="5281560"/>
              <a:ext cx="514080" cy="436680"/>
            </a:xfrm>
            <a:custGeom>
              <a:avLst/>
              <a:gdLst/>
              <a:ahLst/>
              <a:rect l="l" t="t" r="r" b="b"/>
              <a:pathLst>
                <a:path w="324" h="275">
                  <a:moveTo>
                    <a:pt x="1" y="68"/>
                  </a:moveTo>
                  <a:lnTo>
                    <a:pt x="1" y="69"/>
                  </a:lnTo>
                  <a:lnTo>
                    <a:pt x="2" y="70"/>
                  </a:lnTo>
                  <a:lnTo>
                    <a:pt x="4" y="72"/>
                  </a:lnTo>
                  <a:lnTo>
                    <a:pt x="7" y="73"/>
                  </a:lnTo>
                  <a:lnTo>
                    <a:pt x="11" y="75"/>
                  </a:lnTo>
                  <a:lnTo>
                    <a:pt x="15" y="78"/>
                  </a:lnTo>
                  <a:lnTo>
                    <a:pt x="19" y="81"/>
                  </a:lnTo>
                  <a:lnTo>
                    <a:pt x="25" y="83"/>
                  </a:lnTo>
                  <a:lnTo>
                    <a:pt x="29" y="87"/>
                  </a:lnTo>
                  <a:lnTo>
                    <a:pt x="35" y="90"/>
                  </a:lnTo>
                  <a:lnTo>
                    <a:pt x="39" y="94"/>
                  </a:lnTo>
                  <a:lnTo>
                    <a:pt x="45" y="96"/>
                  </a:lnTo>
                  <a:lnTo>
                    <a:pt x="49" y="100"/>
                  </a:lnTo>
                  <a:lnTo>
                    <a:pt x="54" y="102"/>
                  </a:lnTo>
                  <a:lnTo>
                    <a:pt x="58" y="105"/>
                  </a:lnTo>
                  <a:lnTo>
                    <a:pt x="62" y="107"/>
                  </a:lnTo>
                  <a:lnTo>
                    <a:pt x="64" y="109"/>
                  </a:lnTo>
                  <a:lnTo>
                    <a:pt x="66" y="110"/>
                  </a:lnTo>
                  <a:lnTo>
                    <a:pt x="67" y="112"/>
                  </a:lnTo>
                  <a:lnTo>
                    <a:pt x="71" y="113"/>
                  </a:lnTo>
                  <a:lnTo>
                    <a:pt x="73" y="115"/>
                  </a:lnTo>
                  <a:lnTo>
                    <a:pt x="77" y="117"/>
                  </a:lnTo>
                  <a:lnTo>
                    <a:pt x="80" y="119"/>
                  </a:lnTo>
                  <a:lnTo>
                    <a:pt x="84" y="121"/>
                  </a:lnTo>
                  <a:lnTo>
                    <a:pt x="86" y="125"/>
                  </a:lnTo>
                  <a:lnTo>
                    <a:pt x="89" y="127"/>
                  </a:lnTo>
                  <a:lnTo>
                    <a:pt x="92" y="129"/>
                  </a:lnTo>
                  <a:lnTo>
                    <a:pt x="95" y="131"/>
                  </a:lnTo>
                  <a:lnTo>
                    <a:pt x="97" y="133"/>
                  </a:lnTo>
                  <a:lnTo>
                    <a:pt x="100" y="134"/>
                  </a:lnTo>
                  <a:lnTo>
                    <a:pt x="102" y="136"/>
                  </a:lnTo>
                  <a:lnTo>
                    <a:pt x="105" y="138"/>
                  </a:lnTo>
                  <a:lnTo>
                    <a:pt x="105" y="140"/>
                  </a:lnTo>
                  <a:lnTo>
                    <a:pt x="107" y="142"/>
                  </a:lnTo>
                  <a:lnTo>
                    <a:pt x="109" y="144"/>
                  </a:lnTo>
                  <a:lnTo>
                    <a:pt x="110" y="144"/>
                  </a:lnTo>
                  <a:lnTo>
                    <a:pt x="112" y="146"/>
                  </a:lnTo>
                  <a:lnTo>
                    <a:pt x="114" y="148"/>
                  </a:lnTo>
                  <a:lnTo>
                    <a:pt x="116" y="150"/>
                  </a:lnTo>
                  <a:lnTo>
                    <a:pt x="119" y="150"/>
                  </a:lnTo>
                  <a:lnTo>
                    <a:pt x="121" y="152"/>
                  </a:lnTo>
                  <a:lnTo>
                    <a:pt x="123" y="154"/>
                  </a:lnTo>
                  <a:lnTo>
                    <a:pt x="125" y="156"/>
                  </a:lnTo>
                  <a:lnTo>
                    <a:pt x="127" y="156"/>
                  </a:lnTo>
                  <a:lnTo>
                    <a:pt x="128" y="158"/>
                  </a:lnTo>
                  <a:lnTo>
                    <a:pt x="131" y="161"/>
                  </a:lnTo>
                  <a:lnTo>
                    <a:pt x="132" y="162"/>
                  </a:lnTo>
                  <a:lnTo>
                    <a:pt x="134" y="162"/>
                  </a:lnTo>
                  <a:lnTo>
                    <a:pt x="134" y="166"/>
                  </a:lnTo>
                  <a:lnTo>
                    <a:pt x="136" y="168"/>
                  </a:lnTo>
                  <a:lnTo>
                    <a:pt x="138" y="170"/>
                  </a:lnTo>
                  <a:lnTo>
                    <a:pt x="140" y="171"/>
                  </a:lnTo>
                  <a:lnTo>
                    <a:pt x="142" y="175"/>
                  </a:lnTo>
                  <a:lnTo>
                    <a:pt x="144" y="177"/>
                  </a:lnTo>
                  <a:lnTo>
                    <a:pt x="146" y="178"/>
                  </a:lnTo>
                  <a:lnTo>
                    <a:pt x="148" y="180"/>
                  </a:lnTo>
                  <a:lnTo>
                    <a:pt x="149" y="184"/>
                  </a:lnTo>
                  <a:lnTo>
                    <a:pt x="151" y="186"/>
                  </a:lnTo>
                  <a:lnTo>
                    <a:pt x="153" y="188"/>
                  </a:lnTo>
                  <a:lnTo>
                    <a:pt x="155" y="190"/>
                  </a:lnTo>
                  <a:lnTo>
                    <a:pt x="155" y="192"/>
                  </a:lnTo>
                  <a:lnTo>
                    <a:pt x="157" y="193"/>
                  </a:lnTo>
                  <a:lnTo>
                    <a:pt x="158" y="195"/>
                  </a:lnTo>
                  <a:lnTo>
                    <a:pt x="160" y="195"/>
                  </a:lnTo>
                  <a:lnTo>
                    <a:pt x="160" y="197"/>
                  </a:lnTo>
                  <a:lnTo>
                    <a:pt x="160" y="198"/>
                  </a:lnTo>
                  <a:lnTo>
                    <a:pt x="160" y="200"/>
                  </a:lnTo>
                  <a:lnTo>
                    <a:pt x="162" y="201"/>
                  </a:lnTo>
                  <a:lnTo>
                    <a:pt x="162" y="205"/>
                  </a:lnTo>
                  <a:lnTo>
                    <a:pt x="164" y="207"/>
                  </a:lnTo>
                  <a:lnTo>
                    <a:pt x="164" y="210"/>
                  </a:lnTo>
                  <a:lnTo>
                    <a:pt x="166" y="212"/>
                  </a:lnTo>
                  <a:lnTo>
                    <a:pt x="166" y="216"/>
                  </a:lnTo>
                  <a:lnTo>
                    <a:pt x="168" y="220"/>
                  </a:lnTo>
                  <a:lnTo>
                    <a:pt x="169" y="224"/>
                  </a:lnTo>
                  <a:lnTo>
                    <a:pt x="170" y="229"/>
                  </a:lnTo>
                  <a:lnTo>
                    <a:pt x="170" y="234"/>
                  </a:lnTo>
                  <a:lnTo>
                    <a:pt x="172" y="239"/>
                  </a:lnTo>
                  <a:lnTo>
                    <a:pt x="174" y="245"/>
                  </a:lnTo>
                  <a:lnTo>
                    <a:pt x="176" y="249"/>
                  </a:lnTo>
                  <a:lnTo>
                    <a:pt x="176" y="251"/>
                  </a:lnTo>
                  <a:lnTo>
                    <a:pt x="176" y="251"/>
                  </a:lnTo>
                  <a:lnTo>
                    <a:pt x="176" y="252"/>
                  </a:lnTo>
                  <a:lnTo>
                    <a:pt x="176" y="252"/>
                  </a:lnTo>
                  <a:lnTo>
                    <a:pt x="176" y="253"/>
                  </a:lnTo>
                  <a:lnTo>
                    <a:pt x="176" y="253"/>
                  </a:lnTo>
                  <a:lnTo>
                    <a:pt x="176" y="256"/>
                  </a:lnTo>
                  <a:lnTo>
                    <a:pt x="176" y="256"/>
                  </a:lnTo>
                  <a:lnTo>
                    <a:pt x="176" y="258"/>
                  </a:lnTo>
                  <a:lnTo>
                    <a:pt x="176" y="259"/>
                  </a:lnTo>
                  <a:lnTo>
                    <a:pt x="176" y="261"/>
                  </a:lnTo>
                  <a:lnTo>
                    <a:pt x="178" y="261"/>
                  </a:lnTo>
                  <a:lnTo>
                    <a:pt x="178" y="263"/>
                  </a:lnTo>
                  <a:lnTo>
                    <a:pt x="180" y="263"/>
                  </a:lnTo>
                  <a:lnTo>
                    <a:pt x="180" y="264"/>
                  </a:lnTo>
                  <a:lnTo>
                    <a:pt x="182" y="264"/>
                  </a:lnTo>
                  <a:lnTo>
                    <a:pt x="182" y="266"/>
                  </a:lnTo>
                  <a:lnTo>
                    <a:pt x="182" y="267"/>
                  </a:lnTo>
                  <a:lnTo>
                    <a:pt x="182" y="268"/>
                  </a:lnTo>
                  <a:lnTo>
                    <a:pt x="184" y="268"/>
                  </a:lnTo>
                  <a:lnTo>
                    <a:pt x="184" y="271"/>
                  </a:lnTo>
                  <a:lnTo>
                    <a:pt x="184" y="271"/>
                  </a:lnTo>
                  <a:lnTo>
                    <a:pt x="184" y="272"/>
                  </a:lnTo>
                  <a:lnTo>
                    <a:pt x="185" y="272"/>
                  </a:lnTo>
                  <a:lnTo>
                    <a:pt x="185" y="274"/>
                  </a:lnTo>
                  <a:lnTo>
                    <a:pt x="185" y="274"/>
                  </a:lnTo>
                  <a:lnTo>
                    <a:pt x="185" y="274"/>
                  </a:lnTo>
                  <a:lnTo>
                    <a:pt x="186" y="274"/>
                  </a:lnTo>
                  <a:lnTo>
                    <a:pt x="186" y="274"/>
                  </a:lnTo>
                  <a:lnTo>
                    <a:pt x="186" y="274"/>
                  </a:lnTo>
                  <a:lnTo>
                    <a:pt x="186" y="274"/>
                  </a:lnTo>
                  <a:lnTo>
                    <a:pt x="187" y="274"/>
                  </a:lnTo>
                  <a:lnTo>
                    <a:pt x="190" y="265"/>
                  </a:lnTo>
                  <a:lnTo>
                    <a:pt x="194" y="255"/>
                  </a:lnTo>
                  <a:lnTo>
                    <a:pt x="198" y="245"/>
                  </a:lnTo>
                  <a:lnTo>
                    <a:pt x="202" y="234"/>
                  </a:lnTo>
                  <a:lnTo>
                    <a:pt x="206" y="224"/>
                  </a:lnTo>
                  <a:lnTo>
                    <a:pt x="211" y="214"/>
                  </a:lnTo>
                  <a:lnTo>
                    <a:pt x="216" y="204"/>
                  </a:lnTo>
                  <a:lnTo>
                    <a:pt x="222" y="192"/>
                  </a:lnTo>
                  <a:lnTo>
                    <a:pt x="226" y="184"/>
                  </a:lnTo>
                  <a:lnTo>
                    <a:pt x="232" y="174"/>
                  </a:lnTo>
                  <a:lnTo>
                    <a:pt x="237" y="166"/>
                  </a:lnTo>
                  <a:lnTo>
                    <a:pt x="243" y="156"/>
                  </a:lnTo>
                  <a:lnTo>
                    <a:pt x="247" y="149"/>
                  </a:lnTo>
                  <a:lnTo>
                    <a:pt x="252" y="141"/>
                  </a:lnTo>
                  <a:lnTo>
                    <a:pt x="256" y="135"/>
                  </a:lnTo>
                  <a:lnTo>
                    <a:pt x="261" y="129"/>
                  </a:lnTo>
                  <a:lnTo>
                    <a:pt x="267" y="120"/>
                  </a:lnTo>
                  <a:lnTo>
                    <a:pt x="274" y="111"/>
                  </a:lnTo>
                  <a:lnTo>
                    <a:pt x="280" y="105"/>
                  </a:lnTo>
                  <a:lnTo>
                    <a:pt x="287" y="97"/>
                  </a:lnTo>
                  <a:lnTo>
                    <a:pt x="290" y="91"/>
                  </a:lnTo>
                  <a:lnTo>
                    <a:pt x="296" y="85"/>
                  </a:lnTo>
                  <a:lnTo>
                    <a:pt x="299" y="81"/>
                  </a:lnTo>
                  <a:lnTo>
                    <a:pt x="304" y="76"/>
                  </a:lnTo>
                  <a:lnTo>
                    <a:pt x="307" y="74"/>
                  </a:lnTo>
                  <a:lnTo>
                    <a:pt x="311" y="70"/>
                  </a:lnTo>
                  <a:lnTo>
                    <a:pt x="313" y="68"/>
                  </a:lnTo>
                  <a:lnTo>
                    <a:pt x="316" y="65"/>
                  </a:lnTo>
                  <a:lnTo>
                    <a:pt x="318" y="64"/>
                  </a:lnTo>
                  <a:lnTo>
                    <a:pt x="319" y="62"/>
                  </a:lnTo>
                  <a:lnTo>
                    <a:pt x="321" y="61"/>
                  </a:lnTo>
                  <a:lnTo>
                    <a:pt x="323" y="59"/>
                  </a:lnTo>
                  <a:lnTo>
                    <a:pt x="321" y="59"/>
                  </a:lnTo>
                  <a:lnTo>
                    <a:pt x="321" y="59"/>
                  </a:lnTo>
                  <a:lnTo>
                    <a:pt x="321" y="59"/>
                  </a:lnTo>
                  <a:lnTo>
                    <a:pt x="321" y="59"/>
                  </a:lnTo>
                  <a:lnTo>
                    <a:pt x="319" y="59"/>
                  </a:lnTo>
                  <a:lnTo>
                    <a:pt x="319" y="59"/>
                  </a:lnTo>
                  <a:lnTo>
                    <a:pt x="318" y="59"/>
                  </a:lnTo>
                  <a:lnTo>
                    <a:pt x="318" y="58"/>
                  </a:lnTo>
                  <a:lnTo>
                    <a:pt x="316" y="58"/>
                  </a:lnTo>
                  <a:lnTo>
                    <a:pt x="315" y="58"/>
                  </a:lnTo>
                  <a:lnTo>
                    <a:pt x="313" y="58"/>
                  </a:lnTo>
                  <a:lnTo>
                    <a:pt x="313" y="58"/>
                  </a:lnTo>
                  <a:lnTo>
                    <a:pt x="311" y="58"/>
                  </a:lnTo>
                  <a:lnTo>
                    <a:pt x="310" y="58"/>
                  </a:lnTo>
                  <a:lnTo>
                    <a:pt x="309" y="58"/>
                  </a:lnTo>
                  <a:lnTo>
                    <a:pt x="309" y="58"/>
                  </a:lnTo>
                  <a:lnTo>
                    <a:pt x="304" y="59"/>
                  </a:lnTo>
                  <a:lnTo>
                    <a:pt x="303" y="59"/>
                  </a:lnTo>
                  <a:lnTo>
                    <a:pt x="299" y="59"/>
                  </a:lnTo>
                  <a:lnTo>
                    <a:pt x="297" y="59"/>
                  </a:lnTo>
                  <a:lnTo>
                    <a:pt x="294" y="61"/>
                  </a:lnTo>
                  <a:lnTo>
                    <a:pt x="292" y="61"/>
                  </a:lnTo>
                  <a:lnTo>
                    <a:pt x="289" y="61"/>
                  </a:lnTo>
                  <a:lnTo>
                    <a:pt x="287" y="61"/>
                  </a:lnTo>
                  <a:lnTo>
                    <a:pt x="283" y="63"/>
                  </a:lnTo>
                  <a:lnTo>
                    <a:pt x="281" y="63"/>
                  </a:lnTo>
                  <a:lnTo>
                    <a:pt x="279" y="63"/>
                  </a:lnTo>
                  <a:lnTo>
                    <a:pt x="278" y="63"/>
                  </a:lnTo>
                  <a:lnTo>
                    <a:pt x="276" y="64"/>
                  </a:lnTo>
                  <a:lnTo>
                    <a:pt x="275" y="64"/>
                  </a:lnTo>
                  <a:lnTo>
                    <a:pt x="275" y="64"/>
                  </a:lnTo>
                  <a:lnTo>
                    <a:pt x="275" y="64"/>
                  </a:lnTo>
                  <a:lnTo>
                    <a:pt x="272" y="66"/>
                  </a:lnTo>
                  <a:lnTo>
                    <a:pt x="270" y="66"/>
                  </a:lnTo>
                  <a:lnTo>
                    <a:pt x="268" y="66"/>
                  </a:lnTo>
                  <a:lnTo>
                    <a:pt x="266" y="66"/>
                  </a:lnTo>
                  <a:lnTo>
                    <a:pt x="264" y="67"/>
                  </a:lnTo>
                  <a:lnTo>
                    <a:pt x="262" y="67"/>
                  </a:lnTo>
                  <a:lnTo>
                    <a:pt x="260" y="67"/>
                  </a:lnTo>
                  <a:lnTo>
                    <a:pt x="258" y="67"/>
                  </a:lnTo>
                  <a:lnTo>
                    <a:pt x="254" y="67"/>
                  </a:lnTo>
                  <a:lnTo>
                    <a:pt x="252" y="67"/>
                  </a:lnTo>
                  <a:lnTo>
                    <a:pt x="249" y="67"/>
                  </a:lnTo>
                  <a:lnTo>
                    <a:pt x="247" y="67"/>
                  </a:lnTo>
                  <a:lnTo>
                    <a:pt x="243" y="67"/>
                  </a:lnTo>
                  <a:lnTo>
                    <a:pt x="241" y="67"/>
                  </a:lnTo>
                  <a:lnTo>
                    <a:pt x="239" y="67"/>
                  </a:lnTo>
                  <a:lnTo>
                    <a:pt x="237" y="65"/>
                  </a:lnTo>
                  <a:lnTo>
                    <a:pt x="235" y="65"/>
                  </a:lnTo>
                  <a:lnTo>
                    <a:pt x="235" y="65"/>
                  </a:lnTo>
                  <a:lnTo>
                    <a:pt x="232" y="65"/>
                  </a:lnTo>
                  <a:lnTo>
                    <a:pt x="230" y="65"/>
                  </a:lnTo>
                  <a:lnTo>
                    <a:pt x="226" y="65"/>
                  </a:lnTo>
                  <a:lnTo>
                    <a:pt x="224" y="65"/>
                  </a:lnTo>
                  <a:lnTo>
                    <a:pt x="221" y="65"/>
                  </a:lnTo>
                  <a:lnTo>
                    <a:pt x="218" y="65"/>
                  </a:lnTo>
                  <a:lnTo>
                    <a:pt x="215" y="65"/>
                  </a:lnTo>
                  <a:lnTo>
                    <a:pt x="211" y="65"/>
                  </a:lnTo>
                  <a:lnTo>
                    <a:pt x="207" y="65"/>
                  </a:lnTo>
                  <a:lnTo>
                    <a:pt x="205" y="65"/>
                  </a:lnTo>
                  <a:lnTo>
                    <a:pt x="201" y="65"/>
                  </a:lnTo>
                  <a:lnTo>
                    <a:pt x="199" y="63"/>
                  </a:lnTo>
                  <a:lnTo>
                    <a:pt x="197" y="63"/>
                  </a:lnTo>
                  <a:lnTo>
                    <a:pt x="195" y="61"/>
                  </a:lnTo>
                  <a:lnTo>
                    <a:pt x="192" y="61"/>
                  </a:lnTo>
                  <a:lnTo>
                    <a:pt x="190" y="61"/>
                  </a:lnTo>
                  <a:lnTo>
                    <a:pt x="187" y="61"/>
                  </a:lnTo>
                  <a:lnTo>
                    <a:pt x="185" y="59"/>
                  </a:lnTo>
                  <a:lnTo>
                    <a:pt x="181" y="59"/>
                  </a:lnTo>
                  <a:lnTo>
                    <a:pt x="178" y="58"/>
                  </a:lnTo>
                  <a:lnTo>
                    <a:pt x="175" y="58"/>
                  </a:lnTo>
                  <a:lnTo>
                    <a:pt x="172" y="56"/>
                  </a:lnTo>
                  <a:lnTo>
                    <a:pt x="169" y="56"/>
                  </a:lnTo>
                  <a:lnTo>
                    <a:pt x="166" y="56"/>
                  </a:lnTo>
                  <a:lnTo>
                    <a:pt x="162" y="56"/>
                  </a:lnTo>
                  <a:lnTo>
                    <a:pt x="160" y="53"/>
                  </a:lnTo>
                  <a:lnTo>
                    <a:pt x="157" y="53"/>
                  </a:lnTo>
                  <a:lnTo>
                    <a:pt x="156" y="52"/>
                  </a:lnTo>
                  <a:lnTo>
                    <a:pt x="154" y="52"/>
                  </a:lnTo>
                  <a:lnTo>
                    <a:pt x="153" y="51"/>
                  </a:lnTo>
                  <a:lnTo>
                    <a:pt x="148" y="51"/>
                  </a:lnTo>
                  <a:lnTo>
                    <a:pt x="145" y="49"/>
                  </a:lnTo>
                  <a:lnTo>
                    <a:pt x="141" y="48"/>
                  </a:lnTo>
                  <a:lnTo>
                    <a:pt x="139" y="46"/>
                  </a:lnTo>
                  <a:lnTo>
                    <a:pt x="135" y="45"/>
                  </a:lnTo>
                  <a:lnTo>
                    <a:pt x="131" y="43"/>
                  </a:lnTo>
                  <a:lnTo>
                    <a:pt x="127" y="41"/>
                  </a:lnTo>
                  <a:lnTo>
                    <a:pt x="123" y="39"/>
                  </a:lnTo>
                  <a:lnTo>
                    <a:pt x="119" y="38"/>
                  </a:lnTo>
                  <a:lnTo>
                    <a:pt x="116" y="36"/>
                  </a:lnTo>
                  <a:lnTo>
                    <a:pt x="111" y="34"/>
                  </a:lnTo>
                  <a:lnTo>
                    <a:pt x="109" y="32"/>
                  </a:lnTo>
                  <a:lnTo>
                    <a:pt x="104" y="31"/>
                  </a:lnTo>
                  <a:lnTo>
                    <a:pt x="102" y="30"/>
                  </a:lnTo>
                  <a:lnTo>
                    <a:pt x="100" y="28"/>
                  </a:lnTo>
                  <a:lnTo>
                    <a:pt x="99" y="26"/>
                  </a:lnTo>
                  <a:lnTo>
                    <a:pt x="95" y="25"/>
                  </a:lnTo>
                  <a:lnTo>
                    <a:pt x="91" y="23"/>
                  </a:lnTo>
                  <a:lnTo>
                    <a:pt x="87" y="21"/>
                  </a:lnTo>
                  <a:lnTo>
                    <a:pt x="83" y="19"/>
                  </a:lnTo>
                  <a:lnTo>
                    <a:pt x="77" y="17"/>
                  </a:lnTo>
                  <a:lnTo>
                    <a:pt x="73" y="15"/>
                  </a:lnTo>
                  <a:lnTo>
                    <a:pt x="70" y="14"/>
                  </a:lnTo>
                  <a:lnTo>
                    <a:pt x="66" y="11"/>
                  </a:lnTo>
                  <a:lnTo>
                    <a:pt x="61" y="9"/>
                  </a:lnTo>
                  <a:lnTo>
                    <a:pt x="57" y="8"/>
                  </a:lnTo>
                  <a:lnTo>
                    <a:pt x="53" y="6"/>
                  </a:lnTo>
                  <a:lnTo>
                    <a:pt x="51" y="4"/>
                  </a:lnTo>
                  <a:lnTo>
                    <a:pt x="48" y="3"/>
                  </a:lnTo>
                  <a:lnTo>
                    <a:pt x="46" y="1"/>
                  </a:lnTo>
                  <a:lnTo>
                    <a:pt x="45" y="1"/>
                  </a:lnTo>
                  <a:lnTo>
                    <a:pt x="45" y="0"/>
                  </a:lnTo>
                  <a:lnTo>
                    <a:pt x="44" y="2"/>
                  </a:lnTo>
                  <a:lnTo>
                    <a:pt x="43" y="4"/>
                  </a:lnTo>
                  <a:lnTo>
                    <a:pt x="39" y="8"/>
                  </a:lnTo>
                  <a:lnTo>
                    <a:pt x="37" y="12"/>
                  </a:lnTo>
                  <a:lnTo>
                    <a:pt x="33" y="17"/>
                  </a:lnTo>
                  <a:lnTo>
                    <a:pt x="29" y="22"/>
                  </a:lnTo>
                  <a:lnTo>
                    <a:pt x="26" y="29"/>
                  </a:lnTo>
                  <a:lnTo>
                    <a:pt x="22" y="34"/>
                  </a:lnTo>
                  <a:lnTo>
                    <a:pt x="17" y="41"/>
                  </a:lnTo>
                  <a:lnTo>
                    <a:pt x="13" y="47"/>
                  </a:lnTo>
                  <a:lnTo>
                    <a:pt x="9" y="53"/>
                  </a:lnTo>
                  <a:lnTo>
                    <a:pt x="7" y="58"/>
                  </a:lnTo>
                  <a:lnTo>
                    <a:pt x="4" y="62"/>
                  </a:lnTo>
                  <a:lnTo>
                    <a:pt x="1" y="65"/>
                  </a:lnTo>
                  <a:lnTo>
                    <a:pt x="0" y="67"/>
                  </a:lnTo>
                  <a:lnTo>
                    <a:pt x="1" y="68"/>
                  </a:lnTo>
                  <a:lnTo>
                    <a:pt x="1" y="68"/>
                  </a:lnTo>
                </a:path>
              </a:pathLst>
            </a:custGeom>
            <a:solidFill>
              <a:srgbClr val="e1e1e1"/>
            </a:solidFill>
            <a:ln w="18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41" name=""/>
            <p:cNvSpPr/>
            <p:nvPr/>
          </p:nvSpPr>
          <p:spPr>
            <a:xfrm>
              <a:off x="5440320" y="5375160"/>
              <a:ext cx="2675160" cy="1841760"/>
            </a:xfrm>
            <a:custGeom>
              <a:avLst/>
              <a:gdLst/>
              <a:ahLst/>
              <a:rect l="l" t="t" r="r" b="b"/>
              <a:pathLst>
                <a:path w="1685" h="1160">
                  <a:moveTo>
                    <a:pt x="235" y="158"/>
                  </a:moveTo>
                  <a:lnTo>
                    <a:pt x="226" y="154"/>
                  </a:lnTo>
                  <a:lnTo>
                    <a:pt x="216" y="148"/>
                  </a:lnTo>
                  <a:lnTo>
                    <a:pt x="207" y="142"/>
                  </a:lnTo>
                  <a:lnTo>
                    <a:pt x="199" y="136"/>
                  </a:lnTo>
                  <a:lnTo>
                    <a:pt x="191" y="132"/>
                  </a:lnTo>
                  <a:lnTo>
                    <a:pt x="183" y="126"/>
                  </a:lnTo>
                  <a:lnTo>
                    <a:pt x="175" y="120"/>
                  </a:lnTo>
                  <a:lnTo>
                    <a:pt x="168" y="114"/>
                  </a:lnTo>
                  <a:lnTo>
                    <a:pt x="160" y="109"/>
                  </a:lnTo>
                  <a:lnTo>
                    <a:pt x="154" y="103"/>
                  </a:lnTo>
                  <a:lnTo>
                    <a:pt x="148" y="97"/>
                  </a:lnTo>
                  <a:lnTo>
                    <a:pt x="142" y="90"/>
                  </a:lnTo>
                  <a:lnTo>
                    <a:pt x="136" y="83"/>
                  </a:lnTo>
                  <a:lnTo>
                    <a:pt x="131" y="75"/>
                  </a:lnTo>
                  <a:lnTo>
                    <a:pt x="126" y="68"/>
                  </a:lnTo>
                  <a:lnTo>
                    <a:pt x="122" y="59"/>
                  </a:lnTo>
                  <a:lnTo>
                    <a:pt x="120" y="55"/>
                  </a:lnTo>
                  <a:lnTo>
                    <a:pt x="119" y="51"/>
                  </a:lnTo>
                  <a:lnTo>
                    <a:pt x="117" y="47"/>
                  </a:lnTo>
                  <a:lnTo>
                    <a:pt x="117" y="43"/>
                  </a:lnTo>
                  <a:lnTo>
                    <a:pt x="117" y="39"/>
                  </a:lnTo>
                  <a:lnTo>
                    <a:pt x="117" y="36"/>
                  </a:lnTo>
                  <a:lnTo>
                    <a:pt x="117" y="31"/>
                  </a:lnTo>
                  <a:lnTo>
                    <a:pt x="118" y="28"/>
                  </a:lnTo>
                  <a:lnTo>
                    <a:pt x="118" y="25"/>
                  </a:lnTo>
                  <a:lnTo>
                    <a:pt x="120" y="21"/>
                  </a:lnTo>
                  <a:lnTo>
                    <a:pt x="122" y="17"/>
                  </a:lnTo>
                  <a:lnTo>
                    <a:pt x="124" y="14"/>
                  </a:lnTo>
                  <a:lnTo>
                    <a:pt x="126" y="11"/>
                  </a:lnTo>
                  <a:lnTo>
                    <a:pt x="129" y="7"/>
                  </a:lnTo>
                  <a:lnTo>
                    <a:pt x="132" y="4"/>
                  </a:lnTo>
                  <a:lnTo>
                    <a:pt x="136" y="0"/>
                  </a:lnTo>
                  <a:lnTo>
                    <a:pt x="123" y="12"/>
                  </a:lnTo>
                  <a:lnTo>
                    <a:pt x="112" y="24"/>
                  </a:lnTo>
                  <a:lnTo>
                    <a:pt x="100" y="36"/>
                  </a:lnTo>
                  <a:lnTo>
                    <a:pt x="90" y="48"/>
                  </a:lnTo>
                  <a:lnTo>
                    <a:pt x="80" y="61"/>
                  </a:lnTo>
                  <a:lnTo>
                    <a:pt x="70" y="74"/>
                  </a:lnTo>
                  <a:lnTo>
                    <a:pt x="61" y="88"/>
                  </a:lnTo>
                  <a:lnTo>
                    <a:pt x="53" y="100"/>
                  </a:lnTo>
                  <a:lnTo>
                    <a:pt x="44" y="115"/>
                  </a:lnTo>
                  <a:lnTo>
                    <a:pt x="36" y="129"/>
                  </a:lnTo>
                  <a:lnTo>
                    <a:pt x="28" y="143"/>
                  </a:lnTo>
                  <a:lnTo>
                    <a:pt x="22" y="156"/>
                  </a:lnTo>
                  <a:lnTo>
                    <a:pt x="15" y="172"/>
                  </a:lnTo>
                  <a:lnTo>
                    <a:pt x="9" y="186"/>
                  </a:lnTo>
                  <a:lnTo>
                    <a:pt x="4" y="202"/>
                  </a:lnTo>
                  <a:lnTo>
                    <a:pt x="0" y="215"/>
                  </a:lnTo>
                  <a:lnTo>
                    <a:pt x="2" y="219"/>
                  </a:lnTo>
                  <a:lnTo>
                    <a:pt x="4" y="223"/>
                  </a:lnTo>
                  <a:lnTo>
                    <a:pt x="5" y="227"/>
                  </a:lnTo>
                  <a:lnTo>
                    <a:pt x="9" y="230"/>
                  </a:lnTo>
                  <a:lnTo>
                    <a:pt x="12" y="234"/>
                  </a:lnTo>
                  <a:lnTo>
                    <a:pt x="15" y="236"/>
                  </a:lnTo>
                  <a:lnTo>
                    <a:pt x="19" y="238"/>
                  </a:lnTo>
                  <a:lnTo>
                    <a:pt x="23" y="241"/>
                  </a:lnTo>
                  <a:lnTo>
                    <a:pt x="26" y="244"/>
                  </a:lnTo>
                  <a:lnTo>
                    <a:pt x="29" y="246"/>
                  </a:lnTo>
                  <a:lnTo>
                    <a:pt x="34" y="248"/>
                  </a:lnTo>
                  <a:lnTo>
                    <a:pt x="37" y="250"/>
                  </a:lnTo>
                  <a:lnTo>
                    <a:pt x="40" y="252"/>
                  </a:lnTo>
                  <a:lnTo>
                    <a:pt x="44" y="253"/>
                  </a:lnTo>
                  <a:lnTo>
                    <a:pt x="47" y="255"/>
                  </a:lnTo>
                  <a:lnTo>
                    <a:pt x="51" y="255"/>
                  </a:lnTo>
                  <a:lnTo>
                    <a:pt x="1558" y="1159"/>
                  </a:lnTo>
                  <a:lnTo>
                    <a:pt x="1564" y="1158"/>
                  </a:lnTo>
                  <a:lnTo>
                    <a:pt x="1571" y="1154"/>
                  </a:lnTo>
                  <a:lnTo>
                    <a:pt x="1579" y="1150"/>
                  </a:lnTo>
                  <a:lnTo>
                    <a:pt x="1587" y="1144"/>
                  </a:lnTo>
                  <a:lnTo>
                    <a:pt x="1595" y="1137"/>
                  </a:lnTo>
                  <a:lnTo>
                    <a:pt x="1605" y="1129"/>
                  </a:lnTo>
                  <a:lnTo>
                    <a:pt x="1614" y="1120"/>
                  </a:lnTo>
                  <a:lnTo>
                    <a:pt x="1624" y="1110"/>
                  </a:lnTo>
                  <a:lnTo>
                    <a:pt x="1632" y="1100"/>
                  </a:lnTo>
                  <a:lnTo>
                    <a:pt x="1642" y="1089"/>
                  </a:lnTo>
                  <a:lnTo>
                    <a:pt x="1650" y="1078"/>
                  </a:lnTo>
                  <a:lnTo>
                    <a:pt x="1659" y="1066"/>
                  </a:lnTo>
                  <a:lnTo>
                    <a:pt x="1665" y="1053"/>
                  </a:lnTo>
                  <a:lnTo>
                    <a:pt x="1672" y="1039"/>
                  </a:lnTo>
                  <a:lnTo>
                    <a:pt x="1679" y="1026"/>
                  </a:lnTo>
                  <a:lnTo>
                    <a:pt x="1684" y="1012"/>
                  </a:lnTo>
                  <a:lnTo>
                    <a:pt x="235" y="158"/>
                  </a:lnTo>
                  <a:lnTo>
                    <a:pt x="235" y="158"/>
                  </a:lnTo>
                </a:path>
              </a:pathLst>
            </a:custGeom>
            <a:solidFill>
              <a:srgbClr val="000000"/>
            </a:solidFill>
            <a:ln w="18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42" name=""/>
            <p:cNvSpPr/>
            <p:nvPr/>
          </p:nvSpPr>
          <p:spPr>
            <a:xfrm>
              <a:off x="5626080" y="5372280"/>
              <a:ext cx="2509920" cy="1616040"/>
            </a:xfrm>
            <a:custGeom>
              <a:avLst/>
              <a:gdLst/>
              <a:ahLst/>
              <a:rect l="l" t="t" r="r" b="b"/>
              <a:pathLst>
                <a:path w="1581" h="1018">
                  <a:moveTo>
                    <a:pt x="118" y="160"/>
                  </a:moveTo>
                  <a:lnTo>
                    <a:pt x="109" y="156"/>
                  </a:lnTo>
                  <a:lnTo>
                    <a:pt x="99" y="150"/>
                  </a:lnTo>
                  <a:lnTo>
                    <a:pt x="90" y="144"/>
                  </a:lnTo>
                  <a:lnTo>
                    <a:pt x="82" y="138"/>
                  </a:lnTo>
                  <a:lnTo>
                    <a:pt x="74" y="134"/>
                  </a:lnTo>
                  <a:lnTo>
                    <a:pt x="66" y="128"/>
                  </a:lnTo>
                  <a:lnTo>
                    <a:pt x="58" y="122"/>
                  </a:lnTo>
                  <a:lnTo>
                    <a:pt x="51" y="116"/>
                  </a:lnTo>
                  <a:lnTo>
                    <a:pt x="43" y="111"/>
                  </a:lnTo>
                  <a:lnTo>
                    <a:pt x="37" y="105"/>
                  </a:lnTo>
                  <a:lnTo>
                    <a:pt x="31" y="99"/>
                  </a:lnTo>
                  <a:lnTo>
                    <a:pt x="25" y="92"/>
                  </a:lnTo>
                  <a:lnTo>
                    <a:pt x="19" y="85"/>
                  </a:lnTo>
                  <a:lnTo>
                    <a:pt x="14" y="77"/>
                  </a:lnTo>
                  <a:lnTo>
                    <a:pt x="9" y="70"/>
                  </a:lnTo>
                  <a:lnTo>
                    <a:pt x="5" y="61"/>
                  </a:lnTo>
                  <a:lnTo>
                    <a:pt x="3" y="57"/>
                  </a:lnTo>
                  <a:lnTo>
                    <a:pt x="2" y="53"/>
                  </a:lnTo>
                  <a:lnTo>
                    <a:pt x="0" y="49"/>
                  </a:lnTo>
                  <a:lnTo>
                    <a:pt x="0" y="45"/>
                  </a:lnTo>
                  <a:lnTo>
                    <a:pt x="0" y="41"/>
                  </a:lnTo>
                  <a:lnTo>
                    <a:pt x="0" y="38"/>
                  </a:lnTo>
                  <a:lnTo>
                    <a:pt x="0" y="33"/>
                  </a:lnTo>
                  <a:lnTo>
                    <a:pt x="1" y="30"/>
                  </a:lnTo>
                  <a:lnTo>
                    <a:pt x="1" y="27"/>
                  </a:lnTo>
                  <a:lnTo>
                    <a:pt x="3" y="23"/>
                  </a:lnTo>
                  <a:lnTo>
                    <a:pt x="5" y="19"/>
                  </a:lnTo>
                  <a:lnTo>
                    <a:pt x="7" y="16"/>
                  </a:lnTo>
                  <a:lnTo>
                    <a:pt x="9" y="13"/>
                  </a:lnTo>
                  <a:lnTo>
                    <a:pt x="12" y="9"/>
                  </a:lnTo>
                  <a:lnTo>
                    <a:pt x="15" y="6"/>
                  </a:lnTo>
                  <a:lnTo>
                    <a:pt x="19" y="2"/>
                  </a:lnTo>
                  <a:lnTo>
                    <a:pt x="21" y="2"/>
                  </a:lnTo>
                  <a:lnTo>
                    <a:pt x="24" y="1"/>
                  </a:lnTo>
                  <a:lnTo>
                    <a:pt x="27" y="1"/>
                  </a:lnTo>
                  <a:lnTo>
                    <a:pt x="30" y="0"/>
                  </a:lnTo>
                  <a:lnTo>
                    <a:pt x="32" y="1"/>
                  </a:lnTo>
                  <a:lnTo>
                    <a:pt x="35" y="1"/>
                  </a:lnTo>
                  <a:lnTo>
                    <a:pt x="37" y="1"/>
                  </a:lnTo>
                  <a:lnTo>
                    <a:pt x="41" y="1"/>
                  </a:lnTo>
                  <a:lnTo>
                    <a:pt x="43" y="2"/>
                  </a:lnTo>
                  <a:lnTo>
                    <a:pt x="44" y="2"/>
                  </a:lnTo>
                  <a:lnTo>
                    <a:pt x="46" y="4"/>
                  </a:lnTo>
                  <a:lnTo>
                    <a:pt x="49" y="4"/>
                  </a:lnTo>
                  <a:lnTo>
                    <a:pt x="51" y="6"/>
                  </a:lnTo>
                  <a:lnTo>
                    <a:pt x="53" y="6"/>
                  </a:lnTo>
                  <a:lnTo>
                    <a:pt x="55" y="8"/>
                  </a:lnTo>
                  <a:lnTo>
                    <a:pt x="59" y="8"/>
                  </a:lnTo>
                  <a:lnTo>
                    <a:pt x="78" y="21"/>
                  </a:lnTo>
                  <a:lnTo>
                    <a:pt x="129" y="51"/>
                  </a:lnTo>
                  <a:lnTo>
                    <a:pt x="206" y="96"/>
                  </a:lnTo>
                  <a:lnTo>
                    <a:pt x="305" y="153"/>
                  </a:lnTo>
                  <a:lnTo>
                    <a:pt x="420" y="220"/>
                  </a:lnTo>
                  <a:lnTo>
                    <a:pt x="548" y="294"/>
                  </a:lnTo>
                  <a:lnTo>
                    <a:pt x="685" y="373"/>
                  </a:lnTo>
                  <a:lnTo>
                    <a:pt x="826" y="454"/>
                  </a:lnTo>
                  <a:lnTo>
                    <a:pt x="965" y="536"/>
                  </a:lnTo>
                  <a:lnTo>
                    <a:pt x="1102" y="614"/>
                  </a:lnTo>
                  <a:lnTo>
                    <a:pt x="1228" y="688"/>
                  </a:lnTo>
                  <a:lnTo>
                    <a:pt x="1342" y="753"/>
                  </a:lnTo>
                  <a:lnTo>
                    <a:pt x="1438" y="810"/>
                  </a:lnTo>
                  <a:lnTo>
                    <a:pt x="1512" y="852"/>
                  </a:lnTo>
                  <a:lnTo>
                    <a:pt x="1560" y="879"/>
                  </a:lnTo>
                  <a:lnTo>
                    <a:pt x="1578" y="888"/>
                  </a:lnTo>
                  <a:lnTo>
                    <a:pt x="1578" y="891"/>
                  </a:lnTo>
                  <a:lnTo>
                    <a:pt x="1578" y="893"/>
                  </a:lnTo>
                  <a:lnTo>
                    <a:pt x="1578" y="897"/>
                  </a:lnTo>
                  <a:lnTo>
                    <a:pt x="1579" y="901"/>
                  </a:lnTo>
                  <a:lnTo>
                    <a:pt x="1579" y="907"/>
                  </a:lnTo>
                  <a:lnTo>
                    <a:pt x="1579" y="912"/>
                  </a:lnTo>
                  <a:lnTo>
                    <a:pt x="1579" y="919"/>
                  </a:lnTo>
                  <a:lnTo>
                    <a:pt x="1580" y="926"/>
                  </a:lnTo>
                  <a:lnTo>
                    <a:pt x="1579" y="935"/>
                  </a:lnTo>
                  <a:lnTo>
                    <a:pt x="1579" y="944"/>
                  </a:lnTo>
                  <a:lnTo>
                    <a:pt x="1577" y="955"/>
                  </a:lnTo>
                  <a:lnTo>
                    <a:pt x="1577" y="965"/>
                  </a:lnTo>
                  <a:lnTo>
                    <a:pt x="1574" y="978"/>
                  </a:lnTo>
                  <a:lnTo>
                    <a:pt x="1572" y="990"/>
                  </a:lnTo>
                  <a:lnTo>
                    <a:pt x="1569" y="1004"/>
                  </a:lnTo>
                  <a:lnTo>
                    <a:pt x="1567" y="1017"/>
                  </a:lnTo>
                  <a:lnTo>
                    <a:pt x="118" y="160"/>
                  </a:lnTo>
                  <a:lnTo>
                    <a:pt x="118" y="160"/>
                  </a:lnTo>
                </a:path>
              </a:pathLst>
            </a:custGeom>
            <a:solidFill>
              <a:srgbClr val="c0c0c0"/>
            </a:solidFill>
            <a:ln w="18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43" name=""/>
            <p:cNvSpPr/>
            <p:nvPr/>
          </p:nvSpPr>
          <p:spPr>
            <a:xfrm>
              <a:off x="5572080" y="5445000"/>
              <a:ext cx="372960" cy="249480"/>
            </a:xfrm>
            <a:custGeom>
              <a:avLst/>
              <a:gdLst/>
              <a:ahLst/>
              <a:rect l="l" t="t" r="r" b="b"/>
              <a:pathLst>
                <a:path w="235" h="157">
                  <a:moveTo>
                    <a:pt x="36" y="0"/>
                  </a:moveTo>
                  <a:lnTo>
                    <a:pt x="36" y="1"/>
                  </a:lnTo>
                  <a:lnTo>
                    <a:pt x="36" y="2"/>
                  </a:lnTo>
                  <a:lnTo>
                    <a:pt x="36" y="4"/>
                  </a:lnTo>
                  <a:lnTo>
                    <a:pt x="36" y="4"/>
                  </a:lnTo>
                  <a:lnTo>
                    <a:pt x="36" y="7"/>
                  </a:lnTo>
                  <a:lnTo>
                    <a:pt x="37" y="9"/>
                  </a:lnTo>
                  <a:lnTo>
                    <a:pt x="37" y="11"/>
                  </a:lnTo>
                  <a:lnTo>
                    <a:pt x="39" y="13"/>
                  </a:lnTo>
                  <a:lnTo>
                    <a:pt x="39" y="16"/>
                  </a:lnTo>
                  <a:lnTo>
                    <a:pt x="41" y="19"/>
                  </a:lnTo>
                  <a:lnTo>
                    <a:pt x="42" y="23"/>
                  </a:lnTo>
                  <a:lnTo>
                    <a:pt x="44" y="24"/>
                  </a:lnTo>
                  <a:lnTo>
                    <a:pt x="45" y="28"/>
                  </a:lnTo>
                  <a:lnTo>
                    <a:pt x="47" y="30"/>
                  </a:lnTo>
                  <a:lnTo>
                    <a:pt x="49" y="33"/>
                  </a:lnTo>
                  <a:lnTo>
                    <a:pt x="51" y="36"/>
                  </a:lnTo>
                  <a:lnTo>
                    <a:pt x="53" y="39"/>
                  </a:lnTo>
                  <a:lnTo>
                    <a:pt x="55" y="43"/>
                  </a:lnTo>
                  <a:lnTo>
                    <a:pt x="57" y="47"/>
                  </a:lnTo>
                  <a:lnTo>
                    <a:pt x="61" y="49"/>
                  </a:lnTo>
                  <a:lnTo>
                    <a:pt x="63" y="53"/>
                  </a:lnTo>
                  <a:lnTo>
                    <a:pt x="67" y="55"/>
                  </a:lnTo>
                  <a:lnTo>
                    <a:pt x="70" y="59"/>
                  </a:lnTo>
                  <a:lnTo>
                    <a:pt x="73" y="61"/>
                  </a:lnTo>
                  <a:lnTo>
                    <a:pt x="75" y="65"/>
                  </a:lnTo>
                  <a:lnTo>
                    <a:pt x="79" y="67"/>
                  </a:lnTo>
                  <a:lnTo>
                    <a:pt x="81" y="70"/>
                  </a:lnTo>
                  <a:lnTo>
                    <a:pt x="85" y="72"/>
                  </a:lnTo>
                  <a:lnTo>
                    <a:pt x="87" y="75"/>
                  </a:lnTo>
                  <a:lnTo>
                    <a:pt x="91" y="77"/>
                  </a:lnTo>
                  <a:lnTo>
                    <a:pt x="94" y="79"/>
                  </a:lnTo>
                  <a:lnTo>
                    <a:pt x="98" y="81"/>
                  </a:lnTo>
                  <a:lnTo>
                    <a:pt x="102" y="85"/>
                  </a:lnTo>
                  <a:lnTo>
                    <a:pt x="108" y="89"/>
                  </a:lnTo>
                  <a:lnTo>
                    <a:pt x="116" y="94"/>
                  </a:lnTo>
                  <a:lnTo>
                    <a:pt x="127" y="99"/>
                  </a:lnTo>
                  <a:lnTo>
                    <a:pt x="136" y="106"/>
                  </a:lnTo>
                  <a:lnTo>
                    <a:pt x="148" y="112"/>
                  </a:lnTo>
                  <a:lnTo>
                    <a:pt x="159" y="118"/>
                  </a:lnTo>
                  <a:lnTo>
                    <a:pt x="173" y="124"/>
                  </a:lnTo>
                  <a:lnTo>
                    <a:pt x="183" y="131"/>
                  </a:lnTo>
                  <a:lnTo>
                    <a:pt x="195" y="137"/>
                  </a:lnTo>
                  <a:lnTo>
                    <a:pt x="205" y="143"/>
                  </a:lnTo>
                  <a:lnTo>
                    <a:pt x="215" y="147"/>
                  </a:lnTo>
                  <a:lnTo>
                    <a:pt x="222" y="151"/>
                  </a:lnTo>
                  <a:lnTo>
                    <a:pt x="229" y="155"/>
                  </a:lnTo>
                  <a:lnTo>
                    <a:pt x="233" y="156"/>
                  </a:lnTo>
                  <a:lnTo>
                    <a:pt x="234" y="156"/>
                  </a:lnTo>
                  <a:lnTo>
                    <a:pt x="233" y="156"/>
                  </a:lnTo>
                  <a:lnTo>
                    <a:pt x="229" y="156"/>
                  </a:lnTo>
                  <a:lnTo>
                    <a:pt x="224" y="154"/>
                  </a:lnTo>
                  <a:lnTo>
                    <a:pt x="217" y="152"/>
                  </a:lnTo>
                  <a:lnTo>
                    <a:pt x="208" y="150"/>
                  </a:lnTo>
                  <a:lnTo>
                    <a:pt x="198" y="147"/>
                  </a:lnTo>
                  <a:lnTo>
                    <a:pt x="188" y="143"/>
                  </a:lnTo>
                  <a:lnTo>
                    <a:pt x="176" y="140"/>
                  </a:lnTo>
                  <a:lnTo>
                    <a:pt x="163" y="137"/>
                  </a:lnTo>
                  <a:lnTo>
                    <a:pt x="151" y="133"/>
                  </a:lnTo>
                  <a:lnTo>
                    <a:pt x="137" y="129"/>
                  </a:lnTo>
                  <a:lnTo>
                    <a:pt x="125" y="126"/>
                  </a:lnTo>
                  <a:lnTo>
                    <a:pt x="112" y="124"/>
                  </a:lnTo>
                  <a:lnTo>
                    <a:pt x="100" y="120"/>
                  </a:lnTo>
                  <a:lnTo>
                    <a:pt x="90" y="118"/>
                  </a:lnTo>
                  <a:lnTo>
                    <a:pt x="80" y="114"/>
                  </a:lnTo>
                  <a:lnTo>
                    <a:pt x="77" y="114"/>
                  </a:lnTo>
                  <a:lnTo>
                    <a:pt x="75" y="114"/>
                  </a:lnTo>
                  <a:lnTo>
                    <a:pt x="71" y="114"/>
                  </a:lnTo>
                  <a:lnTo>
                    <a:pt x="70" y="112"/>
                  </a:lnTo>
                  <a:lnTo>
                    <a:pt x="66" y="112"/>
                  </a:lnTo>
                  <a:lnTo>
                    <a:pt x="62" y="111"/>
                  </a:lnTo>
                  <a:lnTo>
                    <a:pt x="58" y="111"/>
                  </a:lnTo>
                  <a:lnTo>
                    <a:pt x="55" y="109"/>
                  </a:lnTo>
                  <a:lnTo>
                    <a:pt x="50" y="109"/>
                  </a:lnTo>
                  <a:lnTo>
                    <a:pt x="46" y="107"/>
                  </a:lnTo>
                  <a:lnTo>
                    <a:pt x="42" y="105"/>
                  </a:lnTo>
                  <a:lnTo>
                    <a:pt x="39" y="104"/>
                  </a:lnTo>
                  <a:lnTo>
                    <a:pt x="34" y="102"/>
                  </a:lnTo>
                  <a:lnTo>
                    <a:pt x="32" y="99"/>
                  </a:lnTo>
                  <a:lnTo>
                    <a:pt x="29" y="97"/>
                  </a:lnTo>
                  <a:lnTo>
                    <a:pt x="27" y="94"/>
                  </a:lnTo>
                  <a:lnTo>
                    <a:pt x="23" y="92"/>
                  </a:lnTo>
                  <a:lnTo>
                    <a:pt x="19" y="90"/>
                  </a:lnTo>
                  <a:lnTo>
                    <a:pt x="15" y="89"/>
                  </a:lnTo>
                  <a:lnTo>
                    <a:pt x="13" y="85"/>
                  </a:lnTo>
                  <a:lnTo>
                    <a:pt x="9" y="83"/>
                  </a:lnTo>
                  <a:lnTo>
                    <a:pt x="7" y="79"/>
                  </a:lnTo>
                  <a:lnTo>
                    <a:pt x="5" y="76"/>
                  </a:lnTo>
                  <a:lnTo>
                    <a:pt x="4" y="72"/>
                  </a:lnTo>
                  <a:lnTo>
                    <a:pt x="2" y="69"/>
                  </a:lnTo>
                  <a:lnTo>
                    <a:pt x="2" y="65"/>
                  </a:lnTo>
                  <a:lnTo>
                    <a:pt x="0" y="61"/>
                  </a:lnTo>
                  <a:lnTo>
                    <a:pt x="0" y="57"/>
                  </a:lnTo>
                  <a:lnTo>
                    <a:pt x="0" y="53"/>
                  </a:lnTo>
                  <a:lnTo>
                    <a:pt x="1" y="47"/>
                  </a:lnTo>
                  <a:lnTo>
                    <a:pt x="2" y="41"/>
                  </a:lnTo>
                  <a:lnTo>
                    <a:pt x="4" y="35"/>
                  </a:lnTo>
                  <a:lnTo>
                    <a:pt x="6" y="31"/>
                  </a:lnTo>
                  <a:lnTo>
                    <a:pt x="8" y="26"/>
                  </a:lnTo>
                  <a:lnTo>
                    <a:pt x="10" y="22"/>
                  </a:lnTo>
                  <a:lnTo>
                    <a:pt x="13" y="18"/>
                  </a:lnTo>
                  <a:lnTo>
                    <a:pt x="15" y="16"/>
                  </a:lnTo>
                  <a:lnTo>
                    <a:pt x="18" y="12"/>
                  </a:lnTo>
                  <a:lnTo>
                    <a:pt x="19" y="10"/>
                  </a:lnTo>
                  <a:lnTo>
                    <a:pt x="24" y="7"/>
                  </a:lnTo>
                  <a:lnTo>
                    <a:pt x="26" y="6"/>
                  </a:lnTo>
                  <a:lnTo>
                    <a:pt x="27" y="4"/>
                  </a:lnTo>
                  <a:lnTo>
                    <a:pt x="29" y="4"/>
                  </a:lnTo>
                  <a:lnTo>
                    <a:pt x="32" y="2"/>
                  </a:lnTo>
                  <a:lnTo>
                    <a:pt x="33" y="2"/>
                  </a:lnTo>
                  <a:lnTo>
                    <a:pt x="34" y="1"/>
                  </a:lnTo>
                  <a:lnTo>
                    <a:pt x="35" y="1"/>
                  </a:lnTo>
                  <a:lnTo>
                    <a:pt x="36" y="0"/>
                  </a:lnTo>
                  <a:lnTo>
                    <a:pt x="36" y="0"/>
                  </a:lnTo>
                </a:path>
              </a:pathLst>
            </a:custGeom>
            <a:solidFill>
              <a:srgbClr val="fffff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44" name=""/>
            <p:cNvSpPr/>
            <p:nvPr/>
          </p:nvSpPr>
          <p:spPr>
            <a:xfrm>
              <a:off x="5178600" y="5356080"/>
              <a:ext cx="312480" cy="265320"/>
            </a:xfrm>
            <a:custGeom>
              <a:avLst/>
              <a:gdLst/>
              <a:ahLst/>
              <a:rect l="l" t="t" r="r" b="b"/>
              <a:pathLst>
                <a:path w="197" h="167">
                  <a:moveTo>
                    <a:pt x="0" y="13"/>
                  </a:moveTo>
                  <a:lnTo>
                    <a:pt x="13" y="23"/>
                  </a:lnTo>
                  <a:lnTo>
                    <a:pt x="27" y="31"/>
                  </a:lnTo>
                  <a:lnTo>
                    <a:pt x="40" y="40"/>
                  </a:lnTo>
                  <a:lnTo>
                    <a:pt x="54" y="48"/>
                  </a:lnTo>
                  <a:lnTo>
                    <a:pt x="66" y="58"/>
                  </a:lnTo>
                  <a:lnTo>
                    <a:pt x="80" y="65"/>
                  </a:lnTo>
                  <a:lnTo>
                    <a:pt x="91" y="75"/>
                  </a:lnTo>
                  <a:lnTo>
                    <a:pt x="104" y="83"/>
                  </a:lnTo>
                  <a:lnTo>
                    <a:pt x="113" y="93"/>
                  </a:lnTo>
                  <a:lnTo>
                    <a:pt x="124" y="102"/>
                  </a:lnTo>
                  <a:lnTo>
                    <a:pt x="132" y="112"/>
                  </a:lnTo>
                  <a:lnTo>
                    <a:pt x="141" y="121"/>
                  </a:lnTo>
                  <a:lnTo>
                    <a:pt x="147" y="130"/>
                  </a:lnTo>
                  <a:lnTo>
                    <a:pt x="153" y="140"/>
                  </a:lnTo>
                  <a:lnTo>
                    <a:pt x="157" y="150"/>
                  </a:lnTo>
                  <a:lnTo>
                    <a:pt x="162" y="160"/>
                  </a:lnTo>
                  <a:lnTo>
                    <a:pt x="162" y="164"/>
                  </a:lnTo>
                  <a:lnTo>
                    <a:pt x="163" y="165"/>
                  </a:lnTo>
                  <a:lnTo>
                    <a:pt x="163" y="166"/>
                  </a:lnTo>
                  <a:lnTo>
                    <a:pt x="165" y="165"/>
                  </a:lnTo>
                  <a:lnTo>
                    <a:pt x="165" y="163"/>
                  </a:lnTo>
                  <a:lnTo>
                    <a:pt x="167" y="160"/>
                  </a:lnTo>
                  <a:lnTo>
                    <a:pt x="168" y="156"/>
                  </a:lnTo>
                  <a:lnTo>
                    <a:pt x="170" y="152"/>
                  </a:lnTo>
                  <a:lnTo>
                    <a:pt x="170" y="148"/>
                  </a:lnTo>
                  <a:lnTo>
                    <a:pt x="172" y="143"/>
                  </a:lnTo>
                  <a:lnTo>
                    <a:pt x="172" y="139"/>
                  </a:lnTo>
                  <a:lnTo>
                    <a:pt x="174" y="133"/>
                  </a:lnTo>
                  <a:lnTo>
                    <a:pt x="174" y="129"/>
                  </a:lnTo>
                  <a:lnTo>
                    <a:pt x="176" y="124"/>
                  </a:lnTo>
                  <a:lnTo>
                    <a:pt x="178" y="121"/>
                  </a:lnTo>
                  <a:lnTo>
                    <a:pt x="179" y="117"/>
                  </a:lnTo>
                  <a:lnTo>
                    <a:pt x="182" y="115"/>
                  </a:lnTo>
                  <a:lnTo>
                    <a:pt x="184" y="111"/>
                  </a:lnTo>
                  <a:lnTo>
                    <a:pt x="185" y="109"/>
                  </a:lnTo>
                  <a:lnTo>
                    <a:pt x="187" y="106"/>
                  </a:lnTo>
                  <a:lnTo>
                    <a:pt x="188" y="104"/>
                  </a:lnTo>
                  <a:lnTo>
                    <a:pt x="190" y="102"/>
                  </a:lnTo>
                  <a:lnTo>
                    <a:pt x="191" y="100"/>
                  </a:lnTo>
                  <a:lnTo>
                    <a:pt x="193" y="97"/>
                  </a:lnTo>
                  <a:lnTo>
                    <a:pt x="193" y="97"/>
                  </a:lnTo>
                  <a:lnTo>
                    <a:pt x="194" y="95"/>
                  </a:lnTo>
                  <a:lnTo>
                    <a:pt x="194" y="94"/>
                  </a:lnTo>
                  <a:lnTo>
                    <a:pt x="195" y="92"/>
                  </a:lnTo>
                  <a:lnTo>
                    <a:pt x="195" y="92"/>
                  </a:lnTo>
                  <a:lnTo>
                    <a:pt x="195" y="92"/>
                  </a:lnTo>
                  <a:lnTo>
                    <a:pt x="195" y="92"/>
                  </a:lnTo>
                  <a:lnTo>
                    <a:pt x="196" y="90"/>
                  </a:lnTo>
                  <a:lnTo>
                    <a:pt x="188" y="90"/>
                  </a:lnTo>
                  <a:lnTo>
                    <a:pt x="179" y="89"/>
                  </a:lnTo>
                  <a:lnTo>
                    <a:pt x="169" y="87"/>
                  </a:lnTo>
                  <a:lnTo>
                    <a:pt x="158" y="83"/>
                  </a:lnTo>
                  <a:lnTo>
                    <a:pt x="145" y="80"/>
                  </a:lnTo>
                  <a:lnTo>
                    <a:pt x="134" y="75"/>
                  </a:lnTo>
                  <a:lnTo>
                    <a:pt x="120" y="70"/>
                  </a:lnTo>
                  <a:lnTo>
                    <a:pt x="108" y="64"/>
                  </a:lnTo>
                  <a:lnTo>
                    <a:pt x="94" y="58"/>
                  </a:lnTo>
                  <a:lnTo>
                    <a:pt x="81" y="51"/>
                  </a:lnTo>
                  <a:lnTo>
                    <a:pt x="67" y="43"/>
                  </a:lnTo>
                  <a:lnTo>
                    <a:pt x="55" y="36"/>
                  </a:lnTo>
                  <a:lnTo>
                    <a:pt x="42" y="28"/>
                  </a:lnTo>
                  <a:lnTo>
                    <a:pt x="30" y="19"/>
                  </a:lnTo>
                  <a:lnTo>
                    <a:pt x="19" y="10"/>
                  </a:lnTo>
                  <a:lnTo>
                    <a:pt x="10" y="0"/>
                  </a:lnTo>
                  <a:lnTo>
                    <a:pt x="8" y="1"/>
                  </a:lnTo>
                  <a:lnTo>
                    <a:pt x="8" y="1"/>
                  </a:lnTo>
                  <a:lnTo>
                    <a:pt x="6" y="2"/>
                  </a:lnTo>
                  <a:lnTo>
                    <a:pt x="6" y="2"/>
                  </a:lnTo>
                  <a:lnTo>
                    <a:pt x="4" y="4"/>
                  </a:lnTo>
                  <a:lnTo>
                    <a:pt x="4" y="4"/>
                  </a:lnTo>
                  <a:lnTo>
                    <a:pt x="3" y="6"/>
                  </a:lnTo>
                  <a:lnTo>
                    <a:pt x="3" y="6"/>
                  </a:lnTo>
                  <a:lnTo>
                    <a:pt x="1" y="8"/>
                  </a:lnTo>
                  <a:lnTo>
                    <a:pt x="1" y="9"/>
                  </a:lnTo>
                  <a:lnTo>
                    <a:pt x="0" y="11"/>
                  </a:lnTo>
                  <a:lnTo>
                    <a:pt x="0" y="11"/>
                  </a:lnTo>
                  <a:lnTo>
                    <a:pt x="0" y="12"/>
                  </a:lnTo>
                  <a:lnTo>
                    <a:pt x="0" y="12"/>
                  </a:lnTo>
                  <a:lnTo>
                    <a:pt x="0" y="13"/>
                  </a:lnTo>
                  <a:lnTo>
                    <a:pt x="0" y="13"/>
                  </a:lnTo>
                  <a:lnTo>
                    <a:pt x="0" y="13"/>
                  </a:lnTo>
                </a:path>
              </a:pathLst>
            </a:custGeom>
            <a:solidFill>
              <a:srgbClr val="ffffff"/>
            </a:solidFill>
            <a:ln w="18360">
              <a:solidFill>
                <a:srgbClr val="fffff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45" name=""/>
            <p:cNvSpPr/>
            <p:nvPr/>
          </p:nvSpPr>
          <p:spPr>
            <a:xfrm>
              <a:off x="5946840" y="5699160"/>
              <a:ext cx="2135160" cy="1268280"/>
            </a:xfrm>
            <a:prstGeom prst="line">
              <a:avLst/>
            </a:prstGeom>
            <a:ln w="1836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46" name=""/>
            <p:cNvSpPr/>
            <p:nvPr/>
          </p:nvSpPr>
          <p:spPr>
            <a:xfrm>
              <a:off x="5462640" y="5673600"/>
              <a:ext cx="2481120" cy="1501920"/>
            </a:xfrm>
            <a:prstGeom prst="line">
              <a:avLst/>
            </a:prstGeom>
            <a:ln w="18360">
              <a:solidFill>
                <a:srgbClr val="80808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47" name=""/>
            <p:cNvSpPr/>
            <p:nvPr/>
          </p:nvSpPr>
          <p:spPr>
            <a:xfrm>
              <a:off x="2924280" y="4175280"/>
              <a:ext cx="1033200" cy="1698480"/>
            </a:xfrm>
            <a:custGeom>
              <a:avLst/>
              <a:gdLst/>
              <a:ahLst/>
              <a:rect l="l" t="t" r="r" b="b"/>
              <a:pathLst>
                <a:path w="651" h="1070">
                  <a:moveTo>
                    <a:pt x="650" y="1069"/>
                  </a:moveTo>
                  <a:lnTo>
                    <a:pt x="540" y="1051"/>
                  </a:lnTo>
                  <a:lnTo>
                    <a:pt x="443" y="1020"/>
                  </a:lnTo>
                  <a:lnTo>
                    <a:pt x="355" y="978"/>
                  </a:lnTo>
                  <a:lnTo>
                    <a:pt x="278" y="926"/>
                  </a:lnTo>
                  <a:lnTo>
                    <a:pt x="211" y="865"/>
                  </a:lnTo>
                  <a:lnTo>
                    <a:pt x="153" y="797"/>
                  </a:lnTo>
                  <a:lnTo>
                    <a:pt x="106" y="724"/>
                  </a:lnTo>
                  <a:lnTo>
                    <a:pt x="67" y="645"/>
                  </a:lnTo>
                  <a:lnTo>
                    <a:pt x="37" y="563"/>
                  </a:lnTo>
                  <a:lnTo>
                    <a:pt x="16" y="479"/>
                  </a:lnTo>
                  <a:lnTo>
                    <a:pt x="4" y="394"/>
                  </a:lnTo>
                  <a:lnTo>
                    <a:pt x="0" y="309"/>
                  </a:lnTo>
                  <a:lnTo>
                    <a:pt x="4" y="226"/>
                  </a:lnTo>
                  <a:lnTo>
                    <a:pt x="15" y="146"/>
                  </a:lnTo>
                  <a:lnTo>
                    <a:pt x="34" y="70"/>
                  </a:lnTo>
                  <a:lnTo>
                    <a:pt x="62" y="0"/>
                  </a:lnTo>
                </a:path>
              </a:pathLst>
            </a:custGeom>
            <a:noFill/>
            <a:ln w="18360">
              <a:solidFill>
                <a:srgbClr val="d2d2d2"/>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48" name=""/>
            <p:cNvSpPr/>
            <p:nvPr/>
          </p:nvSpPr>
          <p:spPr>
            <a:xfrm>
              <a:off x="2981160" y="3448080"/>
              <a:ext cx="2382840" cy="2352600"/>
            </a:xfrm>
            <a:custGeom>
              <a:avLst/>
              <a:gdLst/>
              <a:ahLst/>
              <a:rect l="l" t="t" r="r" b="b"/>
              <a:pathLst>
                <a:path w="1501" h="1482">
                  <a:moveTo>
                    <a:pt x="1494" y="617"/>
                  </a:moveTo>
                  <a:lnTo>
                    <a:pt x="1435" y="450"/>
                  </a:lnTo>
                  <a:lnTo>
                    <a:pt x="1353" y="310"/>
                  </a:lnTo>
                  <a:lnTo>
                    <a:pt x="1253" y="196"/>
                  </a:lnTo>
                  <a:lnTo>
                    <a:pt x="1138" y="109"/>
                  </a:lnTo>
                  <a:lnTo>
                    <a:pt x="1010" y="49"/>
                  </a:lnTo>
                  <a:lnTo>
                    <a:pt x="877" y="12"/>
                  </a:lnTo>
                  <a:lnTo>
                    <a:pt x="739" y="0"/>
                  </a:lnTo>
                  <a:lnTo>
                    <a:pt x="604" y="12"/>
                  </a:lnTo>
                  <a:lnTo>
                    <a:pt x="472" y="47"/>
                  </a:lnTo>
                  <a:lnTo>
                    <a:pt x="349" y="104"/>
                  </a:lnTo>
                  <a:lnTo>
                    <a:pt x="238" y="183"/>
                  </a:lnTo>
                  <a:lnTo>
                    <a:pt x="145" y="282"/>
                  </a:lnTo>
                  <a:lnTo>
                    <a:pt x="71" y="403"/>
                  </a:lnTo>
                  <a:lnTo>
                    <a:pt x="21" y="541"/>
                  </a:lnTo>
                  <a:lnTo>
                    <a:pt x="0" y="698"/>
                  </a:lnTo>
                  <a:lnTo>
                    <a:pt x="11" y="874"/>
                  </a:lnTo>
                  <a:lnTo>
                    <a:pt x="67" y="1039"/>
                  </a:lnTo>
                  <a:lnTo>
                    <a:pt x="148" y="1176"/>
                  </a:lnTo>
                  <a:lnTo>
                    <a:pt x="247" y="1288"/>
                  </a:lnTo>
                  <a:lnTo>
                    <a:pt x="361" y="1372"/>
                  </a:lnTo>
                  <a:lnTo>
                    <a:pt x="486" y="1433"/>
                  </a:lnTo>
                  <a:lnTo>
                    <a:pt x="619" y="1469"/>
                  </a:lnTo>
                  <a:lnTo>
                    <a:pt x="754" y="1481"/>
                  </a:lnTo>
                  <a:lnTo>
                    <a:pt x="890" y="1469"/>
                  </a:lnTo>
                  <a:lnTo>
                    <a:pt x="1019" y="1436"/>
                  </a:lnTo>
                  <a:lnTo>
                    <a:pt x="1143" y="1380"/>
                  </a:lnTo>
                  <a:lnTo>
                    <a:pt x="1253" y="1303"/>
                  </a:lnTo>
                  <a:lnTo>
                    <a:pt x="1349" y="1205"/>
                  </a:lnTo>
                  <a:lnTo>
                    <a:pt x="1424" y="1087"/>
                  </a:lnTo>
                  <a:lnTo>
                    <a:pt x="1475" y="949"/>
                  </a:lnTo>
                  <a:lnTo>
                    <a:pt x="1500" y="793"/>
                  </a:lnTo>
                  <a:lnTo>
                    <a:pt x="1494" y="617"/>
                  </a:lnTo>
                  <a:lnTo>
                    <a:pt x="1494" y="617"/>
                  </a:lnTo>
                </a:path>
              </a:pathLst>
            </a:custGeom>
            <a:noFill/>
            <a:ln w="18360">
              <a:solidFill>
                <a:srgbClr val="c0c0c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849" name=""/>
          <p:cNvSpPr/>
          <p:nvPr/>
        </p:nvSpPr>
        <p:spPr>
          <a:xfrm>
            <a:off x="6019920" y="2735280"/>
            <a:ext cx="3476520" cy="2481120"/>
          </a:xfrm>
          <a:prstGeom prst="rect">
            <a:avLst/>
          </a:prstGeom>
          <a:noFill/>
          <a:ln w="0">
            <a:noFill/>
          </a:ln>
        </p:spPr>
        <p:style>
          <a:lnRef idx="0"/>
          <a:fillRef idx="0"/>
          <a:effectRef idx="0"/>
          <a:fontRef idx="minor"/>
        </p:style>
        <p:txBody>
          <a:bodyPr lIns="0" rIns="0" tIns="0" bIns="0" anchor="t">
            <a:noAutofit/>
          </a:bodyPr>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900" strike="noStrike" u="none">
                <a:solidFill>
                  <a:srgbClr val="ffffff"/>
                </a:solidFill>
                <a:effectLst/>
                <a:uFillTx/>
                <a:latin typeface="Times New Roman"/>
              </a:rPr>
              <a:t>Harvard School of</a:t>
            </a:r>
            <a:endParaRPr b="0" lang="en-IN" sz="2900" strike="noStrike" u="none">
              <a:solidFill>
                <a:srgbClr val="ffffff"/>
              </a:solidFill>
              <a:effectLst/>
              <a:uFillTx/>
              <a:latin typeface="Times New Roman"/>
            </a:endParaRPr>
          </a:p>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900" strike="noStrike" u="none">
                <a:solidFill>
                  <a:srgbClr val="ffffff"/>
                </a:solidFill>
                <a:effectLst/>
                <a:uFillTx/>
                <a:latin typeface="Times New Roman"/>
              </a:rPr>
              <a:t>      Public Health</a:t>
            </a:r>
            <a:endParaRPr b="0" lang="en-IN" sz="2900" strike="noStrike" u="none">
              <a:solidFill>
                <a:srgbClr val="ffffff"/>
              </a:solidFill>
              <a:effectLst/>
              <a:uFillTx/>
              <a:latin typeface="Times New Roman"/>
            </a:endParaRPr>
          </a:p>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2900" strike="noStrike" u="none">
              <a:solidFill>
                <a:srgbClr val="ffffff"/>
              </a:solidFill>
              <a:effectLst/>
              <a:uFillTx/>
              <a:latin typeface="Times New Roman"/>
            </a:endParaRPr>
          </a:p>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900" strike="noStrike" u="none">
                <a:solidFill>
                  <a:srgbClr val="ffffff"/>
                </a:solidFill>
                <a:effectLst/>
                <a:uFillTx/>
                <a:latin typeface="Times New Roman"/>
              </a:rPr>
              <a:t>Tuskegee University</a:t>
            </a:r>
            <a:endParaRPr b="0" lang="en-IN" sz="2900" strike="noStrike" u="none">
              <a:solidFill>
                <a:srgbClr val="ffffff"/>
              </a:solidFill>
              <a:effectLst/>
              <a:uFillTx/>
              <a:latin typeface="Times New Roman"/>
            </a:endParaRPr>
          </a:p>
        </p:txBody>
      </p:sp>
    </p:spTree>
  </p:cSld>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850" name=""/>
          <p:cNvGrpSpPr/>
          <p:nvPr/>
        </p:nvGrpSpPr>
        <p:grpSpPr>
          <a:xfrm>
            <a:off x="538200" y="-7920"/>
            <a:ext cx="9456840" cy="8099280"/>
            <a:chOff x="538200" y="-7920"/>
            <a:chExt cx="9456840" cy="8099280"/>
          </a:xfrm>
        </p:grpSpPr>
        <p:sp>
          <p:nvSpPr>
            <p:cNvPr id="1851"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852" name=""/>
            <p:cNvGrpSpPr/>
            <p:nvPr/>
          </p:nvGrpSpPr>
          <p:grpSpPr>
            <a:xfrm>
              <a:off x="538200" y="727200"/>
              <a:ext cx="1542960" cy="1599840"/>
              <a:chOff x="538200" y="727200"/>
              <a:chExt cx="1542960" cy="1599840"/>
            </a:xfrm>
          </p:grpSpPr>
          <p:sp>
            <p:nvSpPr>
              <p:cNvPr id="1853"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854" name="" descr=""/>
              <p:cNvPicPr/>
              <p:nvPr/>
            </p:nvPicPr>
            <p:blipFill>
              <a:blip r:embed="rId1"/>
              <a:stretch/>
            </p:blipFill>
            <p:spPr>
              <a:xfrm>
                <a:off x="568440" y="779400"/>
                <a:ext cx="1430280" cy="1460520"/>
              </a:xfrm>
              <a:prstGeom prst="rect">
                <a:avLst/>
              </a:prstGeom>
              <a:noFill/>
              <a:ln w="0">
                <a:noFill/>
              </a:ln>
            </p:spPr>
          </p:pic>
          <p:sp>
            <p:nvSpPr>
              <p:cNvPr id="1855"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56"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857"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858"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859"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860"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BSE Risk Assessment</a:t>
            </a:r>
            <a:endParaRPr b="0" lang="en-IN" sz="4200" strike="noStrike" u="none">
              <a:solidFill>
                <a:srgbClr val="ffffff"/>
              </a:solidFill>
              <a:effectLst/>
              <a:uFillTx/>
              <a:latin typeface="Times New Roman"/>
            </a:endParaRPr>
          </a:p>
        </p:txBody>
      </p:sp>
      <p:sp>
        <p:nvSpPr>
          <p:cNvPr id="1861" name=""/>
          <p:cNvSpPr/>
          <p:nvPr/>
        </p:nvSpPr>
        <p:spPr>
          <a:xfrm>
            <a:off x="1479600" y="2503440"/>
            <a:ext cx="8750160" cy="49816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Define scope</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Describe potential pathways BSE infectivity into national herd or food supply</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Characterize and quantify steps in pathways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Identify key steps for research or risk management</a:t>
            </a:r>
            <a:endParaRPr b="0" lang="en-IN" sz="3500" strike="noStrike" u="none">
              <a:solidFill>
                <a:srgbClr val="ffffff"/>
              </a:solidFill>
              <a:effectLst/>
              <a:uFillTx/>
              <a:latin typeface="Times New Roman"/>
            </a:endParaRPr>
          </a:p>
        </p:txBody>
      </p:sp>
    </p:spTree>
  </p:cSld>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862" name=""/>
          <p:cNvGrpSpPr/>
          <p:nvPr/>
        </p:nvGrpSpPr>
        <p:grpSpPr>
          <a:xfrm>
            <a:off x="538200" y="-7920"/>
            <a:ext cx="9456840" cy="8099280"/>
            <a:chOff x="538200" y="-7920"/>
            <a:chExt cx="9456840" cy="8099280"/>
          </a:xfrm>
        </p:grpSpPr>
        <p:sp>
          <p:nvSpPr>
            <p:cNvPr id="1863"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864" name=""/>
            <p:cNvGrpSpPr/>
            <p:nvPr/>
          </p:nvGrpSpPr>
          <p:grpSpPr>
            <a:xfrm>
              <a:off x="538200" y="727200"/>
              <a:ext cx="1542960" cy="1599840"/>
              <a:chOff x="538200" y="727200"/>
              <a:chExt cx="1542960" cy="1599840"/>
            </a:xfrm>
          </p:grpSpPr>
          <p:sp>
            <p:nvSpPr>
              <p:cNvPr id="1865"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866" name="" descr=""/>
              <p:cNvPicPr/>
              <p:nvPr/>
            </p:nvPicPr>
            <p:blipFill>
              <a:blip r:embed="rId1"/>
              <a:stretch/>
            </p:blipFill>
            <p:spPr>
              <a:xfrm>
                <a:off x="568440" y="779400"/>
                <a:ext cx="1430280" cy="1460520"/>
              </a:xfrm>
              <a:prstGeom prst="rect">
                <a:avLst/>
              </a:prstGeom>
              <a:noFill/>
              <a:ln w="0">
                <a:noFill/>
              </a:ln>
            </p:spPr>
          </p:pic>
          <p:sp>
            <p:nvSpPr>
              <p:cNvPr id="1867"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68"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869"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870"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871"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872"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BSE Response Plan</a:t>
            </a:r>
            <a:endParaRPr b="0" lang="en-IN" sz="4200" strike="noStrike" u="none">
              <a:solidFill>
                <a:srgbClr val="ffffff"/>
              </a:solidFill>
              <a:effectLst/>
              <a:uFillTx/>
              <a:latin typeface="Times New Roman"/>
            </a:endParaRPr>
          </a:p>
        </p:txBody>
      </p:sp>
      <p:sp>
        <p:nvSpPr>
          <p:cNvPr id="1873" name=""/>
          <p:cNvSpPr/>
          <p:nvPr/>
        </p:nvSpPr>
        <p:spPr>
          <a:xfrm>
            <a:off x="1479600" y="2503440"/>
            <a:ext cx="8750160" cy="181620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First version early 1990's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Slightly revisions early 1996</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Major revisions 1996-98</a:t>
            </a:r>
            <a:endParaRPr b="0" lang="en-IN" sz="3500" strike="noStrike" u="none">
              <a:solidFill>
                <a:srgbClr val="ffffff"/>
              </a:solidFill>
              <a:effectLst/>
              <a:uFillTx/>
              <a:latin typeface="Times New Roman"/>
            </a:endParaRPr>
          </a:p>
        </p:txBody>
      </p:sp>
      <p:grpSp>
        <p:nvGrpSpPr>
          <p:cNvPr id="1874" name=""/>
          <p:cNvGrpSpPr/>
          <p:nvPr/>
        </p:nvGrpSpPr>
        <p:grpSpPr>
          <a:xfrm>
            <a:off x="5719680" y="4794120"/>
            <a:ext cx="3248280" cy="2260800"/>
            <a:chOff x="5719680" y="4794120"/>
            <a:chExt cx="3248280" cy="2260800"/>
          </a:xfrm>
        </p:grpSpPr>
        <p:grpSp>
          <p:nvGrpSpPr>
            <p:cNvPr id="1875" name=""/>
            <p:cNvGrpSpPr/>
            <p:nvPr/>
          </p:nvGrpSpPr>
          <p:grpSpPr>
            <a:xfrm>
              <a:off x="8105760" y="5408640"/>
              <a:ext cx="862200" cy="716040"/>
              <a:chOff x="8105760" y="5408640"/>
              <a:chExt cx="862200" cy="716040"/>
            </a:xfrm>
          </p:grpSpPr>
          <p:sp>
            <p:nvSpPr>
              <p:cNvPr id="1876" name=""/>
              <p:cNvSpPr/>
              <p:nvPr/>
            </p:nvSpPr>
            <p:spPr>
              <a:xfrm>
                <a:off x="8107200" y="5611680"/>
                <a:ext cx="860760" cy="513000"/>
              </a:xfrm>
              <a:custGeom>
                <a:avLst/>
                <a:gdLst/>
                <a:ahLst/>
                <a:rect l="l" t="t" r="r" b="b"/>
                <a:pathLst>
                  <a:path w="542" h="323">
                    <a:moveTo>
                      <a:pt x="347" y="4"/>
                    </a:moveTo>
                    <a:lnTo>
                      <a:pt x="344" y="5"/>
                    </a:lnTo>
                    <a:lnTo>
                      <a:pt x="340" y="6"/>
                    </a:lnTo>
                    <a:lnTo>
                      <a:pt x="334" y="9"/>
                    </a:lnTo>
                    <a:lnTo>
                      <a:pt x="326" y="11"/>
                    </a:lnTo>
                    <a:lnTo>
                      <a:pt x="316" y="15"/>
                    </a:lnTo>
                    <a:lnTo>
                      <a:pt x="306" y="18"/>
                    </a:lnTo>
                    <a:lnTo>
                      <a:pt x="295" y="22"/>
                    </a:lnTo>
                    <a:lnTo>
                      <a:pt x="284" y="26"/>
                    </a:lnTo>
                    <a:lnTo>
                      <a:pt x="272" y="31"/>
                    </a:lnTo>
                    <a:lnTo>
                      <a:pt x="260" y="35"/>
                    </a:lnTo>
                    <a:lnTo>
                      <a:pt x="250" y="38"/>
                    </a:lnTo>
                    <a:lnTo>
                      <a:pt x="240" y="41"/>
                    </a:lnTo>
                    <a:lnTo>
                      <a:pt x="231" y="44"/>
                    </a:lnTo>
                    <a:lnTo>
                      <a:pt x="223" y="46"/>
                    </a:lnTo>
                    <a:lnTo>
                      <a:pt x="219" y="47"/>
                    </a:lnTo>
                    <a:lnTo>
                      <a:pt x="216" y="46"/>
                    </a:lnTo>
                    <a:lnTo>
                      <a:pt x="214" y="46"/>
                    </a:lnTo>
                    <a:lnTo>
                      <a:pt x="214" y="46"/>
                    </a:lnTo>
                    <a:lnTo>
                      <a:pt x="212" y="46"/>
                    </a:lnTo>
                    <a:lnTo>
                      <a:pt x="212" y="45"/>
                    </a:lnTo>
                    <a:lnTo>
                      <a:pt x="210" y="45"/>
                    </a:lnTo>
                    <a:lnTo>
                      <a:pt x="209" y="45"/>
                    </a:lnTo>
                    <a:lnTo>
                      <a:pt x="207" y="45"/>
                    </a:lnTo>
                    <a:lnTo>
                      <a:pt x="207" y="43"/>
                    </a:lnTo>
                    <a:lnTo>
                      <a:pt x="206" y="43"/>
                    </a:lnTo>
                    <a:lnTo>
                      <a:pt x="204" y="43"/>
                    </a:lnTo>
                    <a:lnTo>
                      <a:pt x="202" y="43"/>
                    </a:lnTo>
                    <a:lnTo>
                      <a:pt x="202" y="41"/>
                    </a:lnTo>
                    <a:lnTo>
                      <a:pt x="200" y="41"/>
                    </a:lnTo>
                    <a:lnTo>
                      <a:pt x="200" y="39"/>
                    </a:lnTo>
                    <a:lnTo>
                      <a:pt x="200" y="39"/>
                    </a:lnTo>
                    <a:lnTo>
                      <a:pt x="200" y="37"/>
                    </a:lnTo>
                    <a:lnTo>
                      <a:pt x="199" y="37"/>
                    </a:lnTo>
                    <a:lnTo>
                      <a:pt x="199" y="35"/>
                    </a:lnTo>
                    <a:lnTo>
                      <a:pt x="199" y="35"/>
                    </a:lnTo>
                    <a:lnTo>
                      <a:pt x="199" y="33"/>
                    </a:lnTo>
                    <a:lnTo>
                      <a:pt x="199" y="33"/>
                    </a:lnTo>
                    <a:lnTo>
                      <a:pt x="199" y="31"/>
                    </a:lnTo>
                    <a:lnTo>
                      <a:pt x="199" y="29"/>
                    </a:lnTo>
                    <a:lnTo>
                      <a:pt x="200" y="27"/>
                    </a:lnTo>
                    <a:lnTo>
                      <a:pt x="200" y="27"/>
                    </a:lnTo>
                    <a:lnTo>
                      <a:pt x="200" y="25"/>
                    </a:lnTo>
                    <a:lnTo>
                      <a:pt x="200" y="24"/>
                    </a:lnTo>
                    <a:lnTo>
                      <a:pt x="200" y="22"/>
                    </a:lnTo>
                    <a:lnTo>
                      <a:pt x="200" y="22"/>
                    </a:lnTo>
                    <a:lnTo>
                      <a:pt x="200" y="20"/>
                    </a:lnTo>
                    <a:lnTo>
                      <a:pt x="200" y="19"/>
                    </a:lnTo>
                    <a:lnTo>
                      <a:pt x="200" y="17"/>
                    </a:lnTo>
                    <a:lnTo>
                      <a:pt x="198" y="17"/>
                    </a:lnTo>
                    <a:lnTo>
                      <a:pt x="197" y="15"/>
                    </a:lnTo>
                    <a:lnTo>
                      <a:pt x="194" y="15"/>
                    </a:lnTo>
                    <a:lnTo>
                      <a:pt x="194" y="13"/>
                    </a:lnTo>
                    <a:lnTo>
                      <a:pt x="192" y="13"/>
                    </a:lnTo>
                    <a:lnTo>
                      <a:pt x="190" y="11"/>
                    </a:lnTo>
                    <a:lnTo>
                      <a:pt x="188" y="11"/>
                    </a:lnTo>
                    <a:lnTo>
                      <a:pt x="187" y="9"/>
                    </a:lnTo>
                    <a:lnTo>
                      <a:pt x="184" y="9"/>
                    </a:lnTo>
                    <a:lnTo>
                      <a:pt x="182" y="7"/>
                    </a:lnTo>
                    <a:lnTo>
                      <a:pt x="180" y="7"/>
                    </a:lnTo>
                    <a:lnTo>
                      <a:pt x="178" y="5"/>
                    </a:lnTo>
                    <a:lnTo>
                      <a:pt x="176" y="5"/>
                    </a:lnTo>
                    <a:lnTo>
                      <a:pt x="174" y="4"/>
                    </a:lnTo>
                    <a:lnTo>
                      <a:pt x="172" y="4"/>
                    </a:lnTo>
                    <a:lnTo>
                      <a:pt x="171" y="2"/>
                    </a:lnTo>
                    <a:lnTo>
                      <a:pt x="169" y="2"/>
                    </a:lnTo>
                    <a:lnTo>
                      <a:pt x="167" y="2"/>
                    </a:lnTo>
                    <a:lnTo>
                      <a:pt x="165" y="2"/>
                    </a:lnTo>
                    <a:lnTo>
                      <a:pt x="163" y="1"/>
                    </a:lnTo>
                    <a:lnTo>
                      <a:pt x="160" y="1"/>
                    </a:lnTo>
                    <a:lnTo>
                      <a:pt x="158" y="1"/>
                    </a:lnTo>
                    <a:lnTo>
                      <a:pt x="156" y="1"/>
                    </a:lnTo>
                    <a:lnTo>
                      <a:pt x="154" y="0"/>
                    </a:lnTo>
                    <a:lnTo>
                      <a:pt x="150" y="0"/>
                    </a:lnTo>
                    <a:lnTo>
                      <a:pt x="148" y="0"/>
                    </a:lnTo>
                    <a:lnTo>
                      <a:pt x="146" y="0"/>
                    </a:lnTo>
                    <a:lnTo>
                      <a:pt x="144" y="0"/>
                    </a:lnTo>
                    <a:lnTo>
                      <a:pt x="142" y="0"/>
                    </a:lnTo>
                    <a:lnTo>
                      <a:pt x="140" y="0"/>
                    </a:lnTo>
                    <a:lnTo>
                      <a:pt x="138" y="0"/>
                    </a:lnTo>
                    <a:lnTo>
                      <a:pt x="138" y="0"/>
                    </a:lnTo>
                    <a:lnTo>
                      <a:pt x="136" y="2"/>
                    </a:lnTo>
                    <a:lnTo>
                      <a:pt x="134" y="2"/>
                    </a:lnTo>
                    <a:lnTo>
                      <a:pt x="132" y="2"/>
                    </a:lnTo>
                    <a:lnTo>
                      <a:pt x="130" y="2"/>
                    </a:lnTo>
                    <a:lnTo>
                      <a:pt x="128" y="4"/>
                    </a:lnTo>
                    <a:lnTo>
                      <a:pt x="126" y="4"/>
                    </a:lnTo>
                    <a:lnTo>
                      <a:pt x="124" y="4"/>
                    </a:lnTo>
                    <a:lnTo>
                      <a:pt x="122" y="4"/>
                    </a:lnTo>
                    <a:lnTo>
                      <a:pt x="120" y="6"/>
                    </a:lnTo>
                    <a:lnTo>
                      <a:pt x="118" y="6"/>
                    </a:lnTo>
                    <a:lnTo>
                      <a:pt x="116" y="7"/>
                    </a:lnTo>
                    <a:lnTo>
                      <a:pt x="114" y="7"/>
                    </a:lnTo>
                    <a:lnTo>
                      <a:pt x="112" y="9"/>
                    </a:lnTo>
                    <a:lnTo>
                      <a:pt x="112" y="9"/>
                    </a:lnTo>
                    <a:lnTo>
                      <a:pt x="110" y="9"/>
                    </a:lnTo>
                    <a:lnTo>
                      <a:pt x="110" y="9"/>
                    </a:lnTo>
                    <a:lnTo>
                      <a:pt x="108" y="11"/>
                    </a:lnTo>
                    <a:lnTo>
                      <a:pt x="107" y="13"/>
                    </a:lnTo>
                    <a:lnTo>
                      <a:pt x="105" y="15"/>
                    </a:lnTo>
                    <a:lnTo>
                      <a:pt x="105" y="15"/>
                    </a:lnTo>
                    <a:lnTo>
                      <a:pt x="103" y="16"/>
                    </a:lnTo>
                    <a:lnTo>
                      <a:pt x="103" y="19"/>
                    </a:lnTo>
                    <a:lnTo>
                      <a:pt x="102" y="21"/>
                    </a:lnTo>
                    <a:lnTo>
                      <a:pt x="102" y="22"/>
                    </a:lnTo>
                    <a:lnTo>
                      <a:pt x="100" y="24"/>
                    </a:lnTo>
                    <a:lnTo>
                      <a:pt x="100" y="26"/>
                    </a:lnTo>
                    <a:lnTo>
                      <a:pt x="99" y="28"/>
                    </a:lnTo>
                    <a:lnTo>
                      <a:pt x="99" y="29"/>
                    </a:lnTo>
                    <a:lnTo>
                      <a:pt x="99" y="31"/>
                    </a:lnTo>
                    <a:lnTo>
                      <a:pt x="99" y="33"/>
                    </a:lnTo>
                    <a:lnTo>
                      <a:pt x="99" y="35"/>
                    </a:lnTo>
                    <a:lnTo>
                      <a:pt x="99" y="35"/>
                    </a:lnTo>
                    <a:lnTo>
                      <a:pt x="99" y="37"/>
                    </a:lnTo>
                    <a:lnTo>
                      <a:pt x="99" y="38"/>
                    </a:lnTo>
                    <a:lnTo>
                      <a:pt x="99" y="40"/>
                    </a:lnTo>
                    <a:lnTo>
                      <a:pt x="99" y="40"/>
                    </a:lnTo>
                    <a:lnTo>
                      <a:pt x="99" y="42"/>
                    </a:lnTo>
                    <a:lnTo>
                      <a:pt x="99" y="43"/>
                    </a:lnTo>
                    <a:lnTo>
                      <a:pt x="99" y="44"/>
                    </a:lnTo>
                    <a:lnTo>
                      <a:pt x="101" y="44"/>
                    </a:lnTo>
                    <a:lnTo>
                      <a:pt x="101" y="46"/>
                    </a:lnTo>
                    <a:lnTo>
                      <a:pt x="101" y="48"/>
                    </a:lnTo>
                    <a:lnTo>
                      <a:pt x="101" y="50"/>
                    </a:lnTo>
                    <a:lnTo>
                      <a:pt x="103" y="50"/>
                    </a:lnTo>
                    <a:lnTo>
                      <a:pt x="103" y="51"/>
                    </a:lnTo>
                    <a:lnTo>
                      <a:pt x="105" y="51"/>
                    </a:lnTo>
                    <a:lnTo>
                      <a:pt x="105" y="52"/>
                    </a:lnTo>
                    <a:lnTo>
                      <a:pt x="107" y="52"/>
                    </a:lnTo>
                    <a:lnTo>
                      <a:pt x="107" y="54"/>
                    </a:lnTo>
                    <a:lnTo>
                      <a:pt x="109" y="54"/>
                    </a:lnTo>
                    <a:lnTo>
                      <a:pt x="111" y="55"/>
                    </a:lnTo>
                    <a:lnTo>
                      <a:pt x="113" y="55"/>
                    </a:lnTo>
                    <a:lnTo>
                      <a:pt x="115" y="57"/>
                    </a:lnTo>
                    <a:lnTo>
                      <a:pt x="117" y="57"/>
                    </a:lnTo>
                    <a:lnTo>
                      <a:pt x="119" y="57"/>
                    </a:lnTo>
                    <a:lnTo>
                      <a:pt x="122" y="57"/>
                    </a:lnTo>
                    <a:lnTo>
                      <a:pt x="124" y="59"/>
                    </a:lnTo>
                    <a:lnTo>
                      <a:pt x="126" y="59"/>
                    </a:lnTo>
                    <a:lnTo>
                      <a:pt x="128" y="60"/>
                    </a:lnTo>
                    <a:lnTo>
                      <a:pt x="131" y="60"/>
                    </a:lnTo>
                    <a:lnTo>
                      <a:pt x="132" y="62"/>
                    </a:lnTo>
                    <a:lnTo>
                      <a:pt x="134" y="62"/>
                    </a:lnTo>
                    <a:lnTo>
                      <a:pt x="136" y="62"/>
                    </a:lnTo>
                    <a:lnTo>
                      <a:pt x="138" y="62"/>
                    </a:lnTo>
                    <a:lnTo>
                      <a:pt x="138" y="64"/>
                    </a:lnTo>
                    <a:lnTo>
                      <a:pt x="138" y="64"/>
                    </a:lnTo>
                    <a:lnTo>
                      <a:pt x="138" y="65"/>
                    </a:lnTo>
                    <a:lnTo>
                      <a:pt x="139" y="65"/>
                    </a:lnTo>
                    <a:lnTo>
                      <a:pt x="139" y="67"/>
                    </a:lnTo>
                    <a:lnTo>
                      <a:pt x="139" y="67"/>
                    </a:lnTo>
                    <a:lnTo>
                      <a:pt x="139" y="67"/>
                    </a:lnTo>
                    <a:lnTo>
                      <a:pt x="141" y="67"/>
                    </a:lnTo>
                    <a:lnTo>
                      <a:pt x="141" y="69"/>
                    </a:lnTo>
                    <a:lnTo>
                      <a:pt x="141" y="69"/>
                    </a:lnTo>
                    <a:lnTo>
                      <a:pt x="141" y="69"/>
                    </a:lnTo>
                    <a:lnTo>
                      <a:pt x="141" y="69"/>
                    </a:lnTo>
                    <a:lnTo>
                      <a:pt x="141" y="71"/>
                    </a:lnTo>
                    <a:lnTo>
                      <a:pt x="141" y="71"/>
                    </a:lnTo>
                    <a:lnTo>
                      <a:pt x="141" y="71"/>
                    </a:lnTo>
                    <a:lnTo>
                      <a:pt x="143" y="71"/>
                    </a:lnTo>
                    <a:lnTo>
                      <a:pt x="141" y="73"/>
                    </a:lnTo>
                    <a:lnTo>
                      <a:pt x="141" y="73"/>
                    </a:lnTo>
                    <a:lnTo>
                      <a:pt x="140" y="74"/>
                    </a:lnTo>
                    <a:lnTo>
                      <a:pt x="140" y="74"/>
                    </a:lnTo>
                    <a:lnTo>
                      <a:pt x="138" y="76"/>
                    </a:lnTo>
                    <a:lnTo>
                      <a:pt x="138" y="76"/>
                    </a:lnTo>
                    <a:lnTo>
                      <a:pt x="137" y="76"/>
                    </a:lnTo>
                    <a:lnTo>
                      <a:pt x="137" y="76"/>
                    </a:lnTo>
                    <a:lnTo>
                      <a:pt x="135" y="78"/>
                    </a:lnTo>
                    <a:lnTo>
                      <a:pt x="134" y="78"/>
                    </a:lnTo>
                    <a:lnTo>
                      <a:pt x="132" y="79"/>
                    </a:lnTo>
                    <a:lnTo>
                      <a:pt x="132" y="79"/>
                    </a:lnTo>
                    <a:lnTo>
                      <a:pt x="131" y="80"/>
                    </a:lnTo>
                    <a:lnTo>
                      <a:pt x="131" y="80"/>
                    </a:lnTo>
                    <a:lnTo>
                      <a:pt x="129" y="80"/>
                    </a:lnTo>
                    <a:lnTo>
                      <a:pt x="129" y="80"/>
                    </a:lnTo>
                    <a:lnTo>
                      <a:pt x="122" y="82"/>
                    </a:lnTo>
                    <a:lnTo>
                      <a:pt x="114" y="85"/>
                    </a:lnTo>
                    <a:lnTo>
                      <a:pt x="105" y="88"/>
                    </a:lnTo>
                    <a:lnTo>
                      <a:pt x="97" y="89"/>
                    </a:lnTo>
                    <a:lnTo>
                      <a:pt x="86" y="94"/>
                    </a:lnTo>
                    <a:lnTo>
                      <a:pt x="76" y="97"/>
                    </a:lnTo>
                    <a:lnTo>
                      <a:pt x="66" y="101"/>
                    </a:lnTo>
                    <a:lnTo>
                      <a:pt x="57" y="103"/>
                    </a:lnTo>
                    <a:lnTo>
                      <a:pt x="46" y="106"/>
                    </a:lnTo>
                    <a:lnTo>
                      <a:pt x="37" y="110"/>
                    </a:lnTo>
                    <a:lnTo>
                      <a:pt x="28" y="114"/>
                    </a:lnTo>
                    <a:lnTo>
                      <a:pt x="21" y="116"/>
                    </a:lnTo>
                    <a:lnTo>
                      <a:pt x="15" y="118"/>
                    </a:lnTo>
                    <a:lnTo>
                      <a:pt x="9" y="120"/>
                    </a:lnTo>
                    <a:lnTo>
                      <a:pt x="6" y="122"/>
                    </a:lnTo>
                    <a:lnTo>
                      <a:pt x="6" y="122"/>
                    </a:lnTo>
                    <a:lnTo>
                      <a:pt x="5" y="124"/>
                    </a:lnTo>
                    <a:lnTo>
                      <a:pt x="7" y="126"/>
                    </a:lnTo>
                    <a:lnTo>
                      <a:pt x="9" y="130"/>
                    </a:lnTo>
                    <a:lnTo>
                      <a:pt x="13" y="133"/>
                    </a:lnTo>
                    <a:lnTo>
                      <a:pt x="17" y="138"/>
                    </a:lnTo>
                    <a:lnTo>
                      <a:pt x="23" y="143"/>
                    </a:lnTo>
                    <a:lnTo>
                      <a:pt x="29" y="148"/>
                    </a:lnTo>
                    <a:lnTo>
                      <a:pt x="36" y="153"/>
                    </a:lnTo>
                    <a:lnTo>
                      <a:pt x="42" y="159"/>
                    </a:lnTo>
                    <a:lnTo>
                      <a:pt x="48" y="165"/>
                    </a:lnTo>
                    <a:lnTo>
                      <a:pt x="54" y="170"/>
                    </a:lnTo>
                    <a:lnTo>
                      <a:pt x="61" y="176"/>
                    </a:lnTo>
                    <a:lnTo>
                      <a:pt x="66" y="182"/>
                    </a:lnTo>
                    <a:lnTo>
                      <a:pt x="72" y="185"/>
                    </a:lnTo>
                    <a:lnTo>
                      <a:pt x="75" y="189"/>
                    </a:lnTo>
                    <a:lnTo>
                      <a:pt x="79" y="192"/>
                    </a:lnTo>
                    <a:lnTo>
                      <a:pt x="79" y="194"/>
                    </a:lnTo>
                    <a:lnTo>
                      <a:pt x="79" y="194"/>
                    </a:lnTo>
                    <a:lnTo>
                      <a:pt x="79" y="195"/>
                    </a:lnTo>
                    <a:lnTo>
                      <a:pt x="79" y="195"/>
                    </a:lnTo>
                    <a:lnTo>
                      <a:pt x="77" y="197"/>
                    </a:lnTo>
                    <a:lnTo>
                      <a:pt x="77" y="197"/>
                    </a:lnTo>
                    <a:lnTo>
                      <a:pt x="77" y="199"/>
                    </a:lnTo>
                    <a:lnTo>
                      <a:pt x="77" y="199"/>
                    </a:lnTo>
                    <a:lnTo>
                      <a:pt x="75" y="201"/>
                    </a:lnTo>
                    <a:lnTo>
                      <a:pt x="75" y="201"/>
                    </a:lnTo>
                    <a:lnTo>
                      <a:pt x="73" y="203"/>
                    </a:lnTo>
                    <a:lnTo>
                      <a:pt x="73" y="203"/>
                    </a:lnTo>
                    <a:lnTo>
                      <a:pt x="71" y="205"/>
                    </a:lnTo>
                    <a:lnTo>
                      <a:pt x="71" y="205"/>
                    </a:lnTo>
                    <a:lnTo>
                      <a:pt x="71" y="205"/>
                    </a:lnTo>
                    <a:lnTo>
                      <a:pt x="71" y="205"/>
                    </a:lnTo>
                    <a:lnTo>
                      <a:pt x="69" y="207"/>
                    </a:lnTo>
                    <a:lnTo>
                      <a:pt x="67" y="207"/>
                    </a:lnTo>
                    <a:lnTo>
                      <a:pt x="66" y="207"/>
                    </a:lnTo>
                    <a:lnTo>
                      <a:pt x="65" y="207"/>
                    </a:lnTo>
                    <a:lnTo>
                      <a:pt x="62" y="207"/>
                    </a:lnTo>
                    <a:lnTo>
                      <a:pt x="60" y="207"/>
                    </a:lnTo>
                    <a:lnTo>
                      <a:pt x="59" y="207"/>
                    </a:lnTo>
                    <a:lnTo>
                      <a:pt x="57" y="207"/>
                    </a:lnTo>
                    <a:lnTo>
                      <a:pt x="53" y="207"/>
                    </a:lnTo>
                    <a:lnTo>
                      <a:pt x="51" y="207"/>
                    </a:lnTo>
                    <a:lnTo>
                      <a:pt x="50" y="207"/>
                    </a:lnTo>
                    <a:lnTo>
                      <a:pt x="48" y="207"/>
                    </a:lnTo>
                    <a:lnTo>
                      <a:pt x="45" y="207"/>
                    </a:lnTo>
                    <a:lnTo>
                      <a:pt x="44" y="207"/>
                    </a:lnTo>
                    <a:lnTo>
                      <a:pt x="42" y="207"/>
                    </a:lnTo>
                    <a:lnTo>
                      <a:pt x="41" y="207"/>
                    </a:lnTo>
                    <a:lnTo>
                      <a:pt x="39" y="209"/>
                    </a:lnTo>
                    <a:lnTo>
                      <a:pt x="37" y="209"/>
                    </a:lnTo>
                    <a:lnTo>
                      <a:pt x="35" y="209"/>
                    </a:lnTo>
                    <a:lnTo>
                      <a:pt x="34" y="209"/>
                    </a:lnTo>
                    <a:lnTo>
                      <a:pt x="32" y="210"/>
                    </a:lnTo>
                    <a:lnTo>
                      <a:pt x="30" y="210"/>
                    </a:lnTo>
                    <a:lnTo>
                      <a:pt x="28" y="210"/>
                    </a:lnTo>
                    <a:lnTo>
                      <a:pt x="26" y="210"/>
                    </a:lnTo>
                    <a:lnTo>
                      <a:pt x="23" y="212"/>
                    </a:lnTo>
                    <a:lnTo>
                      <a:pt x="22" y="212"/>
                    </a:lnTo>
                    <a:lnTo>
                      <a:pt x="20" y="213"/>
                    </a:lnTo>
                    <a:lnTo>
                      <a:pt x="18" y="213"/>
                    </a:lnTo>
                    <a:lnTo>
                      <a:pt x="16" y="215"/>
                    </a:lnTo>
                    <a:lnTo>
                      <a:pt x="15" y="215"/>
                    </a:lnTo>
                    <a:lnTo>
                      <a:pt x="13" y="216"/>
                    </a:lnTo>
                    <a:lnTo>
                      <a:pt x="13" y="216"/>
                    </a:lnTo>
                    <a:lnTo>
                      <a:pt x="11" y="218"/>
                    </a:lnTo>
                    <a:lnTo>
                      <a:pt x="11" y="219"/>
                    </a:lnTo>
                    <a:lnTo>
                      <a:pt x="9" y="221"/>
                    </a:lnTo>
                    <a:lnTo>
                      <a:pt x="9" y="221"/>
                    </a:lnTo>
                    <a:lnTo>
                      <a:pt x="7" y="222"/>
                    </a:lnTo>
                    <a:lnTo>
                      <a:pt x="7" y="224"/>
                    </a:lnTo>
                    <a:lnTo>
                      <a:pt x="5" y="226"/>
                    </a:lnTo>
                    <a:lnTo>
                      <a:pt x="5" y="226"/>
                    </a:lnTo>
                    <a:lnTo>
                      <a:pt x="3" y="228"/>
                    </a:lnTo>
                    <a:lnTo>
                      <a:pt x="3" y="230"/>
                    </a:lnTo>
                    <a:lnTo>
                      <a:pt x="1" y="232"/>
                    </a:lnTo>
                    <a:lnTo>
                      <a:pt x="1" y="233"/>
                    </a:lnTo>
                    <a:lnTo>
                      <a:pt x="1" y="235"/>
                    </a:lnTo>
                    <a:lnTo>
                      <a:pt x="1" y="237"/>
                    </a:lnTo>
                    <a:lnTo>
                      <a:pt x="1" y="238"/>
                    </a:lnTo>
                    <a:lnTo>
                      <a:pt x="1" y="238"/>
                    </a:lnTo>
                    <a:lnTo>
                      <a:pt x="0" y="241"/>
                    </a:lnTo>
                    <a:lnTo>
                      <a:pt x="0" y="241"/>
                    </a:lnTo>
                    <a:lnTo>
                      <a:pt x="0" y="243"/>
                    </a:lnTo>
                    <a:lnTo>
                      <a:pt x="0" y="243"/>
                    </a:lnTo>
                    <a:lnTo>
                      <a:pt x="0" y="245"/>
                    </a:lnTo>
                    <a:lnTo>
                      <a:pt x="0" y="246"/>
                    </a:lnTo>
                    <a:lnTo>
                      <a:pt x="0" y="248"/>
                    </a:lnTo>
                    <a:lnTo>
                      <a:pt x="2" y="248"/>
                    </a:lnTo>
                    <a:lnTo>
                      <a:pt x="2" y="250"/>
                    </a:lnTo>
                    <a:lnTo>
                      <a:pt x="2" y="251"/>
                    </a:lnTo>
                    <a:lnTo>
                      <a:pt x="2" y="253"/>
                    </a:lnTo>
                    <a:lnTo>
                      <a:pt x="4" y="253"/>
                    </a:lnTo>
                    <a:lnTo>
                      <a:pt x="4" y="255"/>
                    </a:lnTo>
                    <a:lnTo>
                      <a:pt x="6" y="255"/>
                    </a:lnTo>
                    <a:lnTo>
                      <a:pt x="6" y="257"/>
                    </a:lnTo>
                    <a:lnTo>
                      <a:pt x="8" y="257"/>
                    </a:lnTo>
                    <a:lnTo>
                      <a:pt x="8" y="259"/>
                    </a:lnTo>
                    <a:lnTo>
                      <a:pt x="9" y="259"/>
                    </a:lnTo>
                    <a:lnTo>
                      <a:pt x="10" y="260"/>
                    </a:lnTo>
                    <a:lnTo>
                      <a:pt x="12" y="260"/>
                    </a:lnTo>
                    <a:lnTo>
                      <a:pt x="13" y="263"/>
                    </a:lnTo>
                    <a:lnTo>
                      <a:pt x="15" y="263"/>
                    </a:lnTo>
                    <a:lnTo>
                      <a:pt x="16" y="265"/>
                    </a:lnTo>
                    <a:lnTo>
                      <a:pt x="18" y="265"/>
                    </a:lnTo>
                    <a:lnTo>
                      <a:pt x="20" y="266"/>
                    </a:lnTo>
                    <a:lnTo>
                      <a:pt x="22" y="266"/>
                    </a:lnTo>
                    <a:lnTo>
                      <a:pt x="23" y="268"/>
                    </a:lnTo>
                    <a:lnTo>
                      <a:pt x="26" y="268"/>
                    </a:lnTo>
                    <a:lnTo>
                      <a:pt x="26" y="270"/>
                    </a:lnTo>
                    <a:lnTo>
                      <a:pt x="28" y="270"/>
                    </a:lnTo>
                    <a:lnTo>
                      <a:pt x="30" y="271"/>
                    </a:lnTo>
                    <a:lnTo>
                      <a:pt x="32" y="271"/>
                    </a:lnTo>
                    <a:lnTo>
                      <a:pt x="33" y="273"/>
                    </a:lnTo>
                    <a:lnTo>
                      <a:pt x="35" y="273"/>
                    </a:lnTo>
                    <a:lnTo>
                      <a:pt x="37" y="273"/>
                    </a:lnTo>
                    <a:lnTo>
                      <a:pt x="38" y="273"/>
                    </a:lnTo>
                    <a:lnTo>
                      <a:pt x="40" y="274"/>
                    </a:lnTo>
                    <a:lnTo>
                      <a:pt x="44" y="274"/>
                    </a:lnTo>
                    <a:lnTo>
                      <a:pt x="45" y="274"/>
                    </a:lnTo>
                    <a:lnTo>
                      <a:pt x="50" y="274"/>
                    </a:lnTo>
                    <a:lnTo>
                      <a:pt x="51" y="275"/>
                    </a:lnTo>
                    <a:lnTo>
                      <a:pt x="55" y="275"/>
                    </a:lnTo>
                    <a:lnTo>
                      <a:pt x="57" y="275"/>
                    </a:lnTo>
                    <a:lnTo>
                      <a:pt x="60" y="275"/>
                    </a:lnTo>
                    <a:lnTo>
                      <a:pt x="62" y="275"/>
                    </a:lnTo>
                    <a:lnTo>
                      <a:pt x="65" y="275"/>
                    </a:lnTo>
                    <a:lnTo>
                      <a:pt x="66" y="275"/>
                    </a:lnTo>
                    <a:lnTo>
                      <a:pt x="70" y="275"/>
                    </a:lnTo>
                    <a:lnTo>
                      <a:pt x="70" y="275"/>
                    </a:lnTo>
                    <a:lnTo>
                      <a:pt x="72" y="275"/>
                    </a:lnTo>
                    <a:lnTo>
                      <a:pt x="72" y="275"/>
                    </a:lnTo>
                    <a:lnTo>
                      <a:pt x="74" y="274"/>
                    </a:lnTo>
                    <a:lnTo>
                      <a:pt x="74" y="274"/>
                    </a:lnTo>
                    <a:lnTo>
                      <a:pt x="76" y="272"/>
                    </a:lnTo>
                    <a:lnTo>
                      <a:pt x="78" y="272"/>
                    </a:lnTo>
                    <a:lnTo>
                      <a:pt x="80" y="270"/>
                    </a:lnTo>
                    <a:lnTo>
                      <a:pt x="80" y="270"/>
                    </a:lnTo>
                    <a:lnTo>
                      <a:pt x="82" y="270"/>
                    </a:lnTo>
                    <a:lnTo>
                      <a:pt x="84" y="270"/>
                    </a:lnTo>
                    <a:lnTo>
                      <a:pt x="86" y="268"/>
                    </a:lnTo>
                    <a:lnTo>
                      <a:pt x="87" y="268"/>
                    </a:lnTo>
                    <a:lnTo>
                      <a:pt x="88" y="266"/>
                    </a:lnTo>
                    <a:lnTo>
                      <a:pt x="89" y="266"/>
                    </a:lnTo>
                    <a:lnTo>
                      <a:pt x="92" y="264"/>
                    </a:lnTo>
                    <a:lnTo>
                      <a:pt x="92" y="264"/>
                    </a:lnTo>
                    <a:lnTo>
                      <a:pt x="93" y="263"/>
                    </a:lnTo>
                    <a:lnTo>
                      <a:pt x="93" y="263"/>
                    </a:lnTo>
                    <a:lnTo>
                      <a:pt x="95" y="261"/>
                    </a:lnTo>
                    <a:lnTo>
                      <a:pt x="95" y="261"/>
                    </a:lnTo>
                    <a:lnTo>
                      <a:pt x="97" y="259"/>
                    </a:lnTo>
                    <a:lnTo>
                      <a:pt x="97" y="258"/>
                    </a:lnTo>
                    <a:lnTo>
                      <a:pt x="99" y="256"/>
                    </a:lnTo>
                    <a:lnTo>
                      <a:pt x="99" y="256"/>
                    </a:lnTo>
                    <a:lnTo>
                      <a:pt x="101" y="254"/>
                    </a:lnTo>
                    <a:lnTo>
                      <a:pt x="101" y="253"/>
                    </a:lnTo>
                    <a:lnTo>
                      <a:pt x="103" y="251"/>
                    </a:lnTo>
                    <a:lnTo>
                      <a:pt x="103" y="251"/>
                    </a:lnTo>
                    <a:lnTo>
                      <a:pt x="104" y="250"/>
                    </a:lnTo>
                    <a:lnTo>
                      <a:pt x="105" y="250"/>
                    </a:lnTo>
                    <a:lnTo>
                      <a:pt x="107" y="248"/>
                    </a:lnTo>
                    <a:lnTo>
                      <a:pt x="107" y="248"/>
                    </a:lnTo>
                    <a:lnTo>
                      <a:pt x="109" y="248"/>
                    </a:lnTo>
                    <a:lnTo>
                      <a:pt x="109" y="248"/>
                    </a:lnTo>
                    <a:lnTo>
                      <a:pt x="110" y="248"/>
                    </a:lnTo>
                    <a:lnTo>
                      <a:pt x="110" y="248"/>
                    </a:lnTo>
                    <a:lnTo>
                      <a:pt x="112" y="248"/>
                    </a:lnTo>
                    <a:lnTo>
                      <a:pt x="114" y="248"/>
                    </a:lnTo>
                    <a:lnTo>
                      <a:pt x="116" y="246"/>
                    </a:lnTo>
                    <a:lnTo>
                      <a:pt x="116" y="246"/>
                    </a:lnTo>
                    <a:lnTo>
                      <a:pt x="118" y="246"/>
                    </a:lnTo>
                    <a:lnTo>
                      <a:pt x="118" y="246"/>
                    </a:lnTo>
                    <a:lnTo>
                      <a:pt x="120" y="246"/>
                    </a:lnTo>
                    <a:lnTo>
                      <a:pt x="120" y="246"/>
                    </a:lnTo>
                    <a:lnTo>
                      <a:pt x="122" y="246"/>
                    </a:lnTo>
                    <a:lnTo>
                      <a:pt x="123" y="246"/>
                    </a:lnTo>
                    <a:lnTo>
                      <a:pt x="125" y="246"/>
                    </a:lnTo>
                    <a:lnTo>
                      <a:pt x="125" y="248"/>
                    </a:lnTo>
                    <a:lnTo>
                      <a:pt x="126" y="248"/>
                    </a:lnTo>
                    <a:lnTo>
                      <a:pt x="126" y="250"/>
                    </a:lnTo>
                    <a:lnTo>
                      <a:pt x="128" y="250"/>
                    </a:lnTo>
                    <a:lnTo>
                      <a:pt x="128" y="251"/>
                    </a:lnTo>
                    <a:lnTo>
                      <a:pt x="131" y="251"/>
                    </a:lnTo>
                    <a:lnTo>
                      <a:pt x="131" y="253"/>
                    </a:lnTo>
                    <a:lnTo>
                      <a:pt x="133" y="253"/>
                    </a:lnTo>
                    <a:lnTo>
                      <a:pt x="133" y="255"/>
                    </a:lnTo>
                    <a:lnTo>
                      <a:pt x="135" y="256"/>
                    </a:lnTo>
                    <a:lnTo>
                      <a:pt x="135" y="258"/>
                    </a:lnTo>
                    <a:lnTo>
                      <a:pt x="137" y="258"/>
                    </a:lnTo>
                    <a:lnTo>
                      <a:pt x="137" y="260"/>
                    </a:lnTo>
                    <a:lnTo>
                      <a:pt x="139" y="260"/>
                    </a:lnTo>
                    <a:lnTo>
                      <a:pt x="139" y="260"/>
                    </a:lnTo>
                    <a:lnTo>
                      <a:pt x="141" y="260"/>
                    </a:lnTo>
                    <a:lnTo>
                      <a:pt x="144" y="265"/>
                    </a:lnTo>
                    <a:lnTo>
                      <a:pt x="148" y="268"/>
                    </a:lnTo>
                    <a:lnTo>
                      <a:pt x="152" y="274"/>
                    </a:lnTo>
                    <a:lnTo>
                      <a:pt x="156" y="278"/>
                    </a:lnTo>
                    <a:lnTo>
                      <a:pt x="160" y="284"/>
                    </a:lnTo>
                    <a:lnTo>
                      <a:pt x="165" y="289"/>
                    </a:lnTo>
                    <a:lnTo>
                      <a:pt x="169" y="295"/>
                    </a:lnTo>
                    <a:lnTo>
                      <a:pt x="175" y="299"/>
                    </a:lnTo>
                    <a:lnTo>
                      <a:pt x="179" y="305"/>
                    </a:lnTo>
                    <a:lnTo>
                      <a:pt x="184" y="310"/>
                    </a:lnTo>
                    <a:lnTo>
                      <a:pt x="188" y="314"/>
                    </a:lnTo>
                    <a:lnTo>
                      <a:pt x="194" y="317"/>
                    </a:lnTo>
                    <a:lnTo>
                      <a:pt x="198" y="320"/>
                    </a:lnTo>
                    <a:lnTo>
                      <a:pt x="201" y="321"/>
                    </a:lnTo>
                    <a:lnTo>
                      <a:pt x="206" y="322"/>
                    </a:lnTo>
                    <a:lnTo>
                      <a:pt x="209" y="321"/>
                    </a:lnTo>
                    <a:lnTo>
                      <a:pt x="211" y="321"/>
                    </a:lnTo>
                    <a:lnTo>
                      <a:pt x="214" y="321"/>
                    </a:lnTo>
                    <a:lnTo>
                      <a:pt x="218" y="319"/>
                    </a:lnTo>
                    <a:lnTo>
                      <a:pt x="223" y="318"/>
                    </a:lnTo>
                    <a:lnTo>
                      <a:pt x="229" y="316"/>
                    </a:lnTo>
                    <a:lnTo>
                      <a:pt x="237" y="314"/>
                    </a:lnTo>
                    <a:lnTo>
                      <a:pt x="244" y="312"/>
                    </a:lnTo>
                    <a:lnTo>
                      <a:pt x="253" y="308"/>
                    </a:lnTo>
                    <a:lnTo>
                      <a:pt x="260" y="306"/>
                    </a:lnTo>
                    <a:lnTo>
                      <a:pt x="268" y="303"/>
                    </a:lnTo>
                    <a:lnTo>
                      <a:pt x="276" y="302"/>
                    </a:lnTo>
                    <a:lnTo>
                      <a:pt x="285" y="297"/>
                    </a:lnTo>
                    <a:lnTo>
                      <a:pt x="292" y="296"/>
                    </a:lnTo>
                    <a:lnTo>
                      <a:pt x="299" y="293"/>
                    </a:lnTo>
                    <a:lnTo>
                      <a:pt x="305" y="291"/>
                    </a:lnTo>
                    <a:lnTo>
                      <a:pt x="312" y="288"/>
                    </a:lnTo>
                    <a:lnTo>
                      <a:pt x="318" y="286"/>
                    </a:lnTo>
                    <a:lnTo>
                      <a:pt x="325" y="284"/>
                    </a:lnTo>
                    <a:lnTo>
                      <a:pt x="333" y="282"/>
                    </a:lnTo>
                    <a:lnTo>
                      <a:pt x="341" y="280"/>
                    </a:lnTo>
                    <a:lnTo>
                      <a:pt x="349" y="277"/>
                    </a:lnTo>
                    <a:lnTo>
                      <a:pt x="359" y="274"/>
                    </a:lnTo>
                    <a:lnTo>
                      <a:pt x="368" y="272"/>
                    </a:lnTo>
                    <a:lnTo>
                      <a:pt x="378" y="268"/>
                    </a:lnTo>
                    <a:lnTo>
                      <a:pt x="385" y="266"/>
                    </a:lnTo>
                    <a:lnTo>
                      <a:pt x="395" y="263"/>
                    </a:lnTo>
                    <a:lnTo>
                      <a:pt x="404" y="260"/>
                    </a:lnTo>
                    <a:lnTo>
                      <a:pt x="413" y="257"/>
                    </a:lnTo>
                    <a:lnTo>
                      <a:pt x="421" y="255"/>
                    </a:lnTo>
                    <a:lnTo>
                      <a:pt x="429" y="251"/>
                    </a:lnTo>
                    <a:lnTo>
                      <a:pt x="436" y="250"/>
                    </a:lnTo>
                    <a:lnTo>
                      <a:pt x="443" y="246"/>
                    </a:lnTo>
                    <a:lnTo>
                      <a:pt x="448" y="244"/>
                    </a:lnTo>
                    <a:lnTo>
                      <a:pt x="453" y="243"/>
                    </a:lnTo>
                    <a:lnTo>
                      <a:pt x="460" y="241"/>
                    </a:lnTo>
                    <a:lnTo>
                      <a:pt x="468" y="238"/>
                    </a:lnTo>
                    <a:lnTo>
                      <a:pt x="476" y="236"/>
                    </a:lnTo>
                    <a:lnTo>
                      <a:pt x="485" y="232"/>
                    </a:lnTo>
                    <a:lnTo>
                      <a:pt x="492" y="229"/>
                    </a:lnTo>
                    <a:lnTo>
                      <a:pt x="502" y="225"/>
                    </a:lnTo>
                    <a:lnTo>
                      <a:pt x="509" y="223"/>
                    </a:lnTo>
                    <a:lnTo>
                      <a:pt x="517" y="220"/>
                    </a:lnTo>
                    <a:lnTo>
                      <a:pt x="523" y="218"/>
                    </a:lnTo>
                    <a:lnTo>
                      <a:pt x="530" y="214"/>
                    </a:lnTo>
                    <a:lnTo>
                      <a:pt x="534" y="212"/>
                    </a:lnTo>
                    <a:lnTo>
                      <a:pt x="538" y="210"/>
                    </a:lnTo>
                    <a:lnTo>
                      <a:pt x="540" y="209"/>
                    </a:lnTo>
                    <a:lnTo>
                      <a:pt x="541" y="207"/>
                    </a:lnTo>
                    <a:lnTo>
                      <a:pt x="538" y="206"/>
                    </a:lnTo>
                    <a:lnTo>
                      <a:pt x="536" y="204"/>
                    </a:lnTo>
                    <a:lnTo>
                      <a:pt x="533" y="201"/>
                    </a:lnTo>
                    <a:lnTo>
                      <a:pt x="529" y="197"/>
                    </a:lnTo>
                    <a:lnTo>
                      <a:pt x="524" y="193"/>
                    </a:lnTo>
                    <a:lnTo>
                      <a:pt x="519" y="187"/>
                    </a:lnTo>
                    <a:lnTo>
                      <a:pt x="513" y="181"/>
                    </a:lnTo>
                    <a:lnTo>
                      <a:pt x="508" y="174"/>
                    </a:lnTo>
                    <a:lnTo>
                      <a:pt x="501" y="168"/>
                    </a:lnTo>
                    <a:lnTo>
                      <a:pt x="495" y="162"/>
                    </a:lnTo>
                    <a:lnTo>
                      <a:pt x="489" y="156"/>
                    </a:lnTo>
                    <a:lnTo>
                      <a:pt x="483" y="148"/>
                    </a:lnTo>
                    <a:lnTo>
                      <a:pt x="477" y="143"/>
                    </a:lnTo>
                    <a:lnTo>
                      <a:pt x="472" y="137"/>
                    </a:lnTo>
                    <a:lnTo>
                      <a:pt x="468" y="132"/>
                    </a:lnTo>
                    <a:lnTo>
                      <a:pt x="465" y="127"/>
                    </a:lnTo>
                    <a:lnTo>
                      <a:pt x="459" y="124"/>
                    </a:lnTo>
                    <a:lnTo>
                      <a:pt x="455" y="119"/>
                    </a:lnTo>
                    <a:lnTo>
                      <a:pt x="450" y="114"/>
                    </a:lnTo>
                    <a:lnTo>
                      <a:pt x="446" y="109"/>
                    </a:lnTo>
                    <a:lnTo>
                      <a:pt x="440" y="103"/>
                    </a:lnTo>
                    <a:lnTo>
                      <a:pt x="434" y="97"/>
                    </a:lnTo>
                    <a:lnTo>
                      <a:pt x="428" y="91"/>
                    </a:lnTo>
                    <a:lnTo>
                      <a:pt x="424" y="84"/>
                    </a:lnTo>
                    <a:lnTo>
                      <a:pt x="418" y="78"/>
                    </a:lnTo>
                    <a:lnTo>
                      <a:pt x="412" y="72"/>
                    </a:lnTo>
                    <a:lnTo>
                      <a:pt x="406" y="66"/>
                    </a:lnTo>
                    <a:lnTo>
                      <a:pt x="401" y="60"/>
                    </a:lnTo>
                    <a:lnTo>
                      <a:pt x="395" y="55"/>
                    </a:lnTo>
                    <a:lnTo>
                      <a:pt x="391" y="50"/>
                    </a:lnTo>
                    <a:lnTo>
                      <a:pt x="385" y="45"/>
                    </a:lnTo>
                    <a:lnTo>
                      <a:pt x="382" y="39"/>
                    </a:lnTo>
                    <a:lnTo>
                      <a:pt x="378" y="38"/>
                    </a:lnTo>
                    <a:lnTo>
                      <a:pt x="377" y="36"/>
                    </a:lnTo>
                    <a:lnTo>
                      <a:pt x="375" y="34"/>
                    </a:lnTo>
                    <a:lnTo>
                      <a:pt x="372" y="31"/>
                    </a:lnTo>
                    <a:lnTo>
                      <a:pt x="369" y="29"/>
                    </a:lnTo>
                    <a:lnTo>
                      <a:pt x="367" y="27"/>
                    </a:lnTo>
                    <a:lnTo>
                      <a:pt x="365" y="25"/>
                    </a:lnTo>
                    <a:lnTo>
                      <a:pt x="363" y="21"/>
                    </a:lnTo>
                    <a:lnTo>
                      <a:pt x="359" y="19"/>
                    </a:lnTo>
                    <a:lnTo>
                      <a:pt x="357" y="17"/>
                    </a:lnTo>
                    <a:lnTo>
                      <a:pt x="355" y="15"/>
                    </a:lnTo>
                    <a:lnTo>
                      <a:pt x="353" y="11"/>
                    </a:lnTo>
                    <a:lnTo>
                      <a:pt x="351" y="9"/>
                    </a:lnTo>
                    <a:lnTo>
                      <a:pt x="349" y="7"/>
                    </a:lnTo>
                    <a:lnTo>
                      <a:pt x="347" y="6"/>
                    </a:lnTo>
                    <a:lnTo>
                      <a:pt x="347" y="4"/>
                    </a:lnTo>
                    <a:lnTo>
                      <a:pt x="347" y="4"/>
                    </a:lnTo>
                  </a:path>
                </a:pathLst>
              </a:custGeom>
              <a:solidFill>
                <a:srgbClr val="000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77" name=""/>
              <p:cNvSpPr/>
              <p:nvPr/>
            </p:nvSpPr>
            <p:spPr>
              <a:xfrm>
                <a:off x="8105760" y="5732640"/>
                <a:ext cx="858960" cy="236520"/>
              </a:xfrm>
              <a:custGeom>
                <a:avLst/>
                <a:gdLst/>
                <a:ahLst/>
                <a:rect l="l" t="t" r="r" b="b"/>
                <a:pathLst>
                  <a:path w="541" h="149">
                    <a:moveTo>
                      <a:pt x="1" y="37"/>
                    </a:moveTo>
                    <a:lnTo>
                      <a:pt x="0" y="64"/>
                    </a:lnTo>
                    <a:lnTo>
                      <a:pt x="11" y="84"/>
                    </a:lnTo>
                    <a:lnTo>
                      <a:pt x="32" y="94"/>
                    </a:lnTo>
                    <a:lnTo>
                      <a:pt x="58" y="98"/>
                    </a:lnTo>
                    <a:lnTo>
                      <a:pt x="80" y="96"/>
                    </a:lnTo>
                    <a:lnTo>
                      <a:pt x="93" y="90"/>
                    </a:lnTo>
                    <a:lnTo>
                      <a:pt x="101" y="84"/>
                    </a:lnTo>
                    <a:lnTo>
                      <a:pt x="107" y="74"/>
                    </a:lnTo>
                    <a:lnTo>
                      <a:pt x="121" y="72"/>
                    </a:lnTo>
                    <a:lnTo>
                      <a:pt x="135" y="74"/>
                    </a:lnTo>
                    <a:lnTo>
                      <a:pt x="204" y="148"/>
                    </a:lnTo>
                    <a:lnTo>
                      <a:pt x="537" y="35"/>
                    </a:lnTo>
                    <a:lnTo>
                      <a:pt x="540" y="0"/>
                    </a:lnTo>
                    <a:lnTo>
                      <a:pt x="208" y="112"/>
                    </a:lnTo>
                    <a:lnTo>
                      <a:pt x="140" y="48"/>
                    </a:lnTo>
                    <a:lnTo>
                      <a:pt x="133" y="40"/>
                    </a:lnTo>
                    <a:lnTo>
                      <a:pt x="122" y="35"/>
                    </a:lnTo>
                    <a:lnTo>
                      <a:pt x="113" y="35"/>
                    </a:lnTo>
                    <a:lnTo>
                      <a:pt x="100" y="42"/>
                    </a:lnTo>
                    <a:lnTo>
                      <a:pt x="95" y="48"/>
                    </a:lnTo>
                    <a:lnTo>
                      <a:pt x="86" y="59"/>
                    </a:lnTo>
                    <a:lnTo>
                      <a:pt x="80" y="59"/>
                    </a:lnTo>
                    <a:lnTo>
                      <a:pt x="67" y="62"/>
                    </a:lnTo>
                    <a:lnTo>
                      <a:pt x="39" y="62"/>
                    </a:lnTo>
                    <a:lnTo>
                      <a:pt x="24" y="59"/>
                    </a:lnTo>
                    <a:lnTo>
                      <a:pt x="16" y="53"/>
                    </a:lnTo>
                    <a:lnTo>
                      <a:pt x="7" y="43"/>
                    </a:lnTo>
                    <a:lnTo>
                      <a:pt x="1" y="37"/>
                    </a:lnTo>
                    <a:lnTo>
                      <a:pt x="1" y="37"/>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78" name=""/>
              <p:cNvSpPr/>
              <p:nvPr/>
            </p:nvSpPr>
            <p:spPr>
              <a:xfrm>
                <a:off x="8112240" y="5599080"/>
                <a:ext cx="122040" cy="136440"/>
              </a:xfrm>
              <a:custGeom>
                <a:avLst/>
                <a:gdLst/>
                <a:ahLst/>
                <a:rect l="l" t="t" r="r" b="b"/>
                <a:pathLst>
                  <a:path w="77" h="86">
                    <a:moveTo>
                      <a:pt x="2" y="0"/>
                    </a:moveTo>
                    <a:lnTo>
                      <a:pt x="1" y="1"/>
                    </a:lnTo>
                    <a:lnTo>
                      <a:pt x="1" y="2"/>
                    </a:lnTo>
                    <a:lnTo>
                      <a:pt x="1" y="4"/>
                    </a:lnTo>
                    <a:lnTo>
                      <a:pt x="1" y="5"/>
                    </a:lnTo>
                    <a:lnTo>
                      <a:pt x="0" y="8"/>
                    </a:lnTo>
                    <a:lnTo>
                      <a:pt x="0" y="10"/>
                    </a:lnTo>
                    <a:lnTo>
                      <a:pt x="0" y="12"/>
                    </a:lnTo>
                    <a:lnTo>
                      <a:pt x="0" y="14"/>
                    </a:lnTo>
                    <a:lnTo>
                      <a:pt x="0" y="17"/>
                    </a:lnTo>
                    <a:lnTo>
                      <a:pt x="0" y="19"/>
                    </a:lnTo>
                    <a:lnTo>
                      <a:pt x="0" y="23"/>
                    </a:lnTo>
                    <a:lnTo>
                      <a:pt x="0" y="24"/>
                    </a:lnTo>
                    <a:lnTo>
                      <a:pt x="0" y="27"/>
                    </a:lnTo>
                    <a:lnTo>
                      <a:pt x="0" y="29"/>
                    </a:lnTo>
                    <a:lnTo>
                      <a:pt x="0" y="30"/>
                    </a:lnTo>
                    <a:lnTo>
                      <a:pt x="2" y="30"/>
                    </a:lnTo>
                    <a:lnTo>
                      <a:pt x="2" y="31"/>
                    </a:lnTo>
                    <a:lnTo>
                      <a:pt x="3" y="32"/>
                    </a:lnTo>
                    <a:lnTo>
                      <a:pt x="4" y="34"/>
                    </a:lnTo>
                    <a:lnTo>
                      <a:pt x="6" y="35"/>
                    </a:lnTo>
                    <a:lnTo>
                      <a:pt x="8" y="38"/>
                    </a:lnTo>
                    <a:lnTo>
                      <a:pt x="10" y="40"/>
                    </a:lnTo>
                    <a:lnTo>
                      <a:pt x="12" y="42"/>
                    </a:lnTo>
                    <a:lnTo>
                      <a:pt x="15" y="44"/>
                    </a:lnTo>
                    <a:lnTo>
                      <a:pt x="17" y="47"/>
                    </a:lnTo>
                    <a:lnTo>
                      <a:pt x="19" y="49"/>
                    </a:lnTo>
                    <a:lnTo>
                      <a:pt x="20" y="51"/>
                    </a:lnTo>
                    <a:lnTo>
                      <a:pt x="23" y="53"/>
                    </a:lnTo>
                    <a:lnTo>
                      <a:pt x="24" y="55"/>
                    </a:lnTo>
                    <a:lnTo>
                      <a:pt x="26" y="57"/>
                    </a:lnTo>
                    <a:lnTo>
                      <a:pt x="26" y="58"/>
                    </a:lnTo>
                    <a:lnTo>
                      <a:pt x="28" y="58"/>
                    </a:lnTo>
                    <a:lnTo>
                      <a:pt x="28" y="59"/>
                    </a:lnTo>
                    <a:lnTo>
                      <a:pt x="29" y="59"/>
                    </a:lnTo>
                    <a:lnTo>
                      <a:pt x="30" y="61"/>
                    </a:lnTo>
                    <a:lnTo>
                      <a:pt x="32" y="63"/>
                    </a:lnTo>
                    <a:lnTo>
                      <a:pt x="34" y="66"/>
                    </a:lnTo>
                    <a:lnTo>
                      <a:pt x="36" y="68"/>
                    </a:lnTo>
                    <a:lnTo>
                      <a:pt x="38" y="70"/>
                    </a:lnTo>
                    <a:lnTo>
                      <a:pt x="41" y="72"/>
                    </a:lnTo>
                    <a:lnTo>
                      <a:pt x="43" y="75"/>
                    </a:lnTo>
                    <a:lnTo>
                      <a:pt x="46" y="77"/>
                    </a:lnTo>
                    <a:lnTo>
                      <a:pt x="48" y="79"/>
                    </a:lnTo>
                    <a:lnTo>
                      <a:pt x="51" y="81"/>
                    </a:lnTo>
                    <a:lnTo>
                      <a:pt x="53" y="83"/>
                    </a:lnTo>
                    <a:lnTo>
                      <a:pt x="55" y="84"/>
                    </a:lnTo>
                    <a:lnTo>
                      <a:pt x="56" y="85"/>
                    </a:lnTo>
                    <a:lnTo>
                      <a:pt x="58" y="84"/>
                    </a:lnTo>
                    <a:lnTo>
                      <a:pt x="58" y="84"/>
                    </a:lnTo>
                    <a:lnTo>
                      <a:pt x="58" y="84"/>
                    </a:lnTo>
                    <a:lnTo>
                      <a:pt x="58" y="84"/>
                    </a:lnTo>
                    <a:lnTo>
                      <a:pt x="59" y="84"/>
                    </a:lnTo>
                    <a:lnTo>
                      <a:pt x="59" y="84"/>
                    </a:lnTo>
                    <a:lnTo>
                      <a:pt x="62" y="84"/>
                    </a:lnTo>
                    <a:lnTo>
                      <a:pt x="62" y="84"/>
                    </a:lnTo>
                    <a:lnTo>
                      <a:pt x="63" y="84"/>
                    </a:lnTo>
                    <a:lnTo>
                      <a:pt x="63" y="84"/>
                    </a:lnTo>
                    <a:lnTo>
                      <a:pt x="65" y="84"/>
                    </a:lnTo>
                    <a:lnTo>
                      <a:pt x="65" y="84"/>
                    </a:lnTo>
                    <a:lnTo>
                      <a:pt x="67" y="83"/>
                    </a:lnTo>
                    <a:lnTo>
                      <a:pt x="67" y="83"/>
                    </a:lnTo>
                    <a:lnTo>
                      <a:pt x="68" y="83"/>
                    </a:lnTo>
                    <a:lnTo>
                      <a:pt x="68" y="83"/>
                    </a:lnTo>
                    <a:lnTo>
                      <a:pt x="70" y="81"/>
                    </a:lnTo>
                    <a:lnTo>
                      <a:pt x="70" y="81"/>
                    </a:lnTo>
                    <a:lnTo>
                      <a:pt x="70" y="81"/>
                    </a:lnTo>
                    <a:lnTo>
                      <a:pt x="70" y="81"/>
                    </a:lnTo>
                    <a:lnTo>
                      <a:pt x="70" y="80"/>
                    </a:lnTo>
                    <a:lnTo>
                      <a:pt x="70" y="80"/>
                    </a:lnTo>
                    <a:lnTo>
                      <a:pt x="70" y="80"/>
                    </a:lnTo>
                    <a:lnTo>
                      <a:pt x="70" y="80"/>
                    </a:lnTo>
                    <a:lnTo>
                      <a:pt x="72" y="78"/>
                    </a:lnTo>
                    <a:lnTo>
                      <a:pt x="72" y="78"/>
                    </a:lnTo>
                    <a:lnTo>
                      <a:pt x="72" y="78"/>
                    </a:lnTo>
                    <a:lnTo>
                      <a:pt x="72" y="78"/>
                    </a:lnTo>
                    <a:lnTo>
                      <a:pt x="73" y="76"/>
                    </a:lnTo>
                    <a:lnTo>
                      <a:pt x="73" y="76"/>
                    </a:lnTo>
                    <a:lnTo>
                      <a:pt x="73" y="75"/>
                    </a:lnTo>
                    <a:lnTo>
                      <a:pt x="73" y="75"/>
                    </a:lnTo>
                    <a:lnTo>
                      <a:pt x="74" y="74"/>
                    </a:lnTo>
                    <a:lnTo>
                      <a:pt x="74" y="74"/>
                    </a:lnTo>
                    <a:lnTo>
                      <a:pt x="74" y="74"/>
                    </a:lnTo>
                    <a:lnTo>
                      <a:pt x="74" y="74"/>
                    </a:lnTo>
                    <a:lnTo>
                      <a:pt x="74" y="74"/>
                    </a:lnTo>
                    <a:lnTo>
                      <a:pt x="74" y="74"/>
                    </a:lnTo>
                    <a:lnTo>
                      <a:pt x="74" y="74"/>
                    </a:lnTo>
                    <a:lnTo>
                      <a:pt x="74" y="74"/>
                    </a:lnTo>
                    <a:lnTo>
                      <a:pt x="75" y="72"/>
                    </a:lnTo>
                    <a:lnTo>
                      <a:pt x="75" y="72"/>
                    </a:lnTo>
                    <a:lnTo>
                      <a:pt x="75" y="72"/>
                    </a:lnTo>
                    <a:lnTo>
                      <a:pt x="75" y="72"/>
                    </a:lnTo>
                    <a:lnTo>
                      <a:pt x="75" y="71"/>
                    </a:lnTo>
                    <a:lnTo>
                      <a:pt x="75" y="71"/>
                    </a:lnTo>
                    <a:lnTo>
                      <a:pt x="75" y="71"/>
                    </a:lnTo>
                    <a:lnTo>
                      <a:pt x="75" y="71"/>
                    </a:lnTo>
                    <a:lnTo>
                      <a:pt x="76" y="69"/>
                    </a:lnTo>
                    <a:lnTo>
                      <a:pt x="75" y="69"/>
                    </a:lnTo>
                    <a:lnTo>
                      <a:pt x="75" y="69"/>
                    </a:lnTo>
                    <a:lnTo>
                      <a:pt x="75" y="69"/>
                    </a:lnTo>
                    <a:lnTo>
                      <a:pt x="75" y="68"/>
                    </a:lnTo>
                    <a:lnTo>
                      <a:pt x="74" y="68"/>
                    </a:lnTo>
                    <a:lnTo>
                      <a:pt x="74" y="68"/>
                    </a:lnTo>
                    <a:lnTo>
                      <a:pt x="74" y="68"/>
                    </a:lnTo>
                    <a:lnTo>
                      <a:pt x="74" y="66"/>
                    </a:lnTo>
                    <a:lnTo>
                      <a:pt x="72" y="66"/>
                    </a:lnTo>
                    <a:lnTo>
                      <a:pt x="72" y="66"/>
                    </a:lnTo>
                    <a:lnTo>
                      <a:pt x="72" y="66"/>
                    </a:lnTo>
                    <a:lnTo>
                      <a:pt x="72" y="65"/>
                    </a:lnTo>
                    <a:lnTo>
                      <a:pt x="71" y="65"/>
                    </a:lnTo>
                    <a:lnTo>
                      <a:pt x="71" y="65"/>
                    </a:lnTo>
                    <a:lnTo>
                      <a:pt x="71" y="65"/>
                    </a:lnTo>
                    <a:lnTo>
                      <a:pt x="71" y="63"/>
                    </a:lnTo>
                    <a:lnTo>
                      <a:pt x="69" y="63"/>
                    </a:lnTo>
                    <a:lnTo>
                      <a:pt x="69" y="63"/>
                    </a:lnTo>
                    <a:lnTo>
                      <a:pt x="69" y="63"/>
                    </a:lnTo>
                    <a:lnTo>
                      <a:pt x="69" y="61"/>
                    </a:lnTo>
                    <a:lnTo>
                      <a:pt x="67" y="61"/>
                    </a:lnTo>
                    <a:lnTo>
                      <a:pt x="67" y="60"/>
                    </a:lnTo>
                    <a:lnTo>
                      <a:pt x="67" y="60"/>
                    </a:lnTo>
                    <a:lnTo>
                      <a:pt x="67" y="58"/>
                    </a:lnTo>
                    <a:lnTo>
                      <a:pt x="64" y="58"/>
                    </a:lnTo>
                    <a:lnTo>
                      <a:pt x="64" y="58"/>
                    </a:lnTo>
                    <a:lnTo>
                      <a:pt x="63" y="58"/>
                    </a:lnTo>
                    <a:lnTo>
                      <a:pt x="63" y="56"/>
                    </a:lnTo>
                    <a:lnTo>
                      <a:pt x="63" y="56"/>
                    </a:lnTo>
                    <a:lnTo>
                      <a:pt x="63" y="55"/>
                    </a:lnTo>
                    <a:lnTo>
                      <a:pt x="63" y="55"/>
                    </a:lnTo>
                    <a:lnTo>
                      <a:pt x="63" y="53"/>
                    </a:lnTo>
                    <a:lnTo>
                      <a:pt x="59" y="51"/>
                    </a:lnTo>
                    <a:lnTo>
                      <a:pt x="55" y="48"/>
                    </a:lnTo>
                    <a:lnTo>
                      <a:pt x="50" y="44"/>
                    </a:lnTo>
                    <a:lnTo>
                      <a:pt x="47" y="39"/>
                    </a:lnTo>
                    <a:lnTo>
                      <a:pt x="41" y="36"/>
                    </a:lnTo>
                    <a:lnTo>
                      <a:pt x="37" y="31"/>
                    </a:lnTo>
                    <a:lnTo>
                      <a:pt x="31" y="27"/>
                    </a:lnTo>
                    <a:lnTo>
                      <a:pt x="27" y="21"/>
                    </a:lnTo>
                    <a:lnTo>
                      <a:pt x="21" y="17"/>
                    </a:lnTo>
                    <a:lnTo>
                      <a:pt x="17" y="14"/>
                    </a:lnTo>
                    <a:lnTo>
                      <a:pt x="12" y="10"/>
                    </a:lnTo>
                    <a:lnTo>
                      <a:pt x="9" y="6"/>
                    </a:lnTo>
                    <a:lnTo>
                      <a:pt x="5" y="4"/>
                    </a:lnTo>
                    <a:lnTo>
                      <a:pt x="3" y="2"/>
                    </a:lnTo>
                    <a:lnTo>
                      <a:pt x="2" y="1"/>
                    </a:lnTo>
                    <a:lnTo>
                      <a:pt x="2" y="0"/>
                    </a:lnTo>
                    <a:lnTo>
                      <a:pt x="2"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79" name=""/>
              <p:cNvSpPr/>
              <p:nvPr/>
            </p:nvSpPr>
            <p:spPr>
              <a:xfrm>
                <a:off x="8264520" y="5454720"/>
                <a:ext cx="71280" cy="88920"/>
              </a:xfrm>
              <a:custGeom>
                <a:avLst/>
                <a:gdLst/>
                <a:ahLst/>
                <a:rect l="l" t="t" r="r" b="b"/>
                <a:pathLst>
                  <a:path w="45" h="56">
                    <a:moveTo>
                      <a:pt x="0" y="0"/>
                    </a:moveTo>
                    <a:lnTo>
                      <a:pt x="0" y="2"/>
                    </a:lnTo>
                    <a:lnTo>
                      <a:pt x="0" y="2"/>
                    </a:lnTo>
                    <a:lnTo>
                      <a:pt x="0" y="3"/>
                    </a:lnTo>
                    <a:lnTo>
                      <a:pt x="0" y="3"/>
                    </a:lnTo>
                    <a:lnTo>
                      <a:pt x="0" y="5"/>
                    </a:lnTo>
                    <a:lnTo>
                      <a:pt x="0" y="7"/>
                    </a:lnTo>
                    <a:lnTo>
                      <a:pt x="0" y="9"/>
                    </a:lnTo>
                    <a:lnTo>
                      <a:pt x="1" y="9"/>
                    </a:lnTo>
                    <a:lnTo>
                      <a:pt x="1" y="10"/>
                    </a:lnTo>
                    <a:lnTo>
                      <a:pt x="1" y="13"/>
                    </a:lnTo>
                    <a:lnTo>
                      <a:pt x="1" y="15"/>
                    </a:lnTo>
                    <a:lnTo>
                      <a:pt x="3" y="16"/>
                    </a:lnTo>
                    <a:lnTo>
                      <a:pt x="3" y="18"/>
                    </a:lnTo>
                    <a:lnTo>
                      <a:pt x="4" y="18"/>
                    </a:lnTo>
                    <a:lnTo>
                      <a:pt x="4" y="20"/>
                    </a:lnTo>
                    <a:lnTo>
                      <a:pt x="5" y="20"/>
                    </a:lnTo>
                    <a:lnTo>
                      <a:pt x="5" y="22"/>
                    </a:lnTo>
                    <a:lnTo>
                      <a:pt x="5" y="22"/>
                    </a:lnTo>
                    <a:lnTo>
                      <a:pt x="5" y="22"/>
                    </a:lnTo>
                    <a:lnTo>
                      <a:pt x="7" y="22"/>
                    </a:lnTo>
                    <a:lnTo>
                      <a:pt x="7" y="23"/>
                    </a:lnTo>
                    <a:lnTo>
                      <a:pt x="10" y="23"/>
                    </a:lnTo>
                    <a:lnTo>
                      <a:pt x="10" y="23"/>
                    </a:lnTo>
                    <a:lnTo>
                      <a:pt x="11" y="23"/>
                    </a:lnTo>
                    <a:lnTo>
                      <a:pt x="11" y="24"/>
                    </a:lnTo>
                    <a:lnTo>
                      <a:pt x="13" y="24"/>
                    </a:lnTo>
                    <a:lnTo>
                      <a:pt x="13" y="24"/>
                    </a:lnTo>
                    <a:lnTo>
                      <a:pt x="15" y="24"/>
                    </a:lnTo>
                    <a:lnTo>
                      <a:pt x="15" y="24"/>
                    </a:lnTo>
                    <a:lnTo>
                      <a:pt x="16" y="24"/>
                    </a:lnTo>
                    <a:lnTo>
                      <a:pt x="16" y="24"/>
                    </a:lnTo>
                    <a:lnTo>
                      <a:pt x="18" y="24"/>
                    </a:lnTo>
                    <a:lnTo>
                      <a:pt x="18" y="25"/>
                    </a:lnTo>
                    <a:lnTo>
                      <a:pt x="19" y="25"/>
                    </a:lnTo>
                    <a:lnTo>
                      <a:pt x="19" y="25"/>
                    </a:lnTo>
                    <a:lnTo>
                      <a:pt x="20" y="25"/>
                    </a:lnTo>
                    <a:lnTo>
                      <a:pt x="20" y="25"/>
                    </a:lnTo>
                    <a:lnTo>
                      <a:pt x="22" y="25"/>
                    </a:lnTo>
                    <a:lnTo>
                      <a:pt x="22" y="25"/>
                    </a:lnTo>
                    <a:lnTo>
                      <a:pt x="24" y="25"/>
                    </a:lnTo>
                    <a:lnTo>
                      <a:pt x="24" y="27"/>
                    </a:lnTo>
                    <a:lnTo>
                      <a:pt x="26" y="27"/>
                    </a:lnTo>
                    <a:lnTo>
                      <a:pt x="26" y="27"/>
                    </a:lnTo>
                    <a:lnTo>
                      <a:pt x="27" y="27"/>
                    </a:lnTo>
                    <a:lnTo>
                      <a:pt x="27" y="27"/>
                    </a:lnTo>
                    <a:lnTo>
                      <a:pt x="29" y="27"/>
                    </a:lnTo>
                    <a:lnTo>
                      <a:pt x="29" y="27"/>
                    </a:lnTo>
                    <a:lnTo>
                      <a:pt x="31" y="27"/>
                    </a:lnTo>
                    <a:lnTo>
                      <a:pt x="31" y="29"/>
                    </a:lnTo>
                    <a:lnTo>
                      <a:pt x="31" y="29"/>
                    </a:lnTo>
                    <a:lnTo>
                      <a:pt x="31" y="29"/>
                    </a:lnTo>
                    <a:lnTo>
                      <a:pt x="33" y="29"/>
                    </a:lnTo>
                    <a:lnTo>
                      <a:pt x="33" y="30"/>
                    </a:lnTo>
                    <a:lnTo>
                      <a:pt x="34" y="30"/>
                    </a:lnTo>
                    <a:lnTo>
                      <a:pt x="34" y="30"/>
                    </a:lnTo>
                    <a:lnTo>
                      <a:pt x="36" y="30"/>
                    </a:lnTo>
                    <a:lnTo>
                      <a:pt x="36" y="32"/>
                    </a:lnTo>
                    <a:lnTo>
                      <a:pt x="36" y="32"/>
                    </a:lnTo>
                    <a:lnTo>
                      <a:pt x="36" y="32"/>
                    </a:lnTo>
                    <a:lnTo>
                      <a:pt x="38" y="32"/>
                    </a:lnTo>
                    <a:lnTo>
                      <a:pt x="38" y="33"/>
                    </a:lnTo>
                    <a:lnTo>
                      <a:pt x="40" y="33"/>
                    </a:lnTo>
                    <a:lnTo>
                      <a:pt x="40" y="33"/>
                    </a:lnTo>
                    <a:lnTo>
                      <a:pt x="42" y="33"/>
                    </a:lnTo>
                    <a:lnTo>
                      <a:pt x="42" y="35"/>
                    </a:lnTo>
                    <a:lnTo>
                      <a:pt x="42" y="35"/>
                    </a:lnTo>
                    <a:lnTo>
                      <a:pt x="42" y="35"/>
                    </a:lnTo>
                    <a:lnTo>
                      <a:pt x="42" y="35"/>
                    </a:lnTo>
                    <a:lnTo>
                      <a:pt x="42" y="35"/>
                    </a:lnTo>
                    <a:lnTo>
                      <a:pt x="42" y="35"/>
                    </a:lnTo>
                    <a:lnTo>
                      <a:pt x="42" y="35"/>
                    </a:lnTo>
                    <a:lnTo>
                      <a:pt x="43" y="35"/>
                    </a:lnTo>
                    <a:lnTo>
                      <a:pt x="43" y="37"/>
                    </a:lnTo>
                    <a:lnTo>
                      <a:pt x="43" y="37"/>
                    </a:lnTo>
                    <a:lnTo>
                      <a:pt x="43" y="37"/>
                    </a:lnTo>
                    <a:lnTo>
                      <a:pt x="43" y="37"/>
                    </a:lnTo>
                    <a:lnTo>
                      <a:pt x="43" y="37"/>
                    </a:lnTo>
                    <a:lnTo>
                      <a:pt x="43" y="37"/>
                    </a:lnTo>
                    <a:lnTo>
                      <a:pt x="43" y="37"/>
                    </a:lnTo>
                    <a:lnTo>
                      <a:pt x="44" y="37"/>
                    </a:lnTo>
                    <a:lnTo>
                      <a:pt x="44" y="39"/>
                    </a:lnTo>
                    <a:lnTo>
                      <a:pt x="44" y="39"/>
                    </a:lnTo>
                    <a:lnTo>
                      <a:pt x="44" y="39"/>
                    </a:lnTo>
                    <a:lnTo>
                      <a:pt x="44" y="39"/>
                    </a:lnTo>
                    <a:lnTo>
                      <a:pt x="44" y="39"/>
                    </a:lnTo>
                    <a:lnTo>
                      <a:pt x="44" y="39"/>
                    </a:lnTo>
                    <a:lnTo>
                      <a:pt x="44" y="39"/>
                    </a:lnTo>
                    <a:lnTo>
                      <a:pt x="44" y="39"/>
                    </a:lnTo>
                    <a:lnTo>
                      <a:pt x="44" y="40"/>
                    </a:lnTo>
                    <a:lnTo>
                      <a:pt x="44" y="40"/>
                    </a:lnTo>
                    <a:lnTo>
                      <a:pt x="44" y="40"/>
                    </a:lnTo>
                    <a:lnTo>
                      <a:pt x="44" y="40"/>
                    </a:lnTo>
                    <a:lnTo>
                      <a:pt x="44" y="40"/>
                    </a:lnTo>
                    <a:lnTo>
                      <a:pt x="44" y="40"/>
                    </a:lnTo>
                    <a:lnTo>
                      <a:pt x="44" y="40"/>
                    </a:lnTo>
                    <a:lnTo>
                      <a:pt x="44" y="40"/>
                    </a:lnTo>
                    <a:lnTo>
                      <a:pt x="43" y="42"/>
                    </a:lnTo>
                    <a:lnTo>
                      <a:pt x="43" y="42"/>
                    </a:lnTo>
                    <a:lnTo>
                      <a:pt x="43" y="42"/>
                    </a:lnTo>
                    <a:lnTo>
                      <a:pt x="43" y="42"/>
                    </a:lnTo>
                    <a:lnTo>
                      <a:pt x="43" y="44"/>
                    </a:lnTo>
                    <a:lnTo>
                      <a:pt x="43" y="44"/>
                    </a:lnTo>
                    <a:lnTo>
                      <a:pt x="43" y="44"/>
                    </a:lnTo>
                    <a:lnTo>
                      <a:pt x="43" y="44"/>
                    </a:lnTo>
                    <a:lnTo>
                      <a:pt x="42" y="45"/>
                    </a:lnTo>
                    <a:lnTo>
                      <a:pt x="42" y="45"/>
                    </a:lnTo>
                    <a:lnTo>
                      <a:pt x="42" y="45"/>
                    </a:lnTo>
                    <a:lnTo>
                      <a:pt x="42" y="45"/>
                    </a:lnTo>
                    <a:lnTo>
                      <a:pt x="42" y="45"/>
                    </a:lnTo>
                    <a:lnTo>
                      <a:pt x="42" y="45"/>
                    </a:lnTo>
                    <a:lnTo>
                      <a:pt x="42" y="45"/>
                    </a:lnTo>
                    <a:lnTo>
                      <a:pt x="42" y="45"/>
                    </a:lnTo>
                    <a:lnTo>
                      <a:pt x="40" y="47"/>
                    </a:lnTo>
                    <a:lnTo>
                      <a:pt x="40" y="47"/>
                    </a:lnTo>
                    <a:lnTo>
                      <a:pt x="39" y="47"/>
                    </a:lnTo>
                    <a:lnTo>
                      <a:pt x="39" y="47"/>
                    </a:lnTo>
                    <a:lnTo>
                      <a:pt x="37" y="47"/>
                    </a:lnTo>
                    <a:lnTo>
                      <a:pt x="37" y="47"/>
                    </a:lnTo>
                    <a:lnTo>
                      <a:pt x="36" y="47"/>
                    </a:lnTo>
                    <a:lnTo>
                      <a:pt x="36" y="47"/>
                    </a:lnTo>
                    <a:lnTo>
                      <a:pt x="34" y="47"/>
                    </a:lnTo>
                    <a:lnTo>
                      <a:pt x="34" y="47"/>
                    </a:lnTo>
                    <a:lnTo>
                      <a:pt x="33" y="47"/>
                    </a:lnTo>
                    <a:lnTo>
                      <a:pt x="33" y="47"/>
                    </a:lnTo>
                    <a:lnTo>
                      <a:pt x="32" y="47"/>
                    </a:lnTo>
                    <a:lnTo>
                      <a:pt x="32" y="47"/>
                    </a:lnTo>
                    <a:lnTo>
                      <a:pt x="32" y="47"/>
                    </a:lnTo>
                    <a:lnTo>
                      <a:pt x="32" y="47"/>
                    </a:lnTo>
                    <a:lnTo>
                      <a:pt x="29" y="49"/>
                    </a:lnTo>
                    <a:lnTo>
                      <a:pt x="27" y="49"/>
                    </a:lnTo>
                    <a:lnTo>
                      <a:pt x="26" y="51"/>
                    </a:lnTo>
                    <a:lnTo>
                      <a:pt x="26" y="51"/>
                    </a:lnTo>
                    <a:lnTo>
                      <a:pt x="24" y="53"/>
                    </a:lnTo>
                    <a:lnTo>
                      <a:pt x="22" y="53"/>
                    </a:lnTo>
                    <a:lnTo>
                      <a:pt x="20" y="53"/>
                    </a:lnTo>
                    <a:lnTo>
                      <a:pt x="20" y="53"/>
                    </a:lnTo>
                    <a:lnTo>
                      <a:pt x="19" y="55"/>
                    </a:lnTo>
                    <a:lnTo>
                      <a:pt x="17" y="55"/>
                    </a:lnTo>
                    <a:lnTo>
                      <a:pt x="15" y="55"/>
                    </a:lnTo>
                    <a:lnTo>
                      <a:pt x="15" y="55"/>
                    </a:lnTo>
                    <a:lnTo>
                      <a:pt x="13" y="55"/>
                    </a:lnTo>
                    <a:lnTo>
                      <a:pt x="13" y="55"/>
                    </a:lnTo>
                    <a:lnTo>
                      <a:pt x="11" y="55"/>
                    </a:lnTo>
                    <a:lnTo>
                      <a:pt x="11" y="53"/>
                    </a:lnTo>
                    <a:lnTo>
                      <a:pt x="10" y="53"/>
                    </a:lnTo>
                    <a:lnTo>
                      <a:pt x="10" y="53"/>
                    </a:lnTo>
                    <a:lnTo>
                      <a:pt x="10" y="53"/>
                    </a:lnTo>
                    <a:lnTo>
                      <a:pt x="10" y="53"/>
                    </a:lnTo>
                    <a:lnTo>
                      <a:pt x="8" y="53"/>
                    </a:lnTo>
                    <a:lnTo>
                      <a:pt x="8" y="53"/>
                    </a:lnTo>
                    <a:lnTo>
                      <a:pt x="8" y="53"/>
                    </a:lnTo>
                    <a:lnTo>
                      <a:pt x="8" y="52"/>
                    </a:lnTo>
                    <a:lnTo>
                      <a:pt x="6" y="52"/>
                    </a:lnTo>
                    <a:lnTo>
                      <a:pt x="6" y="52"/>
                    </a:lnTo>
                    <a:lnTo>
                      <a:pt x="6" y="52"/>
                    </a:lnTo>
                    <a:lnTo>
                      <a:pt x="6" y="52"/>
                    </a:lnTo>
                    <a:lnTo>
                      <a:pt x="5" y="52"/>
                    </a:lnTo>
                    <a:lnTo>
                      <a:pt x="5" y="52"/>
                    </a:lnTo>
                    <a:lnTo>
                      <a:pt x="5" y="52"/>
                    </a:lnTo>
                    <a:lnTo>
                      <a:pt x="5" y="49"/>
                    </a:lnTo>
                    <a:lnTo>
                      <a:pt x="4" y="49"/>
                    </a:lnTo>
                    <a:lnTo>
                      <a:pt x="4" y="49"/>
                    </a:lnTo>
                    <a:lnTo>
                      <a:pt x="4" y="49"/>
                    </a:lnTo>
                    <a:lnTo>
                      <a:pt x="4" y="49"/>
                    </a:lnTo>
                    <a:lnTo>
                      <a:pt x="4" y="49"/>
                    </a:lnTo>
                    <a:lnTo>
                      <a:pt x="4" y="49"/>
                    </a:lnTo>
                    <a:lnTo>
                      <a:pt x="4" y="49"/>
                    </a:lnTo>
                    <a:lnTo>
                      <a:pt x="4" y="48"/>
                    </a:lnTo>
                    <a:lnTo>
                      <a:pt x="2" y="48"/>
                    </a:lnTo>
                    <a:lnTo>
                      <a:pt x="2" y="48"/>
                    </a:lnTo>
                    <a:lnTo>
                      <a:pt x="2" y="48"/>
                    </a:lnTo>
                    <a:lnTo>
                      <a:pt x="2" y="47"/>
                    </a:lnTo>
                    <a:lnTo>
                      <a:pt x="2" y="47"/>
                    </a:lnTo>
                    <a:lnTo>
                      <a:pt x="2" y="47"/>
                    </a:lnTo>
                    <a:lnTo>
                      <a:pt x="2" y="47"/>
                    </a:lnTo>
                    <a:lnTo>
                      <a:pt x="2" y="46"/>
                    </a:lnTo>
                    <a:lnTo>
                      <a:pt x="1" y="46"/>
                    </a:lnTo>
                    <a:lnTo>
                      <a:pt x="1" y="46"/>
                    </a:lnTo>
                    <a:lnTo>
                      <a:pt x="1" y="46"/>
                    </a:lnTo>
                    <a:lnTo>
                      <a:pt x="1" y="44"/>
                    </a:lnTo>
                    <a:lnTo>
                      <a:pt x="1" y="44"/>
                    </a:lnTo>
                    <a:lnTo>
                      <a:pt x="1" y="44"/>
                    </a:lnTo>
                    <a:lnTo>
                      <a:pt x="1" y="44"/>
                    </a:lnTo>
                    <a:lnTo>
                      <a:pt x="1" y="42"/>
                    </a:lnTo>
                    <a:lnTo>
                      <a:pt x="1" y="42"/>
                    </a:lnTo>
                    <a:lnTo>
                      <a:pt x="1" y="42"/>
                    </a:lnTo>
                    <a:lnTo>
                      <a:pt x="1" y="42"/>
                    </a:lnTo>
                    <a:lnTo>
                      <a:pt x="1" y="40"/>
                    </a:lnTo>
                    <a:lnTo>
                      <a:pt x="1" y="40"/>
                    </a:lnTo>
                    <a:lnTo>
                      <a:pt x="1" y="40"/>
                    </a:lnTo>
                    <a:lnTo>
                      <a:pt x="1" y="40"/>
                    </a:lnTo>
                    <a:lnTo>
                      <a:pt x="1" y="38"/>
                    </a:lnTo>
                    <a:lnTo>
                      <a:pt x="0" y="37"/>
                    </a:lnTo>
                    <a:lnTo>
                      <a:pt x="0" y="35"/>
                    </a:lnTo>
                    <a:lnTo>
                      <a:pt x="0" y="33"/>
                    </a:lnTo>
                    <a:lnTo>
                      <a:pt x="0" y="30"/>
                    </a:lnTo>
                    <a:lnTo>
                      <a:pt x="0" y="28"/>
                    </a:lnTo>
                    <a:lnTo>
                      <a:pt x="0" y="24"/>
                    </a:lnTo>
                    <a:lnTo>
                      <a:pt x="0" y="22"/>
                    </a:lnTo>
                    <a:lnTo>
                      <a:pt x="0" y="18"/>
                    </a:lnTo>
                    <a:lnTo>
                      <a:pt x="0" y="17"/>
                    </a:lnTo>
                    <a:lnTo>
                      <a:pt x="0" y="13"/>
                    </a:lnTo>
                    <a:lnTo>
                      <a:pt x="0" y="11"/>
                    </a:lnTo>
                    <a:lnTo>
                      <a:pt x="0" y="8"/>
                    </a:lnTo>
                    <a:lnTo>
                      <a:pt x="0" y="5"/>
                    </a:lnTo>
                    <a:lnTo>
                      <a:pt x="0" y="3"/>
                    </a:lnTo>
                    <a:lnTo>
                      <a:pt x="0" y="2"/>
                    </a:lnTo>
                    <a:lnTo>
                      <a:pt x="0" y="0"/>
                    </a:lnTo>
                    <a:lnTo>
                      <a:pt x="0" y="0"/>
                    </a:lnTo>
                  </a:path>
                </a:pathLst>
              </a:custGeom>
              <a:solidFill>
                <a:srgbClr val="4000a2"/>
              </a:solidFill>
              <a:ln w="9360">
                <a:solidFill>
                  <a:srgbClr val="000000"/>
                </a:solidFill>
                <a:round/>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1880" name=""/>
              <p:cNvSpPr/>
              <p:nvPr/>
            </p:nvSpPr>
            <p:spPr>
              <a:xfrm>
                <a:off x="8107200" y="5408640"/>
                <a:ext cx="860760" cy="506520"/>
              </a:xfrm>
              <a:custGeom>
                <a:avLst/>
                <a:gdLst/>
                <a:ahLst/>
                <a:rect l="l" t="t" r="r" b="b"/>
                <a:pathLst>
                  <a:path w="542" h="319">
                    <a:moveTo>
                      <a:pt x="347" y="4"/>
                    </a:moveTo>
                    <a:lnTo>
                      <a:pt x="344" y="5"/>
                    </a:lnTo>
                    <a:lnTo>
                      <a:pt x="340" y="6"/>
                    </a:lnTo>
                    <a:lnTo>
                      <a:pt x="334" y="9"/>
                    </a:lnTo>
                    <a:lnTo>
                      <a:pt x="326" y="10"/>
                    </a:lnTo>
                    <a:lnTo>
                      <a:pt x="316" y="15"/>
                    </a:lnTo>
                    <a:lnTo>
                      <a:pt x="306" y="17"/>
                    </a:lnTo>
                    <a:lnTo>
                      <a:pt x="295" y="22"/>
                    </a:lnTo>
                    <a:lnTo>
                      <a:pt x="284" y="25"/>
                    </a:lnTo>
                    <a:lnTo>
                      <a:pt x="272" y="30"/>
                    </a:lnTo>
                    <a:lnTo>
                      <a:pt x="260" y="34"/>
                    </a:lnTo>
                    <a:lnTo>
                      <a:pt x="250" y="38"/>
                    </a:lnTo>
                    <a:lnTo>
                      <a:pt x="240" y="40"/>
                    </a:lnTo>
                    <a:lnTo>
                      <a:pt x="231" y="44"/>
                    </a:lnTo>
                    <a:lnTo>
                      <a:pt x="223" y="46"/>
                    </a:lnTo>
                    <a:lnTo>
                      <a:pt x="219" y="46"/>
                    </a:lnTo>
                    <a:lnTo>
                      <a:pt x="216" y="46"/>
                    </a:lnTo>
                    <a:lnTo>
                      <a:pt x="214" y="46"/>
                    </a:lnTo>
                    <a:lnTo>
                      <a:pt x="214" y="46"/>
                    </a:lnTo>
                    <a:lnTo>
                      <a:pt x="212" y="46"/>
                    </a:lnTo>
                    <a:lnTo>
                      <a:pt x="212" y="45"/>
                    </a:lnTo>
                    <a:lnTo>
                      <a:pt x="210" y="45"/>
                    </a:lnTo>
                    <a:lnTo>
                      <a:pt x="209" y="44"/>
                    </a:lnTo>
                    <a:lnTo>
                      <a:pt x="207" y="44"/>
                    </a:lnTo>
                    <a:lnTo>
                      <a:pt x="207" y="42"/>
                    </a:lnTo>
                    <a:lnTo>
                      <a:pt x="206" y="42"/>
                    </a:lnTo>
                    <a:lnTo>
                      <a:pt x="204" y="41"/>
                    </a:lnTo>
                    <a:lnTo>
                      <a:pt x="202" y="41"/>
                    </a:lnTo>
                    <a:lnTo>
                      <a:pt x="202" y="39"/>
                    </a:lnTo>
                    <a:lnTo>
                      <a:pt x="200" y="39"/>
                    </a:lnTo>
                    <a:lnTo>
                      <a:pt x="200" y="37"/>
                    </a:lnTo>
                    <a:lnTo>
                      <a:pt x="200" y="37"/>
                    </a:lnTo>
                    <a:lnTo>
                      <a:pt x="200" y="35"/>
                    </a:lnTo>
                    <a:lnTo>
                      <a:pt x="199" y="35"/>
                    </a:lnTo>
                    <a:lnTo>
                      <a:pt x="199" y="34"/>
                    </a:lnTo>
                    <a:lnTo>
                      <a:pt x="199" y="34"/>
                    </a:lnTo>
                    <a:lnTo>
                      <a:pt x="199" y="32"/>
                    </a:lnTo>
                    <a:lnTo>
                      <a:pt x="199" y="32"/>
                    </a:lnTo>
                    <a:lnTo>
                      <a:pt x="199" y="31"/>
                    </a:lnTo>
                    <a:lnTo>
                      <a:pt x="199" y="29"/>
                    </a:lnTo>
                    <a:lnTo>
                      <a:pt x="200" y="27"/>
                    </a:lnTo>
                    <a:lnTo>
                      <a:pt x="200" y="27"/>
                    </a:lnTo>
                    <a:lnTo>
                      <a:pt x="200" y="25"/>
                    </a:lnTo>
                    <a:lnTo>
                      <a:pt x="200" y="23"/>
                    </a:lnTo>
                    <a:lnTo>
                      <a:pt x="200" y="22"/>
                    </a:lnTo>
                    <a:lnTo>
                      <a:pt x="200" y="22"/>
                    </a:lnTo>
                    <a:lnTo>
                      <a:pt x="200" y="20"/>
                    </a:lnTo>
                    <a:lnTo>
                      <a:pt x="200" y="20"/>
                    </a:lnTo>
                    <a:lnTo>
                      <a:pt x="200" y="17"/>
                    </a:lnTo>
                    <a:lnTo>
                      <a:pt x="198" y="17"/>
                    </a:lnTo>
                    <a:lnTo>
                      <a:pt x="197" y="16"/>
                    </a:lnTo>
                    <a:lnTo>
                      <a:pt x="194" y="15"/>
                    </a:lnTo>
                    <a:lnTo>
                      <a:pt x="194" y="13"/>
                    </a:lnTo>
                    <a:lnTo>
                      <a:pt x="192" y="13"/>
                    </a:lnTo>
                    <a:lnTo>
                      <a:pt x="190" y="11"/>
                    </a:lnTo>
                    <a:lnTo>
                      <a:pt x="188" y="10"/>
                    </a:lnTo>
                    <a:lnTo>
                      <a:pt x="187" y="8"/>
                    </a:lnTo>
                    <a:lnTo>
                      <a:pt x="184" y="8"/>
                    </a:lnTo>
                    <a:lnTo>
                      <a:pt x="182" y="7"/>
                    </a:lnTo>
                    <a:lnTo>
                      <a:pt x="180" y="7"/>
                    </a:lnTo>
                    <a:lnTo>
                      <a:pt x="178" y="5"/>
                    </a:lnTo>
                    <a:lnTo>
                      <a:pt x="176" y="5"/>
                    </a:lnTo>
                    <a:lnTo>
                      <a:pt x="174" y="3"/>
                    </a:lnTo>
                    <a:lnTo>
                      <a:pt x="172" y="3"/>
                    </a:lnTo>
                    <a:lnTo>
                      <a:pt x="171" y="1"/>
                    </a:lnTo>
                    <a:lnTo>
                      <a:pt x="169" y="1"/>
                    </a:lnTo>
                    <a:lnTo>
                      <a:pt x="167" y="1"/>
                    </a:lnTo>
                    <a:lnTo>
                      <a:pt x="165" y="1"/>
                    </a:lnTo>
                    <a:lnTo>
                      <a:pt x="163" y="1"/>
                    </a:lnTo>
                    <a:lnTo>
                      <a:pt x="160" y="1"/>
                    </a:lnTo>
                    <a:lnTo>
                      <a:pt x="158" y="1"/>
                    </a:lnTo>
                    <a:lnTo>
                      <a:pt x="156" y="1"/>
                    </a:lnTo>
                    <a:lnTo>
                      <a:pt x="154" y="0"/>
                    </a:lnTo>
                    <a:lnTo>
                      <a:pt x="150" y="0"/>
                    </a:lnTo>
                    <a:lnTo>
                      <a:pt x="148" y="0"/>
                    </a:lnTo>
                    <a:lnTo>
                      <a:pt x="146" y="0"/>
                    </a:lnTo>
                    <a:lnTo>
                      <a:pt x="144" y="0"/>
                    </a:lnTo>
                    <a:lnTo>
                      <a:pt x="142" y="0"/>
                    </a:lnTo>
                    <a:lnTo>
                      <a:pt x="140" y="0"/>
                    </a:lnTo>
                    <a:lnTo>
                      <a:pt x="138" y="0"/>
                    </a:lnTo>
                    <a:lnTo>
                      <a:pt x="138" y="0"/>
                    </a:lnTo>
                    <a:lnTo>
                      <a:pt x="136" y="1"/>
                    </a:lnTo>
                    <a:lnTo>
                      <a:pt x="134" y="1"/>
                    </a:lnTo>
                    <a:lnTo>
                      <a:pt x="132" y="1"/>
                    </a:lnTo>
                    <a:lnTo>
                      <a:pt x="130" y="1"/>
                    </a:lnTo>
                    <a:lnTo>
                      <a:pt x="128" y="3"/>
                    </a:lnTo>
                    <a:lnTo>
                      <a:pt x="126" y="3"/>
                    </a:lnTo>
                    <a:lnTo>
                      <a:pt x="124" y="3"/>
                    </a:lnTo>
                    <a:lnTo>
                      <a:pt x="122" y="3"/>
                    </a:lnTo>
                    <a:lnTo>
                      <a:pt x="120" y="5"/>
                    </a:lnTo>
                    <a:lnTo>
                      <a:pt x="118" y="5"/>
                    </a:lnTo>
                    <a:lnTo>
                      <a:pt x="116" y="7"/>
                    </a:lnTo>
                    <a:lnTo>
                      <a:pt x="114" y="7"/>
                    </a:lnTo>
                    <a:lnTo>
                      <a:pt x="112" y="9"/>
                    </a:lnTo>
                    <a:lnTo>
                      <a:pt x="112" y="9"/>
                    </a:lnTo>
                    <a:lnTo>
                      <a:pt x="110" y="9"/>
                    </a:lnTo>
                    <a:lnTo>
                      <a:pt x="110" y="9"/>
                    </a:lnTo>
                    <a:lnTo>
                      <a:pt x="108" y="11"/>
                    </a:lnTo>
                    <a:lnTo>
                      <a:pt x="107" y="12"/>
                    </a:lnTo>
                    <a:lnTo>
                      <a:pt x="105" y="14"/>
                    </a:lnTo>
                    <a:lnTo>
                      <a:pt x="105" y="14"/>
                    </a:lnTo>
                    <a:lnTo>
                      <a:pt x="103" y="16"/>
                    </a:lnTo>
                    <a:lnTo>
                      <a:pt x="103" y="17"/>
                    </a:lnTo>
                    <a:lnTo>
                      <a:pt x="102" y="20"/>
                    </a:lnTo>
                    <a:lnTo>
                      <a:pt x="102" y="21"/>
                    </a:lnTo>
                    <a:lnTo>
                      <a:pt x="100" y="23"/>
                    </a:lnTo>
                    <a:lnTo>
                      <a:pt x="100" y="25"/>
                    </a:lnTo>
                    <a:lnTo>
                      <a:pt x="99" y="27"/>
                    </a:lnTo>
                    <a:lnTo>
                      <a:pt x="99" y="29"/>
                    </a:lnTo>
                    <a:lnTo>
                      <a:pt x="99" y="31"/>
                    </a:lnTo>
                    <a:lnTo>
                      <a:pt x="99" y="32"/>
                    </a:lnTo>
                    <a:lnTo>
                      <a:pt x="99" y="34"/>
                    </a:lnTo>
                    <a:lnTo>
                      <a:pt x="99" y="34"/>
                    </a:lnTo>
                    <a:lnTo>
                      <a:pt x="99" y="36"/>
                    </a:lnTo>
                    <a:lnTo>
                      <a:pt x="99" y="37"/>
                    </a:lnTo>
                    <a:lnTo>
                      <a:pt x="99" y="39"/>
                    </a:lnTo>
                    <a:lnTo>
                      <a:pt x="99" y="39"/>
                    </a:lnTo>
                    <a:lnTo>
                      <a:pt x="99" y="41"/>
                    </a:lnTo>
                    <a:lnTo>
                      <a:pt x="99" y="42"/>
                    </a:lnTo>
                    <a:lnTo>
                      <a:pt x="99" y="44"/>
                    </a:lnTo>
                    <a:lnTo>
                      <a:pt x="101" y="44"/>
                    </a:lnTo>
                    <a:lnTo>
                      <a:pt x="101" y="46"/>
                    </a:lnTo>
                    <a:lnTo>
                      <a:pt x="101" y="47"/>
                    </a:lnTo>
                    <a:lnTo>
                      <a:pt x="101" y="49"/>
                    </a:lnTo>
                    <a:lnTo>
                      <a:pt x="103" y="49"/>
                    </a:lnTo>
                    <a:lnTo>
                      <a:pt x="103" y="51"/>
                    </a:lnTo>
                    <a:lnTo>
                      <a:pt x="105" y="51"/>
                    </a:lnTo>
                    <a:lnTo>
                      <a:pt x="105" y="51"/>
                    </a:lnTo>
                    <a:lnTo>
                      <a:pt x="107" y="51"/>
                    </a:lnTo>
                    <a:lnTo>
                      <a:pt x="107" y="53"/>
                    </a:lnTo>
                    <a:lnTo>
                      <a:pt x="109" y="53"/>
                    </a:lnTo>
                    <a:lnTo>
                      <a:pt x="111" y="54"/>
                    </a:lnTo>
                    <a:lnTo>
                      <a:pt x="113" y="54"/>
                    </a:lnTo>
                    <a:lnTo>
                      <a:pt x="115" y="56"/>
                    </a:lnTo>
                    <a:lnTo>
                      <a:pt x="117" y="56"/>
                    </a:lnTo>
                    <a:lnTo>
                      <a:pt x="119" y="56"/>
                    </a:lnTo>
                    <a:lnTo>
                      <a:pt x="122" y="56"/>
                    </a:lnTo>
                    <a:lnTo>
                      <a:pt x="124" y="59"/>
                    </a:lnTo>
                    <a:lnTo>
                      <a:pt x="126" y="59"/>
                    </a:lnTo>
                    <a:lnTo>
                      <a:pt x="128" y="59"/>
                    </a:lnTo>
                    <a:lnTo>
                      <a:pt x="131" y="59"/>
                    </a:lnTo>
                    <a:lnTo>
                      <a:pt x="132" y="61"/>
                    </a:lnTo>
                    <a:lnTo>
                      <a:pt x="134" y="61"/>
                    </a:lnTo>
                    <a:lnTo>
                      <a:pt x="136" y="61"/>
                    </a:lnTo>
                    <a:lnTo>
                      <a:pt x="138" y="61"/>
                    </a:lnTo>
                    <a:lnTo>
                      <a:pt x="138" y="63"/>
                    </a:lnTo>
                    <a:lnTo>
                      <a:pt x="138" y="63"/>
                    </a:lnTo>
                    <a:lnTo>
                      <a:pt x="138" y="63"/>
                    </a:lnTo>
                    <a:lnTo>
                      <a:pt x="139" y="63"/>
                    </a:lnTo>
                    <a:lnTo>
                      <a:pt x="139" y="65"/>
                    </a:lnTo>
                    <a:lnTo>
                      <a:pt x="139" y="65"/>
                    </a:lnTo>
                    <a:lnTo>
                      <a:pt x="139" y="65"/>
                    </a:lnTo>
                    <a:lnTo>
                      <a:pt x="141" y="65"/>
                    </a:lnTo>
                    <a:lnTo>
                      <a:pt x="141" y="67"/>
                    </a:lnTo>
                    <a:lnTo>
                      <a:pt x="141" y="67"/>
                    </a:lnTo>
                    <a:lnTo>
                      <a:pt x="141" y="67"/>
                    </a:lnTo>
                    <a:lnTo>
                      <a:pt x="141" y="67"/>
                    </a:lnTo>
                    <a:lnTo>
                      <a:pt x="141" y="69"/>
                    </a:lnTo>
                    <a:lnTo>
                      <a:pt x="141" y="69"/>
                    </a:lnTo>
                    <a:lnTo>
                      <a:pt x="141" y="69"/>
                    </a:lnTo>
                    <a:lnTo>
                      <a:pt x="143" y="69"/>
                    </a:lnTo>
                    <a:lnTo>
                      <a:pt x="141" y="71"/>
                    </a:lnTo>
                    <a:lnTo>
                      <a:pt x="141" y="71"/>
                    </a:lnTo>
                    <a:lnTo>
                      <a:pt x="140" y="73"/>
                    </a:lnTo>
                    <a:lnTo>
                      <a:pt x="140" y="73"/>
                    </a:lnTo>
                    <a:lnTo>
                      <a:pt x="138" y="75"/>
                    </a:lnTo>
                    <a:lnTo>
                      <a:pt x="138" y="75"/>
                    </a:lnTo>
                    <a:lnTo>
                      <a:pt x="137" y="75"/>
                    </a:lnTo>
                    <a:lnTo>
                      <a:pt x="137" y="75"/>
                    </a:lnTo>
                    <a:lnTo>
                      <a:pt x="135" y="76"/>
                    </a:lnTo>
                    <a:lnTo>
                      <a:pt x="134" y="76"/>
                    </a:lnTo>
                    <a:lnTo>
                      <a:pt x="132" y="76"/>
                    </a:lnTo>
                    <a:lnTo>
                      <a:pt x="132" y="76"/>
                    </a:lnTo>
                    <a:lnTo>
                      <a:pt x="131" y="77"/>
                    </a:lnTo>
                    <a:lnTo>
                      <a:pt x="131" y="77"/>
                    </a:lnTo>
                    <a:lnTo>
                      <a:pt x="129" y="77"/>
                    </a:lnTo>
                    <a:lnTo>
                      <a:pt x="129" y="77"/>
                    </a:lnTo>
                    <a:lnTo>
                      <a:pt x="122" y="81"/>
                    </a:lnTo>
                    <a:lnTo>
                      <a:pt x="114" y="82"/>
                    </a:lnTo>
                    <a:lnTo>
                      <a:pt x="105" y="86"/>
                    </a:lnTo>
                    <a:lnTo>
                      <a:pt x="97" y="88"/>
                    </a:lnTo>
                    <a:lnTo>
                      <a:pt x="86" y="92"/>
                    </a:lnTo>
                    <a:lnTo>
                      <a:pt x="76" y="95"/>
                    </a:lnTo>
                    <a:lnTo>
                      <a:pt x="66" y="99"/>
                    </a:lnTo>
                    <a:lnTo>
                      <a:pt x="57" y="101"/>
                    </a:lnTo>
                    <a:lnTo>
                      <a:pt x="46" y="105"/>
                    </a:lnTo>
                    <a:lnTo>
                      <a:pt x="37" y="108"/>
                    </a:lnTo>
                    <a:lnTo>
                      <a:pt x="28" y="111"/>
                    </a:lnTo>
                    <a:lnTo>
                      <a:pt x="21" y="113"/>
                    </a:lnTo>
                    <a:lnTo>
                      <a:pt x="15" y="115"/>
                    </a:lnTo>
                    <a:lnTo>
                      <a:pt x="9" y="117"/>
                    </a:lnTo>
                    <a:lnTo>
                      <a:pt x="6" y="119"/>
                    </a:lnTo>
                    <a:lnTo>
                      <a:pt x="6" y="119"/>
                    </a:lnTo>
                    <a:lnTo>
                      <a:pt x="5" y="120"/>
                    </a:lnTo>
                    <a:lnTo>
                      <a:pt x="7" y="122"/>
                    </a:lnTo>
                    <a:lnTo>
                      <a:pt x="9" y="127"/>
                    </a:lnTo>
                    <a:lnTo>
                      <a:pt x="13" y="130"/>
                    </a:lnTo>
                    <a:lnTo>
                      <a:pt x="17" y="135"/>
                    </a:lnTo>
                    <a:lnTo>
                      <a:pt x="23" y="139"/>
                    </a:lnTo>
                    <a:lnTo>
                      <a:pt x="29" y="145"/>
                    </a:lnTo>
                    <a:lnTo>
                      <a:pt x="36" y="149"/>
                    </a:lnTo>
                    <a:lnTo>
                      <a:pt x="42" y="155"/>
                    </a:lnTo>
                    <a:lnTo>
                      <a:pt x="48" y="161"/>
                    </a:lnTo>
                    <a:lnTo>
                      <a:pt x="54" y="166"/>
                    </a:lnTo>
                    <a:lnTo>
                      <a:pt x="61" y="172"/>
                    </a:lnTo>
                    <a:lnTo>
                      <a:pt x="66" y="178"/>
                    </a:lnTo>
                    <a:lnTo>
                      <a:pt x="72" y="181"/>
                    </a:lnTo>
                    <a:lnTo>
                      <a:pt x="75" y="185"/>
                    </a:lnTo>
                    <a:lnTo>
                      <a:pt x="79" y="188"/>
                    </a:lnTo>
                    <a:lnTo>
                      <a:pt x="79" y="190"/>
                    </a:lnTo>
                    <a:lnTo>
                      <a:pt x="79" y="190"/>
                    </a:lnTo>
                    <a:lnTo>
                      <a:pt x="79" y="191"/>
                    </a:lnTo>
                    <a:lnTo>
                      <a:pt x="79" y="191"/>
                    </a:lnTo>
                    <a:lnTo>
                      <a:pt x="77" y="193"/>
                    </a:lnTo>
                    <a:lnTo>
                      <a:pt x="77" y="193"/>
                    </a:lnTo>
                    <a:lnTo>
                      <a:pt x="77" y="195"/>
                    </a:lnTo>
                    <a:lnTo>
                      <a:pt x="77" y="195"/>
                    </a:lnTo>
                    <a:lnTo>
                      <a:pt x="75" y="197"/>
                    </a:lnTo>
                    <a:lnTo>
                      <a:pt x="75" y="197"/>
                    </a:lnTo>
                    <a:lnTo>
                      <a:pt x="73" y="199"/>
                    </a:lnTo>
                    <a:lnTo>
                      <a:pt x="73" y="199"/>
                    </a:lnTo>
                    <a:lnTo>
                      <a:pt x="71" y="201"/>
                    </a:lnTo>
                    <a:lnTo>
                      <a:pt x="71" y="201"/>
                    </a:lnTo>
                    <a:lnTo>
                      <a:pt x="71" y="201"/>
                    </a:lnTo>
                    <a:lnTo>
                      <a:pt x="71" y="201"/>
                    </a:lnTo>
                    <a:lnTo>
                      <a:pt x="69" y="203"/>
                    </a:lnTo>
                    <a:lnTo>
                      <a:pt x="67" y="203"/>
                    </a:lnTo>
                    <a:lnTo>
                      <a:pt x="66" y="203"/>
                    </a:lnTo>
                    <a:lnTo>
                      <a:pt x="65" y="203"/>
                    </a:lnTo>
                    <a:lnTo>
                      <a:pt x="62" y="203"/>
                    </a:lnTo>
                    <a:lnTo>
                      <a:pt x="60" y="203"/>
                    </a:lnTo>
                    <a:lnTo>
                      <a:pt x="59" y="203"/>
                    </a:lnTo>
                    <a:lnTo>
                      <a:pt x="57" y="203"/>
                    </a:lnTo>
                    <a:lnTo>
                      <a:pt x="53" y="204"/>
                    </a:lnTo>
                    <a:lnTo>
                      <a:pt x="51" y="204"/>
                    </a:lnTo>
                    <a:lnTo>
                      <a:pt x="50" y="204"/>
                    </a:lnTo>
                    <a:lnTo>
                      <a:pt x="48" y="204"/>
                    </a:lnTo>
                    <a:lnTo>
                      <a:pt x="45" y="204"/>
                    </a:lnTo>
                    <a:lnTo>
                      <a:pt x="44" y="204"/>
                    </a:lnTo>
                    <a:lnTo>
                      <a:pt x="42" y="204"/>
                    </a:lnTo>
                    <a:lnTo>
                      <a:pt x="41" y="204"/>
                    </a:lnTo>
                    <a:lnTo>
                      <a:pt x="39" y="205"/>
                    </a:lnTo>
                    <a:lnTo>
                      <a:pt x="37" y="205"/>
                    </a:lnTo>
                    <a:lnTo>
                      <a:pt x="35" y="205"/>
                    </a:lnTo>
                    <a:lnTo>
                      <a:pt x="34" y="205"/>
                    </a:lnTo>
                    <a:lnTo>
                      <a:pt x="32" y="207"/>
                    </a:lnTo>
                    <a:lnTo>
                      <a:pt x="30" y="207"/>
                    </a:lnTo>
                    <a:lnTo>
                      <a:pt x="28" y="207"/>
                    </a:lnTo>
                    <a:lnTo>
                      <a:pt x="26" y="207"/>
                    </a:lnTo>
                    <a:lnTo>
                      <a:pt x="23" y="209"/>
                    </a:lnTo>
                    <a:lnTo>
                      <a:pt x="22" y="209"/>
                    </a:lnTo>
                    <a:lnTo>
                      <a:pt x="20" y="209"/>
                    </a:lnTo>
                    <a:lnTo>
                      <a:pt x="18" y="209"/>
                    </a:lnTo>
                    <a:lnTo>
                      <a:pt x="16" y="211"/>
                    </a:lnTo>
                    <a:lnTo>
                      <a:pt x="15" y="211"/>
                    </a:lnTo>
                    <a:lnTo>
                      <a:pt x="13" y="211"/>
                    </a:lnTo>
                    <a:lnTo>
                      <a:pt x="13" y="211"/>
                    </a:lnTo>
                    <a:lnTo>
                      <a:pt x="11" y="213"/>
                    </a:lnTo>
                    <a:lnTo>
                      <a:pt x="11" y="215"/>
                    </a:lnTo>
                    <a:lnTo>
                      <a:pt x="9" y="216"/>
                    </a:lnTo>
                    <a:lnTo>
                      <a:pt x="9" y="216"/>
                    </a:lnTo>
                    <a:lnTo>
                      <a:pt x="7" y="218"/>
                    </a:lnTo>
                    <a:lnTo>
                      <a:pt x="7" y="220"/>
                    </a:lnTo>
                    <a:lnTo>
                      <a:pt x="5" y="222"/>
                    </a:lnTo>
                    <a:lnTo>
                      <a:pt x="5" y="222"/>
                    </a:lnTo>
                    <a:lnTo>
                      <a:pt x="3" y="224"/>
                    </a:lnTo>
                    <a:lnTo>
                      <a:pt x="3" y="226"/>
                    </a:lnTo>
                    <a:lnTo>
                      <a:pt x="1" y="228"/>
                    </a:lnTo>
                    <a:lnTo>
                      <a:pt x="1" y="229"/>
                    </a:lnTo>
                    <a:lnTo>
                      <a:pt x="1" y="231"/>
                    </a:lnTo>
                    <a:lnTo>
                      <a:pt x="1" y="231"/>
                    </a:lnTo>
                    <a:lnTo>
                      <a:pt x="1" y="233"/>
                    </a:lnTo>
                    <a:lnTo>
                      <a:pt x="1" y="233"/>
                    </a:lnTo>
                    <a:lnTo>
                      <a:pt x="0" y="235"/>
                    </a:lnTo>
                    <a:lnTo>
                      <a:pt x="0" y="237"/>
                    </a:lnTo>
                    <a:lnTo>
                      <a:pt x="0" y="238"/>
                    </a:lnTo>
                    <a:lnTo>
                      <a:pt x="0" y="238"/>
                    </a:lnTo>
                    <a:lnTo>
                      <a:pt x="0" y="240"/>
                    </a:lnTo>
                    <a:lnTo>
                      <a:pt x="0" y="242"/>
                    </a:lnTo>
                    <a:lnTo>
                      <a:pt x="0" y="244"/>
                    </a:lnTo>
                    <a:lnTo>
                      <a:pt x="2" y="244"/>
                    </a:lnTo>
                    <a:lnTo>
                      <a:pt x="2" y="246"/>
                    </a:lnTo>
                    <a:lnTo>
                      <a:pt x="2" y="247"/>
                    </a:lnTo>
                    <a:lnTo>
                      <a:pt x="2" y="249"/>
                    </a:lnTo>
                    <a:lnTo>
                      <a:pt x="4" y="249"/>
                    </a:lnTo>
                    <a:lnTo>
                      <a:pt x="4" y="251"/>
                    </a:lnTo>
                    <a:lnTo>
                      <a:pt x="6" y="251"/>
                    </a:lnTo>
                    <a:lnTo>
                      <a:pt x="6" y="252"/>
                    </a:lnTo>
                    <a:lnTo>
                      <a:pt x="8" y="252"/>
                    </a:lnTo>
                    <a:lnTo>
                      <a:pt x="8" y="253"/>
                    </a:lnTo>
                    <a:lnTo>
                      <a:pt x="9" y="254"/>
                    </a:lnTo>
                    <a:lnTo>
                      <a:pt x="10" y="256"/>
                    </a:lnTo>
                    <a:lnTo>
                      <a:pt x="12" y="256"/>
                    </a:lnTo>
                    <a:lnTo>
                      <a:pt x="13" y="258"/>
                    </a:lnTo>
                    <a:lnTo>
                      <a:pt x="15" y="258"/>
                    </a:lnTo>
                    <a:lnTo>
                      <a:pt x="16" y="260"/>
                    </a:lnTo>
                    <a:lnTo>
                      <a:pt x="18" y="260"/>
                    </a:lnTo>
                    <a:lnTo>
                      <a:pt x="20" y="262"/>
                    </a:lnTo>
                    <a:lnTo>
                      <a:pt x="22" y="262"/>
                    </a:lnTo>
                    <a:lnTo>
                      <a:pt x="23" y="264"/>
                    </a:lnTo>
                    <a:lnTo>
                      <a:pt x="26" y="264"/>
                    </a:lnTo>
                    <a:lnTo>
                      <a:pt x="26" y="266"/>
                    </a:lnTo>
                    <a:lnTo>
                      <a:pt x="28" y="266"/>
                    </a:lnTo>
                    <a:lnTo>
                      <a:pt x="30" y="266"/>
                    </a:lnTo>
                    <a:lnTo>
                      <a:pt x="32" y="266"/>
                    </a:lnTo>
                    <a:lnTo>
                      <a:pt x="33" y="268"/>
                    </a:lnTo>
                    <a:lnTo>
                      <a:pt x="35" y="268"/>
                    </a:lnTo>
                    <a:lnTo>
                      <a:pt x="37" y="268"/>
                    </a:lnTo>
                    <a:lnTo>
                      <a:pt x="38" y="268"/>
                    </a:lnTo>
                    <a:lnTo>
                      <a:pt x="40" y="270"/>
                    </a:lnTo>
                    <a:lnTo>
                      <a:pt x="44" y="270"/>
                    </a:lnTo>
                    <a:lnTo>
                      <a:pt x="45" y="270"/>
                    </a:lnTo>
                    <a:lnTo>
                      <a:pt x="50" y="270"/>
                    </a:lnTo>
                    <a:lnTo>
                      <a:pt x="51" y="271"/>
                    </a:lnTo>
                    <a:lnTo>
                      <a:pt x="55" y="271"/>
                    </a:lnTo>
                    <a:lnTo>
                      <a:pt x="57" y="271"/>
                    </a:lnTo>
                    <a:lnTo>
                      <a:pt x="60" y="271"/>
                    </a:lnTo>
                    <a:lnTo>
                      <a:pt x="62" y="271"/>
                    </a:lnTo>
                    <a:lnTo>
                      <a:pt x="65" y="271"/>
                    </a:lnTo>
                    <a:lnTo>
                      <a:pt x="66" y="271"/>
                    </a:lnTo>
                    <a:lnTo>
                      <a:pt x="70" y="271"/>
                    </a:lnTo>
                    <a:lnTo>
                      <a:pt x="70" y="271"/>
                    </a:lnTo>
                    <a:lnTo>
                      <a:pt x="72" y="271"/>
                    </a:lnTo>
                    <a:lnTo>
                      <a:pt x="72" y="271"/>
                    </a:lnTo>
                    <a:lnTo>
                      <a:pt x="74" y="269"/>
                    </a:lnTo>
                    <a:lnTo>
                      <a:pt x="74" y="269"/>
                    </a:lnTo>
                    <a:lnTo>
                      <a:pt x="76" y="268"/>
                    </a:lnTo>
                    <a:lnTo>
                      <a:pt x="78" y="268"/>
                    </a:lnTo>
                    <a:lnTo>
                      <a:pt x="80" y="266"/>
                    </a:lnTo>
                    <a:lnTo>
                      <a:pt x="80" y="266"/>
                    </a:lnTo>
                    <a:lnTo>
                      <a:pt x="82" y="266"/>
                    </a:lnTo>
                    <a:lnTo>
                      <a:pt x="84" y="266"/>
                    </a:lnTo>
                    <a:lnTo>
                      <a:pt x="86" y="264"/>
                    </a:lnTo>
                    <a:lnTo>
                      <a:pt x="87" y="264"/>
                    </a:lnTo>
                    <a:lnTo>
                      <a:pt x="88" y="262"/>
                    </a:lnTo>
                    <a:lnTo>
                      <a:pt x="89" y="262"/>
                    </a:lnTo>
                    <a:lnTo>
                      <a:pt x="92" y="260"/>
                    </a:lnTo>
                    <a:lnTo>
                      <a:pt x="92" y="260"/>
                    </a:lnTo>
                    <a:lnTo>
                      <a:pt x="93" y="259"/>
                    </a:lnTo>
                    <a:lnTo>
                      <a:pt x="93" y="259"/>
                    </a:lnTo>
                    <a:lnTo>
                      <a:pt x="95" y="256"/>
                    </a:lnTo>
                    <a:lnTo>
                      <a:pt x="95" y="256"/>
                    </a:lnTo>
                    <a:lnTo>
                      <a:pt x="97" y="254"/>
                    </a:lnTo>
                    <a:lnTo>
                      <a:pt x="97" y="253"/>
                    </a:lnTo>
                    <a:lnTo>
                      <a:pt x="99" y="252"/>
                    </a:lnTo>
                    <a:lnTo>
                      <a:pt x="99" y="252"/>
                    </a:lnTo>
                    <a:lnTo>
                      <a:pt x="101" y="249"/>
                    </a:lnTo>
                    <a:lnTo>
                      <a:pt x="101" y="249"/>
                    </a:lnTo>
                    <a:lnTo>
                      <a:pt x="103" y="247"/>
                    </a:lnTo>
                    <a:lnTo>
                      <a:pt x="103" y="247"/>
                    </a:lnTo>
                    <a:lnTo>
                      <a:pt x="104" y="246"/>
                    </a:lnTo>
                    <a:lnTo>
                      <a:pt x="105" y="246"/>
                    </a:lnTo>
                    <a:lnTo>
                      <a:pt x="107" y="244"/>
                    </a:lnTo>
                    <a:lnTo>
                      <a:pt x="107" y="244"/>
                    </a:lnTo>
                    <a:lnTo>
                      <a:pt x="109" y="244"/>
                    </a:lnTo>
                    <a:lnTo>
                      <a:pt x="109" y="244"/>
                    </a:lnTo>
                    <a:lnTo>
                      <a:pt x="110" y="244"/>
                    </a:lnTo>
                    <a:lnTo>
                      <a:pt x="110" y="244"/>
                    </a:lnTo>
                    <a:lnTo>
                      <a:pt x="112" y="244"/>
                    </a:lnTo>
                    <a:lnTo>
                      <a:pt x="114" y="244"/>
                    </a:lnTo>
                    <a:lnTo>
                      <a:pt x="116" y="242"/>
                    </a:lnTo>
                    <a:lnTo>
                      <a:pt x="116" y="242"/>
                    </a:lnTo>
                    <a:lnTo>
                      <a:pt x="118" y="242"/>
                    </a:lnTo>
                    <a:lnTo>
                      <a:pt x="118" y="242"/>
                    </a:lnTo>
                    <a:lnTo>
                      <a:pt x="120" y="242"/>
                    </a:lnTo>
                    <a:lnTo>
                      <a:pt x="120" y="242"/>
                    </a:lnTo>
                    <a:lnTo>
                      <a:pt x="122" y="242"/>
                    </a:lnTo>
                    <a:lnTo>
                      <a:pt x="123" y="242"/>
                    </a:lnTo>
                    <a:lnTo>
                      <a:pt x="125" y="242"/>
                    </a:lnTo>
                    <a:lnTo>
                      <a:pt x="125" y="244"/>
                    </a:lnTo>
                    <a:lnTo>
                      <a:pt x="126" y="244"/>
                    </a:lnTo>
                    <a:lnTo>
                      <a:pt x="126" y="245"/>
                    </a:lnTo>
                    <a:lnTo>
                      <a:pt x="128" y="245"/>
                    </a:lnTo>
                    <a:lnTo>
                      <a:pt x="128" y="247"/>
                    </a:lnTo>
                    <a:lnTo>
                      <a:pt x="131" y="247"/>
                    </a:lnTo>
                    <a:lnTo>
                      <a:pt x="131" y="248"/>
                    </a:lnTo>
                    <a:lnTo>
                      <a:pt x="133" y="248"/>
                    </a:lnTo>
                    <a:lnTo>
                      <a:pt x="133" y="250"/>
                    </a:lnTo>
                    <a:lnTo>
                      <a:pt x="135" y="250"/>
                    </a:lnTo>
                    <a:lnTo>
                      <a:pt x="135" y="252"/>
                    </a:lnTo>
                    <a:lnTo>
                      <a:pt x="137" y="252"/>
                    </a:lnTo>
                    <a:lnTo>
                      <a:pt x="137" y="254"/>
                    </a:lnTo>
                    <a:lnTo>
                      <a:pt x="139" y="254"/>
                    </a:lnTo>
                    <a:lnTo>
                      <a:pt x="139" y="254"/>
                    </a:lnTo>
                    <a:lnTo>
                      <a:pt x="141" y="254"/>
                    </a:lnTo>
                    <a:lnTo>
                      <a:pt x="144" y="259"/>
                    </a:lnTo>
                    <a:lnTo>
                      <a:pt x="148" y="263"/>
                    </a:lnTo>
                    <a:lnTo>
                      <a:pt x="152" y="269"/>
                    </a:lnTo>
                    <a:lnTo>
                      <a:pt x="156" y="273"/>
                    </a:lnTo>
                    <a:lnTo>
                      <a:pt x="160" y="278"/>
                    </a:lnTo>
                    <a:lnTo>
                      <a:pt x="165" y="284"/>
                    </a:lnTo>
                    <a:lnTo>
                      <a:pt x="169" y="290"/>
                    </a:lnTo>
                    <a:lnTo>
                      <a:pt x="175" y="295"/>
                    </a:lnTo>
                    <a:lnTo>
                      <a:pt x="179" y="300"/>
                    </a:lnTo>
                    <a:lnTo>
                      <a:pt x="184" y="305"/>
                    </a:lnTo>
                    <a:lnTo>
                      <a:pt x="188" y="310"/>
                    </a:lnTo>
                    <a:lnTo>
                      <a:pt x="194" y="313"/>
                    </a:lnTo>
                    <a:lnTo>
                      <a:pt x="198" y="316"/>
                    </a:lnTo>
                    <a:lnTo>
                      <a:pt x="201" y="317"/>
                    </a:lnTo>
                    <a:lnTo>
                      <a:pt x="206" y="318"/>
                    </a:lnTo>
                    <a:lnTo>
                      <a:pt x="209" y="317"/>
                    </a:lnTo>
                    <a:lnTo>
                      <a:pt x="211" y="317"/>
                    </a:lnTo>
                    <a:lnTo>
                      <a:pt x="214" y="315"/>
                    </a:lnTo>
                    <a:lnTo>
                      <a:pt x="218" y="314"/>
                    </a:lnTo>
                    <a:lnTo>
                      <a:pt x="223" y="312"/>
                    </a:lnTo>
                    <a:lnTo>
                      <a:pt x="229" y="310"/>
                    </a:lnTo>
                    <a:lnTo>
                      <a:pt x="237" y="308"/>
                    </a:lnTo>
                    <a:lnTo>
                      <a:pt x="244" y="306"/>
                    </a:lnTo>
                    <a:lnTo>
                      <a:pt x="253" y="303"/>
                    </a:lnTo>
                    <a:lnTo>
                      <a:pt x="260" y="301"/>
                    </a:lnTo>
                    <a:lnTo>
                      <a:pt x="268" y="298"/>
                    </a:lnTo>
                    <a:lnTo>
                      <a:pt x="276" y="297"/>
                    </a:lnTo>
                    <a:lnTo>
                      <a:pt x="285" y="293"/>
                    </a:lnTo>
                    <a:lnTo>
                      <a:pt x="292" y="291"/>
                    </a:lnTo>
                    <a:lnTo>
                      <a:pt x="299" y="289"/>
                    </a:lnTo>
                    <a:lnTo>
                      <a:pt x="305" y="287"/>
                    </a:lnTo>
                    <a:lnTo>
                      <a:pt x="312" y="284"/>
                    </a:lnTo>
                    <a:lnTo>
                      <a:pt x="318" y="282"/>
                    </a:lnTo>
                    <a:lnTo>
                      <a:pt x="325" y="280"/>
                    </a:lnTo>
                    <a:lnTo>
                      <a:pt x="333" y="278"/>
                    </a:lnTo>
                    <a:lnTo>
                      <a:pt x="341" y="275"/>
                    </a:lnTo>
                    <a:lnTo>
                      <a:pt x="349" y="273"/>
                    </a:lnTo>
                    <a:lnTo>
                      <a:pt x="359" y="269"/>
                    </a:lnTo>
                    <a:lnTo>
                      <a:pt x="368" y="268"/>
                    </a:lnTo>
                    <a:lnTo>
                      <a:pt x="378" y="264"/>
                    </a:lnTo>
                    <a:lnTo>
                      <a:pt x="385" y="262"/>
                    </a:lnTo>
                    <a:lnTo>
                      <a:pt x="395" y="259"/>
                    </a:lnTo>
                    <a:lnTo>
                      <a:pt x="404" y="256"/>
                    </a:lnTo>
                    <a:lnTo>
                      <a:pt x="413" y="253"/>
                    </a:lnTo>
                    <a:lnTo>
                      <a:pt x="421" y="251"/>
                    </a:lnTo>
                    <a:lnTo>
                      <a:pt x="429" y="248"/>
                    </a:lnTo>
                    <a:lnTo>
                      <a:pt x="436" y="246"/>
                    </a:lnTo>
                    <a:lnTo>
                      <a:pt x="443" y="242"/>
                    </a:lnTo>
                    <a:lnTo>
                      <a:pt x="448" y="241"/>
                    </a:lnTo>
                    <a:lnTo>
                      <a:pt x="453" y="239"/>
                    </a:lnTo>
                    <a:lnTo>
                      <a:pt x="460" y="237"/>
                    </a:lnTo>
                    <a:lnTo>
                      <a:pt x="468" y="233"/>
                    </a:lnTo>
                    <a:lnTo>
                      <a:pt x="476" y="231"/>
                    </a:lnTo>
                    <a:lnTo>
                      <a:pt x="485" y="227"/>
                    </a:lnTo>
                    <a:lnTo>
                      <a:pt x="492" y="225"/>
                    </a:lnTo>
                    <a:lnTo>
                      <a:pt x="502" y="221"/>
                    </a:lnTo>
                    <a:lnTo>
                      <a:pt x="509" y="219"/>
                    </a:lnTo>
                    <a:lnTo>
                      <a:pt x="517" y="216"/>
                    </a:lnTo>
                    <a:lnTo>
                      <a:pt x="523" y="214"/>
                    </a:lnTo>
                    <a:lnTo>
                      <a:pt x="530" y="210"/>
                    </a:lnTo>
                    <a:lnTo>
                      <a:pt x="534" y="209"/>
                    </a:lnTo>
                    <a:lnTo>
                      <a:pt x="538" y="207"/>
                    </a:lnTo>
                    <a:lnTo>
                      <a:pt x="540" y="206"/>
                    </a:lnTo>
                    <a:lnTo>
                      <a:pt x="541" y="204"/>
                    </a:lnTo>
                    <a:lnTo>
                      <a:pt x="538" y="203"/>
                    </a:lnTo>
                    <a:lnTo>
                      <a:pt x="536" y="201"/>
                    </a:lnTo>
                    <a:lnTo>
                      <a:pt x="533" y="198"/>
                    </a:lnTo>
                    <a:lnTo>
                      <a:pt x="529" y="194"/>
                    </a:lnTo>
                    <a:lnTo>
                      <a:pt x="524" y="189"/>
                    </a:lnTo>
                    <a:lnTo>
                      <a:pt x="519" y="183"/>
                    </a:lnTo>
                    <a:lnTo>
                      <a:pt x="513" y="178"/>
                    </a:lnTo>
                    <a:lnTo>
                      <a:pt x="508" y="171"/>
                    </a:lnTo>
                    <a:lnTo>
                      <a:pt x="501" y="165"/>
                    </a:lnTo>
                    <a:lnTo>
                      <a:pt x="495" y="159"/>
                    </a:lnTo>
                    <a:lnTo>
                      <a:pt x="489" y="153"/>
                    </a:lnTo>
                    <a:lnTo>
                      <a:pt x="483" y="146"/>
                    </a:lnTo>
                    <a:lnTo>
                      <a:pt x="477" y="141"/>
                    </a:lnTo>
                    <a:lnTo>
                      <a:pt x="472" y="135"/>
                    </a:lnTo>
                    <a:lnTo>
                      <a:pt x="468" y="130"/>
                    </a:lnTo>
                    <a:lnTo>
                      <a:pt x="465" y="125"/>
                    </a:lnTo>
                    <a:lnTo>
                      <a:pt x="459" y="121"/>
                    </a:lnTo>
                    <a:lnTo>
                      <a:pt x="455" y="117"/>
                    </a:lnTo>
                    <a:lnTo>
                      <a:pt x="450" y="111"/>
                    </a:lnTo>
                    <a:lnTo>
                      <a:pt x="446" y="105"/>
                    </a:lnTo>
                    <a:lnTo>
                      <a:pt x="440" y="99"/>
                    </a:lnTo>
                    <a:lnTo>
                      <a:pt x="434" y="93"/>
                    </a:lnTo>
                    <a:lnTo>
                      <a:pt x="428" y="88"/>
                    </a:lnTo>
                    <a:lnTo>
                      <a:pt x="424" y="81"/>
                    </a:lnTo>
                    <a:lnTo>
                      <a:pt x="418" y="75"/>
                    </a:lnTo>
                    <a:lnTo>
                      <a:pt x="412" y="69"/>
                    </a:lnTo>
                    <a:lnTo>
                      <a:pt x="406" y="63"/>
                    </a:lnTo>
                    <a:lnTo>
                      <a:pt x="401" y="56"/>
                    </a:lnTo>
                    <a:lnTo>
                      <a:pt x="395" y="52"/>
                    </a:lnTo>
                    <a:lnTo>
                      <a:pt x="391" y="46"/>
                    </a:lnTo>
                    <a:lnTo>
                      <a:pt x="385" y="42"/>
                    </a:lnTo>
                    <a:lnTo>
                      <a:pt x="382" y="37"/>
                    </a:lnTo>
                    <a:lnTo>
                      <a:pt x="378" y="35"/>
                    </a:lnTo>
                    <a:lnTo>
                      <a:pt x="377" y="33"/>
                    </a:lnTo>
                    <a:lnTo>
                      <a:pt x="375" y="31"/>
                    </a:lnTo>
                    <a:lnTo>
                      <a:pt x="372" y="29"/>
                    </a:lnTo>
                    <a:lnTo>
                      <a:pt x="369" y="27"/>
                    </a:lnTo>
                    <a:lnTo>
                      <a:pt x="367" y="25"/>
                    </a:lnTo>
                    <a:lnTo>
                      <a:pt x="365" y="23"/>
                    </a:lnTo>
                    <a:lnTo>
                      <a:pt x="363" y="20"/>
                    </a:lnTo>
                    <a:lnTo>
                      <a:pt x="359" y="18"/>
                    </a:lnTo>
                    <a:lnTo>
                      <a:pt x="357" y="16"/>
                    </a:lnTo>
                    <a:lnTo>
                      <a:pt x="355" y="15"/>
                    </a:lnTo>
                    <a:lnTo>
                      <a:pt x="353" y="11"/>
                    </a:lnTo>
                    <a:lnTo>
                      <a:pt x="351" y="10"/>
                    </a:lnTo>
                    <a:lnTo>
                      <a:pt x="349" y="8"/>
                    </a:lnTo>
                    <a:lnTo>
                      <a:pt x="347" y="6"/>
                    </a:lnTo>
                    <a:lnTo>
                      <a:pt x="347" y="4"/>
                    </a:lnTo>
                    <a:lnTo>
                      <a:pt x="347" y="4"/>
                    </a:lnTo>
                  </a:path>
                </a:pathLst>
              </a:custGeom>
              <a:solidFill>
                <a:srgbClr val="3fc0ff"/>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nvGrpSpPr>
            <p:cNvPr id="1881" name=""/>
            <p:cNvGrpSpPr/>
            <p:nvPr/>
          </p:nvGrpSpPr>
          <p:grpSpPr>
            <a:xfrm>
              <a:off x="5719680" y="5673600"/>
              <a:ext cx="852480" cy="717840"/>
              <a:chOff x="5719680" y="5673600"/>
              <a:chExt cx="852480" cy="717840"/>
            </a:xfrm>
          </p:grpSpPr>
          <p:sp>
            <p:nvSpPr>
              <p:cNvPr id="1882" name=""/>
              <p:cNvSpPr/>
              <p:nvPr/>
            </p:nvSpPr>
            <p:spPr>
              <a:xfrm>
                <a:off x="5719680" y="5881680"/>
                <a:ext cx="852480" cy="509760"/>
              </a:xfrm>
              <a:custGeom>
                <a:avLst/>
                <a:gdLst/>
                <a:ahLst/>
                <a:rect l="l" t="t" r="r" b="b"/>
                <a:pathLst>
                  <a:path w="537" h="321">
                    <a:moveTo>
                      <a:pt x="4" y="119"/>
                    </a:moveTo>
                    <a:lnTo>
                      <a:pt x="5" y="123"/>
                    </a:lnTo>
                    <a:lnTo>
                      <a:pt x="7" y="126"/>
                    </a:lnTo>
                    <a:lnTo>
                      <a:pt x="12" y="130"/>
                    </a:lnTo>
                    <a:lnTo>
                      <a:pt x="16" y="134"/>
                    </a:lnTo>
                    <a:lnTo>
                      <a:pt x="20" y="140"/>
                    </a:lnTo>
                    <a:lnTo>
                      <a:pt x="25" y="145"/>
                    </a:lnTo>
                    <a:lnTo>
                      <a:pt x="30" y="151"/>
                    </a:lnTo>
                    <a:lnTo>
                      <a:pt x="36" y="156"/>
                    </a:lnTo>
                    <a:lnTo>
                      <a:pt x="41" y="162"/>
                    </a:lnTo>
                    <a:lnTo>
                      <a:pt x="46" y="168"/>
                    </a:lnTo>
                    <a:lnTo>
                      <a:pt x="52" y="174"/>
                    </a:lnTo>
                    <a:lnTo>
                      <a:pt x="58" y="179"/>
                    </a:lnTo>
                    <a:lnTo>
                      <a:pt x="61" y="185"/>
                    </a:lnTo>
                    <a:lnTo>
                      <a:pt x="66" y="190"/>
                    </a:lnTo>
                    <a:lnTo>
                      <a:pt x="69" y="193"/>
                    </a:lnTo>
                    <a:lnTo>
                      <a:pt x="73" y="197"/>
                    </a:lnTo>
                    <a:lnTo>
                      <a:pt x="73" y="198"/>
                    </a:lnTo>
                    <a:lnTo>
                      <a:pt x="73" y="198"/>
                    </a:lnTo>
                    <a:lnTo>
                      <a:pt x="73" y="198"/>
                    </a:lnTo>
                    <a:lnTo>
                      <a:pt x="73" y="198"/>
                    </a:lnTo>
                    <a:lnTo>
                      <a:pt x="73" y="199"/>
                    </a:lnTo>
                    <a:lnTo>
                      <a:pt x="73" y="199"/>
                    </a:lnTo>
                    <a:lnTo>
                      <a:pt x="73" y="199"/>
                    </a:lnTo>
                    <a:lnTo>
                      <a:pt x="73" y="199"/>
                    </a:lnTo>
                    <a:lnTo>
                      <a:pt x="73" y="200"/>
                    </a:lnTo>
                    <a:lnTo>
                      <a:pt x="73" y="200"/>
                    </a:lnTo>
                    <a:lnTo>
                      <a:pt x="73" y="200"/>
                    </a:lnTo>
                    <a:lnTo>
                      <a:pt x="73" y="200"/>
                    </a:lnTo>
                    <a:lnTo>
                      <a:pt x="73" y="200"/>
                    </a:lnTo>
                    <a:lnTo>
                      <a:pt x="73" y="200"/>
                    </a:lnTo>
                    <a:lnTo>
                      <a:pt x="73" y="200"/>
                    </a:lnTo>
                    <a:lnTo>
                      <a:pt x="73" y="200"/>
                    </a:lnTo>
                    <a:lnTo>
                      <a:pt x="72" y="201"/>
                    </a:lnTo>
                    <a:lnTo>
                      <a:pt x="72" y="201"/>
                    </a:lnTo>
                    <a:lnTo>
                      <a:pt x="72" y="201"/>
                    </a:lnTo>
                    <a:lnTo>
                      <a:pt x="72" y="201"/>
                    </a:lnTo>
                    <a:lnTo>
                      <a:pt x="70" y="202"/>
                    </a:lnTo>
                    <a:lnTo>
                      <a:pt x="70" y="202"/>
                    </a:lnTo>
                    <a:lnTo>
                      <a:pt x="70" y="202"/>
                    </a:lnTo>
                    <a:lnTo>
                      <a:pt x="70" y="202"/>
                    </a:lnTo>
                    <a:lnTo>
                      <a:pt x="68" y="203"/>
                    </a:lnTo>
                    <a:lnTo>
                      <a:pt x="68" y="203"/>
                    </a:lnTo>
                    <a:lnTo>
                      <a:pt x="68" y="203"/>
                    </a:lnTo>
                    <a:lnTo>
                      <a:pt x="68" y="203"/>
                    </a:lnTo>
                    <a:lnTo>
                      <a:pt x="68" y="203"/>
                    </a:lnTo>
                    <a:lnTo>
                      <a:pt x="68" y="203"/>
                    </a:lnTo>
                    <a:lnTo>
                      <a:pt x="68" y="203"/>
                    </a:lnTo>
                    <a:lnTo>
                      <a:pt x="68" y="203"/>
                    </a:lnTo>
                    <a:lnTo>
                      <a:pt x="66" y="205"/>
                    </a:lnTo>
                    <a:lnTo>
                      <a:pt x="66" y="205"/>
                    </a:lnTo>
                    <a:lnTo>
                      <a:pt x="66" y="205"/>
                    </a:lnTo>
                    <a:lnTo>
                      <a:pt x="66" y="205"/>
                    </a:lnTo>
                    <a:lnTo>
                      <a:pt x="65" y="205"/>
                    </a:lnTo>
                    <a:lnTo>
                      <a:pt x="65" y="205"/>
                    </a:lnTo>
                    <a:lnTo>
                      <a:pt x="65" y="205"/>
                    </a:lnTo>
                    <a:lnTo>
                      <a:pt x="65" y="205"/>
                    </a:lnTo>
                    <a:lnTo>
                      <a:pt x="63" y="205"/>
                    </a:lnTo>
                    <a:lnTo>
                      <a:pt x="63" y="205"/>
                    </a:lnTo>
                    <a:lnTo>
                      <a:pt x="63" y="205"/>
                    </a:lnTo>
                    <a:lnTo>
                      <a:pt x="63" y="205"/>
                    </a:lnTo>
                    <a:lnTo>
                      <a:pt x="61" y="205"/>
                    </a:lnTo>
                    <a:lnTo>
                      <a:pt x="61" y="205"/>
                    </a:lnTo>
                    <a:lnTo>
                      <a:pt x="61" y="205"/>
                    </a:lnTo>
                    <a:lnTo>
                      <a:pt x="61" y="205"/>
                    </a:lnTo>
                    <a:lnTo>
                      <a:pt x="59" y="205"/>
                    </a:lnTo>
                    <a:lnTo>
                      <a:pt x="59" y="205"/>
                    </a:lnTo>
                    <a:lnTo>
                      <a:pt x="58" y="205"/>
                    </a:lnTo>
                    <a:lnTo>
                      <a:pt x="58" y="205"/>
                    </a:lnTo>
                    <a:lnTo>
                      <a:pt x="56" y="205"/>
                    </a:lnTo>
                    <a:lnTo>
                      <a:pt x="56" y="205"/>
                    </a:lnTo>
                    <a:lnTo>
                      <a:pt x="55" y="205"/>
                    </a:lnTo>
                    <a:lnTo>
                      <a:pt x="55" y="205"/>
                    </a:lnTo>
                    <a:lnTo>
                      <a:pt x="53" y="205"/>
                    </a:lnTo>
                    <a:lnTo>
                      <a:pt x="53" y="205"/>
                    </a:lnTo>
                    <a:lnTo>
                      <a:pt x="51" y="205"/>
                    </a:lnTo>
                    <a:lnTo>
                      <a:pt x="51" y="205"/>
                    </a:lnTo>
                    <a:lnTo>
                      <a:pt x="49" y="205"/>
                    </a:lnTo>
                    <a:lnTo>
                      <a:pt x="49" y="205"/>
                    </a:lnTo>
                    <a:lnTo>
                      <a:pt x="49" y="205"/>
                    </a:lnTo>
                    <a:lnTo>
                      <a:pt x="49" y="205"/>
                    </a:lnTo>
                    <a:lnTo>
                      <a:pt x="47" y="205"/>
                    </a:lnTo>
                    <a:lnTo>
                      <a:pt x="47" y="205"/>
                    </a:lnTo>
                    <a:lnTo>
                      <a:pt x="46" y="205"/>
                    </a:lnTo>
                    <a:lnTo>
                      <a:pt x="46" y="205"/>
                    </a:lnTo>
                    <a:lnTo>
                      <a:pt x="44" y="205"/>
                    </a:lnTo>
                    <a:lnTo>
                      <a:pt x="44" y="205"/>
                    </a:lnTo>
                    <a:lnTo>
                      <a:pt x="44" y="205"/>
                    </a:lnTo>
                    <a:lnTo>
                      <a:pt x="44" y="205"/>
                    </a:lnTo>
                    <a:lnTo>
                      <a:pt x="43" y="205"/>
                    </a:lnTo>
                    <a:lnTo>
                      <a:pt x="43" y="205"/>
                    </a:lnTo>
                    <a:lnTo>
                      <a:pt x="43" y="205"/>
                    </a:lnTo>
                    <a:lnTo>
                      <a:pt x="43" y="205"/>
                    </a:lnTo>
                    <a:lnTo>
                      <a:pt x="41" y="205"/>
                    </a:lnTo>
                    <a:lnTo>
                      <a:pt x="41" y="205"/>
                    </a:lnTo>
                    <a:lnTo>
                      <a:pt x="41" y="205"/>
                    </a:lnTo>
                    <a:lnTo>
                      <a:pt x="41" y="205"/>
                    </a:lnTo>
                    <a:lnTo>
                      <a:pt x="39" y="207"/>
                    </a:lnTo>
                    <a:lnTo>
                      <a:pt x="39" y="207"/>
                    </a:lnTo>
                    <a:lnTo>
                      <a:pt x="37" y="207"/>
                    </a:lnTo>
                    <a:lnTo>
                      <a:pt x="37" y="207"/>
                    </a:lnTo>
                    <a:lnTo>
                      <a:pt x="36" y="207"/>
                    </a:lnTo>
                    <a:lnTo>
                      <a:pt x="36" y="207"/>
                    </a:lnTo>
                    <a:lnTo>
                      <a:pt x="34" y="207"/>
                    </a:lnTo>
                    <a:lnTo>
                      <a:pt x="34" y="207"/>
                    </a:lnTo>
                    <a:lnTo>
                      <a:pt x="32" y="207"/>
                    </a:lnTo>
                    <a:lnTo>
                      <a:pt x="32" y="207"/>
                    </a:lnTo>
                    <a:lnTo>
                      <a:pt x="31" y="207"/>
                    </a:lnTo>
                    <a:lnTo>
                      <a:pt x="31" y="207"/>
                    </a:lnTo>
                    <a:lnTo>
                      <a:pt x="29" y="207"/>
                    </a:lnTo>
                    <a:lnTo>
                      <a:pt x="29" y="207"/>
                    </a:lnTo>
                    <a:lnTo>
                      <a:pt x="29" y="207"/>
                    </a:lnTo>
                    <a:lnTo>
                      <a:pt x="29" y="207"/>
                    </a:lnTo>
                    <a:lnTo>
                      <a:pt x="27" y="208"/>
                    </a:lnTo>
                    <a:lnTo>
                      <a:pt x="27" y="208"/>
                    </a:lnTo>
                    <a:lnTo>
                      <a:pt x="26" y="208"/>
                    </a:lnTo>
                    <a:lnTo>
                      <a:pt x="26" y="208"/>
                    </a:lnTo>
                    <a:lnTo>
                      <a:pt x="24" y="208"/>
                    </a:lnTo>
                    <a:lnTo>
                      <a:pt x="24" y="208"/>
                    </a:lnTo>
                    <a:lnTo>
                      <a:pt x="24" y="208"/>
                    </a:lnTo>
                    <a:lnTo>
                      <a:pt x="24" y="208"/>
                    </a:lnTo>
                    <a:lnTo>
                      <a:pt x="22" y="210"/>
                    </a:lnTo>
                    <a:lnTo>
                      <a:pt x="22" y="210"/>
                    </a:lnTo>
                    <a:lnTo>
                      <a:pt x="21" y="210"/>
                    </a:lnTo>
                    <a:lnTo>
                      <a:pt x="21" y="210"/>
                    </a:lnTo>
                    <a:lnTo>
                      <a:pt x="19" y="210"/>
                    </a:lnTo>
                    <a:lnTo>
                      <a:pt x="19" y="210"/>
                    </a:lnTo>
                    <a:lnTo>
                      <a:pt x="19" y="210"/>
                    </a:lnTo>
                    <a:lnTo>
                      <a:pt x="19" y="210"/>
                    </a:lnTo>
                    <a:lnTo>
                      <a:pt x="17" y="211"/>
                    </a:lnTo>
                    <a:lnTo>
                      <a:pt x="17" y="211"/>
                    </a:lnTo>
                    <a:lnTo>
                      <a:pt x="15" y="211"/>
                    </a:lnTo>
                    <a:lnTo>
                      <a:pt x="15" y="211"/>
                    </a:lnTo>
                    <a:lnTo>
                      <a:pt x="13" y="212"/>
                    </a:lnTo>
                    <a:lnTo>
                      <a:pt x="13" y="212"/>
                    </a:lnTo>
                    <a:lnTo>
                      <a:pt x="12" y="212"/>
                    </a:lnTo>
                    <a:lnTo>
                      <a:pt x="12" y="212"/>
                    </a:lnTo>
                    <a:lnTo>
                      <a:pt x="10" y="214"/>
                    </a:lnTo>
                    <a:lnTo>
                      <a:pt x="10" y="214"/>
                    </a:lnTo>
                    <a:lnTo>
                      <a:pt x="9" y="214"/>
                    </a:lnTo>
                    <a:lnTo>
                      <a:pt x="9" y="214"/>
                    </a:lnTo>
                    <a:lnTo>
                      <a:pt x="7" y="215"/>
                    </a:lnTo>
                    <a:lnTo>
                      <a:pt x="7" y="215"/>
                    </a:lnTo>
                    <a:lnTo>
                      <a:pt x="7" y="215"/>
                    </a:lnTo>
                    <a:lnTo>
                      <a:pt x="7" y="215"/>
                    </a:lnTo>
                    <a:lnTo>
                      <a:pt x="5" y="217"/>
                    </a:lnTo>
                    <a:lnTo>
                      <a:pt x="5" y="217"/>
                    </a:lnTo>
                    <a:lnTo>
                      <a:pt x="5" y="218"/>
                    </a:lnTo>
                    <a:lnTo>
                      <a:pt x="5" y="218"/>
                    </a:lnTo>
                    <a:lnTo>
                      <a:pt x="4" y="220"/>
                    </a:lnTo>
                    <a:lnTo>
                      <a:pt x="4" y="220"/>
                    </a:lnTo>
                    <a:lnTo>
                      <a:pt x="4" y="220"/>
                    </a:lnTo>
                    <a:lnTo>
                      <a:pt x="4" y="220"/>
                    </a:lnTo>
                    <a:lnTo>
                      <a:pt x="2" y="222"/>
                    </a:lnTo>
                    <a:lnTo>
                      <a:pt x="2" y="222"/>
                    </a:lnTo>
                    <a:lnTo>
                      <a:pt x="2" y="223"/>
                    </a:lnTo>
                    <a:lnTo>
                      <a:pt x="2" y="223"/>
                    </a:lnTo>
                    <a:lnTo>
                      <a:pt x="0" y="224"/>
                    </a:lnTo>
                    <a:lnTo>
                      <a:pt x="0" y="224"/>
                    </a:lnTo>
                    <a:lnTo>
                      <a:pt x="0" y="224"/>
                    </a:lnTo>
                    <a:lnTo>
                      <a:pt x="0" y="224"/>
                    </a:lnTo>
                    <a:lnTo>
                      <a:pt x="0" y="226"/>
                    </a:lnTo>
                    <a:lnTo>
                      <a:pt x="0" y="226"/>
                    </a:lnTo>
                    <a:lnTo>
                      <a:pt x="0" y="227"/>
                    </a:lnTo>
                    <a:lnTo>
                      <a:pt x="0" y="227"/>
                    </a:lnTo>
                    <a:lnTo>
                      <a:pt x="0" y="229"/>
                    </a:lnTo>
                    <a:lnTo>
                      <a:pt x="0" y="229"/>
                    </a:lnTo>
                    <a:lnTo>
                      <a:pt x="0" y="229"/>
                    </a:lnTo>
                    <a:lnTo>
                      <a:pt x="0" y="229"/>
                    </a:lnTo>
                    <a:lnTo>
                      <a:pt x="0" y="230"/>
                    </a:lnTo>
                    <a:lnTo>
                      <a:pt x="0" y="230"/>
                    </a:lnTo>
                    <a:lnTo>
                      <a:pt x="0" y="231"/>
                    </a:lnTo>
                    <a:lnTo>
                      <a:pt x="0" y="231"/>
                    </a:lnTo>
                    <a:lnTo>
                      <a:pt x="0" y="232"/>
                    </a:lnTo>
                    <a:lnTo>
                      <a:pt x="0" y="232"/>
                    </a:lnTo>
                    <a:lnTo>
                      <a:pt x="0" y="232"/>
                    </a:lnTo>
                    <a:lnTo>
                      <a:pt x="0" y="232"/>
                    </a:lnTo>
                    <a:lnTo>
                      <a:pt x="0" y="234"/>
                    </a:lnTo>
                    <a:lnTo>
                      <a:pt x="0" y="234"/>
                    </a:lnTo>
                    <a:lnTo>
                      <a:pt x="0" y="236"/>
                    </a:lnTo>
                    <a:lnTo>
                      <a:pt x="0" y="236"/>
                    </a:lnTo>
                    <a:lnTo>
                      <a:pt x="0" y="238"/>
                    </a:lnTo>
                    <a:lnTo>
                      <a:pt x="0" y="238"/>
                    </a:lnTo>
                    <a:lnTo>
                      <a:pt x="0" y="239"/>
                    </a:lnTo>
                    <a:lnTo>
                      <a:pt x="0" y="239"/>
                    </a:lnTo>
                    <a:lnTo>
                      <a:pt x="0" y="242"/>
                    </a:lnTo>
                    <a:lnTo>
                      <a:pt x="0" y="242"/>
                    </a:lnTo>
                    <a:lnTo>
                      <a:pt x="0" y="243"/>
                    </a:lnTo>
                    <a:lnTo>
                      <a:pt x="0" y="243"/>
                    </a:lnTo>
                    <a:lnTo>
                      <a:pt x="0" y="245"/>
                    </a:lnTo>
                    <a:lnTo>
                      <a:pt x="0" y="245"/>
                    </a:lnTo>
                    <a:lnTo>
                      <a:pt x="0" y="246"/>
                    </a:lnTo>
                    <a:lnTo>
                      <a:pt x="0" y="246"/>
                    </a:lnTo>
                    <a:lnTo>
                      <a:pt x="0" y="249"/>
                    </a:lnTo>
                    <a:lnTo>
                      <a:pt x="0" y="249"/>
                    </a:lnTo>
                    <a:lnTo>
                      <a:pt x="0" y="250"/>
                    </a:lnTo>
                    <a:lnTo>
                      <a:pt x="0" y="250"/>
                    </a:lnTo>
                    <a:lnTo>
                      <a:pt x="0" y="252"/>
                    </a:lnTo>
                    <a:lnTo>
                      <a:pt x="1" y="252"/>
                    </a:lnTo>
                    <a:lnTo>
                      <a:pt x="1" y="254"/>
                    </a:lnTo>
                    <a:lnTo>
                      <a:pt x="3" y="254"/>
                    </a:lnTo>
                    <a:lnTo>
                      <a:pt x="3" y="256"/>
                    </a:lnTo>
                    <a:lnTo>
                      <a:pt x="3" y="256"/>
                    </a:lnTo>
                    <a:lnTo>
                      <a:pt x="3" y="258"/>
                    </a:lnTo>
                    <a:lnTo>
                      <a:pt x="5" y="258"/>
                    </a:lnTo>
                    <a:lnTo>
                      <a:pt x="5" y="258"/>
                    </a:lnTo>
                    <a:lnTo>
                      <a:pt x="6" y="258"/>
                    </a:lnTo>
                    <a:lnTo>
                      <a:pt x="6" y="258"/>
                    </a:lnTo>
                    <a:lnTo>
                      <a:pt x="7" y="258"/>
                    </a:lnTo>
                    <a:lnTo>
                      <a:pt x="7" y="260"/>
                    </a:lnTo>
                    <a:lnTo>
                      <a:pt x="7" y="260"/>
                    </a:lnTo>
                    <a:lnTo>
                      <a:pt x="7" y="262"/>
                    </a:lnTo>
                    <a:lnTo>
                      <a:pt x="9" y="262"/>
                    </a:lnTo>
                    <a:lnTo>
                      <a:pt x="9" y="264"/>
                    </a:lnTo>
                    <a:lnTo>
                      <a:pt x="11" y="264"/>
                    </a:lnTo>
                    <a:lnTo>
                      <a:pt x="11" y="264"/>
                    </a:lnTo>
                    <a:lnTo>
                      <a:pt x="13" y="264"/>
                    </a:lnTo>
                    <a:lnTo>
                      <a:pt x="13" y="266"/>
                    </a:lnTo>
                    <a:lnTo>
                      <a:pt x="14" y="266"/>
                    </a:lnTo>
                    <a:lnTo>
                      <a:pt x="14" y="266"/>
                    </a:lnTo>
                    <a:lnTo>
                      <a:pt x="15" y="266"/>
                    </a:lnTo>
                    <a:lnTo>
                      <a:pt x="15" y="267"/>
                    </a:lnTo>
                    <a:lnTo>
                      <a:pt x="17" y="267"/>
                    </a:lnTo>
                    <a:lnTo>
                      <a:pt x="17" y="267"/>
                    </a:lnTo>
                    <a:lnTo>
                      <a:pt x="19" y="267"/>
                    </a:lnTo>
                    <a:lnTo>
                      <a:pt x="19" y="268"/>
                    </a:lnTo>
                    <a:lnTo>
                      <a:pt x="21" y="268"/>
                    </a:lnTo>
                    <a:lnTo>
                      <a:pt x="21" y="268"/>
                    </a:lnTo>
                    <a:lnTo>
                      <a:pt x="22" y="268"/>
                    </a:lnTo>
                    <a:lnTo>
                      <a:pt x="22" y="268"/>
                    </a:lnTo>
                    <a:lnTo>
                      <a:pt x="24" y="268"/>
                    </a:lnTo>
                    <a:lnTo>
                      <a:pt x="24" y="268"/>
                    </a:lnTo>
                    <a:lnTo>
                      <a:pt x="26" y="268"/>
                    </a:lnTo>
                    <a:lnTo>
                      <a:pt x="26" y="269"/>
                    </a:lnTo>
                    <a:lnTo>
                      <a:pt x="28" y="269"/>
                    </a:lnTo>
                    <a:lnTo>
                      <a:pt x="28" y="269"/>
                    </a:lnTo>
                    <a:lnTo>
                      <a:pt x="30" y="269"/>
                    </a:lnTo>
                    <a:lnTo>
                      <a:pt x="30" y="269"/>
                    </a:lnTo>
                    <a:lnTo>
                      <a:pt x="32" y="269"/>
                    </a:lnTo>
                    <a:lnTo>
                      <a:pt x="33" y="269"/>
                    </a:lnTo>
                    <a:lnTo>
                      <a:pt x="35" y="269"/>
                    </a:lnTo>
                    <a:lnTo>
                      <a:pt x="35" y="269"/>
                    </a:lnTo>
                    <a:lnTo>
                      <a:pt x="36" y="269"/>
                    </a:lnTo>
                    <a:lnTo>
                      <a:pt x="36" y="269"/>
                    </a:lnTo>
                    <a:lnTo>
                      <a:pt x="37" y="269"/>
                    </a:lnTo>
                    <a:lnTo>
                      <a:pt x="37" y="269"/>
                    </a:lnTo>
                    <a:lnTo>
                      <a:pt x="39" y="269"/>
                    </a:lnTo>
                    <a:lnTo>
                      <a:pt x="39" y="269"/>
                    </a:lnTo>
                    <a:lnTo>
                      <a:pt x="41" y="269"/>
                    </a:lnTo>
                    <a:lnTo>
                      <a:pt x="41" y="269"/>
                    </a:lnTo>
                    <a:lnTo>
                      <a:pt x="43" y="269"/>
                    </a:lnTo>
                    <a:lnTo>
                      <a:pt x="43" y="269"/>
                    </a:lnTo>
                    <a:lnTo>
                      <a:pt x="44" y="269"/>
                    </a:lnTo>
                    <a:lnTo>
                      <a:pt x="44" y="269"/>
                    </a:lnTo>
                    <a:lnTo>
                      <a:pt x="46" y="269"/>
                    </a:lnTo>
                    <a:lnTo>
                      <a:pt x="46" y="269"/>
                    </a:lnTo>
                    <a:lnTo>
                      <a:pt x="48" y="269"/>
                    </a:lnTo>
                    <a:lnTo>
                      <a:pt x="48" y="270"/>
                    </a:lnTo>
                    <a:lnTo>
                      <a:pt x="49" y="270"/>
                    </a:lnTo>
                    <a:lnTo>
                      <a:pt x="49" y="270"/>
                    </a:lnTo>
                    <a:lnTo>
                      <a:pt x="51" y="270"/>
                    </a:lnTo>
                    <a:lnTo>
                      <a:pt x="51" y="270"/>
                    </a:lnTo>
                    <a:lnTo>
                      <a:pt x="53" y="270"/>
                    </a:lnTo>
                    <a:lnTo>
                      <a:pt x="53" y="270"/>
                    </a:lnTo>
                    <a:lnTo>
                      <a:pt x="55" y="270"/>
                    </a:lnTo>
                    <a:lnTo>
                      <a:pt x="55" y="270"/>
                    </a:lnTo>
                    <a:lnTo>
                      <a:pt x="57" y="270"/>
                    </a:lnTo>
                    <a:lnTo>
                      <a:pt x="57" y="270"/>
                    </a:lnTo>
                    <a:lnTo>
                      <a:pt x="59" y="270"/>
                    </a:lnTo>
                    <a:lnTo>
                      <a:pt x="59" y="270"/>
                    </a:lnTo>
                    <a:lnTo>
                      <a:pt x="60" y="270"/>
                    </a:lnTo>
                    <a:lnTo>
                      <a:pt x="61" y="270"/>
                    </a:lnTo>
                    <a:lnTo>
                      <a:pt x="63" y="269"/>
                    </a:lnTo>
                    <a:lnTo>
                      <a:pt x="63" y="269"/>
                    </a:lnTo>
                    <a:lnTo>
                      <a:pt x="65" y="269"/>
                    </a:lnTo>
                    <a:lnTo>
                      <a:pt x="65" y="269"/>
                    </a:lnTo>
                    <a:lnTo>
                      <a:pt x="66" y="269"/>
                    </a:lnTo>
                    <a:lnTo>
                      <a:pt x="66" y="269"/>
                    </a:lnTo>
                    <a:lnTo>
                      <a:pt x="68" y="269"/>
                    </a:lnTo>
                    <a:lnTo>
                      <a:pt x="70" y="269"/>
                    </a:lnTo>
                    <a:lnTo>
                      <a:pt x="72" y="268"/>
                    </a:lnTo>
                    <a:lnTo>
                      <a:pt x="72" y="268"/>
                    </a:lnTo>
                    <a:lnTo>
                      <a:pt x="74" y="268"/>
                    </a:lnTo>
                    <a:lnTo>
                      <a:pt x="75" y="268"/>
                    </a:lnTo>
                    <a:lnTo>
                      <a:pt x="77" y="267"/>
                    </a:lnTo>
                    <a:lnTo>
                      <a:pt x="77" y="267"/>
                    </a:lnTo>
                    <a:lnTo>
                      <a:pt x="79" y="267"/>
                    </a:lnTo>
                    <a:lnTo>
                      <a:pt x="80" y="267"/>
                    </a:lnTo>
                    <a:lnTo>
                      <a:pt x="81" y="266"/>
                    </a:lnTo>
                    <a:lnTo>
                      <a:pt x="81" y="266"/>
                    </a:lnTo>
                    <a:lnTo>
                      <a:pt x="81" y="266"/>
                    </a:lnTo>
                    <a:lnTo>
                      <a:pt x="81" y="266"/>
                    </a:lnTo>
                    <a:lnTo>
                      <a:pt x="83" y="264"/>
                    </a:lnTo>
                    <a:lnTo>
                      <a:pt x="83" y="264"/>
                    </a:lnTo>
                    <a:lnTo>
                      <a:pt x="85" y="264"/>
                    </a:lnTo>
                    <a:lnTo>
                      <a:pt x="85" y="264"/>
                    </a:lnTo>
                    <a:lnTo>
                      <a:pt x="87" y="262"/>
                    </a:lnTo>
                    <a:lnTo>
                      <a:pt x="87" y="262"/>
                    </a:lnTo>
                    <a:lnTo>
                      <a:pt x="88" y="262"/>
                    </a:lnTo>
                    <a:lnTo>
                      <a:pt x="88" y="262"/>
                    </a:lnTo>
                    <a:lnTo>
                      <a:pt x="90" y="260"/>
                    </a:lnTo>
                    <a:lnTo>
                      <a:pt x="90" y="260"/>
                    </a:lnTo>
                    <a:lnTo>
                      <a:pt x="91" y="260"/>
                    </a:lnTo>
                    <a:lnTo>
                      <a:pt x="91" y="260"/>
                    </a:lnTo>
                    <a:lnTo>
                      <a:pt x="93" y="258"/>
                    </a:lnTo>
                    <a:lnTo>
                      <a:pt x="93" y="258"/>
                    </a:lnTo>
                    <a:lnTo>
                      <a:pt x="93" y="258"/>
                    </a:lnTo>
                    <a:lnTo>
                      <a:pt x="93" y="258"/>
                    </a:lnTo>
                    <a:lnTo>
                      <a:pt x="95" y="256"/>
                    </a:lnTo>
                    <a:lnTo>
                      <a:pt x="95" y="256"/>
                    </a:lnTo>
                    <a:lnTo>
                      <a:pt x="95" y="255"/>
                    </a:lnTo>
                    <a:lnTo>
                      <a:pt x="95" y="255"/>
                    </a:lnTo>
                    <a:lnTo>
                      <a:pt x="96" y="253"/>
                    </a:lnTo>
                    <a:lnTo>
                      <a:pt x="96" y="253"/>
                    </a:lnTo>
                    <a:lnTo>
                      <a:pt x="96" y="252"/>
                    </a:lnTo>
                    <a:lnTo>
                      <a:pt x="96" y="252"/>
                    </a:lnTo>
                    <a:lnTo>
                      <a:pt x="97" y="251"/>
                    </a:lnTo>
                    <a:lnTo>
                      <a:pt x="97" y="251"/>
                    </a:lnTo>
                    <a:lnTo>
                      <a:pt x="97" y="250"/>
                    </a:lnTo>
                    <a:lnTo>
                      <a:pt x="97" y="250"/>
                    </a:lnTo>
                    <a:lnTo>
                      <a:pt x="100" y="248"/>
                    </a:lnTo>
                    <a:lnTo>
                      <a:pt x="100" y="248"/>
                    </a:lnTo>
                    <a:lnTo>
                      <a:pt x="101" y="248"/>
                    </a:lnTo>
                    <a:lnTo>
                      <a:pt x="101" y="248"/>
                    </a:lnTo>
                    <a:lnTo>
                      <a:pt x="103" y="248"/>
                    </a:lnTo>
                    <a:lnTo>
                      <a:pt x="103" y="248"/>
                    </a:lnTo>
                    <a:lnTo>
                      <a:pt x="104" y="248"/>
                    </a:lnTo>
                    <a:lnTo>
                      <a:pt x="106" y="248"/>
                    </a:lnTo>
                    <a:lnTo>
                      <a:pt x="108" y="246"/>
                    </a:lnTo>
                    <a:lnTo>
                      <a:pt x="108" y="246"/>
                    </a:lnTo>
                    <a:lnTo>
                      <a:pt x="110" y="246"/>
                    </a:lnTo>
                    <a:lnTo>
                      <a:pt x="110" y="246"/>
                    </a:lnTo>
                    <a:lnTo>
                      <a:pt x="112" y="245"/>
                    </a:lnTo>
                    <a:lnTo>
                      <a:pt x="112" y="245"/>
                    </a:lnTo>
                    <a:lnTo>
                      <a:pt x="114" y="245"/>
                    </a:lnTo>
                    <a:lnTo>
                      <a:pt x="114" y="245"/>
                    </a:lnTo>
                    <a:lnTo>
                      <a:pt x="117" y="244"/>
                    </a:lnTo>
                    <a:lnTo>
                      <a:pt x="117" y="245"/>
                    </a:lnTo>
                    <a:lnTo>
                      <a:pt x="117" y="245"/>
                    </a:lnTo>
                    <a:lnTo>
                      <a:pt x="117" y="245"/>
                    </a:lnTo>
                    <a:lnTo>
                      <a:pt x="119" y="245"/>
                    </a:lnTo>
                    <a:lnTo>
                      <a:pt x="119" y="247"/>
                    </a:lnTo>
                    <a:lnTo>
                      <a:pt x="121" y="247"/>
                    </a:lnTo>
                    <a:lnTo>
                      <a:pt x="121" y="247"/>
                    </a:lnTo>
                    <a:lnTo>
                      <a:pt x="123" y="247"/>
                    </a:lnTo>
                    <a:lnTo>
                      <a:pt x="123" y="249"/>
                    </a:lnTo>
                    <a:lnTo>
                      <a:pt x="124" y="249"/>
                    </a:lnTo>
                    <a:lnTo>
                      <a:pt x="124" y="249"/>
                    </a:lnTo>
                    <a:lnTo>
                      <a:pt x="125" y="249"/>
                    </a:lnTo>
                    <a:lnTo>
                      <a:pt x="125" y="251"/>
                    </a:lnTo>
                    <a:lnTo>
                      <a:pt x="127" y="251"/>
                    </a:lnTo>
                    <a:lnTo>
                      <a:pt x="127" y="251"/>
                    </a:lnTo>
                    <a:lnTo>
                      <a:pt x="129" y="251"/>
                    </a:lnTo>
                    <a:lnTo>
                      <a:pt x="131" y="254"/>
                    </a:lnTo>
                    <a:lnTo>
                      <a:pt x="135" y="258"/>
                    </a:lnTo>
                    <a:lnTo>
                      <a:pt x="140" y="264"/>
                    </a:lnTo>
                    <a:lnTo>
                      <a:pt x="146" y="267"/>
                    </a:lnTo>
                    <a:lnTo>
                      <a:pt x="150" y="273"/>
                    </a:lnTo>
                    <a:lnTo>
                      <a:pt x="156" y="279"/>
                    </a:lnTo>
                    <a:lnTo>
                      <a:pt x="162" y="285"/>
                    </a:lnTo>
                    <a:lnTo>
                      <a:pt x="168" y="290"/>
                    </a:lnTo>
                    <a:lnTo>
                      <a:pt x="171" y="296"/>
                    </a:lnTo>
                    <a:lnTo>
                      <a:pt x="177" y="302"/>
                    </a:lnTo>
                    <a:lnTo>
                      <a:pt x="182" y="307"/>
                    </a:lnTo>
                    <a:lnTo>
                      <a:pt x="187" y="311"/>
                    </a:lnTo>
                    <a:lnTo>
                      <a:pt x="190" y="315"/>
                    </a:lnTo>
                    <a:lnTo>
                      <a:pt x="193" y="318"/>
                    </a:lnTo>
                    <a:lnTo>
                      <a:pt x="195" y="320"/>
                    </a:lnTo>
                    <a:lnTo>
                      <a:pt x="197" y="320"/>
                    </a:lnTo>
                    <a:lnTo>
                      <a:pt x="197" y="320"/>
                    </a:lnTo>
                    <a:lnTo>
                      <a:pt x="199" y="320"/>
                    </a:lnTo>
                    <a:lnTo>
                      <a:pt x="201" y="320"/>
                    </a:lnTo>
                    <a:lnTo>
                      <a:pt x="205" y="318"/>
                    </a:lnTo>
                    <a:lnTo>
                      <a:pt x="208" y="318"/>
                    </a:lnTo>
                    <a:lnTo>
                      <a:pt x="212" y="316"/>
                    </a:lnTo>
                    <a:lnTo>
                      <a:pt x="216" y="315"/>
                    </a:lnTo>
                    <a:lnTo>
                      <a:pt x="221" y="312"/>
                    </a:lnTo>
                    <a:lnTo>
                      <a:pt x="224" y="312"/>
                    </a:lnTo>
                    <a:lnTo>
                      <a:pt x="228" y="311"/>
                    </a:lnTo>
                    <a:lnTo>
                      <a:pt x="232" y="309"/>
                    </a:lnTo>
                    <a:lnTo>
                      <a:pt x="237" y="307"/>
                    </a:lnTo>
                    <a:lnTo>
                      <a:pt x="240" y="307"/>
                    </a:lnTo>
                    <a:lnTo>
                      <a:pt x="244" y="305"/>
                    </a:lnTo>
                    <a:lnTo>
                      <a:pt x="246" y="304"/>
                    </a:lnTo>
                    <a:lnTo>
                      <a:pt x="250" y="302"/>
                    </a:lnTo>
                    <a:lnTo>
                      <a:pt x="252" y="302"/>
                    </a:lnTo>
                    <a:lnTo>
                      <a:pt x="255" y="301"/>
                    </a:lnTo>
                    <a:lnTo>
                      <a:pt x="257" y="301"/>
                    </a:lnTo>
                    <a:lnTo>
                      <a:pt x="261" y="299"/>
                    </a:lnTo>
                    <a:lnTo>
                      <a:pt x="263" y="299"/>
                    </a:lnTo>
                    <a:lnTo>
                      <a:pt x="266" y="297"/>
                    </a:lnTo>
                    <a:lnTo>
                      <a:pt x="270" y="296"/>
                    </a:lnTo>
                    <a:lnTo>
                      <a:pt x="274" y="295"/>
                    </a:lnTo>
                    <a:lnTo>
                      <a:pt x="275" y="295"/>
                    </a:lnTo>
                    <a:lnTo>
                      <a:pt x="280" y="293"/>
                    </a:lnTo>
                    <a:lnTo>
                      <a:pt x="283" y="293"/>
                    </a:lnTo>
                    <a:lnTo>
                      <a:pt x="287" y="290"/>
                    </a:lnTo>
                    <a:lnTo>
                      <a:pt x="289" y="290"/>
                    </a:lnTo>
                    <a:lnTo>
                      <a:pt x="292" y="289"/>
                    </a:lnTo>
                    <a:lnTo>
                      <a:pt x="294" y="288"/>
                    </a:lnTo>
                    <a:lnTo>
                      <a:pt x="297" y="286"/>
                    </a:lnTo>
                    <a:lnTo>
                      <a:pt x="297" y="286"/>
                    </a:lnTo>
                    <a:lnTo>
                      <a:pt x="299" y="286"/>
                    </a:lnTo>
                    <a:lnTo>
                      <a:pt x="300" y="286"/>
                    </a:lnTo>
                    <a:lnTo>
                      <a:pt x="302" y="285"/>
                    </a:lnTo>
                    <a:lnTo>
                      <a:pt x="302" y="285"/>
                    </a:lnTo>
                    <a:lnTo>
                      <a:pt x="304" y="285"/>
                    </a:lnTo>
                    <a:lnTo>
                      <a:pt x="306" y="285"/>
                    </a:lnTo>
                    <a:lnTo>
                      <a:pt x="308" y="283"/>
                    </a:lnTo>
                    <a:lnTo>
                      <a:pt x="308" y="283"/>
                    </a:lnTo>
                    <a:lnTo>
                      <a:pt x="310" y="283"/>
                    </a:lnTo>
                    <a:lnTo>
                      <a:pt x="312" y="283"/>
                    </a:lnTo>
                    <a:lnTo>
                      <a:pt x="314" y="281"/>
                    </a:lnTo>
                    <a:lnTo>
                      <a:pt x="314" y="281"/>
                    </a:lnTo>
                    <a:lnTo>
                      <a:pt x="317" y="281"/>
                    </a:lnTo>
                    <a:lnTo>
                      <a:pt x="318" y="281"/>
                    </a:lnTo>
                    <a:lnTo>
                      <a:pt x="319" y="279"/>
                    </a:lnTo>
                    <a:lnTo>
                      <a:pt x="319" y="279"/>
                    </a:lnTo>
                    <a:lnTo>
                      <a:pt x="319" y="279"/>
                    </a:lnTo>
                    <a:lnTo>
                      <a:pt x="319" y="279"/>
                    </a:lnTo>
                    <a:lnTo>
                      <a:pt x="322" y="278"/>
                    </a:lnTo>
                    <a:lnTo>
                      <a:pt x="322" y="278"/>
                    </a:lnTo>
                    <a:lnTo>
                      <a:pt x="323" y="278"/>
                    </a:lnTo>
                    <a:lnTo>
                      <a:pt x="323" y="278"/>
                    </a:lnTo>
                    <a:lnTo>
                      <a:pt x="325" y="276"/>
                    </a:lnTo>
                    <a:lnTo>
                      <a:pt x="325" y="276"/>
                    </a:lnTo>
                    <a:lnTo>
                      <a:pt x="325" y="276"/>
                    </a:lnTo>
                    <a:lnTo>
                      <a:pt x="325" y="276"/>
                    </a:lnTo>
                    <a:lnTo>
                      <a:pt x="327" y="274"/>
                    </a:lnTo>
                    <a:lnTo>
                      <a:pt x="327" y="274"/>
                    </a:lnTo>
                    <a:lnTo>
                      <a:pt x="327" y="274"/>
                    </a:lnTo>
                    <a:lnTo>
                      <a:pt x="327" y="274"/>
                    </a:lnTo>
                    <a:lnTo>
                      <a:pt x="329" y="273"/>
                    </a:lnTo>
                    <a:lnTo>
                      <a:pt x="329" y="273"/>
                    </a:lnTo>
                    <a:lnTo>
                      <a:pt x="329" y="273"/>
                    </a:lnTo>
                    <a:lnTo>
                      <a:pt x="329" y="273"/>
                    </a:lnTo>
                    <a:lnTo>
                      <a:pt x="329" y="273"/>
                    </a:lnTo>
                    <a:lnTo>
                      <a:pt x="329" y="273"/>
                    </a:lnTo>
                    <a:lnTo>
                      <a:pt x="329" y="273"/>
                    </a:lnTo>
                    <a:lnTo>
                      <a:pt x="329" y="273"/>
                    </a:lnTo>
                    <a:lnTo>
                      <a:pt x="329" y="271"/>
                    </a:lnTo>
                    <a:lnTo>
                      <a:pt x="329" y="271"/>
                    </a:lnTo>
                    <a:lnTo>
                      <a:pt x="329" y="271"/>
                    </a:lnTo>
                    <a:lnTo>
                      <a:pt x="329" y="271"/>
                    </a:lnTo>
                    <a:lnTo>
                      <a:pt x="329" y="269"/>
                    </a:lnTo>
                    <a:lnTo>
                      <a:pt x="329" y="269"/>
                    </a:lnTo>
                    <a:lnTo>
                      <a:pt x="329" y="269"/>
                    </a:lnTo>
                    <a:lnTo>
                      <a:pt x="329" y="269"/>
                    </a:lnTo>
                    <a:lnTo>
                      <a:pt x="329" y="267"/>
                    </a:lnTo>
                    <a:lnTo>
                      <a:pt x="327" y="267"/>
                    </a:lnTo>
                    <a:lnTo>
                      <a:pt x="327" y="267"/>
                    </a:lnTo>
                    <a:lnTo>
                      <a:pt x="327" y="267"/>
                    </a:lnTo>
                    <a:lnTo>
                      <a:pt x="327" y="267"/>
                    </a:lnTo>
                    <a:lnTo>
                      <a:pt x="326" y="267"/>
                    </a:lnTo>
                    <a:lnTo>
                      <a:pt x="326" y="267"/>
                    </a:lnTo>
                    <a:lnTo>
                      <a:pt x="326" y="267"/>
                    </a:lnTo>
                    <a:lnTo>
                      <a:pt x="326" y="266"/>
                    </a:lnTo>
                    <a:lnTo>
                      <a:pt x="324" y="266"/>
                    </a:lnTo>
                    <a:lnTo>
                      <a:pt x="324" y="266"/>
                    </a:lnTo>
                    <a:lnTo>
                      <a:pt x="324" y="266"/>
                    </a:lnTo>
                    <a:lnTo>
                      <a:pt x="324" y="265"/>
                    </a:lnTo>
                    <a:lnTo>
                      <a:pt x="324" y="265"/>
                    </a:lnTo>
                    <a:lnTo>
                      <a:pt x="324" y="265"/>
                    </a:lnTo>
                    <a:lnTo>
                      <a:pt x="324" y="265"/>
                    </a:lnTo>
                    <a:lnTo>
                      <a:pt x="324" y="264"/>
                    </a:lnTo>
                    <a:lnTo>
                      <a:pt x="322" y="264"/>
                    </a:lnTo>
                    <a:lnTo>
                      <a:pt x="320" y="264"/>
                    </a:lnTo>
                    <a:lnTo>
                      <a:pt x="318" y="264"/>
                    </a:lnTo>
                    <a:lnTo>
                      <a:pt x="318" y="262"/>
                    </a:lnTo>
                    <a:lnTo>
                      <a:pt x="317" y="262"/>
                    </a:lnTo>
                    <a:lnTo>
                      <a:pt x="314" y="262"/>
                    </a:lnTo>
                    <a:lnTo>
                      <a:pt x="312" y="262"/>
                    </a:lnTo>
                    <a:lnTo>
                      <a:pt x="312" y="260"/>
                    </a:lnTo>
                    <a:lnTo>
                      <a:pt x="311" y="260"/>
                    </a:lnTo>
                    <a:lnTo>
                      <a:pt x="309" y="260"/>
                    </a:lnTo>
                    <a:lnTo>
                      <a:pt x="307" y="260"/>
                    </a:lnTo>
                    <a:lnTo>
                      <a:pt x="307" y="258"/>
                    </a:lnTo>
                    <a:lnTo>
                      <a:pt x="305" y="258"/>
                    </a:lnTo>
                    <a:lnTo>
                      <a:pt x="304" y="256"/>
                    </a:lnTo>
                    <a:lnTo>
                      <a:pt x="302" y="256"/>
                    </a:lnTo>
                    <a:lnTo>
                      <a:pt x="302" y="254"/>
                    </a:lnTo>
                    <a:lnTo>
                      <a:pt x="300" y="254"/>
                    </a:lnTo>
                    <a:lnTo>
                      <a:pt x="300" y="254"/>
                    </a:lnTo>
                    <a:lnTo>
                      <a:pt x="298" y="254"/>
                    </a:lnTo>
                    <a:lnTo>
                      <a:pt x="298" y="253"/>
                    </a:lnTo>
                    <a:lnTo>
                      <a:pt x="296" y="253"/>
                    </a:lnTo>
                    <a:lnTo>
                      <a:pt x="296" y="251"/>
                    </a:lnTo>
                    <a:lnTo>
                      <a:pt x="295" y="251"/>
                    </a:lnTo>
                    <a:lnTo>
                      <a:pt x="295" y="249"/>
                    </a:lnTo>
                    <a:lnTo>
                      <a:pt x="292" y="249"/>
                    </a:lnTo>
                    <a:lnTo>
                      <a:pt x="292" y="247"/>
                    </a:lnTo>
                    <a:lnTo>
                      <a:pt x="290" y="247"/>
                    </a:lnTo>
                    <a:lnTo>
                      <a:pt x="290" y="245"/>
                    </a:lnTo>
                    <a:lnTo>
                      <a:pt x="289" y="245"/>
                    </a:lnTo>
                    <a:lnTo>
                      <a:pt x="289" y="243"/>
                    </a:lnTo>
                    <a:lnTo>
                      <a:pt x="289" y="243"/>
                    </a:lnTo>
                    <a:lnTo>
                      <a:pt x="289" y="241"/>
                    </a:lnTo>
                    <a:lnTo>
                      <a:pt x="288" y="241"/>
                    </a:lnTo>
                    <a:lnTo>
                      <a:pt x="288" y="240"/>
                    </a:lnTo>
                    <a:lnTo>
                      <a:pt x="288" y="240"/>
                    </a:lnTo>
                    <a:lnTo>
                      <a:pt x="288" y="238"/>
                    </a:lnTo>
                    <a:lnTo>
                      <a:pt x="288" y="238"/>
                    </a:lnTo>
                    <a:lnTo>
                      <a:pt x="288" y="236"/>
                    </a:lnTo>
                    <a:lnTo>
                      <a:pt x="288" y="235"/>
                    </a:lnTo>
                    <a:lnTo>
                      <a:pt x="288" y="233"/>
                    </a:lnTo>
                    <a:lnTo>
                      <a:pt x="288" y="233"/>
                    </a:lnTo>
                    <a:lnTo>
                      <a:pt x="288" y="231"/>
                    </a:lnTo>
                    <a:lnTo>
                      <a:pt x="288" y="230"/>
                    </a:lnTo>
                    <a:lnTo>
                      <a:pt x="288" y="229"/>
                    </a:lnTo>
                    <a:lnTo>
                      <a:pt x="288" y="229"/>
                    </a:lnTo>
                    <a:lnTo>
                      <a:pt x="288" y="227"/>
                    </a:lnTo>
                    <a:lnTo>
                      <a:pt x="288" y="226"/>
                    </a:lnTo>
                    <a:lnTo>
                      <a:pt x="288" y="224"/>
                    </a:lnTo>
                    <a:lnTo>
                      <a:pt x="288" y="224"/>
                    </a:lnTo>
                    <a:lnTo>
                      <a:pt x="288" y="223"/>
                    </a:lnTo>
                    <a:lnTo>
                      <a:pt x="288" y="223"/>
                    </a:lnTo>
                    <a:lnTo>
                      <a:pt x="289" y="221"/>
                    </a:lnTo>
                    <a:lnTo>
                      <a:pt x="289" y="221"/>
                    </a:lnTo>
                    <a:lnTo>
                      <a:pt x="290" y="219"/>
                    </a:lnTo>
                    <a:lnTo>
                      <a:pt x="290" y="218"/>
                    </a:lnTo>
                    <a:lnTo>
                      <a:pt x="292" y="216"/>
                    </a:lnTo>
                    <a:lnTo>
                      <a:pt x="292" y="216"/>
                    </a:lnTo>
                    <a:lnTo>
                      <a:pt x="295" y="215"/>
                    </a:lnTo>
                    <a:lnTo>
                      <a:pt x="295" y="215"/>
                    </a:lnTo>
                    <a:lnTo>
                      <a:pt x="296" y="213"/>
                    </a:lnTo>
                    <a:lnTo>
                      <a:pt x="296" y="213"/>
                    </a:lnTo>
                    <a:lnTo>
                      <a:pt x="297" y="212"/>
                    </a:lnTo>
                    <a:lnTo>
                      <a:pt x="297" y="212"/>
                    </a:lnTo>
                    <a:lnTo>
                      <a:pt x="300" y="210"/>
                    </a:lnTo>
                    <a:lnTo>
                      <a:pt x="300" y="210"/>
                    </a:lnTo>
                    <a:lnTo>
                      <a:pt x="301" y="210"/>
                    </a:lnTo>
                    <a:lnTo>
                      <a:pt x="302" y="210"/>
                    </a:lnTo>
                    <a:lnTo>
                      <a:pt x="303" y="208"/>
                    </a:lnTo>
                    <a:lnTo>
                      <a:pt x="303" y="208"/>
                    </a:lnTo>
                    <a:lnTo>
                      <a:pt x="305" y="206"/>
                    </a:lnTo>
                    <a:lnTo>
                      <a:pt x="307" y="206"/>
                    </a:lnTo>
                    <a:lnTo>
                      <a:pt x="309" y="204"/>
                    </a:lnTo>
                    <a:lnTo>
                      <a:pt x="309" y="204"/>
                    </a:lnTo>
                    <a:lnTo>
                      <a:pt x="311" y="204"/>
                    </a:lnTo>
                    <a:lnTo>
                      <a:pt x="313" y="204"/>
                    </a:lnTo>
                    <a:lnTo>
                      <a:pt x="315" y="202"/>
                    </a:lnTo>
                    <a:lnTo>
                      <a:pt x="317" y="202"/>
                    </a:lnTo>
                    <a:lnTo>
                      <a:pt x="318" y="202"/>
                    </a:lnTo>
                    <a:lnTo>
                      <a:pt x="320" y="202"/>
                    </a:lnTo>
                    <a:lnTo>
                      <a:pt x="322" y="200"/>
                    </a:lnTo>
                    <a:lnTo>
                      <a:pt x="322" y="200"/>
                    </a:lnTo>
                    <a:lnTo>
                      <a:pt x="324" y="200"/>
                    </a:lnTo>
                    <a:lnTo>
                      <a:pt x="324" y="200"/>
                    </a:lnTo>
                    <a:lnTo>
                      <a:pt x="326" y="200"/>
                    </a:lnTo>
                    <a:lnTo>
                      <a:pt x="326" y="200"/>
                    </a:lnTo>
                    <a:lnTo>
                      <a:pt x="328" y="200"/>
                    </a:lnTo>
                    <a:lnTo>
                      <a:pt x="330" y="200"/>
                    </a:lnTo>
                    <a:lnTo>
                      <a:pt x="332" y="199"/>
                    </a:lnTo>
                    <a:lnTo>
                      <a:pt x="332" y="199"/>
                    </a:lnTo>
                    <a:lnTo>
                      <a:pt x="334" y="199"/>
                    </a:lnTo>
                    <a:lnTo>
                      <a:pt x="335" y="199"/>
                    </a:lnTo>
                    <a:lnTo>
                      <a:pt x="337" y="199"/>
                    </a:lnTo>
                    <a:lnTo>
                      <a:pt x="337" y="199"/>
                    </a:lnTo>
                    <a:lnTo>
                      <a:pt x="339" y="199"/>
                    </a:lnTo>
                    <a:lnTo>
                      <a:pt x="341" y="199"/>
                    </a:lnTo>
                    <a:lnTo>
                      <a:pt x="343" y="198"/>
                    </a:lnTo>
                    <a:lnTo>
                      <a:pt x="343" y="198"/>
                    </a:lnTo>
                    <a:lnTo>
                      <a:pt x="344" y="198"/>
                    </a:lnTo>
                    <a:lnTo>
                      <a:pt x="344" y="198"/>
                    </a:lnTo>
                    <a:lnTo>
                      <a:pt x="346" y="198"/>
                    </a:lnTo>
                    <a:lnTo>
                      <a:pt x="346" y="198"/>
                    </a:lnTo>
                    <a:lnTo>
                      <a:pt x="348" y="198"/>
                    </a:lnTo>
                    <a:lnTo>
                      <a:pt x="349" y="198"/>
                    </a:lnTo>
                    <a:lnTo>
                      <a:pt x="351" y="198"/>
                    </a:lnTo>
                    <a:lnTo>
                      <a:pt x="351" y="199"/>
                    </a:lnTo>
                    <a:lnTo>
                      <a:pt x="353" y="199"/>
                    </a:lnTo>
                    <a:lnTo>
                      <a:pt x="353" y="199"/>
                    </a:lnTo>
                    <a:lnTo>
                      <a:pt x="355" y="199"/>
                    </a:lnTo>
                    <a:lnTo>
                      <a:pt x="355" y="199"/>
                    </a:lnTo>
                    <a:lnTo>
                      <a:pt x="356" y="199"/>
                    </a:lnTo>
                    <a:lnTo>
                      <a:pt x="357" y="199"/>
                    </a:lnTo>
                    <a:lnTo>
                      <a:pt x="359" y="199"/>
                    </a:lnTo>
                    <a:lnTo>
                      <a:pt x="359" y="201"/>
                    </a:lnTo>
                    <a:lnTo>
                      <a:pt x="361" y="201"/>
                    </a:lnTo>
                    <a:lnTo>
                      <a:pt x="361" y="201"/>
                    </a:lnTo>
                    <a:lnTo>
                      <a:pt x="362" y="201"/>
                    </a:lnTo>
                    <a:lnTo>
                      <a:pt x="362" y="201"/>
                    </a:lnTo>
                    <a:lnTo>
                      <a:pt x="364" y="201"/>
                    </a:lnTo>
                    <a:lnTo>
                      <a:pt x="364" y="201"/>
                    </a:lnTo>
                    <a:lnTo>
                      <a:pt x="366" y="201"/>
                    </a:lnTo>
                    <a:lnTo>
                      <a:pt x="366" y="203"/>
                    </a:lnTo>
                    <a:lnTo>
                      <a:pt x="368" y="203"/>
                    </a:lnTo>
                    <a:lnTo>
                      <a:pt x="368" y="203"/>
                    </a:lnTo>
                    <a:lnTo>
                      <a:pt x="370" y="203"/>
                    </a:lnTo>
                    <a:lnTo>
                      <a:pt x="370" y="203"/>
                    </a:lnTo>
                    <a:lnTo>
                      <a:pt x="371" y="203"/>
                    </a:lnTo>
                    <a:lnTo>
                      <a:pt x="371" y="203"/>
                    </a:lnTo>
                    <a:lnTo>
                      <a:pt x="373" y="203"/>
                    </a:lnTo>
                    <a:lnTo>
                      <a:pt x="373" y="205"/>
                    </a:lnTo>
                    <a:lnTo>
                      <a:pt x="373" y="205"/>
                    </a:lnTo>
                    <a:lnTo>
                      <a:pt x="373" y="206"/>
                    </a:lnTo>
                    <a:lnTo>
                      <a:pt x="375" y="206"/>
                    </a:lnTo>
                    <a:lnTo>
                      <a:pt x="375" y="208"/>
                    </a:lnTo>
                    <a:lnTo>
                      <a:pt x="376" y="208"/>
                    </a:lnTo>
                    <a:lnTo>
                      <a:pt x="376" y="208"/>
                    </a:lnTo>
                    <a:lnTo>
                      <a:pt x="378" y="208"/>
                    </a:lnTo>
                    <a:lnTo>
                      <a:pt x="378" y="210"/>
                    </a:lnTo>
                    <a:lnTo>
                      <a:pt x="379" y="210"/>
                    </a:lnTo>
                    <a:lnTo>
                      <a:pt x="379" y="210"/>
                    </a:lnTo>
                    <a:lnTo>
                      <a:pt x="381" y="210"/>
                    </a:lnTo>
                    <a:lnTo>
                      <a:pt x="381" y="211"/>
                    </a:lnTo>
                    <a:lnTo>
                      <a:pt x="383" y="211"/>
                    </a:lnTo>
                    <a:lnTo>
                      <a:pt x="383" y="211"/>
                    </a:lnTo>
                    <a:lnTo>
                      <a:pt x="385" y="211"/>
                    </a:lnTo>
                    <a:lnTo>
                      <a:pt x="385" y="213"/>
                    </a:lnTo>
                    <a:lnTo>
                      <a:pt x="385" y="213"/>
                    </a:lnTo>
                    <a:lnTo>
                      <a:pt x="385" y="213"/>
                    </a:lnTo>
                    <a:lnTo>
                      <a:pt x="386" y="213"/>
                    </a:lnTo>
                    <a:lnTo>
                      <a:pt x="386" y="214"/>
                    </a:lnTo>
                    <a:lnTo>
                      <a:pt x="386" y="214"/>
                    </a:lnTo>
                    <a:lnTo>
                      <a:pt x="386" y="214"/>
                    </a:lnTo>
                    <a:lnTo>
                      <a:pt x="388" y="214"/>
                    </a:lnTo>
                    <a:lnTo>
                      <a:pt x="388" y="216"/>
                    </a:lnTo>
                    <a:lnTo>
                      <a:pt x="388" y="216"/>
                    </a:lnTo>
                    <a:lnTo>
                      <a:pt x="388" y="216"/>
                    </a:lnTo>
                    <a:lnTo>
                      <a:pt x="390" y="216"/>
                    </a:lnTo>
                    <a:lnTo>
                      <a:pt x="390" y="218"/>
                    </a:lnTo>
                    <a:lnTo>
                      <a:pt x="390" y="218"/>
                    </a:lnTo>
                    <a:lnTo>
                      <a:pt x="390" y="218"/>
                    </a:lnTo>
                    <a:lnTo>
                      <a:pt x="392" y="218"/>
                    </a:lnTo>
                    <a:lnTo>
                      <a:pt x="392" y="220"/>
                    </a:lnTo>
                    <a:lnTo>
                      <a:pt x="392" y="220"/>
                    </a:lnTo>
                    <a:lnTo>
                      <a:pt x="392" y="220"/>
                    </a:lnTo>
                    <a:lnTo>
                      <a:pt x="392" y="220"/>
                    </a:lnTo>
                    <a:lnTo>
                      <a:pt x="392" y="221"/>
                    </a:lnTo>
                    <a:lnTo>
                      <a:pt x="392" y="221"/>
                    </a:lnTo>
                    <a:lnTo>
                      <a:pt x="392" y="221"/>
                    </a:lnTo>
                    <a:lnTo>
                      <a:pt x="392" y="221"/>
                    </a:lnTo>
                    <a:lnTo>
                      <a:pt x="392" y="223"/>
                    </a:lnTo>
                    <a:lnTo>
                      <a:pt x="392" y="223"/>
                    </a:lnTo>
                    <a:lnTo>
                      <a:pt x="392" y="223"/>
                    </a:lnTo>
                    <a:lnTo>
                      <a:pt x="392" y="223"/>
                    </a:lnTo>
                    <a:lnTo>
                      <a:pt x="392" y="224"/>
                    </a:lnTo>
                    <a:lnTo>
                      <a:pt x="392" y="224"/>
                    </a:lnTo>
                    <a:lnTo>
                      <a:pt x="392" y="224"/>
                    </a:lnTo>
                    <a:lnTo>
                      <a:pt x="393" y="224"/>
                    </a:lnTo>
                    <a:lnTo>
                      <a:pt x="393" y="226"/>
                    </a:lnTo>
                    <a:lnTo>
                      <a:pt x="393" y="226"/>
                    </a:lnTo>
                    <a:lnTo>
                      <a:pt x="393" y="226"/>
                    </a:lnTo>
                    <a:lnTo>
                      <a:pt x="393" y="226"/>
                    </a:lnTo>
                    <a:lnTo>
                      <a:pt x="393" y="228"/>
                    </a:lnTo>
                    <a:lnTo>
                      <a:pt x="393" y="228"/>
                    </a:lnTo>
                    <a:lnTo>
                      <a:pt x="393" y="228"/>
                    </a:lnTo>
                    <a:lnTo>
                      <a:pt x="393" y="228"/>
                    </a:lnTo>
                    <a:lnTo>
                      <a:pt x="393" y="230"/>
                    </a:lnTo>
                    <a:lnTo>
                      <a:pt x="393" y="230"/>
                    </a:lnTo>
                    <a:lnTo>
                      <a:pt x="393" y="230"/>
                    </a:lnTo>
                    <a:lnTo>
                      <a:pt x="393" y="230"/>
                    </a:lnTo>
                    <a:lnTo>
                      <a:pt x="393" y="232"/>
                    </a:lnTo>
                    <a:lnTo>
                      <a:pt x="393" y="232"/>
                    </a:lnTo>
                    <a:lnTo>
                      <a:pt x="393" y="232"/>
                    </a:lnTo>
                    <a:lnTo>
                      <a:pt x="393" y="232"/>
                    </a:lnTo>
                    <a:lnTo>
                      <a:pt x="393" y="234"/>
                    </a:lnTo>
                    <a:lnTo>
                      <a:pt x="393" y="234"/>
                    </a:lnTo>
                    <a:lnTo>
                      <a:pt x="393" y="234"/>
                    </a:lnTo>
                    <a:lnTo>
                      <a:pt x="393" y="234"/>
                    </a:lnTo>
                    <a:lnTo>
                      <a:pt x="393" y="234"/>
                    </a:lnTo>
                    <a:lnTo>
                      <a:pt x="393" y="234"/>
                    </a:lnTo>
                    <a:lnTo>
                      <a:pt x="393" y="234"/>
                    </a:lnTo>
                    <a:lnTo>
                      <a:pt x="393" y="234"/>
                    </a:lnTo>
                    <a:lnTo>
                      <a:pt x="393" y="236"/>
                    </a:lnTo>
                    <a:lnTo>
                      <a:pt x="393" y="236"/>
                    </a:lnTo>
                    <a:lnTo>
                      <a:pt x="393" y="236"/>
                    </a:lnTo>
                    <a:lnTo>
                      <a:pt x="393" y="236"/>
                    </a:lnTo>
                    <a:lnTo>
                      <a:pt x="393" y="236"/>
                    </a:lnTo>
                    <a:lnTo>
                      <a:pt x="393" y="236"/>
                    </a:lnTo>
                    <a:lnTo>
                      <a:pt x="393" y="236"/>
                    </a:lnTo>
                    <a:lnTo>
                      <a:pt x="394" y="236"/>
                    </a:lnTo>
                    <a:lnTo>
                      <a:pt x="394" y="237"/>
                    </a:lnTo>
                    <a:lnTo>
                      <a:pt x="394" y="237"/>
                    </a:lnTo>
                    <a:lnTo>
                      <a:pt x="394" y="237"/>
                    </a:lnTo>
                    <a:lnTo>
                      <a:pt x="394" y="237"/>
                    </a:lnTo>
                    <a:lnTo>
                      <a:pt x="394" y="239"/>
                    </a:lnTo>
                    <a:lnTo>
                      <a:pt x="394" y="239"/>
                    </a:lnTo>
                    <a:lnTo>
                      <a:pt x="394" y="239"/>
                    </a:lnTo>
                    <a:lnTo>
                      <a:pt x="394" y="239"/>
                    </a:lnTo>
                    <a:lnTo>
                      <a:pt x="394" y="241"/>
                    </a:lnTo>
                    <a:lnTo>
                      <a:pt x="394" y="241"/>
                    </a:lnTo>
                    <a:lnTo>
                      <a:pt x="394" y="241"/>
                    </a:lnTo>
                    <a:lnTo>
                      <a:pt x="394" y="241"/>
                    </a:lnTo>
                    <a:lnTo>
                      <a:pt x="394" y="242"/>
                    </a:lnTo>
                    <a:lnTo>
                      <a:pt x="394" y="242"/>
                    </a:lnTo>
                    <a:lnTo>
                      <a:pt x="394" y="242"/>
                    </a:lnTo>
                    <a:lnTo>
                      <a:pt x="396" y="242"/>
                    </a:lnTo>
                    <a:lnTo>
                      <a:pt x="396" y="243"/>
                    </a:lnTo>
                    <a:lnTo>
                      <a:pt x="396" y="243"/>
                    </a:lnTo>
                    <a:lnTo>
                      <a:pt x="396" y="243"/>
                    </a:lnTo>
                    <a:lnTo>
                      <a:pt x="397" y="243"/>
                    </a:lnTo>
                    <a:lnTo>
                      <a:pt x="397" y="245"/>
                    </a:lnTo>
                    <a:lnTo>
                      <a:pt x="397" y="245"/>
                    </a:lnTo>
                    <a:lnTo>
                      <a:pt x="397" y="245"/>
                    </a:lnTo>
                    <a:lnTo>
                      <a:pt x="399" y="245"/>
                    </a:lnTo>
                    <a:lnTo>
                      <a:pt x="399" y="246"/>
                    </a:lnTo>
                    <a:lnTo>
                      <a:pt x="399" y="246"/>
                    </a:lnTo>
                    <a:lnTo>
                      <a:pt x="399" y="246"/>
                    </a:lnTo>
                    <a:lnTo>
                      <a:pt x="401" y="246"/>
                    </a:lnTo>
                    <a:lnTo>
                      <a:pt x="401" y="246"/>
                    </a:lnTo>
                    <a:lnTo>
                      <a:pt x="402" y="246"/>
                    </a:lnTo>
                    <a:lnTo>
                      <a:pt x="402" y="246"/>
                    </a:lnTo>
                    <a:lnTo>
                      <a:pt x="404" y="246"/>
                    </a:lnTo>
                    <a:lnTo>
                      <a:pt x="404" y="246"/>
                    </a:lnTo>
                    <a:lnTo>
                      <a:pt x="404" y="246"/>
                    </a:lnTo>
                    <a:lnTo>
                      <a:pt x="404" y="246"/>
                    </a:lnTo>
                    <a:lnTo>
                      <a:pt x="406" y="246"/>
                    </a:lnTo>
                    <a:lnTo>
                      <a:pt x="406" y="246"/>
                    </a:lnTo>
                    <a:lnTo>
                      <a:pt x="406" y="246"/>
                    </a:lnTo>
                    <a:lnTo>
                      <a:pt x="406" y="246"/>
                    </a:lnTo>
                    <a:lnTo>
                      <a:pt x="408" y="246"/>
                    </a:lnTo>
                    <a:lnTo>
                      <a:pt x="408" y="246"/>
                    </a:lnTo>
                    <a:lnTo>
                      <a:pt x="408" y="246"/>
                    </a:lnTo>
                    <a:lnTo>
                      <a:pt x="408" y="246"/>
                    </a:lnTo>
                    <a:lnTo>
                      <a:pt x="410" y="246"/>
                    </a:lnTo>
                    <a:lnTo>
                      <a:pt x="410" y="246"/>
                    </a:lnTo>
                    <a:lnTo>
                      <a:pt x="412" y="246"/>
                    </a:lnTo>
                    <a:lnTo>
                      <a:pt x="412" y="246"/>
                    </a:lnTo>
                    <a:lnTo>
                      <a:pt x="414" y="246"/>
                    </a:lnTo>
                    <a:lnTo>
                      <a:pt x="414" y="246"/>
                    </a:lnTo>
                    <a:lnTo>
                      <a:pt x="415" y="246"/>
                    </a:lnTo>
                    <a:lnTo>
                      <a:pt x="415" y="246"/>
                    </a:lnTo>
                    <a:lnTo>
                      <a:pt x="417" y="245"/>
                    </a:lnTo>
                    <a:lnTo>
                      <a:pt x="417" y="245"/>
                    </a:lnTo>
                    <a:lnTo>
                      <a:pt x="419" y="245"/>
                    </a:lnTo>
                    <a:lnTo>
                      <a:pt x="421" y="245"/>
                    </a:lnTo>
                    <a:lnTo>
                      <a:pt x="423" y="243"/>
                    </a:lnTo>
                    <a:lnTo>
                      <a:pt x="423" y="243"/>
                    </a:lnTo>
                    <a:lnTo>
                      <a:pt x="425" y="243"/>
                    </a:lnTo>
                    <a:lnTo>
                      <a:pt x="427" y="243"/>
                    </a:lnTo>
                    <a:lnTo>
                      <a:pt x="428" y="242"/>
                    </a:lnTo>
                    <a:lnTo>
                      <a:pt x="428" y="242"/>
                    </a:lnTo>
                    <a:lnTo>
                      <a:pt x="430" y="241"/>
                    </a:lnTo>
                    <a:lnTo>
                      <a:pt x="431" y="241"/>
                    </a:lnTo>
                    <a:lnTo>
                      <a:pt x="433" y="239"/>
                    </a:lnTo>
                    <a:lnTo>
                      <a:pt x="433" y="239"/>
                    </a:lnTo>
                    <a:lnTo>
                      <a:pt x="435" y="239"/>
                    </a:lnTo>
                    <a:lnTo>
                      <a:pt x="436" y="239"/>
                    </a:lnTo>
                    <a:lnTo>
                      <a:pt x="438" y="237"/>
                    </a:lnTo>
                    <a:lnTo>
                      <a:pt x="440" y="237"/>
                    </a:lnTo>
                    <a:lnTo>
                      <a:pt x="442" y="237"/>
                    </a:lnTo>
                    <a:lnTo>
                      <a:pt x="444" y="237"/>
                    </a:lnTo>
                    <a:lnTo>
                      <a:pt x="446" y="235"/>
                    </a:lnTo>
                    <a:lnTo>
                      <a:pt x="447" y="235"/>
                    </a:lnTo>
                    <a:lnTo>
                      <a:pt x="449" y="235"/>
                    </a:lnTo>
                    <a:lnTo>
                      <a:pt x="451" y="235"/>
                    </a:lnTo>
                    <a:lnTo>
                      <a:pt x="453" y="233"/>
                    </a:lnTo>
                    <a:lnTo>
                      <a:pt x="454" y="233"/>
                    </a:lnTo>
                    <a:lnTo>
                      <a:pt x="456" y="231"/>
                    </a:lnTo>
                    <a:lnTo>
                      <a:pt x="458" y="231"/>
                    </a:lnTo>
                    <a:lnTo>
                      <a:pt x="459" y="229"/>
                    </a:lnTo>
                    <a:lnTo>
                      <a:pt x="459" y="229"/>
                    </a:lnTo>
                    <a:lnTo>
                      <a:pt x="461" y="229"/>
                    </a:lnTo>
                    <a:lnTo>
                      <a:pt x="463" y="229"/>
                    </a:lnTo>
                    <a:lnTo>
                      <a:pt x="465" y="228"/>
                    </a:lnTo>
                    <a:lnTo>
                      <a:pt x="467" y="228"/>
                    </a:lnTo>
                    <a:lnTo>
                      <a:pt x="469" y="227"/>
                    </a:lnTo>
                    <a:lnTo>
                      <a:pt x="471" y="227"/>
                    </a:lnTo>
                    <a:lnTo>
                      <a:pt x="473" y="224"/>
                    </a:lnTo>
                    <a:lnTo>
                      <a:pt x="475" y="224"/>
                    </a:lnTo>
                    <a:lnTo>
                      <a:pt x="477" y="224"/>
                    </a:lnTo>
                    <a:lnTo>
                      <a:pt x="479" y="224"/>
                    </a:lnTo>
                    <a:lnTo>
                      <a:pt x="481" y="223"/>
                    </a:lnTo>
                    <a:lnTo>
                      <a:pt x="483" y="223"/>
                    </a:lnTo>
                    <a:lnTo>
                      <a:pt x="485" y="221"/>
                    </a:lnTo>
                    <a:lnTo>
                      <a:pt x="487" y="221"/>
                    </a:lnTo>
                    <a:lnTo>
                      <a:pt x="489" y="219"/>
                    </a:lnTo>
                    <a:lnTo>
                      <a:pt x="489" y="219"/>
                    </a:lnTo>
                    <a:lnTo>
                      <a:pt x="490" y="219"/>
                    </a:lnTo>
                    <a:lnTo>
                      <a:pt x="492" y="219"/>
                    </a:lnTo>
                    <a:lnTo>
                      <a:pt x="494" y="217"/>
                    </a:lnTo>
                    <a:lnTo>
                      <a:pt x="494" y="217"/>
                    </a:lnTo>
                    <a:lnTo>
                      <a:pt x="496" y="217"/>
                    </a:lnTo>
                    <a:lnTo>
                      <a:pt x="497" y="217"/>
                    </a:lnTo>
                    <a:lnTo>
                      <a:pt x="500" y="215"/>
                    </a:lnTo>
                    <a:lnTo>
                      <a:pt x="500" y="215"/>
                    </a:lnTo>
                    <a:lnTo>
                      <a:pt x="502" y="215"/>
                    </a:lnTo>
                    <a:lnTo>
                      <a:pt x="503" y="215"/>
                    </a:lnTo>
                    <a:lnTo>
                      <a:pt x="505" y="214"/>
                    </a:lnTo>
                    <a:lnTo>
                      <a:pt x="506" y="214"/>
                    </a:lnTo>
                    <a:lnTo>
                      <a:pt x="508" y="212"/>
                    </a:lnTo>
                    <a:lnTo>
                      <a:pt x="510" y="212"/>
                    </a:lnTo>
                    <a:lnTo>
                      <a:pt x="512" y="210"/>
                    </a:lnTo>
                    <a:lnTo>
                      <a:pt x="512" y="210"/>
                    </a:lnTo>
                    <a:lnTo>
                      <a:pt x="513" y="210"/>
                    </a:lnTo>
                    <a:lnTo>
                      <a:pt x="514" y="210"/>
                    </a:lnTo>
                    <a:lnTo>
                      <a:pt x="516" y="210"/>
                    </a:lnTo>
                    <a:lnTo>
                      <a:pt x="516" y="210"/>
                    </a:lnTo>
                    <a:lnTo>
                      <a:pt x="518" y="210"/>
                    </a:lnTo>
                    <a:lnTo>
                      <a:pt x="519" y="210"/>
                    </a:lnTo>
                    <a:lnTo>
                      <a:pt x="522" y="208"/>
                    </a:lnTo>
                    <a:lnTo>
                      <a:pt x="522" y="208"/>
                    </a:lnTo>
                    <a:lnTo>
                      <a:pt x="524" y="208"/>
                    </a:lnTo>
                    <a:lnTo>
                      <a:pt x="525" y="208"/>
                    </a:lnTo>
                    <a:lnTo>
                      <a:pt x="527" y="206"/>
                    </a:lnTo>
                    <a:lnTo>
                      <a:pt x="527" y="206"/>
                    </a:lnTo>
                    <a:lnTo>
                      <a:pt x="529" y="206"/>
                    </a:lnTo>
                    <a:lnTo>
                      <a:pt x="531" y="206"/>
                    </a:lnTo>
                    <a:lnTo>
                      <a:pt x="533" y="204"/>
                    </a:lnTo>
                    <a:lnTo>
                      <a:pt x="533" y="204"/>
                    </a:lnTo>
                    <a:lnTo>
                      <a:pt x="533" y="204"/>
                    </a:lnTo>
                    <a:lnTo>
                      <a:pt x="533" y="204"/>
                    </a:lnTo>
                    <a:lnTo>
                      <a:pt x="533" y="204"/>
                    </a:lnTo>
                    <a:lnTo>
                      <a:pt x="533" y="204"/>
                    </a:lnTo>
                    <a:lnTo>
                      <a:pt x="533" y="204"/>
                    </a:lnTo>
                    <a:lnTo>
                      <a:pt x="533" y="204"/>
                    </a:lnTo>
                    <a:lnTo>
                      <a:pt x="534" y="203"/>
                    </a:lnTo>
                    <a:lnTo>
                      <a:pt x="534" y="203"/>
                    </a:lnTo>
                    <a:lnTo>
                      <a:pt x="534" y="203"/>
                    </a:lnTo>
                    <a:lnTo>
                      <a:pt x="534" y="203"/>
                    </a:lnTo>
                    <a:lnTo>
                      <a:pt x="535" y="203"/>
                    </a:lnTo>
                    <a:lnTo>
                      <a:pt x="535" y="203"/>
                    </a:lnTo>
                    <a:lnTo>
                      <a:pt x="535" y="203"/>
                    </a:lnTo>
                    <a:lnTo>
                      <a:pt x="535" y="203"/>
                    </a:lnTo>
                    <a:lnTo>
                      <a:pt x="536" y="201"/>
                    </a:lnTo>
                    <a:lnTo>
                      <a:pt x="533" y="199"/>
                    </a:lnTo>
                    <a:lnTo>
                      <a:pt x="529" y="195"/>
                    </a:lnTo>
                    <a:lnTo>
                      <a:pt x="525" y="191"/>
                    </a:lnTo>
                    <a:lnTo>
                      <a:pt x="521" y="185"/>
                    </a:lnTo>
                    <a:lnTo>
                      <a:pt x="515" y="181"/>
                    </a:lnTo>
                    <a:lnTo>
                      <a:pt x="511" y="176"/>
                    </a:lnTo>
                    <a:lnTo>
                      <a:pt x="505" y="170"/>
                    </a:lnTo>
                    <a:lnTo>
                      <a:pt x="502" y="164"/>
                    </a:lnTo>
                    <a:lnTo>
                      <a:pt x="496" y="161"/>
                    </a:lnTo>
                    <a:lnTo>
                      <a:pt x="491" y="155"/>
                    </a:lnTo>
                    <a:lnTo>
                      <a:pt x="487" y="151"/>
                    </a:lnTo>
                    <a:lnTo>
                      <a:pt x="483" y="147"/>
                    </a:lnTo>
                    <a:lnTo>
                      <a:pt x="479" y="144"/>
                    </a:lnTo>
                    <a:lnTo>
                      <a:pt x="477" y="141"/>
                    </a:lnTo>
                    <a:lnTo>
                      <a:pt x="475" y="139"/>
                    </a:lnTo>
                    <a:lnTo>
                      <a:pt x="475" y="137"/>
                    </a:lnTo>
                    <a:lnTo>
                      <a:pt x="473" y="137"/>
                    </a:lnTo>
                    <a:lnTo>
                      <a:pt x="471" y="134"/>
                    </a:lnTo>
                    <a:lnTo>
                      <a:pt x="468" y="133"/>
                    </a:lnTo>
                    <a:lnTo>
                      <a:pt x="466" y="129"/>
                    </a:lnTo>
                    <a:lnTo>
                      <a:pt x="462" y="126"/>
                    </a:lnTo>
                    <a:lnTo>
                      <a:pt x="458" y="122"/>
                    </a:lnTo>
                    <a:lnTo>
                      <a:pt x="454" y="118"/>
                    </a:lnTo>
                    <a:lnTo>
                      <a:pt x="451" y="114"/>
                    </a:lnTo>
                    <a:lnTo>
                      <a:pt x="446" y="111"/>
                    </a:lnTo>
                    <a:lnTo>
                      <a:pt x="443" y="107"/>
                    </a:lnTo>
                    <a:lnTo>
                      <a:pt x="439" y="103"/>
                    </a:lnTo>
                    <a:lnTo>
                      <a:pt x="436" y="99"/>
                    </a:lnTo>
                    <a:lnTo>
                      <a:pt x="431" y="97"/>
                    </a:lnTo>
                    <a:lnTo>
                      <a:pt x="429" y="93"/>
                    </a:lnTo>
                    <a:lnTo>
                      <a:pt x="427" y="91"/>
                    </a:lnTo>
                    <a:lnTo>
                      <a:pt x="426" y="89"/>
                    </a:lnTo>
                    <a:lnTo>
                      <a:pt x="422" y="87"/>
                    </a:lnTo>
                    <a:lnTo>
                      <a:pt x="419" y="83"/>
                    </a:lnTo>
                    <a:lnTo>
                      <a:pt x="415" y="80"/>
                    </a:lnTo>
                    <a:lnTo>
                      <a:pt x="414" y="76"/>
                    </a:lnTo>
                    <a:lnTo>
                      <a:pt x="409" y="74"/>
                    </a:lnTo>
                    <a:lnTo>
                      <a:pt x="408" y="70"/>
                    </a:lnTo>
                    <a:lnTo>
                      <a:pt x="404" y="66"/>
                    </a:lnTo>
                    <a:lnTo>
                      <a:pt x="402" y="62"/>
                    </a:lnTo>
                    <a:lnTo>
                      <a:pt x="398" y="60"/>
                    </a:lnTo>
                    <a:lnTo>
                      <a:pt x="395" y="56"/>
                    </a:lnTo>
                    <a:lnTo>
                      <a:pt x="391" y="53"/>
                    </a:lnTo>
                    <a:lnTo>
                      <a:pt x="389" y="49"/>
                    </a:lnTo>
                    <a:lnTo>
                      <a:pt x="385" y="47"/>
                    </a:lnTo>
                    <a:lnTo>
                      <a:pt x="383" y="43"/>
                    </a:lnTo>
                    <a:lnTo>
                      <a:pt x="379" y="39"/>
                    </a:lnTo>
                    <a:lnTo>
                      <a:pt x="377" y="36"/>
                    </a:lnTo>
                    <a:lnTo>
                      <a:pt x="375" y="36"/>
                    </a:lnTo>
                    <a:lnTo>
                      <a:pt x="374" y="34"/>
                    </a:lnTo>
                    <a:lnTo>
                      <a:pt x="372" y="32"/>
                    </a:lnTo>
                    <a:lnTo>
                      <a:pt x="371" y="30"/>
                    </a:lnTo>
                    <a:lnTo>
                      <a:pt x="370" y="29"/>
                    </a:lnTo>
                    <a:lnTo>
                      <a:pt x="368" y="27"/>
                    </a:lnTo>
                    <a:lnTo>
                      <a:pt x="366" y="25"/>
                    </a:lnTo>
                    <a:lnTo>
                      <a:pt x="364" y="23"/>
                    </a:lnTo>
                    <a:lnTo>
                      <a:pt x="362" y="22"/>
                    </a:lnTo>
                    <a:lnTo>
                      <a:pt x="361" y="20"/>
                    </a:lnTo>
                    <a:lnTo>
                      <a:pt x="358" y="18"/>
                    </a:lnTo>
                    <a:lnTo>
                      <a:pt x="356" y="16"/>
                    </a:lnTo>
                    <a:lnTo>
                      <a:pt x="355" y="15"/>
                    </a:lnTo>
                    <a:lnTo>
                      <a:pt x="353" y="13"/>
                    </a:lnTo>
                    <a:lnTo>
                      <a:pt x="351" y="11"/>
                    </a:lnTo>
                    <a:lnTo>
                      <a:pt x="351" y="9"/>
                    </a:lnTo>
                    <a:lnTo>
                      <a:pt x="349" y="9"/>
                    </a:lnTo>
                    <a:lnTo>
                      <a:pt x="349" y="9"/>
                    </a:lnTo>
                    <a:lnTo>
                      <a:pt x="349" y="9"/>
                    </a:lnTo>
                    <a:lnTo>
                      <a:pt x="349" y="8"/>
                    </a:lnTo>
                    <a:lnTo>
                      <a:pt x="347" y="8"/>
                    </a:lnTo>
                    <a:lnTo>
                      <a:pt x="347" y="7"/>
                    </a:lnTo>
                    <a:lnTo>
                      <a:pt x="347" y="7"/>
                    </a:lnTo>
                    <a:lnTo>
                      <a:pt x="347" y="5"/>
                    </a:lnTo>
                    <a:lnTo>
                      <a:pt x="345" y="5"/>
                    </a:lnTo>
                    <a:lnTo>
                      <a:pt x="345" y="5"/>
                    </a:lnTo>
                    <a:lnTo>
                      <a:pt x="344" y="5"/>
                    </a:lnTo>
                    <a:lnTo>
                      <a:pt x="344" y="2"/>
                    </a:lnTo>
                    <a:lnTo>
                      <a:pt x="344" y="2"/>
                    </a:lnTo>
                    <a:lnTo>
                      <a:pt x="344" y="2"/>
                    </a:lnTo>
                    <a:lnTo>
                      <a:pt x="344" y="2"/>
                    </a:lnTo>
                    <a:lnTo>
                      <a:pt x="344" y="0"/>
                    </a:lnTo>
                    <a:lnTo>
                      <a:pt x="341" y="2"/>
                    </a:lnTo>
                    <a:lnTo>
                      <a:pt x="340" y="2"/>
                    </a:lnTo>
                    <a:lnTo>
                      <a:pt x="338" y="3"/>
                    </a:lnTo>
                    <a:lnTo>
                      <a:pt x="336" y="3"/>
                    </a:lnTo>
                    <a:lnTo>
                      <a:pt x="332" y="5"/>
                    </a:lnTo>
                    <a:lnTo>
                      <a:pt x="329" y="5"/>
                    </a:lnTo>
                    <a:lnTo>
                      <a:pt x="325" y="7"/>
                    </a:lnTo>
                    <a:lnTo>
                      <a:pt x="323" y="7"/>
                    </a:lnTo>
                    <a:lnTo>
                      <a:pt x="319" y="9"/>
                    </a:lnTo>
                    <a:lnTo>
                      <a:pt x="316" y="10"/>
                    </a:lnTo>
                    <a:lnTo>
                      <a:pt x="312" y="12"/>
                    </a:lnTo>
                    <a:lnTo>
                      <a:pt x="310" y="12"/>
                    </a:lnTo>
                    <a:lnTo>
                      <a:pt x="307" y="14"/>
                    </a:lnTo>
                    <a:lnTo>
                      <a:pt x="305" y="14"/>
                    </a:lnTo>
                    <a:lnTo>
                      <a:pt x="303" y="14"/>
                    </a:lnTo>
                    <a:lnTo>
                      <a:pt x="303" y="14"/>
                    </a:lnTo>
                    <a:lnTo>
                      <a:pt x="301" y="16"/>
                    </a:lnTo>
                    <a:lnTo>
                      <a:pt x="298" y="17"/>
                    </a:lnTo>
                    <a:lnTo>
                      <a:pt x="293" y="19"/>
                    </a:lnTo>
                    <a:lnTo>
                      <a:pt x="289" y="20"/>
                    </a:lnTo>
                    <a:lnTo>
                      <a:pt x="281" y="23"/>
                    </a:lnTo>
                    <a:lnTo>
                      <a:pt x="275" y="25"/>
                    </a:lnTo>
                    <a:lnTo>
                      <a:pt x="266" y="28"/>
                    </a:lnTo>
                    <a:lnTo>
                      <a:pt x="259" y="30"/>
                    </a:lnTo>
                    <a:lnTo>
                      <a:pt x="249" y="34"/>
                    </a:lnTo>
                    <a:lnTo>
                      <a:pt x="240" y="36"/>
                    </a:lnTo>
                    <a:lnTo>
                      <a:pt x="230" y="40"/>
                    </a:lnTo>
                    <a:lnTo>
                      <a:pt x="222" y="42"/>
                    </a:lnTo>
                    <a:lnTo>
                      <a:pt x="214" y="45"/>
                    </a:lnTo>
                    <a:lnTo>
                      <a:pt x="207" y="47"/>
                    </a:lnTo>
                    <a:lnTo>
                      <a:pt x="200" y="49"/>
                    </a:lnTo>
                    <a:lnTo>
                      <a:pt x="195" y="51"/>
                    </a:lnTo>
                    <a:lnTo>
                      <a:pt x="187" y="54"/>
                    </a:lnTo>
                    <a:lnTo>
                      <a:pt x="181" y="56"/>
                    </a:lnTo>
                    <a:lnTo>
                      <a:pt x="173" y="60"/>
                    </a:lnTo>
                    <a:lnTo>
                      <a:pt x="165" y="62"/>
                    </a:lnTo>
                    <a:lnTo>
                      <a:pt x="155" y="66"/>
                    </a:lnTo>
                    <a:lnTo>
                      <a:pt x="147" y="68"/>
                    </a:lnTo>
                    <a:lnTo>
                      <a:pt x="138" y="72"/>
                    </a:lnTo>
                    <a:lnTo>
                      <a:pt x="130" y="74"/>
                    </a:lnTo>
                    <a:lnTo>
                      <a:pt x="120" y="78"/>
                    </a:lnTo>
                    <a:lnTo>
                      <a:pt x="111" y="80"/>
                    </a:lnTo>
                    <a:lnTo>
                      <a:pt x="102" y="84"/>
                    </a:lnTo>
                    <a:lnTo>
                      <a:pt x="94" y="86"/>
                    </a:lnTo>
                    <a:lnTo>
                      <a:pt x="85" y="90"/>
                    </a:lnTo>
                    <a:lnTo>
                      <a:pt x="78" y="92"/>
                    </a:lnTo>
                    <a:lnTo>
                      <a:pt x="70" y="94"/>
                    </a:lnTo>
                    <a:lnTo>
                      <a:pt x="63" y="96"/>
                    </a:lnTo>
                    <a:lnTo>
                      <a:pt x="59" y="98"/>
                    </a:lnTo>
                    <a:lnTo>
                      <a:pt x="57" y="99"/>
                    </a:lnTo>
                    <a:lnTo>
                      <a:pt x="53" y="101"/>
                    </a:lnTo>
                    <a:lnTo>
                      <a:pt x="50" y="102"/>
                    </a:lnTo>
                    <a:lnTo>
                      <a:pt x="44" y="104"/>
                    </a:lnTo>
                    <a:lnTo>
                      <a:pt x="41" y="105"/>
                    </a:lnTo>
                    <a:lnTo>
                      <a:pt x="37" y="107"/>
                    </a:lnTo>
                    <a:lnTo>
                      <a:pt x="33" y="108"/>
                    </a:lnTo>
                    <a:lnTo>
                      <a:pt x="27" y="110"/>
                    </a:lnTo>
                    <a:lnTo>
                      <a:pt x="23" y="112"/>
                    </a:lnTo>
                    <a:lnTo>
                      <a:pt x="19" y="114"/>
                    </a:lnTo>
                    <a:lnTo>
                      <a:pt x="15" y="115"/>
                    </a:lnTo>
                    <a:lnTo>
                      <a:pt x="12" y="117"/>
                    </a:lnTo>
                    <a:lnTo>
                      <a:pt x="7" y="117"/>
                    </a:lnTo>
                    <a:lnTo>
                      <a:pt x="4" y="117"/>
                    </a:lnTo>
                    <a:lnTo>
                      <a:pt x="2" y="117"/>
                    </a:lnTo>
                    <a:lnTo>
                      <a:pt x="2" y="118"/>
                    </a:lnTo>
                    <a:lnTo>
                      <a:pt x="2" y="118"/>
                    </a:lnTo>
                    <a:lnTo>
                      <a:pt x="2" y="118"/>
                    </a:lnTo>
                    <a:lnTo>
                      <a:pt x="2" y="118"/>
                    </a:lnTo>
                    <a:lnTo>
                      <a:pt x="2" y="118"/>
                    </a:lnTo>
                    <a:lnTo>
                      <a:pt x="2" y="118"/>
                    </a:lnTo>
                    <a:lnTo>
                      <a:pt x="2" y="118"/>
                    </a:lnTo>
                    <a:lnTo>
                      <a:pt x="2" y="118"/>
                    </a:lnTo>
                    <a:lnTo>
                      <a:pt x="2" y="119"/>
                    </a:lnTo>
                    <a:lnTo>
                      <a:pt x="2" y="119"/>
                    </a:lnTo>
                    <a:lnTo>
                      <a:pt x="2" y="119"/>
                    </a:lnTo>
                    <a:lnTo>
                      <a:pt x="2" y="119"/>
                    </a:lnTo>
                    <a:lnTo>
                      <a:pt x="2" y="119"/>
                    </a:lnTo>
                    <a:lnTo>
                      <a:pt x="2" y="119"/>
                    </a:lnTo>
                    <a:lnTo>
                      <a:pt x="2" y="119"/>
                    </a:lnTo>
                    <a:lnTo>
                      <a:pt x="4" y="119"/>
                    </a:lnTo>
                    <a:lnTo>
                      <a:pt x="4" y="119"/>
                    </a:lnTo>
                  </a:path>
                </a:pathLst>
              </a:custGeom>
              <a:solidFill>
                <a:srgbClr val="000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83" name=""/>
              <p:cNvSpPr/>
              <p:nvPr/>
            </p:nvSpPr>
            <p:spPr>
              <a:xfrm>
                <a:off x="6176880" y="5981760"/>
                <a:ext cx="395280" cy="129960"/>
              </a:xfrm>
              <a:custGeom>
                <a:avLst/>
                <a:gdLst/>
                <a:ahLst/>
                <a:rect l="l" t="t" r="r" b="b"/>
                <a:pathLst>
                  <a:path w="249" h="82">
                    <a:moveTo>
                      <a:pt x="12" y="55"/>
                    </a:moveTo>
                    <a:lnTo>
                      <a:pt x="12" y="55"/>
                    </a:lnTo>
                    <a:lnTo>
                      <a:pt x="12" y="55"/>
                    </a:lnTo>
                    <a:lnTo>
                      <a:pt x="12" y="55"/>
                    </a:lnTo>
                    <a:lnTo>
                      <a:pt x="14" y="54"/>
                    </a:lnTo>
                    <a:lnTo>
                      <a:pt x="14" y="54"/>
                    </a:lnTo>
                    <a:lnTo>
                      <a:pt x="14" y="52"/>
                    </a:lnTo>
                    <a:lnTo>
                      <a:pt x="14" y="50"/>
                    </a:lnTo>
                    <a:lnTo>
                      <a:pt x="16" y="48"/>
                    </a:lnTo>
                    <a:lnTo>
                      <a:pt x="16" y="48"/>
                    </a:lnTo>
                    <a:lnTo>
                      <a:pt x="17" y="47"/>
                    </a:lnTo>
                    <a:lnTo>
                      <a:pt x="17" y="45"/>
                    </a:lnTo>
                    <a:lnTo>
                      <a:pt x="19" y="43"/>
                    </a:lnTo>
                    <a:lnTo>
                      <a:pt x="19" y="43"/>
                    </a:lnTo>
                    <a:lnTo>
                      <a:pt x="21" y="41"/>
                    </a:lnTo>
                    <a:lnTo>
                      <a:pt x="23" y="41"/>
                    </a:lnTo>
                    <a:lnTo>
                      <a:pt x="25" y="39"/>
                    </a:lnTo>
                    <a:lnTo>
                      <a:pt x="25" y="39"/>
                    </a:lnTo>
                    <a:lnTo>
                      <a:pt x="26" y="39"/>
                    </a:lnTo>
                    <a:lnTo>
                      <a:pt x="26" y="39"/>
                    </a:lnTo>
                    <a:lnTo>
                      <a:pt x="29" y="39"/>
                    </a:lnTo>
                    <a:lnTo>
                      <a:pt x="29" y="39"/>
                    </a:lnTo>
                    <a:lnTo>
                      <a:pt x="30" y="39"/>
                    </a:lnTo>
                    <a:lnTo>
                      <a:pt x="32" y="39"/>
                    </a:lnTo>
                    <a:lnTo>
                      <a:pt x="34" y="37"/>
                    </a:lnTo>
                    <a:lnTo>
                      <a:pt x="34" y="37"/>
                    </a:lnTo>
                    <a:lnTo>
                      <a:pt x="36" y="37"/>
                    </a:lnTo>
                    <a:lnTo>
                      <a:pt x="37" y="37"/>
                    </a:lnTo>
                    <a:lnTo>
                      <a:pt x="39" y="36"/>
                    </a:lnTo>
                    <a:lnTo>
                      <a:pt x="39" y="36"/>
                    </a:lnTo>
                    <a:lnTo>
                      <a:pt x="41" y="36"/>
                    </a:lnTo>
                    <a:lnTo>
                      <a:pt x="42" y="36"/>
                    </a:lnTo>
                    <a:lnTo>
                      <a:pt x="44" y="35"/>
                    </a:lnTo>
                    <a:lnTo>
                      <a:pt x="44" y="35"/>
                    </a:lnTo>
                    <a:lnTo>
                      <a:pt x="46" y="35"/>
                    </a:lnTo>
                    <a:lnTo>
                      <a:pt x="46" y="35"/>
                    </a:lnTo>
                    <a:lnTo>
                      <a:pt x="48" y="35"/>
                    </a:lnTo>
                    <a:lnTo>
                      <a:pt x="48" y="35"/>
                    </a:lnTo>
                    <a:lnTo>
                      <a:pt x="50" y="35"/>
                    </a:lnTo>
                    <a:lnTo>
                      <a:pt x="50" y="35"/>
                    </a:lnTo>
                    <a:lnTo>
                      <a:pt x="52" y="35"/>
                    </a:lnTo>
                    <a:lnTo>
                      <a:pt x="52" y="35"/>
                    </a:lnTo>
                    <a:lnTo>
                      <a:pt x="53" y="35"/>
                    </a:lnTo>
                    <a:lnTo>
                      <a:pt x="53" y="35"/>
                    </a:lnTo>
                    <a:lnTo>
                      <a:pt x="56" y="35"/>
                    </a:lnTo>
                    <a:lnTo>
                      <a:pt x="56" y="35"/>
                    </a:lnTo>
                    <a:lnTo>
                      <a:pt x="58" y="35"/>
                    </a:lnTo>
                    <a:lnTo>
                      <a:pt x="58" y="35"/>
                    </a:lnTo>
                    <a:lnTo>
                      <a:pt x="60" y="35"/>
                    </a:lnTo>
                    <a:lnTo>
                      <a:pt x="60" y="36"/>
                    </a:lnTo>
                    <a:lnTo>
                      <a:pt x="61" y="36"/>
                    </a:lnTo>
                    <a:lnTo>
                      <a:pt x="61" y="36"/>
                    </a:lnTo>
                    <a:lnTo>
                      <a:pt x="63" y="36"/>
                    </a:lnTo>
                    <a:lnTo>
                      <a:pt x="63" y="37"/>
                    </a:lnTo>
                    <a:lnTo>
                      <a:pt x="65" y="37"/>
                    </a:lnTo>
                    <a:lnTo>
                      <a:pt x="67" y="37"/>
                    </a:lnTo>
                    <a:lnTo>
                      <a:pt x="68" y="37"/>
                    </a:lnTo>
                    <a:lnTo>
                      <a:pt x="68" y="38"/>
                    </a:lnTo>
                    <a:lnTo>
                      <a:pt x="70" y="38"/>
                    </a:lnTo>
                    <a:lnTo>
                      <a:pt x="72" y="38"/>
                    </a:lnTo>
                    <a:lnTo>
                      <a:pt x="74" y="38"/>
                    </a:lnTo>
                    <a:lnTo>
                      <a:pt x="74" y="38"/>
                    </a:lnTo>
                    <a:lnTo>
                      <a:pt x="75" y="38"/>
                    </a:lnTo>
                    <a:lnTo>
                      <a:pt x="76" y="38"/>
                    </a:lnTo>
                    <a:lnTo>
                      <a:pt x="78" y="38"/>
                    </a:lnTo>
                    <a:lnTo>
                      <a:pt x="78" y="39"/>
                    </a:lnTo>
                    <a:lnTo>
                      <a:pt x="78" y="39"/>
                    </a:lnTo>
                    <a:lnTo>
                      <a:pt x="78" y="39"/>
                    </a:lnTo>
                    <a:lnTo>
                      <a:pt x="78" y="39"/>
                    </a:lnTo>
                    <a:lnTo>
                      <a:pt x="78" y="39"/>
                    </a:lnTo>
                    <a:lnTo>
                      <a:pt x="78" y="39"/>
                    </a:lnTo>
                    <a:lnTo>
                      <a:pt x="78" y="39"/>
                    </a:lnTo>
                    <a:lnTo>
                      <a:pt x="80" y="39"/>
                    </a:lnTo>
                    <a:lnTo>
                      <a:pt x="80" y="40"/>
                    </a:lnTo>
                    <a:lnTo>
                      <a:pt x="80" y="40"/>
                    </a:lnTo>
                    <a:lnTo>
                      <a:pt x="80" y="40"/>
                    </a:lnTo>
                    <a:lnTo>
                      <a:pt x="82" y="40"/>
                    </a:lnTo>
                    <a:lnTo>
                      <a:pt x="82" y="40"/>
                    </a:lnTo>
                    <a:lnTo>
                      <a:pt x="82" y="40"/>
                    </a:lnTo>
                    <a:lnTo>
                      <a:pt x="82" y="40"/>
                    </a:lnTo>
                    <a:lnTo>
                      <a:pt x="83" y="40"/>
                    </a:lnTo>
                    <a:lnTo>
                      <a:pt x="83" y="42"/>
                    </a:lnTo>
                    <a:lnTo>
                      <a:pt x="83" y="42"/>
                    </a:lnTo>
                    <a:lnTo>
                      <a:pt x="83" y="42"/>
                    </a:lnTo>
                    <a:lnTo>
                      <a:pt x="85" y="42"/>
                    </a:lnTo>
                    <a:lnTo>
                      <a:pt x="85" y="42"/>
                    </a:lnTo>
                    <a:lnTo>
                      <a:pt x="85" y="42"/>
                    </a:lnTo>
                    <a:lnTo>
                      <a:pt x="85" y="42"/>
                    </a:lnTo>
                    <a:lnTo>
                      <a:pt x="87" y="42"/>
                    </a:lnTo>
                    <a:lnTo>
                      <a:pt x="87" y="43"/>
                    </a:lnTo>
                    <a:lnTo>
                      <a:pt x="87" y="43"/>
                    </a:lnTo>
                    <a:lnTo>
                      <a:pt x="87" y="43"/>
                    </a:lnTo>
                    <a:lnTo>
                      <a:pt x="88" y="43"/>
                    </a:lnTo>
                    <a:lnTo>
                      <a:pt x="88" y="43"/>
                    </a:lnTo>
                    <a:lnTo>
                      <a:pt x="88" y="43"/>
                    </a:lnTo>
                    <a:lnTo>
                      <a:pt x="88" y="43"/>
                    </a:lnTo>
                    <a:lnTo>
                      <a:pt x="90" y="43"/>
                    </a:lnTo>
                    <a:lnTo>
                      <a:pt x="90" y="45"/>
                    </a:lnTo>
                    <a:lnTo>
                      <a:pt x="90" y="45"/>
                    </a:lnTo>
                    <a:lnTo>
                      <a:pt x="90" y="45"/>
                    </a:lnTo>
                    <a:lnTo>
                      <a:pt x="92" y="45"/>
                    </a:lnTo>
                    <a:lnTo>
                      <a:pt x="92" y="47"/>
                    </a:lnTo>
                    <a:lnTo>
                      <a:pt x="92" y="47"/>
                    </a:lnTo>
                    <a:lnTo>
                      <a:pt x="92" y="47"/>
                    </a:lnTo>
                    <a:lnTo>
                      <a:pt x="94" y="47"/>
                    </a:lnTo>
                    <a:lnTo>
                      <a:pt x="94" y="48"/>
                    </a:lnTo>
                    <a:lnTo>
                      <a:pt x="94" y="48"/>
                    </a:lnTo>
                    <a:lnTo>
                      <a:pt x="94" y="48"/>
                    </a:lnTo>
                    <a:lnTo>
                      <a:pt x="95" y="48"/>
                    </a:lnTo>
                    <a:lnTo>
                      <a:pt x="95" y="48"/>
                    </a:lnTo>
                    <a:lnTo>
                      <a:pt x="95" y="48"/>
                    </a:lnTo>
                    <a:lnTo>
                      <a:pt x="95" y="48"/>
                    </a:lnTo>
                    <a:lnTo>
                      <a:pt x="97" y="48"/>
                    </a:lnTo>
                    <a:lnTo>
                      <a:pt x="97" y="50"/>
                    </a:lnTo>
                    <a:lnTo>
                      <a:pt x="97" y="50"/>
                    </a:lnTo>
                    <a:lnTo>
                      <a:pt x="97" y="50"/>
                    </a:lnTo>
                    <a:lnTo>
                      <a:pt x="98" y="50"/>
                    </a:lnTo>
                    <a:lnTo>
                      <a:pt x="98" y="52"/>
                    </a:lnTo>
                    <a:lnTo>
                      <a:pt x="98" y="52"/>
                    </a:lnTo>
                    <a:lnTo>
                      <a:pt x="98" y="52"/>
                    </a:lnTo>
                    <a:lnTo>
                      <a:pt x="100" y="52"/>
                    </a:lnTo>
                    <a:lnTo>
                      <a:pt x="100" y="54"/>
                    </a:lnTo>
                    <a:lnTo>
                      <a:pt x="100" y="54"/>
                    </a:lnTo>
                    <a:lnTo>
                      <a:pt x="100" y="54"/>
                    </a:lnTo>
                    <a:lnTo>
                      <a:pt x="102" y="54"/>
                    </a:lnTo>
                    <a:lnTo>
                      <a:pt x="102" y="55"/>
                    </a:lnTo>
                    <a:lnTo>
                      <a:pt x="102" y="55"/>
                    </a:lnTo>
                    <a:lnTo>
                      <a:pt x="102" y="55"/>
                    </a:lnTo>
                    <a:lnTo>
                      <a:pt x="104" y="55"/>
                    </a:lnTo>
                    <a:lnTo>
                      <a:pt x="104" y="57"/>
                    </a:lnTo>
                    <a:lnTo>
                      <a:pt x="104" y="57"/>
                    </a:lnTo>
                    <a:lnTo>
                      <a:pt x="104" y="59"/>
                    </a:lnTo>
                    <a:lnTo>
                      <a:pt x="104" y="59"/>
                    </a:lnTo>
                    <a:lnTo>
                      <a:pt x="104" y="61"/>
                    </a:lnTo>
                    <a:lnTo>
                      <a:pt x="104" y="61"/>
                    </a:lnTo>
                    <a:lnTo>
                      <a:pt x="104" y="62"/>
                    </a:lnTo>
                    <a:lnTo>
                      <a:pt x="104" y="62"/>
                    </a:lnTo>
                    <a:lnTo>
                      <a:pt x="104" y="64"/>
                    </a:lnTo>
                    <a:lnTo>
                      <a:pt x="104" y="64"/>
                    </a:lnTo>
                    <a:lnTo>
                      <a:pt x="104" y="65"/>
                    </a:lnTo>
                    <a:lnTo>
                      <a:pt x="104" y="65"/>
                    </a:lnTo>
                    <a:lnTo>
                      <a:pt x="104" y="67"/>
                    </a:lnTo>
                    <a:lnTo>
                      <a:pt x="104" y="67"/>
                    </a:lnTo>
                    <a:lnTo>
                      <a:pt x="104" y="67"/>
                    </a:lnTo>
                    <a:lnTo>
                      <a:pt x="105" y="67"/>
                    </a:lnTo>
                    <a:lnTo>
                      <a:pt x="105" y="69"/>
                    </a:lnTo>
                    <a:lnTo>
                      <a:pt x="105" y="69"/>
                    </a:lnTo>
                    <a:lnTo>
                      <a:pt x="105" y="70"/>
                    </a:lnTo>
                    <a:lnTo>
                      <a:pt x="107" y="70"/>
                    </a:lnTo>
                    <a:lnTo>
                      <a:pt x="107" y="72"/>
                    </a:lnTo>
                    <a:lnTo>
                      <a:pt x="107" y="72"/>
                    </a:lnTo>
                    <a:lnTo>
                      <a:pt x="107" y="74"/>
                    </a:lnTo>
                    <a:lnTo>
                      <a:pt x="109" y="74"/>
                    </a:lnTo>
                    <a:lnTo>
                      <a:pt x="109" y="76"/>
                    </a:lnTo>
                    <a:lnTo>
                      <a:pt x="109" y="76"/>
                    </a:lnTo>
                    <a:lnTo>
                      <a:pt x="109" y="77"/>
                    </a:lnTo>
                    <a:lnTo>
                      <a:pt x="111" y="77"/>
                    </a:lnTo>
                    <a:lnTo>
                      <a:pt x="111" y="79"/>
                    </a:lnTo>
                    <a:lnTo>
                      <a:pt x="113" y="79"/>
                    </a:lnTo>
                    <a:lnTo>
                      <a:pt x="113" y="80"/>
                    </a:lnTo>
                    <a:lnTo>
                      <a:pt x="115" y="80"/>
                    </a:lnTo>
                    <a:lnTo>
                      <a:pt x="115" y="81"/>
                    </a:lnTo>
                    <a:lnTo>
                      <a:pt x="115" y="81"/>
                    </a:lnTo>
                    <a:lnTo>
                      <a:pt x="115" y="81"/>
                    </a:lnTo>
                    <a:lnTo>
                      <a:pt x="117" y="81"/>
                    </a:lnTo>
                    <a:lnTo>
                      <a:pt x="117" y="81"/>
                    </a:lnTo>
                    <a:lnTo>
                      <a:pt x="117" y="81"/>
                    </a:lnTo>
                    <a:lnTo>
                      <a:pt x="117" y="81"/>
                    </a:lnTo>
                    <a:lnTo>
                      <a:pt x="119" y="81"/>
                    </a:lnTo>
                    <a:lnTo>
                      <a:pt x="119" y="81"/>
                    </a:lnTo>
                    <a:lnTo>
                      <a:pt x="119" y="81"/>
                    </a:lnTo>
                    <a:lnTo>
                      <a:pt x="119" y="81"/>
                    </a:lnTo>
                    <a:lnTo>
                      <a:pt x="121" y="81"/>
                    </a:lnTo>
                    <a:lnTo>
                      <a:pt x="121" y="81"/>
                    </a:lnTo>
                    <a:lnTo>
                      <a:pt x="121" y="81"/>
                    </a:lnTo>
                    <a:lnTo>
                      <a:pt x="121" y="81"/>
                    </a:lnTo>
                    <a:lnTo>
                      <a:pt x="124" y="81"/>
                    </a:lnTo>
                    <a:lnTo>
                      <a:pt x="124" y="81"/>
                    </a:lnTo>
                    <a:lnTo>
                      <a:pt x="125" y="81"/>
                    </a:lnTo>
                    <a:lnTo>
                      <a:pt x="127" y="81"/>
                    </a:lnTo>
                    <a:lnTo>
                      <a:pt x="129" y="80"/>
                    </a:lnTo>
                    <a:lnTo>
                      <a:pt x="131" y="80"/>
                    </a:lnTo>
                    <a:lnTo>
                      <a:pt x="133" y="79"/>
                    </a:lnTo>
                    <a:lnTo>
                      <a:pt x="134" y="79"/>
                    </a:lnTo>
                    <a:lnTo>
                      <a:pt x="139" y="77"/>
                    </a:lnTo>
                    <a:lnTo>
                      <a:pt x="140" y="77"/>
                    </a:lnTo>
                    <a:lnTo>
                      <a:pt x="142" y="76"/>
                    </a:lnTo>
                    <a:lnTo>
                      <a:pt x="144" y="76"/>
                    </a:lnTo>
                    <a:lnTo>
                      <a:pt x="148" y="74"/>
                    </a:lnTo>
                    <a:lnTo>
                      <a:pt x="148" y="74"/>
                    </a:lnTo>
                    <a:lnTo>
                      <a:pt x="150" y="74"/>
                    </a:lnTo>
                    <a:lnTo>
                      <a:pt x="151" y="74"/>
                    </a:lnTo>
                    <a:lnTo>
                      <a:pt x="153" y="71"/>
                    </a:lnTo>
                    <a:lnTo>
                      <a:pt x="153" y="71"/>
                    </a:lnTo>
                    <a:lnTo>
                      <a:pt x="155" y="71"/>
                    </a:lnTo>
                    <a:lnTo>
                      <a:pt x="157" y="71"/>
                    </a:lnTo>
                    <a:lnTo>
                      <a:pt x="159" y="70"/>
                    </a:lnTo>
                    <a:lnTo>
                      <a:pt x="161" y="70"/>
                    </a:lnTo>
                    <a:lnTo>
                      <a:pt x="163" y="70"/>
                    </a:lnTo>
                    <a:lnTo>
                      <a:pt x="165" y="70"/>
                    </a:lnTo>
                    <a:lnTo>
                      <a:pt x="167" y="68"/>
                    </a:lnTo>
                    <a:lnTo>
                      <a:pt x="167" y="68"/>
                    </a:lnTo>
                    <a:lnTo>
                      <a:pt x="169" y="68"/>
                    </a:lnTo>
                    <a:lnTo>
                      <a:pt x="171" y="68"/>
                    </a:lnTo>
                    <a:lnTo>
                      <a:pt x="173" y="66"/>
                    </a:lnTo>
                    <a:lnTo>
                      <a:pt x="174" y="66"/>
                    </a:lnTo>
                    <a:lnTo>
                      <a:pt x="176" y="64"/>
                    </a:lnTo>
                    <a:lnTo>
                      <a:pt x="178" y="64"/>
                    </a:lnTo>
                    <a:lnTo>
                      <a:pt x="180" y="63"/>
                    </a:lnTo>
                    <a:lnTo>
                      <a:pt x="182" y="63"/>
                    </a:lnTo>
                    <a:lnTo>
                      <a:pt x="184" y="63"/>
                    </a:lnTo>
                    <a:lnTo>
                      <a:pt x="186" y="63"/>
                    </a:lnTo>
                    <a:lnTo>
                      <a:pt x="187" y="61"/>
                    </a:lnTo>
                    <a:lnTo>
                      <a:pt x="190" y="61"/>
                    </a:lnTo>
                    <a:lnTo>
                      <a:pt x="192" y="59"/>
                    </a:lnTo>
                    <a:lnTo>
                      <a:pt x="193" y="59"/>
                    </a:lnTo>
                    <a:lnTo>
                      <a:pt x="197" y="57"/>
                    </a:lnTo>
                    <a:lnTo>
                      <a:pt x="199" y="57"/>
                    </a:lnTo>
                    <a:lnTo>
                      <a:pt x="201" y="55"/>
                    </a:lnTo>
                    <a:lnTo>
                      <a:pt x="202" y="55"/>
                    </a:lnTo>
                    <a:lnTo>
                      <a:pt x="206" y="54"/>
                    </a:lnTo>
                    <a:lnTo>
                      <a:pt x="208" y="54"/>
                    </a:lnTo>
                    <a:lnTo>
                      <a:pt x="209" y="52"/>
                    </a:lnTo>
                    <a:lnTo>
                      <a:pt x="212" y="52"/>
                    </a:lnTo>
                    <a:lnTo>
                      <a:pt x="215" y="49"/>
                    </a:lnTo>
                    <a:lnTo>
                      <a:pt x="215" y="49"/>
                    </a:lnTo>
                    <a:lnTo>
                      <a:pt x="217" y="49"/>
                    </a:lnTo>
                    <a:lnTo>
                      <a:pt x="217" y="49"/>
                    </a:lnTo>
                    <a:lnTo>
                      <a:pt x="219" y="48"/>
                    </a:lnTo>
                    <a:lnTo>
                      <a:pt x="219" y="48"/>
                    </a:lnTo>
                    <a:lnTo>
                      <a:pt x="221" y="47"/>
                    </a:lnTo>
                    <a:lnTo>
                      <a:pt x="223" y="47"/>
                    </a:lnTo>
                    <a:lnTo>
                      <a:pt x="225" y="45"/>
                    </a:lnTo>
                    <a:lnTo>
                      <a:pt x="225" y="45"/>
                    </a:lnTo>
                    <a:lnTo>
                      <a:pt x="227" y="45"/>
                    </a:lnTo>
                    <a:lnTo>
                      <a:pt x="229" y="45"/>
                    </a:lnTo>
                    <a:lnTo>
                      <a:pt x="230" y="43"/>
                    </a:lnTo>
                    <a:lnTo>
                      <a:pt x="230" y="43"/>
                    </a:lnTo>
                    <a:lnTo>
                      <a:pt x="232" y="42"/>
                    </a:lnTo>
                    <a:lnTo>
                      <a:pt x="234" y="42"/>
                    </a:lnTo>
                    <a:lnTo>
                      <a:pt x="236" y="40"/>
                    </a:lnTo>
                    <a:lnTo>
                      <a:pt x="236" y="40"/>
                    </a:lnTo>
                    <a:lnTo>
                      <a:pt x="236" y="40"/>
                    </a:lnTo>
                    <a:lnTo>
                      <a:pt x="236" y="40"/>
                    </a:lnTo>
                    <a:lnTo>
                      <a:pt x="237" y="39"/>
                    </a:lnTo>
                    <a:lnTo>
                      <a:pt x="237" y="39"/>
                    </a:lnTo>
                    <a:lnTo>
                      <a:pt x="239" y="39"/>
                    </a:lnTo>
                    <a:lnTo>
                      <a:pt x="239" y="39"/>
                    </a:lnTo>
                    <a:lnTo>
                      <a:pt x="241" y="37"/>
                    </a:lnTo>
                    <a:lnTo>
                      <a:pt x="241" y="37"/>
                    </a:lnTo>
                    <a:lnTo>
                      <a:pt x="244" y="37"/>
                    </a:lnTo>
                    <a:lnTo>
                      <a:pt x="244" y="37"/>
                    </a:lnTo>
                    <a:lnTo>
                      <a:pt x="245" y="35"/>
                    </a:lnTo>
                    <a:lnTo>
                      <a:pt x="245" y="35"/>
                    </a:lnTo>
                    <a:lnTo>
                      <a:pt x="246" y="35"/>
                    </a:lnTo>
                    <a:lnTo>
                      <a:pt x="246" y="35"/>
                    </a:lnTo>
                    <a:lnTo>
                      <a:pt x="248" y="33"/>
                    </a:lnTo>
                    <a:lnTo>
                      <a:pt x="246" y="34"/>
                    </a:lnTo>
                    <a:lnTo>
                      <a:pt x="246" y="33"/>
                    </a:lnTo>
                    <a:lnTo>
                      <a:pt x="246" y="32"/>
                    </a:lnTo>
                    <a:lnTo>
                      <a:pt x="246" y="30"/>
                    </a:lnTo>
                    <a:lnTo>
                      <a:pt x="246" y="27"/>
                    </a:lnTo>
                    <a:lnTo>
                      <a:pt x="246" y="25"/>
                    </a:lnTo>
                    <a:lnTo>
                      <a:pt x="246" y="21"/>
                    </a:lnTo>
                    <a:lnTo>
                      <a:pt x="246" y="17"/>
                    </a:lnTo>
                    <a:lnTo>
                      <a:pt x="246" y="15"/>
                    </a:lnTo>
                    <a:lnTo>
                      <a:pt x="246" y="12"/>
                    </a:lnTo>
                    <a:lnTo>
                      <a:pt x="246" y="10"/>
                    </a:lnTo>
                    <a:lnTo>
                      <a:pt x="246" y="7"/>
                    </a:lnTo>
                    <a:lnTo>
                      <a:pt x="246" y="5"/>
                    </a:lnTo>
                    <a:lnTo>
                      <a:pt x="246" y="4"/>
                    </a:lnTo>
                    <a:lnTo>
                      <a:pt x="246" y="4"/>
                    </a:lnTo>
                    <a:lnTo>
                      <a:pt x="248" y="4"/>
                    </a:lnTo>
                    <a:lnTo>
                      <a:pt x="247" y="5"/>
                    </a:lnTo>
                    <a:lnTo>
                      <a:pt x="246" y="5"/>
                    </a:lnTo>
                    <a:lnTo>
                      <a:pt x="245" y="8"/>
                    </a:lnTo>
                    <a:lnTo>
                      <a:pt x="244" y="8"/>
                    </a:lnTo>
                    <a:lnTo>
                      <a:pt x="239" y="10"/>
                    </a:lnTo>
                    <a:lnTo>
                      <a:pt x="237" y="10"/>
                    </a:lnTo>
                    <a:lnTo>
                      <a:pt x="233" y="11"/>
                    </a:lnTo>
                    <a:lnTo>
                      <a:pt x="231" y="11"/>
                    </a:lnTo>
                    <a:lnTo>
                      <a:pt x="227" y="13"/>
                    </a:lnTo>
                    <a:lnTo>
                      <a:pt x="223" y="14"/>
                    </a:lnTo>
                    <a:lnTo>
                      <a:pt x="219" y="16"/>
                    </a:lnTo>
                    <a:lnTo>
                      <a:pt x="216" y="16"/>
                    </a:lnTo>
                    <a:lnTo>
                      <a:pt x="212" y="18"/>
                    </a:lnTo>
                    <a:lnTo>
                      <a:pt x="209" y="18"/>
                    </a:lnTo>
                    <a:lnTo>
                      <a:pt x="207" y="19"/>
                    </a:lnTo>
                    <a:lnTo>
                      <a:pt x="205" y="19"/>
                    </a:lnTo>
                    <a:lnTo>
                      <a:pt x="202" y="21"/>
                    </a:lnTo>
                    <a:lnTo>
                      <a:pt x="200" y="21"/>
                    </a:lnTo>
                    <a:lnTo>
                      <a:pt x="198" y="23"/>
                    </a:lnTo>
                    <a:lnTo>
                      <a:pt x="196" y="23"/>
                    </a:lnTo>
                    <a:lnTo>
                      <a:pt x="192" y="25"/>
                    </a:lnTo>
                    <a:lnTo>
                      <a:pt x="190" y="25"/>
                    </a:lnTo>
                    <a:lnTo>
                      <a:pt x="188" y="26"/>
                    </a:lnTo>
                    <a:lnTo>
                      <a:pt x="186" y="26"/>
                    </a:lnTo>
                    <a:lnTo>
                      <a:pt x="182" y="28"/>
                    </a:lnTo>
                    <a:lnTo>
                      <a:pt x="180" y="28"/>
                    </a:lnTo>
                    <a:lnTo>
                      <a:pt x="179" y="30"/>
                    </a:lnTo>
                    <a:lnTo>
                      <a:pt x="177" y="30"/>
                    </a:lnTo>
                    <a:lnTo>
                      <a:pt x="175" y="32"/>
                    </a:lnTo>
                    <a:lnTo>
                      <a:pt x="173" y="32"/>
                    </a:lnTo>
                    <a:lnTo>
                      <a:pt x="171" y="33"/>
                    </a:lnTo>
                    <a:lnTo>
                      <a:pt x="170" y="33"/>
                    </a:lnTo>
                    <a:lnTo>
                      <a:pt x="168" y="35"/>
                    </a:lnTo>
                    <a:lnTo>
                      <a:pt x="165" y="35"/>
                    </a:lnTo>
                    <a:lnTo>
                      <a:pt x="164" y="37"/>
                    </a:lnTo>
                    <a:lnTo>
                      <a:pt x="162" y="37"/>
                    </a:lnTo>
                    <a:lnTo>
                      <a:pt x="158" y="39"/>
                    </a:lnTo>
                    <a:lnTo>
                      <a:pt x="156" y="39"/>
                    </a:lnTo>
                    <a:lnTo>
                      <a:pt x="154" y="40"/>
                    </a:lnTo>
                    <a:lnTo>
                      <a:pt x="152" y="40"/>
                    </a:lnTo>
                    <a:lnTo>
                      <a:pt x="148" y="42"/>
                    </a:lnTo>
                    <a:lnTo>
                      <a:pt x="146" y="42"/>
                    </a:lnTo>
                    <a:lnTo>
                      <a:pt x="144" y="44"/>
                    </a:lnTo>
                    <a:lnTo>
                      <a:pt x="142" y="44"/>
                    </a:lnTo>
                    <a:lnTo>
                      <a:pt x="140" y="46"/>
                    </a:lnTo>
                    <a:lnTo>
                      <a:pt x="139" y="46"/>
                    </a:lnTo>
                    <a:lnTo>
                      <a:pt x="136" y="46"/>
                    </a:lnTo>
                    <a:lnTo>
                      <a:pt x="136" y="46"/>
                    </a:lnTo>
                    <a:lnTo>
                      <a:pt x="134" y="48"/>
                    </a:lnTo>
                    <a:lnTo>
                      <a:pt x="133" y="48"/>
                    </a:lnTo>
                    <a:lnTo>
                      <a:pt x="131" y="48"/>
                    </a:lnTo>
                    <a:lnTo>
                      <a:pt x="131" y="48"/>
                    </a:lnTo>
                    <a:lnTo>
                      <a:pt x="129" y="48"/>
                    </a:lnTo>
                    <a:lnTo>
                      <a:pt x="129" y="48"/>
                    </a:lnTo>
                    <a:lnTo>
                      <a:pt x="127" y="48"/>
                    </a:lnTo>
                    <a:lnTo>
                      <a:pt x="127" y="48"/>
                    </a:lnTo>
                    <a:lnTo>
                      <a:pt x="125" y="48"/>
                    </a:lnTo>
                    <a:lnTo>
                      <a:pt x="124" y="48"/>
                    </a:lnTo>
                    <a:lnTo>
                      <a:pt x="122" y="48"/>
                    </a:lnTo>
                    <a:lnTo>
                      <a:pt x="122" y="48"/>
                    </a:lnTo>
                    <a:lnTo>
                      <a:pt x="120" y="48"/>
                    </a:lnTo>
                    <a:lnTo>
                      <a:pt x="120" y="48"/>
                    </a:lnTo>
                    <a:lnTo>
                      <a:pt x="118" y="48"/>
                    </a:lnTo>
                    <a:lnTo>
                      <a:pt x="118" y="48"/>
                    </a:lnTo>
                    <a:lnTo>
                      <a:pt x="117" y="48"/>
                    </a:lnTo>
                    <a:lnTo>
                      <a:pt x="117" y="48"/>
                    </a:lnTo>
                    <a:lnTo>
                      <a:pt x="114" y="48"/>
                    </a:lnTo>
                    <a:lnTo>
                      <a:pt x="114" y="47"/>
                    </a:lnTo>
                    <a:lnTo>
                      <a:pt x="112" y="47"/>
                    </a:lnTo>
                    <a:lnTo>
                      <a:pt x="112" y="45"/>
                    </a:lnTo>
                    <a:lnTo>
                      <a:pt x="111" y="45"/>
                    </a:lnTo>
                    <a:lnTo>
                      <a:pt x="111" y="43"/>
                    </a:lnTo>
                    <a:lnTo>
                      <a:pt x="109" y="43"/>
                    </a:lnTo>
                    <a:lnTo>
                      <a:pt x="109" y="41"/>
                    </a:lnTo>
                    <a:lnTo>
                      <a:pt x="107" y="41"/>
                    </a:lnTo>
                    <a:lnTo>
                      <a:pt x="107" y="39"/>
                    </a:lnTo>
                    <a:lnTo>
                      <a:pt x="106" y="39"/>
                    </a:lnTo>
                    <a:lnTo>
                      <a:pt x="106" y="37"/>
                    </a:lnTo>
                    <a:lnTo>
                      <a:pt x="106" y="37"/>
                    </a:lnTo>
                    <a:lnTo>
                      <a:pt x="106" y="35"/>
                    </a:lnTo>
                    <a:lnTo>
                      <a:pt x="105" y="35"/>
                    </a:lnTo>
                    <a:lnTo>
                      <a:pt x="105" y="34"/>
                    </a:lnTo>
                    <a:lnTo>
                      <a:pt x="105" y="34"/>
                    </a:lnTo>
                    <a:lnTo>
                      <a:pt x="105" y="32"/>
                    </a:lnTo>
                    <a:lnTo>
                      <a:pt x="105" y="32"/>
                    </a:lnTo>
                    <a:lnTo>
                      <a:pt x="105" y="30"/>
                    </a:lnTo>
                    <a:lnTo>
                      <a:pt x="105" y="30"/>
                    </a:lnTo>
                    <a:lnTo>
                      <a:pt x="105" y="28"/>
                    </a:lnTo>
                    <a:lnTo>
                      <a:pt x="105" y="28"/>
                    </a:lnTo>
                    <a:lnTo>
                      <a:pt x="105" y="26"/>
                    </a:lnTo>
                    <a:lnTo>
                      <a:pt x="105" y="26"/>
                    </a:lnTo>
                    <a:lnTo>
                      <a:pt x="105" y="25"/>
                    </a:lnTo>
                    <a:lnTo>
                      <a:pt x="105" y="25"/>
                    </a:lnTo>
                    <a:lnTo>
                      <a:pt x="105" y="22"/>
                    </a:lnTo>
                    <a:lnTo>
                      <a:pt x="105" y="22"/>
                    </a:lnTo>
                    <a:lnTo>
                      <a:pt x="105" y="20"/>
                    </a:lnTo>
                    <a:lnTo>
                      <a:pt x="104" y="20"/>
                    </a:lnTo>
                    <a:lnTo>
                      <a:pt x="104" y="20"/>
                    </a:lnTo>
                    <a:lnTo>
                      <a:pt x="103" y="20"/>
                    </a:lnTo>
                    <a:lnTo>
                      <a:pt x="103" y="18"/>
                    </a:lnTo>
                    <a:lnTo>
                      <a:pt x="101" y="18"/>
                    </a:lnTo>
                    <a:lnTo>
                      <a:pt x="101" y="17"/>
                    </a:lnTo>
                    <a:lnTo>
                      <a:pt x="99" y="17"/>
                    </a:lnTo>
                    <a:lnTo>
                      <a:pt x="99" y="15"/>
                    </a:lnTo>
                    <a:lnTo>
                      <a:pt x="97" y="15"/>
                    </a:lnTo>
                    <a:lnTo>
                      <a:pt x="96" y="15"/>
                    </a:lnTo>
                    <a:lnTo>
                      <a:pt x="95" y="15"/>
                    </a:lnTo>
                    <a:lnTo>
                      <a:pt x="95" y="13"/>
                    </a:lnTo>
                    <a:lnTo>
                      <a:pt x="92" y="13"/>
                    </a:lnTo>
                    <a:lnTo>
                      <a:pt x="92" y="12"/>
                    </a:lnTo>
                    <a:lnTo>
                      <a:pt x="91" y="12"/>
                    </a:lnTo>
                    <a:lnTo>
                      <a:pt x="91" y="10"/>
                    </a:lnTo>
                    <a:lnTo>
                      <a:pt x="89" y="10"/>
                    </a:lnTo>
                    <a:lnTo>
                      <a:pt x="89" y="10"/>
                    </a:lnTo>
                    <a:lnTo>
                      <a:pt x="87" y="10"/>
                    </a:lnTo>
                    <a:lnTo>
                      <a:pt x="87" y="8"/>
                    </a:lnTo>
                    <a:lnTo>
                      <a:pt x="85" y="8"/>
                    </a:lnTo>
                    <a:lnTo>
                      <a:pt x="84" y="8"/>
                    </a:lnTo>
                    <a:lnTo>
                      <a:pt x="82" y="8"/>
                    </a:lnTo>
                    <a:lnTo>
                      <a:pt x="82" y="6"/>
                    </a:lnTo>
                    <a:lnTo>
                      <a:pt x="80" y="6"/>
                    </a:lnTo>
                    <a:lnTo>
                      <a:pt x="78" y="6"/>
                    </a:lnTo>
                    <a:lnTo>
                      <a:pt x="76" y="6"/>
                    </a:lnTo>
                    <a:lnTo>
                      <a:pt x="76" y="4"/>
                    </a:lnTo>
                    <a:lnTo>
                      <a:pt x="74" y="4"/>
                    </a:lnTo>
                    <a:lnTo>
                      <a:pt x="74" y="4"/>
                    </a:lnTo>
                    <a:lnTo>
                      <a:pt x="73" y="4"/>
                    </a:lnTo>
                    <a:lnTo>
                      <a:pt x="73" y="2"/>
                    </a:lnTo>
                    <a:lnTo>
                      <a:pt x="70" y="2"/>
                    </a:lnTo>
                    <a:lnTo>
                      <a:pt x="68" y="2"/>
                    </a:lnTo>
                    <a:lnTo>
                      <a:pt x="67" y="2"/>
                    </a:lnTo>
                    <a:lnTo>
                      <a:pt x="67" y="2"/>
                    </a:lnTo>
                    <a:lnTo>
                      <a:pt x="65" y="2"/>
                    </a:lnTo>
                    <a:lnTo>
                      <a:pt x="65" y="2"/>
                    </a:lnTo>
                    <a:lnTo>
                      <a:pt x="63" y="2"/>
                    </a:lnTo>
                    <a:lnTo>
                      <a:pt x="63" y="1"/>
                    </a:lnTo>
                    <a:lnTo>
                      <a:pt x="61" y="1"/>
                    </a:lnTo>
                    <a:lnTo>
                      <a:pt x="59" y="1"/>
                    </a:lnTo>
                    <a:lnTo>
                      <a:pt x="58" y="1"/>
                    </a:lnTo>
                    <a:lnTo>
                      <a:pt x="58" y="1"/>
                    </a:lnTo>
                    <a:lnTo>
                      <a:pt x="56" y="1"/>
                    </a:lnTo>
                    <a:lnTo>
                      <a:pt x="56" y="1"/>
                    </a:lnTo>
                    <a:lnTo>
                      <a:pt x="53" y="1"/>
                    </a:lnTo>
                    <a:lnTo>
                      <a:pt x="53" y="0"/>
                    </a:lnTo>
                    <a:lnTo>
                      <a:pt x="52" y="2"/>
                    </a:lnTo>
                    <a:lnTo>
                      <a:pt x="51" y="2"/>
                    </a:lnTo>
                    <a:lnTo>
                      <a:pt x="48" y="2"/>
                    </a:lnTo>
                    <a:lnTo>
                      <a:pt x="48" y="2"/>
                    </a:lnTo>
                    <a:lnTo>
                      <a:pt x="46" y="2"/>
                    </a:lnTo>
                    <a:lnTo>
                      <a:pt x="45" y="2"/>
                    </a:lnTo>
                    <a:lnTo>
                      <a:pt x="43" y="2"/>
                    </a:lnTo>
                    <a:lnTo>
                      <a:pt x="43" y="2"/>
                    </a:lnTo>
                    <a:lnTo>
                      <a:pt x="41" y="4"/>
                    </a:lnTo>
                    <a:lnTo>
                      <a:pt x="39" y="4"/>
                    </a:lnTo>
                    <a:lnTo>
                      <a:pt x="37" y="4"/>
                    </a:lnTo>
                    <a:lnTo>
                      <a:pt x="37" y="4"/>
                    </a:lnTo>
                    <a:lnTo>
                      <a:pt x="36" y="4"/>
                    </a:lnTo>
                    <a:lnTo>
                      <a:pt x="36" y="4"/>
                    </a:lnTo>
                    <a:lnTo>
                      <a:pt x="35" y="4"/>
                    </a:lnTo>
                    <a:lnTo>
                      <a:pt x="35" y="4"/>
                    </a:lnTo>
                    <a:lnTo>
                      <a:pt x="33" y="5"/>
                    </a:lnTo>
                    <a:lnTo>
                      <a:pt x="31" y="5"/>
                    </a:lnTo>
                    <a:lnTo>
                      <a:pt x="30" y="5"/>
                    </a:lnTo>
                    <a:lnTo>
                      <a:pt x="29" y="5"/>
                    </a:lnTo>
                    <a:lnTo>
                      <a:pt x="27" y="8"/>
                    </a:lnTo>
                    <a:lnTo>
                      <a:pt x="25" y="8"/>
                    </a:lnTo>
                    <a:lnTo>
                      <a:pt x="23" y="8"/>
                    </a:lnTo>
                    <a:lnTo>
                      <a:pt x="23" y="8"/>
                    </a:lnTo>
                    <a:lnTo>
                      <a:pt x="21" y="10"/>
                    </a:lnTo>
                    <a:lnTo>
                      <a:pt x="19" y="10"/>
                    </a:lnTo>
                    <a:lnTo>
                      <a:pt x="17" y="10"/>
                    </a:lnTo>
                    <a:lnTo>
                      <a:pt x="17" y="10"/>
                    </a:lnTo>
                    <a:lnTo>
                      <a:pt x="15" y="12"/>
                    </a:lnTo>
                    <a:lnTo>
                      <a:pt x="15" y="12"/>
                    </a:lnTo>
                    <a:lnTo>
                      <a:pt x="14" y="12"/>
                    </a:lnTo>
                    <a:lnTo>
                      <a:pt x="14" y="12"/>
                    </a:lnTo>
                    <a:lnTo>
                      <a:pt x="12" y="14"/>
                    </a:lnTo>
                    <a:lnTo>
                      <a:pt x="12" y="14"/>
                    </a:lnTo>
                    <a:lnTo>
                      <a:pt x="9" y="15"/>
                    </a:lnTo>
                    <a:lnTo>
                      <a:pt x="9" y="15"/>
                    </a:lnTo>
                    <a:lnTo>
                      <a:pt x="8" y="17"/>
                    </a:lnTo>
                    <a:lnTo>
                      <a:pt x="8" y="17"/>
                    </a:lnTo>
                    <a:lnTo>
                      <a:pt x="6" y="18"/>
                    </a:lnTo>
                    <a:lnTo>
                      <a:pt x="6" y="18"/>
                    </a:lnTo>
                    <a:lnTo>
                      <a:pt x="4" y="20"/>
                    </a:lnTo>
                    <a:lnTo>
                      <a:pt x="4" y="21"/>
                    </a:lnTo>
                    <a:lnTo>
                      <a:pt x="2" y="23"/>
                    </a:lnTo>
                    <a:lnTo>
                      <a:pt x="2" y="23"/>
                    </a:lnTo>
                    <a:lnTo>
                      <a:pt x="1" y="25"/>
                    </a:lnTo>
                    <a:lnTo>
                      <a:pt x="1" y="25"/>
                    </a:lnTo>
                    <a:lnTo>
                      <a:pt x="1" y="26"/>
                    </a:lnTo>
                    <a:lnTo>
                      <a:pt x="1" y="26"/>
                    </a:lnTo>
                    <a:lnTo>
                      <a:pt x="0" y="28"/>
                    </a:lnTo>
                    <a:lnTo>
                      <a:pt x="0" y="28"/>
                    </a:lnTo>
                    <a:lnTo>
                      <a:pt x="0" y="30"/>
                    </a:lnTo>
                    <a:lnTo>
                      <a:pt x="0" y="30"/>
                    </a:lnTo>
                    <a:lnTo>
                      <a:pt x="0" y="32"/>
                    </a:lnTo>
                    <a:lnTo>
                      <a:pt x="0" y="32"/>
                    </a:lnTo>
                    <a:lnTo>
                      <a:pt x="0" y="32"/>
                    </a:lnTo>
                    <a:lnTo>
                      <a:pt x="0" y="32"/>
                    </a:lnTo>
                    <a:lnTo>
                      <a:pt x="0" y="33"/>
                    </a:lnTo>
                    <a:lnTo>
                      <a:pt x="0" y="33"/>
                    </a:lnTo>
                    <a:lnTo>
                      <a:pt x="0" y="35"/>
                    </a:lnTo>
                    <a:lnTo>
                      <a:pt x="0" y="35"/>
                    </a:lnTo>
                    <a:lnTo>
                      <a:pt x="0" y="37"/>
                    </a:lnTo>
                    <a:lnTo>
                      <a:pt x="0" y="37"/>
                    </a:lnTo>
                    <a:lnTo>
                      <a:pt x="0" y="38"/>
                    </a:lnTo>
                    <a:lnTo>
                      <a:pt x="0" y="38"/>
                    </a:lnTo>
                    <a:lnTo>
                      <a:pt x="0" y="40"/>
                    </a:lnTo>
                    <a:lnTo>
                      <a:pt x="0" y="40"/>
                    </a:lnTo>
                    <a:lnTo>
                      <a:pt x="0" y="41"/>
                    </a:lnTo>
                    <a:lnTo>
                      <a:pt x="0" y="41"/>
                    </a:lnTo>
                    <a:lnTo>
                      <a:pt x="0" y="42"/>
                    </a:lnTo>
                    <a:lnTo>
                      <a:pt x="0" y="42"/>
                    </a:lnTo>
                    <a:lnTo>
                      <a:pt x="0" y="42"/>
                    </a:lnTo>
                    <a:lnTo>
                      <a:pt x="0" y="42"/>
                    </a:lnTo>
                    <a:lnTo>
                      <a:pt x="0" y="44"/>
                    </a:lnTo>
                    <a:lnTo>
                      <a:pt x="0" y="44"/>
                    </a:lnTo>
                    <a:lnTo>
                      <a:pt x="0" y="46"/>
                    </a:lnTo>
                    <a:lnTo>
                      <a:pt x="0" y="46"/>
                    </a:lnTo>
                    <a:lnTo>
                      <a:pt x="0" y="48"/>
                    </a:lnTo>
                    <a:lnTo>
                      <a:pt x="0" y="48"/>
                    </a:lnTo>
                    <a:lnTo>
                      <a:pt x="0" y="48"/>
                    </a:lnTo>
                    <a:lnTo>
                      <a:pt x="2" y="48"/>
                    </a:lnTo>
                    <a:lnTo>
                      <a:pt x="2" y="49"/>
                    </a:lnTo>
                    <a:lnTo>
                      <a:pt x="2" y="49"/>
                    </a:lnTo>
                    <a:lnTo>
                      <a:pt x="2" y="49"/>
                    </a:lnTo>
                    <a:lnTo>
                      <a:pt x="3" y="49"/>
                    </a:lnTo>
                    <a:lnTo>
                      <a:pt x="3" y="52"/>
                    </a:lnTo>
                    <a:lnTo>
                      <a:pt x="5" y="52"/>
                    </a:lnTo>
                    <a:lnTo>
                      <a:pt x="5" y="52"/>
                    </a:lnTo>
                    <a:lnTo>
                      <a:pt x="7" y="52"/>
                    </a:lnTo>
                    <a:lnTo>
                      <a:pt x="7" y="54"/>
                    </a:lnTo>
                    <a:lnTo>
                      <a:pt x="8" y="54"/>
                    </a:lnTo>
                    <a:lnTo>
                      <a:pt x="8" y="54"/>
                    </a:lnTo>
                    <a:lnTo>
                      <a:pt x="10" y="54"/>
                    </a:lnTo>
                    <a:lnTo>
                      <a:pt x="10" y="55"/>
                    </a:lnTo>
                    <a:lnTo>
                      <a:pt x="11" y="55"/>
                    </a:lnTo>
                    <a:lnTo>
                      <a:pt x="11" y="55"/>
                    </a:lnTo>
                    <a:lnTo>
                      <a:pt x="12" y="55"/>
                    </a:lnTo>
                    <a:lnTo>
                      <a:pt x="12" y="55"/>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84" name=""/>
              <p:cNvSpPr/>
              <p:nvPr/>
            </p:nvSpPr>
            <p:spPr>
              <a:xfrm>
                <a:off x="5719680" y="6051600"/>
                <a:ext cx="530280" cy="177840"/>
              </a:xfrm>
              <a:custGeom>
                <a:avLst/>
                <a:gdLst/>
                <a:ahLst/>
                <a:rect l="l" t="t" r="r" b="b"/>
                <a:pathLst>
                  <a:path w="334" h="112">
                    <a:moveTo>
                      <a:pt x="0" y="3"/>
                    </a:moveTo>
                    <a:lnTo>
                      <a:pt x="0" y="4"/>
                    </a:lnTo>
                    <a:lnTo>
                      <a:pt x="0" y="4"/>
                    </a:lnTo>
                    <a:lnTo>
                      <a:pt x="0" y="4"/>
                    </a:lnTo>
                    <a:lnTo>
                      <a:pt x="0" y="4"/>
                    </a:lnTo>
                    <a:lnTo>
                      <a:pt x="0" y="6"/>
                    </a:lnTo>
                    <a:lnTo>
                      <a:pt x="1" y="7"/>
                    </a:lnTo>
                    <a:lnTo>
                      <a:pt x="1" y="9"/>
                    </a:lnTo>
                    <a:lnTo>
                      <a:pt x="3" y="9"/>
                    </a:lnTo>
                    <a:lnTo>
                      <a:pt x="3" y="11"/>
                    </a:lnTo>
                    <a:lnTo>
                      <a:pt x="4" y="12"/>
                    </a:lnTo>
                    <a:lnTo>
                      <a:pt x="4" y="14"/>
                    </a:lnTo>
                    <a:lnTo>
                      <a:pt x="6" y="14"/>
                    </a:lnTo>
                    <a:lnTo>
                      <a:pt x="6" y="16"/>
                    </a:lnTo>
                    <a:lnTo>
                      <a:pt x="8" y="16"/>
                    </a:lnTo>
                    <a:lnTo>
                      <a:pt x="8" y="17"/>
                    </a:lnTo>
                    <a:lnTo>
                      <a:pt x="10" y="17"/>
                    </a:lnTo>
                    <a:lnTo>
                      <a:pt x="10" y="19"/>
                    </a:lnTo>
                    <a:lnTo>
                      <a:pt x="12" y="19"/>
                    </a:lnTo>
                    <a:lnTo>
                      <a:pt x="12" y="20"/>
                    </a:lnTo>
                    <a:lnTo>
                      <a:pt x="14" y="20"/>
                    </a:lnTo>
                    <a:lnTo>
                      <a:pt x="14" y="22"/>
                    </a:lnTo>
                    <a:lnTo>
                      <a:pt x="15" y="22"/>
                    </a:lnTo>
                    <a:lnTo>
                      <a:pt x="17" y="22"/>
                    </a:lnTo>
                    <a:lnTo>
                      <a:pt x="19" y="22"/>
                    </a:lnTo>
                    <a:lnTo>
                      <a:pt x="19" y="25"/>
                    </a:lnTo>
                    <a:lnTo>
                      <a:pt x="21" y="25"/>
                    </a:lnTo>
                    <a:lnTo>
                      <a:pt x="23" y="25"/>
                    </a:lnTo>
                    <a:lnTo>
                      <a:pt x="25" y="25"/>
                    </a:lnTo>
                    <a:lnTo>
                      <a:pt x="26" y="25"/>
                    </a:lnTo>
                    <a:lnTo>
                      <a:pt x="28" y="25"/>
                    </a:lnTo>
                    <a:lnTo>
                      <a:pt x="29" y="25"/>
                    </a:lnTo>
                    <a:lnTo>
                      <a:pt x="31" y="25"/>
                    </a:lnTo>
                    <a:lnTo>
                      <a:pt x="31" y="26"/>
                    </a:lnTo>
                    <a:lnTo>
                      <a:pt x="33" y="26"/>
                    </a:lnTo>
                    <a:lnTo>
                      <a:pt x="34" y="26"/>
                    </a:lnTo>
                    <a:lnTo>
                      <a:pt x="36" y="26"/>
                    </a:lnTo>
                    <a:lnTo>
                      <a:pt x="37" y="26"/>
                    </a:lnTo>
                    <a:lnTo>
                      <a:pt x="39" y="26"/>
                    </a:lnTo>
                    <a:lnTo>
                      <a:pt x="41" y="26"/>
                    </a:lnTo>
                    <a:lnTo>
                      <a:pt x="43" y="26"/>
                    </a:lnTo>
                    <a:lnTo>
                      <a:pt x="44" y="26"/>
                    </a:lnTo>
                    <a:lnTo>
                      <a:pt x="46" y="26"/>
                    </a:lnTo>
                    <a:lnTo>
                      <a:pt x="48" y="26"/>
                    </a:lnTo>
                    <a:lnTo>
                      <a:pt x="50" y="26"/>
                    </a:lnTo>
                    <a:lnTo>
                      <a:pt x="51" y="26"/>
                    </a:lnTo>
                    <a:lnTo>
                      <a:pt x="53" y="26"/>
                    </a:lnTo>
                    <a:lnTo>
                      <a:pt x="54" y="26"/>
                    </a:lnTo>
                    <a:lnTo>
                      <a:pt x="56" y="26"/>
                    </a:lnTo>
                    <a:lnTo>
                      <a:pt x="56" y="26"/>
                    </a:lnTo>
                    <a:lnTo>
                      <a:pt x="58" y="26"/>
                    </a:lnTo>
                    <a:lnTo>
                      <a:pt x="59" y="26"/>
                    </a:lnTo>
                    <a:lnTo>
                      <a:pt x="60" y="26"/>
                    </a:lnTo>
                    <a:lnTo>
                      <a:pt x="62" y="26"/>
                    </a:lnTo>
                    <a:lnTo>
                      <a:pt x="64" y="26"/>
                    </a:lnTo>
                    <a:lnTo>
                      <a:pt x="66" y="26"/>
                    </a:lnTo>
                    <a:lnTo>
                      <a:pt x="68" y="25"/>
                    </a:lnTo>
                    <a:lnTo>
                      <a:pt x="68" y="25"/>
                    </a:lnTo>
                    <a:lnTo>
                      <a:pt x="70" y="25"/>
                    </a:lnTo>
                    <a:lnTo>
                      <a:pt x="72" y="25"/>
                    </a:lnTo>
                    <a:lnTo>
                      <a:pt x="74" y="24"/>
                    </a:lnTo>
                    <a:lnTo>
                      <a:pt x="74" y="24"/>
                    </a:lnTo>
                    <a:lnTo>
                      <a:pt x="76" y="24"/>
                    </a:lnTo>
                    <a:lnTo>
                      <a:pt x="78" y="24"/>
                    </a:lnTo>
                    <a:lnTo>
                      <a:pt x="80" y="22"/>
                    </a:lnTo>
                    <a:lnTo>
                      <a:pt x="80" y="22"/>
                    </a:lnTo>
                    <a:lnTo>
                      <a:pt x="80" y="22"/>
                    </a:lnTo>
                    <a:lnTo>
                      <a:pt x="80" y="22"/>
                    </a:lnTo>
                    <a:lnTo>
                      <a:pt x="81" y="20"/>
                    </a:lnTo>
                    <a:lnTo>
                      <a:pt x="81" y="20"/>
                    </a:lnTo>
                    <a:lnTo>
                      <a:pt x="81" y="20"/>
                    </a:lnTo>
                    <a:lnTo>
                      <a:pt x="81" y="20"/>
                    </a:lnTo>
                    <a:lnTo>
                      <a:pt x="83" y="19"/>
                    </a:lnTo>
                    <a:lnTo>
                      <a:pt x="83" y="19"/>
                    </a:lnTo>
                    <a:lnTo>
                      <a:pt x="83" y="19"/>
                    </a:lnTo>
                    <a:lnTo>
                      <a:pt x="83" y="19"/>
                    </a:lnTo>
                    <a:lnTo>
                      <a:pt x="85" y="17"/>
                    </a:lnTo>
                    <a:lnTo>
                      <a:pt x="85" y="17"/>
                    </a:lnTo>
                    <a:lnTo>
                      <a:pt x="85" y="17"/>
                    </a:lnTo>
                    <a:lnTo>
                      <a:pt x="85" y="17"/>
                    </a:lnTo>
                    <a:lnTo>
                      <a:pt x="87" y="15"/>
                    </a:lnTo>
                    <a:lnTo>
                      <a:pt x="87" y="15"/>
                    </a:lnTo>
                    <a:lnTo>
                      <a:pt x="87" y="15"/>
                    </a:lnTo>
                    <a:lnTo>
                      <a:pt x="87" y="15"/>
                    </a:lnTo>
                    <a:lnTo>
                      <a:pt x="88" y="13"/>
                    </a:lnTo>
                    <a:lnTo>
                      <a:pt x="88" y="13"/>
                    </a:lnTo>
                    <a:lnTo>
                      <a:pt x="90" y="13"/>
                    </a:lnTo>
                    <a:lnTo>
                      <a:pt x="90" y="13"/>
                    </a:lnTo>
                    <a:lnTo>
                      <a:pt x="92" y="11"/>
                    </a:lnTo>
                    <a:lnTo>
                      <a:pt x="92" y="11"/>
                    </a:lnTo>
                    <a:lnTo>
                      <a:pt x="92" y="11"/>
                    </a:lnTo>
                    <a:lnTo>
                      <a:pt x="92" y="11"/>
                    </a:lnTo>
                    <a:lnTo>
                      <a:pt x="95" y="10"/>
                    </a:lnTo>
                    <a:lnTo>
                      <a:pt x="95" y="10"/>
                    </a:lnTo>
                    <a:lnTo>
                      <a:pt x="96" y="8"/>
                    </a:lnTo>
                    <a:lnTo>
                      <a:pt x="96" y="8"/>
                    </a:lnTo>
                    <a:lnTo>
                      <a:pt x="97" y="6"/>
                    </a:lnTo>
                    <a:lnTo>
                      <a:pt x="97" y="6"/>
                    </a:lnTo>
                    <a:lnTo>
                      <a:pt x="97" y="6"/>
                    </a:lnTo>
                    <a:lnTo>
                      <a:pt x="97" y="6"/>
                    </a:lnTo>
                    <a:lnTo>
                      <a:pt x="98" y="6"/>
                    </a:lnTo>
                    <a:lnTo>
                      <a:pt x="98" y="6"/>
                    </a:lnTo>
                    <a:lnTo>
                      <a:pt x="98" y="6"/>
                    </a:lnTo>
                    <a:lnTo>
                      <a:pt x="98" y="6"/>
                    </a:lnTo>
                    <a:lnTo>
                      <a:pt x="100" y="5"/>
                    </a:lnTo>
                    <a:lnTo>
                      <a:pt x="100" y="5"/>
                    </a:lnTo>
                    <a:lnTo>
                      <a:pt x="100" y="5"/>
                    </a:lnTo>
                    <a:lnTo>
                      <a:pt x="100" y="5"/>
                    </a:lnTo>
                    <a:lnTo>
                      <a:pt x="102" y="5"/>
                    </a:lnTo>
                    <a:lnTo>
                      <a:pt x="102" y="5"/>
                    </a:lnTo>
                    <a:lnTo>
                      <a:pt x="102" y="5"/>
                    </a:lnTo>
                    <a:lnTo>
                      <a:pt x="102" y="5"/>
                    </a:lnTo>
                    <a:lnTo>
                      <a:pt x="104" y="4"/>
                    </a:lnTo>
                    <a:lnTo>
                      <a:pt x="104" y="4"/>
                    </a:lnTo>
                    <a:lnTo>
                      <a:pt x="104" y="4"/>
                    </a:lnTo>
                    <a:lnTo>
                      <a:pt x="104" y="4"/>
                    </a:lnTo>
                    <a:lnTo>
                      <a:pt x="106" y="4"/>
                    </a:lnTo>
                    <a:lnTo>
                      <a:pt x="106" y="4"/>
                    </a:lnTo>
                    <a:lnTo>
                      <a:pt x="108" y="4"/>
                    </a:lnTo>
                    <a:lnTo>
                      <a:pt x="108" y="4"/>
                    </a:lnTo>
                    <a:lnTo>
                      <a:pt x="110" y="2"/>
                    </a:lnTo>
                    <a:lnTo>
                      <a:pt x="110" y="2"/>
                    </a:lnTo>
                    <a:lnTo>
                      <a:pt x="111" y="2"/>
                    </a:lnTo>
                    <a:lnTo>
                      <a:pt x="111" y="2"/>
                    </a:lnTo>
                    <a:lnTo>
                      <a:pt x="113" y="2"/>
                    </a:lnTo>
                    <a:lnTo>
                      <a:pt x="113" y="2"/>
                    </a:lnTo>
                    <a:lnTo>
                      <a:pt x="115" y="2"/>
                    </a:lnTo>
                    <a:lnTo>
                      <a:pt x="115" y="2"/>
                    </a:lnTo>
                    <a:lnTo>
                      <a:pt x="117" y="0"/>
                    </a:lnTo>
                    <a:lnTo>
                      <a:pt x="117" y="2"/>
                    </a:lnTo>
                    <a:lnTo>
                      <a:pt x="117" y="2"/>
                    </a:lnTo>
                    <a:lnTo>
                      <a:pt x="117" y="2"/>
                    </a:lnTo>
                    <a:lnTo>
                      <a:pt x="119" y="2"/>
                    </a:lnTo>
                    <a:lnTo>
                      <a:pt x="119" y="3"/>
                    </a:lnTo>
                    <a:lnTo>
                      <a:pt x="121" y="3"/>
                    </a:lnTo>
                    <a:lnTo>
                      <a:pt x="121" y="3"/>
                    </a:lnTo>
                    <a:lnTo>
                      <a:pt x="123" y="3"/>
                    </a:lnTo>
                    <a:lnTo>
                      <a:pt x="123" y="5"/>
                    </a:lnTo>
                    <a:lnTo>
                      <a:pt x="124" y="5"/>
                    </a:lnTo>
                    <a:lnTo>
                      <a:pt x="124" y="5"/>
                    </a:lnTo>
                    <a:lnTo>
                      <a:pt x="126" y="5"/>
                    </a:lnTo>
                    <a:lnTo>
                      <a:pt x="126" y="5"/>
                    </a:lnTo>
                    <a:lnTo>
                      <a:pt x="128" y="5"/>
                    </a:lnTo>
                    <a:lnTo>
                      <a:pt x="128" y="5"/>
                    </a:lnTo>
                    <a:lnTo>
                      <a:pt x="130" y="5"/>
                    </a:lnTo>
                    <a:lnTo>
                      <a:pt x="131" y="7"/>
                    </a:lnTo>
                    <a:lnTo>
                      <a:pt x="133" y="8"/>
                    </a:lnTo>
                    <a:lnTo>
                      <a:pt x="135" y="10"/>
                    </a:lnTo>
                    <a:lnTo>
                      <a:pt x="137" y="11"/>
                    </a:lnTo>
                    <a:lnTo>
                      <a:pt x="139" y="13"/>
                    </a:lnTo>
                    <a:lnTo>
                      <a:pt x="141" y="15"/>
                    </a:lnTo>
                    <a:lnTo>
                      <a:pt x="143" y="17"/>
                    </a:lnTo>
                    <a:lnTo>
                      <a:pt x="145" y="19"/>
                    </a:lnTo>
                    <a:lnTo>
                      <a:pt x="147" y="22"/>
                    </a:lnTo>
                    <a:lnTo>
                      <a:pt x="149" y="25"/>
                    </a:lnTo>
                    <a:lnTo>
                      <a:pt x="151" y="26"/>
                    </a:lnTo>
                    <a:lnTo>
                      <a:pt x="153" y="28"/>
                    </a:lnTo>
                    <a:lnTo>
                      <a:pt x="154" y="30"/>
                    </a:lnTo>
                    <a:lnTo>
                      <a:pt x="156" y="32"/>
                    </a:lnTo>
                    <a:lnTo>
                      <a:pt x="158" y="34"/>
                    </a:lnTo>
                    <a:lnTo>
                      <a:pt x="160" y="34"/>
                    </a:lnTo>
                    <a:lnTo>
                      <a:pt x="161" y="37"/>
                    </a:lnTo>
                    <a:lnTo>
                      <a:pt x="162" y="39"/>
                    </a:lnTo>
                    <a:lnTo>
                      <a:pt x="164" y="43"/>
                    </a:lnTo>
                    <a:lnTo>
                      <a:pt x="166" y="45"/>
                    </a:lnTo>
                    <a:lnTo>
                      <a:pt x="168" y="49"/>
                    </a:lnTo>
                    <a:lnTo>
                      <a:pt x="170" y="52"/>
                    </a:lnTo>
                    <a:lnTo>
                      <a:pt x="172" y="55"/>
                    </a:lnTo>
                    <a:lnTo>
                      <a:pt x="176" y="57"/>
                    </a:lnTo>
                    <a:lnTo>
                      <a:pt x="178" y="61"/>
                    </a:lnTo>
                    <a:lnTo>
                      <a:pt x="180" y="63"/>
                    </a:lnTo>
                    <a:lnTo>
                      <a:pt x="182" y="66"/>
                    </a:lnTo>
                    <a:lnTo>
                      <a:pt x="185" y="69"/>
                    </a:lnTo>
                    <a:lnTo>
                      <a:pt x="187" y="70"/>
                    </a:lnTo>
                    <a:lnTo>
                      <a:pt x="190" y="72"/>
                    </a:lnTo>
                    <a:lnTo>
                      <a:pt x="192" y="74"/>
                    </a:lnTo>
                    <a:lnTo>
                      <a:pt x="196" y="74"/>
                    </a:lnTo>
                    <a:lnTo>
                      <a:pt x="198" y="75"/>
                    </a:lnTo>
                    <a:lnTo>
                      <a:pt x="201" y="75"/>
                    </a:lnTo>
                    <a:lnTo>
                      <a:pt x="203" y="75"/>
                    </a:lnTo>
                    <a:lnTo>
                      <a:pt x="207" y="74"/>
                    </a:lnTo>
                    <a:lnTo>
                      <a:pt x="210" y="74"/>
                    </a:lnTo>
                    <a:lnTo>
                      <a:pt x="214" y="72"/>
                    </a:lnTo>
                    <a:lnTo>
                      <a:pt x="218" y="71"/>
                    </a:lnTo>
                    <a:lnTo>
                      <a:pt x="222" y="70"/>
                    </a:lnTo>
                    <a:lnTo>
                      <a:pt x="224" y="70"/>
                    </a:lnTo>
                    <a:lnTo>
                      <a:pt x="228" y="68"/>
                    </a:lnTo>
                    <a:lnTo>
                      <a:pt x="232" y="66"/>
                    </a:lnTo>
                    <a:lnTo>
                      <a:pt x="236" y="64"/>
                    </a:lnTo>
                    <a:lnTo>
                      <a:pt x="238" y="64"/>
                    </a:lnTo>
                    <a:lnTo>
                      <a:pt x="242" y="62"/>
                    </a:lnTo>
                    <a:lnTo>
                      <a:pt x="244" y="61"/>
                    </a:lnTo>
                    <a:lnTo>
                      <a:pt x="248" y="59"/>
                    </a:lnTo>
                    <a:lnTo>
                      <a:pt x="250" y="59"/>
                    </a:lnTo>
                    <a:lnTo>
                      <a:pt x="252" y="57"/>
                    </a:lnTo>
                    <a:lnTo>
                      <a:pt x="253" y="57"/>
                    </a:lnTo>
                    <a:lnTo>
                      <a:pt x="258" y="55"/>
                    </a:lnTo>
                    <a:lnTo>
                      <a:pt x="259" y="55"/>
                    </a:lnTo>
                    <a:lnTo>
                      <a:pt x="263" y="53"/>
                    </a:lnTo>
                    <a:lnTo>
                      <a:pt x="265" y="53"/>
                    </a:lnTo>
                    <a:lnTo>
                      <a:pt x="269" y="51"/>
                    </a:lnTo>
                    <a:lnTo>
                      <a:pt x="271" y="51"/>
                    </a:lnTo>
                    <a:lnTo>
                      <a:pt x="274" y="49"/>
                    </a:lnTo>
                    <a:lnTo>
                      <a:pt x="276" y="49"/>
                    </a:lnTo>
                    <a:lnTo>
                      <a:pt x="280" y="48"/>
                    </a:lnTo>
                    <a:lnTo>
                      <a:pt x="282" y="48"/>
                    </a:lnTo>
                    <a:lnTo>
                      <a:pt x="285" y="46"/>
                    </a:lnTo>
                    <a:lnTo>
                      <a:pt x="287" y="46"/>
                    </a:lnTo>
                    <a:lnTo>
                      <a:pt x="290" y="44"/>
                    </a:lnTo>
                    <a:lnTo>
                      <a:pt x="290" y="44"/>
                    </a:lnTo>
                    <a:lnTo>
                      <a:pt x="292" y="44"/>
                    </a:lnTo>
                    <a:lnTo>
                      <a:pt x="292" y="44"/>
                    </a:lnTo>
                    <a:lnTo>
                      <a:pt x="295" y="42"/>
                    </a:lnTo>
                    <a:lnTo>
                      <a:pt x="295" y="42"/>
                    </a:lnTo>
                    <a:lnTo>
                      <a:pt x="296" y="42"/>
                    </a:lnTo>
                    <a:lnTo>
                      <a:pt x="297" y="42"/>
                    </a:lnTo>
                    <a:lnTo>
                      <a:pt x="299" y="41"/>
                    </a:lnTo>
                    <a:lnTo>
                      <a:pt x="299" y="41"/>
                    </a:lnTo>
                    <a:lnTo>
                      <a:pt x="301" y="41"/>
                    </a:lnTo>
                    <a:lnTo>
                      <a:pt x="301" y="41"/>
                    </a:lnTo>
                    <a:lnTo>
                      <a:pt x="303" y="39"/>
                    </a:lnTo>
                    <a:lnTo>
                      <a:pt x="303" y="39"/>
                    </a:lnTo>
                    <a:lnTo>
                      <a:pt x="305" y="39"/>
                    </a:lnTo>
                    <a:lnTo>
                      <a:pt x="307" y="39"/>
                    </a:lnTo>
                    <a:lnTo>
                      <a:pt x="309" y="37"/>
                    </a:lnTo>
                    <a:lnTo>
                      <a:pt x="309" y="37"/>
                    </a:lnTo>
                    <a:lnTo>
                      <a:pt x="309" y="37"/>
                    </a:lnTo>
                    <a:lnTo>
                      <a:pt x="310" y="37"/>
                    </a:lnTo>
                    <a:lnTo>
                      <a:pt x="312" y="35"/>
                    </a:lnTo>
                    <a:lnTo>
                      <a:pt x="313" y="35"/>
                    </a:lnTo>
                    <a:lnTo>
                      <a:pt x="315" y="33"/>
                    </a:lnTo>
                    <a:lnTo>
                      <a:pt x="317" y="33"/>
                    </a:lnTo>
                    <a:lnTo>
                      <a:pt x="319" y="32"/>
                    </a:lnTo>
                    <a:lnTo>
                      <a:pt x="320" y="32"/>
                    </a:lnTo>
                    <a:lnTo>
                      <a:pt x="322" y="30"/>
                    </a:lnTo>
                    <a:lnTo>
                      <a:pt x="324" y="30"/>
                    </a:lnTo>
                    <a:lnTo>
                      <a:pt x="326" y="27"/>
                    </a:lnTo>
                    <a:lnTo>
                      <a:pt x="326" y="27"/>
                    </a:lnTo>
                    <a:lnTo>
                      <a:pt x="328" y="27"/>
                    </a:lnTo>
                    <a:lnTo>
                      <a:pt x="328" y="27"/>
                    </a:lnTo>
                    <a:lnTo>
                      <a:pt x="329" y="26"/>
                    </a:lnTo>
                    <a:lnTo>
                      <a:pt x="329" y="27"/>
                    </a:lnTo>
                    <a:lnTo>
                      <a:pt x="329" y="28"/>
                    </a:lnTo>
                    <a:lnTo>
                      <a:pt x="329" y="30"/>
                    </a:lnTo>
                    <a:lnTo>
                      <a:pt x="331" y="32"/>
                    </a:lnTo>
                    <a:lnTo>
                      <a:pt x="331" y="35"/>
                    </a:lnTo>
                    <a:lnTo>
                      <a:pt x="331" y="37"/>
                    </a:lnTo>
                    <a:lnTo>
                      <a:pt x="331" y="40"/>
                    </a:lnTo>
                    <a:lnTo>
                      <a:pt x="333" y="42"/>
                    </a:lnTo>
                    <a:lnTo>
                      <a:pt x="333" y="46"/>
                    </a:lnTo>
                    <a:lnTo>
                      <a:pt x="333" y="48"/>
                    </a:lnTo>
                    <a:lnTo>
                      <a:pt x="333" y="50"/>
                    </a:lnTo>
                    <a:lnTo>
                      <a:pt x="333" y="52"/>
                    </a:lnTo>
                    <a:lnTo>
                      <a:pt x="332" y="54"/>
                    </a:lnTo>
                    <a:lnTo>
                      <a:pt x="332" y="56"/>
                    </a:lnTo>
                    <a:lnTo>
                      <a:pt x="331" y="57"/>
                    </a:lnTo>
                    <a:lnTo>
                      <a:pt x="331" y="57"/>
                    </a:lnTo>
                    <a:lnTo>
                      <a:pt x="329" y="59"/>
                    </a:lnTo>
                    <a:lnTo>
                      <a:pt x="328" y="59"/>
                    </a:lnTo>
                    <a:lnTo>
                      <a:pt x="326" y="61"/>
                    </a:lnTo>
                    <a:lnTo>
                      <a:pt x="325" y="61"/>
                    </a:lnTo>
                    <a:lnTo>
                      <a:pt x="324" y="63"/>
                    </a:lnTo>
                    <a:lnTo>
                      <a:pt x="322" y="63"/>
                    </a:lnTo>
                    <a:lnTo>
                      <a:pt x="319" y="65"/>
                    </a:lnTo>
                    <a:lnTo>
                      <a:pt x="318" y="65"/>
                    </a:lnTo>
                    <a:lnTo>
                      <a:pt x="317" y="67"/>
                    </a:lnTo>
                    <a:lnTo>
                      <a:pt x="314" y="67"/>
                    </a:lnTo>
                    <a:lnTo>
                      <a:pt x="312" y="69"/>
                    </a:lnTo>
                    <a:lnTo>
                      <a:pt x="311" y="69"/>
                    </a:lnTo>
                    <a:lnTo>
                      <a:pt x="309" y="71"/>
                    </a:lnTo>
                    <a:lnTo>
                      <a:pt x="307" y="71"/>
                    </a:lnTo>
                    <a:lnTo>
                      <a:pt x="305" y="71"/>
                    </a:lnTo>
                    <a:lnTo>
                      <a:pt x="305" y="71"/>
                    </a:lnTo>
                    <a:lnTo>
                      <a:pt x="302" y="74"/>
                    </a:lnTo>
                    <a:lnTo>
                      <a:pt x="300" y="74"/>
                    </a:lnTo>
                    <a:lnTo>
                      <a:pt x="296" y="76"/>
                    </a:lnTo>
                    <a:lnTo>
                      <a:pt x="295" y="76"/>
                    </a:lnTo>
                    <a:lnTo>
                      <a:pt x="290" y="78"/>
                    </a:lnTo>
                    <a:lnTo>
                      <a:pt x="287" y="79"/>
                    </a:lnTo>
                    <a:lnTo>
                      <a:pt x="283" y="81"/>
                    </a:lnTo>
                    <a:lnTo>
                      <a:pt x="281" y="81"/>
                    </a:lnTo>
                    <a:lnTo>
                      <a:pt x="278" y="83"/>
                    </a:lnTo>
                    <a:lnTo>
                      <a:pt x="274" y="84"/>
                    </a:lnTo>
                    <a:lnTo>
                      <a:pt x="270" y="86"/>
                    </a:lnTo>
                    <a:lnTo>
                      <a:pt x="268" y="86"/>
                    </a:lnTo>
                    <a:lnTo>
                      <a:pt x="265" y="88"/>
                    </a:lnTo>
                    <a:lnTo>
                      <a:pt x="263" y="88"/>
                    </a:lnTo>
                    <a:lnTo>
                      <a:pt x="261" y="89"/>
                    </a:lnTo>
                    <a:lnTo>
                      <a:pt x="259" y="89"/>
                    </a:lnTo>
                    <a:lnTo>
                      <a:pt x="255" y="91"/>
                    </a:lnTo>
                    <a:lnTo>
                      <a:pt x="252" y="92"/>
                    </a:lnTo>
                    <a:lnTo>
                      <a:pt x="248" y="94"/>
                    </a:lnTo>
                    <a:lnTo>
                      <a:pt x="244" y="95"/>
                    </a:lnTo>
                    <a:lnTo>
                      <a:pt x="238" y="97"/>
                    </a:lnTo>
                    <a:lnTo>
                      <a:pt x="234" y="99"/>
                    </a:lnTo>
                    <a:lnTo>
                      <a:pt x="230" y="101"/>
                    </a:lnTo>
                    <a:lnTo>
                      <a:pt x="226" y="101"/>
                    </a:lnTo>
                    <a:lnTo>
                      <a:pt x="220" y="103"/>
                    </a:lnTo>
                    <a:lnTo>
                      <a:pt x="216" y="105"/>
                    </a:lnTo>
                    <a:lnTo>
                      <a:pt x="212" y="107"/>
                    </a:lnTo>
                    <a:lnTo>
                      <a:pt x="208" y="107"/>
                    </a:lnTo>
                    <a:lnTo>
                      <a:pt x="204" y="108"/>
                    </a:lnTo>
                    <a:lnTo>
                      <a:pt x="200" y="109"/>
                    </a:lnTo>
                    <a:lnTo>
                      <a:pt x="197" y="110"/>
                    </a:lnTo>
                    <a:lnTo>
                      <a:pt x="195" y="110"/>
                    </a:lnTo>
                    <a:lnTo>
                      <a:pt x="193" y="111"/>
                    </a:lnTo>
                    <a:lnTo>
                      <a:pt x="193" y="111"/>
                    </a:lnTo>
                    <a:lnTo>
                      <a:pt x="192" y="111"/>
                    </a:lnTo>
                    <a:lnTo>
                      <a:pt x="192" y="110"/>
                    </a:lnTo>
                    <a:lnTo>
                      <a:pt x="190" y="110"/>
                    </a:lnTo>
                    <a:lnTo>
                      <a:pt x="190" y="108"/>
                    </a:lnTo>
                    <a:lnTo>
                      <a:pt x="190" y="108"/>
                    </a:lnTo>
                    <a:lnTo>
                      <a:pt x="190" y="107"/>
                    </a:lnTo>
                    <a:lnTo>
                      <a:pt x="187" y="107"/>
                    </a:lnTo>
                    <a:lnTo>
                      <a:pt x="187" y="105"/>
                    </a:lnTo>
                    <a:lnTo>
                      <a:pt x="187" y="105"/>
                    </a:lnTo>
                    <a:lnTo>
                      <a:pt x="187" y="103"/>
                    </a:lnTo>
                    <a:lnTo>
                      <a:pt x="185" y="103"/>
                    </a:lnTo>
                    <a:lnTo>
                      <a:pt x="185" y="101"/>
                    </a:lnTo>
                    <a:lnTo>
                      <a:pt x="185" y="101"/>
                    </a:lnTo>
                    <a:lnTo>
                      <a:pt x="185" y="99"/>
                    </a:lnTo>
                    <a:lnTo>
                      <a:pt x="183" y="99"/>
                    </a:lnTo>
                    <a:lnTo>
                      <a:pt x="181" y="97"/>
                    </a:lnTo>
                    <a:lnTo>
                      <a:pt x="179" y="96"/>
                    </a:lnTo>
                    <a:lnTo>
                      <a:pt x="178" y="94"/>
                    </a:lnTo>
                    <a:lnTo>
                      <a:pt x="177" y="92"/>
                    </a:lnTo>
                    <a:lnTo>
                      <a:pt x="175" y="90"/>
                    </a:lnTo>
                    <a:lnTo>
                      <a:pt x="173" y="88"/>
                    </a:lnTo>
                    <a:lnTo>
                      <a:pt x="173" y="86"/>
                    </a:lnTo>
                    <a:lnTo>
                      <a:pt x="171" y="85"/>
                    </a:lnTo>
                    <a:lnTo>
                      <a:pt x="169" y="83"/>
                    </a:lnTo>
                    <a:lnTo>
                      <a:pt x="167" y="81"/>
                    </a:lnTo>
                    <a:lnTo>
                      <a:pt x="166" y="79"/>
                    </a:lnTo>
                    <a:lnTo>
                      <a:pt x="164" y="78"/>
                    </a:lnTo>
                    <a:lnTo>
                      <a:pt x="163" y="76"/>
                    </a:lnTo>
                    <a:lnTo>
                      <a:pt x="162" y="75"/>
                    </a:lnTo>
                    <a:lnTo>
                      <a:pt x="162" y="73"/>
                    </a:lnTo>
                    <a:lnTo>
                      <a:pt x="161" y="73"/>
                    </a:lnTo>
                    <a:lnTo>
                      <a:pt x="158" y="71"/>
                    </a:lnTo>
                    <a:lnTo>
                      <a:pt x="156" y="70"/>
                    </a:lnTo>
                    <a:lnTo>
                      <a:pt x="156" y="69"/>
                    </a:lnTo>
                    <a:lnTo>
                      <a:pt x="155" y="69"/>
                    </a:lnTo>
                    <a:lnTo>
                      <a:pt x="154" y="66"/>
                    </a:lnTo>
                    <a:lnTo>
                      <a:pt x="152" y="64"/>
                    </a:lnTo>
                    <a:lnTo>
                      <a:pt x="152" y="63"/>
                    </a:lnTo>
                    <a:lnTo>
                      <a:pt x="150" y="63"/>
                    </a:lnTo>
                    <a:lnTo>
                      <a:pt x="149" y="61"/>
                    </a:lnTo>
                    <a:lnTo>
                      <a:pt x="147" y="59"/>
                    </a:lnTo>
                    <a:lnTo>
                      <a:pt x="147" y="57"/>
                    </a:lnTo>
                    <a:lnTo>
                      <a:pt x="145" y="57"/>
                    </a:lnTo>
                    <a:lnTo>
                      <a:pt x="145" y="55"/>
                    </a:lnTo>
                    <a:lnTo>
                      <a:pt x="143" y="54"/>
                    </a:lnTo>
                    <a:lnTo>
                      <a:pt x="143" y="52"/>
                    </a:lnTo>
                    <a:lnTo>
                      <a:pt x="141" y="52"/>
                    </a:lnTo>
                    <a:lnTo>
                      <a:pt x="141" y="52"/>
                    </a:lnTo>
                    <a:lnTo>
                      <a:pt x="140" y="52"/>
                    </a:lnTo>
                    <a:lnTo>
                      <a:pt x="140" y="50"/>
                    </a:lnTo>
                    <a:lnTo>
                      <a:pt x="138" y="50"/>
                    </a:lnTo>
                    <a:lnTo>
                      <a:pt x="138" y="48"/>
                    </a:lnTo>
                    <a:lnTo>
                      <a:pt x="136" y="48"/>
                    </a:lnTo>
                    <a:lnTo>
                      <a:pt x="136" y="46"/>
                    </a:lnTo>
                    <a:lnTo>
                      <a:pt x="134" y="46"/>
                    </a:lnTo>
                    <a:lnTo>
                      <a:pt x="134" y="44"/>
                    </a:lnTo>
                    <a:lnTo>
                      <a:pt x="132" y="44"/>
                    </a:lnTo>
                    <a:lnTo>
                      <a:pt x="132" y="42"/>
                    </a:lnTo>
                    <a:lnTo>
                      <a:pt x="130" y="42"/>
                    </a:lnTo>
                    <a:lnTo>
                      <a:pt x="130" y="40"/>
                    </a:lnTo>
                    <a:lnTo>
                      <a:pt x="129" y="39"/>
                    </a:lnTo>
                    <a:lnTo>
                      <a:pt x="129" y="37"/>
                    </a:lnTo>
                    <a:lnTo>
                      <a:pt x="127" y="37"/>
                    </a:lnTo>
                    <a:lnTo>
                      <a:pt x="127" y="37"/>
                    </a:lnTo>
                    <a:lnTo>
                      <a:pt x="127" y="37"/>
                    </a:lnTo>
                    <a:lnTo>
                      <a:pt x="127" y="37"/>
                    </a:lnTo>
                    <a:lnTo>
                      <a:pt x="125" y="37"/>
                    </a:lnTo>
                    <a:lnTo>
                      <a:pt x="125" y="37"/>
                    </a:lnTo>
                    <a:lnTo>
                      <a:pt x="125" y="37"/>
                    </a:lnTo>
                    <a:lnTo>
                      <a:pt x="125" y="36"/>
                    </a:lnTo>
                    <a:lnTo>
                      <a:pt x="123" y="36"/>
                    </a:lnTo>
                    <a:lnTo>
                      <a:pt x="123" y="36"/>
                    </a:lnTo>
                    <a:lnTo>
                      <a:pt x="123" y="36"/>
                    </a:lnTo>
                    <a:lnTo>
                      <a:pt x="123" y="35"/>
                    </a:lnTo>
                    <a:lnTo>
                      <a:pt x="121" y="35"/>
                    </a:lnTo>
                    <a:lnTo>
                      <a:pt x="121" y="35"/>
                    </a:lnTo>
                    <a:lnTo>
                      <a:pt x="121" y="35"/>
                    </a:lnTo>
                    <a:lnTo>
                      <a:pt x="121" y="33"/>
                    </a:lnTo>
                    <a:lnTo>
                      <a:pt x="119" y="34"/>
                    </a:lnTo>
                    <a:lnTo>
                      <a:pt x="119" y="34"/>
                    </a:lnTo>
                    <a:lnTo>
                      <a:pt x="118" y="34"/>
                    </a:lnTo>
                    <a:lnTo>
                      <a:pt x="118" y="34"/>
                    </a:lnTo>
                    <a:lnTo>
                      <a:pt x="117" y="34"/>
                    </a:lnTo>
                    <a:lnTo>
                      <a:pt x="117" y="34"/>
                    </a:lnTo>
                    <a:lnTo>
                      <a:pt x="117" y="34"/>
                    </a:lnTo>
                    <a:lnTo>
                      <a:pt x="117" y="34"/>
                    </a:lnTo>
                    <a:lnTo>
                      <a:pt x="114" y="34"/>
                    </a:lnTo>
                    <a:lnTo>
                      <a:pt x="114" y="34"/>
                    </a:lnTo>
                    <a:lnTo>
                      <a:pt x="114" y="34"/>
                    </a:lnTo>
                    <a:lnTo>
                      <a:pt x="114" y="34"/>
                    </a:lnTo>
                    <a:lnTo>
                      <a:pt x="112" y="34"/>
                    </a:lnTo>
                    <a:lnTo>
                      <a:pt x="112" y="34"/>
                    </a:lnTo>
                    <a:lnTo>
                      <a:pt x="112" y="34"/>
                    </a:lnTo>
                    <a:lnTo>
                      <a:pt x="112" y="34"/>
                    </a:lnTo>
                    <a:lnTo>
                      <a:pt x="111" y="35"/>
                    </a:lnTo>
                    <a:lnTo>
                      <a:pt x="111" y="35"/>
                    </a:lnTo>
                    <a:lnTo>
                      <a:pt x="109" y="35"/>
                    </a:lnTo>
                    <a:lnTo>
                      <a:pt x="109" y="35"/>
                    </a:lnTo>
                    <a:lnTo>
                      <a:pt x="107" y="37"/>
                    </a:lnTo>
                    <a:lnTo>
                      <a:pt x="107" y="37"/>
                    </a:lnTo>
                    <a:lnTo>
                      <a:pt x="106" y="37"/>
                    </a:lnTo>
                    <a:lnTo>
                      <a:pt x="106" y="37"/>
                    </a:lnTo>
                    <a:lnTo>
                      <a:pt x="104" y="39"/>
                    </a:lnTo>
                    <a:lnTo>
                      <a:pt x="104" y="39"/>
                    </a:lnTo>
                    <a:lnTo>
                      <a:pt x="102" y="39"/>
                    </a:lnTo>
                    <a:lnTo>
                      <a:pt x="102" y="39"/>
                    </a:lnTo>
                    <a:lnTo>
                      <a:pt x="101" y="39"/>
                    </a:lnTo>
                    <a:lnTo>
                      <a:pt x="101" y="39"/>
                    </a:lnTo>
                    <a:lnTo>
                      <a:pt x="101" y="39"/>
                    </a:lnTo>
                    <a:lnTo>
                      <a:pt x="101" y="39"/>
                    </a:lnTo>
                    <a:lnTo>
                      <a:pt x="99" y="41"/>
                    </a:lnTo>
                    <a:lnTo>
                      <a:pt x="99" y="41"/>
                    </a:lnTo>
                    <a:lnTo>
                      <a:pt x="97" y="42"/>
                    </a:lnTo>
                    <a:lnTo>
                      <a:pt x="97" y="42"/>
                    </a:lnTo>
                    <a:lnTo>
                      <a:pt x="95" y="44"/>
                    </a:lnTo>
                    <a:lnTo>
                      <a:pt x="95" y="44"/>
                    </a:lnTo>
                    <a:lnTo>
                      <a:pt x="93" y="44"/>
                    </a:lnTo>
                    <a:lnTo>
                      <a:pt x="93" y="44"/>
                    </a:lnTo>
                    <a:lnTo>
                      <a:pt x="91" y="47"/>
                    </a:lnTo>
                    <a:lnTo>
                      <a:pt x="91" y="47"/>
                    </a:lnTo>
                    <a:lnTo>
                      <a:pt x="89" y="48"/>
                    </a:lnTo>
                    <a:lnTo>
                      <a:pt x="89" y="48"/>
                    </a:lnTo>
                    <a:lnTo>
                      <a:pt x="87" y="49"/>
                    </a:lnTo>
                    <a:lnTo>
                      <a:pt x="87" y="49"/>
                    </a:lnTo>
                    <a:lnTo>
                      <a:pt x="86" y="49"/>
                    </a:lnTo>
                    <a:lnTo>
                      <a:pt x="86" y="49"/>
                    </a:lnTo>
                    <a:lnTo>
                      <a:pt x="84" y="52"/>
                    </a:lnTo>
                    <a:lnTo>
                      <a:pt x="84" y="52"/>
                    </a:lnTo>
                    <a:lnTo>
                      <a:pt x="82" y="52"/>
                    </a:lnTo>
                    <a:lnTo>
                      <a:pt x="82" y="52"/>
                    </a:lnTo>
                    <a:lnTo>
                      <a:pt x="80" y="54"/>
                    </a:lnTo>
                    <a:lnTo>
                      <a:pt x="78" y="54"/>
                    </a:lnTo>
                    <a:lnTo>
                      <a:pt x="76" y="54"/>
                    </a:lnTo>
                    <a:lnTo>
                      <a:pt x="76" y="54"/>
                    </a:lnTo>
                    <a:lnTo>
                      <a:pt x="74" y="55"/>
                    </a:lnTo>
                    <a:lnTo>
                      <a:pt x="72" y="55"/>
                    </a:lnTo>
                    <a:lnTo>
                      <a:pt x="70" y="55"/>
                    </a:lnTo>
                    <a:lnTo>
                      <a:pt x="70" y="55"/>
                    </a:lnTo>
                    <a:lnTo>
                      <a:pt x="68" y="57"/>
                    </a:lnTo>
                    <a:lnTo>
                      <a:pt x="68" y="57"/>
                    </a:lnTo>
                    <a:lnTo>
                      <a:pt x="67" y="57"/>
                    </a:lnTo>
                    <a:lnTo>
                      <a:pt x="67" y="57"/>
                    </a:lnTo>
                    <a:lnTo>
                      <a:pt x="65" y="59"/>
                    </a:lnTo>
                    <a:lnTo>
                      <a:pt x="64" y="59"/>
                    </a:lnTo>
                    <a:lnTo>
                      <a:pt x="62" y="59"/>
                    </a:lnTo>
                    <a:lnTo>
                      <a:pt x="62" y="59"/>
                    </a:lnTo>
                    <a:lnTo>
                      <a:pt x="60" y="59"/>
                    </a:lnTo>
                    <a:lnTo>
                      <a:pt x="60" y="59"/>
                    </a:lnTo>
                    <a:lnTo>
                      <a:pt x="59" y="59"/>
                    </a:lnTo>
                    <a:lnTo>
                      <a:pt x="59" y="59"/>
                    </a:lnTo>
                    <a:lnTo>
                      <a:pt x="57" y="59"/>
                    </a:lnTo>
                    <a:lnTo>
                      <a:pt x="57" y="59"/>
                    </a:lnTo>
                    <a:lnTo>
                      <a:pt x="55" y="59"/>
                    </a:lnTo>
                    <a:lnTo>
                      <a:pt x="55" y="59"/>
                    </a:lnTo>
                    <a:lnTo>
                      <a:pt x="53" y="59"/>
                    </a:lnTo>
                    <a:lnTo>
                      <a:pt x="53" y="59"/>
                    </a:lnTo>
                    <a:lnTo>
                      <a:pt x="52" y="59"/>
                    </a:lnTo>
                    <a:lnTo>
                      <a:pt x="52" y="59"/>
                    </a:lnTo>
                    <a:lnTo>
                      <a:pt x="50" y="59"/>
                    </a:lnTo>
                    <a:lnTo>
                      <a:pt x="50" y="59"/>
                    </a:lnTo>
                    <a:lnTo>
                      <a:pt x="48" y="59"/>
                    </a:lnTo>
                    <a:lnTo>
                      <a:pt x="48" y="59"/>
                    </a:lnTo>
                    <a:lnTo>
                      <a:pt x="46" y="59"/>
                    </a:lnTo>
                    <a:lnTo>
                      <a:pt x="44" y="59"/>
                    </a:lnTo>
                    <a:lnTo>
                      <a:pt x="43" y="59"/>
                    </a:lnTo>
                    <a:lnTo>
                      <a:pt x="43" y="59"/>
                    </a:lnTo>
                    <a:lnTo>
                      <a:pt x="41" y="59"/>
                    </a:lnTo>
                    <a:lnTo>
                      <a:pt x="38" y="59"/>
                    </a:lnTo>
                    <a:lnTo>
                      <a:pt x="37" y="59"/>
                    </a:lnTo>
                    <a:lnTo>
                      <a:pt x="37" y="59"/>
                    </a:lnTo>
                    <a:lnTo>
                      <a:pt x="35" y="59"/>
                    </a:lnTo>
                    <a:lnTo>
                      <a:pt x="35" y="59"/>
                    </a:lnTo>
                    <a:lnTo>
                      <a:pt x="35" y="59"/>
                    </a:lnTo>
                    <a:lnTo>
                      <a:pt x="35" y="59"/>
                    </a:lnTo>
                    <a:lnTo>
                      <a:pt x="34" y="59"/>
                    </a:lnTo>
                    <a:lnTo>
                      <a:pt x="34" y="59"/>
                    </a:lnTo>
                    <a:lnTo>
                      <a:pt x="33" y="59"/>
                    </a:lnTo>
                    <a:lnTo>
                      <a:pt x="33" y="59"/>
                    </a:lnTo>
                    <a:lnTo>
                      <a:pt x="31" y="59"/>
                    </a:lnTo>
                    <a:lnTo>
                      <a:pt x="31" y="59"/>
                    </a:lnTo>
                    <a:lnTo>
                      <a:pt x="30" y="59"/>
                    </a:lnTo>
                    <a:lnTo>
                      <a:pt x="30" y="57"/>
                    </a:lnTo>
                    <a:lnTo>
                      <a:pt x="28" y="57"/>
                    </a:lnTo>
                    <a:lnTo>
                      <a:pt x="27" y="57"/>
                    </a:lnTo>
                    <a:lnTo>
                      <a:pt x="25" y="57"/>
                    </a:lnTo>
                    <a:lnTo>
                      <a:pt x="25" y="56"/>
                    </a:lnTo>
                    <a:lnTo>
                      <a:pt x="23" y="56"/>
                    </a:lnTo>
                    <a:lnTo>
                      <a:pt x="23" y="56"/>
                    </a:lnTo>
                    <a:lnTo>
                      <a:pt x="22" y="56"/>
                    </a:lnTo>
                    <a:lnTo>
                      <a:pt x="22" y="54"/>
                    </a:lnTo>
                    <a:lnTo>
                      <a:pt x="20" y="54"/>
                    </a:lnTo>
                    <a:lnTo>
                      <a:pt x="20" y="54"/>
                    </a:lnTo>
                    <a:lnTo>
                      <a:pt x="18" y="54"/>
                    </a:lnTo>
                    <a:lnTo>
                      <a:pt x="18" y="54"/>
                    </a:lnTo>
                    <a:lnTo>
                      <a:pt x="16" y="54"/>
                    </a:lnTo>
                    <a:lnTo>
                      <a:pt x="16" y="54"/>
                    </a:lnTo>
                    <a:lnTo>
                      <a:pt x="15" y="54"/>
                    </a:lnTo>
                    <a:lnTo>
                      <a:pt x="15" y="52"/>
                    </a:lnTo>
                    <a:lnTo>
                      <a:pt x="13" y="52"/>
                    </a:lnTo>
                    <a:lnTo>
                      <a:pt x="13" y="52"/>
                    </a:lnTo>
                    <a:lnTo>
                      <a:pt x="11" y="52"/>
                    </a:lnTo>
                    <a:lnTo>
                      <a:pt x="11" y="51"/>
                    </a:lnTo>
                    <a:lnTo>
                      <a:pt x="9" y="51"/>
                    </a:lnTo>
                    <a:lnTo>
                      <a:pt x="9" y="51"/>
                    </a:lnTo>
                    <a:lnTo>
                      <a:pt x="7" y="51"/>
                    </a:lnTo>
                    <a:lnTo>
                      <a:pt x="7" y="49"/>
                    </a:lnTo>
                    <a:lnTo>
                      <a:pt x="6" y="49"/>
                    </a:lnTo>
                    <a:lnTo>
                      <a:pt x="6" y="49"/>
                    </a:lnTo>
                    <a:lnTo>
                      <a:pt x="4" y="49"/>
                    </a:lnTo>
                    <a:lnTo>
                      <a:pt x="4" y="48"/>
                    </a:lnTo>
                    <a:lnTo>
                      <a:pt x="2" y="48"/>
                    </a:lnTo>
                    <a:lnTo>
                      <a:pt x="2" y="48"/>
                    </a:lnTo>
                    <a:lnTo>
                      <a:pt x="2" y="48"/>
                    </a:lnTo>
                    <a:lnTo>
                      <a:pt x="2" y="46"/>
                    </a:lnTo>
                    <a:lnTo>
                      <a:pt x="0" y="46"/>
                    </a:lnTo>
                    <a:lnTo>
                      <a:pt x="0" y="45"/>
                    </a:lnTo>
                    <a:lnTo>
                      <a:pt x="0" y="45"/>
                    </a:lnTo>
                    <a:lnTo>
                      <a:pt x="0" y="43"/>
                    </a:lnTo>
                    <a:lnTo>
                      <a:pt x="0" y="43"/>
                    </a:lnTo>
                    <a:lnTo>
                      <a:pt x="0" y="41"/>
                    </a:lnTo>
                    <a:lnTo>
                      <a:pt x="0" y="41"/>
                    </a:lnTo>
                    <a:lnTo>
                      <a:pt x="0" y="39"/>
                    </a:lnTo>
                    <a:lnTo>
                      <a:pt x="0" y="39"/>
                    </a:lnTo>
                    <a:lnTo>
                      <a:pt x="0" y="39"/>
                    </a:lnTo>
                    <a:lnTo>
                      <a:pt x="0" y="39"/>
                    </a:lnTo>
                    <a:lnTo>
                      <a:pt x="0" y="37"/>
                    </a:lnTo>
                    <a:lnTo>
                      <a:pt x="0" y="37"/>
                    </a:lnTo>
                    <a:lnTo>
                      <a:pt x="0" y="35"/>
                    </a:lnTo>
                    <a:lnTo>
                      <a:pt x="0" y="34"/>
                    </a:lnTo>
                    <a:lnTo>
                      <a:pt x="0" y="32"/>
                    </a:lnTo>
                    <a:lnTo>
                      <a:pt x="0" y="32"/>
                    </a:lnTo>
                    <a:lnTo>
                      <a:pt x="0" y="30"/>
                    </a:lnTo>
                    <a:lnTo>
                      <a:pt x="0" y="30"/>
                    </a:lnTo>
                    <a:lnTo>
                      <a:pt x="0" y="28"/>
                    </a:lnTo>
                    <a:lnTo>
                      <a:pt x="0" y="28"/>
                    </a:lnTo>
                    <a:lnTo>
                      <a:pt x="0" y="27"/>
                    </a:lnTo>
                    <a:lnTo>
                      <a:pt x="0" y="27"/>
                    </a:lnTo>
                    <a:lnTo>
                      <a:pt x="0" y="26"/>
                    </a:lnTo>
                    <a:lnTo>
                      <a:pt x="0" y="26"/>
                    </a:lnTo>
                    <a:lnTo>
                      <a:pt x="0" y="25"/>
                    </a:lnTo>
                    <a:lnTo>
                      <a:pt x="0" y="25"/>
                    </a:lnTo>
                    <a:lnTo>
                      <a:pt x="0" y="22"/>
                    </a:lnTo>
                    <a:lnTo>
                      <a:pt x="0" y="20"/>
                    </a:lnTo>
                    <a:lnTo>
                      <a:pt x="0" y="19"/>
                    </a:lnTo>
                    <a:lnTo>
                      <a:pt x="0" y="17"/>
                    </a:lnTo>
                    <a:lnTo>
                      <a:pt x="0" y="15"/>
                    </a:lnTo>
                    <a:lnTo>
                      <a:pt x="0" y="13"/>
                    </a:lnTo>
                    <a:lnTo>
                      <a:pt x="0" y="11"/>
                    </a:lnTo>
                    <a:lnTo>
                      <a:pt x="0" y="10"/>
                    </a:lnTo>
                    <a:lnTo>
                      <a:pt x="0" y="8"/>
                    </a:lnTo>
                    <a:lnTo>
                      <a:pt x="0" y="7"/>
                    </a:lnTo>
                    <a:lnTo>
                      <a:pt x="0" y="5"/>
                    </a:lnTo>
                    <a:lnTo>
                      <a:pt x="0" y="4"/>
                    </a:lnTo>
                    <a:lnTo>
                      <a:pt x="0" y="3"/>
                    </a:lnTo>
                    <a:lnTo>
                      <a:pt x="0" y="3"/>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85" name=""/>
              <p:cNvSpPr/>
              <p:nvPr/>
            </p:nvSpPr>
            <p:spPr>
              <a:xfrm>
                <a:off x="5719680" y="5673600"/>
                <a:ext cx="852480" cy="501840"/>
              </a:xfrm>
              <a:custGeom>
                <a:avLst/>
                <a:gdLst/>
                <a:ahLst/>
                <a:rect l="l" t="t" r="r" b="b"/>
                <a:pathLst>
                  <a:path w="537" h="316">
                    <a:moveTo>
                      <a:pt x="4" y="118"/>
                    </a:moveTo>
                    <a:lnTo>
                      <a:pt x="5" y="121"/>
                    </a:lnTo>
                    <a:lnTo>
                      <a:pt x="7" y="124"/>
                    </a:lnTo>
                    <a:lnTo>
                      <a:pt x="12" y="129"/>
                    </a:lnTo>
                    <a:lnTo>
                      <a:pt x="16" y="132"/>
                    </a:lnTo>
                    <a:lnTo>
                      <a:pt x="20" y="138"/>
                    </a:lnTo>
                    <a:lnTo>
                      <a:pt x="25" y="143"/>
                    </a:lnTo>
                    <a:lnTo>
                      <a:pt x="30" y="149"/>
                    </a:lnTo>
                    <a:lnTo>
                      <a:pt x="36" y="154"/>
                    </a:lnTo>
                    <a:lnTo>
                      <a:pt x="41" y="160"/>
                    </a:lnTo>
                    <a:lnTo>
                      <a:pt x="46" y="166"/>
                    </a:lnTo>
                    <a:lnTo>
                      <a:pt x="52" y="172"/>
                    </a:lnTo>
                    <a:lnTo>
                      <a:pt x="58" y="177"/>
                    </a:lnTo>
                    <a:lnTo>
                      <a:pt x="61" y="183"/>
                    </a:lnTo>
                    <a:lnTo>
                      <a:pt x="66" y="187"/>
                    </a:lnTo>
                    <a:lnTo>
                      <a:pt x="69" y="191"/>
                    </a:lnTo>
                    <a:lnTo>
                      <a:pt x="73" y="194"/>
                    </a:lnTo>
                    <a:lnTo>
                      <a:pt x="73" y="196"/>
                    </a:lnTo>
                    <a:lnTo>
                      <a:pt x="73" y="196"/>
                    </a:lnTo>
                    <a:lnTo>
                      <a:pt x="73" y="196"/>
                    </a:lnTo>
                    <a:lnTo>
                      <a:pt x="73" y="196"/>
                    </a:lnTo>
                    <a:lnTo>
                      <a:pt x="73" y="196"/>
                    </a:lnTo>
                    <a:lnTo>
                      <a:pt x="73" y="196"/>
                    </a:lnTo>
                    <a:lnTo>
                      <a:pt x="73" y="196"/>
                    </a:lnTo>
                    <a:lnTo>
                      <a:pt x="73" y="196"/>
                    </a:lnTo>
                    <a:lnTo>
                      <a:pt x="73" y="198"/>
                    </a:lnTo>
                    <a:lnTo>
                      <a:pt x="73" y="198"/>
                    </a:lnTo>
                    <a:lnTo>
                      <a:pt x="73" y="198"/>
                    </a:lnTo>
                    <a:lnTo>
                      <a:pt x="73" y="198"/>
                    </a:lnTo>
                    <a:lnTo>
                      <a:pt x="73" y="198"/>
                    </a:lnTo>
                    <a:lnTo>
                      <a:pt x="73" y="198"/>
                    </a:lnTo>
                    <a:lnTo>
                      <a:pt x="73" y="198"/>
                    </a:lnTo>
                    <a:lnTo>
                      <a:pt x="73" y="198"/>
                    </a:lnTo>
                    <a:lnTo>
                      <a:pt x="72" y="199"/>
                    </a:lnTo>
                    <a:lnTo>
                      <a:pt x="72" y="199"/>
                    </a:lnTo>
                    <a:lnTo>
                      <a:pt x="72" y="199"/>
                    </a:lnTo>
                    <a:lnTo>
                      <a:pt x="72" y="199"/>
                    </a:lnTo>
                    <a:lnTo>
                      <a:pt x="70" y="199"/>
                    </a:lnTo>
                    <a:lnTo>
                      <a:pt x="70" y="199"/>
                    </a:lnTo>
                    <a:lnTo>
                      <a:pt x="70" y="199"/>
                    </a:lnTo>
                    <a:lnTo>
                      <a:pt x="70" y="199"/>
                    </a:lnTo>
                    <a:lnTo>
                      <a:pt x="68" y="200"/>
                    </a:lnTo>
                    <a:lnTo>
                      <a:pt x="68" y="200"/>
                    </a:lnTo>
                    <a:lnTo>
                      <a:pt x="68" y="200"/>
                    </a:lnTo>
                    <a:lnTo>
                      <a:pt x="68" y="200"/>
                    </a:lnTo>
                    <a:lnTo>
                      <a:pt x="68" y="200"/>
                    </a:lnTo>
                    <a:lnTo>
                      <a:pt x="68" y="200"/>
                    </a:lnTo>
                    <a:lnTo>
                      <a:pt x="68" y="200"/>
                    </a:lnTo>
                    <a:lnTo>
                      <a:pt x="68" y="200"/>
                    </a:lnTo>
                    <a:lnTo>
                      <a:pt x="66" y="202"/>
                    </a:lnTo>
                    <a:lnTo>
                      <a:pt x="66" y="202"/>
                    </a:lnTo>
                    <a:lnTo>
                      <a:pt x="66" y="202"/>
                    </a:lnTo>
                    <a:lnTo>
                      <a:pt x="66" y="202"/>
                    </a:lnTo>
                    <a:lnTo>
                      <a:pt x="65" y="202"/>
                    </a:lnTo>
                    <a:lnTo>
                      <a:pt x="65" y="202"/>
                    </a:lnTo>
                    <a:lnTo>
                      <a:pt x="65" y="202"/>
                    </a:lnTo>
                    <a:lnTo>
                      <a:pt x="65" y="202"/>
                    </a:lnTo>
                    <a:lnTo>
                      <a:pt x="63" y="202"/>
                    </a:lnTo>
                    <a:lnTo>
                      <a:pt x="63" y="202"/>
                    </a:lnTo>
                    <a:lnTo>
                      <a:pt x="63" y="202"/>
                    </a:lnTo>
                    <a:lnTo>
                      <a:pt x="63" y="202"/>
                    </a:lnTo>
                    <a:lnTo>
                      <a:pt x="61" y="202"/>
                    </a:lnTo>
                    <a:lnTo>
                      <a:pt x="61" y="202"/>
                    </a:lnTo>
                    <a:lnTo>
                      <a:pt x="61" y="202"/>
                    </a:lnTo>
                    <a:lnTo>
                      <a:pt x="61" y="202"/>
                    </a:lnTo>
                    <a:lnTo>
                      <a:pt x="59" y="203"/>
                    </a:lnTo>
                    <a:lnTo>
                      <a:pt x="59" y="203"/>
                    </a:lnTo>
                    <a:lnTo>
                      <a:pt x="58" y="203"/>
                    </a:lnTo>
                    <a:lnTo>
                      <a:pt x="58" y="203"/>
                    </a:lnTo>
                    <a:lnTo>
                      <a:pt x="56" y="203"/>
                    </a:lnTo>
                    <a:lnTo>
                      <a:pt x="56" y="203"/>
                    </a:lnTo>
                    <a:lnTo>
                      <a:pt x="55" y="203"/>
                    </a:lnTo>
                    <a:lnTo>
                      <a:pt x="55" y="203"/>
                    </a:lnTo>
                    <a:lnTo>
                      <a:pt x="53" y="203"/>
                    </a:lnTo>
                    <a:lnTo>
                      <a:pt x="53" y="203"/>
                    </a:lnTo>
                    <a:lnTo>
                      <a:pt x="51" y="203"/>
                    </a:lnTo>
                    <a:lnTo>
                      <a:pt x="51" y="203"/>
                    </a:lnTo>
                    <a:lnTo>
                      <a:pt x="49" y="203"/>
                    </a:lnTo>
                    <a:lnTo>
                      <a:pt x="49" y="203"/>
                    </a:lnTo>
                    <a:lnTo>
                      <a:pt x="49" y="203"/>
                    </a:lnTo>
                    <a:lnTo>
                      <a:pt x="49" y="203"/>
                    </a:lnTo>
                    <a:lnTo>
                      <a:pt x="47" y="203"/>
                    </a:lnTo>
                    <a:lnTo>
                      <a:pt x="47" y="203"/>
                    </a:lnTo>
                    <a:lnTo>
                      <a:pt x="46" y="203"/>
                    </a:lnTo>
                    <a:lnTo>
                      <a:pt x="46" y="203"/>
                    </a:lnTo>
                    <a:lnTo>
                      <a:pt x="44" y="203"/>
                    </a:lnTo>
                    <a:lnTo>
                      <a:pt x="44" y="203"/>
                    </a:lnTo>
                    <a:lnTo>
                      <a:pt x="44" y="203"/>
                    </a:lnTo>
                    <a:lnTo>
                      <a:pt x="44" y="203"/>
                    </a:lnTo>
                    <a:lnTo>
                      <a:pt x="43" y="203"/>
                    </a:lnTo>
                    <a:lnTo>
                      <a:pt x="43" y="203"/>
                    </a:lnTo>
                    <a:lnTo>
                      <a:pt x="43" y="203"/>
                    </a:lnTo>
                    <a:lnTo>
                      <a:pt x="43" y="203"/>
                    </a:lnTo>
                    <a:lnTo>
                      <a:pt x="41" y="203"/>
                    </a:lnTo>
                    <a:lnTo>
                      <a:pt x="41" y="203"/>
                    </a:lnTo>
                    <a:lnTo>
                      <a:pt x="41" y="203"/>
                    </a:lnTo>
                    <a:lnTo>
                      <a:pt x="41" y="203"/>
                    </a:lnTo>
                    <a:lnTo>
                      <a:pt x="39" y="204"/>
                    </a:lnTo>
                    <a:lnTo>
                      <a:pt x="39" y="204"/>
                    </a:lnTo>
                    <a:lnTo>
                      <a:pt x="37" y="204"/>
                    </a:lnTo>
                    <a:lnTo>
                      <a:pt x="37" y="204"/>
                    </a:lnTo>
                    <a:lnTo>
                      <a:pt x="36" y="204"/>
                    </a:lnTo>
                    <a:lnTo>
                      <a:pt x="36" y="204"/>
                    </a:lnTo>
                    <a:lnTo>
                      <a:pt x="34" y="204"/>
                    </a:lnTo>
                    <a:lnTo>
                      <a:pt x="34" y="204"/>
                    </a:lnTo>
                    <a:lnTo>
                      <a:pt x="32" y="204"/>
                    </a:lnTo>
                    <a:lnTo>
                      <a:pt x="32" y="204"/>
                    </a:lnTo>
                    <a:lnTo>
                      <a:pt x="31" y="204"/>
                    </a:lnTo>
                    <a:lnTo>
                      <a:pt x="31" y="204"/>
                    </a:lnTo>
                    <a:lnTo>
                      <a:pt x="29" y="204"/>
                    </a:lnTo>
                    <a:lnTo>
                      <a:pt x="29" y="204"/>
                    </a:lnTo>
                    <a:lnTo>
                      <a:pt x="29" y="204"/>
                    </a:lnTo>
                    <a:lnTo>
                      <a:pt x="29" y="204"/>
                    </a:lnTo>
                    <a:lnTo>
                      <a:pt x="27" y="205"/>
                    </a:lnTo>
                    <a:lnTo>
                      <a:pt x="27" y="205"/>
                    </a:lnTo>
                    <a:lnTo>
                      <a:pt x="26" y="205"/>
                    </a:lnTo>
                    <a:lnTo>
                      <a:pt x="26" y="205"/>
                    </a:lnTo>
                    <a:lnTo>
                      <a:pt x="24" y="205"/>
                    </a:lnTo>
                    <a:lnTo>
                      <a:pt x="24" y="205"/>
                    </a:lnTo>
                    <a:lnTo>
                      <a:pt x="24" y="205"/>
                    </a:lnTo>
                    <a:lnTo>
                      <a:pt x="24" y="205"/>
                    </a:lnTo>
                    <a:lnTo>
                      <a:pt x="22" y="207"/>
                    </a:lnTo>
                    <a:lnTo>
                      <a:pt x="22" y="207"/>
                    </a:lnTo>
                    <a:lnTo>
                      <a:pt x="21" y="207"/>
                    </a:lnTo>
                    <a:lnTo>
                      <a:pt x="21" y="207"/>
                    </a:lnTo>
                    <a:lnTo>
                      <a:pt x="19" y="207"/>
                    </a:lnTo>
                    <a:lnTo>
                      <a:pt x="19" y="207"/>
                    </a:lnTo>
                    <a:lnTo>
                      <a:pt x="19" y="207"/>
                    </a:lnTo>
                    <a:lnTo>
                      <a:pt x="19" y="207"/>
                    </a:lnTo>
                    <a:lnTo>
                      <a:pt x="17" y="209"/>
                    </a:lnTo>
                    <a:lnTo>
                      <a:pt x="17" y="209"/>
                    </a:lnTo>
                    <a:lnTo>
                      <a:pt x="15" y="209"/>
                    </a:lnTo>
                    <a:lnTo>
                      <a:pt x="15" y="209"/>
                    </a:lnTo>
                    <a:lnTo>
                      <a:pt x="13" y="209"/>
                    </a:lnTo>
                    <a:lnTo>
                      <a:pt x="13" y="209"/>
                    </a:lnTo>
                    <a:lnTo>
                      <a:pt x="12" y="209"/>
                    </a:lnTo>
                    <a:lnTo>
                      <a:pt x="12" y="209"/>
                    </a:lnTo>
                    <a:lnTo>
                      <a:pt x="10" y="211"/>
                    </a:lnTo>
                    <a:lnTo>
                      <a:pt x="10" y="211"/>
                    </a:lnTo>
                    <a:lnTo>
                      <a:pt x="9" y="211"/>
                    </a:lnTo>
                    <a:lnTo>
                      <a:pt x="9" y="211"/>
                    </a:lnTo>
                    <a:lnTo>
                      <a:pt x="7" y="213"/>
                    </a:lnTo>
                    <a:lnTo>
                      <a:pt x="7" y="213"/>
                    </a:lnTo>
                    <a:lnTo>
                      <a:pt x="7" y="213"/>
                    </a:lnTo>
                    <a:lnTo>
                      <a:pt x="7" y="213"/>
                    </a:lnTo>
                    <a:lnTo>
                      <a:pt x="5" y="215"/>
                    </a:lnTo>
                    <a:lnTo>
                      <a:pt x="5" y="215"/>
                    </a:lnTo>
                    <a:lnTo>
                      <a:pt x="5" y="215"/>
                    </a:lnTo>
                    <a:lnTo>
                      <a:pt x="5" y="215"/>
                    </a:lnTo>
                    <a:lnTo>
                      <a:pt x="4" y="217"/>
                    </a:lnTo>
                    <a:lnTo>
                      <a:pt x="4" y="217"/>
                    </a:lnTo>
                    <a:lnTo>
                      <a:pt x="4" y="217"/>
                    </a:lnTo>
                    <a:lnTo>
                      <a:pt x="4" y="217"/>
                    </a:lnTo>
                    <a:lnTo>
                      <a:pt x="2" y="219"/>
                    </a:lnTo>
                    <a:lnTo>
                      <a:pt x="2" y="219"/>
                    </a:lnTo>
                    <a:lnTo>
                      <a:pt x="2" y="220"/>
                    </a:lnTo>
                    <a:lnTo>
                      <a:pt x="2" y="220"/>
                    </a:lnTo>
                    <a:lnTo>
                      <a:pt x="0" y="221"/>
                    </a:lnTo>
                    <a:lnTo>
                      <a:pt x="0" y="221"/>
                    </a:lnTo>
                    <a:lnTo>
                      <a:pt x="0" y="221"/>
                    </a:lnTo>
                    <a:lnTo>
                      <a:pt x="0" y="221"/>
                    </a:lnTo>
                    <a:lnTo>
                      <a:pt x="0" y="223"/>
                    </a:lnTo>
                    <a:lnTo>
                      <a:pt x="0" y="223"/>
                    </a:lnTo>
                    <a:lnTo>
                      <a:pt x="0" y="223"/>
                    </a:lnTo>
                    <a:lnTo>
                      <a:pt x="0" y="223"/>
                    </a:lnTo>
                    <a:lnTo>
                      <a:pt x="0" y="225"/>
                    </a:lnTo>
                    <a:lnTo>
                      <a:pt x="0" y="225"/>
                    </a:lnTo>
                    <a:lnTo>
                      <a:pt x="0" y="225"/>
                    </a:lnTo>
                    <a:lnTo>
                      <a:pt x="0" y="225"/>
                    </a:lnTo>
                    <a:lnTo>
                      <a:pt x="0" y="227"/>
                    </a:lnTo>
                    <a:lnTo>
                      <a:pt x="0" y="227"/>
                    </a:lnTo>
                    <a:lnTo>
                      <a:pt x="0" y="227"/>
                    </a:lnTo>
                    <a:lnTo>
                      <a:pt x="0" y="227"/>
                    </a:lnTo>
                    <a:lnTo>
                      <a:pt x="0" y="228"/>
                    </a:lnTo>
                    <a:lnTo>
                      <a:pt x="0" y="228"/>
                    </a:lnTo>
                    <a:lnTo>
                      <a:pt x="0" y="228"/>
                    </a:lnTo>
                    <a:lnTo>
                      <a:pt x="0" y="228"/>
                    </a:lnTo>
                    <a:lnTo>
                      <a:pt x="0" y="230"/>
                    </a:lnTo>
                    <a:lnTo>
                      <a:pt x="0" y="231"/>
                    </a:lnTo>
                    <a:lnTo>
                      <a:pt x="0" y="233"/>
                    </a:lnTo>
                    <a:lnTo>
                      <a:pt x="0" y="233"/>
                    </a:lnTo>
                    <a:lnTo>
                      <a:pt x="0" y="235"/>
                    </a:lnTo>
                    <a:lnTo>
                      <a:pt x="0" y="235"/>
                    </a:lnTo>
                    <a:lnTo>
                      <a:pt x="0" y="237"/>
                    </a:lnTo>
                    <a:lnTo>
                      <a:pt x="0" y="237"/>
                    </a:lnTo>
                    <a:lnTo>
                      <a:pt x="0" y="239"/>
                    </a:lnTo>
                    <a:lnTo>
                      <a:pt x="0" y="239"/>
                    </a:lnTo>
                    <a:lnTo>
                      <a:pt x="0" y="241"/>
                    </a:lnTo>
                    <a:lnTo>
                      <a:pt x="0" y="241"/>
                    </a:lnTo>
                    <a:lnTo>
                      <a:pt x="0" y="243"/>
                    </a:lnTo>
                    <a:lnTo>
                      <a:pt x="0" y="243"/>
                    </a:lnTo>
                    <a:lnTo>
                      <a:pt x="0" y="243"/>
                    </a:lnTo>
                    <a:lnTo>
                      <a:pt x="0" y="243"/>
                    </a:lnTo>
                    <a:lnTo>
                      <a:pt x="0" y="246"/>
                    </a:lnTo>
                    <a:lnTo>
                      <a:pt x="0" y="246"/>
                    </a:lnTo>
                    <a:lnTo>
                      <a:pt x="0" y="247"/>
                    </a:lnTo>
                    <a:lnTo>
                      <a:pt x="0" y="247"/>
                    </a:lnTo>
                    <a:lnTo>
                      <a:pt x="0" y="249"/>
                    </a:lnTo>
                    <a:lnTo>
                      <a:pt x="1" y="249"/>
                    </a:lnTo>
                    <a:lnTo>
                      <a:pt x="1" y="250"/>
                    </a:lnTo>
                    <a:lnTo>
                      <a:pt x="3" y="250"/>
                    </a:lnTo>
                    <a:lnTo>
                      <a:pt x="3" y="252"/>
                    </a:lnTo>
                    <a:lnTo>
                      <a:pt x="3" y="252"/>
                    </a:lnTo>
                    <a:lnTo>
                      <a:pt x="3" y="253"/>
                    </a:lnTo>
                    <a:lnTo>
                      <a:pt x="5" y="253"/>
                    </a:lnTo>
                    <a:lnTo>
                      <a:pt x="5" y="255"/>
                    </a:lnTo>
                    <a:lnTo>
                      <a:pt x="6" y="255"/>
                    </a:lnTo>
                    <a:lnTo>
                      <a:pt x="6" y="255"/>
                    </a:lnTo>
                    <a:lnTo>
                      <a:pt x="7" y="255"/>
                    </a:lnTo>
                    <a:lnTo>
                      <a:pt x="7" y="257"/>
                    </a:lnTo>
                    <a:lnTo>
                      <a:pt x="7" y="257"/>
                    </a:lnTo>
                    <a:lnTo>
                      <a:pt x="7" y="258"/>
                    </a:lnTo>
                    <a:lnTo>
                      <a:pt x="9" y="258"/>
                    </a:lnTo>
                    <a:lnTo>
                      <a:pt x="9" y="260"/>
                    </a:lnTo>
                    <a:lnTo>
                      <a:pt x="11" y="260"/>
                    </a:lnTo>
                    <a:lnTo>
                      <a:pt x="11" y="260"/>
                    </a:lnTo>
                    <a:lnTo>
                      <a:pt x="13" y="260"/>
                    </a:lnTo>
                    <a:lnTo>
                      <a:pt x="13" y="263"/>
                    </a:lnTo>
                    <a:lnTo>
                      <a:pt x="14" y="263"/>
                    </a:lnTo>
                    <a:lnTo>
                      <a:pt x="14" y="263"/>
                    </a:lnTo>
                    <a:lnTo>
                      <a:pt x="15" y="263"/>
                    </a:lnTo>
                    <a:lnTo>
                      <a:pt x="15" y="263"/>
                    </a:lnTo>
                    <a:lnTo>
                      <a:pt x="17" y="263"/>
                    </a:lnTo>
                    <a:lnTo>
                      <a:pt x="17" y="263"/>
                    </a:lnTo>
                    <a:lnTo>
                      <a:pt x="19" y="263"/>
                    </a:lnTo>
                    <a:lnTo>
                      <a:pt x="19" y="264"/>
                    </a:lnTo>
                    <a:lnTo>
                      <a:pt x="21" y="264"/>
                    </a:lnTo>
                    <a:lnTo>
                      <a:pt x="21" y="264"/>
                    </a:lnTo>
                    <a:lnTo>
                      <a:pt x="22" y="264"/>
                    </a:lnTo>
                    <a:lnTo>
                      <a:pt x="22" y="264"/>
                    </a:lnTo>
                    <a:lnTo>
                      <a:pt x="24" y="264"/>
                    </a:lnTo>
                    <a:lnTo>
                      <a:pt x="24" y="264"/>
                    </a:lnTo>
                    <a:lnTo>
                      <a:pt x="26" y="264"/>
                    </a:lnTo>
                    <a:lnTo>
                      <a:pt x="26" y="265"/>
                    </a:lnTo>
                    <a:lnTo>
                      <a:pt x="28" y="265"/>
                    </a:lnTo>
                    <a:lnTo>
                      <a:pt x="28" y="265"/>
                    </a:lnTo>
                    <a:lnTo>
                      <a:pt x="30" y="265"/>
                    </a:lnTo>
                    <a:lnTo>
                      <a:pt x="30" y="265"/>
                    </a:lnTo>
                    <a:lnTo>
                      <a:pt x="32" y="265"/>
                    </a:lnTo>
                    <a:lnTo>
                      <a:pt x="33" y="265"/>
                    </a:lnTo>
                    <a:lnTo>
                      <a:pt x="35" y="265"/>
                    </a:lnTo>
                    <a:lnTo>
                      <a:pt x="35" y="265"/>
                    </a:lnTo>
                    <a:lnTo>
                      <a:pt x="36" y="265"/>
                    </a:lnTo>
                    <a:lnTo>
                      <a:pt x="36" y="265"/>
                    </a:lnTo>
                    <a:lnTo>
                      <a:pt x="37" y="265"/>
                    </a:lnTo>
                    <a:lnTo>
                      <a:pt x="37" y="265"/>
                    </a:lnTo>
                    <a:lnTo>
                      <a:pt x="39" y="265"/>
                    </a:lnTo>
                    <a:lnTo>
                      <a:pt x="39" y="265"/>
                    </a:lnTo>
                    <a:lnTo>
                      <a:pt x="41" y="265"/>
                    </a:lnTo>
                    <a:lnTo>
                      <a:pt x="41" y="265"/>
                    </a:lnTo>
                    <a:lnTo>
                      <a:pt x="43" y="265"/>
                    </a:lnTo>
                    <a:lnTo>
                      <a:pt x="43" y="265"/>
                    </a:lnTo>
                    <a:lnTo>
                      <a:pt x="44" y="265"/>
                    </a:lnTo>
                    <a:lnTo>
                      <a:pt x="44" y="265"/>
                    </a:lnTo>
                    <a:lnTo>
                      <a:pt x="46" y="265"/>
                    </a:lnTo>
                    <a:lnTo>
                      <a:pt x="46" y="265"/>
                    </a:lnTo>
                    <a:lnTo>
                      <a:pt x="48" y="265"/>
                    </a:lnTo>
                    <a:lnTo>
                      <a:pt x="48" y="265"/>
                    </a:lnTo>
                    <a:lnTo>
                      <a:pt x="49" y="265"/>
                    </a:lnTo>
                    <a:lnTo>
                      <a:pt x="49" y="265"/>
                    </a:lnTo>
                    <a:lnTo>
                      <a:pt x="51" y="265"/>
                    </a:lnTo>
                    <a:lnTo>
                      <a:pt x="51" y="265"/>
                    </a:lnTo>
                    <a:lnTo>
                      <a:pt x="53" y="265"/>
                    </a:lnTo>
                    <a:lnTo>
                      <a:pt x="53" y="265"/>
                    </a:lnTo>
                    <a:lnTo>
                      <a:pt x="55" y="265"/>
                    </a:lnTo>
                    <a:lnTo>
                      <a:pt x="55" y="265"/>
                    </a:lnTo>
                    <a:lnTo>
                      <a:pt x="57" y="265"/>
                    </a:lnTo>
                    <a:lnTo>
                      <a:pt x="57" y="265"/>
                    </a:lnTo>
                    <a:lnTo>
                      <a:pt x="59" y="265"/>
                    </a:lnTo>
                    <a:lnTo>
                      <a:pt x="59" y="265"/>
                    </a:lnTo>
                    <a:lnTo>
                      <a:pt x="60" y="265"/>
                    </a:lnTo>
                    <a:lnTo>
                      <a:pt x="61" y="265"/>
                    </a:lnTo>
                    <a:lnTo>
                      <a:pt x="63" y="265"/>
                    </a:lnTo>
                    <a:lnTo>
                      <a:pt x="63" y="265"/>
                    </a:lnTo>
                    <a:lnTo>
                      <a:pt x="65" y="265"/>
                    </a:lnTo>
                    <a:lnTo>
                      <a:pt x="65" y="265"/>
                    </a:lnTo>
                    <a:lnTo>
                      <a:pt x="66" y="265"/>
                    </a:lnTo>
                    <a:lnTo>
                      <a:pt x="66" y="265"/>
                    </a:lnTo>
                    <a:lnTo>
                      <a:pt x="68" y="265"/>
                    </a:lnTo>
                    <a:lnTo>
                      <a:pt x="70" y="265"/>
                    </a:lnTo>
                    <a:lnTo>
                      <a:pt x="72" y="264"/>
                    </a:lnTo>
                    <a:lnTo>
                      <a:pt x="72" y="264"/>
                    </a:lnTo>
                    <a:lnTo>
                      <a:pt x="74" y="264"/>
                    </a:lnTo>
                    <a:lnTo>
                      <a:pt x="75" y="264"/>
                    </a:lnTo>
                    <a:lnTo>
                      <a:pt x="77" y="264"/>
                    </a:lnTo>
                    <a:lnTo>
                      <a:pt x="77" y="264"/>
                    </a:lnTo>
                    <a:lnTo>
                      <a:pt x="79" y="264"/>
                    </a:lnTo>
                    <a:lnTo>
                      <a:pt x="80" y="264"/>
                    </a:lnTo>
                    <a:lnTo>
                      <a:pt x="81" y="262"/>
                    </a:lnTo>
                    <a:lnTo>
                      <a:pt x="81" y="262"/>
                    </a:lnTo>
                    <a:lnTo>
                      <a:pt x="81" y="262"/>
                    </a:lnTo>
                    <a:lnTo>
                      <a:pt x="81" y="262"/>
                    </a:lnTo>
                    <a:lnTo>
                      <a:pt x="83" y="260"/>
                    </a:lnTo>
                    <a:lnTo>
                      <a:pt x="83" y="260"/>
                    </a:lnTo>
                    <a:lnTo>
                      <a:pt x="85" y="260"/>
                    </a:lnTo>
                    <a:lnTo>
                      <a:pt x="85" y="260"/>
                    </a:lnTo>
                    <a:lnTo>
                      <a:pt x="87" y="258"/>
                    </a:lnTo>
                    <a:lnTo>
                      <a:pt x="87" y="258"/>
                    </a:lnTo>
                    <a:lnTo>
                      <a:pt x="88" y="258"/>
                    </a:lnTo>
                    <a:lnTo>
                      <a:pt x="88" y="258"/>
                    </a:lnTo>
                    <a:lnTo>
                      <a:pt x="90" y="257"/>
                    </a:lnTo>
                    <a:lnTo>
                      <a:pt x="90" y="257"/>
                    </a:lnTo>
                    <a:lnTo>
                      <a:pt x="91" y="255"/>
                    </a:lnTo>
                    <a:lnTo>
                      <a:pt x="91" y="255"/>
                    </a:lnTo>
                    <a:lnTo>
                      <a:pt x="93" y="253"/>
                    </a:lnTo>
                    <a:lnTo>
                      <a:pt x="93" y="253"/>
                    </a:lnTo>
                    <a:lnTo>
                      <a:pt x="93" y="253"/>
                    </a:lnTo>
                    <a:lnTo>
                      <a:pt x="93" y="253"/>
                    </a:lnTo>
                    <a:lnTo>
                      <a:pt x="95" y="252"/>
                    </a:lnTo>
                    <a:lnTo>
                      <a:pt x="95" y="252"/>
                    </a:lnTo>
                    <a:lnTo>
                      <a:pt x="95" y="251"/>
                    </a:lnTo>
                    <a:lnTo>
                      <a:pt x="95" y="251"/>
                    </a:lnTo>
                    <a:lnTo>
                      <a:pt x="96" y="249"/>
                    </a:lnTo>
                    <a:lnTo>
                      <a:pt x="96" y="249"/>
                    </a:lnTo>
                    <a:lnTo>
                      <a:pt x="96" y="249"/>
                    </a:lnTo>
                    <a:lnTo>
                      <a:pt x="96" y="249"/>
                    </a:lnTo>
                    <a:lnTo>
                      <a:pt x="97" y="248"/>
                    </a:lnTo>
                    <a:lnTo>
                      <a:pt x="97" y="248"/>
                    </a:lnTo>
                    <a:lnTo>
                      <a:pt x="97" y="246"/>
                    </a:lnTo>
                    <a:lnTo>
                      <a:pt x="97" y="246"/>
                    </a:lnTo>
                    <a:lnTo>
                      <a:pt x="100" y="244"/>
                    </a:lnTo>
                    <a:lnTo>
                      <a:pt x="100" y="244"/>
                    </a:lnTo>
                    <a:lnTo>
                      <a:pt x="101" y="244"/>
                    </a:lnTo>
                    <a:lnTo>
                      <a:pt x="101" y="244"/>
                    </a:lnTo>
                    <a:lnTo>
                      <a:pt x="103" y="244"/>
                    </a:lnTo>
                    <a:lnTo>
                      <a:pt x="103" y="244"/>
                    </a:lnTo>
                    <a:lnTo>
                      <a:pt x="104" y="244"/>
                    </a:lnTo>
                    <a:lnTo>
                      <a:pt x="106" y="244"/>
                    </a:lnTo>
                    <a:lnTo>
                      <a:pt x="108" y="243"/>
                    </a:lnTo>
                    <a:lnTo>
                      <a:pt x="108" y="243"/>
                    </a:lnTo>
                    <a:lnTo>
                      <a:pt x="110" y="243"/>
                    </a:lnTo>
                    <a:lnTo>
                      <a:pt x="110" y="243"/>
                    </a:lnTo>
                    <a:lnTo>
                      <a:pt x="112" y="243"/>
                    </a:lnTo>
                    <a:lnTo>
                      <a:pt x="112" y="243"/>
                    </a:lnTo>
                    <a:lnTo>
                      <a:pt x="114" y="243"/>
                    </a:lnTo>
                    <a:lnTo>
                      <a:pt x="114" y="243"/>
                    </a:lnTo>
                    <a:lnTo>
                      <a:pt x="117" y="242"/>
                    </a:lnTo>
                    <a:lnTo>
                      <a:pt x="117" y="243"/>
                    </a:lnTo>
                    <a:lnTo>
                      <a:pt x="117" y="243"/>
                    </a:lnTo>
                    <a:lnTo>
                      <a:pt x="117" y="243"/>
                    </a:lnTo>
                    <a:lnTo>
                      <a:pt x="119" y="243"/>
                    </a:lnTo>
                    <a:lnTo>
                      <a:pt x="119" y="244"/>
                    </a:lnTo>
                    <a:lnTo>
                      <a:pt x="121" y="244"/>
                    </a:lnTo>
                    <a:lnTo>
                      <a:pt x="121" y="244"/>
                    </a:lnTo>
                    <a:lnTo>
                      <a:pt x="123" y="244"/>
                    </a:lnTo>
                    <a:lnTo>
                      <a:pt x="123" y="246"/>
                    </a:lnTo>
                    <a:lnTo>
                      <a:pt x="124" y="246"/>
                    </a:lnTo>
                    <a:lnTo>
                      <a:pt x="124" y="246"/>
                    </a:lnTo>
                    <a:lnTo>
                      <a:pt x="125" y="246"/>
                    </a:lnTo>
                    <a:lnTo>
                      <a:pt x="125" y="246"/>
                    </a:lnTo>
                    <a:lnTo>
                      <a:pt x="127" y="246"/>
                    </a:lnTo>
                    <a:lnTo>
                      <a:pt x="127" y="246"/>
                    </a:lnTo>
                    <a:lnTo>
                      <a:pt x="129" y="246"/>
                    </a:lnTo>
                    <a:lnTo>
                      <a:pt x="131" y="250"/>
                    </a:lnTo>
                    <a:lnTo>
                      <a:pt x="135" y="254"/>
                    </a:lnTo>
                    <a:lnTo>
                      <a:pt x="140" y="260"/>
                    </a:lnTo>
                    <a:lnTo>
                      <a:pt x="146" y="264"/>
                    </a:lnTo>
                    <a:lnTo>
                      <a:pt x="150" y="270"/>
                    </a:lnTo>
                    <a:lnTo>
                      <a:pt x="156" y="276"/>
                    </a:lnTo>
                    <a:lnTo>
                      <a:pt x="162" y="282"/>
                    </a:lnTo>
                    <a:lnTo>
                      <a:pt x="168" y="287"/>
                    </a:lnTo>
                    <a:lnTo>
                      <a:pt x="171" y="293"/>
                    </a:lnTo>
                    <a:lnTo>
                      <a:pt x="177" y="299"/>
                    </a:lnTo>
                    <a:lnTo>
                      <a:pt x="182" y="303"/>
                    </a:lnTo>
                    <a:lnTo>
                      <a:pt x="187" y="307"/>
                    </a:lnTo>
                    <a:lnTo>
                      <a:pt x="190" y="311"/>
                    </a:lnTo>
                    <a:lnTo>
                      <a:pt x="193" y="313"/>
                    </a:lnTo>
                    <a:lnTo>
                      <a:pt x="195" y="315"/>
                    </a:lnTo>
                    <a:lnTo>
                      <a:pt x="197" y="315"/>
                    </a:lnTo>
                    <a:lnTo>
                      <a:pt x="197" y="315"/>
                    </a:lnTo>
                    <a:lnTo>
                      <a:pt x="199" y="315"/>
                    </a:lnTo>
                    <a:lnTo>
                      <a:pt x="201" y="315"/>
                    </a:lnTo>
                    <a:lnTo>
                      <a:pt x="205" y="313"/>
                    </a:lnTo>
                    <a:lnTo>
                      <a:pt x="208" y="313"/>
                    </a:lnTo>
                    <a:lnTo>
                      <a:pt x="212" y="311"/>
                    </a:lnTo>
                    <a:lnTo>
                      <a:pt x="216" y="309"/>
                    </a:lnTo>
                    <a:lnTo>
                      <a:pt x="221" y="308"/>
                    </a:lnTo>
                    <a:lnTo>
                      <a:pt x="224" y="308"/>
                    </a:lnTo>
                    <a:lnTo>
                      <a:pt x="228" y="306"/>
                    </a:lnTo>
                    <a:lnTo>
                      <a:pt x="232" y="304"/>
                    </a:lnTo>
                    <a:lnTo>
                      <a:pt x="237" y="302"/>
                    </a:lnTo>
                    <a:lnTo>
                      <a:pt x="240" y="302"/>
                    </a:lnTo>
                    <a:lnTo>
                      <a:pt x="244" y="300"/>
                    </a:lnTo>
                    <a:lnTo>
                      <a:pt x="246" y="299"/>
                    </a:lnTo>
                    <a:lnTo>
                      <a:pt x="250" y="297"/>
                    </a:lnTo>
                    <a:lnTo>
                      <a:pt x="252" y="297"/>
                    </a:lnTo>
                    <a:lnTo>
                      <a:pt x="255" y="296"/>
                    </a:lnTo>
                    <a:lnTo>
                      <a:pt x="257" y="296"/>
                    </a:lnTo>
                    <a:lnTo>
                      <a:pt x="261" y="294"/>
                    </a:lnTo>
                    <a:lnTo>
                      <a:pt x="263" y="294"/>
                    </a:lnTo>
                    <a:lnTo>
                      <a:pt x="266" y="292"/>
                    </a:lnTo>
                    <a:lnTo>
                      <a:pt x="270" y="292"/>
                    </a:lnTo>
                    <a:lnTo>
                      <a:pt x="274" y="290"/>
                    </a:lnTo>
                    <a:lnTo>
                      <a:pt x="275" y="290"/>
                    </a:lnTo>
                    <a:lnTo>
                      <a:pt x="280" y="288"/>
                    </a:lnTo>
                    <a:lnTo>
                      <a:pt x="283" y="288"/>
                    </a:lnTo>
                    <a:lnTo>
                      <a:pt x="287" y="286"/>
                    </a:lnTo>
                    <a:lnTo>
                      <a:pt x="289" y="286"/>
                    </a:lnTo>
                    <a:lnTo>
                      <a:pt x="292" y="285"/>
                    </a:lnTo>
                    <a:lnTo>
                      <a:pt x="294" y="285"/>
                    </a:lnTo>
                    <a:lnTo>
                      <a:pt x="297" y="282"/>
                    </a:lnTo>
                    <a:lnTo>
                      <a:pt x="297" y="282"/>
                    </a:lnTo>
                    <a:lnTo>
                      <a:pt x="299" y="282"/>
                    </a:lnTo>
                    <a:lnTo>
                      <a:pt x="300" y="282"/>
                    </a:lnTo>
                    <a:lnTo>
                      <a:pt x="302" y="281"/>
                    </a:lnTo>
                    <a:lnTo>
                      <a:pt x="302" y="281"/>
                    </a:lnTo>
                    <a:lnTo>
                      <a:pt x="304" y="280"/>
                    </a:lnTo>
                    <a:lnTo>
                      <a:pt x="306" y="280"/>
                    </a:lnTo>
                    <a:lnTo>
                      <a:pt x="308" y="279"/>
                    </a:lnTo>
                    <a:lnTo>
                      <a:pt x="308" y="279"/>
                    </a:lnTo>
                    <a:lnTo>
                      <a:pt x="310" y="279"/>
                    </a:lnTo>
                    <a:lnTo>
                      <a:pt x="312" y="279"/>
                    </a:lnTo>
                    <a:lnTo>
                      <a:pt x="314" y="277"/>
                    </a:lnTo>
                    <a:lnTo>
                      <a:pt x="314" y="277"/>
                    </a:lnTo>
                    <a:lnTo>
                      <a:pt x="317" y="276"/>
                    </a:lnTo>
                    <a:lnTo>
                      <a:pt x="318" y="276"/>
                    </a:lnTo>
                    <a:lnTo>
                      <a:pt x="319" y="274"/>
                    </a:lnTo>
                    <a:lnTo>
                      <a:pt x="319" y="274"/>
                    </a:lnTo>
                    <a:lnTo>
                      <a:pt x="319" y="274"/>
                    </a:lnTo>
                    <a:lnTo>
                      <a:pt x="319" y="274"/>
                    </a:lnTo>
                    <a:lnTo>
                      <a:pt x="322" y="273"/>
                    </a:lnTo>
                    <a:lnTo>
                      <a:pt x="322" y="273"/>
                    </a:lnTo>
                    <a:lnTo>
                      <a:pt x="323" y="273"/>
                    </a:lnTo>
                    <a:lnTo>
                      <a:pt x="323" y="273"/>
                    </a:lnTo>
                    <a:lnTo>
                      <a:pt x="325" y="271"/>
                    </a:lnTo>
                    <a:lnTo>
                      <a:pt x="325" y="271"/>
                    </a:lnTo>
                    <a:lnTo>
                      <a:pt x="325" y="271"/>
                    </a:lnTo>
                    <a:lnTo>
                      <a:pt x="325" y="271"/>
                    </a:lnTo>
                    <a:lnTo>
                      <a:pt x="327" y="269"/>
                    </a:lnTo>
                    <a:lnTo>
                      <a:pt x="327" y="269"/>
                    </a:lnTo>
                    <a:lnTo>
                      <a:pt x="327" y="269"/>
                    </a:lnTo>
                    <a:lnTo>
                      <a:pt x="327" y="269"/>
                    </a:lnTo>
                    <a:lnTo>
                      <a:pt x="329" y="267"/>
                    </a:lnTo>
                    <a:lnTo>
                      <a:pt x="329" y="267"/>
                    </a:lnTo>
                    <a:lnTo>
                      <a:pt x="329" y="267"/>
                    </a:lnTo>
                    <a:lnTo>
                      <a:pt x="329" y="267"/>
                    </a:lnTo>
                    <a:lnTo>
                      <a:pt x="329" y="267"/>
                    </a:lnTo>
                    <a:lnTo>
                      <a:pt x="329" y="267"/>
                    </a:lnTo>
                    <a:lnTo>
                      <a:pt x="329" y="267"/>
                    </a:lnTo>
                    <a:lnTo>
                      <a:pt x="329" y="267"/>
                    </a:lnTo>
                    <a:lnTo>
                      <a:pt x="329" y="265"/>
                    </a:lnTo>
                    <a:lnTo>
                      <a:pt x="329" y="265"/>
                    </a:lnTo>
                    <a:lnTo>
                      <a:pt x="329" y="265"/>
                    </a:lnTo>
                    <a:lnTo>
                      <a:pt x="329" y="265"/>
                    </a:lnTo>
                    <a:lnTo>
                      <a:pt x="329" y="265"/>
                    </a:lnTo>
                    <a:lnTo>
                      <a:pt x="329" y="265"/>
                    </a:lnTo>
                    <a:lnTo>
                      <a:pt x="329" y="265"/>
                    </a:lnTo>
                    <a:lnTo>
                      <a:pt x="329" y="265"/>
                    </a:lnTo>
                    <a:lnTo>
                      <a:pt x="329" y="264"/>
                    </a:lnTo>
                    <a:lnTo>
                      <a:pt x="327" y="264"/>
                    </a:lnTo>
                    <a:lnTo>
                      <a:pt x="327" y="264"/>
                    </a:lnTo>
                    <a:lnTo>
                      <a:pt x="327" y="264"/>
                    </a:lnTo>
                    <a:lnTo>
                      <a:pt x="327" y="264"/>
                    </a:lnTo>
                    <a:lnTo>
                      <a:pt x="326" y="264"/>
                    </a:lnTo>
                    <a:lnTo>
                      <a:pt x="326" y="264"/>
                    </a:lnTo>
                    <a:lnTo>
                      <a:pt x="326" y="264"/>
                    </a:lnTo>
                    <a:lnTo>
                      <a:pt x="326" y="262"/>
                    </a:lnTo>
                    <a:lnTo>
                      <a:pt x="324" y="262"/>
                    </a:lnTo>
                    <a:lnTo>
                      <a:pt x="324" y="262"/>
                    </a:lnTo>
                    <a:lnTo>
                      <a:pt x="324" y="262"/>
                    </a:lnTo>
                    <a:lnTo>
                      <a:pt x="324" y="262"/>
                    </a:lnTo>
                    <a:lnTo>
                      <a:pt x="324" y="262"/>
                    </a:lnTo>
                    <a:lnTo>
                      <a:pt x="324" y="262"/>
                    </a:lnTo>
                    <a:lnTo>
                      <a:pt x="324" y="262"/>
                    </a:lnTo>
                    <a:lnTo>
                      <a:pt x="324" y="260"/>
                    </a:lnTo>
                    <a:lnTo>
                      <a:pt x="322" y="260"/>
                    </a:lnTo>
                    <a:lnTo>
                      <a:pt x="320" y="260"/>
                    </a:lnTo>
                    <a:lnTo>
                      <a:pt x="318" y="260"/>
                    </a:lnTo>
                    <a:lnTo>
                      <a:pt x="318" y="258"/>
                    </a:lnTo>
                    <a:lnTo>
                      <a:pt x="317" y="258"/>
                    </a:lnTo>
                    <a:lnTo>
                      <a:pt x="314" y="257"/>
                    </a:lnTo>
                    <a:lnTo>
                      <a:pt x="312" y="257"/>
                    </a:lnTo>
                    <a:lnTo>
                      <a:pt x="312" y="255"/>
                    </a:lnTo>
                    <a:lnTo>
                      <a:pt x="311" y="255"/>
                    </a:lnTo>
                    <a:lnTo>
                      <a:pt x="309" y="255"/>
                    </a:lnTo>
                    <a:lnTo>
                      <a:pt x="307" y="255"/>
                    </a:lnTo>
                    <a:lnTo>
                      <a:pt x="307" y="253"/>
                    </a:lnTo>
                    <a:lnTo>
                      <a:pt x="305" y="253"/>
                    </a:lnTo>
                    <a:lnTo>
                      <a:pt x="304" y="252"/>
                    </a:lnTo>
                    <a:lnTo>
                      <a:pt x="302" y="252"/>
                    </a:lnTo>
                    <a:lnTo>
                      <a:pt x="302" y="250"/>
                    </a:lnTo>
                    <a:lnTo>
                      <a:pt x="300" y="250"/>
                    </a:lnTo>
                    <a:lnTo>
                      <a:pt x="300" y="250"/>
                    </a:lnTo>
                    <a:lnTo>
                      <a:pt x="298" y="250"/>
                    </a:lnTo>
                    <a:lnTo>
                      <a:pt x="298" y="248"/>
                    </a:lnTo>
                    <a:lnTo>
                      <a:pt x="296" y="248"/>
                    </a:lnTo>
                    <a:lnTo>
                      <a:pt x="296" y="247"/>
                    </a:lnTo>
                    <a:lnTo>
                      <a:pt x="295" y="247"/>
                    </a:lnTo>
                    <a:lnTo>
                      <a:pt x="295" y="245"/>
                    </a:lnTo>
                    <a:lnTo>
                      <a:pt x="292" y="245"/>
                    </a:lnTo>
                    <a:lnTo>
                      <a:pt x="292" y="243"/>
                    </a:lnTo>
                    <a:lnTo>
                      <a:pt x="290" y="243"/>
                    </a:lnTo>
                    <a:lnTo>
                      <a:pt x="290" y="242"/>
                    </a:lnTo>
                    <a:lnTo>
                      <a:pt x="289" y="242"/>
                    </a:lnTo>
                    <a:lnTo>
                      <a:pt x="289" y="240"/>
                    </a:lnTo>
                    <a:lnTo>
                      <a:pt x="289" y="240"/>
                    </a:lnTo>
                    <a:lnTo>
                      <a:pt x="289" y="238"/>
                    </a:lnTo>
                    <a:lnTo>
                      <a:pt x="288" y="238"/>
                    </a:lnTo>
                    <a:lnTo>
                      <a:pt x="288" y="236"/>
                    </a:lnTo>
                    <a:lnTo>
                      <a:pt x="288" y="236"/>
                    </a:lnTo>
                    <a:lnTo>
                      <a:pt x="288" y="235"/>
                    </a:lnTo>
                    <a:lnTo>
                      <a:pt x="288" y="235"/>
                    </a:lnTo>
                    <a:lnTo>
                      <a:pt x="288" y="233"/>
                    </a:lnTo>
                    <a:lnTo>
                      <a:pt x="288" y="232"/>
                    </a:lnTo>
                    <a:lnTo>
                      <a:pt x="288" y="230"/>
                    </a:lnTo>
                    <a:lnTo>
                      <a:pt x="288" y="230"/>
                    </a:lnTo>
                    <a:lnTo>
                      <a:pt x="288" y="228"/>
                    </a:lnTo>
                    <a:lnTo>
                      <a:pt x="288" y="228"/>
                    </a:lnTo>
                    <a:lnTo>
                      <a:pt x="288" y="226"/>
                    </a:lnTo>
                    <a:lnTo>
                      <a:pt x="288" y="226"/>
                    </a:lnTo>
                    <a:lnTo>
                      <a:pt x="288" y="224"/>
                    </a:lnTo>
                    <a:lnTo>
                      <a:pt x="288" y="224"/>
                    </a:lnTo>
                    <a:lnTo>
                      <a:pt x="288" y="221"/>
                    </a:lnTo>
                    <a:lnTo>
                      <a:pt x="288" y="221"/>
                    </a:lnTo>
                    <a:lnTo>
                      <a:pt x="288" y="220"/>
                    </a:lnTo>
                    <a:lnTo>
                      <a:pt x="288" y="220"/>
                    </a:lnTo>
                    <a:lnTo>
                      <a:pt x="289" y="219"/>
                    </a:lnTo>
                    <a:lnTo>
                      <a:pt x="289" y="219"/>
                    </a:lnTo>
                    <a:lnTo>
                      <a:pt x="290" y="216"/>
                    </a:lnTo>
                    <a:lnTo>
                      <a:pt x="290" y="216"/>
                    </a:lnTo>
                    <a:lnTo>
                      <a:pt x="292" y="214"/>
                    </a:lnTo>
                    <a:lnTo>
                      <a:pt x="292" y="214"/>
                    </a:lnTo>
                    <a:lnTo>
                      <a:pt x="295" y="212"/>
                    </a:lnTo>
                    <a:lnTo>
                      <a:pt x="295" y="212"/>
                    </a:lnTo>
                    <a:lnTo>
                      <a:pt x="296" y="211"/>
                    </a:lnTo>
                    <a:lnTo>
                      <a:pt x="296" y="211"/>
                    </a:lnTo>
                    <a:lnTo>
                      <a:pt x="297" y="209"/>
                    </a:lnTo>
                    <a:lnTo>
                      <a:pt x="297" y="209"/>
                    </a:lnTo>
                    <a:lnTo>
                      <a:pt x="300" y="207"/>
                    </a:lnTo>
                    <a:lnTo>
                      <a:pt x="300" y="207"/>
                    </a:lnTo>
                    <a:lnTo>
                      <a:pt x="301" y="207"/>
                    </a:lnTo>
                    <a:lnTo>
                      <a:pt x="302" y="207"/>
                    </a:lnTo>
                    <a:lnTo>
                      <a:pt x="303" y="205"/>
                    </a:lnTo>
                    <a:lnTo>
                      <a:pt x="303" y="205"/>
                    </a:lnTo>
                    <a:lnTo>
                      <a:pt x="305" y="204"/>
                    </a:lnTo>
                    <a:lnTo>
                      <a:pt x="307" y="204"/>
                    </a:lnTo>
                    <a:lnTo>
                      <a:pt x="309" y="202"/>
                    </a:lnTo>
                    <a:lnTo>
                      <a:pt x="309" y="202"/>
                    </a:lnTo>
                    <a:lnTo>
                      <a:pt x="311" y="202"/>
                    </a:lnTo>
                    <a:lnTo>
                      <a:pt x="313" y="202"/>
                    </a:lnTo>
                    <a:lnTo>
                      <a:pt x="315" y="199"/>
                    </a:lnTo>
                    <a:lnTo>
                      <a:pt x="317" y="199"/>
                    </a:lnTo>
                    <a:lnTo>
                      <a:pt x="318" y="199"/>
                    </a:lnTo>
                    <a:lnTo>
                      <a:pt x="320" y="199"/>
                    </a:lnTo>
                    <a:lnTo>
                      <a:pt x="322" y="198"/>
                    </a:lnTo>
                    <a:lnTo>
                      <a:pt x="322" y="198"/>
                    </a:lnTo>
                    <a:lnTo>
                      <a:pt x="324" y="198"/>
                    </a:lnTo>
                    <a:lnTo>
                      <a:pt x="324" y="198"/>
                    </a:lnTo>
                    <a:lnTo>
                      <a:pt x="326" y="198"/>
                    </a:lnTo>
                    <a:lnTo>
                      <a:pt x="326" y="198"/>
                    </a:lnTo>
                    <a:lnTo>
                      <a:pt x="328" y="198"/>
                    </a:lnTo>
                    <a:lnTo>
                      <a:pt x="330" y="198"/>
                    </a:lnTo>
                    <a:lnTo>
                      <a:pt x="332" y="196"/>
                    </a:lnTo>
                    <a:lnTo>
                      <a:pt x="332" y="196"/>
                    </a:lnTo>
                    <a:lnTo>
                      <a:pt x="334" y="196"/>
                    </a:lnTo>
                    <a:lnTo>
                      <a:pt x="335" y="196"/>
                    </a:lnTo>
                    <a:lnTo>
                      <a:pt x="337" y="196"/>
                    </a:lnTo>
                    <a:lnTo>
                      <a:pt x="337" y="196"/>
                    </a:lnTo>
                    <a:lnTo>
                      <a:pt x="339" y="196"/>
                    </a:lnTo>
                    <a:lnTo>
                      <a:pt x="341" y="196"/>
                    </a:lnTo>
                    <a:lnTo>
                      <a:pt x="343" y="194"/>
                    </a:lnTo>
                    <a:lnTo>
                      <a:pt x="343" y="196"/>
                    </a:lnTo>
                    <a:lnTo>
                      <a:pt x="344" y="196"/>
                    </a:lnTo>
                    <a:lnTo>
                      <a:pt x="344" y="196"/>
                    </a:lnTo>
                    <a:lnTo>
                      <a:pt x="346" y="196"/>
                    </a:lnTo>
                    <a:lnTo>
                      <a:pt x="346" y="196"/>
                    </a:lnTo>
                    <a:lnTo>
                      <a:pt x="348" y="196"/>
                    </a:lnTo>
                    <a:lnTo>
                      <a:pt x="349" y="196"/>
                    </a:lnTo>
                    <a:lnTo>
                      <a:pt x="351" y="196"/>
                    </a:lnTo>
                    <a:lnTo>
                      <a:pt x="351" y="196"/>
                    </a:lnTo>
                    <a:lnTo>
                      <a:pt x="353" y="196"/>
                    </a:lnTo>
                    <a:lnTo>
                      <a:pt x="353" y="196"/>
                    </a:lnTo>
                    <a:lnTo>
                      <a:pt x="355" y="196"/>
                    </a:lnTo>
                    <a:lnTo>
                      <a:pt x="355" y="196"/>
                    </a:lnTo>
                    <a:lnTo>
                      <a:pt x="356" y="196"/>
                    </a:lnTo>
                    <a:lnTo>
                      <a:pt x="357" y="196"/>
                    </a:lnTo>
                    <a:lnTo>
                      <a:pt x="359" y="196"/>
                    </a:lnTo>
                    <a:lnTo>
                      <a:pt x="359" y="198"/>
                    </a:lnTo>
                    <a:lnTo>
                      <a:pt x="361" y="198"/>
                    </a:lnTo>
                    <a:lnTo>
                      <a:pt x="361" y="198"/>
                    </a:lnTo>
                    <a:lnTo>
                      <a:pt x="362" y="198"/>
                    </a:lnTo>
                    <a:lnTo>
                      <a:pt x="362" y="199"/>
                    </a:lnTo>
                    <a:lnTo>
                      <a:pt x="364" y="199"/>
                    </a:lnTo>
                    <a:lnTo>
                      <a:pt x="364" y="199"/>
                    </a:lnTo>
                    <a:lnTo>
                      <a:pt x="366" y="199"/>
                    </a:lnTo>
                    <a:lnTo>
                      <a:pt x="366" y="200"/>
                    </a:lnTo>
                    <a:lnTo>
                      <a:pt x="368" y="200"/>
                    </a:lnTo>
                    <a:lnTo>
                      <a:pt x="368" y="200"/>
                    </a:lnTo>
                    <a:lnTo>
                      <a:pt x="370" y="200"/>
                    </a:lnTo>
                    <a:lnTo>
                      <a:pt x="370" y="200"/>
                    </a:lnTo>
                    <a:lnTo>
                      <a:pt x="371" y="200"/>
                    </a:lnTo>
                    <a:lnTo>
                      <a:pt x="371" y="200"/>
                    </a:lnTo>
                    <a:lnTo>
                      <a:pt x="373" y="200"/>
                    </a:lnTo>
                    <a:lnTo>
                      <a:pt x="373" y="202"/>
                    </a:lnTo>
                    <a:lnTo>
                      <a:pt x="373" y="202"/>
                    </a:lnTo>
                    <a:lnTo>
                      <a:pt x="373" y="203"/>
                    </a:lnTo>
                    <a:lnTo>
                      <a:pt x="375" y="203"/>
                    </a:lnTo>
                    <a:lnTo>
                      <a:pt x="375" y="205"/>
                    </a:lnTo>
                    <a:lnTo>
                      <a:pt x="376" y="205"/>
                    </a:lnTo>
                    <a:lnTo>
                      <a:pt x="376" y="205"/>
                    </a:lnTo>
                    <a:lnTo>
                      <a:pt x="378" y="205"/>
                    </a:lnTo>
                    <a:lnTo>
                      <a:pt x="378" y="207"/>
                    </a:lnTo>
                    <a:lnTo>
                      <a:pt x="379" y="207"/>
                    </a:lnTo>
                    <a:lnTo>
                      <a:pt x="379" y="207"/>
                    </a:lnTo>
                    <a:lnTo>
                      <a:pt x="381" y="207"/>
                    </a:lnTo>
                    <a:lnTo>
                      <a:pt x="381" y="209"/>
                    </a:lnTo>
                    <a:lnTo>
                      <a:pt x="383" y="209"/>
                    </a:lnTo>
                    <a:lnTo>
                      <a:pt x="383" y="209"/>
                    </a:lnTo>
                    <a:lnTo>
                      <a:pt x="385" y="209"/>
                    </a:lnTo>
                    <a:lnTo>
                      <a:pt x="385" y="211"/>
                    </a:lnTo>
                    <a:lnTo>
                      <a:pt x="385" y="211"/>
                    </a:lnTo>
                    <a:lnTo>
                      <a:pt x="385" y="211"/>
                    </a:lnTo>
                    <a:lnTo>
                      <a:pt x="386" y="211"/>
                    </a:lnTo>
                    <a:lnTo>
                      <a:pt x="386" y="212"/>
                    </a:lnTo>
                    <a:lnTo>
                      <a:pt x="386" y="212"/>
                    </a:lnTo>
                    <a:lnTo>
                      <a:pt x="386" y="212"/>
                    </a:lnTo>
                    <a:lnTo>
                      <a:pt x="388" y="212"/>
                    </a:lnTo>
                    <a:lnTo>
                      <a:pt x="388" y="214"/>
                    </a:lnTo>
                    <a:lnTo>
                      <a:pt x="388" y="214"/>
                    </a:lnTo>
                    <a:lnTo>
                      <a:pt x="388" y="214"/>
                    </a:lnTo>
                    <a:lnTo>
                      <a:pt x="390" y="214"/>
                    </a:lnTo>
                    <a:lnTo>
                      <a:pt x="390" y="215"/>
                    </a:lnTo>
                    <a:lnTo>
                      <a:pt x="390" y="215"/>
                    </a:lnTo>
                    <a:lnTo>
                      <a:pt x="390" y="215"/>
                    </a:lnTo>
                    <a:lnTo>
                      <a:pt x="392" y="215"/>
                    </a:lnTo>
                    <a:lnTo>
                      <a:pt x="392" y="217"/>
                    </a:lnTo>
                    <a:lnTo>
                      <a:pt x="392" y="217"/>
                    </a:lnTo>
                    <a:lnTo>
                      <a:pt x="392" y="217"/>
                    </a:lnTo>
                    <a:lnTo>
                      <a:pt x="392" y="217"/>
                    </a:lnTo>
                    <a:lnTo>
                      <a:pt x="392" y="219"/>
                    </a:lnTo>
                    <a:lnTo>
                      <a:pt x="392" y="219"/>
                    </a:lnTo>
                    <a:lnTo>
                      <a:pt x="392" y="219"/>
                    </a:lnTo>
                    <a:lnTo>
                      <a:pt x="392" y="219"/>
                    </a:lnTo>
                    <a:lnTo>
                      <a:pt x="392" y="220"/>
                    </a:lnTo>
                    <a:lnTo>
                      <a:pt x="392" y="220"/>
                    </a:lnTo>
                    <a:lnTo>
                      <a:pt x="392" y="220"/>
                    </a:lnTo>
                    <a:lnTo>
                      <a:pt x="392" y="220"/>
                    </a:lnTo>
                    <a:lnTo>
                      <a:pt x="392" y="221"/>
                    </a:lnTo>
                    <a:lnTo>
                      <a:pt x="392" y="221"/>
                    </a:lnTo>
                    <a:lnTo>
                      <a:pt x="392" y="221"/>
                    </a:lnTo>
                    <a:lnTo>
                      <a:pt x="393" y="221"/>
                    </a:lnTo>
                    <a:lnTo>
                      <a:pt x="393" y="224"/>
                    </a:lnTo>
                    <a:lnTo>
                      <a:pt x="393" y="224"/>
                    </a:lnTo>
                    <a:lnTo>
                      <a:pt x="393" y="224"/>
                    </a:lnTo>
                    <a:lnTo>
                      <a:pt x="393" y="224"/>
                    </a:lnTo>
                    <a:lnTo>
                      <a:pt x="393" y="225"/>
                    </a:lnTo>
                    <a:lnTo>
                      <a:pt x="393" y="225"/>
                    </a:lnTo>
                    <a:lnTo>
                      <a:pt x="393" y="225"/>
                    </a:lnTo>
                    <a:lnTo>
                      <a:pt x="393" y="225"/>
                    </a:lnTo>
                    <a:lnTo>
                      <a:pt x="393" y="227"/>
                    </a:lnTo>
                    <a:lnTo>
                      <a:pt x="393" y="227"/>
                    </a:lnTo>
                    <a:lnTo>
                      <a:pt x="393" y="227"/>
                    </a:lnTo>
                    <a:lnTo>
                      <a:pt x="393" y="227"/>
                    </a:lnTo>
                    <a:lnTo>
                      <a:pt x="393" y="228"/>
                    </a:lnTo>
                    <a:lnTo>
                      <a:pt x="393" y="228"/>
                    </a:lnTo>
                    <a:lnTo>
                      <a:pt x="393" y="228"/>
                    </a:lnTo>
                    <a:lnTo>
                      <a:pt x="393" y="228"/>
                    </a:lnTo>
                    <a:lnTo>
                      <a:pt x="393" y="230"/>
                    </a:lnTo>
                    <a:lnTo>
                      <a:pt x="393" y="230"/>
                    </a:lnTo>
                    <a:lnTo>
                      <a:pt x="393" y="230"/>
                    </a:lnTo>
                    <a:lnTo>
                      <a:pt x="393" y="230"/>
                    </a:lnTo>
                    <a:lnTo>
                      <a:pt x="393" y="231"/>
                    </a:lnTo>
                    <a:lnTo>
                      <a:pt x="393" y="231"/>
                    </a:lnTo>
                    <a:lnTo>
                      <a:pt x="393" y="231"/>
                    </a:lnTo>
                    <a:lnTo>
                      <a:pt x="393" y="231"/>
                    </a:lnTo>
                    <a:lnTo>
                      <a:pt x="393" y="233"/>
                    </a:lnTo>
                    <a:lnTo>
                      <a:pt x="393" y="233"/>
                    </a:lnTo>
                    <a:lnTo>
                      <a:pt x="393" y="233"/>
                    </a:lnTo>
                    <a:lnTo>
                      <a:pt x="393" y="233"/>
                    </a:lnTo>
                    <a:lnTo>
                      <a:pt x="393" y="233"/>
                    </a:lnTo>
                    <a:lnTo>
                      <a:pt x="393" y="233"/>
                    </a:lnTo>
                    <a:lnTo>
                      <a:pt x="393" y="233"/>
                    </a:lnTo>
                    <a:lnTo>
                      <a:pt x="394" y="233"/>
                    </a:lnTo>
                    <a:lnTo>
                      <a:pt x="394" y="235"/>
                    </a:lnTo>
                    <a:lnTo>
                      <a:pt x="394" y="235"/>
                    </a:lnTo>
                    <a:lnTo>
                      <a:pt x="394" y="235"/>
                    </a:lnTo>
                    <a:lnTo>
                      <a:pt x="394" y="235"/>
                    </a:lnTo>
                    <a:lnTo>
                      <a:pt x="394" y="236"/>
                    </a:lnTo>
                    <a:lnTo>
                      <a:pt x="394" y="236"/>
                    </a:lnTo>
                    <a:lnTo>
                      <a:pt x="394" y="236"/>
                    </a:lnTo>
                    <a:lnTo>
                      <a:pt x="394" y="236"/>
                    </a:lnTo>
                    <a:lnTo>
                      <a:pt x="394" y="238"/>
                    </a:lnTo>
                    <a:lnTo>
                      <a:pt x="394" y="238"/>
                    </a:lnTo>
                    <a:lnTo>
                      <a:pt x="394" y="238"/>
                    </a:lnTo>
                    <a:lnTo>
                      <a:pt x="394" y="238"/>
                    </a:lnTo>
                    <a:lnTo>
                      <a:pt x="394" y="238"/>
                    </a:lnTo>
                    <a:lnTo>
                      <a:pt x="394" y="238"/>
                    </a:lnTo>
                    <a:lnTo>
                      <a:pt x="394" y="238"/>
                    </a:lnTo>
                    <a:lnTo>
                      <a:pt x="396" y="238"/>
                    </a:lnTo>
                    <a:lnTo>
                      <a:pt x="396" y="241"/>
                    </a:lnTo>
                    <a:lnTo>
                      <a:pt x="396" y="241"/>
                    </a:lnTo>
                    <a:lnTo>
                      <a:pt x="396" y="241"/>
                    </a:lnTo>
                    <a:lnTo>
                      <a:pt x="397" y="241"/>
                    </a:lnTo>
                    <a:lnTo>
                      <a:pt x="397" y="242"/>
                    </a:lnTo>
                    <a:lnTo>
                      <a:pt x="397" y="242"/>
                    </a:lnTo>
                    <a:lnTo>
                      <a:pt x="397" y="242"/>
                    </a:lnTo>
                    <a:lnTo>
                      <a:pt x="399" y="242"/>
                    </a:lnTo>
                    <a:lnTo>
                      <a:pt x="399" y="243"/>
                    </a:lnTo>
                    <a:lnTo>
                      <a:pt x="399" y="243"/>
                    </a:lnTo>
                    <a:lnTo>
                      <a:pt x="399" y="243"/>
                    </a:lnTo>
                    <a:lnTo>
                      <a:pt x="401" y="243"/>
                    </a:lnTo>
                    <a:lnTo>
                      <a:pt x="401" y="243"/>
                    </a:lnTo>
                    <a:lnTo>
                      <a:pt x="402" y="243"/>
                    </a:lnTo>
                    <a:lnTo>
                      <a:pt x="402" y="243"/>
                    </a:lnTo>
                    <a:lnTo>
                      <a:pt x="404" y="243"/>
                    </a:lnTo>
                    <a:lnTo>
                      <a:pt x="404" y="243"/>
                    </a:lnTo>
                    <a:lnTo>
                      <a:pt x="404" y="243"/>
                    </a:lnTo>
                    <a:lnTo>
                      <a:pt x="404" y="243"/>
                    </a:lnTo>
                    <a:lnTo>
                      <a:pt x="406" y="243"/>
                    </a:lnTo>
                    <a:lnTo>
                      <a:pt x="406" y="243"/>
                    </a:lnTo>
                    <a:lnTo>
                      <a:pt x="406" y="243"/>
                    </a:lnTo>
                    <a:lnTo>
                      <a:pt x="406" y="243"/>
                    </a:lnTo>
                    <a:lnTo>
                      <a:pt x="408" y="243"/>
                    </a:lnTo>
                    <a:lnTo>
                      <a:pt x="408" y="243"/>
                    </a:lnTo>
                    <a:lnTo>
                      <a:pt x="408" y="243"/>
                    </a:lnTo>
                    <a:lnTo>
                      <a:pt x="408" y="243"/>
                    </a:lnTo>
                    <a:lnTo>
                      <a:pt x="410" y="243"/>
                    </a:lnTo>
                    <a:lnTo>
                      <a:pt x="410" y="243"/>
                    </a:lnTo>
                    <a:lnTo>
                      <a:pt x="412" y="243"/>
                    </a:lnTo>
                    <a:lnTo>
                      <a:pt x="412" y="243"/>
                    </a:lnTo>
                    <a:lnTo>
                      <a:pt x="414" y="243"/>
                    </a:lnTo>
                    <a:lnTo>
                      <a:pt x="414" y="243"/>
                    </a:lnTo>
                    <a:lnTo>
                      <a:pt x="415" y="243"/>
                    </a:lnTo>
                    <a:lnTo>
                      <a:pt x="415" y="243"/>
                    </a:lnTo>
                    <a:lnTo>
                      <a:pt x="417" y="242"/>
                    </a:lnTo>
                    <a:lnTo>
                      <a:pt x="417" y="242"/>
                    </a:lnTo>
                    <a:lnTo>
                      <a:pt x="419" y="242"/>
                    </a:lnTo>
                    <a:lnTo>
                      <a:pt x="421" y="242"/>
                    </a:lnTo>
                    <a:lnTo>
                      <a:pt x="423" y="240"/>
                    </a:lnTo>
                    <a:lnTo>
                      <a:pt x="423" y="240"/>
                    </a:lnTo>
                    <a:lnTo>
                      <a:pt x="425" y="240"/>
                    </a:lnTo>
                    <a:lnTo>
                      <a:pt x="427" y="240"/>
                    </a:lnTo>
                    <a:lnTo>
                      <a:pt x="428" y="238"/>
                    </a:lnTo>
                    <a:lnTo>
                      <a:pt x="428" y="238"/>
                    </a:lnTo>
                    <a:lnTo>
                      <a:pt x="430" y="238"/>
                    </a:lnTo>
                    <a:lnTo>
                      <a:pt x="431" y="238"/>
                    </a:lnTo>
                    <a:lnTo>
                      <a:pt x="433" y="236"/>
                    </a:lnTo>
                    <a:lnTo>
                      <a:pt x="433" y="236"/>
                    </a:lnTo>
                    <a:lnTo>
                      <a:pt x="435" y="236"/>
                    </a:lnTo>
                    <a:lnTo>
                      <a:pt x="436" y="236"/>
                    </a:lnTo>
                    <a:lnTo>
                      <a:pt x="438" y="235"/>
                    </a:lnTo>
                    <a:lnTo>
                      <a:pt x="440" y="235"/>
                    </a:lnTo>
                    <a:lnTo>
                      <a:pt x="442" y="233"/>
                    </a:lnTo>
                    <a:lnTo>
                      <a:pt x="444" y="233"/>
                    </a:lnTo>
                    <a:lnTo>
                      <a:pt x="446" y="231"/>
                    </a:lnTo>
                    <a:lnTo>
                      <a:pt x="447" y="231"/>
                    </a:lnTo>
                    <a:lnTo>
                      <a:pt x="449" y="231"/>
                    </a:lnTo>
                    <a:lnTo>
                      <a:pt x="451" y="231"/>
                    </a:lnTo>
                    <a:lnTo>
                      <a:pt x="453" y="229"/>
                    </a:lnTo>
                    <a:lnTo>
                      <a:pt x="454" y="229"/>
                    </a:lnTo>
                    <a:lnTo>
                      <a:pt x="456" y="229"/>
                    </a:lnTo>
                    <a:lnTo>
                      <a:pt x="458" y="229"/>
                    </a:lnTo>
                    <a:lnTo>
                      <a:pt x="459" y="227"/>
                    </a:lnTo>
                    <a:lnTo>
                      <a:pt x="459" y="227"/>
                    </a:lnTo>
                    <a:lnTo>
                      <a:pt x="461" y="227"/>
                    </a:lnTo>
                    <a:lnTo>
                      <a:pt x="463" y="227"/>
                    </a:lnTo>
                    <a:lnTo>
                      <a:pt x="465" y="225"/>
                    </a:lnTo>
                    <a:lnTo>
                      <a:pt x="467" y="225"/>
                    </a:lnTo>
                    <a:lnTo>
                      <a:pt x="469" y="224"/>
                    </a:lnTo>
                    <a:lnTo>
                      <a:pt x="471" y="224"/>
                    </a:lnTo>
                    <a:lnTo>
                      <a:pt x="473" y="222"/>
                    </a:lnTo>
                    <a:lnTo>
                      <a:pt x="475" y="222"/>
                    </a:lnTo>
                    <a:lnTo>
                      <a:pt x="477" y="222"/>
                    </a:lnTo>
                    <a:lnTo>
                      <a:pt x="479" y="222"/>
                    </a:lnTo>
                    <a:lnTo>
                      <a:pt x="481" y="220"/>
                    </a:lnTo>
                    <a:lnTo>
                      <a:pt x="483" y="220"/>
                    </a:lnTo>
                    <a:lnTo>
                      <a:pt x="485" y="219"/>
                    </a:lnTo>
                    <a:lnTo>
                      <a:pt x="487" y="219"/>
                    </a:lnTo>
                    <a:lnTo>
                      <a:pt x="489" y="217"/>
                    </a:lnTo>
                    <a:lnTo>
                      <a:pt x="489" y="217"/>
                    </a:lnTo>
                    <a:lnTo>
                      <a:pt x="490" y="217"/>
                    </a:lnTo>
                    <a:lnTo>
                      <a:pt x="492" y="217"/>
                    </a:lnTo>
                    <a:lnTo>
                      <a:pt x="494" y="215"/>
                    </a:lnTo>
                    <a:lnTo>
                      <a:pt x="494" y="215"/>
                    </a:lnTo>
                    <a:lnTo>
                      <a:pt x="496" y="214"/>
                    </a:lnTo>
                    <a:lnTo>
                      <a:pt x="497" y="214"/>
                    </a:lnTo>
                    <a:lnTo>
                      <a:pt x="500" y="212"/>
                    </a:lnTo>
                    <a:lnTo>
                      <a:pt x="500" y="212"/>
                    </a:lnTo>
                    <a:lnTo>
                      <a:pt x="502" y="212"/>
                    </a:lnTo>
                    <a:lnTo>
                      <a:pt x="503" y="212"/>
                    </a:lnTo>
                    <a:lnTo>
                      <a:pt x="505" y="211"/>
                    </a:lnTo>
                    <a:lnTo>
                      <a:pt x="506" y="211"/>
                    </a:lnTo>
                    <a:lnTo>
                      <a:pt x="508" y="210"/>
                    </a:lnTo>
                    <a:lnTo>
                      <a:pt x="510" y="210"/>
                    </a:lnTo>
                    <a:lnTo>
                      <a:pt x="512" y="208"/>
                    </a:lnTo>
                    <a:lnTo>
                      <a:pt x="512" y="208"/>
                    </a:lnTo>
                    <a:lnTo>
                      <a:pt x="513" y="208"/>
                    </a:lnTo>
                    <a:lnTo>
                      <a:pt x="514" y="208"/>
                    </a:lnTo>
                    <a:lnTo>
                      <a:pt x="516" y="207"/>
                    </a:lnTo>
                    <a:lnTo>
                      <a:pt x="516" y="207"/>
                    </a:lnTo>
                    <a:lnTo>
                      <a:pt x="518" y="207"/>
                    </a:lnTo>
                    <a:lnTo>
                      <a:pt x="519" y="207"/>
                    </a:lnTo>
                    <a:lnTo>
                      <a:pt x="522" y="205"/>
                    </a:lnTo>
                    <a:lnTo>
                      <a:pt x="522" y="205"/>
                    </a:lnTo>
                    <a:lnTo>
                      <a:pt x="524" y="205"/>
                    </a:lnTo>
                    <a:lnTo>
                      <a:pt x="525" y="205"/>
                    </a:lnTo>
                    <a:lnTo>
                      <a:pt x="527" y="204"/>
                    </a:lnTo>
                    <a:lnTo>
                      <a:pt x="527" y="204"/>
                    </a:lnTo>
                    <a:lnTo>
                      <a:pt x="529" y="204"/>
                    </a:lnTo>
                    <a:lnTo>
                      <a:pt x="531" y="204"/>
                    </a:lnTo>
                    <a:lnTo>
                      <a:pt x="533" y="202"/>
                    </a:lnTo>
                    <a:lnTo>
                      <a:pt x="533" y="202"/>
                    </a:lnTo>
                    <a:lnTo>
                      <a:pt x="533" y="202"/>
                    </a:lnTo>
                    <a:lnTo>
                      <a:pt x="533" y="202"/>
                    </a:lnTo>
                    <a:lnTo>
                      <a:pt x="533" y="202"/>
                    </a:lnTo>
                    <a:lnTo>
                      <a:pt x="533" y="202"/>
                    </a:lnTo>
                    <a:lnTo>
                      <a:pt x="533" y="202"/>
                    </a:lnTo>
                    <a:lnTo>
                      <a:pt x="533" y="202"/>
                    </a:lnTo>
                    <a:lnTo>
                      <a:pt x="534" y="201"/>
                    </a:lnTo>
                    <a:lnTo>
                      <a:pt x="534" y="201"/>
                    </a:lnTo>
                    <a:lnTo>
                      <a:pt x="534" y="201"/>
                    </a:lnTo>
                    <a:lnTo>
                      <a:pt x="534" y="201"/>
                    </a:lnTo>
                    <a:lnTo>
                      <a:pt x="535" y="201"/>
                    </a:lnTo>
                    <a:lnTo>
                      <a:pt x="535" y="201"/>
                    </a:lnTo>
                    <a:lnTo>
                      <a:pt x="535" y="201"/>
                    </a:lnTo>
                    <a:lnTo>
                      <a:pt x="535" y="201"/>
                    </a:lnTo>
                    <a:lnTo>
                      <a:pt x="536" y="199"/>
                    </a:lnTo>
                    <a:lnTo>
                      <a:pt x="533" y="196"/>
                    </a:lnTo>
                    <a:lnTo>
                      <a:pt x="529" y="192"/>
                    </a:lnTo>
                    <a:lnTo>
                      <a:pt x="525" y="189"/>
                    </a:lnTo>
                    <a:lnTo>
                      <a:pt x="521" y="183"/>
                    </a:lnTo>
                    <a:lnTo>
                      <a:pt x="515" y="179"/>
                    </a:lnTo>
                    <a:lnTo>
                      <a:pt x="511" y="173"/>
                    </a:lnTo>
                    <a:lnTo>
                      <a:pt x="505" y="168"/>
                    </a:lnTo>
                    <a:lnTo>
                      <a:pt x="502" y="163"/>
                    </a:lnTo>
                    <a:lnTo>
                      <a:pt x="496" y="159"/>
                    </a:lnTo>
                    <a:lnTo>
                      <a:pt x="491" y="154"/>
                    </a:lnTo>
                    <a:lnTo>
                      <a:pt x="487" y="150"/>
                    </a:lnTo>
                    <a:lnTo>
                      <a:pt x="483" y="146"/>
                    </a:lnTo>
                    <a:lnTo>
                      <a:pt x="479" y="143"/>
                    </a:lnTo>
                    <a:lnTo>
                      <a:pt x="477" y="140"/>
                    </a:lnTo>
                    <a:lnTo>
                      <a:pt x="475" y="138"/>
                    </a:lnTo>
                    <a:lnTo>
                      <a:pt x="475" y="136"/>
                    </a:lnTo>
                    <a:lnTo>
                      <a:pt x="473" y="136"/>
                    </a:lnTo>
                    <a:lnTo>
                      <a:pt x="471" y="133"/>
                    </a:lnTo>
                    <a:lnTo>
                      <a:pt x="468" y="131"/>
                    </a:lnTo>
                    <a:lnTo>
                      <a:pt x="466" y="127"/>
                    </a:lnTo>
                    <a:lnTo>
                      <a:pt x="462" y="124"/>
                    </a:lnTo>
                    <a:lnTo>
                      <a:pt x="458" y="120"/>
                    </a:lnTo>
                    <a:lnTo>
                      <a:pt x="454" y="116"/>
                    </a:lnTo>
                    <a:lnTo>
                      <a:pt x="451" y="112"/>
                    </a:lnTo>
                    <a:lnTo>
                      <a:pt x="446" y="109"/>
                    </a:lnTo>
                    <a:lnTo>
                      <a:pt x="443" y="105"/>
                    </a:lnTo>
                    <a:lnTo>
                      <a:pt x="439" y="101"/>
                    </a:lnTo>
                    <a:lnTo>
                      <a:pt x="436" y="97"/>
                    </a:lnTo>
                    <a:lnTo>
                      <a:pt x="431" y="95"/>
                    </a:lnTo>
                    <a:lnTo>
                      <a:pt x="429" y="92"/>
                    </a:lnTo>
                    <a:lnTo>
                      <a:pt x="427" y="89"/>
                    </a:lnTo>
                    <a:lnTo>
                      <a:pt x="426" y="86"/>
                    </a:lnTo>
                    <a:lnTo>
                      <a:pt x="422" y="85"/>
                    </a:lnTo>
                    <a:lnTo>
                      <a:pt x="419" y="80"/>
                    </a:lnTo>
                    <a:lnTo>
                      <a:pt x="415" y="79"/>
                    </a:lnTo>
                    <a:lnTo>
                      <a:pt x="414" y="75"/>
                    </a:lnTo>
                    <a:lnTo>
                      <a:pt x="409" y="73"/>
                    </a:lnTo>
                    <a:lnTo>
                      <a:pt x="408" y="69"/>
                    </a:lnTo>
                    <a:lnTo>
                      <a:pt x="404" y="65"/>
                    </a:lnTo>
                    <a:lnTo>
                      <a:pt x="402" y="62"/>
                    </a:lnTo>
                    <a:lnTo>
                      <a:pt x="398" y="60"/>
                    </a:lnTo>
                    <a:lnTo>
                      <a:pt x="395" y="56"/>
                    </a:lnTo>
                    <a:lnTo>
                      <a:pt x="391" y="53"/>
                    </a:lnTo>
                    <a:lnTo>
                      <a:pt x="389" y="49"/>
                    </a:lnTo>
                    <a:lnTo>
                      <a:pt x="385" y="47"/>
                    </a:lnTo>
                    <a:lnTo>
                      <a:pt x="383" y="43"/>
                    </a:lnTo>
                    <a:lnTo>
                      <a:pt x="379" y="39"/>
                    </a:lnTo>
                    <a:lnTo>
                      <a:pt x="377" y="35"/>
                    </a:lnTo>
                    <a:lnTo>
                      <a:pt x="375" y="35"/>
                    </a:lnTo>
                    <a:lnTo>
                      <a:pt x="374" y="33"/>
                    </a:lnTo>
                    <a:lnTo>
                      <a:pt x="372" y="32"/>
                    </a:lnTo>
                    <a:lnTo>
                      <a:pt x="371" y="30"/>
                    </a:lnTo>
                    <a:lnTo>
                      <a:pt x="370" y="28"/>
                    </a:lnTo>
                    <a:lnTo>
                      <a:pt x="368" y="27"/>
                    </a:lnTo>
                    <a:lnTo>
                      <a:pt x="366" y="25"/>
                    </a:lnTo>
                    <a:lnTo>
                      <a:pt x="364" y="23"/>
                    </a:lnTo>
                    <a:lnTo>
                      <a:pt x="362" y="21"/>
                    </a:lnTo>
                    <a:lnTo>
                      <a:pt x="361" y="20"/>
                    </a:lnTo>
                    <a:lnTo>
                      <a:pt x="358" y="18"/>
                    </a:lnTo>
                    <a:lnTo>
                      <a:pt x="356" y="16"/>
                    </a:lnTo>
                    <a:lnTo>
                      <a:pt x="355" y="14"/>
                    </a:lnTo>
                    <a:lnTo>
                      <a:pt x="353" y="12"/>
                    </a:lnTo>
                    <a:lnTo>
                      <a:pt x="351" y="11"/>
                    </a:lnTo>
                    <a:lnTo>
                      <a:pt x="351" y="9"/>
                    </a:lnTo>
                    <a:lnTo>
                      <a:pt x="349" y="9"/>
                    </a:lnTo>
                    <a:lnTo>
                      <a:pt x="349" y="9"/>
                    </a:lnTo>
                    <a:lnTo>
                      <a:pt x="349" y="9"/>
                    </a:lnTo>
                    <a:lnTo>
                      <a:pt x="349" y="7"/>
                    </a:lnTo>
                    <a:lnTo>
                      <a:pt x="347" y="7"/>
                    </a:lnTo>
                    <a:lnTo>
                      <a:pt x="347" y="6"/>
                    </a:lnTo>
                    <a:lnTo>
                      <a:pt x="347" y="6"/>
                    </a:lnTo>
                    <a:lnTo>
                      <a:pt x="347" y="4"/>
                    </a:lnTo>
                    <a:lnTo>
                      <a:pt x="345" y="4"/>
                    </a:lnTo>
                    <a:lnTo>
                      <a:pt x="345" y="4"/>
                    </a:lnTo>
                    <a:lnTo>
                      <a:pt x="344" y="4"/>
                    </a:lnTo>
                    <a:lnTo>
                      <a:pt x="344" y="2"/>
                    </a:lnTo>
                    <a:lnTo>
                      <a:pt x="344" y="2"/>
                    </a:lnTo>
                    <a:lnTo>
                      <a:pt x="344" y="2"/>
                    </a:lnTo>
                    <a:lnTo>
                      <a:pt x="344" y="2"/>
                    </a:lnTo>
                    <a:lnTo>
                      <a:pt x="344" y="0"/>
                    </a:lnTo>
                    <a:lnTo>
                      <a:pt x="341" y="2"/>
                    </a:lnTo>
                    <a:lnTo>
                      <a:pt x="340" y="2"/>
                    </a:lnTo>
                    <a:lnTo>
                      <a:pt x="338" y="3"/>
                    </a:lnTo>
                    <a:lnTo>
                      <a:pt x="336" y="3"/>
                    </a:lnTo>
                    <a:lnTo>
                      <a:pt x="332" y="5"/>
                    </a:lnTo>
                    <a:lnTo>
                      <a:pt x="329" y="5"/>
                    </a:lnTo>
                    <a:lnTo>
                      <a:pt x="325" y="6"/>
                    </a:lnTo>
                    <a:lnTo>
                      <a:pt x="323" y="6"/>
                    </a:lnTo>
                    <a:lnTo>
                      <a:pt x="319" y="9"/>
                    </a:lnTo>
                    <a:lnTo>
                      <a:pt x="316" y="9"/>
                    </a:lnTo>
                    <a:lnTo>
                      <a:pt x="312" y="11"/>
                    </a:lnTo>
                    <a:lnTo>
                      <a:pt x="310" y="11"/>
                    </a:lnTo>
                    <a:lnTo>
                      <a:pt x="307" y="12"/>
                    </a:lnTo>
                    <a:lnTo>
                      <a:pt x="305" y="12"/>
                    </a:lnTo>
                    <a:lnTo>
                      <a:pt x="303" y="12"/>
                    </a:lnTo>
                    <a:lnTo>
                      <a:pt x="303" y="12"/>
                    </a:lnTo>
                    <a:lnTo>
                      <a:pt x="301" y="14"/>
                    </a:lnTo>
                    <a:lnTo>
                      <a:pt x="298" y="15"/>
                    </a:lnTo>
                    <a:lnTo>
                      <a:pt x="293" y="17"/>
                    </a:lnTo>
                    <a:lnTo>
                      <a:pt x="289" y="19"/>
                    </a:lnTo>
                    <a:lnTo>
                      <a:pt x="281" y="22"/>
                    </a:lnTo>
                    <a:lnTo>
                      <a:pt x="275" y="24"/>
                    </a:lnTo>
                    <a:lnTo>
                      <a:pt x="266" y="27"/>
                    </a:lnTo>
                    <a:lnTo>
                      <a:pt x="259" y="28"/>
                    </a:lnTo>
                    <a:lnTo>
                      <a:pt x="249" y="33"/>
                    </a:lnTo>
                    <a:lnTo>
                      <a:pt x="240" y="35"/>
                    </a:lnTo>
                    <a:lnTo>
                      <a:pt x="230" y="39"/>
                    </a:lnTo>
                    <a:lnTo>
                      <a:pt x="222" y="41"/>
                    </a:lnTo>
                    <a:lnTo>
                      <a:pt x="214" y="44"/>
                    </a:lnTo>
                    <a:lnTo>
                      <a:pt x="207" y="46"/>
                    </a:lnTo>
                    <a:lnTo>
                      <a:pt x="200" y="48"/>
                    </a:lnTo>
                    <a:lnTo>
                      <a:pt x="195" y="49"/>
                    </a:lnTo>
                    <a:lnTo>
                      <a:pt x="187" y="53"/>
                    </a:lnTo>
                    <a:lnTo>
                      <a:pt x="181" y="55"/>
                    </a:lnTo>
                    <a:lnTo>
                      <a:pt x="173" y="59"/>
                    </a:lnTo>
                    <a:lnTo>
                      <a:pt x="165" y="61"/>
                    </a:lnTo>
                    <a:lnTo>
                      <a:pt x="155" y="65"/>
                    </a:lnTo>
                    <a:lnTo>
                      <a:pt x="147" y="67"/>
                    </a:lnTo>
                    <a:lnTo>
                      <a:pt x="138" y="71"/>
                    </a:lnTo>
                    <a:lnTo>
                      <a:pt x="130" y="73"/>
                    </a:lnTo>
                    <a:lnTo>
                      <a:pt x="120" y="77"/>
                    </a:lnTo>
                    <a:lnTo>
                      <a:pt x="111" y="79"/>
                    </a:lnTo>
                    <a:lnTo>
                      <a:pt x="102" y="83"/>
                    </a:lnTo>
                    <a:lnTo>
                      <a:pt x="94" y="85"/>
                    </a:lnTo>
                    <a:lnTo>
                      <a:pt x="85" y="89"/>
                    </a:lnTo>
                    <a:lnTo>
                      <a:pt x="78" y="91"/>
                    </a:lnTo>
                    <a:lnTo>
                      <a:pt x="70" y="93"/>
                    </a:lnTo>
                    <a:lnTo>
                      <a:pt x="63" y="95"/>
                    </a:lnTo>
                    <a:lnTo>
                      <a:pt x="59" y="97"/>
                    </a:lnTo>
                    <a:lnTo>
                      <a:pt x="57" y="98"/>
                    </a:lnTo>
                    <a:lnTo>
                      <a:pt x="53" y="100"/>
                    </a:lnTo>
                    <a:lnTo>
                      <a:pt x="50" y="100"/>
                    </a:lnTo>
                    <a:lnTo>
                      <a:pt x="44" y="102"/>
                    </a:lnTo>
                    <a:lnTo>
                      <a:pt x="41" y="104"/>
                    </a:lnTo>
                    <a:lnTo>
                      <a:pt x="37" y="106"/>
                    </a:lnTo>
                    <a:lnTo>
                      <a:pt x="33" y="106"/>
                    </a:lnTo>
                    <a:lnTo>
                      <a:pt x="27" y="108"/>
                    </a:lnTo>
                    <a:lnTo>
                      <a:pt x="23" y="109"/>
                    </a:lnTo>
                    <a:lnTo>
                      <a:pt x="19" y="111"/>
                    </a:lnTo>
                    <a:lnTo>
                      <a:pt x="15" y="113"/>
                    </a:lnTo>
                    <a:lnTo>
                      <a:pt x="12" y="115"/>
                    </a:lnTo>
                    <a:lnTo>
                      <a:pt x="7" y="115"/>
                    </a:lnTo>
                    <a:lnTo>
                      <a:pt x="4" y="117"/>
                    </a:lnTo>
                    <a:lnTo>
                      <a:pt x="2" y="117"/>
                    </a:lnTo>
                    <a:lnTo>
                      <a:pt x="2" y="118"/>
                    </a:lnTo>
                    <a:lnTo>
                      <a:pt x="2" y="118"/>
                    </a:lnTo>
                    <a:lnTo>
                      <a:pt x="2" y="118"/>
                    </a:lnTo>
                    <a:lnTo>
                      <a:pt x="2" y="118"/>
                    </a:lnTo>
                    <a:lnTo>
                      <a:pt x="2" y="118"/>
                    </a:lnTo>
                    <a:lnTo>
                      <a:pt x="2" y="118"/>
                    </a:lnTo>
                    <a:lnTo>
                      <a:pt x="2" y="118"/>
                    </a:lnTo>
                    <a:lnTo>
                      <a:pt x="2" y="118"/>
                    </a:lnTo>
                    <a:lnTo>
                      <a:pt x="2" y="118"/>
                    </a:lnTo>
                    <a:lnTo>
                      <a:pt x="2" y="118"/>
                    </a:lnTo>
                    <a:lnTo>
                      <a:pt x="2" y="118"/>
                    </a:lnTo>
                    <a:lnTo>
                      <a:pt x="2" y="118"/>
                    </a:lnTo>
                    <a:lnTo>
                      <a:pt x="2" y="118"/>
                    </a:lnTo>
                    <a:lnTo>
                      <a:pt x="2" y="118"/>
                    </a:lnTo>
                    <a:lnTo>
                      <a:pt x="2" y="118"/>
                    </a:lnTo>
                    <a:lnTo>
                      <a:pt x="4" y="118"/>
                    </a:lnTo>
                    <a:lnTo>
                      <a:pt x="4" y="118"/>
                    </a:lnTo>
                  </a:path>
                </a:pathLst>
              </a:custGeom>
              <a:solidFill>
                <a:srgbClr val="3fc0ff"/>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86" name=""/>
              <p:cNvSpPr/>
              <p:nvPr/>
            </p:nvSpPr>
            <p:spPr>
              <a:xfrm>
                <a:off x="5722920" y="5861160"/>
                <a:ext cx="114480" cy="136440"/>
              </a:xfrm>
              <a:custGeom>
                <a:avLst/>
                <a:gdLst/>
                <a:ahLst/>
                <a:rect l="l" t="t" r="r" b="b"/>
                <a:pathLst>
                  <a:path w="72" h="86">
                    <a:moveTo>
                      <a:pt x="50" y="85"/>
                    </a:moveTo>
                    <a:lnTo>
                      <a:pt x="59" y="85"/>
                    </a:lnTo>
                    <a:lnTo>
                      <a:pt x="67" y="82"/>
                    </a:lnTo>
                    <a:lnTo>
                      <a:pt x="71" y="78"/>
                    </a:lnTo>
                    <a:lnTo>
                      <a:pt x="71" y="75"/>
                    </a:lnTo>
                    <a:lnTo>
                      <a:pt x="0" y="0"/>
                    </a:lnTo>
                    <a:lnTo>
                      <a:pt x="0" y="32"/>
                    </a:lnTo>
                    <a:lnTo>
                      <a:pt x="46" y="81"/>
                    </a:lnTo>
                    <a:lnTo>
                      <a:pt x="50" y="85"/>
                    </a:lnTo>
                    <a:lnTo>
                      <a:pt x="50" y="85"/>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nvGrpSpPr>
            <p:cNvPr id="1887" name=""/>
            <p:cNvGrpSpPr/>
            <p:nvPr/>
          </p:nvGrpSpPr>
          <p:grpSpPr>
            <a:xfrm>
              <a:off x="7107120" y="4794120"/>
              <a:ext cx="873360" cy="700200"/>
              <a:chOff x="7107120" y="4794120"/>
              <a:chExt cx="873360" cy="700200"/>
            </a:xfrm>
          </p:grpSpPr>
          <p:sp>
            <p:nvSpPr>
              <p:cNvPr id="1888" name=""/>
              <p:cNvSpPr/>
              <p:nvPr/>
            </p:nvSpPr>
            <p:spPr>
              <a:xfrm>
                <a:off x="7112160" y="4983120"/>
                <a:ext cx="868320" cy="511200"/>
              </a:xfrm>
              <a:custGeom>
                <a:avLst/>
                <a:gdLst/>
                <a:ahLst/>
                <a:rect l="l" t="t" r="r" b="b"/>
                <a:pathLst>
                  <a:path w="547" h="322">
                    <a:moveTo>
                      <a:pt x="348" y="0"/>
                    </a:moveTo>
                    <a:lnTo>
                      <a:pt x="345" y="2"/>
                    </a:lnTo>
                    <a:lnTo>
                      <a:pt x="341" y="3"/>
                    </a:lnTo>
                    <a:lnTo>
                      <a:pt x="335" y="5"/>
                    </a:lnTo>
                    <a:lnTo>
                      <a:pt x="329" y="7"/>
                    </a:lnTo>
                    <a:lnTo>
                      <a:pt x="320" y="11"/>
                    </a:lnTo>
                    <a:lnTo>
                      <a:pt x="311" y="13"/>
                    </a:lnTo>
                    <a:lnTo>
                      <a:pt x="302" y="16"/>
                    </a:lnTo>
                    <a:lnTo>
                      <a:pt x="293" y="18"/>
                    </a:lnTo>
                    <a:lnTo>
                      <a:pt x="281" y="22"/>
                    </a:lnTo>
                    <a:lnTo>
                      <a:pt x="271" y="25"/>
                    </a:lnTo>
                    <a:lnTo>
                      <a:pt x="262" y="29"/>
                    </a:lnTo>
                    <a:lnTo>
                      <a:pt x="252" y="31"/>
                    </a:lnTo>
                    <a:lnTo>
                      <a:pt x="243" y="35"/>
                    </a:lnTo>
                    <a:lnTo>
                      <a:pt x="235" y="37"/>
                    </a:lnTo>
                    <a:lnTo>
                      <a:pt x="228" y="39"/>
                    </a:lnTo>
                    <a:lnTo>
                      <a:pt x="223" y="41"/>
                    </a:lnTo>
                    <a:lnTo>
                      <a:pt x="221" y="42"/>
                    </a:lnTo>
                    <a:lnTo>
                      <a:pt x="221" y="42"/>
                    </a:lnTo>
                    <a:lnTo>
                      <a:pt x="221" y="42"/>
                    </a:lnTo>
                    <a:lnTo>
                      <a:pt x="221" y="42"/>
                    </a:lnTo>
                    <a:lnTo>
                      <a:pt x="219" y="44"/>
                    </a:lnTo>
                    <a:lnTo>
                      <a:pt x="219" y="44"/>
                    </a:lnTo>
                    <a:lnTo>
                      <a:pt x="219" y="44"/>
                    </a:lnTo>
                    <a:lnTo>
                      <a:pt x="219" y="44"/>
                    </a:lnTo>
                    <a:lnTo>
                      <a:pt x="217" y="46"/>
                    </a:lnTo>
                    <a:lnTo>
                      <a:pt x="217" y="46"/>
                    </a:lnTo>
                    <a:lnTo>
                      <a:pt x="216" y="46"/>
                    </a:lnTo>
                    <a:lnTo>
                      <a:pt x="216" y="46"/>
                    </a:lnTo>
                    <a:lnTo>
                      <a:pt x="216" y="46"/>
                    </a:lnTo>
                    <a:lnTo>
                      <a:pt x="216" y="46"/>
                    </a:lnTo>
                    <a:lnTo>
                      <a:pt x="216" y="46"/>
                    </a:lnTo>
                    <a:lnTo>
                      <a:pt x="216" y="46"/>
                    </a:lnTo>
                    <a:lnTo>
                      <a:pt x="215" y="48"/>
                    </a:lnTo>
                    <a:lnTo>
                      <a:pt x="215" y="48"/>
                    </a:lnTo>
                    <a:lnTo>
                      <a:pt x="215" y="49"/>
                    </a:lnTo>
                    <a:lnTo>
                      <a:pt x="216" y="49"/>
                    </a:lnTo>
                    <a:lnTo>
                      <a:pt x="216" y="51"/>
                    </a:lnTo>
                    <a:lnTo>
                      <a:pt x="216" y="51"/>
                    </a:lnTo>
                    <a:lnTo>
                      <a:pt x="216" y="53"/>
                    </a:lnTo>
                    <a:lnTo>
                      <a:pt x="218" y="53"/>
                    </a:lnTo>
                    <a:lnTo>
                      <a:pt x="218" y="55"/>
                    </a:lnTo>
                    <a:lnTo>
                      <a:pt x="218" y="55"/>
                    </a:lnTo>
                    <a:lnTo>
                      <a:pt x="218" y="57"/>
                    </a:lnTo>
                    <a:lnTo>
                      <a:pt x="219" y="57"/>
                    </a:lnTo>
                    <a:lnTo>
                      <a:pt x="219" y="58"/>
                    </a:lnTo>
                    <a:lnTo>
                      <a:pt x="219" y="58"/>
                    </a:lnTo>
                    <a:lnTo>
                      <a:pt x="219" y="58"/>
                    </a:lnTo>
                    <a:lnTo>
                      <a:pt x="220" y="58"/>
                    </a:lnTo>
                    <a:lnTo>
                      <a:pt x="220" y="60"/>
                    </a:lnTo>
                    <a:lnTo>
                      <a:pt x="221" y="60"/>
                    </a:lnTo>
                    <a:lnTo>
                      <a:pt x="221" y="60"/>
                    </a:lnTo>
                    <a:lnTo>
                      <a:pt x="223" y="60"/>
                    </a:lnTo>
                    <a:lnTo>
                      <a:pt x="223" y="61"/>
                    </a:lnTo>
                    <a:lnTo>
                      <a:pt x="225" y="61"/>
                    </a:lnTo>
                    <a:lnTo>
                      <a:pt x="227" y="61"/>
                    </a:lnTo>
                    <a:lnTo>
                      <a:pt x="228" y="61"/>
                    </a:lnTo>
                    <a:lnTo>
                      <a:pt x="228" y="63"/>
                    </a:lnTo>
                    <a:lnTo>
                      <a:pt x="231" y="63"/>
                    </a:lnTo>
                    <a:lnTo>
                      <a:pt x="232" y="63"/>
                    </a:lnTo>
                    <a:lnTo>
                      <a:pt x="234" y="63"/>
                    </a:lnTo>
                    <a:lnTo>
                      <a:pt x="234" y="63"/>
                    </a:lnTo>
                    <a:lnTo>
                      <a:pt x="235" y="63"/>
                    </a:lnTo>
                    <a:lnTo>
                      <a:pt x="237" y="63"/>
                    </a:lnTo>
                    <a:lnTo>
                      <a:pt x="239" y="63"/>
                    </a:lnTo>
                    <a:lnTo>
                      <a:pt x="239" y="66"/>
                    </a:lnTo>
                    <a:lnTo>
                      <a:pt x="240" y="66"/>
                    </a:lnTo>
                    <a:lnTo>
                      <a:pt x="240" y="68"/>
                    </a:lnTo>
                    <a:lnTo>
                      <a:pt x="241" y="68"/>
                    </a:lnTo>
                    <a:lnTo>
                      <a:pt x="241" y="69"/>
                    </a:lnTo>
                    <a:lnTo>
                      <a:pt x="243" y="69"/>
                    </a:lnTo>
                    <a:lnTo>
                      <a:pt x="245" y="71"/>
                    </a:lnTo>
                    <a:lnTo>
                      <a:pt x="247" y="71"/>
                    </a:lnTo>
                    <a:lnTo>
                      <a:pt x="247" y="73"/>
                    </a:lnTo>
                    <a:lnTo>
                      <a:pt x="249" y="75"/>
                    </a:lnTo>
                    <a:lnTo>
                      <a:pt x="249" y="77"/>
                    </a:lnTo>
                    <a:lnTo>
                      <a:pt x="251" y="77"/>
                    </a:lnTo>
                    <a:lnTo>
                      <a:pt x="251" y="78"/>
                    </a:lnTo>
                    <a:lnTo>
                      <a:pt x="253" y="78"/>
                    </a:lnTo>
                    <a:lnTo>
                      <a:pt x="253" y="80"/>
                    </a:lnTo>
                    <a:lnTo>
                      <a:pt x="255" y="80"/>
                    </a:lnTo>
                    <a:lnTo>
                      <a:pt x="255" y="83"/>
                    </a:lnTo>
                    <a:lnTo>
                      <a:pt x="255" y="83"/>
                    </a:lnTo>
                    <a:lnTo>
                      <a:pt x="255" y="85"/>
                    </a:lnTo>
                    <a:lnTo>
                      <a:pt x="255" y="85"/>
                    </a:lnTo>
                    <a:lnTo>
                      <a:pt x="255" y="87"/>
                    </a:lnTo>
                    <a:lnTo>
                      <a:pt x="255" y="88"/>
                    </a:lnTo>
                    <a:lnTo>
                      <a:pt x="255" y="90"/>
                    </a:lnTo>
                    <a:lnTo>
                      <a:pt x="255" y="90"/>
                    </a:lnTo>
                    <a:lnTo>
                      <a:pt x="253" y="92"/>
                    </a:lnTo>
                    <a:lnTo>
                      <a:pt x="253" y="94"/>
                    </a:lnTo>
                    <a:lnTo>
                      <a:pt x="253" y="96"/>
                    </a:lnTo>
                    <a:lnTo>
                      <a:pt x="253" y="96"/>
                    </a:lnTo>
                    <a:lnTo>
                      <a:pt x="252" y="98"/>
                    </a:lnTo>
                    <a:lnTo>
                      <a:pt x="252" y="98"/>
                    </a:lnTo>
                    <a:lnTo>
                      <a:pt x="252" y="99"/>
                    </a:lnTo>
                    <a:lnTo>
                      <a:pt x="252" y="99"/>
                    </a:lnTo>
                    <a:lnTo>
                      <a:pt x="250" y="101"/>
                    </a:lnTo>
                    <a:lnTo>
                      <a:pt x="250" y="101"/>
                    </a:lnTo>
                    <a:lnTo>
                      <a:pt x="249" y="103"/>
                    </a:lnTo>
                    <a:lnTo>
                      <a:pt x="249" y="103"/>
                    </a:lnTo>
                    <a:lnTo>
                      <a:pt x="247" y="105"/>
                    </a:lnTo>
                    <a:lnTo>
                      <a:pt x="247" y="105"/>
                    </a:lnTo>
                    <a:lnTo>
                      <a:pt x="245" y="107"/>
                    </a:lnTo>
                    <a:lnTo>
                      <a:pt x="245" y="107"/>
                    </a:lnTo>
                    <a:lnTo>
                      <a:pt x="243" y="109"/>
                    </a:lnTo>
                    <a:lnTo>
                      <a:pt x="241" y="109"/>
                    </a:lnTo>
                    <a:lnTo>
                      <a:pt x="239" y="110"/>
                    </a:lnTo>
                    <a:lnTo>
                      <a:pt x="239" y="110"/>
                    </a:lnTo>
                    <a:lnTo>
                      <a:pt x="237" y="112"/>
                    </a:lnTo>
                    <a:lnTo>
                      <a:pt x="237" y="112"/>
                    </a:lnTo>
                    <a:lnTo>
                      <a:pt x="235" y="112"/>
                    </a:lnTo>
                    <a:lnTo>
                      <a:pt x="235" y="112"/>
                    </a:lnTo>
                    <a:lnTo>
                      <a:pt x="234" y="113"/>
                    </a:lnTo>
                    <a:lnTo>
                      <a:pt x="233" y="113"/>
                    </a:lnTo>
                    <a:lnTo>
                      <a:pt x="231" y="113"/>
                    </a:lnTo>
                    <a:lnTo>
                      <a:pt x="231" y="113"/>
                    </a:lnTo>
                    <a:lnTo>
                      <a:pt x="229" y="114"/>
                    </a:lnTo>
                    <a:lnTo>
                      <a:pt x="228" y="114"/>
                    </a:lnTo>
                    <a:lnTo>
                      <a:pt x="226" y="114"/>
                    </a:lnTo>
                    <a:lnTo>
                      <a:pt x="226" y="114"/>
                    </a:lnTo>
                    <a:lnTo>
                      <a:pt x="224" y="115"/>
                    </a:lnTo>
                    <a:lnTo>
                      <a:pt x="222" y="115"/>
                    </a:lnTo>
                    <a:lnTo>
                      <a:pt x="220" y="115"/>
                    </a:lnTo>
                    <a:lnTo>
                      <a:pt x="220" y="115"/>
                    </a:lnTo>
                    <a:lnTo>
                      <a:pt x="218" y="115"/>
                    </a:lnTo>
                    <a:lnTo>
                      <a:pt x="218" y="115"/>
                    </a:lnTo>
                    <a:lnTo>
                      <a:pt x="217" y="115"/>
                    </a:lnTo>
                    <a:lnTo>
                      <a:pt x="217" y="115"/>
                    </a:lnTo>
                    <a:lnTo>
                      <a:pt x="215" y="117"/>
                    </a:lnTo>
                    <a:lnTo>
                      <a:pt x="213" y="117"/>
                    </a:lnTo>
                    <a:lnTo>
                      <a:pt x="211" y="117"/>
                    </a:lnTo>
                    <a:lnTo>
                      <a:pt x="210" y="117"/>
                    </a:lnTo>
                    <a:lnTo>
                      <a:pt x="208" y="119"/>
                    </a:lnTo>
                    <a:lnTo>
                      <a:pt x="206" y="119"/>
                    </a:lnTo>
                    <a:lnTo>
                      <a:pt x="204" y="119"/>
                    </a:lnTo>
                    <a:lnTo>
                      <a:pt x="202" y="119"/>
                    </a:lnTo>
                    <a:lnTo>
                      <a:pt x="199" y="120"/>
                    </a:lnTo>
                    <a:lnTo>
                      <a:pt x="197" y="120"/>
                    </a:lnTo>
                    <a:lnTo>
                      <a:pt x="195" y="120"/>
                    </a:lnTo>
                    <a:lnTo>
                      <a:pt x="193" y="120"/>
                    </a:lnTo>
                    <a:lnTo>
                      <a:pt x="191" y="120"/>
                    </a:lnTo>
                    <a:lnTo>
                      <a:pt x="189" y="120"/>
                    </a:lnTo>
                    <a:lnTo>
                      <a:pt x="187" y="120"/>
                    </a:lnTo>
                    <a:lnTo>
                      <a:pt x="187" y="119"/>
                    </a:lnTo>
                    <a:lnTo>
                      <a:pt x="185" y="119"/>
                    </a:lnTo>
                    <a:lnTo>
                      <a:pt x="184" y="119"/>
                    </a:lnTo>
                    <a:lnTo>
                      <a:pt x="182" y="119"/>
                    </a:lnTo>
                    <a:lnTo>
                      <a:pt x="182" y="119"/>
                    </a:lnTo>
                    <a:lnTo>
                      <a:pt x="180" y="119"/>
                    </a:lnTo>
                    <a:lnTo>
                      <a:pt x="179" y="119"/>
                    </a:lnTo>
                    <a:lnTo>
                      <a:pt x="177" y="119"/>
                    </a:lnTo>
                    <a:lnTo>
                      <a:pt x="177" y="118"/>
                    </a:lnTo>
                    <a:lnTo>
                      <a:pt x="175" y="118"/>
                    </a:lnTo>
                    <a:lnTo>
                      <a:pt x="174" y="118"/>
                    </a:lnTo>
                    <a:lnTo>
                      <a:pt x="172" y="118"/>
                    </a:lnTo>
                    <a:lnTo>
                      <a:pt x="172" y="117"/>
                    </a:lnTo>
                    <a:lnTo>
                      <a:pt x="169" y="117"/>
                    </a:lnTo>
                    <a:lnTo>
                      <a:pt x="169" y="117"/>
                    </a:lnTo>
                    <a:lnTo>
                      <a:pt x="168" y="117"/>
                    </a:lnTo>
                    <a:lnTo>
                      <a:pt x="168" y="115"/>
                    </a:lnTo>
                    <a:lnTo>
                      <a:pt x="166" y="115"/>
                    </a:lnTo>
                    <a:lnTo>
                      <a:pt x="166" y="114"/>
                    </a:lnTo>
                    <a:lnTo>
                      <a:pt x="164" y="114"/>
                    </a:lnTo>
                    <a:lnTo>
                      <a:pt x="164" y="112"/>
                    </a:lnTo>
                    <a:lnTo>
                      <a:pt x="162" y="112"/>
                    </a:lnTo>
                    <a:lnTo>
                      <a:pt x="162" y="110"/>
                    </a:lnTo>
                    <a:lnTo>
                      <a:pt x="160" y="109"/>
                    </a:lnTo>
                    <a:lnTo>
                      <a:pt x="160" y="107"/>
                    </a:lnTo>
                    <a:lnTo>
                      <a:pt x="158" y="107"/>
                    </a:lnTo>
                    <a:lnTo>
                      <a:pt x="157" y="105"/>
                    </a:lnTo>
                    <a:lnTo>
                      <a:pt x="155" y="105"/>
                    </a:lnTo>
                    <a:lnTo>
                      <a:pt x="155" y="103"/>
                    </a:lnTo>
                    <a:lnTo>
                      <a:pt x="153" y="103"/>
                    </a:lnTo>
                    <a:lnTo>
                      <a:pt x="153" y="101"/>
                    </a:lnTo>
                    <a:lnTo>
                      <a:pt x="153" y="100"/>
                    </a:lnTo>
                    <a:lnTo>
                      <a:pt x="153" y="98"/>
                    </a:lnTo>
                    <a:lnTo>
                      <a:pt x="152" y="98"/>
                    </a:lnTo>
                    <a:lnTo>
                      <a:pt x="152" y="98"/>
                    </a:lnTo>
                    <a:lnTo>
                      <a:pt x="152" y="98"/>
                    </a:lnTo>
                    <a:lnTo>
                      <a:pt x="152" y="96"/>
                    </a:lnTo>
                    <a:lnTo>
                      <a:pt x="152" y="96"/>
                    </a:lnTo>
                    <a:lnTo>
                      <a:pt x="152" y="95"/>
                    </a:lnTo>
                    <a:lnTo>
                      <a:pt x="152" y="95"/>
                    </a:lnTo>
                    <a:lnTo>
                      <a:pt x="152" y="93"/>
                    </a:lnTo>
                    <a:lnTo>
                      <a:pt x="152" y="93"/>
                    </a:lnTo>
                    <a:lnTo>
                      <a:pt x="152" y="93"/>
                    </a:lnTo>
                    <a:lnTo>
                      <a:pt x="152" y="93"/>
                    </a:lnTo>
                    <a:lnTo>
                      <a:pt x="152" y="91"/>
                    </a:lnTo>
                    <a:lnTo>
                      <a:pt x="152" y="91"/>
                    </a:lnTo>
                    <a:lnTo>
                      <a:pt x="152" y="90"/>
                    </a:lnTo>
                    <a:lnTo>
                      <a:pt x="152" y="90"/>
                    </a:lnTo>
                    <a:lnTo>
                      <a:pt x="153" y="88"/>
                    </a:lnTo>
                    <a:lnTo>
                      <a:pt x="151" y="88"/>
                    </a:lnTo>
                    <a:lnTo>
                      <a:pt x="151" y="86"/>
                    </a:lnTo>
                    <a:lnTo>
                      <a:pt x="151" y="86"/>
                    </a:lnTo>
                    <a:lnTo>
                      <a:pt x="151" y="84"/>
                    </a:lnTo>
                    <a:lnTo>
                      <a:pt x="150" y="84"/>
                    </a:lnTo>
                    <a:lnTo>
                      <a:pt x="150" y="83"/>
                    </a:lnTo>
                    <a:lnTo>
                      <a:pt x="150" y="81"/>
                    </a:lnTo>
                    <a:lnTo>
                      <a:pt x="150" y="79"/>
                    </a:lnTo>
                    <a:lnTo>
                      <a:pt x="148" y="79"/>
                    </a:lnTo>
                    <a:lnTo>
                      <a:pt x="148" y="77"/>
                    </a:lnTo>
                    <a:lnTo>
                      <a:pt x="148" y="77"/>
                    </a:lnTo>
                    <a:lnTo>
                      <a:pt x="148" y="75"/>
                    </a:lnTo>
                    <a:lnTo>
                      <a:pt x="147" y="75"/>
                    </a:lnTo>
                    <a:lnTo>
                      <a:pt x="147" y="73"/>
                    </a:lnTo>
                    <a:lnTo>
                      <a:pt x="147" y="73"/>
                    </a:lnTo>
                    <a:lnTo>
                      <a:pt x="147" y="71"/>
                    </a:lnTo>
                    <a:lnTo>
                      <a:pt x="145" y="71"/>
                    </a:lnTo>
                    <a:lnTo>
                      <a:pt x="145" y="71"/>
                    </a:lnTo>
                    <a:lnTo>
                      <a:pt x="144" y="71"/>
                    </a:lnTo>
                    <a:lnTo>
                      <a:pt x="144" y="71"/>
                    </a:lnTo>
                    <a:lnTo>
                      <a:pt x="143" y="71"/>
                    </a:lnTo>
                    <a:lnTo>
                      <a:pt x="143" y="71"/>
                    </a:lnTo>
                    <a:lnTo>
                      <a:pt x="143" y="71"/>
                    </a:lnTo>
                    <a:lnTo>
                      <a:pt x="143" y="71"/>
                    </a:lnTo>
                    <a:lnTo>
                      <a:pt x="140" y="71"/>
                    </a:lnTo>
                    <a:lnTo>
                      <a:pt x="140" y="71"/>
                    </a:lnTo>
                    <a:lnTo>
                      <a:pt x="140" y="71"/>
                    </a:lnTo>
                    <a:lnTo>
                      <a:pt x="140" y="71"/>
                    </a:lnTo>
                    <a:lnTo>
                      <a:pt x="138" y="71"/>
                    </a:lnTo>
                    <a:lnTo>
                      <a:pt x="138" y="71"/>
                    </a:lnTo>
                    <a:lnTo>
                      <a:pt x="138" y="71"/>
                    </a:lnTo>
                    <a:lnTo>
                      <a:pt x="138" y="71"/>
                    </a:lnTo>
                    <a:lnTo>
                      <a:pt x="131" y="73"/>
                    </a:lnTo>
                    <a:lnTo>
                      <a:pt x="124" y="75"/>
                    </a:lnTo>
                    <a:lnTo>
                      <a:pt x="115" y="79"/>
                    </a:lnTo>
                    <a:lnTo>
                      <a:pt x="106" y="81"/>
                    </a:lnTo>
                    <a:lnTo>
                      <a:pt x="94" y="85"/>
                    </a:lnTo>
                    <a:lnTo>
                      <a:pt x="85" y="89"/>
                    </a:lnTo>
                    <a:lnTo>
                      <a:pt x="74" y="93"/>
                    </a:lnTo>
                    <a:lnTo>
                      <a:pt x="64" y="96"/>
                    </a:lnTo>
                    <a:lnTo>
                      <a:pt x="53" y="100"/>
                    </a:lnTo>
                    <a:lnTo>
                      <a:pt x="43" y="104"/>
                    </a:lnTo>
                    <a:lnTo>
                      <a:pt x="34" y="107"/>
                    </a:lnTo>
                    <a:lnTo>
                      <a:pt x="27" y="111"/>
                    </a:lnTo>
                    <a:lnTo>
                      <a:pt x="19" y="114"/>
                    </a:lnTo>
                    <a:lnTo>
                      <a:pt x="14" y="116"/>
                    </a:lnTo>
                    <a:lnTo>
                      <a:pt x="11" y="118"/>
                    </a:lnTo>
                    <a:lnTo>
                      <a:pt x="9" y="118"/>
                    </a:lnTo>
                    <a:lnTo>
                      <a:pt x="8" y="120"/>
                    </a:lnTo>
                    <a:lnTo>
                      <a:pt x="10" y="122"/>
                    </a:lnTo>
                    <a:lnTo>
                      <a:pt x="12" y="125"/>
                    </a:lnTo>
                    <a:lnTo>
                      <a:pt x="16" y="128"/>
                    </a:lnTo>
                    <a:lnTo>
                      <a:pt x="20" y="134"/>
                    </a:lnTo>
                    <a:lnTo>
                      <a:pt x="25" y="138"/>
                    </a:lnTo>
                    <a:lnTo>
                      <a:pt x="31" y="144"/>
                    </a:lnTo>
                    <a:lnTo>
                      <a:pt x="38" y="150"/>
                    </a:lnTo>
                    <a:lnTo>
                      <a:pt x="43" y="158"/>
                    </a:lnTo>
                    <a:lnTo>
                      <a:pt x="49" y="163"/>
                    </a:lnTo>
                    <a:lnTo>
                      <a:pt x="55" y="170"/>
                    </a:lnTo>
                    <a:lnTo>
                      <a:pt x="62" y="175"/>
                    </a:lnTo>
                    <a:lnTo>
                      <a:pt x="67" y="181"/>
                    </a:lnTo>
                    <a:lnTo>
                      <a:pt x="72" y="187"/>
                    </a:lnTo>
                    <a:lnTo>
                      <a:pt x="77" y="192"/>
                    </a:lnTo>
                    <a:lnTo>
                      <a:pt x="80" y="196"/>
                    </a:lnTo>
                    <a:lnTo>
                      <a:pt x="79" y="197"/>
                    </a:lnTo>
                    <a:lnTo>
                      <a:pt x="79" y="197"/>
                    </a:lnTo>
                    <a:lnTo>
                      <a:pt x="79" y="197"/>
                    </a:lnTo>
                    <a:lnTo>
                      <a:pt x="79" y="197"/>
                    </a:lnTo>
                    <a:lnTo>
                      <a:pt x="79" y="200"/>
                    </a:lnTo>
                    <a:lnTo>
                      <a:pt x="79" y="200"/>
                    </a:lnTo>
                    <a:lnTo>
                      <a:pt x="79" y="200"/>
                    </a:lnTo>
                    <a:lnTo>
                      <a:pt x="79" y="200"/>
                    </a:lnTo>
                    <a:lnTo>
                      <a:pt x="78" y="202"/>
                    </a:lnTo>
                    <a:lnTo>
                      <a:pt x="78" y="202"/>
                    </a:lnTo>
                    <a:lnTo>
                      <a:pt x="78" y="202"/>
                    </a:lnTo>
                    <a:lnTo>
                      <a:pt x="78" y="202"/>
                    </a:lnTo>
                    <a:lnTo>
                      <a:pt x="78" y="202"/>
                    </a:lnTo>
                    <a:lnTo>
                      <a:pt x="78" y="202"/>
                    </a:lnTo>
                    <a:lnTo>
                      <a:pt x="78" y="202"/>
                    </a:lnTo>
                    <a:lnTo>
                      <a:pt x="78" y="202"/>
                    </a:lnTo>
                    <a:lnTo>
                      <a:pt x="76" y="204"/>
                    </a:lnTo>
                    <a:lnTo>
                      <a:pt x="76" y="204"/>
                    </a:lnTo>
                    <a:lnTo>
                      <a:pt x="74" y="205"/>
                    </a:lnTo>
                    <a:lnTo>
                      <a:pt x="74" y="205"/>
                    </a:lnTo>
                    <a:lnTo>
                      <a:pt x="72" y="207"/>
                    </a:lnTo>
                    <a:lnTo>
                      <a:pt x="72" y="207"/>
                    </a:lnTo>
                    <a:lnTo>
                      <a:pt x="71" y="207"/>
                    </a:lnTo>
                    <a:lnTo>
                      <a:pt x="71" y="207"/>
                    </a:lnTo>
                    <a:lnTo>
                      <a:pt x="69" y="208"/>
                    </a:lnTo>
                    <a:lnTo>
                      <a:pt x="69" y="208"/>
                    </a:lnTo>
                    <a:lnTo>
                      <a:pt x="67" y="208"/>
                    </a:lnTo>
                    <a:lnTo>
                      <a:pt x="67" y="208"/>
                    </a:lnTo>
                    <a:lnTo>
                      <a:pt x="65" y="208"/>
                    </a:lnTo>
                    <a:lnTo>
                      <a:pt x="65" y="208"/>
                    </a:lnTo>
                    <a:lnTo>
                      <a:pt x="64" y="208"/>
                    </a:lnTo>
                    <a:lnTo>
                      <a:pt x="64" y="208"/>
                    </a:lnTo>
                    <a:lnTo>
                      <a:pt x="62" y="208"/>
                    </a:lnTo>
                    <a:lnTo>
                      <a:pt x="61" y="208"/>
                    </a:lnTo>
                    <a:lnTo>
                      <a:pt x="59" y="208"/>
                    </a:lnTo>
                    <a:lnTo>
                      <a:pt x="57" y="207"/>
                    </a:lnTo>
                    <a:lnTo>
                      <a:pt x="56" y="207"/>
                    </a:lnTo>
                    <a:lnTo>
                      <a:pt x="54" y="207"/>
                    </a:lnTo>
                    <a:lnTo>
                      <a:pt x="52" y="207"/>
                    </a:lnTo>
                    <a:lnTo>
                      <a:pt x="50" y="205"/>
                    </a:lnTo>
                    <a:lnTo>
                      <a:pt x="48" y="205"/>
                    </a:lnTo>
                    <a:lnTo>
                      <a:pt x="46" y="205"/>
                    </a:lnTo>
                    <a:lnTo>
                      <a:pt x="44" y="205"/>
                    </a:lnTo>
                    <a:lnTo>
                      <a:pt x="42" y="204"/>
                    </a:lnTo>
                    <a:lnTo>
                      <a:pt x="40" y="204"/>
                    </a:lnTo>
                    <a:lnTo>
                      <a:pt x="40" y="204"/>
                    </a:lnTo>
                    <a:lnTo>
                      <a:pt x="38" y="204"/>
                    </a:lnTo>
                    <a:lnTo>
                      <a:pt x="38" y="203"/>
                    </a:lnTo>
                    <a:lnTo>
                      <a:pt x="35" y="205"/>
                    </a:lnTo>
                    <a:lnTo>
                      <a:pt x="34" y="205"/>
                    </a:lnTo>
                    <a:lnTo>
                      <a:pt x="32" y="206"/>
                    </a:lnTo>
                    <a:lnTo>
                      <a:pt x="30" y="206"/>
                    </a:lnTo>
                    <a:lnTo>
                      <a:pt x="27" y="208"/>
                    </a:lnTo>
                    <a:lnTo>
                      <a:pt x="25" y="208"/>
                    </a:lnTo>
                    <a:lnTo>
                      <a:pt x="23" y="209"/>
                    </a:lnTo>
                    <a:lnTo>
                      <a:pt x="21" y="209"/>
                    </a:lnTo>
                    <a:lnTo>
                      <a:pt x="19" y="210"/>
                    </a:lnTo>
                    <a:lnTo>
                      <a:pt x="17" y="211"/>
                    </a:lnTo>
                    <a:lnTo>
                      <a:pt x="15" y="213"/>
                    </a:lnTo>
                    <a:lnTo>
                      <a:pt x="13" y="213"/>
                    </a:lnTo>
                    <a:lnTo>
                      <a:pt x="11" y="215"/>
                    </a:lnTo>
                    <a:lnTo>
                      <a:pt x="10" y="215"/>
                    </a:lnTo>
                    <a:lnTo>
                      <a:pt x="8" y="217"/>
                    </a:lnTo>
                    <a:lnTo>
                      <a:pt x="8" y="217"/>
                    </a:lnTo>
                    <a:lnTo>
                      <a:pt x="6" y="219"/>
                    </a:lnTo>
                    <a:lnTo>
                      <a:pt x="6" y="220"/>
                    </a:lnTo>
                    <a:lnTo>
                      <a:pt x="4" y="222"/>
                    </a:lnTo>
                    <a:lnTo>
                      <a:pt x="4" y="223"/>
                    </a:lnTo>
                    <a:lnTo>
                      <a:pt x="3" y="225"/>
                    </a:lnTo>
                    <a:lnTo>
                      <a:pt x="3" y="227"/>
                    </a:lnTo>
                    <a:lnTo>
                      <a:pt x="2" y="229"/>
                    </a:lnTo>
                    <a:lnTo>
                      <a:pt x="2" y="229"/>
                    </a:lnTo>
                    <a:lnTo>
                      <a:pt x="0" y="231"/>
                    </a:lnTo>
                    <a:lnTo>
                      <a:pt x="0" y="233"/>
                    </a:lnTo>
                    <a:lnTo>
                      <a:pt x="0" y="235"/>
                    </a:lnTo>
                    <a:lnTo>
                      <a:pt x="0" y="236"/>
                    </a:lnTo>
                    <a:lnTo>
                      <a:pt x="0" y="239"/>
                    </a:lnTo>
                    <a:lnTo>
                      <a:pt x="0" y="239"/>
                    </a:lnTo>
                    <a:lnTo>
                      <a:pt x="0" y="241"/>
                    </a:lnTo>
                    <a:lnTo>
                      <a:pt x="1" y="241"/>
                    </a:lnTo>
                    <a:lnTo>
                      <a:pt x="1" y="243"/>
                    </a:lnTo>
                    <a:lnTo>
                      <a:pt x="1" y="244"/>
                    </a:lnTo>
                    <a:lnTo>
                      <a:pt x="1" y="246"/>
                    </a:lnTo>
                    <a:lnTo>
                      <a:pt x="1" y="246"/>
                    </a:lnTo>
                    <a:lnTo>
                      <a:pt x="1" y="248"/>
                    </a:lnTo>
                    <a:lnTo>
                      <a:pt x="1" y="248"/>
                    </a:lnTo>
                    <a:lnTo>
                      <a:pt x="1" y="250"/>
                    </a:lnTo>
                    <a:lnTo>
                      <a:pt x="2" y="250"/>
                    </a:lnTo>
                    <a:lnTo>
                      <a:pt x="2" y="252"/>
                    </a:lnTo>
                    <a:lnTo>
                      <a:pt x="2" y="252"/>
                    </a:lnTo>
                    <a:lnTo>
                      <a:pt x="2" y="254"/>
                    </a:lnTo>
                    <a:lnTo>
                      <a:pt x="4" y="254"/>
                    </a:lnTo>
                    <a:lnTo>
                      <a:pt x="4" y="256"/>
                    </a:lnTo>
                    <a:lnTo>
                      <a:pt x="6" y="256"/>
                    </a:lnTo>
                    <a:lnTo>
                      <a:pt x="6" y="256"/>
                    </a:lnTo>
                    <a:lnTo>
                      <a:pt x="8" y="256"/>
                    </a:lnTo>
                    <a:lnTo>
                      <a:pt x="8" y="258"/>
                    </a:lnTo>
                    <a:lnTo>
                      <a:pt x="9" y="259"/>
                    </a:lnTo>
                    <a:lnTo>
                      <a:pt x="10" y="261"/>
                    </a:lnTo>
                    <a:lnTo>
                      <a:pt x="12" y="261"/>
                    </a:lnTo>
                    <a:lnTo>
                      <a:pt x="13" y="263"/>
                    </a:lnTo>
                    <a:lnTo>
                      <a:pt x="16" y="263"/>
                    </a:lnTo>
                    <a:lnTo>
                      <a:pt x="18" y="266"/>
                    </a:lnTo>
                    <a:lnTo>
                      <a:pt x="21" y="266"/>
                    </a:lnTo>
                    <a:lnTo>
                      <a:pt x="23" y="268"/>
                    </a:lnTo>
                    <a:lnTo>
                      <a:pt x="25" y="268"/>
                    </a:lnTo>
                    <a:lnTo>
                      <a:pt x="27" y="270"/>
                    </a:lnTo>
                    <a:lnTo>
                      <a:pt x="30" y="270"/>
                    </a:lnTo>
                    <a:lnTo>
                      <a:pt x="32" y="272"/>
                    </a:lnTo>
                    <a:lnTo>
                      <a:pt x="34" y="272"/>
                    </a:lnTo>
                    <a:lnTo>
                      <a:pt x="35" y="272"/>
                    </a:lnTo>
                    <a:lnTo>
                      <a:pt x="38" y="272"/>
                    </a:lnTo>
                    <a:lnTo>
                      <a:pt x="40" y="273"/>
                    </a:lnTo>
                    <a:lnTo>
                      <a:pt x="41" y="273"/>
                    </a:lnTo>
                    <a:lnTo>
                      <a:pt x="43" y="273"/>
                    </a:lnTo>
                    <a:lnTo>
                      <a:pt x="45" y="273"/>
                    </a:lnTo>
                    <a:lnTo>
                      <a:pt x="47" y="273"/>
                    </a:lnTo>
                    <a:lnTo>
                      <a:pt x="49" y="273"/>
                    </a:lnTo>
                    <a:lnTo>
                      <a:pt x="51" y="273"/>
                    </a:lnTo>
                    <a:lnTo>
                      <a:pt x="55" y="273"/>
                    </a:lnTo>
                    <a:lnTo>
                      <a:pt x="56" y="273"/>
                    </a:lnTo>
                    <a:lnTo>
                      <a:pt x="58" y="273"/>
                    </a:lnTo>
                    <a:lnTo>
                      <a:pt x="60" y="273"/>
                    </a:lnTo>
                    <a:lnTo>
                      <a:pt x="63" y="273"/>
                    </a:lnTo>
                    <a:lnTo>
                      <a:pt x="65" y="273"/>
                    </a:lnTo>
                    <a:lnTo>
                      <a:pt x="67" y="273"/>
                    </a:lnTo>
                    <a:lnTo>
                      <a:pt x="69" y="273"/>
                    </a:lnTo>
                    <a:lnTo>
                      <a:pt x="71" y="271"/>
                    </a:lnTo>
                    <a:lnTo>
                      <a:pt x="71" y="271"/>
                    </a:lnTo>
                    <a:lnTo>
                      <a:pt x="73" y="271"/>
                    </a:lnTo>
                    <a:lnTo>
                      <a:pt x="73" y="271"/>
                    </a:lnTo>
                    <a:lnTo>
                      <a:pt x="75" y="271"/>
                    </a:lnTo>
                    <a:lnTo>
                      <a:pt x="75" y="271"/>
                    </a:lnTo>
                    <a:lnTo>
                      <a:pt x="77" y="271"/>
                    </a:lnTo>
                    <a:lnTo>
                      <a:pt x="78" y="271"/>
                    </a:lnTo>
                    <a:lnTo>
                      <a:pt x="80" y="269"/>
                    </a:lnTo>
                    <a:lnTo>
                      <a:pt x="80" y="269"/>
                    </a:lnTo>
                    <a:lnTo>
                      <a:pt x="82" y="269"/>
                    </a:lnTo>
                    <a:lnTo>
                      <a:pt x="82" y="269"/>
                    </a:lnTo>
                    <a:lnTo>
                      <a:pt x="84" y="267"/>
                    </a:lnTo>
                    <a:lnTo>
                      <a:pt x="84" y="267"/>
                    </a:lnTo>
                    <a:lnTo>
                      <a:pt x="86" y="266"/>
                    </a:lnTo>
                    <a:lnTo>
                      <a:pt x="87" y="266"/>
                    </a:lnTo>
                    <a:lnTo>
                      <a:pt x="89" y="264"/>
                    </a:lnTo>
                    <a:lnTo>
                      <a:pt x="89" y="264"/>
                    </a:lnTo>
                    <a:lnTo>
                      <a:pt x="89" y="264"/>
                    </a:lnTo>
                    <a:lnTo>
                      <a:pt x="89" y="264"/>
                    </a:lnTo>
                    <a:lnTo>
                      <a:pt x="90" y="263"/>
                    </a:lnTo>
                    <a:lnTo>
                      <a:pt x="90" y="263"/>
                    </a:lnTo>
                    <a:lnTo>
                      <a:pt x="92" y="263"/>
                    </a:lnTo>
                    <a:lnTo>
                      <a:pt x="92" y="263"/>
                    </a:lnTo>
                    <a:lnTo>
                      <a:pt x="94" y="261"/>
                    </a:lnTo>
                    <a:lnTo>
                      <a:pt x="94" y="261"/>
                    </a:lnTo>
                    <a:lnTo>
                      <a:pt x="95" y="261"/>
                    </a:lnTo>
                    <a:lnTo>
                      <a:pt x="95" y="261"/>
                    </a:lnTo>
                    <a:lnTo>
                      <a:pt x="97" y="259"/>
                    </a:lnTo>
                    <a:lnTo>
                      <a:pt x="97" y="259"/>
                    </a:lnTo>
                    <a:lnTo>
                      <a:pt x="98" y="258"/>
                    </a:lnTo>
                    <a:lnTo>
                      <a:pt x="98" y="258"/>
                    </a:lnTo>
                    <a:lnTo>
                      <a:pt x="100" y="256"/>
                    </a:lnTo>
                    <a:lnTo>
                      <a:pt x="100" y="256"/>
                    </a:lnTo>
                    <a:lnTo>
                      <a:pt x="100" y="256"/>
                    </a:lnTo>
                    <a:lnTo>
                      <a:pt x="100" y="256"/>
                    </a:lnTo>
                    <a:lnTo>
                      <a:pt x="101" y="255"/>
                    </a:lnTo>
                    <a:lnTo>
                      <a:pt x="101" y="255"/>
                    </a:lnTo>
                    <a:lnTo>
                      <a:pt x="101" y="255"/>
                    </a:lnTo>
                    <a:lnTo>
                      <a:pt x="101" y="255"/>
                    </a:lnTo>
                    <a:lnTo>
                      <a:pt x="104" y="253"/>
                    </a:lnTo>
                    <a:lnTo>
                      <a:pt x="104" y="253"/>
                    </a:lnTo>
                    <a:lnTo>
                      <a:pt x="104" y="253"/>
                    </a:lnTo>
                    <a:lnTo>
                      <a:pt x="104" y="253"/>
                    </a:lnTo>
                    <a:lnTo>
                      <a:pt x="106" y="251"/>
                    </a:lnTo>
                    <a:lnTo>
                      <a:pt x="106" y="251"/>
                    </a:lnTo>
                    <a:lnTo>
                      <a:pt x="106" y="251"/>
                    </a:lnTo>
                    <a:lnTo>
                      <a:pt x="106" y="251"/>
                    </a:lnTo>
                    <a:lnTo>
                      <a:pt x="108" y="249"/>
                    </a:lnTo>
                    <a:lnTo>
                      <a:pt x="108" y="249"/>
                    </a:lnTo>
                    <a:lnTo>
                      <a:pt x="108" y="249"/>
                    </a:lnTo>
                    <a:lnTo>
                      <a:pt x="108" y="249"/>
                    </a:lnTo>
                    <a:lnTo>
                      <a:pt x="109" y="249"/>
                    </a:lnTo>
                    <a:lnTo>
                      <a:pt x="109" y="249"/>
                    </a:lnTo>
                    <a:lnTo>
                      <a:pt x="110" y="249"/>
                    </a:lnTo>
                    <a:lnTo>
                      <a:pt x="110" y="249"/>
                    </a:lnTo>
                    <a:lnTo>
                      <a:pt x="112" y="249"/>
                    </a:lnTo>
                    <a:lnTo>
                      <a:pt x="112" y="249"/>
                    </a:lnTo>
                    <a:lnTo>
                      <a:pt x="113" y="249"/>
                    </a:lnTo>
                    <a:lnTo>
                      <a:pt x="113" y="249"/>
                    </a:lnTo>
                    <a:lnTo>
                      <a:pt x="115" y="249"/>
                    </a:lnTo>
                    <a:lnTo>
                      <a:pt x="115" y="249"/>
                    </a:lnTo>
                    <a:lnTo>
                      <a:pt x="116" y="249"/>
                    </a:lnTo>
                    <a:lnTo>
                      <a:pt x="116" y="249"/>
                    </a:lnTo>
                    <a:lnTo>
                      <a:pt x="118" y="247"/>
                    </a:lnTo>
                    <a:lnTo>
                      <a:pt x="118" y="248"/>
                    </a:lnTo>
                    <a:lnTo>
                      <a:pt x="119" y="248"/>
                    </a:lnTo>
                    <a:lnTo>
                      <a:pt x="119" y="248"/>
                    </a:lnTo>
                    <a:lnTo>
                      <a:pt x="121" y="248"/>
                    </a:lnTo>
                    <a:lnTo>
                      <a:pt x="121" y="248"/>
                    </a:lnTo>
                    <a:lnTo>
                      <a:pt x="123" y="248"/>
                    </a:lnTo>
                    <a:lnTo>
                      <a:pt x="123" y="248"/>
                    </a:lnTo>
                    <a:lnTo>
                      <a:pt x="125" y="248"/>
                    </a:lnTo>
                    <a:lnTo>
                      <a:pt x="125" y="249"/>
                    </a:lnTo>
                    <a:lnTo>
                      <a:pt x="127" y="249"/>
                    </a:lnTo>
                    <a:lnTo>
                      <a:pt x="127" y="249"/>
                    </a:lnTo>
                    <a:lnTo>
                      <a:pt x="129" y="249"/>
                    </a:lnTo>
                    <a:lnTo>
                      <a:pt x="129" y="249"/>
                    </a:lnTo>
                    <a:lnTo>
                      <a:pt x="130" y="249"/>
                    </a:lnTo>
                    <a:lnTo>
                      <a:pt x="130" y="249"/>
                    </a:lnTo>
                    <a:lnTo>
                      <a:pt x="131" y="249"/>
                    </a:lnTo>
                    <a:lnTo>
                      <a:pt x="131" y="251"/>
                    </a:lnTo>
                    <a:lnTo>
                      <a:pt x="131" y="251"/>
                    </a:lnTo>
                    <a:lnTo>
                      <a:pt x="131" y="252"/>
                    </a:lnTo>
                    <a:lnTo>
                      <a:pt x="133" y="252"/>
                    </a:lnTo>
                    <a:lnTo>
                      <a:pt x="133" y="254"/>
                    </a:lnTo>
                    <a:lnTo>
                      <a:pt x="134" y="254"/>
                    </a:lnTo>
                    <a:lnTo>
                      <a:pt x="134" y="255"/>
                    </a:lnTo>
                    <a:lnTo>
                      <a:pt x="136" y="255"/>
                    </a:lnTo>
                    <a:lnTo>
                      <a:pt x="136" y="256"/>
                    </a:lnTo>
                    <a:lnTo>
                      <a:pt x="136" y="256"/>
                    </a:lnTo>
                    <a:lnTo>
                      <a:pt x="136" y="258"/>
                    </a:lnTo>
                    <a:lnTo>
                      <a:pt x="138" y="258"/>
                    </a:lnTo>
                    <a:lnTo>
                      <a:pt x="138" y="259"/>
                    </a:lnTo>
                    <a:lnTo>
                      <a:pt x="140" y="259"/>
                    </a:lnTo>
                    <a:lnTo>
                      <a:pt x="140" y="259"/>
                    </a:lnTo>
                    <a:lnTo>
                      <a:pt x="142" y="259"/>
                    </a:lnTo>
                    <a:lnTo>
                      <a:pt x="144" y="263"/>
                    </a:lnTo>
                    <a:lnTo>
                      <a:pt x="148" y="267"/>
                    </a:lnTo>
                    <a:lnTo>
                      <a:pt x="152" y="271"/>
                    </a:lnTo>
                    <a:lnTo>
                      <a:pt x="157" y="275"/>
                    </a:lnTo>
                    <a:lnTo>
                      <a:pt x="160" y="281"/>
                    </a:lnTo>
                    <a:lnTo>
                      <a:pt x="166" y="286"/>
                    </a:lnTo>
                    <a:lnTo>
                      <a:pt x="169" y="292"/>
                    </a:lnTo>
                    <a:lnTo>
                      <a:pt x="175" y="296"/>
                    </a:lnTo>
                    <a:lnTo>
                      <a:pt x="179" y="302"/>
                    </a:lnTo>
                    <a:lnTo>
                      <a:pt x="183" y="306"/>
                    </a:lnTo>
                    <a:lnTo>
                      <a:pt x="187" y="311"/>
                    </a:lnTo>
                    <a:lnTo>
                      <a:pt x="191" y="314"/>
                    </a:lnTo>
                    <a:lnTo>
                      <a:pt x="194" y="318"/>
                    </a:lnTo>
                    <a:lnTo>
                      <a:pt x="198" y="320"/>
                    </a:lnTo>
                    <a:lnTo>
                      <a:pt x="200" y="321"/>
                    </a:lnTo>
                    <a:lnTo>
                      <a:pt x="203" y="321"/>
                    </a:lnTo>
                    <a:lnTo>
                      <a:pt x="206" y="320"/>
                    </a:lnTo>
                    <a:lnTo>
                      <a:pt x="219" y="317"/>
                    </a:lnTo>
                    <a:lnTo>
                      <a:pt x="235" y="312"/>
                    </a:lnTo>
                    <a:lnTo>
                      <a:pt x="258" y="304"/>
                    </a:lnTo>
                    <a:lnTo>
                      <a:pt x="283" y="296"/>
                    </a:lnTo>
                    <a:lnTo>
                      <a:pt x="311" y="286"/>
                    </a:lnTo>
                    <a:lnTo>
                      <a:pt x="342" y="277"/>
                    </a:lnTo>
                    <a:lnTo>
                      <a:pt x="374" y="266"/>
                    </a:lnTo>
                    <a:lnTo>
                      <a:pt x="405" y="256"/>
                    </a:lnTo>
                    <a:lnTo>
                      <a:pt x="435" y="246"/>
                    </a:lnTo>
                    <a:lnTo>
                      <a:pt x="463" y="236"/>
                    </a:lnTo>
                    <a:lnTo>
                      <a:pt x="488" y="227"/>
                    </a:lnTo>
                    <a:lnTo>
                      <a:pt x="509" y="220"/>
                    </a:lnTo>
                    <a:lnTo>
                      <a:pt x="526" y="213"/>
                    </a:lnTo>
                    <a:lnTo>
                      <a:pt x="537" y="209"/>
                    </a:lnTo>
                    <a:lnTo>
                      <a:pt x="540" y="205"/>
                    </a:lnTo>
                    <a:lnTo>
                      <a:pt x="539" y="205"/>
                    </a:lnTo>
                    <a:lnTo>
                      <a:pt x="537" y="203"/>
                    </a:lnTo>
                    <a:lnTo>
                      <a:pt x="534" y="200"/>
                    </a:lnTo>
                    <a:lnTo>
                      <a:pt x="530" y="195"/>
                    </a:lnTo>
                    <a:lnTo>
                      <a:pt x="524" y="191"/>
                    </a:lnTo>
                    <a:lnTo>
                      <a:pt x="520" y="185"/>
                    </a:lnTo>
                    <a:lnTo>
                      <a:pt x="514" y="180"/>
                    </a:lnTo>
                    <a:lnTo>
                      <a:pt x="509" y="173"/>
                    </a:lnTo>
                    <a:lnTo>
                      <a:pt x="502" y="167"/>
                    </a:lnTo>
                    <a:lnTo>
                      <a:pt x="496" y="161"/>
                    </a:lnTo>
                    <a:lnTo>
                      <a:pt x="490" y="155"/>
                    </a:lnTo>
                    <a:lnTo>
                      <a:pt x="485" y="147"/>
                    </a:lnTo>
                    <a:lnTo>
                      <a:pt x="479" y="141"/>
                    </a:lnTo>
                    <a:lnTo>
                      <a:pt x="475" y="135"/>
                    </a:lnTo>
                    <a:lnTo>
                      <a:pt x="472" y="130"/>
                    </a:lnTo>
                    <a:lnTo>
                      <a:pt x="471" y="124"/>
                    </a:lnTo>
                    <a:lnTo>
                      <a:pt x="470" y="124"/>
                    </a:lnTo>
                    <a:lnTo>
                      <a:pt x="470" y="124"/>
                    </a:lnTo>
                    <a:lnTo>
                      <a:pt x="470" y="124"/>
                    </a:lnTo>
                    <a:lnTo>
                      <a:pt x="470" y="123"/>
                    </a:lnTo>
                    <a:lnTo>
                      <a:pt x="470" y="123"/>
                    </a:lnTo>
                    <a:lnTo>
                      <a:pt x="470" y="123"/>
                    </a:lnTo>
                    <a:lnTo>
                      <a:pt x="470" y="123"/>
                    </a:lnTo>
                    <a:lnTo>
                      <a:pt x="471" y="121"/>
                    </a:lnTo>
                    <a:lnTo>
                      <a:pt x="471" y="121"/>
                    </a:lnTo>
                    <a:lnTo>
                      <a:pt x="471" y="121"/>
                    </a:lnTo>
                    <a:lnTo>
                      <a:pt x="471" y="121"/>
                    </a:lnTo>
                    <a:lnTo>
                      <a:pt x="471" y="119"/>
                    </a:lnTo>
                    <a:lnTo>
                      <a:pt x="471" y="119"/>
                    </a:lnTo>
                    <a:lnTo>
                      <a:pt x="471" y="119"/>
                    </a:lnTo>
                    <a:lnTo>
                      <a:pt x="471" y="119"/>
                    </a:lnTo>
                    <a:lnTo>
                      <a:pt x="473" y="117"/>
                    </a:lnTo>
                    <a:lnTo>
                      <a:pt x="473" y="117"/>
                    </a:lnTo>
                    <a:lnTo>
                      <a:pt x="473" y="117"/>
                    </a:lnTo>
                    <a:lnTo>
                      <a:pt x="473" y="117"/>
                    </a:lnTo>
                    <a:lnTo>
                      <a:pt x="473" y="117"/>
                    </a:lnTo>
                    <a:lnTo>
                      <a:pt x="473" y="117"/>
                    </a:lnTo>
                    <a:lnTo>
                      <a:pt x="473" y="117"/>
                    </a:lnTo>
                    <a:lnTo>
                      <a:pt x="473" y="117"/>
                    </a:lnTo>
                    <a:lnTo>
                      <a:pt x="475" y="115"/>
                    </a:lnTo>
                    <a:lnTo>
                      <a:pt x="475" y="115"/>
                    </a:lnTo>
                    <a:lnTo>
                      <a:pt x="475" y="115"/>
                    </a:lnTo>
                    <a:lnTo>
                      <a:pt x="475" y="115"/>
                    </a:lnTo>
                    <a:lnTo>
                      <a:pt x="477" y="115"/>
                    </a:lnTo>
                    <a:lnTo>
                      <a:pt x="477" y="115"/>
                    </a:lnTo>
                    <a:lnTo>
                      <a:pt x="477" y="115"/>
                    </a:lnTo>
                    <a:lnTo>
                      <a:pt x="477" y="115"/>
                    </a:lnTo>
                    <a:lnTo>
                      <a:pt x="478" y="115"/>
                    </a:lnTo>
                    <a:lnTo>
                      <a:pt x="478" y="115"/>
                    </a:lnTo>
                    <a:lnTo>
                      <a:pt x="480" y="115"/>
                    </a:lnTo>
                    <a:lnTo>
                      <a:pt x="480" y="115"/>
                    </a:lnTo>
                    <a:lnTo>
                      <a:pt x="482" y="115"/>
                    </a:lnTo>
                    <a:lnTo>
                      <a:pt x="483" y="115"/>
                    </a:lnTo>
                    <a:lnTo>
                      <a:pt x="485" y="115"/>
                    </a:lnTo>
                    <a:lnTo>
                      <a:pt x="487" y="115"/>
                    </a:lnTo>
                    <a:lnTo>
                      <a:pt x="489" y="115"/>
                    </a:lnTo>
                    <a:lnTo>
                      <a:pt x="489" y="115"/>
                    </a:lnTo>
                    <a:lnTo>
                      <a:pt x="492" y="115"/>
                    </a:lnTo>
                    <a:lnTo>
                      <a:pt x="493" y="115"/>
                    </a:lnTo>
                    <a:lnTo>
                      <a:pt x="495" y="115"/>
                    </a:lnTo>
                    <a:lnTo>
                      <a:pt x="495" y="115"/>
                    </a:lnTo>
                    <a:lnTo>
                      <a:pt x="497" y="115"/>
                    </a:lnTo>
                    <a:lnTo>
                      <a:pt x="499" y="115"/>
                    </a:lnTo>
                    <a:lnTo>
                      <a:pt x="500" y="115"/>
                    </a:lnTo>
                    <a:lnTo>
                      <a:pt x="500" y="115"/>
                    </a:lnTo>
                    <a:lnTo>
                      <a:pt x="502" y="115"/>
                    </a:lnTo>
                    <a:lnTo>
                      <a:pt x="503" y="115"/>
                    </a:lnTo>
                    <a:lnTo>
                      <a:pt x="505" y="115"/>
                    </a:lnTo>
                    <a:lnTo>
                      <a:pt x="506" y="115"/>
                    </a:lnTo>
                    <a:lnTo>
                      <a:pt x="508" y="115"/>
                    </a:lnTo>
                    <a:lnTo>
                      <a:pt x="510" y="115"/>
                    </a:lnTo>
                    <a:lnTo>
                      <a:pt x="512" y="115"/>
                    </a:lnTo>
                    <a:lnTo>
                      <a:pt x="513" y="115"/>
                    </a:lnTo>
                    <a:lnTo>
                      <a:pt x="515" y="115"/>
                    </a:lnTo>
                    <a:lnTo>
                      <a:pt x="516" y="115"/>
                    </a:lnTo>
                    <a:lnTo>
                      <a:pt x="519" y="113"/>
                    </a:lnTo>
                    <a:lnTo>
                      <a:pt x="520" y="113"/>
                    </a:lnTo>
                    <a:lnTo>
                      <a:pt x="522" y="113"/>
                    </a:lnTo>
                    <a:lnTo>
                      <a:pt x="524" y="113"/>
                    </a:lnTo>
                    <a:lnTo>
                      <a:pt x="526" y="112"/>
                    </a:lnTo>
                    <a:lnTo>
                      <a:pt x="526" y="112"/>
                    </a:lnTo>
                    <a:lnTo>
                      <a:pt x="527" y="110"/>
                    </a:lnTo>
                    <a:lnTo>
                      <a:pt x="528" y="110"/>
                    </a:lnTo>
                    <a:lnTo>
                      <a:pt x="530" y="108"/>
                    </a:lnTo>
                    <a:lnTo>
                      <a:pt x="530" y="108"/>
                    </a:lnTo>
                    <a:lnTo>
                      <a:pt x="532" y="106"/>
                    </a:lnTo>
                    <a:lnTo>
                      <a:pt x="534" y="105"/>
                    </a:lnTo>
                    <a:lnTo>
                      <a:pt x="536" y="102"/>
                    </a:lnTo>
                    <a:lnTo>
                      <a:pt x="536" y="102"/>
                    </a:lnTo>
                    <a:lnTo>
                      <a:pt x="538" y="100"/>
                    </a:lnTo>
                    <a:lnTo>
                      <a:pt x="540" y="99"/>
                    </a:lnTo>
                    <a:lnTo>
                      <a:pt x="542" y="97"/>
                    </a:lnTo>
                    <a:lnTo>
                      <a:pt x="542" y="96"/>
                    </a:lnTo>
                    <a:lnTo>
                      <a:pt x="544" y="94"/>
                    </a:lnTo>
                    <a:lnTo>
                      <a:pt x="544" y="93"/>
                    </a:lnTo>
                    <a:lnTo>
                      <a:pt x="546" y="91"/>
                    </a:lnTo>
                    <a:lnTo>
                      <a:pt x="546" y="91"/>
                    </a:lnTo>
                    <a:lnTo>
                      <a:pt x="546" y="89"/>
                    </a:lnTo>
                    <a:lnTo>
                      <a:pt x="546" y="88"/>
                    </a:lnTo>
                    <a:lnTo>
                      <a:pt x="546" y="86"/>
                    </a:lnTo>
                    <a:lnTo>
                      <a:pt x="546" y="86"/>
                    </a:lnTo>
                    <a:lnTo>
                      <a:pt x="546" y="84"/>
                    </a:lnTo>
                    <a:lnTo>
                      <a:pt x="546" y="83"/>
                    </a:lnTo>
                    <a:lnTo>
                      <a:pt x="546" y="80"/>
                    </a:lnTo>
                    <a:lnTo>
                      <a:pt x="544" y="80"/>
                    </a:lnTo>
                    <a:lnTo>
                      <a:pt x="544" y="78"/>
                    </a:lnTo>
                    <a:lnTo>
                      <a:pt x="544" y="77"/>
                    </a:lnTo>
                    <a:lnTo>
                      <a:pt x="544" y="75"/>
                    </a:lnTo>
                    <a:lnTo>
                      <a:pt x="543" y="75"/>
                    </a:lnTo>
                    <a:lnTo>
                      <a:pt x="543" y="73"/>
                    </a:lnTo>
                    <a:lnTo>
                      <a:pt x="543" y="71"/>
                    </a:lnTo>
                    <a:lnTo>
                      <a:pt x="543" y="69"/>
                    </a:lnTo>
                    <a:lnTo>
                      <a:pt x="541" y="69"/>
                    </a:lnTo>
                    <a:lnTo>
                      <a:pt x="541" y="68"/>
                    </a:lnTo>
                    <a:lnTo>
                      <a:pt x="540" y="68"/>
                    </a:lnTo>
                    <a:lnTo>
                      <a:pt x="540" y="66"/>
                    </a:lnTo>
                    <a:lnTo>
                      <a:pt x="538" y="66"/>
                    </a:lnTo>
                    <a:lnTo>
                      <a:pt x="538" y="63"/>
                    </a:lnTo>
                    <a:lnTo>
                      <a:pt x="536" y="62"/>
                    </a:lnTo>
                    <a:lnTo>
                      <a:pt x="536" y="61"/>
                    </a:lnTo>
                    <a:lnTo>
                      <a:pt x="534" y="61"/>
                    </a:lnTo>
                    <a:lnTo>
                      <a:pt x="533" y="58"/>
                    </a:lnTo>
                    <a:lnTo>
                      <a:pt x="531" y="58"/>
                    </a:lnTo>
                    <a:lnTo>
                      <a:pt x="531" y="56"/>
                    </a:lnTo>
                    <a:lnTo>
                      <a:pt x="530" y="56"/>
                    </a:lnTo>
                    <a:lnTo>
                      <a:pt x="530" y="55"/>
                    </a:lnTo>
                    <a:lnTo>
                      <a:pt x="529" y="55"/>
                    </a:lnTo>
                    <a:lnTo>
                      <a:pt x="529" y="53"/>
                    </a:lnTo>
                    <a:lnTo>
                      <a:pt x="527" y="53"/>
                    </a:lnTo>
                    <a:lnTo>
                      <a:pt x="526" y="53"/>
                    </a:lnTo>
                    <a:lnTo>
                      <a:pt x="524" y="53"/>
                    </a:lnTo>
                    <a:lnTo>
                      <a:pt x="523" y="51"/>
                    </a:lnTo>
                    <a:lnTo>
                      <a:pt x="521" y="51"/>
                    </a:lnTo>
                    <a:lnTo>
                      <a:pt x="519" y="51"/>
                    </a:lnTo>
                    <a:lnTo>
                      <a:pt x="517" y="51"/>
                    </a:lnTo>
                    <a:lnTo>
                      <a:pt x="517" y="49"/>
                    </a:lnTo>
                    <a:lnTo>
                      <a:pt x="515" y="49"/>
                    </a:lnTo>
                    <a:lnTo>
                      <a:pt x="514" y="49"/>
                    </a:lnTo>
                    <a:lnTo>
                      <a:pt x="511" y="49"/>
                    </a:lnTo>
                    <a:lnTo>
                      <a:pt x="510" y="49"/>
                    </a:lnTo>
                    <a:lnTo>
                      <a:pt x="508" y="49"/>
                    </a:lnTo>
                    <a:lnTo>
                      <a:pt x="508" y="49"/>
                    </a:lnTo>
                    <a:lnTo>
                      <a:pt x="506" y="49"/>
                    </a:lnTo>
                    <a:lnTo>
                      <a:pt x="506" y="47"/>
                    </a:lnTo>
                    <a:lnTo>
                      <a:pt x="504" y="47"/>
                    </a:lnTo>
                    <a:lnTo>
                      <a:pt x="503" y="47"/>
                    </a:lnTo>
                    <a:lnTo>
                      <a:pt x="501" y="47"/>
                    </a:lnTo>
                    <a:lnTo>
                      <a:pt x="501" y="47"/>
                    </a:lnTo>
                    <a:lnTo>
                      <a:pt x="499" y="47"/>
                    </a:lnTo>
                    <a:lnTo>
                      <a:pt x="498" y="47"/>
                    </a:lnTo>
                    <a:lnTo>
                      <a:pt x="496" y="47"/>
                    </a:lnTo>
                    <a:lnTo>
                      <a:pt x="496" y="46"/>
                    </a:lnTo>
                    <a:lnTo>
                      <a:pt x="494" y="46"/>
                    </a:lnTo>
                    <a:lnTo>
                      <a:pt x="492" y="46"/>
                    </a:lnTo>
                    <a:lnTo>
                      <a:pt x="490" y="46"/>
                    </a:lnTo>
                    <a:lnTo>
                      <a:pt x="490" y="46"/>
                    </a:lnTo>
                    <a:lnTo>
                      <a:pt x="488" y="46"/>
                    </a:lnTo>
                    <a:lnTo>
                      <a:pt x="488" y="46"/>
                    </a:lnTo>
                    <a:lnTo>
                      <a:pt x="486" y="46"/>
                    </a:lnTo>
                    <a:lnTo>
                      <a:pt x="486" y="46"/>
                    </a:lnTo>
                    <a:lnTo>
                      <a:pt x="484" y="47"/>
                    </a:lnTo>
                    <a:lnTo>
                      <a:pt x="483" y="47"/>
                    </a:lnTo>
                    <a:lnTo>
                      <a:pt x="481" y="47"/>
                    </a:lnTo>
                    <a:lnTo>
                      <a:pt x="481" y="47"/>
                    </a:lnTo>
                    <a:lnTo>
                      <a:pt x="479" y="49"/>
                    </a:lnTo>
                    <a:lnTo>
                      <a:pt x="478" y="49"/>
                    </a:lnTo>
                    <a:lnTo>
                      <a:pt x="476" y="49"/>
                    </a:lnTo>
                    <a:lnTo>
                      <a:pt x="476" y="49"/>
                    </a:lnTo>
                    <a:lnTo>
                      <a:pt x="474" y="51"/>
                    </a:lnTo>
                    <a:lnTo>
                      <a:pt x="472" y="51"/>
                    </a:lnTo>
                    <a:lnTo>
                      <a:pt x="470" y="51"/>
                    </a:lnTo>
                    <a:lnTo>
                      <a:pt x="470" y="51"/>
                    </a:lnTo>
                    <a:lnTo>
                      <a:pt x="468" y="51"/>
                    </a:lnTo>
                    <a:lnTo>
                      <a:pt x="468" y="51"/>
                    </a:lnTo>
                    <a:lnTo>
                      <a:pt x="467" y="51"/>
                    </a:lnTo>
                    <a:lnTo>
                      <a:pt x="467" y="51"/>
                    </a:lnTo>
                    <a:lnTo>
                      <a:pt x="465" y="53"/>
                    </a:lnTo>
                    <a:lnTo>
                      <a:pt x="464" y="53"/>
                    </a:lnTo>
                    <a:lnTo>
                      <a:pt x="462" y="55"/>
                    </a:lnTo>
                    <a:lnTo>
                      <a:pt x="462" y="55"/>
                    </a:lnTo>
                    <a:lnTo>
                      <a:pt x="460" y="56"/>
                    </a:lnTo>
                    <a:lnTo>
                      <a:pt x="457" y="56"/>
                    </a:lnTo>
                    <a:lnTo>
                      <a:pt x="456" y="58"/>
                    </a:lnTo>
                    <a:lnTo>
                      <a:pt x="456" y="58"/>
                    </a:lnTo>
                    <a:lnTo>
                      <a:pt x="454" y="61"/>
                    </a:lnTo>
                    <a:lnTo>
                      <a:pt x="452" y="61"/>
                    </a:lnTo>
                    <a:lnTo>
                      <a:pt x="450" y="62"/>
                    </a:lnTo>
                    <a:lnTo>
                      <a:pt x="449" y="62"/>
                    </a:lnTo>
                    <a:lnTo>
                      <a:pt x="448" y="63"/>
                    </a:lnTo>
                    <a:lnTo>
                      <a:pt x="448" y="63"/>
                    </a:lnTo>
                    <a:lnTo>
                      <a:pt x="446" y="63"/>
                    </a:lnTo>
                    <a:lnTo>
                      <a:pt x="446" y="63"/>
                    </a:lnTo>
                    <a:lnTo>
                      <a:pt x="439" y="64"/>
                    </a:lnTo>
                    <a:lnTo>
                      <a:pt x="433" y="62"/>
                    </a:lnTo>
                    <a:lnTo>
                      <a:pt x="425" y="60"/>
                    </a:lnTo>
                    <a:lnTo>
                      <a:pt x="418" y="55"/>
                    </a:lnTo>
                    <a:lnTo>
                      <a:pt x="409" y="51"/>
                    </a:lnTo>
                    <a:lnTo>
                      <a:pt x="401" y="46"/>
                    </a:lnTo>
                    <a:lnTo>
                      <a:pt x="394" y="40"/>
                    </a:lnTo>
                    <a:lnTo>
                      <a:pt x="387" y="32"/>
                    </a:lnTo>
                    <a:lnTo>
                      <a:pt x="379" y="27"/>
                    </a:lnTo>
                    <a:lnTo>
                      <a:pt x="372" y="21"/>
                    </a:lnTo>
                    <a:lnTo>
                      <a:pt x="365" y="16"/>
                    </a:lnTo>
                    <a:lnTo>
                      <a:pt x="360" y="10"/>
                    </a:lnTo>
                    <a:lnTo>
                      <a:pt x="355" y="6"/>
                    </a:lnTo>
                    <a:lnTo>
                      <a:pt x="352" y="3"/>
                    </a:lnTo>
                    <a:lnTo>
                      <a:pt x="349" y="2"/>
                    </a:lnTo>
                    <a:lnTo>
                      <a:pt x="348" y="0"/>
                    </a:lnTo>
                    <a:lnTo>
                      <a:pt x="348" y="0"/>
                    </a:lnTo>
                  </a:path>
                </a:pathLst>
              </a:custGeom>
              <a:solidFill>
                <a:srgbClr val="000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89" name=""/>
              <p:cNvSpPr/>
              <p:nvPr/>
            </p:nvSpPr>
            <p:spPr>
              <a:xfrm>
                <a:off x="7451640" y="4861080"/>
                <a:ext cx="68400" cy="96840"/>
              </a:xfrm>
              <a:custGeom>
                <a:avLst/>
                <a:gdLst/>
                <a:ahLst/>
                <a:rect l="l" t="t" r="r" b="b"/>
                <a:pathLst>
                  <a:path w="43" h="61">
                    <a:moveTo>
                      <a:pt x="2" y="0"/>
                    </a:moveTo>
                    <a:lnTo>
                      <a:pt x="2" y="1"/>
                    </a:lnTo>
                    <a:lnTo>
                      <a:pt x="2" y="1"/>
                    </a:lnTo>
                    <a:lnTo>
                      <a:pt x="2" y="1"/>
                    </a:lnTo>
                    <a:lnTo>
                      <a:pt x="2" y="1"/>
                    </a:lnTo>
                    <a:lnTo>
                      <a:pt x="2" y="3"/>
                    </a:lnTo>
                    <a:lnTo>
                      <a:pt x="2" y="3"/>
                    </a:lnTo>
                    <a:lnTo>
                      <a:pt x="2" y="3"/>
                    </a:lnTo>
                    <a:lnTo>
                      <a:pt x="2" y="3"/>
                    </a:lnTo>
                    <a:lnTo>
                      <a:pt x="2" y="5"/>
                    </a:lnTo>
                    <a:lnTo>
                      <a:pt x="2" y="5"/>
                    </a:lnTo>
                    <a:lnTo>
                      <a:pt x="2" y="5"/>
                    </a:lnTo>
                    <a:lnTo>
                      <a:pt x="2" y="5"/>
                    </a:lnTo>
                    <a:lnTo>
                      <a:pt x="2" y="6"/>
                    </a:lnTo>
                    <a:lnTo>
                      <a:pt x="2" y="6"/>
                    </a:lnTo>
                    <a:lnTo>
                      <a:pt x="2" y="6"/>
                    </a:lnTo>
                    <a:lnTo>
                      <a:pt x="3" y="6"/>
                    </a:lnTo>
                    <a:lnTo>
                      <a:pt x="3" y="7"/>
                    </a:lnTo>
                    <a:lnTo>
                      <a:pt x="3" y="7"/>
                    </a:lnTo>
                    <a:lnTo>
                      <a:pt x="3" y="7"/>
                    </a:lnTo>
                    <a:lnTo>
                      <a:pt x="3" y="7"/>
                    </a:lnTo>
                    <a:lnTo>
                      <a:pt x="3" y="8"/>
                    </a:lnTo>
                    <a:lnTo>
                      <a:pt x="3" y="8"/>
                    </a:lnTo>
                    <a:lnTo>
                      <a:pt x="3" y="8"/>
                    </a:lnTo>
                    <a:lnTo>
                      <a:pt x="4" y="8"/>
                    </a:lnTo>
                    <a:lnTo>
                      <a:pt x="4" y="11"/>
                    </a:lnTo>
                    <a:lnTo>
                      <a:pt x="4" y="11"/>
                    </a:lnTo>
                    <a:lnTo>
                      <a:pt x="4" y="11"/>
                    </a:lnTo>
                    <a:lnTo>
                      <a:pt x="4" y="11"/>
                    </a:lnTo>
                    <a:lnTo>
                      <a:pt x="4" y="11"/>
                    </a:lnTo>
                    <a:lnTo>
                      <a:pt x="4" y="11"/>
                    </a:lnTo>
                    <a:lnTo>
                      <a:pt x="4" y="11"/>
                    </a:lnTo>
                    <a:lnTo>
                      <a:pt x="6" y="11"/>
                    </a:lnTo>
                    <a:lnTo>
                      <a:pt x="6" y="13"/>
                    </a:lnTo>
                    <a:lnTo>
                      <a:pt x="6" y="13"/>
                    </a:lnTo>
                    <a:lnTo>
                      <a:pt x="6" y="13"/>
                    </a:lnTo>
                    <a:lnTo>
                      <a:pt x="8" y="13"/>
                    </a:lnTo>
                    <a:lnTo>
                      <a:pt x="8" y="13"/>
                    </a:lnTo>
                    <a:lnTo>
                      <a:pt x="8" y="13"/>
                    </a:lnTo>
                    <a:lnTo>
                      <a:pt x="8" y="13"/>
                    </a:lnTo>
                    <a:lnTo>
                      <a:pt x="10" y="13"/>
                    </a:lnTo>
                    <a:lnTo>
                      <a:pt x="10" y="14"/>
                    </a:lnTo>
                    <a:lnTo>
                      <a:pt x="10" y="14"/>
                    </a:lnTo>
                    <a:lnTo>
                      <a:pt x="10" y="14"/>
                    </a:lnTo>
                    <a:lnTo>
                      <a:pt x="12" y="14"/>
                    </a:lnTo>
                    <a:lnTo>
                      <a:pt x="12" y="14"/>
                    </a:lnTo>
                    <a:lnTo>
                      <a:pt x="12" y="14"/>
                    </a:lnTo>
                    <a:lnTo>
                      <a:pt x="12" y="14"/>
                    </a:lnTo>
                    <a:lnTo>
                      <a:pt x="14" y="14"/>
                    </a:lnTo>
                    <a:lnTo>
                      <a:pt x="14" y="15"/>
                    </a:lnTo>
                    <a:lnTo>
                      <a:pt x="14" y="15"/>
                    </a:lnTo>
                    <a:lnTo>
                      <a:pt x="14" y="15"/>
                    </a:lnTo>
                    <a:lnTo>
                      <a:pt x="16" y="15"/>
                    </a:lnTo>
                    <a:lnTo>
                      <a:pt x="16" y="15"/>
                    </a:lnTo>
                    <a:lnTo>
                      <a:pt x="17" y="15"/>
                    </a:lnTo>
                    <a:lnTo>
                      <a:pt x="17" y="15"/>
                    </a:lnTo>
                    <a:lnTo>
                      <a:pt x="19" y="15"/>
                    </a:lnTo>
                    <a:lnTo>
                      <a:pt x="19" y="16"/>
                    </a:lnTo>
                    <a:lnTo>
                      <a:pt x="20" y="16"/>
                    </a:lnTo>
                    <a:lnTo>
                      <a:pt x="20" y="16"/>
                    </a:lnTo>
                    <a:lnTo>
                      <a:pt x="21" y="16"/>
                    </a:lnTo>
                    <a:lnTo>
                      <a:pt x="21" y="16"/>
                    </a:lnTo>
                    <a:lnTo>
                      <a:pt x="23" y="16"/>
                    </a:lnTo>
                    <a:lnTo>
                      <a:pt x="23" y="16"/>
                    </a:lnTo>
                    <a:lnTo>
                      <a:pt x="25" y="16"/>
                    </a:lnTo>
                    <a:lnTo>
                      <a:pt x="25" y="18"/>
                    </a:lnTo>
                    <a:lnTo>
                      <a:pt x="25" y="18"/>
                    </a:lnTo>
                    <a:lnTo>
                      <a:pt x="25" y="18"/>
                    </a:lnTo>
                    <a:lnTo>
                      <a:pt x="25" y="18"/>
                    </a:lnTo>
                    <a:lnTo>
                      <a:pt x="25" y="19"/>
                    </a:lnTo>
                    <a:lnTo>
                      <a:pt x="25" y="19"/>
                    </a:lnTo>
                    <a:lnTo>
                      <a:pt x="25" y="19"/>
                    </a:lnTo>
                    <a:lnTo>
                      <a:pt x="26" y="19"/>
                    </a:lnTo>
                    <a:lnTo>
                      <a:pt x="26" y="21"/>
                    </a:lnTo>
                    <a:lnTo>
                      <a:pt x="26" y="21"/>
                    </a:lnTo>
                    <a:lnTo>
                      <a:pt x="26" y="21"/>
                    </a:lnTo>
                    <a:lnTo>
                      <a:pt x="27" y="21"/>
                    </a:lnTo>
                    <a:lnTo>
                      <a:pt x="27" y="21"/>
                    </a:lnTo>
                    <a:lnTo>
                      <a:pt x="27" y="21"/>
                    </a:lnTo>
                    <a:lnTo>
                      <a:pt x="27" y="21"/>
                    </a:lnTo>
                    <a:lnTo>
                      <a:pt x="29" y="21"/>
                    </a:lnTo>
                    <a:lnTo>
                      <a:pt x="29" y="23"/>
                    </a:lnTo>
                    <a:lnTo>
                      <a:pt x="29" y="23"/>
                    </a:lnTo>
                    <a:lnTo>
                      <a:pt x="29" y="23"/>
                    </a:lnTo>
                    <a:lnTo>
                      <a:pt x="29" y="23"/>
                    </a:lnTo>
                    <a:lnTo>
                      <a:pt x="29" y="23"/>
                    </a:lnTo>
                    <a:lnTo>
                      <a:pt x="29" y="23"/>
                    </a:lnTo>
                    <a:lnTo>
                      <a:pt x="29" y="23"/>
                    </a:lnTo>
                    <a:lnTo>
                      <a:pt x="31" y="23"/>
                    </a:lnTo>
                    <a:lnTo>
                      <a:pt x="31" y="24"/>
                    </a:lnTo>
                    <a:lnTo>
                      <a:pt x="31" y="24"/>
                    </a:lnTo>
                    <a:lnTo>
                      <a:pt x="31" y="24"/>
                    </a:lnTo>
                    <a:lnTo>
                      <a:pt x="31" y="24"/>
                    </a:lnTo>
                    <a:lnTo>
                      <a:pt x="31" y="24"/>
                    </a:lnTo>
                    <a:lnTo>
                      <a:pt x="31" y="24"/>
                    </a:lnTo>
                    <a:lnTo>
                      <a:pt x="31" y="24"/>
                    </a:lnTo>
                    <a:lnTo>
                      <a:pt x="33" y="24"/>
                    </a:lnTo>
                    <a:lnTo>
                      <a:pt x="33" y="26"/>
                    </a:lnTo>
                    <a:lnTo>
                      <a:pt x="33" y="26"/>
                    </a:lnTo>
                    <a:lnTo>
                      <a:pt x="33" y="26"/>
                    </a:lnTo>
                    <a:lnTo>
                      <a:pt x="34" y="26"/>
                    </a:lnTo>
                    <a:lnTo>
                      <a:pt x="34" y="27"/>
                    </a:lnTo>
                    <a:lnTo>
                      <a:pt x="34" y="27"/>
                    </a:lnTo>
                    <a:lnTo>
                      <a:pt x="34" y="27"/>
                    </a:lnTo>
                    <a:lnTo>
                      <a:pt x="36" y="27"/>
                    </a:lnTo>
                    <a:lnTo>
                      <a:pt x="36" y="28"/>
                    </a:lnTo>
                    <a:lnTo>
                      <a:pt x="36" y="28"/>
                    </a:lnTo>
                    <a:lnTo>
                      <a:pt x="36" y="28"/>
                    </a:lnTo>
                    <a:lnTo>
                      <a:pt x="36" y="28"/>
                    </a:lnTo>
                    <a:lnTo>
                      <a:pt x="36" y="28"/>
                    </a:lnTo>
                    <a:lnTo>
                      <a:pt x="36" y="28"/>
                    </a:lnTo>
                    <a:lnTo>
                      <a:pt x="36" y="28"/>
                    </a:lnTo>
                    <a:lnTo>
                      <a:pt x="38" y="28"/>
                    </a:lnTo>
                    <a:lnTo>
                      <a:pt x="38" y="30"/>
                    </a:lnTo>
                    <a:lnTo>
                      <a:pt x="38" y="30"/>
                    </a:lnTo>
                    <a:lnTo>
                      <a:pt x="38" y="30"/>
                    </a:lnTo>
                    <a:lnTo>
                      <a:pt x="38" y="30"/>
                    </a:lnTo>
                    <a:lnTo>
                      <a:pt x="38" y="32"/>
                    </a:lnTo>
                    <a:lnTo>
                      <a:pt x="38" y="32"/>
                    </a:lnTo>
                    <a:lnTo>
                      <a:pt x="38" y="32"/>
                    </a:lnTo>
                    <a:lnTo>
                      <a:pt x="40" y="32"/>
                    </a:lnTo>
                    <a:lnTo>
                      <a:pt x="40" y="34"/>
                    </a:lnTo>
                    <a:lnTo>
                      <a:pt x="40" y="34"/>
                    </a:lnTo>
                    <a:lnTo>
                      <a:pt x="40" y="34"/>
                    </a:lnTo>
                    <a:lnTo>
                      <a:pt x="41" y="34"/>
                    </a:lnTo>
                    <a:lnTo>
                      <a:pt x="41" y="35"/>
                    </a:lnTo>
                    <a:lnTo>
                      <a:pt x="41" y="35"/>
                    </a:lnTo>
                    <a:lnTo>
                      <a:pt x="41" y="35"/>
                    </a:lnTo>
                    <a:lnTo>
                      <a:pt x="42" y="35"/>
                    </a:lnTo>
                    <a:lnTo>
                      <a:pt x="42" y="36"/>
                    </a:lnTo>
                    <a:lnTo>
                      <a:pt x="42" y="36"/>
                    </a:lnTo>
                    <a:lnTo>
                      <a:pt x="42" y="36"/>
                    </a:lnTo>
                    <a:lnTo>
                      <a:pt x="42" y="36"/>
                    </a:lnTo>
                    <a:lnTo>
                      <a:pt x="42" y="38"/>
                    </a:lnTo>
                    <a:lnTo>
                      <a:pt x="42" y="38"/>
                    </a:lnTo>
                    <a:lnTo>
                      <a:pt x="42" y="38"/>
                    </a:lnTo>
                    <a:lnTo>
                      <a:pt x="42" y="38"/>
                    </a:lnTo>
                    <a:lnTo>
                      <a:pt x="42" y="40"/>
                    </a:lnTo>
                    <a:lnTo>
                      <a:pt x="42" y="40"/>
                    </a:lnTo>
                    <a:lnTo>
                      <a:pt x="42" y="40"/>
                    </a:lnTo>
                    <a:lnTo>
                      <a:pt x="42" y="40"/>
                    </a:lnTo>
                    <a:lnTo>
                      <a:pt x="42" y="41"/>
                    </a:lnTo>
                    <a:lnTo>
                      <a:pt x="42" y="41"/>
                    </a:lnTo>
                    <a:lnTo>
                      <a:pt x="42" y="41"/>
                    </a:lnTo>
                    <a:lnTo>
                      <a:pt x="42" y="41"/>
                    </a:lnTo>
                    <a:lnTo>
                      <a:pt x="41" y="43"/>
                    </a:lnTo>
                    <a:lnTo>
                      <a:pt x="41" y="43"/>
                    </a:lnTo>
                    <a:lnTo>
                      <a:pt x="41" y="43"/>
                    </a:lnTo>
                    <a:lnTo>
                      <a:pt x="41" y="43"/>
                    </a:lnTo>
                    <a:lnTo>
                      <a:pt x="41" y="44"/>
                    </a:lnTo>
                    <a:lnTo>
                      <a:pt x="41" y="44"/>
                    </a:lnTo>
                    <a:lnTo>
                      <a:pt x="41" y="44"/>
                    </a:lnTo>
                    <a:lnTo>
                      <a:pt x="41" y="44"/>
                    </a:lnTo>
                    <a:lnTo>
                      <a:pt x="41" y="46"/>
                    </a:lnTo>
                    <a:lnTo>
                      <a:pt x="41" y="46"/>
                    </a:lnTo>
                    <a:lnTo>
                      <a:pt x="41" y="46"/>
                    </a:lnTo>
                    <a:lnTo>
                      <a:pt x="41" y="46"/>
                    </a:lnTo>
                    <a:lnTo>
                      <a:pt x="41" y="46"/>
                    </a:lnTo>
                    <a:lnTo>
                      <a:pt x="41" y="46"/>
                    </a:lnTo>
                    <a:lnTo>
                      <a:pt x="41" y="46"/>
                    </a:lnTo>
                    <a:lnTo>
                      <a:pt x="41" y="46"/>
                    </a:lnTo>
                    <a:lnTo>
                      <a:pt x="40" y="48"/>
                    </a:lnTo>
                    <a:lnTo>
                      <a:pt x="40" y="48"/>
                    </a:lnTo>
                    <a:lnTo>
                      <a:pt x="40" y="48"/>
                    </a:lnTo>
                    <a:lnTo>
                      <a:pt x="40" y="48"/>
                    </a:lnTo>
                    <a:lnTo>
                      <a:pt x="39" y="50"/>
                    </a:lnTo>
                    <a:lnTo>
                      <a:pt x="39" y="50"/>
                    </a:lnTo>
                    <a:lnTo>
                      <a:pt x="39" y="50"/>
                    </a:lnTo>
                    <a:lnTo>
                      <a:pt x="39" y="50"/>
                    </a:lnTo>
                    <a:lnTo>
                      <a:pt x="38" y="52"/>
                    </a:lnTo>
                    <a:lnTo>
                      <a:pt x="38" y="52"/>
                    </a:lnTo>
                    <a:lnTo>
                      <a:pt x="38" y="52"/>
                    </a:lnTo>
                    <a:lnTo>
                      <a:pt x="38" y="52"/>
                    </a:lnTo>
                    <a:lnTo>
                      <a:pt x="38" y="54"/>
                    </a:lnTo>
                    <a:lnTo>
                      <a:pt x="38" y="54"/>
                    </a:lnTo>
                    <a:lnTo>
                      <a:pt x="38" y="54"/>
                    </a:lnTo>
                    <a:lnTo>
                      <a:pt x="38" y="54"/>
                    </a:lnTo>
                    <a:lnTo>
                      <a:pt x="36" y="56"/>
                    </a:lnTo>
                    <a:lnTo>
                      <a:pt x="36" y="56"/>
                    </a:lnTo>
                    <a:lnTo>
                      <a:pt x="36" y="56"/>
                    </a:lnTo>
                    <a:lnTo>
                      <a:pt x="36" y="56"/>
                    </a:lnTo>
                    <a:lnTo>
                      <a:pt x="35" y="56"/>
                    </a:lnTo>
                    <a:lnTo>
                      <a:pt x="35" y="56"/>
                    </a:lnTo>
                    <a:lnTo>
                      <a:pt x="35" y="56"/>
                    </a:lnTo>
                    <a:lnTo>
                      <a:pt x="35" y="56"/>
                    </a:lnTo>
                    <a:lnTo>
                      <a:pt x="33" y="58"/>
                    </a:lnTo>
                    <a:lnTo>
                      <a:pt x="33" y="58"/>
                    </a:lnTo>
                    <a:lnTo>
                      <a:pt x="33" y="58"/>
                    </a:lnTo>
                    <a:lnTo>
                      <a:pt x="33" y="58"/>
                    </a:lnTo>
                    <a:lnTo>
                      <a:pt x="33" y="58"/>
                    </a:lnTo>
                    <a:lnTo>
                      <a:pt x="33" y="58"/>
                    </a:lnTo>
                    <a:lnTo>
                      <a:pt x="33" y="58"/>
                    </a:lnTo>
                    <a:lnTo>
                      <a:pt x="33" y="58"/>
                    </a:lnTo>
                    <a:lnTo>
                      <a:pt x="31" y="60"/>
                    </a:lnTo>
                    <a:lnTo>
                      <a:pt x="31" y="60"/>
                    </a:lnTo>
                    <a:lnTo>
                      <a:pt x="31" y="60"/>
                    </a:lnTo>
                    <a:lnTo>
                      <a:pt x="31" y="60"/>
                    </a:lnTo>
                    <a:lnTo>
                      <a:pt x="30" y="60"/>
                    </a:lnTo>
                    <a:lnTo>
                      <a:pt x="30" y="60"/>
                    </a:lnTo>
                    <a:lnTo>
                      <a:pt x="30" y="60"/>
                    </a:lnTo>
                    <a:lnTo>
                      <a:pt x="30" y="60"/>
                    </a:lnTo>
                    <a:lnTo>
                      <a:pt x="29" y="60"/>
                    </a:lnTo>
                    <a:lnTo>
                      <a:pt x="29" y="60"/>
                    </a:lnTo>
                    <a:lnTo>
                      <a:pt x="29" y="60"/>
                    </a:lnTo>
                    <a:lnTo>
                      <a:pt x="29" y="60"/>
                    </a:lnTo>
                    <a:lnTo>
                      <a:pt x="29" y="60"/>
                    </a:lnTo>
                    <a:lnTo>
                      <a:pt x="29" y="60"/>
                    </a:lnTo>
                    <a:lnTo>
                      <a:pt x="29" y="60"/>
                    </a:lnTo>
                    <a:lnTo>
                      <a:pt x="29" y="60"/>
                    </a:lnTo>
                    <a:lnTo>
                      <a:pt x="28" y="60"/>
                    </a:lnTo>
                    <a:lnTo>
                      <a:pt x="28" y="60"/>
                    </a:lnTo>
                    <a:lnTo>
                      <a:pt x="28" y="60"/>
                    </a:lnTo>
                    <a:lnTo>
                      <a:pt x="28" y="60"/>
                    </a:lnTo>
                    <a:lnTo>
                      <a:pt x="28" y="60"/>
                    </a:lnTo>
                    <a:lnTo>
                      <a:pt x="28" y="60"/>
                    </a:lnTo>
                    <a:lnTo>
                      <a:pt x="28" y="60"/>
                    </a:lnTo>
                    <a:lnTo>
                      <a:pt x="28" y="58"/>
                    </a:lnTo>
                    <a:lnTo>
                      <a:pt x="27" y="58"/>
                    </a:lnTo>
                    <a:lnTo>
                      <a:pt x="27" y="58"/>
                    </a:lnTo>
                    <a:lnTo>
                      <a:pt x="27" y="58"/>
                    </a:lnTo>
                    <a:lnTo>
                      <a:pt x="27" y="57"/>
                    </a:lnTo>
                    <a:lnTo>
                      <a:pt x="27" y="57"/>
                    </a:lnTo>
                    <a:lnTo>
                      <a:pt x="27" y="57"/>
                    </a:lnTo>
                    <a:lnTo>
                      <a:pt x="27" y="57"/>
                    </a:lnTo>
                    <a:lnTo>
                      <a:pt x="27" y="55"/>
                    </a:lnTo>
                    <a:lnTo>
                      <a:pt x="26" y="55"/>
                    </a:lnTo>
                    <a:lnTo>
                      <a:pt x="26" y="55"/>
                    </a:lnTo>
                    <a:lnTo>
                      <a:pt x="26" y="55"/>
                    </a:lnTo>
                    <a:lnTo>
                      <a:pt x="26" y="55"/>
                    </a:lnTo>
                    <a:lnTo>
                      <a:pt x="26" y="55"/>
                    </a:lnTo>
                    <a:lnTo>
                      <a:pt x="26" y="55"/>
                    </a:lnTo>
                    <a:lnTo>
                      <a:pt x="26" y="55"/>
                    </a:lnTo>
                    <a:lnTo>
                      <a:pt x="26" y="52"/>
                    </a:lnTo>
                    <a:lnTo>
                      <a:pt x="26" y="52"/>
                    </a:lnTo>
                    <a:lnTo>
                      <a:pt x="26" y="52"/>
                    </a:lnTo>
                    <a:lnTo>
                      <a:pt x="26" y="52"/>
                    </a:lnTo>
                    <a:lnTo>
                      <a:pt x="26" y="52"/>
                    </a:lnTo>
                    <a:lnTo>
                      <a:pt x="26" y="52"/>
                    </a:lnTo>
                    <a:lnTo>
                      <a:pt x="26" y="52"/>
                    </a:lnTo>
                    <a:lnTo>
                      <a:pt x="26" y="52"/>
                    </a:lnTo>
                    <a:lnTo>
                      <a:pt x="26" y="50"/>
                    </a:lnTo>
                    <a:lnTo>
                      <a:pt x="24" y="50"/>
                    </a:lnTo>
                    <a:lnTo>
                      <a:pt x="24" y="50"/>
                    </a:lnTo>
                    <a:lnTo>
                      <a:pt x="24" y="50"/>
                    </a:lnTo>
                    <a:lnTo>
                      <a:pt x="24" y="50"/>
                    </a:lnTo>
                    <a:lnTo>
                      <a:pt x="24" y="50"/>
                    </a:lnTo>
                    <a:lnTo>
                      <a:pt x="24" y="50"/>
                    </a:lnTo>
                    <a:lnTo>
                      <a:pt x="24" y="50"/>
                    </a:lnTo>
                    <a:lnTo>
                      <a:pt x="24" y="49"/>
                    </a:lnTo>
                    <a:lnTo>
                      <a:pt x="22" y="49"/>
                    </a:lnTo>
                    <a:lnTo>
                      <a:pt x="22" y="49"/>
                    </a:lnTo>
                    <a:lnTo>
                      <a:pt x="22" y="49"/>
                    </a:lnTo>
                    <a:lnTo>
                      <a:pt x="22" y="48"/>
                    </a:lnTo>
                    <a:lnTo>
                      <a:pt x="22" y="48"/>
                    </a:lnTo>
                    <a:lnTo>
                      <a:pt x="22" y="48"/>
                    </a:lnTo>
                    <a:lnTo>
                      <a:pt x="22" y="48"/>
                    </a:lnTo>
                    <a:lnTo>
                      <a:pt x="22" y="47"/>
                    </a:lnTo>
                    <a:lnTo>
                      <a:pt x="20" y="47"/>
                    </a:lnTo>
                    <a:lnTo>
                      <a:pt x="20" y="47"/>
                    </a:lnTo>
                    <a:lnTo>
                      <a:pt x="20" y="47"/>
                    </a:lnTo>
                    <a:lnTo>
                      <a:pt x="20" y="47"/>
                    </a:lnTo>
                    <a:lnTo>
                      <a:pt x="19" y="47"/>
                    </a:lnTo>
                    <a:lnTo>
                      <a:pt x="19" y="47"/>
                    </a:lnTo>
                    <a:lnTo>
                      <a:pt x="19" y="47"/>
                    </a:lnTo>
                    <a:lnTo>
                      <a:pt x="19" y="47"/>
                    </a:lnTo>
                    <a:lnTo>
                      <a:pt x="17" y="47"/>
                    </a:lnTo>
                    <a:lnTo>
                      <a:pt x="17" y="47"/>
                    </a:lnTo>
                    <a:lnTo>
                      <a:pt x="17" y="47"/>
                    </a:lnTo>
                    <a:lnTo>
                      <a:pt x="17" y="47"/>
                    </a:lnTo>
                    <a:lnTo>
                      <a:pt x="16" y="47"/>
                    </a:lnTo>
                    <a:lnTo>
                      <a:pt x="16" y="47"/>
                    </a:lnTo>
                    <a:lnTo>
                      <a:pt x="16" y="47"/>
                    </a:lnTo>
                    <a:lnTo>
                      <a:pt x="16" y="46"/>
                    </a:lnTo>
                    <a:lnTo>
                      <a:pt x="14" y="46"/>
                    </a:lnTo>
                    <a:lnTo>
                      <a:pt x="14" y="46"/>
                    </a:lnTo>
                    <a:lnTo>
                      <a:pt x="14" y="46"/>
                    </a:lnTo>
                    <a:lnTo>
                      <a:pt x="14" y="46"/>
                    </a:lnTo>
                    <a:lnTo>
                      <a:pt x="12" y="46"/>
                    </a:lnTo>
                    <a:lnTo>
                      <a:pt x="12" y="46"/>
                    </a:lnTo>
                    <a:lnTo>
                      <a:pt x="12" y="46"/>
                    </a:lnTo>
                    <a:lnTo>
                      <a:pt x="12" y="46"/>
                    </a:lnTo>
                    <a:lnTo>
                      <a:pt x="10" y="46"/>
                    </a:lnTo>
                    <a:lnTo>
                      <a:pt x="10" y="46"/>
                    </a:lnTo>
                    <a:lnTo>
                      <a:pt x="10" y="46"/>
                    </a:lnTo>
                    <a:lnTo>
                      <a:pt x="10" y="46"/>
                    </a:lnTo>
                    <a:lnTo>
                      <a:pt x="9" y="46"/>
                    </a:lnTo>
                    <a:lnTo>
                      <a:pt x="9" y="46"/>
                    </a:lnTo>
                    <a:lnTo>
                      <a:pt x="9" y="46"/>
                    </a:lnTo>
                    <a:lnTo>
                      <a:pt x="9" y="45"/>
                    </a:lnTo>
                    <a:lnTo>
                      <a:pt x="8" y="45"/>
                    </a:lnTo>
                    <a:lnTo>
                      <a:pt x="8" y="45"/>
                    </a:lnTo>
                    <a:lnTo>
                      <a:pt x="7" y="45"/>
                    </a:lnTo>
                    <a:lnTo>
                      <a:pt x="7" y="45"/>
                    </a:lnTo>
                    <a:lnTo>
                      <a:pt x="5" y="45"/>
                    </a:lnTo>
                    <a:lnTo>
                      <a:pt x="5" y="45"/>
                    </a:lnTo>
                    <a:lnTo>
                      <a:pt x="5" y="45"/>
                    </a:lnTo>
                    <a:lnTo>
                      <a:pt x="5" y="44"/>
                    </a:lnTo>
                    <a:lnTo>
                      <a:pt x="4" y="44"/>
                    </a:lnTo>
                    <a:lnTo>
                      <a:pt x="4" y="44"/>
                    </a:lnTo>
                    <a:lnTo>
                      <a:pt x="2" y="44"/>
                    </a:lnTo>
                    <a:lnTo>
                      <a:pt x="2" y="44"/>
                    </a:lnTo>
                    <a:lnTo>
                      <a:pt x="1" y="44"/>
                    </a:lnTo>
                    <a:lnTo>
                      <a:pt x="1" y="44"/>
                    </a:lnTo>
                    <a:lnTo>
                      <a:pt x="1" y="44"/>
                    </a:lnTo>
                    <a:lnTo>
                      <a:pt x="1" y="42"/>
                    </a:lnTo>
                    <a:lnTo>
                      <a:pt x="0" y="42"/>
                    </a:lnTo>
                    <a:lnTo>
                      <a:pt x="0" y="42"/>
                    </a:lnTo>
                    <a:lnTo>
                      <a:pt x="0" y="42"/>
                    </a:lnTo>
                    <a:lnTo>
                      <a:pt x="0" y="41"/>
                    </a:lnTo>
                    <a:lnTo>
                      <a:pt x="0" y="41"/>
                    </a:lnTo>
                    <a:lnTo>
                      <a:pt x="0" y="41"/>
                    </a:lnTo>
                    <a:lnTo>
                      <a:pt x="0" y="41"/>
                    </a:lnTo>
                    <a:lnTo>
                      <a:pt x="0" y="39"/>
                    </a:lnTo>
                    <a:lnTo>
                      <a:pt x="0" y="39"/>
                    </a:lnTo>
                    <a:lnTo>
                      <a:pt x="0" y="39"/>
                    </a:lnTo>
                    <a:lnTo>
                      <a:pt x="0" y="39"/>
                    </a:lnTo>
                    <a:lnTo>
                      <a:pt x="0" y="37"/>
                    </a:lnTo>
                    <a:lnTo>
                      <a:pt x="0" y="37"/>
                    </a:lnTo>
                    <a:lnTo>
                      <a:pt x="0" y="36"/>
                    </a:lnTo>
                    <a:lnTo>
                      <a:pt x="0" y="36"/>
                    </a:lnTo>
                    <a:lnTo>
                      <a:pt x="1" y="35"/>
                    </a:lnTo>
                    <a:lnTo>
                      <a:pt x="1" y="33"/>
                    </a:lnTo>
                    <a:lnTo>
                      <a:pt x="1" y="31"/>
                    </a:lnTo>
                    <a:lnTo>
                      <a:pt x="1" y="29"/>
                    </a:lnTo>
                    <a:lnTo>
                      <a:pt x="1" y="26"/>
                    </a:lnTo>
                    <a:lnTo>
                      <a:pt x="1" y="24"/>
                    </a:lnTo>
                    <a:lnTo>
                      <a:pt x="1" y="20"/>
                    </a:lnTo>
                    <a:lnTo>
                      <a:pt x="1" y="18"/>
                    </a:lnTo>
                    <a:lnTo>
                      <a:pt x="1" y="14"/>
                    </a:lnTo>
                    <a:lnTo>
                      <a:pt x="1" y="12"/>
                    </a:lnTo>
                    <a:lnTo>
                      <a:pt x="1" y="10"/>
                    </a:lnTo>
                    <a:lnTo>
                      <a:pt x="1" y="8"/>
                    </a:lnTo>
                    <a:lnTo>
                      <a:pt x="1" y="5"/>
                    </a:lnTo>
                    <a:lnTo>
                      <a:pt x="1" y="4"/>
                    </a:lnTo>
                    <a:lnTo>
                      <a:pt x="1" y="2"/>
                    </a:lnTo>
                    <a:lnTo>
                      <a:pt x="1" y="1"/>
                    </a:lnTo>
                    <a:lnTo>
                      <a:pt x="2" y="0"/>
                    </a:lnTo>
                    <a:lnTo>
                      <a:pt x="2"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90" name=""/>
              <p:cNvSpPr/>
              <p:nvPr/>
            </p:nvSpPr>
            <p:spPr>
              <a:xfrm>
                <a:off x="7112160" y="4794120"/>
                <a:ext cx="868320" cy="498600"/>
              </a:xfrm>
              <a:custGeom>
                <a:avLst/>
                <a:gdLst/>
                <a:ahLst/>
                <a:rect l="l" t="t" r="r" b="b"/>
                <a:pathLst>
                  <a:path w="547" h="314">
                    <a:moveTo>
                      <a:pt x="348" y="0"/>
                    </a:moveTo>
                    <a:lnTo>
                      <a:pt x="345" y="2"/>
                    </a:lnTo>
                    <a:lnTo>
                      <a:pt x="341" y="2"/>
                    </a:lnTo>
                    <a:lnTo>
                      <a:pt x="335" y="4"/>
                    </a:lnTo>
                    <a:lnTo>
                      <a:pt x="329" y="5"/>
                    </a:lnTo>
                    <a:lnTo>
                      <a:pt x="320" y="9"/>
                    </a:lnTo>
                    <a:lnTo>
                      <a:pt x="311" y="10"/>
                    </a:lnTo>
                    <a:lnTo>
                      <a:pt x="302" y="13"/>
                    </a:lnTo>
                    <a:lnTo>
                      <a:pt x="293" y="15"/>
                    </a:lnTo>
                    <a:lnTo>
                      <a:pt x="281" y="19"/>
                    </a:lnTo>
                    <a:lnTo>
                      <a:pt x="271" y="21"/>
                    </a:lnTo>
                    <a:lnTo>
                      <a:pt x="262" y="25"/>
                    </a:lnTo>
                    <a:lnTo>
                      <a:pt x="252" y="27"/>
                    </a:lnTo>
                    <a:lnTo>
                      <a:pt x="243" y="31"/>
                    </a:lnTo>
                    <a:lnTo>
                      <a:pt x="235" y="33"/>
                    </a:lnTo>
                    <a:lnTo>
                      <a:pt x="228" y="35"/>
                    </a:lnTo>
                    <a:lnTo>
                      <a:pt x="223" y="36"/>
                    </a:lnTo>
                    <a:lnTo>
                      <a:pt x="221" y="38"/>
                    </a:lnTo>
                    <a:lnTo>
                      <a:pt x="221" y="38"/>
                    </a:lnTo>
                    <a:lnTo>
                      <a:pt x="221" y="38"/>
                    </a:lnTo>
                    <a:lnTo>
                      <a:pt x="221" y="38"/>
                    </a:lnTo>
                    <a:lnTo>
                      <a:pt x="219" y="39"/>
                    </a:lnTo>
                    <a:lnTo>
                      <a:pt x="219" y="39"/>
                    </a:lnTo>
                    <a:lnTo>
                      <a:pt x="219" y="39"/>
                    </a:lnTo>
                    <a:lnTo>
                      <a:pt x="219" y="39"/>
                    </a:lnTo>
                    <a:lnTo>
                      <a:pt x="217" y="41"/>
                    </a:lnTo>
                    <a:lnTo>
                      <a:pt x="217" y="41"/>
                    </a:lnTo>
                    <a:lnTo>
                      <a:pt x="216" y="41"/>
                    </a:lnTo>
                    <a:lnTo>
                      <a:pt x="216" y="41"/>
                    </a:lnTo>
                    <a:lnTo>
                      <a:pt x="216" y="43"/>
                    </a:lnTo>
                    <a:lnTo>
                      <a:pt x="216" y="43"/>
                    </a:lnTo>
                    <a:lnTo>
                      <a:pt x="216" y="43"/>
                    </a:lnTo>
                    <a:lnTo>
                      <a:pt x="216" y="43"/>
                    </a:lnTo>
                    <a:lnTo>
                      <a:pt x="215" y="45"/>
                    </a:lnTo>
                    <a:lnTo>
                      <a:pt x="215" y="45"/>
                    </a:lnTo>
                    <a:lnTo>
                      <a:pt x="215" y="45"/>
                    </a:lnTo>
                    <a:lnTo>
                      <a:pt x="216" y="45"/>
                    </a:lnTo>
                    <a:lnTo>
                      <a:pt x="216" y="47"/>
                    </a:lnTo>
                    <a:lnTo>
                      <a:pt x="216" y="47"/>
                    </a:lnTo>
                    <a:lnTo>
                      <a:pt x="216" y="48"/>
                    </a:lnTo>
                    <a:lnTo>
                      <a:pt x="218" y="48"/>
                    </a:lnTo>
                    <a:lnTo>
                      <a:pt x="218" y="50"/>
                    </a:lnTo>
                    <a:lnTo>
                      <a:pt x="218" y="50"/>
                    </a:lnTo>
                    <a:lnTo>
                      <a:pt x="218" y="53"/>
                    </a:lnTo>
                    <a:lnTo>
                      <a:pt x="219" y="53"/>
                    </a:lnTo>
                    <a:lnTo>
                      <a:pt x="219" y="53"/>
                    </a:lnTo>
                    <a:lnTo>
                      <a:pt x="219" y="53"/>
                    </a:lnTo>
                    <a:lnTo>
                      <a:pt x="219" y="53"/>
                    </a:lnTo>
                    <a:lnTo>
                      <a:pt x="220" y="53"/>
                    </a:lnTo>
                    <a:lnTo>
                      <a:pt x="220" y="55"/>
                    </a:lnTo>
                    <a:lnTo>
                      <a:pt x="221" y="55"/>
                    </a:lnTo>
                    <a:lnTo>
                      <a:pt x="221" y="55"/>
                    </a:lnTo>
                    <a:lnTo>
                      <a:pt x="223" y="55"/>
                    </a:lnTo>
                    <a:lnTo>
                      <a:pt x="223" y="56"/>
                    </a:lnTo>
                    <a:lnTo>
                      <a:pt x="225" y="56"/>
                    </a:lnTo>
                    <a:lnTo>
                      <a:pt x="227" y="56"/>
                    </a:lnTo>
                    <a:lnTo>
                      <a:pt x="228" y="56"/>
                    </a:lnTo>
                    <a:lnTo>
                      <a:pt x="228" y="58"/>
                    </a:lnTo>
                    <a:lnTo>
                      <a:pt x="231" y="58"/>
                    </a:lnTo>
                    <a:lnTo>
                      <a:pt x="232" y="58"/>
                    </a:lnTo>
                    <a:lnTo>
                      <a:pt x="234" y="58"/>
                    </a:lnTo>
                    <a:lnTo>
                      <a:pt x="234" y="58"/>
                    </a:lnTo>
                    <a:lnTo>
                      <a:pt x="235" y="58"/>
                    </a:lnTo>
                    <a:lnTo>
                      <a:pt x="237" y="58"/>
                    </a:lnTo>
                    <a:lnTo>
                      <a:pt x="239" y="58"/>
                    </a:lnTo>
                    <a:lnTo>
                      <a:pt x="239" y="60"/>
                    </a:lnTo>
                    <a:lnTo>
                      <a:pt x="240" y="60"/>
                    </a:lnTo>
                    <a:lnTo>
                      <a:pt x="240" y="62"/>
                    </a:lnTo>
                    <a:lnTo>
                      <a:pt x="241" y="62"/>
                    </a:lnTo>
                    <a:lnTo>
                      <a:pt x="241" y="64"/>
                    </a:lnTo>
                    <a:lnTo>
                      <a:pt x="243" y="64"/>
                    </a:lnTo>
                    <a:lnTo>
                      <a:pt x="245" y="66"/>
                    </a:lnTo>
                    <a:lnTo>
                      <a:pt x="247" y="66"/>
                    </a:lnTo>
                    <a:lnTo>
                      <a:pt x="247" y="68"/>
                    </a:lnTo>
                    <a:lnTo>
                      <a:pt x="249" y="69"/>
                    </a:lnTo>
                    <a:lnTo>
                      <a:pt x="249" y="70"/>
                    </a:lnTo>
                    <a:lnTo>
                      <a:pt x="251" y="70"/>
                    </a:lnTo>
                    <a:lnTo>
                      <a:pt x="251" y="72"/>
                    </a:lnTo>
                    <a:lnTo>
                      <a:pt x="253" y="72"/>
                    </a:lnTo>
                    <a:lnTo>
                      <a:pt x="253" y="74"/>
                    </a:lnTo>
                    <a:lnTo>
                      <a:pt x="255" y="74"/>
                    </a:lnTo>
                    <a:lnTo>
                      <a:pt x="255" y="76"/>
                    </a:lnTo>
                    <a:lnTo>
                      <a:pt x="255" y="77"/>
                    </a:lnTo>
                    <a:lnTo>
                      <a:pt x="255" y="79"/>
                    </a:lnTo>
                    <a:lnTo>
                      <a:pt x="255" y="79"/>
                    </a:lnTo>
                    <a:lnTo>
                      <a:pt x="255" y="81"/>
                    </a:lnTo>
                    <a:lnTo>
                      <a:pt x="255" y="82"/>
                    </a:lnTo>
                    <a:lnTo>
                      <a:pt x="255" y="84"/>
                    </a:lnTo>
                    <a:lnTo>
                      <a:pt x="255" y="84"/>
                    </a:lnTo>
                    <a:lnTo>
                      <a:pt x="253" y="86"/>
                    </a:lnTo>
                    <a:lnTo>
                      <a:pt x="253" y="88"/>
                    </a:lnTo>
                    <a:lnTo>
                      <a:pt x="253" y="90"/>
                    </a:lnTo>
                    <a:lnTo>
                      <a:pt x="253" y="90"/>
                    </a:lnTo>
                    <a:lnTo>
                      <a:pt x="252" y="92"/>
                    </a:lnTo>
                    <a:lnTo>
                      <a:pt x="252" y="92"/>
                    </a:lnTo>
                    <a:lnTo>
                      <a:pt x="252" y="94"/>
                    </a:lnTo>
                    <a:lnTo>
                      <a:pt x="252" y="94"/>
                    </a:lnTo>
                    <a:lnTo>
                      <a:pt x="250" y="96"/>
                    </a:lnTo>
                    <a:lnTo>
                      <a:pt x="250" y="96"/>
                    </a:lnTo>
                    <a:lnTo>
                      <a:pt x="249" y="98"/>
                    </a:lnTo>
                    <a:lnTo>
                      <a:pt x="249" y="98"/>
                    </a:lnTo>
                    <a:lnTo>
                      <a:pt x="247" y="100"/>
                    </a:lnTo>
                    <a:lnTo>
                      <a:pt x="247" y="100"/>
                    </a:lnTo>
                    <a:lnTo>
                      <a:pt x="245" y="102"/>
                    </a:lnTo>
                    <a:lnTo>
                      <a:pt x="245" y="102"/>
                    </a:lnTo>
                    <a:lnTo>
                      <a:pt x="243" y="104"/>
                    </a:lnTo>
                    <a:lnTo>
                      <a:pt x="241" y="104"/>
                    </a:lnTo>
                    <a:lnTo>
                      <a:pt x="239" y="105"/>
                    </a:lnTo>
                    <a:lnTo>
                      <a:pt x="239" y="105"/>
                    </a:lnTo>
                    <a:lnTo>
                      <a:pt x="237" y="106"/>
                    </a:lnTo>
                    <a:lnTo>
                      <a:pt x="237" y="106"/>
                    </a:lnTo>
                    <a:lnTo>
                      <a:pt x="235" y="106"/>
                    </a:lnTo>
                    <a:lnTo>
                      <a:pt x="235" y="106"/>
                    </a:lnTo>
                    <a:lnTo>
                      <a:pt x="234" y="108"/>
                    </a:lnTo>
                    <a:lnTo>
                      <a:pt x="233" y="108"/>
                    </a:lnTo>
                    <a:lnTo>
                      <a:pt x="231" y="108"/>
                    </a:lnTo>
                    <a:lnTo>
                      <a:pt x="231" y="108"/>
                    </a:lnTo>
                    <a:lnTo>
                      <a:pt x="229" y="109"/>
                    </a:lnTo>
                    <a:lnTo>
                      <a:pt x="228" y="109"/>
                    </a:lnTo>
                    <a:lnTo>
                      <a:pt x="226" y="109"/>
                    </a:lnTo>
                    <a:lnTo>
                      <a:pt x="226" y="109"/>
                    </a:lnTo>
                    <a:lnTo>
                      <a:pt x="224" y="110"/>
                    </a:lnTo>
                    <a:lnTo>
                      <a:pt x="222" y="110"/>
                    </a:lnTo>
                    <a:lnTo>
                      <a:pt x="220" y="110"/>
                    </a:lnTo>
                    <a:lnTo>
                      <a:pt x="220" y="110"/>
                    </a:lnTo>
                    <a:lnTo>
                      <a:pt x="218" y="110"/>
                    </a:lnTo>
                    <a:lnTo>
                      <a:pt x="218" y="110"/>
                    </a:lnTo>
                    <a:lnTo>
                      <a:pt x="217" y="110"/>
                    </a:lnTo>
                    <a:lnTo>
                      <a:pt x="217" y="110"/>
                    </a:lnTo>
                    <a:lnTo>
                      <a:pt x="215" y="111"/>
                    </a:lnTo>
                    <a:lnTo>
                      <a:pt x="213" y="111"/>
                    </a:lnTo>
                    <a:lnTo>
                      <a:pt x="211" y="111"/>
                    </a:lnTo>
                    <a:lnTo>
                      <a:pt x="210" y="111"/>
                    </a:lnTo>
                    <a:lnTo>
                      <a:pt x="208" y="112"/>
                    </a:lnTo>
                    <a:lnTo>
                      <a:pt x="206" y="112"/>
                    </a:lnTo>
                    <a:lnTo>
                      <a:pt x="204" y="112"/>
                    </a:lnTo>
                    <a:lnTo>
                      <a:pt x="202" y="112"/>
                    </a:lnTo>
                    <a:lnTo>
                      <a:pt x="199" y="113"/>
                    </a:lnTo>
                    <a:lnTo>
                      <a:pt x="197" y="113"/>
                    </a:lnTo>
                    <a:lnTo>
                      <a:pt x="195" y="113"/>
                    </a:lnTo>
                    <a:lnTo>
                      <a:pt x="193" y="113"/>
                    </a:lnTo>
                    <a:lnTo>
                      <a:pt x="191" y="113"/>
                    </a:lnTo>
                    <a:lnTo>
                      <a:pt x="189" y="113"/>
                    </a:lnTo>
                    <a:lnTo>
                      <a:pt x="187" y="113"/>
                    </a:lnTo>
                    <a:lnTo>
                      <a:pt x="187" y="112"/>
                    </a:lnTo>
                    <a:lnTo>
                      <a:pt x="185" y="112"/>
                    </a:lnTo>
                    <a:lnTo>
                      <a:pt x="184" y="112"/>
                    </a:lnTo>
                    <a:lnTo>
                      <a:pt x="182" y="112"/>
                    </a:lnTo>
                    <a:lnTo>
                      <a:pt x="182" y="112"/>
                    </a:lnTo>
                    <a:lnTo>
                      <a:pt x="180" y="112"/>
                    </a:lnTo>
                    <a:lnTo>
                      <a:pt x="179" y="112"/>
                    </a:lnTo>
                    <a:lnTo>
                      <a:pt x="177" y="112"/>
                    </a:lnTo>
                    <a:lnTo>
                      <a:pt x="177" y="111"/>
                    </a:lnTo>
                    <a:lnTo>
                      <a:pt x="175" y="111"/>
                    </a:lnTo>
                    <a:lnTo>
                      <a:pt x="174" y="111"/>
                    </a:lnTo>
                    <a:lnTo>
                      <a:pt x="172" y="111"/>
                    </a:lnTo>
                    <a:lnTo>
                      <a:pt x="172" y="111"/>
                    </a:lnTo>
                    <a:lnTo>
                      <a:pt x="169" y="111"/>
                    </a:lnTo>
                    <a:lnTo>
                      <a:pt x="169" y="111"/>
                    </a:lnTo>
                    <a:lnTo>
                      <a:pt x="168" y="111"/>
                    </a:lnTo>
                    <a:lnTo>
                      <a:pt x="168" y="109"/>
                    </a:lnTo>
                    <a:lnTo>
                      <a:pt x="166" y="109"/>
                    </a:lnTo>
                    <a:lnTo>
                      <a:pt x="166" y="108"/>
                    </a:lnTo>
                    <a:lnTo>
                      <a:pt x="164" y="108"/>
                    </a:lnTo>
                    <a:lnTo>
                      <a:pt x="164" y="106"/>
                    </a:lnTo>
                    <a:lnTo>
                      <a:pt x="162" y="106"/>
                    </a:lnTo>
                    <a:lnTo>
                      <a:pt x="162" y="104"/>
                    </a:lnTo>
                    <a:lnTo>
                      <a:pt x="160" y="104"/>
                    </a:lnTo>
                    <a:lnTo>
                      <a:pt x="160" y="102"/>
                    </a:lnTo>
                    <a:lnTo>
                      <a:pt x="158" y="102"/>
                    </a:lnTo>
                    <a:lnTo>
                      <a:pt x="157" y="100"/>
                    </a:lnTo>
                    <a:lnTo>
                      <a:pt x="155" y="99"/>
                    </a:lnTo>
                    <a:lnTo>
                      <a:pt x="155" y="97"/>
                    </a:lnTo>
                    <a:lnTo>
                      <a:pt x="153" y="97"/>
                    </a:lnTo>
                    <a:lnTo>
                      <a:pt x="153" y="95"/>
                    </a:lnTo>
                    <a:lnTo>
                      <a:pt x="153" y="94"/>
                    </a:lnTo>
                    <a:lnTo>
                      <a:pt x="153" y="92"/>
                    </a:lnTo>
                    <a:lnTo>
                      <a:pt x="152" y="92"/>
                    </a:lnTo>
                    <a:lnTo>
                      <a:pt x="152" y="92"/>
                    </a:lnTo>
                    <a:lnTo>
                      <a:pt x="152" y="92"/>
                    </a:lnTo>
                    <a:lnTo>
                      <a:pt x="152" y="90"/>
                    </a:lnTo>
                    <a:lnTo>
                      <a:pt x="152" y="90"/>
                    </a:lnTo>
                    <a:lnTo>
                      <a:pt x="152" y="89"/>
                    </a:lnTo>
                    <a:lnTo>
                      <a:pt x="152" y="89"/>
                    </a:lnTo>
                    <a:lnTo>
                      <a:pt x="152" y="87"/>
                    </a:lnTo>
                    <a:lnTo>
                      <a:pt x="152" y="87"/>
                    </a:lnTo>
                    <a:lnTo>
                      <a:pt x="152" y="87"/>
                    </a:lnTo>
                    <a:lnTo>
                      <a:pt x="152" y="87"/>
                    </a:lnTo>
                    <a:lnTo>
                      <a:pt x="152" y="85"/>
                    </a:lnTo>
                    <a:lnTo>
                      <a:pt x="152" y="85"/>
                    </a:lnTo>
                    <a:lnTo>
                      <a:pt x="152" y="84"/>
                    </a:lnTo>
                    <a:lnTo>
                      <a:pt x="152" y="84"/>
                    </a:lnTo>
                    <a:lnTo>
                      <a:pt x="153" y="82"/>
                    </a:lnTo>
                    <a:lnTo>
                      <a:pt x="151" y="82"/>
                    </a:lnTo>
                    <a:lnTo>
                      <a:pt x="151" y="81"/>
                    </a:lnTo>
                    <a:lnTo>
                      <a:pt x="151" y="81"/>
                    </a:lnTo>
                    <a:lnTo>
                      <a:pt x="151" y="79"/>
                    </a:lnTo>
                    <a:lnTo>
                      <a:pt x="150" y="79"/>
                    </a:lnTo>
                    <a:lnTo>
                      <a:pt x="150" y="77"/>
                    </a:lnTo>
                    <a:lnTo>
                      <a:pt x="150" y="76"/>
                    </a:lnTo>
                    <a:lnTo>
                      <a:pt x="150" y="74"/>
                    </a:lnTo>
                    <a:lnTo>
                      <a:pt x="148" y="74"/>
                    </a:lnTo>
                    <a:lnTo>
                      <a:pt x="148" y="72"/>
                    </a:lnTo>
                    <a:lnTo>
                      <a:pt x="148" y="72"/>
                    </a:lnTo>
                    <a:lnTo>
                      <a:pt x="148" y="70"/>
                    </a:lnTo>
                    <a:lnTo>
                      <a:pt x="147" y="70"/>
                    </a:lnTo>
                    <a:lnTo>
                      <a:pt x="147" y="69"/>
                    </a:lnTo>
                    <a:lnTo>
                      <a:pt x="147" y="69"/>
                    </a:lnTo>
                    <a:lnTo>
                      <a:pt x="147" y="67"/>
                    </a:lnTo>
                    <a:lnTo>
                      <a:pt x="145" y="67"/>
                    </a:lnTo>
                    <a:lnTo>
                      <a:pt x="145" y="67"/>
                    </a:lnTo>
                    <a:lnTo>
                      <a:pt x="144" y="67"/>
                    </a:lnTo>
                    <a:lnTo>
                      <a:pt x="144" y="67"/>
                    </a:lnTo>
                    <a:lnTo>
                      <a:pt x="143" y="67"/>
                    </a:lnTo>
                    <a:lnTo>
                      <a:pt x="143" y="67"/>
                    </a:lnTo>
                    <a:lnTo>
                      <a:pt x="143" y="67"/>
                    </a:lnTo>
                    <a:lnTo>
                      <a:pt x="143" y="67"/>
                    </a:lnTo>
                    <a:lnTo>
                      <a:pt x="140" y="67"/>
                    </a:lnTo>
                    <a:lnTo>
                      <a:pt x="140" y="67"/>
                    </a:lnTo>
                    <a:lnTo>
                      <a:pt x="140" y="67"/>
                    </a:lnTo>
                    <a:lnTo>
                      <a:pt x="140" y="67"/>
                    </a:lnTo>
                    <a:lnTo>
                      <a:pt x="138" y="67"/>
                    </a:lnTo>
                    <a:lnTo>
                      <a:pt x="138" y="67"/>
                    </a:lnTo>
                    <a:lnTo>
                      <a:pt x="138" y="67"/>
                    </a:lnTo>
                    <a:lnTo>
                      <a:pt x="138" y="67"/>
                    </a:lnTo>
                    <a:lnTo>
                      <a:pt x="131" y="69"/>
                    </a:lnTo>
                    <a:lnTo>
                      <a:pt x="124" y="71"/>
                    </a:lnTo>
                    <a:lnTo>
                      <a:pt x="115" y="75"/>
                    </a:lnTo>
                    <a:lnTo>
                      <a:pt x="106" y="77"/>
                    </a:lnTo>
                    <a:lnTo>
                      <a:pt x="94" y="80"/>
                    </a:lnTo>
                    <a:lnTo>
                      <a:pt x="85" y="84"/>
                    </a:lnTo>
                    <a:lnTo>
                      <a:pt x="74" y="87"/>
                    </a:lnTo>
                    <a:lnTo>
                      <a:pt x="64" y="91"/>
                    </a:lnTo>
                    <a:lnTo>
                      <a:pt x="53" y="94"/>
                    </a:lnTo>
                    <a:lnTo>
                      <a:pt x="43" y="99"/>
                    </a:lnTo>
                    <a:lnTo>
                      <a:pt x="34" y="102"/>
                    </a:lnTo>
                    <a:lnTo>
                      <a:pt x="27" y="104"/>
                    </a:lnTo>
                    <a:lnTo>
                      <a:pt x="19" y="107"/>
                    </a:lnTo>
                    <a:lnTo>
                      <a:pt x="14" y="109"/>
                    </a:lnTo>
                    <a:lnTo>
                      <a:pt x="11" y="110"/>
                    </a:lnTo>
                    <a:lnTo>
                      <a:pt x="9" y="110"/>
                    </a:lnTo>
                    <a:lnTo>
                      <a:pt x="8" y="112"/>
                    </a:lnTo>
                    <a:lnTo>
                      <a:pt x="10" y="114"/>
                    </a:lnTo>
                    <a:lnTo>
                      <a:pt x="12" y="118"/>
                    </a:lnTo>
                    <a:lnTo>
                      <a:pt x="16" y="121"/>
                    </a:lnTo>
                    <a:lnTo>
                      <a:pt x="20" y="127"/>
                    </a:lnTo>
                    <a:lnTo>
                      <a:pt x="25" y="131"/>
                    </a:lnTo>
                    <a:lnTo>
                      <a:pt x="31" y="137"/>
                    </a:lnTo>
                    <a:lnTo>
                      <a:pt x="38" y="143"/>
                    </a:lnTo>
                    <a:lnTo>
                      <a:pt x="43" y="151"/>
                    </a:lnTo>
                    <a:lnTo>
                      <a:pt x="49" y="157"/>
                    </a:lnTo>
                    <a:lnTo>
                      <a:pt x="55" y="163"/>
                    </a:lnTo>
                    <a:lnTo>
                      <a:pt x="62" y="169"/>
                    </a:lnTo>
                    <a:lnTo>
                      <a:pt x="67" y="175"/>
                    </a:lnTo>
                    <a:lnTo>
                      <a:pt x="72" y="181"/>
                    </a:lnTo>
                    <a:lnTo>
                      <a:pt x="77" y="186"/>
                    </a:lnTo>
                    <a:lnTo>
                      <a:pt x="80" y="189"/>
                    </a:lnTo>
                    <a:lnTo>
                      <a:pt x="79" y="190"/>
                    </a:lnTo>
                    <a:lnTo>
                      <a:pt x="79" y="190"/>
                    </a:lnTo>
                    <a:lnTo>
                      <a:pt x="79" y="190"/>
                    </a:lnTo>
                    <a:lnTo>
                      <a:pt x="79" y="190"/>
                    </a:lnTo>
                    <a:lnTo>
                      <a:pt x="79" y="192"/>
                    </a:lnTo>
                    <a:lnTo>
                      <a:pt x="79" y="192"/>
                    </a:lnTo>
                    <a:lnTo>
                      <a:pt x="79" y="192"/>
                    </a:lnTo>
                    <a:lnTo>
                      <a:pt x="79" y="192"/>
                    </a:lnTo>
                    <a:lnTo>
                      <a:pt x="78" y="194"/>
                    </a:lnTo>
                    <a:lnTo>
                      <a:pt x="78" y="194"/>
                    </a:lnTo>
                    <a:lnTo>
                      <a:pt x="78" y="194"/>
                    </a:lnTo>
                    <a:lnTo>
                      <a:pt x="78" y="194"/>
                    </a:lnTo>
                    <a:lnTo>
                      <a:pt x="78" y="194"/>
                    </a:lnTo>
                    <a:lnTo>
                      <a:pt x="78" y="194"/>
                    </a:lnTo>
                    <a:lnTo>
                      <a:pt x="78" y="194"/>
                    </a:lnTo>
                    <a:lnTo>
                      <a:pt x="78" y="194"/>
                    </a:lnTo>
                    <a:lnTo>
                      <a:pt x="76" y="196"/>
                    </a:lnTo>
                    <a:lnTo>
                      <a:pt x="76" y="196"/>
                    </a:lnTo>
                    <a:lnTo>
                      <a:pt x="74" y="197"/>
                    </a:lnTo>
                    <a:lnTo>
                      <a:pt x="74" y="197"/>
                    </a:lnTo>
                    <a:lnTo>
                      <a:pt x="72" y="199"/>
                    </a:lnTo>
                    <a:lnTo>
                      <a:pt x="72" y="199"/>
                    </a:lnTo>
                    <a:lnTo>
                      <a:pt x="71" y="199"/>
                    </a:lnTo>
                    <a:lnTo>
                      <a:pt x="71" y="199"/>
                    </a:lnTo>
                    <a:lnTo>
                      <a:pt x="69" y="199"/>
                    </a:lnTo>
                    <a:lnTo>
                      <a:pt x="69" y="199"/>
                    </a:lnTo>
                    <a:lnTo>
                      <a:pt x="67" y="199"/>
                    </a:lnTo>
                    <a:lnTo>
                      <a:pt x="67" y="199"/>
                    </a:lnTo>
                    <a:lnTo>
                      <a:pt x="65" y="199"/>
                    </a:lnTo>
                    <a:lnTo>
                      <a:pt x="65" y="199"/>
                    </a:lnTo>
                    <a:lnTo>
                      <a:pt x="64" y="199"/>
                    </a:lnTo>
                    <a:lnTo>
                      <a:pt x="64" y="199"/>
                    </a:lnTo>
                    <a:lnTo>
                      <a:pt x="62" y="199"/>
                    </a:lnTo>
                    <a:lnTo>
                      <a:pt x="61" y="199"/>
                    </a:lnTo>
                    <a:lnTo>
                      <a:pt x="59" y="199"/>
                    </a:lnTo>
                    <a:lnTo>
                      <a:pt x="57" y="199"/>
                    </a:lnTo>
                    <a:lnTo>
                      <a:pt x="56" y="199"/>
                    </a:lnTo>
                    <a:lnTo>
                      <a:pt x="54" y="199"/>
                    </a:lnTo>
                    <a:lnTo>
                      <a:pt x="52" y="199"/>
                    </a:lnTo>
                    <a:lnTo>
                      <a:pt x="50" y="198"/>
                    </a:lnTo>
                    <a:lnTo>
                      <a:pt x="48" y="198"/>
                    </a:lnTo>
                    <a:lnTo>
                      <a:pt x="46" y="198"/>
                    </a:lnTo>
                    <a:lnTo>
                      <a:pt x="44" y="198"/>
                    </a:lnTo>
                    <a:lnTo>
                      <a:pt x="42" y="197"/>
                    </a:lnTo>
                    <a:lnTo>
                      <a:pt x="40" y="197"/>
                    </a:lnTo>
                    <a:lnTo>
                      <a:pt x="40" y="197"/>
                    </a:lnTo>
                    <a:lnTo>
                      <a:pt x="38" y="197"/>
                    </a:lnTo>
                    <a:lnTo>
                      <a:pt x="38" y="196"/>
                    </a:lnTo>
                    <a:lnTo>
                      <a:pt x="35" y="197"/>
                    </a:lnTo>
                    <a:lnTo>
                      <a:pt x="34" y="197"/>
                    </a:lnTo>
                    <a:lnTo>
                      <a:pt x="32" y="199"/>
                    </a:lnTo>
                    <a:lnTo>
                      <a:pt x="30" y="199"/>
                    </a:lnTo>
                    <a:lnTo>
                      <a:pt x="27" y="201"/>
                    </a:lnTo>
                    <a:lnTo>
                      <a:pt x="25" y="201"/>
                    </a:lnTo>
                    <a:lnTo>
                      <a:pt x="23" y="202"/>
                    </a:lnTo>
                    <a:lnTo>
                      <a:pt x="21" y="202"/>
                    </a:lnTo>
                    <a:lnTo>
                      <a:pt x="19" y="203"/>
                    </a:lnTo>
                    <a:lnTo>
                      <a:pt x="17" y="204"/>
                    </a:lnTo>
                    <a:lnTo>
                      <a:pt x="15" y="206"/>
                    </a:lnTo>
                    <a:lnTo>
                      <a:pt x="13" y="206"/>
                    </a:lnTo>
                    <a:lnTo>
                      <a:pt x="11" y="208"/>
                    </a:lnTo>
                    <a:lnTo>
                      <a:pt x="10" y="208"/>
                    </a:lnTo>
                    <a:lnTo>
                      <a:pt x="8" y="210"/>
                    </a:lnTo>
                    <a:lnTo>
                      <a:pt x="8" y="210"/>
                    </a:lnTo>
                    <a:lnTo>
                      <a:pt x="6" y="212"/>
                    </a:lnTo>
                    <a:lnTo>
                      <a:pt x="6" y="213"/>
                    </a:lnTo>
                    <a:lnTo>
                      <a:pt x="4" y="215"/>
                    </a:lnTo>
                    <a:lnTo>
                      <a:pt x="4" y="215"/>
                    </a:lnTo>
                    <a:lnTo>
                      <a:pt x="3" y="217"/>
                    </a:lnTo>
                    <a:lnTo>
                      <a:pt x="3" y="219"/>
                    </a:lnTo>
                    <a:lnTo>
                      <a:pt x="2" y="221"/>
                    </a:lnTo>
                    <a:lnTo>
                      <a:pt x="2" y="221"/>
                    </a:lnTo>
                    <a:lnTo>
                      <a:pt x="0" y="224"/>
                    </a:lnTo>
                    <a:lnTo>
                      <a:pt x="0" y="225"/>
                    </a:lnTo>
                    <a:lnTo>
                      <a:pt x="0" y="227"/>
                    </a:lnTo>
                    <a:lnTo>
                      <a:pt x="0" y="229"/>
                    </a:lnTo>
                    <a:lnTo>
                      <a:pt x="0" y="231"/>
                    </a:lnTo>
                    <a:lnTo>
                      <a:pt x="0" y="232"/>
                    </a:lnTo>
                    <a:lnTo>
                      <a:pt x="0" y="234"/>
                    </a:lnTo>
                    <a:lnTo>
                      <a:pt x="1" y="234"/>
                    </a:lnTo>
                    <a:lnTo>
                      <a:pt x="1" y="236"/>
                    </a:lnTo>
                    <a:lnTo>
                      <a:pt x="1" y="236"/>
                    </a:lnTo>
                    <a:lnTo>
                      <a:pt x="1" y="238"/>
                    </a:lnTo>
                    <a:lnTo>
                      <a:pt x="1" y="238"/>
                    </a:lnTo>
                    <a:lnTo>
                      <a:pt x="1" y="240"/>
                    </a:lnTo>
                    <a:lnTo>
                      <a:pt x="1" y="240"/>
                    </a:lnTo>
                    <a:lnTo>
                      <a:pt x="1" y="242"/>
                    </a:lnTo>
                    <a:lnTo>
                      <a:pt x="2" y="242"/>
                    </a:lnTo>
                    <a:lnTo>
                      <a:pt x="2" y="244"/>
                    </a:lnTo>
                    <a:lnTo>
                      <a:pt x="2" y="244"/>
                    </a:lnTo>
                    <a:lnTo>
                      <a:pt x="2" y="246"/>
                    </a:lnTo>
                    <a:lnTo>
                      <a:pt x="4" y="246"/>
                    </a:lnTo>
                    <a:lnTo>
                      <a:pt x="4" y="248"/>
                    </a:lnTo>
                    <a:lnTo>
                      <a:pt x="6" y="248"/>
                    </a:lnTo>
                    <a:lnTo>
                      <a:pt x="6" y="248"/>
                    </a:lnTo>
                    <a:lnTo>
                      <a:pt x="8" y="248"/>
                    </a:lnTo>
                    <a:lnTo>
                      <a:pt x="8" y="250"/>
                    </a:lnTo>
                    <a:lnTo>
                      <a:pt x="9" y="251"/>
                    </a:lnTo>
                    <a:lnTo>
                      <a:pt x="10" y="253"/>
                    </a:lnTo>
                    <a:lnTo>
                      <a:pt x="12" y="253"/>
                    </a:lnTo>
                    <a:lnTo>
                      <a:pt x="13" y="255"/>
                    </a:lnTo>
                    <a:lnTo>
                      <a:pt x="16" y="255"/>
                    </a:lnTo>
                    <a:lnTo>
                      <a:pt x="18" y="257"/>
                    </a:lnTo>
                    <a:lnTo>
                      <a:pt x="21" y="257"/>
                    </a:lnTo>
                    <a:lnTo>
                      <a:pt x="23" y="259"/>
                    </a:lnTo>
                    <a:lnTo>
                      <a:pt x="25" y="260"/>
                    </a:lnTo>
                    <a:lnTo>
                      <a:pt x="27" y="262"/>
                    </a:lnTo>
                    <a:lnTo>
                      <a:pt x="30" y="262"/>
                    </a:lnTo>
                    <a:lnTo>
                      <a:pt x="32" y="263"/>
                    </a:lnTo>
                    <a:lnTo>
                      <a:pt x="34" y="263"/>
                    </a:lnTo>
                    <a:lnTo>
                      <a:pt x="35" y="263"/>
                    </a:lnTo>
                    <a:lnTo>
                      <a:pt x="38" y="263"/>
                    </a:lnTo>
                    <a:lnTo>
                      <a:pt x="40" y="265"/>
                    </a:lnTo>
                    <a:lnTo>
                      <a:pt x="41" y="265"/>
                    </a:lnTo>
                    <a:lnTo>
                      <a:pt x="43" y="265"/>
                    </a:lnTo>
                    <a:lnTo>
                      <a:pt x="45" y="265"/>
                    </a:lnTo>
                    <a:lnTo>
                      <a:pt x="47" y="265"/>
                    </a:lnTo>
                    <a:lnTo>
                      <a:pt x="49" y="265"/>
                    </a:lnTo>
                    <a:lnTo>
                      <a:pt x="51" y="265"/>
                    </a:lnTo>
                    <a:lnTo>
                      <a:pt x="55" y="265"/>
                    </a:lnTo>
                    <a:lnTo>
                      <a:pt x="56" y="265"/>
                    </a:lnTo>
                    <a:lnTo>
                      <a:pt x="58" y="265"/>
                    </a:lnTo>
                    <a:lnTo>
                      <a:pt x="60" y="265"/>
                    </a:lnTo>
                    <a:lnTo>
                      <a:pt x="63" y="264"/>
                    </a:lnTo>
                    <a:lnTo>
                      <a:pt x="65" y="264"/>
                    </a:lnTo>
                    <a:lnTo>
                      <a:pt x="67" y="264"/>
                    </a:lnTo>
                    <a:lnTo>
                      <a:pt x="69" y="264"/>
                    </a:lnTo>
                    <a:lnTo>
                      <a:pt x="71" y="262"/>
                    </a:lnTo>
                    <a:lnTo>
                      <a:pt x="71" y="262"/>
                    </a:lnTo>
                    <a:lnTo>
                      <a:pt x="73" y="262"/>
                    </a:lnTo>
                    <a:lnTo>
                      <a:pt x="73" y="262"/>
                    </a:lnTo>
                    <a:lnTo>
                      <a:pt x="75" y="262"/>
                    </a:lnTo>
                    <a:lnTo>
                      <a:pt x="75" y="262"/>
                    </a:lnTo>
                    <a:lnTo>
                      <a:pt x="77" y="262"/>
                    </a:lnTo>
                    <a:lnTo>
                      <a:pt x="78" y="262"/>
                    </a:lnTo>
                    <a:lnTo>
                      <a:pt x="80" y="261"/>
                    </a:lnTo>
                    <a:lnTo>
                      <a:pt x="80" y="261"/>
                    </a:lnTo>
                    <a:lnTo>
                      <a:pt x="82" y="261"/>
                    </a:lnTo>
                    <a:lnTo>
                      <a:pt x="82" y="261"/>
                    </a:lnTo>
                    <a:lnTo>
                      <a:pt x="84" y="259"/>
                    </a:lnTo>
                    <a:lnTo>
                      <a:pt x="84" y="259"/>
                    </a:lnTo>
                    <a:lnTo>
                      <a:pt x="86" y="258"/>
                    </a:lnTo>
                    <a:lnTo>
                      <a:pt x="87" y="258"/>
                    </a:lnTo>
                    <a:lnTo>
                      <a:pt x="89" y="256"/>
                    </a:lnTo>
                    <a:lnTo>
                      <a:pt x="89" y="256"/>
                    </a:lnTo>
                    <a:lnTo>
                      <a:pt x="89" y="256"/>
                    </a:lnTo>
                    <a:lnTo>
                      <a:pt x="89" y="256"/>
                    </a:lnTo>
                    <a:lnTo>
                      <a:pt x="90" y="255"/>
                    </a:lnTo>
                    <a:lnTo>
                      <a:pt x="90" y="255"/>
                    </a:lnTo>
                    <a:lnTo>
                      <a:pt x="92" y="255"/>
                    </a:lnTo>
                    <a:lnTo>
                      <a:pt x="92" y="255"/>
                    </a:lnTo>
                    <a:lnTo>
                      <a:pt x="94" y="253"/>
                    </a:lnTo>
                    <a:lnTo>
                      <a:pt x="94" y="253"/>
                    </a:lnTo>
                    <a:lnTo>
                      <a:pt x="95" y="253"/>
                    </a:lnTo>
                    <a:lnTo>
                      <a:pt x="95" y="253"/>
                    </a:lnTo>
                    <a:lnTo>
                      <a:pt x="97" y="251"/>
                    </a:lnTo>
                    <a:lnTo>
                      <a:pt x="97" y="251"/>
                    </a:lnTo>
                    <a:lnTo>
                      <a:pt x="98" y="250"/>
                    </a:lnTo>
                    <a:lnTo>
                      <a:pt x="98" y="250"/>
                    </a:lnTo>
                    <a:lnTo>
                      <a:pt x="100" y="248"/>
                    </a:lnTo>
                    <a:lnTo>
                      <a:pt x="100" y="248"/>
                    </a:lnTo>
                    <a:lnTo>
                      <a:pt x="100" y="248"/>
                    </a:lnTo>
                    <a:lnTo>
                      <a:pt x="100" y="248"/>
                    </a:lnTo>
                    <a:lnTo>
                      <a:pt x="101" y="247"/>
                    </a:lnTo>
                    <a:lnTo>
                      <a:pt x="101" y="247"/>
                    </a:lnTo>
                    <a:lnTo>
                      <a:pt x="101" y="247"/>
                    </a:lnTo>
                    <a:lnTo>
                      <a:pt x="101" y="247"/>
                    </a:lnTo>
                    <a:lnTo>
                      <a:pt x="104" y="246"/>
                    </a:lnTo>
                    <a:lnTo>
                      <a:pt x="104" y="246"/>
                    </a:lnTo>
                    <a:lnTo>
                      <a:pt x="104" y="246"/>
                    </a:lnTo>
                    <a:lnTo>
                      <a:pt x="104" y="246"/>
                    </a:lnTo>
                    <a:lnTo>
                      <a:pt x="106" y="243"/>
                    </a:lnTo>
                    <a:lnTo>
                      <a:pt x="106" y="243"/>
                    </a:lnTo>
                    <a:lnTo>
                      <a:pt x="106" y="243"/>
                    </a:lnTo>
                    <a:lnTo>
                      <a:pt x="106" y="243"/>
                    </a:lnTo>
                    <a:lnTo>
                      <a:pt x="108" y="241"/>
                    </a:lnTo>
                    <a:lnTo>
                      <a:pt x="108" y="241"/>
                    </a:lnTo>
                    <a:lnTo>
                      <a:pt x="108" y="241"/>
                    </a:lnTo>
                    <a:lnTo>
                      <a:pt x="108" y="241"/>
                    </a:lnTo>
                    <a:lnTo>
                      <a:pt x="109" y="241"/>
                    </a:lnTo>
                    <a:lnTo>
                      <a:pt x="109" y="241"/>
                    </a:lnTo>
                    <a:lnTo>
                      <a:pt x="110" y="241"/>
                    </a:lnTo>
                    <a:lnTo>
                      <a:pt x="110" y="241"/>
                    </a:lnTo>
                    <a:lnTo>
                      <a:pt x="112" y="240"/>
                    </a:lnTo>
                    <a:lnTo>
                      <a:pt x="112" y="240"/>
                    </a:lnTo>
                    <a:lnTo>
                      <a:pt x="113" y="240"/>
                    </a:lnTo>
                    <a:lnTo>
                      <a:pt x="113" y="240"/>
                    </a:lnTo>
                    <a:lnTo>
                      <a:pt x="115" y="240"/>
                    </a:lnTo>
                    <a:lnTo>
                      <a:pt x="115" y="240"/>
                    </a:lnTo>
                    <a:lnTo>
                      <a:pt x="116" y="240"/>
                    </a:lnTo>
                    <a:lnTo>
                      <a:pt x="116" y="240"/>
                    </a:lnTo>
                    <a:lnTo>
                      <a:pt x="118" y="240"/>
                    </a:lnTo>
                    <a:lnTo>
                      <a:pt x="118" y="240"/>
                    </a:lnTo>
                    <a:lnTo>
                      <a:pt x="119" y="240"/>
                    </a:lnTo>
                    <a:lnTo>
                      <a:pt x="119" y="240"/>
                    </a:lnTo>
                    <a:lnTo>
                      <a:pt x="121" y="240"/>
                    </a:lnTo>
                    <a:lnTo>
                      <a:pt x="121" y="240"/>
                    </a:lnTo>
                    <a:lnTo>
                      <a:pt x="123" y="240"/>
                    </a:lnTo>
                    <a:lnTo>
                      <a:pt x="123" y="240"/>
                    </a:lnTo>
                    <a:lnTo>
                      <a:pt x="125" y="240"/>
                    </a:lnTo>
                    <a:lnTo>
                      <a:pt x="125" y="240"/>
                    </a:lnTo>
                    <a:lnTo>
                      <a:pt x="127" y="240"/>
                    </a:lnTo>
                    <a:lnTo>
                      <a:pt x="127" y="240"/>
                    </a:lnTo>
                    <a:lnTo>
                      <a:pt x="129" y="240"/>
                    </a:lnTo>
                    <a:lnTo>
                      <a:pt x="129" y="240"/>
                    </a:lnTo>
                    <a:lnTo>
                      <a:pt x="130" y="240"/>
                    </a:lnTo>
                    <a:lnTo>
                      <a:pt x="130" y="240"/>
                    </a:lnTo>
                    <a:lnTo>
                      <a:pt x="131" y="240"/>
                    </a:lnTo>
                    <a:lnTo>
                      <a:pt x="131" y="242"/>
                    </a:lnTo>
                    <a:lnTo>
                      <a:pt x="131" y="242"/>
                    </a:lnTo>
                    <a:lnTo>
                      <a:pt x="131" y="244"/>
                    </a:lnTo>
                    <a:lnTo>
                      <a:pt x="133" y="244"/>
                    </a:lnTo>
                    <a:lnTo>
                      <a:pt x="133" y="246"/>
                    </a:lnTo>
                    <a:lnTo>
                      <a:pt x="134" y="246"/>
                    </a:lnTo>
                    <a:lnTo>
                      <a:pt x="134" y="247"/>
                    </a:lnTo>
                    <a:lnTo>
                      <a:pt x="136" y="247"/>
                    </a:lnTo>
                    <a:lnTo>
                      <a:pt x="136" y="249"/>
                    </a:lnTo>
                    <a:lnTo>
                      <a:pt x="136" y="249"/>
                    </a:lnTo>
                    <a:lnTo>
                      <a:pt x="136" y="251"/>
                    </a:lnTo>
                    <a:lnTo>
                      <a:pt x="138" y="251"/>
                    </a:lnTo>
                    <a:lnTo>
                      <a:pt x="138" y="252"/>
                    </a:lnTo>
                    <a:lnTo>
                      <a:pt x="140" y="252"/>
                    </a:lnTo>
                    <a:lnTo>
                      <a:pt x="140" y="252"/>
                    </a:lnTo>
                    <a:lnTo>
                      <a:pt x="142" y="252"/>
                    </a:lnTo>
                    <a:lnTo>
                      <a:pt x="144" y="256"/>
                    </a:lnTo>
                    <a:lnTo>
                      <a:pt x="148" y="260"/>
                    </a:lnTo>
                    <a:lnTo>
                      <a:pt x="152" y="264"/>
                    </a:lnTo>
                    <a:lnTo>
                      <a:pt x="157" y="268"/>
                    </a:lnTo>
                    <a:lnTo>
                      <a:pt x="160" y="274"/>
                    </a:lnTo>
                    <a:lnTo>
                      <a:pt x="166" y="278"/>
                    </a:lnTo>
                    <a:lnTo>
                      <a:pt x="169" y="284"/>
                    </a:lnTo>
                    <a:lnTo>
                      <a:pt x="175" y="288"/>
                    </a:lnTo>
                    <a:lnTo>
                      <a:pt x="179" y="294"/>
                    </a:lnTo>
                    <a:lnTo>
                      <a:pt x="183" y="298"/>
                    </a:lnTo>
                    <a:lnTo>
                      <a:pt x="187" y="302"/>
                    </a:lnTo>
                    <a:lnTo>
                      <a:pt x="191" y="306"/>
                    </a:lnTo>
                    <a:lnTo>
                      <a:pt x="194" y="309"/>
                    </a:lnTo>
                    <a:lnTo>
                      <a:pt x="198" y="312"/>
                    </a:lnTo>
                    <a:lnTo>
                      <a:pt x="200" y="313"/>
                    </a:lnTo>
                    <a:lnTo>
                      <a:pt x="203" y="313"/>
                    </a:lnTo>
                    <a:lnTo>
                      <a:pt x="206" y="312"/>
                    </a:lnTo>
                    <a:lnTo>
                      <a:pt x="219" y="309"/>
                    </a:lnTo>
                    <a:lnTo>
                      <a:pt x="235" y="304"/>
                    </a:lnTo>
                    <a:lnTo>
                      <a:pt x="258" y="296"/>
                    </a:lnTo>
                    <a:lnTo>
                      <a:pt x="283" y="288"/>
                    </a:lnTo>
                    <a:lnTo>
                      <a:pt x="311" y="279"/>
                    </a:lnTo>
                    <a:lnTo>
                      <a:pt x="342" y="269"/>
                    </a:lnTo>
                    <a:lnTo>
                      <a:pt x="374" y="258"/>
                    </a:lnTo>
                    <a:lnTo>
                      <a:pt x="405" y="248"/>
                    </a:lnTo>
                    <a:lnTo>
                      <a:pt x="435" y="238"/>
                    </a:lnTo>
                    <a:lnTo>
                      <a:pt x="463" y="229"/>
                    </a:lnTo>
                    <a:lnTo>
                      <a:pt x="488" y="219"/>
                    </a:lnTo>
                    <a:lnTo>
                      <a:pt x="509" y="213"/>
                    </a:lnTo>
                    <a:lnTo>
                      <a:pt x="526" y="207"/>
                    </a:lnTo>
                    <a:lnTo>
                      <a:pt x="537" y="202"/>
                    </a:lnTo>
                    <a:lnTo>
                      <a:pt x="540" y="199"/>
                    </a:lnTo>
                    <a:lnTo>
                      <a:pt x="539" y="198"/>
                    </a:lnTo>
                    <a:lnTo>
                      <a:pt x="537" y="196"/>
                    </a:lnTo>
                    <a:lnTo>
                      <a:pt x="534" y="193"/>
                    </a:lnTo>
                    <a:lnTo>
                      <a:pt x="530" y="188"/>
                    </a:lnTo>
                    <a:lnTo>
                      <a:pt x="524" y="184"/>
                    </a:lnTo>
                    <a:lnTo>
                      <a:pt x="520" y="178"/>
                    </a:lnTo>
                    <a:lnTo>
                      <a:pt x="514" y="172"/>
                    </a:lnTo>
                    <a:lnTo>
                      <a:pt x="509" y="166"/>
                    </a:lnTo>
                    <a:lnTo>
                      <a:pt x="502" y="160"/>
                    </a:lnTo>
                    <a:lnTo>
                      <a:pt x="496" y="153"/>
                    </a:lnTo>
                    <a:lnTo>
                      <a:pt x="490" y="148"/>
                    </a:lnTo>
                    <a:lnTo>
                      <a:pt x="485" y="140"/>
                    </a:lnTo>
                    <a:lnTo>
                      <a:pt x="479" y="134"/>
                    </a:lnTo>
                    <a:lnTo>
                      <a:pt x="475" y="128"/>
                    </a:lnTo>
                    <a:lnTo>
                      <a:pt x="472" y="123"/>
                    </a:lnTo>
                    <a:lnTo>
                      <a:pt x="471" y="117"/>
                    </a:lnTo>
                    <a:lnTo>
                      <a:pt x="470" y="117"/>
                    </a:lnTo>
                    <a:lnTo>
                      <a:pt x="470" y="117"/>
                    </a:lnTo>
                    <a:lnTo>
                      <a:pt x="470" y="117"/>
                    </a:lnTo>
                    <a:lnTo>
                      <a:pt x="470" y="116"/>
                    </a:lnTo>
                    <a:lnTo>
                      <a:pt x="470" y="116"/>
                    </a:lnTo>
                    <a:lnTo>
                      <a:pt x="470" y="116"/>
                    </a:lnTo>
                    <a:lnTo>
                      <a:pt x="470" y="116"/>
                    </a:lnTo>
                    <a:lnTo>
                      <a:pt x="471" y="114"/>
                    </a:lnTo>
                    <a:lnTo>
                      <a:pt x="471" y="114"/>
                    </a:lnTo>
                    <a:lnTo>
                      <a:pt x="471" y="114"/>
                    </a:lnTo>
                    <a:lnTo>
                      <a:pt x="471" y="114"/>
                    </a:lnTo>
                    <a:lnTo>
                      <a:pt x="471" y="112"/>
                    </a:lnTo>
                    <a:lnTo>
                      <a:pt x="471" y="112"/>
                    </a:lnTo>
                    <a:lnTo>
                      <a:pt x="471" y="112"/>
                    </a:lnTo>
                    <a:lnTo>
                      <a:pt x="471" y="112"/>
                    </a:lnTo>
                    <a:lnTo>
                      <a:pt x="473" y="110"/>
                    </a:lnTo>
                    <a:lnTo>
                      <a:pt x="473" y="110"/>
                    </a:lnTo>
                    <a:lnTo>
                      <a:pt x="473" y="110"/>
                    </a:lnTo>
                    <a:lnTo>
                      <a:pt x="473" y="110"/>
                    </a:lnTo>
                    <a:lnTo>
                      <a:pt x="473" y="110"/>
                    </a:lnTo>
                    <a:lnTo>
                      <a:pt x="473" y="110"/>
                    </a:lnTo>
                    <a:lnTo>
                      <a:pt x="473" y="110"/>
                    </a:lnTo>
                    <a:lnTo>
                      <a:pt x="473" y="110"/>
                    </a:lnTo>
                    <a:lnTo>
                      <a:pt x="475" y="109"/>
                    </a:lnTo>
                    <a:lnTo>
                      <a:pt x="475" y="109"/>
                    </a:lnTo>
                    <a:lnTo>
                      <a:pt x="475" y="109"/>
                    </a:lnTo>
                    <a:lnTo>
                      <a:pt x="475" y="109"/>
                    </a:lnTo>
                    <a:lnTo>
                      <a:pt x="477" y="109"/>
                    </a:lnTo>
                    <a:lnTo>
                      <a:pt x="477" y="109"/>
                    </a:lnTo>
                    <a:lnTo>
                      <a:pt x="477" y="109"/>
                    </a:lnTo>
                    <a:lnTo>
                      <a:pt x="477" y="109"/>
                    </a:lnTo>
                    <a:lnTo>
                      <a:pt x="478" y="108"/>
                    </a:lnTo>
                    <a:lnTo>
                      <a:pt x="478" y="109"/>
                    </a:lnTo>
                    <a:lnTo>
                      <a:pt x="480" y="109"/>
                    </a:lnTo>
                    <a:lnTo>
                      <a:pt x="480" y="109"/>
                    </a:lnTo>
                    <a:lnTo>
                      <a:pt x="482" y="109"/>
                    </a:lnTo>
                    <a:lnTo>
                      <a:pt x="483" y="109"/>
                    </a:lnTo>
                    <a:lnTo>
                      <a:pt x="485" y="109"/>
                    </a:lnTo>
                    <a:lnTo>
                      <a:pt x="487" y="109"/>
                    </a:lnTo>
                    <a:lnTo>
                      <a:pt x="489" y="109"/>
                    </a:lnTo>
                    <a:lnTo>
                      <a:pt x="489" y="109"/>
                    </a:lnTo>
                    <a:lnTo>
                      <a:pt x="492" y="109"/>
                    </a:lnTo>
                    <a:lnTo>
                      <a:pt x="493" y="109"/>
                    </a:lnTo>
                    <a:lnTo>
                      <a:pt x="495" y="109"/>
                    </a:lnTo>
                    <a:lnTo>
                      <a:pt x="495" y="109"/>
                    </a:lnTo>
                    <a:lnTo>
                      <a:pt x="497" y="109"/>
                    </a:lnTo>
                    <a:lnTo>
                      <a:pt x="499" y="109"/>
                    </a:lnTo>
                    <a:lnTo>
                      <a:pt x="500" y="109"/>
                    </a:lnTo>
                    <a:lnTo>
                      <a:pt x="500" y="109"/>
                    </a:lnTo>
                    <a:lnTo>
                      <a:pt x="502" y="109"/>
                    </a:lnTo>
                    <a:lnTo>
                      <a:pt x="503" y="109"/>
                    </a:lnTo>
                    <a:lnTo>
                      <a:pt x="505" y="109"/>
                    </a:lnTo>
                    <a:lnTo>
                      <a:pt x="506" y="109"/>
                    </a:lnTo>
                    <a:lnTo>
                      <a:pt x="508" y="109"/>
                    </a:lnTo>
                    <a:lnTo>
                      <a:pt x="510" y="109"/>
                    </a:lnTo>
                    <a:lnTo>
                      <a:pt x="512" y="109"/>
                    </a:lnTo>
                    <a:lnTo>
                      <a:pt x="513" y="109"/>
                    </a:lnTo>
                    <a:lnTo>
                      <a:pt x="515" y="109"/>
                    </a:lnTo>
                    <a:lnTo>
                      <a:pt x="516" y="109"/>
                    </a:lnTo>
                    <a:lnTo>
                      <a:pt x="519" y="107"/>
                    </a:lnTo>
                    <a:lnTo>
                      <a:pt x="520" y="107"/>
                    </a:lnTo>
                    <a:lnTo>
                      <a:pt x="522" y="107"/>
                    </a:lnTo>
                    <a:lnTo>
                      <a:pt x="524" y="107"/>
                    </a:lnTo>
                    <a:lnTo>
                      <a:pt x="526" y="105"/>
                    </a:lnTo>
                    <a:lnTo>
                      <a:pt x="526" y="105"/>
                    </a:lnTo>
                    <a:lnTo>
                      <a:pt x="527" y="104"/>
                    </a:lnTo>
                    <a:lnTo>
                      <a:pt x="528" y="104"/>
                    </a:lnTo>
                    <a:lnTo>
                      <a:pt x="530" y="102"/>
                    </a:lnTo>
                    <a:lnTo>
                      <a:pt x="530" y="102"/>
                    </a:lnTo>
                    <a:lnTo>
                      <a:pt x="532" y="100"/>
                    </a:lnTo>
                    <a:lnTo>
                      <a:pt x="534" y="98"/>
                    </a:lnTo>
                    <a:lnTo>
                      <a:pt x="536" y="96"/>
                    </a:lnTo>
                    <a:lnTo>
                      <a:pt x="536" y="96"/>
                    </a:lnTo>
                    <a:lnTo>
                      <a:pt x="538" y="94"/>
                    </a:lnTo>
                    <a:lnTo>
                      <a:pt x="540" y="92"/>
                    </a:lnTo>
                    <a:lnTo>
                      <a:pt x="542" y="90"/>
                    </a:lnTo>
                    <a:lnTo>
                      <a:pt x="542" y="90"/>
                    </a:lnTo>
                    <a:lnTo>
                      <a:pt x="544" y="88"/>
                    </a:lnTo>
                    <a:lnTo>
                      <a:pt x="544" y="87"/>
                    </a:lnTo>
                    <a:lnTo>
                      <a:pt x="546" y="85"/>
                    </a:lnTo>
                    <a:lnTo>
                      <a:pt x="546" y="85"/>
                    </a:lnTo>
                    <a:lnTo>
                      <a:pt x="546" y="84"/>
                    </a:lnTo>
                    <a:lnTo>
                      <a:pt x="546" y="83"/>
                    </a:lnTo>
                    <a:lnTo>
                      <a:pt x="546" y="81"/>
                    </a:lnTo>
                    <a:lnTo>
                      <a:pt x="546" y="81"/>
                    </a:lnTo>
                    <a:lnTo>
                      <a:pt x="546" y="79"/>
                    </a:lnTo>
                    <a:lnTo>
                      <a:pt x="546" y="77"/>
                    </a:lnTo>
                    <a:lnTo>
                      <a:pt x="546" y="75"/>
                    </a:lnTo>
                    <a:lnTo>
                      <a:pt x="544" y="75"/>
                    </a:lnTo>
                    <a:lnTo>
                      <a:pt x="544" y="73"/>
                    </a:lnTo>
                    <a:lnTo>
                      <a:pt x="544" y="71"/>
                    </a:lnTo>
                    <a:lnTo>
                      <a:pt x="544" y="69"/>
                    </a:lnTo>
                    <a:lnTo>
                      <a:pt x="543" y="69"/>
                    </a:lnTo>
                    <a:lnTo>
                      <a:pt x="543" y="67"/>
                    </a:lnTo>
                    <a:lnTo>
                      <a:pt x="543" y="66"/>
                    </a:lnTo>
                    <a:lnTo>
                      <a:pt x="543" y="64"/>
                    </a:lnTo>
                    <a:lnTo>
                      <a:pt x="541" y="64"/>
                    </a:lnTo>
                    <a:lnTo>
                      <a:pt x="541" y="63"/>
                    </a:lnTo>
                    <a:lnTo>
                      <a:pt x="540" y="63"/>
                    </a:lnTo>
                    <a:lnTo>
                      <a:pt x="540" y="61"/>
                    </a:lnTo>
                    <a:lnTo>
                      <a:pt x="538" y="61"/>
                    </a:lnTo>
                    <a:lnTo>
                      <a:pt x="538" y="59"/>
                    </a:lnTo>
                    <a:lnTo>
                      <a:pt x="536" y="58"/>
                    </a:lnTo>
                    <a:lnTo>
                      <a:pt x="536" y="56"/>
                    </a:lnTo>
                    <a:lnTo>
                      <a:pt x="534" y="56"/>
                    </a:lnTo>
                    <a:lnTo>
                      <a:pt x="533" y="54"/>
                    </a:lnTo>
                    <a:lnTo>
                      <a:pt x="531" y="54"/>
                    </a:lnTo>
                    <a:lnTo>
                      <a:pt x="531" y="53"/>
                    </a:lnTo>
                    <a:lnTo>
                      <a:pt x="530" y="53"/>
                    </a:lnTo>
                    <a:lnTo>
                      <a:pt x="530" y="50"/>
                    </a:lnTo>
                    <a:lnTo>
                      <a:pt x="529" y="50"/>
                    </a:lnTo>
                    <a:lnTo>
                      <a:pt x="529" y="48"/>
                    </a:lnTo>
                    <a:lnTo>
                      <a:pt x="527" y="48"/>
                    </a:lnTo>
                    <a:lnTo>
                      <a:pt x="526" y="48"/>
                    </a:lnTo>
                    <a:lnTo>
                      <a:pt x="524" y="48"/>
                    </a:lnTo>
                    <a:lnTo>
                      <a:pt x="523" y="47"/>
                    </a:lnTo>
                    <a:lnTo>
                      <a:pt x="521" y="47"/>
                    </a:lnTo>
                    <a:lnTo>
                      <a:pt x="519" y="47"/>
                    </a:lnTo>
                    <a:lnTo>
                      <a:pt x="517" y="47"/>
                    </a:lnTo>
                    <a:lnTo>
                      <a:pt x="517" y="45"/>
                    </a:lnTo>
                    <a:lnTo>
                      <a:pt x="515" y="45"/>
                    </a:lnTo>
                    <a:lnTo>
                      <a:pt x="514" y="45"/>
                    </a:lnTo>
                    <a:lnTo>
                      <a:pt x="511" y="45"/>
                    </a:lnTo>
                    <a:lnTo>
                      <a:pt x="510" y="45"/>
                    </a:lnTo>
                    <a:lnTo>
                      <a:pt x="508" y="45"/>
                    </a:lnTo>
                    <a:lnTo>
                      <a:pt x="508" y="45"/>
                    </a:lnTo>
                    <a:lnTo>
                      <a:pt x="506" y="45"/>
                    </a:lnTo>
                    <a:lnTo>
                      <a:pt x="506" y="43"/>
                    </a:lnTo>
                    <a:lnTo>
                      <a:pt x="504" y="43"/>
                    </a:lnTo>
                    <a:lnTo>
                      <a:pt x="503" y="43"/>
                    </a:lnTo>
                    <a:lnTo>
                      <a:pt x="501" y="43"/>
                    </a:lnTo>
                    <a:lnTo>
                      <a:pt x="501" y="43"/>
                    </a:lnTo>
                    <a:lnTo>
                      <a:pt x="499" y="43"/>
                    </a:lnTo>
                    <a:lnTo>
                      <a:pt x="498" y="43"/>
                    </a:lnTo>
                    <a:lnTo>
                      <a:pt x="496" y="43"/>
                    </a:lnTo>
                    <a:lnTo>
                      <a:pt x="496" y="43"/>
                    </a:lnTo>
                    <a:lnTo>
                      <a:pt x="494" y="43"/>
                    </a:lnTo>
                    <a:lnTo>
                      <a:pt x="492" y="43"/>
                    </a:lnTo>
                    <a:lnTo>
                      <a:pt x="490" y="43"/>
                    </a:lnTo>
                    <a:lnTo>
                      <a:pt x="490" y="43"/>
                    </a:lnTo>
                    <a:lnTo>
                      <a:pt x="488" y="43"/>
                    </a:lnTo>
                    <a:lnTo>
                      <a:pt x="488" y="43"/>
                    </a:lnTo>
                    <a:lnTo>
                      <a:pt x="486" y="43"/>
                    </a:lnTo>
                    <a:lnTo>
                      <a:pt x="486" y="42"/>
                    </a:lnTo>
                    <a:lnTo>
                      <a:pt x="484" y="44"/>
                    </a:lnTo>
                    <a:lnTo>
                      <a:pt x="483" y="44"/>
                    </a:lnTo>
                    <a:lnTo>
                      <a:pt x="481" y="44"/>
                    </a:lnTo>
                    <a:lnTo>
                      <a:pt x="481" y="44"/>
                    </a:lnTo>
                    <a:lnTo>
                      <a:pt x="479" y="44"/>
                    </a:lnTo>
                    <a:lnTo>
                      <a:pt x="478" y="44"/>
                    </a:lnTo>
                    <a:lnTo>
                      <a:pt x="476" y="44"/>
                    </a:lnTo>
                    <a:lnTo>
                      <a:pt x="476" y="44"/>
                    </a:lnTo>
                    <a:lnTo>
                      <a:pt x="474" y="46"/>
                    </a:lnTo>
                    <a:lnTo>
                      <a:pt x="472" y="46"/>
                    </a:lnTo>
                    <a:lnTo>
                      <a:pt x="470" y="46"/>
                    </a:lnTo>
                    <a:lnTo>
                      <a:pt x="470" y="46"/>
                    </a:lnTo>
                    <a:lnTo>
                      <a:pt x="468" y="47"/>
                    </a:lnTo>
                    <a:lnTo>
                      <a:pt x="468" y="47"/>
                    </a:lnTo>
                    <a:lnTo>
                      <a:pt x="467" y="47"/>
                    </a:lnTo>
                    <a:lnTo>
                      <a:pt x="467" y="47"/>
                    </a:lnTo>
                    <a:lnTo>
                      <a:pt x="465" y="48"/>
                    </a:lnTo>
                    <a:lnTo>
                      <a:pt x="464" y="48"/>
                    </a:lnTo>
                    <a:lnTo>
                      <a:pt x="462" y="50"/>
                    </a:lnTo>
                    <a:lnTo>
                      <a:pt x="462" y="50"/>
                    </a:lnTo>
                    <a:lnTo>
                      <a:pt x="460" y="52"/>
                    </a:lnTo>
                    <a:lnTo>
                      <a:pt x="457" y="52"/>
                    </a:lnTo>
                    <a:lnTo>
                      <a:pt x="456" y="53"/>
                    </a:lnTo>
                    <a:lnTo>
                      <a:pt x="456" y="53"/>
                    </a:lnTo>
                    <a:lnTo>
                      <a:pt x="454" y="55"/>
                    </a:lnTo>
                    <a:lnTo>
                      <a:pt x="452" y="55"/>
                    </a:lnTo>
                    <a:lnTo>
                      <a:pt x="450" y="57"/>
                    </a:lnTo>
                    <a:lnTo>
                      <a:pt x="449" y="57"/>
                    </a:lnTo>
                    <a:lnTo>
                      <a:pt x="448" y="58"/>
                    </a:lnTo>
                    <a:lnTo>
                      <a:pt x="448" y="58"/>
                    </a:lnTo>
                    <a:lnTo>
                      <a:pt x="446" y="58"/>
                    </a:lnTo>
                    <a:lnTo>
                      <a:pt x="446" y="58"/>
                    </a:lnTo>
                    <a:lnTo>
                      <a:pt x="439" y="59"/>
                    </a:lnTo>
                    <a:lnTo>
                      <a:pt x="433" y="57"/>
                    </a:lnTo>
                    <a:lnTo>
                      <a:pt x="425" y="54"/>
                    </a:lnTo>
                    <a:lnTo>
                      <a:pt x="418" y="50"/>
                    </a:lnTo>
                    <a:lnTo>
                      <a:pt x="409" y="47"/>
                    </a:lnTo>
                    <a:lnTo>
                      <a:pt x="401" y="41"/>
                    </a:lnTo>
                    <a:lnTo>
                      <a:pt x="394" y="36"/>
                    </a:lnTo>
                    <a:lnTo>
                      <a:pt x="387" y="30"/>
                    </a:lnTo>
                    <a:lnTo>
                      <a:pt x="379" y="25"/>
                    </a:lnTo>
                    <a:lnTo>
                      <a:pt x="372" y="19"/>
                    </a:lnTo>
                    <a:lnTo>
                      <a:pt x="365" y="14"/>
                    </a:lnTo>
                    <a:lnTo>
                      <a:pt x="360" y="9"/>
                    </a:lnTo>
                    <a:lnTo>
                      <a:pt x="355" y="6"/>
                    </a:lnTo>
                    <a:lnTo>
                      <a:pt x="352" y="3"/>
                    </a:lnTo>
                    <a:lnTo>
                      <a:pt x="349" y="2"/>
                    </a:lnTo>
                    <a:lnTo>
                      <a:pt x="348" y="0"/>
                    </a:lnTo>
                    <a:lnTo>
                      <a:pt x="348" y="0"/>
                    </a:lnTo>
                  </a:path>
                </a:pathLst>
              </a:custGeom>
              <a:solidFill>
                <a:srgbClr val="3fc0ff"/>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91" name=""/>
              <p:cNvSpPr/>
              <p:nvPr/>
            </p:nvSpPr>
            <p:spPr>
              <a:xfrm>
                <a:off x="7122960" y="4968720"/>
                <a:ext cx="117720" cy="142920"/>
              </a:xfrm>
              <a:custGeom>
                <a:avLst/>
                <a:gdLst/>
                <a:ahLst/>
                <a:rect l="l" t="t" r="r" b="b"/>
                <a:pathLst>
                  <a:path w="74" h="90">
                    <a:moveTo>
                      <a:pt x="1" y="0"/>
                    </a:moveTo>
                    <a:lnTo>
                      <a:pt x="1" y="1"/>
                    </a:lnTo>
                    <a:lnTo>
                      <a:pt x="1" y="2"/>
                    </a:lnTo>
                    <a:lnTo>
                      <a:pt x="1" y="4"/>
                    </a:lnTo>
                    <a:lnTo>
                      <a:pt x="1" y="5"/>
                    </a:lnTo>
                    <a:lnTo>
                      <a:pt x="1" y="6"/>
                    </a:lnTo>
                    <a:lnTo>
                      <a:pt x="1" y="9"/>
                    </a:lnTo>
                    <a:lnTo>
                      <a:pt x="1" y="11"/>
                    </a:lnTo>
                    <a:lnTo>
                      <a:pt x="1" y="12"/>
                    </a:lnTo>
                    <a:lnTo>
                      <a:pt x="0" y="16"/>
                    </a:lnTo>
                    <a:lnTo>
                      <a:pt x="0" y="18"/>
                    </a:lnTo>
                    <a:lnTo>
                      <a:pt x="0" y="19"/>
                    </a:lnTo>
                    <a:lnTo>
                      <a:pt x="0" y="21"/>
                    </a:lnTo>
                    <a:lnTo>
                      <a:pt x="0" y="23"/>
                    </a:lnTo>
                    <a:lnTo>
                      <a:pt x="0" y="25"/>
                    </a:lnTo>
                    <a:lnTo>
                      <a:pt x="0" y="27"/>
                    </a:lnTo>
                    <a:lnTo>
                      <a:pt x="1" y="28"/>
                    </a:lnTo>
                    <a:lnTo>
                      <a:pt x="1" y="29"/>
                    </a:lnTo>
                    <a:lnTo>
                      <a:pt x="3" y="31"/>
                    </a:lnTo>
                    <a:lnTo>
                      <a:pt x="5" y="34"/>
                    </a:lnTo>
                    <a:lnTo>
                      <a:pt x="8" y="36"/>
                    </a:lnTo>
                    <a:lnTo>
                      <a:pt x="11" y="41"/>
                    </a:lnTo>
                    <a:lnTo>
                      <a:pt x="14" y="45"/>
                    </a:lnTo>
                    <a:lnTo>
                      <a:pt x="18" y="51"/>
                    </a:lnTo>
                    <a:lnTo>
                      <a:pt x="23" y="55"/>
                    </a:lnTo>
                    <a:lnTo>
                      <a:pt x="27" y="61"/>
                    </a:lnTo>
                    <a:lnTo>
                      <a:pt x="31" y="66"/>
                    </a:lnTo>
                    <a:lnTo>
                      <a:pt x="35" y="72"/>
                    </a:lnTo>
                    <a:lnTo>
                      <a:pt x="40" y="76"/>
                    </a:lnTo>
                    <a:lnTo>
                      <a:pt x="44" y="80"/>
                    </a:lnTo>
                    <a:lnTo>
                      <a:pt x="48" y="84"/>
                    </a:lnTo>
                    <a:lnTo>
                      <a:pt x="50" y="87"/>
                    </a:lnTo>
                    <a:lnTo>
                      <a:pt x="55" y="89"/>
                    </a:lnTo>
                    <a:lnTo>
                      <a:pt x="55" y="89"/>
                    </a:lnTo>
                    <a:lnTo>
                      <a:pt x="55" y="89"/>
                    </a:lnTo>
                    <a:lnTo>
                      <a:pt x="55" y="89"/>
                    </a:lnTo>
                    <a:lnTo>
                      <a:pt x="55" y="89"/>
                    </a:lnTo>
                    <a:lnTo>
                      <a:pt x="55" y="89"/>
                    </a:lnTo>
                    <a:lnTo>
                      <a:pt x="55" y="89"/>
                    </a:lnTo>
                    <a:lnTo>
                      <a:pt x="55" y="89"/>
                    </a:lnTo>
                    <a:lnTo>
                      <a:pt x="57" y="89"/>
                    </a:lnTo>
                    <a:lnTo>
                      <a:pt x="57" y="89"/>
                    </a:lnTo>
                    <a:lnTo>
                      <a:pt x="57" y="89"/>
                    </a:lnTo>
                    <a:lnTo>
                      <a:pt x="57" y="89"/>
                    </a:lnTo>
                    <a:lnTo>
                      <a:pt x="59" y="89"/>
                    </a:lnTo>
                    <a:lnTo>
                      <a:pt x="59" y="89"/>
                    </a:lnTo>
                    <a:lnTo>
                      <a:pt x="60" y="89"/>
                    </a:lnTo>
                    <a:lnTo>
                      <a:pt x="60" y="89"/>
                    </a:lnTo>
                    <a:lnTo>
                      <a:pt x="62" y="89"/>
                    </a:lnTo>
                    <a:lnTo>
                      <a:pt x="62" y="89"/>
                    </a:lnTo>
                    <a:lnTo>
                      <a:pt x="62" y="89"/>
                    </a:lnTo>
                    <a:lnTo>
                      <a:pt x="62" y="89"/>
                    </a:lnTo>
                    <a:lnTo>
                      <a:pt x="63" y="89"/>
                    </a:lnTo>
                    <a:lnTo>
                      <a:pt x="63" y="89"/>
                    </a:lnTo>
                    <a:lnTo>
                      <a:pt x="63" y="89"/>
                    </a:lnTo>
                    <a:lnTo>
                      <a:pt x="63" y="89"/>
                    </a:lnTo>
                    <a:lnTo>
                      <a:pt x="65" y="88"/>
                    </a:lnTo>
                    <a:lnTo>
                      <a:pt x="65" y="88"/>
                    </a:lnTo>
                    <a:lnTo>
                      <a:pt x="65" y="88"/>
                    </a:lnTo>
                    <a:lnTo>
                      <a:pt x="65" y="88"/>
                    </a:lnTo>
                    <a:lnTo>
                      <a:pt x="67" y="87"/>
                    </a:lnTo>
                    <a:lnTo>
                      <a:pt x="67" y="87"/>
                    </a:lnTo>
                    <a:lnTo>
                      <a:pt x="67" y="87"/>
                    </a:lnTo>
                    <a:lnTo>
                      <a:pt x="67" y="87"/>
                    </a:lnTo>
                    <a:lnTo>
                      <a:pt x="69" y="86"/>
                    </a:lnTo>
                    <a:lnTo>
                      <a:pt x="69" y="86"/>
                    </a:lnTo>
                    <a:lnTo>
                      <a:pt x="69" y="86"/>
                    </a:lnTo>
                    <a:lnTo>
                      <a:pt x="69" y="86"/>
                    </a:lnTo>
                    <a:lnTo>
                      <a:pt x="69" y="84"/>
                    </a:lnTo>
                    <a:lnTo>
                      <a:pt x="69" y="84"/>
                    </a:lnTo>
                    <a:lnTo>
                      <a:pt x="69" y="84"/>
                    </a:lnTo>
                    <a:lnTo>
                      <a:pt x="69" y="84"/>
                    </a:lnTo>
                    <a:lnTo>
                      <a:pt x="71" y="82"/>
                    </a:lnTo>
                    <a:lnTo>
                      <a:pt x="71" y="82"/>
                    </a:lnTo>
                    <a:lnTo>
                      <a:pt x="71" y="82"/>
                    </a:lnTo>
                    <a:lnTo>
                      <a:pt x="71" y="82"/>
                    </a:lnTo>
                    <a:lnTo>
                      <a:pt x="72" y="81"/>
                    </a:lnTo>
                    <a:lnTo>
                      <a:pt x="72" y="81"/>
                    </a:lnTo>
                    <a:lnTo>
                      <a:pt x="72" y="81"/>
                    </a:lnTo>
                    <a:lnTo>
                      <a:pt x="72" y="81"/>
                    </a:lnTo>
                    <a:lnTo>
                      <a:pt x="73" y="79"/>
                    </a:lnTo>
                    <a:lnTo>
                      <a:pt x="72" y="79"/>
                    </a:lnTo>
                    <a:lnTo>
                      <a:pt x="72" y="79"/>
                    </a:lnTo>
                    <a:lnTo>
                      <a:pt x="72" y="79"/>
                    </a:lnTo>
                    <a:lnTo>
                      <a:pt x="72" y="79"/>
                    </a:lnTo>
                    <a:lnTo>
                      <a:pt x="72" y="79"/>
                    </a:lnTo>
                    <a:lnTo>
                      <a:pt x="72" y="79"/>
                    </a:lnTo>
                    <a:lnTo>
                      <a:pt x="72" y="79"/>
                    </a:lnTo>
                    <a:lnTo>
                      <a:pt x="72" y="79"/>
                    </a:lnTo>
                    <a:lnTo>
                      <a:pt x="72" y="79"/>
                    </a:lnTo>
                    <a:lnTo>
                      <a:pt x="72" y="79"/>
                    </a:lnTo>
                    <a:lnTo>
                      <a:pt x="72" y="79"/>
                    </a:lnTo>
                    <a:lnTo>
                      <a:pt x="72" y="79"/>
                    </a:lnTo>
                    <a:lnTo>
                      <a:pt x="72" y="79"/>
                    </a:lnTo>
                    <a:lnTo>
                      <a:pt x="72" y="79"/>
                    </a:lnTo>
                    <a:lnTo>
                      <a:pt x="72" y="79"/>
                    </a:lnTo>
                    <a:lnTo>
                      <a:pt x="72" y="78"/>
                    </a:lnTo>
                    <a:lnTo>
                      <a:pt x="71" y="78"/>
                    </a:lnTo>
                    <a:lnTo>
                      <a:pt x="71" y="78"/>
                    </a:lnTo>
                    <a:lnTo>
                      <a:pt x="71" y="78"/>
                    </a:lnTo>
                    <a:lnTo>
                      <a:pt x="71" y="78"/>
                    </a:lnTo>
                    <a:lnTo>
                      <a:pt x="71" y="78"/>
                    </a:lnTo>
                    <a:lnTo>
                      <a:pt x="71" y="78"/>
                    </a:lnTo>
                    <a:lnTo>
                      <a:pt x="71" y="78"/>
                    </a:lnTo>
                    <a:lnTo>
                      <a:pt x="71" y="77"/>
                    </a:lnTo>
                    <a:lnTo>
                      <a:pt x="71" y="77"/>
                    </a:lnTo>
                    <a:lnTo>
                      <a:pt x="71" y="77"/>
                    </a:lnTo>
                    <a:lnTo>
                      <a:pt x="71" y="77"/>
                    </a:lnTo>
                    <a:lnTo>
                      <a:pt x="71" y="77"/>
                    </a:lnTo>
                    <a:lnTo>
                      <a:pt x="71" y="77"/>
                    </a:lnTo>
                    <a:lnTo>
                      <a:pt x="71" y="77"/>
                    </a:lnTo>
                    <a:lnTo>
                      <a:pt x="71" y="77"/>
                    </a:lnTo>
                    <a:lnTo>
                      <a:pt x="71" y="75"/>
                    </a:lnTo>
                    <a:lnTo>
                      <a:pt x="67" y="73"/>
                    </a:lnTo>
                    <a:lnTo>
                      <a:pt x="65" y="71"/>
                    </a:lnTo>
                    <a:lnTo>
                      <a:pt x="64" y="70"/>
                    </a:lnTo>
                    <a:lnTo>
                      <a:pt x="62" y="66"/>
                    </a:lnTo>
                    <a:lnTo>
                      <a:pt x="58" y="64"/>
                    </a:lnTo>
                    <a:lnTo>
                      <a:pt x="56" y="61"/>
                    </a:lnTo>
                    <a:lnTo>
                      <a:pt x="53" y="59"/>
                    </a:lnTo>
                    <a:lnTo>
                      <a:pt x="51" y="55"/>
                    </a:lnTo>
                    <a:lnTo>
                      <a:pt x="48" y="53"/>
                    </a:lnTo>
                    <a:lnTo>
                      <a:pt x="45" y="50"/>
                    </a:lnTo>
                    <a:lnTo>
                      <a:pt x="42" y="49"/>
                    </a:lnTo>
                    <a:lnTo>
                      <a:pt x="40" y="45"/>
                    </a:lnTo>
                    <a:lnTo>
                      <a:pt x="38" y="43"/>
                    </a:lnTo>
                    <a:lnTo>
                      <a:pt x="36" y="40"/>
                    </a:lnTo>
                    <a:lnTo>
                      <a:pt x="34" y="38"/>
                    </a:lnTo>
                    <a:lnTo>
                      <a:pt x="33" y="35"/>
                    </a:lnTo>
                    <a:lnTo>
                      <a:pt x="30" y="34"/>
                    </a:lnTo>
                    <a:lnTo>
                      <a:pt x="28" y="32"/>
                    </a:lnTo>
                    <a:lnTo>
                      <a:pt x="26" y="30"/>
                    </a:lnTo>
                    <a:lnTo>
                      <a:pt x="24" y="28"/>
                    </a:lnTo>
                    <a:lnTo>
                      <a:pt x="21" y="26"/>
                    </a:lnTo>
                    <a:lnTo>
                      <a:pt x="19" y="23"/>
                    </a:lnTo>
                    <a:lnTo>
                      <a:pt x="17" y="21"/>
                    </a:lnTo>
                    <a:lnTo>
                      <a:pt x="15" y="18"/>
                    </a:lnTo>
                    <a:lnTo>
                      <a:pt x="12" y="16"/>
                    </a:lnTo>
                    <a:lnTo>
                      <a:pt x="10" y="14"/>
                    </a:lnTo>
                    <a:lnTo>
                      <a:pt x="8" y="12"/>
                    </a:lnTo>
                    <a:lnTo>
                      <a:pt x="6" y="9"/>
                    </a:lnTo>
                    <a:lnTo>
                      <a:pt x="4" y="9"/>
                    </a:lnTo>
                    <a:lnTo>
                      <a:pt x="4" y="6"/>
                    </a:lnTo>
                    <a:lnTo>
                      <a:pt x="3" y="5"/>
                    </a:lnTo>
                    <a:lnTo>
                      <a:pt x="3" y="3"/>
                    </a:lnTo>
                    <a:lnTo>
                      <a:pt x="1" y="3"/>
                    </a:lnTo>
                    <a:lnTo>
                      <a:pt x="1" y="3"/>
                    </a:lnTo>
                    <a:lnTo>
                      <a:pt x="1" y="3"/>
                    </a:lnTo>
                    <a:lnTo>
                      <a:pt x="1" y="3"/>
                    </a:lnTo>
                    <a:lnTo>
                      <a:pt x="1" y="3"/>
                    </a:lnTo>
                    <a:lnTo>
                      <a:pt x="1" y="3"/>
                    </a:lnTo>
                    <a:lnTo>
                      <a:pt x="1" y="3"/>
                    </a:lnTo>
                    <a:lnTo>
                      <a:pt x="1" y="2"/>
                    </a:lnTo>
                    <a:lnTo>
                      <a:pt x="1" y="2"/>
                    </a:lnTo>
                    <a:lnTo>
                      <a:pt x="1" y="2"/>
                    </a:lnTo>
                    <a:lnTo>
                      <a:pt x="1" y="2"/>
                    </a:lnTo>
                    <a:lnTo>
                      <a:pt x="1" y="1"/>
                    </a:lnTo>
                    <a:lnTo>
                      <a:pt x="1" y="1"/>
                    </a:lnTo>
                    <a:lnTo>
                      <a:pt x="1" y="1"/>
                    </a:lnTo>
                    <a:lnTo>
                      <a:pt x="1" y="1"/>
                    </a:lnTo>
                    <a:lnTo>
                      <a:pt x="1" y="0"/>
                    </a:lnTo>
                    <a:lnTo>
                      <a:pt x="1"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92" name=""/>
              <p:cNvSpPr/>
              <p:nvPr/>
            </p:nvSpPr>
            <p:spPr>
              <a:xfrm>
                <a:off x="7107120" y="5103720"/>
                <a:ext cx="863640" cy="236520"/>
              </a:xfrm>
              <a:custGeom>
                <a:avLst/>
                <a:gdLst/>
                <a:ahLst/>
                <a:rect l="l" t="t" r="r" b="b"/>
                <a:pathLst>
                  <a:path w="544" h="149">
                    <a:moveTo>
                      <a:pt x="3" y="36"/>
                    </a:moveTo>
                    <a:lnTo>
                      <a:pt x="3" y="39"/>
                    </a:lnTo>
                    <a:lnTo>
                      <a:pt x="3" y="42"/>
                    </a:lnTo>
                    <a:lnTo>
                      <a:pt x="3" y="45"/>
                    </a:lnTo>
                    <a:lnTo>
                      <a:pt x="4" y="46"/>
                    </a:lnTo>
                    <a:lnTo>
                      <a:pt x="4" y="48"/>
                    </a:lnTo>
                    <a:lnTo>
                      <a:pt x="6" y="51"/>
                    </a:lnTo>
                    <a:lnTo>
                      <a:pt x="7" y="52"/>
                    </a:lnTo>
                    <a:lnTo>
                      <a:pt x="9" y="53"/>
                    </a:lnTo>
                    <a:lnTo>
                      <a:pt x="9" y="55"/>
                    </a:lnTo>
                    <a:lnTo>
                      <a:pt x="11" y="56"/>
                    </a:lnTo>
                    <a:lnTo>
                      <a:pt x="13" y="58"/>
                    </a:lnTo>
                    <a:lnTo>
                      <a:pt x="15" y="58"/>
                    </a:lnTo>
                    <a:lnTo>
                      <a:pt x="15" y="60"/>
                    </a:lnTo>
                    <a:lnTo>
                      <a:pt x="16" y="60"/>
                    </a:lnTo>
                    <a:lnTo>
                      <a:pt x="19" y="61"/>
                    </a:lnTo>
                    <a:lnTo>
                      <a:pt x="21" y="61"/>
                    </a:lnTo>
                    <a:lnTo>
                      <a:pt x="21" y="63"/>
                    </a:lnTo>
                    <a:lnTo>
                      <a:pt x="21" y="63"/>
                    </a:lnTo>
                    <a:lnTo>
                      <a:pt x="21" y="63"/>
                    </a:lnTo>
                    <a:lnTo>
                      <a:pt x="23" y="63"/>
                    </a:lnTo>
                    <a:lnTo>
                      <a:pt x="23" y="65"/>
                    </a:lnTo>
                    <a:lnTo>
                      <a:pt x="25" y="65"/>
                    </a:lnTo>
                    <a:lnTo>
                      <a:pt x="25" y="65"/>
                    </a:lnTo>
                    <a:lnTo>
                      <a:pt x="27" y="65"/>
                    </a:lnTo>
                    <a:lnTo>
                      <a:pt x="27" y="67"/>
                    </a:lnTo>
                    <a:lnTo>
                      <a:pt x="28" y="67"/>
                    </a:lnTo>
                    <a:lnTo>
                      <a:pt x="28" y="67"/>
                    </a:lnTo>
                    <a:lnTo>
                      <a:pt x="30" y="67"/>
                    </a:lnTo>
                    <a:lnTo>
                      <a:pt x="30" y="67"/>
                    </a:lnTo>
                    <a:lnTo>
                      <a:pt x="32" y="67"/>
                    </a:lnTo>
                    <a:lnTo>
                      <a:pt x="32" y="67"/>
                    </a:lnTo>
                    <a:lnTo>
                      <a:pt x="34" y="67"/>
                    </a:lnTo>
                    <a:lnTo>
                      <a:pt x="34" y="68"/>
                    </a:lnTo>
                    <a:lnTo>
                      <a:pt x="36" y="68"/>
                    </a:lnTo>
                    <a:lnTo>
                      <a:pt x="36" y="68"/>
                    </a:lnTo>
                    <a:lnTo>
                      <a:pt x="37" y="68"/>
                    </a:lnTo>
                    <a:lnTo>
                      <a:pt x="37" y="68"/>
                    </a:lnTo>
                    <a:lnTo>
                      <a:pt x="39" y="68"/>
                    </a:lnTo>
                    <a:lnTo>
                      <a:pt x="41" y="68"/>
                    </a:lnTo>
                    <a:lnTo>
                      <a:pt x="43" y="68"/>
                    </a:lnTo>
                    <a:lnTo>
                      <a:pt x="43" y="68"/>
                    </a:lnTo>
                    <a:lnTo>
                      <a:pt x="45" y="68"/>
                    </a:lnTo>
                    <a:lnTo>
                      <a:pt x="46" y="68"/>
                    </a:lnTo>
                    <a:lnTo>
                      <a:pt x="48" y="68"/>
                    </a:lnTo>
                    <a:lnTo>
                      <a:pt x="48" y="68"/>
                    </a:lnTo>
                    <a:lnTo>
                      <a:pt x="50" y="68"/>
                    </a:lnTo>
                    <a:lnTo>
                      <a:pt x="51" y="68"/>
                    </a:lnTo>
                    <a:lnTo>
                      <a:pt x="53" y="68"/>
                    </a:lnTo>
                    <a:lnTo>
                      <a:pt x="53" y="68"/>
                    </a:lnTo>
                    <a:lnTo>
                      <a:pt x="54" y="68"/>
                    </a:lnTo>
                    <a:lnTo>
                      <a:pt x="54" y="68"/>
                    </a:lnTo>
                    <a:lnTo>
                      <a:pt x="56" y="68"/>
                    </a:lnTo>
                    <a:lnTo>
                      <a:pt x="56" y="68"/>
                    </a:lnTo>
                    <a:lnTo>
                      <a:pt x="58" y="68"/>
                    </a:lnTo>
                    <a:lnTo>
                      <a:pt x="59" y="68"/>
                    </a:lnTo>
                    <a:lnTo>
                      <a:pt x="61" y="68"/>
                    </a:lnTo>
                    <a:lnTo>
                      <a:pt x="61" y="68"/>
                    </a:lnTo>
                    <a:lnTo>
                      <a:pt x="63" y="68"/>
                    </a:lnTo>
                    <a:lnTo>
                      <a:pt x="63" y="68"/>
                    </a:lnTo>
                    <a:lnTo>
                      <a:pt x="65" y="68"/>
                    </a:lnTo>
                    <a:lnTo>
                      <a:pt x="65" y="68"/>
                    </a:lnTo>
                    <a:lnTo>
                      <a:pt x="67" y="68"/>
                    </a:lnTo>
                    <a:lnTo>
                      <a:pt x="68" y="68"/>
                    </a:lnTo>
                    <a:lnTo>
                      <a:pt x="70" y="67"/>
                    </a:lnTo>
                    <a:lnTo>
                      <a:pt x="70" y="67"/>
                    </a:lnTo>
                    <a:lnTo>
                      <a:pt x="70" y="67"/>
                    </a:lnTo>
                    <a:lnTo>
                      <a:pt x="70" y="67"/>
                    </a:lnTo>
                    <a:lnTo>
                      <a:pt x="72" y="67"/>
                    </a:lnTo>
                    <a:lnTo>
                      <a:pt x="72" y="67"/>
                    </a:lnTo>
                    <a:lnTo>
                      <a:pt x="74" y="67"/>
                    </a:lnTo>
                    <a:lnTo>
                      <a:pt x="74" y="67"/>
                    </a:lnTo>
                    <a:lnTo>
                      <a:pt x="76" y="67"/>
                    </a:lnTo>
                    <a:lnTo>
                      <a:pt x="76" y="67"/>
                    </a:lnTo>
                    <a:lnTo>
                      <a:pt x="78" y="67"/>
                    </a:lnTo>
                    <a:lnTo>
                      <a:pt x="78" y="67"/>
                    </a:lnTo>
                    <a:lnTo>
                      <a:pt x="80" y="65"/>
                    </a:lnTo>
                    <a:lnTo>
                      <a:pt x="80" y="65"/>
                    </a:lnTo>
                    <a:lnTo>
                      <a:pt x="81" y="65"/>
                    </a:lnTo>
                    <a:lnTo>
                      <a:pt x="81" y="65"/>
                    </a:lnTo>
                    <a:lnTo>
                      <a:pt x="83" y="63"/>
                    </a:lnTo>
                    <a:lnTo>
                      <a:pt x="83" y="63"/>
                    </a:lnTo>
                    <a:lnTo>
                      <a:pt x="83" y="63"/>
                    </a:lnTo>
                    <a:lnTo>
                      <a:pt x="83" y="63"/>
                    </a:lnTo>
                    <a:lnTo>
                      <a:pt x="85" y="63"/>
                    </a:lnTo>
                    <a:lnTo>
                      <a:pt x="85" y="63"/>
                    </a:lnTo>
                    <a:lnTo>
                      <a:pt x="87" y="63"/>
                    </a:lnTo>
                    <a:lnTo>
                      <a:pt x="87" y="63"/>
                    </a:lnTo>
                    <a:lnTo>
                      <a:pt x="88" y="61"/>
                    </a:lnTo>
                    <a:lnTo>
                      <a:pt x="88" y="61"/>
                    </a:lnTo>
                    <a:lnTo>
                      <a:pt x="90" y="61"/>
                    </a:lnTo>
                    <a:lnTo>
                      <a:pt x="90" y="61"/>
                    </a:lnTo>
                    <a:lnTo>
                      <a:pt x="92" y="60"/>
                    </a:lnTo>
                    <a:lnTo>
                      <a:pt x="92" y="60"/>
                    </a:lnTo>
                    <a:lnTo>
                      <a:pt x="92" y="60"/>
                    </a:lnTo>
                    <a:lnTo>
                      <a:pt x="92" y="60"/>
                    </a:lnTo>
                    <a:lnTo>
                      <a:pt x="94" y="58"/>
                    </a:lnTo>
                    <a:lnTo>
                      <a:pt x="94" y="58"/>
                    </a:lnTo>
                    <a:lnTo>
                      <a:pt x="94" y="58"/>
                    </a:lnTo>
                    <a:lnTo>
                      <a:pt x="94" y="58"/>
                    </a:lnTo>
                    <a:lnTo>
                      <a:pt x="96" y="58"/>
                    </a:lnTo>
                    <a:lnTo>
                      <a:pt x="96" y="58"/>
                    </a:lnTo>
                    <a:lnTo>
                      <a:pt x="96" y="58"/>
                    </a:lnTo>
                    <a:lnTo>
                      <a:pt x="96" y="58"/>
                    </a:lnTo>
                    <a:lnTo>
                      <a:pt x="98" y="56"/>
                    </a:lnTo>
                    <a:lnTo>
                      <a:pt x="98" y="56"/>
                    </a:lnTo>
                    <a:lnTo>
                      <a:pt x="98" y="56"/>
                    </a:lnTo>
                    <a:lnTo>
                      <a:pt x="98" y="56"/>
                    </a:lnTo>
                    <a:lnTo>
                      <a:pt x="100" y="55"/>
                    </a:lnTo>
                    <a:lnTo>
                      <a:pt x="100" y="55"/>
                    </a:lnTo>
                    <a:lnTo>
                      <a:pt x="100" y="55"/>
                    </a:lnTo>
                    <a:lnTo>
                      <a:pt x="100" y="55"/>
                    </a:lnTo>
                    <a:lnTo>
                      <a:pt x="102" y="53"/>
                    </a:lnTo>
                    <a:lnTo>
                      <a:pt x="102" y="53"/>
                    </a:lnTo>
                    <a:lnTo>
                      <a:pt x="102" y="53"/>
                    </a:lnTo>
                    <a:lnTo>
                      <a:pt x="102" y="53"/>
                    </a:lnTo>
                    <a:lnTo>
                      <a:pt x="104" y="51"/>
                    </a:lnTo>
                    <a:lnTo>
                      <a:pt x="104" y="51"/>
                    </a:lnTo>
                    <a:lnTo>
                      <a:pt x="104" y="51"/>
                    </a:lnTo>
                    <a:lnTo>
                      <a:pt x="104" y="51"/>
                    </a:lnTo>
                    <a:lnTo>
                      <a:pt x="106" y="49"/>
                    </a:lnTo>
                    <a:lnTo>
                      <a:pt x="106" y="49"/>
                    </a:lnTo>
                    <a:lnTo>
                      <a:pt x="106" y="49"/>
                    </a:lnTo>
                    <a:lnTo>
                      <a:pt x="106" y="49"/>
                    </a:lnTo>
                    <a:lnTo>
                      <a:pt x="108" y="47"/>
                    </a:lnTo>
                    <a:lnTo>
                      <a:pt x="108" y="47"/>
                    </a:lnTo>
                    <a:lnTo>
                      <a:pt x="109" y="47"/>
                    </a:lnTo>
                    <a:lnTo>
                      <a:pt x="109" y="47"/>
                    </a:lnTo>
                    <a:lnTo>
                      <a:pt x="111" y="45"/>
                    </a:lnTo>
                    <a:lnTo>
                      <a:pt x="111" y="45"/>
                    </a:lnTo>
                    <a:lnTo>
                      <a:pt x="111" y="45"/>
                    </a:lnTo>
                    <a:lnTo>
                      <a:pt x="111" y="45"/>
                    </a:lnTo>
                    <a:lnTo>
                      <a:pt x="112" y="45"/>
                    </a:lnTo>
                    <a:lnTo>
                      <a:pt x="112" y="45"/>
                    </a:lnTo>
                    <a:lnTo>
                      <a:pt x="112" y="45"/>
                    </a:lnTo>
                    <a:lnTo>
                      <a:pt x="112" y="45"/>
                    </a:lnTo>
                    <a:lnTo>
                      <a:pt x="114" y="45"/>
                    </a:lnTo>
                    <a:lnTo>
                      <a:pt x="114" y="45"/>
                    </a:lnTo>
                    <a:lnTo>
                      <a:pt x="115" y="45"/>
                    </a:lnTo>
                    <a:lnTo>
                      <a:pt x="115" y="45"/>
                    </a:lnTo>
                    <a:lnTo>
                      <a:pt x="117" y="45"/>
                    </a:lnTo>
                    <a:lnTo>
                      <a:pt x="117" y="45"/>
                    </a:lnTo>
                    <a:lnTo>
                      <a:pt x="119" y="45"/>
                    </a:lnTo>
                    <a:lnTo>
                      <a:pt x="119" y="45"/>
                    </a:lnTo>
                    <a:lnTo>
                      <a:pt x="121" y="45"/>
                    </a:lnTo>
                    <a:lnTo>
                      <a:pt x="121" y="45"/>
                    </a:lnTo>
                    <a:lnTo>
                      <a:pt x="121" y="45"/>
                    </a:lnTo>
                    <a:lnTo>
                      <a:pt x="121" y="45"/>
                    </a:lnTo>
                    <a:lnTo>
                      <a:pt x="123" y="45"/>
                    </a:lnTo>
                    <a:lnTo>
                      <a:pt x="123" y="45"/>
                    </a:lnTo>
                    <a:lnTo>
                      <a:pt x="124" y="45"/>
                    </a:lnTo>
                    <a:lnTo>
                      <a:pt x="124" y="45"/>
                    </a:lnTo>
                    <a:lnTo>
                      <a:pt x="126" y="45"/>
                    </a:lnTo>
                    <a:lnTo>
                      <a:pt x="126" y="46"/>
                    </a:lnTo>
                    <a:lnTo>
                      <a:pt x="127" y="46"/>
                    </a:lnTo>
                    <a:lnTo>
                      <a:pt x="127" y="46"/>
                    </a:lnTo>
                    <a:lnTo>
                      <a:pt x="129" y="46"/>
                    </a:lnTo>
                    <a:lnTo>
                      <a:pt x="129" y="46"/>
                    </a:lnTo>
                    <a:lnTo>
                      <a:pt x="131" y="46"/>
                    </a:lnTo>
                    <a:lnTo>
                      <a:pt x="131" y="46"/>
                    </a:lnTo>
                    <a:lnTo>
                      <a:pt x="133" y="46"/>
                    </a:lnTo>
                    <a:lnTo>
                      <a:pt x="136" y="51"/>
                    </a:lnTo>
                    <a:lnTo>
                      <a:pt x="141" y="54"/>
                    </a:lnTo>
                    <a:lnTo>
                      <a:pt x="146" y="60"/>
                    </a:lnTo>
                    <a:lnTo>
                      <a:pt x="151" y="64"/>
                    </a:lnTo>
                    <a:lnTo>
                      <a:pt x="157" y="70"/>
                    </a:lnTo>
                    <a:lnTo>
                      <a:pt x="163" y="76"/>
                    </a:lnTo>
                    <a:lnTo>
                      <a:pt x="169" y="82"/>
                    </a:lnTo>
                    <a:lnTo>
                      <a:pt x="175" y="87"/>
                    </a:lnTo>
                    <a:lnTo>
                      <a:pt x="179" y="94"/>
                    </a:lnTo>
                    <a:lnTo>
                      <a:pt x="185" y="99"/>
                    </a:lnTo>
                    <a:lnTo>
                      <a:pt x="190" y="105"/>
                    </a:lnTo>
                    <a:lnTo>
                      <a:pt x="194" y="109"/>
                    </a:lnTo>
                    <a:lnTo>
                      <a:pt x="197" y="113"/>
                    </a:lnTo>
                    <a:lnTo>
                      <a:pt x="201" y="116"/>
                    </a:lnTo>
                    <a:lnTo>
                      <a:pt x="203" y="118"/>
                    </a:lnTo>
                    <a:lnTo>
                      <a:pt x="205" y="118"/>
                    </a:lnTo>
                    <a:lnTo>
                      <a:pt x="206" y="118"/>
                    </a:lnTo>
                    <a:lnTo>
                      <a:pt x="209" y="117"/>
                    </a:lnTo>
                    <a:lnTo>
                      <a:pt x="214" y="115"/>
                    </a:lnTo>
                    <a:lnTo>
                      <a:pt x="221" y="112"/>
                    </a:lnTo>
                    <a:lnTo>
                      <a:pt x="228" y="111"/>
                    </a:lnTo>
                    <a:lnTo>
                      <a:pt x="237" y="107"/>
                    </a:lnTo>
                    <a:lnTo>
                      <a:pt x="247" y="103"/>
                    </a:lnTo>
                    <a:lnTo>
                      <a:pt x="258" y="99"/>
                    </a:lnTo>
                    <a:lnTo>
                      <a:pt x="268" y="96"/>
                    </a:lnTo>
                    <a:lnTo>
                      <a:pt x="280" y="92"/>
                    </a:lnTo>
                    <a:lnTo>
                      <a:pt x="290" y="88"/>
                    </a:lnTo>
                    <a:lnTo>
                      <a:pt x="302" y="84"/>
                    </a:lnTo>
                    <a:lnTo>
                      <a:pt x="311" y="82"/>
                    </a:lnTo>
                    <a:lnTo>
                      <a:pt x="321" y="77"/>
                    </a:lnTo>
                    <a:lnTo>
                      <a:pt x="329" y="75"/>
                    </a:lnTo>
                    <a:lnTo>
                      <a:pt x="337" y="71"/>
                    </a:lnTo>
                    <a:lnTo>
                      <a:pt x="342" y="70"/>
                    </a:lnTo>
                    <a:lnTo>
                      <a:pt x="349" y="68"/>
                    </a:lnTo>
                    <a:lnTo>
                      <a:pt x="356" y="66"/>
                    </a:lnTo>
                    <a:lnTo>
                      <a:pt x="363" y="63"/>
                    </a:lnTo>
                    <a:lnTo>
                      <a:pt x="371" y="61"/>
                    </a:lnTo>
                    <a:lnTo>
                      <a:pt x="380" y="57"/>
                    </a:lnTo>
                    <a:lnTo>
                      <a:pt x="387" y="55"/>
                    </a:lnTo>
                    <a:lnTo>
                      <a:pt x="397" y="51"/>
                    </a:lnTo>
                    <a:lnTo>
                      <a:pt x="405" y="49"/>
                    </a:lnTo>
                    <a:lnTo>
                      <a:pt x="414" y="46"/>
                    </a:lnTo>
                    <a:lnTo>
                      <a:pt x="422" y="44"/>
                    </a:lnTo>
                    <a:lnTo>
                      <a:pt x="431" y="40"/>
                    </a:lnTo>
                    <a:lnTo>
                      <a:pt x="437" y="38"/>
                    </a:lnTo>
                    <a:lnTo>
                      <a:pt x="445" y="36"/>
                    </a:lnTo>
                    <a:lnTo>
                      <a:pt x="452" y="34"/>
                    </a:lnTo>
                    <a:lnTo>
                      <a:pt x="459" y="30"/>
                    </a:lnTo>
                    <a:lnTo>
                      <a:pt x="463" y="30"/>
                    </a:lnTo>
                    <a:lnTo>
                      <a:pt x="468" y="28"/>
                    </a:lnTo>
                    <a:lnTo>
                      <a:pt x="474" y="26"/>
                    </a:lnTo>
                    <a:lnTo>
                      <a:pt x="480" y="24"/>
                    </a:lnTo>
                    <a:lnTo>
                      <a:pt x="486" y="22"/>
                    </a:lnTo>
                    <a:lnTo>
                      <a:pt x="494" y="19"/>
                    </a:lnTo>
                    <a:lnTo>
                      <a:pt x="500" y="17"/>
                    </a:lnTo>
                    <a:lnTo>
                      <a:pt x="508" y="14"/>
                    </a:lnTo>
                    <a:lnTo>
                      <a:pt x="514" y="12"/>
                    </a:lnTo>
                    <a:lnTo>
                      <a:pt x="520" y="9"/>
                    </a:lnTo>
                    <a:lnTo>
                      <a:pt x="526" y="8"/>
                    </a:lnTo>
                    <a:lnTo>
                      <a:pt x="532" y="5"/>
                    </a:lnTo>
                    <a:lnTo>
                      <a:pt x="536" y="4"/>
                    </a:lnTo>
                    <a:lnTo>
                      <a:pt x="540" y="2"/>
                    </a:lnTo>
                    <a:lnTo>
                      <a:pt x="541" y="2"/>
                    </a:lnTo>
                    <a:lnTo>
                      <a:pt x="543" y="0"/>
                    </a:lnTo>
                    <a:lnTo>
                      <a:pt x="543" y="1"/>
                    </a:lnTo>
                    <a:lnTo>
                      <a:pt x="543" y="2"/>
                    </a:lnTo>
                    <a:lnTo>
                      <a:pt x="543" y="4"/>
                    </a:lnTo>
                    <a:lnTo>
                      <a:pt x="543" y="5"/>
                    </a:lnTo>
                    <a:lnTo>
                      <a:pt x="543" y="9"/>
                    </a:lnTo>
                    <a:lnTo>
                      <a:pt x="543" y="11"/>
                    </a:lnTo>
                    <a:lnTo>
                      <a:pt x="543" y="14"/>
                    </a:lnTo>
                    <a:lnTo>
                      <a:pt x="543" y="16"/>
                    </a:lnTo>
                    <a:lnTo>
                      <a:pt x="543" y="20"/>
                    </a:lnTo>
                    <a:lnTo>
                      <a:pt x="543" y="22"/>
                    </a:lnTo>
                    <a:lnTo>
                      <a:pt x="543" y="25"/>
                    </a:lnTo>
                    <a:lnTo>
                      <a:pt x="543" y="27"/>
                    </a:lnTo>
                    <a:lnTo>
                      <a:pt x="543" y="29"/>
                    </a:lnTo>
                    <a:lnTo>
                      <a:pt x="543" y="31"/>
                    </a:lnTo>
                    <a:lnTo>
                      <a:pt x="543" y="31"/>
                    </a:lnTo>
                    <a:lnTo>
                      <a:pt x="543" y="31"/>
                    </a:lnTo>
                    <a:lnTo>
                      <a:pt x="541" y="33"/>
                    </a:lnTo>
                    <a:lnTo>
                      <a:pt x="541" y="33"/>
                    </a:lnTo>
                    <a:lnTo>
                      <a:pt x="539" y="34"/>
                    </a:lnTo>
                    <a:lnTo>
                      <a:pt x="536" y="34"/>
                    </a:lnTo>
                    <a:lnTo>
                      <a:pt x="533" y="36"/>
                    </a:lnTo>
                    <a:lnTo>
                      <a:pt x="529" y="37"/>
                    </a:lnTo>
                    <a:lnTo>
                      <a:pt x="525" y="39"/>
                    </a:lnTo>
                    <a:lnTo>
                      <a:pt x="522" y="39"/>
                    </a:lnTo>
                    <a:lnTo>
                      <a:pt x="516" y="41"/>
                    </a:lnTo>
                    <a:lnTo>
                      <a:pt x="512" y="43"/>
                    </a:lnTo>
                    <a:lnTo>
                      <a:pt x="507" y="45"/>
                    </a:lnTo>
                    <a:lnTo>
                      <a:pt x="503" y="46"/>
                    </a:lnTo>
                    <a:lnTo>
                      <a:pt x="499" y="48"/>
                    </a:lnTo>
                    <a:lnTo>
                      <a:pt x="495" y="48"/>
                    </a:lnTo>
                    <a:lnTo>
                      <a:pt x="491" y="50"/>
                    </a:lnTo>
                    <a:lnTo>
                      <a:pt x="489" y="50"/>
                    </a:lnTo>
                    <a:lnTo>
                      <a:pt x="483" y="52"/>
                    </a:lnTo>
                    <a:lnTo>
                      <a:pt x="479" y="53"/>
                    </a:lnTo>
                    <a:lnTo>
                      <a:pt x="473" y="56"/>
                    </a:lnTo>
                    <a:lnTo>
                      <a:pt x="468" y="58"/>
                    </a:lnTo>
                    <a:lnTo>
                      <a:pt x="461" y="60"/>
                    </a:lnTo>
                    <a:lnTo>
                      <a:pt x="456" y="61"/>
                    </a:lnTo>
                    <a:lnTo>
                      <a:pt x="450" y="63"/>
                    </a:lnTo>
                    <a:lnTo>
                      <a:pt x="444" y="65"/>
                    </a:lnTo>
                    <a:lnTo>
                      <a:pt x="437" y="68"/>
                    </a:lnTo>
                    <a:lnTo>
                      <a:pt x="431" y="70"/>
                    </a:lnTo>
                    <a:lnTo>
                      <a:pt x="425" y="72"/>
                    </a:lnTo>
                    <a:lnTo>
                      <a:pt x="419" y="74"/>
                    </a:lnTo>
                    <a:lnTo>
                      <a:pt x="414" y="76"/>
                    </a:lnTo>
                    <a:lnTo>
                      <a:pt x="408" y="77"/>
                    </a:lnTo>
                    <a:lnTo>
                      <a:pt x="403" y="80"/>
                    </a:lnTo>
                    <a:lnTo>
                      <a:pt x="399" y="80"/>
                    </a:lnTo>
                    <a:lnTo>
                      <a:pt x="395" y="82"/>
                    </a:lnTo>
                    <a:lnTo>
                      <a:pt x="391" y="83"/>
                    </a:lnTo>
                    <a:lnTo>
                      <a:pt x="386" y="85"/>
                    </a:lnTo>
                    <a:lnTo>
                      <a:pt x="382" y="86"/>
                    </a:lnTo>
                    <a:lnTo>
                      <a:pt x="377" y="88"/>
                    </a:lnTo>
                    <a:lnTo>
                      <a:pt x="372" y="90"/>
                    </a:lnTo>
                    <a:lnTo>
                      <a:pt x="366" y="92"/>
                    </a:lnTo>
                    <a:lnTo>
                      <a:pt x="362" y="92"/>
                    </a:lnTo>
                    <a:lnTo>
                      <a:pt x="356" y="94"/>
                    </a:lnTo>
                    <a:lnTo>
                      <a:pt x="351" y="96"/>
                    </a:lnTo>
                    <a:lnTo>
                      <a:pt x="346" y="98"/>
                    </a:lnTo>
                    <a:lnTo>
                      <a:pt x="341" y="99"/>
                    </a:lnTo>
                    <a:lnTo>
                      <a:pt x="337" y="101"/>
                    </a:lnTo>
                    <a:lnTo>
                      <a:pt x="333" y="102"/>
                    </a:lnTo>
                    <a:lnTo>
                      <a:pt x="329" y="104"/>
                    </a:lnTo>
                    <a:lnTo>
                      <a:pt x="326" y="104"/>
                    </a:lnTo>
                    <a:lnTo>
                      <a:pt x="322" y="106"/>
                    </a:lnTo>
                    <a:lnTo>
                      <a:pt x="319" y="108"/>
                    </a:lnTo>
                    <a:lnTo>
                      <a:pt x="315" y="110"/>
                    </a:lnTo>
                    <a:lnTo>
                      <a:pt x="311" y="110"/>
                    </a:lnTo>
                    <a:lnTo>
                      <a:pt x="306" y="112"/>
                    </a:lnTo>
                    <a:lnTo>
                      <a:pt x="302" y="114"/>
                    </a:lnTo>
                    <a:lnTo>
                      <a:pt x="298" y="116"/>
                    </a:lnTo>
                    <a:lnTo>
                      <a:pt x="295" y="116"/>
                    </a:lnTo>
                    <a:lnTo>
                      <a:pt x="289" y="118"/>
                    </a:lnTo>
                    <a:lnTo>
                      <a:pt x="285" y="120"/>
                    </a:lnTo>
                    <a:lnTo>
                      <a:pt x="280" y="121"/>
                    </a:lnTo>
                    <a:lnTo>
                      <a:pt x="276" y="121"/>
                    </a:lnTo>
                    <a:lnTo>
                      <a:pt x="273" y="124"/>
                    </a:lnTo>
                    <a:lnTo>
                      <a:pt x="268" y="124"/>
                    </a:lnTo>
                    <a:lnTo>
                      <a:pt x="265" y="126"/>
                    </a:lnTo>
                    <a:lnTo>
                      <a:pt x="262" y="126"/>
                    </a:lnTo>
                    <a:lnTo>
                      <a:pt x="258" y="128"/>
                    </a:lnTo>
                    <a:lnTo>
                      <a:pt x="255" y="130"/>
                    </a:lnTo>
                    <a:lnTo>
                      <a:pt x="250" y="132"/>
                    </a:lnTo>
                    <a:lnTo>
                      <a:pt x="246" y="133"/>
                    </a:lnTo>
                    <a:lnTo>
                      <a:pt x="241" y="135"/>
                    </a:lnTo>
                    <a:lnTo>
                      <a:pt x="237" y="137"/>
                    </a:lnTo>
                    <a:lnTo>
                      <a:pt x="231" y="139"/>
                    </a:lnTo>
                    <a:lnTo>
                      <a:pt x="228" y="140"/>
                    </a:lnTo>
                    <a:lnTo>
                      <a:pt x="222" y="142"/>
                    </a:lnTo>
                    <a:lnTo>
                      <a:pt x="218" y="143"/>
                    </a:lnTo>
                    <a:lnTo>
                      <a:pt x="214" y="146"/>
                    </a:lnTo>
                    <a:lnTo>
                      <a:pt x="210" y="146"/>
                    </a:lnTo>
                    <a:lnTo>
                      <a:pt x="206" y="148"/>
                    </a:lnTo>
                    <a:lnTo>
                      <a:pt x="204" y="148"/>
                    </a:lnTo>
                    <a:lnTo>
                      <a:pt x="202" y="148"/>
                    </a:lnTo>
                    <a:lnTo>
                      <a:pt x="201" y="147"/>
                    </a:lnTo>
                    <a:lnTo>
                      <a:pt x="200" y="147"/>
                    </a:lnTo>
                    <a:lnTo>
                      <a:pt x="199" y="146"/>
                    </a:lnTo>
                    <a:lnTo>
                      <a:pt x="197" y="145"/>
                    </a:lnTo>
                    <a:lnTo>
                      <a:pt x="196" y="143"/>
                    </a:lnTo>
                    <a:lnTo>
                      <a:pt x="193" y="141"/>
                    </a:lnTo>
                    <a:lnTo>
                      <a:pt x="191" y="138"/>
                    </a:lnTo>
                    <a:lnTo>
                      <a:pt x="187" y="134"/>
                    </a:lnTo>
                    <a:lnTo>
                      <a:pt x="185" y="131"/>
                    </a:lnTo>
                    <a:lnTo>
                      <a:pt x="182" y="129"/>
                    </a:lnTo>
                    <a:lnTo>
                      <a:pt x="178" y="125"/>
                    </a:lnTo>
                    <a:lnTo>
                      <a:pt x="174" y="121"/>
                    </a:lnTo>
                    <a:lnTo>
                      <a:pt x="172" y="117"/>
                    </a:lnTo>
                    <a:lnTo>
                      <a:pt x="168" y="115"/>
                    </a:lnTo>
                    <a:lnTo>
                      <a:pt x="166" y="111"/>
                    </a:lnTo>
                    <a:lnTo>
                      <a:pt x="163" y="109"/>
                    </a:lnTo>
                    <a:lnTo>
                      <a:pt x="162" y="105"/>
                    </a:lnTo>
                    <a:lnTo>
                      <a:pt x="160" y="105"/>
                    </a:lnTo>
                    <a:lnTo>
                      <a:pt x="158" y="103"/>
                    </a:lnTo>
                    <a:lnTo>
                      <a:pt x="156" y="101"/>
                    </a:lnTo>
                    <a:lnTo>
                      <a:pt x="155" y="99"/>
                    </a:lnTo>
                    <a:lnTo>
                      <a:pt x="152" y="97"/>
                    </a:lnTo>
                    <a:lnTo>
                      <a:pt x="150" y="95"/>
                    </a:lnTo>
                    <a:lnTo>
                      <a:pt x="148" y="93"/>
                    </a:lnTo>
                    <a:lnTo>
                      <a:pt x="146" y="89"/>
                    </a:lnTo>
                    <a:lnTo>
                      <a:pt x="143" y="87"/>
                    </a:lnTo>
                    <a:lnTo>
                      <a:pt x="141" y="85"/>
                    </a:lnTo>
                    <a:lnTo>
                      <a:pt x="139" y="83"/>
                    </a:lnTo>
                    <a:lnTo>
                      <a:pt x="137" y="81"/>
                    </a:lnTo>
                    <a:lnTo>
                      <a:pt x="135" y="80"/>
                    </a:lnTo>
                    <a:lnTo>
                      <a:pt x="133" y="78"/>
                    </a:lnTo>
                    <a:lnTo>
                      <a:pt x="131" y="77"/>
                    </a:lnTo>
                    <a:lnTo>
                      <a:pt x="131" y="75"/>
                    </a:lnTo>
                    <a:lnTo>
                      <a:pt x="129" y="75"/>
                    </a:lnTo>
                    <a:lnTo>
                      <a:pt x="129" y="75"/>
                    </a:lnTo>
                    <a:lnTo>
                      <a:pt x="128" y="75"/>
                    </a:lnTo>
                    <a:lnTo>
                      <a:pt x="128" y="75"/>
                    </a:lnTo>
                    <a:lnTo>
                      <a:pt x="126" y="75"/>
                    </a:lnTo>
                    <a:lnTo>
                      <a:pt x="126" y="75"/>
                    </a:lnTo>
                    <a:lnTo>
                      <a:pt x="125" y="75"/>
                    </a:lnTo>
                    <a:lnTo>
                      <a:pt x="125" y="74"/>
                    </a:lnTo>
                    <a:lnTo>
                      <a:pt x="124" y="74"/>
                    </a:lnTo>
                    <a:lnTo>
                      <a:pt x="124" y="74"/>
                    </a:lnTo>
                    <a:lnTo>
                      <a:pt x="122" y="74"/>
                    </a:lnTo>
                    <a:lnTo>
                      <a:pt x="122" y="73"/>
                    </a:lnTo>
                    <a:lnTo>
                      <a:pt x="121" y="73"/>
                    </a:lnTo>
                    <a:lnTo>
                      <a:pt x="121" y="73"/>
                    </a:lnTo>
                    <a:lnTo>
                      <a:pt x="121" y="73"/>
                    </a:lnTo>
                    <a:lnTo>
                      <a:pt x="121" y="71"/>
                    </a:lnTo>
                    <a:lnTo>
                      <a:pt x="119" y="73"/>
                    </a:lnTo>
                    <a:lnTo>
                      <a:pt x="119" y="73"/>
                    </a:lnTo>
                    <a:lnTo>
                      <a:pt x="119" y="73"/>
                    </a:lnTo>
                    <a:lnTo>
                      <a:pt x="119" y="73"/>
                    </a:lnTo>
                    <a:lnTo>
                      <a:pt x="118" y="73"/>
                    </a:lnTo>
                    <a:lnTo>
                      <a:pt x="118" y="73"/>
                    </a:lnTo>
                    <a:lnTo>
                      <a:pt x="118" y="73"/>
                    </a:lnTo>
                    <a:lnTo>
                      <a:pt x="118" y="73"/>
                    </a:lnTo>
                    <a:lnTo>
                      <a:pt x="116" y="73"/>
                    </a:lnTo>
                    <a:lnTo>
                      <a:pt x="116" y="73"/>
                    </a:lnTo>
                    <a:lnTo>
                      <a:pt x="116" y="73"/>
                    </a:lnTo>
                    <a:lnTo>
                      <a:pt x="116" y="73"/>
                    </a:lnTo>
                    <a:lnTo>
                      <a:pt x="114" y="73"/>
                    </a:lnTo>
                    <a:lnTo>
                      <a:pt x="114" y="73"/>
                    </a:lnTo>
                    <a:lnTo>
                      <a:pt x="114" y="73"/>
                    </a:lnTo>
                    <a:lnTo>
                      <a:pt x="114" y="73"/>
                    </a:lnTo>
                    <a:lnTo>
                      <a:pt x="112" y="75"/>
                    </a:lnTo>
                    <a:lnTo>
                      <a:pt x="112" y="75"/>
                    </a:lnTo>
                    <a:lnTo>
                      <a:pt x="112" y="75"/>
                    </a:lnTo>
                    <a:lnTo>
                      <a:pt x="112" y="75"/>
                    </a:lnTo>
                    <a:lnTo>
                      <a:pt x="111" y="76"/>
                    </a:lnTo>
                    <a:lnTo>
                      <a:pt x="111" y="76"/>
                    </a:lnTo>
                    <a:lnTo>
                      <a:pt x="111" y="76"/>
                    </a:lnTo>
                    <a:lnTo>
                      <a:pt x="111" y="76"/>
                    </a:lnTo>
                    <a:lnTo>
                      <a:pt x="109" y="77"/>
                    </a:lnTo>
                    <a:lnTo>
                      <a:pt x="109" y="77"/>
                    </a:lnTo>
                    <a:lnTo>
                      <a:pt x="109" y="77"/>
                    </a:lnTo>
                    <a:lnTo>
                      <a:pt x="109" y="77"/>
                    </a:lnTo>
                    <a:lnTo>
                      <a:pt x="107" y="77"/>
                    </a:lnTo>
                    <a:lnTo>
                      <a:pt x="107" y="77"/>
                    </a:lnTo>
                    <a:lnTo>
                      <a:pt x="107" y="77"/>
                    </a:lnTo>
                    <a:lnTo>
                      <a:pt x="107" y="77"/>
                    </a:lnTo>
                    <a:lnTo>
                      <a:pt x="105" y="80"/>
                    </a:lnTo>
                    <a:lnTo>
                      <a:pt x="105" y="80"/>
                    </a:lnTo>
                    <a:lnTo>
                      <a:pt x="104" y="80"/>
                    </a:lnTo>
                    <a:lnTo>
                      <a:pt x="104" y="80"/>
                    </a:lnTo>
                    <a:lnTo>
                      <a:pt x="102" y="82"/>
                    </a:lnTo>
                    <a:lnTo>
                      <a:pt x="102" y="82"/>
                    </a:lnTo>
                    <a:lnTo>
                      <a:pt x="100" y="83"/>
                    </a:lnTo>
                    <a:lnTo>
                      <a:pt x="100" y="83"/>
                    </a:lnTo>
                    <a:lnTo>
                      <a:pt x="98" y="85"/>
                    </a:lnTo>
                    <a:lnTo>
                      <a:pt x="98" y="85"/>
                    </a:lnTo>
                    <a:lnTo>
                      <a:pt x="96" y="87"/>
                    </a:lnTo>
                    <a:lnTo>
                      <a:pt x="96" y="87"/>
                    </a:lnTo>
                    <a:lnTo>
                      <a:pt x="94" y="88"/>
                    </a:lnTo>
                    <a:lnTo>
                      <a:pt x="94" y="88"/>
                    </a:lnTo>
                    <a:lnTo>
                      <a:pt x="94" y="88"/>
                    </a:lnTo>
                    <a:lnTo>
                      <a:pt x="94" y="88"/>
                    </a:lnTo>
                    <a:lnTo>
                      <a:pt x="92" y="90"/>
                    </a:lnTo>
                    <a:lnTo>
                      <a:pt x="91" y="90"/>
                    </a:lnTo>
                    <a:lnTo>
                      <a:pt x="89" y="90"/>
                    </a:lnTo>
                    <a:lnTo>
                      <a:pt x="89" y="90"/>
                    </a:lnTo>
                    <a:lnTo>
                      <a:pt x="87" y="92"/>
                    </a:lnTo>
                    <a:lnTo>
                      <a:pt x="87" y="92"/>
                    </a:lnTo>
                    <a:lnTo>
                      <a:pt x="85" y="92"/>
                    </a:lnTo>
                    <a:lnTo>
                      <a:pt x="85" y="92"/>
                    </a:lnTo>
                    <a:lnTo>
                      <a:pt x="83" y="95"/>
                    </a:lnTo>
                    <a:lnTo>
                      <a:pt x="83" y="95"/>
                    </a:lnTo>
                    <a:lnTo>
                      <a:pt x="81" y="95"/>
                    </a:lnTo>
                    <a:lnTo>
                      <a:pt x="81" y="95"/>
                    </a:lnTo>
                    <a:lnTo>
                      <a:pt x="80" y="96"/>
                    </a:lnTo>
                    <a:lnTo>
                      <a:pt x="80" y="96"/>
                    </a:lnTo>
                    <a:lnTo>
                      <a:pt x="78" y="96"/>
                    </a:lnTo>
                    <a:lnTo>
                      <a:pt x="78" y="96"/>
                    </a:lnTo>
                    <a:lnTo>
                      <a:pt x="76" y="98"/>
                    </a:lnTo>
                    <a:lnTo>
                      <a:pt x="74" y="98"/>
                    </a:lnTo>
                    <a:lnTo>
                      <a:pt x="72" y="98"/>
                    </a:lnTo>
                    <a:lnTo>
                      <a:pt x="72" y="98"/>
                    </a:lnTo>
                    <a:lnTo>
                      <a:pt x="70" y="98"/>
                    </a:lnTo>
                    <a:lnTo>
                      <a:pt x="68" y="98"/>
                    </a:lnTo>
                    <a:lnTo>
                      <a:pt x="66" y="98"/>
                    </a:lnTo>
                    <a:lnTo>
                      <a:pt x="66" y="98"/>
                    </a:lnTo>
                    <a:lnTo>
                      <a:pt x="64" y="98"/>
                    </a:lnTo>
                    <a:lnTo>
                      <a:pt x="62" y="98"/>
                    </a:lnTo>
                    <a:lnTo>
                      <a:pt x="60" y="98"/>
                    </a:lnTo>
                    <a:lnTo>
                      <a:pt x="59" y="98"/>
                    </a:lnTo>
                    <a:lnTo>
                      <a:pt x="57" y="98"/>
                    </a:lnTo>
                    <a:lnTo>
                      <a:pt x="56" y="98"/>
                    </a:lnTo>
                    <a:lnTo>
                      <a:pt x="54" y="98"/>
                    </a:lnTo>
                    <a:lnTo>
                      <a:pt x="54" y="98"/>
                    </a:lnTo>
                    <a:lnTo>
                      <a:pt x="52" y="98"/>
                    </a:lnTo>
                    <a:lnTo>
                      <a:pt x="51" y="98"/>
                    </a:lnTo>
                    <a:lnTo>
                      <a:pt x="49" y="98"/>
                    </a:lnTo>
                    <a:lnTo>
                      <a:pt x="48" y="98"/>
                    </a:lnTo>
                    <a:lnTo>
                      <a:pt x="46" y="98"/>
                    </a:lnTo>
                    <a:lnTo>
                      <a:pt x="44" y="98"/>
                    </a:lnTo>
                    <a:lnTo>
                      <a:pt x="43" y="98"/>
                    </a:lnTo>
                    <a:lnTo>
                      <a:pt x="43" y="98"/>
                    </a:lnTo>
                    <a:lnTo>
                      <a:pt x="41" y="98"/>
                    </a:lnTo>
                    <a:lnTo>
                      <a:pt x="38" y="98"/>
                    </a:lnTo>
                    <a:lnTo>
                      <a:pt x="37" y="98"/>
                    </a:lnTo>
                    <a:lnTo>
                      <a:pt x="36" y="98"/>
                    </a:lnTo>
                    <a:lnTo>
                      <a:pt x="33" y="98"/>
                    </a:lnTo>
                    <a:lnTo>
                      <a:pt x="33" y="98"/>
                    </a:lnTo>
                    <a:lnTo>
                      <a:pt x="31" y="98"/>
                    </a:lnTo>
                    <a:lnTo>
                      <a:pt x="31" y="96"/>
                    </a:lnTo>
                    <a:lnTo>
                      <a:pt x="29" y="96"/>
                    </a:lnTo>
                    <a:lnTo>
                      <a:pt x="28" y="96"/>
                    </a:lnTo>
                    <a:lnTo>
                      <a:pt x="26" y="96"/>
                    </a:lnTo>
                    <a:lnTo>
                      <a:pt x="26" y="95"/>
                    </a:lnTo>
                    <a:lnTo>
                      <a:pt x="24" y="95"/>
                    </a:lnTo>
                    <a:lnTo>
                      <a:pt x="24" y="95"/>
                    </a:lnTo>
                    <a:lnTo>
                      <a:pt x="22" y="95"/>
                    </a:lnTo>
                    <a:lnTo>
                      <a:pt x="22" y="92"/>
                    </a:lnTo>
                    <a:lnTo>
                      <a:pt x="21" y="92"/>
                    </a:lnTo>
                    <a:lnTo>
                      <a:pt x="20" y="92"/>
                    </a:lnTo>
                    <a:lnTo>
                      <a:pt x="18" y="92"/>
                    </a:lnTo>
                    <a:lnTo>
                      <a:pt x="18" y="90"/>
                    </a:lnTo>
                    <a:lnTo>
                      <a:pt x="16" y="90"/>
                    </a:lnTo>
                    <a:lnTo>
                      <a:pt x="16" y="90"/>
                    </a:lnTo>
                    <a:lnTo>
                      <a:pt x="14" y="90"/>
                    </a:lnTo>
                    <a:lnTo>
                      <a:pt x="14" y="88"/>
                    </a:lnTo>
                    <a:lnTo>
                      <a:pt x="12" y="88"/>
                    </a:lnTo>
                    <a:lnTo>
                      <a:pt x="12" y="88"/>
                    </a:lnTo>
                    <a:lnTo>
                      <a:pt x="11" y="88"/>
                    </a:lnTo>
                    <a:lnTo>
                      <a:pt x="11" y="87"/>
                    </a:lnTo>
                    <a:lnTo>
                      <a:pt x="9" y="87"/>
                    </a:lnTo>
                    <a:lnTo>
                      <a:pt x="9" y="85"/>
                    </a:lnTo>
                    <a:lnTo>
                      <a:pt x="9" y="85"/>
                    </a:lnTo>
                    <a:lnTo>
                      <a:pt x="9" y="83"/>
                    </a:lnTo>
                    <a:lnTo>
                      <a:pt x="7" y="83"/>
                    </a:lnTo>
                    <a:lnTo>
                      <a:pt x="7" y="83"/>
                    </a:lnTo>
                    <a:lnTo>
                      <a:pt x="7" y="83"/>
                    </a:lnTo>
                    <a:lnTo>
                      <a:pt x="7" y="81"/>
                    </a:lnTo>
                    <a:lnTo>
                      <a:pt x="6" y="81"/>
                    </a:lnTo>
                    <a:lnTo>
                      <a:pt x="6" y="80"/>
                    </a:lnTo>
                    <a:lnTo>
                      <a:pt x="6" y="80"/>
                    </a:lnTo>
                    <a:lnTo>
                      <a:pt x="6" y="77"/>
                    </a:lnTo>
                    <a:lnTo>
                      <a:pt x="5" y="77"/>
                    </a:lnTo>
                    <a:lnTo>
                      <a:pt x="5" y="77"/>
                    </a:lnTo>
                    <a:lnTo>
                      <a:pt x="5" y="77"/>
                    </a:lnTo>
                    <a:lnTo>
                      <a:pt x="5" y="77"/>
                    </a:lnTo>
                    <a:lnTo>
                      <a:pt x="3" y="77"/>
                    </a:lnTo>
                    <a:lnTo>
                      <a:pt x="3" y="77"/>
                    </a:lnTo>
                    <a:lnTo>
                      <a:pt x="3" y="77"/>
                    </a:lnTo>
                    <a:lnTo>
                      <a:pt x="3" y="76"/>
                    </a:lnTo>
                    <a:lnTo>
                      <a:pt x="1" y="76"/>
                    </a:lnTo>
                    <a:lnTo>
                      <a:pt x="1" y="76"/>
                    </a:lnTo>
                    <a:lnTo>
                      <a:pt x="1" y="76"/>
                    </a:lnTo>
                    <a:lnTo>
                      <a:pt x="1" y="74"/>
                    </a:lnTo>
                    <a:lnTo>
                      <a:pt x="0" y="74"/>
                    </a:lnTo>
                    <a:lnTo>
                      <a:pt x="0" y="74"/>
                    </a:lnTo>
                    <a:lnTo>
                      <a:pt x="0" y="74"/>
                    </a:lnTo>
                    <a:lnTo>
                      <a:pt x="0" y="73"/>
                    </a:lnTo>
                    <a:lnTo>
                      <a:pt x="0" y="70"/>
                    </a:lnTo>
                    <a:lnTo>
                      <a:pt x="0" y="68"/>
                    </a:lnTo>
                    <a:lnTo>
                      <a:pt x="0" y="66"/>
                    </a:lnTo>
                    <a:lnTo>
                      <a:pt x="0" y="62"/>
                    </a:lnTo>
                    <a:lnTo>
                      <a:pt x="0" y="60"/>
                    </a:lnTo>
                    <a:lnTo>
                      <a:pt x="0" y="56"/>
                    </a:lnTo>
                    <a:lnTo>
                      <a:pt x="0" y="53"/>
                    </a:lnTo>
                    <a:lnTo>
                      <a:pt x="1" y="49"/>
                    </a:lnTo>
                    <a:lnTo>
                      <a:pt x="1" y="47"/>
                    </a:lnTo>
                    <a:lnTo>
                      <a:pt x="1" y="45"/>
                    </a:lnTo>
                    <a:lnTo>
                      <a:pt x="1" y="43"/>
                    </a:lnTo>
                    <a:lnTo>
                      <a:pt x="2" y="39"/>
                    </a:lnTo>
                    <a:lnTo>
                      <a:pt x="2" y="39"/>
                    </a:lnTo>
                    <a:lnTo>
                      <a:pt x="2" y="37"/>
                    </a:lnTo>
                    <a:lnTo>
                      <a:pt x="2" y="37"/>
                    </a:lnTo>
                    <a:lnTo>
                      <a:pt x="3" y="36"/>
                    </a:lnTo>
                    <a:lnTo>
                      <a:pt x="3" y="36"/>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93" name=""/>
              <p:cNvSpPr/>
              <p:nvPr/>
            </p:nvSpPr>
            <p:spPr>
              <a:xfrm>
                <a:off x="7856640" y="4917960"/>
                <a:ext cx="123840" cy="96840"/>
              </a:xfrm>
              <a:custGeom>
                <a:avLst/>
                <a:gdLst/>
                <a:ahLst/>
                <a:rect l="l" t="t" r="r" b="b"/>
                <a:pathLst>
                  <a:path w="78" h="61">
                    <a:moveTo>
                      <a:pt x="76" y="0"/>
                    </a:moveTo>
                    <a:lnTo>
                      <a:pt x="76" y="2"/>
                    </a:lnTo>
                    <a:lnTo>
                      <a:pt x="76" y="2"/>
                    </a:lnTo>
                    <a:lnTo>
                      <a:pt x="76" y="4"/>
                    </a:lnTo>
                    <a:lnTo>
                      <a:pt x="76" y="4"/>
                    </a:lnTo>
                    <a:lnTo>
                      <a:pt x="76" y="6"/>
                    </a:lnTo>
                    <a:lnTo>
                      <a:pt x="76" y="7"/>
                    </a:lnTo>
                    <a:lnTo>
                      <a:pt x="76" y="9"/>
                    </a:lnTo>
                    <a:lnTo>
                      <a:pt x="76" y="10"/>
                    </a:lnTo>
                    <a:lnTo>
                      <a:pt x="76" y="13"/>
                    </a:lnTo>
                    <a:lnTo>
                      <a:pt x="76" y="15"/>
                    </a:lnTo>
                    <a:lnTo>
                      <a:pt x="76" y="16"/>
                    </a:lnTo>
                    <a:lnTo>
                      <a:pt x="76" y="19"/>
                    </a:lnTo>
                    <a:lnTo>
                      <a:pt x="76" y="21"/>
                    </a:lnTo>
                    <a:lnTo>
                      <a:pt x="76" y="22"/>
                    </a:lnTo>
                    <a:lnTo>
                      <a:pt x="76" y="24"/>
                    </a:lnTo>
                    <a:lnTo>
                      <a:pt x="77" y="24"/>
                    </a:lnTo>
                    <a:lnTo>
                      <a:pt x="77" y="26"/>
                    </a:lnTo>
                    <a:lnTo>
                      <a:pt x="77" y="26"/>
                    </a:lnTo>
                    <a:lnTo>
                      <a:pt x="77" y="27"/>
                    </a:lnTo>
                    <a:lnTo>
                      <a:pt x="77" y="27"/>
                    </a:lnTo>
                    <a:lnTo>
                      <a:pt x="77" y="29"/>
                    </a:lnTo>
                    <a:lnTo>
                      <a:pt x="77" y="29"/>
                    </a:lnTo>
                    <a:lnTo>
                      <a:pt x="77" y="29"/>
                    </a:lnTo>
                    <a:lnTo>
                      <a:pt x="77" y="29"/>
                    </a:lnTo>
                    <a:lnTo>
                      <a:pt x="77" y="31"/>
                    </a:lnTo>
                    <a:lnTo>
                      <a:pt x="77" y="31"/>
                    </a:lnTo>
                    <a:lnTo>
                      <a:pt x="77" y="31"/>
                    </a:lnTo>
                    <a:lnTo>
                      <a:pt x="77" y="31"/>
                    </a:lnTo>
                    <a:lnTo>
                      <a:pt x="77" y="33"/>
                    </a:lnTo>
                    <a:lnTo>
                      <a:pt x="77" y="33"/>
                    </a:lnTo>
                    <a:lnTo>
                      <a:pt x="77" y="33"/>
                    </a:lnTo>
                    <a:lnTo>
                      <a:pt x="77" y="33"/>
                    </a:lnTo>
                    <a:lnTo>
                      <a:pt x="77" y="34"/>
                    </a:lnTo>
                    <a:lnTo>
                      <a:pt x="77" y="34"/>
                    </a:lnTo>
                    <a:lnTo>
                      <a:pt x="77" y="34"/>
                    </a:lnTo>
                    <a:lnTo>
                      <a:pt x="77" y="34"/>
                    </a:lnTo>
                    <a:lnTo>
                      <a:pt x="77" y="34"/>
                    </a:lnTo>
                    <a:lnTo>
                      <a:pt x="77" y="34"/>
                    </a:lnTo>
                    <a:lnTo>
                      <a:pt x="77" y="34"/>
                    </a:lnTo>
                    <a:lnTo>
                      <a:pt x="77" y="34"/>
                    </a:lnTo>
                    <a:lnTo>
                      <a:pt x="77" y="35"/>
                    </a:lnTo>
                    <a:lnTo>
                      <a:pt x="77" y="35"/>
                    </a:lnTo>
                    <a:lnTo>
                      <a:pt x="77" y="35"/>
                    </a:lnTo>
                    <a:lnTo>
                      <a:pt x="77" y="35"/>
                    </a:lnTo>
                    <a:lnTo>
                      <a:pt x="77" y="35"/>
                    </a:lnTo>
                    <a:lnTo>
                      <a:pt x="77" y="35"/>
                    </a:lnTo>
                    <a:lnTo>
                      <a:pt x="77" y="35"/>
                    </a:lnTo>
                    <a:lnTo>
                      <a:pt x="77" y="35"/>
                    </a:lnTo>
                    <a:lnTo>
                      <a:pt x="76" y="37"/>
                    </a:lnTo>
                    <a:lnTo>
                      <a:pt x="76" y="37"/>
                    </a:lnTo>
                    <a:lnTo>
                      <a:pt x="76" y="37"/>
                    </a:lnTo>
                    <a:lnTo>
                      <a:pt x="76" y="37"/>
                    </a:lnTo>
                    <a:lnTo>
                      <a:pt x="76" y="38"/>
                    </a:lnTo>
                    <a:lnTo>
                      <a:pt x="76" y="38"/>
                    </a:lnTo>
                    <a:lnTo>
                      <a:pt x="76" y="38"/>
                    </a:lnTo>
                    <a:lnTo>
                      <a:pt x="76" y="38"/>
                    </a:lnTo>
                    <a:lnTo>
                      <a:pt x="74" y="40"/>
                    </a:lnTo>
                    <a:lnTo>
                      <a:pt x="74" y="40"/>
                    </a:lnTo>
                    <a:lnTo>
                      <a:pt x="74" y="40"/>
                    </a:lnTo>
                    <a:lnTo>
                      <a:pt x="74" y="40"/>
                    </a:lnTo>
                    <a:lnTo>
                      <a:pt x="74" y="41"/>
                    </a:lnTo>
                    <a:lnTo>
                      <a:pt x="74" y="41"/>
                    </a:lnTo>
                    <a:lnTo>
                      <a:pt x="74" y="41"/>
                    </a:lnTo>
                    <a:lnTo>
                      <a:pt x="74" y="41"/>
                    </a:lnTo>
                    <a:lnTo>
                      <a:pt x="72" y="43"/>
                    </a:lnTo>
                    <a:lnTo>
                      <a:pt x="72" y="43"/>
                    </a:lnTo>
                    <a:lnTo>
                      <a:pt x="72" y="43"/>
                    </a:lnTo>
                    <a:lnTo>
                      <a:pt x="72" y="43"/>
                    </a:lnTo>
                    <a:lnTo>
                      <a:pt x="71" y="44"/>
                    </a:lnTo>
                    <a:lnTo>
                      <a:pt x="71" y="44"/>
                    </a:lnTo>
                    <a:lnTo>
                      <a:pt x="71" y="44"/>
                    </a:lnTo>
                    <a:lnTo>
                      <a:pt x="71" y="44"/>
                    </a:lnTo>
                    <a:lnTo>
                      <a:pt x="69" y="46"/>
                    </a:lnTo>
                    <a:lnTo>
                      <a:pt x="69" y="46"/>
                    </a:lnTo>
                    <a:lnTo>
                      <a:pt x="69" y="46"/>
                    </a:lnTo>
                    <a:lnTo>
                      <a:pt x="69" y="46"/>
                    </a:lnTo>
                    <a:lnTo>
                      <a:pt x="69" y="47"/>
                    </a:lnTo>
                    <a:lnTo>
                      <a:pt x="69" y="47"/>
                    </a:lnTo>
                    <a:lnTo>
                      <a:pt x="69" y="47"/>
                    </a:lnTo>
                    <a:lnTo>
                      <a:pt x="69" y="47"/>
                    </a:lnTo>
                    <a:lnTo>
                      <a:pt x="68" y="49"/>
                    </a:lnTo>
                    <a:lnTo>
                      <a:pt x="68" y="49"/>
                    </a:lnTo>
                    <a:lnTo>
                      <a:pt x="67" y="49"/>
                    </a:lnTo>
                    <a:lnTo>
                      <a:pt x="67" y="49"/>
                    </a:lnTo>
                    <a:lnTo>
                      <a:pt x="64" y="50"/>
                    </a:lnTo>
                    <a:lnTo>
                      <a:pt x="64" y="50"/>
                    </a:lnTo>
                    <a:lnTo>
                      <a:pt x="64" y="50"/>
                    </a:lnTo>
                    <a:lnTo>
                      <a:pt x="64" y="50"/>
                    </a:lnTo>
                    <a:lnTo>
                      <a:pt x="62" y="52"/>
                    </a:lnTo>
                    <a:lnTo>
                      <a:pt x="62" y="52"/>
                    </a:lnTo>
                    <a:lnTo>
                      <a:pt x="62" y="52"/>
                    </a:lnTo>
                    <a:lnTo>
                      <a:pt x="62" y="52"/>
                    </a:lnTo>
                    <a:lnTo>
                      <a:pt x="61" y="53"/>
                    </a:lnTo>
                    <a:lnTo>
                      <a:pt x="61" y="53"/>
                    </a:lnTo>
                    <a:lnTo>
                      <a:pt x="61" y="53"/>
                    </a:lnTo>
                    <a:lnTo>
                      <a:pt x="61" y="53"/>
                    </a:lnTo>
                    <a:lnTo>
                      <a:pt x="60" y="55"/>
                    </a:lnTo>
                    <a:lnTo>
                      <a:pt x="60" y="55"/>
                    </a:lnTo>
                    <a:lnTo>
                      <a:pt x="60" y="55"/>
                    </a:lnTo>
                    <a:lnTo>
                      <a:pt x="60" y="55"/>
                    </a:lnTo>
                    <a:lnTo>
                      <a:pt x="58" y="55"/>
                    </a:lnTo>
                    <a:lnTo>
                      <a:pt x="58" y="55"/>
                    </a:lnTo>
                    <a:lnTo>
                      <a:pt x="58" y="55"/>
                    </a:lnTo>
                    <a:lnTo>
                      <a:pt x="58" y="55"/>
                    </a:lnTo>
                    <a:lnTo>
                      <a:pt x="56" y="56"/>
                    </a:lnTo>
                    <a:lnTo>
                      <a:pt x="56" y="56"/>
                    </a:lnTo>
                    <a:lnTo>
                      <a:pt x="56" y="56"/>
                    </a:lnTo>
                    <a:lnTo>
                      <a:pt x="56" y="56"/>
                    </a:lnTo>
                    <a:lnTo>
                      <a:pt x="55" y="56"/>
                    </a:lnTo>
                    <a:lnTo>
                      <a:pt x="55" y="56"/>
                    </a:lnTo>
                    <a:lnTo>
                      <a:pt x="55" y="56"/>
                    </a:lnTo>
                    <a:lnTo>
                      <a:pt x="55" y="56"/>
                    </a:lnTo>
                    <a:lnTo>
                      <a:pt x="53" y="58"/>
                    </a:lnTo>
                    <a:lnTo>
                      <a:pt x="53" y="58"/>
                    </a:lnTo>
                    <a:lnTo>
                      <a:pt x="53" y="58"/>
                    </a:lnTo>
                    <a:lnTo>
                      <a:pt x="53" y="58"/>
                    </a:lnTo>
                    <a:lnTo>
                      <a:pt x="51" y="58"/>
                    </a:lnTo>
                    <a:lnTo>
                      <a:pt x="51" y="58"/>
                    </a:lnTo>
                    <a:lnTo>
                      <a:pt x="51" y="58"/>
                    </a:lnTo>
                    <a:lnTo>
                      <a:pt x="51" y="58"/>
                    </a:lnTo>
                    <a:lnTo>
                      <a:pt x="49" y="58"/>
                    </a:lnTo>
                    <a:lnTo>
                      <a:pt x="49" y="58"/>
                    </a:lnTo>
                    <a:lnTo>
                      <a:pt x="49" y="58"/>
                    </a:lnTo>
                    <a:lnTo>
                      <a:pt x="49" y="58"/>
                    </a:lnTo>
                    <a:lnTo>
                      <a:pt x="48" y="58"/>
                    </a:lnTo>
                    <a:lnTo>
                      <a:pt x="48" y="58"/>
                    </a:lnTo>
                    <a:lnTo>
                      <a:pt x="48" y="58"/>
                    </a:lnTo>
                    <a:lnTo>
                      <a:pt x="48" y="58"/>
                    </a:lnTo>
                    <a:lnTo>
                      <a:pt x="46" y="60"/>
                    </a:lnTo>
                    <a:lnTo>
                      <a:pt x="46" y="60"/>
                    </a:lnTo>
                    <a:lnTo>
                      <a:pt x="45" y="60"/>
                    </a:lnTo>
                    <a:lnTo>
                      <a:pt x="45" y="60"/>
                    </a:lnTo>
                    <a:lnTo>
                      <a:pt x="43" y="60"/>
                    </a:lnTo>
                    <a:lnTo>
                      <a:pt x="43" y="60"/>
                    </a:lnTo>
                    <a:lnTo>
                      <a:pt x="43" y="60"/>
                    </a:lnTo>
                    <a:lnTo>
                      <a:pt x="43" y="60"/>
                    </a:lnTo>
                    <a:lnTo>
                      <a:pt x="41" y="60"/>
                    </a:lnTo>
                    <a:lnTo>
                      <a:pt x="41" y="60"/>
                    </a:lnTo>
                    <a:lnTo>
                      <a:pt x="41" y="60"/>
                    </a:lnTo>
                    <a:lnTo>
                      <a:pt x="41" y="60"/>
                    </a:lnTo>
                    <a:lnTo>
                      <a:pt x="40" y="60"/>
                    </a:lnTo>
                    <a:lnTo>
                      <a:pt x="40" y="60"/>
                    </a:lnTo>
                    <a:lnTo>
                      <a:pt x="40" y="60"/>
                    </a:lnTo>
                    <a:lnTo>
                      <a:pt x="40" y="60"/>
                    </a:lnTo>
                    <a:lnTo>
                      <a:pt x="38" y="60"/>
                    </a:lnTo>
                    <a:lnTo>
                      <a:pt x="38" y="60"/>
                    </a:lnTo>
                    <a:lnTo>
                      <a:pt x="37" y="60"/>
                    </a:lnTo>
                    <a:lnTo>
                      <a:pt x="37" y="60"/>
                    </a:lnTo>
                    <a:lnTo>
                      <a:pt x="35" y="60"/>
                    </a:lnTo>
                    <a:lnTo>
                      <a:pt x="35" y="60"/>
                    </a:lnTo>
                    <a:lnTo>
                      <a:pt x="35" y="60"/>
                    </a:lnTo>
                    <a:lnTo>
                      <a:pt x="35" y="60"/>
                    </a:lnTo>
                    <a:lnTo>
                      <a:pt x="33" y="60"/>
                    </a:lnTo>
                    <a:lnTo>
                      <a:pt x="33" y="60"/>
                    </a:lnTo>
                    <a:lnTo>
                      <a:pt x="33" y="60"/>
                    </a:lnTo>
                    <a:lnTo>
                      <a:pt x="33" y="60"/>
                    </a:lnTo>
                    <a:lnTo>
                      <a:pt x="31" y="60"/>
                    </a:lnTo>
                    <a:lnTo>
                      <a:pt x="31" y="60"/>
                    </a:lnTo>
                    <a:lnTo>
                      <a:pt x="31" y="60"/>
                    </a:lnTo>
                    <a:lnTo>
                      <a:pt x="31" y="60"/>
                    </a:lnTo>
                    <a:lnTo>
                      <a:pt x="30" y="60"/>
                    </a:lnTo>
                    <a:lnTo>
                      <a:pt x="30" y="60"/>
                    </a:lnTo>
                    <a:lnTo>
                      <a:pt x="29" y="60"/>
                    </a:lnTo>
                    <a:lnTo>
                      <a:pt x="29" y="60"/>
                    </a:lnTo>
                    <a:lnTo>
                      <a:pt x="27" y="60"/>
                    </a:lnTo>
                    <a:lnTo>
                      <a:pt x="27" y="60"/>
                    </a:lnTo>
                    <a:lnTo>
                      <a:pt x="27" y="60"/>
                    </a:lnTo>
                    <a:lnTo>
                      <a:pt x="27" y="60"/>
                    </a:lnTo>
                    <a:lnTo>
                      <a:pt x="25" y="60"/>
                    </a:lnTo>
                    <a:lnTo>
                      <a:pt x="25" y="60"/>
                    </a:lnTo>
                    <a:lnTo>
                      <a:pt x="25" y="60"/>
                    </a:lnTo>
                    <a:lnTo>
                      <a:pt x="25" y="60"/>
                    </a:lnTo>
                    <a:lnTo>
                      <a:pt x="24" y="60"/>
                    </a:lnTo>
                    <a:lnTo>
                      <a:pt x="24" y="60"/>
                    </a:lnTo>
                    <a:lnTo>
                      <a:pt x="24" y="60"/>
                    </a:lnTo>
                    <a:lnTo>
                      <a:pt x="24" y="60"/>
                    </a:lnTo>
                    <a:lnTo>
                      <a:pt x="22" y="60"/>
                    </a:lnTo>
                    <a:lnTo>
                      <a:pt x="22" y="60"/>
                    </a:lnTo>
                    <a:lnTo>
                      <a:pt x="22" y="60"/>
                    </a:lnTo>
                    <a:lnTo>
                      <a:pt x="22" y="60"/>
                    </a:lnTo>
                    <a:lnTo>
                      <a:pt x="21" y="60"/>
                    </a:lnTo>
                    <a:lnTo>
                      <a:pt x="21" y="60"/>
                    </a:lnTo>
                    <a:lnTo>
                      <a:pt x="21" y="60"/>
                    </a:lnTo>
                    <a:lnTo>
                      <a:pt x="21" y="60"/>
                    </a:lnTo>
                    <a:lnTo>
                      <a:pt x="19" y="60"/>
                    </a:lnTo>
                    <a:lnTo>
                      <a:pt x="19" y="60"/>
                    </a:lnTo>
                    <a:lnTo>
                      <a:pt x="19" y="60"/>
                    </a:lnTo>
                    <a:lnTo>
                      <a:pt x="19" y="60"/>
                    </a:lnTo>
                    <a:lnTo>
                      <a:pt x="19" y="60"/>
                    </a:lnTo>
                    <a:lnTo>
                      <a:pt x="19" y="60"/>
                    </a:lnTo>
                    <a:lnTo>
                      <a:pt x="19" y="60"/>
                    </a:lnTo>
                    <a:lnTo>
                      <a:pt x="19" y="60"/>
                    </a:lnTo>
                    <a:lnTo>
                      <a:pt x="17" y="60"/>
                    </a:lnTo>
                    <a:lnTo>
                      <a:pt x="17" y="60"/>
                    </a:lnTo>
                    <a:lnTo>
                      <a:pt x="17" y="60"/>
                    </a:lnTo>
                    <a:lnTo>
                      <a:pt x="17" y="60"/>
                    </a:lnTo>
                    <a:lnTo>
                      <a:pt x="17" y="60"/>
                    </a:lnTo>
                    <a:lnTo>
                      <a:pt x="17" y="60"/>
                    </a:lnTo>
                    <a:lnTo>
                      <a:pt x="17" y="60"/>
                    </a:lnTo>
                    <a:lnTo>
                      <a:pt x="17" y="60"/>
                    </a:lnTo>
                    <a:lnTo>
                      <a:pt x="15" y="60"/>
                    </a:lnTo>
                    <a:lnTo>
                      <a:pt x="15" y="60"/>
                    </a:lnTo>
                    <a:lnTo>
                      <a:pt x="15" y="60"/>
                    </a:lnTo>
                    <a:lnTo>
                      <a:pt x="15" y="60"/>
                    </a:lnTo>
                    <a:lnTo>
                      <a:pt x="15" y="60"/>
                    </a:lnTo>
                    <a:lnTo>
                      <a:pt x="15" y="60"/>
                    </a:lnTo>
                    <a:lnTo>
                      <a:pt x="15" y="60"/>
                    </a:lnTo>
                    <a:lnTo>
                      <a:pt x="15" y="59"/>
                    </a:lnTo>
                    <a:lnTo>
                      <a:pt x="13" y="59"/>
                    </a:lnTo>
                    <a:lnTo>
                      <a:pt x="13" y="59"/>
                    </a:lnTo>
                    <a:lnTo>
                      <a:pt x="13" y="59"/>
                    </a:lnTo>
                    <a:lnTo>
                      <a:pt x="13" y="59"/>
                    </a:lnTo>
                    <a:lnTo>
                      <a:pt x="13" y="59"/>
                    </a:lnTo>
                    <a:lnTo>
                      <a:pt x="13" y="59"/>
                    </a:lnTo>
                    <a:lnTo>
                      <a:pt x="13" y="59"/>
                    </a:lnTo>
                    <a:lnTo>
                      <a:pt x="13" y="59"/>
                    </a:lnTo>
                    <a:lnTo>
                      <a:pt x="12" y="59"/>
                    </a:lnTo>
                    <a:lnTo>
                      <a:pt x="12" y="59"/>
                    </a:lnTo>
                    <a:lnTo>
                      <a:pt x="12" y="59"/>
                    </a:lnTo>
                    <a:lnTo>
                      <a:pt x="12" y="59"/>
                    </a:lnTo>
                    <a:lnTo>
                      <a:pt x="12" y="59"/>
                    </a:lnTo>
                    <a:lnTo>
                      <a:pt x="12" y="59"/>
                    </a:lnTo>
                    <a:lnTo>
                      <a:pt x="12" y="59"/>
                    </a:lnTo>
                    <a:lnTo>
                      <a:pt x="12" y="57"/>
                    </a:lnTo>
                    <a:lnTo>
                      <a:pt x="10" y="57"/>
                    </a:lnTo>
                    <a:lnTo>
                      <a:pt x="10" y="57"/>
                    </a:lnTo>
                    <a:lnTo>
                      <a:pt x="8" y="57"/>
                    </a:lnTo>
                    <a:lnTo>
                      <a:pt x="8" y="55"/>
                    </a:lnTo>
                    <a:lnTo>
                      <a:pt x="6" y="55"/>
                    </a:lnTo>
                    <a:lnTo>
                      <a:pt x="6" y="53"/>
                    </a:lnTo>
                    <a:lnTo>
                      <a:pt x="6" y="53"/>
                    </a:lnTo>
                    <a:lnTo>
                      <a:pt x="6" y="51"/>
                    </a:lnTo>
                    <a:lnTo>
                      <a:pt x="3" y="51"/>
                    </a:lnTo>
                    <a:lnTo>
                      <a:pt x="3" y="50"/>
                    </a:lnTo>
                    <a:lnTo>
                      <a:pt x="3" y="50"/>
                    </a:lnTo>
                    <a:lnTo>
                      <a:pt x="3" y="48"/>
                    </a:lnTo>
                    <a:lnTo>
                      <a:pt x="2" y="48"/>
                    </a:lnTo>
                    <a:lnTo>
                      <a:pt x="2" y="46"/>
                    </a:lnTo>
                    <a:lnTo>
                      <a:pt x="2" y="45"/>
                    </a:lnTo>
                    <a:lnTo>
                      <a:pt x="2" y="43"/>
                    </a:lnTo>
                    <a:lnTo>
                      <a:pt x="0" y="43"/>
                    </a:lnTo>
                    <a:lnTo>
                      <a:pt x="0" y="43"/>
                    </a:lnTo>
                    <a:lnTo>
                      <a:pt x="0" y="43"/>
                    </a:lnTo>
                    <a:lnTo>
                      <a:pt x="0" y="43"/>
                    </a:lnTo>
                    <a:lnTo>
                      <a:pt x="0" y="43"/>
                    </a:lnTo>
                    <a:lnTo>
                      <a:pt x="0" y="43"/>
                    </a:lnTo>
                    <a:lnTo>
                      <a:pt x="0" y="43"/>
                    </a:lnTo>
                    <a:lnTo>
                      <a:pt x="0" y="41"/>
                    </a:lnTo>
                    <a:lnTo>
                      <a:pt x="0" y="41"/>
                    </a:lnTo>
                    <a:lnTo>
                      <a:pt x="0" y="41"/>
                    </a:lnTo>
                    <a:lnTo>
                      <a:pt x="0" y="41"/>
                    </a:lnTo>
                    <a:lnTo>
                      <a:pt x="0" y="40"/>
                    </a:lnTo>
                    <a:lnTo>
                      <a:pt x="0" y="40"/>
                    </a:lnTo>
                    <a:lnTo>
                      <a:pt x="0" y="40"/>
                    </a:lnTo>
                    <a:lnTo>
                      <a:pt x="0" y="40"/>
                    </a:lnTo>
                    <a:lnTo>
                      <a:pt x="0" y="38"/>
                    </a:lnTo>
                    <a:lnTo>
                      <a:pt x="0" y="38"/>
                    </a:lnTo>
                    <a:lnTo>
                      <a:pt x="0" y="38"/>
                    </a:lnTo>
                    <a:lnTo>
                      <a:pt x="0" y="38"/>
                    </a:lnTo>
                    <a:lnTo>
                      <a:pt x="0" y="37"/>
                    </a:lnTo>
                    <a:lnTo>
                      <a:pt x="0" y="37"/>
                    </a:lnTo>
                    <a:lnTo>
                      <a:pt x="0" y="37"/>
                    </a:lnTo>
                    <a:lnTo>
                      <a:pt x="0" y="37"/>
                    </a:lnTo>
                    <a:lnTo>
                      <a:pt x="1" y="35"/>
                    </a:lnTo>
                    <a:lnTo>
                      <a:pt x="1" y="35"/>
                    </a:lnTo>
                    <a:lnTo>
                      <a:pt x="1" y="35"/>
                    </a:lnTo>
                    <a:lnTo>
                      <a:pt x="1" y="35"/>
                    </a:lnTo>
                    <a:lnTo>
                      <a:pt x="2" y="33"/>
                    </a:lnTo>
                    <a:lnTo>
                      <a:pt x="2" y="33"/>
                    </a:lnTo>
                    <a:lnTo>
                      <a:pt x="2" y="33"/>
                    </a:lnTo>
                    <a:lnTo>
                      <a:pt x="2" y="33"/>
                    </a:lnTo>
                    <a:lnTo>
                      <a:pt x="3" y="32"/>
                    </a:lnTo>
                    <a:lnTo>
                      <a:pt x="3" y="32"/>
                    </a:lnTo>
                    <a:lnTo>
                      <a:pt x="3" y="32"/>
                    </a:lnTo>
                    <a:lnTo>
                      <a:pt x="3" y="32"/>
                    </a:lnTo>
                    <a:lnTo>
                      <a:pt x="4" y="32"/>
                    </a:lnTo>
                    <a:lnTo>
                      <a:pt x="4" y="32"/>
                    </a:lnTo>
                    <a:lnTo>
                      <a:pt x="4" y="32"/>
                    </a:lnTo>
                    <a:lnTo>
                      <a:pt x="4" y="32"/>
                    </a:lnTo>
                    <a:lnTo>
                      <a:pt x="6" y="31"/>
                    </a:lnTo>
                    <a:lnTo>
                      <a:pt x="6" y="31"/>
                    </a:lnTo>
                    <a:lnTo>
                      <a:pt x="6" y="31"/>
                    </a:lnTo>
                    <a:lnTo>
                      <a:pt x="6" y="31"/>
                    </a:lnTo>
                    <a:lnTo>
                      <a:pt x="7" y="31"/>
                    </a:lnTo>
                    <a:lnTo>
                      <a:pt x="7" y="31"/>
                    </a:lnTo>
                    <a:lnTo>
                      <a:pt x="7" y="31"/>
                    </a:lnTo>
                    <a:lnTo>
                      <a:pt x="7" y="31"/>
                    </a:lnTo>
                    <a:lnTo>
                      <a:pt x="9" y="30"/>
                    </a:lnTo>
                    <a:lnTo>
                      <a:pt x="9" y="31"/>
                    </a:lnTo>
                    <a:lnTo>
                      <a:pt x="9" y="31"/>
                    </a:lnTo>
                    <a:lnTo>
                      <a:pt x="9" y="31"/>
                    </a:lnTo>
                    <a:lnTo>
                      <a:pt x="11" y="31"/>
                    </a:lnTo>
                    <a:lnTo>
                      <a:pt x="11" y="31"/>
                    </a:lnTo>
                    <a:lnTo>
                      <a:pt x="13" y="31"/>
                    </a:lnTo>
                    <a:lnTo>
                      <a:pt x="15" y="31"/>
                    </a:lnTo>
                    <a:lnTo>
                      <a:pt x="17" y="31"/>
                    </a:lnTo>
                    <a:lnTo>
                      <a:pt x="17" y="31"/>
                    </a:lnTo>
                    <a:lnTo>
                      <a:pt x="18" y="31"/>
                    </a:lnTo>
                    <a:lnTo>
                      <a:pt x="18" y="31"/>
                    </a:lnTo>
                    <a:lnTo>
                      <a:pt x="20" y="31"/>
                    </a:lnTo>
                    <a:lnTo>
                      <a:pt x="20" y="31"/>
                    </a:lnTo>
                    <a:lnTo>
                      <a:pt x="23" y="31"/>
                    </a:lnTo>
                    <a:lnTo>
                      <a:pt x="23" y="31"/>
                    </a:lnTo>
                    <a:lnTo>
                      <a:pt x="25" y="31"/>
                    </a:lnTo>
                    <a:lnTo>
                      <a:pt x="25" y="31"/>
                    </a:lnTo>
                    <a:lnTo>
                      <a:pt x="25" y="31"/>
                    </a:lnTo>
                    <a:lnTo>
                      <a:pt x="25" y="31"/>
                    </a:lnTo>
                    <a:lnTo>
                      <a:pt x="28" y="31"/>
                    </a:lnTo>
                    <a:lnTo>
                      <a:pt x="28" y="31"/>
                    </a:lnTo>
                    <a:lnTo>
                      <a:pt x="30" y="31"/>
                    </a:lnTo>
                    <a:lnTo>
                      <a:pt x="30" y="31"/>
                    </a:lnTo>
                    <a:lnTo>
                      <a:pt x="31" y="31"/>
                    </a:lnTo>
                    <a:lnTo>
                      <a:pt x="31" y="31"/>
                    </a:lnTo>
                    <a:lnTo>
                      <a:pt x="33" y="31"/>
                    </a:lnTo>
                    <a:lnTo>
                      <a:pt x="33" y="31"/>
                    </a:lnTo>
                    <a:lnTo>
                      <a:pt x="35" y="31"/>
                    </a:lnTo>
                    <a:lnTo>
                      <a:pt x="35" y="31"/>
                    </a:lnTo>
                    <a:lnTo>
                      <a:pt x="37" y="31"/>
                    </a:lnTo>
                    <a:lnTo>
                      <a:pt x="38" y="31"/>
                    </a:lnTo>
                    <a:lnTo>
                      <a:pt x="40" y="31"/>
                    </a:lnTo>
                    <a:lnTo>
                      <a:pt x="40" y="31"/>
                    </a:lnTo>
                    <a:lnTo>
                      <a:pt x="40" y="31"/>
                    </a:lnTo>
                    <a:lnTo>
                      <a:pt x="40" y="31"/>
                    </a:lnTo>
                    <a:lnTo>
                      <a:pt x="42" y="31"/>
                    </a:lnTo>
                    <a:lnTo>
                      <a:pt x="42" y="31"/>
                    </a:lnTo>
                    <a:lnTo>
                      <a:pt x="45" y="31"/>
                    </a:lnTo>
                    <a:lnTo>
                      <a:pt x="46" y="31"/>
                    </a:lnTo>
                    <a:lnTo>
                      <a:pt x="47" y="29"/>
                    </a:lnTo>
                    <a:lnTo>
                      <a:pt x="47" y="29"/>
                    </a:lnTo>
                    <a:lnTo>
                      <a:pt x="50" y="29"/>
                    </a:lnTo>
                    <a:lnTo>
                      <a:pt x="50" y="29"/>
                    </a:lnTo>
                    <a:lnTo>
                      <a:pt x="52" y="29"/>
                    </a:lnTo>
                    <a:lnTo>
                      <a:pt x="52" y="29"/>
                    </a:lnTo>
                    <a:lnTo>
                      <a:pt x="53" y="29"/>
                    </a:lnTo>
                    <a:lnTo>
                      <a:pt x="53" y="29"/>
                    </a:lnTo>
                    <a:lnTo>
                      <a:pt x="55" y="27"/>
                    </a:lnTo>
                    <a:lnTo>
                      <a:pt x="55" y="27"/>
                    </a:lnTo>
                    <a:lnTo>
                      <a:pt x="55" y="27"/>
                    </a:lnTo>
                    <a:lnTo>
                      <a:pt x="55" y="27"/>
                    </a:lnTo>
                    <a:lnTo>
                      <a:pt x="57" y="26"/>
                    </a:lnTo>
                    <a:lnTo>
                      <a:pt x="57" y="26"/>
                    </a:lnTo>
                    <a:lnTo>
                      <a:pt x="57" y="26"/>
                    </a:lnTo>
                    <a:lnTo>
                      <a:pt x="57" y="26"/>
                    </a:lnTo>
                    <a:lnTo>
                      <a:pt x="59" y="24"/>
                    </a:lnTo>
                    <a:lnTo>
                      <a:pt x="59" y="24"/>
                    </a:lnTo>
                    <a:lnTo>
                      <a:pt x="59" y="24"/>
                    </a:lnTo>
                    <a:lnTo>
                      <a:pt x="59" y="24"/>
                    </a:lnTo>
                    <a:lnTo>
                      <a:pt x="61" y="22"/>
                    </a:lnTo>
                    <a:lnTo>
                      <a:pt x="61" y="22"/>
                    </a:lnTo>
                    <a:lnTo>
                      <a:pt x="61" y="22"/>
                    </a:lnTo>
                    <a:lnTo>
                      <a:pt x="61" y="22"/>
                    </a:lnTo>
                    <a:lnTo>
                      <a:pt x="63" y="21"/>
                    </a:lnTo>
                    <a:lnTo>
                      <a:pt x="63" y="21"/>
                    </a:lnTo>
                    <a:lnTo>
                      <a:pt x="63" y="21"/>
                    </a:lnTo>
                    <a:lnTo>
                      <a:pt x="63" y="21"/>
                    </a:lnTo>
                    <a:lnTo>
                      <a:pt x="64" y="19"/>
                    </a:lnTo>
                    <a:lnTo>
                      <a:pt x="64" y="19"/>
                    </a:lnTo>
                    <a:lnTo>
                      <a:pt x="64" y="19"/>
                    </a:lnTo>
                    <a:lnTo>
                      <a:pt x="64" y="19"/>
                    </a:lnTo>
                    <a:lnTo>
                      <a:pt x="67" y="17"/>
                    </a:lnTo>
                    <a:lnTo>
                      <a:pt x="67" y="17"/>
                    </a:lnTo>
                    <a:lnTo>
                      <a:pt x="67" y="17"/>
                    </a:lnTo>
                    <a:lnTo>
                      <a:pt x="67" y="17"/>
                    </a:lnTo>
                    <a:lnTo>
                      <a:pt x="68" y="15"/>
                    </a:lnTo>
                    <a:lnTo>
                      <a:pt x="68" y="15"/>
                    </a:lnTo>
                    <a:lnTo>
                      <a:pt x="69" y="15"/>
                    </a:lnTo>
                    <a:lnTo>
                      <a:pt x="69" y="15"/>
                    </a:lnTo>
                    <a:lnTo>
                      <a:pt x="71" y="13"/>
                    </a:lnTo>
                    <a:lnTo>
                      <a:pt x="71" y="13"/>
                    </a:lnTo>
                    <a:lnTo>
                      <a:pt x="71" y="13"/>
                    </a:lnTo>
                    <a:lnTo>
                      <a:pt x="71" y="13"/>
                    </a:lnTo>
                    <a:lnTo>
                      <a:pt x="71" y="11"/>
                    </a:lnTo>
                    <a:lnTo>
                      <a:pt x="71" y="11"/>
                    </a:lnTo>
                    <a:lnTo>
                      <a:pt x="71" y="11"/>
                    </a:lnTo>
                    <a:lnTo>
                      <a:pt x="71" y="11"/>
                    </a:lnTo>
                    <a:lnTo>
                      <a:pt x="72" y="9"/>
                    </a:lnTo>
                    <a:lnTo>
                      <a:pt x="72" y="9"/>
                    </a:lnTo>
                    <a:lnTo>
                      <a:pt x="72" y="9"/>
                    </a:lnTo>
                    <a:lnTo>
                      <a:pt x="72" y="9"/>
                    </a:lnTo>
                    <a:lnTo>
                      <a:pt x="74" y="8"/>
                    </a:lnTo>
                    <a:lnTo>
                      <a:pt x="74" y="8"/>
                    </a:lnTo>
                    <a:lnTo>
                      <a:pt x="74" y="8"/>
                    </a:lnTo>
                    <a:lnTo>
                      <a:pt x="74" y="8"/>
                    </a:lnTo>
                    <a:lnTo>
                      <a:pt x="76" y="6"/>
                    </a:lnTo>
                    <a:lnTo>
                      <a:pt x="76" y="6"/>
                    </a:lnTo>
                    <a:lnTo>
                      <a:pt x="76" y="6"/>
                    </a:lnTo>
                    <a:lnTo>
                      <a:pt x="76" y="6"/>
                    </a:lnTo>
                    <a:lnTo>
                      <a:pt x="76" y="5"/>
                    </a:lnTo>
                    <a:lnTo>
                      <a:pt x="76" y="5"/>
                    </a:lnTo>
                    <a:lnTo>
                      <a:pt x="76" y="5"/>
                    </a:lnTo>
                    <a:lnTo>
                      <a:pt x="76" y="5"/>
                    </a:lnTo>
                    <a:lnTo>
                      <a:pt x="76" y="3"/>
                    </a:lnTo>
                    <a:lnTo>
                      <a:pt x="76" y="3"/>
                    </a:lnTo>
                    <a:lnTo>
                      <a:pt x="76" y="3"/>
                    </a:lnTo>
                    <a:lnTo>
                      <a:pt x="76" y="3"/>
                    </a:lnTo>
                    <a:lnTo>
                      <a:pt x="76" y="2"/>
                    </a:lnTo>
                    <a:lnTo>
                      <a:pt x="76" y="2"/>
                    </a:lnTo>
                    <a:lnTo>
                      <a:pt x="76" y="2"/>
                    </a:lnTo>
                    <a:lnTo>
                      <a:pt x="76" y="2"/>
                    </a:lnTo>
                    <a:lnTo>
                      <a:pt x="76" y="0"/>
                    </a:lnTo>
                    <a:lnTo>
                      <a:pt x="76"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nvGrpSpPr>
            <p:cNvPr id="1894" name=""/>
            <p:cNvGrpSpPr/>
            <p:nvPr/>
          </p:nvGrpSpPr>
          <p:grpSpPr>
            <a:xfrm>
              <a:off x="6183360" y="5099040"/>
              <a:ext cx="866880" cy="709560"/>
              <a:chOff x="6183360" y="5099040"/>
              <a:chExt cx="866880" cy="709560"/>
            </a:xfrm>
          </p:grpSpPr>
          <p:sp>
            <p:nvSpPr>
              <p:cNvPr id="1895" name=""/>
              <p:cNvSpPr/>
              <p:nvPr/>
            </p:nvSpPr>
            <p:spPr>
              <a:xfrm>
                <a:off x="6183360" y="5297400"/>
                <a:ext cx="865080" cy="511200"/>
              </a:xfrm>
              <a:custGeom>
                <a:avLst/>
                <a:gdLst/>
                <a:ahLst/>
                <a:rect l="l" t="t" r="r" b="b"/>
                <a:pathLst>
                  <a:path w="545" h="322">
                    <a:moveTo>
                      <a:pt x="162" y="59"/>
                    </a:moveTo>
                    <a:lnTo>
                      <a:pt x="166" y="58"/>
                    </a:lnTo>
                    <a:lnTo>
                      <a:pt x="172" y="56"/>
                    </a:lnTo>
                    <a:lnTo>
                      <a:pt x="178" y="54"/>
                    </a:lnTo>
                    <a:lnTo>
                      <a:pt x="185" y="51"/>
                    </a:lnTo>
                    <a:lnTo>
                      <a:pt x="191" y="49"/>
                    </a:lnTo>
                    <a:lnTo>
                      <a:pt x="198" y="48"/>
                    </a:lnTo>
                    <a:lnTo>
                      <a:pt x="206" y="46"/>
                    </a:lnTo>
                    <a:lnTo>
                      <a:pt x="214" y="42"/>
                    </a:lnTo>
                    <a:lnTo>
                      <a:pt x="220" y="40"/>
                    </a:lnTo>
                    <a:lnTo>
                      <a:pt x="227" y="38"/>
                    </a:lnTo>
                    <a:lnTo>
                      <a:pt x="235" y="36"/>
                    </a:lnTo>
                    <a:lnTo>
                      <a:pt x="242" y="33"/>
                    </a:lnTo>
                    <a:lnTo>
                      <a:pt x="248" y="31"/>
                    </a:lnTo>
                    <a:lnTo>
                      <a:pt x="256" y="29"/>
                    </a:lnTo>
                    <a:lnTo>
                      <a:pt x="261" y="27"/>
                    </a:lnTo>
                    <a:lnTo>
                      <a:pt x="267" y="24"/>
                    </a:lnTo>
                    <a:lnTo>
                      <a:pt x="270" y="24"/>
                    </a:lnTo>
                    <a:lnTo>
                      <a:pt x="274" y="22"/>
                    </a:lnTo>
                    <a:lnTo>
                      <a:pt x="278" y="20"/>
                    </a:lnTo>
                    <a:lnTo>
                      <a:pt x="284" y="19"/>
                    </a:lnTo>
                    <a:lnTo>
                      <a:pt x="288" y="16"/>
                    </a:lnTo>
                    <a:lnTo>
                      <a:pt x="294" y="14"/>
                    </a:lnTo>
                    <a:lnTo>
                      <a:pt x="300" y="12"/>
                    </a:lnTo>
                    <a:lnTo>
                      <a:pt x="306" y="10"/>
                    </a:lnTo>
                    <a:lnTo>
                      <a:pt x="310" y="9"/>
                    </a:lnTo>
                    <a:lnTo>
                      <a:pt x="316" y="7"/>
                    </a:lnTo>
                    <a:lnTo>
                      <a:pt x="320" y="5"/>
                    </a:lnTo>
                    <a:lnTo>
                      <a:pt x="325" y="4"/>
                    </a:lnTo>
                    <a:lnTo>
                      <a:pt x="329" y="4"/>
                    </a:lnTo>
                    <a:lnTo>
                      <a:pt x="332" y="2"/>
                    </a:lnTo>
                    <a:lnTo>
                      <a:pt x="335" y="2"/>
                    </a:lnTo>
                    <a:lnTo>
                      <a:pt x="338" y="0"/>
                    </a:lnTo>
                    <a:lnTo>
                      <a:pt x="338" y="2"/>
                    </a:lnTo>
                    <a:lnTo>
                      <a:pt x="339" y="3"/>
                    </a:lnTo>
                    <a:lnTo>
                      <a:pt x="341" y="5"/>
                    </a:lnTo>
                    <a:lnTo>
                      <a:pt x="343" y="6"/>
                    </a:lnTo>
                    <a:lnTo>
                      <a:pt x="345" y="9"/>
                    </a:lnTo>
                    <a:lnTo>
                      <a:pt x="348" y="11"/>
                    </a:lnTo>
                    <a:lnTo>
                      <a:pt x="350" y="14"/>
                    </a:lnTo>
                    <a:lnTo>
                      <a:pt x="354" y="16"/>
                    </a:lnTo>
                    <a:lnTo>
                      <a:pt x="356" y="20"/>
                    </a:lnTo>
                    <a:lnTo>
                      <a:pt x="360" y="23"/>
                    </a:lnTo>
                    <a:lnTo>
                      <a:pt x="362" y="27"/>
                    </a:lnTo>
                    <a:lnTo>
                      <a:pt x="366" y="29"/>
                    </a:lnTo>
                    <a:lnTo>
                      <a:pt x="368" y="32"/>
                    </a:lnTo>
                    <a:lnTo>
                      <a:pt x="371" y="34"/>
                    </a:lnTo>
                    <a:lnTo>
                      <a:pt x="373" y="36"/>
                    </a:lnTo>
                    <a:lnTo>
                      <a:pt x="375" y="37"/>
                    </a:lnTo>
                    <a:lnTo>
                      <a:pt x="375" y="39"/>
                    </a:lnTo>
                    <a:lnTo>
                      <a:pt x="377" y="41"/>
                    </a:lnTo>
                    <a:lnTo>
                      <a:pt x="378" y="42"/>
                    </a:lnTo>
                    <a:lnTo>
                      <a:pt x="380" y="43"/>
                    </a:lnTo>
                    <a:lnTo>
                      <a:pt x="380" y="45"/>
                    </a:lnTo>
                    <a:lnTo>
                      <a:pt x="382" y="47"/>
                    </a:lnTo>
                    <a:lnTo>
                      <a:pt x="384" y="49"/>
                    </a:lnTo>
                    <a:lnTo>
                      <a:pt x="386" y="49"/>
                    </a:lnTo>
                    <a:lnTo>
                      <a:pt x="386" y="51"/>
                    </a:lnTo>
                    <a:lnTo>
                      <a:pt x="388" y="53"/>
                    </a:lnTo>
                    <a:lnTo>
                      <a:pt x="389" y="55"/>
                    </a:lnTo>
                    <a:lnTo>
                      <a:pt x="391" y="55"/>
                    </a:lnTo>
                    <a:lnTo>
                      <a:pt x="392" y="57"/>
                    </a:lnTo>
                    <a:lnTo>
                      <a:pt x="394" y="57"/>
                    </a:lnTo>
                    <a:lnTo>
                      <a:pt x="395" y="58"/>
                    </a:lnTo>
                    <a:lnTo>
                      <a:pt x="397" y="58"/>
                    </a:lnTo>
                    <a:lnTo>
                      <a:pt x="397" y="60"/>
                    </a:lnTo>
                    <a:lnTo>
                      <a:pt x="397" y="60"/>
                    </a:lnTo>
                    <a:lnTo>
                      <a:pt x="397" y="62"/>
                    </a:lnTo>
                    <a:lnTo>
                      <a:pt x="399" y="62"/>
                    </a:lnTo>
                    <a:lnTo>
                      <a:pt x="399" y="64"/>
                    </a:lnTo>
                    <a:lnTo>
                      <a:pt x="401" y="64"/>
                    </a:lnTo>
                    <a:lnTo>
                      <a:pt x="401" y="65"/>
                    </a:lnTo>
                    <a:lnTo>
                      <a:pt x="403" y="65"/>
                    </a:lnTo>
                    <a:lnTo>
                      <a:pt x="403" y="67"/>
                    </a:lnTo>
                    <a:lnTo>
                      <a:pt x="403" y="67"/>
                    </a:lnTo>
                    <a:lnTo>
                      <a:pt x="403" y="68"/>
                    </a:lnTo>
                    <a:lnTo>
                      <a:pt x="405" y="68"/>
                    </a:lnTo>
                    <a:lnTo>
                      <a:pt x="405" y="70"/>
                    </a:lnTo>
                    <a:lnTo>
                      <a:pt x="407" y="70"/>
                    </a:lnTo>
                    <a:lnTo>
                      <a:pt x="407" y="70"/>
                    </a:lnTo>
                    <a:lnTo>
                      <a:pt x="409" y="70"/>
                    </a:lnTo>
                    <a:lnTo>
                      <a:pt x="409" y="72"/>
                    </a:lnTo>
                    <a:lnTo>
                      <a:pt x="410" y="72"/>
                    </a:lnTo>
                    <a:lnTo>
                      <a:pt x="410" y="72"/>
                    </a:lnTo>
                    <a:lnTo>
                      <a:pt x="411" y="72"/>
                    </a:lnTo>
                    <a:lnTo>
                      <a:pt x="411" y="73"/>
                    </a:lnTo>
                    <a:lnTo>
                      <a:pt x="413" y="73"/>
                    </a:lnTo>
                    <a:lnTo>
                      <a:pt x="413" y="73"/>
                    </a:lnTo>
                    <a:lnTo>
                      <a:pt x="415" y="73"/>
                    </a:lnTo>
                    <a:lnTo>
                      <a:pt x="415" y="75"/>
                    </a:lnTo>
                    <a:lnTo>
                      <a:pt x="417" y="75"/>
                    </a:lnTo>
                    <a:lnTo>
                      <a:pt x="417" y="75"/>
                    </a:lnTo>
                    <a:lnTo>
                      <a:pt x="419" y="75"/>
                    </a:lnTo>
                    <a:lnTo>
                      <a:pt x="419" y="75"/>
                    </a:lnTo>
                    <a:lnTo>
                      <a:pt x="420" y="75"/>
                    </a:lnTo>
                    <a:lnTo>
                      <a:pt x="420" y="75"/>
                    </a:lnTo>
                    <a:lnTo>
                      <a:pt x="423" y="75"/>
                    </a:lnTo>
                    <a:lnTo>
                      <a:pt x="423" y="76"/>
                    </a:lnTo>
                    <a:lnTo>
                      <a:pt x="423" y="76"/>
                    </a:lnTo>
                    <a:lnTo>
                      <a:pt x="423" y="76"/>
                    </a:lnTo>
                    <a:lnTo>
                      <a:pt x="425" y="76"/>
                    </a:lnTo>
                    <a:lnTo>
                      <a:pt x="425" y="76"/>
                    </a:lnTo>
                    <a:lnTo>
                      <a:pt x="426" y="76"/>
                    </a:lnTo>
                    <a:lnTo>
                      <a:pt x="426" y="76"/>
                    </a:lnTo>
                    <a:lnTo>
                      <a:pt x="428" y="76"/>
                    </a:lnTo>
                    <a:lnTo>
                      <a:pt x="428" y="77"/>
                    </a:lnTo>
                    <a:lnTo>
                      <a:pt x="430" y="77"/>
                    </a:lnTo>
                    <a:lnTo>
                      <a:pt x="430" y="77"/>
                    </a:lnTo>
                    <a:lnTo>
                      <a:pt x="432" y="77"/>
                    </a:lnTo>
                    <a:lnTo>
                      <a:pt x="432" y="77"/>
                    </a:lnTo>
                    <a:lnTo>
                      <a:pt x="434" y="77"/>
                    </a:lnTo>
                    <a:lnTo>
                      <a:pt x="434" y="77"/>
                    </a:lnTo>
                    <a:lnTo>
                      <a:pt x="435" y="77"/>
                    </a:lnTo>
                    <a:lnTo>
                      <a:pt x="435" y="77"/>
                    </a:lnTo>
                    <a:lnTo>
                      <a:pt x="435" y="77"/>
                    </a:lnTo>
                    <a:lnTo>
                      <a:pt x="435" y="77"/>
                    </a:lnTo>
                    <a:lnTo>
                      <a:pt x="437" y="75"/>
                    </a:lnTo>
                    <a:lnTo>
                      <a:pt x="437" y="75"/>
                    </a:lnTo>
                    <a:lnTo>
                      <a:pt x="440" y="75"/>
                    </a:lnTo>
                    <a:lnTo>
                      <a:pt x="440" y="75"/>
                    </a:lnTo>
                    <a:lnTo>
                      <a:pt x="441" y="73"/>
                    </a:lnTo>
                    <a:lnTo>
                      <a:pt x="441" y="73"/>
                    </a:lnTo>
                    <a:lnTo>
                      <a:pt x="442" y="73"/>
                    </a:lnTo>
                    <a:lnTo>
                      <a:pt x="442" y="73"/>
                    </a:lnTo>
                    <a:lnTo>
                      <a:pt x="445" y="71"/>
                    </a:lnTo>
                    <a:lnTo>
                      <a:pt x="445" y="71"/>
                    </a:lnTo>
                    <a:lnTo>
                      <a:pt x="447" y="71"/>
                    </a:lnTo>
                    <a:lnTo>
                      <a:pt x="447" y="71"/>
                    </a:lnTo>
                    <a:lnTo>
                      <a:pt x="448" y="70"/>
                    </a:lnTo>
                    <a:lnTo>
                      <a:pt x="448" y="70"/>
                    </a:lnTo>
                    <a:lnTo>
                      <a:pt x="448" y="70"/>
                    </a:lnTo>
                    <a:lnTo>
                      <a:pt x="448" y="70"/>
                    </a:lnTo>
                    <a:lnTo>
                      <a:pt x="450" y="68"/>
                    </a:lnTo>
                    <a:lnTo>
                      <a:pt x="450" y="68"/>
                    </a:lnTo>
                    <a:lnTo>
                      <a:pt x="450" y="65"/>
                    </a:lnTo>
                    <a:lnTo>
                      <a:pt x="450" y="65"/>
                    </a:lnTo>
                    <a:lnTo>
                      <a:pt x="452" y="64"/>
                    </a:lnTo>
                    <a:lnTo>
                      <a:pt x="452" y="64"/>
                    </a:lnTo>
                    <a:lnTo>
                      <a:pt x="452" y="63"/>
                    </a:lnTo>
                    <a:lnTo>
                      <a:pt x="452" y="63"/>
                    </a:lnTo>
                    <a:lnTo>
                      <a:pt x="454" y="61"/>
                    </a:lnTo>
                    <a:lnTo>
                      <a:pt x="454" y="61"/>
                    </a:lnTo>
                    <a:lnTo>
                      <a:pt x="456" y="60"/>
                    </a:lnTo>
                    <a:lnTo>
                      <a:pt x="456" y="60"/>
                    </a:lnTo>
                    <a:lnTo>
                      <a:pt x="458" y="58"/>
                    </a:lnTo>
                    <a:lnTo>
                      <a:pt x="458" y="58"/>
                    </a:lnTo>
                    <a:lnTo>
                      <a:pt x="460" y="58"/>
                    </a:lnTo>
                    <a:lnTo>
                      <a:pt x="462" y="58"/>
                    </a:lnTo>
                    <a:lnTo>
                      <a:pt x="463" y="57"/>
                    </a:lnTo>
                    <a:lnTo>
                      <a:pt x="465" y="57"/>
                    </a:lnTo>
                    <a:lnTo>
                      <a:pt x="467" y="57"/>
                    </a:lnTo>
                    <a:lnTo>
                      <a:pt x="469" y="57"/>
                    </a:lnTo>
                    <a:lnTo>
                      <a:pt x="471" y="55"/>
                    </a:lnTo>
                    <a:lnTo>
                      <a:pt x="472" y="55"/>
                    </a:lnTo>
                    <a:lnTo>
                      <a:pt x="474" y="55"/>
                    </a:lnTo>
                    <a:lnTo>
                      <a:pt x="476" y="55"/>
                    </a:lnTo>
                    <a:lnTo>
                      <a:pt x="478" y="55"/>
                    </a:lnTo>
                    <a:lnTo>
                      <a:pt x="479" y="55"/>
                    </a:lnTo>
                    <a:lnTo>
                      <a:pt x="481" y="55"/>
                    </a:lnTo>
                    <a:lnTo>
                      <a:pt x="484" y="55"/>
                    </a:lnTo>
                    <a:lnTo>
                      <a:pt x="485" y="54"/>
                    </a:lnTo>
                    <a:lnTo>
                      <a:pt x="485" y="55"/>
                    </a:lnTo>
                    <a:lnTo>
                      <a:pt x="487" y="55"/>
                    </a:lnTo>
                    <a:lnTo>
                      <a:pt x="488" y="55"/>
                    </a:lnTo>
                    <a:lnTo>
                      <a:pt x="490" y="55"/>
                    </a:lnTo>
                    <a:lnTo>
                      <a:pt x="491" y="55"/>
                    </a:lnTo>
                    <a:lnTo>
                      <a:pt x="493" y="55"/>
                    </a:lnTo>
                    <a:lnTo>
                      <a:pt x="495" y="55"/>
                    </a:lnTo>
                    <a:lnTo>
                      <a:pt x="497" y="55"/>
                    </a:lnTo>
                    <a:lnTo>
                      <a:pt x="498" y="55"/>
                    </a:lnTo>
                    <a:lnTo>
                      <a:pt x="500" y="55"/>
                    </a:lnTo>
                    <a:lnTo>
                      <a:pt x="501" y="55"/>
                    </a:lnTo>
                    <a:lnTo>
                      <a:pt x="503" y="55"/>
                    </a:lnTo>
                    <a:lnTo>
                      <a:pt x="504" y="55"/>
                    </a:lnTo>
                    <a:lnTo>
                      <a:pt x="506" y="55"/>
                    </a:lnTo>
                    <a:lnTo>
                      <a:pt x="508" y="55"/>
                    </a:lnTo>
                    <a:lnTo>
                      <a:pt x="510" y="55"/>
                    </a:lnTo>
                    <a:lnTo>
                      <a:pt x="510" y="57"/>
                    </a:lnTo>
                    <a:lnTo>
                      <a:pt x="512" y="57"/>
                    </a:lnTo>
                    <a:lnTo>
                      <a:pt x="513" y="57"/>
                    </a:lnTo>
                    <a:lnTo>
                      <a:pt x="515" y="57"/>
                    </a:lnTo>
                    <a:lnTo>
                      <a:pt x="515" y="58"/>
                    </a:lnTo>
                    <a:lnTo>
                      <a:pt x="517" y="58"/>
                    </a:lnTo>
                    <a:lnTo>
                      <a:pt x="519" y="58"/>
                    </a:lnTo>
                    <a:lnTo>
                      <a:pt x="521" y="58"/>
                    </a:lnTo>
                    <a:lnTo>
                      <a:pt x="521" y="60"/>
                    </a:lnTo>
                    <a:lnTo>
                      <a:pt x="523" y="60"/>
                    </a:lnTo>
                    <a:lnTo>
                      <a:pt x="525" y="61"/>
                    </a:lnTo>
                    <a:lnTo>
                      <a:pt x="527" y="61"/>
                    </a:lnTo>
                    <a:lnTo>
                      <a:pt x="528" y="63"/>
                    </a:lnTo>
                    <a:lnTo>
                      <a:pt x="529" y="63"/>
                    </a:lnTo>
                    <a:lnTo>
                      <a:pt x="531" y="63"/>
                    </a:lnTo>
                    <a:lnTo>
                      <a:pt x="532" y="63"/>
                    </a:lnTo>
                    <a:lnTo>
                      <a:pt x="532" y="65"/>
                    </a:lnTo>
                    <a:lnTo>
                      <a:pt x="532" y="65"/>
                    </a:lnTo>
                    <a:lnTo>
                      <a:pt x="532" y="68"/>
                    </a:lnTo>
                    <a:lnTo>
                      <a:pt x="534" y="68"/>
                    </a:lnTo>
                    <a:lnTo>
                      <a:pt x="534" y="70"/>
                    </a:lnTo>
                    <a:lnTo>
                      <a:pt x="536" y="71"/>
                    </a:lnTo>
                    <a:lnTo>
                      <a:pt x="536" y="73"/>
                    </a:lnTo>
                    <a:lnTo>
                      <a:pt x="538" y="73"/>
                    </a:lnTo>
                    <a:lnTo>
                      <a:pt x="538" y="75"/>
                    </a:lnTo>
                    <a:lnTo>
                      <a:pt x="539" y="77"/>
                    </a:lnTo>
                    <a:lnTo>
                      <a:pt x="539" y="79"/>
                    </a:lnTo>
                    <a:lnTo>
                      <a:pt x="541" y="79"/>
                    </a:lnTo>
                    <a:lnTo>
                      <a:pt x="541" y="80"/>
                    </a:lnTo>
                    <a:lnTo>
                      <a:pt x="542" y="80"/>
                    </a:lnTo>
                    <a:lnTo>
                      <a:pt x="542" y="81"/>
                    </a:lnTo>
                    <a:lnTo>
                      <a:pt x="544" y="81"/>
                    </a:lnTo>
                    <a:lnTo>
                      <a:pt x="544" y="83"/>
                    </a:lnTo>
                    <a:lnTo>
                      <a:pt x="544" y="83"/>
                    </a:lnTo>
                    <a:lnTo>
                      <a:pt x="544" y="85"/>
                    </a:lnTo>
                    <a:lnTo>
                      <a:pt x="544" y="85"/>
                    </a:lnTo>
                    <a:lnTo>
                      <a:pt x="544" y="87"/>
                    </a:lnTo>
                    <a:lnTo>
                      <a:pt x="544" y="87"/>
                    </a:lnTo>
                    <a:lnTo>
                      <a:pt x="544" y="87"/>
                    </a:lnTo>
                    <a:lnTo>
                      <a:pt x="544" y="87"/>
                    </a:lnTo>
                    <a:lnTo>
                      <a:pt x="542" y="90"/>
                    </a:lnTo>
                    <a:lnTo>
                      <a:pt x="542" y="90"/>
                    </a:lnTo>
                    <a:lnTo>
                      <a:pt x="542" y="91"/>
                    </a:lnTo>
                    <a:lnTo>
                      <a:pt x="542" y="91"/>
                    </a:lnTo>
                    <a:lnTo>
                      <a:pt x="542" y="93"/>
                    </a:lnTo>
                    <a:lnTo>
                      <a:pt x="542" y="93"/>
                    </a:lnTo>
                    <a:lnTo>
                      <a:pt x="542" y="93"/>
                    </a:lnTo>
                    <a:lnTo>
                      <a:pt x="542" y="93"/>
                    </a:lnTo>
                    <a:lnTo>
                      <a:pt x="540" y="95"/>
                    </a:lnTo>
                    <a:lnTo>
                      <a:pt x="540" y="97"/>
                    </a:lnTo>
                    <a:lnTo>
                      <a:pt x="539" y="99"/>
                    </a:lnTo>
                    <a:lnTo>
                      <a:pt x="539" y="99"/>
                    </a:lnTo>
                    <a:lnTo>
                      <a:pt x="537" y="101"/>
                    </a:lnTo>
                    <a:lnTo>
                      <a:pt x="537" y="101"/>
                    </a:lnTo>
                    <a:lnTo>
                      <a:pt x="535" y="102"/>
                    </a:lnTo>
                    <a:lnTo>
                      <a:pt x="535" y="102"/>
                    </a:lnTo>
                    <a:lnTo>
                      <a:pt x="533" y="104"/>
                    </a:lnTo>
                    <a:lnTo>
                      <a:pt x="532" y="105"/>
                    </a:lnTo>
                    <a:lnTo>
                      <a:pt x="531" y="107"/>
                    </a:lnTo>
                    <a:lnTo>
                      <a:pt x="531" y="107"/>
                    </a:lnTo>
                    <a:lnTo>
                      <a:pt x="529" y="109"/>
                    </a:lnTo>
                    <a:lnTo>
                      <a:pt x="529" y="109"/>
                    </a:lnTo>
                    <a:lnTo>
                      <a:pt x="528" y="110"/>
                    </a:lnTo>
                    <a:lnTo>
                      <a:pt x="528" y="110"/>
                    </a:lnTo>
                    <a:lnTo>
                      <a:pt x="525" y="112"/>
                    </a:lnTo>
                    <a:lnTo>
                      <a:pt x="524" y="112"/>
                    </a:lnTo>
                    <a:lnTo>
                      <a:pt x="522" y="114"/>
                    </a:lnTo>
                    <a:lnTo>
                      <a:pt x="522" y="114"/>
                    </a:lnTo>
                    <a:lnTo>
                      <a:pt x="520" y="116"/>
                    </a:lnTo>
                    <a:lnTo>
                      <a:pt x="518" y="116"/>
                    </a:lnTo>
                    <a:lnTo>
                      <a:pt x="516" y="116"/>
                    </a:lnTo>
                    <a:lnTo>
                      <a:pt x="516" y="116"/>
                    </a:lnTo>
                    <a:lnTo>
                      <a:pt x="515" y="117"/>
                    </a:lnTo>
                    <a:lnTo>
                      <a:pt x="513" y="117"/>
                    </a:lnTo>
                    <a:lnTo>
                      <a:pt x="510" y="117"/>
                    </a:lnTo>
                    <a:lnTo>
                      <a:pt x="510" y="117"/>
                    </a:lnTo>
                    <a:lnTo>
                      <a:pt x="508" y="118"/>
                    </a:lnTo>
                    <a:lnTo>
                      <a:pt x="508" y="118"/>
                    </a:lnTo>
                    <a:lnTo>
                      <a:pt x="507" y="118"/>
                    </a:lnTo>
                    <a:lnTo>
                      <a:pt x="507" y="118"/>
                    </a:lnTo>
                    <a:lnTo>
                      <a:pt x="505" y="119"/>
                    </a:lnTo>
                    <a:lnTo>
                      <a:pt x="504" y="119"/>
                    </a:lnTo>
                    <a:lnTo>
                      <a:pt x="502" y="119"/>
                    </a:lnTo>
                    <a:lnTo>
                      <a:pt x="502" y="119"/>
                    </a:lnTo>
                    <a:lnTo>
                      <a:pt x="500" y="119"/>
                    </a:lnTo>
                    <a:lnTo>
                      <a:pt x="500" y="119"/>
                    </a:lnTo>
                    <a:lnTo>
                      <a:pt x="498" y="119"/>
                    </a:lnTo>
                    <a:lnTo>
                      <a:pt x="498" y="117"/>
                    </a:lnTo>
                    <a:lnTo>
                      <a:pt x="496" y="117"/>
                    </a:lnTo>
                    <a:lnTo>
                      <a:pt x="496" y="117"/>
                    </a:lnTo>
                    <a:lnTo>
                      <a:pt x="494" y="117"/>
                    </a:lnTo>
                    <a:lnTo>
                      <a:pt x="494" y="117"/>
                    </a:lnTo>
                    <a:lnTo>
                      <a:pt x="492" y="118"/>
                    </a:lnTo>
                    <a:lnTo>
                      <a:pt x="492" y="118"/>
                    </a:lnTo>
                    <a:lnTo>
                      <a:pt x="490" y="118"/>
                    </a:lnTo>
                    <a:lnTo>
                      <a:pt x="490" y="118"/>
                    </a:lnTo>
                    <a:lnTo>
                      <a:pt x="488" y="120"/>
                    </a:lnTo>
                    <a:lnTo>
                      <a:pt x="488" y="120"/>
                    </a:lnTo>
                    <a:lnTo>
                      <a:pt x="486" y="120"/>
                    </a:lnTo>
                    <a:lnTo>
                      <a:pt x="486" y="120"/>
                    </a:lnTo>
                    <a:lnTo>
                      <a:pt x="484" y="121"/>
                    </a:lnTo>
                    <a:lnTo>
                      <a:pt x="483" y="121"/>
                    </a:lnTo>
                    <a:lnTo>
                      <a:pt x="481" y="121"/>
                    </a:lnTo>
                    <a:lnTo>
                      <a:pt x="481" y="121"/>
                    </a:lnTo>
                    <a:lnTo>
                      <a:pt x="479" y="123"/>
                    </a:lnTo>
                    <a:lnTo>
                      <a:pt x="477" y="123"/>
                    </a:lnTo>
                    <a:lnTo>
                      <a:pt x="475" y="123"/>
                    </a:lnTo>
                    <a:lnTo>
                      <a:pt x="475" y="123"/>
                    </a:lnTo>
                    <a:lnTo>
                      <a:pt x="473" y="123"/>
                    </a:lnTo>
                    <a:lnTo>
                      <a:pt x="473" y="123"/>
                    </a:lnTo>
                    <a:lnTo>
                      <a:pt x="472" y="123"/>
                    </a:lnTo>
                    <a:lnTo>
                      <a:pt x="472" y="123"/>
                    </a:lnTo>
                    <a:lnTo>
                      <a:pt x="471" y="124"/>
                    </a:lnTo>
                    <a:lnTo>
                      <a:pt x="471" y="124"/>
                    </a:lnTo>
                    <a:lnTo>
                      <a:pt x="471" y="124"/>
                    </a:lnTo>
                    <a:lnTo>
                      <a:pt x="471" y="124"/>
                    </a:lnTo>
                    <a:lnTo>
                      <a:pt x="471" y="126"/>
                    </a:lnTo>
                    <a:lnTo>
                      <a:pt x="471" y="126"/>
                    </a:lnTo>
                    <a:lnTo>
                      <a:pt x="471" y="126"/>
                    </a:lnTo>
                    <a:lnTo>
                      <a:pt x="471" y="126"/>
                    </a:lnTo>
                    <a:lnTo>
                      <a:pt x="471" y="129"/>
                    </a:lnTo>
                    <a:lnTo>
                      <a:pt x="471" y="129"/>
                    </a:lnTo>
                    <a:lnTo>
                      <a:pt x="471" y="129"/>
                    </a:lnTo>
                    <a:lnTo>
                      <a:pt x="471" y="129"/>
                    </a:lnTo>
                    <a:lnTo>
                      <a:pt x="471" y="130"/>
                    </a:lnTo>
                    <a:lnTo>
                      <a:pt x="471" y="130"/>
                    </a:lnTo>
                    <a:lnTo>
                      <a:pt x="471" y="130"/>
                    </a:lnTo>
                    <a:lnTo>
                      <a:pt x="471" y="130"/>
                    </a:lnTo>
                    <a:lnTo>
                      <a:pt x="471" y="132"/>
                    </a:lnTo>
                    <a:lnTo>
                      <a:pt x="471" y="132"/>
                    </a:lnTo>
                    <a:lnTo>
                      <a:pt x="471" y="134"/>
                    </a:lnTo>
                    <a:lnTo>
                      <a:pt x="472" y="134"/>
                    </a:lnTo>
                    <a:lnTo>
                      <a:pt x="472" y="136"/>
                    </a:lnTo>
                    <a:lnTo>
                      <a:pt x="472" y="137"/>
                    </a:lnTo>
                    <a:lnTo>
                      <a:pt x="472" y="139"/>
                    </a:lnTo>
                    <a:lnTo>
                      <a:pt x="474" y="139"/>
                    </a:lnTo>
                    <a:lnTo>
                      <a:pt x="474" y="141"/>
                    </a:lnTo>
                    <a:lnTo>
                      <a:pt x="474" y="142"/>
                    </a:lnTo>
                    <a:lnTo>
                      <a:pt x="474" y="144"/>
                    </a:lnTo>
                    <a:lnTo>
                      <a:pt x="476" y="144"/>
                    </a:lnTo>
                    <a:lnTo>
                      <a:pt x="476" y="146"/>
                    </a:lnTo>
                    <a:lnTo>
                      <a:pt x="476" y="146"/>
                    </a:lnTo>
                    <a:lnTo>
                      <a:pt x="476" y="146"/>
                    </a:lnTo>
                    <a:lnTo>
                      <a:pt x="478" y="146"/>
                    </a:lnTo>
                    <a:lnTo>
                      <a:pt x="479" y="151"/>
                    </a:lnTo>
                    <a:lnTo>
                      <a:pt x="481" y="152"/>
                    </a:lnTo>
                    <a:lnTo>
                      <a:pt x="483" y="156"/>
                    </a:lnTo>
                    <a:lnTo>
                      <a:pt x="485" y="158"/>
                    </a:lnTo>
                    <a:lnTo>
                      <a:pt x="487" y="161"/>
                    </a:lnTo>
                    <a:lnTo>
                      <a:pt x="491" y="163"/>
                    </a:lnTo>
                    <a:lnTo>
                      <a:pt x="494" y="166"/>
                    </a:lnTo>
                    <a:lnTo>
                      <a:pt x="498" y="168"/>
                    </a:lnTo>
                    <a:lnTo>
                      <a:pt x="500" y="172"/>
                    </a:lnTo>
                    <a:lnTo>
                      <a:pt x="503" y="174"/>
                    </a:lnTo>
                    <a:lnTo>
                      <a:pt x="506" y="176"/>
                    </a:lnTo>
                    <a:lnTo>
                      <a:pt x="509" y="178"/>
                    </a:lnTo>
                    <a:lnTo>
                      <a:pt x="511" y="180"/>
                    </a:lnTo>
                    <a:lnTo>
                      <a:pt x="514" y="182"/>
                    </a:lnTo>
                    <a:lnTo>
                      <a:pt x="516" y="184"/>
                    </a:lnTo>
                    <a:lnTo>
                      <a:pt x="519" y="185"/>
                    </a:lnTo>
                    <a:lnTo>
                      <a:pt x="519" y="187"/>
                    </a:lnTo>
                    <a:lnTo>
                      <a:pt x="520" y="187"/>
                    </a:lnTo>
                    <a:lnTo>
                      <a:pt x="520" y="189"/>
                    </a:lnTo>
                    <a:lnTo>
                      <a:pt x="522" y="189"/>
                    </a:lnTo>
                    <a:lnTo>
                      <a:pt x="522" y="190"/>
                    </a:lnTo>
                    <a:lnTo>
                      <a:pt x="524" y="190"/>
                    </a:lnTo>
                    <a:lnTo>
                      <a:pt x="526" y="192"/>
                    </a:lnTo>
                    <a:lnTo>
                      <a:pt x="528" y="192"/>
                    </a:lnTo>
                    <a:lnTo>
                      <a:pt x="528" y="194"/>
                    </a:lnTo>
                    <a:lnTo>
                      <a:pt x="530" y="195"/>
                    </a:lnTo>
                    <a:lnTo>
                      <a:pt x="530" y="197"/>
                    </a:lnTo>
                    <a:lnTo>
                      <a:pt x="532" y="197"/>
                    </a:lnTo>
                    <a:lnTo>
                      <a:pt x="532" y="198"/>
                    </a:lnTo>
                    <a:lnTo>
                      <a:pt x="532" y="198"/>
                    </a:lnTo>
                    <a:lnTo>
                      <a:pt x="532" y="200"/>
                    </a:lnTo>
                    <a:lnTo>
                      <a:pt x="534" y="200"/>
                    </a:lnTo>
                    <a:lnTo>
                      <a:pt x="532" y="202"/>
                    </a:lnTo>
                    <a:lnTo>
                      <a:pt x="531" y="203"/>
                    </a:lnTo>
                    <a:lnTo>
                      <a:pt x="529" y="205"/>
                    </a:lnTo>
                    <a:lnTo>
                      <a:pt x="529" y="205"/>
                    </a:lnTo>
                    <a:lnTo>
                      <a:pt x="527" y="207"/>
                    </a:lnTo>
                    <a:lnTo>
                      <a:pt x="525" y="207"/>
                    </a:lnTo>
                    <a:lnTo>
                      <a:pt x="523" y="208"/>
                    </a:lnTo>
                    <a:lnTo>
                      <a:pt x="521" y="208"/>
                    </a:lnTo>
                    <a:lnTo>
                      <a:pt x="517" y="210"/>
                    </a:lnTo>
                    <a:lnTo>
                      <a:pt x="515" y="210"/>
                    </a:lnTo>
                    <a:lnTo>
                      <a:pt x="513" y="210"/>
                    </a:lnTo>
                    <a:lnTo>
                      <a:pt x="511" y="210"/>
                    </a:lnTo>
                    <a:lnTo>
                      <a:pt x="509" y="211"/>
                    </a:lnTo>
                    <a:lnTo>
                      <a:pt x="507" y="211"/>
                    </a:lnTo>
                    <a:lnTo>
                      <a:pt x="506" y="211"/>
                    </a:lnTo>
                    <a:lnTo>
                      <a:pt x="505" y="211"/>
                    </a:lnTo>
                    <a:lnTo>
                      <a:pt x="501" y="213"/>
                    </a:lnTo>
                    <a:lnTo>
                      <a:pt x="499" y="214"/>
                    </a:lnTo>
                    <a:lnTo>
                      <a:pt x="496" y="216"/>
                    </a:lnTo>
                    <a:lnTo>
                      <a:pt x="494" y="216"/>
                    </a:lnTo>
                    <a:lnTo>
                      <a:pt x="490" y="218"/>
                    </a:lnTo>
                    <a:lnTo>
                      <a:pt x="486" y="218"/>
                    </a:lnTo>
                    <a:lnTo>
                      <a:pt x="483" y="220"/>
                    </a:lnTo>
                    <a:lnTo>
                      <a:pt x="481" y="220"/>
                    </a:lnTo>
                    <a:lnTo>
                      <a:pt x="477" y="222"/>
                    </a:lnTo>
                    <a:lnTo>
                      <a:pt x="474" y="223"/>
                    </a:lnTo>
                    <a:lnTo>
                      <a:pt x="470" y="225"/>
                    </a:lnTo>
                    <a:lnTo>
                      <a:pt x="468" y="225"/>
                    </a:lnTo>
                    <a:lnTo>
                      <a:pt x="464" y="227"/>
                    </a:lnTo>
                    <a:lnTo>
                      <a:pt x="462" y="227"/>
                    </a:lnTo>
                    <a:lnTo>
                      <a:pt x="460" y="228"/>
                    </a:lnTo>
                    <a:lnTo>
                      <a:pt x="458" y="228"/>
                    </a:lnTo>
                    <a:lnTo>
                      <a:pt x="455" y="230"/>
                    </a:lnTo>
                    <a:lnTo>
                      <a:pt x="453" y="230"/>
                    </a:lnTo>
                    <a:lnTo>
                      <a:pt x="450" y="231"/>
                    </a:lnTo>
                    <a:lnTo>
                      <a:pt x="448" y="231"/>
                    </a:lnTo>
                    <a:lnTo>
                      <a:pt x="445" y="233"/>
                    </a:lnTo>
                    <a:lnTo>
                      <a:pt x="442" y="233"/>
                    </a:lnTo>
                    <a:lnTo>
                      <a:pt x="440" y="235"/>
                    </a:lnTo>
                    <a:lnTo>
                      <a:pt x="438" y="235"/>
                    </a:lnTo>
                    <a:lnTo>
                      <a:pt x="434" y="237"/>
                    </a:lnTo>
                    <a:lnTo>
                      <a:pt x="432" y="237"/>
                    </a:lnTo>
                    <a:lnTo>
                      <a:pt x="429" y="239"/>
                    </a:lnTo>
                    <a:lnTo>
                      <a:pt x="427" y="239"/>
                    </a:lnTo>
                    <a:lnTo>
                      <a:pt x="425" y="241"/>
                    </a:lnTo>
                    <a:lnTo>
                      <a:pt x="423" y="241"/>
                    </a:lnTo>
                    <a:lnTo>
                      <a:pt x="420" y="242"/>
                    </a:lnTo>
                    <a:lnTo>
                      <a:pt x="419" y="242"/>
                    </a:lnTo>
                    <a:lnTo>
                      <a:pt x="418" y="243"/>
                    </a:lnTo>
                    <a:lnTo>
                      <a:pt x="416" y="243"/>
                    </a:lnTo>
                    <a:lnTo>
                      <a:pt x="414" y="243"/>
                    </a:lnTo>
                    <a:lnTo>
                      <a:pt x="414" y="243"/>
                    </a:lnTo>
                    <a:lnTo>
                      <a:pt x="412" y="244"/>
                    </a:lnTo>
                    <a:lnTo>
                      <a:pt x="412" y="244"/>
                    </a:lnTo>
                    <a:lnTo>
                      <a:pt x="410" y="244"/>
                    </a:lnTo>
                    <a:lnTo>
                      <a:pt x="410" y="244"/>
                    </a:lnTo>
                    <a:lnTo>
                      <a:pt x="408" y="246"/>
                    </a:lnTo>
                    <a:lnTo>
                      <a:pt x="408" y="246"/>
                    </a:lnTo>
                    <a:lnTo>
                      <a:pt x="405" y="246"/>
                    </a:lnTo>
                    <a:lnTo>
                      <a:pt x="405" y="246"/>
                    </a:lnTo>
                    <a:lnTo>
                      <a:pt x="404" y="246"/>
                    </a:lnTo>
                    <a:lnTo>
                      <a:pt x="404" y="246"/>
                    </a:lnTo>
                    <a:lnTo>
                      <a:pt x="403" y="246"/>
                    </a:lnTo>
                    <a:lnTo>
                      <a:pt x="403" y="246"/>
                    </a:lnTo>
                    <a:lnTo>
                      <a:pt x="401" y="246"/>
                    </a:lnTo>
                    <a:lnTo>
                      <a:pt x="400" y="246"/>
                    </a:lnTo>
                    <a:lnTo>
                      <a:pt x="398" y="246"/>
                    </a:lnTo>
                    <a:lnTo>
                      <a:pt x="398" y="246"/>
                    </a:lnTo>
                    <a:lnTo>
                      <a:pt x="396" y="246"/>
                    </a:lnTo>
                    <a:lnTo>
                      <a:pt x="395" y="246"/>
                    </a:lnTo>
                    <a:lnTo>
                      <a:pt x="393" y="246"/>
                    </a:lnTo>
                    <a:lnTo>
                      <a:pt x="393" y="243"/>
                    </a:lnTo>
                    <a:lnTo>
                      <a:pt x="391" y="243"/>
                    </a:lnTo>
                    <a:lnTo>
                      <a:pt x="389" y="243"/>
                    </a:lnTo>
                    <a:lnTo>
                      <a:pt x="387" y="243"/>
                    </a:lnTo>
                    <a:lnTo>
                      <a:pt x="387" y="242"/>
                    </a:lnTo>
                    <a:lnTo>
                      <a:pt x="385" y="242"/>
                    </a:lnTo>
                    <a:lnTo>
                      <a:pt x="385" y="240"/>
                    </a:lnTo>
                    <a:lnTo>
                      <a:pt x="384" y="240"/>
                    </a:lnTo>
                    <a:lnTo>
                      <a:pt x="384" y="238"/>
                    </a:lnTo>
                    <a:lnTo>
                      <a:pt x="383" y="238"/>
                    </a:lnTo>
                    <a:lnTo>
                      <a:pt x="383" y="238"/>
                    </a:lnTo>
                    <a:lnTo>
                      <a:pt x="383" y="238"/>
                    </a:lnTo>
                    <a:lnTo>
                      <a:pt x="383" y="236"/>
                    </a:lnTo>
                    <a:lnTo>
                      <a:pt x="383" y="236"/>
                    </a:lnTo>
                    <a:lnTo>
                      <a:pt x="383" y="234"/>
                    </a:lnTo>
                    <a:lnTo>
                      <a:pt x="383" y="233"/>
                    </a:lnTo>
                    <a:lnTo>
                      <a:pt x="384" y="231"/>
                    </a:lnTo>
                    <a:lnTo>
                      <a:pt x="384" y="231"/>
                    </a:lnTo>
                    <a:lnTo>
                      <a:pt x="384" y="229"/>
                    </a:lnTo>
                    <a:lnTo>
                      <a:pt x="384" y="228"/>
                    </a:lnTo>
                    <a:lnTo>
                      <a:pt x="384" y="226"/>
                    </a:lnTo>
                    <a:lnTo>
                      <a:pt x="384" y="226"/>
                    </a:lnTo>
                    <a:lnTo>
                      <a:pt x="384" y="224"/>
                    </a:lnTo>
                    <a:lnTo>
                      <a:pt x="384" y="224"/>
                    </a:lnTo>
                    <a:lnTo>
                      <a:pt x="384" y="222"/>
                    </a:lnTo>
                    <a:lnTo>
                      <a:pt x="382" y="222"/>
                    </a:lnTo>
                    <a:lnTo>
                      <a:pt x="382" y="220"/>
                    </a:lnTo>
                    <a:lnTo>
                      <a:pt x="380" y="220"/>
                    </a:lnTo>
                    <a:lnTo>
                      <a:pt x="380" y="218"/>
                    </a:lnTo>
                    <a:lnTo>
                      <a:pt x="378" y="218"/>
                    </a:lnTo>
                    <a:lnTo>
                      <a:pt x="376" y="216"/>
                    </a:lnTo>
                    <a:lnTo>
                      <a:pt x="375" y="214"/>
                    </a:lnTo>
                    <a:lnTo>
                      <a:pt x="375" y="213"/>
                    </a:lnTo>
                    <a:lnTo>
                      <a:pt x="373" y="213"/>
                    </a:lnTo>
                    <a:lnTo>
                      <a:pt x="371" y="211"/>
                    </a:lnTo>
                    <a:lnTo>
                      <a:pt x="369" y="211"/>
                    </a:lnTo>
                    <a:lnTo>
                      <a:pt x="369" y="209"/>
                    </a:lnTo>
                    <a:lnTo>
                      <a:pt x="367" y="209"/>
                    </a:lnTo>
                    <a:lnTo>
                      <a:pt x="366" y="207"/>
                    </a:lnTo>
                    <a:lnTo>
                      <a:pt x="364" y="207"/>
                    </a:lnTo>
                    <a:lnTo>
                      <a:pt x="364" y="205"/>
                    </a:lnTo>
                    <a:lnTo>
                      <a:pt x="362" y="205"/>
                    </a:lnTo>
                    <a:lnTo>
                      <a:pt x="360" y="205"/>
                    </a:lnTo>
                    <a:lnTo>
                      <a:pt x="358" y="205"/>
                    </a:lnTo>
                    <a:lnTo>
                      <a:pt x="357" y="204"/>
                    </a:lnTo>
                    <a:lnTo>
                      <a:pt x="355" y="204"/>
                    </a:lnTo>
                    <a:lnTo>
                      <a:pt x="353" y="204"/>
                    </a:lnTo>
                    <a:lnTo>
                      <a:pt x="351" y="204"/>
                    </a:lnTo>
                    <a:lnTo>
                      <a:pt x="351" y="202"/>
                    </a:lnTo>
                    <a:lnTo>
                      <a:pt x="349" y="202"/>
                    </a:lnTo>
                    <a:lnTo>
                      <a:pt x="347" y="202"/>
                    </a:lnTo>
                    <a:lnTo>
                      <a:pt x="345" y="202"/>
                    </a:lnTo>
                    <a:lnTo>
                      <a:pt x="345" y="201"/>
                    </a:lnTo>
                    <a:lnTo>
                      <a:pt x="343" y="201"/>
                    </a:lnTo>
                    <a:lnTo>
                      <a:pt x="341" y="201"/>
                    </a:lnTo>
                    <a:lnTo>
                      <a:pt x="339" y="201"/>
                    </a:lnTo>
                    <a:lnTo>
                      <a:pt x="339" y="200"/>
                    </a:lnTo>
                    <a:lnTo>
                      <a:pt x="337" y="201"/>
                    </a:lnTo>
                    <a:lnTo>
                      <a:pt x="336" y="201"/>
                    </a:lnTo>
                    <a:lnTo>
                      <a:pt x="334" y="201"/>
                    </a:lnTo>
                    <a:lnTo>
                      <a:pt x="333" y="201"/>
                    </a:lnTo>
                    <a:lnTo>
                      <a:pt x="331" y="201"/>
                    </a:lnTo>
                    <a:lnTo>
                      <a:pt x="329" y="201"/>
                    </a:lnTo>
                    <a:lnTo>
                      <a:pt x="327" y="201"/>
                    </a:lnTo>
                    <a:lnTo>
                      <a:pt x="327" y="201"/>
                    </a:lnTo>
                    <a:lnTo>
                      <a:pt x="325" y="202"/>
                    </a:lnTo>
                    <a:lnTo>
                      <a:pt x="323" y="202"/>
                    </a:lnTo>
                    <a:lnTo>
                      <a:pt x="322" y="202"/>
                    </a:lnTo>
                    <a:lnTo>
                      <a:pt x="320" y="202"/>
                    </a:lnTo>
                    <a:lnTo>
                      <a:pt x="318" y="202"/>
                    </a:lnTo>
                    <a:lnTo>
                      <a:pt x="318" y="202"/>
                    </a:lnTo>
                    <a:lnTo>
                      <a:pt x="316" y="202"/>
                    </a:lnTo>
                    <a:lnTo>
                      <a:pt x="316" y="202"/>
                    </a:lnTo>
                    <a:lnTo>
                      <a:pt x="314" y="204"/>
                    </a:lnTo>
                    <a:lnTo>
                      <a:pt x="313" y="204"/>
                    </a:lnTo>
                    <a:lnTo>
                      <a:pt x="310" y="205"/>
                    </a:lnTo>
                    <a:lnTo>
                      <a:pt x="310" y="205"/>
                    </a:lnTo>
                    <a:lnTo>
                      <a:pt x="308" y="207"/>
                    </a:lnTo>
                    <a:lnTo>
                      <a:pt x="307" y="207"/>
                    </a:lnTo>
                    <a:lnTo>
                      <a:pt x="305" y="207"/>
                    </a:lnTo>
                    <a:lnTo>
                      <a:pt x="305" y="207"/>
                    </a:lnTo>
                    <a:lnTo>
                      <a:pt x="303" y="209"/>
                    </a:lnTo>
                    <a:lnTo>
                      <a:pt x="301" y="209"/>
                    </a:lnTo>
                    <a:lnTo>
                      <a:pt x="299" y="209"/>
                    </a:lnTo>
                    <a:lnTo>
                      <a:pt x="299" y="209"/>
                    </a:lnTo>
                    <a:lnTo>
                      <a:pt x="297" y="211"/>
                    </a:lnTo>
                    <a:lnTo>
                      <a:pt x="296" y="211"/>
                    </a:lnTo>
                    <a:lnTo>
                      <a:pt x="295" y="211"/>
                    </a:lnTo>
                    <a:lnTo>
                      <a:pt x="295" y="211"/>
                    </a:lnTo>
                    <a:lnTo>
                      <a:pt x="293" y="213"/>
                    </a:lnTo>
                    <a:lnTo>
                      <a:pt x="292" y="213"/>
                    </a:lnTo>
                    <a:lnTo>
                      <a:pt x="291" y="215"/>
                    </a:lnTo>
                    <a:lnTo>
                      <a:pt x="291" y="215"/>
                    </a:lnTo>
                    <a:lnTo>
                      <a:pt x="288" y="217"/>
                    </a:lnTo>
                    <a:lnTo>
                      <a:pt x="288" y="217"/>
                    </a:lnTo>
                    <a:lnTo>
                      <a:pt x="286" y="218"/>
                    </a:lnTo>
                    <a:lnTo>
                      <a:pt x="286" y="218"/>
                    </a:lnTo>
                    <a:lnTo>
                      <a:pt x="285" y="220"/>
                    </a:lnTo>
                    <a:lnTo>
                      <a:pt x="285" y="220"/>
                    </a:lnTo>
                    <a:lnTo>
                      <a:pt x="283" y="222"/>
                    </a:lnTo>
                    <a:lnTo>
                      <a:pt x="283" y="222"/>
                    </a:lnTo>
                    <a:lnTo>
                      <a:pt x="281" y="224"/>
                    </a:lnTo>
                    <a:lnTo>
                      <a:pt x="281" y="224"/>
                    </a:lnTo>
                    <a:lnTo>
                      <a:pt x="281" y="226"/>
                    </a:lnTo>
                    <a:lnTo>
                      <a:pt x="281" y="226"/>
                    </a:lnTo>
                    <a:lnTo>
                      <a:pt x="281" y="227"/>
                    </a:lnTo>
                    <a:lnTo>
                      <a:pt x="281" y="229"/>
                    </a:lnTo>
                    <a:lnTo>
                      <a:pt x="281" y="231"/>
                    </a:lnTo>
                    <a:lnTo>
                      <a:pt x="281" y="231"/>
                    </a:lnTo>
                    <a:lnTo>
                      <a:pt x="281" y="233"/>
                    </a:lnTo>
                    <a:lnTo>
                      <a:pt x="281" y="234"/>
                    </a:lnTo>
                    <a:lnTo>
                      <a:pt x="281" y="236"/>
                    </a:lnTo>
                    <a:lnTo>
                      <a:pt x="282" y="236"/>
                    </a:lnTo>
                    <a:lnTo>
                      <a:pt x="282" y="238"/>
                    </a:lnTo>
                    <a:lnTo>
                      <a:pt x="282" y="240"/>
                    </a:lnTo>
                    <a:lnTo>
                      <a:pt x="282" y="242"/>
                    </a:lnTo>
                    <a:lnTo>
                      <a:pt x="284" y="242"/>
                    </a:lnTo>
                    <a:lnTo>
                      <a:pt x="284" y="244"/>
                    </a:lnTo>
                    <a:lnTo>
                      <a:pt x="285" y="246"/>
                    </a:lnTo>
                    <a:lnTo>
                      <a:pt x="285" y="248"/>
                    </a:lnTo>
                    <a:lnTo>
                      <a:pt x="286" y="248"/>
                    </a:lnTo>
                    <a:lnTo>
                      <a:pt x="286" y="250"/>
                    </a:lnTo>
                    <a:lnTo>
                      <a:pt x="288" y="250"/>
                    </a:lnTo>
                    <a:lnTo>
                      <a:pt x="288" y="251"/>
                    </a:lnTo>
                    <a:lnTo>
                      <a:pt x="290" y="251"/>
                    </a:lnTo>
                    <a:lnTo>
                      <a:pt x="290" y="253"/>
                    </a:lnTo>
                    <a:lnTo>
                      <a:pt x="292" y="253"/>
                    </a:lnTo>
                    <a:lnTo>
                      <a:pt x="293" y="254"/>
                    </a:lnTo>
                    <a:lnTo>
                      <a:pt x="295" y="254"/>
                    </a:lnTo>
                    <a:lnTo>
                      <a:pt x="295" y="256"/>
                    </a:lnTo>
                    <a:lnTo>
                      <a:pt x="297" y="256"/>
                    </a:lnTo>
                    <a:lnTo>
                      <a:pt x="298" y="257"/>
                    </a:lnTo>
                    <a:lnTo>
                      <a:pt x="300" y="257"/>
                    </a:lnTo>
                    <a:lnTo>
                      <a:pt x="300" y="259"/>
                    </a:lnTo>
                    <a:lnTo>
                      <a:pt x="302" y="259"/>
                    </a:lnTo>
                    <a:lnTo>
                      <a:pt x="303" y="259"/>
                    </a:lnTo>
                    <a:lnTo>
                      <a:pt x="305" y="259"/>
                    </a:lnTo>
                    <a:lnTo>
                      <a:pt x="305" y="261"/>
                    </a:lnTo>
                    <a:lnTo>
                      <a:pt x="307" y="261"/>
                    </a:lnTo>
                    <a:lnTo>
                      <a:pt x="307" y="262"/>
                    </a:lnTo>
                    <a:lnTo>
                      <a:pt x="308" y="262"/>
                    </a:lnTo>
                    <a:lnTo>
                      <a:pt x="308" y="264"/>
                    </a:lnTo>
                    <a:lnTo>
                      <a:pt x="310" y="264"/>
                    </a:lnTo>
                    <a:lnTo>
                      <a:pt x="313" y="264"/>
                    </a:lnTo>
                    <a:lnTo>
                      <a:pt x="314" y="264"/>
                    </a:lnTo>
                    <a:lnTo>
                      <a:pt x="314" y="265"/>
                    </a:lnTo>
                    <a:lnTo>
                      <a:pt x="316" y="265"/>
                    </a:lnTo>
                    <a:lnTo>
                      <a:pt x="317" y="267"/>
                    </a:lnTo>
                    <a:lnTo>
                      <a:pt x="319" y="267"/>
                    </a:lnTo>
                    <a:lnTo>
                      <a:pt x="319" y="268"/>
                    </a:lnTo>
                    <a:lnTo>
                      <a:pt x="320" y="268"/>
                    </a:lnTo>
                    <a:lnTo>
                      <a:pt x="320" y="268"/>
                    </a:lnTo>
                    <a:lnTo>
                      <a:pt x="322" y="268"/>
                    </a:lnTo>
                    <a:lnTo>
                      <a:pt x="322" y="269"/>
                    </a:lnTo>
                    <a:lnTo>
                      <a:pt x="322" y="269"/>
                    </a:lnTo>
                    <a:lnTo>
                      <a:pt x="322" y="269"/>
                    </a:lnTo>
                    <a:lnTo>
                      <a:pt x="322" y="269"/>
                    </a:lnTo>
                    <a:lnTo>
                      <a:pt x="322" y="270"/>
                    </a:lnTo>
                    <a:lnTo>
                      <a:pt x="322" y="270"/>
                    </a:lnTo>
                    <a:lnTo>
                      <a:pt x="322" y="270"/>
                    </a:lnTo>
                    <a:lnTo>
                      <a:pt x="323" y="270"/>
                    </a:lnTo>
                    <a:lnTo>
                      <a:pt x="323" y="271"/>
                    </a:lnTo>
                    <a:lnTo>
                      <a:pt x="323" y="271"/>
                    </a:lnTo>
                    <a:lnTo>
                      <a:pt x="323" y="271"/>
                    </a:lnTo>
                    <a:lnTo>
                      <a:pt x="324" y="271"/>
                    </a:lnTo>
                    <a:lnTo>
                      <a:pt x="324" y="271"/>
                    </a:lnTo>
                    <a:lnTo>
                      <a:pt x="324" y="271"/>
                    </a:lnTo>
                    <a:lnTo>
                      <a:pt x="324" y="271"/>
                    </a:lnTo>
                    <a:lnTo>
                      <a:pt x="325" y="271"/>
                    </a:lnTo>
                    <a:lnTo>
                      <a:pt x="323" y="273"/>
                    </a:lnTo>
                    <a:lnTo>
                      <a:pt x="322" y="273"/>
                    </a:lnTo>
                    <a:lnTo>
                      <a:pt x="320" y="275"/>
                    </a:lnTo>
                    <a:lnTo>
                      <a:pt x="320" y="275"/>
                    </a:lnTo>
                    <a:lnTo>
                      <a:pt x="318" y="277"/>
                    </a:lnTo>
                    <a:lnTo>
                      <a:pt x="316" y="277"/>
                    </a:lnTo>
                    <a:lnTo>
                      <a:pt x="314" y="277"/>
                    </a:lnTo>
                    <a:lnTo>
                      <a:pt x="314" y="277"/>
                    </a:lnTo>
                    <a:lnTo>
                      <a:pt x="313" y="279"/>
                    </a:lnTo>
                    <a:lnTo>
                      <a:pt x="310" y="279"/>
                    </a:lnTo>
                    <a:lnTo>
                      <a:pt x="308" y="279"/>
                    </a:lnTo>
                    <a:lnTo>
                      <a:pt x="307" y="279"/>
                    </a:lnTo>
                    <a:lnTo>
                      <a:pt x="305" y="280"/>
                    </a:lnTo>
                    <a:lnTo>
                      <a:pt x="305" y="280"/>
                    </a:lnTo>
                    <a:lnTo>
                      <a:pt x="303" y="280"/>
                    </a:lnTo>
                    <a:lnTo>
                      <a:pt x="303" y="280"/>
                    </a:lnTo>
                    <a:lnTo>
                      <a:pt x="296" y="284"/>
                    </a:lnTo>
                    <a:lnTo>
                      <a:pt x="290" y="286"/>
                    </a:lnTo>
                    <a:lnTo>
                      <a:pt x="282" y="290"/>
                    </a:lnTo>
                    <a:lnTo>
                      <a:pt x="275" y="292"/>
                    </a:lnTo>
                    <a:lnTo>
                      <a:pt x="265" y="295"/>
                    </a:lnTo>
                    <a:lnTo>
                      <a:pt x="257" y="299"/>
                    </a:lnTo>
                    <a:lnTo>
                      <a:pt x="248" y="302"/>
                    </a:lnTo>
                    <a:lnTo>
                      <a:pt x="240" y="304"/>
                    </a:lnTo>
                    <a:lnTo>
                      <a:pt x="231" y="308"/>
                    </a:lnTo>
                    <a:lnTo>
                      <a:pt x="223" y="311"/>
                    </a:lnTo>
                    <a:lnTo>
                      <a:pt x="216" y="314"/>
                    </a:lnTo>
                    <a:lnTo>
                      <a:pt x="210" y="316"/>
                    </a:lnTo>
                    <a:lnTo>
                      <a:pt x="204" y="318"/>
                    </a:lnTo>
                    <a:lnTo>
                      <a:pt x="200" y="320"/>
                    </a:lnTo>
                    <a:lnTo>
                      <a:pt x="198" y="321"/>
                    </a:lnTo>
                    <a:lnTo>
                      <a:pt x="198" y="321"/>
                    </a:lnTo>
                    <a:lnTo>
                      <a:pt x="195" y="321"/>
                    </a:lnTo>
                    <a:lnTo>
                      <a:pt x="193" y="318"/>
                    </a:lnTo>
                    <a:lnTo>
                      <a:pt x="188" y="314"/>
                    </a:lnTo>
                    <a:lnTo>
                      <a:pt x="183" y="308"/>
                    </a:lnTo>
                    <a:lnTo>
                      <a:pt x="176" y="302"/>
                    </a:lnTo>
                    <a:lnTo>
                      <a:pt x="170" y="295"/>
                    </a:lnTo>
                    <a:lnTo>
                      <a:pt x="162" y="287"/>
                    </a:lnTo>
                    <a:lnTo>
                      <a:pt x="155" y="278"/>
                    </a:lnTo>
                    <a:lnTo>
                      <a:pt x="146" y="270"/>
                    </a:lnTo>
                    <a:lnTo>
                      <a:pt x="138" y="261"/>
                    </a:lnTo>
                    <a:lnTo>
                      <a:pt x="130" y="253"/>
                    </a:lnTo>
                    <a:lnTo>
                      <a:pt x="123" y="244"/>
                    </a:lnTo>
                    <a:lnTo>
                      <a:pt x="116" y="237"/>
                    </a:lnTo>
                    <a:lnTo>
                      <a:pt x="110" y="230"/>
                    </a:lnTo>
                    <a:lnTo>
                      <a:pt x="105" y="224"/>
                    </a:lnTo>
                    <a:lnTo>
                      <a:pt x="101" y="219"/>
                    </a:lnTo>
                    <a:lnTo>
                      <a:pt x="98" y="217"/>
                    </a:lnTo>
                    <a:lnTo>
                      <a:pt x="96" y="215"/>
                    </a:lnTo>
                    <a:lnTo>
                      <a:pt x="92" y="213"/>
                    </a:lnTo>
                    <a:lnTo>
                      <a:pt x="90" y="209"/>
                    </a:lnTo>
                    <a:lnTo>
                      <a:pt x="86" y="207"/>
                    </a:lnTo>
                    <a:lnTo>
                      <a:pt x="84" y="204"/>
                    </a:lnTo>
                    <a:lnTo>
                      <a:pt x="80" y="201"/>
                    </a:lnTo>
                    <a:lnTo>
                      <a:pt x="78" y="197"/>
                    </a:lnTo>
                    <a:lnTo>
                      <a:pt x="74" y="195"/>
                    </a:lnTo>
                    <a:lnTo>
                      <a:pt x="71" y="191"/>
                    </a:lnTo>
                    <a:lnTo>
                      <a:pt x="68" y="189"/>
                    </a:lnTo>
                    <a:lnTo>
                      <a:pt x="66" y="185"/>
                    </a:lnTo>
                    <a:lnTo>
                      <a:pt x="63" y="183"/>
                    </a:lnTo>
                    <a:lnTo>
                      <a:pt x="61" y="179"/>
                    </a:lnTo>
                    <a:lnTo>
                      <a:pt x="59" y="176"/>
                    </a:lnTo>
                    <a:lnTo>
                      <a:pt x="57" y="173"/>
                    </a:lnTo>
                    <a:lnTo>
                      <a:pt x="52" y="170"/>
                    </a:lnTo>
                    <a:lnTo>
                      <a:pt x="48" y="166"/>
                    </a:lnTo>
                    <a:lnTo>
                      <a:pt x="44" y="162"/>
                    </a:lnTo>
                    <a:lnTo>
                      <a:pt x="40" y="158"/>
                    </a:lnTo>
                    <a:lnTo>
                      <a:pt x="34" y="154"/>
                    </a:lnTo>
                    <a:lnTo>
                      <a:pt x="30" y="150"/>
                    </a:lnTo>
                    <a:lnTo>
                      <a:pt x="26" y="146"/>
                    </a:lnTo>
                    <a:lnTo>
                      <a:pt x="22" y="140"/>
                    </a:lnTo>
                    <a:lnTo>
                      <a:pt x="17" y="137"/>
                    </a:lnTo>
                    <a:lnTo>
                      <a:pt x="13" y="133"/>
                    </a:lnTo>
                    <a:lnTo>
                      <a:pt x="10" y="130"/>
                    </a:lnTo>
                    <a:lnTo>
                      <a:pt x="7" y="126"/>
                    </a:lnTo>
                    <a:lnTo>
                      <a:pt x="4" y="124"/>
                    </a:lnTo>
                    <a:lnTo>
                      <a:pt x="2" y="122"/>
                    </a:lnTo>
                    <a:lnTo>
                      <a:pt x="1" y="121"/>
                    </a:lnTo>
                    <a:lnTo>
                      <a:pt x="1" y="120"/>
                    </a:lnTo>
                    <a:lnTo>
                      <a:pt x="0" y="121"/>
                    </a:lnTo>
                    <a:lnTo>
                      <a:pt x="0" y="121"/>
                    </a:lnTo>
                    <a:lnTo>
                      <a:pt x="0" y="121"/>
                    </a:lnTo>
                    <a:lnTo>
                      <a:pt x="2" y="121"/>
                    </a:lnTo>
                    <a:lnTo>
                      <a:pt x="3" y="121"/>
                    </a:lnTo>
                    <a:lnTo>
                      <a:pt x="6" y="121"/>
                    </a:lnTo>
                    <a:lnTo>
                      <a:pt x="10" y="119"/>
                    </a:lnTo>
                    <a:lnTo>
                      <a:pt x="17" y="117"/>
                    </a:lnTo>
                    <a:lnTo>
                      <a:pt x="25" y="115"/>
                    </a:lnTo>
                    <a:lnTo>
                      <a:pt x="35" y="111"/>
                    </a:lnTo>
                    <a:lnTo>
                      <a:pt x="48" y="106"/>
                    </a:lnTo>
                    <a:lnTo>
                      <a:pt x="64" y="99"/>
                    </a:lnTo>
                    <a:lnTo>
                      <a:pt x="83" y="92"/>
                    </a:lnTo>
                    <a:lnTo>
                      <a:pt x="106" y="83"/>
                    </a:lnTo>
                    <a:lnTo>
                      <a:pt x="131" y="72"/>
                    </a:lnTo>
                    <a:lnTo>
                      <a:pt x="162" y="59"/>
                    </a:lnTo>
                    <a:lnTo>
                      <a:pt x="162" y="59"/>
                    </a:lnTo>
                  </a:path>
                </a:pathLst>
              </a:custGeom>
              <a:solidFill>
                <a:srgbClr val="000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96" name=""/>
              <p:cNvSpPr/>
              <p:nvPr/>
            </p:nvSpPr>
            <p:spPr>
              <a:xfrm>
                <a:off x="6189840" y="5288040"/>
                <a:ext cx="510840" cy="361800"/>
              </a:xfrm>
              <a:custGeom>
                <a:avLst/>
                <a:gdLst/>
                <a:ahLst/>
                <a:rect l="l" t="t" r="r" b="b"/>
                <a:pathLst>
                  <a:path w="322" h="228">
                    <a:moveTo>
                      <a:pt x="0" y="0"/>
                    </a:moveTo>
                    <a:lnTo>
                      <a:pt x="1" y="26"/>
                    </a:lnTo>
                    <a:lnTo>
                      <a:pt x="191" y="227"/>
                    </a:lnTo>
                    <a:lnTo>
                      <a:pt x="321" y="182"/>
                    </a:lnTo>
                    <a:lnTo>
                      <a:pt x="321" y="145"/>
                    </a:lnTo>
                    <a:lnTo>
                      <a:pt x="194" y="192"/>
                    </a:lnTo>
                    <a:lnTo>
                      <a:pt x="0" y="0"/>
                    </a:lnTo>
                    <a:lnTo>
                      <a:pt x="0"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97" name=""/>
              <p:cNvSpPr/>
              <p:nvPr/>
            </p:nvSpPr>
            <p:spPr>
              <a:xfrm>
                <a:off x="6629400" y="5403960"/>
                <a:ext cx="404640" cy="129960"/>
              </a:xfrm>
              <a:custGeom>
                <a:avLst/>
                <a:gdLst/>
                <a:ahLst/>
                <a:rect l="l" t="t" r="r" b="b"/>
                <a:pathLst>
                  <a:path w="255" h="82">
                    <a:moveTo>
                      <a:pt x="10" y="51"/>
                    </a:moveTo>
                    <a:lnTo>
                      <a:pt x="10" y="51"/>
                    </a:lnTo>
                    <a:lnTo>
                      <a:pt x="10" y="51"/>
                    </a:lnTo>
                    <a:lnTo>
                      <a:pt x="10" y="51"/>
                    </a:lnTo>
                    <a:lnTo>
                      <a:pt x="11" y="50"/>
                    </a:lnTo>
                    <a:lnTo>
                      <a:pt x="11" y="50"/>
                    </a:lnTo>
                    <a:lnTo>
                      <a:pt x="11" y="49"/>
                    </a:lnTo>
                    <a:lnTo>
                      <a:pt x="11" y="49"/>
                    </a:lnTo>
                    <a:lnTo>
                      <a:pt x="13" y="47"/>
                    </a:lnTo>
                    <a:lnTo>
                      <a:pt x="13" y="47"/>
                    </a:lnTo>
                    <a:lnTo>
                      <a:pt x="13" y="45"/>
                    </a:lnTo>
                    <a:lnTo>
                      <a:pt x="13" y="45"/>
                    </a:lnTo>
                    <a:lnTo>
                      <a:pt x="15" y="42"/>
                    </a:lnTo>
                    <a:lnTo>
                      <a:pt x="15" y="42"/>
                    </a:lnTo>
                    <a:lnTo>
                      <a:pt x="17" y="41"/>
                    </a:lnTo>
                    <a:lnTo>
                      <a:pt x="17" y="41"/>
                    </a:lnTo>
                    <a:lnTo>
                      <a:pt x="19" y="40"/>
                    </a:lnTo>
                    <a:lnTo>
                      <a:pt x="19" y="40"/>
                    </a:lnTo>
                    <a:lnTo>
                      <a:pt x="20" y="40"/>
                    </a:lnTo>
                    <a:lnTo>
                      <a:pt x="20" y="40"/>
                    </a:lnTo>
                    <a:lnTo>
                      <a:pt x="22" y="40"/>
                    </a:lnTo>
                    <a:lnTo>
                      <a:pt x="22" y="40"/>
                    </a:lnTo>
                    <a:lnTo>
                      <a:pt x="24" y="40"/>
                    </a:lnTo>
                    <a:lnTo>
                      <a:pt x="24" y="40"/>
                    </a:lnTo>
                    <a:lnTo>
                      <a:pt x="26" y="38"/>
                    </a:lnTo>
                    <a:lnTo>
                      <a:pt x="26" y="38"/>
                    </a:lnTo>
                    <a:lnTo>
                      <a:pt x="27" y="38"/>
                    </a:lnTo>
                    <a:lnTo>
                      <a:pt x="27" y="38"/>
                    </a:lnTo>
                    <a:lnTo>
                      <a:pt x="29" y="38"/>
                    </a:lnTo>
                    <a:lnTo>
                      <a:pt x="29" y="38"/>
                    </a:lnTo>
                    <a:lnTo>
                      <a:pt x="30" y="38"/>
                    </a:lnTo>
                    <a:lnTo>
                      <a:pt x="30" y="38"/>
                    </a:lnTo>
                    <a:lnTo>
                      <a:pt x="32" y="37"/>
                    </a:lnTo>
                    <a:lnTo>
                      <a:pt x="32" y="37"/>
                    </a:lnTo>
                    <a:lnTo>
                      <a:pt x="34" y="37"/>
                    </a:lnTo>
                    <a:lnTo>
                      <a:pt x="35" y="37"/>
                    </a:lnTo>
                    <a:lnTo>
                      <a:pt x="37" y="37"/>
                    </a:lnTo>
                    <a:lnTo>
                      <a:pt x="37" y="37"/>
                    </a:lnTo>
                    <a:lnTo>
                      <a:pt x="39" y="37"/>
                    </a:lnTo>
                    <a:lnTo>
                      <a:pt x="41" y="37"/>
                    </a:lnTo>
                    <a:lnTo>
                      <a:pt x="42" y="35"/>
                    </a:lnTo>
                    <a:lnTo>
                      <a:pt x="42" y="35"/>
                    </a:lnTo>
                    <a:lnTo>
                      <a:pt x="44" y="35"/>
                    </a:lnTo>
                    <a:lnTo>
                      <a:pt x="46" y="35"/>
                    </a:lnTo>
                    <a:lnTo>
                      <a:pt x="48" y="35"/>
                    </a:lnTo>
                    <a:lnTo>
                      <a:pt x="48" y="35"/>
                    </a:lnTo>
                    <a:lnTo>
                      <a:pt x="49" y="35"/>
                    </a:lnTo>
                    <a:lnTo>
                      <a:pt x="51" y="35"/>
                    </a:lnTo>
                    <a:lnTo>
                      <a:pt x="54" y="34"/>
                    </a:lnTo>
                    <a:lnTo>
                      <a:pt x="54" y="35"/>
                    </a:lnTo>
                    <a:lnTo>
                      <a:pt x="54" y="35"/>
                    </a:lnTo>
                    <a:lnTo>
                      <a:pt x="54" y="35"/>
                    </a:lnTo>
                    <a:lnTo>
                      <a:pt x="56" y="35"/>
                    </a:lnTo>
                    <a:lnTo>
                      <a:pt x="56" y="35"/>
                    </a:lnTo>
                    <a:lnTo>
                      <a:pt x="58" y="35"/>
                    </a:lnTo>
                    <a:lnTo>
                      <a:pt x="59" y="35"/>
                    </a:lnTo>
                    <a:lnTo>
                      <a:pt x="61" y="35"/>
                    </a:lnTo>
                    <a:lnTo>
                      <a:pt x="61" y="37"/>
                    </a:lnTo>
                    <a:lnTo>
                      <a:pt x="63" y="37"/>
                    </a:lnTo>
                    <a:lnTo>
                      <a:pt x="63" y="37"/>
                    </a:lnTo>
                    <a:lnTo>
                      <a:pt x="64" y="37"/>
                    </a:lnTo>
                    <a:lnTo>
                      <a:pt x="64" y="37"/>
                    </a:lnTo>
                    <a:lnTo>
                      <a:pt x="66" y="37"/>
                    </a:lnTo>
                    <a:lnTo>
                      <a:pt x="66" y="37"/>
                    </a:lnTo>
                    <a:lnTo>
                      <a:pt x="68" y="37"/>
                    </a:lnTo>
                    <a:lnTo>
                      <a:pt x="68" y="39"/>
                    </a:lnTo>
                    <a:lnTo>
                      <a:pt x="68" y="39"/>
                    </a:lnTo>
                    <a:lnTo>
                      <a:pt x="68" y="39"/>
                    </a:lnTo>
                    <a:lnTo>
                      <a:pt x="70" y="39"/>
                    </a:lnTo>
                    <a:lnTo>
                      <a:pt x="70" y="40"/>
                    </a:lnTo>
                    <a:lnTo>
                      <a:pt x="72" y="40"/>
                    </a:lnTo>
                    <a:lnTo>
                      <a:pt x="72" y="40"/>
                    </a:lnTo>
                    <a:lnTo>
                      <a:pt x="74" y="40"/>
                    </a:lnTo>
                    <a:lnTo>
                      <a:pt x="74" y="41"/>
                    </a:lnTo>
                    <a:lnTo>
                      <a:pt x="76" y="41"/>
                    </a:lnTo>
                    <a:lnTo>
                      <a:pt x="76" y="41"/>
                    </a:lnTo>
                    <a:lnTo>
                      <a:pt x="78" y="41"/>
                    </a:lnTo>
                    <a:lnTo>
                      <a:pt x="78" y="41"/>
                    </a:lnTo>
                    <a:lnTo>
                      <a:pt x="79" y="41"/>
                    </a:lnTo>
                    <a:lnTo>
                      <a:pt x="79" y="41"/>
                    </a:lnTo>
                    <a:lnTo>
                      <a:pt x="81" y="41"/>
                    </a:lnTo>
                    <a:lnTo>
                      <a:pt x="81" y="43"/>
                    </a:lnTo>
                    <a:lnTo>
                      <a:pt x="81" y="43"/>
                    </a:lnTo>
                    <a:lnTo>
                      <a:pt x="81" y="43"/>
                    </a:lnTo>
                    <a:lnTo>
                      <a:pt x="83" y="43"/>
                    </a:lnTo>
                    <a:lnTo>
                      <a:pt x="83" y="45"/>
                    </a:lnTo>
                    <a:lnTo>
                      <a:pt x="85" y="45"/>
                    </a:lnTo>
                    <a:lnTo>
                      <a:pt x="85" y="45"/>
                    </a:lnTo>
                    <a:lnTo>
                      <a:pt x="86" y="45"/>
                    </a:lnTo>
                    <a:lnTo>
                      <a:pt x="86" y="47"/>
                    </a:lnTo>
                    <a:lnTo>
                      <a:pt x="87" y="47"/>
                    </a:lnTo>
                    <a:lnTo>
                      <a:pt x="87" y="47"/>
                    </a:lnTo>
                    <a:lnTo>
                      <a:pt x="89" y="47"/>
                    </a:lnTo>
                    <a:lnTo>
                      <a:pt x="89" y="49"/>
                    </a:lnTo>
                    <a:lnTo>
                      <a:pt x="91" y="49"/>
                    </a:lnTo>
                    <a:lnTo>
                      <a:pt x="91" y="49"/>
                    </a:lnTo>
                    <a:lnTo>
                      <a:pt x="93" y="49"/>
                    </a:lnTo>
                    <a:lnTo>
                      <a:pt x="93" y="50"/>
                    </a:lnTo>
                    <a:lnTo>
                      <a:pt x="93" y="50"/>
                    </a:lnTo>
                    <a:lnTo>
                      <a:pt x="93" y="50"/>
                    </a:lnTo>
                    <a:lnTo>
                      <a:pt x="93" y="50"/>
                    </a:lnTo>
                    <a:lnTo>
                      <a:pt x="93" y="51"/>
                    </a:lnTo>
                    <a:lnTo>
                      <a:pt x="93" y="51"/>
                    </a:lnTo>
                    <a:lnTo>
                      <a:pt x="93" y="51"/>
                    </a:lnTo>
                    <a:lnTo>
                      <a:pt x="95" y="51"/>
                    </a:lnTo>
                    <a:lnTo>
                      <a:pt x="95" y="53"/>
                    </a:lnTo>
                    <a:lnTo>
                      <a:pt x="95" y="53"/>
                    </a:lnTo>
                    <a:lnTo>
                      <a:pt x="95" y="53"/>
                    </a:lnTo>
                    <a:lnTo>
                      <a:pt x="96" y="53"/>
                    </a:lnTo>
                    <a:lnTo>
                      <a:pt x="96" y="53"/>
                    </a:lnTo>
                    <a:lnTo>
                      <a:pt x="96" y="53"/>
                    </a:lnTo>
                    <a:lnTo>
                      <a:pt x="96" y="53"/>
                    </a:lnTo>
                    <a:lnTo>
                      <a:pt x="98" y="53"/>
                    </a:lnTo>
                    <a:lnTo>
                      <a:pt x="98" y="55"/>
                    </a:lnTo>
                    <a:lnTo>
                      <a:pt x="98" y="55"/>
                    </a:lnTo>
                    <a:lnTo>
                      <a:pt x="98" y="55"/>
                    </a:lnTo>
                    <a:lnTo>
                      <a:pt x="98" y="55"/>
                    </a:lnTo>
                    <a:lnTo>
                      <a:pt x="98" y="56"/>
                    </a:lnTo>
                    <a:lnTo>
                      <a:pt x="98" y="56"/>
                    </a:lnTo>
                    <a:lnTo>
                      <a:pt x="98" y="56"/>
                    </a:lnTo>
                    <a:lnTo>
                      <a:pt x="99" y="56"/>
                    </a:lnTo>
                    <a:lnTo>
                      <a:pt x="99" y="58"/>
                    </a:lnTo>
                    <a:lnTo>
                      <a:pt x="99" y="58"/>
                    </a:lnTo>
                    <a:lnTo>
                      <a:pt x="99" y="58"/>
                    </a:lnTo>
                    <a:lnTo>
                      <a:pt x="99" y="58"/>
                    </a:lnTo>
                    <a:lnTo>
                      <a:pt x="99" y="59"/>
                    </a:lnTo>
                    <a:lnTo>
                      <a:pt x="99" y="59"/>
                    </a:lnTo>
                    <a:lnTo>
                      <a:pt x="99" y="59"/>
                    </a:lnTo>
                    <a:lnTo>
                      <a:pt x="100" y="59"/>
                    </a:lnTo>
                    <a:lnTo>
                      <a:pt x="100" y="62"/>
                    </a:lnTo>
                    <a:lnTo>
                      <a:pt x="100" y="62"/>
                    </a:lnTo>
                    <a:lnTo>
                      <a:pt x="100" y="62"/>
                    </a:lnTo>
                    <a:lnTo>
                      <a:pt x="100" y="62"/>
                    </a:lnTo>
                    <a:lnTo>
                      <a:pt x="100" y="64"/>
                    </a:lnTo>
                    <a:lnTo>
                      <a:pt x="100" y="64"/>
                    </a:lnTo>
                    <a:lnTo>
                      <a:pt x="100" y="64"/>
                    </a:lnTo>
                    <a:lnTo>
                      <a:pt x="100" y="64"/>
                    </a:lnTo>
                    <a:lnTo>
                      <a:pt x="100" y="66"/>
                    </a:lnTo>
                    <a:lnTo>
                      <a:pt x="100" y="66"/>
                    </a:lnTo>
                    <a:lnTo>
                      <a:pt x="100" y="67"/>
                    </a:lnTo>
                    <a:lnTo>
                      <a:pt x="100" y="67"/>
                    </a:lnTo>
                    <a:lnTo>
                      <a:pt x="100" y="68"/>
                    </a:lnTo>
                    <a:lnTo>
                      <a:pt x="100" y="68"/>
                    </a:lnTo>
                    <a:lnTo>
                      <a:pt x="100" y="68"/>
                    </a:lnTo>
                    <a:lnTo>
                      <a:pt x="100" y="68"/>
                    </a:lnTo>
                    <a:lnTo>
                      <a:pt x="100" y="70"/>
                    </a:lnTo>
                    <a:lnTo>
                      <a:pt x="100" y="70"/>
                    </a:lnTo>
                    <a:lnTo>
                      <a:pt x="100" y="70"/>
                    </a:lnTo>
                    <a:lnTo>
                      <a:pt x="100" y="70"/>
                    </a:lnTo>
                    <a:lnTo>
                      <a:pt x="100" y="71"/>
                    </a:lnTo>
                    <a:lnTo>
                      <a:pt x="100" y="71"/>
                    </a:lnTo>
                    <a:lnTo>
                      <a:pt x="100" y="71"/>
                    </a:lnTo>
                    <a:lnTo>
                      <a:pt x="101" y="71"/>
                    </a:lnTo>
                    <a:lnTo>
                      <a:pt x="101" y="73"/>
                    </a:lnTo>
                    <a:lnTo>
                      <a:pt x="101" y="73"/>
                    </a:lnTo>
                    <a:lnTo>
                      <a:pt x="101" y="73"/>
                    </a:lnTo>
                    <a:lnTo>
                      <a:pt x="102" y="73"/>
                    </a:lnTo>
                    <a:lnTo>
                      <a:pt x="102" y="73"/>
                    </a:lnTo>
                    <a:lnTo>
                      <a:pt x="102" y="73"/>
                    </a:lnTo>
                    <a:lnTo>
                      <a:pt x="102" y="73"/>
                    </a:lnTo>
                    <a:lnTo>
                      <a:pt x="103" y="73"/>
                    </a:lnTo>
                    <a:lnTo>
                      <a:pt x="103" y="75"/>
                    </a:lnTo>
                    <a:lnTo>
                      <a:pt x="103" y="75"/>
                    </a:lnTo>
                    <a:lnTo>
                      <a:pt x="103" y="75"/>
                    </a:lnTo>
                    <a:lnTo>
                      <a:pt x="103" y="75"/>
                    </a:lnTo>
                    <a:lnTo>
                      <a:pt x="103" y="76"/>
                    </a:lnTo>
                    <a:lnTo>
                      <a:pt x="103" y="76"/>
                    </a:lnTo>
                    <a:lnTo>
                      <a:pt x="103" y="76"/>
                    </a:lnTo>
                    <a:lnTo>
                      <a:pt x="105" y="76"/>
                    </a:lnTo>
                    <a:lnTo>
                      <a:pt x="105" y="78"/>
                    </a:lnTo>
                    <a:lnTo>
                      <a:pt x="105" y="78"/>
                    </a:lnTo>
                    <a:lnTo>
                      <a:pt x="105" y="78"/>
                    </a:lnTo>
                    <a:lnTo>
                      <a:pt x="106" y="78"/>
                    </a:lnTo>
                    <a:lnTo>
                      <a:pt x="106" y="78"/>
                    </a:lnTo>
                    <a:lnTo>
                      <a:pt x="106" y="78"/>
                    </a:lnTo>
                    <a:lnTo>
                      <a:pt x="106" y="78"/>
                    </a:lnTo>
                    <a:lnTo>
                      <a:pt x="108" y="78"/>
                    </a:lnTo>
                    <a:lnTo>
                      <a:pt x="108" y="79"/>
                    </a:lnTo>
                    <a:lnTo>
                      <a:pt x="108" y="79"/>
                    </a:lnTo>
                    <a:lnTo>
                      <a:pt x="108" y="79"/>
                    </a:lnTo>
                    <a:lnTo>
                      <a:pt x="109" y="79"/>
                    </a:lnTo>
                    <a:lnTo>
                      <a:pt x="109" y="79"/>
                    </a:lnTo>
                    <a:lnTo>
                      <a:pt x="110" y="79"/>
                    </a:lnTo>
                    <a:lnTo>
                      <a:pt x="110" y="79"/>
                    </a:lnTo>
                    <a:lnTo>
                      <a:pt x="112" y="79"/>
                    </a:lnTo>
                    <a:lnTo>
                      <a:pt x="112" y="81"/>
                    </a:lnTo>
                    <a:lnTo>
                      <a:pt x="113" y="81"/>
                    </a:lnTo>
                    <a:lnTo>
                      <a:pt x="113" y="81"/>
                    </a:lnTo>
                    <a:lnTo>
                      <a:pt x="115" y="81"/>
                    </a:lnTo>
                    <a:lnTo>
                      <a:pt x="115" y="81"/>
                    </a:lnTo>
                    <a:lnTo>
                      <a:pt x="116" y="81"/>
                    </a:lnTo>
                    <a:lnTo>
                      <a:pt x="116" y="81"/>
                    </a:lnTo>
                    <a:lnTo>
                      <a:pt x="117" y="81"/>
                    </a:lnTo>
                    <a:lnTo>
                      <a:pt x="117" y="81"/>
                    </a:lnTo>
                    <a:lnTo>
                      <a:pt x="117" y="81"/>
                    </a:lnTo>
                    <a:lnTo>
                      <a:pt x="117" y="81"/>
                    </a:lnTo>
                    <a:lnTo>
                      <a:pt x="119" y="81"/>
                    </a:lnTo>
                    <a:lnTo>
                      <a:pt x="119" y="81"/>
                    </a:lnTo>
                    <a:lnTo>
                      <a:pt x="120" y="81"/>
                    </a:lnTo>
                    <a:lnTo>
                      <a:pt x="120" y="81"/>
                    </a:lnTo>
                    <a:lnTo>
                      <a:pt x="122" y="81"/>
                    </a:lnTo>
                    <a:lnTo>
                      <a:pt x="122" y="81"/>
                    </a:lnTo>
                    <a:lnTo>
                      <a:pt x="123" y="81"/>
                    </a:lnTo>
                    <a:lnTo>
                      <a:pt x="123" y="81"/>
                    </a:lnTo>
                    <a:lnTo>
                      <a:pt x="124" y="81"/>
                    </a:lnTo>
                    <a:lnTo>
                      <a:pt x="124" y="81"/>
                    </a:lnTo>
                    <a:lnTo>
                      <a:pt x="126" y="81"/>
                    </a:lnTo>
                    <a:lnTo>
                      <a:pt x="126" y="81"/>
                    </a:lnTo>
                    <a:lnTo>
                      <a:pt x="128" y="81"/>
                    </a:lnTo>
                    <a:lnTo>
                      <a:pt x="128" y="81"/>
                    </a:lnTo>
                    <a:lnTo>
                      <a:pt x="128" y="81"/>
                    </a:lnTo>
                    <a:lnTo>
                      <a:pt x="128" y="81"/>
                    </a:lnTo>
                    <a:lnTo>
                      <a:pt x="129" y="81"/>
                    </a:lnTo>
                    <a:lnTo>
                      <a:pt x="129" y="81"/>
                    </a:lnTo>
                    <a:lnTo>
                      <a:pt x="129" y="81"/>
                    </a:lnTo>
                    <a:lnTo>
                      <a:pt x="129" y="81"/>
                    </a:lnTo>
                    <a:lnTo>
                      <a:pt x="131" y="79"/>
                    </a:lnTo>
                    <a:lnTo>
                      <a:pt x="131" y="79"/>
                    </a:lnTo>
                    <a:lnTo>
                      <a:pt x="132" y="79"/>
                    </a:lnTo>
                    <a:lnTo>
                      <a:pt x="132" y="79"/>
                    </a:lnTo>
                    <a:lnTo>
                      <a:pt x="134" y="79"/>
                    </a:lnTo>
                    <a:lnTo>
                      <a:pt x="134" y="79"/>
                    </a:lnTo>
                    <a:lnTo>
                      <a:pt x="135" y="79"/>
                    </a:lnTo>
                    <a:lnTo>
                      <a:pt x="135" y="79"/>
                    </a:lnTo>
                    <a:lnTo>
                      <a:pt x="137" y="78"/>
                    </a:lnTo>
                    <a:lnTo>
                      <a:pt x="139" y="78"/>
                    </a:lnTo>
                    <a:lnTo>
                      <a:pt x="142" y="77"/>
                    </a:lnTo>
                    <a:lnTo>
                      <a:pt x="144" y="77"/>
                    </a:lnTo>
                    <a:lnTo>
                      <a:pt x="147" y="75"/>
                    </a:lnTo>
                    <a:lnTo>
                      <a:pt x="151" y="75"/>
                    </a:lnTo>
                    <a:lnTo>
                      <a:pt x="154" y="73"/>
                    </a:lnTo>
                    <a:lnTo>
                      <a:pt x="159" y="72"/>
                    </a:lnTo>
                    <a:lnTo>
                      <a:pt x="162" y="71"/>
                    </a:lnTo>
                    <a:lnTo>
                      <a:pt x="164" y="71"/>
                    </a:lnTo>
                    <a:lnTo>
                      <a:pt x="168" y="69"/>
                    </a:lnTo>
                    <a:lnTo>
                      <a:pt x="172" y="67"/>
                    </a:lnTo>
                    <a:lnTo>
                      <a:pt x="176" y="65"/>
                    </a:lnTo>
                    <a:lnTo>
                      <a:pt x="178" y="65"/>
                    </a:lnTo>
                    <a:lnTo>
                      <a:pt x="182" y="63"/>
                    </a:lnTo>
                    <a:lnTo>
                      <a:pt x="184" y="62"/>
                    </a:lnTo>
                    <a:lnTo>
                      <a:pt x="188" y="60"/>
                    </a:lnTo>
                    <a:lnTo>
                      <a:pt x="190" y="60"/>
                    </a:lnTo>
                    <a:lnTo>
                      <a:pt x="192" y="59"/>
                    </a:lnTo>
                    <a:lnTo>
                      <a:pt x="194" y="59"/>
                    </a:lnTo>
                    <a:lnTo>
                      <a:pt x="198" y="57"/>
                    </a:lnTo>
                    <a:lnTo>
                      <a:pt x="200" y="57"/>
                    </a:lnTo>
                    <a:lnTo>
                      <a:pt x="204" y="56"/>
                    </a:lnTo>
                    <a:lnTo>
                      <a:pt x="207" y="56"/>
                    </a:lnTo>
                    <a:lnTo>
                      <a:pt x="211" y="54"/>
                    </a:lnTo>
                    <a:lnTo>
                      <a:pt x="213" y="54"/>
                    </a:lnTo>
                    <a:lnTo>
                      <a:pt x="217" y="52"/>
                    </a:lnTo>
                    <a:lnTo>
                      <a:pt x="219" y="52"/>
                    </a:lnTo>
                    <a:lnTo>
                      <a:pt x="223" y="50"/>
                    </a:lnTo>
                    <a:lnTo>
                      <a:pt x="225" y="50"/>
                    </a:lnTo>
                    <a:lnTo>
                      <a:pt x="228" y="48"/>
                    </a:lnTo>
                    <a:lnTo>
                      <a:pt x="230" y="47"/>
                    </a:lnTo>
                    <a:lnTo>
                      <a:pt x="234" y="45"/>
                    </a:lnTo>
                    <a:lnTo>
                      <a:pt x="234" y="45"/>
                    </a:lnTo>
                    <a:lnTo>
                      <a:pt x="236" y="45"/>
                    </a:lnTo>
                    <a:lnTo>
                      <a:pt x="237" y="45"/>
                    </a:lnTo>
                    <a:lnTo>
                      <a:pt x="239" y="42"/>
                    </a:lnTo>
                    <a:lnTo>
                      <a:pt x="240" y="42"/>
                    </a:lnTo>
                    <a:lnTo>
                      <a:pt x="242" y="42"/>
                    </a:lnTo>
                    <a:lnTo>
                      <a:pt x="244" y="42"/>
                    </a:lnTo>
                    <a:lnTo>
                      <a:pt x="246" y="40"/>
                    </a:lnTo>
                    <a:lnTo>
                      <a:pt x="246" y="40"/>
                    </a:lnTo>
                    <a:lnTo>
                      <a:pt x="248" y="40"/>
                    </a:lnTo>
                    <a:lnTo>
                      <a:pt x="249" y="40"/>
                    </a:lnTo>
                    <a:lnTo>
                      <a:pt x="251" y="38"/>
                    </a:lnTo>
                    <a:lnTo>
                      <a:pt x="251" y="38"/>
                    </a:lnTo>
                    <a:lnTo>
                      <a:pt x="252" y="37"/>
                    </a:lnTo>
                    <a:lnTo>
                      <a:pt x="252" y="37"/>
                    </a:lnTo>
                    <a:lnTo>
                      <a:pt x="254" y="36"/>
                    </a:lnTo>
                    <a:lnTo>
                      <a:pt x="254" y="36"/>
                    </a:lnTo>
                    <a:lnTo>
                      <a:pt x="254" y="35"/>
                    </a:lnTo>
                    <a:lnTo>
                      <a:pt x="254" y="34"/>
                    </a:lnTo>
                    <a:lnTo>
                      <a:pt x="254" y="32"/>
                    </a:lnTo>
                    <a:lnTo>
                      <a:pt x="254" y="30"/>
                    </a:lnTo>
                    <a:lnTo>
                      <a:pt x="254" y="28"/>
                    </a:lnTo>
                    <a:lnTo>
                      <a:pt x="254" y="26"/>
                    </a:lnTo>
                    <a:lnTo>
                      <a:pt x="254" y="22"/>
                    </a:lnTo>
                    <a:lnTo>
                      <a:pt x="254" y="20"/>
                    </a:lnTo>
                    <a:lnTo>
                      <a:pt x="254" y="18"/>
                    </a:lnTo>
                    <a:lnTo>
                      <a:pt x="254" y="15"/>
                    </a:lnTo>
                    <a:lnTo>
                      <a:pt x="254" y="12"/>
                    </a:lnTo>
                    <a:lnTo>
                      <a:pt x="254" y="10"/>
                    </a:lnTo>
                    <a:lnTo>
                      <a:pt x="254" y="8"/>
                    </a:lnTo>
                    <a:lnTo>
                      <a:pt x="254" y="6"/>
                    </a:lnTo>
                    <a:lnTo>
                      <a:pt x="254" y="3"/>
                    </a:lnTo>
                    <a:lnTo>
                      <a:pt x="252" y="4"/>
                    </a:lnTo>
                    <a:lnTo>
                      <a:pt x="252" y="4"/>
                    </a:lnTo>
                    <a:lnTo>
                      <a:pt x="251" y="4"/>
                    </a:lnTo>
                    <a:lnTo>
                      <a:pt x="251" y="4"/>
                    </a:lnTo>
                    <a:lnTo>
                      <a:pt x="250" y="5"/>
                    </a:lnTo>
                    <a:lnTo>
                      <a:pt x="250" y="5"/>
                    </a:lnTo>
                    <a:lnTo>
                      <a:pt x="248" y="5"/>
                    </a:lnTo>
                    <a:lnTo>
                      <a:pt x="248" y="5"/>
                    </a:lnTo>
                    <a:lnTo>
                      <a:pt x="246" y="7"/>
                    </a:lnTo>
                    <a:lnTo>
                      <a:pt x="244" y="7"/>
                    </a:lnTo>
                    <a:lnTo>
                      <a:pt x="242" y="8"/>
                    </a:lnTo>
                    <a:lnTo>
                      <a:pt x="242" y="8"/>
                    </a:lnTo>
                    <a:lnTo>
                      <a:pt x="240" y="9"/>
                    </a:lnTo>
                    <a:lnTo>
                      <a:pt x="239" y="9"/>
                    </a:lnTo>
                    <a:lnTo>
                      <a:pt x="237" y="9"/>
                    </a:lnTo>
                    <a:lnTo>
                      <a:pt x="237" y="9"/>
                    </a:lnTo>
                    <a:lnTo>
                      <a:pt x="234" y="11"/>
                    </a:lnTo>
                    <a:lnTo>
                      <a:pt x="232" y="11"/>
                    </a:lnTo>
                    <a:lnTo>
                      <a:pt x="229" y="13"/>
                    </a:lnTo>
                    <a:lnTo>
                      <a:pt x="227" y="13"/>
                    </a:lnTo>
                    <a:lnTo>
                      <a:pt x="223" y="15"/>
                    </a:lnTo>
                    <a:lnTo>
                      <a:pt x="220" y="15"/>
                    </a:lnTo>
                    <a:lnTo>
                      <a:pt x="216" y="17"/>
                    </a:lnTo>
                    <a:lnTo>
                      <a:pt x="214" y="17"/>
                    </a:lnTo>
                    <a:lnTo>
                      <a:pt x="210" y="19"/>
                    </a:lnTo>
                    <a:lnTo>
                      <a:pt x="206" y="20"/>
                    </a:lnTo>
                    <a:lnTo>
                      <a:pt x="203" y="22"/>
                    </a:lnTo>
                    <a:lnTo>
                      <a:pt x="200" y="22"/>
                    </a:lnTo>
                    <a:lnTo>
                      <a:pt x="197" y="24"/>
                    </a:lnTo>
                    <a:lnTo>
                      <a:pt x="195" y="24"/>
                    </a:lnTo>
                    <a:lnTo>
                      <a:pt x="193" y="25"/>
                    </a:lnTo>
                    <a:lnTo>
                      <a:pt x="191" y="25"/>
                    </a:lnTo>
                    <a:lnTo>
                      <a:pt x="188" y="27"/>
                    </a:lnTo>
                    <a:lnTo>
                      <a:pt x="186" y="27"/>
                    </a:lnTo>
                    <a:lnTo>
                      <a:pt x="183" y="28"/>
                    </a:lnTo>
                    <a:lnTo>
                      <a:pt x="182" y="28"/>
                    </a:lnTo>
                    <a:lnTo>
                      <a:pt x="178" y="30"/>
                    </a:lnTo>
                    <a:lnTo>
                      <a:pt x="176" y="30"/>
                    </a:lnTo>
                    <a:lnTo>
                      <a:pt x="174" y="31"/>
                    </a:lnTo>
                    <a:lnTo>
                      <a:pt x="172" y="31"/>
                    </a:lnTo>
                    <a:lnTo>
                      <a:pt x="168" y="33"/>
                    </a:lnTo>
                    <a:lnTo>
                      <a:pt x="166" y="33"/>
                    </a:lnTo>
                    <a:lnTo>
                      <a:pt x="164" y="35"/>
                    </a:lnTo>
                    <a:lnTo>
                      <a:pt x="162" y="35"/>
                    </a:lnTo>
                    <a:lnTo>
                      <a:pt x="160" y="37"/>
                    </a:lnTo>
                    <a:lnTo>
                      <a:pt x="159" y="37"/>
                    </a:lnTo>
                    <a:lnTo>
                      <a:pt x="156" y="37"/>
                    </a:lnTo>
                    <a:lnTo>
                      <a:pt x="155" y="37"/>
                    </a:lnTo>
                    <a:lnTo>
                      <a:pt x="153" y="39"/>
                    </a:lnTo>
                    <a:lnTo>
                      <a:pt x="151" y="39"/>
                    </a:lnTo>
                    <a:lnTo>
                      <a:pt x="149" y="40"/>
                    </a:lnTo>
                    <a:lnTo>
                      <a:pt x="148" y="40"/>
                    </a:lnTo>
                    <a:lnTo>
                      <a:pt x="146" y="41"/>
                    </a:lnTo>
                    <a:lnTo>
                      <a:pt x="144" y="41"/>
                    </a:lnTo>
                    <a:lnTo>
                      <a:pt x="142" y="41"/>
                    </a:lnTo>
                    <a:lnTo>
                      <a:pt x="141" y="41"/>
                    </a:lnTo>
                    <a:lnTo>
                      <a:pt x="139" y="43"/>
                    </a:lnTo>
                    <a:lnTo>
                      <a:pt x="137" y="43"/>
                    </a:lnTo>
                    <a:lnTo>
                      <a:pt x="135" y="45"/>
                    </a:lnTo>
                    <a:lnTo>
                      <a:pt x="133" y="45"/>
                    </a:lnTo>
                    <a:lnTo>
                      <a:pt x="131" y="46"/>
                    </a:lnTo>
                    <a:lnTo>
                      <a:pt x="130" y="46"/>
                    </a:lnTo>
                    <a:lnTo>
                      <a:pt x="128" y="46"/>
                    </a:lnTo>
                    <a:lnTo>
                      <a:pt x="128" y="46"/>
                    </a:lnTo>
                    <a:lnTo>
                      <a:pt x="126" y="47"/>
                    </a:lnTo>
                    <a:lnTo>
                      <a:pt x="126" y="47"/>
                    </a:lnTo>
                    <a:lnTo>
                      <a:pt x="124" y="47"/>
                    </a:lnTo>
                    <a:lnTo>
                      <a:pt x="124" y="47"/>
                    </a:lnTo>
                    <a:lnTo>
                      <a:pt x="122" y="47"/>
                    </a:lnTo>
                    <a:lnTo>
                      <a:pt x="122" y="47"/>
                    </a:lnTo>
                    <a:lnTo>
                      <a:pt x="120" y="47"/>
                    </a:lnTo>
                    <a:lnTo>
                      <a:pt x="120" y="47"/>
                    </a:lnTo>
                    <a:lnTo>
                      <a:pt x="118" y="47"/>
                    </a:lnTo>
                    <a:lnTo>
                      <a:pt x="118" y="47"/>
                    </a:lnTo>
                    <a:lnTo>
                      <a:pt x="116" y="47"/>
                    </a:lnTo>
                    <a:lnTo>
                      <a:pt x="116" y="47"/>
                    </a:lnTo>
                    <a:lnTo>
                      <a:pt x="114" y="47"/>
                    </a:lnTo>
                    <a:lnTo>
                      <a:pt x="114" y="47"/>
                    </a:lnTo>
                    <a:lnTo>
                      <a:pt x="114" y="47"/>
                    </a:lnTo>
                    <a:lnTo>
                      <a:pt x="114" y="46"/>
                    </a:lnTo>
                    <a:lnTo>
                      <a:pt x="112" y="46"/>
                    </a:lnTo>
                    <a:lnTo>
                      <a:pt x="112" y="46"/>
                    </a:lnTo>
                    <a:lnTo>
                      <a:pt x="111" y="46"/>
                    </a:lnTo>
                    <a:lnTo>
                      <a:pt x="111" y="45"/>
                    </a:lnTo>
                    <a:lnTo>
                      <a:pt x="109" y="45"/>
                    </a:lnTo>
                    <a:lnTo>
                      <a:pt x="109" y="45"/>
                    </a:lnTo>
                    <a:lnTo>
                      <a:pt x="107" y="45"/>
                    </a:lnTo>
                    <a:lnTo>
                      <a:pt x="107" y="42"/>
                    </a:lnTo>
                    <a:lnTo>
                      <a:pt x="105" y="42"/>
                    </a:lnTo>
                    <a:lnTo>
                      <a:pt x="105" y="42"/>
                    </a:lnTo>
                    <a:lnTo>
                      <a:pt x="103" y="42"/>
                    </a:lnTo>
                    <a:lnTo>
                      <a:pt x="103" y="41"/>
                    </a:lnTo>
                    <a:lnTo>
                      <a:pt x="101" y="41"/>
                    </a:lnTo>
                    <a:lnTo>
                      <a:pt x="101" y="40"/>
                    </a:lnTo>
                    <a:lnTo>
                      <a:pt x="101" y="40"/>
                    </a:lnTo>
                    <a:lnTo>
                      <a:pt x="101" y="38"/>
                    </a:lnTo>
                    <a:lnTo>
                      <a:pt x="101" y="38"/>
                    </a:lnTo>
                    <a:lnTo>
                      <a:pt x="101" y="38"/>
                    </a:lnTo>
                    <a:lnTo>
                      <a:pt x="101" y="38"/>
                    </a:lnTo>
                    <a:lnTo>
                      <a:pt x="101" y="37"/>
                    </a:lnTo>
                    <a:lnTo>
                      <a:pt x="101" y="37"/>
                    </a:lnTo>
                    <a:lnTo>
                      <a:pt x="101" y="36"/>
                    </a:lnTo>
                    <a:lnTo>
                      <a:pt x="101" y="36"/>
                    </a:lnTo>
                    <a:lnTo>
                      <a:pt x="101" y="34"/>
                    </a:lnTo>
                    <a:lnTo>
                      <a:pt x="101" y="34"/>
                    </a:lnTo>
                    <a:lnTo>
                      <a:pt x="101" y="34"/>
                    </a:lnTo>
                    <a:lnTo>
                      <a:pt x="101" y="34"/>
                    </a:lnTo>
                    <a:lnTo>
                      <a:pt x="101" y="32"/>
                    </a:lnTo>
                    <a:lnTo>
                      <a:pt x="101" y="32"/>
                    </a:lnTo>
                    <a:lnTo>
                      <a:pt x="101" y="31"/>
                    </a:lnTo>
                    <a:lnTo>
                      <a:pt x="101" y="31"/>
                    </a:lnTo>
                    <a:lnTo>
                      <a:pt x="103" y="29"/>
                    </a:lnTo>
                    <a:lnTo>
                      <a:pt x="103" y="29"/>
                    </a:lnTo>
                    <a:lnTo>
                      <a:pt x="103" y="29"/>
                    </a:lnTo>
                    <a:lnTo>
                      <a:pt x="103" y="29"/>
                    </a:lnTo>
                    <a:lnTo>
                      <a:pt x="103" y="27"/>
                    </a:lnTo>
                    <a:lnTo>
                      <a:pt x="103" y="27"/>
                    </a:lnTo>
                    <a:lnTo>
                      <a:pt x="103" y="27"/>
                    </a:lnTo>
                    <a:lnTo>
                      <a:pt x="103" y="27"/>
                    </a:lnTo>
                    <a:lnTo>
                      <a:pt x="103" y="25"/>
                    </a:lnTo>
                    <a:lnTo>
                      <a:pt x="102" y="25"/>
                    </a:lnTo>
                    <a:lnTo>
                      <a:pt x="102" y="25"/>
                    </a:lnTo>
                    <a:lnTo>
                      <a:pt x="102" y="25"/>
                    </a:lnTo>
                    <a:lnTo>
                      <a:pt x="102" y="23"/>
                    </a:lnTo>
                    <a:lnTo>
                      <a:pt x="102" y="23"/>
                    </a:lnTo>
                    <a:lnTo>
                      <a:pt x="102" y="23"/>
                    </a:lnTo>
                    <a:lnTo>
                      <a:pt x="102" y="23"/>
                    </a:lnTo>
                    <a:lnTo>
                      <a:pt x="102" y="21"/>
                    </a:lnTo>
                    <a:lnTo>
                      <a:pt x="100" y="21"/>
                    </a:lnTo>
                    <a:lnTo>
                      <a:pt x="100" y="21"/>
                    </a:lnTo>
                    <a:lnTo>
                      <a:pt x="100" y="21"/>
                    </a:lnTo>
                    <a:lnTo>
                      <a:pt x="100" y="20"/>
                    </a:lnTo>
                    <a:lnTo>
                      <a:pt x="99" y="20"/>
                    </a:lnTo>
                    <a:lnTo>
                      <a:pt x="99" y="20"/>
                    </a:lnTo>
                    <a:lnTo>
                      <a:pt x="99" y="20"/>
                    </a:lnTo>
                    <a:lnTo>
                      <a:pt x="99" y="19"/>
                    </a:lnTo>
                    <a:lnTo>
                      <a:pt x="97" y="19"/>
                    </a:lnTo>
                    <a:lnTo>
                      <a:pt x="97" y="19"/>
                    </a:lnTo>
                    <a:lnTo>
                      <a:pt x="97" y="19"/>
                    </a:lnTo>
                    <a:lnTo>
                      <a:pt x="97" y="17"/>
                    </a:lnTo>
                    <a:lnTo>
                      <a:pt x="95" y="17"/>
                    </a:lnTo>
                    <a:lnTo>
                      <a:pt x="95" y="17"/>
                    </a:lnTo>
                    <a:lnTo>
                      <a:pt x="95" y="17"/>
                    </a:lnTo>
                    <a:lnTo>
                      <a:pt x="95" y="15"/>
                    </a:lnTo>
                    <a:lnTo>
                      <a:pt x="94" y="15"/>
                    </a:lnTo>
                    <a:lnTo>
                      <a:pt x="94" y="15"/>
                    </a:lnTo>
                    <a:lnTo>
                      <a:pt x="94" y="15"/>
                    </a:lnTo>
                    <a:lnTo>
                      <a:pt x="94" y="15"/>
                    </a:lnTo>
                    <a:lnTo>
                      <a:pt x="92" y="15"/>
                    </a:lnTo>
                    <a:lnTo>
                      <a:pt x="92" y="15"/>
                    </a:lnTo>
                    <a:lnTo>
                      <a:pt x="92" y="15"/>
                    </a:lnTo>
                    <a:lnTo>
                      <a:pt x="92" y="13"/>
                    </a:lnTo>
                    <a:lnTo>
                      <a:pt x="90" y="13"/>
                    </a:lnTo>
                    <a:lnTo>
                      <a:pt x="90" y="13"/>
                    </a:lnTo>
                    <a:lnTo>
                      <a:pt x="90" y="13"/>
                    </a:lnTo>
                    <a:lnTo>
                      <a:pt x="90" y="12"/>
                    </a:lnTo>
                    <a:lnTo>
                      <a:pt x="89" y="12"/>
                    </a:lnTo>
                    <a:lnTo>
                      <a:pt x="89" y="12"/>
                    </a:lnTo>
                    <a:lnTo>
                      <a:pt x="89" y="12"/>
                    </a:lnTo>
                    <a:lnTo>
                      <a:pt x="89" y="10"/>
                    </a:lnTo>
                    <a:lnTo>
                      <a:pt x="87" y="10"/>
                    </a:lnTo>
                    <a:lnTo>
                      <a:pt x="87" y="10"/>
                    </a:lnTo>
                    <a:lnTo>
                      <a:pt x="85" y="10"/>
                    </a:lnTo>
                    <a:lnTo>
                      <a:pt x="85" y="10"/>
                    </a:lnTo>
                    <a:lnTo>
                      <a:pt x="83" y="10"/>
                    </a:lnTo>
                    <a:lnTo>
                      <a:pt x="83" y="10"/>
                    </a:lnTo>
                    <a:lnTo>
                      <a:pt x="83" y="10"/>
                    </a:lnTo>
                    <a:lnTo>
                      <a:pt x="83" y="8"/>
                    </a:lnTo>
                    <a:lnTo>
                      <a:pt x="81" y="8"/>
                    </a:lnTo>
                    <a:lnTo>
                      <a:pt x="81" y="8"/>
                    </a:lnTo>
                    <a:lnTo>
                      <a:pt x="81" y="8"/>
                    </a:lnTo>
                    <a:lnTo>
                      <a:pt x="81" y="6"/>
                    </a:lnTo>
                    <a:lnTo>
                      <a:pt x="79" y="6"/>
                    </a:lnTo>
                    <a:lnTo>
                      <a:pt x="79" y="6"/>
                    </a:lnTo>
                    <a:lnTo>
                      <a:pt x="79" y="6"/>
                    </a:lnTo>
                    <a:lnTo>
                      <a:pt x="79" y="4"/>
                    </a:lnTo>
                    <a:lnTo>
                      <a:pt x="77" y="4"/>
                    </a:lnTo>
                    <a:lnTo>
                      <a:pt x="75" y="4"/>
                    </a:lnTo>
                    <a:lnTo>
                      <a:pt x="73" y="4"/>
                    </a:lnTo>
                    <a:lnTo>
                      <a:pt x="73" y="4"/>
                    </a:lnTo>
                    <a:lnTo>
                      <a:pt x="71" y="4"/>
                    </a:lnTo>
                    <a:lnTo>
                      <a:pt x="70" y="4"/>
                    </a:lnTo>
                    <a:lnTo>
                      <a:pt x="68" y="4"/>
                    </a:lnTo>
                    <a:lnTo>
                      <a:pt x="68" y="2"/>
                    </a:lnTo>
                    <a:lnTo>
                      <a:pt x="66" y="2"/>
                    </a:lnTo>
                    <a:lnTo>
                      <a:pt x="64" y="2"/>
                    </a:lnTo>
                    <a:lnTo>
                      <a:pt x="62" y="2"/>
                    </a:lnTo>
                    <a:lnTo>
                      <a:pt x="62" y="1"/>
                    </a:lnTo>
                    <a:lnTo>
                      <a:pt x="60" y="1"/>
                    </a:lnTo>
                    <a:lnTo>
                      <a:pt x="59" y="1"/>
                    </a:lnTo>
                    <a:lnTo>
                      <a:pt x="57" y="1"/>
                    </a:lnTo>
                    <a:lnTo>
                      <a:pt x="57" y="0"/>
                    </a:lnTo>
                    <a:lnTo>
                      <a:pt x="55" y="1"/>
                    </a:lnTo>
                    <a:lnTo>
                      <a:pt x="54" y="1"/>
                    </a:lnTo>
                    <a:lnTo>
                      <a:pt x="52" y="1"/>
                    </a:lnTo>
                    <a:lnTo>
                      <a:pt x="52" y="1"/>
                    </a:lnTo>
                    <a:lnTo>
                      <a:pt x="50" y="2"/>
                    </a:lnTo>
                    <a:lnTo>
                      <a:pt x="49" y="2"/>
                    </a:lnTo>
                    <a:lnTo>
                      <a:pt x="48" y="2"/>
                    </a:lnTo>
                    <a:lnTo>
                      <a:pt x="48" y="2"/>
                    </a:lnTo>
                    <a:lnTo>
                      <a:pt x="46" y="3"/>
                    </a:lnTo>
                    <a:lnTo>
                      <a:pt x="44" y="3"/>
                    </a:lnTo>
                    <a:lnTo>
                      <a:pt x="42" y="3"/>
                    </a:lnTo>
                    <a:lnTo>
                      <a:pt x="42" y="3"/>
                    </a:lnTo>
                    <a:lnTo>
                      <a:pt x="41" y="3"/>
                    </a:lnTo>
                    <a:lnTo>
                      <a:pt x="41" y="3"/>
                    </a:lnTo>
                    <a:lnTo>
                      <a:pt x="40" y="3"/>
                    </a:lnTo>
                    <a:lnTo>
                      <a:pt x="40" y="3"/>
                    </a:lnTo>
                    <a:lnTo>
                      <a:pt x="38" y="5"/>
                    </a:lnTo>
                    <a:lnTo>
                      <a:pt x="37" y="5"/>
                    </a:lnTo>
                    <a:lnTo>
                      <a:pt x="35" y="5"/>
                    </a:lnTo>
                    <a:lnTo>
                      <a:pt x="35" y="5"/>
                    </a:lnTo>
                    <a:lnTo>
                      <a:pt x="33" y="6"/>
                    </a:lnTo>
                    <a:lnTo>
                      <a:pt x="33" y="6"/>
                    </a:lnTo>
                    <a:lnTo>
                      <a:pt x="31" y="6"/>
                    </a:lnTo>
                    <a:lnTo>
                      <a:pt x="31" y="6"/>
                    </a:lnTo>
                    <a:lnTo>
                      <a:pt x="29" y="8"/>
                    </a:lnTo>
                    <a:lnTo>
                      <a:pt x="29" y="8"/>
                    </a:lnTo>
                    <a:lnTo>
                      <a:pt x="27" y="8"/>
                    </a:lnTo>
                    <a:lnTo>
                      <a:pt x="27" y="8"/>
                    </a:lnTo>
                    <a:lnTo>
                      <a:pt x="25" y="8"/>
                    </a:lnTo>
                    <a:lnTo>
                      <a:pt x="25" y="8"/>
                    </a:lnTo>
                    <a:lnTo>
                      <a:pt x="23" y="8"/>
                    </a:lnTo>
                    <a:lnTo>
                      <a:pt x="23" y="8"/>
                    </a:lnTo>
                    <a:lnTo>
                      <a:pt x="21" y="10"/>
                    </a:lnTo>
                    <a:lnTo>
                      <a:pt x="21" y="10"/>
                    </a:lnTo>
                    <a:lnTo>
                      <a:pt x="20" y="10"/>
                    </a:lnTo>
                    <a:lnTo>
                      <a:pt x="20" y="10"/>
                    </a:lnTo>
                    <a:lnTo>
                      <a:pt x="18" y="12"/>
                    </a:lnTo>
                    <a:lnTo>
                      <a:pt x="18" y="12"/>
                    </a:lnTo>
                    <a:lnTo>
                      <a:pt x="17" y="12"/>
                    </a:lnTo>
                    <a:lnTo>
                      <a:pt x="17" y="12"/>
                    </a:lnTo>
                    <a:lnTo>
                      <a:pt x="15" y="13"/>
                    </a:lnTo>
                    <a:lnTo>
                      <a:pt x="15" y="13"/>
                    </a:lnTo>
                    <a:lnTo>
                      <a:pt x="13" y="13"/>
                    </a:lnTo>
                    <a:lnTo>
                      <a:pt x="13" y="13"/>
                    </a:lnTo>
                    <a:lnTo>
                      <a:pt x="11" y="14"/>
                    </a:lnTo>
                    <a:lnTo>
                      <a:pt x="11" y="14"/>
                    </a:lnTo>
                    <a:lnTo>
                      <a:pt x="10" y="14"/>
                    </a:lnTo>
                    <a:lnTo>
                      <a:pt x="10" y="14"/>
                    </a:lnTo>
                    <a:lnTo>
                      <a:pt x="8" y="16"/>
                    </a:lnTo>
                    <a:lnTo>
                      <a:pt x="8" y="16"/>
                    </a:lnTo>
                    <a:lnTo>
                      <a:pt x="7" y="17"/>
                    </a:lnTo>
                    <a:lnTo>
                      <a:pt x="7" y="17"/>
                    </a:lnTo>
                    <a:lnTo>
                      <a:pt x="5" y="19"/>
                    </a:lnTo>
                    <a:lnTo>
                      <a:pt x="5" y="19"/>
                    </a:lnTo>
                    <a:lnTo>
                      <a:pt x="4" y="19"/>
                    </a:lnTo>
                    <a:lnTo>
                      <a:pt x="4" y="19"/>
                    </a:lnTo>
                    <a:lnTo>
                      <a:pt x="2" y="20"/>
                    </a:lnTo>
                    <a:lnTo>
                      <a:pt x="2" y="20"/>
                    </a:lnTo>
                    <a:lnTo>
                      <a:pt x="1" y="22"/>
                    </a:lnTo>
                    <a:lnTo>
                      <a:pt x="1" y="22"/>
                    </a:lnTo>
                    <a:lnTo>
                      <a:pt x="0" y="23"/>
                    </a:lnTo>
                    <a:lnTo>
                      <a:pt x="0" y="23"/>
                    </a:lnTo>
                    <a:lnTo>
                      <a:pt x="0" y="23"/>
                    </a:lnTo>
                    <a:lnTo>
                      <a:pt x="0" y="23"/>
                    </a:lnTo>
                    <a:lnTo>
                      <a:pt x="0" y="25"/>
                    </a:lnTo>
                    <a:lnTo>
                      <a:pt x="0" y="25"/>
                    </a:lnTo>
                    <a:lnTo>
                      <a:pt x="0" y="26"/>
                    </a:lnTo>
                    <a:lnTo>
                      <a:pt x="0" y="26"/>
                    </a:lnTo>
                    <a:lnTo>
                      <a:pt x="0" y="28"/>
                    </a:lnTo>
                    <a:lnTo>
                      <a:pt x="0" y="28"/>
                    </a:lnTo>
                    <a:lnTo>
                      <a:pt x="0" y="28"/>
                    </a:lnTo>
                    <a:lnTo>
                      <a:pt x="0" y="28"/>
                    </a:lnTo>
                    <a:lnTo>
                      <a:pt x="0" y="30"/>
                    </a:lnTo>
                    <a:lnTo>
                      <a:pt x="0" y="30"/>
                    </a:lnTo>
                    <a:lnTo>
                      <a:pt x="0" y="31"/>
                    </a:lnTo>
                    <a:lnTo>
                      <a:pt x="0" y="31"/>
                    </a:lnTo>
                    <a:lnTo>
                      <a:pt x="0" y="32"/>
                    </a:lnTo>
                    <a:lnTo>
                      <a:pt x="0" y="32"/>
                    </a:lnTo>
                    <a:lnTo>
                      <a:pt x="0" y="32"/>
                    </a:lnTo>
                    <a:lnTo>
                      <a:pt x="0" y="32"/>
                    </a:lnTo>
                    <a:lnTo>
                      <a:pt x="0" y="34"/>
                    </a:lnTo>
                    <a:lnTo>
                      <a:pt x="0" y="34"/>
                    </a:lnTo>
                    <a:lnTo>
                      <a:pt x="0" y="34"/>
                    </a:lnTo>
                    <a:lnTo>
                      <a:pt x="0" y="34"/>
                    </a:lnTo>
                    <a:lnTo>
                      <a:pt x="0" y="36"/>
                    </a:lnTo>
                    <a:lnTo>
                      <a:pt x="0" y="36"/>
                    </a:lnTo>
                    <a:lnTo>
                      <a:pt x="0" y="36"/>
                    </a:lnTo>
                    <a:lnTo>
                      <a:pt x="0" y="36"/>
                    </a:lnTo>
                    <a:lnTo>
                      <a:pt x="0" y="38"/>
                    </a:lnTo>
                    <a:lnTo>
                      <a:pt x="0" y="38"/>
                    </a:lnTo>
                    <a:lnTo>
                      <a:pt x="0" y="38"/>
                    </a:lnTo>
                    <a:lnTo>
                      <a:pt x="0" y="38"/>
                    </a:lnTo>
                    <a:lnTo>
                      <a:pt x="0" y="39"/>
                    </a:lnTo>
                    <a:lnTo>
                      <a:pt x="0" y="39"/>
                    </a:lnTo>
                    <a:lnTo>
                      <a:pt x="0" y="39"/>
                    </a:lnTo>
                    <a:lnTo>
                      <a:pt x="0" y="39"/>
                    </a:lnTo>
                    <a:lnTo>
                      <a:pt x="0" y="41"/>
                    </a:lnTo>
                    <a:lnTo>
                      <a:pt x="0" y="41"/>
                    </a:lnTo>
                    <a:lnTo>
                      <a:pt x="0" y="41"/>
                    </a:lnTo>
                    <a:lnTo>
                      <a:pt x="0" y="41"/>
                    </a:lnTo>
                    <a:lnTo>
                      <a:pt x="0" y="43"/>
                    </a:lnTo>
                    <a:lnTo>
                      <a:pt x="0" y="43"/>
                    </a:lnTo>
                    <a:lnTo>
                      <a:pt x="0" y="43"/>
                    </a:lnTo>
                    <a:lnTo>
                      <a:pt x="2" y="43"/>
                    </a:lnTo>
                    <a:lnTo>
                      <a:pt x="2" y="45"/>
                    </a:lnTo>
                    <a:lnTo>
                      <a:pt x="2" y="45"/>
                    </a:lnTo>
                    <a:lnTo>
                      <a:pt x="2" y="45"/>
                    </a:lnTo>
                    <a:lnTo>
                      <a:pt x="2" y="45"/>
                    </a:lnTo>
                    <a:lnTo>
                      <a:pt x="2" y="46"/>
                    </a:lnTo>
                    <a:lnTo>
                      <a:pt x="2" y="46"/>
                    </a:lnTo>
                    <a:lnTo>
                      <a:pt x="2" y="46"/>
                    </a:lnTo>
                    <a:lnTo>
                      <a:pt x="4" y="46"/>
                    </a:lnTo>
                    <a:lnTo>
                      <a:pt x="4" y="48"/>
                    </a:lnTo>
                    <a:lnTo>
                      <a:pt x="4" y="48"/>
                    </a:lnTo>
                    <a:lnTo>
                      <a:pt x="4" y="48"/>
                    </a:lnTo>
                    <a:lnTo>
                      <a:pt x="4" y="48"/>
                    </a:lnTo>
                    <a:lnTo>
                      <a:pt x="4" y="49"/>
                    </a:lnTo>
                    <a:lnTo>
                      <a:pt x="4" y="49"/>
                    </a:lnTo>
                    <a:lnTo>
                      <a:pt x="4" y="49"/>
                    </a:lnTo>
                    <a:lnTo>
                      <a:pt x="5" y="49"/>
                    </a:lnTo>
                    <a:lnTo>
                      <a:pt x="5" y="51"/>
                    </a:lnTo>
                    <a:lnTo>
                      <a:pt x="5" y="51"/>
                    </a:lnTo>
                    <a:lnTo>
                      <a:pt x="5" y="51"/>
                    </a:lnTo>
                    <a:lnTo>
                      <a:pt x="7" y="51"/>
                    </a:lnTo>
                    <a:lnTo>
                      <a:pt x="7" y="51"/>
                    </a:lnTo>
                    <a:lnTo>
                      <a:pt x="7" y="51"/>
                    </a:lnTo>
                    <a:lnTo>
                      <a:pt x="7" y="51"/>
                    </a:lnTo>
                    <a:lnTo>
                      <a:pt x="10" y="51"/>
                    </a:lnTo>
                    <a:lnTo>
                      <a:pt x="10" y="51"/>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98" name=""/>
              <p:cNvSpPr/>
              <p:nvPr/>
            </p:nvSpPr>
            <p:spPr>
              <a:xfrm>
                <a:off x="6923160" y="5226120"/>
                <a:ext cx="127080" cy="90360"/>
              </a:xfrm>
              <a:custGeom>
                <a:avLst/>
                <a:gdLst/>
                <a:ahLst/>
                <a:rect l="l" t="t" r="r" b="b"/>
                <a:pathLst>
                  <a:path w="80" h="57">
                    <a:moveTo>
                      <a:pt x="77" y="0"/>
                    </a:moveTo>
                    <a:lnTo>
                      <a:pt x="77" y="1"/>
                    </a:lnTo>
                    <a:lnTo>
                      <a:pt x="77" y="1"/>
                    </a:lnTo>
                    <a:lnTo>
                      <a:pt x="77" y="3"/>
                    </a:lnTo>
                    <a:lnTo>
                      <a:pt x="77" y="3"/>
                    </a:lnTo>
                    <a:lnTo>
                      <a:pt x="77" y="5"/>
                    </a:lnTo>
                    <a:lnTo>
                      <a:pt x="77" y="5"/>
                    </a:lnTo>
                    <a:lnTo>
                      <a:pt x="77" y="7"/>
                    </a:lnTo>
                    <a:lnTo>
                      <a:pt x="78" y="7"/>
                    </a:lnTo>
                    <a:lnTo>
                      <a:pt x="78" y="9"/>
                    </a:lnTo>
                    <a:lnTo>
                      <a:pt x="78" y="11"/>
                    </a:lnTo>
                    <a:lnTo>
                      <a:pt x="78" y="13"/>
                    </a:lnTo>
                    <a:lnTo>
                      <a:pt x="78" y="13"/>
                    </a:lnTo>
                    <a:lnTo>
                      <a:pt x="78" y="15"/>
                    </a:lnTo>
                    <a:lnTo>
                      <a:pt x="78" y="15"/>
                    </a:lnTo>
                    <a:lnTo>
                      <a:pt x="78" y="18"/>
                    </a:lnTo>
                    <a:lnTo>
                      <a:pt x="79" y="18"/>
                    </a:lnTo>
                    <a:lnTo>
                      <a:pt x="79" y="19"/>
                    </a:lnTo>
                    <a:lnTo>
                      <a:pt x="79" y="19"/>
                    </a:lnTo>
                    <a:lnTo>
                      <a:pt x="79" y="21"/>
                    </a:lnTo>
                    <a:lnTo>
                      <a:pt x="79" y="21"/>
                    </a:lnTo>
                    <a:lnTo>
                      <a:pt x="79" y="23"/>
                    </a:lnTo>
                    <a:lnTo>
                      <a:pt x="79" y="23"/>
                    </a:lnTo>
                    <a:lnTo>
                      <a:pt x="79" y="25"/>
                    </a:lnTo>
                    <a:lnTo>
                      <a:pt x="79" y="25"/>
                    </a:lnTo>
                    <a:lnTo>
                      <a:pt x="79" y="27"/>
                    </a:lnTo>
                    <a:lnTo>
                      <a:pt x="79" y="27"/>
                    </a:lnTo>
                    <a:lnTo>
                      <a:pt x="79" y="28"/>
                    </a:lnTo>
                    <a:lnTo>
                      <a:pt x="79" y="28"/>
                    </a:lnTo>
                    <a:lnTo>
                      <a:pt x="79" y="30"/>
                    </a:lnTo>
                    <a:lnTo>
                      <a:pt x="79" y="30"/>
                    </a:lnTo>
                    <a:lnTo>
                      <a:pt x="79" y="31"/>
                    </a:lnTo>
                    <a:lnTo>
                      <a:pt x="79" y="31"/>
                    </a:lnTo>
                    <a:lnTo>
                      <a:pt x="78" y="33"/>
                    </a:lnTo>
                    <a:lnTo>
                      <a:pt x="78" y="33"/>
                    </a:lnTo>
                    <a:lnTo>
                      <a:pt x="78" y="34"/>
                    </a:lnTo>
                    <a:lnTo>
                      <a:pt x="78" y="34"/>
                    </a:lnTo>
                    <a:lnTo>
                      <a:pt x="77" y="35"/>
                    </a:lnTo>
                    <a:lnTo>
                      <a:pt x="77" y="35"/>
                    </a:lnTo>
                    <a:lnTo>
                      <a:pt x="77" y="35"/>
                    </a:lnTo>
                    <a:lnTo>
                      <a:pt x="77" y="35"/>
                    </a:lnTo>
                    <a:lnTo>
                      <a:pt x="76" y="37"/>
                    </a:lnTo>
                    <a:lnTo>
                      <a:pt x="76" y="37"/>
                    </a:lnTo>
                    <a:lnTo>
                      <a:pt x="76" y="37"/>
                    </a:lnTo>
                    <a:lnTo>
                      <a:pt x="76" y="37"/>
                    </a:lnTo>
                    <a:lnTo>
                      <a:pt x="76" y="38"/>
                    </a:lnTo>
                    <a:lnTo>
                      <a:pt x="76" y="38"/>
                    </a:lnTo>
                    <a:lnTo>
                      <a:pt x="76" y="38"/>
                    </a:lnTo>
                    <a:lnTo>
                      <a:pt x="76" y="38"/>
                    </a:lnTo>
                    <a:lnTo>
                      <a:pt x="74" y="40"/>
                    </a:lnTo>
                    <a:lnTo>
                      <a:pt x="74" y="40"/>
                    </a:lnTo>
                    <a:lnTo>
                      <a:pt x="74" y="40"/>
                    </a:lnTo>
                    <a:lnTo>
                      <a:pt x="74" y="40"/>
                    </a:lnTo>
                    <a:lnTo>
                      <a:pt x="73" y="40"/>
                    </a:lnTo>
                    <a:lnTo>
                      <a:pt x="73" y="40"/>
                    </a:lnTo>
                    <a:lnTo>
                      <a:pt x="73" y="40"/>
                    </a:lnTo>
                    <a:lnTo>
                      <a:pt x="73" y="40"/>
                    </a:lnTo>
                    <a:lnTo>
                      <a:pt x="72" y="41"/>
                    </a:lnTo>
                    <a:lnTo>
                      <a:pt x="72" y="41"/>
                    </a:lnTo>
                    <a:lnTo>
                      <a:pt x="72" y="41"/>
                    </a:lnTo>
                    <a:lnTo>
                      <a:pt x="72" y="41"/>
                    </a:lnTo>
                    <a:lnTo>
                      <a:pt x="72" y="41"/>
                    </a:lnTo>
                    <a:lnTo>
                      <a:pt x="72" y="41"/>
                    </a:lnTo>
                    <a:lnTo>
                      <a:pt x="72" y="41"/>
                    </a:lnTo>
                    <a:lnTo>
                      <a:pt x="72" y="41"/>
                    </a:lnTo>
                    <a:lnTo>
                      <a:pt x="71" y="43"/>
                    </a:lnTo>
                    <a:lnTo>
                      <a:pt x="71" y="43"/>
                    </a:lnTo>
                    <a:lnTo>
                      <a:pt x="71" y="43"/>
                    </a:lnTo>
                    <a:lnTo>
                      <a:pt x="71" y="43"/>
                    </a:lnTo>
                    <a:lnTo>
                      <a:pt x="69" y="44"/>
                    </a:lnTo>
                    <a:lnTo>
                      <a:pt x="69" y="44"/>
                    </a:lnTo>
                    <a:lnTo>
                      <a:pt x="69" y="44"/>
                    </a:lnTo>
                    <a:lnTo>
                      <a:pt x="69" y="44"/>
                    </a:lnTo>
                    <a:lnTo>
                      <a:pt x="68" y="46"/>
                    </a:lnTo>
                    <a:lnTo>
                      <a:pt x="68" y="46"/>
                    </a:lnTo>
                    <a:lnTo>
                      <a:pt x="68" y="46"/>
                    </a:lnTo>
                    <a:lnTo>
                      <a:pt x="68" y="46"/>
                    </a:lnTo>
                    <a:lnTo>
                      <a:pt x="68" y="46"/>
                    </a:lnTo>
                    <a:lnTo>
                      <a:pt x="68" y="46"/>
                    </a:lnTo>
                    <a:lnTo>
                      <a:pt x="68" y="46"/>
                    </a:lnTo>
                    <a:lnTo>
                      <a:pt x="68" y="46"/>
                    </a:lnTo>
                    <a:lnTo>
                      <a:pt x="66" y="48"/>
                    </a:lnTo>
                    <a:lnTo>
                      <a:pt x="66" y="48"/>
                    </a:lnTo>
                    <a:lnTo>
                      <a:pt x="66" y="48"/>
                    </a:lnTo>
                    <a:lnTo>
                      <a:pt x="66" y="48"/>
                    </a:lnTo>
                    <a:lnTo>
                      <a:pt x="65" y="49"/>
                    </a:lnTo>
                    <a:lnTo>
                      <a:pt x="65" y="49"/>
                    </a:lnTo>
                    <a:lnTo>
                      <a:pt x="65" y="49"/>
                    </a:lnTo>
                    <a:lnTo>
                      <a:pt x="65" y="49"/>
                    </a:lnTo>
                    <a:lnTo>
                      <a:pt x="63" y="50"/>
                    </a:lnTo>
                    <a:lnTo>
                      <a:pt x="63" y="50"/>
                    </a:lnTo>
                    <a:lnTo>
                      <a:pt x="63" y="50"/>
                    </a:lnTo>
                    <a:lnTo>
                      <a:pt x="63" y="50"/>
                    </a:lnTo>
                    <a:lnTo>
                      <a:pt x="62" y="50"/>
                    </a:lnTo>
                    <a:lnTo>
                      <a:pt x="62" y="50"/>
                    </a:lnTo>
                    <a:lnTo>
                      <a:pt x="62" y="50"/>
                    </a:lnTo>
                    <a:lnTo>
                      <a:pt x="62" y="50"/>
                    </a:lnTo>
                    <a:lnTo>
                      <a:pt x="59" y="52"/>
                    </a:lnTo>
                    <a:lnTo>
                      <a:pt x="59" y="52"/>
                    </a:lnTo>
                    <a:lnTo>
                      <a:pt x="59" y="52"/>
                    </a:lnTo>
                    <a:lnTo>
                      <a:pt x="59" y="52"/>
                    </a:lnTo>
                    <a:lnTo>
                      <a:pt x="57" y="53"/>
                    </a:lnTo>
                    <a:lnTo>
                      <a:pt x="57" y="53"/>
                    </a:lnTo>
                    <a:lnTo>
                      <a:pt x="57" y="53"/>
                    </a:lnTo>
                    <a:lnTo>
                      <a:pt x="57" y="53"/>
                    </a:lnTo>
                    <a:lnTo>
                      <a:pt x="56" y="55"/>
                    </a:lnTo>
                    <a:lnTo>
                      <a:pt x="56" y="55"/>
                    </a:lnTo>
                    <a:lnTo>
                      <a:pt x="56" y="55"/>
                    </a:lnTo>
                    <a:lnTo>
                      <a:pt x="56" y="55"/>
                    </a:lnTo>
                    <a:lnTo>
                      <a:pt x="54" y="55"/>
                    </a:lnTo>
                    <a:lnTo>
                      <a:pt x="54" y="55"/>
                    </a:lnTo>
                    <a:lnTo>
                      <a:pt x="54" y="55"/>
                    </a:lnTo>
                    <a:lnTo>
                      <a:pt x="54" y="55"/>
                    </a:lnTo>
                    <a:lnTo>
                      <a:pt x="52" y="56"/>
                    </a:lnTo>
                    <a:lnTo>
                      <a:pt x="52" y="56"/>
                    </a:lnTo>
                    <a:lnTo>
                      <a:pt x="52" y="56"/>
                    </a:lnTo>
                    <a:lnTo>
                      <a:pt x="52" y="56"/>
                    </a:lnTo>
                    <a:lnTo>
                      <a:pt x="50" y="56"/>
                    </a:lnTo>
                    <a:lnTo>
                      <a:pt x="50" y="56"/>
                    </a:lnTo>
                    <a:lnTo>
                      <a:pt x="50" y="56"/>
                    </a:lnTo>
                    <a:lnTo>
                      <a:pt x="50" y="56"/>
                    </a:lnTo>
                    <a:lnTo>
                      <a:pt x="49" y="56"/>
                    </a:lnTo>
                    <a:lnTo>
                      <a:pt x="49" y="56"/>
                    </a:lnTo>
                    <a:lnTo>
                      <a:pt x="49" y="56"/>
                    </a:lnTo>
                    <a:lnTo>
                      <a:pt x="49" y="56"/>
                    </a:lnTo>
                    <a:lnTo>
                      <a:pt x="47" y="56"/>
                    </a:lnTo>
                    <a:lnTo>
                      <a:pt x="47" y="56"/>
                    </a:lnTo>
                    <a:lnTo>
                      <a:pt x="47" y="56"/>
                    </a:lnTo>
                    <a:lnTo>
                      <a:pt x="47" y="56"/>
                    </a:lnTo>
                    <a:lnTo>
                      <a:pt x="45" y="56"/>
                    </a:lnTo>
                    <a:lnTo>
                      <a:pt x="45" y="56"/>
                    </a:lnTo>
                    <a:lnTo>
                      <a:pt x="44" y="56"/>
                    </a:lnTo>
                    <a:lnTo>
                      <a:pt x="44" y="56"/>
                    </a:lnTo>
                    <a:lnTo>
                      <a:pt x="42" y="56"/>
                    </a:lnTo>
                    <a:lnTo>
                      <a:pt x="42" y="56"/>
                    </a:lnTo>
                    <a:lnTo>
                      <a:pt x="42" y="56"/>
                    </a:lnTo>
                    <a:lnTo>
                      <a:pt x="42" y="56"/>
                    </a:lnTo>
                    <a:lnTo>
                      <a:pt x="41" y="56"/>
                    </a:lnTo>
                    <a:lnTo>
                      <a:pt x="41" y="56"/>
                    </a:lnTo>
                    <a:lnTo>
                      <a:pt x="40" y="56"/>
                    </a:lnTo>
                    <a:lnTo>
                      <a:pt x="40" y="56"/>
                    </a:lnTo>
                    <a:lnTo>
                      <a:pt x="39" y="56"/>
                    </a:lnTo>
                    <a:lnTo>
                      <a:pt x="39" y="56"/>
                    </a:lnTo>
                    <a:lnTo>
                      <a:pt x="39" y="56"/>
                    </a:lnTo>
                    <a:lnTo>
                      <a:pt x="39" y="56"/>
                    </a:lnTo>
                    <a:lnTo>
                      <a:pt x="37" y="56"/>
                    </a:lnTo>
                    <a:lnTo>
                      <a:pt x="37" y="56"/>
                    </a:lnTo>
                    <a:lnTo>
                      <a:pt x="36" y="56"/>
                    </a:lnTo>
                    <a:lnTo>
                      <a:pt x="36" y="56"/>
                    </a:lnTo>
                    <a:lnTo>
                      <a:pt x="34" y="56"/>
                    </a:lnTo>
                    <a:lnTo>
                      <a:pt x="34" y="56"/>
                    </a:lnTo>
                    <a:lnTo>
                      <a:pt x="34" y="56"/>
                    </a:lnTo>
                    <a:lnTo>
                      <a:pt x="34" y="56"/>
                    </a:lnTo>
                    <a:lnTo>
                      <a:pt x="32" y="56"/>
                    </a:lnTo>
                    <a:lnTo>
                      <a:pt x="32" y="56"/>
                    </a:lnTo>
                    <a:lnTo>
                      <a:pt x="32" y="56"/>
                    </a:lnTo>
                    <a:lnTo>
                      <a:pt x="32" y="56"/>
                    </a:lnTo>
                    <a:lnTo>
                      <a:pt x="30" y="56"/>
                    </a:lnTo>
                    <a:lnTo>
                      <a:pt x="30" y="56"/>
                    </a:lnTo>
                    <a:lnTo>
                      <a:pt x="30" y="56"/>
                    </a:lnTo>
                    <a:lnTo>
                      <a:pt x="30" y="56"/>
                    </a:lnTo>
                    <a:lnTo>
                      <a:pt x="28" y="56"/>
                    </a:lnTo>
                    <a:lnTo>
                      <a:pt x="28" y="56"/>
                    </a:lnTo>
                    <a:lnTo>
                      <a:pt x="28" y="56"/>
                    </a:lnTo>
                    <a:lnTo>
                      <a:pt x="28" y="56"/>
                    </a:lnTo>
                    <a:lnTo>
                      <a:pt x="26" y="56"/>
                    </a:lnTo>
                    <a:lnTo>
                      <a:pt x="26" y="56"/>
                    </a:lnTo>
                    <a:lnTo>
                      <a:pt x="26" y="56"/>
                    </a:lnTo>
                    <a:lnTo>
                      <a:pt x="26" y="56"/>
                    </a:lnTo>
                    <a:lnTo>
                      <a:pt x="25" y="56"/>
                    </a:lnTo>
                    <a:lnTo>
                      <a:pt x="25" y="56"/>
                    </a:lnTo>
                    <a:lnTo>
                      <a:pt x="25" y="56"/>
                    </a:lnTo>
                    <a:lnTo>
                      <a:pt x="25" y="56"/>
                    </a:lnTo>
                    <a:lnTo>
                      <a:pt x="25" y="56"/>
                    </a:lnTo>
                    <a:lnTo>
                      <a:pt x="25" y="56"/>
                    </a:lnTo>
                    <a:lnTo>
                      <a:pt x="25" y="56"/>
                    </a:lnTo>
                    <a:lnTo>
                      <a:pt x="25" y="55"/>
                    </a:lnTo>
                    <a:lnTo>
                      <a:pt x="22" y="55"/>
                    </a:lnTo>
                    <a:lnTo>
                      <a:pt x="22" y="55"/>
                    </a:lnTo>
                    <a:lnTo>
                      <a:pt x="22" y="55"/>
                    </a:lnTo>
                    <a:lnTo>
                      <a:pt x="22" y="55"/>
                    </a:lnTo>
                    <a:lnTo>
                      <a:pt x="20" y="55"/>
                    </a:lnTo>
                    <a:lnTo>
                      <a:pt x="20" y="55"/>
                    </a:lnTo>
                    <a:lnTo>
                      <a:pt x="20" y="55"/>
                    </a:lnTo>
                    <a:lnTo>
                      <a:pt x="20" y="55"/>
                    </a:lnTo>
                    <a:lnTo>
                      <a:pt x="19" y="55"/>
                    </a:lnTo>
                    <a:lnTo>
                      <a:pt x="19" y="55"/>
                    </a:lnTo>
                    <a:lnTo>
                      <a:pt x="19" y="55"/>
                    </a:lnTo>
                    <a:lnTo>
                      <a:pt x="19" y="55"/>
                    </a:lnTo>
                    <a:lnTo>
                      <a:pt x="18" y="55"/>
                    </a:lnTo>
                    <a:lnTo>
                      <a:pt x="18" y="55"/>
                    </a:lnTo>
                    <a:lnTo>
                      <a:pt x="18" y="55"/>
                    </a:lnTo>
                    <a:lnTo>
                      <a:pt x="18" y="55"/>
                    </a:lnTo>
                    <a:lnTo>
                      <a:pt x="16" y="56"/>
                    </a:lnTo>
                    <a:lnTo>
                      <a:pt x="16" y="56"/>
                    </a:lnTo>
                    <a:lnTo>
                      <a:pt x="16" y="56"/>
                    </a:lnTo>
                    <a:lnTo>
                      <a:pt x="16" y="56"/>
                    </a:lnTo>
                    <a:lnTo>
                      <a:pt x="15" y="56"/>
                    </a:lnTo>
                    <a:lnTo>
                      <a:pt x="15" y="56"/>
                    </a:lnTo>
                    <a:lnTo>
                      <a:pt x="15" y="56"/>
                    </a:lnTo>
                    <a:lnTo>
                      <a:pt x="15" y="56"/>
                    </a:lnTo>
                    <a:lnTo>
                      <a:pt x="13" y="56"/>
                    </a:lnTo>
                    <a:lnTo>
                      <a:pt x="13" y="56"/>
                    </a:lnTo>
                    <a:lnTo>
                      <a:pt x="13" y="56"/>
                    </a:lnTo>
                    <a:lnTo>
                      <a:pt x="13" y="56"/>
                    </a:lnTo>
                    <a:lnTo>
                      <a:pt x="13" y="56"/>
                    </a:lnTo>
                    <a:lnTo>
                      <a:pt x="13" y="56"/>
                    </a:lnTo>
                    <a:lnTo>
                      <a:pt x="13" y="56"/>
                    </a:lnTo>
                    <a:lnTo>
                      <a:pt x="13" y="56"/>
                    </a:lnTo>
                    <a:lnTo>
                      <a:pt x="12" y="56"/>
                    </a:lnTo>
                    <a:lnTo>
                      <a:pt x="12" y="56"/>
                    </a:lnTo>
                    <a:lnTo>
                      <a:pt x="12" y="56"/>
                    </a:lnTo>
                    <a:lnTo>
                      <a:pt x="12" y="56"/>
                    </a:lnTo>
                    <a:lnTo>
                      <a:pt x="11" y="56"/>
                    </a:lnTo>
                    <a:lnTo>
                      <a:pt x="11" y="56"/>
                    </a:lnTo>
                    <a:lnTo>
                      <a:pt x="11" y="56"/>
                    </a:lnTo>
                    <a:lnTo>
                      <a:pt x="11" y="56"/>
                    </a:lnTo>
                    <a:lnTo>
                      <a:pt x="9" y="56"/>
                    </a:lnTo>
                    <a:lnTo>
                      <a:pt x="9" y="56"/>
                    </a:lnTo>
                    <a:lnTo>
                      <a:pt x="9" y="56"/>
                    </a:lnTo>
                    <a:lnTo>
                      <a:pt x="9" y="56"/>
                    </a:lnTo>
                    <a:lnTo>
                      <a:pt x="9" y="56"/>
                    </a:lnTo>
                    <a:lnTo>
                      <a:pt x="9" y="56"/>
                    </a:lnTo>
                    <a:lnTo>
                      <a:pt x="9" y="56"/>
                    </a:lnTo>
                    <a:lnTo>
                      <a:pt x="9" y="55"/>
                    </a:lnTo>
                    <a:lnTo>
                      <a:pt x="7" y="55"/>
                    </a:lnTo>
                    <a:lnTo>
                      <a:pt x="7" y="54"/>
                    </a:lnTo>
                    <a:lnTo>
                      <a:pt x="5" y="54"/>
                    </a:lnTo>
                    <a:lnTo>
                      <a:pt x="5" y="52"/>
                    </a:lnTo>
                    <a:lnTo>
                      <a:pt x="3" y="52"/>
                    </a:lnTo>
                    <a:lnTo>
                      <a:pt x="3" y="52"/>
                    </a:lnTo>
                    <a:lnTo>
                      <a:pt x="3" y="52"/>
                    </a:lnTo>
                    <a:lnTo>
                      <a:pt x="3" y="50"/>
                    </a:lnTo>
                    <a:lnTo>
                      <a:pt x="1" y="50"/>
                    </a:lnTo>
                    <a:lnTo>
                      <a:pt x="1" y="50"/>
                    </a:lnTo>
                    <a:lnTo>
                      <a:pt x="1" y="50"/>
                    </a:lnTo>
                    <a:lnTo>
                      <a:pt x="1" y="48"/>
                    </a:lnTo>
                    <a:lnTo>
                      <a:pt x="0" y="48"/>
                    </a:lnTo>
                    <a:lnTo>
                      <a:pt x="0" y="47"/>
                    </a:lnTo>
                    <a:lnTo>
                      <a:pt x="0" y="47"/>
                    </a:lnTo>
                    <a:lnTo>
                      <a:pt x="0" y="44"/>
                    </a:lnTo>
                    <a:lnTo>
                      <a:pt x="0" y="44"/>
                    </a:lnTo>
                    <a:lnTo>
                      <a:pt x="0" y="44"/>
                    </a:lnTo>
                    <a:lnTo>
                      <a:pt x="0" y="44"/>
                    </a:lnTo>
                    <a:lnTo>
                      <a:pt x="0" y="43"/>
                    </a:lnTo>
                    <a:lnTo>
                      <a:pt x="0" y="43"/>
                    </a:lnTo>
                    <a:lnTo>
                      <a:pt x="0" y="43"/>
                    </a:lnTo>
                    <a:lnTo>
                      <a:pt x="0" y="43"/>
                    </a:lnTo>
                    <a:lnTo>
                      <a:pt x="0" y="41"/>
                    </a:lnTo>
                    <a:lnTo>
                      <a:pt x="0" y="41"/>
                    </a:lnTo>
                    <a:lnTo>
                      <a:pt x="0" y="41"/>
                    </a:lnTo>
                    <a:lnTo>
                      <a:pt x="0" y="41"/>
                    </a:lnTo>
                    <a:lnTo>
                      <a:pt x="0" y="39"/>
                    </a:lnTo>
                    <a:lnTo>
                      <a:pt x="0" y="39"/>
                    </a:lnTo>
                    <a:lnTo>
                      <a:pt x="0" y="38"/>
                    </a:lnTo>
                    <a:lnTo>
                      <a:pt x="0" y="38"/>
                    </a:lnTo>
                    <a:lnTo>
                      <a:pt x="2" y="36"/>
                    </a:lnTo>
                    <a:lnTo>
                      <a:pt x="2" y="36"/>
                    </a:lnTo>
                    <a:lnTo>
                      <a:pt x="2" y="36"/>
                    </a:lnTo>
                    <a:lnTo>
                      <a:pt x="2" y="36"/>
                    </a:lnTo>
                    <a:lnTo>
                      <a:pt x="2" y="36"/>
                    </a:lnTo>
                    <a:lnTo>
                      <a:pt x="2" y="36"/>
                    </a:lnTo>
                    <a:lnTo>
                      <a:pt x="2" y="36"/>
                    </a:lnTo>
                    <a:lnTo>
                      <a:pt x="2" y="36"/>
                    </a:lnTo>
                    <a:lnTo>
                      <a:pt x="3" y="35"/>
                    </a:lnTo>
                    <a:lnTo>
                      <a:pt x="3" y="35"/>
                    </a:lnTo>
                    <a:lnTo>
                      <a:pt x="3" y="35"/>
                    </a:lnTo>
                    <a:lnTo>
                      <a:pt x="3" y="35"/>
                    </a:lnTo>
                    <a:lnTo>
                      <a:pt x="4" y="35"/>
                    </a:lnTo>
                    <a:lnTo>
                      <a:pt x="4" y="35"/>
                    </a:lnTo>
                    <a:lnTo>
                      <a:pt x="4" y="35"/>
                    </a:lnTo>
                    <a:lnTo>
                      <a:pt x="4" y="35"/>
                    </a:lnTo>
                    <a:lnTo>
                      <a:pt x="6" y="33"/>
                    </a:lnTo>
                    <a:lnTo>
                      <a:pt x="6" y="33"/>
                    </a:lnTo>
                    <a:lnTo>
                      <a:pt x="6" y="33"/>
                    </a:lnTo>
                    <a:lnTo>
                      <a:pt x="6" y="33"/>
                    </a:lnTo>
                    <a:lnTo>
                      <a:pt x="6" y="33"/>
                    </a:lnTo>
                    <a:lnTo>
                      <a:pt x="6" y="33"/>
                    </a:lnTo>
                    <a:lnTo>
                      <a:pt x="6" y="33"/>
                    </a:lnTo>
                    <a:lnTo>
                      <a:pt x="6" y="33"/>
                    </a:lnTo>
                    <a:lnTo>
                      <a:pt x="7" y="32"/>
                    </a:lnTo>
                    <a:lnTo>
                      <a:pt x="7" y="32"/>
                    </a:lnTo>
                    <a:lnTo>
                      <a:pt x="7" y="32"/>
                    </a:lnTo>
                    <a:lnTo>
                      <a:pt x="7" y="32"/>
                    </a:lnTo>
                    <a:lnTo>
                      <a:pt x="7" y="32"/>
                    </a:lnTo>
                    <a:lnTo>
                      <a:pt x="7" y="32"/>
                    </a:lnTo>
                    <a:lnTo>
                      <a:pt x="7" y="32"/>
                    </a:lnTo>
                    <a:lnTo>
                      <a:pt x="7" y="32"/>
                    </a:lnTo>
                    <a:lnTo>
                      <a:pt x="9" y="30"/>
                    </a:lnTo>
                    <a:lnTo>
                      <a:pt x="9" y="30"/>
                    </a:lnTo>
                    <a:lnTo>
                      <a:pt x="10" y="30"/>
                    </a:lnTo>
                    <a:lnTo>
                      <a:pt x="10" y="30"/>
                    </a:lnTo>
                    <a:lnTo>
                      <a:pt x="12" y="30"/>
                    </a:lnTo>
                    <a:lnTo>
                      <a:pt x="12" y="30"/>
                    </a:lnTo>
                    <a:lnTo>
                      <a:pt x="14" y="30"/>
                    </a:lnTo>
                    <a:lnTo>
                      <a:pt x="15" y="30"/>
                    </a:lnTo>
                    <a:lnTo>
                      <a:pt x="18" y="30"/>
                    </a:lnTo>
                    <a:lnTo>
                      <a:pt x="18" y="30"/>
                    </a:lnTo>
                    <a:lnTo>
                      <a:pt x="19" y="30"/>
                    </a:lnTo>
                    <a:lnTo>
                      <a:pt x="20" y="30"/>
                    </a:lnTo>
                    <a:lnTo>
                      <a:pt x="22" y="30"/>
                    </a:lnTo>
                    <a:lnTo>
                      <a:pt x="22" y="30"/>
                    </a:lnTo>
                    <a:lnTo>
                      <a:pt x="24" y="30"/>
                    </a:lnTo>
                    <a:lnTo>
                      <a:pt x="25" y="30"/>
                    </a:lnTo>
                    <a:lnTo>
                      <a:pt x="26" y="30"/>
                    </a:lnTo>
                    <a:lnTo>
                      <a:pt x="26" y="31"/>
                    </a:lnTo>
                    <a:lnTo>
                      <a:pt x="27" y="31"/>
                    </a:lnTo>
                    <a:lnTo>
                      <a:pt x="27" y="31"/>
                    </a:lnTo>
                    <a:lnTo>
                      <a:pt x="29" y="31"/>
                    </a:lnTo>
                    <a:lnTo>
                      <a:pt x="29" y="31"/>
                    </a:lnTo>
                    <a:lnTo>
                      <a:pt x="31" y="31"/>
                    </a:lnTo>
                    <a:lnTo>
                      <a:pt x="31" y="31"/>
                    </a:lnTo>
                    <a:lnTo>
                      <a:pt x="33" y="31"/>
                    </a:lnTo>
                    <a:lnTo>
                      <a:pt x="33" y="31"/>
                    </a:lnTo>
                    <a:lnTo>
                      <a:pt x="34" y="31"/>
                    </a:lnTo>
                    <a:lnTo>
                      <a:pt x="34" y="31"/>
                    </a:lnTo>
                    <a:lnTo>
                      <a:pt x="36" y="31"/>
                    </a:lnTo>
                    <a:lnTo>
                      <a:pt x="36" y="31"/>
                    </a:lnTo>
                    <a:lnTo>
                      <a:pt x="37" y="31"/>
                    </a:lnTo>
                    <a:lnTo>
                      <a:pt x="37" y="31"/>
                    </a:lnTo>
                    <a:lnTo>
                      <a:pt x="40" y="30"/>
                    </a:lnTo>
                    <a:lnTo>
                      <a:pt x="40" y="30"/>
                    </a:lnTo>
                    <a:lnTo>
                      <a:pt x="41" y="30"/>
                    </a:lnTo>
                    <a:lnTo>
                      <a:pt x="41" y="30"/>
                    </a:lnTo>
                    <a:lnTo>
                      <a:pt x="42" y="30"/>
                    </a:lnTo>
                    <a:lnTo>
                      <a:pt x="42" y="30"/>
                    </a:lnTo>
                    <a:lnTo>
                      <a:pt x="44" y="30"/>
                    </a:lnTo>
                    <a:lnTo>
                      <a:pt x="44" y="30"/>
                    </a:lnTo>
                    <a:lnTo>
                      <a:pt x="47" y="29"/>
                    </a:lnTo>
                    <a:lnTo>
                      <a:pt x="47" y="29"/>
                    </a:lnTo>
                    <a:lnTo>
                      <a:pt x="48" y="29"/>
                    </a:lnTo>
                    <a:lnTo>
                      <a:pt x="48" y="29"/>
                    </a:lnTo>
                    <a:lnTo>
                      <a:pt x="50" y="28"/>
                    </a:lnTo>
                    <a:lnTo>
                      <a:pt x="50" y="28"/>
                    </a:lnTo>
                    <a:lnTo>
                      <a:pt x="52" y="28"/>
                    </a:lnTo>
                    <a:lnTo>
                      <a:pt x="52" y="28"/>
                    </a:lnTo>
                    <a:lnTo>
                      <a:pt x="54" y="27"/>
                    </a:lnTo>
                    <a:lnTo>
                      <a:pt x="54" y="27"/>
                    </a:lnTo>
                    <a:lnTo>
                      <a:pt x="54" y="27"/>
                    </a:lnTo>
                    <a:lnTo>
                      <a:pt x="54" y="27"/>
                    </a:lnTo>
                    <a:lnTo>
                      <a:pt x="56" y="25"/>
                    </a:lnTo>
                    <a:lnTo>
                      <a:pt x="56" y="25"/>
                    </a:lnTo>
                    <a:lnTo>
                      <a:pt x="56" y="25"/>
                    </a:lnTo>
                    <a:lnTo>
                      <a:pt x="56" y="25"/>
                    </a:lnTo>
                    <a:lnTo>
                      <a:pt x="57" y="23"/>
                    </a:lnTo>
                    <a:lnTo>
                      <a:pt x="57" y="23"/>
                    </a:lnTo>
                    <a:lnTo>
                      <a:pt x="57" y="23"/>
                    </a:lnTo>
                    <a:lnTo>
                      <a:pt x="57" y="23"/>
                    </a:lnTo>
                    <a:lnTo>
                      <a:pt x="59" y="22"/>
                    </a:lnTo>
                    <a:lnTo>
                      <a:pt x="59" y="22"/>
                    </a:lnTo>
                    <a:lnTo>
                      <a:pt x="60" y="22"/>
                    </a:lnTo>
                    <a:lnTo>
                      <a:pt x="60" y="22"/>
                    </a:lnTo>
                    <a:lnTo>
                      <a:pt x="62" y="21"/>
                    </a:lnTo>
                    <a:lnTo>
                      <a:pt x="62" y="21"/>
                    </a:lnTo>
                    <a:lnTo>
                      <a:pt x="62" y="21"/>
                    </a:lnTo>
                    <a:lnTo>
                      <a:pt x="62" y="21"/>
                    </a:lnTo>
                    <a:lnTo>
                      <a:pt x="63" y="19"/>
                    </a:lnTo>
                    <a:lnTo>
                      <a:pt x="63" y="19"/>
                    </a:lnTo>
                    <a:lnTo>
                      <a:pt x="63" y="19"/>
                    </a:lnTo>
                    <a:lnTo>
                      <a:pt x="63" y="19"/>
                    </a:lnTo>
                    <a:lnTo>
                      <a:pt x="65" y="18"/>
                    </a:lnTo>
                    <a:lnTo>
                      <a:pt x="65" y="18"/>
                    </a:lnTo>
                    <a:lnTo>
                      <a:pt x="65" y="18"/>
                    </a:lnTo>
                    <a:lnTo>
                      <a:pt x="65" y="18"/>
                    </a:lnTo>
                    <a:lnTo>
                      <a:pt x="66" y="15"/>
                    </a:lnTo>
                    <a:lnTo>
                      <a:pt x="66" y="15"/>
                    </a:lnTo>
                    <a:lnTo>
                      <a:pt x="66" y="15"/>
                    </a:lnTo>
                    <a:lnTo>
                      <a:pt x="66" y="15"/>
                    </a:lnTo>
                    <a:lnTo>
                      <a:pt x="69" y="13"/>
                    </a:lnTo>
                    <a:lnTo>
                      <a:pt x="69" y="13"/>
                    </a:lnTo>
                    <a:lnTo>
                      <a:pt x="69" y="13"/>
                    </a:lnTo>
                    <a:lnTo>
                      <a:pt x="69" y="13"/>
                    </a:lnTo>
                    <a:lnTo>
                      <a:pt x="69" y="12"/>
                    </a:lnTo>
                    <a:lnTo>
                      <a:pt x="69" y="12"/>
                    </a:lnTo>
                    <a:lnTo>
                      <a:pt x="69" y="12"/>
                    </a:lnTo>
                    <a:lnTo>
                      <a:pt x="69" y="12"/>
                    </a:lnTo>
                    <a:lnTo>
                      <a:pt x="71" y="10"/>
                    </a:lnTo>
                    <a:lnTo>
                      <a:pt x="71" y="10"/>
                    </a:lnTo>
                    <a:lnTo>
                      <a:pt x="71" y="10"/>
                    </a:lnTo>
                    <a:lnTo>
                      <a:pt x="71" y="10"/>
                    </a:lnTo>
                    <a:lnTo>
                      <a:pt x="72" y="8"/>
                    </a:lnTo>
                    <a:lnTo>
                      <a:pt x="72" y="8"/>
                    </a:lnTo>
                    <a:lnTo>
                      <a:pt x="72" y="7"/>
                    </a:lnTo>
                    <a:lnTo>
                      <a:pt x="72" y="7"/>
                    </a:lnTo>
                    <a:lnTo>
                      <a:pt x="74" y="5"/>
                    </a:lnTo>
                    <a:lnTo>
                      <a:pt x="74" y="5"/>
                    </a:lnTo>
                    <a:lnTo>
                      <a:pt x="74" y="5"/>
                    </a:lnTo>
                    <a:lnTo>
                      <a:pt x="74" y="5"/>
                    </a:lnTo>
                    <a:lnTo>
                      <a:pt x="74" y="5"/>
                    </a:lnTo>
                    <a:lnTo>
                      <a:pt x="74" y="5"/>
                    </a:lnTo>
                    <a:lnTo>
                      <a:pt x="74" y="5"/>
                    </a:lnTo>
                    <a:lnTo>
                      <a:pt x="74" y="5"/>
                    </a:lnTo>
                    <a:lnTo>
                      <a:pt x="76" y="3"/>
                    </a:lnTo>
                    <a:lnTo>
                      <a:pt x="76" y="3"/>
                    </a:lnTo>
                    <a:lnTo>
                      <a:pt x="76" y="3"/>
                    </a:lnTo>
                    <a:lnTo>
                      <a:pt x="76" y="3"/>
                    </a:lnTo>
                    <a:lnTo>
                      <a:pt x="76" y="1"/>
                    </a:lnTo>
                    <a:lnTo>
                      <a:pt x="76" y="1"/>
                    </a:lnTo>
                    <a:lnTo>
                      <a:pt x="76" y="1"/>
                    </a:lnTo>
                    <a:lnTo>
                      <a:pt x="76" y="1"/>
                    </a:lnTo>
                    <a:lnTo>
                      <a:pt x="77" y="0"/>
                    </a:lnTo>
                    <a:lnTo>
                      <a:pt x="77" y="0"/>
                    </a:lnTo>
                  </a:path>
                </a:pathLst>
              </a:custGeom>
              <a:solidFill>
                <a:srgbClr val="4000a2"/>
              </a:solidFill>
              <a:ln w="9360">
                <a:solidFill>
                  <a:srgbClr val="000000"/>
                </a:solidFill>
                <a:round/>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1899" name=""/>
              <p:cNvSpPr/>
              <p:nvPr/>
            </p:nvSpPr>
            <p:spPr>
              <a:xfrm>
                <a:off x="6183360" y="5099040"/>
                <a:ext cx="865080" cy="500040"/>
              </a:xfrm>
              <a:custGeom>
                <a:avLst/>
                <a:gdLst/>
                <a:ahLst/>
                <a:rect l="l" t="t" r="r" b="b"/>
                <a:pathLst>
                  <a:path w="545" h="315">
                    <a:moveTo>
                      <a:pt x="162" y="58"/>
                    </a:moveTo>
                    <a:lnTo>
                      <a:pt x="166" y="56"/>
                    </a:lnTo>
                    <a:lnTo>
                      <a:pt x="171" y="55"/>
                    </a:lnTo>
                    <a:lnTo>
                      <a:pt x="176" y="53"/>
                    </a:lnTo>
                    <a:lnTo>
                      <a:pt x="182" y="50"/>
                    </a:lnTo>
                    <a:lnTo>
                      <a:pt x="188" y="48"/>
                    </a:lnTo>
                    <a:lnTo>
                      <a:pt x="194" y="46"/>
                    </a:lnTo>
                    <a:lnTo>
                      <a:pt x="200" y="44"/>
                    </a:lnTo>
                    <a:lnTo>
                      <a:pt x="208" y="40"/>
                    </a:lnTo>
                    <a:lnTo>
                      <a:pt x="213" y="39"/>
                    </a:lnTo>
                    <a:lnTo>
                      <a:pt x="220" y="37"/>
                    </a:lnTo>
                    <a:lnTo>
                      <a:pt x="226" y="34"/>
                    </a:lnTo>
                    <a:lnTo>
                      <a:pt x="234" y="31"/>
                    </a:lnTo>
                    <a:lnTo>
                      <a:pt x="240" y="29"/>
                    </a:lnTo>
                    <a:lnTo>
                      <a:pt x="246" y="27"/>
                    </a:lnTo>
                    <a:lnTo>
                      <a:pt x="251" y="25"/>
                    </a:lnTo>
                    <a:lnTo>
                      <a:pt x="257" y="22"/>
                    </a:lnTo>
                    <a:lnTo>
                      <a:pt x="260" y="22"/>
                    </a:lnTo>
                    <a:lnTo>
                      <a:pt x="264" y="21"/>
                    </a:lnTo>
                    <a:lnTo>
                      <a:pt x="270" y="19"/>
                    </a:lnTo>
                    <a:lnTo>
                      <a:pt x="276" y="17"/>
                    </a:lnTo>
                    <a:lnTo>
                      <a:pt x="281" y="15"/>
                    </a:lnTo>
                    <a:lnTo>
                      <a:pt x="288" y="13"/>
                    </a:lnTo>
                    <a:lnTo>
                      <a:pt x="294" y="11"/>
                    </a:lnTo>
                    <a:lnTo>
                      <a:pt x="301" y="9"/>
                    </a:lnTo>
                    <a:lnTo>
                      <a:pt x="307" y="7"/>
                    </a:lnTo>
                    <a:lnTo>
                      <a:pt x="313" y="5"/>
                    </a:lnTo>
                    <a:lnTo>
                      <a:pt x="319" y="4"/>
                    </a:lnTo>
                    <a:lnTo>
                      <a:pt x="325" y="2"/>
                    </a:lnTo>
                    <a:lnTo>
                      <a:pt x="329" y="2"/>
                    </a:lnTo>
                    <a:lnTo>
                      <a:pt x="332" y="0"/>
                    </a:lnTo>
                    <a:lnTo>
                      <a:pt x="335" y="0"/>
                    </a:lnTo>
                    <a:lnTo>
                      <a:pt x="338" y="0"/>
                    </a:lnTo>
                    <a:lnTo>
                      <a:pt x="338" y="2"/>
                    </a:lnTo>
                    <a:lnTo>
                      <a:pt x="339" y="2"/>
                    </a:lnTo>
                    <a:lnTo>
                      <a:pt x="341" y="4"/>
                    </a:lnTo>
                    <a:lnTo>
                      <a:pt x="343" y="5"/>
                    </a:lnTo>
                    <a:lnTo>
                      <a:pt x="345" y="9"/>
                    </a:lnTo>
                    <a:lnTo>
                      <a:pt x="348" y="11"/>
                    </a:lnTo>
                    <a:lnTo>
                      <a:pt x="350" y="13"/>
                    </a:lnTo>
                    <a:lnTo>
                      <a:pt x="354" y="15"/>
                    </a:lnTo>
                    <a:lnTo>
                      <a:pt x="356" y="19"/>
                    </a:lnTo>
                    <a:lnTo>
                      <a:pt x="360" y="22"/>
                    </a:lnTo>
                    <a:lnTo>
                      <a:pt x="362" y="26"/>
                    </a:lnTo>
                    <a:lnTo>
                      <a:pt x="366" y="27"/>
                    </a:lnTo>
                    <a:lnTo>
                      <a:pt x="368" y="31"/>
                    </a:lnTo>
                    <a:lnTo>
                      <a:pt x="371" y="33"/>
                    </a:lnTo>
                    <a:lnTo>
                      <a:pt x="373" y="34"/>
                    </a:lnTo>
                    <a:lnTo>
                      <a:pt x="375" y="36"/>
                    </a:lnTo>
                    <a:lnTo>
                      <a:pt x="375" y="38"/>
                    </a:lnTo>
                    <a:lnTo>
                      <a:pt x="377" y="39"/>
                    </a:lnTo>
                    <a:lnTo>
                      <a:pt x="378" y="41"/>
                    </a:lnTo>
                    <a:lnTo>
                      <a:pt x="380" y="41"/>
                    </a:lnTo>
                    <a:lnTo>
                      <a:pt x="380" y="43"/>
                    </a:lnTo>
                    <a:lnTo>
                      <a:pt x="382" y="44"/>
                    </a:lnTo>
                    <a:lnTo>
                      <a:pt x="384" y="46"/>
                    </a:lnTo>
                    <a:lnTo>
                      <a:pt x="386" y="46"/>
                    </a:lnTo>
                    <a:lnTo>
                      <a:pt x="386" y="48"/>
                    </a:lnTo>
                    <a:lnTo>
                      <a:pt x="388" y="50"/>
                    </a:lnTo>
                    <a:lnTo>
                      <a:pt x="389" y="52"/>
                    </a:lnTo>
                    <a:lnTo>
                      <a:pt x="391" y="52"/>
                    </a:lnTo>
                    <a:lnTo>
                      <a:pt x="392" y="54"/>
                    </a:lnTo>
                    <a:lnTo>
                      <a:pt x="394" y="55"/>
                    </a:lnTo>
                    <a:lnTo>
                      <a:pt x="395" y="56"/>
                    </a:lnTo>
                    <a:lnTo>
                      <a:pt x="397" y="56"/>
                    </a:lnTo>
                    <a:lnTo>
                      <a:pt x="397" y="59"/>
                    </a:lnTo>
                    <a:lnTo>
                      <a:pt x="397" y="59"/>
                    </a:lnTo>
                    <a:lnTo>
                      <a:pt x="397" y="61"/>
                    </a:lnTo>
                    <a:lnTo>
                      <a:pt x="399" y="61"/>
                    </a:lnTo>
                    <a:lnTo>
                      <a:pt x="399" y="63"/>
                    </a:lnTo>
                    <a:lnTo>
                      <a:pt x="401" y="63"/>
                    </a:lnTo>
                    <a:lnTo>
                      <a:pt x="401" y="64"/>
                    </a:lnTo>
                    <a:lnTo>
                      <a:pt x="403" y="64"/>
                    </a:lnTo>
                    <a:lnTo>
                      <a:pt x="403" y="66"/>
                    </a:lnTo>
                    <a:lnTo>
                      <a:pt x="403" y="66"/>
                    </a:lnTo>
                    <a:lnTo>
                      <a:pt x="403" y="67"/>
                    </a:lnTo>
                    <a:lnTo>
                      <a:pt x="405" y="67"/>
                    </a:lnTo>
                    <a:lnTo>
                      <a:pt x="405" y="69"/>
                    </a:lnTo>
                    <a:lnTo>
                      <a:pt x="407" y="69"/>
                    </a:lnTo>
                    <a:lnTo>
                      <a:pt x="407" y="69"/>
                    </a:lnTo>
                    <a:lnTo>
                      <a:pt x="409" y="69"/>
                    </a:lnTo>
                    <a:lnTo>
                      <a:pt x="409" y="71"/>
                    </a:lnTo>
                    <a:lnTo>
                      <a:pt x="410" y="71"/>
                    </a:lnTo>
                    <a:lnTo>
                      <a:pt x="410" y="71"/>
                    </a:lnTo>
                    <a:lnTo>
                      <a:pt x="411" y="71"/>
                    </a:lnTo>
                    <a:lnTo>
                      <a:pt x="411" y="71"/>
                    </a:lnTo>
                    <a:lnTo>
                      <a:pt x="413" y="71"/>
                    </a:lnTo>
                    <a:lnTo>
                      <a:pt x="413" y="71"/>
                    </a:lnTo>
                    <a:lnTo>
                      <a:pt x="415" y="71"/>
                    </a:lnTo>
                    <a:lnTo>
                      <a:pt x="415" y="73"/>
                    </a:lnTo>
                    <a:lnTo>
                      <a:pt x="417" y="73"/>
                    </a:lnTo>
                    <a:lnTo>
                      <a:pt x="417" y="73"/>
                    </a:lnTo>
                    <a:lnTo>
                      <a:pt x="419" y="73"/>
                    </a:lnTo>
                    <a:lnTo>
                      <a:pt x="419" y="73"/>
                    </a:lnTo>
                    <a:lnTo>
                      <a:pt x="420" y="73"/>
                    </a:lnTo>
                    <a:lnTo>
                      <a:pt x="420" y="73"/>
                    </a:lnTo>
                    <a:lnTo>
                      <a:pt x="423" y="73"/>
                    </a:lnTo>
                    <a:lnTo>
                      <a:pt x="423" y="74"/>
                    </a:lnTo>
                    <a:lnTo>
                      <a:pt x="423" y="74"/>
                    </a:lnTo>
                    <a:lnTo>
                      <a:pt x="423" y="74"/>
                    </a:lnTo>
                    <a:lnTo>
                      <a:pt x="425" y="74"/>
                    </a:lnTo>
                    <a:lnTo>
                      <a:pt x="425" y="74"/>
                    </a:lnTo>
                    <a:lnTo>
                      <a:pt x="426" y="74"/>
                    </a:lnTo>
                    <a:lnTo>
                      <a:pt x="426" y="74"/>
                    </a:lnTo>
                    <a:lnTo>
                      <a:pt x="428" y="74"/>
                    </a:lnTo>
                    <a:lnTo>
                      <a:pt x="428" y="74"/>
                    </a:lnTo>
                    <a:lnTo>
                      <a:pt x="430" y="74"/>
                    </a:lnTo>
                    <a:lnTo>
                      <a:pt x="430" y="74"/>
                    </a:lnTo>
                    <a:lnTo>
                      <a:pt x="432" y="74"/>
                    </a:lnTo>
                    <a:lnTo>
                      <a:pt x="432" y="74"/>
                    </a:lnTo>
                    <a:lnTo>
                      <a:pt x="434" y="74"/>
                    </a:lnTo>
                    <a:lnTo>
                      <a:pt x="434" y="74"/>
                    </a:lnTo>
                    <a:lnTo>
                      <a:pt x="435" y="74"/>
                    </a:lnTo>
                    <a:lnTo>
                      <a:pt x="435" y="74"/>
                    </a:lnTo>
                    <a:lnTo>
                      <a:pt x="435" y="74"/>
                    </a:lnTo>
                    <a:lnTo>
                      <a:pt x="435" y="74"/>
                    </a:lnTo>
                    <a:lnTo>
                      <a:pt x="437" y="74"/>
                    </a:lnTo>
                    <a:lnTo>
                      <a:pt x="437" y="74"/>
                    </a:lnTo>
                    <a:lnTo>
                      <a:pt x="440" y="74"/>
                    </a:lnTo>
                    <a:lnTo>
                      <a:pt x="440" y="74"/>
                    </a:lnTo>
                    <a:lnTo>
                      <a:pt x="441" y="72"/>
                    </a:lnTo>
                    <a:lnTo>
                      <a:pt x="441" y="72"/>
                    </a:lnTo>
                    <a:lnTo>
                      <a:pt x="442" y="72"/>
                    </a:lnTo>
                    <a:lnTo>
                      <a:pt x="442" y="72"/>
                    </a:lnTo>
                    <a:lnTo>
                      <a:pt x="445" y="70"/>
                    </a:lnTo>
                    <a:lnTo>
                      <a:pt x="445" y="70"/>
                    </a:lnTo>
                    <a:lnTo>
                      <a:pt x="447" y="70"/>
                    </a:lnTo>
                    <a:lnTo>
                      <a:pt x="447" y="70"/>
                    </a:lnTo>
                    <a:lnTo>
                      <a:pt x="448" y="68"/>
                    </a:lnTo>
                    <a:lnTo>
                      <a:pt x="448" y="68"/>
                    </a:lnTo>
                    <a:lnTo>
                      <a:pt x="448" y="68"/>
                    </a:lnTo>
                    <a:lnTo>
                      <a:pt x="448" y="68"/>
                    </a:lnTo>
                    <a:lnTo>
                      <a:pt x="450" y="66"/>
                    </a:lnTo>
                    <a:lnTo>
                      <a:pt x="450" y="66"/>
                    </a:lnTo>
                    <a:lnTo>
                      <a:pt x="450" y="64"/>
                    </a:lnTo>
                    <a:lnTo>
                      <a:pt x="450" y="64"/>
                    </a:lnTo>
                    <a:lnTo>
                      <a:pt x="452" y="63"/>
                    </a:lnTo>
                    <a:lnTo>
                      <a:pt x="452" y="63"/>
                    </a:lnTo>
                    <a:lnTo>
                      <a:pt x="452" y="61"/>
                    </a:lnTo>
                    <a:lnTo>
                      <a:pt x="452" y="61"/>
                    </a:lnTo>
                    <a:lnTo>
                      <a:pt x="454" y="59"/>
                    </a:lnTo>
                    <a:lnTo>
                      <a:pt x="454" y="59"/>
                    </a:lnTo>
                    <a:lnTo>
                      <a:pt x="456" y="59"/>
                    </a:lnTo>
                    <a:lnTo>
                      <a:pt x="456" y="59"/>
                    </a:lnTo>
                    <a:lnTo>
                      <a:pt x="458" y="56"/>
                    </a:lnTo>
                    <a:lnTo>
                      <a:pt x="458" y="56"/>
                    </a:lnTo>
                    <a:lnTo>
                      <a:pt x="460" y="56"/>
                    </a:lnTo>
                    <a:lnTo>
                      <a:pt x="462" y="56"/>
                    </a:lnTo>
                    <a:lnTo>
                      <a:pt x="463" y="55"/>
                    </a:lnTo>
                    <a:lnTo>
                      <a:pt x="465" y="55"/>
                    </a:lnTo>
                    <a:lnTo>
                      <a:pt x="467" y="55"/>
                    </a:lnTo>
                    <a:lnTo>
                      <a:pt x="469" y="55"/>
                    </a:lnTo>
                    <a:lnTo>
                      <a:pt x="471" y="54"/>
                    </a:lnTo>
                    <a:lnTo>
                      <a:pt x="472" y="54"/>
                    </a:lnTo>
                    <a:lnTo>
                      <a:pt x="474" y="54"/>
                    </a:lnTo>
                    <a:lnTo>
                      <a:pt x="476" y="54"/>
                    </a:lnTo>
                    <a:lnTo>
                      <a:pt x="478" y="53"/>
                    </a:lnTo>
                    <a:lnTo>
                      <a:pt x="479" y="53"/>
                    </a:lnTo>
                    <a:lnTo>
                      <a:pt x="481" y="53"/>
                    </a:lnTo>
                    <a:lnTo>
                      <a:pt x="484" y="53"/>
                    </a:lnTo>
                    <a:lnTo>
                      <a:pt x="485" y="51"/>
                    </a:lnTo>
                    <a:lnTo>
                      <a:pt x="485" y="52"/>
                    </a:lnTo>
                    <a:lnTo>
                      <a:pt x="487" y="52"/>
                    </a:lnTo>
                    <a:lnTo>
                      <a:pt x="488" y="52"/>
                    </a:lnTo>
                    <a:lnTo>
                      <a:pt x="490" y="52"/>
                    </a:lnTo>
                    <a:lnTo>
                      <a:pt x="491" y="52"/>
                    </a:lnTo>
                    <a:lnTo>
                      <a:pt x="493" y="52"/>
                    </a:lnTo>
                    <a:lnTo>
                      <a:pt x="495" y="52"/>
                    </a:lnTo>
                    <a:lnTo>
                      <a:pt x="497" y="52"/>
                    </a:lnTo>
                    <a:lnTo>
                      <a:pt x="498" y="53"/>
                    </a:lnTo>
                    <a:lnTo>
                      <a:pt x="500" y="53"/>
                    </a:lnTo>
                    <a:lnTo>
                      <a:pt x="501" y="53"/>
                    </a:lnTo>
                    <a:lnTo>
                      <a:pt x="503" y="53"/>
                    </a:lnTo>
                    <a:lnTo>
                      <a:pt x="504" y="53"/>
                    </a:lnTo>
                    <a:lnTo>
                      <a:pt x="506" y="53"/>
                    </a:lnTo>
                    <a:lnTo>
                      <a:pt x="508" y="53"/>
                    </a:lnTo>
                    <a:lnTo>
                      <a:pt x="510" y="53"/>
                    </a:lnTo>
                    <a:lnTo>
                      <a:pt x="510" y="55"/>
                    </a:lnTo>
                    <a:lnTo>
                      <a:pt x="512" y="55"/>
                    </a:lnTo>
                    <a:lnTo>
                      <a:pt x="513" y="55"/>
                    </a:lnTo>
                    <a:lnTo>
                      <a:pt x="515" y="55"/>
                    </a:lnTo>
                    <a:lnTo>
                      <a:pt x="515" y="57"/>
                    </a:lnTo>
                    <a:lnTo>
                      <a:pt x="517" y="57"/>
                    </a:lnTo>
                    <a:lnTo>
                      <a:pt x="519" y="57"/>
                    </a:lnTo>
                    <a:lnTo>
                      <a:pt x="521" y="57"/>
                    </a:lnTo>
                    <a:lnTo>
                      <a:pt x="521" y="59"/>
                    </a:lnTo>
                    <a:lnTo>
                      <a:pt x="523" y="59"/>
                    </a:lnTo>
                    <a:lnTo>
                      <a:pt x="525" y="60"/>
                    </a:lnTo>
                    <a:lnTo>
                      <a:pt x="527" y="60"/>
                    </a:lnTo>
                    <a:lnTo>
                      <a:pt x="528" y="61"/>
                    </a:lnTo>
                    <a:lnTo>
                      <a:pt x="529" y="61"/>
                    </a:lnTo>
                    <a:lnTo>
                      <a:pt x="531" y="61"/>
                    </a:lnTo>
                    <a:lnTo>
                      <a:pt x="532" y="61"/>
                    </a:lnTo>
                    <a:lnTo>
                      <a:pt x="532" y="63"/>
                    </a:lnTo>
                    <a:lnTo>
                      <a:pt x="532" y="63"/>
                    </a:lnTo>
                    <a:lnTo>
                      <a:pt x="532" y="65"/>
                    </a:lnTo>
                    <a:lnTo>
                      <a:pt x="534" y="65"/>
                    </a:lnTo>
                    <a:lnTo>
                      <a:pt x="534" y="67"/>
                    </a:lnTo>
                    <a:lnTo>
                      <a:pt x="536" y="69"/>
                    </a:lnTo>
                    <a:lnTo>
                      <a:pt x="536" y="71"/>
                    </a:lnTo>
                    <a:lnTo>
                      <a:pt x="538" y="71"/>
                    </a:lnTo>
                    <a:lnTo>
                      <a:pt x="538" y="73"/>
                    </a:lnTo>
                    <a:lnTo>
                      <a:pt x="539" y="75"/>
                    </a:lnTo>
                    <a:lnTo>
                      <a:pt x="539" y="77"/>
                    </a:lnTo>
                    <a:lnTo>
                      <a:pt x="541" y="77"/>
                    </a:lnTo>
                    <a:lnTo>
                      <a:pt x="541" y="79"/>
                    </a:lnTo>
                    <a:lnTo>
                      <a:pt x="542" y="79"/>
                    </a:lnTo>
                    <a:lnTo>
                      <a:pt x="542" y="80"/>
                    </a:lnTo>
                    <a:lnTo>
                      <a:pt x="544" y="80"/>
                    </a:lnTo>
                    <a:lnTo>
                      <a:pt x="544" y="82"/>
                    </a:lnTo>
                    <a:lnTo>
                      <a:pt x="544" y="82"/>
                    </a:lnTo>
                    <a:lnTo>
                      <a:pt x="544" y="84"/>
                    </a:lnTo>
                    <a:lnTo>
                      <a:pt x="544" y="84"/>
                    </a:lnTo>
                    <a:lnTo>
                      <a:pt x="544" y="86"/>
                    </a:lnTo>
                    <a:lnTo>
                      <a:pt x="544" y="86"/>
                    </a:lnTo>
                    <a:lnTo>
                      <a:pt x="544" y="86"/>
                    </a:lnTo>
                    <a:lnTo>
                      <a:pt x="544" y="86"/>
                    </a:lnTo>
                    <a:lnTo>
                      <a:pt x="542" y="88"/>
                    </a:lnTo>
                    <a:lnTo>
                      <a:pt x="542" y="88"/>
                    </a:lnTo>
                    <a:lnTo>
                      <a:pt x="542" y="88"/>
                    </a:lnTo>
                    <a:lnTo>
                      <a:pt x="542" y="88"/>
                    </a:lnTo>
                    <a:lnTo>
                      <a:pt x="542" y="90"/>
                    </a:lnTo>
                    <a:lnTo>
                      <a:pt x="542" y="90"/>
                    </a:lnTo>
                    <a:lnTo>
                      <a:pt x="542" y="91"/>
                    </a:lnTo>
                    <a:lnTo>
                      <a:pt x="542" y="91"/>
                    </a:lnTo>
                    <a:lnTo>
                      <a:pt x="540" y="93"/>
                    </a:lnTo>
                    <a:lnTo>
                      <a:pt x="540" y="94"/>
                    </a:lnTo>
                    <a:lnTo>
                      <a:pt x="539" y="96"/>
                    </a:lnTo>
                    <a:lnTo>
                      <a:pt x="539" y="96"/>
                    </a:lnTo>
                    <a:lnTo>
                      <a:pt x="537" y="98"/>
                    </a:lnTo>
                    <a:lnTo>
                      <a:pt x="537" y="98"/>
                    </a:lnTo>
                    <a:lnTo>
                      <a:pt x="535" y="100"/>
                    </a:lnTo>
                    <a:lnTo>
                      <a:pt x="535" y="100"/>
                    </a:lnTo>
                    <a:lnTo>
                      <a:pt x="533" y="102"/>
                    </a:lnTo>
                    <a:lnTo>
                      <a:pt x="532" y="103"/>
                    </a:lnTo>
                    <a:lnTo>
                      <a:pt x="531" y="105"/>
                    </a:lnTo>
                    <a:lnTo>
                      <a:pt x="531" y="105"/>
                    </a:lnTo>
                    <a:lnTo>
                      <a:pt x="529" y="107"/>
                    </a:lnTo>
                    <a:lnTo>
                      <a:pt x="529" y="107"/>
                    </a:lnTo>
                    <a:lnTo>
                      <a:pt x="528" y="108"/>
                    </a:lnTo>
                    <a:lnTo>
                      <a:pt x="528" y="108"/>
                    </a:lnTo>
                    <a:lnTo>
                      <a:pt x="525" y="110"/>
                    </a:lnTo>
                    <a:lnTo>
                      <a:pt x="524" y="110"/>
                    </a:lnTo>
                    <a:lnTo>
                      <a:pt x="522" y="110"/>
                    </a:lnTo>
                    <a:lnTo>
                      <a:pt x="522" y="110"/>
                    </a:lnTo>
                    <a:lnTo>
                      <a:pt x="520" y="112"/>
                    </a:lnTo>
                    <a:lnTo>
                      <a:pt x="518" y="112"/>
                    </a:lnTo>
                    <a:lnTo>
                      <a:pt x="516" y="112"/>
                    </a:lnTo>
                    <a:lnTo>
                      <a:pt x="516" y="112"/>
                    </a:lnTo>
                    <a:lnTo>
                      <a:pt x="515" y="114"/>
                    </a:lnTo>
                    <a:lnTo>
                      <a:pt x="513" y="114"/>
                    </a:lnTo>
                    <a:lnTo>
                      <a:pt x="510" y="114"/>
                    </a:lnTo>
                    <a:lnTo>
                      <a:pt x="510" y="114"/>
                    </a:lnTo>
                    <a:lnTo>
                      <a:pt x="508" y="115"/>
                    </a:lnTo>
                    <a:lnTo>
                      <a:pt x="508" y="115"/>
                    </a:lnTo>
                    <a:lnTo>
                      <a:pt x="507" y="115"/>
                    </a:lnTo>
                    <a:lnTo>
                      <a:pt x="507" y="115"/>
                    </a:lnTo>
                    <a:lnTo>
                      <a:pt x="505" y="116"/>
                    </a:lnTo>
                    <a:lnTo>
                      <a:pt x="504" y="116"/>
                    </a:lnTo>
                    <a:lnTo>
                      <a:pt x="502" y="116"/>
                    </a:lnTo>
                    <a:lnTo>
                      <a:pt x="502" y="116"/>
                    </a:lnTo>
                    <a:lnTo>
                      <a:pt x="500" y="116"/>
                    </a:lnTo>
                    <a:lnTo>
                      <a:pt x="500" y="116"/>
                    </a:lnTo>
                    <a:lnTo>
                      <a:pt x="498" y="116"/>
                    </a:lnTo>
                    <a:lnTo>
                      <a:pt x="498" y="115"/>
                    </a:lnTo>
                    <a:lnTo>
                      <a:pt x="496" y="115"/>
                    </a:lnTo>
                    <a:lnTo>
                      <a:pt x="496" y="115"/>
                    </a:lnTo>
                    <a:lnTo>
                      <a:pt x="494" y="115"/>
                    </a:lnTo>
                    <a:lnTo>
                      <a:pt x="494" y="115"/>
                    </a:lnTo>
                    <a:lnTo>
                      <a:pt x="492" y="115"/>
                    </a:lnTo>
                    <a:lnTo>
                      <a:pt x="492" y="115"/>
                    </a:lnTo>
                    <a:lnTo>
                      <a:pt x="490" y="115"/>
                    </a:lnTo>
                    <a:lnTo>
                      <a:pt x="490" y="115"/>
                    </a:lnTo>
                    <a:lnTo>
                      <a:pt x="488" y="117"/>
                    </a:lnTo>
                    <a:lnTo>
                      <a:pt x="488" y="117"/>
                    </a:lnTo>
                    <a:lnTo>
                      <a:pt x="486" y="117"/>
                    </a:lnTo>
                    <a:lnTo>
                      <a:pt x="486" y="117"/>
                    </a:lnTo>
                    <a:lnTo>
                      <a:pt x="484" y="118"/>
                    </a:lnTo>
                    <a:lnTo>
                      <a:pt x="483" y="118"/>
                    </a:lnTo>
                    <a:lnTo>
                      <a:pt x="481" y="118"/>
                    </a:lnTo>
                    <a:lnTo>
                      <a:pt x="481" y="118"/>
                    </a:lnTo>
                    <a:lnTo>
                      <a:pt x="479" y="120"/>
                    </a:lnTo>
                    <a:lnTo>
                      <a:pt x="477" y="120"/>
                    </a:lnTo>
                    <a:lnTo>
                      <a:pt x="475" y="120"/>
                    </a:lnTo>
                    <a:lnTo>
                      <a:pt x="475" y="120"/>
                    </a:lnTo>
                    <a:lnTo>
                      <a:pt x="473" y="121"/>
                    </a:lnTo>
                    <a:lnTo>
                      <a:pt x="473" y="121"/>
                    </a:lnTo>
                    <a:lnTo>
                      <a:pt x="472" y="121"/>
                    </a:lnTo>
                    <a:lnTo>
                      <a:pt x="472" y="121"/>
                    </a:lnTo>
                    <a:lnTo>
                      <a:pt x="471" y="123"/>
                    </a:lnTo>
                    <a:lnTo>
                      <a:pt x="471" y="123"/>
                    </a:lnTo>
                    <a:lnTo>
                      <a:pt x="471" y="123"/>
                    </a:lnTo>
                    <a:lnTo>
                      <a:pt x="471" y="123"/>
                    </a:lnTo>
                    <a:lnTo>
                      <a:pt x="471" y="124"/>
                    </a:lnTo>
                    <a:lnTo>
                      <a:pt x="471" y="124"/>
                    </a:lnTo>
                    <a:lnTo>
                      <a:pt x="471" y="124"/>
                    </a:lnTo>
                    <a:lnTo>
                      <a:pt x="471" y="124"/>
                    </a:lnTo>
                    <a:lnTo>
                      <a:pt x="471" y="126"/>
                    </a:lnTo>
                    <a:lnTo>
                      <a:pt x="471" y="126"/>
                    </a:lnTo>
                    <a:lnTo>
                      <a:pt x="471" y="126"/>
                    </a:lnTo>
                    <a:lnTo>
                      <a:pt x="471" y="126"/>
                    </a:lnTo>
                    <a:lnTo>
                      <a:pt x="471" y="127"/>
                    </a:lnTo>
                    <a:lnTo>
                      <a:pt x="471" y="127"/>
                    </a:lnTo>
                    <a:lnTo>
                      <a:pt x="471" y="127"/>
                    </a:lnTo>
                    <a:lnTo>
                      <a:pt x="471" y="127"/>
                    </a:lnTo>
                    <a:lnTo>
                      <a:pt x="471" y="129"/>
                    </a:lnTo>
                    <a:lnTo>
                      <a:pt x="471" y="130"/>
                    </a:lnTo>
                    <a:lnTo>
                      <a:pt x="471" y="132"/>
                    </a:lnTo>
                    <a:lnTo>
                      <a:pt x="472" y="132"/>
                    </a:lnTo>
                    <a:lnTo>
                      <a:pt x="472" y="134"/>
                    </a:lnTo>
                    <a:lnTo>
                      <a:pt x="472" y="134"/>
                    </a:lnTo>
                    <a:lnTo>
                      <a:pt x="472" y="136"/>
                    </a:lnTo>
                    <a:lnTo>
                      <a:pt x="474" y="136"/>
                    </a:lnTo>
                    <a:lnTo>
                      <a:pt x="474" y="137"/>
                    </a:lnTo>
                    <a:lnTo>
                      <a:pt x="474" y="139"/>
                    </a:lnTo>
                    <a:lnTo>
                      <a:pt x="474" y="141"/>
                    </a:lnTo>
                    <a:lnTo>
                      <a:pt x="476" y="141"/>
                    </a:lnTo>
                    <a:lnTo>
                      <a:pt x="476" y="143"/>
                    </a:lnTo>
                    <a:lnTo>
                      <a:pt x="476" y="143"/>
                    </a:lnTo>
                    <a:lnTo>
                      <a:pt x="476" y="144"/>
                    </a:lnTo>
                    <a:lnTo>
                      <a:pt x="478" y="144"/>
                    </a:lnTo>
                    <a:lnTo>
                      <a:pt x="479" y="147"/>
                    </a:lnTo>
                    <a:lnTo>
                      <a:pt x="481" y="149"/>
                    </a:lnTo>
                    <a:lnTo>
                      <a:pt x="483" y="152"/>
                    </a:lnTo>
                    <a:lnTo>
                      <a:pt x="485" y="154"/>
                    </a:lnTo>
                    <a:lnTo>
                      <a:pt x="487" y="158"/>
                    </a:lnTo>
                    <a:lnTo>
                      <a:pt x="491" y="160"/>
                    </a:lnTo>
                    <a:lnTo>
                      <a:pt x="494" y="161"/>
                    </a:lnTo>
                    <a:lnTo>
                      <a:pt x="498" y="163"/>
                    </a:lnTo>
                    <a:lnTo>
                      <a:pt x="500" y="167"/>
                    </a:lnTo>
                    <a:lnTo>
                      <a:pt x="503" y="169"/>
                    </a:lnTo>
                    <a:lnTo>
                      <a:pt x="506" y="173"/>
                    </a:lnTo>
                    <a:lnTo>
                      <a:pt x="509" y="174"/>
                    </a:lnTo>
                    <a:lnTo>
                      <a:pt x="511" y="177"/>
                    </a:lnTo>
                    <a:lnTo>
                      <a:pt x="514" y="179"/>
                    </a:lnTo>
                    <a:lnTo>
                      <a:pt x="516" y="181"/>
                    </a:lnTo>
                    <a:lnTo>
                      <a:pt x="519" y="182"/>
                    </a:lnTo>
                    <a:lnTo>
                      <a:pt x="519" y="184"/>
                    </a:lnTo>
                    <a:lnTo>
                      <a:pt x="520" y="184"/>
                    </a:lnTo>
                    <a:lnTo>
                      <a:pt x="520" y="185"/>
                    </a:lnTo>
                    <a:lnTo>
                      <a:pt x="522" y="185"/>
                    </a:lnTo>
                    <a:lnTo>
                      <a:pt x="522" y="188"/>
                    </a:lnTo>
                    <a:lnTo>
                      <a:pt x="524" y="188"/>
                    </a:lnTo>
                    <a:lnTo>
                      <a:pt x="526" y="189"/>
                    </a:lnTo>
                    <a:lnTo>
                      <a:pt x="528" y="189"/>
                    </a:lnTo>
                    <a:lnTo>
                      <a:pt x="528" y="190"/>
                    </a:lnTo>
                    <a:lnTo>
                      <a:pt x="530" y="190"/>
                    </a:lnTo>
                    <a:lnTo>
                      <a:pt x="530" y="193"/>
                    </a:lnTo>
                    <a:lnTo>
                      <a:pt x="532" y="193"/>
                    </a:lnTo>
                    <a:lnTo>
                      <a:pt x="532" y="195"/>
                    </a:lnTo>
                    <a:lnTo>
                      <a:pt x="532" y="195"/>
                    </a:lnTo>
                    <a:lnTo>
                      <a:pt x="532" y="196"/>
                    </a:lnTo>
                    <a:lnTo>
                      <a:pt x="534" y="196"/>
                    </a:lnTo>
                    <a:lnTo>
                      <a:pt x="532" y="198"/>
                    </a:lnTo>
                    <a:lnTo>
                      <a:pt x="531" y="200"/>
                    </a:lnTo>
                    <a:lnTo>
                      <a:pt x="529" y="202"/>
                    </a:lnTo>
                    <a:lnTo>
                      <a:pt x="529" y="202"/>
                    </a:lnTo>
                    <a:lnTo>
                      <a:pt x="527" y="204"/>
                    </a:lnTo>
                    <a:lnTo>
                      <a:pt x="525" y="204"/>
                    </a:lnTo>
                    <a:lnTo>
                      <a:pt x="523" y="204"/>
                    </a:lnTo>
                    <a:lnTo>
                      <a:pt x="521" y="204"/>
                    </a:lnTo>
                    <a:lnTo>
                      <a:pt x="517" y="206"/>
                    </a:lnTo>
                    <a:lnTo>
                      <a:pt x="515" y="206"/>
                    </a:lnTo>
                    <a:lnTo>
                      <a:pt x="513" y="206"/>
                    </a:lnTo>
                    <a:lnTo>
                      <a:pt x="511" y="206"/>
                    </a:lnTo>
                    <a:lnTo>
                      <a:pt x="509" y="207"/>
                    </a:lnTo>
                    <a:lnTo>
                      <a:pt x="507" y="207"/>
                    </a:lnTo>
                    <a:lnTo>
                      <a:pt x="506" y="207"/>
                    </a:lnTo>
                    <a:lnTo>
                      <a:pt x="505" y="207"/>
                    </a:lnTo>
                    <a:lnTo>
                      <a:pt x="501" y="209"/>
                    </a:lnTo>
                    <a:lnTo>
                      <a:pt x="499" y="210"/>
                    </a:lnTo>
                    <a:lnTo>
                      <a:pt x="496" y="212"/>
                    </a:lnTo>
                    <a:lnTo>
                      <a:pt x="494" y="212"/>
                    </a:lnTo>
                    <a:lnTo>
                      <a:pt x="490" y="214"/>
                    </a:lnTo>
                    <a:lnTo>
                      <a:pt x="486" y="214"/>
                    </a:lnTo>
                    <a:lnTo>
                      <a:pt x="483" y="216"/>
                    </a:lnTo>
                    <a:lnTo>
                      <a:pt x="481" y="216"/>
                    </a:lnTo>
                    <a:lnTo>
                      <a:pt x="477" y="218"/>
                    </a:lnTo>
                    <a:lnTo>
                      <a:pt x="474" y="218"/>
                    </a:lnTo>
                    <a:lnTo>
                      <a:pt x="470" y="220"/>
                    </a:lnTo>
                    <a:lnTo>
                      <a:pt x="468" y="220"/>
                    </a:lnTo>
                    <a:lnTo>
                      <a:pt x="464" y="222"/>
                    </a:lnTo>
                    <a:lnTo>
                      <a:pt x="462" y="222"/>
                    </a:lnTo>
                    <a:lnTo>
                      <a:pt x="460" y="224"/>
                    </a:lnTo>
                    <a:lnTo>
                      <a:pt x="458" y="224"/>
                    </a:lnTo>
                    <a:lnTo>
                      <a:pt x="455" y="226"/>
                    </a:lnTo>
                    <a:lnTo>
                      <a:pt x="453" y="226"/>
                    </a:lnTo>
                    <a:lnTo>
                      <a:pt x="450" y="227"/>
                    </a:lnTo>
                    <a:lnTo>
                      <a:pt x="448" y="227"/>
                    </a:lnTo>
                    <a:lnTo>
                      <a:pt x="445" y="229"/>
                    </a:lnTo>
                    <a:lnTo>
                      <a:pt x="442" y="229"/>
                    </a:lnTo>
                    <a:lnTo>
                      <a:pt x="440" y="232"/>
                    </a:lnTo>
                    <a:lnTo>
                      <a:pt x="438" y="232"/>
                    </a:lnTo>
                    <a:lnTo>
                      <a:pt x="434" y="233"/>
                    </a:lnTo>
                    <a:lnTo>
                      <a:pt x="432" y="233"/>
                    </a:lnTo>
                    <a:lnTo>
                      <a:pt x="429" y="235"/>
                    </a:lnTo>
                    <a:lnTo>
                      <a:pt x="427" y="235"/>
                    </a:lnTo>
                    <a:lnTo>
                      <a:pt x="425" y="237"/>
                    </a:lnTo>
                    <a:lnTo>
                      <a:pt x="423" y="237"/>
                    </a:lnTo>
                    <a:lnTo>
                      <a:pt x="420" y="238"/>
                    </a:lnTo>
                    <a:lnTo>
                      <a:pt x="419" y="238"/>
                    </a:lnTo>
                    <a:lnTo>
                      <a:pt x="418" y="240"/>
                    </a:lnTo>
                    <a:lnTo>
                      <a:pt x="416" y="240"/>
                    </a:lnTo>
                    <a:lnTo>
                      <a:pt x="414" y="240"/>
                    </a:lnTo>
                    <a:lnTo>
                      <a:pt x="414" y="240"/>
                    </a:lnTo>
                    <a:lnTo>
                      <a:pt x="412" y="241"/>
                    </a:lnTo>
                    <a:lnTo>
                      <a:pt x="412" y="241"/>
                    </a:lnTo>
                    <a:lnTo>
                      <a:pt x="410" y="241"/>
                    </a:lnTo>
                    <a:lnTo>
                      <a:pt x="410" y="241"/>
                    </a:lnTo>
                    <a:lnTo>
                      <a:pt x="408" y="243"/>
                    </a:lnTo>
                    <a:lnTo>
                      <a:pt x="408" y="243"/>
                    </a:lnTo>
                    <a:lnTo>
                      <a:pt x="405" y="243"/>
                    </a:lnTo>
                    <a:lnTo>
                      <a:pt x="405" y="243"/>
                    </a:lnTo>
                    <a:lnTo>
                      <a:pt x="404" y="243"/>
                    </a:lnTo>
                    <a:lnTo>
                      <a:pt x="404" y="243"/>
                    </a:lnTo>
                    <a:lnTo>
                      <a:pt x="403" y="243"/>
                    </a:lnTo>
                    <a:lnTo>
                      <a:pt x="403" y="243"/>
                    </a:lnTo>
                    <a:lnTo>
                      <a:pt x="401" y="243"/>
                    </a:lnTo>
                    <a:lnTo>
                      <a:pt x="400" y="243"/>
                    </a:lnTo>
                    <a:lnTo>
                      <a:pt x="398" y="243"/>
                    </a:lnTo>
                    <a:lnTo>
                      <a:pt x="398" y="242"/>
                    </a:lnTo>
                    <a:lnTo>
                      <a:pt x="396" y="242"/>
                    </a:lnTo>
                    <a:lnTo>
                      <a:pt x="395" y="242"/>
                    </a:lnTo>
                    <a:lnTo>
                      <a:pt x="393" y="242"/>
                    </a:lnTo>
                    <a:lnTo>
                      <a:pt x="393" y="241"/>
                    </a:lnTo>
                    <a:lnTo>
                      <a:pt x="391" y="241"/>
                    </a:lnTo>
                    <a:lnTo>
                      <a:pt x="389" y="240"/>
                    </a:lnTo>
                    <a:lnTo>
                      <a:pt x="387" y="240"/>
                    </a:lnTo>
                    <a:lnTo>
                      <a:pt x="387" y="238"/>
                    </a:lnTo>
                    <a:lnTo>
                      <a:pt x="385" y="238"/>
                    </a:lnTo>
                    <a:lnTo>
                      <a:pt x="385" y="236"/>
                    </a:lnTo>
                    <a:lnTo>
                      <a:pt x="384" y="236"/>
                    </a:lnTo>
                    <a:lnTo>
                      <a:pt x="384" y="234"/>
                    </a:lnTo>
                    <a:lnTo>
                      <a:pt x="383" y="234"/>
                    </a:lnTo>
                    <a:lnTo>
                      <a:pt x="383" y="233"/>
                    </a:lnTo>
                    <a:lnTo>
                      <a:pt x="383" y="233"/>
                    </a:lnTo>
                    <a:lnTo>
                      <a:pt x="383" y="232"/>
                    </a:lnTo>
                    <a:lnTo>
                      <a:pt x="383" y="232"/>
                    </a:lnTo>
                    <a:lnTo>
                      <a:pt x="383" y="229"/>
                    </a:lnTo>
                    <a:lnTo>
                      <a:pt x="383" y="229"/>
                    </a:lnTo>
                    <a:lnTo>
                      <a:pt x="384" y="227"/>
                    </a:lnTo>
                    <a:lnTo>
                      <a:pt x="384" y="227"/>
                    </a:lnTo>
                    <a:lnTo>
                      <a:pt x="384" y="225"/>
                    </a:lnTo>
                    <a:lnTo>
                      <a:pt x="384" y="225"/>
                    </a:lnTo>
                    <a:lnTo>
                      <a:pt x="384" y="223"/>
                    </a:lnTo>
                    <a:lnTo>
                      <a:pt x="384" y="223"/>
                    </a:lnTo>
                    <a:lnTo>
                      <a:pt x="384" y="221"/>
                    </a:lnTo>
                    <a:lnTo>
                      <a:pt x="384" y="220"/>
                    </a:lnTo>
                    <a:lnTo>
                      <a:pt x="384" y="218"/>
                    </a:lnTo>
                    <a:lnTo>
                      <a:pt x="382" y="218"/>
                    </a:lnTo>
                    <a:lnTo>
                      <a:pt x="382" y="217"/>
                    </a:lnTo>
                    <a:lnTo>
                      <a:pt x="380" y="217"/>
                    </a:lnTo>
                    <a:lnTo>
                      <a:pt x="380" y="215"/>
                    </a:lnTo>
                    <a:lnTo>
                      <a:pt x="378" y="215"/>
                    </a:lnTo>
                    <a:lnTo>
                      <a:pt x="376" y="212"/>
                    </a:lnTo>
                    <a:lnTo>
                      <a:pt x="375" y="211"/>
                    </a:lnTo>
                    <a:lnTo>
                      <a:pt x="375" y="210"/>
                    </a:lnTo>
                    <a:lnTo>
                      <a:pt x="373" y="210"/>
                    </a:lnTo>
                    <a:lnTo>
                      <a:pt x="371" y="207"/>
                    </a:lnTo>
                    <a:lnTo>
                      <a:pt x="369" y="207"/>
                    </a:lnTo>
                    <a:lnTo>
                      <a:pt x="369" y="205"/>
                    </a:lnTo>
                    <a:lnTo>
                      <a:pt x="367" y="205"/>
                    </a:lnTo>
                    <a:lnTo>
                      <a:pt x="366" y="204"/>
                    </a:lnTo>
                    <a:lnTo>
                      <a:pt x="364" y="204"/>
                    </a:lnTo>
                    <a:lnTo>
                      <a:pt x="364" y="202"/>
                    </a:lnTo>
                    <a:lnTo>
                      <a:pt x="362" y="202"/>
                    </a:lnTo>
                    <a:lnTo>
                      <a:pt x="360" y="202"/>
                    </a:lnTo>
                    <a:lnTo>
                      <a:pt x="358" y="202"/>
                    </a:lnTo>
                    <a:lnTo>
                      <a:pt x="357" y="201"/>
                    </a:lnTo>
                    <a:lnTo>
                      <a:pt x="355" y="201"/>
                    </a:lnTo>
                    <a:lnTo>
                      <a:pt x="353" y="201"/>
                    </a:lnTo>
                    <a:lnTo>
                      <a:pt x="351" y="201"/>
                    </a:lnTo>
                    <a:lnTo>
                      <a:pt x="351" y="199"/>
                    </a:lnTo>
                    <a:lnTo>
                      <a:pt x="349" y="199"/>
                    </a:lnTo>
                    <a:lnTo>
                      <a:pt x="347" y="199"/>
                    </a:lnTo>
                    <a:lnTo>
                      <a:pt x="345" y="199"/>
                    </a:lnTo>
                    <a:lnTo>
                      <a:pt x="345" y="198"/>
                    </a:lnTo>
                    <a:lnTo>
                      <a:pt x="343" y="198"/>
                    </a:lnTo>
                    <a:lnTo>
                      <a:pt x="341" y="198"/>
                    </a:lnTo>
                    <a:lnTo>
                      <a:pt x="339" y="198"/>
                    </a:lnTo>
                    <a:lnTo>
                      <a:pt x="339" y="196"/>
                    </a:lnTo>
                    <a:lnTo>
                      <a:pt x="337" y="198"/>
                    </a:lnTo>
                    <a:lnTo>
                      <a:pt x="336" y="198"/>
                    </a:lnTo>
                    <a:lnTo>
                      <a:pt x="334" y="198"/>
                    </a:lnTo>
                    <a:lnTo>
                      <a:pt x="333" y="198"/>
                    </a:lnTo>
                    <a:lnTo>
                      <a:pt x="331" y="198"/>
                    </a:lnTo>
                    <a:lnTo>
                      <a:pt x="329" y="198"/>
                    </a:lnTo>
                    <a:lnTo>
                      <a:pt x="327" y="198"/>
                    </a:lnTo>
                    <a:lnTo>
                      <a:pt x="327" y="198"/>
                    </a:lnTo>
                    <a:lnTo>
                      <a:pt x="325" y="200"/>
                    </a:lnTo>
                    <a:lnTo>
                      <a:pt x="323" y="200"/>
                    </a:lnTo>
                    <a:lnTo>
                      <a:pt x="322" y="200"/>
                    </a:lnTo>
                    <a:lnTo>
                      <a:pt x="320" y="200"/>
                    </a:lnTo>
                    <a:lnTo>
                      <a:pt x="318" y="200"/>
                    </a:lnTo>
                    <a:lnTo>
                      <a:pt x="318" y="200"/>
                    </a:lnTo>
                    <a:lnTo>
                      <a:pt x="316" y="200"/>
                    </a:lnTo>
                    <a:lnTo>
                      <a:pt x="316" y="200"/>
                    </a:lnTo>
                    <a:lnTo>
                      <a:pt x="314" y="202"/>
                    </a:lnTo>
                    <a:lnTo>
                      <a:pt x="313" y="202"/>
                    </a:lnTo>
                    <a:lnTo>
                      <a:pt x="310" y="202"/>
                    </a:lnTo>
                    <a:lnTo>
                      <a:pt x="310" y="202"/>
                    </a:lnTo>
                    <a:lnTo>
                      <a:pt x="308" y="204"/>
                    </a:lnTo>
                    <a:lnTo>
                      <a:pt x="307" y="204"/>
                    </a:lnTo>
                    <a:lnTo>
                      <a:pt x="305" y="204"/>
                    </a:lnTo>
                    <a:lnTo>
                      <a:pt x="305" y="204"/>
                    </a:lnTo>
                    <a:lnTo>
                      <a:pt x="303" y="205"/>
                    </a:lnTo>
                    <a:lnTo>
                      <a:pt x="301" y="205"/>
                    </a:lnTo>
                    <a:lnTo>
                      <a:pt x="299" y="205"/>
                    </a:lnTo>
                    <a:lnTo>
                      <a:pt x="299" y="205"/>
                    </a:lnTo>
                    <a:lnTo>
                      <a:pt x="297" y="207"/>
                    </a:lnTo>
                    <a:lnTo>
                      <a:pt x="296" y="207"/>
                    </a:lnTo>
                    <a:lnTo>
                      <a:pt x="295" y="207"/>
                    </a:lnTo>
                    <a:lnTo>
                      <a:pt x="295" y="207"/>
                    </a:lnTo>
                    <a:lnTo>
                      <a:pt x="293" y="209"/>
                    </a:lnTo>
                    <a:lnTo>
                      <a:pt x="292" y="209"/>
                    </a:lnTo>
                    <a:lnTo>
                      <a:pt x="291" y="211"/>
                    </a:lnTo>
                    <a:lnTo>
                      <a:pt x="291" y="211"/>
                    </a:lnTo>
                    <a:lnTo>
                      <a:pt x="288" y="212"/>
                    </a:lnTo>
                    <a:lnTo>
                      <a:pt x="288" y="212"/>
                    </a:lnTo>
                    <a:lnTo>
                      <a:pt x="286" y="215"/>
                    </a:lnTo>
                    <a:lnTo>
                      <a:pt x="286" y="215"/>
                    </a:lnTo>
                    <a:lnTo>
                      <a:pt x="285" y="217"/>
                    </a:lnTo>
                    <a:lnTo>
                      <a:pt x="285" y="217"/>
                    </a:lnTo>
                    <a:lnTo>
                      <a:pt x="283" y="218"/>
                    </a:lnTo>
                    <a:lnTo>
                      <a:pt x="283" y="218"/>
                    </a:lnTo>
                    <a:lnTo>
                      <a:pt x="281" y="220"/>
                    </a:lnTo>
                    <a:lnTo>
                      <a:pt x="281" y="220"/>
                    </a:lnTo>
                    <a:lnTo>
                      <a:pt x="281" y="222"/>
                    </a:lnTo>
                    <a:lnTo>
                      <a:pt x="281" y="222"/>
                    </a:lnTo>
                    <a:lnTo>
                      <a:pt x="281" y="224"/>
                    </a:lnTo>
                    <a:lnTo>
                      <a:pt x="281" y="226"/>
                    </a:lnTo>
                    <a:lnTo>
                      <a:pt x="281" y="227"/>
                    </a:lnTo>
                    <a:lnTo>
                      <a:pt x="281" y="227"/>
                    </a:lnTo>
                    <a:lnTo>
                      <a:pt x="281" y="229"/>
                    </a:lnTo>
                    <a:lnTo>
                      <a:pt x="281" y="231"/>
                    </a:lnTo>
                    <a:lnTo>
                      <a:pt x="281" y="233"/>
                    </a:lnTo>
                    <a:lnTo>
                      <a:pt x="282" y="233"/>
                    </a:lnTo>
                    <a:lnTo>
                      <a:pt x="282" y="234"/>
                    </a:lnTo>
                    <a:lnTo>
                      <a:pt x="282" y="237"/>
                    </a:lnTo>
                    <a:lnTo>
                      <a:pt x="282" y="239"/>
                    </a:lnTo>
                    <a:lnTo>
                      <a:pt x="284" y="239"/>
                    </a:lnTo>
                    <a:lnTo>
                      <a:pt x="284" y="241"/>
                    </a:lnTo>
                    <a:lnTo>
                      <a:pt x="285" y="242"/>
                    </a:lnTo>
                    <a:lnTo>
                      <a:pt x="285" y="244"/>
                    </a:lnTo>
                    <a:lnTo>
                      <a:pt x="286" y="244"/>
                    </a:lnTo>
                    <a:lnTo>
                      <a:pt x="286" y="246"/>
                    </a:lnTo>
                    <a:lnTo>
                      <a:pt x="288" y="246"/>
                    </a:lnTo>
                    <a:lnTo>
                      <a:pt x="288" y="247"/>
                    </a:lnTo>
                    <a:lnTo>
                      <a:pt x="290" y="247"/>
                    </a:lnTo>
                    <a:lnTo>
                      <a:pt x="290" y="249"/>
                    </a:lnTo>
                    <a:lnTo>
                      <a:pt x="292" y="249"/>
                    </a:lnTo>
                    <a:lnTo>
                      <a:pt x="293" y="249"/>
                    </a:lnTo>
                    <a:lnTo>
                      <a:pt x="295" y="249"/>
                    </a:lnTo>
                    <a:lnTo>
                      <a:pt x="295" y="251"/>
                    </a:lnTo>
                    <a:lnTo>
                      <a:pt x="297" y="251"/>
                    </a:lnTo>
                    <a:lnTo>
                      <a:pt x="298" y="251"/>
                    </a:lnTo>
                    <a:lnTo>
                      <a:pt x="300" y="251"/>
                    </a:lnTo>
                    <a:lnTo>
                      <a:pt x="300" y="253"/>
                    </a:lnTo>
                    <a:lnTo>
                      <a:pt x="302" y="253"/>
                    </a:lnTo>
                    <a:lnTo>
                      <a:pt x="303" y="253"/>
                    </a:lnTo>
                    <a:lnTo>
                      <a:pt x="305" y="253"/>
                    </a:lnTo>
                    <a:lnTo>
                      <a:pt x="305" y="255"/>
                    </a:lnTo>
                    <a:lnTo>
                      <a:pt x="307" y="255"/>
                    </a:lnTo>
                    <a:lnTo>
                      <a:pt x="307" y="257"/>
                    </a:lnTo>
                    <a:lnTo>
                      <a:pt x="308" y="257"/>
                    </a:lnTo>
                    <a:lnTo>
                      <a:pt x="308" y="259"/>
                    </a:lnTo>
                    <a:lnTo>
                      <a:pt x="310" y="259"/>
                    </a:lnTo>
                    <a:lnTo>
                      <a:pt x="313" y="259"/>
                    </a:lnTo>
                    <a:lnTo>
                      <a:pt x="314" y="259"/>
                    </a:lnTo>
                    <a:lnTo>
                      <a:pt x="314" y="261"/>
                    </a:lnTo>
                    <a:lnTo>
                      <a:pt x="316" y="261"/>
                    </a:lnTo>
                    <a:lnTo>
                      <a:pt x="317" y="262"/>
                    </a:lnTo>
                    <a:lnTo>
                      <a:pt x="319" y="262"/>
                    </a:lnTo>
                    <a:lnTo>
                      <a:pt x="319" y="263"/>
                    </a:lnTo>
                    <a:lnTo>
                      <a:pt x="320" y="263"/>
                    </a:lnTo>
                    <a:lnTo>
                      <a:pt x="320" y="263"/>
                    </a:lnTo>
                    <a:lnTo>
                      <a:pt x="322" y="263"/>
                    </a:lnTo>
                    <a:lnTo>
                      <a:pt x="322" y="264"/>
                    </a:lnTo>
                    <a:lnTo>
                      <a:pt x="322" y="264"/>
                    </a:lnTo>
                    <a:lnTo>
                      <a:pt x="322" y="264"/>
                    </a:lnTo>
                    <a:lnTo>
                      <a:pt x="322" y="264"/>
                    </a:lnTo>
                    <a:lnTo>
                      <a:pt x="322" y="265"/>
                    </a:lnTo>
                    <a:lnTo>
                      <a:pt x="322" y="265"/>
                    </a:lnTo>
                    <a:lnTo>
                      <a:pt x="322" y="265"/>
                    </a:lnTo>
                    <a:lnTo>
                      <a:pt x="323" y="265"/>
                    </a:lnTo>
                    <a:lnTo>
                      <a:pt x="323" y="267"/>
                    </a:lnTo>
                    <a:lnTo>
                      <a:pt x="323" y="267"/>
                    </a:lnTo>
                    <a:lnTo>
                      <a:pt x="323" y="267"/>
                    </a:lnTo>
                    <a:lnTo>
                      <a:pt x="324" y="267"/>
                    </a:lnTo>
                    <a:lnTo>
                      <a:pt x="324" y="267"/>
                    </a:lnTo>
                    <a:lnTo>
                      <a:pt x="324" y="267"/>
                    </a:lnTo>
                    <a:lnTo>
                      <a:pt x="324" y="267"/>
                    </a:lnTo>
                    <a:lnTo>
                      <a:pt x="325" y="267"/>
                    </a:lnTo>
                    <a:lnTo>
                      <a:pt x="323" y="269"/>
                    </a:lnTo>
                    <a:lnTo>
                      <a:pt x="322" y="269"/>
                    </a:lnTo>
                    <a:lnTo>
                      <a:pt x="320" y="270"/>
                    </a:lnTo>
                    <a:lnTo>
                      <a:pt x="320" y="270"/>
                    </a:lnTo>
                    <a:lnTo>
                      <a:pt x="318" y="271"/>
                    </a:lnTo>
                    <a:lnTo>
                      <a:pt x="316" y="271"/>
                    </a:lnTo>
                    <a:lnTo>
                      <a:pt x="314" y="271"/>
                    </a:lnTo>
                    <a:lnTo>
                      <a:pt x="314" y="271"/>
                    </a:lnTo>
                    <a:lnTo>
                      <a:pt x="313" y="273"/>
                    </a:lnTo>
                    <a:lnTo>
                      <a:pt x="310" y="273"/>
                    </a:lnTo>
                    <a:lnTo>
                      <a:pt x="308" y="273"/>
                    </a:lnTo>
                    <a:lnTo>
                      <a:pt x="307" y="273"/>
                    </a:lnTo>
                    <a:lnTo>
                      <a:pt x="305" y="274"/>
                    </a:lnTo>
                    <a:lnTo>
                      <a:pt x="305" y="274"/>
                    </a:lnTo>
                    <a:lnTo>
                      <a:pt x="303" y="274"/>
                    </a:lnTo>
                    <a:lnTo>
                      <a:pt x="303" y="274"/>
                    </a:lnTo>
                    <a:lnTo>
                      <a:pt x="296" y="277"/>
                    </a:lnTo>
                    <a:lnTo>
                      <a:pt x="290" y="279"/>
                    </a:lnTo>
                    <a:lnTo>
                      <a:pt x="282" y="283"/>
                    </a:lnTo>
                    <a:lnTo>
                      <a:pt x="275" y="285"/>
                    </a:lnTo>
                    <a:lnTo>
                      <a:pt x="265" y="289"/>
                    </a:lnTo>
                    <a:lnTo>
                      <a:pt x="257" y="293"/>
                    </a:lnTo>
                    <a:lnTo>
                      <a:pt x="248" y="297"/>
                    </a:lnTo>
                    <a:lnTo>
                      <a:pt x="240" y="299"/>
                    </a:lnTo>
                    <a:lnTo>
                      <a:pt x="231" y="303"/>
                    </a:lnTo>
                    <a:lnTo>
                      <a:pt x="223" y="305"/>
                    </a:lnTo>
                    <a:lnTo>
                      <a:pt x="216" y="308"/>
                    </a:lnTo>
                    <a:lnTo>
                      <a:pt x="210" y="310"/>
                    </a:lnTo>
                    <a:lnTo>
                      <a:pt x="204" y="312"/>
                    </a:lnTo>
                    <a:lnTo>
                      <a:pt x="200" y="314"/>
                    </a:lnTo>
                    <a:lnTo>
                      <a:pt x="198" y="314"/>
                    </a:lnTo>
                    <a:lnTo>
                      <a:pt x="198" y="314"/>
                    </a:lnTo>
                    <a:lnTo>
                      <a:pt x="195" y="314"/>
                    </a:lnTo>
                    <a:lnTo>
                      <a:pt x="193" y="312"/>
                    </a:lnTo>
                    <a:lnTo>
                      <a:pt x="188" y="308"/>
                    </a:lnTo>
                    <a:lnTo>
                      <a:pt x="183" y="302"/>
                    </a:lnTo>
                    <a:lnTo>
                      <a:pt x="176" y="296"/>
                    </a:lnTo>
                    <a:lnTo>
                      <a:pt x="170" y="289"/>
                    </a:lnTo>
                    <a:lnTo>
                      <a:pt x="162" y="281"/>
                    </a:lnTo>
                    <a:lnTo>
                      <a:pt x="154" y="272"/>
                    </a:lnTo>
                    <a:lnTo>
                      <a:pt x="145" y="264"/>
                    </a:lnTo>
                    <a:lnTo>
                      <a:pt x="137" y="256"/>
                    </a:lnTo>
                    <a:lnTo>
                      <a:pt x="129" y="248"/>
                    </a:lnTo>
                    <a:lnTo>
                      <a:pt x="122" y="240"/>
                    </a:lnTo>
                    <a:lnTo>
                      <a:pt x="114" y="233"/>
                    </a:lnTo>
                    <a:lnTo>
                      <a:pt x="108" y="226"/>
                    </a:lnTo>
                    <a:lnTo>
                      <a:pt x="103" y="222"/>
                    </a:lnTo>
                    <a:lnTo>
                      <a:pt x="100" y="217"/>
                    </a:lnTo>
                    <a:lnTo>
                      <a:pt x="96" y="215"/>
                    </a:lnTo>
                    <a:lnTo>
                      <a:pt x="94" y="212"/>
                    </a:lnTo>
                    <a:lnTo>
                      <a:pt x="91" y="211"/>
                    </a:lnTo>
                    <a:lnTo>
                      <a:pt x="88" y="207"/>
                    </a:lnTo>
                    <a:lnTo>
                      <a:pt x="85" y="205"/>
                    </a:lnTo>
                    <a:lnTo>
                      <a:pt x="83" y="201"/>
                    </a:lnTo>
                    <a:lnTo>
                      <a:pt x="79" y="198"/>
                    </a:lnTo>
                    <a:lnTo>
                      <a:pt x="77" y="194"/>
                    </a:lnTo>
                    <a:lnTo>
                      <a:pt x="73" y="192"/>
                    </a:lnTo>
                    <a:lnTo>
                      <a:pt x="70" y="188"/>
                    </a:lnTo>
                    <a:lnTo>
                      <a:pt x="66" y="185"/>
                    </a:lnTo>
                    <a:lnTo>
                      <a:pt x="64" y="181"/>
                    </a:lnTo>
                    <a:lnTo>
                      <a:pt x="61" y="179"/>
                    </a:lnTo>
                    <a:lnTo>
                      <a:pt x="59" y="175"/>
                    </a:lnTo>
                    <a:lnTo>
                      <a:pt x="57" y="173"/>
                    </a:lnTo>
                    <a:lnTo>
                      <a:pt x="55" y="169"/>
                    </a:lnTo>
                    <a:lnTo>
                      <a:pt x="51" y="167"/>
                    </a:lnTo>
                    <a:lnTo>
                      <a:pt x="47" y="163"/>
                    </a:lnTo>
                    <a:lnTo>
                      <a:pt x="42" y="159"/>
                    </a:lnTo>
                    <a:lnTo>
                      <a:pt x="39" y="154"/>
                    </a:lnTo>
                    <a:lnTo>
                      <a:pt x="33" y="151"/>
                    </a:lnTo>
                    <a:lnTo>
                      <a:pt x="29" y="146"/>
                    </a:lnTo>
                    <a:lnTo>
                      <a:pt x="25" y="143"/>
                    </a:lnTo>
                    <a:lnTo>
                      <a:pt x="21" y="137"/>
                    </a:lnTo>
                    <a:lnTo>
                      <a:pt x="17" y="134"/>
                    </a:lnTo>
                    <a:lnTo>
                      <a:pt x="13" y="130"/>
                    </a:lnTo>
                    <a:lnTo>
                      <a:pt x="9" y="128"/>
                    </a:lnTo>
                    <a:lnTo>
                      <a:pt x="6" y="124"/>
                    </a:lnTo>
                    <a:lnTo>
                      <a:pt x="4" y="122"/>
                    </a:lnTo>
                    <a:lnTo>
                      <a:pt x="2" y="120"/>
                    </a:lnTo>
                    <a:lnTo>
                      <a:pt x="1" y="119"/>
                    </a:lnTo>
                    <a:lnTo>
                      <a:pt x="1" y="117"/>
                    </a:lnTo>
                    <a:lnTo>
                      <a:pt x="0" y="118"/>
                    </a:lnTo>
                    <a:lnTo>
                      <a:pt x="0" y="118"/>
                    </a:lnTo>
                    <a:lnTo>
                      <a:pt x="0" y="118"/>
                    </a:lnTo>
                    <a:lnTo>
                      <a:pt x="2" y="117"/>
                    </a:lnTo>
                    <a:lnTo>
                      <a:pt x="3" y="117"/>
                    </a:lnTo>
                    <a:lnTo>
                      <a:pt x="6" y="116"/>
                    </a:lnTo>
                    <a:lnTo>
                      <a:pt x="10" y="114"/>
                    </a:lnTo>
                    <a:lnTo>
                      <a:pt x="17" y="112"/>
                    </a:lnTo>
                    <a:lnTo>
                      <a:pt x="25" y="110"/>
                    </a:lnTo>
                    <a:lnTo>
                      <a:pt x="35" y="106"/>
                    </a:lnTo>
                    <a:lnTo>
                      <a:pt x="47" y="101"/>
                    </a:lnTo>
                    <a:lnTo>
                      <a:pt x="64" y="95"/>
                    </a:lnTo>
                    <a:lnTo>
                      <a:pt x="82" y="88"/>
                    </a:lnTo>
                    <a:lnTo>
                      <a:pt x="105" y="79"/>
                    </a:lnTo>
                    <a:lnTo>
                      <a:pt x="131" y="70"/>
                    </a:lnTo>
                    <a:lnTo>
                      <a:pt x="162" y="58"/>
                    </a:lnTo>
                    <a:lnTo>
                      <a:pt x="162" y="58"/>
                    </a:lnTo>
                  </a:path>
                </a:pathLst>
              </a:custGeom>
              <a:solidFill>
                <a:srgbClr val="3fc0ff"/>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nvGrpSpPr>
            <p:cNvPr id="1900" name=""/>
            <p:cNvGrpSpPr/>
            <p:nvPr/>
          </p:nvGrpSpPr>
          <p:grpSpPr>
            <a:xfrm>
              <a:off x="7682040" y="6103800"/>
              <a:ext cx="847440" cy="728640"/>
              <a:chOff x="7682040" y="6103800"/>
              <a:chExt cx="847440" cy="728640"/>
            </a:xfrm>
          </p:grpSpPr>
          <p:sp>
            <p:nvSpPr>
              <p:cNvPr id="1901" name=""/>
              <p:cNvSpPr/>
              <p:nvPr/>
            </p:nvSpPr>
            <p:spPr>
              <a:xfrm>
                <a:off x="7682040" y="6323040"/>
                <a:ext cx="847440" cy="509400"/>
              </a:xfrm>
              <a:custGeom>
                <a:avLst/>
                <a:gdLst/>
                <a:ahLst/>
                <a:rect l="l" t="t" r="r" b="b"/>
                <a:pathLst>
                  <a:path w="534" h="321">
                    <a:moveTo>
                      <a:pt x="181" y="121"/>
                    </a:moveTo>
                    <a:lnTo>
                      <a:pt x="179" y="121"/>
                    </a:lnTo>
                    <a:lnTo>
                      <a:pt x="179" y="121"/>
                    </a:lnTo>
                    <a:lnTo>
                      <a:pt x="177" y="121"/>
                    </a:lnTo>
                    <a:lnTo>
                      <a:pt x="177" y="120"/>
                    </a:lnTo>
                    <a:lnTo>
                      <a:pt x="175" y="120"/>
                    </a:lnTo>
                    <a:lnTo>
                      <a:pt x="175" y="120"/>
                    </a:lnTo>
                    <a:lnTo>
                      <a:pt x="173" y="120"/>
                    </a:lnTo>
                    <a:lnTo>
                      <a:pt x="173" y="117"/>
                    </a:lnTo>
                    <a:lnTo>
                      <a:pt x="171" y="117"/>
                    </a:lnTo>
                    <a:lnTo>
                      <a:pt x="171" y="117"/>
                    </a:lnTo>
                    <a:lnTo>
                      <a:pt x="169" y="117"/>
                    </a:lnTo>
                    <a:lnTo>
                      <a:pt x="169" y="115"/>
                    </a:lnTo>
                    <a:lnTo>
                      <a:pt x="167" y="115"/>
                    </a:lnTo>
                    <a:lnTo>
                      <a:pt x="167" y="115"/>
                    </a:lnTo>
                    <a:lnTo>
                      <a:pt x="167" y="115"/>
                    </a:lnTo>
                    <a:lnTo>
                      <a:pt x="167" y="114"/>
                    </a:lnTo>
                    <a:lnTo>
                      <a:pt x="165" y="114"/>
                    </a:lnTo>
                    <a:lnTo>
                      <a:pt x="165" y="113"/>
                    </a:lnTo>
                    <a:lnTo>
                      <a:pt x="163" y="113"/>
                    </a:lnTo>
                    <a:lnTo>
                      <a:pt x="163" y="111"/>
                    </a:lnTo>
                    <a:lnTo>
                      <a:pt x="161" y="111"/>
                    </a:lnTo>
                    <a:lnTo>
                      <a:pt x="161" y="109"/>
                    </a:lnTo>
                    <a:lnTo>
                      <a:pt x="161" y="109"/>
                    </a:lnTo>
                    <a:lnTo>
                      <a:pt x="161" y="107"/>
                    </a:lnTo>
                    <a:lnTo>
                      <a:pt x="159" y="107"/>
                    </a:lnTo>
                    <a:lnTo>
                      <a:pt x="159" y="106"/>
                    </a:lnTo>
                    <a:lnTo>
                      <a:pt x="159" y="106"/>
                    </a:lnTo>
                    <a:lnTo>
                      <a:pt x="159" y="104"/>
                    </a:lnTo>
                    <a:lnTo>
                      <a:pt x="157" y="104"/>
                    </a:lnTo>
                    <a:lnTo>
                      <a:pt x="157" y="103"/>
                    </a:lnTo>
                    <a:lnTo>
                      <a:pt x="157" y="103"/>
                    </a:lnTo>
                    <a:lnTo>
                      <a:pt x="157" y="101"/>
                    </a:lnTo>
                    <a:lnTo>
                      <a:pt x="156" y="101"/>
                    </a:lnTo>
                    <a:lnTo>
                      <a:pt x="156" y="101"/>
                    </a:lnTo>
                    <a:lnTo>
                      <a:pt x="156" y="101"/>
                    </a:lnTo>
                    <a:lnTo>
                      <a:pt x="156" y="99"/>
                    </a:lnTo>
                    <a:lnTo>
                      <a:pt x="155" y="99"/>
                    </a:lnTo>
                    <a:lnTo>
                      <a:pt x="155" y="97"/>
                    </a:lnTo>
                    <a:lnTo>
                      <a:pt x="155" y="97"/>
                    </a:lnTo>
                    <a:lnTo>
                      <a:pt x="155" y="95"/>
                    </a:lnTo>
                    <a:lnTo>
                      <a:pt x="152" y="95"/>
                    </a:lnTo>
                    <a:lnTo>
                      <a:pt x="152" y="93"/>
                    </a:lnTo>
                    <a:lnTo>
                      <a:pt x="152" y="93"/>
                    </a:lnTo>
                    <a:lnTo>
                      <a:pt x="152" y="92"/>
                    </a:lnTo>
                    <a:lnTo>
                      <a:pt x="152" y="92"/>
                    </a:lnTo>
                    <a:lnTo>
                      <a:pt x="152" y="90"/>
                    </a:lnTo>
                    <a:lnTo>
                      <a:pt x="152" y="90"/>
                    </a:lnTo>
                    <a:lnTo>
                      <a:pt x="152" y="88"/>
                    </a:lnTo>
                    <a:lnTo>
                      <a:pt x="152" y="88"/>
                    </a:lnTo>
                    <a:lnTo>
                      <a:pt x="152" y="88"/>
                    </a:lnTo>
                    <a:lnTo>
                      <a:pt x="152" y="88"/>
                    </a:lnTo>
                    <a:lnTo>
                      <a:pt x="152" y="88"/>
                    </a:lnTo>
                    <a:lnTo>
                      <a:pt x="152" y="88"/>
                    </a:lnTo>
                    <a:lnTo>
                      <a:pt x="152" y="88"/>
                    </a:lnTo>
                    <a:lnTo>
                      <a:pt x="152" y="88"/>
                    </a:lnTo>
                    <a:lnTo>
                      <a:pt x="152" y="86"/>
                    </a:lnTo>
                    <a:lnTo>
                      <a:pt x="152" y="86"/>
                    </a:lnTo>
                    <a:lnTo>
                      <a:pt x="152" y="86"/>
                    </a:lnTo>
                    <a:lnTo>
                      <a:pt x="152" y="86"/>
                    </a:lnTo>
                    <a:lnTo>
                      <a:pt x="152" y="85"/>
                    </a:lnTo>
                    <a:lnTo>
                      <a:pt x="152" y="85"/>
                    </a:lnTo>
                    <a:lnTo>
                      <a:pt x="152" y="85"/>
                    </a:lnTo>
                    <a:lnTo>
                      <a:pt x="152" y="85"/>
                    </a:lnTo>
                    <a:lnTo>
                      <a:pt x="152" y="83"/>
                    </a:lnTo>
                    <a:lnTo>
                      <a:pt x="152" y="83"/>
                    </a:lnTo>
                    <a:lnTo>
                      <a:pt x="152" y="83"/>
                    </a:lnTo>
                    <a:lnTo>
                      <a:pt x="152" y="83"/>
                    </a:lnTo>
                    <a:lnTo>
                      <a:pt x="152" y="82"/>
                    </a:lnTo>
                    <a:lnTo>
                      <a:pt x="152" y="82"/>
                    </a:lnTo>
                    <a:lnTo>
                      <a:pt x="152" y="82"/>
                    </a:lnTo>
                    <a:lnTo>
                      <a:pt x="152" y="82"/>
                    </a:lnTo>
                    <a:lnTo>
                      <a:pt x="152" y="80"/>
                    </a:lnTo>
                    <a:lnTo>
                      <a:pt x="152" y="80"/>
                    </a:lnTo>
                    <a:lnTo>
                      <a:pt x="152" y="80"/>
                    </a:lnTo>
                    <a:lnTo>
                      <a:pt x="152" y="80"/>
                    </a:lnTo>
                    <a:lnTo>
                      <a:pt x="152" y="78"/>
                    </a:lnTo>
                    <a:lnTo>
                      <a:pt x="152" y="78"/>
                    </a:lnTo>
                    <a:lnTo>
                      <a:pt x="152" y="78"/>
                    </a:lnTo>
                    <a:lnTo>
                      <a:pt x="152" y="78"/>
                    </a:lnTo>
                    <a:lnTo>
                      <a:pt x="152" y="76"/>
                    </a:lnTo>
                    <a:lnTo>
                      <a:pt x="150" y="76"/>
                    </a:lnTo>
                    <a:lnTo>
                      <a:pt x="150" y="76"/>
                    </a:lnTo>
                    <a:lnTo>
                      <a:pt x="149" y="76"/>
                    </a:lnTo>
                    <a:lnTo>
                      <a:pt x="149" y="76"/>
                    </a:lnTo>
                    <a:lnTo>
                      <a:pt x="147" y="76"/>
                    </a:lnTo>
                    <a:lnTo>
                      <a:pt x="147" y="76"/>
                    </a:lnTo>
                    <a:lnTo>
                      <a:pt x="146" y="76"/>
                    </a:lnTo>
                    <a:lnTo>
                      <a:pt x="146" y="74"/>
                    </a:lnTo>
                    <a:lnTo>
                      <a:pt x="144" y="74"/>
                    </a:lnTo>
                    <a:lnTo>
                      <a:pt x="144" y="74"/>
                    </a:lnTo>
                    <a:lnTo>
                      <a:pt x="142" y="74"/>
                    </a:lnTo>
                    <a:lnTo>
                      <a:pt x="142" y="73"/>
                    </a:lnTo>
                    <a:lnTo>
                      <a:pt x="141" y="73"/>
                    </a:lnTo>
                    <a:lnTo>
                      <a:pt x="141" y="73"/>
                    </a:lnTo>
                    <a:lnTo>
                      <a:pt x="141" y="73"/>
                    </a:lnTo>
                    <a:lnTo>
                      <a:pt x="141" y="72"/>
                    </a:lnTo>
                    <a:lnTo>
                      <a:pt x="139" y="73"/>
                    </a:lnTo>
                    <a:lnTo>
                      <a:pt x="139" y="73"/>
                    </a:lnTo>
                    <a:lnTo>
                      <a:pt x="137" y="73"/>
                    </a:lnTo>
                    <a:lnTo>
                      <a:pt x="137" y="73"/>
                    </a:lnTo>
                    <a:lnTo>
                      <a:pt x="135" y="73"/>
                    </a:lnTo>
                    <a:lnTo>
                      <a:pt x="135" y="73"/>
                    </a:lnTo>
                    <a:lnTo>
                      <a:pt x="135" y="73"/>
                    </a:lnTo>
                    <a:lnTo>
                      <a:pt x="135" y="73"/>
                    </a:lnTo>
                    <a:lnTo>
                      <a:pt x="133" y="74"/>
                    </a:lnTo>
                    <a:lnTo>
                      <a:pt x="133" y="74"/>
                    </a:lnTo>
                    <a:lnTo>
                      <a:pt x="133" y="74"/>
                    </a:lnTo>
                    <a:lnTo>
                      <a:pt x="133" y="74"/>
                    </a:lnTo>
                    <a:lnTo>
                      <a:pt x="131" y="74"/>
                    </a:lnTo>
                    <a:lnTo>
                      <a:pt x="131" y="74"/>
                    </a:lnTo>
                    <a:lnTo>
                      <a:pt x="131" y="74"/>
                    </a:lnTo>
                    <a:lnTo>
                      <a:pt x="131" y="74"/>
                    </a:lnTo>
                    <a:lnTo>
                      <a:pt x="129" y="76"/>
                    </a:lnTo>
                    <a:lnTo>
                      <a:pt x="129" y="76"/>
                    </a:lnTo>
                    <a:lnTo>
                      <a:pt x="127" y="76"/>
                    </a:lnTo>
                    <a:lnTo>
                      <a:pt x="127" y="76"/>
                    </a:lnTo>
                    <a:lnTo>
                      <a:pt x="125" y="77"/>
                    </a:lnTo>
                    <a:lnTo>
                      <a:pt x="125" y="77"/>
                    </a:lnTo>
                    <a:lnTo>
                      <a:pt x="124" y="77"/>
                    </a:lnTo>
                    <a:lnTo>
                      <a:pt x="124" y="77"/>
                    </a:lnTo>
                    <a:lnTo>
                      <a:pt x="122" y="78"/>
                    </a:lnTo>
                    <a:lnTo>
                      <a:pt x="122" y="78"/>
                    </a:lnTo>
                    <a:lnTo>
                      <a:pt x="120" y="78"/>
                    </a:lnTo>
                    <a:lnTo>
                      <a:pt x="120" y="78"/>
                    </a:lnTo>
                    <a:lnTo>
                      <a:pt x="118" y="78"/>
                    </a:lnTo>
                    <a:lnTo>
                      <a:pt x="118" y="78"/>
                    </a:lnTo>
                    <a:lnTo>
                      <a:pt x="118" y="78"/>
                    </a:lnTo>
                    <a:lnTo>
                      <a:pt x="118" y="78"/>
                    </a:lnTo>
                    <a:lnTo>
                      <a:pt x="111" y="81"/>
                    </a:lnTo>
                    <a:lnTo>
                      <a:pt x="104" y="83"/>
                    </a:lnTo>
                    <a:lnTo>
                      <a:pt x="95" y="86"/>
                    </a:lnTo>
                    <a:lnTo>
                      <a:pt x="87" y="88"/>
                    </a:lnTo>
                    <a:lnTo>
                      <a:pt x="77" y="92"/>
                    </a:lnTo>
                    <a:lnTo>
                      <a:pt x="68" y="94"/>
                    </a:lnTo>
                    <a:lnTo>
                      <a:pt x="58" y="98"/>
                    </a:lnTo>
                    <a:lnTo>
                      <a:pt x="48" y="100"/>
                    </a:lnTo>
                    <a:lnTo>
                      <a:pt x="38" y="104"/>
                    </a:lnTo>
                    <a:lnTo>
                      <a:pt x="30" y="107"/>
                    </a:lnTo>
                    <a:lnTo>
                      <a:pt x="22" y="110"/>
                    </a:lnTo>
                    <a:lnTo>
                      <a:pt x="15" y="112"/>
                    </a:lnTo>
                    <a:lnTo>
                      <a:pt x="8" y="114"/>
                    </a:lnTo>
                    <a:lnTo>
                      <a:pt x="4" y="115"/>
                    </a:lnTo>
                    <a:lnTo>
                      <a:pt x="1" y="116"/>
                    </a:lnTo>
                    <a:lnTo>
                      <a:pt x="1" y="116"/>
                    </a:lnTo>
                    <a:lnTo>
                      <a:pt x="0" y="117"/>
                    </a:lnTo>
                    <a:lnTo>
                      <a:pt x="2" y="120"/>
                    </a:lnTo>
                    <a:lnTo>
                      <a:pt x="4" y="123"/>
                    </a:lnTo>
                    <a:lnTo>
                      <a:pt x="8" y="126"/>
                    </a:lnTo>
                    <a:lnTo>
                      <a:pt x="12" y="132"/>
                    </a:lnTo>
                    <a:lnTo>
                      <a:pt x="17" y="136"/>
                    </a:lnTo>
                    <a:lnTo>
                      <a:pt x="23" y="142"/>
                    </a:lnTo>
                    <a:lnTo>
                      <a:pt x="30" y="148"/>
                    </a:lnTo>
                    <a:lnTo>
                      <a:pt x="35" y="156"/>
                    </a:lnTo>
                    <a:lnTo>
                      <a:pt x="41" y="161"/>
                    </a:lnTo>
                    <a:lnTo>
                      <a:pt x="47" y="167"/>
                    </a:lnTo>
                    <a:lnTo>
                      <a:pt x="54" y="173"/>
                    </a:lnTo>
                    <a:lnTo>
                      <a:pt x="59" y="179"/>
                    </a:lnTo>
                    <a:lnTo>
                      <a:pt x="64" y="183"/>
                    </a:lnTo>
                    <a:lnTo>
                      <a:pt x="68" y="188"/>
                    </a:lnTo>
                    <a:lnTo>
                      <a:pt x="74" y="190"/>
                    </a:lnTo>
                    <a:lnTo>
                      <a:pt x="74" y="192"/>
                    </a:lnTo>
                    <a:lnTo>
                      <a:pt x="74" y="192"/>
                    </a:lnTo>
                    <a:lnTo>
                      <a:pt x="74" y="192"/>
                    </a:lnTo>
                    <a:lnTo>
                      <a:pt x="75" y="192"/>
                    </a:lnTo>
                    <a:lnTo>
                      <a:pt x="75" y="192"/>
                    </a:lnTo>
                    <a:lnTo>
                      <a:pt x="77" y="192"/>
                    </a:lnTo>
                    <a:lnTo>
                      <a:pt x="77" y="192"/>
                    </a:lnTo>
                    <a:lnTo>
                      <a:pt x="79" y="192"/>
                    </a:lnTo>
                    <a:lnTo>
                      <a:pt x="79" y="192"/>
                    </a:lnTo>
                    <a:lnTo>
                      <a:pt x="81" y="192"/>
                    </a:lnTo>
                    <a:lnTo>
                      <a:pt x="81" y="192"/>
                    </a:lnTo>
                    <a:lnTo>
                      <a:pt x="83" y="192"/>
                    </a:lnTo>
                    <a:lnTo>
                      <a:pt x="83" y="192"/>
                    </a:lnTo>
                    <a:lnTo>
                      <a:pt x="85" y="192"/>
                    </a:lnTo>
                    <a:lnTo>
                      <a:pt x="86" y="192"/>
                    </a:lnTo>
                    <a:lnTo>
                      <a:pt x="89" y="191"/>
                    </a:lnTo>
                    <a:lnTo>
                      <a:pt x="89" y="191"/>
                    </a:lnTo>
                    <a:lnTo>
                      <a:pt x="89" y="191"/>
                    </a:lnTo>
                    <a:lnTo>
                      <a:pt x="89" y="191"/>
                    </a:lnTo>
                    <a:lnTo>
                      <a:pt x="89" y="191"/>
                    </a:lnTo>
                    <a:lnTo>
                      <a:pt x="89" y="191"/>
                    </a:lnTo>
                    <a:lnTo>
                      <a:pt x="89" y="191"/>
                    </a:lnTo>
                    <a:lnTo>
                      <a:pt x="89" y="191"/>
                    </a:lnTo>
                    <a:lnTo>
                      <a:pt x="91" y="191"/>
                    </a:lnTo>
                    <a:lnTo>
                      <a:pt x="91" y="191"/>
                    </a:lnTo>
                    <a:lnTo>
                      <a:pt x="91" y="191"/>
                    </a:lnTo>
                    <a:lnTo>
                      <a:pt x="91" y="191"/>
                    </a:lnTo>
                    <a:lnTo>
                      <a:pt x="93" y="191"/>
                    </a:lnTo>
                    <a:lnTo>
                      <a:pt x="93" y="191"/>
                    </a:lnTo>
                    <a:lnTo>
                      <a:pt x="94" y="191"/>
                    </a:lnTo>
                    <a:lnTo>
                      <a:pt x="94" y="191"/>
                    </a:lnTo>
                    <a:lnTo>
                      <a:pt x="96" y="190"/>
                    </a:lnTo>
                    <a:lnTo>
                      <a:pt x="96" y="190"/>
                    </a:lnTo>
                    <a:lnTo>
                      <a:pt x="96" y="190"/>
                    </a:lnTo>
                    <a:lnTo>
                      <a:pt x="96" y="190"/>
                    </a:lnTo>
                    <a:lnTo>
                      <a:pt x="97" y="188"/>
                    </a:lnTo>
                    <a:lnTo>
                      <a:pt x="97" y="188"/>
                    </a:lnTo>
                    <a:lnTo>
                      <a:pt x="98" y="188"/>
                    </a:lnTo>
                    <a:lnTo>
                      <a:pt x="98" y="188"/>
                    </a:lnTo>
                    <a:lnTo>
                      <a:pt x="100" y="186"/>
                    </a:lnTo>
                    <a:lnTo>
                      <a:pt x="100" y="186"/>
                    </a:lnTo>
                    <a:lnTo>
                      <a:pt x="101" y="186"/>
                    </a:lnTo>
                    <a:lnTo>
                      <a:pt x="101" y="186"/>
                    </a:lnTo>
                    <a:lnTo>
                      <a:pt x="103" y="184"/>
                    </a:lnTo>
                    <a:lnTo>
                      <a:pt x="103" y="184"/>
                    </a:lnTo>
                    <a:lnTo>
                      <a:pt x="105" y="184"/>
                    </a:lnTo>
                    <a:lnTo>
                      <a:pt x="105" y="184"/>
                    </a:lnTo>
                    <a:lnTo>
                      <a:pt x="107" y="182"/>
                    </a:lnTo>
                    <a:lnTo>
                      <a:pt x="107" y="182"/>
                    </a:lnTo>
                    <a:lnTo>
                      <a:pt x="109" y="181"/>
                    </a:lnTo>
                    <a:lnTo>
                      <a:pt x="109" y="181"/>
                    </a:lnTo>
                    <a:lnTo>
                      <a:pt x="111" y="179"/>
                    </a:lnTo>
                    <a:lnTo>
                      <a:pt x="111" y="179"/>
                    </a:lnTo>
                    <a:lnTo>
                      <a:pt x="113" y="177"/>
                    </a:lnTo>
                    <a:lnTo>
                      <a:pt x="114" y="176"/>
                    </a:lnTo>
                    <a:lnTo>
                      <a:pt x="116" y="174"/>
                    </a:lnTo>
                    <a:lnTo>
                      <a:pt x="116" y="174"/>
                    </a:lnTo>
                    <a:lnTo>
                      <a:pt x="118" y="173"/>
                    </a:lnTo>
                    <a:lnTo>
                      <a:pt x="119" y="173"/>
                    </a:lnTo>
                    <a:lnTo>
                      <a:pt x="121" y="171"/>
                    </a:lnTo>
                    <a:lnTo>
                      <a:pt x="121" y="171"/>
                    </a:lnTo>
                    <a:lnTo>
                      <a:pt x="123" y="170"/>
                    </a:lnTo>
                    <a:lnTo>
                      <a:pt x="125" y="170"/>
                    </a:lnTo>
                    <a:lnTo>
                      <a:pt x="127" y="168"/>
                    </a:lnTo>
                    <a:lnTo>
                      <a:pt x="128" y="168"/>
                    </a:lnTo>
                    <a:lnTo>
                      <a:pt x="130" y="168"/>
                    </a:lnTo>
                    <a:lnTo>
                      <a:pt x="132" y="168"/>
                    </a:lnTo>
                    <a:lnTo>
                      <a:pt x="134" y="168"/>
                    </a:lnTo>
                    <a:lnTo>
                      <a:pt x="135" y="168"/>
                    </a:lnTo>
                    <a:lnTo>
                      <a:pt x="138" y="168"/>
                    </a:lnTo>
                    <a:lnTo>
                      <a:pt x="140" y="168"/>
                    </a:lnTo>
                    <a:lnTo>
                      <a:pt x="142" y="168"/>
                    </a:lnTo>
                    <a:lnTo>
                      <a:pt x="144" y="168"/>
                    </a:lnTo>
                    <a:lnTo>
                      <a:pt x="146" y="168"/>
                    </a:lnTo>
                    <a:lnTo>
                      <a:pt x="148" y="168"/>
                    </a:lnTo>
                    <a:lnTo>
                      <a:pt x="150" y="168"/>
                    </a:lnTo>
                    <a:lnTo>
                      <a:pt x="152" y="168"/>
                    </a:lnTo>
                    <a:lnTo>
                      <a:pt x="154" y="168"/>
                    </a:lnTo>
                    <a:lnTo>
                      <a:pt x="156" y="168"/>
                    </a:lnTo>
                    <a:lnTo>
                      <a:pt x="157" y="168"/>
                    </a:lnTo>
                    <a:lnTo>
                      <a:pt x="157" y="169"/>
                    </a:lnTo>
                    <a:lnTo>
                      <a:pt x="159" y="169"/>
                    </a:lnTo>
                    <a:lnTo>
                      <a:pt x="159" y="169"/>
                    </a:lnTo>
                    <a:lnTo>
                      <a:pt x="161" y="169"/>
                    </a:lnTo>
                    <a:lnTo>
                      <a:pt x="161" y="169"/>
                    </a:lnTo>
                    <a:lnTo>
                      <a:pt x="163" y="169"/>
                    </a:lnTo>
                    <a:lnTo>
                      <a:pt x="164" y="169"/>
                    </a:lnTo>
                    <a:lnTo>
                      <a:pt x="166" y="169"/>
                    </a:lnTo>
                    <a:lnTo>
                      <a:pt x="166" y="169"/>
                    </a:lnTo>
                    <a:lnTo>
                      <a:pt x="168" y="169"/>
                    </a:lnTo>
                    <a:lnTo>
                      <a:pt x="169" y="169"/>
                    </a:lnTo>
                    <a:lnTo>
                      <a:pt x="171" y="169"/>
                    </a:lnTo>
                    <a:lnTo>
                      <a:pt x="171" y="169"/>
                    </a:lnTo>
                    <a:lnTo>
                      <a:pt x="172" y="169"/>
                    </a:lnTo>
                    <a:lnTo>
                      <a:pt x="173" y="169"/>
                    </a:lnTo>
                    <a:lnTo>
                      <a:pt x="175" y="169"/>
                    </a:lnTo>
                    <a:lnTo>
                      <a:pt x="175" y="171"/>
                    </a:lnTo>
                    <a:lnTo>
                      <a:pt x="177" y="171"/>
                    </a:lnTo>
                    <a:lnTo>
                      <a:pt x="177" y="173"/>
                    </a:lnTo>
                    <a:lnTo>
                      <a:pt x="179" y="173"/>
                    </a:lnTo>
                    <a:lnTo>
                      <a:pt x="179" y="174"/>
                    </a:lnTo>
                    <a:lnTo>
                      <a:pt x="181" y="174"/>
                    </a:lnTo>
                    <a:lnTo>
                      <a:pt x="183" y="175"/>
                    </a:lnTo>
                    <a:lnTo>
                      <a:pt x="185" y="175"/>
                    </a:lnTo>
                    <a:lnTo>
                      <a:pt x="185" y="177"/>
                    </a:lnTo>
                    <a:lnTo>
                      <a:pt x="187" y="177"/>
                    </a:lnTo>
                    <a:lnTo>
                      <a:pt x="187" y="178"/>
                    </a:lnTo>
                    <a:lnTo>
                      <a:pt x="189" y="178"/>
                    </a:lnTo>
                    <a:lnTo>
                      <a:pt x="189" y="180"/>
                    </a:lnTo>
                    <a:lnTo>
                      <a:pt x="191" y="180"/>
                    </a:lnTo>
                    <a:lnTo>
                      <a:pt x="192" y="180"/>
                    </a:lnTo>
                    <a:lnTo>
                      <a:pt x="194" y="180"/>
                    </a:lnTo>
                    <a:lnTo>
                      <a:pt x="194" y="182"/>
                    </a:lnTo>
                    <a:lnTo>
                      <a:pt x="194" y="182"/>
                    </a:lnTo>
                    <a:lnTo>
                      <a:pt x="194" y="183"/>
                    </a:lnTo>
                    <a:lnTo>
                      <a:pt x="196" y="183"/>
                    </a:lnTo>
                    <a:lnTo>
                      <a:pt x="196" y="186"/>
                    </a:lnTo>
                    <a:lnTo>
                      <a:pt x="197" y="186"/>
                    </a:lnTo>
                    <a:lnTo>
                      <a:pt x="197" y="188"/>
                    </a:lnTo>
                    <a:lnTo>
                      <a:pt x="199" y="188"/>
                    </a:lnTo>
                    <a:lnTo>
                      <a:pt x="199" y="189"/>
                    </a:lnTo>
                    <a:lnTo>
                      <a:pt x="199" y="189"/>
                    </a:lnTo>
                    <a:lnTo>
                      <a:pt x="199" y="191"/>
                    </a:lnTo>
                    <a:lnTo>
                      <a:pt x="201" y="191"/>
                    </a:lnTo>
                    <a:lnTo>
                      <a:pt x="201" y="193"/>
                    </a:lnTo>
                    <a:lnTo>
                      <a:pt x="201" y="193"/>
                    </a:lnTo>
                    <a:lnTo>
                      <a:pt x="201" y="195"/>
                    </a:lnTo>
                    <a:lnTo>
                      <a:pt x="203" y="195"/>
                    </a:lnTo>
                    <a:lnTo>
                      <a:pt x="203" y="196"/>
                    </a:lnTo>
                    <a:lnTo>
                      <a:pt x="203" y="198"/>
                    </a:lnTo>
                    <a:lnTo>
                      <a:pt x="203" y="200"/>
                    </a:lnTo>
                    <a:lnTo>
                      <a:pt x="203" y="200"/>
                    </a:lnTo>
                    <a:lnTo>
                      <a:pt x="201" y="202"/>
                    </a:lnTo>
                    <a:lnTo>
                      <a:pt x="201" y="202"/>
                    </a:lnTo>
                    <a:lnTo>
                      <a:pt x="201" y="204"/>
                    </a:lnTo>
                    <a:lnTo>
                      <a:pt x="201" y="204"/>
                    </a:lnTo>
                    <a:lnTo>
                      <a:pt x="199" y="206"/>
                    </a:lnTo>
                    <a:lnTo>
                      <a:pt x="199" y="207"/>
                    </a:lnTo>
                    <a:lnTo>
                      <a:pt x="199" y="209"/>
                    </a:lnTo>
                    <a:lnTo>
                      <a:pt x="199" y="209"/>
                    </a:lnTo>
                    <a:lnTo>
                      <a:pt x="196" y="211"/>
                    </a:lnTo>
                    <a:lnTo>
                      <a:pt x="196" y="211"/>
                    </a:lnTo>
                    <a:lnTo>
                      <a:pt x="196" y="212"/>
                    </a:lnTo>
                    <a:lnTo>
                      <a:pt x="196" y="212"/>
                    </a:lnTo>
                    <a:lnTo>
                      <a:pt x="194" y="214"/>
                    </a:lnTo>
                    <a:lnTo>
                      <a:pt x="194" y="214"/>
                    </a:lnTo>
                    <a:lnTo>
                      <a:pt x="193" y="215"/>
                    </a:lnTo>
                    <a:lnTo>
                      <a:pt x="193" y="215"/>
                    </a:lnTo>
                    <a:lnTo>
                      <a:pt x="191" y="217"/>
                    </a:lnTo>
                    <a:lnTo>
                      <a:pt x="189" y="217"/>
                    </a:lnTo>
                    <a:lnTo>
                      <a:pt x="187" y="219"/>
                    </a:lnTo>
                    <a:lnTo>
                      <a:pt x="187" y="219"/>
                    </a:lnTo>
                    <a:lnTo>
                      <a:pt x="186" y="221"/>
                    </a:lnTo>
                    <a:lnTo>
                      <a:pt x="184" y="221"/>
                    </a:lnTo>
                    <a:lnTo>
                      <a:pt x="181" y="223"/>
                    </a:lnTo>
                    <a:lnTo>
                      <a:pt x="181" y="223"/>
                    </a:lnTo>
                    <a:lnTo>
                      <a:pt x="179" y="225"/>
                    </a:lnTo>
                    <a:lnTo>
                      <a:pt x="179" y="225"/>
                    </a:lnTo>
                    <a:lnTo>
                      <a:pt x="178" y="225"/>
                    </a:lnTo>
                    <a:lnTo>
                      <a:pt x="178" y="225"/>
                    </a:lnTo>
                    <a:lnTo>
                      <a:pt x="176" y="227"/>
                    </a:lnTo>
                    <a:lnTo>
                      <a:pt x="175" y="227"/>
                    </a:lnTo>
                    <a:lnTo>
                      <a:pt x="173" y="227"/>
                    </a:lnTo>
                    <a:lnTo>
                      <a:pt x="173" y="227"/>
                    </a:lnTo>
                    <a:lnTo>
                      <a:pt x="171" y="229"/>
                    </a:lnTo>
                    <a:lnTo>
                      <a:pt x="171" y="229"/>
                    </a:lnTo>
                    <a:lnTo>
                      <a:pt x="169" y="229"/>
                    </a:lnTo>
                    <a:lnTo>
                      <a:pt x="169" y="229"/>
                    </a:lnTo>
                    <a:lnTo>
                      <a:pt x="167" y="231"/>
                    </a:lnTo>
                    <a:lnTo>
                      <a:pt x="167" y="231"/>
                    </a:lnTo>
                    <a:lnTo>
                      <a:pt x="165" y="231"/>
                    </a:lnTo>
                    <a:lnTo>
                      <a:pt x="165" y="231"/>
                    </a:lnTo>
                    <a:lnTo>
                      <a:pt x="163" y="231"/>
                    </a:lnTo>
                    <a:lnTo>
                      <a:pt x="163" y="231"/>
                    </a:lnTo>
                    <a:lnTo>
                      <a:pt x="162" y="231"/>
                    </a:lnTo>
                    <a:lnTo>
                      <a:pt x="162" y="231"/>
                    </a:lnTo>
                    <a:lnTo>
                      <a:pt x="160" y="232"/>
                    </a:lnTo>
                    <a:lnTo>
                      <a:pt x="158" y="232"/>
                    </a:lnTo>
                    <a:lnTo>
                      <a:pt x="156" y="232"/>
                    </a:lnTo>
                    <a:lnTo>
                      <a:pt x="156" y="232"/>
                    </a:lnTo>
                    <a:lnTo>
                      <a:pt x="154" y="232"/>
                    </a:lnTo>
                    <a:lnTo>
                      <a:pt x="152" y="232"/>
                    </a:lnTo>
                    <a:lnTo>
                      <a:pt x="150" y="232"/>
                    </a:lnTo>
                    <a:lnTo>
                      <a:pt x="149" y="232"/>
                    </a:lnTo>
                    <a:lnTo>
                      <a:pt x="147" y="233"/>
                    </a:lnTo>
                    <a:lnTo>
                      <a:pt x="145" y="233"/>
                    </a:lnTo>
                    <a:lnTo>
                      <a:pt x="143" y="233"/>
                    </a:lnTo>
                    <a:lnTo>
                      <a:pt x="142" y="233"/>
                    </a:lnTo>
                    <a:lnTo>
                      <a:pt x="140" y="234"/>
                    </a:lnTo>
                    <a:lnTo>
                      <a:pt x="140" y="234"/>
                    </a:lnTo>
                    <a:lnTo>
                      <a:pt x="138" y="234"/>
                    </a:lnTo>
                    <a:lnTo>
                      <a:pt x="138" y="234"/>
                    </a:lnTo>
                    <a:lnTo>
                      <a:pt x="135" y="236"/>
                    </a:lnTo>
                    <a:lnTo>
                      <a:pt x="135" y="236"/>
                    </a:lnTo>
                    <a:lnTo>
                      <a:pt x="134" y="236"/>
                    </a:lnTo>
                    <a:lnTo>
                      <a:pt x="134" y="236"/>
                    </a:lnTo>
                    <a:lnTo>
                      <a:pt x="133" y="238"/>
                    </a:lnTo>
                    <a:lnTo>
                      <a:pt x="133" y="238"/>
                    </a:lnTo>
                    <a:lnTo>
                      <a:pt x="131" y="238"/>
                    </a:lnTo>
                    <a:lnTo>
                      <a:pt x="131" y="238"/>
                    </a:lnTo>
                    <a:lnTo>
                      <a:pt x="129" y="240"/>
                    </a:lnTo>
                    <a:lnTo>
                      <a:pt x="129" y="240"/>
                    </a:lnTo>
                    <a:lnTo>
                      <a:pt x="128" y="240"/>
                    </a:lnTo>
                    <a:lnTo>
                      <a:pt x="128" y="240"/>
                    </a:lnTo>
                    <a:lnTo>
                      <a:pt x="127" y="241"/>
                    </a:lnTo>
                    <a:lnTo>
                      <a:pt x="127" y="241"/>
                    </a:lnTo>
                    <a:lnTo>
                      <a:pt x="127" y="241"/>
                    </a:lnTo>
                    <a:lnTo>
                      <a:pt x="127" y="241"/>
                    </a:lnTo>
                    <a:lnTo>
                      <a:pt x="127" y="243"/>
                    </a:lnTo>
                    <a:lnTo>
                      <a:pt x="130" y="246"/>
                    </a:lnTo>
                    <a:lnTo>
                      <a:pt x="133" y="250"/>
                    </a:lnTo>
                    <a:lnTo>
                      <a:pt x="138" y="255"/>
                    </a:lnTo>
                    <a:lnTo>
                      <a:pt x="142" y="261"/>
                    </a:lnTo>
                    <a:lnTo>
                      <a:pt x="148" y="267"/>
                    </a:lnTo>
                    <a:lnTo>
                      <a:pt x="154" y="274"/>
                    </a:lnTo>
                    <a:lnTo>
                      <a:pt x="162" y="280"/>
                    </a:lnTo>
                    <a:lnTo>
                      <a:pt x="167" y="288"/>
                    </a:lnTo>
                    <a:lnTo>
                      <a:pt x="174" y="295"/>
                    </a:lnTo>
                    <a:lnTo>
                      <a:pt x="179" y="301"/>
                    </a:lnTo>
                    <a:lnTo>
                      <a:pt x="186" y="307"/>
                    </a:lnTo>
                    <a:lnTo>
                      <a:pt x="189" y="313"/>
                    </a:lnTo>
                    <a:lnTo>
                      <a:pt x="193" y="315"/>
                    </a:lnTo>
                    <a:lnTo>
                      <a:pt x="196" y="318"/>
                    </a:lnTo>
                    <a:lnTo>
                      <a:pt x="198" y="319"/>
                    </a:lnTo>
                    <a:lnTo>
                      <a:pt x="199" y="320"/>
                    </a:lnTo>
                    <a:lnTo>
                      <a:pt x="202" y="319"/>
                    </a:lnTo>
                    <a:lnTo>
                      <a:pt x="206" y="317"/>
                    </a:lnTo>
                    <a:lnTo>
                      <a:pt x="213" y="314"/>
                    </a:lnTo>
                    <a:lnTo>
                      <a:pt x="221" y="313"/>
                    </a:lnTo>
                    <a:lnTo>
                      <a:pt x="230" y="308"/>
                    </a:lnTo>
                    <a:lnTo>
                      <a:pt x="240" y="305"/>
                    </a:lnTo>
                    <a:lnTo>
                      <a:pt x="251" y="301"/>
                    </a:lnTo>
                    <a:lnTo>
                      <a:pt x="260" y="297"/>
                    </a:lnTo>
                    <a:lnTo>
                      <a:pt x="272" y="293"/>
                    </a:lnTo>
                    <a:lnTo>
                      <a:pt x="283" y="289"/>
                    </a:lnTo>
                    <a:lnTo>
                      <a:pt x="294" y="285"/>
                    </a:lnTo>
                    <a:lnTo>
                      <a:pt x="304" y="281"/>
                    </a:lnTo>
                    <a:lnTo>
                      <a:pt x="313" y="277"/>
                    </a:lnTo>
                    <a:lnTo>
                      <a:pt x="321" y="275"/>
                    </a:lnTo>
                    <a:lnTo>
                      <a:pt x="329" y="271"/>
                    </a:lnTo>
                    <a:lnTo>
                      <a:pt x="334" y="270"/>
                    </a:lnTo>
                    <a:lnTo>
                      <a:pt x="340" y="268"/>
                    </a:lnTo>
                    <a:lnTo>
                      <a:pt x="347" y="266"/>
                    </a:lnTo>
                    <a:lnTo>
                      <a:pt x="355" y="263"/>
                    </a:lnTo>
                    <a:lnTo>
                      <a:pt x="362" y="261"/>
                    </a:lnTo>
                    <a:lnTo>
                      <a:pt x="370" y="259"/>
                    </a:lnTo>
                    <a:lnTo>
                      <a:pt x="378" y="257"/>
                    </a:lnTo>
                    <a:lnTo>
                      <a:pt x="387" y="254"/>
                    </a:lnTo>
                    <a:lnTo>
                      <a:pt x="394" y="252"/>
                    </a:lnTo>
                    <a:lnTo>
                      <a:pt x="402" y="249"/>
                    </a:lnTo>
                    <a:lnTo>
                      <a:pt x="410" y="248"/>
                    </a:lnTo>
                    <a:lnTo>
                      <a:pt x="418" y="244"/>
                    </a:lnTo>
                    <a:lnTo>
                      <a:pt x="425" y="242"/>
                    </a:lnTo>
                    <a:lnTo>
                      <a:pt x="433" y="239"/>
                    </a:lnTo>
                    <a:lnTo>
                      <a:pt x="438" y="237"/>
                    </a:lnTo>
                    <a:lnTo>
                      <a:pt x="445" y="234"/>
                    </a:lnTo>
                    <a:lnTo>
                      <a:pt x="449" y="233"/>
                    </a:lnTo>
                    <a:lnTo>
                      <a:pt x="455" y="231"/>
                    </a:lnTo>
                    <a:lnTo>
                      <a:pt x="461" y="229"/>
                    </a:lnTo>
                    <a:lnTo>
                      <a:pt x="468" y="227"/>
                    </a:lnTo>
                    <a:lnTo>
                      <a:pt x="474" y="225"/>
                    </a:lnTo>
                    <a:lnTo>
                      <a:pt x="481" y="222"/>
                    </a:lnTo>
                    <a:lnTo>
                      <a:pt x="489" y="220"/>
                    </a:lnTo>
                    <a:lnTo>
                      <a:pt x="497" y="217"/>
                    </a:lnTo>
                    <a:lnTo>
                      <a:pt x="503" y="215"/>
                    </a:lnTo>
                    <a:lnTo>
                      <a:pt x="510" y="213"/>
                    </a:lnTo>
                    <a:lnTo>
                      <a:pt x="516" y="211"/>
                    </a:lnTo>
                    <a:lnTo>
                      <a:pt x="521" y="208"/>
                    </a:lnTo>
                    <a:lnTo>
                      <a:pt x="526" y="205"/>
                    </a:lnTo>
                    <a:lnTo>
                      <a:pt x="529" y="204"/>
                    </a:lnTo>
                    <a:lnTo>
                      <a:pt x="531" y="202"/>
                    </a:lnTo>
                    <a:lnTo>
                      <a:pt x="533" y="200"/>
                    </a:lnTo>
                    <a:lnTo>
                      <a:pt x="531" y="198"/>
                    </a:lnTo>
                    <a:lnTo>
                      <a:pt x="529" y="196"/>
                    </a:lnTo>
                    <a:lnTo>
                      <a:pt x="526" y="193"/>
                    </a:lnTo>
                    <a:lnTo>
                      <a:pt x="521" y="188"/>
                    </a:lnTo>
                    <a:lnTo>
                      <a:pt x="516" y="183"/>
                    </a:lnTo>
                    <a:lnTo>
                      <a:pt x="511" y="178"/>
                    </a:lnTo>
                    <a:lnTo>
                      <a:pt x="505" y="172"/>
                    </a:lnTo>
                    <a:lnTo>
                      <a:pt x="499" y="165"/>
                    </a:lnTo>
                    <a:lnTo>
                      <a:pt x="491" y="159"/>
                    </a:lnTo>
                    <a:lnTo>
                      <a:pt x="486" y="153"/>
                    </a:lnTo>
                    <a:lnTo>
                      <a:pt x="480" y="147"/>
                    </a:lnTo>
                    <a:lnTo>
                      <a:pt x="476" y="142"/>
                    </a:lnTo>
                    <a:lnTo>
                      <a:pt x="472" y="137"/>
                    </a:lnTo>
                    <a:lnTo>
                      <a:pt x="468" y="134"/>
                    </a:lnTo>
                    <a:lnTo>
                      <a:pt x="467" y="131"/>
                    </a:lnTo>
                    <a:lnTo>
                      <a:pt x="467" y="129"/>
                    </a:lnTo>
                    <a:lnTo>
                      <a:pt x="465" y="129"/>
                    </a:lnTo>
                    <a:lnTo>
                      <a:pt x="465" y="129"/>
                    </a:lnTo>
                    <a:lnTo>
                      <a:pt x="463" y="129"/>
                    </a:lnTo>
                    <a:lnTo>
                      <a:pt x="463" y="128"/>
                    </a:lnTo>
                    <a:lnTo>
                      <a:pt x="461" y="128"/>
                    </a:lnTo>
                    <a:lnTo>
                      <a:pt x="460" y="128"/>
                    </a:lnTo>
                    <a:lnTo>
                      <a:pt x="458" y="128"/>
                    </a:lnTo>
                    <a:lnTo>
                      <a:pt x="458" y="127"/>
                    </a:lnTo>
                    <a:lnTo>
                      <a:pt x="456" y="127"/>
                    </a:lnTo>
                    <a:lnTo>
                      <a:pt x="454" y="127"/>
                    </a:lnTo>
                    <a:lnTo>
                      <a:pt x="452" y="127"/>
                    </a:lnTo>
                    <a:lnTo>
                      <a:pt x="452" y="127"/>
                    </a:lnTo>
                    <a:lnTo>
                      <a:pt x="450" y="127"/>
                    </a:lnTo>
                    <a:lnTo>
                      <a:pt x="449" y="127"/>
                    </a:lnTo>
                    <a:lnTo>
                      <a:pt x="448" y="127"/>
                    </a:lnTo>
                    <a:lnTo>
                      <a:pt x="448" y="127"/>
                    </a:lnTo>
                    <a:lnTo>
                      <a:pt x="446" y="128"/>
                    </a:lnTo>
                    <a:lnTo>
                      <a:pt x="446" y="128"/>
                    </a:lnTo>
                    <a:lnTo>
                      <a:pt x="446" y="128"/>
                    </a:lnTo>
                    <a:lnTo>
                      <a:pt x="446" y="128"/>
                    </a:lnTo>
                    <a:lnTo>
                      <a:pt x="445" y="128"/>
                    </a:lnTo>
                    <a:lnTo>
                      <a:pt x="445" y="128"/>
                    </a:lnTo>
                    <a:lnTo>
                      <a:pt x="445" y="128"/>
                    </a:lnTo>
                    <a:lnTo>
                      <a:pt x="445" y="128"/>
                    </a:lnTo>
                    <a:lnTo>
                      <a:pt x="443" y="129"/>
                    </a:lnTo>
                    <a:lnTo>
                      <a:pt x="443" y="129"/>
                    </a:lnTo>
                    <a:lnTo>
                      <a:pt x="443" y="129"/>
                    </a:lnTo>
                    <a:lnTo>
                      <a:pt x="443" y="129"/>
                    </a:lnTo>
                    <a:lnTo>
                      <a:pt x="441" y="129"/>
                    </a:lnTo>
                    <a:lnTo>
                      <a:pt x="441" y="129"/>
                    </a:lnTo>
                    <a:lnTo>
                      <a:pt x="441" y="129"/>
                    </a:lnTo>
                    <a:lnTo>
                      <a:pt x="441" y="129"/>
                    </a:lnTo>
                    <a:lnTo>
                      <a:pt x="439" y="130"/>
                    </a:lnTo>
                    <a:lnTo>
                      <a:pt x="439" y="130"/>
                    </a:lnTo>
                    <a:lnTo>
                      <a:pt x="439" y="132"/>
                    </a:lnTo>
                    <a:lnTo>
                      <a:pt x="439" y="132"/>
                    </a:lnTo>
                    <a:lnTo>
                      <a:pt x="438" y="134"/>
                    </a:lnTo>
                    <a:lnTo>
                      <a:pt x="438" y="134"/>
                    </a:lnTo>
                    <a:lnTo>
                      <a:pt x="438" y="135"/>
                    </a:lnTo>
                    <a:lnTo>
                      <a:pt x="438" y="135"/>
                    </a:lnTo>
                    <a:lnTo>
                      <a:pt x="436" y="137"/>
                    </a:lnTo>
                    <a:lnTo>
                      <a:pt x="436" y="137"/>
                    </a:lnTo>
                    <a:lnTo>
                      <a:pt x="436" y="139"/>
                    </a:lnTo>
                    <a:lnTo>
                      <a:pt x="436" y="139"/>
                    </a:lnTo>
                    <a:lnTo>
                      <a:pt x="436" y="140"/>
                    </a:lnTo>
                    <a:lnTo>
                      <a:pt x="436" y="140"/>
                    </a:lnTo>
                    <a:lnTo>
                      <a:pt x="436" y="140"/>
                    </a:lnTo>
                    <a:lnTo>
                      <a:pt x="436" y="140"/>
                    </a:lnTo>
                    <a:lnTo>
                      <a:pt x="434" y="142"/>
                    </a:lnTo>
                    <a:lnTo>
                      <a:pt x="434" y="142"/>
                    </a:lnTo>
                    <a:lnTo>
                      <a:pt x="433" y="143"/>
                    </a:lnTo>
                    <a:lnTo>
                      <a:pt x="433" y="143"/>
                    </a:lnTo>
                    <a:lnTo>
                      <a:pt x="431" y="145"/>
                    </a:lnTo>
                    <a:lnTo>
                      <a:pt x="431" y="145"/>
                    </a:lnTo>
                    <a:lnTo>
                      <a:pt x="429" y="145"/>
                    </a:lnTo>
                    <a:lnTo>
                      <a:pt x="429" y="145"/>
                    </a:lnTo>
                    <a:lnTo>
                      <a:pt x="427" y="147"/>
                    </a:lnTo>
                    <a:lnTo>
                      <a:pt x="426" y="147"/>
                    </a:lnTo>
                    <a:lnTo>
                      <a:pt x="424" y="147"/>
                    </a:lnTo>
                    <a:lnTo>
                      <a:pt x="424" y="147"/>
                    </a:lnTo>
                    <a:lnTo>
                      <a:pt x="422" y="147"/>
                    </a:lnTo>
                    <a:lnTo>
                      <a:pt x="422" y="147"/>
                    </a:lnTo>
                    <a:lnTo>
                      <a:pt x="421" y="147"/>
                    </a:lnTo>
                    <a:lnTo>
                      <a:pt x="421" y="147"/>
                    </a:lnTo>
                    <a:lnTo>
                      <a:pt x="417" y="149"/>
                    </a:lnTo>
                    <a:lnTo>
                      <a:pt x="415" y="149"/>
                    </a:lnTo>
                    <a:lnTo>
                      <a:pt x="411" y="151"/>
                    </a:lnTo>
                    <a:lnTo>
                      <a:pt x="409" y="151"/>
                    </a:lnTo>
                    <a:lnTo>
                      <a:pt x="406" y="152"/>
                    </a:lnTo>
                    <a:lnTo>
                      <a:pt x="402" y="152"/>
                    </a:lnTo>
                    <a:lnTo>
                      <a:pt x="399" y="152"/>
                    </a:lnTo>
                    <a:lnTo>
                      <a:pt x="396" y="152"/>
                    </a:lnTo>
                    <a:lnTo>
                      <a:pt x="393" y="152"/>
                    </a:lnTo>
                    <a:lnTo>
                      <a:pt x="389" y="152"/>
                    </a:lnTo>
                    <a:lnTo>
                      <a:pt x="385" y="152"/>
                    </a:lnTo>
                    <a:lnTo>
                      <a:pt x="383" y="152"/>
                    </a:lnTo>
                    <a:lnTo>
                      <a:pt x="379" y="152"/>
                    </a:lnTo>
                    <a:lnTo>
                      <a:pt x="377" y="152"/>
                    </a:lnTo>
                    <a:lnTo>
                      <a:pt x="374" y="152"/>
                    </a:lnTo>
                    <a:lnTo>
                      <a:pt x="372" y="151"/>
                    </a:lnTo>
                    <a:lnTo>
                      <a:pt x="371" y="151"/>
                    </a:lnTo>
                    <a:lnTo>
                      <a:pt x="369" y="151"/>
                    </a:lnTo>
                    <a:lnTo>
                      <a:pt x="367" y="151"/>
                    </a:lnTo>
                    <a:lnTo>
                      <a:pt x="365" y="149"/>
                    </a:lnTo>
                    <a:lnTo>
                      <a:pt x="363" y="149"/>
                    </a:lnTo>
                    <a:lnTo>
                      <a:pt x="361" y="148"/>
                    </a:lnTo>
                    <a:lnTo>
                      <a:pt x="359" y="148"/>
                    </a:lnTo>
                    <a:lnTo>
                      <a:pt x="357" y="146"/>
                    </a:lnTo>
                    <a:lnTo>
                      <a:pt x="354" y="146"/>
                    </a:lnTo>
                    <a:lnTo>
                      <a:pt x="352" y="146"/>
                    </a:lnTo>
                    <a:lnTo>
                      <a:pt x="350" y="146"/>
                    </a:lnTo>
                    <a:lnTo>
                      <a:pt x="348" y="144"/>
                    </a:lnTo>
                    <a:lnTo>
                      <a:pt x="346" y="144"/>
                    </a:lnTo>
                    <a:lnTo>
                      <a:pt x="345" y="142"/>
                    </a:lnTo>
                    <a:lnTo>
                      <a:pt x="343" y="142"/>
                    </a:lnTo>
                    <a:lnTo>
                      <a:pt x="343" y="140"/>
                    </a:lnTo>
                    <a:lnTo>
                      <a:pt x="341" y="140"/>
                    </a:lnTo>
                    <a:lnTo>
                      <a:pt x="341" y="139"/>
                    </a:lnTo>
                    <a:lnTo>
                      <a:pt x="340" y="139"/>
                    </a:lnTo>
                    <a:lnTo>
                      <a:pt x="340" y="137"/>
                    </a:lnTo>
                    <a:lnTo>
                      <a:pt x="338" y="136"/>
                    </a:lnTo>
                    <a:lnTo>
                      <a:pt x="338" y="134"/>
                    </a:lnTo>
                    <a:lnTo>
                      <a:pt x="338" y="132"/>
                    </a:lnTo>
                    <a:lnTo>
                      <a:pt x="338" y="130"/>
                    </a:lnTo>
                    <a:lnTo>
                      <a:pt x="335" y="130"/>
                    </a:lnTo>
                    <a:lnTo>
                      <a:pt x="335" y="129"/>
                    </a:lnTo>
                    <a:lnTo>
                      <a:pt x="335" y="127"/>
                    </a:lnTo>
                    <a:lnTo>
                      <a:pt x="335" y="125"/>
                    </a:lnTo>
                    <a:lnTo>
                      <a:pt x="335" y="124"/>
                    </a:lnTo>
                    <a:lnTo>
                      <a:pt x="335" y="122"/>
                    </a:lnTo>
                    <a:lnTo>
                      <a:pt x="335" y="121"/>
                    </a:lnTo>
                    <a:lnTo>
                      <a:pt x="335" y="119"/>
                    </a:lnTo>
                    <a:lnTo>
                      <a:pt x="335" y="119"/>
                    </a:lnTo>
                    <a:lnTo>
                      <a:pt x="335" y="117"/>
                    </a:lnTo>
                    <a:lnTo>
                      <a:pt x="335" y="116"/>
                    </a:lnTo>
                    <a:lnTo>
                      <a:pt x="335" y="114"/>
                    </a:lnTo>
                    <a:lnTo>
                      <a:pt x="335" y="114"/>
                    </a:lnTo>
                    <a:lnTo>
                      <a:pt x="337" y="112"/>
                    </a:lnTo>
                    <a:lnTo>
                      <a:pt x="337" y="110"/>
                    </a:lnTo>
                    <a:lnTo>
                      <a:pt x="339" y="108"/>
                    </a:lnTo>
                    <a:lnTo>
                      <a:pt x="339" y="108"/>
                    </a:lnTo>
                    <a:lnTo>
                      <a:pt x="341" y="107"/>
                    </a:lnTo>
                    <a:lnTo>
                      <a:pt x="341" y="105"/>
                    </a:lnTo>
                    <a:lnTo>
                      <a:pt x="343" y="103"/>
                    </a:lnTo>
                    <a:lnTo>
                      <a:pt x="343" y="103"/>
                    </a:lnTo>
                    <a:lnTo>
                      <a:pt x="345" y="101"/>
                    </a:lnTo>
                    <a:lnTo>
                      <a:pt x="345" y="101"/>
                    </a:lnTo>
                    <a:lnTo>
                      <a:pt x="347" y="99"/>
                    </a:lnTo>
                    <a:lnTo>
                      <a:pt x="347" y="99"/>
                    </a:lnTo>
                    <a:lnTo>
                      <a:pt x="348" y="98"/>
                    </a:lnTo>
                    <a:lnTo>
                      <a:pt x="348" y="98"/>
                    </a:lnTo>
                    <a:lnTo>
                      <a:pt x="350" y="96"/>
                    </a:lnTo>
                    <a:lnTo>
                      <a:pt x="350" y="96"/>
                    </a:lnTo>
                    <a:lnTo>
                      <a:pt x="352" y="94"/>
                    </a:lnTo>
                    <a:lnTo>
                      <a:pt x="354" y="94"/>
                    </a:lnTo>
                    <a:lnTo>
                      <a:pt x="356" y="92"/>
                    </a:lnTo>
                    <a:lnTo>
                      <a:pt x="356" y="92"/>
                    </a:lnTo>
                    <a:lnTo>
                      <a:pt x="357" y="92"/>
                    </a:lnTo>
                    <a:lnTo>
                      <a:pt x="360" y="92"/>
                    </a:lnTo>
                    <a:lnTo>
                      <a:pt x="362" y="90"/>
                    </a:lnTo>
                    <a:lnTo>
                      <a:pt x="362" y="90"/>
                    </a:lnTo>
                    <a:lnTo>
                      <a:pt x="364" y="90"/>
                    </a:lnTo>
                    <a:lnTo>
                      <a:pt x="365" y="90"/>
                    </a:lnTo>
                    <a:lnTo>
                      <a:pt x="367" y="88"/>
                    </a:lnTo>
                    <a:lnTo>
                      <a:pt x="367" y="88"/>
                    </a:lnTo>
                    <a:lnTo>
                      <a:pt x="369" y="88"/>
                    </a:lnTo>
                    <a:lnTo>
                      <a:pt x="371" y="88"/>
                    </a:lnTo>
                    <a:lnTo>
                      <a:pt x="372" y="88"/>
                    </a:lnTo>
                    <a:lnTo>
                      <a:pt x="374" y="88"/>
                    </a:lnTo>
                    <a:lnTo>
                      <a:pt x="377" y="88"/>
                    </a:lnTo>
                    <a:lnTo>
                      <a:pt x="378" y="88"/>
                    </a:lnTo>
                    <a:lnTo>
                      <a:pt x="381" y="88"/>
                    </a:lnTo>
                    <a:lnTo>
                      <a:pt x="383" y="88"/>
                    </a:lnTo>
                    <a:lnTo>
                      <a:pt x="385" y="88"/>
                    </a:lnTo>
                    <a:lnTo>
                      <a:pt x="387" y="88"/>
                    </a:lnTo>
                    <a:lnTo>
                      <a:pt x="389" y="88"/>
                    </a:lnTo>
                    <a:lnTo>
                      <a:pt x="391" y="88"/>
                    </a:lnTo>
                    <a:lnTo>
                      <a:pt x="393" y="88"/>
                    </a:lnTo>
                    <a:lnTo>
                      <a:pt x="395" y="88"/>
                    </a:lnTo>
                    <a:lnTo>
                      <a:pt x="398" y="88"/>
                    </a:lnTo>
                    <a:lnTo>
                      <a:pt x="398" y="88"/>
                    </a:lnTo>
                    <a:lnTo>
                      <a:pt x="399" y="88"/>
                    </a:lnTo>
                    <a:lnTo>
                      <a:pt x="399" y="88"/>
                    </a:lnTo>
                    <a:lnTo>
                      <a:pt x="400" y="88"/>
                    </a:lnTo>
                    <a:lnTo>
                      <a:pt x="400" y="88"/>
                    </a:lnTo>
                    <a:lnTo>
                      <a:pt x="402" y="88"/>
                    </a:lnTo>
                    <a:lnTo>
                      <a:pt x="402" y="88"/>
                    </a:lnTo>
                    <a:lnTo>
                      <a:pt x="404" y="87"/>
                    </a:lnTo>
                    <a:lnTo>
                      <a:pt x="404" y="87"/>
                    </a:lnTo>
                    <a:lnTo>
                      <a:pt x="406" y="87"/>
                    </a:lnTo>
                    <a:lnTo>
                      <a:pt x="406" y="87"/>
                    </a:lnTo>
                    <a:lnTo>
                      <a:pt x="408" y="86"/>
                    </a:lnTo>
                    <a:lnTo>
                      <a:pt x="408" y="86"/>
                    </a:lnTo>
                    <a:lnTo>
                      <a:pt x="409" y="86"/>
                    </a:lnTo>
                    <a:lnTo>
                      <a:pt x="409" y="86"/>
                    </a:lnTo>
                    <a:lnTo>
                      <a:pt x="411" y="85"/>
                    </a:lnTo>
                    <a:lnTo>
                      <a:pt x="411" y="85"/>
                    </a:lnTo>
                    <a:lnTo>
                      <a:pt x="411" y="85"/>
                    </a:lnTo>
                    <a:lnTo>
                      <a:pt x="411" y="85"/>
                    </a:lnTo>
                    <a:lnTo>
                      <a:pt x="411" y="83"/>
                    </a:lnTo>
                    <a:lnTo>
                      <a:pt x="411" y="83"/>
                    </a:lnTo>
                    <a:lnTo>
                      <a:pt x="411" y="83"/>
                    </a:lnTo>
                    <a:lnTo>
                      <a:pt x="411" y="83"/>
                    </a:lnTo>
                    <a:lnTo>
                      <a:pt x="411" y="81"/>
                    </a:lnTo>
                    <a:lnTo>
                      <a:pt x="411" y="81"/>
                    </a:lnTo>
                    <a:lnTo>
                      <a:pt x="411" y="81"/>
                    </a:lnTo>
                    <a:lnTo>
                      <a:pt x="411" y="81"/>
                    </a:lnTo>
                    <a:lnTo>
                      <a:pt x="411" y="79"/>
                    </a:lnTo>
                    <a:lnTo>
                      <a:pt x="411" y="79"/>
                    </a:lnTo>
                    <a:lnTo>
                      <a:pt x="411" y="78"/>
                    </a:lnTo>
                    <a:lnTo>
                      <a:pt x="411" y="78"/>
                    </a:lnTo>
                    <a:lnTo>
                      <a:pt x="412" y="76"/>
                    </a:lnTo>
                    <a:lnTo>
                      <a:pt x="411" y="76"/>
                    </a:lnTo>
                    <a:lnTo>
                      <a:pt x="410" y="76"/>
                    </a:lnTo>
                    <a:lnTo>
                      <a:pt x="408" y="73"/>
                    </a:lnTo>
                    <a:lnTo>
                      <a:pt x="406" y="71"/>
                    </a:lnTo>
                    <a:lnTo>
                      <a:pt x="402" y="69"/>
                    </a:lnTo>
                    <a:lnTo>
                      <a:pt x="399" y="64"/>
                    </a:lnTo>
                    <a:lnTo>
                      <a:pt x="394" y="61"/>
                    </a:lnTo>
                    <a:lnTo>
                      <a:pt x="392" y="56"/>
                    </a:lnTo>
                    <a:lnTo>
                      <a:pt x="388" y="54"/>
                    </a:lnTo>
                    <a:lnTo>
                      <a:pt x="384" y="50"/>
                    </a:lnTo>
                    <a:lnTo>
                      <a:pt x="380" y="47"/>
                    </a:lnTo>
                    <a:lnTo>
                      <a:pt x="378" y="43"/>
                    </a:lnTo>
                    <a:lnTo>
                      <a:pt x="375" y="41"/>
                    </a:lnTo>
                    <a:lnTo>
                      <a:pt x="373" y="39"/>
                    </a:lnTo>
                    <a:lnTo>
                      <a:pt x="372" y="38"/>
                    </a:lnTo>
                    <a:lnTo>
                      <a:pt x="372" y="37"/>
                    </a:lnTo>
                    <a:lnTo>
                      <a:pt x="372" y="37"/>
                    </a:lnTo>
                    <a:lnTo>
                      <a:pt x="372" y="37"/>
                    </a:lnTo>
                    <a:lnTo>
                      <a:pt x="371" y="35"/>
                    </a:lnTo>
                    <a:lnTo>
                      <a:pt x="370" y="33"/>
                    </a:lnTo>
                    <a:lnTo>
                      <a:pt x="367" y="31"/>
                    </a:lnTo>
                    <a:lnTo>
                      <a:pt x="365" y="27"/>
                    </a:lnTo>
                    <a:lnTo>
                      <a:pt x="362" y="24"/>
                    </a:lnTo>
                    <a:lnTo>
                      <a:pt x="360" y="20"/>
                    </a:lnTo>
                    <a:lnTo>
                      <a:pt x="356" y="18"/>
                    </a:lnTo>
                    <a:lnTo>
                      <a:pt x="354" y="15"/>
                    </a:lnTo>
                    <a:lnTo>
                      <a:pt x="350" y="12"/>
                    </a:lnTo>
                    <a:lnTo>
                      <a:pt x="348" y="8"/>
                    </a:lnTo>
                    <a:lnTo>
                      <a:pt x="344" y="6"/>
                    </a:lnTo>
                    <a:lnTo>
                      <a:pt x="342" y="4"/>
                    </a:lnTo>
                    <a:lnTo>
                      <a:pt x="340" y="2"/>
                    </a:lnTo>
                    <a:lnTo>
                      <a:pt x="340" y="0"/>
                    </a:lnTo>
                    <a:lnTo>
                      <a:pt x="337" y="2"/>
                    </a:lnTo>
                    <a:lnTo>
                      <a:pt x="333" y="2"/>
                    </a:lnTo>
                    <a:lnTo>
                      <a:pt x="327" y="5"/>
                    </a:lnTo>
                    <a:lnTo>
                      <a:pt x="320" y="7"/>
                    </a:lnTo>
                    <a:lnTo>
                      <a:pt x="311" y="11"/>
                    </a:lnTo>
                    <a:lnTo>
                      <a:pt x="301" y="13"/>
                    </a:lnTo>
                    <a:lnTo>
                      <a:pt x="290" y="17"/>
                    </a:lnTo>
                    <a:lnTo>
                      <a:pt x="281" y="20"/>
                    </a:lnTo>
                    <a:lnTo>
                      <a:pt x="269" y="25"/>
                    </a:lnTo>
                    <a:lnTo>
                      <a:pt x="258" y="29"/>
                    </a:lnTo>
                    <a:lnTo>
                      <a:pt x="248" y="33"/>
                    </a:lnTo>
                    <a:lnTo>
                      <a:pt x="240" y="36"/>
                    </a:lnTo>
                    <a:lnTo>
                      <a:pt x="231" y="39"/>
                    </a:lnTo>
                    <a:lnTo>
                      <a:pt x="226" y="41"/>
                    </a:lnTo>
                    <a:lnTo>
                      <a:pt x="222" y="43"/>
                    </a:lnTo>
                    <a:lnTo>
                      <a:pt x="221" y="43"/>
                    </a:lnTo>
                    <a:lnTo>
                      <a:pt x="219" y="44"/>
                    </a:lnTo>
                    <a:lnTo>
                      <a:pt x="219" y="44"/>
                    </a:lnTo>
                    <a:lnTo>
                      <a:pt x="219" y="45"/>
                    </a:lnTo>
                    <a:lnTo>
                      <a:pt x="219" y="45"/>
                    </a:lnTo>
                    <a:lnTo>
                      <a:pt x="217" y="47"/>
                    </a:lnTo>
                    <a:lnTo>
                      <a:pt x="217" y="47"/>
                    </a:lnTo>
                    <a:lnTo>
                      <a:pt x="217" y="47"/>
                    </a:lnTo>
                    <a:lnTo>
                      <a:pt x="217" y="47"/>
                    </a:lnTo>
                    <a:lnTo>
                      <a:pt x="215" y="49"/>
                    </a:lnTo>
                    <a:lnTo>
                      <a:pt x="215" y="49"/>
                    </a:lnTo>
                    <a:lnTo>
                      <a:pt x="215" y="50"/>
                    </a:lnTo>
                    <a:lnTo>
                      <a:pt x="215" y="50"/>
                    </a:lnTo>
                    <a:lnTo>
                      <a:pt x="215" y="51"/>
                    </a:lnTo>
                    <a:lnTo>
                      <a:pt x="215" y="51"/>
                    </a:lnTo>
                    <a:lnTo>
                      <a:pt x="215" y="51"/>
                    </a:lnTo>
                    <a:lnTo>
                      <a:pt x="215" y="51"/>
                    </a:lnTo>
                    <a:lnTo>
                      <a:pt x="215" y="54"/>
                    </a:lnTo>
                    <a:lnTo>
                      <a:pt x="215" y="54"/>
                    </a:lnTo>
                    <a:lnTo>
                      <a:pt x="215" y="54"/>
                    </a:lnTo>
                    <a:lnTo>
                      <a:pt x="216" y="54"/>
                    </a:lnTo>
                    <a:lnTo>
                      <a:pt x="216" y="55"/>
                    </a:lnTo>
                    <a:lnTo>
                      <a:pt x="218" y="55"/>
                    </a:lnTo>
                    <a:lnTo>
                      <a:pt x="218" y="55"/>
                    </a:lnTo>
                    <a:lnTo>
                      <a:pt x="220" y="55"/>
                    </a:lnTo>
                    <a:lnTo>
                      <a:pt x="220" y="57"/>
                    </a:lnTo>
                    <a:lnTo>
                      <a:pt x="221" y="57"/>
                    </a:lnTo>
                    <a:lnTo>
                      <a:pt x="221" y="57"/>
                    </a:lnTo>
                    <a:lnTo>
                      <a:pt x="223" y="57"/>
                    </a:lnTo>
                    <a:lnTo>
                      <a:pt x="223" y="58"/>
                    </a:lnTo>
                    <a:lnTo>
                      <a:pt x="224" y="58"/>
                    </a:lnTo>
                    <a:lnTo>
                      <a:pt x="224" y="58"/>
                    </a:lnTo>
                    <a:lnTo>
                      <a:pt x="225" y="58"/>
                    </a:lnTo>
                    <a:lnTo>
                      <a:pt x="225" y="60"/>
                    </a:lnTo>
                    <a:lnTo>
                      <a:pt x="227" y="60"/>
                    </a:lnTo>
                    <a:lnTo>
                      <a:pt x="227" y="60"/>
                    </a:lnTo>
                    <a:lnTo>
                      <a:pt x="229" y="60"/>
                    </a:lnTo>
                    <a:lnTo>
                      <a:pt x="229" y="61"/>
                    </a:lnTo>
                    <a:lnTo>
                      <a:pt x="231" y="61"/>
                    </a:lnTo>
                    <a:lnTo>
                      <a:pt x="232" y="61"/>
                    </a:lnTo>
                    <a:lnTo>
                      <a:pt x="234" y="61"/>
                    </a:lnTo>
                    <a:lnTo>
                      <a:pt x="234" y="62"/>
                    </a:lnTo>
                    <a:lnTo>
                      <a:pt x="236" y="62"/>
                    </a:lnTo>
                    <a:lnTo>
                      <a:pt x="236" y="62"/>
                    </a:lnTo>
                    <a:lnTo>
                      <a:pt x="238" y="62"/>
                    </a:lnTo>
                    <a:lnTo>
                      <a:pt x="238" y="63"/>
                    </a:lnTo>
                    <a:lnTo>
                      <a:pt x="239" y="63"/>
                    </a:lnTo>
                    <a:lnTo>
                      <a:pt x="239" y="63"/>
                    </a:lnTo>
                    <a:lnTo>
                      <a:pt x="241" y="63"/>
                    </a:lnTo>
                    <a:lnTo>
                      <a:pt x="241" y="65"/>
                    </a:lnTo>
                    <a:lnTo>
                      <a:pt x="242" y="65"/>
                    </a:lnTo>
                    <a:lnTo>
                      <a:pt x="242" y="67"/>
                    </a:lnTo>
                    <a:lnTo>
                      <a:pt x="244" y="67"/>
                    </a:lnTo>
                    <a:lnTo>
                      <a:pt x="244" y="69"/>
                    </a:lnTo>
                    <a:lnTo>
                      <a:pt x="246" y="69"/>
                    </a:lnTo>
                    <a:lnTo>
                      <a:pt x="247" y="71"/>
                    </a:lnTo>
                    <a:lnTo>
                      <a:pt x="249" y="71"/>
                    </a:lnTo>
                    <a:lnTo>
                      <a:pt x="249" y="73"/>
                    </a:lnTo>
                    <a:lnTo>
                      <a:pt x="251" y="74"/>
                    </a:lnTo>
                    <a:lnTo>
                      <a:pt x="251" y="76"/>
                    </a:lnTo>
                    <a:lnTo>
                      <a:pt x="253" y="76"/>
                    </a:lnTo>
                    <a:lnTo>
                      <a:pt x="253" y="78"/>
                    </a:lnTo>
                    <a:lnTo>
                      <a:pt x="253" y="78"/>
                    </a:lnTo>
                    <a:lnTo>
                      <a:pt x="253" y="79"/>
                    </a:lnTo>
                    <a:lnTo>
                      <a:pt x="255" y="79"/>
                    </a:lnTo>
                    <a:lnTo>
                      <a:pt x="255" y="81"/>
                    </a:lnTo>
                    <a:lnTo>
                      <a:pt x="255" y="82"/>
                    </a:lnTo>
                    <a:lnTo>
                      <a:pt x="255" y="84"/>
                    </a:lnTo>
                    <a:lnTo>
                      <a:pt x="255" y="84"/>
                    </a:lnTo>
                    <a:lnTo>
                      <a:pt x="255" y="86"/>
                    </a:lnTo>
                    <a:lnTo>
                      <a:pt x="255" y="87"/>
                    </a:lnTo>
                    <a:lnTo>
                      <a:pt x="255" y="89"/>
                    </a:lnTo>
                    <a:lnTo>
                      <a:pt x="257" y="89"/>
                    </a:lnTo>
                    <a:lnTo>
                      <a:pt x="257" y="91"/>
                    </a:lnTo>
                    <a:lnTo>
                      <a:pt x="257" y="93"/>
                    </a:lnTo>
                    <a:lnTo>
                      <a:pt x="257" y="95"/>
                    </a:lnTo>
                    <a:lnTo>
                      <a:pt x="257" y="95"/>
                    </a:lnTo>
                    <a:lnTo>
                      <a:pt x="257" y="97"/>
                    </a:lnTo>
                    <a:lnTo>
                      <a:pt x="257" y="98"/>
                    </a:lnTo>
                    <a:lnTo>
                      <a:pt x="257" y="99"/>
                    </a:lnTo>
                    <a:lnTo>
                      <a:pt x="258" y="99"/>
                    </a:lnTo>
                    <a:lnTo>
                      <a:pt x="256" y="101"/>
                    </a:lnTo>
                    <a:lnTo>
                      <a:pt x="256" y="102"/>
                    </a:lnTo>
                    <a:lnTo>
                      <a:pt x="254" y="104"/>
                    </a:lnTo>
                    <a:lnTo>
                      <a:pt x="254" y="104"/>
                    </a:lnTo>
                    <a:lnTo>
                      <a:pt x="252" y="106"/>
                    </a:lnTo>
                    <a:lnTo>
                      <a:pt x="252" y="106"/>
                    </a:lnTo>
                    <a:lnTo>
                      <a:pt x="252" y="108"/>
                    </a:lnTo>
                    <a:lnTo>
                      <a:pt x="252" y="108"/>
                    </a:lnTo>
                    <a:lnTo>
                      <a:pt x="250" y="110"/>
                    </a:lnTo>
                    <a:lnTo>
                      <a:pt x="250" y="110"/>
                    </a:lnTo>
                    <a:lnTo>
                      <a:pt x="250" y="111"/>
                    </a:lnTo>
                    <a:lnTo>
                      <a:pt x="250" y="111"/>
                    </a:lnTo>
                    <a:lnTo>
                      <a:pt x="250" y="112"/>
                    </a:lnTo>
                    <a:lnTo>
                      <a:pt x="250" y="112"/>
                    </a:lnTo>
                    <a:lnTo>
                      <a:pt x="250" y="112"/>
                    </a:lnTo>
                    <a:lnTo>
                      <a:pt x="250" y="112"/>
                    </a:lnTo>
                    <a:lnTo>
                      <a:pt x="247" y="114"/>
                    </a:lnTo>
                    <a:lnTo>
                      <a:pt x="247" y="114"/>
                    </a:lnTo>
                    <a:lnTo>
                      <a:pt x="246" y="116"/>
                    </a:lnTo>
                    <a:lnTo>
                      <a:pt x="246" y="116"/>
                    </a:lnTo>
                    <a:lnTo>
                      <a:pt x="243" y="118"/>
                    </a:lnTo>
                    <a:lnTo>
                      <a:pt x="241" y="120"/>
                    </a:lnTo>
                    <a:lnTo>
                      <a:pt x="238" y="122"/>
                    </a:lnTo>
                    <a:lnTo>
                      <a:pt x="235" y="122"/>
                    </a:lnTo>
                    <a:lnTo>
                      <a:pt x="230" y="124"/>
                    </a:lnTo>
                    <a:lnTo>
                      <a:pt x="226" y="125"/>
                    </a:lnTo>
                    <a:lnTo>
                      <a:pt x="221" y="125"/>
                    </a:lnTo>
                    <a:lnTo>
                      <a:pt x="215" y="125"/>
                    </a:lnTo>
                    <a:lnTo>
                      <a:pt x="207" y="125"/>
                    </a:lnTo>
                    <a:lnTo>
                      <a:pt x="199" y="125"/>
                    </a:lnTo>
                    <a:lnTo>
                      <a:pt x="190" y="123"/>
                    </a:lnTo>
                    <a:lnTo>
                      <a:pt x="181" y="121"/>
                    </a:lnTo>
                    <a:lnTo>
                      <a:pt x="181" y="121"/>
                    </a:lnTo>
                  </a:path>
                </a:pathLst>
              </a:custGeom>
              <a:solidFill>
                <a:srgbClr val="000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02" name=""/>
              <p:cNvSpPr/>
              <p:nvPr/>
            </p:nvSpPr>
            <p:spPr>
              <a:xfrm>
                <a:off x="8211960" y="6234120"/>
                <a:ext cx="130320" cy="93600"/>
              </a:xfrm>
              <a:custGeom>
                <a:avLst/>
                <a:gdLst/>
                <a:ahLst/>
                <a:rect l="l" t="t" r="r" b="b"/>
                <a:pathLst>
                  <a:path w="82" h="59">
                    <a:moveTo>
                      <a:pt x="79" y="0"/>
                    </a:moveTo>
                    <a:lnTo>
                      <a:pt x="77" y="1"/>
                    </a:lnTo>
                    <a:lnTo>
                      <a:pt x="77" y="1"/>
                    </a:lnTo>
                    <a:lnTo>
                      <a:pt x="76" y="1"/>
                    </a:lnTo>
                    <a:lnTo>
                      <a:pt x="76" y="1"/>
                    </a:lnTo>
                    <a:lnTo>
                      <a:pt x="74" y="2"/>
                    </a:lnTo>
                    <a:lnTo>
                      <a:pt x="74" y="2"/>
                    </a:lnTo>
                    <a:lnTo>
                      <a:pt x="72" y="2"/>
                    </a:lnTo>
                    <a:lnTo>
                      <a:pt x="72" y="2"/>
                    </a:lnTo>
                    <a:lnTo>
                      <a:pt x="70" y="5"/>
                    </a:lnTo>
                    <a:lnTo>
                      <a:pt x="70" y="5"/>
                    </a:lnTo>
                    <a:lnTo>
                      <a:pt x="68" y="6"/>
                    </a:lnTo>
                    <a:lnTo>
                      <a:pt x="68" y="6"/>
                    </a:lnTo>
                    <a:lnTo>
                      <a:pt x="66" y="7"/>
                    </a:lnTo>
                    <a:lnTo>
                      <a:pt x="66" y="7"/>
                    </a:lnTo>
                    <a:lnTo>
                      <a:pt x="64" y="7"/>
                    </a:lnTo>
                    <a:lnTo>
                      <a:pt x="64" y="7"/>
                    </a:lnTo>
                    <a:lnTo>
                      <a:pt x="62" y="8"/>
                    </a:lnTo>
                    <a:lnTo>
                      <a:pt x="62" y="8"/>
                    </a:lnTo>
                    <a:lnTo>
                      <a:pt x="60" y="8"/>
                    </a:lnTo>
                    <a:lnTo>
                      <a:pt x="60" y="8"/>
                    </a:lnTo>
                    <a:lnTo>
                      <a:pt x="58" y="8"/>
                    </a:lnTo>
                    <a:lnTo>
                      <a:pt x="58" y="8"/>
                    </a:lnTo>
                    <a:lnTo>
                      <a:pt x="57" y="8"/>
                    </a:lnTo>
                    <a:lnTo>
                      <a:pt x="57" y="8"/>
                    </a:lnTo>
                    <a:lnTo>
                      <a:pt x="55" y="8"/>
                    </a:lnTo>
                    <a:lnTo>
                      <a:pt x="55" y="8"/>
                    </a:lnTo>
                    <a:lnTo>
                      <a:pt x="53" y="8"/>
                    </a:lnTo>
                    <a:lnTo>
                      <a:pt x="53" y="8"/>
                    </a:lnTo>
                    <a:lnTo>
                      <a:pt x="52" y="8"/>
                    </a:lnTo>
                    <a:lnTo>
                      <a:pt x="52" y="8"/>
                    </a:lnTo>
                    <a:lnTo>
                      <a:pt x="52" y="8"/>
                    </a:lnTo>
                    <a:lnTo>
                      <a:pt x="52" y="7"/>
                    </a:lnTo>
                    <a:lnTo>
                      <a:pt x="50" y="7"/>
                    </a:lnTo>
                    <a:lnTo>
                      <a:pt x="50" y="7"/>
                    </a:lnTo>
                    <a:lnTo>
                      <a:pt x="48" y="7"/>
                    </a:lnTo>
                    <a:lnTo>
                      <a:pt x="48" y="7"/>
                    </a:lnTo>
                    <a:lnTo>
                      <a:pt x="46" y="7"/>
                    </a:lnTo>
                    <a:lnTo>
                      <a:pt x="46" y="7"/>
                    </a:lnTo>
                    <a:lnTo>
                      <a:pt x="46" y="7"/>
                    </a:lnTo>
                    <a:lnTo>
                      <a:pt x="46" y="7"/>
                    </a:lnTo>
                    <a:lnTo>
                      <a:pt x="44" y="7"/>
                    </a:lnTo>
                    <a:lnTo>
                      <a:pt x="44" y="7"/>
                    </a:lnTo>
                    <a:lnTo>
                      <a:pt x="42" y="7"/>
                    </a:lnTo>
                    <a:lnTo>
                      <a:pt x="42" y="7"/>
                    </a:lnTo>
                    <a:lnTo>
                      <a:pt x="40" y="7"/>
                    </a:lnTo>
                    <a:lnTo>
                      <a:pt x="40" y="7"/>
                    </a:lnTo>
                    <a:lnTo>
                      <a:pt x="39" y="7"/>
                    </a:lnTo>
                    <a:lnTo>
                      <a:pt x="39" y="7"/>
                    </a:lnTo>
                    <a:lnTo>
                      <a:pt x="37" y="7"/>
                    </a:lnTo>
                    <a:lnTo>
                      <a:pt x="37" y="7"/>
                    </a:lnTo>
                    <a:lnTo>
                      <a:pt x="37" y="7"/>
                    </a:lnTo>
                    <a:lnTo>
                      <a:pt x="37" y="7"/>
                    </a:lnTo>
                    <a:lnTo>
                      <a:pt x="35" y="7"/>
                    </a:lnTo>
                    <a:lnTo>
                      <a:pt x="35" y="7"/>
                    </a:lnTo>
                    <a:lnTo>
                      <a:pt x="35" y="7"/>
                    </a:lnTo>
                    <a:lnTo>
                      <a:pt x="35" y="7"/>
                    </a:lnTo>
                    <a:lnTo>
                      <a:pt x="33" y="7"/>
                    </a:lnTo>
                    <a:lnTo>
                      <a:pt x="33" y="7"/>
                    </a:lnTo>
                    <a:lnTo>
                      <a:pt x="32" y="7"/>
                    </a:lnTo>
                    <a:lnTo>
                      <a:pt x="32" y="7"/>
                    </a:lnTo>
                    <a:lnTo>
                      <a:pt x="30" y="7"/>
                    </a:lnTo>
                    <a:lnTo>
                      <a:pt x="30" y="7"/>
                    </a:lnTo>
                    <a:lnTo>
                      <a:pt x="30" y="7"/>
                    </a:lnTo>
                    <a:lnTo>
                      <a:pt x="30" y="7"/>
                    </a:lnTo>
                    <a:lnTo>
                      <a:pt x="28" y="8"/>
                    </a:lnTo>
                    <a:lnTo>
                      <a:pt x="27" y="8"/>
                    </a:lnTo>
                    <a:lnTo>
                      <a:pt x="25" y="8"/>
                    </a:lnTo>
                    <a:lnTo>
                      <a:pt x="25" y="8"/>
                    </a:lnTo>
                    <a:lnTo>
                      <a:pt x="23" y="10"/>
                    </a:lnTo>
                    <a:lnTo>
                      <a:pt x="23" y="10"/>
                    </a:lnTo>
                    <a:lnTo>
                      <a:pt x="21" y="10"/>
                    </a:lnTo>
                    <a:lnTo>
                      <a:pt x="21" y="10"/>
                    </a:lnTo>
                    <a:lnTo>
                      <a:pt x="19" y="12"/>
                    </a:lnTo>
                    <a:lnTo>
                      <a:pt x="18" y="12"/>
                    </a:lnTo>
                    <a:lnTo>
                      <a:pt x="16" y="12"/>
                    </a:lnTo>
                    <a:lnTo>
                      <a:pt x="16" y="12"/>
                    </a:lnTo>
                    <a:lnTo>
                      <a:pt x="15" y="14"/>
                    </a:lnTo>
                    <a:lnTo>
                      <a:pt x="15" y="14"/>
                    </a:lnTo>
                    <a:lnTo>
                      <a:pt x="14" y="14"/>
                    </a:lnTo>
                    <a:lnTo>
                      <a:pt x="14" y="14"/>
                    </a:lnTo>
                    <a:lnTo>
                      <a:pt x="12" y="15"/>
                    </a:lnTo>
                    <a:lnTo>
                      <a:pt x="12" y="15"/>
                    </a:lnTo>
                    <a:lnTo>
                      <a:pt x="11" y="16"/>
                    </a:lnTo>
                    <a:lnTo>
                      <a:pt x="11" y="16"/>
                    </a:lnTo>
                    <a:lnTo>
                      <a:pt x="9" y="18"/>
                    </a:lnTo>
                    <a:lnTo>
                      <a:pt x="9" y="18"/>
                    </a:lnTo>
                    <a:lnTo>
                      <a:pt x="9" y="20"/>
                    </a:lnTo>
                    <a:lnTo>
                      <a:pt x="9" y="20"/>
                    </a:lnTo>
                    <a:lnTo>
                      <a:pt x="7" y="22"/>
                    </a:lnTo>
                    <a:lnTo>
                      <a:pt x="7" y="22"/>
                    </a:lnTo>
                    <a:lnTo>
                      <a:pt x="7" y="24"/>
                    </a:lnTo>
                    <a:lnTo>
                      <a:pt x="7" y="24"/>
                    </a:lnTo>
                    <a:lnTo>
                      <a:pt x="5" y="26"/>
                    </a:lnTo>
                    <a:lnTo>
                      <a:pt x="5" y="26"/>
                    </a:lnTo>
                    <a:lnTo>
                      <a:pt x="5" y="27"/>
                    </a:lnTo>
                    <a:lnTo>
                      <a:pt x="5" y="27"/>
                    </a:lnTo>
                    <a:lnTo>
                      <a:pt x="3" y="29"/>
                    </a:lnTo>
                    <a:lnTo>
                      <a:pt x="3" y="30"/>
                    </a:lnTo>
                    <a:lnTo>
                      <a:pt x="3" y="32"/>
                    </a:lnTo>
                    <a:lnTo>
                      <a:pt x="3" y="32"/>
                    </a:lnTo>
                    <a:lnTo>
                      <a:pt x="1" y="34"/>
                    </a:lnTo>
                    <a:lnTo>
                      <a:pt x="1" y="34"/>
                    </a:lnTo>
                    <a:lnTo>
                      <a:pt x="1" y="36"/>
                    </a:lnTo>
                    <a:lnTo>
                      <a:pt x="1" y="36"/>
                    </a:lnTo>
                    <a:lnTo>
                      <a:pt x="0" y="38"/>
                    </a:lnTo>
                    <a:lnTo>
                      <a:pt x="0" y="38"/>
                    </a:lnTo>
                    <a:lnTo>
                      <a:pt x="0" y="40"/>
                    </a:lnTo>
                    <a:lnTo>
                      <a:pt x="0" y="40"/>
                    </a:lnTo>
                    <a:lnTo>
                      <a:pt x="0" y="42"/>
                    </a:lnTo>
                    <a:lnTo>
                      <a:pt x="0" y="42"/>
                    </a:lnTo>
                    <a:lnTo>
                      <a:pt x="0" y="44"/>
                    </a:lnTo>
                    <a:lnTo>
                      <a:pt x="0" y="44"/>
                    </a:lnTo>
                    <a:lnTo>
                      <a:pt x="0" y="45"/>
                    </a:lnTo>
                    <a:lnTo>
                      <a:pt x="0" y="45"/>
                    </a:lnTo>
                    <a:lnTo>
                      <a:pt x="0" y="46"/>
                    </a:lnTo>
                    <a:lnTo>
                      <a:pt x="0" y="46"/>
                    </a:lnTo>
                    <a:lnTo>
                      <a:pt x="0" y="49"/>
                    </a:lnTo>
                    <a:lnTo>
                      <a:pt x="0" y="49"/>
                    </a:lnTo>
                    <a:lnTo>
                      <a:pt x="0" y="49"/>
                    </a:lnTo>
                    <a:lnTo>
                      <a:pt x="0" y="49"/>
                    </a:lnTo>
                    <a:lnTo>
                      <a:pt x="0" y="51"/>
                    </a:lnTo>
                    <a:lnTo>
                      <a:pt x="0" y="51"/>
                    </a:lnTo>
                    <a:lnTo>
                      <a:pt x="0" y="51"/>
                    </a:lnTo>
                    <a:lnTo>
                      <a:pt x="0" y="51"/>
                    </a:lnTo>
                    <a:lnTo>
                      <a:pt x="0" y="52"/>
                    </a:lnTo>
                    <a:lnTo>
                      <a:pt x="0" y="52"/>
                    </a:lnTo>
                    <a:lnTo>
                      <a:pt x="0" y="52"/>
                    </a:lnTo>
                    <a:lnTo>
                      <a:pt x="0" y="52"/>
                    </a:lnTo>
                    <a:lnTo>
                      <a:pt x="0" y="54"/>
                    </a:lnTo>
                    <a:lnTo>
                      <a:pt x="0" y="54"/>
                    </a:lnTo>
                    <a:lnTo>
                      <a:pt x="0" y="54"/>
                    </a:lnTo>
                    <a:lnTo>
                      <a:pt x="1" y="54"/>
                    </a:lnTo>
                    <a:lnTo>
                      <a:pt x="1" y="56"/>
                    </a:lnTo>
                    <a:lnTo>
                      <a:pt x="1" y="56"/>
                    </a:lnTo>
                    <a:lnTo>
                      <a:pt x="1" y="56"/>
                    </a:lnTo>
                    <a:lnTo>
                      <a:pt x="4" y="56"/>
                    </a:lnTo>
                    <a:lnTo>
                      <a:pt x="4" y="57"/>
                    </a:lnTo>
                    <a:lnTo>
                      <a:pt x="4" y="57"/>
                    </a:lnTo>
                    <a:lnTo>
                      <a:pt x="4" y="57"/>
                    </a:lnTo>
                    <a:lnTo>
                      <a:pt x="6" y="57"/>
                    </a:lnTo>
                    <a:lnTo>
                      <a:pt x="6" y="57"/>
                    </a:lnTo>
                    <a:lnTo>
                      <a:pt x="6" y="57"/>
                    </a:lnTo>
                    <a:lnTo>
                      <a:pt x="6" y="57"/>
                    </a:lnTo>
                    <a:lnTo>
                      <a:pt x="8" y="57"/>
                    </a:lnTo>
                    <a:lnTo>
                      <a:pt x="8" y="58"/>
                    </a:lnTo>
                    <a:lnTo>
                      <a:pt x="8" y="58"/>
                    </a:lnTo>
                    <a:lnTo>
                      <a:pt x="8" y="58"/>
                    </a:lnTo>
                    <a:lnTo>
                      <a:pt x="8" y="58"/>
                    </a:lnTo>
                    <a:lnTo>
                      <a:pt x="8" y="58"/>
                    </a:lnTo>
                    <a:lnTo>
                      <a:pt x="8" y="58"/>
                    </a:lnTo>
                    <a:lnTo>
                      <a:pt x="8" y="58"/>
                    </a:lnTo>
                    <a:lnTo>
                      <a:pt x="8" y="58"/>
                    </a:lnTo>
                    <a:lnTo>
                      <a:pt x="8" y="58"/>
                    </a:lnTo>
                    <a:lnTo>
                      <a:pt x="8" y="58"/>
                    </a:lnTo>
                    <a:lnTo>
                      <a:pt x="8" y="58"/>
                    </a:lnTo>
                    <a:lnTo>
                      <a:pt x="8" y="58"/>
                    </a:lnTo>
                    <a:lnTo>
                      <a:pt x="8" y="58"/>
                    </a:lnTo>
                    <a:lnTo>
                      <a:pt x="8" y="58"/>
                    </a:lnTo>
                    <a:lnTo>
                      <a:pt x="8" y="58"/>
                    </a:lnTo>
                    <a:lnTo>
                      <a:pt x="9" y="58"/>
                    </a:lnTo>
                    <a:lnTo>
                      <a:pt x="9" y="58"/>
                    </a:lnTo>
                    <a:lnTo>
                      <a:pt x="9" y="58"/>
                    </a:lnTo>
                    <a:lnTo>
                      <a:pt x="9" y="58"/>
                    </a:lnTo>
                    <a:lnTo>
                      <a:pt x="9" y="58"/>
                    </a:lnTo>
                    <a:lnTo>
                      <a:pt x="9" y="58"/>
                    </a:lnTo>
                    <a:lnTo>
                      <a:pt x="9" y="58"/>
                    </a:lnTo>
                    <a:lnTo>
                      <a:pt x="9" y="58"/>
                    </a:lnTo>
                    <a:lnTo>
                      <a:pt x="11" y="58"/>
                    </a:lnTo>
                    <a:lnTo>
                      <a:pt x="11" y="58"/>
                    </a:lnTo>
                    <a:lnTo>
                      <a:pt x="11" y="58"/>
                    </a:lnTo>
                    <a:lnTo>
                      <a:pt x="11" y="58"/>
                    </a:lnTo>
                    <a:lnTo>
                      <a:pt x="11" y="57"/>
                    </a:lnTo>
                    <a:lnTo>
                      <a:pt x="11" y="57"/>
                    </a:lnTo>
                    <a:lnTo>
                      <a:pt x="11" y="57"/>
                    </a:lnTo>
                    <a:lnTo>
                      <a:pt x="11" y="57"/>
                    </a:lnTo>
                    <a:lnTo>
                      <a:pt x="13" y="55"/>
                    </a:lnTo>
                    <a:lnTo>
                      <a:pt x="13" y="55"/>
                    </a:lnTo>
                    <a:lnTo>
                      <a:pt x="13" y="55"/>
                    </a:lnTo>
                    <a:lnTo>
                      <a:pt x="13" y="55"/>
                    </a:lnTo>
                    <a:lnTo>
                      <a:pt x="14" y="53"/>
                    </a:lnTo>
                    <a:lnTo>
                      <a:pt x="14" y="53"/>
                    </a:lnTo>
                    <a:lnTo>
                      <a:pt x="15" y="52"/>
                    </a:lnTo>
                    <a:lnTo>
                      <a:pt x="15" y="52"/>
                    </a:lnTo>
                    <a:lnTo>
                      <a:pt x="16" y="51"/>
                    </a:lnTo>
                    <a:lnTo>
                      <a:pt x="16" y="51"/>
                    </a:lnTo>
                    <a:lnTo>
                      <a:pt x="16" y="51"/>
                    </a:lnTo>
                    <a:lnTo>
                      <a:pt x="16" y="51"/>
                    </a:lnTo>
                    <a:lnTo>
                      <a:pt x="18" y="49"/>
                    </a:lnTo>
                    <a:lnTo>
                      <a:pt x="18" y="49"/>
                    </a:lnTo>
                    <a:lnTo>
                      <a:pt x="20" y="48"/>
                    </a:lnTo>
                    <a:lnTo>
                      <a:pt x="20" y="48"/>
                    </a:lnTo>
                    <a:lnTo>
                      <a:pt x="22" y="46"/>
                    </a:lnTo>
                    <a:lnTo>
                      <a:pt x="22" y="46"/>
                    </a:lnTo>
                    <a:lnTo>
                      <a:pt x="22" y="46"/>
                    </a:lnTo>
                    <a:lnTo>
                      <a:pt x="22" y="46"/>
                    </a:lnTo>
                    <a:lnTo>
                      <a:pt x="23" y="46"/>
                    </a:lnTo>
                    <a:lnTo>
                      <a:pt x="23" y="46"/>
                    </a:lnTo>
                    <a:lnTo>
                      <a:pt x="24" y="46"/>
                    </a:lnTo>
                    <a:lnTo>
                      <a:pt x="24" y="46"/>
                    </a:lnTo>
                    <a:lnTo>
                      <a:pt x="26" y="45"/>
                    </a:lnTo>
                    <a:lnTo>
                      <a:pt x="26" y="45"/>
                    </a:lnTo>
                    <a:lnTo>
                      <a:pt x="28" y="45"/>
                    </a:lnTo>
                    <a:lnTo>
                      <a:pt x="28" y="45"/>
                    </a:lnTo>
                    <a:lnTo>
                      <a:pt x="30" y="45"/>
                    </a:lnTo>
                    <a:lnTo>
                      <a:pt x="30" y="45"/>
                    </a:lnTo>
                    <a:lnTo>
                      <a:pt x="31" y="45"/>
                    </a:lnTo>
                    <a:lnTo>
                      <a:pt x="31" y="45"/>
                    </a:lnTo>
                    <a:lnTo>
                      <a:pt x="33" y="44"/>
                    </a:lnTo>
                    <a:lnTo>
                      <a:pt x="33" y="44"/>
                    </a:lnTo>
                    <a:lnTo>
                      <a:pt x="34" y="44"/>
                    </a:lnTo>
                    <a:lnTo>
                      <a:pt x="34" y="44"/>
                    </a:lnTo>
                    <a:lnTo>
                      <a:pt x="36" y="44"/>
                    </a:lnTo>
                    <a:lnTo>
                      <a:pt x="36" y="44"/>
                    </a:lnTo>
                    <a:lnTo>
                      <a:pt x="38" y="44"/>
                    </a:lnTo>
                    <a:lnTo>
                      <a:pt x="39" y="44"/>
                    </a:lnTo>
                    <a:lnTo>
                      <a:pt x="41" y="43"/>
                    </a:lnTo>
                    <a:lnTo>
                      <a:pt x="41" y="43"/>
                    </a:lnTo>
                    <a:lnTo>
                      <a:pt x="43" y="43"/>
                    </a:lnTo>
                    <a:lnTo>
                      <a:pt x="43" y="43"/>
                    </a:lnTo>
                    <a:lnTo>
                      <a:pt x="45" y="43"/>
                    </a:lnTo>
                    <a:lnTo>
                      <a:pt x="45" y="43"/>
                    </a:lnTo>
                    <a:lnTo>
                      <a:pt x="47" y="43"/>
                    </a:lnTo>
                    <a:lnTo>
                      <a:pt x="48" y="43"/>
                    </a:lnTo>
                    <a:lnTo>
                      <a:pt x="50" y="42"/>
                    </a:lnTo>
                    <a:lnTo>
                      <a:pt x="50" y="42"/>
                    </a:lnTo>
                    <a:lnTo>
                      <a:pt x="50" y="42"/>
                    </a:lnTo>
                    <a:lnTo>
                      <a:pt x="50" y="42"/>
                    </a:lnTo>
                    <a:lnTo>
                      <a:pt x="52" y="42"/>
                    </a:lnTo>
                    <a:lnTo>
                      <a:pt x="52" y="42"/>
                    </a:lnTo>
                    <a:lnTo>
                      <a:pt x="53" y="42"/>
                    </a:lnTo>
                    <a:lnTo>
                      <a:pt x="53" y="42"/>
                    </a:lnTo>
                    <a:lnTo>
                      <a:pt x="55" y="42"/>
                    </a:lnTo>
                    <a:lnTo>
                      <a:pt x="55" y="42"/>
                    </a:lnTo>
                    <a:lnTo>
                      <a:pt x="56" y="42"/>
                    </a:lnTo>
                    <a:lnTo>
                      <a:pt x="56" y="42"/>
                    </a:lnTo>
                    <a:lnTo>
                      <a:pt x="58" y="42"/>
                    </a:lnTo>
                    <a:lnTo>
                      <a:pt x="58" y="42"/>
                    </a:lnTo>
                    <a:lnTo>
                      <a:pt x="60" y="42"/>
                    </a:lnTo>
                    <a:lnTo>
                      <a:pt x="60" y="42"/>
                    </a:lnTo>
                    <a:lnTo>
                      <a:pt x="62" y="42"/>
                    </a:lnTo>
                    <a:lnTo>
                      <a:pt x="62" y="42"/>
                    </a:lnTo>
                    <a:lnTo>
                      <a:pt x="62" y="42"/>
                    </a:lnTo>
                    <a:lnTo>
                      <a:pt x="62" y="42"/>
                    </a:lnTo>
                    <a:lnTo>
                      <a:pt x="64" y="42"/>
                    </a:lnTo>
                    <a:lnTo>
                      <a:pt x="64" y="42"/>
                    </a:lnTo>
                    <a:lnTo>
                      <a:pt x="65" y="42"/>
                    </a:lnTo>
                    <a:lnTo>
                      <a:pt x="65" y="42"/>
                    </a:lnTo>
                    <a:lnTo>
                      <a:pt x="67" y="42"/>
                    </a:lnTo>
                    <a:lnTo>
                      <a:pt x="67" y="42"/>
                    </a:lnTo>
                    <a:lnTo>
                      <a:pt x="68" y="42"/>
                    </a:lnTo>
                    <a:lnTo>
                      <a:pt x="68" y="42"/>
                    </a:lnTo>
                    <a:lnTo>
                      <a:pt x="70" y="42"/>
                    </a:lnTo>
                    <a:lnTo>
                      <a:pt x="70" y="42"/>
                    </a:lnTo>
                    <a:lnTo>
                      <a:pt x="71" y="42"/>
                    </a:lnTo>
                    <a:lnTo>
                      <a:pt x="71" y="42"/>
                    </a:lnTo>
                    <a:lnTo>
                      <a:pt x="73" y="41"/>
                    </a:lnTo>
                    <a:lnTo>
                      <a:pt x="73" y="41"/>
                    </a:lnTo>
                    <a:lnTo>
                      <a:pt x="73" y="41"/>
                    </a:lnTo>
                    <a:lnTo>
                      <a:pt x="73" y="41"/>
                    </a:lnTo>
                    <a:lnTo>
                      <a:pt x="73" y="41"/>
                    </a:lnTo>
                    <a:lnTo>
                      <a:pt x="73" y="41"/>
                    </a:lnTo>
                    <a:lnTo>
                      <a:pt x="73" y="41"/>
                    </a:lnTo>
                    <a:lnTo>
                      <a:pt x="73" y="41"/>
                    </a:lnTo>
                    <a:lnTo>
                      <a:pt x="75" y="39"/>
                    </a:lnTo>
                    <a:lnTo>
                      <a:pt x="75" y="39"/>
                    </a:lnTo>
                    <a:lnTo>
                      <a:pt x="75" y="39"/>
                    </a:lnTo>
                    <a:lnTo>
                      <a:pt x="75" y="39"/>
                    </a:lnTo>
                    <a:lnTo>
                      <a:pt x="75" y="38"/>
                    </a:lnTo>
                    <a:lnTo>
                      <a:pt x="75" y="38"/>
                    </a:lnTo>
                    <a:lnTo>
                      <a:pt x="75" y="38"/>
                    </a:lnTo>
                    <a:lnTo>
                      <a:pt x="75" y="38"/>
                    </a:lnTo>
                    <a:lnTo>
                      <a:pt x="77" y="36"/>
                    </a:lnTo>
                    <a:lnTo>
                      <a:pt x="77" y="36"/>
                    </a:lnTo>
                    <a:lnTo>
                      <a:pt x="77" y="36"/>
                    </a:lnTo>
                    <a:lnTo>
                      <a:pt x="77" y="36"/>
                    </a:lnTo>
                    <a:lnTo>
                      <a:pt x="77" y="36"/>
                    </a:lnTo>
                    <a:lnTo>
                      <a:pt x="77" y="36"/>
                    </a:lnTo>
                    <a:lnTo>
                      <a:pt x="77" y="36"/>
                    </a:lnTo>
                    <a:lnTo>
                      <a:pt x="77" y="36"/>
                    </a:lnTo>
                    <a:lnTo>
                      <a:pt x="77" y="35"/>
                    </a:lnTo>
                    <a:lnTo>
                      <a:pt x="77" y="35"/>
                    </a:lnTo>
                    <a:lnTo>
                      <a:pt x="77" y="35"/>
                    </a:lnTo>
                    <a:lnTo>
                      <a:pt x="77" y="35"/>
                    </a:lnTo>
                    <a:lnTo>
                      <a:pt x="77" y="34"/>
                    </a:lnTo>
                    <a:lnTo>
                      <a:pt x="77" y="34"/>
                    </a:lnTo>
                    <a:lnTo>
                      <a:pt x="77" y="34"/>
                    </a:lnTo>
                    <a:lnTo>
                      <a:pt x="77" y="34"/>
                    </a:lnTo>
                    <a:lnTo>
                      <a:pt x="79" y="32"/>
                    </a:lnTo>
                    <a:lnTo>
                      <a:pt x="79" y="31"/>
                    </a:lnTo>
                    <a:lnTo>
                      <a:pt x="79" y="29"/>
                    </a:lnTo>
                    <a:lnTo>
                      <a:pt x="79" y="27"/>
                    </a:lnTo>
                    <a:lnTo>
                      <a:pt x="79" y="25"/>
                    </a:lnTo>
                    <a:lnTo>
                      <a:pt x="79" y="23"/>
                    </a:lnTo>
                    <a:lnTo>
                      <a:pt x="79" y="21"/>
                    </a:lnTo>
                    <a:lnTo>
                      <a:pt x="79" y="20"/>
                    </a:lnTo>
                    <a:lnTo>
                      <a:pt x="81" y="16"/>
                    </a:lnTo>
                    <a:lnTo>
                      <a:pt x="80" y="14"/>
                    </a:lnTo>
                    <a:lnTo>
                      <a:pt x="80" y="12"/>
                    </a:lnTo>
                    <a:lnTo>
                      <a:pt x="80" y="10"/>
                    </a:lnTo>
                    <a:lnTo>
                      <a:pt x="80" y="8"/>
                    </a:lnTo>
                    <a:lnTo>
                      <a:pt x="79" y="6"/>
                    </a:lnTo>
                    <a:lnTo>
                      <a:pt x="79" y="4"/>
                    </a:lnTo>
                    <a:lnTo>
                      <a:pt x="79" y="2"/>
                    </a:lnTo>
                    <a:lnTo>
                      <a:pt x="79" y="0"/>
                    </a:lnTo>
                    <a:lnTo>
                      <a:pt x="79"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03" name=""/>
              <p:cNvSpPr/>
              <p:nvPr/>
            </p:nvSpPr>
            <p:spPr>
              <a:xfrm>
                <a:off x="8023320" y="6188040"/>
                <a:ext cx="69840" cy="90360"/>
              </a:xfrm>
              <a:custGeom>
                <a:avLst/>
                <a:gdLst/>
                <a:ahLst/>
                <a:rect l="l" t="t" r="r" b="b"/>
                <a:pathLst>
                  <a:path w="44" h="57">
                    <a:moveTo>
                      <a:pt x="40" y="51"/>
                    </a:moveTo>
                    <a:lnTo>
                      <a:pt x="40" y="51"/>
                    </a:lnTo>
                    <a:lnTo>
                      <a:pt x="40" y="51"/>
                    </a:lnTo>
                    <a:lnTo>
                      <a:pt x="40" y="51"/>
                    </a:lnTo>
                    <a:lnTo>
                      <a:pt x="40" y="50"/>
                    </a:lnTo>
                    <a:lnTo>
                      <a:pt x="40" y="50"/>
                    </a:lnTo>
                    <a:lnTo>
                      <a:pt x="40" y="50"/>
                    </a:lnTo>
                    <a:lnTo>
                      <a:pt x="40" y="50"/>
                    </a:lnTo>
                    <a:lnTo>
                      <a:pt x="41" y="49"/>
                    </a:lnTo>
                    <a:lnTo>
                      <a:pt x="41" y="49"/>
                    </a:lnTo>
                    <a:lnTo>
                      <a:pt x="41" y="49"/>
                    </a:lnTo>
                    <a:lnTo>
                      <a:pt x="41" y="49"/>
                    </a:lnTo>
                    <a:lnTo>
                      <a:pt x="42" y="47"/>
                    </a:lnTo>
                    <a:lnTo>
                      <a:pt x="42" y="47"/>
                    </a:lnTo>
                    <a:lnTo>
                      <a:pt x="42" y="47"/>
                    </a:lnTo>
                    <a:lnTo>
                      <a:pt x="42" y="47"/>
                    </a:lnTo>
                    <a:lnTo>
                      <a:pt x="43" y="46"/>
                    </a:lnTo>
                    <a:lnTo>
                      <a:pt x="43" y="46"/>
                    </a:lnTo>
                    <a:lnTo>
                      <a:pt x="43" y="46"/>
                    </a:lnTo>
                    <a:lnTo>
                      <a:pt x="43" y="46"/>
                    </a:lnTo>
                    <a:lnTo>
                      <a:pt x="43" y="45"/>
                    </a:lnTo>
                    <a:lnTo>
                      <a:pt x="43" y="45"/>
                    </a:lnTo>
                    <a:lnTo>
                      <a:pt x="43" y="45"/>
                    </a:lnTo>
                    <a:lnTo>
                      <a:pt x="43" y="45"/>
                    </a:lnTo>
                    <a:lnTo>
                      <a:pt x="43" y="43"/>
                    </a:lnTo>
                    <a:lnTo>
                      <a:pt x="43" y="43"/>
                    </a:lnTo>
                    <a:lnTo>
                      <a:pt x="43" y="43"/>
                    </a:lnTo>
                    <a:lnTo>
                      <a:pt x="43" y="43"/>
                    </a:lnTo>
                    <a:lnTo>
                      <a:pt x="43" y="43"/>
                    </a:lnTo>
                    <a:lnTo>
                      <a:pt x="43" y="43"/>
                    </a:lnTo>
                    <a:lnTo>
                      <a:pt x="43" y="43"/>
                    </a:lnTo>
                    <a:lnTo>
                      <a:pt x="43" y="43"/>
                    </a:lnTo>
                    <a:lnTo>
                      <a:pt x="43" y="41"/>
                    </a:lnTo>
                    <a:lnTo>
                      <a:pt x="42" y="41"/>
                    </a:lnTo>
                    <a:lnTo>
                      <a:pt x="42" y="41"/>
                    </a:lnTo>
                    <a:lnTo>
                      <a:pt x="42" y="41"/>
                    </a:lnTo>
                    <a:lnTo>
                      <a:pt x="42" y="39"/>
                    </a:lnTo>
                    <a:lnTo>
                      <a:pt x="42" y="39"/>
                    </a:lnTo>
                    <a:lnTo>
                      <a:pt x="42" y="38"/>
                    </a:lnTo>
                    <a:lnTo>
                      <a:pt x="42" y="38"/>
                    </a:lnTo>
                    <a:lnTo>
                      <a:pt x="42" y="36"/>
                    </a:lnTo>
                    <a:lnTo>
                      <a:pt x="42" y="36"/>
                    </a:lnTo>
                    <a:lnTo>
                      <a:pt x="42" y="36"/>
                    </a:lnTo>
                    <a:lnTo>
                      <a:pt x="42" y="36"/>
                    </a:lnTo>
                    <a:lnTo>
                      <a:pt x="42" y="34"/>
                    </a:lnTo>
                    <a:lnTo>
                      <a:pt x="42" y="34"/>
                    </a:lnTo>
                    <a:lnTo>
                      <a:pt x="42" y="33"/>
                    </a:lnTo>
                    <a:lnTo>
                      <a:pt x="42" y="33"/>
                    </a:lnTo>
                    <a:lnTo>
                      <a:pt x="42" y="31"/>
                    </a:lnTo>
                    <a:lnTo>
                      <a:pt x="40" y="31"/>
                    </a:lnTo>
                    <a:lnTo>
                      <a:pt x="40" y="31"/>
                    </a:lnTo>
                    <a:lnTo>
                      <a:pt x="40" y="31"/>
                    </a:lnTo>
                    <a:lnTo>
                      <a:pt x="40" y="29"/>
                    </a:lnTo>
                    <a:lnTo>
                      <a:pt x="39" y="29"/>
                    </a:lnTo>
                    <a:lnTo>
                      <a:pt x="39" y="28"/>
                    </a:lnTo>
                    <a:lnTo>
                      <a:pt x="39" y="28"/>
                    </a:lnTo>
                    <a:lnTo>
                      <a:pt x="39" y="27"/>
                    </a:lnTo>
                    <a:lnTo>
                      <a:pt x="37" y="27"/>
                    </a:lnTo>
                    <a:lnTo>
                      <a:pt x="37" y="27"/>
                    </a:lnTo>
                    <a:lnTo>
                      <a:pt x="37" y="27"/>
                    </a:lnTo>
                    <a:lnTo>
                      <a:pt x="37" y="24"/>
                    </a:lnTo>
                    <a:lnTo>
                      <a:pt x="37" y="24"/>
                    </a:lnTo>
                    <a:lnTo>
                      <a:pt x="37" y="24"/>
                    </a:lnTo>
                    <a:lnTo>
                      <a:pt x="37" y="24"/>
                    </a:lnTo>
                    <a:lnTo>
                      <a:pt x="37" y="22"/>
                    </a:lnTo>
                    <a:lnTo>
                      <a:pt x="35" y="22"/>
                    </a:lnTo>
                    <a:lnTo>
                      <a:pt x="35" y="22"/>
                    </a:lnTo>
                    <a:lnTo>
                      <a:pt x="34" y="22"/>
                    </a:lnTo>
                    <a:lnTo>
                      <a:pt x="34" y="20"/>
                    </a:lnTo>
                    <a:lnTo>
                      <a:pt x="32" y="20"/>
                    </a:lnTo>
                    <a:lnTo>
                      <a:pt x="32" y="18"/>
                    </a:lnTo>
                    <a:lnTo>
                      <a:pt x="32" y="18"/>
                    </a:lnTo>
                    <a:lnTo>
                      <a:pt x="32" y="16"/>
                    </a:lnTo>
                    <a:lnTo>
                      <a:pt x="30" y="16"/>
                    </a:lnTo>
                    <a:lnTo>
                      <a:pt x="30" y="16"/>
                    </a:lnTo>
                    <a:lnTo>
                      <a:pt x="28" y="16"/>
                    </a:lnTo>
                    <a:lnTo>
                      <a:pt x="28" y="14"/>
                    </a:lnTo>
                    <a:lnTo>
                      <a:pt x="26" y="14"/>
                    </a:lnTo>
                    <a:lnTo>
                      <a:pt x="26" y="13"/>
                    </a:lnTo>
                    <a:lnTo>
                      <a:pt x="25" y="13"/>
                    </a:lnTo>
                    <a:lnTo>
                      <a:pt x="25" y="11"/>
                    </a:lnTo>
                    <a:lnTo>
                      <a:pt x="23" y="11"/>
                    </a:lnTo>
                    <a:lnTo>
                      <a:pt x="23" y="11"/>
                    </a:lnTo>
                    <a:lnTo>
                      <a:pt x="22" y="11"/>
                    </a:lnTo>
                    <a:lnTo>
                      <a:pt x="22" y="11"/>
                    </a:lnTo>
                    <a:lnTo>
                      <a:pt x="20" y="11"/>
                    </a:lnTo>
                    <a:lnTo>
                      <a:pt x="20" y="11"/>
                    </a:lnTo>
                    <a:lnTo>
                      <a:pt x="20" y="11"/>
                    </a:lnTo>
                    <a:lnTo>
                      <a:pt x="20" y="9"/>
                    </a:lnTo>
                    <a:lnTo>
                      <a:pt x="18" y="9"/>
                    </a:lnTo>
                    <a:lnTo>
                      <a:pt x="18" y="9"/>
                    </a:lnTo>
                    <a:lnTo>
                      <a:pt x="18" y="9"/>
                    </a:lnTo>
                    <a:lnTo>
                      <a:pt x="18" y="9"/>
                    </a:lnTo>
                    <a:lnTo>
                      <a:pt x="16" y="9"/>
                    </a:lnTo>
                    <a:lnTo>
                      <a:pt x="16" y="9"/>
                    </a:lnTo>
                    <a:lnTo>
                      <a:pt x="16" y="9"/>
                    </a:lnTo>
                    <a:lnTo>
                      <a:pt x="16" y="8"/>
                    </a:lnTo>
                    <a:lnTo>
                      <a:pt x="14" y="8"/>
                    </a:lnTo>
                    <a:lnTo>
                      <a:pt x="14" y="8"/>
                    </a:lnTo>
                    <a:lnTo>
                      <a:pt x="13" y="8"/>
                    </a:lnTo>
                    <a:lnTo>
                      <a:pt x="13" y="8"/>
                    </a:lnTo>
                    <a:lnTo>
                      <a:pt x="10" y="8"/>
                    </a:lnTo>
                    <a:lnTo>
                      <a:pt x="10" y="8"/>
                    </a:lnTo>
                    <a:lnTo>
                      <a:pt x="10" y="8"/>
                    </a:lnTo>
                    <a:lnTo>
                      <a:pt x="10" y="6"/>
                    </a:lnTo>
                    <a:lnTo>
                      <a:pt x="9" y="6"/>
                    </a:lnTo>
                    <a:lnTo>
                      <a:pt x="9" y="6"/>
                    </a:lnTo>
                    <a:lnTo>
                      <a:pt x="9" y="6"/>
                    </a:lnTo>
                    <a:lnTo>
                      <a:pt x="9" y="6"/>
                    </a:lnTo>
                    <a:lnTo>
                      <a:pt x="7" y="6"/>
                    </a:lnTo>
                    <a:lnTo>
                      <a:pt x="7" y="6"/>
                    </a:lnTo>
                    <a:lnTo>
                      <a:pt x="7" y="6"/>
                    </a:lnTo>
                    <a:lnTo>
                      <a:pt x="7" y="5"/>
                    </a:lnTo>
                    <a:lnTo>
                      <a:pt x="5" y="5"/>
                    </a:lnTo>
                    <a:lnTo>
                      <a:pt x="5" y="5"/>
                    </a:lnTo>
                    <a:lnTo>
                      <a:pt x="5" y="5"/>
                    </a:lnTo>
                    <a:lnTo>
                      <a:pt x="5" y="5"/>
                    </a:lnTo>
                    <a:lnTo>
                      <a:pt x="5" y="5"/>
                    </a:lnTo>
                    <a:lnTo>
                      <a:pt x="5" y="5"/>
                    </a:lnTo>
                    <a:lnTo>
                      <a:pt x="5" y="5"/>
                    </a:lnTo>
                    <a:lnTo>
                      <a:pt x="5" y="4"/>
                    </a:lnTo>
                    <a:lnTo>
                      <a:pt x="3" y="4"/>
                    </a:lnTo>
                    <a:lnTo>
                      <a:pt x="3" y="4"/>
                    </a:lnTo>
                    <a:lnTo>
                      <a:pt x="3" y="4"/>
                    </a:lnTo>
                    <a:lnTo>
                      <a:pt x="3" y="4"/>
                    </a:lnTo>
                    <a:lnTo>
                      <a:pt x="3" y="4"/>
                    </a:lnTo>
                    <a:lnTo>
                      <a:pt x="3" y="4"/>
                    </a:lnTo>
                    <a:lnTo>
                      <a:pt x="3" y="4"/>
                    </a:lnTo>
                    <a:lnTo>
                      <a:pt x="3"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0"/>
                    </a:lnTo>
                    <a:lnTo>
                      <a:pt x="0" y="2"/>
                    </a:lnTo>
                    <a:lnTo>
                      <a:pt x="0" y="2"/>
                    </a:lnTo>
                    <a:lnTo>
                      <a:pt x="0" y="5"/>
                    </a:lnTo>
                    <a:lnTo>
                      <a:pt x="0" y="5"/>
                    </a:lnTo>
                    <a:lnTo>
                      <a:pt x="0" y="6"/>
                    </a:lnTo>
                    <a:lnTo>
                      <a:pt x="0" y="8"/>
                    </a:lnTo>
                    <a:lnTo>
                      <a:pt x="0" y="10"/>
                    </a:lnTo>
                    <a:lnTo>
                      <a:pt x="0" y="10"/>
                    </a:lnTo>
                    <a:lnTo>
                      <a:pt x="0" y="12"/>
                    </a:lnTo>
                    <a:lnTo>
                      <a:pt x="0" y="14"/>
                    </a:lnTo>
                    <a:lnTo>
                      <a:pt x="0" y="15"/>
                    </a:lnTo>
                    <a:lnTo>
                      <a:pt x="0" y="15"/>
                    </a:lnTo>
                    <a:lnTo>
                      <a:pt x="0" y="17"/>
                    </a:lnTo>
                    <a:lnTo>
                      <a:pt x="0" y="18"/>
                    </a:lnTo>
                    <a:lnTo>
                      <a:pt x="0" y="19"/>
                    </a:lnTo>
                    <a:lnTo>
                      <a:pt x="0" y="19"/>
                    </a:lnTo>
                    <a:lnTo>
                      <a:pt x="0" y="21"/>
                    </a:lnTo>
                    <a:lnTo>
                      <a:pt x="0" y="21"/>
                    </a:lnTo>
                    <a:lnTo>
                      <a:pt x="0" y="23"/>
                    </a:lnTo>
                    <a:lnTo>
                      <a:pt x="0" y="23"/>
                    </a:lnTo>
                    <a:lnTo>
                      <a:pt x="0" y="25"/>
                    </a:lnTo>
                    <a:lnTo>
                      <a:pt x="0" y="25"/>
                    </a:lnTo>
                    <a:lnTo>
                      <a:pt x="0" y="27"/>
                    </a:lnTo>
                    <a:lnTo>
                      <a:pt x="0" y="27"/>
                    </a:lnTo>
                    <a:lnTo>
                      <a:pt x="0" y="28"/>
                    </a:lnTo>
                    <a:lnTo>
                      <a:pt x="0" y="28"/>
                    </a:lnTo>
                    <a:lnTo>
                      <a:pt x="0" y="30"/>
                    </a:lnTo>
                    <a:lnTo>
                      <a:pt x="0" y="30"/>
                    </a:lnTo>
                    <a:lnTo>
                      <a:pt x="0" y="32"/>
                    </a:lnTo>
                    <a:lnTo>
                      <a:pt x="0" y="32"/>
                    </a:lnTo>
                    <a:lnTo>
                      <a:pt x="0" y="32"/>
                    </a:lnTo>
                    <a:lnTo>
                      <a:pt x="0" y="32"/>
                    </a:lnTo>
                    <a:lnTo>
                      <a:pt x="0" y="34"/>
                    </a:lnTo>
                    <a:lnTo>
                      <a:pt x="0" y="34"/>
                    </a:lnTo>
                    <a:lnTo>
                      <a:pt x="0" y="36"/>
                    </a:lnTo>
                    <a:lnTo>
                      <a:pt x="0" y="36"/>
                    </a:lnTo>
                    <a:lnTo>
                      <a:pt x="0" y="37"/>
                    </a:lnTo>
                    <a:lnTo>
                      <a:pt x="0" y="37"/>
                    </a:lnTo>
                    <a:lnTo>
                      <a:pt x="0" y="37"/>
                    </a:lnTo>
                    <a:lnTo>
                      <a:pt x="2" y="37"/>
                    </a:lnTo>
                    <a:lnTo>
                      <a:pt x="2" y="39"/>
                    </a:lnTo>
                    <a:lnTo>
                      <a:pt x="2" y="39"/>
                    </a:lnTo>
                    <a:lnTo>
                      <a:pt x="2" y="40"/>
                    </a:lnTo>
                    <a:lnTo>
                      <a:pt x="4" y="40"/>
                    </a:lnTo>
                    <a:lnTo>
                      <a:pt x="4" y="41"/>
                    </a:lnTo>
                    <a:lnTo>
                      <a:pt x="5" y="41"/>
                    </a:lnTo>
                    <a:lnTo>
                      <a:pt x="5" y="41"/>
                    </a:lnTo>
                    <a:lnTo>
                      <a:pt x="7" y="41"/>
                    </a:lnTo>
                    <a:lnTo>
                      <a:pt x="7" y="43"/>
                    </a:lnTo>
                    <a:lnTo>
                      <a:pt x="7" y="43"/>
                    </a:lnTo>
                    <a:lnTo>
                      <a:pt x="7" y="43"/>
                    </a:lnTo>
                    <a:lnTo>
                      <a:pt x="9" y="43"/>
                    </a:lnTo>
                    <a:lnTo>
                      <a:pt x="9" y="43"/>
                    </a:lnTo>
                    <a:lnTo>
                      <a:pt x="10" y="43"/>
                    </a:lnTo>
                    <a:lnTo>
                      <a:pt x="10" y="43"/>
                    </a:lnTo>
                    <a:lnTo>
                      <a:pt x="12" y="43"/>
                    </a:lnTo>
                    <a:lnTo>
                      <a:pt x="12" y="44"/>
                    </a:lnTo>
                    <a:lnTo>
                      <a:pt x="13" y="44"/>
                    </a:lnTo>
                    <a:lnTo>
                      <a:pt x="13" y="44"/>
                    </a:lnTo>
                    <a:lnTo>
                      <a:pt x="15" y="44"/>
                    </a:lnTo>
                    <a:lnTo>
                      <a:pt x="15" y="44"/>
                    </a:lnTo>
                    <a:lnTo>
                      <a:pt x="16" y="44"/>
                    </a:lnTo>
                    <a:lnTo>
                      <a:pt x="16" y="44"/>
                    </a:lnTo>
                    <a:lnTo>
                      <a:pt x="18" y="44"/>
                    </a:lnTo>
                    <a:lnTo>
                      <a:pt x="18" y="46"/>
                    </a:lnTo>
                    <a:lnTo>
                      <a:pt x="18" y="46"/>
                    </a:lnTo>
                    <a:lnTo>
                      <a:pt x="18" y="46"/>
                    </a:lnTo>
                    <a:lnTo>
                      <a:pt x="20" y="46"/>
                    </a:lnTo>
                    <a:lnTo>
                      <a:pt x="20" y="47"/>
                    </a:lnTo>
                    <a:lnTo>
                      <a:pt x="21" y="47"/>
                    </a:lnTo>
                    <a:lnTo>
                      <a:pt x="21" y="47"/>
                    </a:lnTo>
                    <a:lnTo>
                      <a:pt x="23" y="47"/>
                    </a:lnTo>
                    <a:lnTo>
                      <a:pt x="23" y="49"/>
                    </a:lnTo>
                    <a:lnTo>
                      <a:pt x="23" y="49"/>
                    </a:lnTo>
                    <a:lnTo>
                      <a:pt x="23" y="49"/>
                    </a:lnTo>
                    <a:lnTo>
                      <a:pt x="25" y="49"/>
                    </a:lnTo>
                    <a:lnTo>
                      <a:pt x="25" y="49"/>
                    </a:lnTo>
                    <a:lnTo>
                      <a:pt x="27" y="49"/>
                    </a:lnTo>
                    <a:lnTo>
                      <a:pt x="27" y="49"/>
                    </a:lnTo>
                    <a:lnTo>
                      <a:pt x="29" y="49"/>
                    </a:lnTo>
                    <a:lnTo>
                      <a:pt x="29" y="51"/>
                    </a:lnTo>
                    <a:lnTo>
                      <a:pt x="29" y="51"/>
                    </a:lnTo>
                    <a:lnTo>
                      <a:pt x="29" y="51"/>
                    </a:lnTo>
                    <a:lnTo>
                      <a:pt x="30" y="51"/>
                    </a:lnTo>
                    <a:lnTo>
                      <a:pt x="30" y="51"/>
                    </a:lnTo>
                    <a:lnTo>
                      <a:pt x="30" y="51"/>
                    </a:lnTo>
                    <a:lnTo>
                      <a:pt x="30" y="51"/>
                    </a:lnTo>
                    <a:lnTo>
                      <a:pt x="32" y="51"/>
                    </a:lnTo>
                    <a:lnTo>
                      <a:pt x="32" y="53"/>
                    </a:lnTo>
                    <a:lnTo>
                      <a:pt x="32" y="53"/>
                    </a:lnTo>
                    <a:lnTo>
                      <a:pt x="32" y="53"/>
                    </a:lnTo>
                    <a:lnTo>
                      <a:pt x="33" y="53"/>
                    </a:lnTo>
                    <a:lnTo>
                      <a:pt x="33" y="53"/>
                    </a:lnTo>
                    <a:lnTo>
                      <a:pt x="33" y="53"/>
                    </a:lnTo>
                    <a:lnTo>
                      <a:pt x="33" y="53"/>
                    </a:lnTo>
                    <a:lnTo>
                      <a:pt x="35" y="53"/>
                    </a:lnTo>
                    <a:lnTo>
                      <a:pt x="35" y="54"/>
                    </a:lnTo>
                    <a:lnTo>
                      <a:pt x="35" y="54"/>
                    </a:lnTo>
                    <a:lnTo>
                      <a:pt x="35" y="54"/>
                    </a:lnTo>
                    <a:lnTo>
                      <a:pt x="35" y="54"/>
                    </a:lnTo>
                    <a:lnTo>
                      <a:pt x="35" y="54"/>
                    </a:lnTo>
                    <a:lnTo>
                      <a:pt x="35" y="54"/>
                    </a:lnTo>
                    <a:lnTo>
                      <a:pt x="35" y="54"/>
                    </a:lnTo>
                    <a:lnTo>
                      <a:pt x="37" y="54"/>
                    </a:lnTo>
                    <a:lnTo>
                      <a:pt x="37" y="56"/>
                    </a:lnTo>
                    <a:lnTo>
                      <a:pt x="37" y="56"/>
                    </a:lnTo>
                    <a:lnTo>
                      <a:pt x="37" y="56"/>
                    </a:lnTo>
                    <a:lnTo>
                      <a:pt x="37" y="56"/>
                    </a:lnTo>
                    <a:lnTo>
                      <a:pt x="37" y="56"/>
                    </a:lnTo>
                    <a:lnTo>
                      <a:pt x="37" y="56"/>
                    </a:lnTo>
                    <a:lnTo>
                      <a:pt x="37" y="56"/>
                    </a:lnTo>
                    <a:lnTo>
                      <a:pt x="38" y="55"/>
                    </a:lnTo>
                    <a:lnTo>
                      <a:pt x="38" y="55"/>
                    </a:lnTo>
                    <a:lnTo>
                      <a:pt x="38" y="55"/>
                    </a:lnTo>
                    <a:lnTo>
                      <a:pt x="38" y="55"/>
                    </a:lnTo>
                    <a:lnTo>
                      <a:pt x="38" y="55"/>
                    </a:lnTo>
                    <a:lnTo>
                      <a:pt x="38" y="55"/>
                    </a:lnTo>
                    <a:lnTo>
                      <a:pt x="38" y="55"/>
                    </a:lnTo>
                    <a:lnTo>
                      <a:pt x="38" y="55"/>
                    </a:lnTo>
                    <a:lnTo>
                      <a:pt x="38" y="53"/>
                    </a:lnTo>
                    <a:lnTo>
                      <a:pt x="38" y="53"/>
                    </a:lnTo>
                    <a:lnTo>
                      <a:pt x="38" y="53"/>
                    </a:lnTo>
                    <a:lnTo>
                      <a:pt x="38" y="53"/>
                    </a:lnTo>
                    <a:lnTo>
                      <a:pt x="38" y="53"/>
                    </a:lnTo>
                    <a:lnTo>
                      <a:pt x="38" y="53"/>
                    </a:lnTo>
                    <a:lnTo>
                      <a:pt x="38" y="53"/>
                    </a:lnTo>
                    <a:lnTo>
                      <a:pt x="38" y="53"/>
                    </a:lnTo>
                    <a:lnTo>
                      <a:pt x="40" y="51"/>
                    </a:lnTo>
                    <a:lnTo>
                      <a:pt x="40" y="51"/>
                    </a:lnTo>
                  </a:path>
                </a:pathLst>
              </a:custGeom>
              <a:solidFill>
                <a:srgbClr val="4000a2"/>
              </a:solidFill>
              <a:ln w="9360">
                <a:solidFill>
                  <a:srgbClr val="000000"/>
                </a:solidFill>
                <a:round/>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1904" name=""/>
              <p:cNvSpPr/>
              <p:nvPr/>
            </p:nvSpPr>
            <p:spPr>
              <a:xfrm>
                <a:off x="7682040" y="6291360"/>
                <a:ext cx="323640" cy="174600"/>
              </a:xfrm>
              <a:custGeom>
                <a:avLst/>
                <a:gdLst/>
                <a:ahLst/>
                <a:rect l="l" t="t" r="r" b="b"/>
                <a:pathLst>
                  <a:path w="204" h="110">
                    <a:moveTo>
                      <a:pt x="0" y="0"/>
                    </a:moveTo>
                    <a:lnTo>
                      <a:pt x="0" y="1"/>
                    </a:lnTo>
                    <a:lnTo>
                      <a:pt x="0" y="2"/>
                    </a:lnTo>
                    <a:lnTo>
                      <a:pt x="0" y="4"/>
                    </a:lnTo>
                    <a:lnTo>
                      <a:pt x="0" y="6"/>
                    </a:lnTo>
                    <a:lnTo>
                      <a:pt x="0" y="9"/>
                    </a:lnTo>
                    <a:lnTo>
                      <a:pt x="0" y="10"/>
                    </a:lnTo>
                    <a:lnTo>
                      <a:pt x="0" y="14"/>
                    </a:lnTo>
                    <a:lnTo>
                      <a:pt x="1" y="16"/>
                    </a:lnTo>
                    <a:lnTo>
                      <a:pt x="1" y="20"/>
                    </a:lnTo>
                    <a:lnTo>
                      <a:pt x="1" y="22"/>
                    </a:lnTo>
                    <a:lnTo>
                      <a:pt x="1" y="25"/>
                    </a:lnTo>
                    <a:lnTo>
                      <a:pt x="1" y="27"/>
                    </a:lnTo>
                    <a:lnTo>
                      <a:pt x="1" y="29"/>
                    </a:lnTo>
                    <a:lnTo>
                      <a:pt x="1" y="31"/>
                    </a:lnTo>
                    <a:lnTo>
                      <a:pt x="1" y="31"/>
                    </a:lnTo>
                    <a:lnTo>
                      <a:pt x="2" y="31"/>
                    </a:lnTo>
                    <a:lnTo>
                      <a:pt x="2" y="33"/>
                    </a:lnTo>
                    <a:lnTo>
                      <a:pt x="3" y="34"/>
                    </a:lnTo>
                    <a:lnTo>
                      <a:pt x="3" y="36"/>
                    </a:lnTo>
                    <a:lnTo>
                      <a:pt x="6" y="37"/>
                    </a:lnTo>
                    <a:lnTo>
                      <a:pt x="8" y="40"/>
                    </a:lnTo>
                    <a:lnTo>
                      <a:pt x="9" y="42"/>
                    </a:lnTo>
                    <a:lnTo>
                      <a:pt x="11" y="46"/>
                    </a:lnTo>
                    <a:lnTo>
                      <a:pt x="15" y="47"/>
                    </a:lnTo>
                    <a:lnTo>
                      <a:pt x="17" y="52"/>
                    </a:lnTo>
                    <a:lnTo>
                      <a:pt x="20" y="54"/>
                    </a:lnTo>
                    <a:lnTo>
                      <a:pt x="22" y="58"/>
                    </a:lnTo>
                    <a:lnTo>
                      <a:pt x="25" y="60"/>
                    </a:lnTo>
                    <a:lnTo>
                      <a:pt x="28" y="62"/>
                    </a:lnTo>
                    <a:lnTo>
                      <a:pt x="30" y="64"/>
                    </a:lnTo>
                    <a:lnTo>
                      <a:pt x="32" y="66"/>
                    </a:lnTo>
                    <a:lnTo>
                      <a:pt x="35" y="68"/>
                    </a:lnTo>
                    <a:lnTo>
                      <a:pt x="35" y="69"/>
                    </a:lnTo>
                    <a:lnTo>
                      <a:pt x="37" y="71"/>
                    </a:lnTo>
                    <a:lnTo>
                      <a:pt x="37" y="74"/>
                    </a:lnTo>
                    <a:lnTo>
                      <a:pt x="39" y="74"/>
                    </a:lnTo>
                    <a:lnTo>
                      <a:pt x="40" y="75"/>
                    </a:lnTo>
                    <a:lnTo>
                      <a:pt x="42" y="76"/>
                    </a:lnTo>
                    <a:lnTo>
                      <a:pt x="44" y="79"/>
                    </a:lnTo>
                    <a:lnTo>
                      <a:pt x="46" y="79"/>
                    </a:lnTo>
                    <a:lnTo>
                      <a:pt x="47" y="81"/>
                    </a:lnTo>
                    <a:lnTo>
                      <a:pt x="49" y="82"/>
                    </a:lnTo>
                    <a:lnTo>
                      <a:pt x="51" y="84"/>
                    </a:lnTo>
                    <a:lnTo>
                      <a:pt x="53" y="84"/>
                    </a:lnTo>
                    <a:lnTo>
                      <a:pt x="53" y="86"/>
                    </a:lnTo>
                    <a:lnTo>
                      <a:pt x="55" y="88"/>
                    </a:lnTo>
                    <a:lnTo>
                      <a:pt x="57" y="90"/>
                    </a:lnTo>
                    <a:lnTo>
                      <a:pt x="59" y="90"/>
                    </a:lnTo>
                    <a:lnTo>
                      <a:pt x="59" y="91"/>
                    </a:lnTo>
                    <a:lnTo>
                      <a:pt x="59" y="91"/>
                    </a:lnTo>
                    <a:lnTo>
                      <a:pt x="59" y="93"/>
                    </a:lnTo>
                    <a:lnTo>
                      <a:pt x="60" y="93"/>
                    </a:lnTo>
                    <a:lnTo>
                      <a:pt x="60" y="95"/>
                    </a:lnTo>
                    <a:lnTo>
                      <a:pt x="61" y="95"/>
                    </a:lnTo>
                    <a:lnTo>
                      <a:pt x="61" y="96"/>
                    </a:lnTo>
                    <a:lnTo>
                      <a:pt x="63" y="96"/>
                    </a:lnTo>
                    <a:lnTo>
                      <a:pt x="63" y="98"/>
                    </a:lnTo>
                    <a:lnTo>
                      <a:pt x="63" y="98"/>
                    </a:lnTo>
                    <a:lnTo>
                      <a:pt x="63" y="99"/>
                    </a:lnTo>
                    <a:lnTo>
                      <a:pt x="65" y="99"/>
                    </a:lnTo>
                    <a:lnTo>
                      <a:pt x="65" y="101"/>
                    </a:lnTo>
                    <a:lnTo>
                      <a:pt x="66" y="101"/>
                    </a:lnTo>
                    <a:lnTo>
                      <a:pt x="66" y="101"/>
                    </a:lnTo>
                    <a:lnTo>
                      <a:pt x="68" y="101"/>
                    </a:lnTo>
                    <a:lnTo>
                      <a:pt x="68" y="103"/>
                    </a:lnTo>
                    <a:lnTo>
                      <a:pt x="68" y="103"/>
                    </a:lnTo>
                    <a:lnTo>
                      <a:pt x="68" y="103"/>
                    </a:lnTo>
                    <a:lnTo>
                      <a:pt x="70" y="103"/>
                    </a:lnTo>
                    <a:lnTo>
                      <a:pt x="70" y="105"/>
                    </a:lnTo>
                    <a:lnTo>
                      <a:pt x="72" y="105"/>
                    </a:lnTo>
                    <a:lnTo>
                      <a:pt x="72" y="105"/>
                    </a:lnTo>
                    <a:lnTo>
                      <a:pt x="74" y="105"/>
                    </a:lnTo>
                    <a:lnTo>
                      <a:pt x="74" y="106"/>
                    </a:lnTo>
                    <a:lnTo>
                      <a:pt x="75" y="106"/>
                    </a:lnTo>
                    <a:lnTo>
                      <a:pt x="75" y="106"/>
                    </a:lnTo>
                    <a:lnTo>
                      <a:pt x="77" y="106"/>
                    </a:lnTo>
                    <a:lnTo>
                      <a:pt x="77" y="108"/>
                    </a:lnTo>
                    <a:lnTo>
                      <a:pt x="78" y="108"/>
                    </a:lnTo>
                    <a:lnTo>
                      <a:pt x="78" y="108"/>
                    </a:lnTo>
                    <a:lnTo>
                      <a:pt x="80" y="108"/>
                    </a:lnTo>
                    <a:lnTo>
                      <a:pt x="80" y="109"/>
                    </a:lnTo>
                    <a:lnTo>
                      <a:pt x="80" y="109"/>
                    </a:lnTo>
                    <a:lnTo>
                      <a:pt x="80" y="109"/>
                    </a:lnTo>
                    <a:lnTo>
                      <a:pt x="82" y="109"/>
                    </a:lnTo>
                    <a:lnTo>
                      <a:pt x="82" y="109"/>
                    </a:lnTo>
                    <a:lnTo>
                      <a:pt x="83" y="109"/>
                    </a:lnTo>
                    <a:lnTo>
                      <a:pt x="83" y="109"/>
                    </a:lnTo>
                    <a:lnTo>
                      <a:pt x="85" y="109"/>
                    </a:lnTo>
                    <a:lnTo>
                      <a:pt x="85" y="109"/>
                    </a:lnTo>
                    <a:lnTo>
                      <a:pt x="85" y="109"/>
                    </a:lnTo>
                    <a:lnTo>
                      <a:pt x="85" y="109"/>
                    </a:lnTo>
                    <a:lnTo>
                      <a:pt x="87" y="109"/>
                    </a:lnTo>
                    <a:lnTo>
                      <a:pt x="87" y="109"/>
                    </a:lnTo>
                    <a:lnTo>
                      <a:pt x="89" y="109"/>
                    </a:lnTo>
                    <a:lnTo>
                      <a:pt x="89" y="109"/>
                    </a:lnTo>
                    <a:lnTo>
                      <a:pt x="90" y="109"/>
                    </a:lnTo>
                    <a:lnTo>
                      <a:pt x="90" y="109"/>
                    </a:lnTo>
                    <a:lnTo>
                      <a:pt x="90" y="109"/>
                    </a:lnTo>
                    <a:lnTo>
                      <a:pt x="90" y="109"/>
                    </a:lnTo>
                    <a:lnTo>
                      <a:pt x="92" y="109"/>
                    </a:lnTo>
                    <a:lnTo>
                      <a:pt x="92" y="109"/>
                    </a:lnTo>
                    <a:lnTo>
                      <a:pt x="94" y="109"/>
                    </a:lnTo>
                    <a:lnTo>
                      <a:pt x="94" y="109"/>
                    </a:lnTo>
                    <a:lnTo>
                      <a:pt x="96" y="108"/>
                    </a:lnTo>
                    <a:lnTo>
                      <a:pt x="96" y="108"/>
                    </a:lnTo>
                    <a:lnTo>
                      <a:pt x="97" y="108"/>
                    </a:lnTo>
                    <a:lnTo>
                      <a:pt x="97" y="108"/>
                    </a:lnTo>
                    <a:lnTo>
                      <a:pt x="98" y="108"/>
                    </a:lnTo>
                    <a:lnTo>
                      <a:pt x="98" y="108"/>
                    </a:lnTo>
                    <a:lnTo>
                      <a:pt x="100" y="108"/>
                    </a:lnTo>
                    <a:lnTo>
                      <a:pt x="100" y="108"/>
                    </a:lnTo>
                    <a:lnTo>
                      <a:pt x="102" y="106"/>
                    </a:lnTo>
                    <a:lnTo>
                      <a:pt x="102" y="106"/>
                    </a:lnTo>
                    <a:lnTo>
                      <a:pt x="102" y="106"/>
                    </a:lnTo>
                    <a:lnTo>
                      <a:pt x="102" y="106"/>
                    </a:lnTo>
                    <a:lnTo>
                      <a:pt x="102" y="106"/>
                    </a:lnTo>
                    <a:lnTo>
                      <a:pt x="102" y="106"/>
                    </a:lnTo>
                    <a:lnTo>
                      <a:pt x="102" y="106"/>
                    </a:lnTo>
                    <a:lnTo>
                      <a:pt x="102" y="106"/>
                    </a:lnTo>
                    <a:lnTo>
                      <a:pt x="104" y="105"/>
                    </a:lnTo>
                    <a:lnTo>
                      <a:pt x="104" y="105"/>
                    </a:lnTo>
                    <a:lnTo>
                      <a:pt x="104" y="105"/>
                    </a:lnTo>
                    <a:lnTo>
                      <a:pt x="104" y="105"/>
                    </a:lnTo>
                    <a:lnTo>
                      <a:pt x="105" y="104"/>
                    </a:lnTo>
                    <a:lnTo>
                      <a:pt x="105" y="104"/>
                    </a:lnTo>
                    <a:lnTo>
                      <a:pt x="105" y="104"/>
                    </a:lnTo>
                    <a:lnTo>
                      <a:pt x="105" y="104"/>
                    </a:lnTo>
                    <a:lnTo>
                      <a:pt x="107" y="102"/>
                    </a:lnTo>
                    <a:lnTo>
                      <a:pt x="107" y="102"/>
                    </a:lnTo>
                    <a:lnTo>
                      <a:pt x="107" y="102"/>
                    </a:lnTo>
                    <a:lnTo>
                      <a:pt x="107" y="102"/>
                    </a:lnTo>
                    <a:lnTo>
                      <a:pt x="108" y="100"/>
                    </a:lnTo>
                    <a:lnTo>
                      <a:pt x="108" y="100"/>
                    </a:lnTo>
                    <a:lnTo>
                      <a:pt x="108" y="99"/>
                    </a:lnTo>
                    <a:lnTo>
                      <a:pt x="108" y="99"/>
                    </a:lnTo>
                    <a:lnTo>
                      <a:pt x="110" y="97"/>
                    </a:lnTo>
                    <a:lnTo>
                      <a:pt x="110" y="97"/>
                    </a:lnTo>
                    <a:lnTo>
                      <a:pt x="110" y="97"/>
                    </a:lnTo>
                    <a:lnTo>
                      <a:pt x="110" y="97"/>
                    </a:lnTo>
                    <a:lnTo>
                      <a:pt x="112" y="96"/>
                    </a:lnTo>
                    <a:lnTo>
                      <a:pt x="112" y="96"/>
                    </a:lnTo>
                    <a:lnTo>
                      <a:pt x="112" y="95"/>
                    </a:lnTo>
                    <a:lnTo>
                      <a:pt x="112" y="95"/>
                    </a:lnTo>
                    <a:lnTo>
                      <a:pt x="114" y="93"/>
                    </a:lnTo>
                    <a:lnTo>
                      <a:pt x="114" y="93"/>
                    </a:lnTo>
                    <a:lnTo>
                      <a:pt x="114" y="93"/>
                    </a:lnTo>
                    <a:lnTo>
                      <a:pt x="114" y="93"/>
                    </a:lnTo>
                    <a:lnTo>
                      <a:pt x="116" y="91"/>
                    </a:lnTo>
                    <a:lnTo>
                      <a:pt x="116" y="91"/>
                    </a:lnTo>
                    <a:lnTo>
                      <a:pt x="116" y="91"/>
                    </a:lnTo>
                    <a:lnTo>
                      <a:pt x="116" y="91"/>
                    </a:lnTo>
                    <a:lnTo>
                      <a:pt x="118" y="90"/>
                    </a:lnTo>
                    <a:lnTo>
                      <a:pt x="118" y="90"/>
                    </a:lnTo>
                    <a:lnTo>
                      <a:pt x="119" y="90"/>
                    </a:lnTo>
                    <a:lnTo>
                      <a:pt x="119" y="90"/>
                    </a:lnTo>
                    <a:lnTo>
                      <a:pt x="121" y="89"/>
                    </a:lnTo>
                    <a:lnTo>
                      <a:pt x="121" y="89"/>
                    </a:lnTo>
                    <a:lnTo>
                      <a:pt x="123" y="89"/>
                    </a:lnTo>
                    <a:lnTo>
                      <a:pt x="123" y="89"/>
                    </a:lnTo>
                    <a:lnTo>
                      <a:pt x="125" y="86"/>
                    </a:lnTo>
                    <a:lnTo>
                      <a:pt x="125" y="86"/>
                    </a:lnTo>
                    <a:lnTo>
                      <a:pt x="127" y="86"/>
                    </a:lnTo>
                    <a:lnTo>
                      <a:pt x="128" y="86"/>
                    </a:lnTo>
                    <a:lnTo>
                      <a:pt x="130" y="86"/>
                    </a:lnTo>
                    <a:lnTo>
                      <a:pt x="130" y="86"/>
                    </a:lnTo>
                    <a:lnTo>
                      <a:pt x="133" y="86"/>
                    </a:lnTo>
                    <a:lnTo>
                      <a:pt x="134" y="86"/>
                    </a:lnTo>
                    <a:lnTo>
                      <a:pt x="136" y="85"/>
                    </a:lnTo>
                    <a:lnTo>
                      <a:pt x="136" y="85"/>
                    </a:lnTo>
                    <a:lnTo>
                      <a:pt x="138" y="85"/>
                    </a:lnTo>
                    <a:lnTo>
                      <a:pt x="140" y="85"/>
                    </a:lnTo>
                    <a:lnTo>
                      <a:pt x="142" y="84"/>
                    </a:lnTo>
                    <a:lnTo>
                      <a:pt x="142" y="84"/>
                    </a:lnTo>
                    <a:lnTo>
                      <a:pt x="144" y="84"/>
                    </a:lnTo>
                    <a:lnTo>
                      <a:pt x="145" y="84"/>
                    </a:lnTo>
                    <a:lnTo>
                      <a:pt x="147" y="83"/>
                    </a:lnTo>
                    <a:lnTo>
                      <a:pt x="147" y="83"/>
                    </a:lnTo>
                    <a:lnTo>
                      <a:pt x="149" y="83"/>
                    </a:lnTo>
                    <a:lnTo>
                      <a:pt x="149" y="83"/>
                    </a:lnTo>
                    <a:lnTo>
                      <a:pt x="151" y="83"/>
                    </a:lnTo>
                    <a:lnTo>
                      <a:pt x="151" y="83"/>
                    </a:lnTo>
                    <a:lnTo>
                      <a:pt x="153" y="83"/>
                    </a:lnTo>
                    <a:lnTo>
                      <a:pt x="155" y="83"/>
                    </a:lnTo>
                    <a:lnTo>
                      <a:pt x="157" y="83"/>
                    </a:lnTo>
                    <a:lnTo>
                      <a:pt x="157" y="83"/>
                    </a:lnTo>
                    <a:lnTo>
                      <a:pt x="159" y="83"/>
                    </a:lnTo>
                    <a:lnTo>
                      <a:pt x="160" y="83"/>
                    </a:lnTo>
                    <a:lnTo>
                      <a:pt x="162" y="83"/>
                    </a:lnTo>
                    <a:lnTo>
                      <a:pt x="162" y="83"/>
                    </a:lnTo>
                    <a:lnTo>
                      <a:pt x="164" y="83"/>
                    </a:lnTo>
                    <a:lnTo>
                      <a:pt x="165" y="83"/>
                    </a:lnTo>
                    <a:lnTo>
                      <a:pt x="167" y="83"/>
                    </a:lnTo>
                    <a:lnTo>
                      <a:pt x="167" y="84"/>
                    </a:lnTo>
                    <a:lnTo>
                      <a:pt x="167" y="84"/>
                    </a:lnTo>
                    <a:lnTo>
                      <a:pt x="167" y="84"/>
                    </a:lnTo>
                    <a:lnTo>
                      <a:pt x="169" y="84"/>
                    </a:lnTo>
                    <a:lnTo>
                      <a:pt x="169" y="86"/>
                    </a:lnTo>
                    <a:lnTo>
                      <a:pt x="171" y="86"/>
                    </a:lnTo>
                    <a:lnTo>
                      <a:pt x="171" y="86"/>
                    </a:lnTo>
                    <a:lnTo>
                      <a:pt x="172" y="86"/>
                    </a:lnTo>
                    <a:lnTo>
                      <a:pt x="172" y="88"/>
                    </a:lnTo>
                    <a:lnTo>
                      <a:pt x="174" y="88"/>
                    </a:lnTo>
                    <a:lnTo>
                      <a:pt x="174" y="88"/>
                    </a:lnTo>
                    <a:lnTo>
                      <a:pt x="176" y="88"/>
                    </a:lnTo>
                    <a:lnTo>
                      <a:pt x="176" y="88"/>
                    </a:lnTo>
                    <a:lnTo>
                      <a:pt x="177" y="88"/>
                    </a:lnTo>
                    <a:lnTo>
                      <a:pt x="177" y="88"/>
                    </a:lnTo>
                    <a:lnTo>
                      <a:pt x="179" y="88"/>
                    </a:lnTo>
                    <a:lnTo>
                      <a:pt x="179" y="90"/>
                    </a:lnTo>
                    <a:lnTo>
                      <a:pt x="180" y="90"/>
                    </a:lnTo>
                    <a:lnTo>
                      <a:pt x="180" y="90"/>
                    </a:lnTo>
                    <a:lnTo>
                      <a:pt x="182" y="90"/>
                    </a:lnTo>
                    <a:lnTo>
                      <a:pt x="182" y="90"/>
                    </a:lnTo>
                    <a:lnTo>
                      <a:pt x="184" y="90"/>
                    </a:lnTo>
                    <a:lnTo>
                      <a:pt x="184" y="90"/>
                    </a:lnTo>
                    <a:lnTo>
                      <a:pt x="186" y="90"/>
                    </a:lnTo>
                    <a:lnTo>
                      <a:pt x="186" y="92"/>
                    </a:lnTo>
                    <a:lnTo>
                      <a:pt x="188" y="92"/>
                    </a:lnTo>
                    <a:lnTo>
                      <a:pt x="188" y="92"/>
                    </a:lnTo>
                    <a:lnTo>
                      <a:pt x="190" y="92"/>
                    </a:lnTo>
                    <a:lnTo>
                      <a:pt x="190" y="94"/>
                    </a:lnTo>
                    <a:lnTo>
                      <a:pt x="192" y="94"/>
                    </a:lnTo>
                    <a:lnTo>
                      <a:pt x="192" y="94"/>
                    </a:lnTo>
                    <a:lnTo>
                      <a:pt x="194" y="94"/>
                    </a:lnTo>
                    <a:lnTo>
                      <a:pt x="194" y="96"/>
                    </a:lnTo>
                    <a:lnTo>
                      <a:pt x="194" y="96"/>
                    </a:lnTo>
                    <a:lnTo>
                      <a:pt x="194" y="96"/>
                    </a:lnTo>
                    <a:lnTo>
                      <a:pt x="194" y="96"/>
                    </a:lnTo>
                    <a:lnTo>
                      <a:pt x="194" y="96"/>
                    </a:lnTo>
                    <a:lnTo>
                      <a:pt x="194" y="96"/>
                    </a:lnTo>
                    <a:lnTo>
                      <a:pt x="194" y="96"/>
                    </a:lnTo>
                    <a:lnTo>
                      <a:pt x="195" y="96"/>
                    </a:lnTo>
                    <a:lnTo>
                      <a:pt x="195" y="97"/>
                    </a:lnTo>
                    <a:lnTo>
                      <a:pt x="195" y="97"/>
                    </a:lnTo>
                    <a:lnTo>
                      <a:pt x="195" y="97"/>
                    </a:lnTo>
                    <a:lnTo>
                      <a:pt x="195" y="97"/>
                    </a:lnTo>
                    <a:lnTo>
                      <a:pt x="195" y="97"/>
                    </a:lnTo>
                    <a:lnTo>
                      <a:pt x="195" y="97"/>
                    </a:lnTo>
                    <a:lnTo>
                      <a:pt x="195" y="97"/>
                    </a:lnTo>
                    <a:lnTo>
                      <a:pt x="197" y="97"/>
                    </a:lnTo>
                    <a:lnTo>
                      <a:pt x="197" y="97"/>
                    </a:lnTo>
                    <a:lnTo>
                      <a:pt x="197" y="97"/>
                    </a:lnTo>
                    <a:lnTo>
                      <a:pt x="197" y="97"/>
                    </a:lnTo>
                    <a:lnTo>
                      <a:pt x="197" y="97"/>
                    </a:lnTo>
                    <a:lnTo>
                      <a:pt x="197" y="97"/>
                    </a:lnTo>
                    <a:lnTo>
                      <a:pt x="197" y="97"/>
                    </a:lnTo>
                    <a:lnTo>
                      <a:pt x="197" y="97"/>
                    </a:lnTo>
                    <a:lnTo>
                      <a:pt x="199" y="96"/>
                    </a:lnTo>
                    <a:lnTo>
                      <a:pt x="199" y="96"/>
                    </a:lnTo>
                    <a:lnTo>
                      <a:pt x="199" y="96"/>
                    </a:lnTo>
                    <a:lnTo>
                      <a:pt x="199" y="96"/>
                    </a:lnTo>
                    <a:lnTo>
                      <a:pt x="199" y="93"/>
                    </a:lnTo>
                    <a:lnTo>
                      <a:pt x="199" y="93"/>
                    </a:lnTo>
                    <a:lnTo>
                      <a:pt x="199" y="93"/>
                    </a:lnTo>
                    <a:lnTo>
                      <a:pt x="199" y="93"/>
                    </a:lnTo>
                    <a:lnTo>
                      <a:pt x="201" y="91"/>
                    </a:lnTo>
                    <a:lnTo>
                      <a:pt x="201" y="91"/>
                    </a:lnTo>
                    <a:lnTo>
                      <a:pt x="201" y="91"/>
                    </a:lnTo>
                    <a:lnTo>
                      <a:pt x="201" y="91"/>
                    </a:lnTo>
                    <a:lnTo>
                      <a:pt x="201" y="90"/>
                    </a:lnTo>
                    <a:lnTo>
                      <a:pt x="201" y="90"/>
                    </a:lnTo>
                    <a:lnTo>
                      <a:pt x="201" y="90"/>
                    </a:lnTo>
                    <a:lnTo>
                      <a:pt x="201" y="90"/>
                    </a:lnTo>
                    <a:lnTo>
                      <a:pt x="202" y="89"/>
                    </a:lnTo>
                    <a:lnTo>
                      <a:pt x="202" y="89"/>
                    </a:lnTo>
                    <a:lnTo>
                      <a:pt x="202" y="89"/>
                    </a:lnTo>
                    <a:lnTo>
                      <a:pt x="202" y="89"/>
                    </a:lnTo>
                    <a:lnTo>
                      <a:pt x="202" y="86"/>
                    </a:lnTo>
                    <a:lnTo>
                      <a:pt x="202" y="86"/>
                    </a:lnTo>
                    <a:lnTo>
                      <a:pt x="202" y="85"/>
                    </a:lnTo>
                    <a:lnTo>
                      <a:pt x="202" y="85"/>
                    </a:lnTo>
                    <a:lnTo>
                      <a:pt x="203" y="83"/>
                    </a:lnTo>
                    <a:lnTo>
                      <a:pt x="203" y="83"/>
                    </a:lnTo>
                    <a:lnTo>
                      <a:pt x="203" y="83"/>
                    </a:lnTo>
                    <a:lnTo>
                      <a:pt x="203" y="83"/>
                    </a:lnTo>
                    <a:lnTo>
                      <a:pt x="203" y="83"/>
                    </a:lnTo>
                    <a:lnTo>
                      <a:pt x="203" y="83"/>
                    </a:lnTo>
                    <a:lnTo>
                      <a:pt x="203" y="83"/>
                    </a:lnTo>
                    <a:lnTo>
                      <a:pt x="203" y="83"/>
                    </a:lnTo>
                    <a:lnTo>
                      <a:pt x="203" y="82"/>
                    </a:lnTo>
                    <a:lnTo>
                      <a:pt x="203" y="82"/>
                    </a:lnTo>
                    <a:lnTo>
                      <a:pt x="203" y="82"/>
                    </a:lnTo>
                    <a:lnTo>
                      <a:pt x="203" y="82"/>
                    </a:lnTo>
                    <a:lnTo>
                      <a:pt x="203" y="80"/>
                    </a:lnTo>
                    <a:lnTo>
                      <a:pt x="203" y="80"/>
                    </a:lnTo>
                    <a:lnTo>
                      <a:pt x="203" y="80"/>
                    </a:lnTo>
                    <a:lnTo>
                      <a:pt x="203" y="80"/>
                    </a:lnTo>
                    <a:lnTo>
                      <a:pt x="203" y="78"/>
                    </a:lnTo>
                    <a:lnTo>
                      <a:pt x="203" y="78"/>
                    </a:lnTo>
                    <a:lnTo>
                      <a:pt x="203" y="78"/>
                    </a:lnTo>
                    <a:lnTo>
                      <a:pt x="203" y="78"/>
                    </a:lnTo>
                    <a:lnTo>
                      <a:pt x="203" y="77"/>
                    </a:lnTo>
                    <a:lnTo>
                      <a:pt x="203" y="77"/>
                    </a:lnTo>
                    <a:lnTo>
                      <a:pt x="203" y="77"/>
                    </a:lnTo>
                    <a:lnTo>
                      <a:pt x="203" y="77"/>
                    </a:lnTo>
                    <a:lnTo>
                      <a:pt x="203" y="75"/>
                    </a:lnTo>
                    <a:lnTo>
                      <a:pt x="203" y="75"/>
                    </a:lnTo>
                    <a:lnTo>
                      <a:pt x="203" y="75"/>
                    </a:lnTo>
                    <a:lnTo>
                      <a:pt x="203" y="75"/>
                    </a:lnTo>
                    <a:lnTo>
                      <a:pt x="203" y="75"/>
                    </a:lnTo>
                    <a:lnTo>
                      <a:pt x="203" y="75"/>
                    </a:lnTo>
                    <a:lnTo>
                      <a:pt x="203" y="75"/>
                    </a:lnTo>
                    <a:lnTo>
                      <a:pt x="203" y="75"/>
                    </a:lnTo>
                    <a:lnTo>
                      <a:pt x="203" y="73"/>
                    </a:lnTo>
                    <a:lnTo>
                      <a:pt x="202" y="73"/>
                    </a:lnTo>
                    <a:lnTo>
                      <a:pt x="202" y="73"/>
                    </a:lnTo>
                    <a:lnTo>
                      <a:pt x="202" y="73"/>
                    </a:lnTo>
                    <a:lnTo>
                      <a:pt x="202" y="71"/>
                    </a:lnTo>
                    <a:lnTo>
                      <a:pt x="201" y="71"/>
                    </a:lnTo>
                    <a:lnTo>
                      <a:pt x="201" y="69"/>
                    </a:lnTo>
                    <a:lnTo>
                      <a:pt x="201" y="69"/>
                    </a:lnTo>
                    <a:lnTo>
                      <a:pt x="201" y="68"/>
                    </a:lnTo>
                    <a:lnTo>
                      <a:pt x="199" y="68"/>
                    </a:lnTo>
                    <a:lnTo>
                      <a:pt x="199" y="67"/>
                    </a:lnTo>
                    <a:lnTo>
                      <a:pt x="199" y="67"/>
                    </a:lnTo>
                    <a:lnTo>
                      <a:pt x="199" y="65"/>
                    </a:lnTo>
                    <a:lnTo>
                      <a:pt x="199" y="65"/>
                    </a:lnTo>
                    <a:lnTo>
                      <a:pt x="199" y="64"/>
                    </a:lnTo>
                    <a:lnTo>
                      <a:pt x="199" y="64"/>
                    </a:lnTo>
                    <a:lnTo>
                      <a:pt x="199" y="62"/>
                    </a:lnTo>
                    <a:lnTo>
                      <a:pt x="197" y="62"/>
                    </a:lnTo>
                    <a:lnTo>
                      <a:pt x="197" y="62"/>
                    </a:lnTo>
                    <a:lnTo>
                      <a:pt x="196" y="62"/>
                    </a:lnTo>
                    <a:lnTo>
                      <a:pt x="196" y="62"/>
                    </a:lnTo>
                    <a:lnTo>
                      <a:pt x="194" y="62"/>
                    </a:lnTo>
                    <a:lnTo>
                      <a:pt x="194" y="62"/>
                    </a:lnTo>
                    <a:lnTo>
                      <a:pt x="194" y="62"/>
                    </a:lnTo>
                    <a:lnTo>
                      <a:pt x="194" y="60"/>
                    </a:lnTo>
                    <a:lnTo>
                      <a:pt x="192" y="60"/>
                    </a:lnTo>
                    <a:lnTo>
                      <a:pt x="192" y="60"/>
                    </a:lnTo>
                    <a:lnTo>
                      <a:pt x="191" y="60"/>
                    </a:lnTo>
                    <a:lnTo>
                      <a:pt x="191" y="59"/>
                    </a:lnTo>
                    <a:lnTo>
                      <a:pt x="189" y="59"/>
                    </a:lnTo>
                    <a:lnTo>
                      <a:pt x="189" y="59"/>
                    </a:lnTo>
                    <a:lnTo>
                      <a:pt x="189" y="59"/>
                    </a:lnTo>
                    <a:lnTo>
                      <a:pt x="189" y="57"/>
                    </a:lnTo>
                    <a:lnTo>
                      <a:pt x="187" y="57"/>
                    </a:lnTo>
                    <a:lnTo>
                      <a:pt x="187" y="57"/>
                    </a:lnTo>
                    <a:lnTo>
                      <a:pt x="186" y="57"/>
                    </a:lnTo>
                    <a:lnTo>
                      <a:pt x="186" y="57"/>
                    </a:lnTo>
                    <a:lnTo>
                      <a:pt x="184" y="57"/>
                    </a:lnTo>
                    <a:lnTo>
                      <a:pt x="184" y="57"/>
                    </a:lnTo>
                    <a:lnTo>
                      <a:pt x="184" y="57"/>
                    </a:lnTo>
                    <a:lnTo>
                      <a:pt x="184" y="57"/>
                    </a:lnTo>
                    <a:lnTo>
                      <a:pt x="181" y="57"/>
                    </a:lnTo>
                    <a:lnTo>
                      <a:pt x="181" y="57"/>
                    </a:lnTo>
                    <a:lnTo>
                      <a:pt x="179" y="57"/>
                    </a:lnTo>
                    <a:lnTo>
                      <a:pt x="179" y="57"/>
                    </a:lnTo>
                    <a:lnTo>
                      <a:pt x="178" y="57"/>
                    </a:lnTo>
                    <a:lnTo>
                      <a:pt x="178" y="57"/>
                    </a:lnTo>
                    <a:lnTo>
                      <a:pt x="178" y="57"/>
                    </a:lnTo>
                    <a:lnTo>
                      <a:pt x="178" y="54"/>
                    </a:lnTo>
                    <a:lnTo>
                      <a:pt x="176" y="54"/>
                    </a:lnTo>
                    <a:lnTo>
                      <a:pt x="176" y="54"/>
                    </a:lnTo>
                    <a:lnTo>
                      <a:pt x="174" y="54"/>
                    </a:lnTo>
                    <a:lnTo>
                      <a:pt x="174" y="54"/>
                    </a:lnTo>
                    <a:lnTo>
                      <a:pt x="172" y="54"/>
                    </a:lnTo>
                    <a:lnTo>
                      <a:pt x="172" y="54"/>
                    </a:lnTo>
                    <a:lnTo>
                      <a:pt x="171" y="54"/>
                    </a:lnTo>
                    <a:lnTo>
                      <a:pt x="171" y="53"/>
                    </a:lnTo>
                    <a:lnTo>
                      <a:pt x="169" y="53"/>
                    </a:lnTo>
                    <a:lnTo>
                      <a:pt x="169" y="53"/>
                    </a:lnTo>
                    <a:lnTo>
                      <a:pt x="167" y="53"/>
                    </a:lnTo>
                    <a:lnTo>
                      <a:pt x="167" y="53"/>
                    </a:lnTo>
                    <a:lnTo>
                      <a:pt x="165" y="53"/>
                    </a:lnTo>
                    <a:lnTo>
                      <a:pt x="165" y="53"/>
                    </a:lnTo>
                    <a:lnTo>
                      <a:pt x="165" y="53"/>
                    </a:lnTo>
                    <a:lnTo>
                      <a:pt x="165" y="52"/>
                    </a:lnTo>
                    <a:lnTo>
                      <a:pt x="163" y="52"/>
                    </a:lnTo>
                    <a:lnTo>
                      <a:pt x="163" y="52"/>
                    </a:lnTo>
                    <a:lnTo>
                      <a:pt x="162" y="52"/>
                    </a:lnTo>
                    <a:lnTo>
                      <a:pt x="162" y="52"/>
                    </a:lnTo>
                    <a:lnTo>
                      <a:pt x="160" y="52"/>
                    </a:lnTo>
                    <a:lnTo>
                      <a:pt x="160" y="52"/>
                    </a:lnTo>
                    <a:lnTo>
                      <a:pt x="158" y="52"/>
                    </a:lnTo>
                    <a:lnTo>
                      <a:pt x="158" y="52"/>
                    </a:lnTo>
                    <a:lnTo>
                      <a:pt x="156" y="52"/>
                    </a:lnTo>
                    <a:lnTo>
                      <a:pt x="156" y="52"/>
                    </a:lnTo>
                    <a:lnTo>
                      <a:pt x="155" y="52"/>
                    </a:lnTo>
                    <a:lnTo>
                      <a:pt x="155" y="52"/>
                    </a:lnTo>
                    <a:lnTo>
                      <a:pt x="152" y="52"/>
                    </a:lnTo>
                    <a:lnTo>
                      <a:pt x="152" y="52"/>
                    </a:lnTo>
                    <a:lnTo>
                      <a:pt x="152" y="52"/>
                    </a:lnTo>
                    <a:lnTo>
                      <a:pt x="152" y="50"/>
                    </a:lnTo>
                    <a:lnTo>
                      <a:pt x="150" y="50"/>
                    </a:lnTo>
                    <a:lnTo>
                      <a:pt x="149" y="50"/>
                    </a:lnTo>
                    <a:lnTo>
                      <a:pt x="147" y="50"/>
                    </a:lnTo>
                    <a:lnTo>
                      <a:pt x="147" y="50"/>
                    </a:lnTo>
                    <a:lnTo>
                      <a:pt x="145" y="50"/>
                    </a:lnTo>
                    <a:lnTo>
                      <a:pt x="143" y="50"/>
                    </a:lnTo>
                    <a:lnTo>
                      <a:pt x="141" y="50"/>
                    </a:lnTo>
                    <a:lnTo>
                      <a:pt x="141" y="50"/>
                    </a:lnTo>
                    <a:lnTo>
                      <a:pt x="140" y="50"/>
                    </a:lnTo>
                    <a:lnTo>
                      <a:pt x="138" y="50"/>
                    </a:lnTo>
                    <a:lnTo>
                      <a:pt x="135" y="50"/>
                    </a:lnTo>
                    <a:lnTo>
                      <a:pt x="135" y="50"/>
                    </a:lnTo>
                    <a:lnTo>
                      <a:pt x="134" y="50"/>
                    </a:lnTo>
                    <a:lnTo>
                      <a:pt x="133" y="50"/>
                    </a:lnTo>
                    <a:lnTo>
                      <a:pt x="131" y="50"/>
                    </a:lnTo>
                    <a:lnTo>
                      <a:pt x="131" y="50"/>
                    </a:lnTo>
                    <a:lnTo>
                      <a:pt x="129" y="52"/>
                    </a:lnTo>
                    <a:lnTo>
                      <a:pt x="129" y="52"/>
                    </a:lnTo>
                    <a:lnTo>
                      <a:pt x="127" y="52"/>
                    </a:lnTo>
                    <a:lnTo>
                      <a:pt x="127" y="52"/>
                    </a:lnTo>
                    <a:lnTo>
                      <a:pt x="125" y="53"/>
                    </a:lnTo>
                    <a:lnTo>
                      <a:pt x="125" y="53"/>
                    </a:lnTo>
                    <a:lnTo>
                      <a:pt x="125" y="53"/>
                    </a:lnTo>
                    <a:lnTo>
                      <a:pt x="125" y="53"/>
                    </a:lnTo>
                    <a:lnTo>
                      <a:pt x="123" y="55"/>
                    </a:lnTo>
                    <a:lnTo>
                      <a:pt x="123" y="55"/>
                    </a:lnTo>
                    <a:lnTo>
                      <a:pt x="121" y="55"/>
                    </a:lnTo>
                    <a:lnTo>
                      <a:pt x="121" y="55"/>
                    </a:lnTo>
                    <a:lnTo>
                      <a:pt x="120" y="56"/>
                    </a:lnTo>
                    <a:lnTo>
                      <a:pt x="120" y="56"/>
                    </a:lnTo>
                    <a:lnTo>
                      <a:pt x="120" y="56"/>
                    </a:lnTo>
                    <a:lnTo>
                      <a:pt x="120" y="56"/>
                    </a:lnTo>
                    <a:lnTo>
                      <a:pt x="118" y="58"/>
                    </a:lnTo>
                    <a:lnTo>
                      <a:pt x="118" y="58"/>
                    </a:lnTo>
                    <a:lnTo>
                      <a:pt x="117" y="58"/>
                    </a:lnTo>
                    <a:lnTo>
                      <a:pt x="117" y="58"/>
                    </a:lnTo>
                    <a:lnTo>
                      <a:pt x="115" y="60"/>
                    </a:lnTo>
                    <a:lnTo>
                      <a:pt x="115" y="60"/>
                    </a:lnTo>
                    <a:lnTo>
                      <a:pt x="113" y="60"/>
                    </a:lnTo>
                    <a:lnTo>
                      <a:pt x="113" y="60"/>
                    </a:lnTo>
                    <a:lnTo>
                      <a:pt x="112" y="62"/>
                    </a:lnTo>
                    <a:lnTo>
                      <a:pt x="112" y="62"/>
                    </a:lnTo>
                    <a:lnTo>
                      <a:pt x="110" y="62"/>
                    </a:lnTo>
                    <a:lnTo>
                      <a:pt x="110" y="62"/>
                    </a:lnTo>
                    <a:lnTo>
                      <a:pt x="108" y="64"/>
                    </a:lnTo>
                    <a:lnTo>
                      <a:pt x="108" y="64"/>
                    </a:lnTo>
                    <a:lnTo>
                      <a:pt x="107" y="64"/>
                    </a:lnTo>
                    <a:lnTo>
                      <a:pt x="107" y="64"/>
                    </a:lnTo>
                    <a:lnTo>
                      <a:pt x="105" y="66"/>
                    </a:lnTo>
                    <a:lnTo>
                      <a:pt x="105" y="66"/>
                    </a:lnTo>
                    <a:lnTo>
                      <a:pt x="103" y="66"/>
                    </a:lnTo>
                    <a:lnTo>
                      <a:pt x="103" y="66"/>
                    </a:lnTo>
                    <a:lnTo>
                      <a:pt x="101" y="68"/>
                    </a:lnTo>
                    <a:lnTo>
                      <a:pt x="101" y="68"/>
                    </a:lnTo>
                    <a:lnTo>
                      <a:pt x="100" y="68"/>
                    </a:lnTo>
                    <a:lnTo>
                      <a:pt x="100" y="68"/>
                    </a:lnTo>
                    <a:lnTo>
                      <a:pt x="98" y="70"/>
                    </a:lnTo>
                    <a:lnTo>
                      <a:pt x="98" y="70"/>
                    </a:lnTo>
                    <a:lnTo>
                      <a:pt x="97" y="70"/>
                    </a:lnTo>
                    <a:lnTo>
                      <a:pt x="97" y="70"/>
                    </a:lnTo>
                    <a:lnTo>
                      <a:pt x="95" y="71"/>
                    </a:lnTo>
                    <a:lnTo>
                      <a:pt x="95" y="71"/>
                    </a:lnTo>
                    <a:lnTo>
                      <a:pt x="95" y="71"/>
                    </a:lnTo>
                    <a:lnTo>
                      <a:pt x="95" y="71"/>
                    </a:lnTo>
                    <a:lnTo>
                      <a:pt x="93" y="74"/>
                    </a:lnTo>
                    <a:lnTo>
                      <a:pt x="93" y="74"/>
                    </a:lnTo>
                    <a:lnTo>
                      <a:pt x="91" y="74"/>
                    </a:lnTo>
                    <a:lnTo>
                      <a:pt x="91" y="74"/>
                    </a:lnTo>
                    <a:lnTo>
                      <a:pt x="90" y="74"/>
                    </a:lnTo>
                    <a:lnTo>
                      <a:pt x="90" y="74"/>
                    </a:lnTo>
                    <a:lnTo>
                      <a:pt x="89" y="74"/>
                    </a:lnTo>
                    <a:lnTo>
                      <a:pt x="89" y="74"/>
                    </a:lnTo>
                    <a:lnTo>
                      <a:pt x="87" y="74"/>
                    </a:lnTo>
                    <a:lnTo>
                      <a:pt x="87" y="74"/>
                    </a:lnTo>
                    <a:lnTo>
                      <a:pt x="85" y="74"/>
                    </a:lnTo>
                    <a:lnTo>
                      <a:pt x="85" y="74"/>
                    </a:lnTo>
                    <a:lnTo>
                      <a:pt x="83" y="74"/>
                    </a:lnTo>
                    <a:lnTo>
                      <a:pt x="83" y="74"/>
                    </a:lnTo>
                    <a:lnTo>
                      <a:pt x="83" y="74"/>
                    </a:lnTo>
                    <a:lnTo>
                      <a:pt x="83" y="74"/>
                    </a:lnTo>
                    <a:lnTo>
                      <a:pt x="81" y="74"/>
                    </a:lnTo>
                    <a:lnTo>
                      <a:pt x="81" y="74"/>
                    </a:lnTo>
                    <a:lnTo>
                      <a:pt x="81" y="74"/>
                    </a:lnTo>
                    <a:lnTo>
                      <a:pt x="81" y="74"/>
                    </a:lnTo>
                    <a:lnTo>
                      <a:pt x="79" y="74"/>
                    </a:lnTo>
                    <a:lnTo>
                      <a:pt x="79" y="74"/>
                    </a:lnTo>
                    <a:lnTo>
                      <a:pt x="78" y="74"/>
                    </a:lnTo>
                    <a:lnTo>
                      <a:pt x="78" y="74"/>
                    </a:lnTo>
                    <a:lnTo>
                      <a:pt x="76" y="74"/>
                    </a:lnTo>
                    <a:lnTo>
                      <a:pt x="76" y="74"/>
                    </a:lnTo>
                    <a:lnTo>
                      <a:pt x="75" y="74"/>
                    </a:lnTo>
                    <a:lnTo>
                      <a:pt x="75" y="74"/>
                    </a:lnTo>
                    <a:lnTo>
                      <a:pt x="74" y="74"/>
                    </a:lnTo>
                    <a:lnTo>
                      <a:pt x="74" y="74"/>
                    </a:lnTo>
                    <a:lnTo>
                      <a:pt x="74" y="74"/>
                    </a:lnTo>
                    <a:lnTo>
                      <a:pt x="74" y="71"/>
                    </a:lnTo>
                    <a:lnTo>
                      <a:pt x="72" y="71"/>
                    </a:lnTo>
                    <a:lnTo>
                      <a:pt x="72" y="71"/>
                    </a:lnTo>
                    <a:lnTo>
                      <a:pt x="70" y="71"/>
                    </a:lnTo>
                    <a:lnTo>
                      <a:pt x="70" y="70"/>
                    </a:lnTo>
                    <a:lnTo>
                      <a:pt x="68" y="70"/>
                    </a:lnTo>
                    <a:lnTo>
                      <a:pt x="68" y="69"/>
                    </a:lnTo>
                    <a:lnTo>
                      <a:pt x="68" y="69"/>
                    </a:lnTo>
                    <a:lnTo>
                      <a:pt x="68" y="68"/>
                    </a:lnTo>
                    <a:lnTo>
                      <a:pt x="66" y="68"/>
                    </a:lnTo>
                    <a:lnTo>
                      <a:pt x="66" y="68"/>
                    </a:lnTo>
                    <a:lnTo>
                      <a:pt x="66" y="68"/>
                    </a:lnTo>
                    <a:lnTo>
                      <a:pt x="66" y="66"/>
                    </a:lnTo>
                    <a:lnTo>
                      <a:pt x="65" y="66"/>
                    </a:lnTo>
                    <a:lnTo>
                      <a:pt x="65" y="65"/>
                    </a:lnTo>
                    <a:lnTo>
                      <a:pt x="65" y="65"/>
                    </a:lnTo>
                    <a:lnTo>
                      <a:pt x="65" y="63"/>
                    </a:lnTo>
                    <a:lnTo>
                      <a:pt x="60" y="61"/>
                    </a:lnTo>
                    <a:lnTo>
                      <a:pt x="57" y="57"/>
                    </a:lnTo>
                    <a:lnTo>
                      <a:pt x="51" y="53"/>
                    </a:lnTo>
                    <a:lnTo>
                      <a:pt x="47" y="48"/>
                    </a:lnTo>
                    <a:lnTo>
                      <a:pt x="41" y="44"/>
                    </a:lnTo>
                    <a:lnTo>
                      <a:pt x="36" y="38"/>
                    </a:lnTo>
                    <a:lnTo>
                      <a:pt x="30" y="32"/>
                    </a:lnTo>
                    <a:lnTo>
                      <a:pt x="25" y="27"/>
                    </a:lnTo>
                    <a:lnTo>
                      <a:pt x="20" y="23"/>
                    </a:lnTo>
                    <a:lnTo>
                      <a:pt x="15" y="17"/>
                    </a:lnTo>
                    <a:lnTo>
                      <a:pt x="11" y="13"/>
                    </a:lnTo>
                    <a:lnTo>
                      <a:pt x="7" y="9"/>
                    </a:lnTo>
                    <a:lnTo>
                      <a:pt x="3" y="6"/>
                    </a:lnTo>
                    <a:lnTo>
                      <a:pt x="1" y="3"/>
                    </a:lnTo>
                    <a:lnTo>
                      <a:pt x="0" y="1"/>
                    </a:lnTo>
                    <a:lnTo>
                      <a:pt x="0" y="0"/>
                    </a:lnTo>
                    <a:lnTo>
                      <a:pt x="0"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05" name=""/>
              <p:cNvSpPr/>
              <p:nvPr/>
            </p:nvSpPr>
            <p:spPr>
              <a:xfrm>
                <a:off x="7875720" y="6423120"/>
                <a:ext cx="650880" cy="242640"/>
              </a:xfrm>
              <a:custGeom>
                <a:avLst/>
                <a:gdLst/>
                <a:ahLst/>
                <a:rect l="l" t="t" r="r" b="b"/>
                <a:pathLst>
                  <a:path w="410" h="153">
                    <a:moveTo>
                      <a:pt x="3" y="40"/>
                    </a:moveTo>
                    <a:lnTo>
                      <a:pt x="4" y="43"/>
                    </a:lnTo>
                    <a:lnTo>
                      <a:pt x="0" y="79"/>
                    </a:lnTo>
                    <a:lnTo>
                      <a:pt x="72" y="152"/>
                    </a:lnTo>
                    <a:lnTo>
                      <a:pt x="409" y="37"/>
                    </a:lnTo>
                    <a:lnTo>
                      <a:pt x="409" y="0"/>
                    </a:lnTo>
                    <a:lnTo>
                      <a:pt x="75" y="115"/>
                    </a:lnTo>
                    <a:lnTo>
                      <a:pt x="3" y="40"/>
                    </a:lnTo>
                    <a:lnTo>
                      <a:pt x="3" y="4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06" name=""/>
              <p:cNvSpPr/>
              <p:nvPr/>
            </p:nvSpPr>
            <p:spPr>
              <a:xfrm>
                <a:off x="7682040" y="6103800"/>
                <a:ext cx="847440" cy="507960"/>
              </a:xfrm>
              <a:custGeom>
                <a:avLst/>
                <a:gdLst/>
                <a:ahLst/>
                <a:rect l="l" t="t" r="r" b="b"/>
                <a:pathLst>
                  <a:path w="534" h="320">
                    <a:moveTo>
                      <a:pt x="181" y="121"/>
                    </a:moveTo>
                    <a:lnTo>
                      <a:pt x="179" y="121"/>
                    </a:lnTo>
                    <a:lnTo>
                      <a:pt x="179" y="121"/>
                    </a:lnTo>
                    <a:lnTo>
                      <a:pt x="177" y="121"/>
                    </a:lnTo>
                    <a:lnTo>
                      <a:pt x="177" y="120"/>
                    </a:lnTo>
                    <a:lnTo>
                      <a:pt x="175" y="120"/>
                    </a:lnTo>
                    <a:lnTo>
                      <a:pt x="175" y="120"/>
                    </a:lnTo>
                    <a:lnTo>
                      <a:pt x="173" y="120"/>
                    </a:lnTo>
                    <a:lnTo>
                      <a:pt x="173" y="118"/>
                    </a:lnTo>
                    <a:lnTo>
                      <a:pt x="171" y="118"/>
                    </a:lnTo>
                    <a:lnTo>
                      <a:pt x="171" y="118"/>
                    </a:lnTo>
                    <a:lnTo>
                      <a:pt x="169" y="118"/>
                    </a:lnTo>
                    <a:lnTo>
                      <a:pt x="169" y="116"/>
                    </a:lnTo>
                    <a:lnTo>
                      <a:pt x="167" y="116"/>
                    </a:lnTo>
                    <a:lnTo>
                      <a:pt x="167" y="116"/>
                    </a:lnTo>
                    <a:lnTo>
                      <a:pt x="167" y="116"/>
                    </a:lnTo>
                    <a:lnTo>
                      <a:pt x="167" y="114"/>
                    </a:lnTo>
                    <a:lnTo>
                      <a:pt x="165" y="114"/>
                    </a:lnTo>
                    <a:lnTo>
                      <a:pt x="165" y="114"/>
                    </a:lnTo>
                    <a:lnTo>
                      <a:pt x="163" y="114"/>
                    </a:lnTo>
                    <a:lnTo>
                      <a:pt x="163" y="112"/>
                    </a:lnTo>
                    <a:lnTo>
                      <a:pt x="161" y="112"/>
                    </a:lnTo>
                    <a:lnTo>
                      <a:pt x="161" y="111"/>
                    </a:lnTo>
                    <a:lnTo>
                      <a:pt x="161" y="111"/>
                    </a:lnTo>
                    <a:lnTo>
                      <a:pt x="161" y="109"/>
                    </a:lnTo>
                    <a:lnTo>
                      <a:pt x="159" y="109"/>
                    </a:lnTo>
                    <a:lnTo>
                      <a:pt x="159" y="107"/>
                    </a:lnTo>
                    <a:lnTo>
                      <a:pt x="159" y="107"/>
                    </a:lnTo>
                    <a:lnTo>
                      <a:pt x="159" y="105"/>
                    </a:lnTo>
                    <a:lnTo>
                      <a:pt x="157" y="105"/>
                    </a:lnTo>
                    <a:lnTo>
                      <a:pt x="157" y="103"/>
                    </a:lnTo>
                    <a:lnTo>
                      <a:pt x="157" y="103"/>
                    </a:lnTo>
                    <a:lnTo>
                      <a:pt x="157" y="102"/>
                    </a:lnTo>
                    <a:lnTo>
                      <a:pt x="156" y="102"/>
                    </a:lnTo>
                    <a:lnTo>
                      <a:pt x="156" y="102"/>
                    </a:lnTo>
                    <a:lnTo>
                      <a:pt x="156" y="102"/>
                    </a:lnTo>
                    <a:lnTo>
                      <a:pt x="156" y="99"/>
                    </a:lnTo>
                    <a:lnTo>
                      <a:pt x="155" y="99"/>
                    </a:lnTo>
                    <a:lnTo>
                      <a:pt x="155" y="98"/>
                    </a:lnTo>
                    <a:lnTo>
                      <a:pt x="155" y="98"/>
                    </a:lnTo>
                    <a:lnTo>
                      <a:pt x="155" y="96"/>
                    </a:lnTo>
                    <a:lnTo>
                      <a:pt x="152" y="96"/>
                    </a:lnTo>
                    <a:lnTo>
                      <a:pt x="152" y="95"/>
                    </a:lnTo>
                    <a:lnTo>
                      <a:pt x="152" y="95"/>
                    </a:lnTo>
                    <a:lnTo>
                      <a:pt x="152" y="93"/>
                    </a:lnTo>
                    <a:lnTo>
                      <a:pt x="152" y="93"/>
                    </a:lnTo>
                    <a:lnTo>
                      <a:pt x="152" y="91"/>
                    </a:lnTo>
                    <a:lnTo>
                      <a:pt x="152" y="91"/>
                    </a:lnTo>
                    <a:lnTo>
                      <a:pt x="152" y="89"/>
                    </a:lnTo>
                    <a:lnTo>
                      <a:pt x="152" y="89"/>
                    </a:lnTo>
                    <a:lnTo>
                      <a:pt x="152" y="89"/>
                    </a:lnTo>
                    <a:lnTo>
                      <a:pt x="152" y="89"/>
                    </a:lnTo>
                    <a:lnTo>
                      <a:pt x="152" y="89"/>
                    </a:lnTo>
                    <a:lnTo>
                      <a:pt x="152" y="89"/>
                    </a:lnTo>
                    <a:lnTo>
                      <a:pt x="152" y="89"/>
                    </a:lnTo>
                    <a:lnTo>
                      <a:pt x="152" y="89"/>
                    </a:lnTo>
                    <a:lnTo>
                      <a:pt x="152" y="87"/>
                    </a:lnTo>
                    <a:lnTo>
                      <a:pt x="152" y="87"/>
                    </a:lnTo>
                    <a:lnTo>
                      <a:pt x="152" y="87"/>
                    </a:lnTo>
                    <a:lnTo>
                      <a:pt x="152" y="87"/>
                    </a:lnTo>
                    <a:lnTo>
                      <a:pt x="152" y="86"/>
                    </a:lnTo>
                    <a:lnTo>
                      <a:pt x="152" y="86"/>
                    </a:lnTo>
                    <a:lnTo>
                      <a:pt x="152" y="86"/>
                    </a:lnTo>
                    <a:lnTo>
                      <a:pt x="152" y="86"/>
                    </a:lnTo>
                    <a:lnTo>
                      <a:pt x="152" y="84"/>
                    </a:lnTo>
                    <a:lnTo>
                      <a:pt x="152" y="84"/>
                    </a:lnTo>
                    <a:lnTo>
                      <a:pt x="152" y="84"/>
                    </a:lnTo>
                    <a:lnTo>
                      <a:pt x="152" y="84"/>
                    </a:lnTo>
                    <a:lnTo>
                      <a:pt x="152" y="83"/>
                    </a:lnTo>
                    <a:lnTo>
                      <a:pt x="152" y="83"/>
                    </a:lnTo>
                    <a:lnTo>
                      <a:pt x="152" y="83"/>
                    </a:lnTo>
                    <a:lnTo>
                      <a:pt x="152" y="83"/>
                    </a:lnTo>
                    <a:lnTo>
                      <a:pt x="152" y="81"/>
                    </a:lnTo>
                    <a:lnTo>
                      <a:pt x="152" y="81"/>
                    </a:lnTo>
                    <a:lnTo>
                      <a:pt x="152" y="81"/>
                    </a:lnTo>
                    <a:lnTo>
                      <a:pt x="152" y="81"/>
                    </a:lnTo>
                    <a:lnTo>
                      <a:pt x="152" y="79"/>
                    </a:lnTo>
                    <a:lnTo>
                      <a:pt x="152" y="79"/>
                    </a:lnTo>
                    <a:lnTo>
                      <a:pt x="152" y="79"/>
                    </a:lnTo>
                    <a:lnTo>
                      <a:pt x="152" y="79"/>
                    </a:lnTo>
                    <a:lnTo>
                      <a:pt x="152" y="77"/>
                    </a:lnTo>
                    <a:lnTo>
                      <a:pt x="150" y="77"/>
                    </a:lnTo>
                    <a:lnTo>
                      <a:pt x="150" y="77"/>
                    </a:lnTo>
                    <a:lnTo>
                      <a:pt x="149" y="77"/>
                    </a:lnTo>
                    <a:lnTo>
                      <a:pt x="149" y="77"/>
                    </a:lnTo>
                    <a:lnTo>
                      <a:pt x="147" y="77"/>
                    </a:lnTo>
                    <a:lnTo>
                      <a:pt x="147" y="77"/>
                    </a:lnTo>
                    <a:lnTo>
                      <a:pt x="146" y="77"/>
                    </a:lnTo>
                    <a:lnTo>
                      <a:pt x="146" y="75"/>
                    </a:lnTo>
                    <a:lnTo>
                      <a:pt x="144" y="75"/>
                    </a:lnTo>
                    <a:lnTo>
                      <a:pt x="144" y="75"/>
                    </a:lnTo>
                    <a:lnTo>
                      <a:pt x="142" y="75"/>
                    </a:lnTo>
                    <a:lnTo>
                      <a:pt x="142" y="75"/>
                    </a:lnTo>
                    <a:lnTo>
                      <a:pt x="141" y="75"/>
                    </a:lnTo>
                    <a:lnTo>
                      <a:pt x="141" y="75"/>
                    </a:lnTo>
                    <a:lnTo>
                      <a:pt x="141" y="75"/>
                    </a:lnTo>
                    <a:lnTo>
                      <a:pt x="141" y="75"/>
                    </a:lnTo>
                    <a:lnTo>
                      <a:pt x="139" y="75"/>
                    </a:lnTo>
                    <a:lnTo>
                      <a:pt x="139" y="75"/>
                    </a:lnTo>
                    <a:lnTo>
                      <a:pt x="137" y="75"/>
                    </a:lnTo>
                    <a:lnTo>
                      <a:pt x="137" y="75"/>
                    </a:lnTo>
                    <a:lnTo>
                      <a:pt x="135" y="75"/>
                    </a:lnTo>
                    <a:lnTo>
                      <a:pt x="135" y="75"/>
                    </a:lnTo>
                    <a:lnTo>
                      <a:pt x="135" y="75"/>
                    </a:lnTo>
                    <a:lnTo>
                      <a:pt x="135" y="75"/>
                    </a:lnTo>
                    <a:lnTo>
                      <a:pt x="133" y="75"/>
                    </a:lnTo>
                    <a:lnTo>
                      <a:pt x="133" y="75"/>
                    </a:lnTo>
                    <a:lnTo>
                      <a:pt x="133" y="75"/>
                    </a:lnTo>
                    <a:lnTo>
                      <a:pt x="133" y="75"/>
                    </a:lnTo>
                    <a:lnTo>
                      <a:pt x="131" y="75"/>
                    </a:lnTo>
                    <a:lnTo>
                      <a:pt x="131" y="75"/>
                    </a:lnTo>
                    <a:lnTo>
                      <a:pt x="131" y="75"/>
                    </a:lnTo>
                    <a:lnTo>
                      <a:pt x="131" y="75"/>
                    </a:lnTo>
                    <a:lnTo>
                      <a:pt x="129" y="77"/>
                    </a:lnTo>
                    <a:lnTo>
                      <a:pt x="129" y="77"/>
                    </a:lnTo>
                    <a:lnTo>
                      <a:pt x="127" y="77"/>
                    </a:lnTo>
                    <a:lnTo>
                      <a:pt x="127" y="77"/>
                    </a:lnTo>
                    <a:lnTo>
                      <a:pt x="125" y="77"/>
                    </a:lnTo>
                    <a:lnTo>
                      <a:pt x="125" y="77"/>
                    </a:lnTo>
                    <a:lnTo>
                      <a:pt x="124" y="77"/>
                    </a:lnTo>
                    <a:lnTo>
                      <a:pt x="124" y="77"/>
                    </a:lnTo>
                    <a:lnTo>
                      <a:pt x="122" y="79"/>
                    </a:lnTo>
                    <a:lnTo>
                      <a:pt x="122" y="79"/>
                    </a:lnTo>
                    <a:lnTo>
                      <a:pt x="120" y="79"/>
                    </a:lnTo>
                    <a:lnTo>
                      <a:pt x="120" y="79"/>
                    </a:lnTo>
                    <a:lnTo>
                      <a:pt x="118" y="79"/>
                    </a:lnTo>
                    <a:lnTo>
                      <a:pt x="118" y="79"/>
                    </a:lnTo>
                    <a:lnTo>
                      <a:pt x="118" y="79"/>
                    </a:lnTo>
                    <a:lnTo>
                      <a:pt x="118" y="79"/>
                    </a:lnTo>
                    <a:lnTo>
                      <a:pt x="111" y="82"/>
                    </a:lnTo>
                    <a:lnTo>
                      <a:pt x="104" y="84"/>
                    </a:lnTo>
                    <a:lnTo>
                      <a:pt x="95" y="87"/>
                    </a:lnTo>
                    <a:lnTo>
                      <a:pt x="87" y="89"/>
                    </a:lnTo>
                    <a:lnTo>
                      <a:pt x="77" y="93"/>
                    </a:lnTo>
                    <a:lnTo>
                      <a:pt x="68" y="96"/>
                    </a:lnTo>
                    <a:lnTo>
                      <a:pt x="58" y="100"/>
                    </a:lnTo>
                    <a:lnTo>
                      <a:pt x="48" y="102"/>
                    </a:lnTo>
                    <a:lnTo>
                      <a:pt x="38" y="106"/>
                    </a:lnTo>
                    <a:lnTo>
                      <a:pt x="30" y="109"/>
                    </a:lnTo>
                    <a:lnTo>
                      <a:pt x="22" y="112"/>
                    </a:lnTo>
                    <a:lnTo>
                      <a:pt x="15" y="114"/>
                    </a:lnTo>
                    <a:lnTo>
                      <a:pt x="8" y="116"/>
                    </a:lnTo>
                    <a:lnTo>
                      <a:pt x="4" y="118"/>
                    </a:lnTo>
                    <a:lnTo>
                      <a:pt x="1" y="118"/>
                    </a:lnTo>
                    <a:lnTo>
                      <a:pt x="1" y="118"/>
                    </a:lnTo>
                    <a:lnTo>
                      <a:pt x="0" y="119"/>
                    </a:lnTo>
                    <a:lnTo>
                      <a:pt x="2" y="121"/>
                    </a:lnTo>
                    <a:lnTo>
                      <a:pt x="4" y="125"/>
                    </a:lnTo>
                    <a:lnTo>
                      <a:pt x="8" y="128"/>
                    </a:lnTo>
                    <a:lnTo>
                      <a:pt x="12" y="134"/>
                    </a:lnTo>
                    <a:lnTo>
                      <a:pt x="17" y="138"/>
                    </a:lnTo>
                    <a:lnTo>
                      <a:pt x="23" y="144"/>
                    </a:lnTo>
                    <a:lnTo>
                      <a:pt x="30" y="149"/>
                    </a:lnTo>
                    <a:lnTo>
                      <a:pt x="35" y="156"/>
                    </a:lnTo>
                    <a:lnTo>
                      <a:pt x="41" y="162"/>
                    </a:lnTo>
                    <a:lnTo>
                      <a:pt x="47" y="168"/>
                    </a:lnTo>
                    <a:lnTo>
                      <a:pt x="54" y="173"/>
                    </a:lnTo>
                    <a:lnTo>
                      <a:pt x="59" y="179"/>
                    </a:lnTo>
                    <a:lnTo>
                      <a:pt x="64" y="184"/>
                    </a:lnTo>
                    <a:lnTo>
                      <a:pt x="68" y="187"/>
                    </a:lnTo>
                    <a:lnTo>
                      <a:pt x="74" y="189"/>
                    </a:lnTo>
                    <a:lnTo>
                      <a:pt x="74" y="192"/>
                    </a:lnTo>
                    <a:lnTo>
                      <a:pt x="74" y="192"/>
                    </a:lnTo>
                    <a:lnTo>
                      <a:pt x="74" y="192"/>
                    </a:lnTo>
                    <a:lnTo>
                      <a:pt x="75" y="192"/>
                    </a:lnTo>
                    <a:lnTo>
                      <a:pt x="75" y="192"/>
                    </a:lnTo>
                    <a:lnTo>
                      <a:pt x="77" y="192"/>
                    </a:lnTo>
                    <a:lnTo>
                      <a:pt x="77" y="192"/>
                    </a:lnTo>
                    <a:lnTo>
                      <a:pt x="79" y="192"/>
                    </a:lnTo>
                    <a:lnTo>
                      <a:pt x="79" y="193"/>
                    </a:lnTo>
                    <a:lnTo>
                      <a:pt x="81" y="193"/>
                    </a:lnTo>
                    <a:lnTo>
                      <a:pt x="81" y="193"/>
                    </a:lnTo>
                    <a:lnTo>
                      <a:pt x="83" y="193"/>
                    </a:lnTo>
                    <a:lnTo>
                      <a:pt x="83" y="193"/>
                    </a:lnTo>
                    <a:lnTo>
                      <a:pt x="85" y="193"/>
                    </a:lnTo>
                    <a:lnTo>
                      <a:pt x="86" y="193"/>
                    </a:lnTo>
                    <a:lnTo>
                      <a:pt x="89" y="192"/>
                    </a:lnTo>
                    <a:lnTo>
                      <a:pt x="89" y="192"/>
                    </a:lnTo>
                    <a:lnTo>
                      <a:pt x="89" y="192"/>
                    </a:lnTo>
                    <a:lnTo>
                      <a:pt x="89" y="192"/>
                    </a:lnTo>
                    <a:lnTo>
                      <a:pt x="89" y="192"/>
                    </a:lnTo>
                    <a:lnTo>
                      <a:pt x="89" y="192"/>
                    </a:lnTo>
                    <a:lnTo>
                      <a:pt x="89" y="192"/>
                    </a:lnTo>
                    <a:lnTo>
                      <a:pt x="89" y="192"/>
                    </a:lnTo>
                    <a:lnTo>
                      <a:pt x="91" y="192"/>
                    </a:lnTo>
                    <a:lnTo>
                      <a:pt x="91" y="192"/>
                    </a:lnTo>
                    <a:lnTo>
                      <a:pt x="91" y="192"/>
                    </a:lnTo>
                    <a:lnTo>
                      <a:pt x="91" y="192"/>
                    </a:lnTo>
                    <a:lnTo>
                      <a:pt x="93" y="192"/>
                    </a:lnTo>
                    <a:lnTo>
                      <a:pt x="93" y="192"/>
                    </a:lnTo>
                    <a:lnTo>
                      <a:pt x="94" y="192"/>
                    </a:lnTo>
                    <a:lnTo>
                      <a:pt x="94" y="192"/>
                    </a:lnTo>
                    <a:lnTo>
                      <a:pt x="96" y="189"/>
                    </a:lnTo>
                    <a:lnTo>
                      <a:pt x="96" y="189"/>
                    </a:lnTo>
                    <a:lnTo>
                      <a:pt x="96" y="189"/>
                    </a:lnTo>
                    <a:lnTo>
                      <a:pt x="96" y="189"/>
                    </a:lnTo>
                    <a:lnTo>
                      <a:pt x="97" y="188"/>
                    </a:lnTo>
                    <a:lnTo>
                      <a:pt x="97" y="188"/>
                    </a:lnTo>
                    <a:lnTo>
                      <a:pt x="98" y="188"/>
                    </a:lnTo>
                    <a:lnTo>
                      <a:pt x="98" y="188"/>
                    </a:lnTo>
                    <a:lnTo>
                      <a:pt x="100" y="186"/>
                    </a:lnTo>
                    <a:lnTo>
                      <a:pt x="100" y="186"/>
                    </a:lnTo>
                    <a:lnTo>
                      <a:pt x="101" y="186"/>
                    </a:lnTo>
                    <a:lnTo>
                      <a:pt x="101" y="186"/>
                    </a:lnTo>
                    <a:lnTo>
                      <a:pt x="103" y="184"/>
                    </a:lnTo>
                    <a:lnTo>
                      <a:pt x="103" y="184"/>
                    </a:lnTo>
                    <a:lnTo>
                      <a:pt x="105" y="184"/>
                    </a:lnTo>
                    <a:lnTo>
                      <a:pt x="105" y="184"/>
                    </a:lnTo>
                    <a:lnTo>
                      <a:pt x="107" y="182"/>
                    </a:lnTo>
                    <a:lnTo>
                      <a:pt x="107" y="182"/>
                    </a:lnTo>
                    <a:lnTo>
                      <a:pt x="109" y="182"/>
                    </a:lnTo>
                    <a:lnTo>
                      <a:pt x="109" y="182"/>
                    </a:lnTo>
                    <a:lnTo>
                      <a:pt x="111" y="180"/>
                    </a:lnTo>
                    <a:lnTo>
                      <a:pt x="111" y="180"/>
                    </a:lnTo>
                    <a:lnTo>
                      <a:pt x="113" y="178"/>
                    </a:lnTo>
                    <a:lnTo>
                      <a:pt x="114" y="178"/>
                    </a:lnTo>
                    <a:lnTo>
                      <a:pt x="116" y="176"/>
                    </a:lnTo>
                    <a:lnTo>
                      <a:pt x="116" y="176"/>
                    </a:lnTo>
                    <a:lnTo>
                      <a:pt x="118" y="175"/>
                    </a:lnTo>
                    <a:lnTo>
                      <a:pt x="119" y="175"/>
                    </a:lnTo>
                    <a:lnTo>
                      <a:pt x="121" y="172"/>
                    </a:lnTo>
                    <a:lnTo>
                      <a:pt x="121" y="172"/>
                    </a:lnTo>
                    <a:lnTo>
                      <a:pt x="123" y="172"/>
                    </a:lnTo>
                    <a:lnTo>
                      <a:pt x="125" y="172"/>
                    </a:lnTo>
                    <a:lnTo>
                      <a:pt x="127" y="170"/>
                    </a:lnTo>
                    <a:lnTo>
                      <a:pt x="128" y="170"/>
                    </a:lnTo>
                    <a:lnTo>
                      <a:pt x="130" y="170"/>
                    </a:lnTo>
                    <a:lnTo>
                      <a:pt x="132" y="170"/>
                    </a:lnTo>
                    <a:lnTo>
                      <a:pt x="134" y="170"/>
                    </a:lnTo>
                    <a:lnTo>
                      <a:pt x="135" y="170"/>
                    </a:lnTo>
                    <a:lnTo>
                      <a:pt x="138" y="170"/>
                    </a:lnTo>
                    <a:lnTo>
                      <a:pt x="140" y="170"/>
                    </a:lnTo>
                    <a:lnTo>
                      <a:pt x="142" y="169"/>
                    </a:lnTo>
                    <a:lnTo>
                      <a:pt x="144" y="169"/>
                    </a:lnTo>
                    <a:lnTo>
                      <a:pt x="146" y="169"/>
                    </a:lnTo>
                    <a:lnTo>
                      <a:pt x="148" y="169"/>
                    </a:lnTo>
                    <a:lnTo>
                      <a:pt x="150" y="169"/>
                    </a:lnTo>
                    <a:lnTo>
                      <a:pt x="152" y="169"/>
                    </a:lnTo>
                    <a:lnTo>
                      <a:pt x="154" y="169"/>
                    </a:lnTo>
                    <a:lnTo>
                      <a:pt x="156" y="169"/>
                    </a:lnTo>
                    <a:lnTo>
                      <a:pt x="157" y="168"/>
                    </a:lnTo>
                    <a:lnTo>
                      <a:pt x="157" y="170"/>
                    </a:lnTo>
                    <a:lnTo>
                      <a:pt x="159" y="170"/>
                    </a:lnTo>
                    <a:lnTo>
                      <a:pt x="159" y="170"/>
                    </a:lnTo>
                    <a:lnTo>
                      <a:pt x="161" y="170"/>
                    </a:lnTo>
                    <a:lnTo>
                      <a:pt x="161" y="170"/>
                    </a:lnTo>
                    <a:lnTo>
                      <a:pt x="163" y="170"/>
                    </a:lnTo>
                    <a:lnTo>
                      <a:pt x="164" y="170"/>
                    </a:lnTo>
                    <a:lnTo>
                      <a:pt x="166" y="170"/>
                    </a:lnTo>
                    <a:lnTo>
                      <a:pt x="166" y="171"/>
                    </a:lnTo>
                    <a:lnTo>
                      <a:pt x="168" y="171"/>
                    </a:lnTo>
                    <a:lnTo>
                      <a:pt x="169" y="171"/>
                    </a:lnTo>
                    <a:lnTo>
                      <a:pt x="171" y="171"/>
                    </a:lnTo>
                    <a:lnTo>
                      <a:pt x="171" y="171"/>
                    </a:lnTo>
                    <a:lnTo>
                      <a:pt x="172" y="171"/>
                    </a:lnTo>
                    <a:lnTo>
                      <a:pt x="173" y="171"/>
                    </a:lnTo>
                    <a:lnTo>
                      <a:pt x="175" y="171"/>
                    </a:lnTo>
                    <a:lnTo>
                      <a:pt x="175" y="172"/>
                    </a:lnTo>
                    <a:lnTo>
                      <a:pt x="177" y="172"/>
                    </a:lnTo>
                    <a:lnTo>
                      <a:pt x="177" y="174"/>
                    </a:lnTo>
                    <a:lnTo>
                      <a:pt x="179" y="174"/>
                    </a:lnTo>
                    <a:lnTo>
                      <a:pt x="179" y="176"/>
                    </a:lnTo>
                    <a:lnTo>
                      <a:pt x="181" y="176"/>
                    </a:lnTo>
                    <a:lnTo>
                      <a:pt x="183" y="176"/>
                    </a:lnTo>
                    <a:lnTo>
                      <a:pt x="185" y="176"/>
                    </a:lnTo>
                    <a:lnTo>
                      <a:pt x="185" y="178"/>
                    </a:lnTo>
                    <a:lnTo>
                      <a:pt x="187" y="178"/>
                    </a:lnTo>
                    <a:lnTo>
                      <a:pt x="187" y="178"/>
                    </a:lnTo>
                    <a:lnTo>
                      <a:pt x="189" y="178"/>
                    </a:lnTo>
                    <a:lnTo>
                      <a:pt x="189" y="180"/>
                    </a:lnTo>
                    <a:lnTo>
                      <a:pt x="191" y="180"/>
                    </a:lnTo>
                    <a:lnTo>
                      <a:pt x="192" y="180"/>
                    </a:lnTo>
                    <a:lnTo>
                      <a:pt x="194" y="180"/>
                    </a:lnTo>
                    <a:lnTo>
                      <a:pt x="194" y="182"/>
                    </a:lnTo>
                    <a:lnTo>
                      <a:pt x="194" y="182"/>
                    </a:lnTo>
                    <a:lnTo>
                      <a:pt x="194" y="184"/>
                    </a:lnTo>
                    <a:lnTo>
                      <a:pt x="196" y="184"/>
                    </a:lnTo>
                    <a:lnTo>
                      <a:pt x="196" y="186"/>
                    </a:lnTo>
                    <a:lnTo>
                      <a:pt x="197" y="186"/>
                    </a:lnTo>
                    <a:lnTo>
                      <a:pt x="197" y="187"/>
                    </a:lnTo>
                    <a:lnTo>
                      <a:pt x="199" y="187"/>
                    </a:lnTo>
                    <a:lnTo>
                      <a:pt x="199" y="189"/>
                    </a:lnTo>
                    <a:lnTo>
                      <a:pt x="199" y="190"/>
                    </a:lnTo>
                    <a:lnTo>
                      <a:pt x="199" y="192"/>
                    </a:lnTo>
                    <a:lnTo>
                      <a:pt x="201" y="192"/>
                    </a:lnTo>
                    <a:lnTo>
                      <a:pt x="201" y="194"/>
                    </a:lnTo>
                    <a:lnTo>
                      <a:pt x="201" y="194"/>
                    </a:lnTo>
                    <a:lnTo>
                      <a:pt x="201" y="195"/>
                    </a:lnTo>
                    <a:lnTo>
                      <a:pt x="203" y="195"/>
                    </a:lnTo>
                    <a:lnTo>
                      <a:pt x="203" y="197"/>
                    </a:lnTo>
                    <a:lnTo>
                      <a:pt x="203" y="199"/>
                    </a:lnTo>
                    <a:lnTo>
                      <a:pt x="203" y="201"/>
                    </a:lnTo>
                    <a:lnTo>
                      <a:pt x="203" y="201"/>
                    </a:lnTo>
                    <a:lnTo>
                      <a:pt x="201" y="203"/>
                    </a:lnTo>
                    <a:lnTo>
                      <a:pt x="201" y="203"/>
                    </a:lnTo>
                    <a:lnTo>
                      <a:pt x="201" y="205"/>
                    </a:lnTo>
                    <a:lnTo>
                      <a:pt x="201" y="205"/>
                    </a:lnTo>
                    <a:lnTo>
                      <a:pt x="199" y="207"/>
                    </a:lnTo>
                    <a:lnTo>
                      <a:pt x="199" y="207"/>
                    </a:lnTo>
                    <a:lnTo>
                      <a:pt x="199" y="209"/>
                    </a:lnTo>
                    <a:lnTo>
                      <a:pt x="199" y="209"/>
                    </a:lnTo>
                    <a:lnTo>
                      <a:pt x="196" y="211"/>
                    </a:lnTo>
                    <a:lnTo>
                      <a:pt x="196" y="211"/>
                    </a:lnTo>
                    <a:lnTo>
                      <a:pt x="196" y="213"/>
                    </a:lnTo>
                    <a:lnTo>
                      <a:pt x="196" y="213"/>
                    </a:lnTo>
                    <a:lnTo>
                      <a:pt x="194" y="215"/>
                    </a:lnTo>
                    <a:lnTo>
                      <a:pt x="194" y="215"/>
                    </a:lnTo>
                    <a:lnTo>
                      <a:pt x="193" y="216"/>
                    </a:lnTo>
                    <a:lnTo>
                      <a:pt x="193" y="216"/>
                    </a:lnTo>
                    <a:lnTo>
                      <a:pt x="191" y="218"/>
                    </a:lnTo>
                    <a:lnTo>
                      <a:pt x="189" y="218"/>
                    </a:lnTo>
                    <a:lnTo>
                      <a:pt x="187" y="220"/>
                    </a:lnTo>
                    <a:lnTo>
                      <a:pt x="187" y="220"/>
                    </a:lnTo>
                    <a:lnTo>
                      <a:pt x="186" y="222"/>
                    </a:lnTo>
                    <a:lnTo>
                      <a:pt x="184" y="222"/>
                    </a:lnTo>
                    <a:lnTo>
                      <a:pt x="181" y="224"/>
                    </a:lnTo>
                    <a:lnTo>
                      <a:pt x="181" y="224"/>
                    </a:lnTo>
                    <a:lnTo>
                      <a:pt x="179" y="226"/>
                    </a:lnTo>
                    <a:lnTo>
                      <a:pt x="179" y="226"/>
                    </a:lnTo>
                    <a:lnTo>
                      <a:pt x="178" y="226"/>
                    </a:lnTo>
                    <a:lnTo>
                      <a:pt x="178" y="226"/>
                    </a:lnTo>
                    <a:lnTo>
                      <a:pt x="176" y="228"/>
                    </a:lnTo>
                    <a:lnTo>
                      <a:pt x="175" y="228"/>
                    </a:lnTo>
                    <a:lnTo>
                      <a:pt x="173" y="228"/>
                    </a:lnTo>
                    <a:lnTo>
                      <a:pt x="173" y="228"/>
                    </a:lnTo>
                    <a:lnTo>
                      <a:pt x="171" y="228"/>
                    </a:lnTo>
                    <a:lnTo>
                      <a:pt x="171" y="228"/>
                    </a:lnTo>
                    <a:lnTo>
                      <a:pt x="169" y="228"/>
                    </a:lnTo>
                    <a:lnTo>
                      <a:pt x="169" y="228"/>
                    </a:lnTo>
                    <a:lnTo>
                      <a:pt x="167" y="230"/>
                    </a:lnTo>
                    <a:lnTo>
                      <a:pt x="167" y="230"/>
                    </a:lnTo>
                    <a:lnTo>
                      <a:pt x="165" y="230"/>
                    </a:lnTo>
                    <a:lnTo>
                      <a:pt x="165" y="230"/>
                    </a:lnTo>
                    <a:lnTo>
                      <a:pt x="163" y="230"/>
                    </a:lnTo>
                    <a:lnTo>
                      <a:pt x="163" y="230"/>
                    </a:lnTo>
                    <a:lnTo>
                      <a:pt x="162" y="230"/>
                    </a:lnTo>
                    <a:lnTo>
                      <a:pt x="162" y="230"/>
                    </a:lnTo>
                    <a:lnTo>
                      <a:pt x="160" y="231"/>
                    </a:lnTo>
                    <a:lnTo>
                      <a:pt x="158" y="231"/>
                    </a:lnTo>
                    <a:lnTo>
                      <a:pt x="156" y="231"/>
                    </a:lnTo>
                    <a:lnTo>
                      <a:pt x="156" y="231"/>
                    </a:lnTo>
                    <a:lnTo>
                      <a:pt x="154" y="231"/>
                    </a:lnTo>
                    <a:lnTo>
                      <a:pt x="152" y="231"/>
                    </a:lnTo>
                    <a:lnTo>
                      <a:pt x="150" y="231"/>
                    </a:lnTo>
                    <a:lnTo>
                      <a:pt x="149" y="231"/>
                    </a:lnTo>
                    <a:lnTo>
                      <a:pt x="147" y="233"/>
                    </a:lnTo>
                    <a:lnTo>
                      <a:pt x="145" y="233"/>
                    </a:lnTo>
                    <a:lnTo>
                      <a:pt x="143" y="233"/>
                    </a:lnTo>
                    <a:lnTo>
                      <a:pt x="142" y="233"/>
                    </a:lnTo>
                    <a:lnTo>
                      <a:pt x="140" y="233"/>
                    </a:lnTo>
                    <a:lnTo>
                      <a:pt x="140" y="233"/>
                    </a:lnTo>
                    <a:lnTo>
                      <a:pt x="138" y="233"/>
                    </a:lnTo>
                    <a:lnTo>
                      <a:pt x="138" y="233"/>
                    </a:lnTo>
                    <a:lnTo>
                      <a:pt x="135" y="236"/>
                    </a:lnTo>
                    <a:lnTo>
                      <a:pt x="135" y="236"/>
                    </a:lnTo>
                    <a:lnTo>
                      <a:pt x="134" y="236"/>
                    </a:lnTo>
                    <a:lnTo>
                      <a:pt x="134" y="236"/>
                    </a:lnTo>
                    <a:lnTo>
                      <a:pt x="133" y="237"/>
                    </a:lnTo>
                    <a:lnTo>
                      <a:pt x="133" y="237"/>
                    </a:lnTo>
                    <a:lnTo>
                      <a:pt x="131" y="237"/>
                    </a:lnTo>
                    <a:lnTo>
                      <a:pt x="131" y="237"/>
                    </a:lnTo>
                    <a:lnTo>
                      <a:pt x="129" y="239"/>
                    </a:lnTo>
                    <a:lnTo>
                      <a:pt x="129" y="239"/>
                    </a:lnTo>
                    <a:lnTo>
                      <a:pt x="128" y="239"/>
                    </a:lnTo>
                    <a:lnTo>
                      <a:pt x="128" y="239"/>
                    </a:lnTo>
                    <a:lnTo>
                      <a:pt x="127" y="241"/>
                    </a:lnTo>
                    <a:lnTo>
                      <a:pt x="127" y="241"/>
                    </a:lnTo>
                    <a:lnTo>
                      <a:pt x="127" y="241"/>
                    </a:lnTo>
                    <a:lnTo>
                      <a:pt x="127" y="241"/>
                    </a:lnTo>
                    <a:lnTo>
                      <a:pt x="127" y="243"/>
                    </a:lnTo>
                    <a:lnTo>
                      <a:pt x="130" y="245"/>
                    </a:lnTo>
                    <a:lnTo>
                      <a:pt x="133" y="250"/>
                    </a:lnTo>
                    <a:lnTo>
                      <a:pt x="138" y="253"/>
                    </a:lnTo>
                    <a:lnTo>
                      <a:pt x="142" y="260"/>
                    </a:lnTo>
                    <a:lnTo>
                      <a:pt x="148" y="266"/>
                    </a:lnTo>
                    <a:lnTo>
                      <a:pt x="154" y="273"/>
                    </a:lnTo>
                    <a:lnTo>
                      <a:pt x="162" y="279"/>
                    </a:lnTo>
                    <a:lnTo>
                      <a:pt x="167" y="287"/>
                    </a:lnTo>
                    <a:lnTo>
                      <a:pt x="174" y="294"/>
                    </a:lnTo>
                    <a:lnTo>
                      <a:pt x="179" y="300"/>
                    </a:lnTo>
                    <a:lnTo>
                      <a:pt x="186" y="305"/>
                    </a:lnTo>
                    <a:lnTo>
                      <a:pt x="189" y="311"/>
                    </a:lnTo>
                    <a:lnTo>
                      <a:pt x="193" y="315"/>
                    </a:lnTo>
                    <a:lnTo>
                      <a:pt x="196" y="318"/>
                    </a:lnTo>
                    <a:lnTo>
                      <a:pt x="198" y="318"/>
                    </a:lnTo>
                    <a:lnTo>
                      <a:pt x="199" y="319"/>
                    </a:lnTo>
                    <a:lnTo>
                      <a:pt x="202" y="318"/>
                    </a:lnTo>
                    <a:lnTo>
                      <a:pt x="206" y="316"/>
                    </a:lnTo>
                    <a:lnTo>
                      <a:pt x="213" y="314"/>
                    </a:lnTo>
                    <a:lnTo>
                      <a:pt x="221" y="312"/>
                    </a:lnTo>
                    <a:lnTo>
                      <a:pt x="230" y="308"/>
                    </a:lnTo>
                    <a:lnTo>
                      <a:pt x="240" y="304"/>
                    </a:lnTo>
                    <a:lnTo>
                      <a:pt x="251" y="299"/>
                    </a:lnTo>
                    <a:lnTo>
                      <a:pt x="260" y="296"/>
                    </a:lnTo>
                    <a:lnTo>
                      <a:pt x="272" y="292"/>
                    </a:lnTo>
                    <a:lnTo>
                      <a:pt x="283" y="288"/>
                    </a:lnTo>
                    <a:lnTo>
                      <a:pt x="294" y="283"/>
                    </a:lnTo>
                    <a:lnTo>
                      <a:pt x="304" y="281"/>
                    </a:lnTo>
                    <a:lnTo>
                      <a:pt x="313" y="277"/>
                    </a:lnTo>
                    <a:lnTo>
                      <a:pt x="321" y="274"/>
                    </a:lnTo>
                    <a:lnTo>
                      <a:pt x="329" y="271"/>
                    </a:lnTo>
                    <a:lnTo>
                      <a:pt x="334" y="270"/>
                    </a:lnTo>
                    <a:lnTo>
                      <a:pt x="340" y="268"/>
                    </a:lnTo>
                    <a:lnTo>
                      <a:pt x="347" y="266"/>
                    </a:lnTo>
                    <a:lnTo>
                      <a:pt x="355" y="263"/>
                    </a:lnTo>
                    <a:lnTo>
                      <a:pt x="362" y="261"/>
                    </a:lnTo>
                    <a:lnTo>
                      <a:pt x="370" y="259"/>
                    </a:lnTo>
                    <a:lnTo>
                      <a:pt x="378" y="257"/>
                    </a:lnTo>
                    <a:lnTo>
                      <a:pt x="387" y="253"/>
                    </a:lnTo>
                    <a:lnTo>
                      <a:pt x="394" y="251"/>
                    </a:lnTo>
                    <a:lnTo>
                      <a:pt x="402" y="249"/>
                    </a:lnTo>
                    <a:lnTo>
                      <a:pt x="410" y="247"/>
                    </a:lnTo>
                    <a:lnTo>
                      <a:pt x="418" y="243"/>
                    </a:lnTo>
                    <a:lnTo>
                      <a:pt x="425" y="241"/>
                    </a:lnTo>
                    <a:lnTo>
                      <a:pt x="433" y="239"/>
                    </a:lnTo>
                    <a:lnTo>
                      <a:pt x="438" y="237"/>
                    </a:lnTo>
                    <a:lnTo>
                      <a:pt x="445" y="233"/>
                    </a:lnTo>
                    <a:lnTo>
                      <a:pt x="449" y="232"/>
                    </a:lnTo>
                    <a:lnTo>
                      <a:pt x="455" y="230"/>
                    </a:lnTo>
                    <a:lnTo>
                      <a:pt x="461" y="228"/>
                    </a:lnTo>
                    <a:lnTo>
                      <a:pt x="468" y="226"/>
                    </a:lnTo>
                    <a:lnTo>
                      <a:pt x="474" y="224"/>
                    </a:lnTo>
                    <a:lnTo>
                      <a:pt x="481" y="223"/>
                    </a:lnTo>
                    <a:lnTo>
                      <a:pt x="489" y="221"/>
                    </a:lnTo>
                    <a:lnTo>
                      <a:pt x="497" y="216"/>
                    </a:lnTo>
                    <a:lnTo>
                      <a:pt x="503" y="215"/>
                    </a:lnTo>
                    <a:lnTo>
                      <a:pt x="510" y="213"/>
                    </a:lnTo>
                    <a:lnTo>
                      <a:pt x="516" y="211"/>
                    </a:lnTo>
                    <a:lnTo>
                      <a:pt x="521" y="208"/>
                    </a:lnTo>
                    <a:lnTo>
                      <a:pt x="526" y="206"/>
                    </a:lnTo>
                    <a:lnTo>
                      <a:pt x="529" y="204"/>
                    </a:lnTo>
                    <a:lnTo>
                      <a:pt x="531" y="202"/>
                    </a:lnTo>
                    <a:lnTo>
                      <a:pt x="533" y="200"/>
                    </a:lnTo>
                    <a:lnTo>
                      <a:pt x="531" y="199"/>
                    </a:lnTo>
                    <a:lnTo>
                      <a:pt x="529" y="197"/>
                    </a:lnTo>
                    <a:lnTo>
                      <a:pt x="526" y="193"/>
                    </a:lnTo>
                    <a:lnTo>
                      <a:pt x="521" y="189"/>
                    </a:lnTo>
                    <a:lnTo>
                      <a:pt x="516" y="184"/>
                    </a:lnTo>
                    <a:lnTo>
                      <a:pt x="511" y="178"/>
                    </a:lnTo>
                    <a:lnTo>
                      <a:pt x="505" y="172"/>
                    </a:lnTo>
                    <a:lnTo>
                      <a:pt x="499" y="165"/>
                    </a:lnTo>
                    <a:lnTo>
                      <a:pt x="491" y="160"/>
                    </a:lnTo>
                    <a:lnTo>
                      <a:pt x="486" y="154"/>
                    </a:lnTo>
                    <a:lnTo>
                      <a:pt x="480" y="148"/>
                    </a:lnTo>
                    <a:lnTo>
                      <a:pt x="476" y="142"/>
                    </a:lnTo>
                    <a:lnTo>
                      <a:pt x="472" y="138"/>
                    </a:lnTo>
                    <a:lnTo>
                      <a:pt x="468" y="134"/>
                    </a:lnTo>
                    <a:lnTo>
                      <a:pt x="467" y="132"/>
                    </a:lnTo>
                    <a:lnTo>
                      <a:pt x="467" y="129"/>
                    </a:lnTo>
                    <a:lnTo>
                      <a:pt x="465" y="129"/>
                    </a:lnTo>
                    <a:lnTo>
                      <a:pt x="465" y="129"/>
                    </a:lnTo>
                    <a:lnTo>
                      <a:pt x="463" y="129"/>
                    </a:lnTo>
                    <a:lnTo>
                      <a:pt x="463" y="129"/>
                    </a:lnTo>
                    <a:lnTo>
                      <a:pt x="461" y="129"/>
                    </a:lnTo>
                    <a:lnTo>
                      <a:pt x="460" y="129"/>
                    </a:lnTo>
                    <a:lnTo>
                      <a:pt x="458" y="129"/>
                    </a:lnTo>
                    <a:lnTo>
                      <a:pt x="458" y="128"/>
                    </a:lnTo>
                    <a:lnTo>
                      <a:pt x="456" y="128"/>
                    </a:lnTo>
                    <a:lnTo>
                      <a:pt x="454" y="128"/>
                    </a:lnTo>
                    <a:lnTo>
                      <a:pt x="452" y="128"/>
                    </a:lnTo>
                    <a:lnTo>
                      <a:pt x="452" y="128"/>
                    </a:lnTo>
                    <a:lnTo>
                      <a:pt x="450" y="128"/>
                    </a:lnTo>
                    <a:lnTo>
                      <a:pt x="449" y="128"/>
                    </a:lnTo>
                    <a:lnTo>
                      <a:pt x="448" y="128"/>
                    </a:lnTo>
                    <a:lnTo>
                      <a:pt x="448" y="128"/>
                    </a:lnTo>
                    <a:lnTo>
                      <a:pt x="446" y="129"/>
                    </a:lnTo>
                    <a:lnTo>
                      <a:pt x="446" y="129"/>
                    </a:lnTo>
                    <a:lnTo>
                      <a:pt x="446" y="129"/>
                    </a:lnTo>
                    <a:lnTo>
                      <a:pt x="446" y="129"/>
                    </a:lnTo>
                    <a:lnTo>
                      <a:pt x="445" y="129"/>
                    </a:lnTo>
                    <a:lnTo>
                      <a:pt x="445" y="129"/>
                    </a:lnTo>
                    <a:lnTo>
                      <a:pt x="445" y="129"/>
                    </a:lnTo>
                    <a:lnTo>
                      <a:pt x="445" y="129"/>
                    </a:lnTo>
                    <a:lnTo>
                      <a:pt x="443" y="129"/>
                    </a:lnTo>
                    <a:lnTo>
                      <a:pt x="443" y="129"/>
                    </a:lnTo>
                    <a:lnTo>
                      <a:pt x="443" y="129"/>
                    </a:lnTo>
                    <a:lnTo>
                      <a:pt x="443" y="129"/>
                    </a:lnTo>
                    <a:lnTo>
                      <a:pt x="441" y="129"/>
                    </a:lnTo>
                    <a:lnTo>
                      <a:pt x="441" y="129"/>
                    </a:lnTo>
                    <a:lnTo>
                      <a:pt x="441" y="129"/>
                    </a:lnTo>
                    <a:lnTo>
                      <a:pt x="441" y="129"/>
                    </a:lnTo>
                    <a:lnTo>
                      <a:pt x="439" y="131"/>
                    </a:lnTo>
                    <a:lnTo>
                      <a:pt x="439" y="131"/>
                    </a:lnTo>
                    <a:lnTo>
                      <a:pt x="439" y="133"/>
                    </a:lnTo>
                    <a:lnTo>
                      <a:pt x="439" y="133"/>
                    </a:lnTo>
                    <a:lnTo>
                      <a:pt x="438" y="134"/>
                    </a:lnTo>
                    <a:lnTo>
                      <a:pt x="438" y="134"/>
                    </a:lnTo>
                    <a:lnTo>
                      <a:pt x="438" y="136"/>
                    </a:lnTo>
                    <a:lnTo>
                      <a:pt x="438" y="136"/>
                    </a:lnTo>
                    <a:lnTo>
                      <a:pt x="436" y="138"/>
                    </a:lnTo>
                    <a:lnTo>
                      <a:pt x="436" y="138"/>
                    </a:lnTo>
                    <a:lnTo>
                      <a:pt x="436" y="139"/>
                    </a:lnTo>
                    <a:lnTo>
                      <a:pt x="436" y="139"/>
                    </a:lnTo>
                    <a:lnTo>
                      <a:pt x="436" y="140"/>
                    </a:lnTo>
                    <a:lnTo>
                      <a:pt x="436" y="140"/>
                    </a:lnTo>
                    <a:lnTo>
                      <a:pt x="436" y="140"/>
                    </a:lnTo>
                    <a:lnTo>
                      <a:pt x="436" y="140"/>
                    </a:lnTo>
                    <a:lnTo>
                      <a:pt x="434" y="142"/>
                    </a:lnTo>
                    <a:lnTo>
                      <a:pt x="434" y="142"/>
                    </a:lnTo>
                    <a:lnTo>
                      <a:pt x="433" y="144"/>
                    </a:lnTo>
                    <a:lnTo>
                      <a:pt x="433" y="144"/>
                    </a:lnTo>
                    <a:lnTo>
                      <a:pt x="431" y="146"/>
                    </a:lnTo>
                    <a:lnTo>
                      <a:pt x="431" y="146"/>
                    </a:lnTo>
                    <a:lnTo>
                      <a:pt x="429" y="146"/>
                    </a:lnTo>
                    <a:lnTo>
                      <a:pt x="429" y="146"/>
                    </a:lnTo>
                    <a:lnTo>
                      <a:pt x="427" y="148"/>
                    </a:lnTo>
                    <a:lnTo>
                      <a:pt x="426" y="148"/>
                    </a:lnTo>
                    <a:lnTo>
                      <a:pt x="424" y="148"/>
                    </a:lnTo>
                    <a:lnTo>
                      <a:pt x="424" y="148"/>
                    </a:lnTo>
                    <a:lnTo>
                      <a:pt x="422" y="149"/>
                    </a:lnTo>
                    <a:lnTo>
                      <a:pt x="422" y="149"/>
                    </a:lnTo>
                    <a:lnTo>
                      <a:pt x="421" y="149"/>
                    </a:lnTo>
                    <a:lnTo>
                      <a:pt x="421" y="149"/>
                    </a:lnTo>
                    <a:lnTo>
                      <a:pt x="417" y="150"/>
                    </a:lnTo>
                    <a:lnTo>
                      <a:pt x="415" y="150"/>
                    </a:lnTo>
                    <a:lnTo>
                      <a:pt x="411" y="151"/>
                    </a:lnTo>
                    <a:lnTo>
                      <a:pt x="409" y="151"/>
                    </a:lnTo>
                    <a:lnTo>
                      <a:pt x="406" y="153"/>
                    </a:lnTo>
                    <a:lnTo>
                      <a:pt x="402" y="153"/>
                    </a:lnTo>
                    <a:lnTo>
                      <a:pt x="399" y="153"/>
                    </a:lnTo>
                    <a:lnTo>
                      <a:pt x="396" y="153"/>
                    </a:lnTo>
                    <a:lnTo>
                      <a:pt x="393" y="153"/>
                    </a:lnTo>
                    <a:lnTo>
                      <a:pt x="389" y="153"/>
                    </a:lnTo>
                    <a:lnTo>
                      <a:pt x="385" y="153"/>
                    </a:lnTo>
                    <a:lnTo>
                      <a:pt x="383" y="153"/>
                    </a:lnTo>
                    <a:lnTo>
                      <a:pt x="379" y="153"/>
                    </a:lnTo>
                    <a:lnTo>
                      <a:pt x="377" y="153"/>
                    </a:lnTo>
                    <a:lnTo>
                      <a:pt x="374" y="153"/>
                    </a:lnTo>
                    <a:lnTo>
                      <a:pt x="372" y="151"/>
                    </a:lnTo>
                    <a:lnTo>
                      <a:pt x="371" y="151"/>
                    </a:lnTo>
                    <a:lnTo>
                      <a:pt x="369" y="151"/>
                    </a:lnTo>
                    <a:lnTo>
                      <a:pt x="367" y="151"/>
                    </a:lnTo>
                    <a:lnTo>
                      <a:pt x="365" y="149"/>
                    </a:lnTo>
                    <a:lnTo>
                      <a:pt x="363" y="149"/>
                    </a:lnTo>
                    <a:lnTo>
                      <a:pt x="361" y="149"/>
                    </a:lnTo>
                    <a:lnTo>
                      <a:pt x="359" y="149"/>
                    </a:lnTo>
                    <a:lnTo>
                      <a:pt x="357" y="147"/>
                    </a:lnTo>
                    <a:lnTo>
                      <a:pt x="354" y="147"/>
                    </a:lnTo>
                    <a:lnTo>
                      <a:pt x="352" y="146"/>
                    </a:lnTo>
                    <a:lnTo>
                      <a:pt x="350" y="146"/>
                    </a:lnTo>
                    <a:lnTo>
                      <a:pt x="348" y="144"/>
                    </a:lnTo>
                    <a:lnTo>
                      <a:pt x="346" y="144"/>
                    </a:lnTo>
                    <a:lnTo>
                      <a:pt x="345" y="142"/>
                    </a:lnTo>
                    <a:lnTo>
                      <a:pt x="343" y="142"/>
                    </a:lnTo>
                    <a:lnTo>
                      <a:pt x="343" y="140"/>
                    </a:lnTo>
                    <a:lnTo>
                      <a:pt x="341" y="140"/>
                    </a:lnTo>
                    <a:lnTo>
                      <a:pt x="341" y="139"/>
                    </a:lnTo>
                    <a:lnTo>
                      <a:pt x="340" y="139"/>
                    </a:lnTo>
                    <a:lnTo>
                      <a:pt x="340" y="137"/>
                    </a:lnTo>
                    <a:lnTo>
                      <a:pt x="338" y="137"/>
                    </a:lnTo>
                    <a:lnTo>
                      <a:pt x="338" y="135"/>
                    </a:lnTo>
                    <a:lnTo>
                      <a:pt x="338" y="133"/>
                    </a:lnTo>
                    <a:lnTo>
                      <a:pt x="338" y="131"/>
                    </a:lnTo>
                    <a:lnTo>
                      <a:pt x="335" y="131"/>
                    </a:lnTo>
                    <a:lnTo>
                      <a:pt x="335" y="128"/>
                    </a:lnTo>
                    <a:lnTo>
                      <a:pt x="335" y="127"/>
                    </a:lnTo>
                    <a:lnTo>
                      <a:pt x="335" y="125"/>
                    </a:lnTo>
                    <a:lnTo>
                      <a:pt x="335" y="124"/>
                    </a:lnTo>
                    <a:lnTo>
                      <a:pt x="335" y="122"/>
                    </a:lnTo>
                    <a:lnTo>
                      <a:pt x="335" y="121"/>
                    </a:lnTo>
                    <a:lnTo>
                      <a:pt x="335" y="119"/>
                    </a:lnTo>
                    <a:lnTo>
                      <a:pt x="335" y="119"/>
                    </a:lnTo>
                    <a:lnTo>
                      <a:pt x="335" y="118"/>
                    </a:lnTo>
                    <a:lnTo>
                      <a:pt x="335" y="117"/>
                    </a:lnTo>
                    <a:lnTo>
                      <a:pt x="335" y="115"/>
                    </a:lnTo>
                    <a:lnTo>
                      <a:pt x="335" y="115"/>
                    </a:lnTo>
                    <a:lnTo>
                      <a:pt x="337" y="113"/>
                    </a:lnTo>
                    <a:lnTo>
                      <a:pt x="337" y="111"/>
                    </a:lnTo>
                    <a:lnTo>
                      <a:pt x="339" y="109"/>
                    </a:lnTo>
                    <a:lnTo>
                      <a:pt x="339" y="109"/>
                    </a:lnTo>
                    <a:lnTo>
                      <a:pt x="341" y="107"/>
                    </a:lnTo>
                    <a:lnTo>
                      <a:pt x="341" y="106"/>
                    </a:lnTo>
                    <a:lnTo>
                      <a:pt x="343" y="104"/>
                    </a:lnTo>
                    <a:lnTo>
                      <a:pt x="343" y="104"/>
                    </a:lnTo>
                    <a:lnTo>
                      <a:pt x="345" y="102"/>
                    </a:lnTo>
                    <a:lnTo>
                      <a:pt x="345" y="101"/>
                    </a:lnTo>
                    <a:lnTo>
                      <a:pt x="347" y="99"/>
                    </a:lnTo>
                    <a:lnTo>
                      <a:pt x="347" y="99"/>
                    </a:lnTo>
                    <a:lnTo>
                      <a:pt x="348" y="99"/>
                    </a:lnTo>
                    <a:lnTo>
                      <a:pt x="348" y="99"/>
                    </a:lnTo>
                    <a:lnTo>
                      <a:pt x="350" y="97"/>
                    </a:lnTo>
                    <a:lnTo>
                      <a:pt x="350" y="97"/>
                    </a:lnTo>
                    <a:lnTo>
                      <a:pt x="352" y="96"/>
                    </a:lnTo>
                    <a:lnTo>
                      <a:pt x="354" y="96"/>
                    </a:lnTo>
                    <a:lnTo>
                      <a:pt x="356" y="94"/>
                    </a:lnTo>
                    <a:lnTo>
                      <a:pt x="356" y="94"/>
                    </a:lnTo>
                    <a:lnTo>
                      <a:pt x="357" y="94"/>
                    </a:lnTo>
                    <a:lnTo>
                      <a:pt x="360" y="94"/>
                    </a:lnTo>
                    <a:lnTo>
                      <a:pt x="362" y="92"/>
                    </a:lnTo>
                    <a:lnTo>
                      <a:pt x="362" y="92"/>
                    </a:lnTo>
                    <a:lnTo>
                      <a:pt x="364" y="91"/>
                    </a:lnTo>
                    <a:lnTo>
                      <a:pt x="365" y="91"/>
                    </a:lnTo>
                    <a:lnTo>
                      <a:pt x="367" y="89"/>
                    </a:lnTo>
                    <a:lnTo>
                      <a:pt x="367" y="90"/>
                    </a:lnTo>
                    <a:lnTo>
                      <a:pt x="369" y="90"/>
                    </a:lnTo>
                    <a:lnTo>
                      <a:pt x="371" y="90"/>
                    </a:lnTo>
                    <a:lnTo>
                      <a:pt x="372" y="90"/>
                    </a:lnTo>
                    <a:lnTo>
                      <a:pt x="374" y="90"/>
                    </a:lnTo>
                    <a:lnTo>
                      <a:pt x="377" y="90"/>
                    </a:lnTo>
                    <a:lnTo>
                      <a:pt x="378" y="90"/>
                    </a:lnTo>
                    <a:lnTo>
                      <a:pt x="381" y="90"/>
                    </a:lnTo>
                    <a:lnTo>
                      <a:pt x="383" y="90"/>
                    </a:lnTo>
                    <a:lnTo>
                      <a:pt x="385" y="90"/>
                    </a:lnTo>
                    <a:lnTo>
                      <a:pt x="387" y="90"/>
                    </a:lnTo>
                    <a:lnTo>
                      <a:pt x="389" y="90"/>
                    </a:lnTo>
                    <a:lnTo>
                      <a:pt x="391" y="90"/>
                    </a:lnTo>
                    <a:lnTo>
                      <a:pt x="393" y="90"/>
                    </a:lnTo>
                    <a:lnTo>
                      <a:pt x="395" y="90"/>
                    </a:lnTo>
                    <a:lnTo>
                      <a:pt x="398" y="89"/>
                    </a:lnTo>
                    <a:lnTo>
                      <a:pt x="398" y="89"/>
                    </a:lnTo>
                    <a:lnTo>
                      <a:pt x="399" y="89"/>
                    </a:lnTo>
                    <a:lnTo>
                      <a:pt x="399" y="89"/>
                    </a:lnTo>
                    <a:lnTo>
                      <a:pt x="400" y="89"/>
                    </a:lnTo>
                    <a:lnTo>
                      <a:pt x="400" y="89"/>
                    </a:lnTo>
                    <a:lnTo>
                      <a:pt x="402" y="89"/>
                    </a:lnTo>
                    <a:lnTo>
                      <a:pt x="402" y="89"/>
                    </a:lnTo>
                    <a:lnTo>
                      <a:pt x="404" y="89"/>
                    </a:lnTo>
                    <a:lnTo>
                      <a:pt x="404" y="89"/>
                    </a:lnTo>
                    <a:lnTo>
                      <a:pt x="406" y="89"/>
                    </a:lnTo>
                    <a:lnTo>
                      <a:pt x="406" y="89"/>
                    </a:lnTo>
                    <a:lnTo>
                      <a:pt x="408" y="88"/>
                    </a:lnTo>
                    <a:lnTo>
                      <a:pt x="408" y="88"/>
                    </a:lnTo>
                    <a:lnTo>
                      <a:pt x="409" y="87"/>
                    </a:lnTo>
                    <a:lnTo>
                      <a:pt x="409" y="87"/>
                    </a:lnTo>
                    <a:lnTo>
                      <a:pt x="411" y="85"/>
                    </a:lnTo>
                    <a:lnTo>
                      <a:pt x="411" y="85"/>
                    </a:lnTo>
                    <a:lnTo>
                      <a:pt x="411" y="85"/>
                    </a:lnTo>
                    <a:lnTo>
                      <a:pt x="411" y="85"/>
                    </a:lnTo>
                    <a:lnTo>
                      <a:pt x="411" y="84"/>
                    </a:lnTo>
                    <a:lnTo>
                      <a:pt x="411" y="84"/>
                    </a:lnTo>
                    <a:lnTo>
                      <a:pt x="411" y="83"/>
                    </a:lnTo>
                    <a:lnTo>
                      <a:pt x="411" y="83"/>
                    </a:lnTo>
                    <a:lnTo>
                      <a:pt x="411" y="81"/>
                    </a:lnTo>
                    <a:lnTo>
                      <a:pt x="411" y="81"/>
                    </a:lnTo>
                    <a:lnTo>
                      <a:pt x="411" y="81"/>
                    </a:lnTo>
                    <a:lnTo>
                      <a:pt x="411" y="81"/>
                    </a:lnTo>
                    <a:lnTo>
                      <a:pt x="411" y="80"/>
                    </a:lnTo>
                    <a:lnTo>
                      <a:pt x="411" y="80"/>
                    </a:lnTo>
                    <a:lnTo>
                      <a:pt x="411" y="78"/>
                    </a:lnTo>
                    <a:lnTo>
                      <a:pt x="411" y="78"/>
                    </a:lnTo>
                    <a:lnTo>
                      <a:pt x="412" y="76"/>
                    </a:lnTo>
                    <a:lnTo>
                      <a:pt x="411" y="76"/>
                    </a:lnTo>
                    <a:lnTo>
                      <a:pt x="410" y="75"/>
                    </a:lnTo>
                    <a:lnTo>
                      <a:pt x="408" y="74"/>
                    </a:lnTo>
                    <a:lnTo>
                      <a:pt x="406" y="71"/>
                    </a:lnTo>
                    <a:lnTo>
                      <a:pt x="402" y="69"/>
                    </a:lnTo>
                    <a:lnTo>
                      <a:pt x="399" y="65"/>
                    </a:lnTo>
                    <a:lnTo>
                      <a:pt x="394" y="62"/>
                    </a:lnTo>
                    <a:lnTo>
                      <a:pt x="392" y="58"/>
                    </a:lnTo>
                    <a:lnTo>
                      <a:pt x="388" y="56"/>
                    </a:lnTo>
                    <a:lnTo>
                      <a:pt x="384" y="52"/>
                    </a:lnTo>
                    <a:lnTo>
                      <a:pt x="380" y="49"/>
                    </a:lnTo>
                    <a:lnTo>
                      <a:pt x="378" y="45"/>
                    </a:lnTo>
                    <a:lnTo>
                      <a:pt x="375" y="43"/>
                    </a:lnTo>
                    <a:lnTo>
                      <a:pt x="373" y="41"/>
                    </a:lnTo>
                    <a:lnTo>
                      <a:pt x="372" y="40"/>
                    </a:lnTo>
                    <a:lnTo>
                      <a:pt x="372" y="38"/>
                    </a:lnTo>
                    <a:lnTo>
                      <a:pt x="372" y="39"/>
                    </a:lnTo>
                    <a:lnTo>
                      <a:pt x="372" y="38"/>
                    </a:lnTo>
                    <a:lnTo>
                      <a:pt x="371" y="37"/>
                    </a:lnTo>
                    <a:lnTo>
                      <a:pt x="370" y="34"/>
                    </a:lnTo>
                    <a:lnTo>
                      <a:pt x="367" y="32"/>
                    </a:lnTo>
                    <a:lnTo>
                      <a:pt x="365" y="29"/>
                    </a:lnTo>
                    <a:lnTo>
                      <a:pt x="362" y="26"/>
                    </a:lnTo>
                    <a:lnTo>
                      <a:pt x="360" y="22"/>
                    </a:lnTo>
                    <a:lnTo>
                      <a:pt x="356" y="20"/>
                    </a:lnTo>
                    <a:lnTo>
                      <a:pt x="354" y="16"/>
                    </a:lnTo>
                    <a:lnTo>
                      <a:pt x="350" y="13"/>
                    </a:lnTo>
                    <a:lnTo>
                      <a:pt x="348" y="9"/>
                    </a:lnTo>
                    <a:lnTo>
                      <a:pt x="344" y="7"/>
                    </a:lnTo>
                    <a:lnTo>
                      <a:pt x="342" y="4"/>
                    </a:lnTo>
                    <a:lnTo>
                      <a:pt x="340" y="2"/>
                    </a:lnTo>
                    <a:lnTo>
                      <a:pt x="340" y="0"/>
                    </a:lnTo>
                    <a:lnTo>
                      <a:pt x="337" y="2"/>
                    </a:lnTo>
                    <a:lnTo>
                      <a:pt x="333" y="2"/>
                    </a:lnTo>
                    <a:lnTo>
                      <a:pt x="327" y="6"/>
                    </a:lnTo>
                    <a:lnTo>
                      <a:pt x="320" y="8"/>
                    </a:lnTo>
                    <a:lnTo>
                      <a:pt x="311" y="11"/>
                    </a:lnTo>
                    <a:lnTo>
                      <a:pt x="301" y="15"/>
                    </a:lnTo>
                    <a:lnTo>
                      <a:pt x="290" y="19"/>
                    </a:lnTo>
                    <a:lnTo>
                      <a:pt x="281" y="22"/>
                    </a:lnTo>
                    <a:lnTo>
                      <a:pt x="269" y="27"/>
                    </a:lnTo>
                    <a:lnTo>
                      <a:pt x="258" y="31"/>
                    </a:lnTo>
                    <a:lnTo>
                      <a:pt x="248" y="35"/>
                    </a:lnTo>
                    <a:lnTo>
                      <a:pt x="240" y="38"/>
                    </a:lnTo>
                    <a:lnTo>
                      <a:pt x="231" y="41"/>
                    </a:lnTo>
                    <a:lnTo>
                      <a:pt x="226" y="43"/>
                    </a:lnTo>
                    <a:lnTo>
                      <a:pt x="222" y="45"/>
                    </a:lnTo>
                    <a:lnTo>
                      <a:pt x="221" y="45"/>
                    </a:lnTo>
                    <a:lnTo>
                      <a:pt x="219" y="46"/>
                    </a:lnTo>
                    <a:lnTo>
                      <a:pt x="219" y="46"/>
                    </a:lnTo>
                    <a:lnTo>
                      <a:pt x="219" y="47"/>
                    </a:lnTo>
                    <a:lnTo>
                      <a:pt x="219" y="47"/>
                    </a:lnTo>
                    <a:lnTo>
                      <a:pt x="217" y="49"/>
                    </a:lnTo>
                    <a:lnTo>
                      <a:pt x="217" y="49"/>
                    </a:lnTo>
                    <a:lnTo>
                      <a:pt x="217" y="49"/>
                    </a:lnTo>
                    <a:lnTo>
                      <a:pt x="217" y="49"/>
                    </a:lnTo>
                    <a:lnTo>
                      <a:pt x="215" y="51"/>
                    </a:lnTo>
                    <a:lnTo>
                      <a:pt x="215" y="51"/>
                    </a:lnTo>
                    <a:lnTo>
                      <a:pt x="215" y="52"/>
                    </a:lnTo>
                    <a:lnTo>
                      <a:pt x="215" y="52"/>
                    </a:lnTo>
                    <a:lnTo>
                      <a:pt x="215" y="53"/>
                    </a:lnTo>
                    <a:lnTo>
                      <a:pt x="215" y="53"/>
                    </a:lnTo>
                    <a:lnTo>
                      <a:pt x="215" y="53"/>
                    </a:lnTo>
                    <a:lnTo>
                      <a:pt x="215" y="53"/>
                    </a:lnTo>
                    <a:lnTo>
                      <a:pt x="215" y="55"/>
                    </a:lnTo>
                    <a:lnTo>
                      <a:pt x="215" y="55"/>
                    </a:lnTo>
                    <a:lnTo>
                      <a:pt x="215" y="55"/>
                    </a:lnTo>
                    <a:lnTo>
                      <a:pt x="216" y="55"/>
                    </a:lnTo>
                    <a:lnTo>
                      <a:pt x="216" y="57"/>
                    </a:lnTo>
                    <a:lnTo>
                      <a:pt x="218" y="57"/>
                    </a:lnTo>
                    <a:lnTo>
                      <a:pt x="218" y="57"/>
                    </a:lnTo>
                    <a:lnTo>
                      <a:pt x="220" y="57"/>
                    </a:lnTo>
                    <a:lnTo>
                      <a:pt x="220" y="59"/>
                    </a:lnTo>
                    <a:lnTo>
                      <a:pt x="221" y="59"/>
                    </a:lnTo>
                    <a:lnTo>
                      <a:pt x="221" y="59"/>
                    </a:lnTo>
                    <a:lnTo>
                      <a:pt x="223" y="59"/>
                    </a:lnTo>
                    <a:lnTo>
                      <a:pt x="223" y="60"/>
                    </a:lnTo>
                    <a:lnTo>
                      <a:pt x="224" y="60"/>
                    </a:lnTo>
                    <a:lnTo>
                      <a:pt x="224" y="60"/>
                    </a:lnTo>
                    <a:lnTo>
                      <a:pt x="225" y="60"/>
                    </a:lnTo>
                    <a:lnTo>
                      <a:pt x="225" y="62"/>
                    </a:lnTo>
                    <a:lnTo>
                      <a:pt x="227" y="62"/>
                    </a:lnTo>
                    <a:lnTo>
                      <a:pt x="227" y="62"/>
                    </a:lnTo>
                    <a:lnTo>
                      <a:pt x="229" y="62"/>
                    </a:lnTo>
                    <a:lnTo>
                      <a:pt x="229" y="62"/>
                    </a:lnTo>
                    <a:lnTo>
                      <a:pt x="231" y="62"/>
                    </a:lnTo>
                    <a:lnTo>
                      <a:pt x="232" y="62"/>
                    </a:lnTo>
                    <a:lnTo>
                      <a:pt x="234" y="62"/>
                    </a:lnTo>
                    <a:lnTo>
                      <a:pt x="234" y="64"/>
                    </a:lnTo>
                    <a:lnTo>
                      <a:pt x="236" y="64"/>
                    </a:lnTo>
                    <a:lnTo>
                      <a:pt x="236" y="64"/>
                    </a:lnTo>
                    <a:lnTo>
                      <a:pt x="238" y="64"/>
                    </a:lnTo>
                    <a:lnTo>
                      <a:pt x="238" y="65"/>
                    </a:lnTo>
                    <a:lnTo>
                      <a:pt x="239" y="65"/>
                    </a:lnTo>
                    <a:lnTo>
                      <a:pt x="239" y="65"/>
                    </a:lnTo>
                    <a:lnTo>
                      <a:pt x="241" y="65"/>
                    </a:lnTo>
                    <a:lnTo>
                      <a:pt x="241" y="67"/>
                    </a:lnTo>
                    <a:lnTo>
                      <a:pt x="242" y="67"/>
                    </a:lnTo>
                    <a:lnTo>
                      <a:pt x="242" y="69"/>
                    </a:lnTo>
                    <a:lnTo>
                      <a:pt x="244" y="69"/>
                    </a:lnTo>
                    <a:lnTo>
                      <a:pt x="244" y="71"/>
                    </a:lnTo>
                    <a:lnTo>
                      <a:pt x="246" y="71"/>
                    </a:lnTo>
                    <a:lnTo>
                      <a:pt x="247" y="73"/>
                    </a:lnTo>
                    <a:lnTo>
                      <a:pt x="249" y="73"/>
                    </a:lnTo>
                    <a:lnTo>
                      <a:pt x="249" y="75"/>
                    </a:lnTo>
                    <a:lnTo>
                      <a:pt x="251" y="75"/>
                    </a:lnTo>
                    <a:lnTo>
                      <a:pt x="251" y="77"/>
                    </a:lnTo>
                    <a:lnTo>
                      <a:pt x="253" y="77"/>
                    </a:lnTo>
                    <a:lnTo>
                      <a:pt x="253" y="79"/>
                    </a:lnTo>
                    <a:lnTo>
                      <a:pt x="253" y="79"/>
                    </a:lnTo>
                    <a:lnTo>
                      <a:pt x="253" y="80"/>
                    </a:lnTo>
                    <a:lnTo>
                      <a:pt x="255" y="80"/>
                    </a:lnTo>
                    <a:lnTo>
                      <a:pt x="255" y="82"/>
                    </a:lnTo>
                    <a:lnTo>
                      <a:pt x="255" y="83"/>
                    </a:lnTo>
                    <a:lnTo>
                      <a:pt x="255" y="85"/>
                    </a:lnTo>
                    <a:lnTo>
                      <a:pt x="255" y="85"/>
                    </a:lnTo>
                    <a:lnTo>
                      <a:pt x="255" y="87"/>
                    </a:lnTo>
                    <a:lnTo>
                      <a:pt x="255" y="89"/>
                    </a:lnTo>
                    <a:lnTo>
                      <a:pt x="255" y="90"/>
                    </a:lnTo>
                    <a:lnTo>
                      <a:pt x="257" y="90"/>
                    </a:lnTo>
                    <a:lnTo>
                      <a:pt x="257" y="92"/>
                    </a:lnTo>
                    <a:lnTo>
                      <a:pt x="257" y="94"/>
                    </a:lnTo>
                    <a:lnTo>
                      <a:pt x="257" y="96"/>
                    </a:lnTo>
                    <a:lnTo>
                      <a:pt x="257" y="96"/>
                    </a:lnTo>
                    <a:lnTo>
                      <a:pt x="257" y="98"/>
                    </a:lnTo>
                    <a:lnTo>
                      <a:pt x="257" y="98"/>
                    </a:lnTo>
                    <a:lnTo>
                      <a:pt x="257" y="99"/>
                    </a:lnTo>
                    <a:lnTo>
                      <a:pt x="258" y="99"/>
                    </a:lnTo>
                    <a:lnTo>
                      <a:pt x="256" y="101"/>
                    </a:lnTo>
                    <a:lnTo>
                      <a:pt x="256" y="103"/>
                    </a:lnTo>
                    <a:lnTo>
                      <a:pt x="254" y="105"/>
                    </a:lnTo>
                    <a:lnTo>
                      <a:pt x="254" y="105"/>
                    </a:lnTo>
                    <a:lnTo>
                      <a:pt x="252" y="106"/>
                    </a:lnTo>
                    <a:lnTo>
                      <a:pt x="252" y="106"/>
                    </a:lnTo>
                    <a:lnTo>
                      <a:pt x="252" y="109"/>
                    </a:lnTo>
                    <a:lnTo>
                      <a:pt x="252" y="109"/>
                    </a:lnTo>
                    <a:lnTo>
                      <a:pt x="250" y="111"/>
                    </a:lnTo>
                    <a:lnTo>
                      <a:pt x="250" y="111"/>
                    </a:lnTo>
                    <a:lnTo>
                      <a:pt x="250" y="112"/>
                    </a:lnTo>
                    <a:lnTo>
                      <a:pt x="250" y="112"/>
                    </a:lnTo>
                    <a:lnTo>
                      <a:pt x="250" y="114"/>
                    </a:lnTo>
                    <a:lnTo>
                      <a:pt x="250" y="114"/>
                    </a:lnTo>
                    <a:lnTo>
                      <a:pt x="250" y="114"/>
                    </a:lnTo>
                    <a:lnTo>
                      <a:pt x="250" y="114"/>
                    </a:lnTo>
                    <a:lnTo>
                      <a:pt x="247" y="116"/>
                    </a:lnTo>
                    <a:lnTo>
                      <a:pt x="247" y="116"/>
                    </a:lnTo>
                    <a:lnTo>
                      <a:pt x="246" y="118"/>
                    </a:lnTo>
                    <a:lnTo>
                      <a:pt x="246" y="118"/>
                    </a:lnTo>
                    <a:lnTo>
                      <a:pt x="243" y="119"/>
                    </a:lnTo>
                    <a:lnTo>
                      <a:pt x="241" y="120"/>
                    </a:lnTo>
                    <a:lnTo>
                      <a:pt x="238" y="122"/>
                    </a:lnTo>
                    <a:lnTo>
                      <a:pt x="235" y="122"/>
                    </a:lnTo>
                    <a:lnTo>
                      <a:pt x="230" y="124"/>
                    </a:lnTo>
                    <a:lnTo>
                      <a:pt x="226" y="125"/>
                    </a:lnTo>
                    <a:lnTo>
                      <a:pt x="221" y="126"/>
                    </a:lnTo>
                    <a:lnTo>
                      <a:pt x="215" y="126"/>
                    </a:lnTo>
                    <a:lnTo>
                      <a:pt x="207" y="126"/>
                    </a:lnTo>
                    <a:lnTo>
                      <a:pt x="199" y="126"/>
                    </a:lnTo>
                    <a:lnTo>
                      <a:pt x="190" y="124"/>
                    </a:lnTo>
                    <a:lnTo>
                      <a:pt x="181" y="121"/>
                    </a:lnTo>
                    <a:lnTo>
                      <a:pt x="181" y="121"/>
                    </a:lnTo>
                  </a:path>
                </a:pathLst>
              </a:custGeom>
              <a:solidFill>
                <a:srgbClr val="3fc0ff"/>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nvGrpSpPr>
            <p:cNvPr id="1907" name=""/>
            <p:cNvGrpSpPr/>
            <p:nvPr/>
          </p:nvGrpSpPr>
          <p:grpSpPr>
            <a:xfrm>
              <a:off x="7156440" y="5353200"/>
              <a:ext cx="865080" cy="715680"/>
              <a:chOff x="7156440" y="5353200"/>
              <a:chExt cx="865080" cy="715680"/>
            </a:xfrm>
          </p:grpSpPr>
          <p:sp>
            <p:nvSpPr>
              <p:cNvPr id="1908" name=""/>
              <p:cNvSpPr/>
              <p:nvPr/>
            </p:nvSpPr>
            <p:spPr>
              <a:xfrm>
                <a:off x="7157880" y="5554800"/>
                <a:ext cx="855720" cy="514080"/>
              </a:xfrm>
              <a:custGeom>
                <a:avLst/>
                <a:gdLst/>
                <a:ahLst/>
                <a:rect l="l" t="t" r="r" b="b"/>
                <a:pathLst>
                  <a:path w="539" h="324">
                    <a:moveTo>
                      <a:pt x="399" y="84"/>
                    </a:moveTo>
                    <a:lnTo>
                      <a:pt x="399" y="84"/>
                    </a:lnTo>
                    <a:lnTo>
                      <a:pt x="399" y="84"/>
                    </a:lnTo>
                    <a:lnTo>
                      <a:pt x="399" y="84"/>
                    </a:lnTo>
                    <a:lnTo>
                      <a:pt x="400" y="84"/>
                    </a:lnTo>
                    <a:lnTo>
                      <a:pt x="400" y="84"/>
                    </a:lnTo>
                    <a:lnTo>
                      <a:pt x="400" y="84"/>
                    </a:lnTo>
                    <a:lnTo>
                      <a:pt x="400" y="84"/>
                    </a:lnTo>
                    <a:lnTo>
                      <a:pt x="402" y="84"/>
                    </a:lnTo>
                    <a:lnTo>
                      <a:pt x="402" y="84"/>
                    </a:lnTo>
                    <a:lnTo>
                      <a:pt x="402" y="84"/>
                    </a:lnTo>
                    <a:lnTo>
                      <a:pt x="402" y="84"/>
                    </a:lnTo>
                    <a:lnTo>
                      <a:pt x="404" y="84"/>
                    </a:lnTo>
                    <a:lnTo>
                      <a:pt x="404" y="84"/>
                    </a:lnTo>
                    <a:lnTo>
                      <a:pt x="405" y="84"/>
                    </a:lnTo>
                    <a:lnTo>
                      <a:pt x="405" y="84"/>
                    </a:lnTo>
                    <a:lnTo>
                      <a:pt x="407" y="82"/>
                    </a:lnTo>
                    <a:lnTo>
                      <a:pt x="407" y="82"/>
                    </a:lnTo>
                    <a:lnTo>
                      <a:pt x="407" y="82"/>
                    </a:lnTo>
                    <a:lnTo>
                      <a:pt x="407" y="82"/>
                    </a:lnTo>
                    <a:lnTo>
                      <a:pt x="407" y="82"/>
                    </a:lnTo>
                    <a:lnTo>
                      <a:pt x="407" y="82"/>
                    </a:lnTo>
                    <a:lnTo>
                      <a:pt x="407" y="82"/>
                    </a:lnTo>
                    <a:lnTo>
                      <a:pt x="407" y="82"/>
                    </a:lnTo>
                    <a:lnTo>
                      <a:pt x="409" y="80"/>
                    </a:lnTo>
                    <a:lnTo>
                      <a:pt x="409" y="80"/>
                    </a:lnTo>
                    <a:lnTo>
                      <a:pt x="409" y="80"/>
                    </a:lnTo>
                    <a:lnTo>
                      <a:pt x="409" y="80"/>
                    </a:lnTo>
                    <a:lnTo>
                      <a:pt x="410" y="79"/>
                    </a:lnTo>
                    <a:lnTo>
                      <a:pt x="410" y="79"/>
                    </a:lnTo>
                    <a:lnTo>
                      <a:pt x="410" y="79"/>
                    </a:lnTo>
                    <a:lnTo>
                      <a:pt x="410" y="79"/>
                    </a:lnTo>
                    <a:lnTo>
                      <a:pt x="412" y="77"/>
                    </a:lnTo>
                    <a:lnTo>
                      <a:pt x="412" y="77"/>
                    </a:lnTo>
                    <a:lnTo>
                      <a:pt x="412" y="77"/>
                    </a:lnTo>
                    <a:lnTo>
                      <a:pt x="412" y="77"/>
                    </a:lnTo>
                    <a:lnTo>
                      <a:pt x="412" y="77"/>
                    </a:lnTo>
                    <a:lnTo>
                      <a:pt x="412" y="77"/>
                    </a:lnTo>
                    <a:lnTo>
                      <a:pt x="412" y="77"/>
                    </a:lnTo>
                    <a:lnTo>
                      <a:pt x="412" y="77"/>
                    </a:lnTo>
                    <a:lnTo>
                      <a:pt x="412" y="75"/>
                    </a:lnTo>
                    <a:lnTo>
                      <a:pt x="412" y="75"/>
                    </a:lnTo>
                    <a:lnTo>
                      <a:pt x="412" y="75"/>
                    </a:lnTo>
                    <a:lnTo>
                      <a:pt x="412" y="75"/>
                    </a:lnTo>
                    <a:lnTo>
                      <a:pt x="412" y="73"/>
                    </a:lnTo>
                    <a:lnTo>
                      <a:pt x="412" y="73"/>
                    </a:lnTo>
                    <a:lnTo>
                      <a:pt x="412" y="73"/>
                    </a:lnTo>
                    <a:lnTo>
                      <a:pt x="412" y="73"/>
                    </a:lnTo>
                    <a:lnTo>
                      <a:pt x="412" y="71"/>
                    </a:lnTo>
                    <a:lnTo>
                      <a:pt x="409" y="68"/>
                    </a:lnTo>
                    <a:lnTo>
                      <a:pt x="405" y="64"/>
                    </a:lnTo>
                    <a:lnTo>
                      <a:pt x="399" y="60"/>
                    </a:lnTo>
                    <a:lnTo>
                      <a:pt x="395" y="54"/>
                    </a:lnTo>
                    <a:lnTo>
                      <a:pt x="389" y="49"/>
                    </a:lnTo>
                    <a:lnTo>
                      <a:pt x="384" y="43"/>
                    </a:lnTo>
                    <a:lnTo>
                      <a:pt x="378" y="37"/>
                    </a:lnTo>
                    <a:lnTo>
                      <a:pt x="374" y="30"/>
                    </a:lnTo>
                    <a:lnTo>
                      <a:pt x="368" y="26"/>
                    </a:lnTo>
                    <a:lnTo>
                      <a:pt x="363" y="20"/>
                    </a:lnTo>
                    <a:lnTo>
                      <a:pt x="358" y="16"/>
                    </a:lnTo>
                    <a:lnTo>
                      <a:pt x="354" y="11"/>
                    </a:lnTo>
                    <a:lnTo>
                      <a:pt x="349" y="7"/>
                    </a:lnTo>
                    <a:lnTo>
                      <a:pt x="346" y="4"/>
                    </a:lnTo>
                    <a:lnTo>
                      <a:pt x="344" y="2"/>
                    </a:lnTo>
                    <a:lnTo>
                      <a:pt x="343" y="0"/>
                    </a:lnTo>
                    <a:lnTo>
                      <a:pt x="340" y="1"/>
                    </a:lnTo>
                    <a:lnTo>
                      <a:pt x="337" y="2"/>
                    </a:lnTo>
                    <a:lnTo>
                      <a:pt x="331" y="4"/>
                    </a:lnTo>
                    <a:lnTo>
                      <a:pt x="327" y="5"/>
                    </a:lnTo>
                    <a:lnTo>
                      <a:pt x="320" y="8"/>
                    </a:lnTo>
                    <a:lnTo>
                      <a:pt x="313" y="11"/>
                    </a:lnTo>
                    <a:lnTo>
                      <a:pt x="304" y="14"/>
                    </a:lnTo>
                    <a:lnTo>
                      <a:pt x="297" y="16"/>
                    </a:lnTo>
                    <a:lnTo>
                      <a:pt x="287" y="20"/>
                    </a:lnTo>
                    <a:lnTo>
                      <a:pt x="279" y="23"/>
                    </a:lnTo>
                    <a:lnTo>
                      <a:pt x="269" y="27"/>
                    </a:lnTo>
                    <a:lnTo>
                      <a:pt x="261" y="29"/>
                    </a:lnTo>
                    <a:lnTo>
                      <a:pt x="253" y="33"/>
                    </a:lnTo>
                    <a:lnTo>
                      <a:pt x="245" y="35"/>
                    </a:lnTo>
                    <a:lnTo>
                      <a:pt x="239" y="37"/>
                    </a:lnTo>
                    <a:lnTo>
                      <a:pt x="234" y="38"/>
                    </a:lnTo>
                    <a:lnTo>
                      <a:pt x="228" y="40"/>
                    </a:lnTo>
                    <a:lnTo>
                      <a:pt x="223" y="42"/>
                    </a:lnTo>
                    <a:lnTo>
                      <a:pt x="218" y="44"/>
                    </a:lnTo>
                    <a:lnTo>
                      <a:pt x="213" y="46"/>
                    </a:lnTo>
                    <a:lnTo>
                      <a:pt x="206" y="49"/>
                    </a:lnTo>
                    <a:lnTo>
                      <a:pt x="201" y="51"/>
                    </a:lnTo>
                    <a:lnTo>
                      <a:pt x="195" y="52"/>
                    </a:lnTo>
                    <a:lnTo>
                      <a:pt x="189" y="55"/>
                    </a:lnTo>
                    <a:lnTo>
                      <a:pt x="182" y="58"/>
                    </a:lnTo>
                    <a:lnTo>
                      <a:pt x="176" y="60"/>
                    </a:lnTo>
                    <a:lnTo>
                      <a:pt x="170" y="62"/>
                    </a:lnTo>
                    <a:lnTo>
                      <a:pt x="165" y="64"/>
                    </a:lnTo>
                    <a:lnTo>
                      <a:pt x="160" y="65"/>
                    </a:lnTo>
                    <a:lnTo>
                      <a:pt x="155" y="67"/>
                    </a:lnTo>
                    <a:lnTo>
                      <a:pt x="150" y="69"/>
                    </a:lnTo>
                    <a:lnTo>
                      <a:pt x="147" y="69"/>
                    </a:lnTo>
                    <a:lnTo>
                      <a:pt x="143" y="71"/>
                    </a:lnTo>
                    <a:lnTo>
                      <a:pt x="140" y="73"/>
                    </a:lnTo>
                    <a:lnTo>
                      <a:pt x="136" y="75"/>
                    </a:lnTo>
                    <a:lnTo>
                      <a:pt x="132" y="75"/>
                    </a:lnTo>
                    <a:lnTo>
                      <a:pt x="126" y="77"/>
                    </a:lnTo>
                    <a:lnTo>
                      <a:pt x="123" y="79"/>
                    </a:lnTo>
                    <a:lnTo>
                      <a:pt x="119" y="80"/>
                    </a:lnTo>
                    <a:lnTo>
                      <a:pt x="115" y="80"/>
                    </a:lnTo>
                    <a:lnTo>
                      <a:pt x="109" y="82"/>
                    </a:lnTo>
                    <a:lnTo>
                      <a:pt x="105" y="84"/>
                    </a:lnTo>
                    <a:lnTo>
                      <a:pt x="101" y="86"/>
                    </a:lnTo>
                    <a:lnTo>
                      <a:pt x="97" y="86"/>
                    </a:lnTo>
                    <a:lnTo>
                      <a:pt x="93" y="88"/>
                    </a:lnTo>
                    <a:lnTo>
                      <a:pt x="89" y="89"/>
                    </a:lnTo>
                    <a:lnTo>
                      <a:pt x="85" y="91"/>
                    </a:lnTo>
                    <a:lnTo>
                      <a:pt x="82" y="91"/>
                    </a:lnTo>
                    <a:lnTo>
                      <a:pt x="77" y="93"/>
                    </a:lnTo>
                    <a:lnTo>
                      <a:pt x="73" y="95"/>
                    </a:lnTo>
                    <a:lnTo>
                      <a:pt x="67" y="97"/>
                    </a:lnTo>
                    <a:lnTo>
                      <a:pt x="63" y="98"/>
                    </a:lnTo>
                    <a:lnTo>
                      <a:pt x="56" y="100"/>
                    </a:lnTo>
                    <a:lnTo>
                      <a:pt x="50" y="102"/>
                    </a:lnTo>
                    <a:lnTo>
                      <a:pt x="45" y="103"/>
                    </a:lnTo>
                    <a:lnTo>
                      <a:pt x="39" y="105"/>
                    </a:lnTo>
                    <a:lnTo>
                      <a:pt x="33" y="107"/>
                    </a:lnTo>
                    <a:lnTo>
                      <a:pt x="27" y="109"/>
                    </a:lnTo>
                    <a:lnTo>
                      <a:pt x="21" y="111"/>
                    </a:lnTo>
                    <a:lnTo>
                      <a:pt x="18" y="112"/>
                    </a:lnTo>
                    <a:lnTo>
                      <a:pt x="14" y="114"/>
                    </a:lnTo>
                    <a:lnTo>
                      <a:pt x="11" y="115"/>
                    </a:lnTo>
                    <a:lnTo>
                      <a:pt x="9" y="116"/>
                    </a:lnTo>
                    <a:lnTo>
                      <a:pt x="9" y="116"/>
                    </a:lnTo>
                    <a:lnTo>
                      <a:pt x="9" y="118"/>
                    </a:lnTo>
                    <a:lnTo>
                      <a:pt x="10" y="119"/>
                    </a:lnTo>
                    <a:lnTo>
                      <a:pt x="11" y="122"/>
                    </a:lnTo>
                    <a:lnTo>
                      <a:pt x="13" y="124"/>
                    </a:lnTo>
                    <a:lnTo>
                      <a:pt x="15" y="128"/>
                    </a:lnTo>
                    <a:lnTo>
                      <a:pt x="18" y="130"/>
                    </a:lnTo>
                    <a:lnTo>
                      <a:pt x="20" y="133"/>
                    </a:lnTo>
                    <a:lnTo>
                      <a:pt x="24" y="135"/>
                    </a:lnTo>
                    <a:lnTo>
                      <a:pt x="26" y="139"/>
                    </a:lnTo>
                    <a:lnTo>
                      <a:pt x="30" y="143"/>
                    </a:lnTo>
                    <a:lnTo>
                      <a:pt x="33" y="147"/>
                    </a:lnTo>
                    <a:lnTo>
                      <a:pt x="36" y="150"/>
                    </a:lnTo>
                    <a:lnTo>
                      <a:pt x="38" y="154"/>
                    </a:lnTo>
                    <a:lnTo>
                      <a:pt x="42" y="155"/>
                    </a:lnTo>
                    <a:lnTo>
                      <a:pt x="44" y="157"/>
                    </a:lnTo>
                    <a:lnTo>
                      <a:pt x="48" y="159"/>
                    </a:lnTo>
                    <a:lnTo>
                      <a:pt x="48" y="161"/>
                    </a:lnTo>
                    <a:lnTo>
                      <a:pt x="49" y="162"/>
                    </a:lnTo>
                    <a:lnTo>
                      <a:pt x="50" y="164"/>
                    </a:lnTo>
                    <a:lnTo>
                      <a:pt x="52" y="164"/>
                    </a:lnTo>
                    <a:lnTo>
                      <a:pt x="52" y="166"/>
                    </a:lnTo>
                    <a:lnTo>
                      <a:pt x="54" y="168"/>
                    </a:lnTo>
                    <a:lnTo>
                      <a:pt x="56" y="170"/>
                    </a:lnTo>
                    <a:lnTo>
                      <a:pt x="58" y="170"/>
                    </a:lnTo>
                    <a:lnTo>
                      <a:pt x="58" y="172"/>
                    </a:lnTo>
                    <a:lnTo>
                      <a:pt x="60" y="174"/>
                    </a:lnTo>
                    <a:lnTo>
                      <a:pt x="62" y="176"/>
                    </a:lnTo>
                    <a:lnTo>
                      <a:pt x="64" y="176"/>
                    </a:lnTo>
                    <a:lnTo>
                      <a:pt x="64" y="177"/>
                    </a:lnTo>
                    <a:lnTo>
                      <a:pt x="66" y="178"/>
                    </a:lnTo>
                    <a:lnTo>
                      <a:pt x="67" y="180"/>
                    </a:lnTo>
                    <a:lnTo>
                      <a:pt x="70" y="180"/>
                    </a:lnTo>
                    <a:lnTo>
                      <a:pt x="70" y="182"/>
                    </a:lnTo>
                    <a:lnTo>
                      <a:pt x="70" y="182"/>
                    </a:lnTo>
                    <a:lnTo>
                      <a:pt x="70" y="183"/>
                    </a:lnTo>
                    <a:lnTo>
                      <a:pt x="71" y="183"/>
                    </a:lnTo>
                    <a:lnTo>
                      <a:pt x="71" y="184"/>
                    </a:lnTo>
                    <a:lnTo>
                      <a:pt x="71" y="184"/>
                    </a:lnTo>
                    <a:lnTo>
                      <a:pt x="71" y="186"/>
                    </a:lnTo>
                    <a:lnTo>
                      <a:pt x="73" y="186"/>
                    </a:lnTo>
                    <a:lnTo>
                      <a:pt x="73" y="188"/>
                    </a:lnTo>
                    <a:lnTo>
                      <a:pt x="73" y="188"/>
                    </a:lnTo>
                    <a:lnTo>
                      <a:pt x="73" y="190"/>
                    </a:lnTo>
                    <a:lnTo>
                      <a:pt x="75" y="190"/>
                    </a:lnTo>
                    <a:lnTo>
                      <a:pt x="75" y="192"/>
                    </a:lnTo>
                    <a:lnTo>
                      <a:pt x="75" y="192"/>
                    </a:lnTo>
                    <a:lnTo>
                      <a:pt x="75" y="192"/>
                    </a:lnTo>
                    <a:lnTo>
                      <a:pt x="77" y="192"/>
                    </a:lnTo>
                    <a:lnTo>
                      <a:pt x="77" y="194"/>
                    </a:lnTo>
                    <a:lnTo>
                      <a:pt x="77" y="194"/>
                    </a:lnTo>
                    <a:lnTo>
                      <a:pt x="77" y="194"/>
                    </a:lnTo>
                    <a:lnTo>
                      <a:pt x="77" y="194"/>
                    </a:lnTo>
                    <a:lnTo>
                      <a:pt x="77" y="196"/>
                    </a:lnTo>
                    <a:lnTo>
                      <a:pt x="77" y="196"/>
                    </a:lnTo>
                    <a:lnTo>
                      <a:pt x="77" y="196"/>
                    </a:lnTo>
                    <a:lnTo>
                      <a:pt x="78" y="196"/>
                    </a:lnTo>
                    <a:lnTo>
                      <a:pt x="77" y="198"/>
                    </a:lnTo>
                    <a:lnTo>
                      <a:pt x="77" y="198"/>
                    </a:lnTo>
                    <a:lnTo>
                      <a:pt x="77" y="199"/>
                    </a:lnTo>
                    <a:lnTo>
                      <a:pt x="77" y="199"/>
                    </a:lnTo>
                    <a:lnTo>
                      <a:pt x="77" y="200"/>
                    </a:lnTo>
                    <a:lnTo>
                      <a:pt x="77" y="200"/>
                    </a:lnTo>
                    <a:lnTo>
                      <a:pt x="77" y="200"/>
                    </a:lnTo>
                    <a:lnTo>
                      <a:pt x="77" y="200"/>
                    </a:lnTo>
                    <a:lnTo>
                      <a:pt x="75" y="202"/>
                    </a:lnTo>
                    <a:lnTo>
                      <a:pt x="75" y="202"/>
                    </a:lnTo>
                    <a:lnTo>
                      <a:pt x="75" y="202"/>
                    </a:lnTo>
                    <a:lnTo>
                      <a:pt x="75" y="202"/>
                    </a:lnTo>
                    <a:lnTo>
                      <a:pt x="73" y="204"/>
                    </a:lnTo>
                    <a:lnTo>
                      <a:pt x="73" y="204"/>
                    </a:lnTo>
                    <a:lnTo>
                      <a:pt x="73" y="204"/>
                    </a:lnTo>
                    <a:lnTo>
                      <a:pt x="73" y="204"/>
                    </a:lnTo>
                    <a:lnTo>
                      <a:pt x="71" y="206"/>
                    </a:lnTo>
                    <a:lnTo>
                      <a:pt x="71" y="206"/>
                    </a:lnTo>
                    <a:lnTo>
                      <a:pt x="71" y="206"/>
                    </a:lnTo>
                    <a:lnTo>
                      <a:pt x="71" y="206"/>
                    </a:lnTo>
                    <a:lnTo>
                      <a:pt x="70" y="206"/>
                    </a:lnTo>
                    <a:lnTo>
                      <a:pt x="70" y="206"/>
                    </a:lnTo>
                    <a:lnTo>
                      <a:pt x="70" y="206"/>
                    </a:lnTo>
                    <a:lnTo>
                      <a:pt x="70" y="206"/>
                    </a:lnTo>
                    <a:lnTo>
                      <a:pt x="67" y="206"/>
                    </a:lnTo>
                    <a:lnTo>
                      <a:pt x="66" y="206"/>
                    </a:lnTo>
                    <a:lnTo>
                      <a:pt x="64" y="206"/>
                    </a:lnTo>
                    <a:lnTo>
                      <a:pt x="64" y="206"/>
                    </a:lnTo>
                    <a:lnTo>
                      <a:pt x="62" y="206"/>
                    </a:lnTo>
                    <a:lnTo>
                      <a:pt x="61" y="206"/>
                    </a:lnTo>
                    <a:lnTo>
                      <a:pt x="59" y="206"/>
                    </a:lnTo>
                    <a:lnTo>
                      <a:pt x="59" y="206"/>
                    </a:lnTo>
                    <a:lnTo>
                      <a:pt x="57" y="206"/>
                    </a:lnTo>
                    <a:lnTo>
                      <a:pt x="55" y="206"/>
                    </a:lnTo>
                    <a:lnTo>
                      <a:pt x="53" y="206"/>
                    </a:lnTo>
                    <a:lnTo>
                      <a:pt x="53" y="206"/>
                    </a:lnTo>
                    <a:lnTo>
                      <a:pt x="51" y="206"/>
                    </a:lnTo>
                    <a:lnTo>
                      <a:pt x="50" y="206"/>
                    </a:lnTo>
                    <a:lnTo>
                      <a:pt x="49" y="206"/>
                    </a:lnTo>
                    <a:lnTo>
                      <a:pt x="49" y="206"/>
                    </a:lnTo>
                    <a:lnTo>
                      <a:pt x="48" y="207"/>
                    </a:lnTo>
                    <a:lnTo>
                      <a:pt x="45" y="207"/>
                    </a:lnTo>
                    <a:lnTo>
                      <a:pt x="43" y="207"/>
                    </a:lnTo>
                    <a:lnTo>
                      <a:pt x="43" y="207"/>
                    </a:lnTo>
                    <a:lnTo>
                      <a:pt x="41" y="207"/>
                    </a:lnTo>
                    <a:lnTo>
                      <a:pt x="39" y="207"/>
                    </a:lnTo>
                    <a:lnTo>
                      <a:pt x="37" y="207"/>
                    </a:lnTo>
                    <a:lnTo>
                      <a:pt x="36" y="207"/>
                    </a:lnTo>
                    <a:lnTo>
                      <a:pt x="34" y="209"/>
                    </a:lnTo>
                    <a:lnTo>
                      <a:pt x="32" y="209"/>
                    </a:lnTo>
                    <a:lnTo>
                      <a:pt x="30" y="209"/>
                    </a:lnTo>
                    <a:lnTo>
                      <a:pt x="28" y="209"/>
                    </a:lnTo>
                    <a:lnTo>
                      <a:pt x="27" y="210"/>
                    </a:lnTo>
                    <a:lnTo>
                      <a:pt x="26" y="210"/>
                    </a:lnTo>
                    <a:lnTo>
                      <a:pt x="23" y="210"/>
                    </a:lnTo>
                    <a:lnTo>
                      <a:pt x="23" y="210"/>
                    </a:lnTo>
                    <a:lnTo>
                      <a:pt x="21" y="212"/>
                    </a:lnTo>
                    <a:lnTo>
                      <a:pt x="20" y="213"/>
                    </a:lnTo>
                    <a:lnTo>
                      <a:pt x="18" y="214"/>
                    </a:lnTo>
                    <a:lnTo>
                      <a:pt x="17" y="214"/>
                    </a:lnTo>
                    <a:lnTo>
                      <a:pt x="15" y="216"/>
                    </a:lnTo>
                    <a:lnTo>
                      <a:pt x="13" y="218"/>
                    </a:lnTo>
                    <a:lnTo>
                      <a:pt x="11" y="220"/>
                    </a:lnTo>
                    <a:lnTo>
                      <a:pt x="11" y="220"/>
                    </a:lnTo>
                    <a:lnTo>
                      <a:pt x="9" y="221"/>
                    </a:lnTo>
                    <a:lnTo>
                      <a:pt x="7" y="223"/>
                    </a:lnTo>
                    <a:lnTo>
                      <a:pt x="5" y="225"/>
                    </a:lnTo>
                    <a:lnTo>
                      <a:pt x="5" y="226"/>
                    </a:lnTo>
                    <a:lnTo>
                      <a:pt x="3" y="228"/>
                    </a:lnTo>
                    <a:lnTo>
                      <a:pt x="3" y="229"/>
                    </a:lnTo>
                    <a:lnTo>
                      <a:pt x="1" y="231"/>
                    </a:lnTo>
                    <a:lnTo>
                      <a:pt x="1" y="231"/>
                    </a:lnTo>
                    <a:lnTo>
                      <a:pt x="0" y="233"/>
                    </a:lnTo>
                    <a:lnTo>
                      <a:pt x="0" y="233"/>
                    </a:lnTo>
                    <a:lnTo>
                      <a:pt x="0" y="235"/>
                    </a:lnTo>
                    <a:lnTo>
                      <a:pt x="0" y="235"/>
                    </a:lnTo>
                    <a:lnTo>
                      <a:pt x="0" y="236"/>
                    </a:lnTo>
                    <a:lnTo>
                      <a:pt x="0" y="236"/>
                    </a:lnTo>
                    <a:lnTo>
                      <a:pt x="0" y="238"/>
                    </a:lnTo>
                    <a:lnTo>
                      <a:pt x="0" y="238"/>
                    </a:lnTo>
                    <a:lnTo>
                      <a:pt x="0" y="240"/>
                    </a:lnTo>
                    <a:lnTo>
                      <a:pt x="0" y="240"/>
                    </a:lnTo>
                    <a:lnTo>
                      <a:pt x="0" y="241"/>
                    </a:lnTo>
                    <a:lnTo>
                      <a:pt x="0" y="241"/>
                    </a:lnTo>
                    <a:lnTo>
                      <a:pt x="0" y="242"/>
                    </a:lnTo>
                    <a:lnTo>
                      <a:pt x="0" y="242"/>
                    </a:lnTo>
                    <a:lnTo>
                      <a:pt x="0" y="242"/>
                    </a:lnTo>
                    <a:lnTo>
                      <a:pt x="1" y="242"/>
                    </a:lnTo>
                    <a:lnTo>
                      <a:pt x="1" y="244"/>
                    </a:lnTo>
                    <a:lnTo>
                      <a:pt x="1" y="246"/>
                    </a:lnTo>
                    <a:lnTo>
                      <a:pt x="1" y="248"/>
                    </a:lnTo>
                    <a:lnTo>
                      <a:pt x="3" y="248"/>
                    </a:lnTo>
                    <a:lnTo>
                      <a:pt x="3" y="250"/>
                    </a:lnTo>
                    <a:lnTo>
                      <a:pt x="5" y="252"/>
                    </a:lnTo>
                    <a:lnTo>
                      <a:pt x="5" y="254"/>
                    </a:lnTo>
                    <a:lnTo>
                      <a:pt x="6" y="254"/>
                    </a:lnTo>
                    <a:lnTo>
                      <a:pt x="6" y="256"/>
                    </a:lnTo>
                    <a:lnTo>
                      <a:pt x="9" y="258"/>
                    </a:lnTo>
                    <a:lnTo>
                      <a:pt x="9" y="260"/>
                    </a:lnTo>
                    <a:lnTo>
                      <a:pt x="11" y="260"/>
                    </a:lnTo>
                    <a:lnTo>
                      <a:pt x="11" y="262"/>
                    </a:lnTo>
                    <a:lnTo>
                      <a:pt x="13" y="262"/>
                    </a:lnTo>
                    <a:lnTo>
                      <a:pt x="14" y="263"/>
                    </a:lnTo>
                    <a:lnTo>
                      <a:pt x="16" y="263"/>
                    </a:lnTo>
                    <a:lnTo>
                      <a:pt x="16" y="265"/>
                    </a:lnTo>
                    <a:lnTo>
                      <a:pt x="16" y="265"/>
                    </a:lnTo>
                    <a:lnTo>
                      <a:pt x="16" y="265"/>
                    </a:lnTo>
                    <a:lnTo>
                      <a:pt x="18" y="265"/>
                    </a:lnTo>
                    <a:lnTo>
                      <a:pt x="18" y="267"/>
                    </a:lnTo>
                    <a:lnTo>
                      <a:pt x="18" y="267"/>
                    </a:lnTo>
                    <a:lnTo>
                      <a:pt x="18" y="267"/>
                    </a:lnTo>
                    <a:lnTo>
                      <a:pt x="20" y="267"/>
                    </a:lnTo>
                    <a:lnTo>
                      <a:pt x="20" y="269"/>
                    </a:lnTo>
                    <a:lnTo>
                      <a:pt x="20" y="269"/>
                    </a:lnTo>
                    <a:lnTo>
                      <a:pt x="20" y="269"/>
                    </a:lnTo>
                    <a:lnTo>
                      <a:pt x="22" y="269"/>
                    </a:lnTo>
                    <a:lnTo>
                      <a:pt x="22" y="269"/>
                    </a:lnTo>
                    <a:lnTo>
                      <a:pt x="23" y="269"/>
                    </a:lnTo>
                    <a:lnTo>
                      <a:pt x="23" y="269"/>
                    </a:lnTo>
                    <a:lnTo>
                      <a:pt x="26" y="269"/>
                    </a:lnTo>
                    <a:lnTo>
                      <a:pt x="26" y="271"/>
                    </a:lnTo>
                    <a:lnTo>
                      <a:pt x="27" y="271"/>
                    </a:lnTo>
                    <a:lnTo>
                      <a:pt x="27" y="271"/>
                    </a:lnTo>
                    <a:lnTo>
                      <a:pt x="28" y="271"/>
                    </a:lnTo>
                    <a:lnTo>
                      <a:pt x="28" y="271"/>
                    </a:lnTo>
                    <a:lnTo>
                      <a:pt x="31" y="271"/>
                    </a:lnTo>
                    <a:lnTo>
                      <a:pt x="33" y="271"/>
                    </a:lnTo>
                    <a:lnTo>
                      <a:pt x="34" y="271"/>
                    </a:lnTo>
                    <a:lnTo>
                      <a:pt x="34" y="273"/>
                    </a:lnTo>
                    <a:lnTo>
                      <a:pt x="36" y="273"/>
                    </a:lnTo>
                    <a:lnTo>
                      <a:pt x="38" y="273"/>
                    </a:lnTo>
                    <a:lnTo>
                      <a:pt x="40" y="273"/>
                    </a:lnTo>
                    <a:lnTo>
                      <a:pt x="40" y="273"/>
                    </a:lnTo>
                    <a:lnTo>
                      <a:pt x="42" y="273"/>
                    </a:lnTo>
                    <a:lnTo>
                      <a:pt x="42" y="273"/>
                    </a:lnTo>
                    <a:lnTo>
                      <a:pt x="44" y="273"/>
                    </a:lnTo>
                    <a:lnTo>
                      <a:pt x="44" y="273"/>
                    </a:lnTo>
                    <a:lnTo>
                      <a:pt x="46" y="273"/>
                    </a:lnTo>
                    <a:lnTo>
                      <a:pt x="46" y="273"/>
                    </a:lnTo>
                    <a:lnTo>
                      <a:pt x="48" y="273"/>
                    </a:lnTo>
                    <a:lnTo>
                      <a:pt x="48" y="273"/>
                    </a:lnTo>
                    <a:lnTo>
                      <a:pt x="50" y="273"/>
                    </a:lnTo>
                    <a:lnTo>
                      <a:pt x="51" y="273"/>
                    </a:lnTo>
                    <a:lnTo>
                      <a:pt x="53" y="273"/>
                    </a:lnTo>
                    <a:lnTo>
                      <a:pt x="53" y="273"/>
                    </a:lnTo>
                    <a:lnTo>
                      <a:pt x="55" y="273"/>
                    </a:lnTo>
                    <a:lnTo>
                      <a:pt x="56" y="273"/>
                    </a:lnTo>
                    <a:lnTo>
                      <a:pt x="58" y="273"/>
                    </a:lnTo>
                    <a:lnTo>
                      <a:pt x="58" y="273"/>
                    </a:lnTo>
                    <a:lnTo>
                      <a:pt x="60" y="273"/>
                    </a:lnTo>
                    <a:lnTo>
                      <a:pt x="61" y="273"/>
                    </a:lnTo>
                    <a:lnTo>
                      <a:pt x="63" y="273"/>
                    </a:lnTo>
                    <a:lnTo>
                      <a:pt x="63" y="273"/>
                    </a:lnTo>
                    <a:lnTo>
                      <a:pt x="64" y="273"/>
                    </a:lnTo>
                    <a:lnTo>
                      <a:pt x="64" y="273"/>
                    </a:lnTo>
                    <a:lnTo>
                      <a:pt x="65" y="273"/>
                    </a:lnTo>
                    <a:lnTo>
                      <a:pt x="65" y="273"/>
                    </a:lnTo>
                    <a:lnTo>
                      <a:pt x="67" y="273"/>
                    </a:lnTo>
                    <a:lnTo>
                      <a:pt x="67" y="273"/>
                    </a:lnTo>
                    <a:lnTo>
                      <a:pt x="70" y="271"/>
                    </a:lnTo>
                    <a:lnTo>
                      <a:pt x="70" y="271"/>
                    </a:lnTo>
                    <a:lnTo>
                      <a:pt x="71" y="271"/>
                    </a:lnTo>
                    <a:lnTo>
                      <a:pt x="71" y="271"/>
                    </a:lnTo>
                    <a:lnTo>
                      <a:pt x="72" y="271"/>
                    </a:lnTo>
                    <a:lnTo>
                      <a:pt x="72" y="271"/>
                    </a:lnTo>
                    <a:lnTo>
                      <a:pt x="74" y="271"/>
                    </a:lnTo>
                    <a:lnTo>
                      <a:pt x="74" y="271"/>
                    </a:lnTo>
                    <a:lnTo>
                      <a:pt x="76" y="269"/>
                    </a:lnTo>
                    <a:lnTo>
                      <a:pt x="76" y="269"/>
                    </a:lnTo>
                    <a:lnTo>
                      <a:pt x="76" y="269"/>
                    </a:lnTo>
                    <a:lnTo>
                      <a:pt x="76" y="269"/>
                    </a:lnTo>
                    <a:lnTo>
                      <a:pt x="78" y="269"/>
                    </a:lnTo>
                    <a:lnTo>
                      <a:pt x="78" y="269"/>
                    </a:lnTo>
                    <a:lnTo>
                      <a:pt x="79" y="269"/>
                    </a:lnTo>
                    <a:lnTo>
                      <a:pt x="79" y="269"/>
                    </a:lnTo>
                    <a:lnTo>
                      <a:pt x="81" y="267"/>
                    </a:lnTo>
                    <a:lnTo>
                      <a:pt x="81" y="267"/>
                    </a:lnTo>
                    <a:lnTo>
                      <a:pt x="82" y="267"/>
                    </a:lnTo>
                    <a:lnTo>
                      <a:pt x="82" y="267"/>
                    </a:lnTo>
                    <a:lnTo>
                      <a:pt x="84" y="265"/>
                    </a:lnTo>
                    <a:lnTo>
                      <a:pt x="84" y="265"/>
                    </a:lnTo>
                    <a:lnTo>
                      <a:pt x="86" y="264"/>
                    </a:lnTo>
                    <a:lnTo>
                      <a:pt x="86" y="264"/>
                    </a:lnTo>
                    <a:lnTo>
                      <a:pt x="87" y="263"/>
                    </a:lnTo>
                    <a:lnTo>
                      <a:pt x="87" y="263"/>
                    </a:lnTo>
                    <a:lnTo>
                      <a:pt x="87" y="263"/>
                    </a:lnTo>
                    <a:lnTo>
                      <a:pt x="87" y="263"/>
                    </a:lnTo>
                    <a:lnTo>
                      <a:pt x="89" y="262"/>
                    </a:lnTo>
                    <a:lnTo>
                      <a:pt x="89" y="262"/>
                    </a:lnTo>
                    <a:lnTo>
                      <a:pt x="92" y="262"/>
                    </a:lnTo>
                    <a:lnTo>
                      <a:pt x="92" y="262"/>
                    </a:lnTo>
                    <a:lnTo>
                      <a:pt x="93" y="260"/>
                    </a:lnTo>
                    <a:lnTo>
                      <a:pt x="93" y="260"/>
                    </a:lnTo>
                    <a:lnTo>
                      <a:pt x="94" y="260"/>
                    </a:lnTo>
                    <a:lnTo>
                      <a:pt x="94" y="260"/>
                    </a:lnTo>
                    <a:lnTo>
                      <a:pt x="96" y="258"/>
                    </a:lnTo>
                    <a:lnTo>
                      <a:pt x="96" y="258"/>
                    </a:lnTo>
                    <a:lnTo>
                      <a:pt x="97" y="257"/>
                    </a:lnTo>
                    <a:lnTo>
                      <a:pt x="97" y="257"/>
                    </a:lnTo>
                    <a:lnTo>
                      <a:pt x="99" y="255"/>
                    </a:lnTo>
                    <a:lnTo>
                      <a:pt x="99" y="255"/>
                    </a:lnTo>
                    <a:lnTo>
                      <a:pt x="99" y="255"/>
                    </a:lnTo>
                    <a:lnTo>
                      <a:pt x="99" y="255"/>
                    </a:lnTo>
                    <a:lnTo>
                      <a:pt x="99" y="254"/>
                    </a:lnTo>
                    <a:lnTo>
                      <a:pt x="99" y="254"/>
                    </a:lnTo>
                    <a:lnTo>
                      <a:pt x="99" y="254"/>
                    </a:lnTo>
                    <a:lnTo>
                      <a:pt x="99" y="254"/>
                    </a:lnTo>
                    <a:lnTo>
                      <a:pt x="101" y="252"/>
                    </a:lnTo>
                    <a:lnTo>
                      <a:pt x="101" y="252"/>
                    </a:lnTo>
                    <a:lnTo>
                      <a:pt x="101" y="252"/>
                    </a:lnTo>
                    <a:lnTo>
                      <a:pt x="101" y="252"/>
                    </a:lnTo>
                    <a:lnTo>
                      <a:pt x="102" y="250"/>
                    </a:lnTo>
                    <a:lnTo>
                      <a:pt x="102" y="250"/>
                    </a:lnTo>
                    <a:lnTo>
                      <a:pt x="102" y="249"/>
                    </a:lnTo>
                    <a:lnTo>
                      <a:pt x="102" y="249"/>
                    </a:lnTo>
                    <a:lnTo>
                      <a:pt x="104" y="247"/>
                    </a:lnTo>
                    <a:lnTo>
                      <a:pt x="104" y="247"/>
                    </a:lnTo>
                    <a:lnTo>
                      <a:pt x="104" y="247"/>
                    </a:lnTo>
                    <a:lnTo>
                      <a:pt x="104" y="247"/>
                    </a:lnTo>
                    <a:lnTo>
                      <a:pt x="106" y="247"/>
                    </a:lnTo>
                    <a:lnTo>
                      <a:pt x="106" y="247"/>
                    </a:lnTo>
                    <a:lnTo>
                      <a:pt x="107" y="247"/>
                    </a:lnTo>
                    <a:lnTo>
                      <a:pt x="107" y="247"/>
                    </a:lnTo>
                    <a:lnTo>
                      <a:pt x="109" y="246"/>
                    </a:lnTo>
                    <a:lnTo>
                      <a:pt x="109" y="246"/>
                    </a:lnTo>
                    <a:lnTo>
                      <a:pt x="109" y="246"/>
                    </a:lnTo>
                    <a:lnTo>
                      <a:pt x="109" y="246"/>
                    </a:lnTo>
                    <a:lnTo>
                      <a:pt x="111" y="246"/>
                    </a:lnTo>
                    <a:lnTo>
                      <a:pt x="111" y="246"/>
                    </a:lnTo>
                    <a:lnTo>
                      <a:pt x="112" y="246"/>
                    </a:lnTo>
                    <a:lnTo>
                      <a:pt x="112" y="246"/>
                    </a:lnTo>
                    <a:lnTo>
                      <a:pt x="114" y="245"/>
                    </a:lnTo>
                    <a:lnTo>
                      <a:pt x="114" y="246"/>
                    </a:lnTo>
                    <a:lnTo>
                      <a:pt x="114" y="246"/>
                    </a:lnTo>
                    <a:lnTo>
                      <a:pt x="114" y="246"/>
                    </a:lnTo>
                    <a:lnTo>
                      <a:pt x="116" y="246"/>
                    </a:lnTo>
                    <a:lnTo>
                      <a:pt x="116" y="246"/>
                    </a:lnTo>
                    <a:lnTo>
                      <a:pt x="117" y="246"/>
                    </a:lnTo>
                    <a:lnTo>
                      <a:pt x="117" y="246"/>
                    </a:lnTo>
                    <a:lnTo>
                      <a:pt x="119" y="246"/>
                    </a:lnTo>
                    <a:lnTo>
                      <a:pt x="119" y="246"/>
                    </a:lnTo>
                    <a:lnTo>
                      <a:pt x="119" y="246"/>
                    </a:lnTo>
                    <a:lnTo>
                      <a:pt x="119" y="246"/>
                    </a:lnTo>
                    <a:lnTo>
                      <a:pt x="121" y="246"/>
                    </a:lnTo>
                    <a:lnTo>
                      <a:pt x="121" y="246"/>
                    </a:lnTo>
                    <a:lnTo>
                      <a:pt x="122" y="246"/>
                    </a:lnTo>
                    <a:lnTo>
                      <a:pt x="122" y="246"/>
                    </a:lnTo>
                    <a:lnTo>
                      <a:pt x="124" y="246"/>
                    </a:lnTo>
                    <a:lnTo>
                      <a:pt x="126" y="248"/>
                    </a:lnTo>
                    <a:lnTo>
                      <a:pt x="128" y="249"/>
                    </a:lnTo>
                    <a:lnTo>
                      <a:pt x="130" y="251"/>
                    </a:lnTo>
                    <a:lnTo>
                      <a:pt x="133" y="252"/>
                    </a:lnTo>
                    <a:lnTo>
                      <a:pt x="135" y="255"/>
                    </a:lnTo>
                    <a:lnTo>
                      <a:pt x="139" y="257"/>
                    </a:lnTo>
                    <a:lnTo>
                      <a:pt x="140" y="259"/>
                    </a:lnTo>
                    <a:lnTo>
                      <a:pt x="145" y="261"/>
                    </a:lnTo>
                    <a:lnTo>
                      <a:pt x="146" y="265"/>
                    </a:lnTo>
                    <a:lnTo>
                      <a:pt x="149" y="267"/>
                    </a:lnTo>
                    <a:lnTo>
                      <a:pt x="151" y="269"/>
                    </a:lnTo>
                    <a:lnTo>
                      <a:pt x="155" y="271"/>
                    </a:lnTo>
                    <a:lnTo>
                      <a:pt x="157" y="274"/>
                    </a:lnTo>
                    <a:lnTo>
                      <a:pt x="159" y="276"/>
                    </a:lnTo>
                    <a:lnTo>
                      <a:pt x="161" y="278"/>
                    </a:lnTo>
                    <a:lnTo>
                      <a:pt x="164" y="279"/>
                    </a:lnTo>
                    <a:lnTo>
                      <a:pt x="166" y="282"/>
                    </a:lnTo>
                    <a:lnTo>
                      <a:pt x="168" y="284"/>
                    </a:lnTo>
                    <a:lnTo>
                      <a:pt x="170" y="288"/>
                    </a:lnTo>
                    <a:lnTo>
                      <a:pt x="173" y="290"/>
                    </a:lnTo>
                    <a:lnTo>
                      <a:pt x="175" y="294"/>
                    </a:lnTo>
                    <a:lnTo>
                      <a:pt x="179" y="297"/>
                    </a:lnTo>
                    <a:lnTo>
                      <a:pt x="182" y="301"/>
                    </a:lnTo>
                    <a:lnTo>
                      <a:pt x="185" y="303"/>
                    </a:lnTo>
                    <a:lnTo>
                      <a:pt x="187" y="307"/>
                    </a:lnTo>
                    <a:lnTo>
                      <a:pt x="190" y="310"/>
                    </a:lnTo>
                    <a:lnTo>
                      <a:pt x="192" y="313"/>
                    </a:lnTo>
                    <a:lnTo>
                      <a:pt x="196" y="315"/>
                    </a:lnTo>
                    <a:lnTo>
                      <a:pt x="198" y="317"/>
                    </a:lnTo>
                    <a:lnTo>
                      <a:pt x="200" y="318"/>
                    </a:lnTo>
                    <a:lnTo>
                      <a:pt x="202" y="319"/>
                    </a:lnTo>
                    <a:lnTo>
                      <a:pt x="204" y="319"/>
                    </a:lnTo>
                    <a:lnTo>
                      <a:pt x="204" y="319"/>
                    </a:lnTo>
                    <a:lnTo>
                      <a:pt x="205" y="319"/>
                    </a:lnTo>
                    <a:lnTo>
                      <a:pt x="207" y="319"/>
                    </a:lnTo>
                    <a:lnTo>
                      <a:pt x="211" y="317"/>
                    </a:lnTo>
                    <a:lnTo>
                      <a:pt x="214" y="317"/>
                    </a:lnTo>
                    <a:lnTo>
                      <a:pt x="218" y="316"/>
                    </a:lnTo>
                    <a:lnTo>
                      <a:pt x="221" y="314"/>
                    </a:lnTo>
                    <a:lnTo>
                      <a:pt x="227" y="312"/>
                    </a:lnTo>
                    <a:lnTo>
                      <a:pt x="231" y="311"/>
                    </a:lnTo>
                    <a:lnTo>
                      <a:pt x="234" y="310"/>
                    </a:lnTo>
                    <a:lnTo>
                      <a:pt x="238" y="308"/>
                    </a:lnTo>
                    <a:lnTo>
                      <a:pt x="243" y="306"/>
                    </a:lnTo>
                    <a:lnTo>
                      <a:pt x="248" y="305"/>
                    </a:lnTo>
                    <a:lnTo>
                      <a:pt x="251" y="303"/>
                    </a:lnTo>
                    <a:lnTo>
                      <a:pt x="254" y="302"/>
                    </a:lnTo>
                    <a:lnTo>
                      <a:pt x="258" y="300"/>
                    </a:lnTo>
                    <a:lnTo>
                      <a:pt x="258" y="300"/>
                    </a:lnTo>
                    <a:lnTo>
                      <a:pt x="260" y="300"/>
                    </a:lnTo>
                    <a:lnTo>
                      <a:pt x="263" y="300"/>
                    </a:lnTo>
                    <a:lnTo>
                      <a:pt x="264" y="299"/>
                    </a:lnTo>
                    <a:lnTo>
                      <a:pt x="266" y="299"/>
                    </a:lnTo>
                    <a:lnTo>
                      <a:pt x="268" y="297"/>
                    </a:lnTo>
                    <a:lnTo>
                      <a:pt x="270" y="297"/>
                    </a:lnTo>
                    <a:lnTo>
                      <a:pt x="273" y="295"/>
                    </a:lnTo>
                    <a:lnTo>
                      <a:pt x="275" y="295"/>
                    </a:lnTo>
                    <a:lnTo>
                      <a:pt x="277" y="295"/>
                    </a:lnTo>
                    <a:lnTo>
                      <a:pt x="279" y="295"/>
                    </a:lnTo>
                    <a:lnTo>
                      <a:pt x="281" y="294"/>
                    </a:lnTo>
                    <a:lnTo>
                      <a:pt x="283" y="294"/>
                    </a:lnTo>
                    <a:lnTo>
                      <a:pt x="285" y="292"/>
                    </a:lnTo>
                    <a:lnTo>
                      <a:pt x="287" y="292"/>
                    </a:lnTo>
                    <a:lnTo>
                      <a:pt x="289" y="290"/>
                    </a:lnTo>
                    <a:lnTo>
                      <a:pt x="289" y="290"/>
                    </a:lnTo>
                    <a:lnTo>
                      <a:pt x="292" y="289"/>
                    </a:lnTo>
                    <a:lnTo>
                      <a:pt x="293" y="289"/>
                    </a:lnTo>
                    <a:lnTo>
                      <a:pt x="295" y="287"/>
                    </a:lnTo>
                    <a:lnTo>
                      <a:pt x="297" y="287"/>
                    </a:lnTo>
                    <a:lnTo>
                      <a:pt x="300" y="285"/>
                    </a:lnTo>
                    <a:lnTo>
                      <a:pt x="302" y="285"/>
                    </a:lnTo>
                    <a:lnTo>
                      <a:pt x="306" y="283"/>
                    </a:lnTo>
                    <a:lnTo>
                      <a:pt x="308" y="283"/>
                    </a:lnTo>
                    <a:lnTo>
                      <a:pt x="309" y="282"/>
                    </a:lnTo>
                    <a:lnTo>
                      <a:pt x="311" y="282"/>
                    </a:lnTo>
                    <a:lnTo>
                      <a:pt x="314" y="280"/>
                    </a:lnTo>
                    <a:lnTo>
                      <a:pt x="315" y="280"/>
                    </a:lnTo>
                    <a:lnTo>
                      <a:pt x="317" y="279"/>
                    </a:lnTo>
                    <a:lnTo>
                      <a:pt x="317" y="279"/>
                    </a:lnTo>
                    <a:lnTo>
                      <a:pt x="319" y="278"/>
                    </a:lnTo>
                    <a:lnTo>
                      <a:pt x="319" y="279"/>
                    </a:lnTo>
                    <a:lnTo>
                      <a:pt x="321" y="279"/>
                    </a:lnTo>
                    <a:lnTo>
                      <a:pt x="321" y="279"/>
                    </a:lnTo>
                    <a:lnTo>
                      <a:pt x="323" y="279"/>
                    </a:lnTo>
                    <a:lnTo>
                      <a:pt x="323" y="279"/>
                    </a:lnTo>
                    <a:lnTo>
                      <a:pt x="324" y="279"/>
                    </a:lnTo>
                    <a:lnTo>
                      <a:pt x="326" y="279"/>
                    </a:lnTo>
                    <a:lnTo>
                      <a:pt x="328" y="279"/>
                    </a:lnTo>
                    <a:lnTo>
                      <a:pt x="328" y="279"/>
                    </a:lnTo>
                    <a:lnTo>
                      <a:pt x="330" y="279"/>
                    </a:lnTo>
                    <a:lnTo>
                      <a:pt x="331" y="279"/>
                    </a:lnTo>
                    <a:lnTo>
                      <a:pt x="333" y="279"/>
                    </a:lnTo>
                    <a:lnTo>
                      <a:pt x="333" y="279"/>
                    </a:lnTo>
                    <a:lnTo>
                      <a:pt x="336" y="279"/>
                    </a:lnTo>
                    <a:lnTo>
                      <a:pt x="336" y="279"/>
                    </a:lnTo>
                    <a:lnTo>
                      <a:pt x="338" y="279"/>
                    </a:lnTo>
                    <a:lnTo>
                      <a:pt x="338" y="281"/>
                    </a:lnTo>
                    <a:lnTo>
                      <a:pt x="338" y="281"/>
                    </a:lnTo>
                    <a:lnTo>
                      <a:pt x="338" y="281"/>
                    </a:lnTo>
                    <a:lnTo>
                      <a:pt x="339" y="281"/>
                    </a:lnTo>
                    <a:lnTo>
                      <a:pt x="339" y="282"/>
                    </a:lnTo>
                    <a:lnTo>
                      <a:pt x="341" y="282"/>
                    </a:lnTo>
                    <a:lnTo>
                      <a:pt x="341" y="282"/>
                    </a:lnTo>
                    <a:lnTo>
                      <a:pt x="343" y="282"/>
                    </a:lnTo>
                    <a:lnTo>
                      <a:pt x="343" y="284"/>
                    </a:lnTo>
                    <a:lnTo>
                      <a:pt x="344" y="284"/>
                    </a:lnTo>
                    <a:lnTo>
                      <a:pt x="344" y="284"/>
                    </a:lnTo>
                    <a:lnTo>
                      <a:pt x="346" y="284"/>
                    </a:lnTo>
                    <a:lnTo>
                      <a:pt x="346" y="284"/>
                    </a:lnTo>
                    <a:lnTo>
                      <a:pt x="346" y="284"/>
                    </a:lnTo>
                    <a:lnTo>
                      <a:pt x="346" y="284"/>
                    </a:lnTo>
                    <a:lnTo>
                      <a:pt x="348" y="284"/>
                    </a:lnTo>
                    <a:lnTo>
                      <a:pt x="348" y="286"/>
                    </a:lnTo>
                    <a:lnTo>
                      <a:pt x="348" y="286"/>
                    </a:lnTo>
                    <a:lnTo>
                      <a:pt x="348" y="287"/>
                    </a:lnTo>
                    <a:lnTo>
                      <a:pt x="348" y="287"/>
                    </a:lnTo>
                    <a:lnTo>
                      <a:pt x="348" y="289"/>
                    </a:lnTo>
                    <a:lnTo>
                      <a:pt x="348" y="289"/>
                    </a:lnTo>
                    <a:lnTo>
                      <a:pt x="348" y="291"/>
                    </a:lnTo>
                    <a:lnTo>
                      <a:pt x="350" y="291"/>
                    </a:lnTo>
                    <a:lnTo>
                      <a:pt x="350" y="294"/>
                    </a:lnTo>
                    <a:lnTo>
                      <a:pt x="350" y="294"/>
                    </a:lnTo>
                    <a:lnTo>
                      <a:pt x="350" y="295"/>
                    </a:lnTo>
                    <a:lnTo>
                      <a:pt x="350" y="295"/>
                    </a:lnTo>
                    <a:lnTo>
                      <a:pt x="350" y="296"/>
                    </a:lnTo>
                    <a:lnTo>
                      <a:pt x="350" y="296"/>
                    </a:lnTo>
                    <a:lnTo>
                      <a:pt x="350" y="296"/>
                    </a:lnTo>
                    <a:lnTo>
                      <a:pt x="352" y="296"/>
                    </a:lnTo>
                    <a:lnTo>
                      <a:pt x="352" y="299"/>
                    </a:lnTo>
                    <a:lnTo>
                      <a:pt x="352" y="299"/>
                    </a:lnTo>
                    <a:lnTo>
                      <a:pt x="352" y="301"/>
                    </a:lnTo>
                    <a:lnTo>
                      <a:pt x="353" y="301"/>
                    </a:lnTo>
                    <a:lnTo>
                      <a:pt x="353" y="303"/>
                    </a:lnTo>
                    <a:lnTo>
                      <a:pt x="355" y="303"/>
                    </a:lnTo>
                    <a:lnTo>
                      <a:pt x="355" y="305"/>
                    </a:lnTo>
                    <a:lnTo>
                      <a:pt x="357" y="305"/>
                    </a:lnTo>
                    <a:lnTo>
                      <a:pt x="357" y="307"/>
                    </a:lnTo>
                    <a:lnTo>
                      <a:pt x="358" y="308"/>
                    </a:lnTo>
                    <a:lnTo>
                      <a:pt x="358" y="310"/>
                    </a:lnTo>
                    <a:lnTo>
                      <a:pt x="360" y="310"/>
                    </a:lnTo>
                    <a:lnTo>
                      <a:pt x="360" y="311"/>
                    </a:lnTo>
                    <a:lnTo>
                      <a:pt x="361" y="311"/>
                    </a:lnTo>
                    <a:lnTo>
                      <a:pt x="361" y="312"/>
                    </a:lnTo>
                    <a:lnTo>
                      <a:pt x="363" y="312"/>
                    </a:lnTo>
                    <a:lnTo>
                      <a:pt x="363" y="314"/>
                    </a:lnTo>
                    <a:lnTo>
                      <a:pt x="365" y="314"/>
                    </a:lnTo>
                    <a:lnTo>
                      <a:pt x="365" y="316"/>
                    </a:lnTo>
                    <a:lnTo>
                      <a:pt x="367" y="316"/>
                    </a:lnTo>
                    <a:lnTo>
                      <a:pt x="367" y="317"/>
                    </a:lnTo>
                    <a:lnTo>
                      <a:pt x="368" y="317"/>
                    </a:lnTo>
                    <a:lnTo>
                      <a:pt x="369" y="317"/>
                    </a:lnTo>
                    <a:lnTo>
                      <a:pt x="371" y="317"/>
                    </a:lnTo>
                    <a:lnTo>
                      <a:pt x="371" y="319"/>
                    </a:lnTo>
                    <a:lnTo>
                      <a:pt x="373" y="319"/>
                    </a:lnTo>
                    <a:lnTo>
                      <a:pt x="374" y="319"/>
                    </a:lnTo>
                    <a:lnTo>
                      <a:pt x="376" y="319"/>
                    </a:lnTo>
                    <a:lnTo>
                      <a:pt x="376" y="319"/>
                    </a:lnTo>
                    <a:lnTo>
                      <a:pt x="377" y="319"/>
                    </a:lnTo>
                    <a:lnTo>
                      <a:pt x="379" y="319"/>
                    </a:lnTo>
                    <a:lnTo>
                      <a:pt x="381" y="319"/>
                    </a:lnTo>
                    <a:lnTo>
                      <a:pt x="381" y="321"/>
                    </a:lnTo>
                    <a:lnTo>
                      <a:pt x="383" y="321"/>
                    </a:lnTo>
                    <a:lnTo>
                      <a:pt x="384" y="321"/>
                    </a:lnTo>
                    <a:lnTo>
                      <a:pt x="386" y="321"/>
                    </a:lnTo>
                    <a:lnTo>
                      <a:pt x="387" y="322"/>
                    </a:lnTo>
                    <a:lnTo>
                      <a:pt x="389" y="322"/>
                    </a:lnTo>
                    <a:lnTo>
                      <a:pt x="390" y="322"/>
                    </a:lnTo>
                    <a:lnTo>
                      <a:pt x="392" y="322"/>
                    </a:lnTo>
                    <a:lnTo>
                      <a:pt x="392" y="322"/>
                    </a:lnTo>
                    <a:lnTo>
                      <a:pt x="394" y="322"/>
                    </a:lnTo>
                    <a:lnTo>
                      <a:pt x="396" y="322"/>
                    </a:lnTo>
                    <a:lnTo>
                      <a:pt x="398" y="322"/>
                    </a:lnTo>
                    <a:lnTo>
                      <a:pt x="399" y="322"/>
                    </a:lnTo>
                    <a:lnTo>
                      <a:pt x="402" y="322"/>
                    </a:lnTo>
                    <a:lnTo>
                      <a:pt x="404" y="322"/>
                    </a:lnTo>
                    <a:lnTo>
                      <a:pt x="405" y="322"/>
                    </a:lnTo>
                    <a:lnTo>
                      <a:pt x="405" y="323"/>
                    </a:lnTo>
                    <a:lnTo>
                      <a:pt x="407" y="323"/>
                    </a:lnTo>
                    <a:lnTo>
                      <a:pt x="409" y="323"/>
                    </a:lnTo>
                    <a:lnTo>
                      <a:pt x="411" y="323"/>
                    </a:lnTo>
                    <a:lnTo>
                      <a:pt x="412" y="323"/>
                    </a:lnTo>
                    <a:lnTo>
                      <a:pt x="414" y="323"/>
                    </a:lnTo>
                    <a:lnTo>
                      <a:pt x="416" y="323"/>
                    </a:lnTo>
                    <a:lnTo>
                      <a:pt x="418" y="323"/>
                    </a:lnTo>
                    <a:lnTo>
                      <a:pt x="418" y="323"/>
                    </a:lnTo>
                    <a:lnTo>
                      <a:pt x="420" y="323"/>
                    </a:lnTo>
                    <a:lnTo>
                      <a:pt x="421" y="323"/>
                    </a:lnTo>
                    <a:lnTo>
                      <a:pt x="424" y="323"/>
                    </a:lnTo>
                    <a:lnTo>
                      <a:pt x="425" y="323"/>
                    </a:lnTo>
                    <a:lnTo>
                      <a:pt x="427" y="323"/>
                    </a:lnTo>
                    <a:lnTo>
                      <a:pt x="428" y="323"/>
                    </a:lnTo>
                    <a:lnTo>
                      <a:pt x="431" y="321"/>
                    </a:lnTo>
                    <a:lnTo>
                      <a:pt x="431" y="321"/>
                    </a:lnTo>
                    <a:lnTo>
                      <a:pt x="433" y="321"/>
                    </a:lnTo>
                    <a:lnTo>
                      <a:pt x="433" y="321"/>
                    </a:lnTo>
                    <a:lnTo>
                      <a:pt x="435" y="319"/>
                    </a:lnTo>
                    <a:lnTo>
                      <a:pt x="435" y="319"/>
                    </a:lnTo>
                    <a:lnTo>
                      <a:pt x="436" y="318"/>
                    </a:lnTo>
                    <a:lnTo>
                      <a:pt x="437" y="318"/>
                    </a:lnTo>
                    <a:lnTo>
                      <a:pt x="439" y="317"/>
                    </a:lnTo>
                    <a:lnTo>
                      <a:pt x="439" y="317"/>
                    </a:lnTo>
                    <a:lnTo>
                      <a:pt x="441" y="316"/>
                    </a:lnTo>
                    <a:lnTo>
                      <a:pt x="441" y="316"/>
                    </a:lnTo>
                    <a:lnTo>
                      <a:pt x="443" y="314"/>
                    </a:lnTo>
                    <a:lnTo>
                      <a:pt x="443" y="314"/>
                    </a:lnTo>
                    <a:lnTo>
                      <a:pt x="445" y="312"/>
                    </a:lnTo>
                    <a:lnTo>
                      <a:pt x="446" y="312"/>
                    </a:lnTo>
                    <a:lnTo>
                      <a:pt x="448" y="310"/>
                    </a:lnTo>
                    <a:lnTo>
                      <a:pt x="448" y="310"/>
                    </a:lnTo>
                    <a:lnTo>
                      <a:pt x="448" y="310"/>
                    </a:lnTo>
                    <a:lnTo>
                      <a:pt x="448" y="310"/>
                    </a:lnTo>
                    <a:lnTo>
                      <a:pt x="449" y="308"/>
                    </a:lnTo>
                    <a:lnTo>
                      <a:pt x="449" y="308"/>
                    </a:lnTo>
                    <a:lnTo>
                      <a:pt x="450" y="306"/>
                    </a:lnTo>
                    <a:lnTo>
                      <a:pt x="450" y="306"/>
                    </a:lnTo>
                    <a:lnTo>
                      <a:pt x="452" y="304"/>
                    </a:lnTo>
                    <a:lnTo>
                      <a:pt x="452" y="304"/>
                    </a:lnTo>
                    <a:lnTo>
                      <a:pt x="453" y="302"/>
                    </a:lnTo>
                    <a:lnTo>
                      <a:pt x="453" y="302"/>
                    </a:lnTo>
                    <a:lnTo>
                      <a:pt x="455" y="301"/>
                    </a:lnTo>
                    <a:lnTo>
                      <a:pt x="455" y="301"/>
                    </a:lnTo>
                    <a:lnTo>
                      <a:pt x="456" y="299"/>
                    </a:lnTo>
                    <a:lnTo>
                      <a:pt x="456" y="299"/>
                    </a:lnTo>
                    <a:lnTo>
                      <a:pt x="457" y="296"/>
                    </a:lnTo>
                    <a:lnTo>
                      <a:pt x="457" y="296"/>
                    </a:lnTo>
                    <a:lnTo>
                      <a:pt x="457" y="296"/>
                    </a:lnTo>
                    <a:lnTo>
                      <a:pt x="457" y="296"/>
                    </a:lnTo>
                    <a:lnTo>
                      <a:pt x="457" y="296"/>
                    </a:lnTo>
                    <a:lnTo>
                      <a:pt x="457" y="296"/>
                    </a:lnTo>
                    <a:lnTo>
                      <a:pt x="457" y="296"/>
                    </a:lnTo>
                    <a:lnTo>
                      <a:pt x="457" y="296"/>
                    </a:lnTo>
                    <a:lnTo>
                      <a:pt x="457" y="295"/>
                    </a:lnTo>
                    <a:lnTo>
                      <a:pt x="457" y="295"/>
                    </a:lnTo>
                    <a:lnTo>
                      <a:pt x="457" y="295"/>
                    </a:lnTo>
                    <a:lnTo>
                      <a:pt x="457" y="295"/>
                    </a:lnTo>
                    <a:lnTo>
                      <a:pt x="457" y="294"/>
                    </a:lnTo>
                    <a:lnTo>
                      <a:pt x="457" y="294"/>
                    </a:lnTo>
                    <a:lnTo>
                      <a:pt x="457" y="293"/>
                    </a:lnTo>
                    <a:lnTo>
                      <a:pt x="457" y="293"/>
                    </a:lnTo>
                    <a:lnTo>
                      <a:pt x="457" y="291"/>
                    </a:lnTo>
                    <a:lnTo>
                      <a:pt x="456" y="291"/>
                    </a:lnTo>
                    <a:lnTo>
                      <a:pt x="456" y="291"/>
                    </a:lnTo>
                    <a:lnTo>
                      <a:pt x="456" y="291"/>
                    </a:lnTo>
                    <a:lnTo>
                      <a:pt x="456" y="289"/>
                    </a:lnTo>
                    <a:lnTo>
                      <a:pt x="455" y="289"/>
                    </a:lnTo>
                    <a:lnTo>
                      <a:pt x="455" y="287"/>
                    </a:lnTo>
                    <a:lnTo>
                      <a:pt x="455" y="287"/>
                    </a:lnTo>
                    <a:lnTo>
                      <a:pt x="455" y="285"/>
                    </a:lnTo>
                    <a:lnTo>
                      <a:pt x="453" y="285"/>
                    </a:lnTo>
                    <a:lnTo>
                      <a:pt x="453" y="285"/>
                    </a:lnTo>
                    <a:lnTo>
                      <a:pt x="453" y="285"/>
                    </a:lnTo>
                    <a:lnTo>
                      <a:pt x="453" y="283"/>
                    </a:lnTo>
                    <a:lnTo>
                      <a:pt x="453" y="283"/>
                    </a:lnTo>
                    <a:lnTo>
                      <a:pt x="453" y="282"/>
                    </a:lnTo>
                    <a:lnTo>
                      <a:pt x="453" y="282"/>
                    </a:lnTo>
                    <a:lnTo>
                      <a:pt x="453" y="280"/>
                    </a:lnTo>
                    <a:lnTo>
                      <a:pt x="451" y="280"/>
                    </a:lnTo>
                    <a:lnTo>
                      <a:pt x="451" y="280"/>
                    </a:lnTo>
                    <a:lnTo>
                      <a:pt x="450" y="280"/>
                    </a:lnTo>
                    <a:lnTo>
                      <a:pt x="450" y="279"/>
                    </a:lnTo>
                    <a:lnTo>
                      <a:pt x="448" y="279"/>
                    </a:lnTo>
                    <a:lnTo>
                      <a:pt x="448" y="277"/>
                    </a:lnTo>
                    <a:lnTo>
                      <a:pt x="446" y="277"/>
                    </a:lnTo>
                    <a:lnTo>
                      <a:pt x="446" y="274"/>
                    </a:lnTo>
                    <a:lnTo>
                      <a:pt x="444" y="274"/>
                    </a:lnTo>
                    <a:lnTo>
                      <a:pt x="444" y="273"/>
                    </a:lnTo>
                    <a:lnTo>
                      <a:pt x="442" y="273"/>
                    </a:lnTo>
                    <a:lnTo>
                      <a:pt x="442" y="271"/>
                    </a:lnTo>
                    <a:lnTo>
                      <a:pt x="441" y="271"/>
                    </a:lnTo>
                    <a:lnTo>
                      <a:pt x="441" y="271"/>
                    </a:lnTo>
                    <a:lnTo>
                      <a:pt x="440" y="271"/>
                    </a:lnTo>
                    <a:lnTo>
                      <a:pt x="440" y="269"/>
                    </a:lnTo>
                    <a:lnTo>
                      <a:pt x="438" y="269"/>
                    </a:lnTo>
                    <a:lnTo>
                      <a:pt x="438" y="269"/>
                    </a:lnTo>
                    <a:lnTo>
                      <a:pt x="436" y="269"/>
                    </a:lnTo>
                    <a:lnTo>
                      <a:pt x="436" y="269"/>
                    </a:lnTo>
                    <a:lnTo>
                      <a:pt x="434" y="269"/>
                    </a:lnTo>
                    <a:lnTo>
                      <a:pt x="434" y="269"/>
                    </a:lnTo>
                    <a:lnTo>
                      <a:pt x="433" y="269"/>
                    </a:lnTo>
                    <a:lnTo>
                      <a:pt x="433" y="268"/>
                    </a:lnTo>
                    <a:lnTo>
                      <a:pt x="431" y="268"/>
                    </a:lnTo>
                    <a:lnTo>
                      <a:pt x="431" y="268"/>
                    </a:lnTo>
                    <a:lnTo>
                      <a:pt x="429" y="268"/>
                    </a:lnTo>
                    <a:lnTo>
                      <a:pt x="429" y="266"/>
                    </a:lnTo>
                    <a:lnTo>
                      <a:pt x="427" y="266"/>
                    </a:lnTo>
                    <a:lnTo>
                      <a:pt x="427" y="266"/>
                    </a:lnTo>
                    <a:lnTo>
                      <a:pt x="427" y="266"/>
                    </a:lnTo>
                    <a:lnTo>
                      <a:pt x="427" y="264"/>
                    </a:lnTo>
                    <a:lnTo>
                      <a:pt x="426" y="264"/>
                    </a:lnTo>
                    <a:lnTo>
                      <a:pt x="426" y="264"/>
                    </a:lnTo>
                    <a:lnTo>
                      <a:pt x="425" y="264"/>
                    </a:lnTo>
                    <a:lnTo>
                      <a:pt x="425" y="263"/>
                    </a:lnTo>
                    <a:lnTo>
                      <a:pt x="423" y="263"/>
                    </a:lnTo>
                    <a:lnTo>
                      <a:pt x="423" y="263"/>
                    </a:lnTo>
                    <a:lnTo>
                      <a:pt x="422" y="263"/>
                    </a:lnTo>
                    <a:lnTo>
                      <a:pt x="422" y="261"/>
                    </a:lnTo>
                    <a:lnTo>
                      <a:pt x="420" y="261"/>
                    </a:lnTo>
                    <a:lnTo>
                      <a:pt x="420" y="261"/>
                    </a:lnTo>
                    <a:lnTo>
                      <a:pt x="419" y="261"/>
                    </a:lnTo>
                    <a:lnTo>
                      <a:pt x="419" y="259"/>
                    </a:lnTo>
                    <a:lnTo>
                      <a:pt x="419" y="259"/>
                    </a:lnTo>
                    <a:lnTo>
                      <a:pt x="419" y="259"/>
                    </a:lnTo>
                    <a:lnTo>
                      <a:pt x="419" y="259"/>
                    </a:lnTo>
                    <a:lnTo>
                      <a:pt x="419" y="257"/>
                    </a:lnTo>
                    <a:lnTo>
                      <a:pt x="416" y="257"/>
                    </a:lnTo>
                    <a:lnTo>
                      <a:pt x="416" y="257"/>
                    </a:lnTo>
                    <a:lnTo>
                      <a:pt x="416" y="257"/>
                    </a:lnTo>
                    <a:lnTo>
                      <a:pt x="416" y="257"/>
                    </a:lnTo>
                    <a:lnTo>
                      <a:pt x="416" y="257"/>
                    </a:lnTo>
                    <a:lnTo>
                      <a:pt x="416" y="257"/>
                    </a:lnTo>
                    <a:lnTo>
                      <a:pt x="416" y="257"/>
                    </a:lnTo>
                    <a:lnTo>
                      <a:pt x="416" y="256"/>
                    </a:lnTo>
                    <a:lnTo>
                      <a:pt x="416" y="256"/>
                    </a:lnTo>
                    <a:lnTo>
                      <a:pt x="416" y="256"/>
                    </a:lnTo>
                    <a:lnTo>
                      <a:pt x="416" y="256"/>
                    </a:lnTo>
                    <a:lnTo>
                      <a:pt x="416" y="255"/>
                    </a:lnTo>
                    <a:lnTo>
                      <a:pt x="416" y="255"/>
                    </a:lnTo>
                    <a:lnTo>
                      <a:pt x="416" y="255"/>
                    </a:lnTo>
                    <a:lnTo>
                      <a:pt x="416" y="255"/>
                    </a:lnTo>
                    <a:lnTo>
                      <a:pt x="416" y="253"/>
                    </a:lnTo>
                    <a:lnTo>
                      <a:pt x="416" y="253"/>
                    </a:lnTo>
                    <a:lnTo>
                      <a:pt x="416" y="253"/>
                    </a:lnTo>
                    <a:lnTo>
                      <a:pt x="416" y="253"/>
                    </a:lnTo>
                    <a:lnTo>
                      <a:pt x="416" y="252"/>
                    </a:lnTo>
                    <a:lnTo>
                      <a:pt x="416" y="252"/>
                    </a:lnTo>
                    <a:lnTo>
                      <a:pt x="416" y="252"/>
                    </a:lnTo>
                    <a:lnTo>
                      <a:pt x="416" y="252"/>
                    </a:lnTo>
                    <a:lnTo>
                      <a:pt x="416" y="250"/>
                    </a:lnTo>
                    <a:lnTo>
                      <a:pt x="416" y="250"/>
                    </a:lnTo>
                    <a:lnTo>
                      <a:pt x="416" y="250"/>
                    </a:lnTo>
                    <a:lnTo>
                      <a:pt x="416" y="250"/>
                    </a:lnTo>
                    <a:lnTo>
                      <a:pt x="416" y="248"/>
                    </a:lnTo>
                    <a:lnTo>
                      <a:pt x="416" y="248"/>
                    </a:lnTo>
                    <a:lnTo>
                      <a:pt x="416" y="248"/>
                    </a:lnTo>
                    <a:lnTo>
                      <a:pt x="416" y="248"/>
                    </a:lnTo>
                    <a:lnTo>
                      <a:pt x="419" y="246"/>
                    </a:lnTo>
                    <a:lnTo>
                      <a:pt x="419" y="246"/>
                    </a:lnTo>
                    <a:lnTo>
                      <a:pt x="420" y="244"/>
                    </a:lnTo>
                    <a:lnTo>
                      <a:pt x="421" y="244"/>
                    </a:lnTo>
                    <a:lnTo>
                      <a:pt x="424" y="242"/>
                    </a:lnTo>
                    <a:lnTo>
                      <a:pt x="426" y="242"/>
                    </a:lnTo>
                    <a:lnTo>
                      <a:pt x="428" y="240"/>
                    </a:lnTo>
                    <a:lnTo>
                      <a:pt x="430" y="240"/>
                    </a:lnTo>
                    <a:lnTo>
                      <a:pt x="434" y="238"/>
                    </a:lnTo>
                    <a:lnTo>
                      <a:pt x="436" y="238"/>
                    </a:lnTo>
                    <a:lnTo>
                      <a:pt x="438" y="237"/>
                    </a:lnTo>
                    <a:lnTo>
                      <a:pt x="441" y="237"/>
                    </a:lnTo>
                    <a:lnTo>
                      <a:pt x="444" y="235"/>
                    </a:lnTo>
                    <a:lnTo>
                      <a:pt x="446" y="235"/>
                    </a:lnTo>
                    <a:lnTo>
                      <a:pt x="448" y="234"/>
                    </a:lnTo>
                    <a:lnTo>
                      <a:pt x="450" y="234"/>
                    </a:lnTo>
                    <a:lnTo>
                      <a:pt x="453" y="232"/>
                    </a:lnTo>
                    <a:lnTo>
                      <a:pt x="457" y="232"/>
                    </a:lnTo>
                    <a:lnTo>
                      <a:pt x="462" y="230"/>
                    </a:lnTo>
                    <a:lnTo>
                      <a:pt x="468" y="228"/>
                    </a:lnTo>
                    <a:lnTo>
                      <a:pt x="474" y="226"/>
                    </a:lnTo>
                    <a:lnTo>
                      <a:pt x="480" y="224"/>
                    </a:lnTo>
                    <a:lnTo>
                      <a:pt x="487" y="222"/>
                    </a:lnTo>
                    <a:lnTo>
                      <a:pt x="494" y="220"/>
                    </a:lnTo>
                    <a:lnTo>
                      <a:pt x="502" y="217"/>
                    </a:lnTo>
                    <a:lnTo>
                      <a:pt x="508" y="215"/>
                    </a:lnTo>
                    <a:lnTo>
                      <a:pt x="514" y="213"/>
                    </a:lnTo>
                    <a:lnTo>
                      <a:pt x="520" y="211"/>
                    </a:lnTo>
                    <a:lnTo>
                      <a:pt x="526" y="209"/>
                    </a:lnTo>
                    <a:lnTo>
                      <a:pt x="530" y="207"/>
                    </a:lnTo>
                    <a:lnTo>
                      <a:pt x="533" y="205"/>
                    </a:lnTo>
                    <a:lnTo>
                      <a:pt x="536" y="204"/>
                    </a:lnTo>
                    <a:lnTo>
                      <a:pt x="538" y="201"/>
                    </a:lnTo>
                    <a:lnTo>
                      <a:pt x="538" y="201"/>
                    </a:lnTo>
                    <a:lnTo>
                      <a:pt x="538" y="199"/>
                    </a:lnTo>
                    <a:lnTo>
                      <a:pt x="536" y="198"/>
                    </a:lnTo>
                    <a:lnTo>
                      <a:pt x="536" y="196"/>
                    </a:lnTo>
                    <a:lnTo>
                      <a:pt x="534" y="194"/>
                    </a:lnTo>
                    <a:lnTo>
                      <a:pt x="533" y="192"/>
                    </a:lnTo>
                    <a:lnTo>
                      <a:pt x="531" y="190"/>
                    </a:lnTo>
                    <a:lnTo>
                      <a:pt x="530" y="189"/>
                    </a:lnTo>
                    <a:lnTo>
                      <a:pt x="527" y="187"/>
                    </a:lnTo>
                    <a:lnTo>
                      <a:pt x="525" y="185"/>
                    </a:lnTo>
                    <a:lnTo>
                      <a:pt x="523" y="183"/>
                    </a:lnTo>
                    <a:lnTo>
                      <a:pt x="521" y="182"/>
                    </a:lnTo>
                    <a:lnTo>
                      <a:pt x="519" y="181"/>
                    </a:lnTo>
                    <a:lnTo>
                      <a:pt x="517" y="179"/>
                    </a:lnTo>
                    <a:lnTo>
                      <a:pt x="516" y="177"/>
                    </a:lnTo>
                    <a:lnTo>
                      <a:pt x="515" y="175"/>
                    </a:lnTo>
                    <a:lnTo>
                      <a:pt x="511" y="173"/>
                    </a:lnTo>
                    <a:lnTo>
                      <a:pt x="509" y="170"/>
                    </a:lnTo>
                    <a:lnTo>
                      <a:pt x="506" y="168"/>
                    </a:lnTo>
                    <a:lnTo>
                      <a:pt x="504" y="164"/>
                    </a:lnTo>
                    <a:lnTo>
                      <a:pt x="500" y="162"/>
                    </a:lnTo>
                    <a:lnTo>
                      <a:pt x="497" y="159"/>
                    </a:lnTo>
                    <a:lnTo>
                      <a:pt x="493" y="155"/>
                    </a:lnTo>
                    <a:lnTo>
                      <a:pt x="492" y="152"/>
                    </a:lnTo>
                    <a:lnTo>
                      <a:pt x="487" y="150"/>
                    </a:lnTo>
                    <a:lnTo>
                      <a:pt x="485" y="146"/>
                    </a:lnTo>
                    <a:lnTo>
                      <a:pt x="480" y="143"/>
                    </a:lnTo>
                    <a:lnTo>
                      <a:pt x="479" y="139"/>
                    </a:lnTo>
                    <a:lnTo>
                      <a:pt x="475" y="138"/>
                    </a:lnTo>
                    <a:lnTo>
                      <a:pt x="473" y="135"/>
                    </a:lnTo>
                    <a:lnTo>
                      <a:pt x="470" y="133"/>
                    </a:lnTo>
                    <a:lnTo>
                      <a:pt x="468" y="130"/>
                    </a:lnTo>
                    <a:lnTo>
                      <a:pt x="465" y="130"/>
                    </a:lnTo>
                    <a:lnTo>
                      <a:pt x="465" y="130"/>
                    </a:lnTo>
                    <a:lnTo>
                      <a:pt x="464" y="130"/>
                    </a:lnTo>
                    <a:lnTo>
                      <a:pt x="464" y="129"/>
                    </a:lnTo>
                    <a:lnTo>
                      <a:pt x="463" y="129"/>
                    </a:lnTo>
                    <a:lnTo>
                      <a:pt x="463" y="129"/>
                    </a:lnTo>
                    <a:lnTo>
                      <a:pt x="461" y="129"/>
                    </a:lnTo>
                    <a:lnTo>
                      <a:pt x="461" y="127"/>
                    </a:lnTo>
                    <a:lnTo>
                      <a:pt x="459" y="127"/>
                    </a:lnTo>
                    <a:lnTo>
                      <a:pt x="459" y="127"/>
                    </a:lnTo>
                    <a:lnTo>
                      <a:pt x="457" y="127"/>
                    </a:lnTo>
                    <a:lnTo>
                      <a:pt x="457" y="125"/>
                    </a:lnTo>
                    <a:lnTo>
                      <a:pt x="455" y="125"/>
                    </a:lnTo>
                    <a:lnTo>
                      <a:pt x="455" y="125"/>
                    </a:lnTo>
                    <a:lnTo>
                      <a:pt x="455" y="125"/>
                    </a:lnTo>
                    <a:lnTo>
                      <a:pt x="455" y="124"/>
                    </a:lnTo>
                    <a:lnTo>
                      <a:pt x="453" y="125"/>
                    </a:lnTo>
                    <a:lnTo>
                      <a:pt x="453" y="125"/>
                    </a:lnTo>
                    <a:lnTo>
                      <a:pt x="451" y="125"/>
                    </a:lnTo>
                    <a:lnTo>
                      <a:pt x="451" y="125"/>
                    </a:lnTo>
                    <a:lnTo>
                      <a:pt x="449" y="125"/>
                    </a:lnTo>
                    <a:lnTo>
                      <a:pt x="449" y="125"/>
                    </a:lnTo>
                    <a:lnTo>
                      <a:pt x="449" y="125"/>
                    </a:lnTo>
                    <a:lnTo>
                      <a:pt x="449" y="125"/>
                    </a:lnTo>
                    <a:lnTo>
                      <a:pt x="448" y="127"/>
                    </a:lnTo>
                    <a:lnTo>
                      <a:pt x="448" y="127"/>
                    </a:lnTo>
                    <a:lnTo>
                      <a:pt x="447" y="127"/>
                    </a:lnTo>
                    <a:lnTo>
                      <a:pt x="447" y="127"/>
                    </a:lnTo>
                    <a:lnTo>
                      <a:pt x="445" y="127"/>
                    </a:lnTo>
                    <a:lnTo>
                      <a:pt x="445" y="127"/>
                    </a:lnTo>
                    <a:lnTo>
                      <a:pt x="445" y="127"/>
                    </a:lnTo>
                    <a:lnTo>
                      <a:pt x="445" y="127"/>
                    </a:lnTo>
                    <a:lnTo>
                      <a:pt x="443" y="129"/>
                    </a:lnTo>
                    <a:lnTo>
                      <a:pt x="443" y="129"/>
                    </a:lnTo>
                    <a:lnTo>
                      <a:pt x="443" y="130"/>
                    </a:lnTo>
                    <a:lnTo>
                      <a:pt x="443" y="130"/>
                    </a:lnTo>
                    <a:lnTo>
                      <a:pt x="441" y="132"/>
                    </a:lnTo>
                    <a:lnTo>
                      <a:pt x="441" y="132"/>
                    </a:lnTo>
                    <a:lnTo>
                      <a:pt x="441" y="132"/>
                    </a:lnTo>
                    <a:lnTo>
                      <a:pt x="441" y="132"/>
                    </a:lnTo>
                    <a:lnTo>
                      <a:pt x="439" y="133"/>
                    </a:lnTo>
                    <a:lnTo>
                      <a:pt x="439" y="133"/>
                    </a:lnTo>
                    <a:lnTo>
                      <a:pt x="439" y="134"/>
                    </a:lnTo>
                    <a:lnTo>
                      <a:pt x="439" y="134"/>
                    </a:lnTo>
                    <a:lnTo>
                      <a:pt x="438" y="136"/>
                    </a:lnTo>
                    <a:lnTo>
                      <a:pt x="438" y="136"/>
                    </a:lnTo>
                    <a:lnTo>
                      <a:pt x="438" y="136"/>
                    </a:lnTo>
                    <a:lnTo>
                      <a:pt x="438" y="136"/>
                    </a:lnTo>
                    <a:lnTo>
                      <a:pt x="436" y="138"/>
                    </a:lnTo>
                    <a:lnTo>
                      <a:pt x="436" y="138"/>
                    </a:lnTo>
                    <a:lnTo>
                      <a:pt x="435" y="139"/>
                    </a:lnTo>
                    <a:lnTo>
                      <a:pt x="435" y="139"/>
                    </a:lnTo>
                    <a:lnTo>
                      <a:pt x="433" y="140"/>
                    </a:lnTo>
                    <a:lnTo>
                      <a:pt x="433" y="140"/>
                    </a:lnTo>
                    <a:lnTo>
                      <a:pt x="431" y="140"/>
                    </a:lnTo>
                    <a:lnTo>
                      <a:pt x="431" y="140"/>
                    </a:lnTo>
                    <a:lnTo>
                      <a:pt x="429" y="142"/>
                    </a:lnTo>
                    <a:lnTo>
                      <a:pt x="429" y="142"/>
                    </a:lnTo>
                    <a:lnTo>
                      <a:pt x="427" y="142"/>
                    </a:lnTo>
                    <a:lnTo>
                      <a:pt x="427" y="142"/>
                    </a:lnTo>
                    <a:lnTo>
                      <a:pt x="426" y="144"/>
                    </a:lnTo>
                    <a:lnTo>
                      <a:pt x="426" y="144"/>
                    </a:lnTo>
                    <a:lnTo>
                      <a:pt x="425" y="144"/>
                    </a:lnTo>
                    <a:lnTo>
                      <a:pt x="425" y="144"/>
                    </a:lnTo>
                    <a:lnTo>
                      <a:pt x="423" y="146"/>
                    </a:lnTo>
                    <a:lnTo>
                      <a:pt x="421" y="146"/>
                    </a:lnTo>
                    <a:lnTo>
                      <a:pt x="420" y="146"/>
                    </a:lnTo>
                    <a:lnTo>
                      <a:pt x="420" y="146"/>
                    </a:lnTo>
                    <a:lnTo>
                      <a:pt x="418" y="148"/>
                    </a:lnTo>
                    <a:lnTo>
                      <a:pt x="416" y="148"/>
                    </a:lnTo>
                    <a:lnTo>
                      <a:pt x="414" y="148"/>
                    </a:lnTo>
                    <a:lnTo>
                      <a:pt x="414" y="148"/>
                    </a:lnTo>
                    <a:lnTo>
                      <a:pt x="412" y="150"/>
                    </a:lnTo>
                    <a:lnTo>
                      <a:pt x="411" y="150"/>
                    </a:lnTo>
                    <a:lnTo>
                      <a:pt x="409" y="150"/>
                    </a:lnTo>
                    <a:lnTo>
                      <a:pt x="409" y="150"/>
                    </a:lnTo>
                    <a:lnTo>
                      <a:pt x="407" y="150"/>
                    </a:lnTo>
                    <a:lnTo>
                      <a:pt x="406" y="150"/>
                    </a:lnTo>
                    <a:lnTo>
                      <a:pt x="405" y="150"/>
                    </a:lnTo>
                    <a:lnTo>
                      <a:pt x="405" y="150"/>
                    </a:lnTo>
                    <a:lnTo>
                      <a:pt x="403" y="152"/>
                    </a:lnTo>
                    <a:lnTo>
                      <a:pt x="402" y="152"/>
                    </a:lnTo>
                    <a:lnTo>
                      <a:pt x="399" y="152"/>
                    </a:lnTo>
                    <a:lnTo>
                      <a:pt x="399" y="152"/>
                    </a:lnTo>
                    <a:lnTo>
                      <a:pt x="398" y="152"/>
                    </a:lnTo>
                    <a:lnTo>
                      <a:pt x="397" y="152"/>
                    </a:lnTo>
                    <a:lnTo>
                      <a:pt x="395" y="152"/>
                    </a:lnTo>
                    <a:lnTo>
                      <a:pt x="395" y="152"/>
                    </a:lnTo>
                    <a:lnTo>
                      <a:pt x="393" y="152"/>
                    </a:lnTo>
                    <a:lnTo>
                      <a:pt x="392" y="152"/>
                    </a:lnTo>
                    <a:lnTo>
                      <a:pt x="390" y="152"/>
                    </a:lnTo>
                    <a:lnTo>
                      <a:pt x="390" y="152"/>
                    </a:lnTo>
                    <a:lnTo>
                      <a:pt x="388" y="152"/>
                    </a:lnTo>
                    <a:lnTo>
                      <a:pt x="388" y="152"/>
                    </a:lnTo>
                    <a:lnTo>
                      <a:pt x="387" y="152"/>
                    </a:lnTo>
                    <a:lnTo>
                      <a:pt x="387" y="151"/>
                    </a:lnTo>
                    <a:lnTo>
                      <a:pt x="385" y="151"/>
                    </a:lnTo>
                    <a:lnTo>
                      <a:pt x="383" y="151"/>
                    </a:lnTo>
                    <a:lnTo>
                      <a:pt x="381" y="151"/>
                    </a:lnTo>
                    <a:lnTo>
                      <a:pt x="380" y="150"/>
                    </a:lnTo>
                    <a:lnTo>
                      <a:pt x="377" y="150"/>
                    </a:lnTo>
                    <a:lnTo>
                      <a:pt x="376" y="150"/>
                    </a:lnTo>
                    <a:lnTo>
                      <a:pt x="374" y="150"/>
                    </a:lnTo>
                    <a:lnTo>
                      <a:pt x="373" y="148"/>
                    </a:lnTo>
                    <a:lnTo>
                      <a:pt x="371" y="148"/>
                    </a:lnTo>
                    <a:lnTo>
                      <a:pt x="369" y="148"/>
                    </a:lnTo>
                    <a:lnTo>
                      <a:pt x="367" y="148"/>
                    </a:lnTo>
                    <a:lnTo>
                      <a:pt x="366" y="146"/>
                    </a:lnTo>
                    <a:lnTo>
                      <a:pt x="364" y="146"/>
                    </a:lnTo>
                    <a:lnTo>
                      <a:pt x="363" y="144"/>
                    </a:lnTo>
                    <a:lnTo>
                      <a:pt x="361" y="144"/>
                    </a:lnTo>
                    <a:lnTo>
                      <a:pt x="361" y="142"/>
                    </a:lnTo>
                    <a:lnTo>
                      <a:pt x="359" y="142"/>
                    </a:lnTo>
                    <a:lnTo>
                      <a:pt x="358" y="142"/>
                    </a:lnTo>
                    <a:lnTo>
                      <a:pt x="356" y="142"/>
                    </a:lnTo>
                    <a:lnTo>
                      <a:pt x="356" y="141"/>
                    </a:lnTo>
                    <a:lnTo>
                      <a:pt x="354" y="141"/>
                    </a:lnTo>
                    <a:lnTo>
                      <a:pt x="354" y="141"/>
                    </a:lnTo>
                    <a:lnTo>
                      <a:pt x="352" y="141"/>
                    </a:lnTo>
                    <a:lnTo>
                      <a:pt x="352" y="139"/>
                    </a:lnTo>
                    <a:lnTo>
                      <a:pt x="350" y="139"/>
                    </a:lnTo>
                    <a:lnTo>
                      <a:pt x="349" y="139"/>
                    </a:lnTo>
                    <a:lnTo>
                      <a:pt x="347" y="139"/>
                    </a:lnTo>
                    <a:lnTo>
                      <a:pt x="347" y="138"/>
                    </a:lnTo>
                    <a:lnTo>
                      <a:pt x="345" y="138"/>
                    </a:lnTo>
                    <a:lnTo>
                      <a:pt x="345" y="135"/>
                    </a:lnTo>
                    <a:lnTo>
                      <a:pt x="345" y="135"/>
                    </a:lnTo>
                    <a:lnTo>
                      <a:pt x="345" y="133"/>
                    </a:lnTo>
                    <a:lnTo>
                      <a:pt x="343" y="133"/>
                    </a:lnTo>
                    <a:lnTo>
                      <a:pt x="343" y="133"/>
                    </a:lnTo>
                    <a:lnTo>
                      <a:pt x="343" y="133"/>
                    </a:lnTo>
                    <a:lnTo>
                      <a:pt x="343" y="132"/>
                    </a:lnTo>
                    <a:lnTo>
                      <a:pt x="341" y="132"/>
                    </a:lnTo>
                    <a:lnTo>
                      <a:pt x="341" y="130"/>
                    </a:lnTo>
                    <a:lnTo>
                      <a:pt x="341" y="130"/>
                    </a:lnTo>
                    <a:lnTo>
                      <a:pt x="341" y="128"/>
                    </a:lnTo>
                    <a:lnTo>
                      <a:pt x="339" y="128"/>
                    </a:lnTo>
                    <a:lnTo>
                      <a:pt x="339" y="125"/>
                    </a:lnTo>
                    <a:lnTo>
                      <a:pt x="339" y="125"/>
                    </a:lnTo>
                    <a:lnTo>
                      <a:pt x="339" y="124"/>
                    </a:lnTo>
                    <a:lnTo>
                      <a:pt x="339" y="124"/>
                    </a:lnTo>
                    <a:lnTo>
                      <a:pt x="339" y="122"/>
                    </a:lnTo>
                    <a:lnTo>
                      <a:pt x="339" y="121"/>
                    </a:lnTo>
                    <a:lnTo>
                      <a:pt x="339" y="119"/>
                    </a:lnTo>
                    <a:lnTo>
                      <a:pt x="339" y="119"/>
                    </a:lnTo>
                    <a:lnTo>
                      <a:pt x="339" y="119"/>
                    </a:lnTo>
                    <a:lnTo>
                      <a:pt x="339" y="119"/>
                    </a:lnTo>
                    <a:lnTo>
                      <a:pt x="339" y="117"/>
                    </a:lnTo>
                    <a:lnTo>
                      <a:pt x="339" y="117"/>
                    </a:lnTo>
                    <a:lnTo>
                      <a:pt x="339" y="116"/>
                    </a:lnTo>
                    <a:lnTo>
                      <a:pt x="339" y="116"/>
                    </a:lnTo>
                    <a:lnTo>
                      <a:pt x="339" y="113"/>
                    </a:lnTo>
                    <a:lnTo>
                      <a:pt x="339" y="113"/>
                    </a:lnTo>
                    <a:lnTo>
                      <a:pt x="339" y="113"/>
                    </a:lnTo>
                    <a:lnTo>
                      <a:pt x="339" y="113"/>
                    </a:lnTo>
                    <a:lnTo>
                      <a:pt x="339" y="111"/>
                    </a:lnTo>
                    <a:lnTo>
                      <a:pt x="339" y="111"/>
                    </a:lnTo>
                    <a:lnTo>
                      <a:pt x="339" y="109"/>
                    </a:lnTo>
                    <a:lnTo>
                      <a:pt x="339" y="109"/>
                    </a:lnTo>
                    <a:lnTo>
                      <a:pt x="339" y="108"/>
                    </a:lnTo>
                    <a:lnTo>
                      <a:pt x="339" y="108"/>
                    </a:lnTo>
                    <a:lnTo>
                      <a:pt x="340" y="106"/>
                    </a:lnTo>
                    <a:lnTo>
                      <a:pt x="341" y="104"/>
                    </a:lnTo>
                    <a:lnTo>
                      <a:pt x="343" y="102"/>
                    </a:lnTo>
                    <a:lnTo>
                      <a:pt x="345" y="102"/>
                    </a:lnTo>
                    <a:lnTo>
                      <a:pt x="346" y="101"/>
                    </a:lnTo>
                    <a:lnTo>
                      <a:pt x="348" y="99"/>
                    </a:lnTo>
                    <a:lnTo>
                      <a:pt x="350" y="96"/>
                    </a:lnTo>
                    <a:lnTo>
                      <a:pt x="352" y="96"/>
                    </a:lnTo>
                    <a:lnTo>
                      <a:pt x="354" y="95"/>
                    </a:lnTo>
                    <a:lnTo>
                      <a:pt x="356" y="94"/>
                    </a:lnTo>
                    <a:lnTo>
                      <a:pt x="358" y="92"/>
                    </a:lnTo>
                    <a:lnTo>
                      <a:pt x="360" y="92"/>
                    </a:lnTo>
                    <a:lnTo>
                      <a:pt x="361" y="90"/>
                    </a:lnTo>
                    <a:lnTo>
                      <a:pt x="363" y="89"/>
                    </a:lnTo>
                    <a:lnTo>
                      <a:pt x="365" y="87"/>
                    </a:lnTo>
                    <a:lnTo>
                      <a:pt x="365" y="87"/>
                    </a:lnTo>
                    <a:lnTo>
                      <a:pt x="365" y="87"/>
                    </a:lnTo>
                    <a:lnTo>
                      <a:pt x="365" y="87"/>
                    </a:lnTo>
                    <a:lnTo>
                      <a:pt x="367" y="87"/>
                    </a:lnTo>
                    <a:lnTo>
                      <a:pt x="367" y="87"/>
                    </a:lnTo>
                    <a:lnTo>
                      <a:pt x="369" y="87"/>
                    </a:lnTo>
                    <a:lnTo>
                      <a:pt x="369" y="87"/>
                    </a:lnTo>
                    <a:lnTo>
                      <a:pt x="371" y="86"/>
                    </a:lnTo>
                    <a:lnTo>
                      <a:pt x="371" y="86"/>
                    </a:lnTo>
                    <a:lnTo>
                      <a:pt x="373" y="86"/>
                    </a:lnTo>
                    <a:lnTo>
                      <a:pt x="373" y="86"/>
                    </a:lnTo>
                    <a:lnTo>
                      <a:pt x="375" y="86"/>
                    </a:lnTo>
                    <a:lnTo>
                      <a:pt x="375" y="86"/>
                    </a:lnTo>
                    <a:lnTo>
                      <a:pt x="377" y="86"/>
                    </a:lnTo>
                    <a:lnTo>
                      <a:pt x="377" y="86"/>
                    </a:lnTo>
                    <a:lnTo>
                      <a:pt x="379" y="84"/>
                    </a:lnTo>
                    <a:lnTo>
                      <a:pt x="379" y="84"/>
                    </a:lnTo>
                    <a:lnTo>
                      <a:pt x="381" y="84"/>
                    </a:lnTo>
                    <a:lnTo>
                      <a:pt x="381" y="84"/>
                    </a:lnTo>
                    <a:lnTo>
                      <a:pt x="383" y="84"/>
                    </a:lnTo>
                    <a:lnTo>
                      <a:pt x="383" y="84"/>
                    </a:lnTo>
                    <a:lnTo>
                      <a:pt x="385" y="84"/>
                    </a:lnTo>
                    <a:lnTo>
                      <a:pt x="385" y="84"/>
                    </a:lnTo>
                    <a:lnTo>
                      <a:pt x="387" y="84"/>
                    </a:lnTo>
                    <a:lnTo>
                      <a:pt x="387" y="84"/>
                    </a:lnTo>
                    <a:lnTo>
                      <a:pt x="387" y="84"/>
                    </a:lnTo>
                    <a:lnTo>
                      <a:pt x="387" y="84"/>
                    </a:lnTo>
                    <a:lnTo>
                      <a:pt x="389" y="84"/>
                    </a:lnTo>
                    <a:lnTo>
                      <a:pt x="389" y="84"/>
                    </a:lnTo>
                    <a:lnTo>
                      <a:pt x="389" y="84"/>
                    </a:lnTo>
                    <a:lnTo>
                      <a:pt x="389" y="84"/>
                    </a:lnTo>
                    <a:lnTo>
                      <a:pt x="390" y="84"/>
                    </a:lnTo>
                    <a:lnTo>
                      <a:pt x="390" y="84"/>
                    </a:lnTo>
                    <a:lnTo>
                      <a:pt x="390" y="84"/>
                    </a:lnTo>
                    <a:lnTo>
                      <a:pt x="390" y="84"/>
                    </a:lnTo>
                    <a:lnTo>
                      <a:pt x="390" y="84"/>
                    </a:lnTo>
                    <a:lnTo>
                      <a:pt x="390" y="84"/>
                    </a:lnTo>
                    <a:lnTo>
                      <a:pt x="392" y="84"/>
                    </a:lnTo>
                    <a:lnTo>
                      <a:pt x="392" y="84"/>
                    </a:lnTo>
                    <a:lnTo>
                      <a:pt x="394" y="84"/>
                    </a:lnTo>
                    <a:lnTo>
                      <a:pt x="394" y="84"/>
                    </a:lnTo>
                    <a:lnTo>
                      <a:pt x="396" y="84"/>
                    </a:lnTo>
                    <a:lnTo>
                      <a:pt x="396" y="84"/>
                    </a:lnTo>
                    <a:lnTo>
                      <a:pt x="398" y="84"/>
                    </a:lnTo>
                    <a:lnTo>
                      <a:pt x="398" y="84"/>
                    </a:lnTo>
                    <a:lnTo>
                      <a:pt x="398" y="84"/>
                    </a:lnTo>
                    <a:lnTo>
                      <a:pt x="398" y="84"/>
                    </a:lnTo>
                    <a:lnTo>
                      <a:pt x="399" y="84"/>
                    </a:lnTo>
                    <a:lnTo>
                      <a:pt x="399" y="84"/>
                    </a:lnTo>
                  </a:path>
                </a:pathLst>
              </a:custGeom>
              <a:solidFill>
                <a:srgbClr val="000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09" name=""/>
              <p:cNvSpPr/>
              <p:nvPr/>
            </p:nvSpPr>
            <p:spPr>
              <a:xfrm>
                <a:off x="7813800" y="5667480"/>
                <a:ext cx="207720" cy="114120"/>
              </a:xfrm>
              <a:custGeom>
                <a:avLst/>
                <a:gdLst/>
                <a:ahLst/>
                <a:rect l="l" t="t" r="r" b="b"/>
                <a:pathLst>
                  <a:path w="131" h="72">
                    <a:moveTo>
                      <a:pt x="124" y="0"/>
                    </a:moveTo>
                    <a:lnTo>
                      <a:pt x="121" y="2"/>
                    </a:lnTo>
                    <a:lnTo>
                      <a:pt x="118" y="2"/>
                    </a:lnTo>
                    <a:lnTo>
                      <a:pt x="113" y="4"/>
                    </a:lnTo>
                    <a:lnTo>
                      <a:pt x="107" y="6"/>
                    </a:lnTo>
                    <a:lnTo>
                      <a:pt x="98" y="10"/>
                    </a:lnTo>
                    <a:lnTo>
                      <a:pt x="91" y="13"/>
                    </a:lnTo>
                    <a:lnTo>
                      <a:pt x="81" y="16"/>
                    </a:lnTo>
                    <a:lnTo>
                      <a:pt x="73" y="18"/>
                    </a:lnTo>
                    <a:lnTo>
                      <a:pt x="62" y="22"/>
                    </a:lnTo>
                    <a:lnTo>
                      <a:pt x="52" y="26"/>
                    </a:lnTo>
                    <a:lnTo>
                      <a:pt x="43" y="30"/>
                    </a:lnTo>
                    <a:lnTo>
                      <a:pt x="34" y="32"/>
                    </a:lnTo>
                    <a:lnTo>
                      <a:pt x="25" y="36"/>
                    </a:lnTo>
                    <a:lnTo>
                      <a:pt x="18" y="38"/>
                    </a:lnTo>
                    <a:lnTo>
                      <a:pt x="11" y="40"/>
                    </a:lnTo>
                    <a:lnTo>
                      <a:pt x="7" y="40"/>
                    </a:lnTo>
                    <a:lnTo>
                      <a:pt x="6" y="42"/>
                    </a:lnTo>
                    <a:lnTo>
                      <a:pt x="6" y="42"/>
                    </a:lnTo>
                    <a:lnTo>
                      <a:pt x="5" y="43"/>
                    </a:lnTo>
                    <a:lnTo>
                      <a:pt x="5" y="43"/>
                    </a:lnTo>
                    <a:lnTo>
                      <a:pt x="3" y="45"/>
                    </a:lnTo>
                    <a:lnTo>
                      <a:pt x="3" y="45"/>
                    </a:lnTo>
                    <a:lnTo>
                      <a:pt x="3" y="46"/>
                    </a:lnTo>
                    <a:lnTo>
                      <a:pt x="3" y="46"/>
                    </a:lnTo>
                    <a:lnTo>
                      <a:pt x="1" y="47"/>
                    </a:lnTo>
                    <a:lnTo>
                      <a:pt x="1" y="47"/>
                    </a:lnTo>
                    <a:lnTo>
                      <a:pt x="1" y="49"/>
                    </a:lnTo>
                    <a:lnTo>
                      <a:pt x="1" y="49"/>
                    </a:lnTo>
                    <a:lnTo>
                      <a:pt x="0" y="51"/>
                    </a:lnTo>
                    <a:lnTo>
                      <a:pt x="0" y="51"/>
                    </a:lnTo>
                    <a:lnTo>
                      <a:pt x="0" y="51"/>
                    </a:lnTo>
                    <a:lnTo>
                      <a:pt x="0" y="51"/>
                    </a:lnTo>
                    <a:lnTo>
                      <a:pt x="0" y="53"/>
                    </a:lnTo>
                    <a:lnTo>
                      <a:pt x="0" y="53"/>
                    </a:lnTo>
                    <a:lnTo>
                      <a:pt x="0" y="54"/>
                    </a:lnTo>
                    <a:lnTo>
                      <a:pt x="0" y="54"/>
                    </a:lnTo>
                    <a:lnTo>
                      <a:pt x="0" y="56"/>
                    </a:lnTo>
                    <a:lnTo>
                      <a:pt x="0" y="56"/>
                    </a:lnTo>
                    <a:lnTo>
                      <a:pt x="0" y="57"/>
                    </a:lnTo>
                    <a:lnTo>
                      <a:pt x="1" y="57"/>
                    </a:lnTo>
                    <a:lnTo>
                      <a:pt x="1" y="59"/>
                    </a:lnTo>
                    <a:lnTo>
                      <a:pt x="1" y="59"/>
                    </a:lnTo>
                    <a:lnTo>
                      <a:pt x="1" y="61"/>
                    </a:lnTo>
                    <a:lnTo>
                      <a:pt x="3" y="61"/>
                    </a:lnTo>
                    <a:lnTo>
                      <a:pt x="3" y="62"/>
                    </a:lnTo>
                    <a:lnTo>
                      <a:pt x="3" y="62"/>
                    </a:lnTo>
                    <a:lnTo>
                      <a:pt x="3" y="62"/>
                    </a:lnTo>
                    <a:lnTo>
                      <a:pt x="6" y="62"/>
                    </a:lnTo>
                    <a:lnTo>
                      <a:pt x="6" y="64"/>
                    </a:lnTo>
                    <a:lnTo>
                      <a:pt x="6" y="64"/>
                    </a:lnTo>
                    <a:lnTo>
                      <a:pt x="6" y="64"/>
                    </a:lnTo>
                    <a:lnTo>
                      <a:pt x="6" y="64"/>
                    </a:lnTo>
                    <a:lnTo>
                      <a:pt x="6" y="66"/>
                    </a:lnTo>
                    <a:lnTo>
                      <a:pt x="6" y="66"/>
                    </a:lnTo>
                    <a:lnTo>
                      <a:pt x="6" y="66"/>
                    </a:lnTo>
                    <a:lnTo>
                      <a:pt x="7" y="66"/>
                    </a:lnTo>
                    <a:lnTo>
                      <a:pt x="7" y="68"/>
                    </a:lnTo>
                    <a:lnTo>
                      <a:pt x="7" y="68"/>
                    </a:lnTo>
                    <a:lnTo>
                      <a:pt x="7" y="68"/>
                    </a:lnTo>
                    <a:lnTo>
                      <a:pt x="8" y="68"/>
                    </a:lnTo>
                    <a:lnTo>
                      <a:pt x="8" y="68"/>
                    </a:lnTo>
                    <a:lnTo>
                      <a:pt x="8" y="68"/>
                    </a:lnTo>
                    <a:lnTo>
                      <a:pt x="8" y="68"/>
                    </a:lnTo>
                    <a:lnTo>
                      <a:pt x="10" y="68"/>
                    </a:lnTo>
                    <a:lnTo>
                      <a:pt x="10" y="68"/>
                    </a:lnTo>
                    <a:lnTo>
                      <a:pt x="10" y="68"/>
                    </a:lnTo>
                    <a:lnTo>
                      <a:pt x="10" y="68"/>
                    </a:lnTo>
                    <a:lnTo>
                      <a:pt x="12" y="68"/>
                    </a:lnTo>
                    <a:lnTo>
                      <a:pt x="12" y="68"/>
                    </a:lnTo>
                    <a:lnTo>
                      <a:pt x="14" y="68"/>
                    </a:lnTo>
                    <a:lnTo>
                      <a:pt x="14" y="68"/>
                    </a:lnTo>
                    <a:lnTo>
                      <a:pt x="15" y="68"/>
                    </a:lnTo>
                    <a:lnTo>
                      <a:pt x="15" y="68"/>
                    </a:lnTo>
                    <a:lnTo>
                      <a:pt x="16" y="68"/>
                    </a:lnTo>
                    <a:lnTo>
                      <a:pt x="16" y="68"/>
                    </a:lnTo>
                    <a:lnTo>
                      <a:pt x="18" y="68"/>
                    </a:lnTo>
                    <a:lnTo>
                      <a:pt x="18" y="68"/>
                    </a:lnTo>
                    <a:lnTo>
                      <a:pt x="20" y="68"/>
                    </a:lnTo>
                    <a:lnTo>
                      <a:pt x="20" y="68"/>
                    </a:lnTo>
                    <a:lnTo>
                      <a:pt x="22" y="68"/>
                    </a:lnTo>
                    <a:lnTo>
                      <a:pt x="22" y="69"/>
                    </a:lnTo>
                    <a:lnTo>
                      <a:pt x="22" y="69"/>
                    </a:lnTo>
                    <a:lnTo>
                      <a:pt x="22" y="69"/>
                    </a:lnTo>
                    <a:lnTo>
                      <a:pt x="23" y="69"/>
                    </a:lnTo>
                    <a:lnTo>
                      <a:pt x="23" y="69"/>
                    </a:lnTo>
                    <a:lnTo>
                      <a:pt x="25" y="69"/>
                    </a:lnTo>
                    <a:lnTo>
                      <a:pt x="25" y="69"/>
                    </a:lnTo>
                    <a:lnTo>
                      <a:pt x="27" y="69"/>
                    </a:lnTo>
                    <a:lnTo>
                      <a:pt x="27" y="70"/>
                    </a:lnTo>
                    <a:lnTo>
                      <a:pt x="27" y="70"/>
                    </a:lnTo>
                    <a:lnTo>
                      <a:pt x="27" y="70"/>
                    </a:lnTo>
                    <a:lnTo>
                      <a:pt x="29" y="70"/>
                    </a:lnTo>
                    <a:lnTo>
                      <a:pt x="29" y="70"/>
                    </a:lnTo>
                    <a:lnTo>
                      <a:pt x="30" y="70"/>
                    </a:lnTo>
                    <a:lnTo>
                      <a:pt x="30" y="70"/>
                    </a:lnTo>
                    <a:lnTo>
                      <a:pt x="32" y="70"/>
                    </a:lnTo>
                    <a:lnTo>
                      <a:pt x="32" y="71"/>
                    </a:lnTo>
                    <a:lnTo>
                      <a:pt x="32" y="71"/>
                    </a:lnTo>
                    <a:lnTo>
                      <a:pt x="32" y="71"/>
                    </a:lnTo>
                    <a:lnTo>
                      <a:pt x="33" y="71"/>
                    </a:lnTo>
                    <a:lnTo>
                      <a:pt x="33" y="71"/>
                    </a:lnTo>
                    <a:lnTo>
                      <a:pt x="33" y="71"/>
                    </a:lnTo>
                    <a:lnTo>
                      <a:pt x="33" y="71"/>
                    </a:lnTo>
                    <a:lnTo>
                      <a:pt x="35" y="71"/>
                    </a:lnTo>
                    <a:lnTo>
                      <a:pt x="35" y="71"/>
                    </a:lnTo>
                    <a:lnTo>
                      <a:pt x="35" y="71"/>
                    </a:lnTo>
                    <a:lnTo>
                      <a:pt x="35" y="71"/>
                    </a:lnTo>
                    <a:lnTo>
                      <a:pt x="35" y="71"/>
                    </a:lnTo>
                    <a:lnTo>
                      <a:pt x="35" y="71"/>
                    </a:lnTo>
                    <a:lnTo>
                      <a:pt x="35" y="71"/>
                    </a:lnTo>
                    <a:lnTo>
                      <a:pt x="35" y="71"/>
                    </a:lnTo>
                    <a:lnTo>
                      <a:pt x="36" y="71"/>
                    </a:lnTo>
                    <a:lnTo>
                      <a:pt x="40" y="70"/>
                    </a:lnTo>
                    <a:lnTo>
                      <a:pt x="45" y="68"/>
                    </a:lnTo>
                    <a:lnTo>
                      <a:pt x="51" y="67"/>
                    </a:lnTo>
                    <a:lnTo>
                      <a:pt x="58" y="63"/>
                    </a:lnTo>
                    <a:lnTo>
                      <a:pt x="64" y="61"/>
                    </a:lnTo>
                    <a:lnTo>
                      <a:pt x="72" y="57"/>
                    </a:lnTo>
                    <a:lnTo>
                      <a:pt x="80" y="54"/>
                    </a:lnTo>
                    <a:lnTo>
                      <a:pt x="88" y="51"/>
                    </a:lnTo>
                    <a:lnTo>
                      <a:pt x="94" y="49"/>
                    </a:lnTo>
                    <a:lnTo>
                      <a:pt x="101" y="46"/>
                    </a:lnTo>
                    <a:lnTo>
                      <a:pt x="107" y="45"/>
                    </a:lnTo>
                    <a:lnTo>
                      <a:pt x="113" y="41"/>
                    </a:lnTo>
                    <a:lnTo>
                      <a:pt x="117" y="40"/>
                    </a:lnTo>
                    <a:lnTo>
                      <a:pt x="122" y="38"/>
                    </a:lnTo>
                    <a:lnTo>
                      <a:pt x="125" y="38"/>
                    </a:lnTo>
                    <a:lnTo>
                      <a:pt x="128" y="37"/>
                    </a:lnTo>
                    <a:lnTo>
                      <a:pt x="128" y="37"/>
                    </a:lnTo>
                    <a:lnTo>
                      <a:pt x="128" y="35"/>
                    </a:lnTo>
                    <a:lnTo>
                      <a:pt x="128" y="33"/>
                    </a:lnTo>
                    <a:lnTo>
                      <a:pt x="130" y="31"/>
                    </a:lnTo>
                    <a:lnTo>
                      <a:pt x="130" y="28"/>
                    </a:lnTo>
                    <a:lnTo>
                      <a:pt x="130" y="24"/>
                    </a:lnTo>
                    <a:lnTo>
                      <a:pt x="130" y="20"/>
                    </a:lnTo>
                    <a:lnTo>
                      <a:pt x="130" y="16"/>
                    </a:lnTo>
                    <a:lnTo>
                      <a:pt x="128" y="14"/>
                    </a:lnTo>
                    <a:lnTo>
                      <a:pt x="128" y="10"/>
                    </a:lnTo>
                    <a:lnTo>
                      <a:pt x="127" y="8"/>
                    </a:lnTo>
                    <a:lnTo>
                      <a:pt x="127" y="3"/>
                    </a:lnTo>
                    <a:lnTo>
                      <a:pt x="125" y="2"/>
                    </a:lnTo>
                    <a:lnTo>
                      <a:pt x="125" y="0"/>
                    </a:lnTo>
                    <a:lnTo>
                      <a:pt x="124" y="0"/>
                    </a:lnTo>
                    <a:lnTo>
                      <a:pt x="124" y="0"/>
                    </a:lnTo>
                    <a:lnTo>
                      <a:pt x="124"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10" name=""/>
              <p:cNvSpPr/>
              <p:nvPr/>
            </p:nvSpPr>
            <p:spPr>
              <a:xfrm>
                <a:off x="7156440" y="5716440"/>
                <a:ext cx="733320" cy="204840"/>
              </a:xfrm>
              <a:custGeom>
                <a:avLst/>
                <a:gdLst/>
                <a:ahLst/>
                <a:rect l="l" t="t" r="r" b="b"/>
                <a:pathLst>
                  <a:path w="462" h="129">
                    <a:moveTo>
                      <a:pt x="3" y="0"/>
                    </a:moveTo>
                    <a:lnTo>
                      <a:pt x="3" y="1"/>
                    </a:lnTo>
                    <a:lnTo>
                      <a:pt x="3" y="1"/>
                    </a:lnTo>
                    <a:lnTo>
                      <a:pt x="3" y="4"/>
                    </a:lnTo>
                    <a:lnTo>
                      <a:pt x="5" y="4"/>
                    </a:lnTo>
                    <a:lnTo>
                      <a:pt x="5" y="6"/>
                    </a:lnTo>
                    <a:lnTo>
                      <a:pt x="6" y="8"/>
                    </a:lnTo>
                    <a:lnTo>
                      <a:pt x="6" y="10"/>
                    </a:lnTo>
                    <a:lnTo>
                      <a:pt x="7" y="11"/>
                    </a:lnTo>
                    <a:lnTo>
                      <a:pt x="7" y="15"/>
                    </a:lnTo>
                    <a:lnTo>
                      <a:pt x="7" y="16"/>
                    </a:lnTo>
                    <a:lnTo>
                      <a:pt x="7" y="19"/>
                    </a:lnTo>
                    <a:lnTo>
                      <a:pt x="10" y="21"/>
                    </a:lnTo>
                    <a:lnTo>
                      <a:pt x="10" y="22"/>
                    </a:lnTo>
                    <a:lnTo>
                      <a:pt x="12" y="23"/>
                    </a:lnTo>
                    <a:lnTo>
                      <a:pt x="12" y="25"/>
                    </a:lnTo>
                    <a:lnTo>
                      <a:pt x="13" y="25"/>
                    </a:lnTo>
                    <a:lnTo>
                      <a:pt x="13" y="27"/>
                    </a:lnTo>
                    <a:lnTo>
                      <a:pt x="13" y="27"/>
                    </a:lnTo>
                    <a:lnTo>
                      <a:pt x="13" y="28"/>
                    </a:lnTo>
                    <a:lnTo>
                      <a:pt x="15" y="28"/>
                    </a:lnTo>
                    <a:lnTo>
                      <a:pt x="15" y="30"/>
                    </a:lnTo>
                    <a:lnTo>
                      <a:pt x="16" y="30"/>
                    </a:lnTo>
                    <a:lnTo>
                      <a:pt x="16" y="30"/>
                    </a:lnTo>
                    <a:lnTo>
                      <a:pt x="18" y="30"/>
                    </a:lnTo>
                    <a:lnTo>
                      <a:pt x="18" y="31"/>
                    </a:lnTo>
                    <a:lnTo>
                      <a:pt x="19" y="31"/>
                    </a:lnTo>
                    <a:lnTo>
                      <a:pt x="19" y="31"/>
                    </a:lnTo>
                    <a:lnTo>
                      <a:pt x="21" y="31"/>
                    </a:lnTo>
                    <a:lnTo>
                      <a:pt x="21" y="33"/>
                    </a:lnTo>
                    <a:lnTo>
                      <a:pt x="22" y="33"/>
                    </a:lnTo>
                    <a:lnTo>
                      <a:pt x="22" y="33"/>
                    </a:lnTo>
                    <a:lnTo>
                      <a:pt x="24" y="33"/>
                    </a:lnTo>
                    <a:lnTo>
                      <a:pt x="24" y="35"/>
                    </a:lnTo>
                    <a:lnTo>
                      <a:pt x="25" y="35"/>
                    </a:lnTo>
                    <a:lnTo>
                      <a:pt x="25" y="35"/>
                    </a:lnTo>
                    <a:lnTo>
                      <a:pt x="27" y="35"/>
                    </a:lnTo>
                    <a:lnTo>
                      <a:pt x="27" y="37"/>
                    </a:lnTo>
                    <a:lnTo>
                      <a:pt x="29" y="37"/>
                    </a:lnTo>
                    <a:lnTo>
                      <a:pt x="30" y="37"/>
                    </a:lnTo>
                    <a:lnTo>
                      <a:pt x="32" y="37"/>
                    </a:lnTo>
                    <a:lnTo>
                      <a:pt x="32" y="38"/>
                    </a:lnTo>
                    <a:lnTo>
                      <a:pt x="34" y="38"/>
                    </a:lnTo>
                    <a:lnTo>
                      <a:pt x="35" y="38"/>
                    </a:lnTo>
                    <a:lnTo>
                      <a:pt x="37" y="38"/>
                    </a:lnTo>
                    <a:lnTo>
                      <a:pt x="37" y="38"/>
                    </a:lnTo>
                    <a:lnTo>
                      <a:pt x="39" y="38"/>
                    </a:lnTo>
                    <a:lnTo>
                      <a:pt x="39" y="38"/>
                    </a:lnTo>
                    <a:lnTo>
                      <a:pt x="41" y="38"/>
                    </a:lnTo>
                    <a:lnTo>
                      <a:pt x="41" y="38"/>
                    </a:lnTo>
                    <a:lnTo>
                      <a:pt x="43" y="38"/>
                    </a:lnTo>
                    <a:lnTo>
                      <a:pt x="45" y="38"/>
                    </a:lnTo>
                    <a:lnTo>
                      <a:pt x="47" y="38"/>
                    </a:lnTo>
                    <a:lnTo>
                      <a:pt x="49" y="38"/>
                    </a:lnTo>
                    <a:lnTo>
                      <a:pt x="51" y="38"/>
                    </a:lnTo>
                    <a:lnTo>
                      <a:pt x="53" y="38"/>
                    </a:lnTo>
                    <a:lnTo>
                      <a:pt x="56" y="38"/>
                    </a:lnTo>
                    <a:lnTo>
                      <a:pt x="58" y="38"/>
                    </a:lnTo>
                    <a:lnTo>
                      <a:pt x="60" y="38"/>
                    </a:lnTo>
                    <a:lnTo>
                      <a:pt x="62" y="38"/>
                    </a:lnTo>
                    <a:lnTo>
                      <a:pt x="64" y="38"/>
                    </a:lnTo>
                    <a:lnTo>
                      <a:pt x="66" y="38"/>
                    </a:lnTo>
                    <a:lnTo>
                      <a:pt x="68" y="38"/>
                    </a:lnTo>
                    <a:lnTo>
                      <a:pt x="70" y="38"/>
                    </a:lnTo>
                    <a:lnTo>
                      <a:pt x="72" y="36"/>
                    </a:lnTo>
                    <a:lnTo>
                      <a:pt x="72" y="36"/>
                    </a:lnTo>
                    <a:lnTo>
                      <a:pt x="73" y="36"/>
                    </a:lnTo>
                    <a:lnTo>
                      <a:pt x="73" y="36"/>
                    </a:lnTo>
                    <a:lnTo>
                      <a:pt x="75" y="36"/>
                    </a:lnTo>
                    <a:lnTo>
                      <a:pt x="75" y="36"/>
                    </a:lnTo>
                    <a:lnTo>
                      <a:pt x="77" y="36"/>
                    </a:lnTo>
                    <a:lnTo>
                      <a:pt x="77" y="36"/>
                    </a:lnTo>
                    <a:lnTo>
                      <a:pt x="79" y="33"/>
                    </a:lnTo>
                    <a:lnTo>
                      <a:pt x="79" y="33"/>
                    </a:lnTo>
                    <a:lnTo>
                      <a:pt x="81" y="33"/>
                    </a:lnTo>
                    <a:lnTo>
                      <a:pt x="81" y="33"/>
                    </a:lnTo>
                    <a:lnTo>
                      <a:pt x="83" y="31"/>
                    </a:lnTo>
                    <a:lnTo>
                      <a:pt x="83" y="31"/>
                    </a:lnTo>
                    <a:lnTo>
                      <a:pt x="85" y="31"/>
                    </a:lnTo>
                    <a:lnTo>
                      <a:pt x="86" y="31"/>
                    </a:lnTo>
                    <a:lnTo>
                      <a:pt x="88" y="30"/>
                    </a:lnTo>
                    <a:lnTo>
                      <a:pt x="88" y="30"/>
                    </a:lnTo>
                    <a:lnTo>
                      <a:pt x="88" y="30"/>
                    </a:lnTo>
                    <a:lnTo>
                      <a:pt x="88" y="30"/>
                    </a:lnTo>
                    <a:lnTo>
                      <a:pt x="90" y="28"/>
                    </a:lnTo>
                    <a:lnTo>
                      <a:pt x="90" y="28"/>
                    </a:lnTo>
                    <a:lnTo>
                      <a:pt x="91" y="28"/>
                    </a:lnTo>
                    <a:lnTo>
                      <a:pt x="91" y="28"/>
                    </a:lnTo>
                    <a:lnTo>
                      <a:pt x="93" y="26"/>
                    </a:lnTo>
                    <a:lnTo>
                      <a:pt x="93" y="26"/>
                    </a:lnTo>
                    <a:lnTo>
                      <a:pt x="94" y="26"/>
                    </a:lnTo>
                    <a:lnTo>
                      <a:pt x="94" y="26"/>
                    </a:lnTo>
                    <a:lnTo>
                      <a:pt x="96" y="23"/>
                    </a:lnTo>
                    <a:lnTo>
                      <a:pt x="96" y="23"/>
                    </a:lnTo>
                    <a:lnTo>
                      <a:pt x="97" y="23"/>
                    </a:lnTo>
                    <a:lnTo>
                      <a:pt x="97" y="23"/>
                    </a:lnTo>
                    <a:lnTo>
                      <a:pt x="99" y="21"/>
                    </a:lnTo>
                    <a:lnTo>
                      <a:pt x="99" y="21"/>
                    </a:lnTo>
                    <a:lnTo>
                      <a:pt x="99" y="21"/>
                    </a:lnTo>
                    <a:lnTo>
                      <a:pt x="99" y="21"/>
                    </a:lnTo>
                    <a:lnTo>
                      <a:pt x="101" y="19"/>
                    </a:lnTo>
                    <a:lnTo>
                      <a:pt x="101" y="19"/>
                    </a:lnTo>
                    <a:lnTo>
                      <a:pt x="101" y="19"/>
                    </a:lnTo>
                    <a:lnTo>
                      <a:pt x="101" y="19"/>
                    </a:lnTo>
                    <a:lnTo>
                      <a:pt x="103" y="16"/>
                    </a:lnTo>
                    <a:lnTo>
                      <a:pt x="103" y="16"/>
                    </a:lnTo>
                    <a:lnTo>
                      <a:pt x="103" y="16"/>
                    </a:lnTo>
                    <a:lnTo>
                      <a:pt x="103" y="16"/>
                    </a:lnTo>
                    <a:lnTo>
                      <a:pt x="105" y="15"/>
                    </a:lnTo>
                    <a:lnTo>
                      <a:pt x="105" y="15"/>
                    </a:lnTo>
                    <a:lnTo>
                      <a:pt x="105" y="14"/>
                    </a:lnTo>
                    <a:lnTo>
                      <a:pt x="105" y="14"/>
                    </a:lnTo>
                    <a:lnTo>
                      <a:pt x="107" y="12"/>
                    </a:lnTo>
                    <a:lnTo>
                      <a:pt x="107" y="12"/>
                    </a:lnTo>
                    <a:lnTo>
                      <a:pt x="107" y="12"/>
                    </a:lnTo>
                    <a:lnTo>
                      <a:pt x="107" y="12"/>
                    </a:lnTo>
                    <a:lnTo>
                      <a:pt x="109" y="12"/>
                    </a:lnTo>
                    <a:lnTo>
                      <a:pt x="109" y="12"/>
                    </a:lnTo>
                    <a:lnTo>
                      <a:pt x="110" y="12"/>
                    </a:lnTo>
                    <a:lnTo>
                      <a:pt x="110" y="12"/>
                    </a:lnTo>
                    <a:lnTo>
                      <a:pt x="112" y="10"/>
                    </a:lnTo>
                    <a:lnTo>
                      <a:pt x="112" y="10"/>
                    </a:lnTo>
                    <a:lnTo>
                      <a:pt x="112" y="10"/>
                    </a:lnTo>
                    <a:lnTo>
                      <a:pt x="112" y="10"/>
                    </a:lnTo>
                    <a:lnTo>
                      <a:pt x="114" y="9"/>
                    </a:lnTo>
                    <a:lnTo>
                      <a:pt x="114" y="9"/>
                    </a:lnTo>
                    <a:lnTo>
                      <a:pt x="115" y="9"/>
                    </a:lnTo>
                    <a:lnTo>
                      <a:pt x="115" y="9"/>
                    </a:lnTo>
                    <a:lnTo>
                      <a:pt x="117" y="8"/>
                    </a:lnTo>
                    <a:lnTo>
                      <a:pt x="117" y="9"/>
                    </a:lnTo>
                    <a:lnTo>
                      <a:pt x="119" y="9"/>
                    </a:lnTo>
                    <a:lnTo>
                      <a:pt x="120" y="10"/>
                    </a:lnTo>
                    <a:lnTo>
                      <a:pt x="122" y="10"/>
                    </a:lnTo>
                    <a:lnTo>
                      <a:pt x="122" y="12"/>
                    </a:lnTo>
                    <a:lnTo>
                      <a:pt x="124" y="12"/>
                    </a:lnTo>
                    <a:lnTo>
                      <a:pt x="125" y="12"/>
                    </a:lnTo>
                    <a:lnTo>
                      <a:pt x="127" y="12"/>
                    </a:lnTo>
                    <a:lnTo>
                      <a:pt x="127" y="14"/>
                    </a:lnTo>
                    <a:lnTo>
                      <a:pt x="129" y="14"/>
                    </a:lnTo>
                    <a:lnTo>
                      <a:pt x="131" y="15"/>
                    </a:lnTo>
                    <a:lnTo>
                      <a:pt x="133" y="15"/>
                    </a:lnTo>
                    <a:lnTo>
                      <a:pt x="133" y="17"/>
                    </a:lnTo>
                    <a:lnTo>
                      <a:pt x="135" y="17"/>
                    </a:lnTo>
                    <a:lnTo>
                      <a:pt x="136" y="17"/>
                    </a:lnTo>
                    <a:lnTo>
                      <a:pt x="138" y="17"/>
                    </a:lnTo>
                    <a:lnTo>
                      <a:pt x="141" y="21"/>
                    </a:lnTo>
                    <a:lnTo>
                      <a:pt x="146" y="24"/>
                    </a:lnTo>
                    <a:lnTo>
                      <a:pt x="150" y="30"/>
                    </a:lnTo>
                    <a:lnTo>
                      <a:pt x="156" y="33"/>
                    </a:lnTo>
                    <a:lnTo>
                      <a:pt x="160" y="39"/>
                    </a:lnTo>
                    <a:lnTo>
                      <a:pt x="166" y="45"/>
                    </a:lnTo>
                    <a:lnTo>
                      <a:pt x="171" y="51"/>
                    </a:lnTo>
                    <a:lnTo>
                      <a:pt x="177" y="55"/>
                    </a:lnTo>
                    <a:lnTo>
                      <a:pt x="181" y="61"/>
                    </a:lnTo>
                    <a:lnTo>
                      <a:pt x="185" y="67"/>
                    </a:lnTo>
                    <a:lnTo>
                      <a:pt x="190" y="72"/>
                    </a:lnTo>
                    <a:lnTo>
                      <a:pt x="194" y="75"/>
                    </a:lnTo>
                    <a:lnTo>
                      <a:pt x="197" y="80"/>
                    </a:lnTo>
                    <a:lnTo>
                      <a:pt x="200" y="82"/>
                    </a:lnTo>
                    <a:lnTo>
                      <a:pt x="203" y="84"/>
                    </a:lnTo>
                    <a:lnTo>
                      <a:pt x="205" y="84"/>
                    </a:lnTo>
                    <a:lnTo>
                      <a:pt x="205" y="84"/>
                    </a:lnTo>
                    <a:lnTo>
                      <a:pt x="206" y="84"/>
                    </a:lnTo>
                    <a:lnTo>
                      <a:pt x="209" y="84"/>
                    </a:lnTo>
                    <a:lnTo>
                      <a:pt x="213" y="82"/>
                    </a:lnTo>
                    <a:lnTo>
                      <a:pt x="217" y="81"/>
                    </a:lnTo>
                    <a:lnTo>
                      <a:pt x="221" y="80"/>
                    </a:lnTo>
                    <a:lnTo>
                      <a:pt x="227" y="77"/>
                    </a:lnTo>
                    <a:lnTo>
                      <a:pt x="232" y="75"/>
                    </a:lnTo>
                    <a:lnTo>
                      <a:pt x="237" y="74"/>
                    </a:lnTo>
                    <a:lnTo>
                      <a:pt x="243" y="72"/>
                    </a:lnTo>
                    <a:lnTo>
                      <a:pt x="249" y="70"/>
                    </a:lnTo>
                    <a:lnTo>
                      <a:pt x="254" y="68"/>
                    </a:lnTo>
                    <a:lnTo>
                      <a:pt x="258" y="66"/>
                    </a:lnTo>
                    <a:lnTo>
                      <a:pt x="264" y="65"/>
                    </a:lnTo>
                    <a:lnTo>
                      <a:pt x="268" y="62"/>
                    </a:lnTo>
                    <a:lnTo>
                      <a:pt x="272" y="60"/>
                    </a:lnTo>
                    <a:lnTo>
                      <a:pt x="274" y="60"/>
                    </a:lnTo>
                    <a:lnTo>
                      <a:pt x="276" y="60"/>
                    </a:lnTo>
                    <a:lnTo>
                      <a:pt x="278" y="60"/>
                    </a:lnTo>
                    <a:lnTo>
                      <a:pt x="282" y="58"/>
                    </a:lnTo>
                    <a:lnTo>
                      <a:pt x="284" y="58"/>
                    </a:lnTo>
                    <a:lnTo>
                      <a:pt x="288" y="56"/>
                    </a:lnTo>
                    <a:lnTo>
                      <a:pt x="291" y="55"/>
                    </a:lnTo>
                    <a:lnTo>
                      <a:pt x="295" y="53"/>
                    </a:lnTo>
                    <a:lnTo>
                      <a:pt x="297" y="53"/>
                    </a:lnTo>
                    <a:lnTo>
                      <a:pt x="301" y="51"/>
                    </a:lnTo>
                    <a:lnTo>
                      <a:pt x="304" y="50"/>
                    </a:lnTo>
                    <a:lnTo>
                      <a:pt x="308" y="48"/>
                    </a:lnTo>
                    <a:lnTo>
                      <a:pt x="310" y="48"/>
                    </a:lnTo>
                    <a:lnTo>
                      <a:pt x="312" y="46"/>
                    </a:lnTo>
                    <a:lnTo>
                      <a:pt x="315" y="46"/>
                    </a:lnTo>
                    <a:lnTo>
                      <a:pt x="318" y="44"/>
                    </a:lnTo>
                    <a:lnTo>
                      <a:pt x="318" y="44"/>
                    </a:lnTo>
                    <a:lnTo>
                      <a:pt x="320" y="44"/>
                    </a:lnTo>
                    <a:lnTo>
                      <a:pt x="320" y="44"/>
                    </a:lnTo>
                    <a:lnTo>
                      <a:pt x="322" y="44"/>
                    </a:lnTo>
                    <a:lnTo>
                      <a:pt x="322" y="44"/>
                    </a:lnTo>
                    <a:lnTo>
                      <a:pt x="324" y="44"/>
                    </a:lnTo>
                    <a:lnTo>
                      <a:pt x="325" y="44"/>
                    </a:lnTo>
                    <a:lnTo>
                      <a:pt x="327" y="43"/>
                    </a:lnTo>
                    <a:lnTo>
                      <a:pt x="327" y="43"/>
                    </a:lnTo>
                    <a:lnTo>
                      <a:pt x="329" y="43"/>
                    </a:lnTo>
                    <a:lnTo>
                      <a:pt x="330" y="43"/>
                    </a:lnTo>
                    <a:lnTo>
                      <a:pt x="332" y="43"/>
                    </a:lnTo>
                    <a:lnTo>
                      <a:pt x="332" y="43"/>
                    </a:lnTo>
                    <a:lnTo>
                      <a:pt x="334" y="43"/>
                    </a:lnTo>
                    <a:lnTo>
                      <a:pt x="335" y="43"/>
                    </a:lnTo>
                    <a:lnTo>
                      <a:pt x="337" y="43"/>
                    </a:lnTo>
                    <a:lnTo>
                      <a:pt x="337" y="44"/>
                    </a:lnTo>
                    <a:lnTo>
                      <a:pt x="338" y="44"/>
                    </a:lnTo>
                    <a:lnTo>
                      <a:pt x="338" y="44"/>
                    </a:lnTo>
                    <a:lnTo>
                      <a:pt x="340" y="44"/>
                    </a:lnTo>
                    <a:lnTo>
                      <a:pt x="340" y="44"/>
                    </a:lnTo>
                    <a:lnTo>
                      <a:pt x="342" y="44"/>
                    </a:lnTo>
                    <a:lnTo>
                      <a:pt x="342" y="44"/>
                    </a:lnTo>
                    <a:lnTo>
                      <a:pt x="344" y="44"/>
                    </a:lnTo>
                    <a:lnTo>
                      <a:pt x="344" y="46"/>
                    </a:lnTo>
                    <a:lnTo>
                      <a:pt x="346" y="46"/>
                    </a:lnTo>
                    <a:lnTo>
                      <a:pt x="346" y="46"/>
                    </a:lnTo>
                    <a:lnTo>
                      <a:pt x="348" y="46"/>
                    </a:lnTo>
                    <a:lnTo>
                      <a:pt x="348" y="48"/>
                    </a:lnTo>
                    <a:lnTo>
                      <a:pt x="350" y="48"/>
                    </a:lnTo>
                    <a:lnTo>
                      <a:pt x="350" y="48"/>
                    </a:lnTo>
                    <a:lnTo>
                      <a:pt x="352" y="48"/>
                    </a:lnTo>
                    <a:lnTo>
                      <a:pt x="352" y="50"/>
                    </a:lnTo>
                    <a:lnTo>
                      <a:pt x="352" y="50"/>
                    </a:lnTo>
                    <a:lnTo>
                      <a:pt x="352" y="52"/>
                    </a:lnTo>
                    <a:lnTo>
                      <a:pt x="353" y="52"/>
                    </a:lnTo>
                    <a:lnTo>
                      <a:pt x="353" y="53"/>
                    </a:lnTo>
                    <a:lnTo>
                      <a:pt x="353" y="54"/>
                    </a:lnTo>
                    <a:lnTo>
                      <a:pt x="353" y="56"/>
                    </a:lnTo>
                    <a:lnTo>
                      <a:pt x="355" y="56"/>
                    </a:lnTo>
                    <a:lnTo>
                      <a:pt x="355" y="58"/>
                    </a:lnTo>
                    <a:lnTo>
                      <a:pt x="355" y="59"/>
                    </a:lnTo>
                    <a:lnTo>
                      <a:pt x="355" y="61"/>
                    </a:lnTo>
                    <a:lnTo>
                      <a:pt x="356" y="61"/>
                    </a:lnTo>
                    <a:lnTo>
                      <a:pt x="356" y="63"/>
                    </a:lnTo>
                    <a:lnTo>
                      <a:pt x="356" y="63"/>
                    </a:lnTo>
                    <a:lnTo>
                      <a:pt x="356" y="65"/>
                    </a:lnTo>
                    <a:lnTo>
                      <a:pt x="358" y="65"/>
                    </a:lnTo>
                    <a:lnTo>
                      <a:pt x="358" y="66"/>
                    </a:lnTo>
                    <a:lnTo>
                      <a:pt x="359" y="68"/>
                    </a:lnTo>
                    <a:lnTo>
                      <a:pt x="359" y="70"/>
                    </a:lnTo>
                    <a:lnTo>
                      <a:pt x="361" y="70"/>
                    </a:lnTo>
                    <a:lnTo>
                      <a:pt x="361" y="72"/>
                    </a:lnTo>
                    <a:lnTo>
                      <a:pt x="363" y="72"/>
                    </a:lnTo>
                    <a:lnTo>
                      <a:pt x="364" y="74"/>
                    </a:lnTo>
                    <a:lnTo>
                      <a:pt x="366" y="74"/>
                    </a:lnTo>
                    <a:lnTo>
                      <a:pt x="366" y="75"/>
                    </a:lnTo>
                    <a:lnTo>
                      <a:pt x="368" y="75"/>
                    </a:lnTo>
                    <a:lnTo>
                      <a:pt x="369" y="77"/>
                    </a:lnTo>
                    <a:lnTo>
                      <a:pt x="371" y="77"/>
                    </a:lnTo>
                    <a:lnTo>
                      <a:pt x="371" y="80"/>
                    </a:lnTo>
                    <a:lnTo>
                      <a:pt x="373" y="80"/>
                    </a:lnTo>
                    <a:lnTo>
                      <a:pt x="374" y="80"/>
                    </a:lnTo>
                    <a:lnTo>
                      <a:pt x="376" y="80"/>
                    </a:lnTo>
                    <a:lnTo>
                      <a:pt x="376" y="81"/>
                    </a:lnTo>
                    <a:lnTo>
                      <a:pt x="378" y="81"/>
                    </a:lnTo>
                    <a:lnTo>
                      <a:pt x="379" y="83"/>
                    </a:lnTo>
                    <a:lnTo>
                      <a:pt x="381" y="83"/>
                    </a:lnTo>
                    <a:lnTo>
                      <a:pt x="383" y="85"/>
                    </a:lnTo>
                    <a:lnTo>
                      <a:pt x="385" y="85"/>
                    </a:lnTo>
                    <a:lnTo>
                      <a:pt x="387" y="86"/>
                    </a:lnTo>
                    <a:lnTo>
                      <a:pt x="389" y="86"/>
                    </a:lnTo>
                    <a:lnTo>
                      <a:pt x="390" y="88"/>
                    </a:lnTo>
                    <a:lnTo>
                      <a:pt x="392" y="88"/>
                    </a:lnTo>
                    <a:lnTo>
                      <a:pt x="394" y="88"/>
                    </a:lnTo>
                    <a:lnTo>
                      <a:pt x="396" y="88"/>
                    </a:lnTo>
                    <a:lnTo>
                      <a:pt x="397" y="88"/>
                    </a:lnTo>
                    <a:lnTo>
                      <a:pt x="399" y="88"/>
                    </a:lnTo>
                    <a:lnTo>
                      <a:pt x="400" y="88"/>
                    </a:lnTo>
                    <a:lnTo>
                      <a:pt x="403" y="88"/>
                    </a:lnTo>
                    <a:lnTo>
                      <a:pt x="403" y="88"/>
                    </a:lnTo>
                    <a:lnTo>
                      <a:pt x="405" y="88"/>
                    </a:lnTo>
                    <a:lnTo>
                      <a:pt x="406" y="88"/>
                    </a:lnTo>
                    <a:lnTo>
                      <a:pt x="408" y="88"/>
                    </a:lnTo>
                    <a:lnTo>
                      <a:pt x="410" y="88"/>
                    </a:lnTo>
                    <a:lnTo>
                      <a:pt x="412" y="88"/>
                    </a:lnTo>
                    <a:lnTo>
                      <a:pt x="413" y="88"/>
                    </a:lnTo>
                    <a:lnTo>
                      <a:pt x="415" y="87"/>
                    </a:lnTo>
                    <a:lnTo>
                      <a:pt x="417" y="87"/>
                    </a:lnTo>
                    <a:lnTo>
                      <a:pt x="419" y="87"/>
                    </a:lnTo>
                    <a:lnTo>
                      <a:pt x="421" y="87"/>
                    </a:lnTo>
                    <a:lnTo>
                      <a:pt x="422" y="85"/>
                    </a:lnTo>
                    <a:lnTo>
                      <a:pt x="423" y="85"/>
                    </a:lnTo>
                    <a:lnTo>
                      <a:pt x="425" y="85"/>
                    </a:lnTo>
                    <a:lnTo>
                      <a:pt x="427" y="85"/>
                    </a:lnTo>
                    <a:lnTo>
                      <a:pt x="429" y="83"/>
                    </a:lnTo>
                    <a:lnTo>
                      <a:pt x="429" y="83"/>
                    </a:lnTo>
                    <a:lnTo>
                      <a:pt x="430" y="83"/>
                    </a:lnTo>
                    <a:lnTo>
                      <a:pt x="430" y="83"/>
                    </a:lnTo>
                    <a:lnTo>
                      <a:pt x="432" y="82"/>
                    </a:lnTo>
                    <a:lnTo>
                      <a:pt x="432" y="82"/>
                    </a:lnTo>
                    <a:lnTo>
                      <a:pt x="434" y="82"/>
                    </a:lnTo>
                    <a:lnTo>
                      <a:pt x="436" y="82"/>
                    </a:lnTo>
                    <a:lnTo>
                      <a:pt x="437" y="81"/>
                    </a:lnTo>
                    <a:lnTo>
                      <a:pt x="437" y="81"/>
                    </a:lnTo>
                    <a:lnTo>
                      <a:pt x="439" y="81"/>
                    </a:lnTo>
                    <a:lnTo>
                      <a:pt x="439" y="81"/>
                    </a:lnTo>
                    <a:lnTo>
                      <a:pt x="442" y="80"/>
                    </a:lnTo>
                    <a:lnTo>
                      <a:pt x="442" y="80"/>
                    </a:lnTo>
                    <a:lnTo>
                      <a:pt x="443" y="80"/>
                    </a:lnTo>
                    <a:lnTo>
                      <a:pt x="444" y="80"/>
                    </a:lnTo>
                    <a:lnTo>
                      <a:pt x="446" y="77"/>
                    </a:lnTo>
                    <a:lnTo>
                      <a:pt x="446" y="77"/>
                    </a:lnTo>
                    <a:lnTo>
                      <a:pt x="446" y="77"/>
                    </a:lnTo>
                    <a:lnTo>
                      <a:pt x="446" y="77"/>
                    </a:lnTo>
                    <a:lnTo>
                      <a:pt x="447" y="76"/>
                    </a:lnTo>
                    <a:lnTo>
                      <a:pt x="447" y="76"/>
                    </a:lnTo>
                    <a:lnTo>
                      <a:pt x="447" y="75"/>
                    </a:lnTo>
                    <a:lnTo>
                      <a:pt x="447" y="75"/>
                    </a:lnTo>
                    <a:lnTo>
                      <a:pt x="449" y="73"/>
                    </a:lnTo>
                    <a:lnTo>
                      <a:pt x="449" y="73"/>
                    </a:lnTo>
                    <a:lnTo>
                      <a:pt x="449" y="73"/>
                    </a:lnTo>
                    <a:lnTo>
                      <a:pt x="449" y="73"/>
                    </a:lnTo>
                    <a:lnTo>
                      <a:pt x="450" y="71"/>
                    </a:lnTo>
                    <a:lnTo>
                      <a:pt x="450" y="71"/>
                    </a:lnTo>
                    <a:lnTo>
                      <a:pt x="450" y="70"/>
                    </a:lnTo>
                    <a:lnTo>
                      <a:pt x="450" y="70"/>
                    </a:lnTo>
                    <a:lnTo>
                      <a:pt x="452" y="69"/>
                    </a:lnTo>
                    <a:lnTo>
                      <a:pt x="452" y="69"/>
                    </a:lnTo>
                    <a:lnTo>
                      <a:pt x="452" y="69"/>
                    </a:lnTo>
                    <a:lnTo>
                      <a:pt x="452" y="69"/>
                    </a:lnTo>
                    <a:lnTo>
                      <a:pt x="453" y="67"/>
                    </a:lnTo>
                    <a:lnTo>
                      <a:pt x="453" y="67"/>
                    </a:lnTo>
                    <a:lnTo>
                      <a:pt x="453" y="65"/>
                    </a:lnTo>
                    <a:lnTo>
                      <a:pt x="453" y="65"/>
                    </a:lnTo>
                    <a:lnTo>
                      <a:pt x="455" y="63"/>
                    </a:lnTo>
                    <a:lnTo>
                      <a:pt x="455" y="63"/>
                    </a:lnTo>
                    <a:lnTo>
                      <a:pt x="455" y="62"/>
                    </a:lnTo>
                    <a:lnTo>
                      <a:pt x="455" y="62"/>
                    </a:lnTo>
                    <a:lnTo>
                      <a:pt x="457" y="60"/>
                    </a:lnTo>
                    <a:lnTo>
                      <a:pt x="457" y="60"/>
                    </a:lnTo>
                    <a:lnTo>
                      <a:pt x="457" y="60"/>
                    </a:lnTo>
                    <a:lnTo>
                      <a:pt x="457" y="60"/>
                    </a:lnTo>
                    <a:lnTo>
                      <a:pt x="458" y="59"/>
                    </a:lnTo>
                    <a:lnTo>
                      <a:pt x="458" y="61"/>
                    </a:lnTo>
                    <a:lnTo>
                      <a:pt x="459" y="62"/>
                    </a:lnTo>
                    <a:lnTo>
                      <a:pt x="459" y="65"/>
                    </a:lnTo>
                    <a:lnTo>
                      <a:pt x="460" y="66"/>
                    </a:lnTo>
                    <a:lnTo>
                      <a:pt x="460" y="70"/>
                    </a:lnTo>
                    <a:lnTo>
                      <a:pt x="460" y="73"/>
                    </a:lnTo>
                    <a:lnTo>
                      <a:pt x="460" y="77"/>
                    </a:lnTo>
                    <a:lnTo>
                      <a:pt x="461" y="79"/>
                    </a:lnTo>
                    <a:lnTo>
                      <a:pt x="460" y="82"/>
                    </a:lnTo>
                    <a:lnTo>
                      <a:pt x="460" y="86"/>
                    </a:lnTo>
                    <a:lnTo>
                      <a:pt x="460" y="90"/>
                    </a:lnTo>
                    <a:lnTo>
                      <a:pt x="460" y="92"/>
                    </a:lnTo>
                    <a:lnTo>
                      <a:pt x="460" y="94"/>
                    </a:lnTo>
                    <a:lnTo>
                      <a:pt x="460" y="96"/>
                    </a:lnTo>
                    <a:lnTo>
                      <a:pt x="460" y="98"/>
                    </a:lnTo>
                    <a:lnTo>
                      <a:pt x="460" y="98"/>
                    </a:lnTo>
                    <a:lnTo>
                      <a:pt x="459" y="100"/>
                    </a:lnTo>
                    <a:lnTo>
                      <a:pt x="459" y="100"/>
                    </a:lnTo>
                    <a:lnTo>
                      <a:pt x="458" y="102"/>
                    </a:lnTo>
                    <a:lnTo>
                      <a:pt x="458" y="102"/>
                    </a:lnTo>
                    <a:lnTo>
                      <a:pt x="456" y="104"/>
                    </a:lnTo>
                    <a:lnTo>
                      <a:pt x="456" y="104"/>
                    </a:lnTo>
                    <a:lnTo>
                      <a:pt x="456" y="106"/>
                    </a:lnTo>
                    <a:lnTo>
                      <a:pt x="456" y="106"/>
                    </a:lnTo>
                    <a:lnTo>
                      <a:pt x="454" y="108"/>
                    </a:lnTo>
                    <a:lnTo>
                      <a:pt x="454" y="109"/>
                    </a:lnTo>
                    <a:lnTo>
                      <a:pt x="452" y="111"/>
                    </a:lnTo>
                    <a:lnTo>
                      <a:pt x="452" y="111"/>
                    </a:lnTo>
                    <a:lnTo>
                      <a:pt x="450" y="112"/>
                    </a:lnTo>
                    <a:lnTo>
                      <a:pt x="450" y="112"/>
                    </a:lnTo>
                    <a:lnTo>
                      <a:pt x="450" y="113"/>
                    </a:lnTo>
                    <a:lnTo>
                      <a:pt x="450" y="113"/>
                    </a:lnTo>
                    <a:lnTo>
                      <a:pt x="449" y="115"/>
                    </a:lnTo>
                    <a:lnTo>
                      <a:pt x="449" y="115"/>
                    </a:lnTo>
                    <a:lnTo>
                      <a:pt x="447" y="117"/>
                    </a:lnTo>
                    <a:lnTo>
                      <a:pt x="447" y="117"/>
                    </a:lnTo>
                    <a:lnTo>
                      <a:pt x="444" y="119"/>
                    </a:lnTo>
                    <a:lnTo>
                      <a:pt x="444" y="119"/>
                    </a:lnTo>
                    <a:lnTo>
                      <a:pt x="443" y="119"/>
                    </a:lnTo>
                    <a:lnTo>
                      <a:pt x="443" y="119"/>
                    </a:lnTo>
                    <a:lnTo>
                      <a:pt x="441" y="121"/>
                    </a:lnTo>
                    <a:lnTo>
                      <a:pt x="440" y="121"/>
                    </a:lnTo>
                    <a:lnTo>
                      <a:pt x="438" y="121"/>
                    </a:lnTo>
                    <a:lnTo>
                      <a:pt x="438" y="121"/>
                    </a:lnTo>
                    <a:lnTo>
                      <a:pt x="436" y="123"/>
                    </a:lnTo>
                    <a:lnTo>
                      <a:pt x="436" y="123"/>
                    </a:lnTo>
                    <a:lnTo>
                      <a:pt x="434" y="123"/>
                    </a:lnTo>
                    <a:lnTo>
                      <a:pt x="434" y="123"/>
                    </a:lnTo>
                    <a:lnTo>
                      <a:pt x="432" y="125"/>
                    </a:lnTo>
                    <a:lnTo>
                      <a:pt x="432" y="125"/>
                    </a:lnTo>
                    <a:lnTo>
                      <a:pt x="430" y="125"/>
                    </a:lnTo>
                    <a:lnTo>
                      <a:pt x="430" y="125"/>
                    </a:lnTo>
                    <a:lnTo>
                      <a:pt x="428" y="126"/>
                    </a:lnTo>
                    <a:lnTo>
                      <a:pt x="427" y="126"/>
                    </a:lnTo>
                    <a:lnTo>
                      <a:pt x="425" y="126"/>
                    </a:lnTo>
                    <a:lnTo>
                      <a:pt x="425" y="126"/>
                    </a:lnTo>
                    <a:lnTo>
                      <a:pt x="423" y="127"/>
                    </a:lnTo>
                    <a:lnTo>
                      <a:pt x="421" y="127"/>
                    </a:lnTo>
                    <a:lnTo>
                      <a:pt x="420" y="127"/>
                    </a:lnTo>
                    <a:lnTo>
                      <a:pt x="419" y="127"/>
                    </a:lnTo>
                    <a:lnTo>
                      <a:pt x="417" y="127"/>
                    </a:lnTo>
                    <a:lnTo>
                      <a:pt x="416" y="127"/>
                    </a:lnTo>
                    <a:lnTo>
                      <a:pt x="414" y="127"/>
                    </a:lnTo>
                    <a:lnTo>
                      <a:pt x="414" y="127"/>
                    </a:lnTo>
                    <a:lnTo>
                      <a:pt x="412" y="128"/>
                    </a:lnTo>
                    <a:lnTo>
                      <a:pt x="410" y="128"/>
                    </a:lnTo>
                    <a:lnTo>
                      <a:pt x="408" y="128"/>
                    </a:lnTo>
                    <a:lnTo>
                      <a:pt x="406" y="128"/>
                    </a:lnTo>
                    <a:lnTo>
                      <a:pt x="404" y="128"/>
                    </a:lnTo>
                    <a:lnTo>
                      <a:pt x="402" y="128"/>
                    </a:lnTo>
                    <a:lnTo>
                      <a:pt x="400" y="128"/>
                    </a:lnTo>
                    <a:lnTo>
                      <a:pt x="398" y="128"/>
                    </a:lnTo>
                    <a:lnTo>
                      <a:pt x="395" y="128"/>
                    </a:lnTo>
                    <a:lnTo>
                      <a:pt x="393" y="128"/>
                    </a:lnTo>
                    <a:lnTo>
                      <a:pt x="391" y="128"/>
                    </a:lnTo>
                    <a:lnTo>
                      <a:pt x="389" y="128"/>
                    </a:lnTo>
                    <a:lnTo>
                      <a:pt x="387" y="128"/>
                    </a:lnTo>
                    <a:lnTo>
                      <a:pt x="385" y="128"/>
                    </a:lnTo>
                    <a:lnTo>
                      <a:pt x="383" y="128"/>
                    </a:lnTo>
                    <a:lnTo>
                      <a:pt x="383" y="126"/>
                    </a:lnTo>
                    <a:lnTo>
                      <a:pt x="381" y="126"/>
                    </a:lnTo>
                    <a:lnTo>
                      <a:pt x="380" y="126"/>
                    </a:lnTo>
                    <a:lnTo>
                      <a:pt x="378" y="126"/>
                    </a:lnTo>
                    <a:lnTo>
                      <a:pt x="378" y="125"/>
                    </a:lnTo>
                    <a:lnTo>
                      <a:pt x="376" y="125"/>
                    </a:lnTo>
                    <a:lnTo>
                      <a:pt x="376" y="125"/>
                    </a:lnTo>
                    <a:lnTo>
                      <a:pt x="374" y="125"/>
                    </a:lnTo>
                    <a:lnTo>
                      <a:pt x="374" y="123"/>
                    </a:lnTo>
                    <a:lnTo>
                      <a:pt x="372" y="123"/>
                    </a:lnTo>
                    <a:lnTo>
                      <a:pt x="371" y="123"/>
                    </a:lnTo>
                    <a:lnTo>
                      <a:pt x="369" y="123"/>
                    </a:lnTo>
                    <a:lnTo>
                      <a:pt x="369" y="121"/>
                    </a:lnTo>
                    <a:lnTo>
                      <a:pt x="368" y="121"/>
                    </a:lnTo>
                    <a:lnTo>
                      <a:pt x="368" y="120"/>
                    </a:lnTo>
                    <a:lnTo>
                      <a:pt x="366" y="120"/>
                    </a:lnTo>
                    <a:lnTo>
                      <a:pt x="366" y="118"/>
                    </a:lnTo>
                    <a:lnTo>
                      <a:pt x="364" y="118"/>
                    </a:lnTo>
                    <a:lnTo>
                      <a:pt x="364" y="118"/>
                    </a:lnTo>
                    <a:lnTo>
                      <a:pt x="362" y="118"/>
                    </a:lnTo>
                    <a:lnTo>
                      <a:pt x="362" y="116"/>
                    </a:lnTo>
                    <a:lnTo>
                      <a:pt x="361" y="116"/>
                    </a:lnTo>
                    <a:lnTo>
                      <a:pt x="361" y="116"/>
                    </a:lnTo>
                    <a:lnTo>
                      <a:pt x="360" y="116"/>
                    </a:lnTo>
                    <a:lnTo>
                      <a:pt x="360" y="114"/>
                    </a:lnTo>
                    <a:lnTo>
                      <a:pt x="358" y="114"/>
                    </a:lnTo>
                    <a:lnTo>
                      <a:pt x="358" y="114"/>
                    </a:lnTo>
                    <a:lnTo>
                      <a:pt x="356" y="114"/>
                    </a:lnTo>
                    <a:lnTo>
                      <a:pt x="356" y="112"/>
                    </a:lnTo>
                    <a:lnTo>
                      <a:pt x="355" y="112"/>
                    </a:lnTo>
                    <a:lnTo>
                      <a:pt x="355" y="110"/>
                    </a:lnTo>
                    <a:lnTo>
                      <a:pt x="355" y="110"/>
                    </a:lnTo>
                    <a:lnTo>
                      <a:pt x="355" y="108"/>
                    </a:lnTo>
                    <a:lnTo>
                      <a:pt x="353" y="108"/>
                    </a:lnTo>
                    <a:lnTo>
                      <a:pt x="353" y="107"/>
                    </a:lnTo>
                    <a:lnTo>
                      <a:pt x="353" y="107"/>
                    </a:lnTo>
                    <a:lnTo>
                      <a:pt x="353" y="105"/>
                    </a:lnTo>
                    <a:lnTo>
                      <a:pt x="353" y="105"/>
                    </a:lnTo>
                    <a:lnTo>
                      <a:pt x="353" y="103"/>
                    </a:lnTo>
                    <a:lnTo>
                      <a:pt x="353" y="103"/>
                    </a:lnTo>
                    <a:lnTo>
                      <a:pt x="353" y="102"/>
                    </a:lnTo>
                    <a:lnTo>
                      <a:pt x="352" y="102"/>
                    </a:lnTo>
                    <a:lnTo>
                      <a:pt x="352" y="99"/>
                    </a:lnTo>
                    <a:lnTo>
                      <a:pt x="352" y="99"/>
                    </a:lnTo>
                    <a:lnTo>
                      <a:pt x="352" y="97"/>
                    </a:lnTo>
                    <a:lnTo>
                      <a:pt x="352" y="97"/>
                    </a:lnTo>
                    <a:lnTo>
                      <a:pt x="352" y="96"/>
                    </a:lnTo>
                    <a:lnTo>
                      <a:pt x="352" y="96"/>
                    </a:lnTo>
                    <a:lnTo>
                      <a:pt x="352" y="94"/>
                    </a:lnTo>
                    <a:lnTo>
                      <a:pt x="351" y="94"/>
                    </a:lnTo>
                    <a:lnTo>
                      <a:pt x="351" y="94"/>
                    </a:lnTo>
                    <a:lnTo>
                      <a:pt x="351" y="94"/>
                    </a:lnTo>
                    <a:lnTo>
                      <a:pt x="351" y="92"/>
                    </a:lnTo>
                    <a:lnTo>
                      <a:pt x="351" y="92"/>
                    </a:lnTo>
                    <a:lnTo>
                      <a:pt x="351" y="90"/>
                    </a:lnTo>
                    <a:lnTo>
                      <a:pt x="351" y="90"/>
                    </a:lnTo>
                    <a:lnTo>
                      <a:pt x="351" y="88"/>
                    </a:lnTo>
                    <a:lnTo>
                      <a:pt x="349" y="88"/>
                    </a:lnTo>
                    <a:lnTo>
                      <a:pt x="349" y="86"/>
                    </a:lnTo>
                    <a:lnTo>
                      <a:pt x="349" y="86"/>
                    </a:lnTo>
                    <a:lnTo>
                      <a:pt x="349" y="84"/>
                    </a:lnTo>
                    <a:lnTo>
                      <a:pt x="349" y="84"/>
                    </a:lnTo>
                    <a:lnTo>
                      <a:pt x="349" y="82"/>
                    </a:lnTo>
                    <a:lnTo>
                      <a:pt x="349" y="82"/>
                    </a:lnTo>
                    <a:lnTo>
                      <a:pt x="349" y="80"/>
                    </a:lnTo>
                    <a:lnTo>
                      <a:pt x="347" y="80"/>
                    </a:lnTo>
                    <a:lnTo>
                      <a:pt x="347" y="80"/>
                    </a:lnTo>
                    <a:lnTo>
                      <a:pt x="345" y="80"/>
                    </a:lnTo>
                    <a:lnTo>
                      <a:pt x="345" y="79"/>
                    </a:lnTo>
                    <a:lnTo>
                      <a:pt x="343" y="79"/>
                    </a:lnTo>
                    <a:lnTo>
                      <a:pt x="343" y="79"/>
                    </a:lnTo>
                    <a:lnTo>
                      <a:pt x="343" y="79"/>
                    </a:lnTo>
                    <a:lnTo>
                      <a:pt x="343" y="77"/>
                    </a:lnTo>
                    <a:lnTo>
                      <a:pt x="341" y="77"/>
                    </a:lnTo>
                    <a:lnTo>
                      <a:pt x="341" y="77"/>
                    </a:lnTo>
                    <a:lnTo>
                      <a:pt x="341" y="77"/>
                    </a:lnTo>
                    <a:lnTo>
                      <a:pt x="341" y="75"/>
                    </a:lnTo>
                    <a:lnTo>
                      <a:pt x="339" y="75"/>
                    </a:lnTo>
                    <a:lnTo>
                      <a:pt x="339" y="75"/>
                    </a:lnTo>
                    <a:lnTo>
                      <a:pt x="339" y="75"/>
                    </a:lnTo>
                    <a:lnTo>
                      <a:pt x="339" y="74"/>
                    </a:lnTo>
                    <a:lnTo>
                      <a:pt x="331" y="75"/>
                    </a:lnTo>
                    <a:lnTo>
                      <a:pt x="322" y="75"/>
                    </a:lnTo>
                    <a:lnTo>
                      <a:pt x="311" y="77"/>
                    </a:lnTo>
                    <a:lnTo>
                      <a:pt x="302" y="80"/>
                    </a:lnTo>
                    <a:lnTo>
                      <a:pt x="290" y="83"/>
                    </a:lnTo>
                    <a:lnTo>
                      <a:pt x="278" y="87"/>
                    </a:lnTo>
                    <a:lnTo>
                      <a:pt x="266" y="90"/>
                    </a:lnTo>
                    <a:lnTo>
                      <a:pt x="255" y="94"/>
                    </a:lnTo>
                    <a:lnTo>
                      <a:pt x="243" y="100"/>
                    </a:lnTo>
                    <a:lnTo>
                      <a:pt x="232" y="104"/>
                    </a:lnTo>
                    <a:lnTo>
                      <a:pt x="222" y="108"/>
                    </a:lnTo>
                    <a:lnTo>
                      <a:pt x="215" y="111"/>
                    </a:lnTo>
                    <a:lnTo>
                      <a:pt x="207" y="115"/>
                    </a:lnTo>
                    <a:lnTo>
                      <a:pt x="203" y="117"/>
                    </a:lnTo>
                    <a:lnTo>
                      <a:pt x="199" y="118"/>
                    </a:lnTo>
                    <a:lnTo>
                      <a:pt x="199" y="118"/>
                    </a:lnTo>
                    <a:lnTo>
                      <a:pt x="197" y="118"/>
                    </a:lnTo>
                    <a:lnTo>
                      <a:pt x="195" y="116"/>
                    </a:lnTo>
                    <a:lnTo>
                      <a:pt x="191" y="114"/>
                    </a:lnTo>
                    <a:lnTo>
                      <a:pt x="189" y="109"/>
                    </a:lnTo>
                    <a:lnTo>
                      <a:pt x="184" y="105"/>
                    </a:lnTo>
                    <a:lnTo>
                      <a:pt x="181" y="99"/>
                    </a:lnTo>
                    <a:lnTo>
                      <a:pt x="176" y="94"/>
                    </a:lnTo>
                    <a:lnTo>
                      <a:pt x="172" y="87"/>
                    </a:lnTo>
                    <a:lnTo>
                      <a:pt x="166" y="81"/>
                    </a:lnTo>
                    <a:lnTo>
                      <a:pt x="161" y="75"/>
                    </a:lnTo>
                    <a:lnTo>
                      <a:pt x="154" y="70"/>
                    </a:lnTo>
                    <a:lnTo>
                      <a:pt x="151" y="64"/>
                    </a:lnTo>
                    <a:lnTo>
                      <a:pt x="145" y="60"/>
                    </a:lnTo>
                    <a:lnTo>
                      <a:pt x="140" y="55"/>
                    </a:lnTo>
                    <a:lnTo>
                      <a:pt x="136" y="52"/>
                    </a:lnTo>
                    <a:lnTo>
                      <a:pt x="132" y="48"/>
                    </a:lnTo>
                    <a:lnTo>
                      <a:pt x="130" y="48"/>
                    </a:lnTo>
                    <a:lnTo>
                      <a:pt x="130" y="48"/>
                    </a:lnTo>
                    <a:lnTo>
                      <a:pt x="129" y="48"/>
                    </a:lnTo>
                    <a:lnTo>
                      <a:pt x="129" y="48"/>
                    </a:lnTo>
                    <a:lnTo>
                      <a:pt x="127" y="48"/>
                    </a:lnTo>
                    <a:lnTo>
                      <a:pt x="127" y="48"/>
                    </a:lnTo>
                    <a:lnTo>
                      <a:pt x="126" y="48"/>
                    </a:lnTo>
                    <a:lnTo>
                      <a:pt x="126" y="46"/>
                    </a:lnTo>
                    <a:lnTo>
                      <a:pt x="124" y="46"/>
                    </a:lnTo>
                    <a:lnTo>
                      <a:pt x="124" y="46"/>
                    </a:lnTo>
                    <a:lnTo>
                      <a:pt x="123" y="46"/>
                    </a:lnTo>
                    <a:lnTo>
                      <a:pt x="123" y="46"/>
                    </a:lnTo>
                    <a:lnTo>
                      <a:pt x="121" y="46"/>
                    </a:lnTo>
                    <a:lnTo>
                      <a:pt x="121" y="46"/>
                    </a:lnTo>
                    <a:lnTo>
                      <a:pt x="121" y="46"/>
                    </a:lnTo>
                    <a:lnTo>
                      <a:pt x="121" y="45"/>
                    </a:lnTo>
                    <a:lnTo>
                      <a:pt x="119" y="46"/>
                    </a:lnTo>
                    <a:lnTo>
                      <a:pt x="119" y="46"/>
                    </a:lnTo>
                    <a:lnTo>
                      <a:pt x="118" y="46"/>
                    </a:lnTo>
                    <a:lnTo>
                      <a:pt x="118" y="46"/>
                    </a:lnTo>
                    <a:lnTo>
                      <a:pt x="116" y="48"/>
                    </a:lnTo>
                    <a:lnTo>
                      <a:pt x="116" y="48"/>
                    </a:lnTo>
                    <a:lnTo>
                      <a:pt x="116" y="48"/>
                    </a:lnTo>
                    <a:lnTo>
                      <a:pt x="116" y="48"/>
                    </a:lnTo>
                    <a:lnTo>
                      <a:pt x="114" y="49"/>
                    </a:lnTo>
                    <a:lnTo>
                      <a:pt x="114" y="49"/>
                    </a:lnTo>
                    <a:lnTo>
                      <a:pt x="112" y="49"/>
                    </a:lnTo>
                    <a:lnTo>
                      <a:pt x="112" y="49"/>
                    </a:lnTo>
                    <a:lnTo>
                      <a:pt x="110" y="49"/>
                    </a:lnTo>
                    <a:lnTo>
                      <a:pt x="110" y="49"/>
                    </a:lnTo>
                    <a:lnTo>
                      <a:pt x="110" y="49"/>
                    </a:lnTo>
                    <a:lnTo>
                      <a:pt x="110" y="49"/>
                    </a:lnTo>
                    <a:lnTo>
                      <a:pt x="109" y="50"/>
                    </a:lnTo>
                    <a:lnTo>
                      <a:pt x="109" y="50"/>
                    </a:lnTo>
                    <a:lnTo>
                      <a:pt x="108" y="50"/>
                    </a:lnTo>
                    <a:lnTo>
                      <a:pt x="108" y="50"/>
                    </a:lnTo>
                    <a:lnTo>
                      <a:pt x="106" y="52"/>
                    </a:lnTo>
                    <a:lnTo>
                      <a:pt x="106" y="52"/>
                    </a:lnTo>
                    <a:lnTo>
                      <a:pt x="106" y="52"/>
                    </a:lnTo>
                    <a:lnTo>
                      <a:pt x="106" y="52"/>
                    </a:lnTo>
                    <a:lnTo>
                      <a:pt x="105" y="53"/>
                    </a:lnTo>
                    <a:lnTo>
                      <a:pt x="105" y="53"/>
                    </a:lnTo>
                    <a:lnTo>
                      <a:pt x="105" y="53"/>
                    </a:lnTo>
                    <a:lnTo>
                      <a:pt x="105" y="53"/>
                    </a:lnTo>
                    <a:lnTo>
                      <a:pt x="105" y="53"/>
                    </a:lnTo>
                    <a:lnTo>
                      <a:pt x="105" y="53"/>
                    </a:lnTo>
                    <a:lnTo>
                      <a:pt x="105" y="53"/>
                    </a:lnTo>
                    <a:lnTo>
                      <a:pt x="105" y="53"/>
                    </a:lnTo>
                    <a:lnTo>
                      <a:pt x="103" y="55"/>
                    </a:lnTo>
                    <a:lnTo>
                      <a:pt x="103" y="55"/>
                    </a:lnTo>
                    <a:lnTo>
                      <a:pt x="102" y="55"/>
                    </a:lnTo>
                    <a:lnTo>
                      <a:pt x="102" y="55"/>
                    </a:lnTo>
                    <a:lnTo>
                      <a:pt x="100" y="58"/>
                    </a:lnTo>
                    <a:lnTo>
                      <a:pt x="100" y="58"/>
                    </a:lnTo>
                    <a:lnTo>
                      <a:pt x="98" y="58"/>
                    </a:lnTo>
                    <a:lnTo>
                      <a:pt x="98" y="58"/>
                    </a:lnTo>
                    <a:lnTo>
                      <a:pt x="96" y="59"/>
                    </a:lnTo>
                    <a:lnTo>
                      <a:pt x="96" y="59"/>
                    </a:lnTo>
                    <a:lnTo>
                      <a:pt x="94" y="59"/>
                    </a:lnTo>
                    <a:lnTo>
                      <a:pt x="94" y="59"/>
                    </a:lnTo>
                    <a:lnTo>
                      <a:pt x="93" y="60"/>
                    </a:lnTo>
                    <a:lnTo>
                      <a:pt x="93" y="60"/>
                    </a:lnTo>
                    <a:lnTo>
                      <a:pt x="93" y="60"/>
                    </a:lnTo>
                    <a:lnTo>
                      <a:pt x="93" y="60"/>
                    </a:lnTo>
                    <a:lnTo>
                      <a:pt x="91" y="62"/>
                    </a:lnTo>
                    <a:lnTo>
                      <a:pt x="91" y="62"/>
                    </a:lnTo>
                    <a:lnTo>
                      <a:pt x="89" y="62"/>
                    </a:lnTo>
                    <a:lnTo>
                      <a:pt x="89" y="62"/>
                    </a:lnTo>
                    <a:lnTo>
                      <a:pt x="87" y="65"/>
                    </a:lnTo>
                    <a:lnTo>
                      <a:pt x="85" y="65"/>
                    </a:lnTo>
                    <a:lnTo>
                      <a:pt x="83" y="65"/>
                    </a:lnTo>
                    <a:lnTo>
                      <a:pt x="83" y="65"/>
                    </a:lnTo>
                    <a:lnTo>
                      <a:pt x="81" y="67"/>
                    </a:lnTo>
                    <a:lnTo>
                      <a:pt x="80" y="67"/>
                    </a:lnTo>
                    <a:lnTo>
                      <a:pt x="78" y="68"/>
                    </a:lnTo>
                    <a:lnTo>
                      <a:pt x="78" y="68"/>
                    </a:lnTo>
                    <a:lnTo>
                      <a:pt x="76" y="69"/>
                    </a:lnTo>
                    <a:lnTo>
                      <a:pt x="76" y="69"/>
                    </a:lnTo>
                    <a:lnTo>
                      <a:pt x="76" y="69"/>
                    </a:lnTo>
                    <a:lnTo>
                      <a:pt x="76" y="69"/>
                    </a:lnTo>
                    <a:lnTo>
                      <a:pt x="69" y="71"/>
                    </a:lnTo>
                    <a:lnTo>
                      <a:pt x="64" y="71"/>
                    </a:lnTo>
                    <a:lnTo>
                      <a:pt x="59" y="72"/>
                    </a:lnTo>
                    <a:lnTo>
                      <a:pt x="56" y="72"/>
                    </a:lnTo>
                    <a:lnTo>
                      <a:pt x="52" y="73"/>
                    </a:lnTo>
                    <a:lnTo>
                      <a:pt x="50" y="73"/>
                    </a:lnTo>
                    <a:lnTo>
                      <a:pt x="49" y="73"/>
                    </a:lnTo>
                    <a:lnTo>
                      <a:pt x="46" y="73"/>
                    </a:lnTo>
                    <a:lnTo>
                      <a:pt x="44" y="73"/>
                    </a:lnTo>
                    <a:lnTo>
                      <a:pt x="43" y="73"/>
                    </a:lnTo>
                    <a:lnTo>
                      <a:pt x="41" y="73"/>
                    </a:lnTo>
                    <a:lnTo>
                      <a:pt x="40" y="72"/>
                    </a:lnTo>
                    <a:lnTo>
                      <a:pt x="38" y="72"/>
                    </a:lnTo>
                    <a:lnTo>
                      <a:pt x="36" y="71"/>
                    </a:lnTo>
                    <a:lnTo>
                      <a:pt x="34" y="71"/>
                    </a:lnTo>
                    <a:lnTo>
                      <a:pt x="32" y="69"/>
                    </a:lnTo>
                    <a:lnTo>
                      <a:pt x="30" y="69"/>
                    </a:lnTo>
                    <a:lnTo>
                      <a:pt x="30" y="69"/>
                    </a:lnTo>
                    <a:lnTo>
                      <a:pt x="29" y="69"/>
                    </a:lnTo>
                    <a:lnTo>
                      <a:pt x="29" y="69"/>
                    </a:lnTo>
                    <a:lnTo>
                      <a:pt x="27" y="69"/>
                    </a:lnTo>
                    <a:lnTo>
                      <a:pt x="27" y="69"/>
                    </a:lnTo>
                    <a:lnTo>
                      <a:pt x="24" y="69"/>
                    </a:lnTo>
                    <a:lnTo>
                      <a:pt x="24" y="67"/>
                    </a:lnTo>
                    <a:lnTo>
                      <a:pt x="22" y="67"/>
                    </a:lnTo>
                    <a:lnTo>
                      <a:pt x="21" y="66"/>
                    </a:lnTo>
                    <a:lnTo>
                      <a:pt x="19" y="66"/>
                    </a:lnTo>
                    <a:lnTo>
                      <a:pt x="19" y="65"/>
                    </a:lnTo>
                    <a:lnTo>
                      <a:pt x="17" y="65"/>
                    </a:lnTo>
                    <a:lnTo>
                      <a:pt x="15" y="62"/>
                    </a:lnTo>
                    <a:lnTo>
                      <a:pt x="13" y="61"/>
                    </a:lnTo>
                    <a:lnTo>
                      <a:pt x="13" y="59"/>
                    </a:lnTo>
                    <a:lnTo>
                      <a:pt x="12" y="59"/>
                    </a:lnTo>
                    <a:lnTo>
                      <a:pt x="10" y="58"/>
                    </a:lnTo>
                    <a:lnTo>
                      <a:pt x="8" y="57"/>
                    </a:lnTo>
                    <a:lnTo>
                      <a:pt x="8" y="55"/>
                    </a:lnTo>
                    <a:lnTo>
                      <a:pt x="6" y="55"/>
                    </a:lnTo>
                    <a:lnTo>
                      <a:pt x="6" y="53"/>
                    </a:lnTo>
                    <a:lnTo>
                      <a:pt x="5" y="51"/>
                    </a:lnTo>
                    <a:lnTo>
                      <a:pt x="5" y="49"/>
                    </a:lnTo>
                    <a:lnTo>
                      <a:pt x="2" y="49"/>
                    </a:lnTo>
                    <a:lnTo>
                      <a:pt x="2" y="47"/>
                    </a:lnTo>
                    <a:lnTo>
                      <a:pt x="2" y="46"/>
                    </a:lnTo>
                    <a:lnTo>
                      <a:pt x="2" y="44"/>
                    </a:lnTo>
                    <a:lnTo>
                      <a:pt x="1" y="44"/>
                    </a:lnTo>
                    <a:lnTo>
                      <a:pt x="1" y="43"/>
                    </a:lnTo>
                    <a:lnTo>
                      <a:pt x="1" y="43"/>
                    </a:lnTo>
                    <a:lnTo>
                      <a:pt x="1" y="40"/>
                    </a:lnTo>
                    <a:lnTo>
                      <a:pt x="0" y="40"/>
                    </a:lnTo>
                    <a:lnTo>
                      <a:pt x="0" y="38"/>
                    </a:lnTo>
                    <a:lnTo>
                      <a:pt x="0" y="36"/>
                    </a:lnTo>
                    <a:lnTo>
                      <a:pt x="0" y="32"/>
                    </a:lnTo>
                    <a:lnTo>
                      <a:pt x="0" y="30"/>
                    </a:lnTo>
                    <a:lnTo>
                      <a:pt x="0" y="26"/>
                    </a:lnTo>
                    <a:lnTo>
                      <a:pt x="0" y="22"/>
                    </a:lnTo>
                    <a:lnTo>
                      <a:pt x="0" y="19"/>
                    </a:lnTo>
                    <a:lnTo>
                      <a:pt x="0" y="16"/>
                    </a:lnTo>
                    <a:lnTo>
                      <a:pt x="0" y="13"/>
                    </a:lnTo>
                    <a:lnTo>
                      <a:pt x="0" y="10"/>
                    </a:lnTo>
                    <a:lnTo>
                      <a:pt x="0" y="6"/>
                    </a:lnTo>
                    <a:lnTo>
                      <a:pt x="0" y="4"/>
                    </a:lnTo>
                    <a:lnTo>
                      <a:pt x="1" y="2"/>
                    </a:lnTo>
                    <a:lnTo>
                      <a:pt x="1" y="1"/>
                    </a:lnTo>
                    <a:lnTo>
                      <a:pt x="3" y="0"/>
                    </a:lnTo>
                    <a:lnTo>
                      <a:pt x="3"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11" name=""/>
              <p:cNvSpPr/>
              <p:nvPr/>
            </p:nvSpPr>
            <p:spPr>
              <a:xfrm>
                <a:off x="7170840" y="5532480"/>
                <a:ext cx="114120" cy="142920"/>
              </a:xfrm>
              <a:custGeom>
                <a:avLst/>
                <a:gdLst/>
                <a:ahLst/>
                <a:rect l="l" t="t" r="r" b="b"/>
                <a:pathLst>
                  <a:path w="72" h="90">
                    <a:moveTo>
                      <a:pt x="1" y="12"/>
                    </a:moveTo>
                    <a:lnTo>
                      <a:pt x="0" y="13"/>
                    </a:lnTo>
                    <a:lnTo>
                      <a:pt x="0" y="13"/>
                    </a:lnTo>
                    <a:lnTo>
                      <a:pt x="0" y="15"/>
                    </a:lnTo>
                    <a:lnTo>
                      <a:pt x="0" y="16"/>
                    </a:lnTo>
                    <a:lnTo>
                      <a:pt x="0" y="19"/>
                    </a:lnTo>
                    <a:lnTo>
                      <a:pt x="0" y="20"/>
                    </a:lnTo>
                    <a:lnTo>
                      <a:pt x="0" y="22"/>
                    </a:lnTo>
                    <a:lnTo>
                      <a:pt x="0" y="25"/>
                    </a:lnTo>
                    <a:lnTo>
                      <a:pt x="0" y="28"/>
                    </a:lnTo>
                    <a:lnTo>
                      <a:pt x="0" y="30"/>
                    </a:lnTo>
                    <a:lnTo>
                      <a:pt x="0" y="32"/>
                    </a:lnTo>
                    <a:lnTo>
                      <a:pt x="0" y="33"/>
                    </a:lnTo>
                    <a:lnTo>
                      <a:pt x="0" y="35"/>
                    </a:lnTo>
                    <a:lnTo>
                      <a:pt x="0" y="35"/>
                    </a:lnTo>
                    <a:lnTo>
                      <a:pt x="0" y="36"/>
                    </a:lnTo>
                    <a:lnTo>
                      <a:pt x="0" y="36"/>
                    </a:lnTo>
                    <a:lnTo>
                      <a:pt x="0" y="38"/>
                    </a:lnTo>
                    <a:lnTo>
                      <a:pt x="0" y="38"/>
                    </a:lnTo>
                    <a:lnTo>
                      <a:pt x="0" y="40"/>
                    </a:lnTo>
                    <a:lnTo>
                      <a:pt x="2" y="40"/>
                    </a:lnTo>
                    <a:lnTo>
                      <a:pt x="3" y="42"/>
                    </a:lnTo>
                    <a:lnTo>
                      <a:pt x="4" y="43"/>
                    </a:lnTo>
                    <a:lnTo>
                      <a:pt x="6" y="45"/>
                    </a:lnTo>
                    <a:lnTo>
                      <a:pt x="8" y="45"/>
                    </a:lnTo>
                    <a:lnTo>
                      <a:pt x="10" y="47"/>
                    </a:lnTo>
                    <a:lnTo>
                      <a:pt x="12" y="49"/>
                    </a:lnTo>
                    <a:lnTo>
                      <a:pt x="14" y="51"/>
                    </a:lnTo>
                    <a:lnTo>
                      <a:pt x="17" y="52"/>
                    </a:lnTo>
                    <a:lnTo>
                      <a:pt x="19" y="54"/>
                    </a:lnTo>
                    <a:lnTo>
                      <a:pt x="22" y="56"/>
                    </a:lnTo>
                    <a:lnTo>
                      <a:pt x="24" y="58"/>
                    </a:lnTo>
                    <a:lnTo>
                      <a:pt x="28" y="59"/>
                    </a:lnTo>
                    <a:lnTo>
                      <a:pt x="28" y="61"/>
                    </a:lnTo>
                    <a:lnTo>
                      <a:pt x="28" y="62"/>
                    </a:lnTo>
                    <a:lnTo>
                      <a:pt x="30" y="64"/>
                    </a:lnTo>
                    <a:lnTo>
                      <a:pt x="32" y="65"/>
                    </a:lnTo>
                    <a:lnTo>
                      <a:pt x="34" y="69"/>
                    </a:lnTo>
                    <a:lnTo>
                      <a:pt x="36" y="71"/>
                    </a:lnTo>
                    <a:lnTo>
                      <a:pt x="38" y="73"/>
                    </a:lnTo>
                    <a:lnTo>
                      <a:pt x="42" y="75"/>
                    </a:lnTo>
                    <a:lnTo>
                      <a:pt x="44" y="79"/>
                    </a:lnTo>
                    <a:lnTo>
                      <a:pt x="46" y="81"/>
                    </a:lnTo>
                    <a:lnTo>
                      <a:pt x="48" y="83"/>
                    </a:lnTo>
                    <a:lnTo>
                      <a:pt x="51" y="85"/>
                    </a:lnTo>
                    <a:lnTo>
                      <a:pt x="52" y="87"/>
                    </a:lnTo>
                    <a:lnTo>
                      <a:pt x="54" y="88"/>
                    </a:lnTo>
                    <a:lnTo>
                      <a:pt x="55" y="89"/>
                    </a:lnTo>
                    <a:lnTo>
                      <a:pt x="57" y="89"/>
                    </a:lnTo>
                    <a:lnTo>
                      <a:pt x="57" y="89"/>
                    </a:lnTo>
                    <a:lnTo>
                      <a:pt x="57" y="89"/>
                    </a:lnTo>
                    <a:lnTo>
                      <a:pt x="57" y="89"/>
                    </a:lnTo>
                    <a:lnTo>
                      <a:pt x="59" y="89"/>
                    </a:lnTo>
                    <a:lnTo>
                      <a:pt x="59" y="89"/>
                    </a:lnTo>
                    <a:lnTo>
                      <a:pt x="61" y="89"/>
                    </a:lnTo>
                    <a:lnTo>
                      <a:pt x="61" y="89"/>
                    </a:lnTo>
                    <a:lnTo>
                      <a:pt x="63" y="89"/>
                    </a:lnTo>
                    <a:lnTo>
                      <a:pt x="63" y="89"/>
                    </a:lnTo>
                    <a:lnTo>
                      <a:pt x="63" y="89"/>
                    </a:lnTo>
                    <a:lnTo>
                      <a:pt x="63" y="89"/>
                    </a:lnTo>
                    <a:lnTo>
                      <a:pt x="64" y="89"/>
                    </a:lnTo>
                    <a:lnTo>
                      <a:pt x="64" y="89"/>
                    </a:lnTo>
                    <a:lnTo>
                      <a:pt x="66" y="89"/>
                    </a:lnTo>
                    <a:lnTo>
                      <a:pt x="66" y="89"/>
                    </a:lnTo>
                    <a:lnTo>
                      <a:pt x="68" y="88"/>
                    </a:lnTo>
                    <a:lnTo>
                      <a:pt x="68" y="88"/>
                    </a:lnTo>
                    <a:lnTo>
                      <a:pt x="68" y="88"/>
                    </a:lnTo>
                    <a:lnTo>
                      <a:pt x="68" y="88"/>
                    </a:lnTo>
                    <a:lnTo>
                      <a:pt x="68" y="88"/>
                    </a:lnTo>
                    <a:lnTo>
                      <a:pt x="68" y="88"/>
                    </a:lnTo>
                    <a:lnTo>
                      <a:pt x="68" y="88"/>
                    </a:lnTo>
                    <a:lnTo>
                      <a:pt x="68" y="88"/>
                    </a:lnTo>
                    <a:lnTo>
                      <a:pt x="69" y="87"/>
                    </a:lnTo>
                    <a:lnTo>
                      <a:pt x="69" y="87"/>
                    </a:lnTo>
                    <a:lnTo>
                      <a:pt x="69" y="87"/>
                    </a:lnTo>
                    <a:lnTo>
                      <a:pt x="69" y="87"/>
                    </a:lnTo>
                    <a:lnTo>
                      <a:pt x="69" y="87"/>
                    </a:lnTo>
                    <a:lnTo>
                      <a:pt x="69" y="87"/>
                    </a:lnTo>
                    <a:lnTo>
                      <a:pt x="69" y="87"/>
                    </a:lnTo>
                    <a:lnTo>
                      <a:pt x="69" y="87"/>
                    </a:lnTo>
                    <a:lnTo>
                      <a:pt x="71" y="85"/>
                    </a:lnTo>
                    <a:lnTo>
                      <a:pt x="71" y="85"/>
                    </a:lnTo>
                    <a:lnTo>
                      <a:pt x="71" y="85"/>
                    </a:lnTo>
                    <a:lnTo>
                      <a:pt x="71" y="85"/>
                    </a:lnTo>
                    <a:lnTo>
                      <a:pt x="71" y="83"/>
                    </a:lnTo>
                    <a:lnTo>
                      <a:pt x="71" y="83"/>
                    </a:lnTo>
                    <a:lnTo>
                      <a:pt x="71" y="83"/>
                    </a:lnTo>
                    <a:lnTo>
                      <a:pt x="71" y="83"/>
                    </a:lnTo>
                    <a:lnTo>
                      <a:pt x="71" y="81"/>
                    </a:lnTo>
                    <a:lnTo>
                      <a:pt x="71" y="81"/>
                    </a:lnTo>
                    <a:lnTo>
                      <a:pt x="71" y="81"/>
                    </a:lnTo>
                    <a:lnTo>
                      <a:pt x="71" y="81"/>
                    </a:lnTo>
                    <a:lnTo>
                      <a:pt x="71" y="79"/>
                    </a:lnTo>
                    <a:lnTo>
                      <a:pt x="71" y="79"/>
                    </a:lnTo>
                    <a:lnTo>
                      <a:pt x="71" y="78"/>
                    </a:lnTo>
                    <a:lnTo>
                      <a:pt x="71" y="78"/>
                    </a:lnTo>
                    <a:lnTo>
                      <a:pt x="71" y="76"/>
                    </a:lnTo>
                    <a:lnTo>
                      <a:pt x="71" y="76"/>
                    </a:lnTo>
                    <a:lnTo>
                      <a:pt x="71" y="76"/>
                    </a:lnTo>
                    <a:lnTo>
                      <a:pt x="71" y="76"/>
                    </a:lnTo>
                    <a:lnTo>
                      <a:pt x="71" y="76"/>
                    </a:lnTo>
                    <a:lnTo>
                      <a:pt x="71" y="76"/>
                    </a:lnTo>
                    <a:lnTo>
                      <a:pt x="71" y="76"/>
                    </a:lnTo>
                    <a:lnTo>
                      <a:pt x="71" y="76"/>
                    </a:lnTo>
                    <a:lnTo>
                      <a:pt x="71" y="74"/>
                    </a:lnTo>
                    <a:lnTo>
                      <a:pt x="71" y="74"/>
                    </a:lnTo>
                    <a:lnTo>
                      <a:pt x="71" y="74"/>
                    </a:lnTo>
                    <a:lnTo>
                      <a:pt x="71" y="74"/>
                    </a:lnTo>
                    <a:lnTo>
                      <a:pt x="71" y="73"/>
                    </a:lnTo>
                    <a:lnTo>
                      <a:pt x="71" y="73"/>
                    </a:lnTo>
                    <a:lnTo>
                      <a:pt x="71" y="73"/>
                    </a:lnTo>
                    <a:lnTo>
                      <a:pt x="71" y="73"/>
                    </a:lnTo>
                    <a:lnTo>
                      <a:pt x="71" y="71"/>
                    </a:lnTo>
                    <a:lnTo>
                      <a:pt x="69" y="71"/>
                    </a:lnTo>
                    <a:lnTo>
                      <a:pt x="68" y="69"/>
                    </a:lnTo>
                    <a:lnTo>
                      <a:pt x="65" y="67"/>
                    </a:lnTo>
                    <a:lnTo>
                      <a:pt x="63" y="63"/>
                    </a:lnTo>
                    <a:lnTo>
                      <a:pt x="59" y="61"/>
                    </a:lnTo>
                    <a:lnTo>
                      <a:pt x="56" y="57"/>
                    </a:lnTo>
                    <a:lnTo>
                      <a:pt x="52" y="53"/>
                    </a:lnTo>
                    <a:lnTo>
                      <a:pt x="49" y="49"/>
                    </a:lnTo>
                    <a:lnTo>
                      <a:pt x="45" y="47"/>
                    </a:lnTo>
                    <a:lnTo>
                      <a:pt x="41" y="43"/>
                    </a:lnTo>
                    <a:lnTo>
                      <a:pt x="37" y="40"/>
                    </a:lnTo>
                    <a:lnTo>
                      <a:pt x="35" y="36"/>
                    </a:lnTo>
                    <a:lnTo>
                      <a:pt x="32" y="34"/>
                    </a:lnTo>
                    <a:lnTo>
                      <a:pt x="30" y="32"/>
                    </a:lnTo>
                    <a:lnTo>
                      <a:pt x="30" y="31"/>
                    </a:lnTo>
                    <a:lnTo>
                      <a:pt x="30" y="29"/>
                    </a:lnTo>
                    <a:lnTo>
                      <a:pt x="28" y="29"/>
                    </a:lnTo>
                    <a:lnTo>
                      <a:pt x="26" y="27"/>
                    </a:lnTo>
                    <a:lnTo>
                      <a:pt x="24" y="26"/>
                    </a:lnTo>
                    <a:lnTo>
                      <a:pt x="23" y="24"/>
                    </a:lnTo>
                    <a:lnTo>
                      <a:pt x="20" y="22"/>
                    </a:lnTo>
                    <a:lnTo>
                      <a:pt x="18" y="20"/>
                    </a:lnTo>
                    <a:lnTo>
                      <a:pt x="16" y="18"/>
                    </a:lnTo>
                    <a:lnTo>
                      <a:pt x="14" y="15"/>
                    </a:lnTo>
                    <a:lnTo>
                      <a:pt x="12" y="13"/>
                    </a:lnTo>
                    <a:lnTo>
                      <a:pt x="10" y="11"/>
                    </a:lnTo>
                    <a:lnTo>
                      <a:pt x="8" y="9"/>
                    </a:lnTo>
                    <a:lnTo>
                      <a:pt x="6" y="6"/>
                    </a:lnTo>
                    <a:lnTo>
                      <a:pt x="4" y="5"/>
                    </a:lnTo>
                    <a:lnTo>
                      <a:pt x="3" y="3"/>
                    </a:lnTo>
                    <a:lnTo>
                      <a:pt x="2" y="2"/>
                    </a:lnTo>
                    <a:lnTo>
                      <a:pt x="2" y="0"/>
                    </a:lnTo>
                    <a:lnTo>
                      <a:pt x="1" y="1"/>
                    </a:lnTo>
                    <a:lnTo>
                      <a:pt x="1" y="1"/>
                    </a:lnTo>
                    <a:lnTo>
                      <a:pt x="1" y="3"/>
                    </a:lnTo>
                    <a:lnTo>
                      <a:pt x="1" y="3"/>
                    </a:lnTo>
                    <a:lnTo>
                      <a:pt x="1" y="4"/>
                    </a:lnTo>
                    <a:lnTo>
                      <a:pt x="1" y="4"/>
                    </a:lnTo>
                    <a:lnTo>
                      <a:pt x="1" y="6"/>
                    </a:lnTo>
                    <a:lnTo>
                      <a:pt x="1" y="6"/>
                    </a:lnTo>
                    <a:lnTo>
                      <a:pt x="1" y="8"/>
                    </a:lnTo>
                    <a:lnTo>
                      <a:pt x="1" y="8"/>
                    </a:lnTo>
                    <a:lnTo>
                      <a:pt x="1" y="10"/>
                    </a:lnTo>
                    <a:lnTo>
                      <a:pt x="1" y="10"/>
                    </a:lnTo>
                    <a:lnTo>
                      <a:pt x="1" y="12"/>
                    </a:lnTo>
                    <a:lnTo>
                      <a:pt x="1" y="12"/>
                    </a:lnTo>
                    <a:lnTo>
                      <a:pt x="1" y="12"/>
                    </a:lnTo>
                    <a:lnTo>
                      <a:pt x="1" y="12"/>
                    </a:lnTo>
                    <a:lnTo>
                      <a:pt x="1" y="12"/>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12" name=""/>
              <p:cNvSpPr/>
              <p:nvPr/>
            </p:nvSpPr>
            <p:spPr>
              <a:xfrm>
                <a:off x="7693200" y="5468760"/>
                <a:ext cx="122040" cy="100080"/>
              </a:xfrm>
              <a:custGeom>
                <a:avLst/>
                <a:gdLst/>
                <a:ahLst/>
                <a:rect l="l" t="t" r="r" b="b"/>
                <a:pathLst>
                  <a:path w="77" h="63">
                    <a:moveTo>
                      <a:pt x="76" y="0"/>
                    </a:moveTo>
                    <a:lnTo>
                      <a:pt x="75" y="1"/>
                    </a:lnTo>
                    <a:lnTo>
                      <a:pt x="75" y="2"/>
                    </a:lnTo>
                    <a:lnTo>
                      <a:pt x="75" y="4"/>
                    </a:lnTo>
                    <a:lnTo>
                      <a:pt x="75" y="5"/>
                    </a:lnTo>
                    <a:lnTo>
                      <a:pt x="75" y="8"/>
                    </a:lnTo>
                    <a:lnTo>
                      <a:pt x="75" y="10"/>
                    </a:lnTo>
                    <a:lnTo>
                      <a:pt x="75" y="12"/>
                    </a:lnTo>
                    <a:lnTo>
                      <a:pt x="75" y="14"/>
                    </a:lnTo>
                    <a:lnTo>
                      <a:pt x="75" y="18"/>
                    </a:lnTo>
                    <a:lnTo>
                      <a:pt x="75" y="20"/>
                    </a:lnTo>
                    <a:lnTo>
                      <a:pt x="75" y="23"/>
                    </a:lnTo>
                    <a:lnTo>
                      <a:pt x="75" y="25"/>
                    </a:lnTo>
                    <a:lnTo>
                      <a:pt x="75" y="28"/>
                    </a:lnTo>
                    <a:lnTo>
                      <a:pt x="75" y="30"/>
                    </a:lnTo>
                    <a:lnTo>
                      <a:pt x="75" y="32"/>
                    </a:lnTo>
                    <a:lnTo>
                      <a:pt x="76" y="33"/>
                    </a:lnTo>
                    <a:lnTo>
                      <a:pt x="75" y="35"/>
                    </a:lnTo>
                    <a:lnTo>
                      <a:pt x="75" y="35"/>
                    </a:lnTo>
                    <a:lnTo>
                      <a:pt x="75" y="35"/>
                    </a:lnTo>
                    <a:lnTo>
                      <a:pt x="75" y="35"/>
                    </a:lnTo>
                    <a:lnTo>
                      <a:pt x="75" y="37"/>
                    </a:lnTo>
                    <a:lnTo>
                      <a:pt x="75" y="37"/>
                    </a:lnTo>
                    <a:lnTo>
                      <a:pt x="75" y="37"/>
                    </a:lnTo>
                    <a:lnTo>
                      <a:pt x="75" y="37"/>
                    </a:lnTo>
                    <a:lnTo>
                      <a:pt x="74" y="38"/>
                    </a:lnTo>
                    <a:lnTo>
                      <a:pt x="74" y="38"/>
                    </a:lnTo>
                    <a:lnTo>
                      <a:pt x="74" y="38"/>
                    </a:lnTo>
                    <a:lnTo>
                      <a:pt x="74" y="38"/>
                    </a:lnTo>
                    <a:lnTo>
                      <a:pt x="74" y="39"/>
                    </a:lnTo>
                    <a:lnTo>
                      <a:pt x="74" y="39"/>
                    </a:lnTo>
                    <a:lnTo>
                      <a:pt x="74" y="39"/>
                    </a:lnTo>
                    <a:lnTo>
                      <a:pt x="74" y="39"/>
                    </a:lnTo>
                    <a:lnTo>
                      <a:pt x="72" y="41"/>
                    </a:lnTo>
                    <a:lnTo>
                      <a:pt x="72" y="41"/>
                    </a:lnTo>
                    <a:lnTo>
                      <a:pt x="72" y="42"/>
                    </a:lnTo>
                    <a:lnTo>
                      <a:pt x="72" y="42"/>
                    </a:lnTo>
                    <a:lnTo>
                      <a:pt x="70" y="44"/>
                    </a:lnTo>
                    <a:lnTo>
                      <a:pt x="70" y="44"/>
                    </a:lnTo>
                    <a:lnTo>
                      <a:pt x="70" y="44"/>
                    </a:lnTo>
                    <a:lnTo>
                      <a:pt x="70" y="44"/>
                    </a:lnTo>
                    <a:lnTo>
                      <a:pt x="68" y="46"/>
                    </a:lnTo>
                    <a:lnTo>
                      <a:pt x="68" y="46"/>
                    </a:lnTo>
                    <a:lnTo>
                      <a:pt x="68" y="46"/>
                    </a:lnTo>
                    <a:lnTo>
                      <a:pt x="68" y="46"/>
                    </a:lnTo>
                    <a:lnTo>
                      <a:pt x="67" y="47"/>
                    </a:lnTo>
                    <a:lnTo>
                      <a:pt x="67" y="47"/>
                    </a:lnTo>
                    <a:lnTo>
                      <a:pt x="67" y="47"/>
                    </a:lnTo>
                    <a:lnTo>
                      <a:pt x="67" y="47"/>
                    </a:lnTo>
                    <a:lnTo>
                      <a:pt x="65" y="48"/>
                    </a:lnTo>
                    <a:lnTo>
                      <a:pt x="65" y="48"/>
                    </a:lnTo>
                    <a:lnTo>
                      <a:pt x="63" y="48"/>
                    </a:lnTo>
                    <a:lnTo>
                      <a:pt x="63" y="48"/>
                    </a:lnTo>
                    <a:lnTo>
                      <a:pt x="61" y="48"/>
                    </a:lnTo>
                    <a:lnTo>
                      <a:pt x="61" y="48"/>
                    </a:lnTo>
                    <a:lnTo>
                      <a:pt x="61" y="48"/>
                    </a:lnTo>
                    <a:lnTo>
                      <a:pt x="61" y="48"/>
                    </a:lnTo>
                    <a:lnTo>
                      <a:pt x="59" y="48"/>
                    </a:lnTo>
                    <a:lnTo>
                      <a:pt x="59" y="48"/>
                    </a:lnTo>
                    <a:lnTo>
                      <a:pt x="59" y="48"/>
                    </a:lnTo>
                    <a:lnTo>
                      <a:pt x="59" y="48"/>
                    </a:lnTo>
                    <a:lnTo>
                      <a:pt x="57" y="48"/>
                    </a:lnTo>
                    <a:lnTo>
                      <a:pt x="57" y="48"/>
                    </a:lnTo>
                    <a:lnTo>
                      <a:pt x="57" y="48"/>
                    </a:lnTo>
                    <a:lnTo>
                      <a:pt x="57" y="47"/>
                    </a:lnTo>
                    <a:lnTo>
                      <a:pt x="55" y="47"/>
                    </a:lnTo>
                    <a:lnTo>
                      <a:pt x="55" y="47"/>
                    </a:lnTo>
                    <a:lnTo>
                      <a:pt x="55" y="47"/>
                    </a:lnTo>
                    <a:lnTo>
                      <a:pt x="55" y="47"/>
                    </a:lnTo>
                    <a:lnTo>
                      <a:pt x="54" y="47"/>
                    </a:lnTo>
                    <a:lnTo>
                      <a:pt x="54" y="47"/>
                    </a:lnTo>
                    <a:lnTo>
                      <a:pt x="54" y="47"/>
                    </a:lnTo>
                    <a:lnTo>
                      <a:pt x="54" y="47"/>
                    </a:lnTo>
                    <a:lnTo>
                      <a:pt x="52" y="47"/>
                    </a:lnTo>
                    <a:lnTo>
                      <a:pt x="52" y="47"/>
                    </a:lnTo>
                    <a:lnTo>
                      <a:pt x="52" y="47"/>
                    </a:lnTo>
                    <a:lnTo>
                      <a:pt x="52" y="47"/>
                    </a:lnTo>
                    <a:lnTo>
                      <a:pt x="51" y="47"/>
                    </a:lnTo>
                    <a:lnTo>
                      <a:pt x="51" y="47"/>
                    </a:lnTo>
                    <a:lnTo>
                      <a:pt x="51" y="47"/>
                    </a:lnTo>
                    <a:lnTo>
                      <a:pt x="51" y="47"/>
                    </a:lnTo>
                    <a:lnTo>
                      <a:pt x="49" y="47"/>
                    </a:lnTo>
                    <a:lnTo>
                      <a:pt x="49" y="47"/>
                    </a:lnTo>
                    <a:lnTo>
                      <a:pt x="48" y="47"/>
                    </a:lnTo>
                    <a:lnTo>
                      <a:pt x="48" y="47"/>
                    </a:lnTo>
                    <a:lnTo>
                      <a:pt x="46" y="47"/>
                    </a:lnTo>
                    <a:lnTo>
                      <a:pt x="46" y="47"/>
                    </a:lnTo>
                    <a:lnTo>
                      <a:pt x="46" y="47"/>
                    </a:lnTo>
                    <a:lnTo>
                      <a:pt x="46" y="47"/>
                    </a:lnTo>
                    <a:lnTo>
                      <a:pt x="44" y="47"/>
                    </a:lnTo>
                    <a:lnTo>
                      <a:pt x="44" y="47"/>
                    </a:lnTo>
                    <a:lnTo>
                      <a:pt x="43" y="47"/>
                    </a:lnTo>
                    <a:lnTo>
                      <a:pt x="43" y="47"/>
                    </a:lnTo>
                    <a:lnTo>
                      <a:pt x="41" y="47"/>
                    </a:lnTo>
                    <a:lnTo>
                      <a:pt x="41" y="47"/>
                    </a:lnTo>
                    <a:lnTo>
                      <a:pt x="41" y="47"/>
                    </a:lnTo>
                    <a:lnTo>
                      <a:pt x="41" y="46"/>
                    </a:lnTo>
                    <a:lnTo>
                      <a:pt x="39" y="47"/>
                    </a:lnTo>
                    <a:lnTo>
                      <a:pt x="39" y="47"/>
                    </a:lnTo>
                    <a:lnTo>
                      <a:pt x="39" y="47"/>
                    </a:lnTo>
                    <a:lnTo>
                      <a:pt x="39" y="47"/>
                    </a:lnTo>
                    <a:lnTo>
                      <a:pt x="38" y="47"/>
                    </a:lnTo>
                    <a:lnTo>
                      <a:pt x="38" y="47"/>
                    </a:lnTo>
                    <a:lnTo>
                      <a:pt x="38" y="47"/>
                    </a:lnTo>
                    <a:lnTo>
                      <a:pt x="38" y="47"/>
                    </a:lnTo>
                    <a:lnTo>
                      <a:pt x="36" y="47"/>
                    </a:lnTo>
                    <a:lnTo>
                      <a:pt x="36" y="47"/>
                    </a:lnTo>
                    <a:lnTo>
                      <a:pt x="35" y="47"/>
                    </a:lnTo>
                    <a:lnTo>
                      <a:pt x="35" y="47"/>
                    </a:lnTo>
                    <a:lnTo>
                      <a:pt x="33" y="47"/>
                    </a:lnTo>
                    <a:lnTo>
                      <a:pt x="33" y="47"/>
                    </a:lnTo>
                    <a:lnTo>
                      <a:pt x="33" y="47"/>
                    </a:lnTo>
                    <a:lnTo>
                      <a:pt x="33" y="47"/>
                    </a:lnTo>
                    <a:lnTo>
                      <a:pt x="31" y="47"/>
                    </a:lnTo>
                    <a:lnTo>
                      <a:pt x="31" y="47"/>
                    </a:lnTo>
                    <a:lnTo>
                      <a:pt x="30" y="47"/>
                    </a:lnTo>
                    <a:lnTo>
                      <a:pt x="30" y="47"/>
                    </a:lnTo>
                    <a:lnTo>
                      <a:pt x="28" y="47"/>
                    </a:lnTo>
                    <a:lnTo>
                      <a:pt x="28" y="47"/>
                    </a:lnTo>
                    <a:lnTo>
                      <a:pt x="28" y="47"/>
                    </a:lnTo>
                    <a:lnTo>
                      <a:pt x="28" y="47"/>
                    </a:lnTo>
                    <a:lnTo>
                      <a:pt x="26" y="47"/>
                    </a:lnTo>
                    <a:lnTo>
                      <a:pt x="26" y="47"/>
                    </a:lnTo>
                    <a:lnTo>
                      <a:pt x="24" y="47"/>
                    </a:lnTo>
                    <a:lnTo>
                      <a:pt x="24" y="47"/>
                    </a:lnTo>
                    <a:lnTo>
                      <a:pt x="23" y="47"/>
                    </a:lnTo>
                    <a:lnTo>
                      <a:pt x="23" y="47"/>
                    </a:lnTo>
                    <a:lnTo>
                      <a:pt x="23" y="47"/>
                    </a:lnTo>
                    <a:lnTo>
                      <a:pt x="23" y="47"/>
                    </a:lnTo>
                    <a:lnTo>
                      <a:pt x="21" y="49"/>
                    </a:lnTo>
                    <a:lnTo>
                      <a:pt x="21" y="49"/>
                    </a:lnTo>
                    <a:lnTo>
                      <a:pt x="19" y="49"/>
                    </a:lnTo>
                    <a:lnTo>
                      <a:pt x="19" y="49"/>
                    </a:lnTo>
                    <a:lnTo>
                      <a:pt x="17" y="50"/>
                    </a:lnTo>
                    <a:lnTo>
                      <a:pt x="17" y="50"/>
                    </a:lnTo>
                    <a:lnTo>
                      <a:pt x="17" y="50"/>
                    </a:lnTo>
                    <a:lnTo>
                      <a:pt x="17" y="50"/>
                    </a:lnTo>
                    <a:lnTo>
                      <a:pt x="15" y="52"/>
                    </a:lnTo>
                    <a:lnTo>
                      <a:pt x="15" y="52"/>
                    </a:lnTo>
                    <a:lnTo>
                      <a:pt x="15" y="52"/>
                    </a:lnTo>
                    <a:lnTo>
                      <a:pt x="15" y="52"/>
                    </a:lnTo>
                    <a:lnTo>
                      <a:pt x="14" y="52"/>
                    </a:lnTo>
                    <a:lnTo>
                      <a:pt x="14" y="52"/>
                    </a:lnTo>
                    <a:lnTo>
                      <a:pt x="14" y="52"/>
                    </a:lnTo>
                    <a:lnTo>
                      <a:pt x="14" y="52"/>
                    </a:lnTo>
                    <a:lnTo>
                      <a:pt x="12" y="53"/>
                    </a:lnTo>
                    <a:lnTo>
                      <a:pt x="12" y="53"/>
                    </a:lnTo>
                    <a:lnTo>
                      <a:pt x="12" y="54"/>
                    </a:lnTo>
                    <a:lnTo>
                      <a:pt x="12" y="54"/>
                    </a:lnTo>
                    <a:lnTo>
                      <a:pt x="11" y="56"/>
                    </a:lnTo>
                    <a:lnTo>
                      <a:pt x="11" y="56"/>
                    </a:lnTo>
                    <a:lnTo>
                      <a:pt x="11" y="56"/>
                    </a:lnTo>
                    <a:lnTo>
                      <a:pt x="11" y="56"/>
                    </a:lnTo>
                    <a:lnTo>
                      <a:pt x="9" y="58"/>
                    </a:lnTo>
                    <a:lnTo>
                      <a:pt x="9" y="58"/>
                    </a:lnTo>
                    <a:lnTo>
                      <a:pt x="9" y="59"/>
                    </a:lnTo>
                    <a:lnTo>
                      <a:pt x="9" y="59"/>
                    </a:lnTo>
                    <a:lnTo>
                      <a:pt x="8" y="60"/>
                    </a:lnTo>
                    <a:lnTo>
                      <a:pt x="8" y="60"/>
                    </a:lnTo>
                    <a:lnTo>
                      <a:pt x="8" y="60"/>
                    </a:lnTo>
                    <a:lnTo>
                      <a:pt x="8" y="60"/>
                    </a:lnTo>
                    <a:lnTo>
                      <a:pt x="8" y="62"/>
                    </a:lnTo>
                    <a:lnTo>
                      <a:pt x="8" y="62"/>
                    </a:lnTo>
                    <a:lnTo>
                      <a:pt x="8" y="62"/>
                    </a:lnTo>
                    <a:lnTo>
                      <a:pt x="8" y="62"/>
                    </a:lnTo>
                    <a:lnTo>
                      <a:pt x="8" y="62"/>
                    </a:lnTo>
                    <a:lnTo>
                      <a:pt x="8" y="62"/>
                    </a:lnTo>
                    <a:lnTo>
                      <a:pt x="8" y="62"/>
                    </a:lnTo>
                    <a:lnTo>
                      <a:pt x="8" y="62"/>
                    </a:lnTo>
                    <a:lnTo>
                      <a:pt x="8" y="62"/>
                    </a:lnTo>
                    <a:lnTo>
                      <a:pt x="8" y="62"/>
                    </a:lnTo>
                    <a:lnTo>
                      <a:pt x="8" y="62"/>
                    </a:lnTo>
                    <a:lnTo>
                      <a:pt x="8" y="62"/>
                    </a:lnTo>
                    <a:lnTo>
                      <a:pt x="8" y="62"/>
                    </a:lnTo>
                    <a:lnTo>
                      <a:pt x="8" y="62"/>
                    </a:lnTo>
                    <a:lnTo>
                      <a:pt x="8" y="62"/>
                    </a:lnTo>
                    <a:lnTo>
                      <a:pt x="8" y="62"/>
                    </a:lnTo>
                    <a:lnTo>
                      <a:pt x="6" y="62"/>
                    </a:lnTo>
                    <a:lnTo>
                      <a:pt x="6" y="62"/>
                    </a:lnTo>
                    <a:lnTo>
                      <a:pt x="6" y="62"/>
                    </a:lnTo>
                    <a:lnTo>
                      <a:pt x="6" y="62"/>
                    </a:lnTo>
                    <a:lnTo>
                      <a:pt x="4" y="62"/>
                    </a:lnTo>
                    <a:lnTo>
                      <a:pt x="4" y="61"/>
                    </a:lnTo>
                    <a:lnTo>
                      <a:pt x="4" y="61"/>
                    </a:lnTo>
                    <a:lnTo>
                      <a:pt x="4" y="59"/>
                    </a:lnTo>
                    <a:lnTo>
                      <a:pt x="2" y="59"/>
                    </a:lnTo>
                    <a:lnTo>
                      <a:pt x="2" y="59"/>
                    </a:lnTo>
                    <a:lnTo>
                      <a:pt x="2" y="59"/>
                    </a:lnTo>
                    <a:lnTo>
                      <a:pt x="2" y="57"/>
                    </a:lnTo>
                    <a:lnTo>
                      <a:pt x="2" y="57"/>
                    </a:lnTo>
                    <a:lnTo>
                      <a:pt x="2" y="55"/>
                    </a:lnTo>
                    <a:lnTo>
                      <a:pt x="2" y="55"/>
                    </a:lnTo>
                    <a:lnTo>
                      <a:pt x="2" y="53"/>
                    </a:lnTo>
                    <a:lnTo>
                      <a:pt x="1" y="53"/>
                    </a:lnTo>
                    <a:lnTo>
                      <a:pt x="1" y="53"/>
                    </a:lnTo>
                    <a:lnTo>
                      <a:pt x="1" y="53"/>
                    </a:lnTo>
                    <a:lnTo>
                      <a:pt x="1" y="52"/>
                    </a:lnTo>
                    <a:lnTo>
                      <a:pt x="1" y="52"/>
                    </a:lnTo>
                    <a:lnTo>
                      <a:pt x="1" y="50"/>
                    </a:lnTo>
                    <a:lnTo>
                      <a:pt x="1" y="50"/>
                    </a:lnTo>
                    <a:lnTo>
                      <a:pt x="1" y="48"/>
                    </a:lnTo>
                    <a:lnTo>
                      <a:pt x="0" y="48"/>
                    </a:lnTo>
                    <a:lnTo>
                      <a:pt x="0" y="46"/>
                    </a:lnTo>
                    <a:lnTo>
                      <a:pt x="0" y="46"/>
                    </a:lnTo>
                    <a:lnTo>
                      <a:pt x="0" y="44"/>
                    </a:lnTo>
                    <a:lnTo>
                      <a:pt x="0" y="44"/>
                    </a:lnTo>
                    <a:lnTo>
                      <a:pt x="0" y="43"/>
                    </a:lnTo>
                    <a:lnTo>
                      <a:pt x="0" y="43"/>
                    </a:lnTo>
                    <a:lnTo>
                      <a:pt x="0" y="41"/>
                    </a:lnTo>
                    <a:lnTo>
                      <a:pt x="0" y="41"/>
                    </a:lnTo>
                    <a:lnTo>
                      <a:pt x="0" y="40"/>
                    </a:lnTo>
                    <a:lnTo>
                      <a:pt x="0" y="40"/>
                    </a:lnTo>
                    <a:lnTo>
                      <a:pt x="0" y="38"/>
                    </a:lnTo>
                    <a:lnTo>
                      <a:pt x="0" y="38"/>
                    </a:lnTo>
                    <a:lnTo>
                      <a:pt x="0" y="36"/>
                    </a:lnTo>
                    <a:lnTo>
                      <a:pt x="0" y="35"/>
                    </a:lnTo>
                    <a:lnTo>
                      <a:pt x="1" y="33"/>
                    </a:lnTo>
                    <a:lnTo>
                      <a:pt x="1" y="33"/>
                    </a:lnTo>
                    <a:lnTo>
                      <a:pt x="1" y="31"/>
                    </a:lnTo>
                    <a:lnTo>
                      <a:pt x="1" y="31"/>
                    </a:lnTo>
                    <a:lnTo>
                      <a:pt x="1" y="30"/>
                    </a:lnTo>
                    <a:lnTo>
                      <a:pt x="1" y="30"/>
                    </a:lnTo>
                    <a:lnTo>
                      <a:pt x="1" y="28"/>
                    </a:lnTo>
                    <a:lnTo>
                      <a:pt x="1" y="28"/>
                    </a:lnTo>
                    <a:lnTo>
                      <a:pt x="3" y="26"/>
                    </a:lnTo>
                    <a:lnTo>
                      <a:pt x="3" y="26"/>
                    </a:lnTo>
                    <a:lnTo>
                      <a:pt x="4" y="25"/>
                    </a:lnTo>
                    <a:lnTo>
                      <a:pt x="5" y="25"/>
                    </a:lnTo>
                    <a:lnTo>
                      <a:pt x="7" y="23"/>
                    </a:lnTo>
                    <a:lnTo>
                      <a:pt x="7" y="23"/>
                    </a:lnTo>
                    <a:lnTo>
                      <a:pt x="9" y="21"/>
                    </a:lnTo>
                    <a:lnTo>
                      <a:pt x="11" y="21"/>
                    </a:lnTo>
                    <a:lnTo>
                      <a:pt x="13" y="19"/>
                    </a:lnTo>
                    <a:lnTo>
                      <a:pt x="13" y="19"/>
                    </a:lnTo>
                    <a:lnTo>
                      <a:pt x="15" y="18"/>
                    </a:lnTo>
                    <a:lnTo>
                      <a:pt x="17" y="18"/>
                    </a:lnTo>
                    <a:lnTo>
                      <a:pt x="18" y="16"/>
                    </a:lnTo>
                    <a:lnTo>
                      <a:pt x="19" y="16"/>
                    </a:lnTo>
                    <a:lnTo>
                      <a:pt x="21" y="15"/>
                    </a:lnTo>
                    <a:lnTo>
                      <a:pt x="23" y="15"/>
                    </a:lnTo>
                    <a:lnTo>
                      <a:pt x="24" y="13"/>
                    </a:lnTo>
                    <a:lnTo>
                      <a:pt x="24" y="13"/>
                    </a:lnTo>
                    <a:lnTo>
                      <a:pt x="26" y="13"/>
                    </a:lnTo>
                    <a:lnTo>
                      <a:pt x="26" y="13"/>
                    </a:lnTo>
                    <a:lnTo>
                      <a:pt x="28" y="13"/>
                    </a:lnTo>
                    <a:lnTo>
                      <a:pt x="28" y="13"/>
                    </a:lnTo>
                    <a:lnTo>
                      <a:pt x="30" y="13"/>
                    </a:lnTo>
                    <a:lnTo>
                      <a:pt x="31" y="13"/>
                    </a:lnTo>
                    <a:lnTo>
                      <a:pt x="33" y="11"/>
                    </a:lnTo>
                    <a:lnTo>
                      <a:pt x="33" y="11"/>
                    </a:lnTo>
                    <a:lnTo>
                      <a:pt x="35" y="11"/>
                    </a:lnTo>
                    <a:lnTo>
                      <a:pt x="35" y="11"/>
                    </a:lnTo>
                    <a:lnTo>
                      <a:pt x="37" y="11"/>
                    </a:lnTo>
                    <a:lnTo>
                      <a:pt x="37" y="11"/>
                    </a:lnTo>
                    <a:lnTo>
                      <a:pt x="39" y="11"/>
                    </a:lnTo>
                    <a:lnTo>
                      <a:pt x="40" y="11"/>
                    </a:lnTo>
                    <a:lnTo>
                      <a:pt x="42" y="10"/>
                    </a:lnTo>
                    <a:lnTo>
                      <a:pt x="42" y="11"/>
                    </a:lnTo>
                    <a:lnTo>
                      <a:pt x="43" y="11"/>
                    </a:lnTo>
                    <a:lnTo>
                      <a:pt x="43" y="11"/>
                    </a:lnTo>
                    <a:lnTo>
                      <a:pt x="45" y="11"/>
                    </a:lnTo>
                    <a:lnTo>
                      <a:pt x="45" y="11"/>
                    </a:lnTo>
                    <a:lnTo>
                      <a:pt x="47" y="11"/>
                    </a:lnTo>
                    <a:lnTo>
                      <a:pt x="48" y="11"/>
                    </a:lnTo>
                    <a:lnTo>
                      <a:pt x="50" y="11"/>
                    </a:lnTo>
                    <a:lnTo>
                      <a:pt x="50" y="11"/>
                    </a:lnTo>
                    <a:lnTo>
                      <a:pt x="52" y="11"/>
                    </a:lnTo>
                    <a:lnTo>
                      <a:pt x="52" y="11"/>
                    </a:lnTo>
                    <a:lnTo>
                      <a:pt x="54" y="11"/>
                    </a:lnTo>
                    <a:lnTo>
                      <a:pt x="54" y="11"/>
                    </a:lnTo>
                    <a:lnTo>
                      <a:pt x="56" y="11"/>
                    </a:lnTo>
                    <a:lnTo>
                      <a:pt x="57" y="11"/>
                    </a:lnTo>
                    <a:lnTo>
                      <a:pt x="59" y="11"/>
                    </a:lnTo>
                    <a:lnTo>
                      <a:pt x="59" y="11"/>
                    </a:lnTo>
                    <a:lnTo>
                      <a:pt x="59" y="11"/>
                    </a:lnTo>
                    <a:lnTo>
                      <a:pt x="59" y="11"/>
                    </a:lnTo>
                    <a:lnTo>
                      <a:pt x="61" y="11"/>
                    </a:lnTo>
                    <a:lnTo>
                      <a:pt x="61" y="11"/>
                    </a:lnTo>
                    <a:lnTo>
                      <a:pt x="62" y="11"/>
                    </a:lnTo>
                    <a:lnTo>
                      <a:pt x="62" y="11"/>
                    </a:lnTo>
                    <a:lnTo>
                      <a:pt x="64" y="11"/>
                    </a:lnTo>
                    <a:lnTo>
                      <a:pt x="64" y="11"/>
                    </a:lnTo>
                    <a:lnTo>
                      <a:pt x="64" y="11"/>
                    </a:lnTo>
                    <a:lnTo>
                      <a:pt x="64" y="11"/>
                    </a:lnTo>
                    <a:lnTo>
                      <a:pt x="66" y="11"/>
                    </a:lnTo>
                    <a:lnTo>
                      <a:pt x="66" y="11"/>
                    </a:lnTo>
                    <a:lnTo>
                      <a:pt x="67" y="11"/>
                    </a:lnTo>
                    <a:lnTo>
                      <a:pt x="67" y="11"/>
                    </a:lnTo>
                    <a:lnTo>
                      <a:pt x="68" y="10"/>
                    </a:lnTo>
                    <a:lnTo>
                      <a:pt x="68" y="10"/>
                    </a:lnTo>
                    <a:lnTo>
                      <a:pt x="68" y="10"/>
                    </a:lnTo>
                    <a:lnTo>
                      <a:pt x="68" y="10"/>
                    </a:lnTo>
                    <a:lnTo>
                      <a:pt x="69" y="9"/>
                    </a:lnTo>
                    <a:lnTo>
                      <a:pt x="69" y="9"/>
                    </a:lnTo>
                    <a:lnTo>
                      <a:pt x="69" y="8"/>
                    </a:lnTo>
                    <a:lnTo>
                      <a:pt x="69" y="8"/>
                    </a:lnTo>
                    <a:lnTo>
                      <a:pt x="71" y="6"/>
                    </a:lnTo>
                    <a:lnTo>
                      <a:pt x="71" y="6"/>
                    </a:lnTo>
                    <a:lnTo>
                      <a:pt x="71" y="4"/>
                    </a:lnTo>
                    <a:lnTo>
                      <a:pt x="71" y="4"/>
                    </a:lnTo>
                    <a:lnTo>
                      <a:pt x="72" y="2"/>
                    </a:lnTo>
                    <a:lnTo>
                      <a:pt x="72" y="2"/>
                    </a:lnTo>
                    <a:lnTo>
                      <a:pt x="72" y="1"/>
                    </a:lnTo>
                    <a:lnTo>
                      <a:pt x="72" y="1"/>
                    </a:lnTo>
                    <a:lnTo>
                      <a:pt x="74" y="0"/>
                    </a:lnTo>
                    <a:lnTo>
                      <a:pt x="74" y="0"/>
                    </a:lnTo>
                    <a:lnTo>
                      <a:pt x="74" y="0"/>
                    </a:lnTo>
                    <a:lnTo>
                      <a:pt x="74" y="0"/>
                    </a:lnTo>
                    <a:lnTo>
                      <a:pt x="74" y="0"/>
                    </a:lnTo>
                    <a:lnTo>
                      <a:pt x="74" y="0"/>
                    </a:lnTo>
                    <a:lnTo>
                      <a:pt x="74" y="0"/>
                    </a:lnTo>
                    <a:lnTo>
                      <a:pt x="74" y="0"/>
                    </a:lnTo>
                    <a:lnTo>
                      <a:pt x="75" y="0"/>
                    </a:lnTo>
                    <a:lnTo>
                      <a:pt x="75" y="0"/>
                    </a:lnTo>
                    <a:lnTo>
                      <a:pt x="75" y="0"/>
                    </a:lnTo>
                    <a:lnTo>
                      <a:pt x="75" y="0"/>
                    </a:lnTo>
                    <a:lnTo>
                      <a:pt x="75" y="0"/>
                    </a:lnTo>
                    <a:lnTo>
                      <a:pt x="75" y="0"/>
                    </a:lnTo>
                    <a:lnTo>
                      <a:pt x="75" y="0"/>
                    </a:lnTo>
                    <a:lnTo>
                      <a:pt x="75" y="0"/>
                    </a:lnTo>
                    <a:lnTo>
                      <a:pt x="76" y="0"/>
                    </a:lnTo>
                    <a:lnTo>
                      <a:pt x="76"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13" name=""/>
              <p:cNvSpPr/>
              <p:nvPr/>
            </p:nvSpPr>
            <p:spPr>
              <a:xfrm>
                <a:off x="7157880" y="5353200"/>
                <a:ext cx="855720" cy="506160"/>
              </a:xfrm>
              <a:custGeom>
                <a:avLst/>
                <a:gdLst/>
                <a:ahLst/>
                <a:rect l="l" t="t" r="r" b="b"/>
                <a:pathLst>
                  <a:path w="539" h="319">
                    <a:moveTo>
                      <a:pt x="399" y="83"/>
                    </a:moveTo>
                    <a:lnTo>
                      <a:pt x="399" y="83"/>
                    </a:lnTo>
                    <a:lnTo>
                      <a:pt x="399" y="83"/>
                    </a:lnTo>
                    <a:lnTo>
                      <a:pt x="399" y="83"/>
                    </a:lnTo>
                    <a:lnTo>
                      <a:pt x="400" y="83"/>
                    </a:lnTo>
                    <a:lnTo>
                      <a:pt x="400" y="83"/>
                    </a:lnTo>
                    <a:lnTo>
                      <a:pt x="400" y="83"/>
                    </a:lnTo>
                    <a:lnTo>
                      <a:pt x="400" y="83"/>
                    </a:lnTo>
                    <a:lnTo>
                      <a:pt x="402" y="82"/>
                    </a:lnTo>
                    <a:lnTo>
                      <a:pt x="402" y="82"/>
                    </a:lnTo>
                    <a:lnTo>
                      <a:pt x="402" y="82"/>
                    </a:lnTo>
                    <a:lnTo>
                      <a:pt x="402" y="82"/>
                    </a:lnTo>
                    <a:lnTo>
                      <a:pt x="404" y="82"/>
                    </a:lnTo>
                    <a:lnTo>
                      <a:pt x="404" y="82"/>
                    </a:lnTo>
                    <a:lnTo>
                      <a:pt x="405" y="82"/>
                    </a:lnTo>
                    <a:lnTo>
                      <a:pt x="405" y="82"/>
                    </a:lnTo>
                    <a:lnTo>
                      <a:pt x="407" y="81"/>
                    </a:lnTo>
                    <a:lnTo>
                      <a:pt x="407" y="81"/>
                    </a:lnTo>
                    <a:lnTo>
                      <a:pt x="407" y="81"/>
                    </a:lnTo>
                    <a:lnTo>
                      <a:pt x="407" y="81"/>
                    </a:lnTo>
                    <a:lnTo>
                      <a:pt x="407" y="81"/>
                    </a:lnTo>
                    <a:lnTo>
                      <a:pt x="407" y="81"/>
                    </a:lnTo>
                    <a:lnTo>
                      <a:pt x="407" y="81"/>
                    </a:lnTo>
                    <a:lnTo>
                      <a:pt x="407" y="81"/>
                    </a:lnTo>
                    <a:lnTo>
                      <a:pt x="409" y="79"/>
                    </a:lnTo>
                    <a:lnTo>
                      <a:pt x="409" y="79"/>
                    </a:lnTo>
                    <a:lnTo>
                      <a:pt x="409" y="79"/>
                    </a:lnTo>
                    <a:lnTo>
                      <a:pt x="409" y="79"/>
                    </a:lnTo>
                    <a:lnTo>
                      <a:pt x="410" y="77"/>
                    </a:lnTo>
                    <a:lnTo>
                      <a:pt x="410" y="77"/>
                    </a:lnTo>
                    <a:lnTo>
                      <a:pt x="410" y="77"/>
                    </a:lnTo>
                    <a:lnTo>
                      <a:pt x="410" y="77"/>
                    </a:lnTo>
                    <a:lnTo>
                      <a:pt x="412" y="75"/>
                    </a:lnTo>
                    <a:lnTo>
                      <a:pt x="412" y="75"/>
                    </a:lnTo>
                    <a:lnTo>
                      <a:pt x="412" y="75"/>
                    </a:lnTo>
                    <a:lnTo>
                      <a:pt x="412" y="75"/>
                    </a:lnTo>
                    <a:lnTo>
                      <a:pt x="412" y="74"/>
                    </a:lnTo>
                    <a:lnTo>
                      <a:pt x="412" y="74"/>
                    </a:lnTo>
                    <a:lnTo>
                      <a:pt x="412" y="74"/>
                    </a:lnTo>
                    <a:lnTo>
                      <a:pt x="412" y="74"/>
                    </a:lnTo>
                    <a:lnTo>
                      <a:pt x="412" y="73"/>
                    </a:lnTo>
                    <a:lnTo>
                      <a:pt x="412" y="73"/>
                    </a:lnTo>
                    <a:lnTo>
                      <a:pt x="412" y="73"/>
                    </a:lnTo>
                    <a:lnTo>
                      <a:pt x="412" y="73"/>
                    </a:lnTo>
                    <a:lnTo>
                      <a:pt x="412" y="72"/>
                    </a:lnTo>
                    <a:lnTo>
                      <a:pt x="412" y="72"/>
                    </a:lnTo>
                    <a:lnTo>
                      <a:pt x="412" y="72"/>
                    </a:lnTo>
                    <a:lnTo>
                      <a:pt x="412" y="72"/>
                    </a:lnTo>
                    <a:lnTo>
                      <a:pt x="412" y="70"/>
                    </a:lnTo>
                    <a:lnTo>
                      <a:pt x="409" y="67"/>
                    </a:lnTo>
                    <a:lnTo>
                      <a:pt x="405" y="63"/>
                    </a:lnTo>
                    <a:lnTo>
                      <a:pt x="399" y="58"/>
                    </a:lnTo>
                    <a:lnTo>
                      <a:pt x="395" y="52"/>
                    </a:lnTo>
                    <a:lnTo>
                      <a:pt x="389" y="47"/>
                    </a:lnTo>
                    <a:lnTo>
                      <a:pt x="384" y="42"/>
                    </a:lnTo>
                    <a:lnTo>
                      <a:pt x="378" y="36"/>
                    </a:lnTo>
                    <a:lnTo>
                      <a:pt x="374" y="30"/>
                    </a:lnTo>
                    <a:lnTo>
                      <a:pt x="368" y="25"/>
                    </a:lnTo>
                    <a:lnTo>
                      <a:pt x="363" y="20"/>
                    </a:lnTo>
                    <a:lnTo>
                      <a:pt x="358" y="15"/>
                    </a:lnTo>
                    <a:lnTo>
                      <a:pt x="354" y="10"/>
                    </a:lnTo>
                    <a:lnTo>
                      <a:pt x="349" y="7"/>
                    </a:lnTo>
                    <a:lnTo>
                      <a:pt x="346" y="4"/>
                    </a:lnTo>
                    <a:lnTo>
                      <a:pt x="344" y="2"/>
                    </a:lnTo>
                    <a:lnTo>
                      <a:pt x="343" y="0"/>
                    </a:lnTo>
                    <a:lnTo>
                      <a:pt x="340" y="1"/>
                    </a:lnTo>
                    <a:lnTo>
                      <a:pt x="337" y="2"/>
                    </a:lnTo>
                    <a:lnTo>
                      <a:pt x="331" y="4"/>
                    </a:lnTo>
                    <a:lnTo>
                      <a:pt x="327" y="5"/>
                    </a:lnTo>
                    <a:lnTo>
                      <a:pt x="320" y="8"/>
                    </a:lnTo>
                    <a:lnTo>
                      <a:pt x="313" y="10"/>
                    </a:lnTo>
                    <a:lnTo>
                      <a:pt x="304" y="13"/>
                    </a:lnTo>
                    <a:lnTo>
                      <a:pt x="297" y="15"/>
                    </a:lnTo>
                    <a:lnTo>
                      <a:pt x="287" y="19"/>
                    </a:lnTo>
                    <a:lnTo>
                      <a:pt x="279" y="22"/>
                    </a:lnTo>
                    <a:lnTo>
                      <a:pt x="269" y="25"/>
                    </a:lnTo>
                    <a:lnTo>
                      <a:pt x="261" y="28"/>
                    </a:lnTo>
                    <a:lnTo>
                      <a:pt x="253" y="31"/>
                    </a:lnTo>
                    <a:lnTo>
                      <a:pt x="245" y="33"/>
                    </a:lnTo>
                    <a:lnTo>
                      <a:pt x="239" y="35"/>
                    </a:lnTo>
                    <a:lnTo>
                      <a:pt x="234" y="36"/>
                    </a:lnTo>
                    <a:lnTo>
                      <a:pt x="228" y="38"/>
                    </a:lnTo>
                    <a:lnTo>
                      <a:pt x="223" y="40"/>
                    </a:lnTo>
                    <a:lnTo>
                      <a:pt x="218" y="42"/>
                    </a:lnTo>
                    <a:lnTo>
                      <a:pt x="213" y="44"/>
                    </a:lnTo>
                    <a:lnTo>
                      <a:pt x="206" y="47"/>
                    </a:lnTo>
                    <a:lnTo>
                      <a:pt x="201" y="49"/>
                    </a:lnTo>
                    <a:lnTo>
                      <a:pt x="195" y="51"/>
                    </a:lnTo>
                    <a:lnTo>
                      <a:pt x="189" y="52"/>
                    </a:lnTo>
                    <a:lnTo>
                      <a:pt x="182" y="56"/>
                    </a:lnTo>
                    <a:lnTo>
                      <a:pt x="176" y="58"/>
                    </a:lnTo>
                    <a:lnTo>
                      <a:pt x="170" y="60"/>
                    </a:lnTo>
                    <a:lnTo>
                      <a:pt x="165" y="62"/>
                    </a:lnTo>
                    <a:lnTo>
                      <a:pt x="160" y="64"/>
                    </a:lnTo>
                    <a:lnTo>
                      <a:pt x="155" y="66"/>
                    </a:lnTo>
                    <a:lnTo>
                      <a:pt x="150" y="67"/>
                    </a:lnTo>
                    <a:lnTo>
                      <a:pt x="147" y="68"/>
                    </a:lnTo>
                    <a:lnTo>
                      <a:pt x="143" y="70"/>
                    </a:lnTo>
                    <a:lnTo>
                      <a:pt x="140" y="72"/>
                    </a:lnTo>
                    <a:lnTo>
                      <a:pt x="136" y="73"/>
                    </a:lnTo>
                    <a:lnTo>
                      <a:pt x="132" y="73"/>
                    </a:lnTo>
                    <a:lnTo>
                      <a:pt x="126" y="75"/>
                    </a:lnTo>
                    <a:lnTo>
                      <a:pt x="123" y="77"/>
                    </a:lnTo>
                    <a:lnTo>
                      <a:pt x="119" y="79"/>
                    </a:lnTo>
                    <a:lnTo>
                      <a:pt x="115" y="79"/>
                    </a:lnTo>
                    <a:lnTo>
                      <a:pt x="109" y="81"/>
                    </a:lnTo>
                    <a:lnTo>
                      <a:pt x="105" y="82"/>
                    </a:lnTo>
                    <a:lnTo>
                      <a:pt x="101" y="84"/>
                    </a:lnTo>
                    <a:lnTo>
                      <a:pt x="97" y="84"/>
                    </a:lnTo>
                    <a:lnTo>
                      <a:pt x="93" y="86"/>
                    </a:lnTo>
                    <a:lnTo>
                      <a:pt x="89" y="87"/>
                    </a:lnTo>
                    <a:lnTo>
                      <a:pt x="85" y="88"/>
                    </a:lnTo>
                    <a:lnTo>
                      <a:pt x="82" y="88"/>
                    </a:lnTo>
                    <a:lnTo>
                      <a:pt x="77" y="90"/>
                    </a:lnTo>
                    <a:lnTo>
                      <a:pt x="73" y="91"/>
                    </a:lnTo>
                    <a:lnTo>
                      <a:pt x="67" y="94"/>
                    </a:lnTo>
                    <a:lnTo>
                      <a:pt x="63" y="94"/>
                    </a:lnTo>
                    <a:lnTo>
                      <a:pt x="56" y="96"/>
                    </a:lnTo>
                    <a:lnTo>
                      <a:pt x="50" y="98"/>
                    </a:lnTo>
                    <a:lnTo>
                      <a:pt x="45" y="100"/>
                    </a:lnTo>
                    <a:lnTo>
                      <a:pt x="39" y="101"/>
                    </a:lnTo>
                    <a:lnTo>
                      <a:pt x="33" y="103"/>
                    </a:lnTo>
                    <a:lnTo>
                      <a:pt x="27" y="105"/>
                    </a:lnTo>
                    <a:lnTo>
                      <a:pt x="21" y="107"/>
                    </a:lnTo>
                    <a:lnTo>
                      <a:pt x="18" y="109"/>
                    </a:lnTo>
                    <a:lnTo>
                      <a:pt x="14" y="111"/>
                    </a:lnTo>
                    <a:lnTo>
                      <a:pt x="11" y="111"/>
                    </a:lnTo>
                    <a:lnTo>
                      <a:pt x="9" y="113"/>
                    </a:lnTo>
                    <a:lnTo>
                      <a:pt x="9" y="113"/>
                    </a:lnTo>
                    <a:lnTo>
                      <a:pt x="9" y="115"/>
                    </a:lnTo>
                    <a:lnTo>
                      <a:pt x="10" y="116"/>
                    </a:lnTo>
                    <a:lnTo>
                      <a:pt x="11" y="119"/>
                    </a:lnTo>
                    <a:lnTo>
                      <a:pt x="13" y="121"/>
                    </a:lnTo>
                    <a:lnTo>
                      <a:pt x="15" y="125"/>
                    </a:lnTo>
                    <a:lnTo>
                      <a:pt x="18" y="126"/>
                    </a:lnTo>
                    <a:lnTo>
                      <a:pt x="20" y="130"/>
                    </a:lnTo>
                    <a:lnTo>
                      <a:pt x="24" y="132"/>
                    </a:lnTo>
                    <a:lnTo>
                      <a:pt x="26" y="136"/>
                    </a:lnTo>
                    <a:lnTo>
                      <a:pt x="30" y="140"/>
                    </a:lnTo>
                    <a:lnTo>
                      <a:pt x="33" y="144"/>
                    </a:lnTo>
                    <a:lnTo>
                      <a:pt x="36" y="146"/>
                    </a:lnTo>
                    <a:lnTo>
                      <a:pt x="38" y="150"/>
                    </a:lnTo>
                    <a:lnTo>
                      <a:pt x="42" y="152"/>
                    </a:lnTo>
                    <a:lnTo>
                      <a:pt x="44" y="154"/>
                    </a:lnTo>
                    <a:lnTo>
                      <a:pt x="48" y="155"/>
                    </a:lnTo>
                    <a:lnTo>
                      <a:pt x="48" y="157"/>
                    </a:lnTo>
                    <a:lnTo>
                      <a:pt x="49" y="159"/>
                    </a:lnTo>
                    <a:lnTo>
                      <a:pt x="50" y="161"/>
                    </a:lnTo>
                    <a:lnTo>
                      <a:pt x="52" y="161"/>
                    </a:lnTo>
                    <a:lnTo>
                      <a:pt x="52" y="163"/>
                    </a:lnTo>
                    <a:lnTo>
                      <a:pt x="54" y="164"/>
                    </a:lnTo>
                    <a:lnTo>
                      <a:pt x="56" y="166"/>
                    </a:lnTo>
                    <a:lnTo>
                      <a:pt x="58" y="166"/>
                    </a:lnTo>
                    <a:lnTo>
                      <a:pt x="58" y="168"/>
                    </a:lnTo>
                    <a:lnTo>
                      <a:pt x="60" y="170"/>
                    </a:lnTo>
                    <a:lnTo>
                      <a:pt x="62" y="172"/>
                    </a:lnTo>
                    <a:lnTo>
                      <a:pt x="64" y="172"/>
                    </a:lnTo>
                    <a:lnTo>
                      <a:pt x="64" y="174"/>
                    </a:lnTo>
                    <a:lnTo>
                      <a:pt x="66" y="174"/>
                    </a:lnTo>
                    <a:lnTo>
                      <a:pt x="67" y="176"/>
                    </a:lnTo>
                    <a:lnTo>
                      <a:pt x="70" y="176"/>
                    </a:lnTo>
                    <a:lnTo>
                      <a:pt x="70" y="178"/>
                    </a:lnTo>
                    <a:lnTo>
                      <a:pt x="70" y="178"/>
                    </a:lnTo>
                    <a:lnTo>
                      <a:pt x="70" y="179"/>
                    </a:lnTo>
                    <a:lnTo>
                      <a:pt x="71" y="179"/>
                    </a:lnTo>
                    <a:lnTo>
                      <a:pt x="71" y="181"/>
                    </a:lnTo>
                    <a:lnTo>
                      <a:pt x="71" y="181"/>
                    </a:lnTo>
                    <a:lnTo>
                      <a:pt x="71" y="182"/>
                    </a:lnTo>
                    <a:lnTo>
                      <a:pt x="73" y="182"/>
                    </a:lnTo>
                    <a:lnTo>
                      <a:pt x="73" y="184"/>
                    </a:lnTo>
                    <a:lnTo>
                      <a:pt x="73" y="184"/>
                    </a:lnTo>
                    <a:lnTo>
                      <a:pt x="73" y="185"/>
                    </a:lnTo>
                    <a:lnTo>
                      <a:pt x="75" y="185"/>
                    </a:lnTo>
                    <a:lnTo>
                      <a:pt x="75" y="187"/>
                    </a:lnTo>
                    <a:lnTo>
                      <a:pt x="75" y="187"/>
                    </a:lnTo>
                    <a:lnTo>
                      <a:pt x="75" y="188"/>
                    </a:lnTo>
                    <a:lnTo>
                      <a:pt x="77" y="188"/>
                    </a:lnTo>
                    <a:lnTo>
                      <a:pt x="77" y="190"/>
                    </a:lnTo>
                    <a:lnTo>
                      <a:pt x="77" y="190"/>
                    </a:lnTo>
                    <a:lnTo>
                      <a:pt x="77" y="190"/>
                    </a:lnTo>
                    <a:lnTo>
                      <a:pt x="77" y="190"/>
                    </a:lnTo>
                    <a:lnTo>
                      <a:pt x="77" y="192"/>
                    </a:lnTo>
                    <a:lnTo>
                      <a:pt x="77" y="192"/>
                    </a:lnTo>
                    <a:lnTo>
                      <a:pt x="77" y="192"/>
                    </a:lnTo>
                    <a:lnTo>
                      <a:pt x="78" y="192"/>
                    </a:lnTo>
                    <a:lnTo>
                      <a:pt x="77" y="194"/>
                    </a:lnTo>
                    <a:lnTo>
                      <a:pt x="77" y="194"/>
                    </a:lnTo>
                    <a:lnTo>
                      <a:pt x="77" y="194"/>
                    </a:lnTo>
                    <a:lnTo>
                      <a:pt x="77" y="194"/>
                    </a:lnTo>
                    <a:lnTo>
                      <a:pt x="77" y="195"/>
                    </a:lnTo>
                    <a:lnTo>
                      <a:pt x="77" y="195"/>
                    </a:lnTo>
                    <a:lnTo>
                      <a:pt x="77" y="195"/>
                    </a:lnTo>
                    <a:lnTo>
                      <a:pt x="77" y="195"/>
                    </a:lnTo>
                    <a:lnTo>
                      <a:pt x="75" y="197"/>
                    </a:lnTo>
                    <a:lnTo>
                      <a:pt x="75" y="197"/>
                    </a:lnTo>
                    <a:lnTo>
                      <a:pt x="75" y="198"/>
                    </a:lnTo>
                    <a:lnTo>
                      <a:pt x="75" y="198"/>
                    </a:lnTo>
                    <a:lnTo>
                      <a:pt x="73" y="200"/>
                    </a:lnTo>
                    <a:lnTo>
                      <a:pt x="73" y="200"/>
                    </a:lnTo>
                    <a:lnTo>
                      <a:pt x="73" y="200"/>
                    </a:lnTo>
                    <a:lnTo>
                      <a:pt x="73" y="200"/>
                    </a:lnTo>
                    <a:lnTo>
                      <a:pt x="71" y="201"/>
                    </a:lnTo>
                    <a:lnTo>
                      <a:pt x="71" y="201"/>
                    </a:lnTo>
                    <a:lnTo>
                      <a:pt x="71" y="201"/>
                    </a:lnTo>
                    <a:lnTo>
                      <a:pt x="71" y="201"/>
                    </a:lnTo>
                    <a:lnTo>
                      <a:pt x="70" y="202"/>
                    </a:lnTo>
                    <a:lnTo>
                      <a:pt x="70" y="202"/>
                    </a:lnTo>
                    <a:lnTo>
                      <a:pt x="70" y="202"/>
                    </a:lnTo>
                    <a:lnTo>
                      <a:pt x="70" y="202"/>
                    </a:lnTo>
                    <a:lnTo>
                      <a:pt x="67" y="202"/>
                    </a:lnTo>
                    <a:lnTo>
                      <a:pt x="66" y="202"/>
                    </a:lnTo>
                    <a:lnTo>
                      <a:pt x="64" y="202"/>
                    </a:lnTo>
                    <a:lnTo>
                      <a:pt x="64" y="202"/>
                    </a:lnTo>
                    <a:lnTo>
                      <a:pt x="62" y="202"/>
                    </a:lnTo>
                    <a:lnTo>
                      <a:pt x="61" y="202"/>
                    </a:lnTo>
                    <a:lnTo>
                      <a:pt x="59" y="202"/>
                    </a:lnTo>
                    <a:lnTo>
                      <a:pt x="59" y="202"/>
                    </a:lnTo>
                    <a:lnTo>
                      <a:pt x="57" y="202"/>
                    </a:lnTo>
                    <a:lnTo>
                      <a:pt x="55" y="202"/>
                    </a:lnTo>
                    <a:lnTo>
                      <a:pt x="53" y="202"/>
                    </a:lnTo>
                    <a:lnTo>
                      <a:pt x="53" y="202"/>
                    </a:lnTo>
                    <a:lnTo>
                      <a:pt x="51" y="202"/>
                    </a:lnTo>
                    <a:lnTo>
                      <a:pt x="50" y="202"/>
                    </a:lnTo>
                    <a:lnTo>
                      <a:pt x="49" y="202"/>
                    </a:lnTo>
                    <a:lnTo>
                      <a:pt x="49" y="202"/>
                    </a:lnTo>
                    <a:lnTo>
                      <a:pt x="48" y="204"/>
                    </a:lnTo>
                    <a:lnTo>
                      <a:pt x="45" y="204"/>
                    </a:lnTo>
                    <a:lnTo>
                      <a:pt x="43" y="204"/>
                    </a:lnTo>
                    <a:lnTo>
                      <a:pt x="43" y="204"/>
                    </a:lnTo>
                    <a:lnTo>
                      <a:pt x="41" y="204"/>
                    </a:lnTo>
                    <a:lnTo>
                      <a:pt x="39" y="204"/>
                    </a:lnTo>
                    <a:lnTo>
                      <a:pt x="37" y="204"/>
                    </a:lnTo>
                    <a:lnTo>
                      <a:pt x="36" y="204"/>
                    </a:lnTo>
                    <a:lnTo>
                      <a:pt x="34" y="205"/>
                    </a:lnTo>
                    <a:lnTo>
                      <a:pt x="32" y="205"/>
                    </a:lnTo>
                    <a:lnTo>
                      <a:pt x="30" y="205"/>
                    </a:lnTo>
                    <a:lnTo>
                      <a:pt x="28" y="205"/>
                    </a:lnTo>
                    <a:lnTo>
                      <a:pt x="27" y="206"/>
                    </a:lnTo>
                    <a:lnTo>
                      <a:pt x="26" y="206"/>
                    </a:lnTo>
                    <a:lnTo>
                      <a:pt x="23" y="206"/>
                    </a:lnTo>
                    <a:lnTo>
                      <a:pt x="23" y="206"/>
                    </a:lnTo>
                    <a:lnTo>
                      <a:pt x="21" y="207"/>
                    </a:lnTo>
                    <a:lnTo>
                      <a:pt x="20" y="207"/>
                    </a:lnTo>
                    <a:lnTo>
                      <a:pt x="18" y="209"/>
                    </a:lnTo>
                    <a:lnTo>
                      <a:pt x="17" y="209"/>
                    </a:lnTo>
                    <a:lnTo>
                      <a:pt x="15" y="211"/>
                    </a:lnTo>
                    <a:lnTo>
                      <a:pt x="13" y="213"/>
                    </a:lnTo>
                    <a:lnTo>
                      <a:pt x="11" y="214"/>
                    </a:lnTo>
                    <a:lnTo>
                      <a:pt x="11" y="214"/>
                    </a:lnTo>
                    <a:lnTo>
                      <a:pt x="9" y="216"/>
                    </a:lnTo>
                    <a:lnTo>
                      <a:pt x="7" y="218"/>
                    </a:lnTo>
                    <a:lnTo>
                      <a:pt x="5" y="220"/>
                    </a:lnTo>
                    <a:lnTo>
                      <a:pt x="5" y="221"/>
                    </a:lnTo>
                    <a:lnTo>
                      <a:pt x="3" y="223"/>
                    </a:lnTo>
                    <a:lnTo>
                      <a:pt x="3" y="224"/>
                    </a:lnTo>
                    <a:lnTo>
                      <a:pt x="1" y="226"/>
                    </a:lnTo>
                    <a:lnTo>
                      <a:pt x="1" y="226"/>
                    </a:lnTo>
                    <a:lnTo>
                      <a:pt x="0" y="228"/>
                    </a:lnTo>
                    <a:lnTo>
                      <a:pt x="0" y="228"/>
                    </a:lnTo>
                    <a:lnTo>
                      <a:pt x="0" y="229"/>
                    </a:lnTo>
                    <a:lnTo>
                      <a:pt x="0" y="229"/>
                    </a:lnTo>
                    <a:lnTo>
                      <a:pt x="0" y="231"/>
                    </a:lnTo>
                    <a:lnTo>
                      <a:pt x="0" y="231"/>
                    </a:lnTo>
                    <a:lnTo>
                      <a:pt x="0" y="232"/>
                    </a:lnTo>
                    <a:lnTo>
                      <a:pt x="0" y="232"/>
                    </a:lnTo>
                    <a:lnTo>
                      <a:pt x="0" y="234"/>
                    </a:lnTo>
                    <a:lnTo>
                      <a:pt x="0" y="234"/>
                    </a:lnTo>
                    <a:lnTo>
                      <a:pt x="0" y="236"/>
                    </a:lnTo>
                    <a:lnTo>
                      <a:pt x="0" y="236"/>
                    </a:lnTo>
                    <a:lnTo>
                      <a:pt x="0" y="238"/>
                    </a:lnTo>
                    <a:lnTo>
                      <a:pt x="0" y="238"/>
                    </a:lnTo>
                    <a:lnTo>
                      <a:pt x="0" y="238"/>
                    </a:lnTo>
                    <a:lnTo>
                      <a:pt x="1" y="238"/>
                    </a:lnTo>
                    <a:lnTo>
                      <a:pt x="1" y="240"/>
                    </a:lnTo>
                    <a:lnTo>
                      <a:pt x="1" y="243"/>
                    </a:lnTo>
                    <a:lnTo>
                      <a:pt x="1" y="244"/>
                    </a:lnTo>
                    <a:lnTo>
                      <a:pt x="3" y="244"/>
                    </a:lnTo>
                    <a:lnTo>
                      <a:pt x="3" y="246"/>
                    </a:lnTo>
                    <a:lnTo>
                      <a:pt x="5" y="248"/>
                    </a:lnTo>
                    <a:lnTo>
                      <a:pt x="5" y="250"/>
                    </a:lnTo>
                    <a:lnTo>
                      <a:pt x="6" y="250"/>
                    </a:lnTo>
                    <a:lnTo>
                      <a:pt x="6" y="251"/>
                    </a:lnTo>
                    <a:lnTo>
                      <a:pt x="9" y="253"/>
                    </a:lnTo>
                    <a:lnTo>
                      <a:pt x="9" y="255"/>
                    </a:lnTo>
                    <a:lnTo>
                      <a:pt x="11" y="255"/>
                    </a:lnTo>
                    <a:lnTo>
                      <a:pt x="11" y="257"/>
                    </a:lnTo>
                    <a:lnTo>
                      <a:pt x="13" y="257"/>
                    </a:lnTo>
                    <a:lnTo>
                      <a:pt x="14" y="259"/>
                    </a:lnTo>
                    <a:lnTo>
                      <a:pt x="16" y="259"/>
                    </a:lnTo>
                    <a:lnTo>
                      <a:pt x="16" y="260"/>
                    </a:lnTo>
                    <a:lnTo>
                      <a:pt x="16" y="260"/>
                    </a:lnTo>
                    <a:lnTo>
                      <a:pt x="16" y="260"/>
                    </a:lnTo>
                    <a:lnTo>
                      <a:pt x="18" y="260"/>
                    </a:lnTo>
                    <a:lnTo>
                      <a:pt x="18" y="262"/>
                    </a:lnTo>
                    <a:lnTo>
                      <a:pt x="18" y="262"/>
                    </a:lnTo>
                    <a:lnTo>
                      <a:pt x="18" y="262"/>
                    </a:lnTo>
                    <a:lnTo>
                      <a:pt x="20" y="262"/>
                    </a:lnTo>
                    <a:lnTo>
                      <a:pt x="20" y="265"/>
                    </a:lnTo>
                    <a:lnTo>
                      <a:pt x="20" y="265"/>
                    </a:lnTo>
                    <a:lnTo>
                      <a:pt x="20" y="265"/>
                    </a:lnTo>
                    <a:lnTo>
                      <a:pt x="22" y="265"/>
                    </a:lnTo>
                    <a:lnTo>
                      <a:pt x="22" y="265"/>
                    </a:lnTo>
                    <a:lnTo>
                      <a:pt x="23" y="265"/>
                    </a:lnTo>
                    <a:lnTo>
                      <a:pt x="23" y="265"/>
                    </a:lnTo>
                    <a:lnTo>
                      <a:pt x="26" y="265"/>
                    </a:lnTo>
                    <a:lnTo>
                      <a:pt x="26" y="266"/>
                    </a:lnTo>
                    <a:lnTo>
                      <a:pt x="27" y="266"/>
                    </a:lnTo>
                    <a:lnTo>
                      <a:pt x="27" y="266"/>
                    </a:lnTo>
                    <a:lnTo>
                      <a:pt x="28" y="266"/>
                    </a:lnTo>
                    <a:lnTo>
                      <a:pt x="28" y="267"/>
                    </a:lnTo>
                    <a:lnTo>
                      <a:pt x="31" y="267"/>
                    </a:lnTo>
                    <a:lnTo>
                      <a:pt x="33" y="267"/>
                    </a:lnTo>
                    <a:lnTo>
                      <a:pt x="34" y="267"/>
                    </a:lnTo>
                    <a:lnTo>
                      <a:pt x="34" y="267"/>
                    </a:lnTo>
                    <a:lnTo>
                      <a:pt x="36" y="267"/>
                    </a:lnTo>
                    <a:lnTo>
                      <a:pt x="38" y="267"/>
                    </a:lnTo>
                    <a:lnTo>
                      <a:pt x="40" y="267"/>
                    </a:lnTo>
                    <a:lnTo>
                      <a:pt x="40" y="267"/>
                    </a:lnTo>
                    <a:lnTo>
                      <a:pt x="42" y="267"/>
                    </a:lnTo>
                    <a:lnTo>
                      <a:pt x="42" y="267"/>
                    </a:lnTo>
                    <a:lnTo>
                      <a:pt x="44" y="267"/>
                    </a:lnTo>
                    <a:lnTo>
                      <a:pt x="44" y="267"/>
                    </a:lnTo>
                    <a:lnTo>
                      <a:pt x="46" y="267"/>
                    </a:lnTo>
                    <a:lnTo>
                      <a:pt x="46" y="267"/>
                    </a:lnTo>
                    <a:lnTo>
                      <a:pt x="48" y="267"/>
                    </a:lnTo>
                    <a:lnTo>
                      <a:pt x="48" y="267"/>
                    </a:lnTo>
                    <a:lnTo>
                      <a:pt x="50" y="267"/>
                    </a:lnTo>
                    <a:lnTo>
                      <a:pt x="51" y="267"/>
                    </a:lnTo>
                    <a:lnTo>
                      <a:pt x="53" y="267"/>
                    </a:lnTo>
                    <a:lnTo>
                      <a:pt x="53" y="267"/>
                    </a:lnTo>
                    <a:lnTo>
                      <a:pt x="55" y="267"/>
                    </a:lnTo>
                    <a:lnTo>
                      <a:pt x="56" y="267"/>
                    </a:lnTo>
                    <a:lnTo>
                      <a:pt x="58" y="267"/>
                    </a:lnTo>
                    <a:lnTo>
                      <a:pt x="58" y="267"/>
                    </a:lnTo>
                    <a:lnTo>
                      <a:pt x="60" y="267"/>
                    </a:lnTo>
                    <a:lnTo>
                      <a:pt x="61" y="267"/>
                    </a:lnTo>
                    <a:lnTo>
                      <a:pt x="63" y="267"/>
                    </a:lnTo>
                    <a:lnTo>
                      <a:pt x="63" y="267"/>
                    </a:lnTo>
                    <a:lnTo>
                      <a:pt x="64" y="267"/>
                    </a:lnTo>
                    <a:lnTo>
                      <a:pt x="64" y="267"/>
                    </a:lnTo>
                    <a:lnTo>
                      <a:pt x="65" y="267"/>
                    </a:lnTo>
                    <a:lnTo>
                      <a:pt x="65" y="267"/>
                    </a:lnTo>
                    <a:lnTo>
                      <a:pt x="67" y="267"/>
                    </a:lnTo>
                    <a:lnTo>
                      <a:pt x="67" y="267"/>
                    </a:lnTo>
                    <a:lnTo>
                      <a:pt x="70" y="266"/>
                    </a:lnTo>
                    <a:lnTo>
                      <a:pt x="70" y="266"/>
                    </a:lnTo>
                    <a:lnTo>
                      <a:pt x="71" y="266"/>
                    </a:lnTo>
                    <a:lnTo>
                      <a:pt x="71" y="266"/>
                    </a:lnTo>
                    <a:lnTo>
                      <a:pt x="72" y="266"/>
                    </a:lnTo>
                    <a:lnTo>
                      <a:pt x="72" y="266"/>
                    </a:lnTo>
                    <a:lnTo>
                      <a:pt x="74" y="266"/>
                    </a:lnTo>
                    <a:lnTo>
                      <a:pt x="74" y="266"/>
                    </a:lnTo>
                    <a:lnTo>
                      <a:pt x="76" y="265"/>
                    </a:lnTo>
                    <a:lnTo>
                      <a:pt x="76" y="265"/>
                    </a:lnTo>
                    <a:lnTo>
                      <a:pt x="76" y="265"/>
                    </a:lnTo>
                    <a:lnTo>
                      <a:pt x="76" y="265"/>
                    </a:lnTo>
                    <a:lnTo>
                      <a:pt x="78" y="264"/>
                    </a:lnTo>
                    <a:lnTo>
                      <a:pt x="78" y="264"/>
                    </a:lnTo>
                    <a:lnTo>
                      <a:pt x="79" y="264"/>
                    </a:lnTo>
                    <a:lnTo>
                      <a:pt x="79" y="264"/>
                    </a:lnTo>
                    <a:lnTo>
                      <a:pt x="81" y="262"/>
                    </a:lnTo>
                    <a:lnTo>
                      <a:pt x="81" y="262"/>
                    </a:lnTo>
                    <a:lnTo>
                      <a:pt x="82" y="262"/>
                    </a:lnTo>
                    <a:lnTo>
                      <a:pt x="82" y="262"/>
                    </a:lnTo>
                    <a:lnTo>
                      <a:pt x="84" y="260"/>
                    </a:lnTo>
                    <a:lnTo>
                      <a:pt x="84" y="260"/>
                    </a:lnTo>
                    <a:lnTo>
                      <a:pt x="86" y="260"/>
                    </a:lnTo>
                    <a:lnTo>
                      <a:pt x="86" y="260"/>
                    </a:lnTo>
                    <a:lnTo>
                      <a:pt x="87" y="258"/>
                    </a:lnTo>
                    <a:lnTo>
                      <a:pt x="87" y="258"/>
                    </a:lnTo>
                    <a:lnTo>
                      <a:pt x="87" y="258"/>
                    </a:lnTo>
                    <a:lnTo>
                      <a:pt x="87" y="258"/>
                    </a:lnTo>
                    <a:lnTo>
                      <a:pt x="89" y="256"/>
                    </a:lnTo>
                    <a:lnTo>
                      <a:pt x="89" y="256"/>
                    </a:lnTo>
                    <a:lnTo>
                      <a:pt x="92" y="256"/>
                    </a:lnTo>
                    <a:lnTo>
                      <a:pt x="92" y="256"/>
                    </a:lnTo>
                    <a:lnTo>
                      <a:pt x="93" y="254"/>
                    </a:lnTo>
                    <a:lnTo>
                      <a:pt x="93" y="254"/>
                    </a:lnTo>
                    <a:lnTo>
                      <a:pt x="94" y="254"/>
                    </a:lnTo>
                    <a:lnTo>
                      <a:pt x="94" y="254"/>
                    </a:lnTo>
                    <a:lnTo>
                      <a:pt x="96" y="252"/>
                    </a:lnTo>
                    <a:lnTo>
                      <a:pt x="96" y="252"/>
                    </a:lnTo>
                    <a:lnTo>
                      <a:pt x="97" y="252"/>
                    </a:lnTo>
                    <a:lnTo>
                      <a:pt x="97" y="252"/>
                    </a:lnTo>
                    <a:lnTo>
                      <a:pt x="99" y="250"/>
                    </a:lnTo>
                    <a:lnTo>
                      <a:pt x="99" y="250"/>
                    </a:lnTo>
                    <a:lnTo>
                      <a:pt x="99" y="250"/>
                    </a:lnTo>
                    <a:lnTo>
                      <a:pt x="99" y="250"/>
                    </a:lnTo>
                    <a:lnTo>
                      <a:pt x="99" y="249"/>
                    </a:lnTo>
                    <a:lnTo>
                      <a:pt x="99" y="249"/>
                    </a:lnTo>
                    <a:lnTo>
                      <a:pt x="99" y="249"/>
                    </a:lnTo>
                    <a:lnTo>
                      <a:pt x="99" y="249"/>
                    </a:lnTo>
                    <a:lnTo>
                      <a:pt x="101" y="247"/>
                    </a:lnTo>
                    <a:lnTo>
                      <a:pt x="101" y="247"/>
                    </a:lnTo>
                    <a:lnTo>
                      <a:pt x="101" y="247"/>
                    </a:lnTo>
                    <a:lnTo>
                      <a:pt x="101" y="247"/>
                    </a:lnTo>
                    <a:lnTo>
                      <a:pt x="102" y="245"/>
                    </a:lnTo>
                    <a:lnTo>
                      <a:pt x="102" y="245"/>
                    </a:lnTo>
                    <a:lnTo>
                      <a:pt x="102" y="245"/>
                    </a:lnTo>
                    <a:lnTo>
                      <a:pt x="102" y="245"/>
                    </a:lnTo>
                    <a:lnTo>
                      <a:pt x="104" y="243"/>
                    </a:lnTo>
                    <a:lnTo>
                      <a:pt x="104" y="243"/>
                    </a:lnTo>
                    <a:lnTo>
                      <a:pt x="104" y="243"/>
                    </a:lnTo>
                    <a:lnTo>
                      <a:pt x="104" y="243"/>
                    </a:lnTo>
                    <a:lnTo>
                      <a:pt x="106" y="243"/>
                    </a:lnTo>
                    <a:lnTo>
                      <a:pt x="106" y="243"/>
                    </a:lnTo>
                    <a:lnTo>
                      <a:pt x="107" y="243"/>
                    </a:lnTo>
                    <a:lnTo>
                      <a:pt x="107" y="243"/>
                    </a:lnTo>
                    <a:lnTo>
                      <a:pt x="109" y="241"/>
                    </a:lnTo>
                    <a:lnTo>
                      <a:pt x="109" y="241"/>
                    </a:lnTo>
                    <a:lnTo>
                      <a:pt x="109" y="241"/>
                    </a:lnTo>
                    <a:lnTo>
                      <a:pt x="109" y="241"/>
                    </a:lnTo>
                    <a:lnTo>
                      <a:pt x="111" y="240"/>
                    </a:lnTo>
                    <a:lnTo>
                      <a:pt x="111" y="240"/>
                    </a:lnTo>
                    <a:lnTo>
                      <a:pt x="112" y="240"/>
                    </a:lnTo>
                    <a:lnTo>
                      <a:pt x="112" y="240"/>
                    </a:lnTo>
                    <a:lnTo>
                      <a:pt x="114" y="239"/>
                    </a:lnTo>
                    <a:lnTo>
                      <a:pt x="114" y="240"/>
                    </a:lnTo>
                    <a:lnTo>
                      <a:pt x="114" y="240"/>
                    </a:lnTo>
                    <a:lnTo>
                      <a:pt x="114" y="240"/>
                    </a:lnTo>
                    <a:lnTo>
                      <a:pt x="116" y="240"/>
                    </a:lnTo>
                    <a:lnTo>
                      <a:pt x="116" y="240"/>
                    </a:lnTo>
                    <a:lnTo>
                      <a:pt x="117" y="240"/>
                    </a:lnTo>
                    <a:lnTo>
                      <a:pt x="117" y="240"/>
                    </a:lnTo>
                    <a:lnTo>
                      <a:pt x="119" y="240"/>
                    </a:lnTo>
                    <a:lnTo>
                      <a:pt x="119" y="242"/>
                    </a:lnTo>
                    <a:lnTo>
                      <a:pt x="119" y="242"/>
                    </a:lnTo>
                    <a:lnTo>
                      <a:pt x="119" y="242"/>
                    </a:lnTo>
                    <a:lnTo>
                      <a:pt x="121" y="242"/>
                    </a:lnTo>
                    <a:lnTo>
                      <a:pt x="121" y="242"/>
                    </a:lnTo>
                    <a:lnTo>
                      <a:pt x="122" y="242"/>
                    </a:lnTo>
                    <a:lnTo>
                      <a:pt x="122" y="242"/>
                    </a:lnTo>
                    <a:lnTo>
                      <a:pt x="124" y="242"/>
                    </a:lnTo>
                    <a:lnTo>
                      <a:pt x="126" y="244"/>
                    </a:lnTo>
                    <a:lnTo>
                      <a:pt x="128" y="245"/>
                    </a:lnTo>
                    <a:lnTo>
                      <a:pt x="130" y="247"/>
                    </a:lnTo>
                    <a:lnTo>
                      <a:pt x="133" y="248"/>
                    </a:lnTo>
                    <a:lnTo>
                      <a:pt x="135" y="251"/>
                    </a:lnTo>
                    <a:lnTo>
                      <a:pt x="139" y="252"/>
                    </a:lnTo>
                    <a:lnTo>
                      <a:pt x="140" y="255"/>
                    </a:lnTo>
                    <a:lnTo>
                      <a:pt x="145" y="257"/>
                    </a:lnTo>
                    <a:lnTo>
                      <a:pt x="146" y="260"/>
                    </a:lnTo>
                    <a:lnTo>
                      <a:pt x="149" y="262"/>
                    </a:lnTo>
                    <a:lnTo>
                      <a:pt x="151" y="265"/>
                    </a:lnTo>
                    <a:lnTo>
                      <a:pt x="155" y="266"/>
                    </a:lnTo>
                    <a:lnTo>
                      <a:pt x="157" y="269"/>
                    </a:lnTo>
                    <a:lnTo>
                      <a:pt x="159" y="271"/>
                    </a:lnTo>
                    <a:lnTo>
                      <a:pt x="161" y="273"/>
                    </a:lnTo>
                    <a:lnTo>
                      <a:pt x="164" y="274"/>
                    </a:lnTo>
                    <a:lnTo>
                      <a:pt x="166" y="277"/>
                    </a:lnTo>
                    <a:lnTo>
                      <a:pt x="168" y="279"/>
                    </a:lnTo>
                    <a:lnTo>
                      <a:pt x="170" y="282"/>
                    </a:lnTo>
                    <a:lnTo>
                      <a:pt x="173" y="284"/>
                    </a:lnTo>
                    <a:lnTo>
                      <a:pt x="175" y="288"/>
                    </a:lnTo>
                    <a:lnTo>
                      <a:pt x="179" y="291"/>
                    </a:lnTo>
                    <a:lnTo>
                      <a:pt x="182" y="295"/>
                    </a:lnTo>
                    <a:lnTo>
                      <a:pt x="185" y="297"/>
                    </a:lnTo>
                    <a:lnTo>
                      <a:pt x="187" y="301"/>
                    </a:lnTo>
                    <a:lnTo>
                      <a:pt x="190" y="304"/>
                    </a:lnTo>
                    <a:lnTo>
                      <a:pt x="192" y="307"/>
                    </a:lnTo>
                    <a:lnTo>
                      <a:pt x="196" y="309"/>
                    </a:lnTo>
                    <a:lnTo>
                      <a:pt x="198" y="311"/>
                    </a:lnTo>
                    <a:lnTo>
                      <a:pt x="200" y="312"/>
                    </a:lnTo>
                    <a:lnTo>
                      <a:pt x="202" y="313"/>
                    </a:lnTo>
                    <a:lnTo>
                      <a:pt x="204" y="313"/>
                    </a:lnTo>
                    <a:lnTo>
                      <a:pt x="204" y="313"/>
                    </a:lnTo>
                    <a:lnTo>
                      <a:pt x="205" y="313"/>
                    </a:lnTo>
                    <a:lnTo>
                      <a:pt x="207" y="313"/>
                    </a:lnTo>
                    <a:lnTo>
                      <a:pt x="211" y="311"/>
                    </a:lnTo>
                    <a:lnTo>
                      <a:pt x="214" y="311"/>
                    </a:lnTo>
                    <a:lnTo>
                      <a:pt x="218" y="309"/>
                    </a:lnTo>
                    <a:lnTo>
                      <a:pt x="221" y="308"/>
                    </a:lnTo>
                    <a:lnTo>
                      <a:pt x="227" y="306"/>
                    </a:lnTo>
                    <a:lnTo>
                      <a:pt x="231" y="306"/>
                    </a:lnTo>
                    <a:lnTo>
                      <a:pt x="234" y="304"/>
                    </a:lnTo>
                    <a:lnTo>
                      <a:pt x="238" y="303"/>
                    </a:lnTo>
                    <a:lnTo>
                      <a:pt x="243" y="301"/>
                    </a:lnTo>
                    <a:lnTo>
                      <a:pt x="248" y="301"/>
                    </a:lnTo>
                    <a:lnTo>
                      <a:pt x="251" y="299"/>
                    </a:lnTo>
                    <a:lnTo>
                      <a:pt x="254" y="297"/>
                    </a:lnTo>
                    <a:lnTo>
                      <a:pt x="258" y="295"/>
                    </a:lnTo>
                    <a:lnTo>
                      <a:pt x="258" y="295"/>
                    </a:lnTo>
                    <a:lnTo>
                      <a:pt x="260" y="295"/>
                    </a:lnTo>
                    <a:lnTo>
                      <a:pt x="263" y="295"/>
                    </a:lnTo>
                    <a:lnTo>
                      <a:pt x="264" y="294"/>
                    </a:lnTo>
                    <a:lnTo>
                      <a:pt x="266" y="294"/>
                    </a:lnTo>
                    <a:lnTo>
                      <a:pt x="268" y="292"/>
                    </a:lnTo>
                    <a:lnTo>
                      <a:pt x="270" y="292"/>
                    </a:lnTo>
                    <a:lnTo>
                      <a:pt x="273" y="290"/>
                    </a:lnTo>
                    <a:lnTo>
                      <a:pt x="275" y="290"/>
                    </a:lnTo>
                    <a:lnTo>
                      <a:pt x="277" y="289"/>
                    </a:lnTo>
                    <a:lnTo>
                      <a:pt x="279" y="289"/>
                    </a:lnTo>
                    <a:lnTo>
                      <a:pt x="281" y="288"/>
                    </a:lnTo>
                    <a:lnTo>
                      <a:pt x="283" y="288"/>
                    </a:lnTo>
                    <a:lnTo>
                      <a:pt x="285" y="287"/>
                    </a:lnTo>
                    <a:lnTo>
                      <a:pt x="287" y="287"/>
                    </a:lnTo>
                    <a:lnTo>
                      <a:pt x="289" y="284"/>
                    </a:lnTo>
                    <a:lnTo>
                      <a:pt x="289" y="284"/>
                    </a:lnTo>
                    <a:lnTo>
                      <a:pt x="292" y="284"/>
                    </a:lnTo>
                    <a:lnTo>
                      <a:pt x="293" y="284"/>
                    </a:lnTo>
                    <a:lnTo>
                      <a:pt x="295" y="282"/>
                    </a:lnTo>
                    <a:lnTo>
                      <a:pt x="297" y="282"/>
                    </a:lnTo>
                    <a:lnTo>
                      <a:pt x="300" y="280"/>
                    </a:lnTo>
                    <a:lnTo>
                      <a:pt x="302" y="280"/>
                    </a:lnTo>
                    <a:lnTo>
                      <a:pt x="306" y="278"/>
                    </a:lnTo>
                    <a:lnTo>
                      <a:pt x="308" y="278"/>
                    </a:lnTo>
                    <a:lnTo>
                      <a:pt x="309" y="277"/>
                    </a:lnTo>
                    <a:lnTo>
                      <a:pt x="311" y="277"/>
                    </a:lnTo>
                    <a:lnTo>
                      <a:pt x="314" y="275"/>
                    </a:lnTo>
                    <a:lnTo>
                      <a:pt x="315" y="275"/>
                    </a:lnTo>
                    <a:lnTo>
                      <a:pt x="317" y="275"/>
                    </a:lnTo>
                    <a:lnTo>
                      <a:pt x="317" y="275"/>
                    </a:lnTo>
                    <a:lnTo>
                      <a:pt x="319" y="273"/>
                    </a:lnTo>
                    <a:lnTo>
                      <a:pt x="319" y="273"/>
                    </a:lnTo>
                    <a:lnTo>
                      <a:pt x="321" y="273"/>
                    </a:lnTo>
                    <a:lnTo>
                      <a:pt x="321" y="273"/>
                    </a:lnTo>
                    <a:lnTo>
                      <a:pt x="323" y="273"/>
                    </a:lnTo>
                    <a:lnTo>
                      <a:pt x="323" y="273"/>
                    </a:lnTo>
                    <a:lnTo>
                      <a:pt x="324" y="273"/>
                    </a:lnTo>
                    <a:lnTo>
                      <a:pt x="326" y="273"/>
                    </a:lnTo>
                    <a:lnTo>
                      <a:pt x="328" y="273"/>
                    </a:lnTo>
                    <a:lnTo>
                      <a:pt x="328" y="274"/>
                    </a:lnTo>
                    <a:lnTo>
                      <a:pt x="330" y="274"/>
                    </a:lnTo>
                    <a:lnTo>
                      <a:pt x="331" y="274"/>
                    </a:lnTo>
                    <a:lnTo>
                      <a:pt x="333" y="274"/>
                    </a:lnTo>
                    <a:lnTo>
                      <a:pt x="333" y="274"/>
                    </a:lnTo>
                    <a:lnTo>
                      <a:pt x="336" y="274"/>
                    </a:lnTo>
                    <a:lnTo>
                      <a:pt x="336" y="274"/>
                    </a:lnTo>
                    <a:lnTo>
                      <a:pt x="338" y="274"/>
                    </a:lnTo>
                    <a:lnTo>
                      <a:pt x="338" y="275"/>
                    </a:lnTo>
                    <a:lnTo>
                      <a:pt x="338" y="275"/>
                    </a:lnTo>
                    <a:lnTo>
                      <a:pt x="338" y="275"/>
                    </a:lnTo>
                    <a:lnTo>
                      <a:pt x="339" y="275"/>
                    </a:lnTo>
                    <a:lnTo>
                      <a:pt x="339" y="277"/>
                    </a:lnTo>
                    <a:lnTo>
                      <a:pt x="341" y="277"/>
                    </a:lnTo>
                    <a:lnTo>
                      <a:pt x="341" y="277"/>
                    </a:lnTo>
                    <a:lnTo>
                      <a:pt x="343" y="277"/>
                    </a:lnTo>
                    <a:lnTo>
                      <a:pt x="343" y="279"/>
                    </a:lnTo>
                    <a:lnTo>
                      <a:pt x="344" y="279"/>
                    </a:lnTo>
                    <a:lnTo>
                      <a:pt x="344" y="279"/>
                    </a:lnTo>
                    <a:lnTo>
                      <a:pt x="346" y="279"/>
                    </a:lnTo>
                    <a:lnTo>
                      <a:pt x="346" y="280"/>
                    </a:lnTo>
                    <a:lnTo>
                      <a:pt x="346" y="280"/>
                    </a:lnTo>
                    <a:lnTo>
                      <a:pt x="346" y="280"/>
                    </a:lnTo>
                    <a:lnTo>
                      <a:pt x="348" y="280"/>
                    </a:lnTo>
                    <a:lnTo>
                      <a:pt x="348" y="282"/>
                    </a:lnTo>
                    <a:lnTo>
                      <a:pt x="348" y="282"/>
                    </a:lnTo>
                    <a:lnTo>
                      <a:pt x="348" y="283"/>
                    </a:lnTo>
                    <a:lnTo>
                      <a:pt x="348" y="283"/>
                    </a:lnTo>
                    <a:lnTo>
                      <a:pt x="348" y="285"/>
                    </a:lnTo>
                    <a:lnTo>
                      <a:pt x="348" y="285"/>
                    </a:lnTo>
                    <a:lnTo>
                      <a:pt x="348" y="287"/>
                    </a:lnTo>
                    <a:lnTo>
                      <a:pt x="350" y="287"/>
                    </a:lnTo>
                    <a:lnTo>
                      <a:pt x="350" y="288"/>
                    </a:lnTo>
                    <a:lnTo>
                      <a:pt x="350" y="288"/>
                    </a:lnTo>
                    <a:lnTo>
                      <a:pt x="350" y="289"/>
                    </a:lnTo>
                    <a:lnTo>
                      <a:pt x="350" y="289"/>
                    </a:lnTo>
                    <a:lnTo>
                      <a:pt x="350" y="291"/>
                    </a:lnTo>
                    <a:lnTo>
                      <a:pt x="350" y="291"/>
                    </a:lnTo>
                    <a:lnTo>
                      <a:pt x="350" y="291"/>
                    </a:lnTo>
                    <a:lnTo>
                      <a:pt x="352" y="291"/>
                    </a:lnTo>
                    <a:lnTo>
                      <a:pt x="352" y="294"/>
                    </a:lnTo>
                    <a:lnTo>
                      <a:pt x="352" y="294"/>
                    </a:lnTo>
                    <a:lnTo>
                      <a:pt x="352" y="296"/>
                    </a:lnTo>
                    <a:lnTo>
                      <a:pt x="353" y="296"/>
                    </a:lnTo>
                    <a:lnTo>
                      <a:pt x="353" y="298"/>
                    </a:lnTo>
                    <a:lnTo>
                      <a:pt x="355" y="298"/>
                    </a:lnTo>
                    <a:lnTo>
                      <a:pt x="355" y="300"/>
                    </a:lnTo>
                    <a:lnTo>
                      <a:pt x="357" y="300"/>
                    </a:lnTo>
                    <a:lnTo>
                      <a:pt x="357" y="302"/>
                    </a:lnTo>
                    <a:lnTo>
                      <a:pt x="358" y="302"/>
                    </a:lnTo>
                    <a:lnTo>
                      <a:pt x="358" y="304"/>
                    </a:lnTo>
                    <a:lnTo>
                      <a:pt x="360" y="304"/>
                    </a:lnTo>
                    <a:lnTo>
                      <a:pt x="360" y="306"/>
                    </a:lnTo>
                    <a:lnTo>
                      <a:pt x="361" y="306"/>
                    </a:lnTo>
                    <a:lnTo>
                      <a:pt x="361" y="306"/>
                    </a:lnTo>
                    <a:lnTo>
                      <a:pt x="363" y="306"/>
                    </a:lnTo>
                    <a:lnTo>
                      <a:pt x="363" y="309"/>
                    </a:lnTo>
                    <a:lnTo>
                      <a:pt x="365" y="309"/>
                    </a:lnTo>
                    <a:lnTo>
                      <a:pt x="365" y="309"/>
                    </a:lnTo>
                    <a:lnTo>
                      <a:pt x="367" y="309"/>
                    </a:lnTo>
                    <a:lnTo>
                      <a:pt x="367" y="311"/>
                    </a:lnTo>
                    <a:lnTo>
                      <a:pt x="368" y="311"/>
                    </a:lnTo>
                    <a:lnTo>
                      <a:pt x="369" y="311"/>
                    </a:lnTo>
                    <a:lnTo>
                      <a:pt x="371" y="311"/>
                    </a:lnTo>
                    <a:lnTo>
                      <a:pt x="371" y="313"/>
                    </a:lnTo>
                    <a:lnTo>
                      <a:pt x="373" y="313"/>
                    </a:lnTo>
                    <a:lnTo>
                      <a:pt x="374" y="313"/>
                    </a:lnTo>
                    <a:lnTo>
                      <a:pt x="376" y="313"/>
                    </a:lnTo>
                    <a:lnTo>
                      <a:pt x="376" y="313"/>
                    </a:lnTo>
                    <a:lnTo>
                      <a:pt x="377" y="313"/>
                    </a:lnTo>
                    <a:lnTo>
                      <a:pt x="379" y="313"/>
                    </a:lnTo>
                    <a:lnTo>
                      <a:pt x="381" y="313"/>
                    </a:lnTo>
                    <a:lnTo>
                      <a:pt x="381" y="315"/>
                    </a:lnTo>
                    <a:lnTo>
                      <a:pt x="383" y="315"/>
                    </a:lnTo>
                    <a:lnTo>
                      <a:pt x="384" y="315"/>
                    </a:lnTo>
                    <a:lnTo>
                      <a:pt x="386" y="315"/>
                    </a:lnTo>
                    <a:lnTo>
                      <a:pt x="387" y="317"/>
                    </a:lnTo>
                    <a:lnTo>
                      <a:pt x="389" y="317"/>
                    </a:lnTo>
                    <a:lnTo>
                      <a:pt x="390" y="317"/>
                    </a:lnTo>
                    <a:lnTo>
                      <a:pt x="392" y="317"/>
                    </a:lnTo>
                    <a:lnTo>
                      <a:pt x="392" y="317"/>
                    </a:lnTo>
                    <a:lnTo>
                      <a:pt x="394" y="317"/>
                    </a:lnTo>
                    <a:lnTo>
                      <a:pt x="396" y="317"/>
                    </a:lnTo>
                    <a:lnTo>
                      <a:pt x="398" y="317"/>
                    </a:lnTo>
                    <a:lnTo>
                      <a:pt x="399" y="317"/>
                    </a:lnTo>
                    <a:lnTo>
                      <a:pt x="402" y="317"/>
                    </a:lnTo>
                    <a:lnTo>
                      <a:pt x="404" y="317"/>
                    </a:lnTo>
                    <a:lnTo>
                      <a:pt x="405" y="317"/>
                    </a:lnTo>
                    <a:lnTo>
                      <a:pt x="405" y="318"/>
                    </a:lnTo>
                    <a:lnTo>
                      <a:pt x="407" y="318"/>
                    </a:lnTo>
                    <a:lnTo>
                      <a:pt x="409" y="318"/>
                    </a:lnTo>
                    <a:lnTo>
                      <a:pt x="411" y="318"/>
                    </a:lnTo>
                    <a:lnTo>
                      <a:pt x="412" y="318"/>
                    </a:lnTo>
                    <a:lnTo>
                      <a:pt x="414" y="318"/>
                    </a:lnTo>
                    <a:lnTo>
                      <a:pt x="416" y="318"/>
                    </a:lnTo>
                    <a:lnTo>
                      <a:pt x="418" y="317"/>
                    </a:lnTo>
                    <a:lnTo>
                      <a:pt x="418" y="317"/>
                    </a:lnTo>
                    <a:lnTo>
                      <a:pt x="420" y="317"/>
                    </a:lnTo>
                    <a:lnTo>
                      <a:pt x="421" y="317"/>
                    </a:lnTo>
                    <a:lnTo>
                      <a:pt x="424" y="316"/>
                    </a:lnTo>
                    <a:lnTo>
                      <a:pt x="425" y="316"/>
                    </a:lnTo>
                    <a:lnTo>
                      <a:pt x="427" y="316"/>
                    </a:lnTo>
                    <a:lnTo>
                      <a:pt x="428" y="316"/>
                    </a:lnTo>
                    <a:lnTo>
                      <a:pt x="431" y="314"/>
                    </a:lnTo>
                    <a:lnTo>
                      <a:pt x="431" y="314"/>
                    </a:lnTo>
                    <a:lnTo>
                      <a:pt x="433" y="314"/>
                    </a:lnTo>
                    <a:lnTo>
                      <a:pt x="433" y="314"/>
                    </a:lnTo>
                    <a:lnTo>
                      <a:pt x="435" y="313"/>
                    </a:lnTo>
                    <a:lnTo>
                      <a:pt x="435" y="313"/>
                    </a:lnTo>
                    <a:lnTo>
                      <a:pt x="436" y="312"/>
                    </a:lnTo>
                    <a:lnTo>
                      <a:pt x="437" y="312"/>
                    </a:lnTo>
                    <a:lnTo>
                      <a:pt x="439" y="310"/>
                    </a:lnTo>
                    <a:lnTo>
                      <a:pt x="439" y="310"/>
                    </a:lnTo>
                    <a:lnTo>
                      <a:pt x="441" y="310"/>
                    </a:lnTo>
                    <a:lnTo>
                      <a:pt x="441" y="310"/>
                    </a:lnTo>
                    <a:lnTo>
                      <a:pt x="443" y="309"/>
                    </a:lnTo>
                    <a:lnTo>
                      <a:pt x="443" y="309"/>
                    </a:lnTo>
                    <a:lnTo>
                      <a:pt x="445" y="307"/>
                    </a:lnTo>
                    <a:lnTo>
                      <a:pt x="446" y="307"/>
                    </a:lnTo>
                    <a:lnTo>
                      <a:pt x="448" y="305"/>
                    </a:lnTo>
                    <a:lnTo>
                      <a:pt x="448" y="305"/>
                    </a:lnTo>
                    <a:lnTo>
                      <a:pt x="448" y="305"/>
                    </a:lnTo>
                    <a:lnTo>
                      <a:pt x="448" y="305"/>
                    </a:lnTo>
                    <a:lnTo>
                      <a:pt x="449" y="303"/>
                    </a:lnTo>
                    <a:lnTo>
                      <a:pt x="449" y="303"/>
                    </a:lnTo>
                    <a:lnTo>
                      <a:pt x="450" y="301"/>
                    </a:lnTo>
                    <a:lnTo>
                      <a:pt x="450" y="301"/>
                    </a:lnTo>
                    <a:lnTo>
                      <a:pt x="452" y="299"/>
                    </a:lnTo>
                    <a:lnTo>
                      <a:pt x="452" y="299"/>
                    </a:lnTo>
                    <a:lnTo>
                      <a:pt x="453" y="297"/>
                    </a:lnTo>
                    <a:lnTo>
                      <a:pt x="453" y="297"/>
                    </a:lnTo>
                    <a:lnTo>
                      <a:pt x="455" y="295"/>
                    </a:lnTo>
                    <a:lnTo>
                      <a:pt x="455" y="295"/>
                    </a:lnTo>
                    <a:lnTo>
                      <a:pt x="456" y="294"/>
                    </a:lnTo>
                    <a:lnTo>
                      <a:pt x="456" y="294"/>
                    </a:lnTo>
                    <a:lnTo>
                      <a:pt x="457" y="291"/>
                    </a:lnTo>
                    <a:lnTo>
                      <a:pt x="457" y="291"/>
                    </a:lnTo>
                    <a:lnTo>
                      <a:pt x="457" y="291"/>
                    </a:lnTo>
                    <a:lnTo>
                      <a:pt x="457" y="291"/>
                    </a:lnTo>
                    <a:lnTo>
                      <a:pt x="457" y="291"/>
                    </a:lnTo>
                    <a:lnTo>
                      <a:pt x="457" y="291"/>
                    </a:lnTo>
                    <a:lnTo>
                      <a:pt x="457" y="291"/>
                    </a:lnTo>
                    <a:lnTo>
                      <a:pt x="457" y="291"/>
                    </a:lnTo>
                    <a:lnTo>
                      <a:pt x="457" y="289"/>
                    </a:lnTo>
                    <a:lnTo>
                      <a:pt x="457" y="289"/>
                    </a:lnTo>
                    <a:lnTo>
                      <a:pt x="457" y="289"/>
                    </a:lnTo>
                    <a:lnTo>
                      <a:pt x="457" y="289"/>
                    </a:lnTo>
                    <a:lnTo>
                      <a:pt x="457" y="288"/>
                    </a:lnTo>
                    <a:lnTo>
                      <a:pt x="457" y="288"/>
                    </a:lnTo>
                    <a:lnTo>
                      <a:pt x="457" y="288"/>
                    </a:lnTo>
                    <a:lnTo>
                      <a:pt x="457" y="288"/>
                    </a:lnTo>
                    <a:lnTo>
                      <a:pt x="457" y="286"/>
                    </a:lnTo>
                    <a:lnTo>
                      <a:pt x="456" y="286"/>
                    </a:lnTo>
                    <a:lnTo>
                      <a:pt x="456" y="286"/>
                    </a:lnTo>
                    <a:lnTo>
                      <a:pt x="456" y="286"/>
                    </a:lnTo>
                    <a:lnTo>
                      <a:pt x="456" y="284"/>
                    </a:lnTo>
                    <a:lnTo>
                      <a:pt x="455" y="284"/>
                    </a:lnTo>
                    <a:lnTo>
                      <a:pt x="455" y="282"/>
                    </a:lnTo>
                    <a:lnTo>
                      <a:pt x="455" y="282"/>
                    </a:lnTo>
                    <a:lnTo>
                      <a:pt x="455" y="280"/>
                    </a:lnTo>
                    <a:lnTo>
                      <a:pt x="453" y="280"/>
                    </a:lnTo>
                    <a:lnTo>
                      <a:pt x="453" y="280"/>
                    </a:lnTo>
                    <a:lnTo>
                      <a:pt x="453" y="280"/>
                    </a:lnTo>
                    <a:lnTo>
                      <a:pt x="453" y="278"/>
                    </a:lnTo>
                    <a:lnTo>
                      <a:pt x="453" y="278"/>
                    </a:lnTo>
                    <a:lnTo>
                      <a:pt x="453" y="276"/>
                    </a:lnTo>
                    <a:lnTo>
                      <a:pt x="453" y="276"/>
                    </a:lnTo>
                    <a:lnTo>
                      <a:pt x="453" y="274"/>
                    </a:lnTo>
                    <a:lnTo>
                      <a:pt x="451" y="274"/>
                    </a:lnTo>
                    <a:lnTo>
                      <a:pt x="451" y="274"/>
                    </a:lnTo>
                    <a:lnTo>
                      <a:pt x="450" y="274"/>
                    </a:lnTo>
                    <a:lnTo>
                      <a:pt x="450" y="273"/>
                    </a:lnTo>
                    <a:lnTo>
                      <a:pt x="448" y="273"/>
                    </a:lnTo>
                    <a:lnTo>
                      <a:pt x="448" y="272"/>
                    </a:lnTo>
                    <a:lnTo>
                      <a:pt x="446" y="272"/>
                    </a:lnTo>
                    <a:lnTo>
                      <a:pt x="446" y="270"/>
                    </a:lnTo>
                    <a:lnTo>
                      <a:pt x="444" y="270"/>
                    </a:lnTo>
                    <a:lnTo>
                      <a:pt x="444" y="269"/>
                    </a:lnTo>
                    <a:lnTo>
                      <a:pt x="442" y="269"/>
                    </a:lnTo>
                    <a:lnTo>
                      <a:pt x="442" y="267"/>
                    </a:lnTo>
                    <a:lnTo>
                      <a:pt x="441" y="267"/>
                    </a:lnTo>
                    <a:lnTo>
                      <a:pt x="441" y="266"/>
                    </a:lnTo>
                    <a:lnTo>
                      <a:pt x="440" y="266"/>
                    </a:lnTo>
                    <a:lnTo>
                      <a:pt x="440" y="265"/>
                    </a:lnTo>
                    <a:lnTo>
                      <a:pt x="438" y="265"/>
                    </a:lnTo>
                    <a:lnTo>
                      <a:pt x="438" y="265"/>
                    </a:lnTo>
                    <a:lnTo>
                      <a:pt x="436" y="265"/>
                    </a:lnTo>
                    <a:lnTo>
                      <a:pt x="436" y="265"/>
                    </a:lnTo>
                    <a:lnTo>
                      <a:pt x="434" y="265"/>
                    </a:lnTo>
                    <a:lnTo>
                      <a:pt x="434" y="265"/>
                    </a:lnTo>
                    <a:lnTo>
                      <a:pt x="433" y="265"/>
                    </a:lnTo>
                    <a:lnTo>
                      <a:pt x="433" y="263"/>
                    </a:lnTo>
                    <a:lnTo>
                      <a:pt x="431" y="263"/>
                    </a:lnTo>
                    <a:lnTo>
                      <a:pt x="431" y="263"/>
                    </a:lnTo>
                    <a:lnTo>
                      <a:pt x="429" y="263"/>
                    </a:lnTo>
                    <a:lnTo>
                      <a:pt x="429" y="262"/>
                    </a:lnTo>
                    <a:lnTo>
                      <a:pt x="427" y="262"/>
                    </a:lnTo>
                    <a:lnTo>
                      <a:pt x="427" y="262"/>
                    </a:lnTo>
                    <a:lnTo>
                      <a:pt x="427" y="262"/>
                    </a:lnTo>
                    <a:lnTo>
                      <a:pt x="427" y="260"/>
                    </a:lnTo>
                    <a:lnTo>
                      <a:pt x="426" y="260"/>
                    </a:lnTo>
                    <a:lnTo>
                      <a:pt x="426" y="260"/>
                    </a:lnTo>
                    <a:lnTo>
                      <a:pt x="425" y="260"/>
                    </a:lnTo>
                    <a:lnTo>
                      <a:pt x="425" y="259"/>
                    </a:lnTo>
                    <a:lnTo>
                      <a:pt x="423" y="259"/>
                    </a:lnTo>
                    <a:lnTo>
                      <a:pt x="423" y="259"/>
                    </a:lnTo>
                    <a:lnTo>
                      <a:pt x="422" y="259"/>
                    </a:lnTo>
                    <a:lnTo>
                      <a:pt x="422" y="257"/>
                    </a:lnTo>
                    <a:lnTo>
                      <a:pt x="420" y="257"/>
                    </a:lnTo>
                    <a:lnTo>
                      <a:pt x="420" y="257"/>
                    </a:lnTo>
                    <a:lnTo>
                      <a:pt x="419" y="257"/>
                    </a:lnTo>
                    <a:lnTo>
                      <a:pt x="419" y="255"/>
                    </a:lnTo>
                    <a:lnTo>
                      <a:pt x="419" y="255"/>
                    </a:lnTo>
                    <a:lnTo>
                      <a:pt x="419" y="253"/>
                    </a:lnTo>
                    <a:lnTo>
                      <a:pt x="419" y="253"/>
                    </a:lnTo>
                    <a:lnTo>
                      <a:pt x="419" y="251"/>
                    </a:lnTo>
                    <a:lnTo>
                      <a:pt x="416" y="251"/>
                    </a:lnTo>
                    <a:lnTo>
                      <a:pt x="416" y="251"/>
                    </a:lnTo>
                    <a:lnTo>
                      <a:pt x="416" y="251"/>
                    </a:lnTo>
                    <a:lnTo>
                      <a:pt x="416" y="251"/>
                    </a:lnTo>
                    <a:lnTo>
                      <a:pt x="416" y="251"/>
                    </a:lnTo>
                    <a:lnTo>
                      <a:pt x="416" y="251"/>
                    </a:lnTo>
                    <a:lnTo>
                      <a:pt x="416" y="251"/>
                    </a:lnTo>
                    <a:lnTo>
                      <a:pt x="416" y="250"/>
                    </a:lnTo>
                    <a:lnTo>
                      <a:pt x="416" y="250"/>
                    </a:lnTo>
                    <a:lnTo>
                      <a:pt x="416" y="250"/>
                    </a:lnTo>
                    <a:lnTo>
                      <a:pt x="416" y="250"/>
                    </a:lnTo>
                    <a:lnTo>
                      <a:pt x="416" y="249"/>
                    </a:lnTo>
                    <a:lnTo>
                      <a:pt x="416" y="249"/>
                    </a:lnTo>
                    <a:lnTo>
                      <a:pt x="416" y="249"/>
                    </a:lnTo>
                    <a:lnTo>
                      <a:pt x="416" y="249"/>
                    </a:lnTo>
                    <a:lnTo>
                      <a:pt x="416" y="247"/>
                    </a:lnTo>
                    <a:lnTo>
                      <a:pt x="416" y="247"/>
                    </a:lnTo>
                    <a:lnTo>
                      <a:pt x="416" y="247"/>
                    </a:lnTo>
                    <a:lnTo>
                      <a:pt x="416" y="247"/>
                    </a:lnTo>
                    <a:lnTo>
                      <a:pt x="416" y="247"/>
                    </a:lnTo>
                    <a:lnTo>
                      <a:pt x="416" y="247"/>
                    </a:lnTo>
                    <a:lnTo>
                      <a:pt x="416" y="247"/>
                    </a:lnTo>
                    <a:lnTo>
                      <a:pt x="416" y="247"/>
                    </a:lnTo>
                    <a:lnTo>
                      <a:pt x="416" y="245"/>
                    </a:lnTo>
                    <a:lnTo>
                      <a:pt x="416" y="245"/>
                    </a:lnTo>
                    <a:lnTo>
                      <a:pt x="416" y="245"/>
                    </a:lnTo>
                    <a:lnTo>
                      <a:pt x="416" y="245"/>
                    </a:lnTo>
                    <a:lnTo>
                      <a:pt x="416" y="244"/>
                    </a:lnTo>
                    <a:lnTo>
                      <a:pt x="416" y="244"/>
                    </a:lnTo>
                    <a:lnTo>
                      <a:pt x="416" y="244"/>
                    </a:lnTo>
                    <a:lnTo>
                      <a:pt x="416" y="244"/>
                    </a:lnTo>
                    <a:lnTo>
                      <a:pt x="419" y="242"/>
                    </a:lnTo>
                    <a:lnTo>
                      <a:pt x="419" y="242"/>
                    </a:lnTo>
                    <a:lnTo>
                      <a:pt x="420" y="240"/>
                    </a:lnTo>
                    <a:lnTo>
                      <a:pt x="421" y="240"/>
                    </a:lnTo>
                    <a:lnTo>
                      <a:pt x="424" y="238"/>
                    </a:lnTo>
                    <a:lnTo>
                      <a:pt x="426" y="238"/>
                    </a:lnTo>
                    <a:lnTo>
                      <a:pt x="428" y="236"/>
                    </a:lnTo>
                    <a:lnTo>
                      <a:pt x="430" y="235"/>
                    </a:lnTo>
                    <a:lnTo>
                      <a:pt x="434" y="233"/>
                    </a:lnTo>
                    <a:lnTo>
                      <a:pt x="436" y="233"/>
                    </a:lnTo>
                    <a:lnTo>
                      <a:pt x="438" y="233"/>
                    </a:lnTo>
                    <a:lnTo>
                      <a:pt x="441" y="233"/>
                    </a:lnTo>
                    <a:lnTo>
                      <a:pt x="444" y="230"/>
                    </a:lnTo>
                    <a:lnTo>
                      <a:pt x="446" y="230"/>
                    </a:lnTo>
                    <a:lnTo>
                      <a:pt x="448" y="229"/>
                    </a:lnTo>
                    <a:lnTo>
                      <a:pt x="450" y="229"/>
                    </a:lnTo>
                    <a:lnTo>
                      <a:pt x="453" y="228"/>
                    </a:lnTo>
                    <a:lnTo>
                      <a:pt x="457" y="227"/>
                    </a:lnTo>
                    <a:lnTo>
                      <a:pt x="462" y="225"/>
                    </a:lnTo>
                    <a:lnTo>
                      <a:pt x="468" y="223"/>
                    </a:lnTo>
                    <a:lnTo>
                      <a:pt x="474" y="221"/>
                    </a:lnTo>
                    <a:lnTo>
                      <a:pt x="480" y="219"/>
                    </a:lnTo>
                    <a:lnTo>
                      <a:pt x="487" y="217"/>
                    </a:lnTo>
                    <a:lnTo>
                      <a:pt x="494" y="215"/>
                    </a:lnTo>
                    <a:lnTo>
                      <a:pt x="502" y="213"/>
                    </a:lnTo>
                    <a:lnTo>
                      <a:pt x="508" y="211"/>
                    </a:lnTo>
                    <a:lnTo>
                      <a:pt x="514" y="208"/>
                    </a:lnTo>
                    <a:lnTo>
                      <a:pt x="520" y="207"/>
                    </a:lnTo>
                    <a:lnTo>
                      <a:pt x="526" y="205"/>
                    </a:lnTo>
                    <a:lnTo>
                      <a:pt x="530" y="204"/>
                    </a:lnTo>
                    <a:lnTo>
                      <a:pt x="533" y="201"/>
                    </a:lnTo>
                    <a:lnTo>
                      <a:pt x="536" y="200"/>
                    </a:lnTo>
                    <a:lnTo>
                      <a:pt x="538" y="198"/>
                    </a:lnTo>
                    <a:lnTo>
                      <a:pt x="538" y="198"/>
                    </a:lnTo>
                    <a:lnTo>
                      <a:pt x="538" y="196"/>
                    </a:lnTo>
                    <a:lnTo>
                      <a:pt x="536" y="194"/>
                    </a:lnTo>
                    <a:lnTo>
                      <a:pt x="536" y="192"/>
                    </a:lnTo>
                    <a:lnTo>
                      <a:pt x="534" y="191"/>
                    </a:lnTo>
                    <a:lnTo>
                      <a:pt x="533" y="189"/>
                    </a:lnTo>
                    <a:lnTo>
                      <a:pt x="531" y="187"/>
                    </a:lnTo>
                    <a:lnTo>
                      <a:pt x="530" y="185"/>
                    </a:lnTo>
                    <a:lnTo>
                      <a:pt x="527" y="184"/>
                    </a:lnTo>
                    <a:lnTo>
                      <a:pt x="525" y="182"/>
                    </a:lnTo>
                    <a:lnTo>
                      <a:pt x="523" y="179"/>
                    </a:lnTo>
                    <a:lnTo>
                      <a:pt x="521" y="178"/>
                    </a:lnTo>
                    <a:lnTo>
                      <a:pt x="519" y="177"/>
                    </a:lnTo>
                    <a:lnTo>
                      <a:pt x="517" y="175"/>
                    </a:lnTo>
                    <a:lnTo>
                      <a:pt x="516" y="173"/>
                    </a:lnTo>
                    <a:lnTo>
                      <a:pt x="515" y="171"/>
                    </a:lnTo>
                    <a:lnTo>
                      <a:pt x="511" y="169"/>
                    </a:lnTo>
                    <a:lnTo>
                      <a:pt x="509" y="167"/>
                    </a:lnTo>
                    <a:lnTo>
                      <a:pt x="506" y="165"/>
                    </a:lnTo>
                    <a:lnTo>
                      <a:pt x="504" y="162"/>
                    </a:lnTo>
                    <a:lnTo>
                      <a:pt x="500" y="160"/>
                    </a:lnTo>
                    <a:lnTo>
                      <a:pt x="497" y="155"/>
                    </a:lnTo>
                    <a:lnTo>
                      <a:pt x="493" y="152"/>
                    </a:lnTo>
                    <a:lnTo>
                      <a:pt x="492" y="148"/>
                    </a:lnTo>
                    <a:lnTo>
                      <a:pt x="487" y="147"/>
                    </a:lnTo>
                    <a:lnTo>
                      <a:pt x="485" y="143"/>
                    </a:lnTo>
                    <a:lnTo>
                      <a:pt x="480" y="140"/>
                    </a:lnTo>
                    <a:lnTo>
                      <a:pt x="479" y="136"/>
                    </a:lnTo>
                    <a:lnTo>
                      <a:pt x="475" y="134"/>
                    </a:lnTo>
                    <a:lnTo>
                      <a:pt x="473" y="132"/>
                    </a:lnTo>
                    <a:lnTo>
                      <a:pt x="470" y="130"/>
                    </a:lnTo>
                    <a:lnTo>
                      <a:pt x="468" y="126"/>
                    </a:lnTo>
                    <a:lnTo>
                      <a:pt x="465" y="126"/>
                    </a:lnTo>
                    <a:lnTo>
                      <a:pt x="465" y="126"/>
                    </a:lnTo>
                    <a:lnTo>
                      <a:pt x="464" y="126"/>
                    </a:lnTo>
                    <a:lnTo>
                      <a:pt x="464" y="126"/>
                    </a:lnTo>
                    <a:lnTo>
                      <a:pt x="463" y="126"/>
                    </a:lnTo>
                    <a:lnTo>
                      <a:pt x="463" y="126"/>
                    </a:lnTo>
                    <a:lnTo>
                      <a:pt x="461" y="126"/>
                    </a:lnTo>
                    <a:lnTo>
                      <a:pt x="461" y="125"/>
                    </a:lnTo>
                    <a:lnTo>
                      <a:pt x="459" y="125"/>
                    </a:lnTo>
                    <a:lnTo>
                      <a:pt x="459" y="125"/>
                    </a:lnTo>
                    <a:lnTo>
                      <a:pt x="457" y="125"/>
                    </a:lnTo>
                    <a:lnTo>
                      <a:pt x="457" y="125"/>
                    </a:lnTo>
                    <a:lnTo>
                      <a:pt x="455" y="125"/>
                    </a:lnTo>
                    <a:lnTo>
                      <a:pt x="455" y="125"/>
                    </a:lnTo>
                    <a:lnTo>
                      <a:pt x="455" y="125"/>
                    </a:lnTo>
                    <a:lnTo>
                      <a:pt x="455" y="123"/>
                    </a:lnTo>
                    <a:lnTo>
                      <a:pt x="453" y="123"/>
                    </a:lnTo>
                    <a:lnTo>
                      <a:pt x="453" y="123"/>
                    </a:lnTo>
                    <a:lnTo>
                      <a:pt x="451" y="123"/>
                    </a:lnTo>
                    <a:lnTo>
                      <a:pt x="451" y="123"/>
                    </a:lnTo>
                    <a:lnTo>
                      <a:pt x="449" y="123"/>
                    </a:lnTo>
                    <a:lnTo>
                      <a:pt x="449" y="123"/>
                    </a:lnTo>
                    <a:lnTo>
                      <a:pt x="449" y="123"/>
                    </a:lnTo>
                    <a:lnTo>
                      <a:pt x="449" y="123"/>
                    </a:lnTo>
                    <a:lnTo>
                      <a:pt x="448" y="124"/>
                    </a:lnTo>
                    <a:lnTo>
                      <a:pt x="448" y="124"/>
                    </a:lnTo>
                    <a:lnTo>
                      <a:pt x="447" y="124"/>
                    </a:lnTo>
                    <a:lnTo>
                      <a:pt x="447" y="124"/>
                    </a:lnTo>
                    <a:lnTo>
                      <a:pt x="445" y="124"/>
                    </a:lnTo>
                    <a:lnTo>
                      <a:pt x="445" y="124"/>
                    </a:lnTo>
                    <a:lnTo>
                      <a:pt x="445" y="124"/>
                    </a:lnTo>
                    <a:lnTo>
                      <a:pt x="445" y="124"/>
                    </a:lnTo>
                    <a:lnTo>
                      <a:pt x="443" y="125"/>
                    </a:lnTo>
                    <a:lnTo>
                      <a:pt x="443" y="125"/>
                    </a:lnTo>
                    <a:lnTo>
                      <a:pt x="443" y="126"/>
                    </a:lnTo>
                    <a:lnTo>
                      <a:pt x="443" y="126"/>
                    </a:lnTo>
                    <a:lnTo>
                      <a:pt x="441" y="128"/>
                    </a:lnTo>
                    <a:lnTo>
                      <a:pt x="441" y="128"/>
                    </a:lnTo>
                    <a:lnTo>
                      <a:pt x="441" y="128"/>
                    </a:lnTo>
                    <a:lnTo>
                      <a:pt x="441" y="128"/>
                    </a:lnTo>
                    <a:lnTo>
                      <a:pt x="439" y="130"/>
                    </a:lnTo>
                    <a:lnTo>
                      <a:pt x="439" y="130"/>
                    </a:lnTo>
                    <a:lnTo>
                      <a:pt x="439" y="131"/>
                    </a:lnTo>
                    <a:lnTo>
                      <a:pt x="439" y="131"/>
                    </a:lnTo>
                    <a:lnTo>
                      <a:pt x="438" y="132"/>
                    </a:lnTo>
                    <a:lnTo>
                      <a:pt x="438" y="132"/>
                    </a:lnTo>
                    <a:lnTo>
                      <a:pt x="438" y="132"/>
                    </a:lnTo>
                    <a:lnTo>
                      <a:pt x="438" y="132"/>
                    </a:lnTo>
                    <a:lnTo>
                      <a:pt x="436" y="134"/>
                    </a:lnTo>
                    <a:lnTo>
                      <a:pt x="436" y="134"/>
                    </a:lnTo>
                    <a:lnTo>
                      <a:pt x="435" y="135"/>
                    </a:lnTo>
                    <a:lnTo>
                      <a:pt x="435" y="135"/>
                    </a:lnTo>
                    <a:lnTo>
                      <a:pt x="433" y="138"/>
                    </a:lnTo>
                    <a:lnTo>
                      <a:pt x="433" y="138"/>
                    </a:lnTo>
                    <a:lnTo>
                      <a:pt x="431" y="138"/>
                    </a:lnTo>
                    <a:lnTo>
                      <a:pt x="431" y="138"/>
                    </a:lnTo>
                    <a:lnTo>
                      <a:pt x="429" y="139"/>
                    </a:lnTo>
                    <a:lnTo>
                      <a:pt x="429" y="139"/>
                    </a:lnTo>
                    <a:lnTo>
                      <a:pt x="427" y="139"/>
                    </a:lnTo>
                    <a:lnTo>
                      <a:pt x="427" y="139"/>
                    </a:lnTo>
                    <a:lnTo>
                      <a:pt x="426" y="141"/>
                    </a:lnTo>
                    <a:lnTo>
                      <a:pt x="426" y="141"/>
                    </a:lnTo>
                    <a:lnTo>
                      <a:pt x="425" y="141"/>
                    </a:lnTo>
                    <a:lnTo>
                      <a:pt x="425" y="141"/>
                    </a:lnTo>
                    <a:lnTo>
                      <a:pt x="423" y="143"/>
                    </a:lnTo>
                    <a:lnTo>
                      <a:pt x="421" y="143"/>
                    </a:lnTo>
                    <a:lnTo>
                      <a:pt x="420" y="143"/>
                    </a:lnTo>
                    <a:lnTo>
                      <a:pt x="420" y="143"/>
                    </a:lnTo>
                    <a:lnTo>
                      <a:pt x="418" y="144"/>
                    </a:lnTo>
                    <a:lnTo>
                      <a:pt x="416" y="144"/>
                    </a:lnTo>
                    <a:lnTo>
                      <a:pt x="414" y="144"/>
                    </a:lnTo>
                    <a:lnTo>
                      <a:pt x="414" y="144"/>
                    </a:lnTo>
                    <a:lnTo>
                      <a:pt x="412" y="146"/>
                    </a:lnTo>
                    <a:lnTo>
                      <a:pt x="411" y="146"/>
                    </a:lnTo>
                    <a:lnTo>
                      <a:pt x="409" y="146"/>
                    </a:lnTo>
                    <a:lnTo>
                      <a:pt x="409" y="146"/>
                    </a:lnTo>
                    <a:lnTo>
                      <a:pt x="407" y="147"/>
                    </a:lnTo>
                    <a:lnTo>
                      <a:pt x="406" y="147"/>
                    </a:lnTo>
                    <a:lnTo>
                      <a:pt x="405" y="147"/>
                    </a:lnTo>
                    <a:lnTo>
                      <a:pt x="405" y="147"/>
                    </a:lnTo>
                    <a:lnTo>
                      <a:pt x="403" y="148"/>
                    </a:lnTo>
                    <a:lnTo>
                      <a:pt x="402" y="148"/>
                    </a:lnTo>
                    <a:lnTo>
                      <a:pt x="399" y="148"/>
                    </a:lnTo>
                    <a:lnTo>
                      <a:pt x="399" y="148"/>
                    </a:lnTo>
                    <a:lnTo>
                      <a:pt x="398" y="148"/>
                    </a:lnTo>
                    <a:lnTo>
                      <a:pt x="397" y="148"/>
                    </a:lnTo>
                    <a:lnTo>
                      <a:pt x="395" y="148"/>
                    </a:lnTo>
                    <a:lnTo>
                      <a:pt x="395" y="148"/>
                    </a:lnTo>
                    <a:lnTo>
                      <a:pt x="393" y="148"/>
                    </a:lnTo>
                    <a:lnTo>
                      <a:pt x="392" y="148"/>
                    </a:lnTo>
                    <a:lnTo>
                      <a:pt x="390" y="148"/>
                    </a:lnTo>
                    <a:lnTo>
                      <a:pt x="390" y="148"/>
                    </a:lnTo>
                    <a:lnTo>
                      <a:pt x="388" y="148"/>
                    </a:lnTo>
                    <a:lnTo>
                      <a:pt x="388" y="148"/>
                    </a:lnTo>
                    <a:lnTo>
                      <a:pt x="387" y="148"/>
                    </a:lnTo>
                    <a:lnTo>
                      <a:pt x="387" y="148"/>
                    </a:lnTo>
                    <a:lnTo>
                      <a:pt x="385" y="148"/>
                    </a:lnTo>
                    <a:lnTo>
                      <a:pt x="383" y="148"/>
                    </a:lnTo>
                    <a:lnTo>
                      <a:pt x="381" y="148"/>
                    </a:lnTo>
                    <a:lnTo>
                      <a:pt x="380" y="147"/>
                    </a:lnTo>
                    <a:lnTo>
                      <a:pt x="377" y="147"/>
                    </a:lnTo>
                    <a:lnTo>
                      <a:pt x="376" y="147"/>
                    </a:lnTo>
                    <a:lnTo>
                      <a:pt x="374" y="147"/>
                    </a:lnTo>
                    <a:lnTo>
                      <a:pt x="373" y="145"/>
                    </a:lnTo>
                    <a:lnTo>
                      <a:pt x="371" y="145"/>
                    </a:lnTo>
                    <a:lnTo>
                      <a:pt x="369" y="144"/>
                    </a:lnTo>
                    <a:lnTo>
                      <a:pt x="367" y="144"/>
                    </a:lnTo>
                    <a:lnTo>
                      <a:pt x="366" y="142"/>
                    </a:lnTo>
                    <a:lnTo>
                      <a:pt x="364" y="142"/>
                    </a:lnTo>
                    <a:lnTo>
                      <a:pt x="363" y="140"/>
                    </a:lnTo>
                    <a:lnTo>
                      <a:pt x="361" y="140"/>
                    </a:lnTo>
                    <a:lnTo>
                      <a:pt x="361" y="138"/>
                    </a:lnTo>
                    <a:lnTo>
                      <a:pt x="359" y="138"/>
                    </a:lnTo>
                    <a:lnTo>
                      <a:pt x="358" y="138"/>
                    </a:lnTo>
                    <a:lnTo>
                      <a:pt x="356" y="138"/>
                    </a:lnTo>
                    <a:lnTo>
                      <a:pt x="356" y="138"/>
                    </a:lnTo>
                    <a:lnTo>
                      <a:pt x="354" y="138"/>
                    </a:lnTo>
                    <a:lnTo>
                      <a:pt x="354" y="138"/>
                    </a:lnTo>
                    <a:lnTo>
                      <a:pt x="352" y="138"/>
                    </a:lnTo>
                    <a:lnTo>
                      <a:pt x="352" y="135"/>
                    </a:lnTo>
                    <a:lnTo>
                      <a:pt x="350" y="135"/>
                    </a:lnTo>
                    <a:lnTo>
                      <a:pt x="349" y="135"/>
                    </a:lnTo>
                    <a:lnTo>
                      <a:pt x="347" y="135"/>
                    </a:lnTo>
                    <a:lnTo>
                      <a:pt x="347" y="133"/>
                    </a:lnTo>
                    <a:lnTo>
                      <a:pt x="345" y="133"/>
                    </a:lnTo>
                    <a:lnTo>
                      <a:pt x="345" y="132"/>
                    </a:lnTo>
                    <a:lnTo>
                      <a:pt x="345" y="132"/>
                    </a:lnTo>
                    <a:lnTo>
                      <a:pt x="345" y="130"/>
                    </a:lnTo>
                    <a:lnTo>
                      <a:pt x="343" y="130"/>
                    </a:lnTo>
                    <a:lnTo>
                      <a:pt x="343" y="130"/>
                    </a:lnTo>
                    <a:lnTo>
                      <a:pt x="343" y="130"/>
                    </a:lnTo>
                    <a:lnTo>
                      <a:pt x="343" y="128"/>
                    </a:lnTo>
                    <a:lnTo>
                      <a:pt x="341" y="128"/>
                    </a:lnTo>
                    <a:lnTo>
                      <a:pt x="341" y="126"/>
                    </a:lnTo>
                    <a:lnTo>
                      <a:pt x="341" y="126"/>
                    </a:lnTo>
                    <a:lnTo>
                      <a:pt x="341" y="124"/>
                    </a:lnTo>
                    <a:lnTo>
                      <a:pt x="339" y="124"/>
                    </a:lnTo>
                    <a:lnTo>
                      <a:pt x="339" y="122"/>
                    </a:lnTo>
                    <a:lnTo>
                      <a:pt x="339" y="122"/>
                    </a:lnTo>
                    <a:lnTo>
                      <a:pt x="339" y="120"/>
                    </a:lnTo>
                    <a:lnTo>
                      <a:pt x="339" y="120"/>
                    </a:lnTo>
                    <a:lnTo>
                      <a:pt x="339" y="118"/>
                    </a:lnTo>
                    <a:lnTo>
                      <a:pt x="339" y="117"/>
                    </a:lnTo>
                    <a:lnTo>
                      <a:pt x="339" y="116"/>
                    </a:lnTo>
                    <a:lnTo>
                      <a:pt x="339" y="116"/>
                    </a:lnTo>
                    <a:lnTo>
                      <a:pt x="339" y="116"/>
                    </a:lnTo>
                    <a:lnTo>
                      <a:pt x="339" y="116"/>
                    </a:lnTo>
                    <a:lnTo>
                      <a:pt x="339" y="113"/>
                    </a:lnTo>
                    <a:lnTo>
                      <a:pt x="339" y="113"/>
                    </a:lnTo>
                    <a:lnTo>
                      <a:pt x="339" y="112"/>
                    </a:lnTo>
                    <a:lnTo>
                      <a:pt x="339" y="112"/>
                    </a:lnTo>
                    <a:lnTo>
                      <a:pt x="339" y="110"/>
                    </a:lnTo>
                    <a:lnTo>
                      <a:pt x="339" y="110"/>
                    </a:lnTo>
                    <a:lnTo>
                      <a:pt x="339" y="110"/>
                    </a:lnTo>
                    <a:lnTo>
                      <a:pt x="339" y="110"/>
                    </a:lnTo>
                    <a:lnTo>
                      <a:pt x="339" y="108"/>
                    </a:lnTo>
                    <a:lnTo>
                      <a:pt x="339" y="108"/>
                    </a:lnTo>
                    <a:lnTo>
                      <a:pt x="339" y="107"/>
                    </a:lnTo>
                    <a:lnTo>
                      <a:pt x="339" y="107"/>
                    </a:lnTo>
                    <a:lnTo>
                      <a:pt x="339" y="105"/>
                    </a:lnTo>
                    <a:lnTo>
                      <a:pt x="339" y="105"/>
                    </a:lnTo>
                    <a:lnTo>
                      <a:pt x="340" y="103"/>
                    </a:lnTo>
                    <a:lnTo>
                      <a:pt x="341" y="102"/>
                    </a:lnTo>
                    <a:lnTo>
                      <a:pt x="343" y="100"/>
                    </a:lnTo>
                    <a:lnTo>
                      <a:pt x="345" y="100"/>
                    </a:lnTo>
                    <a:lnTo>
                      <a:pt x="346" y="98"/>
                    </a:lnTo>
                    <a:lnTo>
                      <a:pt x="348" y="96"/>
                    </a:lnTo>
                    <a:lnTo>
                      <a:pt x="350" y="94"/>
                    </a:lnTo>
                    <a:lnTo>
                      <a:pt x="352" y="94"/>
                    </a:lnTo>
                    <a:lnTo>
                      <a:pt x="354" y="92"/>
                    </a:lnTo>
                    <a:lnTo>
                      <a:pt x="356" y="91"/>
                    </a:lnTo>
                    <a:lnTo>
                      <a:pt x="358" y="89"/>
                    </a:lnTo>
                    <a:lnTo>
                      <a:pt x="360" y="89"/>
                    </a:lnTo>
                    <a:lnTo>
                      <a:pt x="361" y="88"/>
                    </a:lnTo>
                    <a:lnTo>
                      <a:pt x="363" y="88"/>
                    </a:lnTo>
                    <a:lnTo>
                      <a:pt x="365" y="86"/>
                    </a:lnTo>
                    <a:lnTo>
                      <a:pt x="365" y="86"/>
                    </a:lnTo>
                    <a:lnTo>
                      <a:pt x="365" y="86"/>
                    </a:lnTo>
                    <a:lnTo>
                      <a:pt x="365" y="86"/>
                    </a:lnTo>
                    <a:lnTo>
                      <a:pt x="367" y="86"/>
                    </a:lnTo>
                    <a:lnTo>
                      <a:pt x="367" y="86"/>
                    </a:lnTo>
                    <a:lnTo>
                      <a:pt x="369" y="86"/>
                    </a:lnTo>
                    <a:lnTo>
                      <a:pt x="369" y="86"/>
                    </a:lnTo>
                    <a:lnTo>
                      <a:pt x="371" y="84"/>
                    </a:lnTo>
                    <a:lnTo>
                      <a:pt x="371" y="84"/>
                    </a:lnTo>
                    <a:lnTo>
                      <a:pt x="373" y="84"/>
                    </a:lnTo>
                    <a:lnTo>
                      <a:pt x="373" y="84"/>
                    </a:lnTo>
                    <a:lnTo>
                      <a:pt x="375" y="84"/>
                    </a:lnTo>
                    <a:lnTo>
                      <a:pt x="375" y="84"/>
                    </a:lnTo>
                    <a:lnTo>
                      <a:pt x="377" y="84"/>
                    </a:lnTo>
                    <a:lnTo>
                      <a:pt x="377" y="84"/>
                    </a:lnTo>
                    <a:lnTo>
                      <a:pt x="379" y="83"/>
                    </a:lnTo>
                    <a:lnTo>
                      <a:pt x="379" y="83"/>
                    </a:lnTo>
                    <a:lnTo>
                      <a:pt x="381" y="83"/>
                    </a:lnTo>
                    <a:lnTo>
                      <a:pt x="381" y="83"/>
                    </a:lnTo>
                    <a:lnTo>
                      <a:pt x="383" y="83"/>
                    </a:lnTo>
                    <a:lnTo>
                      <a:pt x="383" y="83"/>
                    </a:lnTo>
                    <a:lnTo>
                      <a:pt x="385" y="83"/>
                    </a:lnTo>
                    <a:lnTo>
                      <a:pt x="385" y="83"/>
                    </a:lnTo>
                    <a:lnTo>
                      <a:pt x="387" y="83"/>
                    </a:lnTo>
                    <a:lnTo>
                      <a:pt x="387" y="83"/>
                    </a:lnTo>
                    <a:lnTo>
                      <a:pt x="387" y="83"/>
                    </a:lnTo>
                    <a:lnTo>
                      <a:pt x="387" y="83"/>
                    </a:lnTo>
                    <a:lnTo>
                      <a:pt x="389" y="83"/>
                    </a:lnTo>
                    <a:lnTo>
                      <a:pt x="389" y="83"/>
                    </a:lnTo>
                    <a:lnTo>
                      <a:pt x="389" y="83"/>
                    </a:lnTo>
                    <a:lnTo>
                      <a:pt x="389" y="83"/>
                    </a:lnTo>
                    <a:lnTo>
                      <a:pt x="390" y="83"/>
                    </a:lnTo>
                    <a:lnTo>
                      <a:pt x="390" y="83"/>
                    </a:lnTo>
                    <a:lnTo>
                      <a:pt x="390" y="83"/>
                    </a:lnTo>
                    <a:lnTo>
                      <a:pt x="390" y="83"/>
                    </a:lnTo>
                    <a:lnTo>
                      <a:pt x="390" y="83"/>
                    </a:lnTo>
                    <a:lnTo>
                      <a:pt x="390" y="83"/>
                    </a:lnTo>
                    <a:lnTo>
                      <a:pt x="392" y="83"/>
                    </a:lnTo>
                    <a:lnTo>
                      <a:pt x="392" y="83"/>
                    </a:lnTo>
                    <a:lnTo>
                      <a:pt x="394" y="83"/>
                    </a:lnTo>
                    <a:lnTo>
                      <a:pt x="394" y="83"/>
                    </a:lnTo>
                    <a:lnTo>
                      <a:pt x="396" y="83"/>
                    </a:lnTo>
                    <a:lnTo>
                      <a:pt x="396" y="83"/>
                    </a:lnTo>
                    <a:lnTo>
                      <a:pt x="398" y="83"/>
                    </a:lnTo>
                    <a:lnTo>
                      <a:pt x="398" y="83"/>
                    </a:lnTo>
                    <a:lnTo>
                      <a:pt x="398" y="83"/>
                    </a:lnTo>
                    <a:lnTo>
                      <a:pt x="398" y="83"/>
                    </a:lnTo>
                    <a:lnTo>
                      <a:pt x="399" y="83"/>
                    </a:lnTo>
                    <a:lnTo>
                      <a:pt x="399" y="83"/>
                    </a:lnTo>
                  </a:path>
                </a:pathLst>
              </a:custGeom>
              <a:solidFill>
                <a:srgbClr val="3fc0ff"/>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nvGrpSpPr>
            <p:cNvPr id="1914" name=""/>
            <p:cNvGrpSpPr/>
            <p:nvPr/>
          </p:nvGrpSpPr>
          <p:grpSpPr>
            <a:xfrm>
              <a:off x="6753240" y="5892840"/>
              <a:ext cx="849240" cy="735120"/>
              <a:chOff x="6753240" y="5892840"/>
              <a:chExt cx="849240" cy="735120"/>
            </a:xfrm>
          </p:grpSpPr>
          <p:sp>
            <p:nvSpPr>
              <p:cNvPr id="1915" name=""/>
              <p:cNvSpPr/>
              <p:nvPr/>
            </p:nvSpPr>
            <p:spPr>
              <a:xfrm>
                <a:off x="6753240" y="6103800"/>
                <a:ext cx="849240" cy="524160"/>
              </a:xfrm>
              <a:custGeom>
                <a:avLst/>
                <a:gdLst/>
                <a:ahLst/>
                <a:rect l="l" t="t" r="r" b="b"/>
                <a:pathLst>
                  <a:path w="535" h="330">
                    <a:moveTo>
                      <a:pt x="1" y="117"/>
                    </a:moveTo>
                    <a:lnTo>
                      <a:pt x="3" y="116"/>
                    </a:lnTo>
                    <a:lnTo>
                      <a:pt x="8" y="113"/>
                    </a:lnTo>
                    <a:lnTo>
                      <a:pt x="14" y="111"/>
                    </a:lnTo>
                    <a:lnTo>
                      <a:pt x="24" y="106"/>
                    </a:lnTo>
                    <a:lnTo>
                      <a:pt x="34" y="103"/>
                    </a:lnTo>
                    <a:lnTo>
                      <a:pt x="46" y="99"/>
                    </a:lnTo>
                    <a:lnTo>
                      <a:pt x="60" y="95"/>
                    </a:lnTo>
                    <a:lnTo>
                      <a:pt x="74" y="89"/>
                    </a:lnTo>
                    <a:lnTo>
                      <a:pt x="88" y="85"/>
                    </a:lnTo>
                    <a:lnTo>
                      <a:pt x="102" y="81"/>
                    </a:lnTo>
                    <a:lnTo>
                      <a:pt x="115" y="77"/>
                    </a:lnTo>
                    <a:lnTo>
                      <a:pt x="129" y="71"/>
                    </a:lnTo>
                    <a:lnTo>
                      <a:pt x="142" y="67"/>
                    </a:lnTo>
                    <a:lnTo>
                      <a:pt x="154" y="63"/>
                    </a:lnTo>
                    <a:lnTo>
                      <a:pt x="164" y="60"/>
                    </a:lnTo>
                    <a:lnTo>
                      <a:pt x="175" y="56"/>
                    </a:lnTo>
                    <a:lnTo>
                      <a:pt x="182" y="54"/>
                    </a:lnTo>
                    <a:lnTo>
                      <a:pt x="192" y="50"/>
                    </a:lnTo>
                    <a:lnTo>
                      <a:pt x="203" y="46"/>
                    </a:lnTo>
                    <a:lnTo>
                      <a:pt x="216" y="42"/>
                    </a:lnTo>
                    <a:lnTo>
                      <a:pt x="229" y="38"/>
                    </a:lnTo>
                    <a:lnTo>
                      <a:pt x="242" y="32"/>
                    </a:lnTo>
                    <a:lnTo>
                      <a:pt x="256" y="28"/>
                    </a:lnTo>
                    <a:lnTo>
                      <a:pt x="269" y="22"/>
                    </a:lnTo>
                    <a:lnTo>
                      <a:pt x="281" y="19"/>
                    </a:lnTo>
                    <a:lnTo>
                      <a:pt x="294" y="14"/>
                    </a:lnTo>
                    <a:lnTo>
                      <a:pt x="305" y="10"/>
                    </a:lnTo>
                    <a:lnTo>
                      <a:pt x="316" y="6"/>
                    </a:lnTo>
                    <a:lnTo>
                      <a:pt x="324" y="4"/>
                    </a:lnTo>
                    <a:lnTo>
                      <a:pt x="330" y="2"/>
                    </a:lnTo>
                    <a:lnTo>
                      <a:pt x="334" y="1"/>
                    </a:lnTo>
                    <a:lnTo>
                      <a:pt x="336" y="0"/>
                    </a:lnTo>
                    <a:lnTo>
                      <a:pt x="335" y="2"/>
                    </a:lnTo>
                    <a:lnTo>
                      <a:pt x="337" y="4"/>
                    </a:lnTo>
                    <a:lnTo>
                      <a:pt x="340" y="8"/>
                    </a:lnTo>
                    <a:lnTo>
                      <a:pt x="344" y="11"/>
                    </a:lnTo>
                    <a:lnTo>
                      <a:pt x="348" y="16"/>
                    </a:lnTo>
                    <a:lnTo>
                      <a:pt x="354" y="21"/>
                    </a:lnTo>
                    <a:lnTo>
                      <a:pt x="360" y="27"/>
                    </a:lnTo>
                    <a:lnTo>
                      <a:pt x="367" y="31"/>
                    </a:lnTo>
                    <a:lnTo>
                      <a:pt x="373" y="38"/>
                    </a:lnTo>
                    <a:lnTo>
                      <a:pt x="379" y="44"/>
                    </a:lnTo>
                    <a:lnTo>
                      <a:pt x="385" y="50"/>
                    </a:lnTo>
                    <a:lnTo>
                      <a:pt x="391" y="55"/>
                    </a:lnTo>
                    <a:lnTo>
                      <a:pt x="395" y="61"/>
                    </a:lnTo>
                    <a:lnTo>
                      <a:pt x="401" y="67"/>
                    </a:lnTo>
                    <a:lnTo>
                      <a:pt x="405" y="72"/>
                    </a:lnTo>
                    <a:lnTo>
                      <a:pt x="408" y="75"/>
                    </a:lnTo>
                    <a:lnTo>
                      <a:pt x="408" y="77"/>
                    </a:lnTo>
                    <a:lnTo>
                      <a:pt x="408" y="77"/>
                    </a:lnTo>
                    <a:lnTo>
                      <a:pt x="408" y="78"/>
                    </a:lnTo>
                    <a:lnTo>
                      <a:pt x="408" y="78"/>
                    </a:lnTo>
                    <a:lnTo>
                      <a:pt x="408" y="80"/>
                    </a:lnTo>
                    <a:lnTo>
                      <a:pt x="408" y="80"/>
                    </a:lnTo>
                    <a:lnTo>
                      <a:pt x="408" y="81"/>
                    </a:lnTo>
                    <a:lnTo>
                      <a:pt x="410" y="81"/>
                    </a:lnTo>
                    <a:lnTo>
                      <a:pt x="410" y="83"/>
                    </a:lnTo>
                    <a:lnTo>
                      <a:pt x="410" y="83"/>
                    </a:lnTo>
                    <a:lnTo>
                      <a:pt x="410" y="84"/>
                    </a:lnTo>
                    <a:lnTo>
                      <a:pt x="410" y="84"/>
                    </a:lnTo>
                    <a:lnTo>
                      <a:pt x="410" y="84"/>
                    </a:lnTo>
                    <a:lnTo>
                      <a:pt x="410" y="84"/>
                    </a:lnTo>
                    <a:lnTo>
                      <a:pt x="410" y="84"/>
                    </a:lnTo>
                    <a:lnTo>
                      <a:pt x="411" y="84"/>
                    </a:lnTo>
                    <a:lnTo>
                      <a:pt x="409" y="87"/>
                    </a:lnTo>
                    <a:lnTo>
                      <a:pt x="409" y="87"/>
                    </a:lnTo>
                    <a:lnTo>
                      <a:pt x="408" y="87"/>
                    </a:lnTo>
                    <a:lnTo>
                      <a:pt x="408" y="87"/>
                    </a:lnTo>
                    <a:lnTo>
                      <a:pt x="406" y="89"/>
                    </a:lnTo>
                    <a:lnTo>
                      <a:pt x="406" y="89"/>
                    </a:lnTo>
                    <a:lnTo>
                      <a:pt x="405" y="89"/>
                    </a:lnTo>
                    <a:lnTo>
                      <a:pt x="405" y="89"/>
                    </a:lnTo>
                    <a:lnTo>
                      <a:pt x="403" y="90"/>
                    </a:lnTo>
                    <a:lnTo>
                      <a:pt x="403" y="90"/>
                    </a:lnTo>
                    <a:lnTo>
                      <a:pt x="401" y="90"/>
                    </a:lnTo>
                    <a:lnTo>
                      <a:pt x="401" y="90"/>
                    </a:lnTo>
                    <a:lnTo>
                      <a:pt x="399" y="90"/>
                    </a:lnTo>
                    <a:lnTo>
                      <a:pt x="399" y="90"/>
                    </a:lnTo>
                    <a:lnTo>
                      <a:pt x="399" y="90"/>
                    </a:lnTo>
                    <a:lnTo>
                      <a:pt x="399" y="90"/>
                    </a:lnTo>
                    <a:lnTo>
                      <a:pt x="397" y="90"/>
                    </a:lnTo>
                    <a:lnTo>
                      <a:pt x="395" y="90"/>
                    </a:lnTo>
                    <a:lnTo>
                      <a:pt x="394" y="90"/>
                    </a:lnTo>
                    <a:lnTo>
                      <a:pt x="394" y="90"/>
                    </a:lnTo>
                    <a:lnTo>
                      <a:pt x="392" y="90"/>
                    </a:lnTo>
                    <a:lnTo>
                      <a:pt x="391" y="90"/>
                    </a:lnTo>
                    <a:lnTo>
                      <a:pt x="388" y="90"/>
                    </a:lnTo>
                    <a:lnTo>
                      <a:pt x="388" y="90"/>
                    </a:lnTo>
                    <a:lnTo>
                      <a:pt x="386" y="90"/>
                    </a:lnTo>
                    <a:lnTo>
                      <a:pt x="385" y="90"/>
                    </a:lnTo>
                    <a:lnTo>
                      <a:pt x="383" y="90"/>
                    </a:lnTo>
                    <a:lnTo>
                      <a:pt x="383" y="90"/>
                    </a:lnTo>
                    <a:lnTo>
                      <a:pt x="381" y="90"/>
                    </a:lnTo>
                    <a:lnTo>
                      <a:pt x="381" y="90"/>
                    </a:lnTo>
                    <a:lnTo>
                      <a:pt x="379" y="90"/>
                    </a:lnTo>
                    <a:lnTo>
                      <a:pt x="379" y="90"/>
                    </a:lnTo>
                    <a:lnTo>
                      <a:pt x="377" y="90"/>
                    </a:lnTo>
                    <a:lnTo>
                      <a:pt x="376" y="90"/>
                    </a:lnTo>
                    <a:lnTo>
                      <a:pt x="374" y="90"/>
                    </a:lnTo>
                    <a:lnTo>
                      <a:pt x="374" y="90"/>
                    </a:lnTo>
                    <a:lnTo>
                      <a:pt x="372" y="90"/>
                    </a:lnTo>
                    <a:lnTo>
                      <a:pt x="372" y="90"/>
                    </a:lnTo>
                    <a:lnTo>
                      <a:pt x="370" y="90"/>
                    </a:lnTo>
                    <a:lnTo>
                      <a:pt x="370" y="90"/>
                    </a:lnTo>
                    <a:lnTo>
                      <a:pt x="368" y="91"/>
                    </a:lnTo>
                    <a:lnTo>
                      <a:pt x="366" y="91"/>
                    </a:lnTo>
                    <a:lnTo>
                      <a:pt x="364" y="91"/>
                    </a:lnTo>
                    <a:lnTo>
                      <a:pt x="364" y="91"/>
                    </a:lnTo>
                    <a:lnTo>
                      <a:pt x="363" y="92"/>
                    </a:lnTo>
                    <a:lnTo>
                      <a:pt x="363" y="92"/>
                    </a:lnTo>
                    <a:lnTo>
                      <a:pt x="361" y="92"/>
                    </a:lnTo>
                    <a:lnTo>
                      <a:pt x="361" y="92"/>
                    </a:lnTo>
                    <a:lnTo>
                      <a:pt x="359" y="94"/>
                    </a:lnTo>
                    <a:lnTo>
                      <a:pt x="357" y="94"/>
                    </a:lnTo>
                    <a:lnTo>
                      <a:pt x="356" y="94"/>
                    </a:lnTo>
                    <a:lnTo>
                      <a:pt x="356" y="94"/>
                    </a:lnTo>
                    <a:lnTo>
                      <a:pt x="354" y="96"/>
                    </a:lnTo>
                    <a:lnTo>
                      <a:pt x="352" y="96"/>
                    </a:lnTo>
                    <a:lnTo>
                      <a:pt x="350" y="97"/>
                    </a:lnTo>
                    <a:lnTo>
                      <a:pt x="350" y="97"/>
                    </a:lnTo>
                    <a:lnTo>
                      <a:pt x="348" y="99"/>
                    </a:lnTo>
                    <a:lnTo>
                      <a:pt x="346" y="100"/>
                    </a:lnTo>
                    <a:lnTo>
                      <a:pt x="344" y="102"/>
                    </a:lnTo>
                    <a:lnTo>
                      <a:pt x="344" y="102"/>
                    </a:lnTo>
                    <a:lnTo>
                      <a:pt x="342" y="104"/>
                    </a:lnTo>
                    <a:lnTo>
                      <a:pt x="341" y="104"/>
                    </a:lnTo>
                    <a:lnTo>
                      <a:pt x="340" y="106"/>
                    </a:lnTo>
                    <a:lnTo>
                      <a:pt x="340" y="106"/>
                    </a:lnTo>
                    <a:lnTo>
                      <a:pt x="338" y="108"/>
                    </a:lnTo>
                    <a:lnTo>
                      <a:pt x="338" y="109"/>
                    </a:lnTo>
                    <a:lnTo>
                      <a:pt x="338" y="111"/>
                    </a:lnTo>
                    <a:lnTo>
                      <a:pt x="338" y="111"/>
                    </a:lnTo>
                    <a:lnTo>
                      <a:pt x="336" y="112"/>
                    </a:lnTo>
                    <a:lnTo>
                      <a:pt x="336" y="113"/>
                    </a:lnTo>
                    <a:lnTo>
                      <a:pt x="336" y="115"/>
                    </a:lnTo>
                    <a:lnTo>
                      <a:pt x="336" y="115"/>
                    </a:lnTo>
                    <a:lnTo>
                      <a:pt x="335" y="117"/>
                    </a:lnTo>
                    <a:lnTo>
                      <a:pt x="335" y="118"/>
                    </a:lnTo>
                    <a:lnTo>
                      <a:pt x="335" y="120"/>
                    </a:lnTo>
                    <a:lnTo>
                      <a:pt x="335" y="120"/>
                    </a:lnTo>
                    <a:lnTo>
                      <a:pt x="335" y="122"/>
                    </a:lnTo>
                    <a:lnTo>
                      <a:pt x="335" y="122"/>
                    </a:lnTo>
                    <a:lnTo>
                      <a:pt x="335" y="124"/>
                    </a:lnTo>
                    <a:lnTo>
                      <a:pt x="336" y="124"/>
                    </a:lnTo>
                    <a:lnTo>
                      <a:pt x="336" y="126"/>
                    </a:lnTo>
                    <a:lnTo>
                      <a:pt x="336" y="127"/>
                    </a:lnTo>
                    <a:lnTo>
                      <a:pt x="336" y="128"/>
                    </a:lnTo>
                    <a:lnTo>
                      <a:pt x="337" y="128"/>
                    </a:lnTo>
                    <a:lnTo>
                      <a:pt x="337" y="131"/>
                    </a:lnTo>
                    <a:lnTo>
                      <a:pt x="339" y="132"/>
                    </a:lnTo>
                    <a:lnTo>
                      <a:pt x="339" y="134"/>
                    </a:lnTo>
                    <a:lnTo>
                      <a:pt x="341" y="134"/>
                    </a:lnTo>
                    <a:lnTo>
                      <a:pt x="341" y="136"/>
                    </a:lnTo>
                    <a:lnTo>
                      <a:pt x="342" y="137"/>
                    </a:lnTo>
                    <a:lnTo>
                      <a:pt x="342" y="139"/>
                    </a:lnTo>
                    <a:lnTo>
                      <a:pt x="344" y="139"/>
                    </a:lnTo>
                    <a:lnTo>
                      <a:pt x="344" y="141"/>
                    </a:lnTo>
                    <a:lnTo>
                      <a:pt x="346" y="141"/>
                    </a:lnTo>
                    <a:lnTo>
                      <a:pt x="346" y="142"/>
                    </a:lnTo>
                    <a:lnTo>
                      <a:pt x="348" y="142"/>
                    </a:lnTo>
                    <a:lnTo>
                      <a:pt x="348" y="143"/>
                    </a:lnTo>
                    <a:lnTo>
                      <a:pt x="349" y="143"/>
                    </a:lnTo>
                    <a:lnTo>
                      <a:pt x="349" y="145"/>
                    </a:lnTo>
                    <a:lnTo>
                      <a:pt x="351" y="145"/>
                    </a:lnTo>
                    <a:lnTo>
                      <a:pt x="351" y="147"/>
                    </a:lnTo>
                    <a:lnTo>
                      <a:pt x="353" y="147"/>
                    </a:lnTo>
                    <a:lnTo>
                      <a:pt x="354" y="147"/>
                    </a:lnTo>
                    <a:lnTo>
                      <a:pt x="356" y="147"/>
                    </a:lnTo>
                    <a:lnTo>
                      <a:pt x="356" y="149"/>
                    </a:lnTo>
                    <a:lnTo>
                      <a:pt x="358" y="149"/>
                    </a:lnTo>
                    <a:lnTo>
                      <a:pt x="359" y="149"/>
                    </a:lnTo>
                    <a:lnTo>
                      <a:pt x="361" y="149"/>
                    </a:lnTo>
                    <a:lnTo>
                      <a:pt x="361" y="150"/>
                    </a:lnTo>
                    <a:lnTo>
                      <a:pt x="363" y="150"/>
                    </a:lnTo>
                    <a:lnTo>
                      <a:pt x="364" y="150"/>
                    </a:lnTo>
                    <a:lnTo>
                      <a:pt x="366" y="150"/>
                    </a:lnTo>
                    <a:lnTo>
                      <a:pt x="366" y="152"/>
                    </a:lnTo>
                    <a:lnTo>
                      <a:pt x="366" y="152"/>
                    </a:lnTo>
                    <a:lnTo>
                      <a:pt x="366" y="152"/>
                    </a:lnTo>
                    <a:lnTo>
                      <a:pt x="369" y="152"/>
                    </a:lnTo>
                    <a:lnTo>
                      <a:pt x="369" y="152"/>
                    </a:lnTo>
                    <a:lnTo>
                      <a:pt x="370" y="152"/>
                    </a:lnTo>
                    <a:lnTo>
                      <a:pt x="372" y="152"/>
                    </a:lnTo>
                    <a:lnTo>
                      <a:pt x="374" y="152"/>
                    </a:lnTo>
                    <a:lnTo>
                      <a:pt x="374" y="152"/>
                    </a:lnTo>
                    <a:lnTo>
                      <a:pt x="376" y="152"/>
                    </a:lnTo>
                    <a:lnTo>
                      <a:pt x="376" y="152"/>
                    </a:lnTo>
                    <a:lnTo>
                      <a:pt x="378" y="152"/>
                    </a:lnTo>
                    <a:lnTo>
                      <a:pt x="378" y="152"/>
                    </a:lnTo>
                    <a:lnTo>
                      <a:pt x="380" y="152"/>
                    </a:lnTo>
                    <a:lnTo>
                      <a:pt x="381" y="152"/>
                    </a:lnTo>
                    <a:lnTo>
                      <a:pt x="383" y="152"/>
                    </a:lnTo>
                    <a:lnTo>
                      <a:pt x="383" y="152"/>
                    </a:lnTo>
                    <a:lnTo>
                      <a:pt x="385" y="152"/>
                    </a:lnTo>
                    <a:lnTo>
                      <a:pt x="385" y="152"/>
                    </a:lnTo>
                    <a:lnTo>
                      <a:pt x="387" y="152"/>
                    </a:lnTo>
                    <a:lnTo>
                      <a:pt x="387" y="152"/>
                    </a:lnTo>
                    <a:lnTo>
                      <a:pt x="389" y="152"/>
                    </a:lnTo>
                    <a:lnTo>
                      <a:pt x="391" y="152"/>
                    </a:lnTo>
                    <a:lnTo>
                      <a:pt x="393" y="150"/>
                    </a:lnTo>
                    <a:lnTo>
                      <a:pt x="393" y="150"/>
                    </a:lnTo>
                    <a:lnTo>
                      <a:pt x="395" y="150"/>
                    </a:lnTo>
                    <a:lnTo>
                      <a:pt x="397" y="150"/>
                    </a:lnTo>
                    <a:lnTo>
                      <a:pt x="399" y="150"/>
                    </a:lnTo>
                    <a:lnTo>
                      <a:pt x="399" y="150"/>
                    </a:lnTo>
                    <a:lnTo>
                      <a:pt x="401" y="150"/>
                    </a:lnTo>
                    <a:lnTo>
                      <a:pt x="403" y="150"/>
                    </a:lnTo>
                    <a:lnTo>
                      <a:pt x="405" y="149"/>
                    </a:lnTo>
                    <a:lnTo>
                      <a:pt x="405" y="149"/>
                    </a:lnTo>
                    <a:lnTo>
                      <a:pt x="406" y="149"/>
                    </a:lnTo>
                    <a:lnTo>
                      <a:pt x="406" y="149"/>
                    </a:lnTo>
                    <a:lnTo>
                      <a:pt x="408" y="148"/>
                    </a:lnTo>
                    <a:lnTo>
                      <a:pt x="408" y="148"/>
                    </a:lnTo>
                    <a:lnTo>
                      <a:pt x="410" y="148"/>
                    </a:lnTo>
                    <a:lnTo>
                      <a:pt x="410" y="148"/>
                    </a:lnTo>
                    <a:lnTo>
                      <a:pt x="413" y="146"/>
                    </a:lnTo>
                    <a:lnTo>
                      <a:pt x="413" y="146"/>
                    </a:lnTo>
                    <a:lnTo>
                      <a:pt x="415" y="146"/>
                    </a:lnTo>
                    <a:lnTo>
                      <a:pt x="415" y="146"/>
                    </a:lnTo>
                    <a:lnTo>
                      <a:pt x="416" y="145"/>
                    </a:lnTo>
                    <a:lnTo>
                      <a:pt x="416" y="145"/>
                    </a:lnTo>
                    <a:lnTo>
                      <a:pt x="418" y="145"/>
                    </a:lnTo>
                    <a:lnTo>
                      <a:pt x="419" y="145"/>
                    </a:lnTo>
                    <a:lnTo>
                      <a:pt x="421" y="143"/>
                    </a:lnTo>
                    <a:lnTo>
                      <a:pt x="421" y="143"/>
                    </a:lnTo>
                    <a:lnTo>
                      <a:pt x="422" y="143"/>
                    </a:lnTo>
                    <a:lnTo>
                      <a:pt x="422" y="143"/>
                    </a:lnTo>
                    <a:lnTo>
                      <a:pt x="423" y="143"/>
                    </a:lnTo>
                    <a:lnTo>
                      <a:pt x="423" y="143"/>
                    </a:lnTo>
                    <a:lnTo>
                      <a:pt x="425" y="143"/>
                    </a:lnTo>
                    <a:lnTo>
                      <a:pt x="425" y="143"/>
                    </a:lnTo>
                    <a:lnTo>
                      <a:pt x="427" y="142"/>
                    </a:lnTo>
                    <a:lnTo>
                      <a:pt x="427" y="142"/>
                    </a:lnTo>
                    <a:lnTo>
                      <a:pt x="429" y="142"/>
                    </a:lnTo>
                    <a:lnTo>
                      <a:pt x="429" y="142"/>
                    </a:lnTo>
                    <a:lnTo>
                      <a:pt x="431" y="140"/>
                    </a:lnTo>
                    <a:lnTo>
                      <a:pt x="431" y="140"/>
                    </a:lnTo>
                    <a:lnTo>
                      <a:pt x="432" y="140"/>
                    </a:lnTo>
                    <a:lnTo>
                      <a:pt x="432" y="140"/>
                    </a:lnTo>
                    <a:lnTo>
                      <a:pt x="435" y="138"/>
                    </a:lnTo>
                    <a:lnTo>
                      <a:pt x="435" y="138"/>
                    </a:lnTo>
                    <a:lnTo>
                      <a:pt x="435" y="138"/>
                    </a:lnTo>
                    <a:lnTo>
                      <a:pt x="435" y="138"/>
                    </a:lnTo>
                    <a:lnTo>
                      <a:pt x="435" y="137"/>
                    </a:lnTo>
                    <a:lnTo>
                      <a:pt x="435" y="137"/>
                    </a:lnTo>
                    <a:lnTo>
                      <a:pt x="435" y="136"/>
                    </a:lnTo>
                    <a:lnTo>
                      <a:pt x="435" y="136"/>
                    </a:lnTo>
                    <a:lnTo>
                      <a:pt x="437" y="134"/>
                    </a:lnTo>
                    <a:lnTo>
                      <a:pt x="437" y="134"/>
                    </a:lnTo>
                    <a:lnTo>
                      <a:pt x="437" y="134"/>
                    </a:lnTo>
                    <a:lnTo>
                      <a:pt x="437" y="134"/>
                    </a:lnTo>
                    <a:lnTo>
                      <a:pt x="438" y="132"/>
                    </a:lnTo>
                    <a:lnTo>
                      <a:pt x="438" y="132"/>
                    </a:lnTo>
                    <a:lnTo>
                      <a:pt x="438" y="131"/>
                    </a:lnTo>
                    <a:lnTo>
                      <a:pt x="438" y="131"/>
                    </a:lnTo>
                    <a:lnTo>
                      <a:pt x="439" y="129"/>
                    </a:lnTo>
                    <a:lnTo>
                      <a:pt x="439" y="129"/>
                    </a:lnTo>
                    <a:lnTo>
                      <a:pt x="439" y="129"/>
                    </a:lnTo>
                    <a:lnTo>
                      <a:pt x="439" y="129"/>
                    </a:lnTo>
                    <a:lnTo>
                      <a:pt x="442" y="129"/>
                    </a:lnTo>
                    <a:lnTo>
                      <a:pt x="442" y="129"/>
                    </a:lnTo>
                    <a:lnTo>
                      <a:pt x="444" y="129"/>
                    </a:lnTo>
                    <a:lnTo>
                      <a:pt x="444" y="129"/>
                    </a:lnTo>
                    <a:lnTo>
                      <a:pt x="445" y="127"/>
                    </a:lnTo>
                    <a:lnTo>
                      <a:pt x="445" y="127"/>
                    </a:lnTo>
                    <a:lnTo>
                      <a:pt x="447" y="127"/>
                    </a:lnTo>
                    <a:lnTo>
                      <a:pt x="447" y="127"/>
                    </a:lnTo>
                    <a:lnTo>
                      <a:pt x="449" y="127"/>
                    </a:lnTo>
                    <a:lnTo>
                      <a:pt x="449" y="127"/>
                    </a:lnTo>
                    <a:lnTo>
                      <a:pt x="451" y="127"/>
                    </a:lnTo>
                    <a:lnTo>
                      <a:pt x="451" y="127"/>
                    </a:lnTo>
                    <a:lnTo>
                      <a:pt x="453" y="126"/>
                    </a:lnTo>
                    <a:lnTo>
                      <a:pt x="453" y="127"/>
                    </a:lnTo>
                    <a:lnTo>
                      <a:pt x="453" y="127"/>
                    </a:lnTo>
                    <a:lnTo>
                      <a:pt x="453" y="127"/>
                    </a:lnTo>
                    <a:lnTo>
                      <a:pt x="455" y="127"/>
                    </a:lnTo>
                    <a:lnTo>
                      <a:pt x="455" y="127"/>
                    </a:lnTo>
                    <a:lnTo>
                      <a:pt x="457" y="127"/>
                    </a:lnTo>
                    <a:lnTo>
                      <a:pt x="457" y="127"/>
                    </a:lnTo>
                    <a:lnTo>
                      <a:pt x="459" y="127"/>
                    </a:lnTo>
                    <a:lnTo>
                      <a:pt x="459" y="127"/>
                    </a:lnTo>
                    <a:lnTo>
                      <a:pt x="460" y="127"/>
                    </a:lnTo>
                    <a:lnTo>
                      <a:pt x="460" y="127"/>
                    </a:lnTo>
                    <a:lnTo>
                      <a:pt x="461" y="127"/>
                    </a:lnTo>
                    <a:lnTo>
                      <a:pt x="461" y="127"/>
                    </a:lnTo>
                    <a:lnTo>
                      <a:pt x="462" y="127"/>
                    </a:lnTo>
                    <a:lnTo>
                      <a:pt x="462" y="127"/>
                    </a:lnTo>
                    <a:lnTo>
                      <a:pt x="464" y="127"/>
                    </a:lnTo>
                    <a:lnTo>
                      <a:pt x="465" y="130"/>
                    </a:lnTo>
                    <a:lnTo>
                      <a:pt x="467" y="133"/>
                    </a:lnTo>
                    <a:lnTo>
                      <a:pt x="471" y="138"/>
                    </a:lnTo>
                    <a:lnTo>
                      <a:pt x="476" y="142"/>
                    </a:lnTo>
                    <a:lnTo>
                      <a:pt x="482" y="149"/>
                    </a:lnTo>
                    <a:lnTo>
                      <a:pt x="488" y="156"/>
                    </a:lnTo>
                    <a:lnTo>
                      <a:pt x="493" y="164"/>
                    </a:lnTo>
                    <a:lnTo>
                      <a:pt x="501" y="170"/>
                    </a:lnTo>
                    <a:lnTo>
                      <a:pt x="507" y="177"/>
                    </a:lnTo>
                    <a:lnTo>
                      <a:pt x="513" y="184"/>
                    </a:lnTo>
                    <a:lnTo>
                      <a:pt x="518" y="190"/>
                    </a:lnTo>
                    <a:lnTo>
                      <a:pt x="523" y="195"/>
                    </a:lnTo>
                    <a:lnTo>
                      <a:pt x="527" y="200"/>
                    </a:lnTo>
                    <a:lnTo>
                      <a:pt x="531" y="204"/>
                    </a:lnTo>
                    <a:lnTo>
                      <a:pt x="533" y="207"/>
                    </a:lnTo>
                    <a:lnTo>
                      <a:pt x="534" y="206"/>
                    </a:lnTo>
                    <a:lnTo>
                      <a:pt x="532" y="207"/>
                    </a:lnTo>
                    <a:lnTo>
                      <a:pt x="530" y="207"/>
                    </a:lnTo>
                    <a:lnTo>
                      <a:pt x="527" y="208"/>
                    </a:lnTo>
                    <a:lnTo>
                      <a:pt x="525" y="208"/>
                    </a:lnTo>
                    <a:lnTo>
                      <a:pt x="520" y="210"/>
                    </a:lnTo>
                    <a:lnTo>
                      <a:pt x="516" y="211"/>
                    </a:lnTo>
                    <a:lnTo>
                      <a:pt x="512" y="214"/>
                    </a:lnTo>
                    <a:lnTo>
                      <a:pt x="508" y="214"/>
                    </a:lnTo>
                    <a:lnTo>
                      <a:pt x="502" y="215"/>
                    </a:lnTo>
                    <a:lnTo>
                      <a:pt x="498" y="217"/>
                    </a:lnTo>
                    <a:lnTo>
                      <a:pt x="493" y="219"/>
                    </a:lnTo>
                    <a:lnTo>
                      <a:pt x="489" y="221"/>
                    </a:lnTo>
                    <a:lnTo>
                      <a:pt x="484" y="223"/>
                    </a:lnTo>
                    <a:lnTo>
                      <a:pt x="481" y="224"/>
                    </a:lnTo>
                    <a:lnTo>
                      <a:pt x="477" y="226"/>
                    </a:lnTo>
                    <a:lnTo>
                      <a:pt x="475" y="226"/>
                    </a:lnTo>
                    <a:lnTo>
                      <a:pt x="471" y="228"/>
                    </a:lnTo>
                    <a:lnTo>
                      <a:pt x="468" y="228"/>
                    </a:lnTo>
                    <a:lnTo>
                      <a:pt x="464" y="230"/>
                    </a:lnTo>
                    <a:lnTo>
                      <a:pt x="461" y="230"/>
                    </a:lnTo>
                    <a:lnTo>
                      <a:pt x="456" y="232"/>
                    </a:lnTo>
                    <a:lnTo>
                      <a:pt x="452" y="233"/>
                    </a:lnTo>
                    <a:lnTo>
                      <a:pt x="448" y="236"/>
                    </a:lnTo>
                    <a:lnTo>
                      <a:pt x="444" y="236"/>
                    </a:lnTo>
                    <a:lnTo>
                      <a:pt x="439" y="237"/>
                    </a:lnTo>
                    <a:lnTo>
                      <a:pt x="435" y="239"/>
                    </a:lnTo>
                    <a:lnTo>
                      <a:pt x="431" y="241"/>
                    </a:lnTo>
                    <a:lnTo>
                      <a:pt x="427" y="241"/>
                    </a:lnTo>
                    <a:lnTo>
                      <a:pt x="423" y="243"/>
                    </a:lnTo>
                    <a:lnTo>
                      <a:pt x="420" y="245"/>
                    </a:lnTo>
                    <a:lnTo>
                      <a:pt x="416" y="247"/>
                    </a:lnTo>
                    <a:lnTo>
                      <a:pt x="415" y="247"/>
                    </a:lnTo>
                    <a:lnTo>
                      <a:pt x="413" y="249"/>
                    </a:lnTo>
                    <a:lnTo>
                      <a:pt x="413" y="249"/>
                    </a:lnTo>
                    <a:lnTo>
                      <a:pt x="411" y="250"/>
                    </a:lnTo>
                    <a:lnTo>
                      <a:pt x="411" y="250"/>
                    </a:lnTo>
                    <a:lnTo>
                      <a:pt x="409" y="252"/>
                    </a:lnTo>
                    <a:lnTo>
                      <a:pt x="409" y="252"/>
                    </a:lnTo>
                    <a:lnTo>
                      <a:pt x="409" y="252"/>
                    </a:lnTo>
                    <a:lnTo>
                      <a:pt x="409" y="252"/>
                    </a:lnTo>
                    <a:lnTo>
                      <a:pt x="407" y="253"/>
                    </a:lnTo>
                    <a:lnTo>
                      <a:pt x="407" y="253"/>
                    </a:lnTo>
                    <a:lnTo>
                      <a:pt x="407" y="255"/>
                    </a:lnTo>
                    <a:lnTo>
                      <a:pt x="407" y="255"/>
                    </a:lnTo>
                    <a:lnTo>
                      <a:pt x="406" y="256"/>
                    </a:lnTo>
                    <a:lnTo>
                      <a:pt x="406" y="256"/>
                    </a:lnTo>
                    <a:lnTo>
                      <a:pt x="406" y="256"/>
                    </a:lnTo>
                    <a:lnTo>
                      <a:pt x="406" y="256"/>
                    </a:lnTo>
                    <a:lnTo>
                      <a:pt x="406" y="258"/>
                    </a:lnTo>
                    <a:lnTo>
                      <a:pt x="407" y="259"/>
                    </a:lnTo>
                    <a:lnTo>
                      <a:pt x="407" y="261"/>
                    </a:lnTo>
                    <a:lnTo>
                      <a:pt x="409" y="261"/>
                    </a:lnTo>
                    <a:lnTo>
                      <a:pt x="410" y="263"/>
                    </a:lnTo>
                    <a:lnTo>
                      <a:pt x="413" y="263"/>
                    </a:lnTo>
                    <a:lnTo>
                      <a:pt x="415" y="265"/>
                    </a:lnTo>
                    <a:lnTo>
                      <a:pt x="416" y="265"/>
                    </a:lnTo>
                    <a:lnTo>
                      <a:pt x="417" y="267"/>
                    </a:lnTo>
                    <a:lnTo>
                      <a:pt x="420" y="267"/>
                    </a:lnTo>
                    <a:lnTo>
                      <a:pt x="422" y="269"/>
                    </a:lnTo>
                    <a:lnTo>
                      <a:pt x="423" y="269"/>
                    </a:lnTo>
                    <a:lnTo>
                      <a:pt x="423" y="270"/>
                    </a:lnTo>
                    <a:lnTo>
                      <a:pt x="425" y="270"/>
                    </a:lnTo>
                    <a:lnTo>
                      <a:pt x="426" y="270"/>
                    </a:lnTo>
                    <a:lnTo>
                      <a:pt x="428" y="270"/>
                    </a:lnTo>
                    <a:lnTo>
                      <a:pt x="428" y="272"/>
                    </a:lnTo>
                    <a:lnTo>
                      <a:pt x="428" y="272"/>
                    </a:lnTo>
                    <a:lnTo>
                      <a:pt x="428" y="273"/>
                    </a:lnTo>
                    <a:lnTo>
                      <a:pt x="429" y="273"/>
                    </a:lnTo>
                    <a:lnTo>
                      <a:pt x="429" y="275"/>
                    </a:lnTo>
                    <a:lnTo>
                      <a:pt x="431" y="275"/>
                    </a:lnTo>
                    <a:lnTo>
                      <a:pt x="431" y="277"/>
                    </a:lnTo>
                    <a:lnTo>
                      <a:pt x="433" y="277"/>
                    </a:lnTo>
                    <a:lnTo>
                      <a:pt x="433" y="280"/>
                    </a:lnTo>
                    <a:lnTo>
                      <a:pt x="435" y="281"/>
                    </a:lnTo>
                    <a:lnTo>
                      <a:pt x="435" y="283"/>
                    </a:lnTo>
                    <a:lnTo>
                      <a:pt x="437" y="283"/>
                    </a:lnTo>
                    <a:lnTo>
                      <a:pt x="437" y="285"/>
                    </a:lnTo>
                    <a:lnTo>
                      <a:pt x="438" y="285"/>
                    </a:lnTo>
                    <a:lnTo>
                      <a:pt x="438" y="285"/>
                    </a:lnTo>
                    <a:lnTo>
                      <a:pt x="440" y="285"/>
                    </a:lnTo>
                    <a:lnTo>
                      <a:pt x="440" y="287"/>
                    </a:lnTo>
                    <a:lnTo>
                      <a:pt x="440" y="289"/>
                    </a:lnTo>
                    <a:lnTo>
                      <a:pt x="440" y="290"/>
                    </a:lnTo>
                    <a:lnTo>
                      <a:pt x="441" y="290"/>
                    </a:lnTo>
                    <a:lnTo>
                      <a:pt x="441" y="292"/>
                    </a:lnTo>
                    <a:lnTo>
                      <a:pt x="441" y="292"/>
                    </a:lnTo>
                    <a:lnTo>
                      <a:pt x="441" y="294"/>
                    </a:lnTo>
                    <a:lnTo>
                      <a:pt x="443" y="294"/>
                    </a:lnTo>
                    <a:lnTo>
                      <a:pt x="443" y="296"/>
                    </a:lnTo>
                    <a:lnTo>
                      <a:pt x="443" y="297"/>
                    </a:lnTo>
                    <a:lnTo>
                      <a:pt x="443" y="299"/>
                    </a:lnTo>
                    <a:lnTo>
                      <a:pt x="443" y="299"/>
                    </a:lnTo>
                    <a:lnTo>
                      <a:pt x="443" y="302"/>
                    </a:lnTo>
                    <a:lnTo>
                      <a:pt x="443" y="302"/>
                    </a:lnTo>
                    <a:lnTo>
                      <a:pt x="443" y="304"/>
                    </a:lnTo>
                    <a:lnTo>
                      <a:pt x="443" y="304"/>
                    </a:lnTo>
                    <a:lnTo>
                      <a:pt x="441" y="305"/>
                    </a:lnTo>
                    <a:lnTo>
                      <a:pt x="441" y="306"/>
                    </a:lnTo>
                    <a:lnTo>
                      <a:pt x="440" y="308"/>
                    </a:lnTo>
                    <a:lnTo>
                      <a:pt x="440" y="308"/>
                    </a:lnTo>
                    <a:lnTo>
                      <a:pt x="438" y="310"/>
                    </a:lnTo>
                    <a:lnTo>
                      <a:pt x="438" y="310"/>
                    </a:lnTo>
                    <a:lnTo>
                      <a:pt x="438" y="312"/>
                    </a:lnTo>
                    <a:lnTo>
                      <a:pt x="438" y="312"/>
                    </a:lnTo>
                    <a:lnTo>
                      <a:pt x="436" y="314"/>
                    </a:lnTo>
                    <a:lnTo>
                      <a:pt x="435" y="314"/>
                    </a:lnTo>
                    <a:lnTo>
                      <a:pt x="433" y="316"/>
                    </a:lnTo>
                    <a:lnTo>
                      <a:pt x="433" y="316"/>
                    </a:lnTo>
                    <a:lnTo>
                      <a:pt x="431" y="317"/>
                    </a:lnTo>
                    <a:lnTo>
                      <a:pt x="431" y="317"/>
                    </a:lnTo>
                    <a:lnTo>
                      <a:pt x="429" y="317"/>
                    </a:lnTo>
                    <a:lnTo>
                      <a:pt x="429" y="317"/>
                    </a:lnTo>
                    <a:lnTo>
                      <a:pt x="427" y="319"/>
                    </a:lnTo>
                    <a:lnTo>
                      <a:pt x="426" y="319"/>
                    </a:lnTo>
                    <a:lnTo>
                      <a:pt x="424" y="320"/>
                    </a:lnTo>
                    <a:lnTo>
                      <a:pt x="423" y="320"/>
                    </a:lnTo>
                    <a:lnTo>
                      <a:pt x="422" y="322"/>
                    </a:lnTo>
                    <a:lnTo>
                      <a:pt x="420" y="322"/>
                    </a:lnTo>
                    <a:lnTo>
                      <a:pt x="417" y="323"/>
                    </a:lnTo>
                    <a:lnTo>
                      <a:pt x="417" y="323"/>
                    </a:lnTo>
                    <a:lnTo>
                      <a:pt x="416" y="325"/>
                    </a:lnTo>
                    <a:lnTo>
                      <a:pt x="414" y="325"/>
                    </a:lnTo>
                    <a:lnTo>
                      <a:pt x="412" y="326"/>
                    </a:lnTo>
                    <a:lnTo>
                      <a:pt x="412" y="326"/>
                    </a:lnTo>
                    <a:lnTo>
                      <a:pt x="410" y="327"/>
                    </a:lnTo>
                    <a:lnTo>
                      <a:pt x="409" y="327"/>
                    </a:lnTo>
                    <a:lnTo>
                      <a:pt x="407" y="327"/>
                    </a:lnTo>
                    <a:lnTo>
                      <a:pt x="407" y="327"/>
                    </a:lnTo>
                    <a:lnTo>
                      <a:pt x="405" y="329"/>
                    </a:lnTo>
                    <a:lnTo>
                      <a:pt x="403" y="329"/>
                    </a:lnTo>
                    <a:lnTo>
                      <a:pt x="401" y="329"/>
                    </a:lnTo>
                    <a:lnTo>
                      <a:pt x="399" y="329"/>
                    </a:lnTo>
                    <a:lnTo>
                      <a:pt x="397" y="329"/>
                    </a:lnTo>
                    <a:lnTo>
                      <a:pt x="395" y="329"/>
                    </a:lnTo>
                    <a:lnTo>
                      <a:pt x="393" y="329"/>
                    </a:lnTo>
                    <a:lnTo>
                      <a:pt x="391" y="329"/>
                    </a:lnTo>
                    <a:lnTo>
                      <a:pt x="389" y="329"/>
                    </a:lnTo>
                    <a:lnTo>
                      <a:pt x="387" y="329"/>
                    </a:lnTo>
                    <a:lnTo>
                      <a:pt x="385" y="329"/>
                    </a:lnTo>
                    <a:lnTo>
                      <a:pt x="383" y="329"/>
                    </a:lnTo>
                    <a:lnTo>
                      <a:pt x="381" y="329"/>
                    </a:lnTo>
                    <a:lnTo>
                      <a:pt x="379" y="329"/>
                    </a:lnTo>
                    <a:lnTo>
                      <a:pt x="378" y="329"/>
                    </a:lnTo>
                    <a:lnTo>
                      <a:pt x="377" y="328"/>
                    </a:lnTo>
                    <a:lnTo>
                      <a:pt x="375" y="328"/>
                    </a:lnTo>
                    <a:lnTo>
                      <a:pt x="373" y="328"/>
                    </a:lnTo>
                    <a:lnTo>
                      <a:pt x="371" y="328"/>
                    </a:lnTo>
                    <a:lnTo>
                      <a:pt x="370" y="327"/>
                    </a:lnTo>
                    <a:lnTo>
                      <a:pt x="366" y="327"/>
                    </a:lnTo>
                    <a:lnTo>
                      <a:pt x="364" y="326"/>
                    </a:lnTo>
                    <a:lnTo>
                      <a:pt x="363" y="326"/>
                    </a:lnTo>
                    <a:lnTo>
                      <a:pt x="361" y="324"/>
                    </a:lnTo>
                    <a:lnTo>
                      <a:pt x="357" y="324"/>
                    </a:lnTo>
                    <a:lnTo>
                      <a:pt x="356" y="321"/>
                    </a:lnTo>
                    <a:lnTo>
                      <a:pt x="354" y="321"/>
                    </a:lnTo>
                    <a:lnTo>
                      <a:pt x="352" y="320"/>
                    </a:lnTo>
                    <a:lnTo>
                      <a:pt x="350" y="320"/>
                    </a:lnTo>
                    <a:lnTo>
                      <a:pt x="348" y="318"/>
                    </a:lnTo>
                    <a:lnTo>
                      <a:pt x="347" y="317"/>
                    </a:lnTo>
                    <a:lnTo>
                      <a:pt x="347" y="315"/>
                    </a:lnTo>
                    <a:lnTo>
                      <a:pt x="345" y="315"/>
                    </a:lnTo>
                    <a:lnTo>
                      <a:pt x="345" y="315"/>
                    </a:lnTo>
                    <a:lnTo>
                      <a:pt x="345" y="315"/>
                    </a:lnTo>
                    <a:lnTo>
                      <a:pt x="345" y="313"/>
                    </a:lnTo>
                    <a:lnTo>
                      <a:pt x="343" y="313"/>
                    </a:lnTo>
                    <a:lnTo>
                      <a:pt x="343" y="312"/>
                    </a:lnTo>
                    <a:lnTo>
                      <a:pt x="343" y="312"/>
                    </a:lnTo>
                    <a:lnTo>
                      <a:pt x="343" y="310"/>
                    </a:lnTo>
                    <a:lnTo>
                      <a:pt x="341" y="310"/>
                    </a:lnTo>
                    <a:lnTo>
                      <a:pt x="341" y="309"/>
                    </a:lnTo>
                    <a:lnTo>
                      <a:pt x="341" y="309"/>
                    </a:lnTo>
                    <a:lnTo>
                      <a:pt x="341" y="307"/>
                    </a:lnTo>
                    <a:lnTo>
                      <a:pt x="341" y="307"/>
                    </a:lnTo>
                    <a:lnTo>
                      <a:pt x="341" y="306"/>
                    </a:lnTo>
                    <a:lnTo>
                      <a:pt x="341" y="306"/>
                    </a:lnTo>
                    <a:lnTo>
                      <a:pt x="341" y="304"/>
                    </a:lnTo>
                    <a:lnTo>
                      <a:pt x="339" y="304"/>
                    </a:lnTo>
                    <a:lnTo>
                      <a:pt x="339" y="304"/>
                    </a:lnTo>
                    <a:lnTo>
                      <a:pt x="339" y="304"/>
                    </a:lnTo>
                    <a:lnTo>
                      <a:pt x="339" y="302"/>
                    </a:lnTo>
                    <a:lnTo>
                      <a:pt x="339" y="302"/>
                    </a:lnTo>
                    <a:lnTo>
                      <a:pt x="339" y="299"/>
                    </a:lnTo>
                    <a:lnTo>
                      <a:pt x="339" y="299"/>
                    </a:lnTo>
                    <a:lnTo>
                      <a:pt x="339" y="297"/>
                    </a:lnTo>
                    <a:lnTo>
                      <a:pt x="339" y="297"/>
                    </a:lnTo>
                    <a:lnTo>
                      <a:pt x="339" y="296"/>
                    </a:lnTo>
                    <a:lnTo>
                      <a:pt x="339" y="296"/>
                    </a:lnTo>
                    <a:lnTo>
                      <a:pt x="339" y="294"/>
                    </a:lnTo>
                    <a:lnTo>
                      <a:pt x="339" y="294"/>
                    </a:lnTo>
                    <a:lnTo>
                      <a:pt x="339" y="292"/>
                    </a:lnTo>
                    <a:lnTo>
                      <a:pt x="339" y="291"/>
                    </a:lnTo>
                    <a:lnTo>
                      <a:pt x="340" y="289"/>
                    </a:lnTo>
                    <a:lnTo>
                      <a:pt x="338" y="289"/>
                    </a:lnTo>
                    <a:lnTo>
                      <a:pt x="338" y="289"/>
                    </a:lnTo>
                    <a:lnTo>
                      <a:pt x="338" y="289"/>
                    </a:lnTo>
                    <a:lnTo>
                      <a:pt x="338" y="288"/>
                    </a:lnTo>
                    <a:lnTo>
                      <a:pt x="337" y="288"/>
                    </a:lnTo>
                    <a:lnTo>
                      <a:pt x="337" y="288"/>
                    </a:lnTo>
                    <a:lnTo>
                      <a:pt x="337" y="288"/>
                    </a:lnTo>
                    <a:lnTo>
                      <a:pt x="337" y="286"/>
                    </a:lnTo>
                    <a:lnTo>
                      <a:pt x="335" y="286"/>
                    </a:lnTo>
                    <a:lnTo>
                      <a:pt x="335" y="286"/>
                    </a:lnTo>
                    <a:lnTo>
                      <a:pt x="335" y="286"/>
                    </a:lnTo>
                    <a:lnTo>
                      <a:pt x="335" y="285"/>
                    </a:lnTo>
                    <a:lnTo>
                      <a:pt x="334" y="285"/>
                    </a:lnTo>
                    <a:lnTo>
                      <a:pt x="334" y="285"/>
                    </a:lnTo>
                    <a:lnTo>
                      <a:pt x="334" y="285"/>
                    </a:lnTo>
                    <a:lnTo>
                      <a:pt x="334" y="283"/>
                    </a:lnTo>
                    <a:lnTo>
                      <a:pt x="332" y="283"/>
                    </a:lnTo>
                    <a:lnTo>
                      <a:pt x="332" y="283"/>
                    </a:lnTo>
                    <a:lnTo>
                      <a:pt x="331" y="283"/>
                    </a:lnTo>
                    <a:lnTo>
                      <a:pt x="331" y="283"/>
                    </a:lnTo>
                    <a:lnTo>
                      <a:pt x="329" y="283"/>
                    </a:lnTo>
                    <a:lnTo>
                      <a:pt x="329" y="283"/>
                    </a:lnTo>
                    <a:lnTo>
                      <a:pt x="329" y="283"/>
                    </a:lnTo>
                    <a:lnTo>
                      <a:pt x="329" y="281"/>
                    </a:lnTo>
                    <a:lnTo>
                      <a:pt x="327" y="281"/>
                    </a:lnTo>
                    <a:lnTo>
                      <a:pt x="327" y="281"/>
                    </a:lnTo>
                    <a:lnTo>
                      <a:pt x="326" y="281"/>
                    </a:lnTo>
                    <a:lnTo>
                      <a:pt x="326" y="281"/>
                    </a:lnTo>
                    <a:lnTo>
                      <a:pt x="324" y="281"/>
                    </a:lnTo>
                    <a:lnTo>
                      <a:pt x="324" y="281"/>
                    </a:lnTo>
                    <a:lnTo>
                      <a:pt x="324" y="281"/>
                    </a:lnTo>
                    <a:lnTo>
                      <a:pt x="324" y="280"/>
                    </a:lnTo>
                    <a:lnTo>
                      <a:pt x="322" y="281"/>
                    </a:lnTo>
                    <a:lnTo>
                      <a:pt x="321" y="281"/>
                    </a:lnTo>
                    <a:lnTo>
                      <a:pt x="319" y="281"/>
                    </a:lnTo>
                    <a:lnTo>
                      <a:pt x="319" y="281"/>
                    </a:lnTo>
                    <a:lnTo>
                      <a:pt x="317" y="281"/>
                    </a:lnTo>
                    <a:lnTo>
                      <a:pt x="317" y="281"/>
                    </a:lnTo>
                    <a:lnTo>
                      <a:pt x="315" y="281"/>
                    </a:lnTo>
                    <a:lnTo>
                      <a:pt x="315" y="281"/>
                    </a:lnTo>
                    <a:lnTo>
                      <a:pt x="313" y="281"/>
                    </a:lnTo>
                    <a:lnTo>
                      <a:pt x="312" y="281"/>
                    </a:lnTo>
                    <a:lnTo>
                      <a:pt x="310" y="281"/>
                    </a:lnTo>
                    <a:lnTo>
                      <a:pt x="310" y="281"/>
                    </a:lnTo>
                    <a:lnTo>
                      <a:pt x="309" y="281"/>
                    </a:lnTo>
                    <a:lnTo>
                      <a:pt x="309" y="281"/>
                    </a:lnTo>
                    <a:lnTo>
                      <a:pt x="309" y="281"/>
                    </a:lnTo>
                    <a:lnTo>
                      <a:pt x="309" y="281"/>
                    </a:lnTo>
                    <a:lnTo>
                      <a:pt x="306" y="283"/>
                    </a:lnTo>
                    <a:lnTo>
                      <a:pt x="303" y="284"/>
                    </a:lnTo>
                    <a:lnTo>
                      <a:pt x="297" y="286"/>
                    </a:lnTo>
                    <a:lnTo>
                      <a:pt x="290" y="288"/>
                    </a:lnTo>
                    <a:lnTo>
                      <a:pt x="281" y="292"/>
                    </a:lnTo>
                    <a:lnTo>
                      <a:pt x="272" y="294"/>
                    </a:lnTo>
                    <a:lnTo>
                      <a:pt x="262" y="297"/>
                    </a:lnTo>
                    <a:lnTo>
                      <a:pt x="253" y="299"/>
                    </a:lnTo>
                    <a:lnTo>
                      <a:pt x="242" y="304"/>
                    </a:lnTo>
                    <a:lnTo>
                      <a:pt x="232" y="307"/>
                    </a:lnTo>
                    <a:lnTo>
                      <a:pt x="222" y="311"/>
                    </a:lnTo>
                    <a:lnTo>
                      <a:pt x="214" y="313"/>
                    </a:lnTo>
                    <a:lnTo>
                      <a:pt x="206" y="316"/>
                    </a:lnTo>
                    <a:lnTo>
                      <a:pt x="200" y="318"/>
                    </a:lnTo>
                    <a:lnTo>
                      <a:pt x="195" y="320"/>
                    </a:lnTo>
                    <a:lnTo>
                      <a:pt x="194" y="320"/>
                    </a:lnTo>
                    <a:lnTo>
                      <a:pt x="192" y="321"/>
                    </a:lnTo>
                    <a:lnTo>
                      <a:pt x="189" y="319"/>
                    </a:lnTo>
                    <a:lnTo>
                      <a:pt x="185" y="316"/>
                    </a:lnTo>
                    <a:lnTo>
                      <a:pt x="181" y="311"/>
                    </a:lnTo>
                    <a:lnTo>
                      <a:pt x="176" y="306"/>
                    </a:lnTo>
                    <a:lnTo>
                      <a:pt x="170" y="300"/>
                    </a:lnTo>
                    <a:lnTo>
                      <a:pt x="164" y="294"/>
                    </a:lnTo>
                    <a:lnTo>
                      <a:pt x="158" y="286"/>
                    </a:lnTo>
                    <a:lnTo>
                      <a:pt x="151" y="280"/>
                    </a:lnTo>
                    <a:lnTo>
                      <a:pt x="145" y="272"/>
                    </a:lnTo>
                    <a:lnTo>
                      <a:pt x="139" y="267"/>
                    </a:lnTo>
                    <a:lnTo>
                      <a:pt x="134" y="259"/>
                    </a:lnTo>
                    <a:lnTo>
                      <a:pt x="129" y="253"/>
                    </a:lnTo>
                    <a:lnTo>
                      <a:pt x="126" y="248"/>
                    </a:lnTo>
                    <a:lnTo>
                      <a:pt x="123" y="245"/>
                    </a:lnTo>
                    <a:lnTo>
                      <a:pt x="122" y="241"/>
                    </a:lnTo>
                    <a:lnTo>
                      <a:pt x="121" y="241"/>
                    </a:lnTo>
                    <a:lnTo>
                      <a:pt x="121" y="241"/>
                    </a:lnTo>
                    <a:lnTo>
                      <a:pt x="121" y="241"/>
                    </a:lnTo>
                    <a:lnTo>
                      <a:pt x="122" y="241"/>
                    </a:lnTo>
                    <a:lnTo>
                      <a:pt x="122" y="241"/>
                    </a:lnTo>
                    <a:lnTo>
                      <a:pt x="123" y="241"/>
                    </a:lnTo>
                    <a:lnTo>
                      <a:pt x="123" y="241"/>
                    </a:lnTo>
                    <a:lnTo>
                      <a:pt x="125" y="239"/>
                    </a:lnTo>
                    <a:lnTo>
                      <a:pt x="125" y="239"/>
                    </a:lnTo>
                    <a:lnTo>
                      <a:pt x="126" y="239"/>
                    </a:lnTo>
                    <a:lnTo>
                      <a:pt x="126" y="239"/>
                    </a:lnTo>
                    <a:lnTo>
                      <a:pt x="128" y="238"/>
                    </a:lnTo>
                    <a:lnTo>
                      <a:pt x="128" y="238"/>
                    </a:lnTo>
                    <a:lnTo>
                      <a:pt x="129" y="238"/>
                    </a:lnTo>
                    <a:lnTo>
                      <a:pt x="129" y="238"/>
                    </a:lnTo>
                    <a:lnTo>
                      <a:pt x="132" y="237"/>
                    </a:lnTo>
                    <a:lnTo>
                      <a:pt x="132" y="237"/>
                    </a:lnTo>
                    <a:lnTo>
                      <a:pt x="132" y="237"/>
                    </a:lnTo>
                    <a:lnTo>
                      <a:pt x="132" y="237"/>
                    </a:lnTo>
                    <a:lnTo>
                      <a:pt x="134" y="237"/>
                    </a:lnTo>
                    <a:lnTo>
                      <a:pt x="134" y="237"/>
                    </a:lnTo>
                    <a:lnTo>
                      <a:pt x="136" y="237"/>
                    </a:lnTo>
                    <a:lnTo>
                      <a:pt x="137" y="237"/>
                    </a:lnTo>
                    <a:lnTo>
                      <a:pt x="139" y="235"/>
                    </a:lnTo>
                    <a:lnTo>
                      <a:pt x="139" y="235"/>
                    </a:lnTo>
                    <a:lnTo>
                      <a:pt x="141" y="235"/>
                    </a:lnTo>
                    <a:lnTo>
                      <a:pt x="142" y="235"/>
                    </a:lnTo>
                    <a:lnTo>
                      <a:pt x="144" y="233"/>
                    </a:lnTo>
                    <a:lnTo>
                      <a:pt x="144" y="233"/>
                    </a:lnTo>
                    <a:lnTo>
                      <a:pt x="147" y="233"/>
                    </a:lnTo>
                    <a:lnTo>
                      <a:pt x="147" y="233"/>
                    </a:lnTo>
                    <a:lnTo>
                      <a:pt x="148" y="232"/>
                    </a:lnTo>
                    <a:lnTo>
                      <a:pt x="148" y="232"/>
                    </a:lnTo>
                    <a:lnTo>
                      <a:pt x="150" y="232"/>
                    </a:lnTo>
                    <a:lnTo>
                      <a:pt x="151" y="232"/>
                    </a:lnTo>
                    <a:lnTo>
                      <a:pt x="153" y="231"/>
                    </a:lnTo>
                    <a:lnTo>
                      <a:pt x="153" y="231"/>
                    </a:lnTo>
                    <a:lnTo>
                      <a:pt x="155" y="231"/>
                    </a:lnTo>
                    <a:lnTo>
                      <a:pt x="157" y="231"/>
                    </a:lnTo>
                    <a:lnTo>
                      <a:pt x="159" y="230"/>
                    </a:lnTo>
                    <a:lnTo>
                      <a:pt x="159" y="230"/>
                    </a:lnTo>
                    <a:lnTo>
                      <a:pt x="161" y="230"/>
                    </a:lnTo>
                    <a:lnTo>
                      <a:pt x="162" y="230"/>
                    </a:lnTo>
                    <a:lnTo>
                      <a:pt x="164" y="228"/>
                    </a:lnTo>
                    <a:lnTo>
                      <a:pt x="164" y="228"/>
                    </a:lnTo>
                    <a:lnTo>
                      <a:pt x="166" y="228"/>
                    </a:lnTo>
                    <a:lnTo>
                      <a:pt x="167" y="228"/>
                    </a:lnTo>
                    <a:lnTo>
                      <a:pt x="169" y="226"/>
                    </a:lnTo>
                    <a:lnTo>
                      <a:pt x="169" y="226"/>
                    </a:lnTo>
                    <a:lnTo>
                      <a:pt x="171" y="225"/>
                    </a:lnTo>
                    <a:lnTo>
                      <a:pt x="173" y="225"/>
                    </a:lnTo>
                    <a:lnTo>
                      <a:pt x="175" y="223"/>
                    </a:lnTo>
                    <a:lnTo>
                      <a:pt x="177" y="223"/>
                    </a:lnTo>
                    <a:lnTo>
                      <a:pt x="179" y="221"/>
                    </a:lnTo>
                    <a:lnTo>
                      <a:pt x="181" y="221"/>
                    </a:lnTo>
                    <a:lnTo>
                      <a:pt x="184" y="219"/>
                    </a:lnTo>
                    <a:lnTo>
                      <a:pt x="186" y="219"/>
                    </a:lnTo>
                    <a:lnTo>
                      <a:pt x="188" y="217"/>
                    </a:lnTo>
                    <a:lnTo>
                      <a:pt x="190" y="216"/>
                    </a:lnTo>
                    <a:lnTo>
                      <a:pt x="192" y="214"/>
                    </a:lnTo>
                    <a:lnTo>
                      <a:pt x="193" y="214"/>
                    </a:lnTo>
                    <a:lnTo>
                      <a:pt x="195" y="212"/>
                    </a:lnTo>
                    <a:lnTo>
                      <a:pt x="196" y="210"/>
                    </a:lnTo>
                    <a:lnTo>
                      <a:pt x="198" y="208"/>
                    </a:lnTo>
                    <a:lnTo>
                      <a:pt x="198" y="208"/>
                    </a:lnTo>
                    <a:lnTo>
                      <a:pt x="198" y="207"/>
                    </a:lnTo>
                    <a:lnTo>
                      <a:pt x="198" y="207"/>
                    </a:lnTo>
                    <a:lnTo>
                      <a:pt x="199" y="205"/>
                    </a:lnTo>
                    <a:lnTo>
                      <a:pt x="199" y="205"/>
                    </a:lnTo>
                    <a:lnTo>
                      <a:pt x="199" y="203"/>
                    </a:lnTo>
                    <a:lnTo>
                      <a:pt x="199" y="202"/>
                    </a:lnTo>
                    <a:lnTo>
                      <a:pt x="199" y="200"/>
                    </a:lnTo>
                    <a:lnTo>
                      <a:pt x="197" y="200"/>
                    </a:lnTo>
                    <a:lnTo>
                      <a:pt x="197" y="198"/>
                    </a:lnTo>
                    <a:lnTo>
                      <a:pt x="197" y="197"/>
                    </a:lnTo>
                    <a:lnTo>
                      <a:pt x="197" y="195"/>
                    </a:lnTo>
                    <a:lnTo>
                      <a:pt x="197" y="195"/>
                    </a:lnTo>
                    <a:lnTo>
                      <a:pt x="197" y="193"/>
                    </a:lnTo>
                    <a:lnTo>
                      <a:pt x="197" y="193"/>
                    </a:lnTo>
                    <a:lnTo>
                      <a:pt x="197" y="191"/>
                    </a:lnTo>
                    <a:lnTo>
                      <a:pt x="195" y="191"/>
                    </a:lnTo>
                    <a:lnTo>
                      <a:pt x="194" y="189"/>
                    </a:lnTo>
                    <a:lnTo>
                      <a:pt x="192" y="188"/>
                    </a:lnTo>
                    <a:lnTo>
                      <a:pt x="192" y="186"/>
                    </a:lnTo>
                    <a:lnTo>
                      <a:pt x="190" y="186"/>
                    </a:lnTo>
                    <a:lnTo>
                      <a:pt x="188" y="184"/>
                    </a:lnTo>
                    <a:lnTo>
                      <a:pt x="186" y="183"/>
                    </a:lnTo>
                    <a:lnTo>
                      <a:pt x="185" y="181"/>
                    </a:lnTo>
                    <a:lnTo>
                      <a:pt x="183" y="181"/>
                    </a:lnTo>
                    <a:lnTo>
                      <a:pt x="181" y="179"/>
                    </a:lnTo>
                    <a:lnTo>
                      <a:pt x="179" y="179"/>
                    </a:lnTo>
                    <a:lnTo>
                      <a:pt x="178" y="177"/>
                    </a:lnTo>
                    <a:lnTo>
                      <a:pt x="176" y="177"/>
                    </a:lnTo>
                    <a:lnTo>
                      <a:pt x="174" y="176"/>
                    </a:lnTo>
                    <a:lnTo>
                      <a:pt x="172" y="176"/>
                    </a:lnTo>
                    <a:lnTo>
                      <a:pt x="172" y="174"/>
                    </a:lnTo>
                    <a:lnTo>
                      <a:pt x="170" y="174"/>
                    </a:lnTo>
                    <a:lnTo>
                      <a:pt x="169" y="174"/>
                    </a:lnTo>
                    <a:lnTo>
                      <a:pt x="166" y="174"/>
                    </a:lnTo>
                    <a:lnTo>
                      <a:pt x="166" y="174"/>
                    </a:lnTo>
                    <a:lnTo>
                      <a:pt x="164" y="174"/>
                    </a:lnTo>
                    <a:lnTo>
                      <a:pt x="162" y="174"/>
                    </a:lnTo>
                    <a:lnTo>
                      <a:pt x="160" y="174"/>
                    </a:lnTo>
                    <a:lnTo>
                      <a:pt x="159" y="172"/>
                    </a:lnTo>
                    <a:lnTo>
                      <a:pt x="157" y="172"/>
                    </a:lnTo>
                    <a:lnTo>
                      <a:pt x="155" y="172"/>
                    </a:lnTo>
                    <a:lnTo>
                      <a:pt x="153" y="172"/>
                    </a:lnTo>
                    <a:lnTo>
                      <a:pt x="151" y="171"/>
                    </a:lnTo>
                    <a:lnTo>
                      <a:pt x="149" y="171"/>
                    </a:lnTo>
                    <a:lnTo>
                      <a:pt x="149" y="171"/>
                    </a:lnTo>
                    <a:lnTo>
                      <a:pt x="147" y="171"/>
                    </a:lnTo>
                    <a:lnTo>
                      <a:pt x="147" y="170"/>
                    </a:lnTo>
                    <a:lnTo>
                      <a:pt x="145" y="171"/>
                    </a:lnTo>
                    <a:lnTo>
                      <a:pt x="144" y="171"/>
                    </a:lnTo>
                    <a:lnTo>
                      <a:pt x="142" y="171"/>
                    </a:lnTo>
                    <a:lnTo>
                      <a:pt x="142" y="171"/>
                    </a:lnTo>
                    <a:lnTo>
                      <a:pt x="140" y="171"/>
                    </a:lnTo>
                    <a:lnTo>
                      <a:pt x="139" y="171"/>
                    </a:lnTo>
                    <a:lnTo>
                      <a:pt x="137" y="171"/>
                    </a:lnTo>
                    <a:lnTo>
                      <a:pt x="137" y="171"/>
                    </a:lnTo>
                    <a:lnTo>
                      <a:pt x="135" y="172"/>
                    </a:lnTo>
                    <a:lnTo>
                      <a:pt x="134" y="172"/>
                    </a:lnTo>
                    <a:lnTo>
                      <a:pt x="132" y="172"/>
                    </a:lnTo>
                    <a:lnTo>
                      <a:pt x="132" y="172"/>
                    </a:lnTo>
                    <a:lnTo>
                      <a:pt x="130" y="172"/>
                    </a:lnTo>
                    <a:lnTo>
                      <a:pt x="130" y="172"/>
                    </a:lnTo>
                    <a:lnTo>
                      <a:pt x="128" y="172"/>
                    </a:lnTo>
                    <a:lnTo>
                      <a:pt x="128" y="172"/>
                    </a:lnTo>
                    <a:lnTo>
                      <a:pt x="126" y="174"/>
                    </a:lnTo>
                    <a:lnTo>
                      <a:pt x="126" y="174"/>
                    </a:lnTo>
                    <a:lnTo>
                      <a:pt x="125" y="174"/>
                    </a:lnTo>
                    <a:lnTo>
                      <a:pt x="125" y="174"/>
                    </a:lnTo>
                    <a:lnTo>
                      <a:pt x="122" y="175"/>
                    </a:lnTo>
                    <a:lnTo>
                      <a:pt x="122" y="175"/>
                    </a:lnTo>
                    <a:lnTo>
                      <a:pt x="120" y="175"/>
                    </a:lnTo>
                    <a:lnTo>
                      <a:pt x="120" y="175"/>
                    </a:lnTo>
                    <a:lnTo>
                      <a:pt x="119" y="177"/>
                    </a:lnTo>
                    <a:lnTo>
                      <a:pt x="119" y="177"/>
                    </a:lnTo>
                    <a:lnTo>
                      <a:pt x="117" y="177"/>
                    </a:lnTo>
                    <a:lnTo>
                      <a:pt x="117" y="177"/>
                    </a:lnTo>
                    <a:lnTo>
                      <a:pt x="115" y="179"/>
                    </a:lnTo>
                    <a:lnTo>
                      <a:pt x="115" y="179"/>
                    </a:lnTo>
                    <a:lnTo>
                      <a:pt x="115" y="179"/>
                    </a:lnTo>
                    <a:lnTo>
                      <a:pt x="115" y="179"/>
                    </a:lnTo>
                    <a:lnTo>
                      <a:pt x="113" y="181"/>
                    </a:lnTo>
                    <a:lnTo>
                      <a:pt x="113" y="181"/>
                    </a:lnTo>
                    <a:lnTo>
                      <a:pt x="111" y="181"/>
                    </a:lnTo>
                    <a:lnTo>
                      <a:pt x="111" y="181"/>
                    </a:lnTo>
                    <a:lnTo>
                      <a:pt x="110" y="183"/>
                    </a:lnTo>
                    <a:lnTo>
                      <a:pt x="110" y="183"/>
                    </a:lnTo>
                    <a:lnTo>
                      <a:pt x="107" y="183"/>
                    </a:lnTo>
                    <a:lnTo>
                      <a:pt x="107" y="183"/>
                    </a:lnTo>
                    <a:lnTo>
                      <a:pt x="105" y="185"/>
                    </a:lnTo>
                    <a:lnTo>
                      <a:pt x="105" y="185"/>
                    </a:lnTo>
                    <a:lnTo>
                      <a:pt x="104" y="186"/>
                    </a:lnTo>
                    <a:lnTo>
                      <a:pt x="104" y="186"/>
                    </a:lnTo>
                    <a:lnTo>
                      <a:pt x="102" y="187"/>
                    </a:lnTo>
                    <a:lnTo>
                      <a:pt x="102" y="187"/>
                    </a:lnTo>
                    <a:lnTo>
                      <a:pt x="101" y="187"/>
                    </a:lnTo>
                    <a:lnTo>
                      <a:pt x="101" y="187"/>
                    </a:lnTo>
                    <a:lnTo>
                      <a:pt x="99" y="189"/>
                    </a:lnTo>
                    <a:lnTo>
                      <a:pt x="99" y="189"/>
                    </a:lnTo>
                    <a:lnTo>
                      <a:pt x="98" y="190"/>
                    </a:lnTo>
                    <a:lnTo>
                      <a:pt x="98" y="190"/>
                    </a:lnTo>
                    <a:lnTo>
                      <a:pt x="96" y="192"/>
                    </a:lnTo>
                    <a:lnTo>
                      <a:pt x="96" y="192"/>
                    </a:lnTo>
                    <a:lnTo>
                      <a:pt x="95" y="192"/>
                    </a:lnTo>
                    <a:lnTo>
                      <a:pt x="95" y="192"/>
                    </a:lnTo>
                    <a:lnTo>
                      <a:pt x="93" y="194"/>
                    </a:lnTo>
                    <a:lnTo>
                      <a:pt x="93" y="194"/>
                    </a:lnTo>
                    <a:lnTo>
                      <a:pt x="92" y="194"/>
                    </a:lnTo>
                    <a:lnTo>
                      <a:pt x="92" y="194"/>
                    </a:lnTo>
                    <a:lnTo>
                      <a:pt x="91" y="195"/>
                    </a:lnTo>
                    <a:lnTo>
                      <a:pt x="91" y="195"/>
                    </a:lnTo>
                    <a:lnTo>
                      <a:pt x="91" y="195"/>
                    </a:lnTo>
                    <a:lnTo>
                      <a:pt x="91" y="195"/>
                    </a:lnTo>
                    <a:lnTo>
                      <a:pt x="89" y="195"/>
                    </a:lnTo>
                    <a:lnTo>
                      <a:pt x="89" y="195"/>
                    </a:lnTo>
                    <a:lnTo>
                      <a:pt x="89" y="195"/>
                    </a:lnTo>
                    <a:lnTo>
                      <a:pt x="89" y="195"/>
                    </a:lnTo>
                    <a:lnTo>
                      <a:pt x="87" y="195"/>
                    </a:lnTo>
                    <a:lnTo>
                      <a:pt x="87" y="195"/>
                    </a:lnTo>
                    <a:lnTo>
                      <a:pt x="86" y="195"/>
                    </a:lnTo>
                    <a:lnTo>
                      <a:pt x="86" y="195"/>
                    </a:lnTo>
                    <a:lnTo>
                      <a:pt x="83" y="195"/>
                    </a:lnTo>
                    <a:lnTo>
                      <a:pt x="83" y="195"/>
                    </a:lnTo>
                    <a:lnTo>
                      <a:pt x="82" y="195"/>
                    </a:lnTo>
                    <a:lnTo>
                      <a:pt x="82" y="195"/>
                    </a:lnTo>
                    <a:lnTo>
                      <a:pt x="80" y="195"/>
                    </a:lnTo>
                    <a:lnTo>
                      <a:pt x="80" y="195"/>
                    </a:lnTo>
                    <a:lnTo>
                      <a:pt x="80" y="195"/>
                    </a:lnTo>
                    <a:lnTo>
                      <a:pt x="80" y="194"/>
                    </a:lnTo>
                    <a:lnTo>
                      <a:pt x="78" y="194"/>
                    </a:lnTo>
                    <a:lnTo>
                      <a:pt x="78" y="194"/>
                    </a:lnTo>
                    <a:lnTo>
                      <a:pt x="76" y="194"/>
                    </a:lnTo>
                    <a:lnTo>
                      <a:pt x="76" y="194"/>
                    </a:lnTo>
                    <a:lnTo>
                      <a:pt x="75" y="194"/>
                    </a:lnTo>
                    <a:lnTo>
                      <a:pt x="75" y="194"/>
                    </a:lnTo>
                    <a:lnTo>
                      <a:pt x="75" y="194"/>
                    </a:lnTo>
                    <a:lnTo>
                      <a:pt x="75" y="192"/>
                    </a:lnTo>
                    <a:lnTo>
                      <a:pt x="73" y="192"/>
                    </a:lnTo>
                    <a:lnTo>
                      <a:pt x="73" y="192"/>
                    </a:lnTo>
                    <a:lnTo>
                      <a:pt x="72" y="192"/>
                    </a:lnTo>
                    <a:lnTo>
                      <a:pt x="72" y="191"/>
                    </a:lnTo>
                    <a:lnTo>
                      <a:pt x="71" y="191"/>
                    </a:lnTo>
                    <a:lnTo>
                      <a:pt x="71" y="191"/>
                    </a:lnTo>
                    <a:lnTo>
                      <a:pt x="71" y="191"/>
                    </a:lnTo>
                    <a:lnTo>
                      <a:pt x="71" y="189"/>
                    </a:lnTo>
                    <a:lnTo>
                      <a:pt x="66" y="187"/>
                    </a:lnTo>
                    <a:lnTo>
                      <a:pt x="61" y="183"/>
                    </a:lnTo>
                    <a:lnTo>
                      <a:pt x="55" y="178"/>
                    </a:lnTo>
                    <a:lnTo>
                      <a:pt x="51" y="172"/>
                    </a:lnTo>
                    <a:lnTo>
                      <a:pt x="44" y="167"/>
                    </a:lnTo>
                    <a:lnTo>
                      <a:pt x="38" y="161"/>
                    </a:lnTo>
                    <a:lnTo>
                      <a:pt x="32" y="155"/>
                    </a:lnTo>
                    <a:lnTo>
                      <a:pt x="27" y="148"/>
                    </a:lnTo>
                    <a:lnTo>
                      <a:pt x="22" y="143"/>
                    </a:lnTo>
                    <a:lnTo>
                      <a:pt x="16" y="137"/>
                    </a:lnTo>
                    <a:lnTo>
                      <a:pt x="11" y="133"/>
                    </a:lnTo>
                    <a:lnTo>
                      <a:pt x="7" y="127"/>
                    </a:lnTo>
                    <a:lnTo>
                      <a:pt x="3" y="124"/>
                    </a:lnTo>
                    <a:lnTo>
                      <a:pt x="1" y="121"/>
                    </a:lnTo>
                    <a:lnTo>
                      <a:pt x="0" y="119"/>
                    </a:lnTo>
                    <a:lnTo>
                      <a:pt x="1" y="117"/>
                    </a:lnTo>
                    <a:lnTo>
                      <a:pt x="1" y="117"/>
                    </a:lnTo>
                  </a:path>
                </a:pathLst>
              </a:custGeom>
              <a:solidFill>
                <a:srgbClr val="000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16" name=""/>
              <p:cNvSpPr/>
              <p:nvPr/>
            </p:nvSpPr>
            <p:spPr>
              <a:xfrm>
                <a:off x="6945480" y="6267600"/>
                <a:ext cx="515880" cy="196560"/>
              </a:xfrm>
              <a:custGeom>
                <a:avLst/>
                <a:gdLst/>
                <a:ahLst/>
                <a:rect l="l" t="t" r="r" b="b"/>
                <a:pathLst>
                  <a:path w="325" h="124">
                    <a:moveTo>
                      <a:pt x="3" y="0"/>
                    </a:moveTo>
                    <a:lnTo>
                      <a:pt x="1" y="1"/>
                    </a:lnTo>
                    <a:lnTo>
                      <a:pt x="1" y="2"/>
                    </a:lnTo>
                    <a:lnTo>
                      <a:pt x="1" y="4"/>
                    </a:lnTo>
                    <a:lnTo>
                      <a:pt x="1" y="6"/>
                    </a:lnTo>
                    <a:lnTo>
                      <a:pt x="1" y="10"/>
                    </a:lnTo>
                    <a:lnTo>
                      <a:pt x="1" y="13"/>
                    </a:lnTo>
                    <a:lnTo>
                      <a:pt x="1" y="16"/>
                    </a:lnTo>
                    <a:lnTo>
                      <a:pt x="1" y="19"/>
                    </a:lnTo>
                    <a:lnTo>
                      <a:pt x="0" y="23"/>
                    </a:lnTo>
                    <a:lnTo>
                      <a:pt x="0" y="27"/>
                    </a:lnTo>
                    <a:lnTo>
                      <a:pt x="0" y="31"/>
                    </a:lnTo>
                    <a:lnTo>
                      <a:pt x="0" y="33"/>
                    </a:lnTo>
                    <a:lnTo>
                      <a:pt x="0" y="37"/>
                    </a:lnTo>
                    <a:lnTo>
                      <a:pt x="0" y="39"/>
                    </a:lnTo>
                    <a:lnTo>
                      <a:pt x="0" y="41"/>
                    </a:lnTo>
                    <a:lnTo>
                      <a:pt x="2" y="42"/>
                    </a:lnTo>
                    <a:lnTo>
                      <a:pt x="3" y="45"/>
                    </a:lnTo>
                    <a:lnTo>
                      <a:pt x="5" y="47"/>
                    </a:lnTo>
                    <a:lnTo>
                      <a:pt x="8" y="53"/>
                    </a:lnTo>
                    <a:lnTo>
                      <a:pt x="14" y="57"/>
                    </a:lnTo>
                    <a:lnTo>
                      <a:pt x="18" y="64"/>
                    </a:lnTo>
                    <a:lnTo>
                      <a:pt x="24" y="70"/>
                    </a:lnTo>
                    <a:lnTo>
                      <a:pt x="30" y="77"/>
                    </a:lnTo>
                    <a:lnTo>
                      <a:pt x="37" y="83"/>
                    </a:lnTo>
                    <a:lnTo>
                      <a:pt x="43" y="91"/>
                    </a:lnTo>
                    <a:lnTo>
                      <a:pt x="49" y="97"/>
                    </a:lnTo>
                    <a:lnTo>
                      <a:pt x="55" y="103"/>
                    </a:lnTo>
                    <a:lnTo>
                      <a:pt x="60" y="108"/>
                    </a:lnTo>
                    <a:lnTo>
                      <a:pt x="64" y="112"/>
                    </a:lnTo>
                    <a:lnTo>
                      <a:pt x="68" y="116"/>
                    </a:lnTo>
                    <a:lnTo>
                      <a:pt x="70" y="118"/>
                    </a:lnTo>
                    <a:lnTo>
                      <a:pt x="72" y="118"/>
                    </a:lnTo>
                    <a:lnTo>
                      <a:pt x="73" y="118"/>
                    </a:lnTo>
                    <a:lnTo>
                      <a:pt x="76" y="118"/>
                    </a:lnTo>
                    <a:lnTo>
                      <a:pt x="80" y="116"/>
                    </a:lnTo>
                    <a:lnTo>
                      <a:pt x="87" y="113"/>
                    </a:lnTo>
                    <a:lnTo>
                      <a:pt x="94" y="111"/>
                    </a:lnTo>
                    <a:lnTo>
                      <a:pt x="102" y="107"/>
                    </a:lnTo>
                    <a:lnTo>
                      <a:pt x="111" y="104"/>
                    </a:lnTo>
                    <a:lnTo>
                      <a:pt x="121" y="99"/>
                    </a:lnTo>
                    <a:lnTo>
                      <a:pt x="131" y="96"/>
                    </a:lnTo>
                    <a:lnTo>
                      <a:pt x="140" y="92"/>
                    </a:lnTo>
                    <a:lnTo>
                      <a:pt x="150" y="89"/>
                    </a:lnTo>
                    <a:lnTo>
                      <a:pt x="160" y="85"/>
                    </a:lnTo>
                    <a:lnTo>
                      <a:pt x="168" y="83"/>
                    </a:lnTo>
                    <a:lnTo>
                      <a:pt x="177" y="80"/>
                    </a:lnTo>
                    <a:lnTo>
                      <a:pt x="185" y="78"/>
                    </a:lnTo>
                    <a:lnTo>
                      <a:pt x="193" y="76"/>
                    </a:lnTo>
                    <a:lnTo>
                      <a:pt x="193" y="76"/>
                    </a:lnTo>
                    <a:lnTo>
                      <a:pt x="194" y="76"/>
                    </a:lnTo>
                    <a:lnTo>
                      <a:pt x="194" y="76"/>
                    </a:lnTo>
                    <a:lnTo>
                      <a:pt x="196" y="76"/>
                    </a:lnTo>
                    <a:lnTo>
                      <a:pt x="196" y="76"/>
                    </a:lnTo>
                    <a:lnTo>
                      <a:pt x="198" y="76"/>
                    </a:lnTo>
                    <a:lnTo>
                      <a:pt x="198" y="76"/>
                    </a:lnTo>
                    <a:lnTo>
                      <a:pt x="200" y="76"/>
                    </a:lnTo>
                    <a:lnTo>
                      <a:pt x="200" y="76"/>
                    </a:lnTo>
                    <a:lnTo>
                      <a:pt x="202" y="76"/>
                    </a:lnTo>
                    <a:lnTo>
                      <a:pt x="202" y="76"/>
                    </a:lnTo>
                    <a:lnTo>
                      <a:pt x="204" y="76"/>
                    </a:lnTo>
                    <a:lnTo>
                      <a:pt x="204" y="76"/>
                    </a:lnTo>
                    <a:lnTo>
                      <a:pt x="206" y="76"/>
                    </a:lnTo>
                    <a:lnTo>
                      <a:pt x="206" y="76"/>
                    </a:lnTo>
                    <a:lnTo>
                      <a:pt x="209" y="76"/>
                    </a:lnTo>
                    <a:lnTo>
                      <a:pt x="209" y="78"/>
                    </a:lnTo>
                    <a:lnTo>
                      <a:pt x="209" y="78"/>
                    </a:lnTo>
                    <a:lnTo>
                      <a:pt x="209" y="78"/>
                    </a:lnTo>
                    <a:lnTo>
                      <a:pt x="210" y="78"/>
                    </a:lnTo>
                    <a:lnTo>
                      <a:pt x="210" y="79"/>
                    </a:lnTo>
                    <a:lnTo>
                      <a:pt x="210" y="79"/>
                    </a:lnTo>
                    <a:lnTo>
                      <a:pt x="210" y="79"/>
                    </a:lnTo>
                    <a:lnTo>
                      <a:pt x="212" y="79"/>
                    </a:lnTo>
                    <a:lnTo>
                      <a:pt x="212" y="81"/>
                    </a:lnTo>
                    <a:lnTo>
                      <a:pt x="212" y="81"/>
                    </a:lnTo>
                    <a:lnTo>
                      <a:pt x="212" y="81"/>
                    </a:lnTo>
                    <a:lnTo>
                      <a:pt x="214" y="81"/>
                    </a:lnTo>
                    <a:lnTo>
                      <a:pt x="214" y="83"/>
                    </a:lnTo>
                    <a:lnTo>
                      <a:pt x="214" y="83"/>
                    </a:lnTo>
                    <a:lnTo>
                      <a:pt x="214" y="83"/>
                    </a:lnTo>
                    <a:lnTo>
                      <a:pt x="216" y="83"/>
                    </a:lnTo>
                    <a:lnTo>
                      <a:pt x="216" y="84"/>
                    </a:lnTo>
                    <a:lnTo>
                      <a:pt x="216" y="84"/>
                    </a:lnTo>
                    <a:lnTo>
                      <a:pt x="216" y="86"/>
                    </a:lnTo>
                    <a:lnTo>
                      <a:pt x="216" y="86"/>
                    </a:lnTo>
                    <a:lnTo>
                      <a:pt x="216" y="88"/>
                    </a:lnTo>
                    <a:lnTo>
                      <a:pt x="216" y="88"/>
                    </a:lnTo>
                    <a:lnTo>
                      <a:pt x="216" y="88"/>
                    </a:lnTo>
                    <a:lnTo>
                      <a:pt x="216" y="88"/>
                    </a:lnTo>
                    <a:lnTo>
                      <a:pt x="216" y="90"/>
                    </a:lnTo>
                    <a:lnTo>
                      <a:pt x="216" y="90"/>
                    </a:lnTo>
                    <a:lnTo>
                      <a:pt x="216" y="90"/>
                    </a:lnTo>
                    <a:lnTo>
                      <a:pt x="216" y="90"/>
                    </a:lnTo>
                    <a:lnTo>
                      <a:pt x="216" y="91"/>
                    </a:lnTo>
                    <a:lnTo>
                      <a:pt x="216" y="91"/>
                    </a:lnTo>
                    <a:lnTo>
                      <a:pt x="216" y="91"/>
                    </a:lnTo>
                    <a:lnTo>
                      <a:pt x="217" y="91"/>
                    </a:lnTo>
                    <a:lnTo>
                      <a:pt x="217" y="94"/>
                    </a:lnTo>
                    <a:lnTo>
                      <a:pt x="217" y="94"/>
                    </a:lnTo>
                    <a:lnTo>
                      <a:pt x="217" y="94"/>
                    </a:lnTo>
                    <a:lnTo>
                      <a:pt x="217" y="94"/>
                    </a:lnTo>
                    <a:lnTo>
                      <a:pt x="217" y="96"/>
                    </a:lnTo>
                    <a:lnTo>
                      <a:pt x="217" y="96"/>
                    </a:lnTo>
                    <a:lnTo>
                      <a:pt x="217" y="97"/>
                    </a:lnTo>
                    <a:lnTo>
                      <a:pt x="218" y="97"/>
                    </a:lnTo>
                    <a:lnTo>
                      <a:pt x="218" y="99"/>
                    </a:lnTo>
                    <a:lnTo>
                      <a:pt x="218" y="99"/>
                    </a:lnTo>
                    <a:lnTo>
                      <a:pt x="218" y="101"/>
                    </a:lnTo>
                    <a:lnTo>
                      <a:pt x="218" y="101"/>
                    </a:lnTo>
                    <a:lnTo>
                      <a:pt x="218" y="101"/>
                    </a:lnTo>
                    <a:lnTo>
                      <a:pt x="218" y="101"/>
                    </a:lnTo>
                    <a:lnTo>
                      <a:pt x="218" y="101"/>
                    </a:lnTo>
                    <a:lnTo>
                      <a:pt x="220" y="101"/>
                    </a:lnTo>
                    <a:lnTo>
                      <a:pt x="220" y="104"/>
                    </a:lnTo>
                    <a:lnTo>
                      <a:pt x="220" y="104"/>
                    </a:lnTo>
                    <a:lnTo>
                      <a:pt x="220" y="105"/>
                    </a:lnTo>
                    <a:lnTo>
                      <a:pt x="221" y="105"/>
                    </a:lnTo>
                    <a:lnTo>
                      <a:pt x="221" y="107"/>
                    </a:lnTo>
                    <a:lnTo>
                      <a:pt x="221" y="107"/>
                    </a:lnTo>
                    <a:lnTo>
                      <a:pt x="221" y="107"/>
                    </a:lnTo>
                    <a:lnTo>
                      <a:pt x="223" y="107"/>
                    </a:lnTo>
                    <a:lnTo>
                      <a:pt x="223" y="109"/>
                    </a:lnTo>
                    <a:lnTo>
                      <a:pt x="223" y="109"/>
                    </a:lnTo>
                    <a:lnTo>
                      <a:pt x="223" y="110"/>
                    </a:lnTo>
                    <a:lnTo>
                      <a:pt x="224" y="110"/>
                    </a:lnTo>
                    <a:lnTo>
                      <a:pt x="224" y="111"/>
                    </a:lnTo>
                    <a:lnTo>
                      <a:pt x="224" y="111"/>
                    </a:lnTo>
                    <a:lnTo>
                      <a:pt x="224" y="111"/>
                    </a:lnTo>
                    <a:lnTo>
                      <a:pt x="226" y="111"/>
                    </a:lnTo>
                    <a:lnTo>
                      <a:pt x="226" y="113"/>
                    </a:lnTo>
                    <a:lnTo>
                      <a:pt x="228" y="113"/>
                    </a:lnTo>
                    <a:lnTo>
                      <a:pt x="229" y="115"/>
                    </a:lnTo>
                    <a:lnTo>
                      <a:pt x="231" y="115"/>
                    </a:lnTo>
                    <a:lnTo>
                      <a:pt x="231" y="117"/>
                    </a:lnTo>
                    <a:lnTo>
                      <a:pt x="233" y="117"/>
                    </a:lnTo>
                    <a:lnTo>
                      <a:pt x="235" y="117"/>
                    </a:lnTo>
                    <a:lnTo>
                      <a:pt x="236" y="117"/>
                    </a:lnTo>
                    <a:lnTo>
                      <a:pt x="236" y="119"/>
                    </a:lnTo>
                    <a:lnTo>
                      <a:pt x="238" y="119"/>
                    </a:lnTo>
                    <a:lnTo>
                      <a:pt x="240" y="119"/>
                    </a:lnTo>
                    <a:lnTo>
                      <a:pt x="242" y="119"/>
                    </a:lnTo>
                    <a:lnTo>
                      <a:pt x="243" y="120"/>
                    </a:lnTo>
                    <a:lnTo>
                      <a:pt x="245" y="120"/>
                    </a:lnTo>
                    <a:lnTo>
                      <a:pt x="247" y="120"/>
                    </a:lnTo>
                    <a:lnTo>
                      <a:pt x="249" y="120"/>
                    </a:lnTo>
                    <a:lnTo>
                      <a:pt x="249" y="122"/>
                    </a:lnTo>
                    <a:lnTo>
                      <a:pt x="251" y="122"/>
                    </a:lnTo>
                    <a:lnTo>
                      <a:pt x="253" y="122"/>
                    </a:lnTo>
                    <a:lnTo>
                      <a:pt x="255" y="122"/>
                    </a:lnTo>
                    <a:lnTo>
                      <a:pt x="257" y="123"/>
                    </a:lnTo>
                    <a:lnTo>
                      <a:pt x="259" y="123"/>
                    </a:lnTo>
                    <a:lnTo>
                      <a:pt x="261" y="123"/>
                    </a:lnTo>
                    <a:lnTo>
                      <a:pt x="263" y="123"/>
                    </a:lnTo>
                    <a:lnTo>
                      <a:pt x="264" y="123"/>
                    </a:lnTo>
                    <a:lnTo>
                      <a:pt x="266" y="123"/>
                    </a:lnTo>
                    <a:lnTo>
                      <a:pt x="268" y="123"/>
                    </a:lnTo>
                    <a:lnTo>
                      <a:pt x="270" y="123"/>
                    </a:lnTo>
                    <a:lnTo>
                      <a:pt x="271" y="123"/>
                    </a:lnTo>
                    <a:lnTo>
                      <a:pt x="273" y="123"/>
                    </a:lnTo>
                    <a:lnTo>
                      <a:pt x="275" y="123"/>
                    </a:lnTo>
                    <a:lnTo>
                      <a:pt x="277" y="121"/>
                    </a:lnTo>
                    <a:lnTo>
                      <a:pt x="277" y="121"/>
                    </a:lnTo>
                    <a:lnTo>
                      <a:pt x="278" y="121"/>
                    </a:lnTo>
                    <a:lnTo>
                      <a:pt x="278" y="121"/>
                    </a:lnTo>
                    <a:lnTo>
                      <a:pt x="280" y="121"/>
                    </a:lnTo>
                    <a:lnTo>
                      <a:pt x="280" y="121"/>
                    </a:lnTo>
                    <a:lnTo>
                      <a:pt x="282" y="121"/>
                    </a:lnTo>
                    <a:lnTo>
                      <a:pt x="283" y="121"/>
                    </a:lnTo>
                    <a:lnTo>
                      <a:pt x="285" y="121"/>
                    </a:lnTo>
                    <a:lnTo>
                      <a:pt x="285" y="121"/>
                    </a:lnTo>
                    <a:lnTo>
                      <a:pt x="287" y="121"/>
                    </a:lnTo>
                    <a:lnTo>
                      <a:pt x="287" y="121"/>
                    </a:lnTo>
                    <a:lnTo>
                      <a:pt x="289" y="120"/>
                    </a:lnTo>
                    <a:lnTo>
                      <a:pt x="289" y="120"/>
                    </a:lnTo>
                    <a:lnTo>
                      <a:pt x="292" y="120"/>
                    </a:lnTo>
                    <a:lnTo>
                      <a:pt x="292" y="120"/>
                    </a:lnTo>
                    <a:lnTo>
                      <a:pt x="294" y="118"/>
                    </a:lnTo>
                    <a:lnTo>
                      <a:pt x="294" y="118"/>
                    </a:lnTo>
                    <a:lnTo>
                      <a:pt x="295" y="118"/>
                    </a:lnTo>
                    <a:lnTo>
                      <a:pt x="295" y="118"/>
                    </a:lnTo>
                    <a:lnTo>
                      <a:pt x="296" y="118"/>
                    </a:lnTo>
                    <a:lnTo>
                      <a:pt x="296" y="118"/>
                    </a:lnTo>
                    <a:lnTo>
                      <a:pt x="299" y="118"/>
                    </a:lnTo>
                    <a:lnTo>
                      <a:pt x="300" y="118"/>
                    </a:lnTo>
                    <a:lnTo>
                      <a:pt x="302" y="116"/>
                    </a:lnTo>
                    <a:lnTo>
                      <a:pt x="302" y="116"/>
                    </a:lnTo>
                    <a:lnTo>
                      <a:pt x="304" y="116"/>
                    </a:lnTo>
                    <a:lnTo>
                      <a:pt x="304" y="116"/>
                    </a:lnTo>
                    <a:lnTo>
                      <a:pt x="306" y="115"/>
                    </a:lnTo>
                    <a:lnTo>
                      <a:pt x="306" y="115"/>
                    </a:lnTo>
                    <a:lnTo>
                      <a:pt x="308" y="115"/>
                    </a:lnTo>
                    <a:lnTo>
                      <a:pt x="308" y="115"/>
                    </a:lnTo>
                    <a:lnTo>
                      <a:pt x="310" y="113"/>
                    </a:lnTo>
                    <a:lnTo>
                      <a:pt x="310" y="113"/>
                    </a:lnTo>
                    <a:lnTo>
                      <a:pt x="310" y="113"/>
                    </a:lnTo>
                    <a:lnTo>
                      <a:pt x="310" y="113"/>
                    </a:lnTo>
                    <a:lnTo>
                      <a:pt x="312" y="112"/>
                    </a:lnTo>
                    <a:lnTo>
                      <a:pt x="312" y="112"/>
                    </a:lnTo>
                    <a:lnTo>
                      <a:pt x="314" y="112"/>
                    </a:lnTo>
                    <a:lnTo>
                      <a:pt x="314" y="112"/>
                    </a:lnTo>
                    <a:lnTo>
                      <a:pt x="316" y="110"/>
                    </a:lnTo>
                    <a:lnTo>
                      <a:pt x="316" y="110"/>
                    </a:lnTo>
                    <a:lnTo>
                      <a:pt x="316" y="110"/>
                    </a:lnTo>
                    <a:lnTo>
                      <a:pt x="316" y="110"/>
                    </a:lnTo>
                    <a:lnTo>
                      <a:pt x="317" y="108"/>
                    </a:lnTo>
                    <a:lnTo>
                      <a:pt x="317" y="108"/>
                    </a:lnTo>
                    <a:lnTo>
                      <a:pt x="317" y="106"/>
                    </a:lnTo>
                    <a:lnTo>
                      <a:pt x="317" y="106"/>
                    </a:lnTo>
                    <a:lnTo>
                      <a:pt x="318" y="105"/>
                    </a:lnTo>
                    <a:lnTo>
                      <a:pt x="318" y="105"/>
                    </a:lnTo>
                    <a:lnTo>
                      <a:pt x="318" y="105"/>
                    </a:lnTo>
                    <a:lnTo>
                      <a:pt x="318" y="105"/>
                    </a:lnTo>
                    <a:lnTo>
                      <a:pt x="318" y="104"/>
                    </a:lnTo>
                    <a:lnTo>
                      <a:pt x="318" y="104"/>
                    </a:lnTo>
                    <a:lnTo>
                      <a:pt x="318" y="104"/>
                    </a:lnTo>
                    <a:lnTo>
                      <a:pt x="318" y="104"/>
                    </a:lnTo>
                    <a:lnTo>
                      <a:pt x="320" y="101"/>
                    </a:lnTo>
                    <a:lnTo>
                      <a:pt x="320" y="101"/>
                    </a:lnTo>
                    <a:lnTo>
                      <a:pt x="320" y="101"/>
                    </a:lnTo>
                    <a:lnTo>
                      <a:pt x="320" y="101"/>
                    </a:lnTo>
                    <a:lnTo>
                      <a:pt x="320" y="99"/>
                    </a:lnTo>
                    <a:lnTo>
                      <a:pt x="320" y="99"/>
                    </a:lnTo>
                    <a:lnTo>
                      <a:pt x="320" y="99"/>
                    </a:lnTo>
                    <a:lnTo>
                      <a:pt x="320" y="99"/>
                    </a:lnTo>
                    <a:lnTo>
                      <a:pt x="322" y="97"/>
                    </a:lnTo>
                    <a:lnTo>
                      <a:pt x="322" y="97"/>
                    </a:lnTo>
                    <a:lnTo>
                      <a:pt x="322" y="96"/>
                    </a:lnTo>
                    <a:lnTo>
                      <a:pt x="322" y="96"/>
                    </a:lnTo>
                    <a:lnTo>
                      <a:pt x="322" y="94"/>
                    </a:lnTo>
                    <a:lnTo>
                      <a:pt x="322" y="94"/>
                    </a:lnTo>
                    <a:lnTo>
                      <a:pt x="322" y="92"/>
                    </a:lnTo>
                    <a:lnTo>
                      <a:pt x="322" y="90"/>
                    </a:lnTo>
                    <a:lnTo>
                      <a:pt x="323" y="89"/>
                    </a:lnTo>
                    <a:lnTo>
                      <a:pt x="323" y="89"/>
                    </a:lnTo>
                    <a:lnTo>
                      <a:pt x="323" y="86"/>
                    </a:lnTo>
                    <a:lnTo>
                      <a:pt x="323" y="85"/>
                    </a:lnTo>
                    <a:lnTo>
                      <a:pt x="323" y="83"/>
                    </a:lnTo>
                    <a:lnTo>
                      <a:pt x="323" y="83"/>
                    </a:lnTo>
                    <a:lnTo>
                      <a:pt x="323" y="81"/>
                    </a:lnTo>
                    <a:lnTo>
                      <a:pt x="323" y="81"/>
                    </a:lnTo>
                    <a:lnTo>
                      <a:pt x="324" y="79"/>
                    </a:lnTo>
                    <a:lnTo>
                      <a:pt x="324" y="79"/>
                    </a:lnTo>
                    <a:lnTo>
                      <a:pt x="324" y="77"/>
                    </a:lnTo>
                    <a:lnTo>
                      <a:pt x="324" y="75"/>
                    </a:lnTo>
                    <a:lnTo>
                      <a:pt x="324" y="74"/>
                    </a:lnTo>
                    <a:lnTo>
                      <a:pt x="324" y="72"/>
                    </a:lnTo>
                    <a:lnTo>
                      <a:pt x="324" y="69"/>
                    </a:lnTo>
                    <a:lnTo>
                      <a:pt x="324" y="68"/>
                    </a:lnTo>
                    <a:lnTo>
                      <a:pt x="324" y="66"/>
                    </a:lnTo>
                    <a:lnTo>
                      <a:pt x="323" y="65"/>
                    </a:lnTo>
                    <a:lnTo>
                      <a:pt x="323" y="63"/>
                    </a:lnTo>
                    <a:lnTo>
                      <a:pt x="323" y="61"/>
                    </a:lnTo>
                    <a:lnTo>
                      <a:pt x="323" y="59"/>
                    </a:lnTo>
                    <a:lnTo>
                      <a:pt x="323" y="59"/>
                    </a:lnTo>
                    <a:lnTo>
                      <a:pt x="323" y="57"/>
                    </a:lnTo>
                    <a:lnTo>
                      <a:pt x="323" y="57"/>
                    </a:lnTo>
                    <a:lnTo>
                      <a:pt x="323" y="55"/>
                    </a:lnTo>
                    <a:lnTo>
                      <a:pt x="321" y="57"/>
                    </a:lnTo>
                    <a:lnTo>
                      <a:pt x="321" y="57"/>
                    </a:lnTo>
                    <a:lnTo>
                      <a:pt x="321" y="58"/>
                    </a:lnTo>
                    <a:lnTo>
                      <a:pt x="321" y="58"/>
                    </a:lnTo>
                    <a:lnTo>
                      <a:pt x="318" y="60"/>
                    </a:lnTo>
                    <a:lnTo>
                      <a:pt x="318" y="61"/>
                    </a:lnTo>
                    <a:lnTo>
                      <a:pt x="318" y="62"/>
                    </a:lnTo>
                    <a:lnTo>
                      <a:pt x="318" y="62"/>
                    </a:lnTo>
                    <a:lnTo>
                      <a:pt x="317" y="64"/>
                    </a:lnTo>
                    <a:lnTo>
                      <a:pt x="317" y="67"/>
                    </a:lnTo>
                    <a:lnTo>
                      <a:pt x="317" y="68"/>
                    </a:lnTo>
                    <a:lnTo>
                      <a:pt x="317" y="68"/>
                    </a:lnTo>
                    <a:lnTo>
                      <a:pt x="315" y="70"/>
                    </a:lnTo>
                    <a:lnTo>
                      <a:pt x="315" y="70"/>
                    </a:lnTo>
                    <a:lnTo>
                      <a:pt x="315" y="72"/>
                    </a:lnTo>
                    <a:lnTo>
                      <a:pt x="315" y="72"/>
                    </a:lnTo>
                    <a:lnTo>
                      <a:pt x="313" y="74"/>
                    </a:lnTo>
                    <a:lnTo>
                      <a:pt x="313" y="74"/>
                    </a:lnTo>
                    <a:lnTo>
                      <a:pt x="311" y="75"/>
                    </a:lnTo>
                    <a:lnTo>
                      <a:pt x="311" y="75"/>
                    </a:lnTo>
                    <a:lnTo>
                      <a:pt x="309" y="77"/>
                    </a:lnTo>
                    <a:lnTo>
                      <a:pt x="308" y="77"/>
                    </a:lnTo>
                    <a:lnTo>
                      <a:pt x="306" y="77"/>
                    </a:lnTo>
                    <a:lnTo>
                      <a:pt x="306" y="77"/>
                    </a:lnTo>
                    <a:lnTo>
                      <a:pt x="304" y="79"/>
                    </a:lnTo>
                    <a:lnTo>
                      <a:pt x="302" y="79"/>
                    </a:lnTo>
                    <a:lnTo>
                      <a:pt x="301" y="79"/>
                    </a:lnTo>
                    <a:lnTo>
                      <a:pt x="301" y="79"/>
                    </a:lnTo>
                    <a:lnTo>
                      <a:pt x="299" y="80"/>
                    </a:lnTo>
                    <a:lnTo>
                      <a:pt x="299" y="80"/>
                    </a:lnTo>
                    <a:lnTo>
                      <a:pt x="297" y="80"/>
                    </a:lnTo>
                    <a:lnTo>
                      <a:pt x="297" y="80"/>
                    </a:lnTo>
                    <a:lnTo>
                      <a:pt x="295" y="82"/>
                    </a:lnTo>
                    <a:lnTo>
                      <a:pt x="294" y="82"/>
                    </a:lnTo>
                    <a:lnTo>
                      <a:pt x="292" y="82"/>
                    </a:lnTo>
                    <a:lnTo>
                      <a:pt x="292" y="82"/>
                    </a:lnTo>
                    <a:lnTo>
                      <a:pt x="290" y="84"/>
                    </a:lnTo>
                    <a:lnTo>
                      <a:pt x="290" y="84"/>
                    </a:lnTo>
                    <a:lnTo>
                      <a:pt x="288" y="84"/>
                    </a:lnTo>
                    <a:lnTo>
                      <a:pt x="288" y="84"/>
                    </a:lnTo>
                    <a:lnTo>
                      <a:pt x="286" y="85"/>
                    </a:lnTo>
                    <a:lnTo>
                      <a:pt x="286" y="85"/>
                    </a:lnTo>
                    <a:lnTo>
                      <a:pt x="284" y="85"/>
                    </a:lnTo>
                    <a:lnTo>
                      <a:pt x="284" y="85"/>
                    </a:lnTo>
                    <a:lnTo>
                      <a:pt x="282" y="85"/>
                    </a:lnTo>
                    <a:lnTo>
                      <a:pt x="282" y="85"/>
                    </a:lnTo>
                    <a:lnTo>
                      <a:pt x="280" y="85"/>
                    </a:lnTo>
                    <a:lnTo>
                      <a:pt x="280" y="85"/>
                    </a:lnTo>
                    <a:lnTo>
                      <a:pt x="278" y="86"/>
                    </a:lnTo>
                    <a:lnTo>
                      <a:pt x="277" y="86"/>
                    </a:lnTo>
                    <a:lnTo>
                      <a:pt x="274" y="86"/>
                    </a:lnTo>
                    <a:lnTo>
                      <a:pt x="274" y="86"/>
                    </a:lnTo>
                    <a:lnTo>
                      <a:pt x="273" y="86"/>
                    </a:lnTo>
                    <a:lnTo>
                      <a:pt x="271" y="86"/>
                    </a:lnTo>
                    <a:lnTo>
                      <a:pt x="269" y="86"/>
                    </a:lnTo>
                    <a:lnTo>
                      <a:pt x="269" y="86"/>
                    </a:lnTo>
                    <a:lnTo>
                      <a:pt x="267" y="87"/>
                    </a:lnTo>
                    <a:lnTo>
                      <a:pt x="265" y="87"/>
                    </a:lnTo>
                    <a:lnTo>
                      <a:pt x="263" y="87"/>
                    </a:lnTo>
                    <a:lnTo>
                      <a:pt x="262" y="87"/>
                    </a:lnTo>
                    <a:lnTo>
                      <a:pt x="260" y="87"/>
                    </a:lnTo>
                    <a:lnTo>
                      <a:pt x="259" y="87"/>
                    </a:lnTo>
                    <a:lnTo>
                      <a:pt x="257" y="87"/>
                    </a:lnTo>
                    <a:lnTo>
                      <a:pt x="257" y="86"/>
                    </a:lnTo>
                    <a:lnTo>
                      <a:pt x="255" y="86"/>
                    </a:lnTo>
                    <a:lnTo>
                      <a:pt x="253" y="86"/>
                    </a:lnTo>
                    <a:lnTo>
                      <a:pt x="251" y="86"/>
                    </a:lnTo>
                    <a:lnTo>
                      <a:pt x="251" y="85"/>
                    </a:lnTo>
                    <a:lnTo>
                      <a:pt x="249" y="85"/>
                    </a:lnTo>
                    <a:lnTo>
                      <a:pt x="247" y="83"/>
                    </a:lnTo>
                    <a:lnTo>
                      <a:pt x="245" y="83"/>
                    </a:lnTo>
                    <a:lnTo>
                      <a:pt x="243" y="81"/>
                    </a:lnTo>
                    <a:lnTo>
                      <a:pt x="242" y="81"/>
                    </a:lnTo>
                    <a:lnTo>
                      <a:pt x="240" y="80"/>
                    </a:lnTo>
                    <a:lnTo>
                      <a:pt x="238" y="80"/>
                    </a:lnTo>
                    <a:lnTo>
                      <a:pt x="236" y="78"/>
                    </a:lnTo>
                    <a:lnTo>
                      <a:pt x="235" y="78"/>
                    </a:lnTo>
                    <a:lnTo>
                      <a:pt x="233" y="77"/>
                    </a:lnTo>
                    <a:lnTo>
                      <a:pt x="231" y="77"/>
                    </a:lnTo>
                    <a:lnTo>
                      <a:pt x="231" y="75"/>
                    </a:lnTo>
                    <a:lnTo>
                      <a:pt x="229" y="75"/>
                    </a:lnTo>
                    <a:lnTo>
                      <a:pt x="229" y="75"/>
                    </a:lnTo>
                    <a:lnTo>
                      <a:pt x="229" y="75"/>
                    </a:lnTo>
                    <a:lnTo>
                      <a:pt x="229" y="75"/>
                    </a:lnTo>
                    <a:lnTo>
                      <a:pt x="227" y="75"/>
                    </a:lnTo>
                    <a:lnTo>
                      <a:pt x="227" y="75"/>
                    </a:lnTo>
                    <a:lnTo>
                      <a:pt x="227" y="75"/>
                    </a:lnTo>
                    <a:lnTo>
                      <a:pt x="227" y="73"/>
                    </a:lnTo>
                    <a:lnTo>
                      <a:pt x="225" y="73"/>
                    </a:lnTo>
                    <a:lnTo>
                      <a:pt x="225" y="73"/>
                    </a:lnTo>
                    <a:lnTo>
                      <a:pt x="225" y="73"/>
                    </a:lnTo>
                    <a:lnTo>
                      <a:pt x="225" y="72"/>
                    </a:lnTo>
                    <a:lnTo>
                      <a:pt x="223" y="72"/>
                    </a:lnTo>
                    <a:lnTo>
                      <a:pt x="223" y="72"/>
                    </a:lnTo>
                    <a:lnTo>
                      <a:pt x="223" y="72"/>
                    </a:lnTo>
                    <a:lnTo>
                      <a:pt x="223" y="69"/>
                    </a:lnTo>
                    <a:lnTo>
                      <a:pt x="222" y="69"/>
                    </a:lnTo>
                    <a:lnTo>
                      <a:pt x="222" y="69"/>
                    </a:lnTo>
                    <a:lnTo>
                      <a:pt x="222" y="69"/>
                    </a:lnTo>
                    <a:lnTo>
                      <a:pt x="222" y="68"/>
                    </a:lnTo>
                    <a:lnTo>
                      <a:pt x="222" y="68"/>
                    </a:lnTo>
                    <a:lnTo>
                      <a:pt x="222" y="67"/>
                    </a:lnTo>
                    <a:lnTo>
                      <a:pt x="222" y="67"/>
                    </a:lnTo>
                    <a:lnTo>
                      <a:pt x="222" y="65"/>
                    </a:lnTo>
                    <a:lnTo>
                      <a:pt x="221" y="65"/>
                    </a:lnTo>
                    <a:lnTo>
                      <a:pt x="221" y="65"/>
                    </a:lnTo>
                    <a:lnTo>
                      <a:pt x="221" y="65"/>
                    </a:lnTo>
                    <a:lnTo>
                      <a:pt x="221" y="63"/>
                    </a:lnTo>
                    <a:lnTo>
                      <a:pt x="221" y="63"/>
                    </a:lnTo>
                    <a:lnTo>
                      <a:pt x="221" y="62"/>
                    </a:lnTo>
                    <a:lnTo>
                      <a:pt x="221" y="62"/>
                    </a:lnTo>
                    <a:lnTo>
                      <a:pt x="221" y="60"/>
                    </a:lnTo>
                    <a:lnTo>
                      <a:pt x="220" y="60"/>
                    </a:lnTo>
                    <a:lnTo>
                      <a:pt x="220" y="60"/>
                    </a:lnTo>
                    <a:lnTo>
                      <a:pt x="220" y="60"/>
                    </a:lnTo>
                    <a:lnTo>
                      <a:pt x="220" y="59"/>
                    </a:lnTo>
                    <a:lnTo>
                      <a:pt x="220" y="59"/>
                    </a:lnTo>
                    <a:lnTo>
                      <a:pt x="220" y="57"/>
                    </a:lnTo>
                    <a:lnTo>
                      <a:pt x="220" y="57"/>
                    </a:lnTo>
                    <a:lnTo>
                      <a:pt x="220" y="55"/>
                    </a:lnTo>
                    <a:lnTo>
                      <a:pt x="220" y="55"/>
                    </a:lnTo>
                    <a:lnTo>
                      <a:pt x="220" y="54"/>
                    </a:lnTo>
                    <a:lnTo>
                      <a:pt x="220" y="54"/>
                    </a:lnTo>
                    <a:lnTo>
                      <a:pt x="220" y="52"/>
                    </a:lnTo>
                    <a:lnTo>
                      <a:pt x="220" y="52"/>
                    </a:lnTo>
                    <a:lnTo>
                      <a:pt x="220" y="52"/>
                    </a:lnTo>
                    <a:lnTo>
                      <a:pt x="220" y="52"/>
                    </a:lnTo>
                    <a:lnTo>
                      <a:pt x="220" y="50"/>
                    </a:lnTo>
                    <a:lnTo>
                      <a:pt x="218" y="50"/>
                    </a:lnTo>
                    <a:lnTo>
                      <a:pt x="218" y="50"/>
                    </a:lnTo>
                    <a:lnTo>
                      <a:pt x="218" y="50"/>
                    </a:lnTo>
                    <a:lnTo>
                      <a:pt x="218" y="48"/>
                    </a:lnTo>
                    <a:lnTo>
                      <a:pt x="218" y="48"/>
                    </a:lnTo>
                    <a:lnTo>
                      <a:pt x="218" y="48"/>
                    </a:lnTo>
                    <a:lnTo>
                      <a:pt x="218" y="48"/>
                    </a:lnTo>
                    <a:lnTo>
                      <a:pt x="218" y="46"/>
                    </a:lnTo>
                    <a:lnTo>
                      <a:pt x="216" y="46"/>
                    </a:lnTo>
                    <a:lnTo>
                      <a:pt x="216" y="46"/>
                    </a:lnTo>
                    <a:lnTo>
                      <a:pt x="216" y="46"/>
                    </a:lnTo>
                    <a:lnTo>
                      <a:pt x="216" y="45"/>
                    </a:lnTo>
                    <a:lnTo>
                      <a:pt x="216" y="45"/>
                    </a:lnTo>
                    <a:lnTo>
                      <a:pt x="216" y="45"/>
                    </a:lnTo>
                    <a:lnTo>
                      <a:pt x="216" y="45"/>
                    </a:lnTo>
                    <a:lnTo>
                      <a:pt x="216" y="43"/>
                    </a:lnTo>
                    <a:lnTo>
                      <a:pt x="214" y="43"/>
                    </a:lnTo>
                    <a:lnTo>
                      <a:pt x="214" y="43"/>
                    </a:lnTo>
                    <a:lnTo>
                      <a:pt x="213" y="43"/>
                    </a:lnTo>
                    <a:lnTo>
                      <a:pt x="213" y="43"/>
                    </a:lnTo>
                    <a:lnTo>
                      <a:pt x="211" y="43"/>
                    </a:lnTo>
                    <a:lnTo>
                      <a:pt x="211" y="43"/>
                    </a:lnTo>
                    <a:lnTo>
                      <a:pt x="211" y="43"/>
                    </a:lnTo>
                    <a:lnTo>
                      <a:pt x="211" y="41"/>
                    </a:lnTo>
                    <a:lnTo>
                      <a:pt x="209" y="41"/>
                    </a:lnTo>
                    <a:lnTo>
                      <a:pt x="209" y="41"/>
                    </a:lnTo>
                    <a:lnTo>
                      <a:pt x="209" y="41"/>
                    </a:lnTo>
                    <a:lnTo>
                      <a:pt x="209" y="40"/>
                    </a:lnTo>
                    <a:lnTo>
                      <a:pt x="206" y="40"/>
                    </a:lnTo>
                    <a:lnTo>
                      <a:pt x="206" y="40"/>
                    </a:lnTo>
                    <a:lnTo>
                      <a:pt x="206" y="40"/>
                    </a:lnTo>
                    <a:lnTo>
                      <a:pt x="206" y="39"/>
                    </a:lnTo>
                    <a:lnTo>
                      <a:pt x="205" y="39"/>
                    </a:lnTo>
                    <a:lnTo>
                      <a:pt x="205" y="39"/>
                    </a:lnTo>
                    <a:lnTo>
                      <a:pt x="204" y="39"/>
                    </a:lnTo>
                    <a:lnTo>
                      <a:pt x="204" y="39"/>
                    </a:lnTo>
                    <a:lnTo>
                      <a:pt x="202" y="39"/>
                    </a:lnTo>
                    <a:lnTo>
                      <a:pt x="202" y="39"/>
                    </a:lnTo>
                    <a:lnTo>
                      <a:pt x="202" y="39"/>
                    </a:lnTo>
                    <a:lnTo>
                      <a:pt x="202" y="39"/>
                    </a:lnTo>
                    <a:lnTo>
                      <a:pt x="200" y="39"/>
                    </a:lnTo>
                    <a:lnTo>
                      <a:pt x="200" y="39"/>
                    </a:lnTo>
                    <a:lnTo>
                      <a:pt x="200" y="39"/>
                    </a:lnTo>
                    <a:lnTo>
                      <a:pt x="200" y="39"/>
                    </a:lnTo>
                    <a:lnTo>
                      <a:pt x="199" y="39"/>
                    </a:lnTo>
                    <a:lnTo>
                      <a:pt x="199" y="39"/>
                    </a:lnTo>
                    <a:lnTo>
                      <a:pt x="199" y="39"/>
                    </a:lnTo>
                    <a:lnTo>
                      <a:pt x="199" y="38"/>
                    </a:lnTo>
                    <a:lnTo>
                      <a:pt x="197" y="39"/>
                    </a:lnTo>
                    <a:lnTo>
                      <a:pt x="197" y="39"/>
                    </a:lnTo>
                    <a:lnTo>
                      <a:pt x="195" y="39"/>
                    </a:lnTo>
                    <a:lnTo>
                      <a:pt x="195" y="39"/>
                    </a:lnTo>
                    <a:lnTo>
                      <a:pt x="193" y="39"/>
                    </a:lnTo>
                    <a:lnTo>
                      <a:pt x="193" y="39"/>
                    </a:lnTo>
                    <a:lnTo>
                      <a:pt x="192" y="39"/>
                    </a:lnTo>
                    <a:lnTo>
                      <a:pt x="192" y="39"/>
                    </a:lnTo>
                    <a:lnTo>
                      <a:pt x="190" y="40"/>
                    </a:lnTo>
                    <a:lnTo>
                      <a:pt x="190" y="40"/>
                    </a:lnTo>
                    <a:lnTo>
                      <a:pt x="189" y="40"/>
                    </a:lnTo>
                    <a:lnTo>
                      <a:pt x="189" y="40"/>
                    </a:lnTo>
                    <a:lnTo>
                      <a:pt x="187" y="40"/>
                    </a:lnTo>
                    <a:lnTo>
                      <a:pt x="187" y="40"/>
                    </a:lnTo>
                    <a:lnTo>
                      <a:pt x="187" y="40"/>
                    </a:lnTo>
                    <a:lnTo>
                      <a:pt x="187" y="40"/>
                    </a:lnTo>
                    <a:lnTo>
                      <a:pt x="180" y="43"/>
                    </a:lnTo>
                    <a:lnTo>
                      <a:pt x="174" y="45"/>
                    </a:lnTo>
                    <a:lnTo>
                      <a:pt x="166" y="47"/>
                    </a:lnTo>
                    <a:lnTo>
                      <a:pt x="158" y="50"/>
                    </a:lnTo>
                    <a:lnTo>
                      <a:pt x="148" y="53"/>
                    </a:lnTo>
                    <a:lnTo>
                      <a:pt x="140" y="56"/>
                    </a:lnTo>
                    <a:lnTo>
                      <a:pt x="131" y="60"/>
                    </a:lnTo>
                    <a:lnTo>
                      <a:pt x="123" y="62"/>
                    </a:lnTo>
                    <a:lnTo>
                      <a:pt x="113" y="66"/>
                    </a:lnTo>
                    <a:lnTo>
                      <a:pt x="106" y="68"/>
                    </a:lnTo>
                    <a:lnTo>
                      <a:pt x="98" y="71"/>
                    </a:lnTo>
                    <a:lnTo>
                      <a:pt x="91" y="73"/>
                    </a:lnTo>
                    <a:lnTo>
                      <a:pt x="84" y="75"/>
                    </a:lnTo>
                    <a:lnTo>
                      <a:pt x="80" y="76"/>
                    </a:lnTo>
                    <a:lnTo>
                      <a:pt x="76" y="77"/>
                    </a:lnTo>
                    <a:lnTo>
                      <a:pt x="74" y="77"/>
                    </a:lnTo>
                    <a:lnTo>
                      <a:pt x="73" y="77"/>
                    </a:lnTo>
                    <a:lnTo>
                      <a:pt x="71" y="75"/>
                    </a:lnTo>
                    <a:lnTo>
                      <a:pt x="67" y="73"/>
                    </a:lnTo>
                    <a:lnTo>
                      <a:pt x="64" y="69"/>
                    </a:lnTo>
                    <a:lnTo>
                      <a:pt x="58" y="65"/>
                    </a:lnTo>
                    <a:lnTo>
                      <a:pt x="53" y="61"/>
                    </a:lnTo>
                    <a:lnTo>
                      <a:pt x="48" y="55"/>
                    </a:lnTo>
                    <a:lnTo>
                      <a:pt x="43" y="49"/>
                    </a:lnTo>
                    <a:lnTo>
                      <a:pt x="38" y="45"/>
                    </a:lnTo>
                    <a:lnTo>
                      <a:pt x="32" y="39"/>
                    </a:lnTo>
                    <a:lnTo>
                      <a:pt x="26" y="33"/>
                    </a:lnTo>
                    <a:lnTo>
                      <a:pt x="21" y="27"/>
                    </a:lnTo>
                    <a:lnTo>
                      <a:pt x="16" y="23"/>
                    </a:lnTo>
                    <a:lnTo>
                      <a:pt x="12" y="16"/>
                    </a:lnTo>
                    <a:lnTo>
                      <a:pt x="9" y="13"/>
                    </a:lnTo>
                    <a:lnTo>
                      <a:pt x="7" y="8"/>
                    </a:lnTo>
                    <a:lnTo>
                      <a:pt x="6" y="8"/>
                    </a:lnTo>
                    <a:lnTo>
                      <a:pt x="6" y="8"/>
                    </a:lnTo>
                    <a:lnTo>
                      <a:pt x="6" y="8"/>
                    </a:lnTo>
                    <a:lnTo>
                      <a:pt x="6" y="8"/>
                    </a:lnTo>
                    <a:lnTo>
                      <a:pt x="5" y="8"/>
                    </a:lnTo>
                    <a:lnTo>
                      <a:pt x="5" y="6"/>
                    </a:lnTo>
                    <a:lnTo>
                      <a:pt x="5" y="6"/>
                    </a:lnTo>
                    <a:lnTo>
                      <a:pt x="5" y="4"/>
                    </a:lnTo>
                    <a:lnTo>
                      <a:pt x="3" y="4"/>
                    </a:lnTo>
                    <a:lnTo>
                      <a:pt x="3" y="3"/>
                    </a:lnTo>
                    <a:lnTo>
                      <a:pt x="3" y="3"/>
                    </a:lnTo>
                    <a:lnTo>
                      <a:pt x="3" y="2"/>
                    </a:lnTo>
                    <a:lnTo>
                      <a:pt x="3" y="2"/>
                    </a:lnTo>
                    <a:lnTo>
                      <a:pt x="3" y="1"/>
                    </a:lnTo>
                    <a:lnTo>
                      <a:pt x="3" y="1"/>
                    </a:lnTo>
                    <a:lnTo>
                      <a:pt x="3" y="0"/>
                    </a:lnTo>
                    <a:lnTo>
                      <a:pt x="3"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17" name=""/>
              <p:cNvSpPr/>
              <p:nvPr/>
            </p:nvSpPr>
            <p:spPr>
              <a:xfrm>
                <a:off x="7283520" y="6022800"/>
                <a:ext cx="127080" cy="88920"/>
              </a:xfrm>
              <a:custGeom>
                <a:avLst/>
                <a:gdLst/>
                <a:ahLst/>
                <a:rect l="l" t="t" r="r" b="b"/>
                <a:pathLst>
                  <a:path w="80" h="56">
                    <a:moveTo>
                      <a:pt x="78" y="0"/>
                    </a:moveTo>
                    <a:lnTo>
                      <a:pt x="76" y="0"/>
                    </a:lnTo>
                    <a:lnTo>
                      <a:pt x="76" y="0"/>
                    </a:lnTo>
                    <a:lnTo>
                      <a:pt x="74" y="0"/>
                    </a:lnTo>
                    <a:lnTo>
                      <a:pt x="74" y="0"/>
                    </a:lnTo>
                    <a:lnTo>
                      <a:pt x="72" y="2"/>
                    </a:lnTo>
                    <a:lnTo>
                      <a:pt x="72" y="2"/>
                    </a:lnTo>
                    <a:lnTo>
                      <a:pt x="71" y="2"/>
                    </a:lnTo>
                    <a:lnTo>
                      <a:pt x="71" y="2"/>
                    </a:lnTo>
                    <a:lnTo>
                      <a:pt x="69" y="4"/>
                    </a:lnTo>
                    <a:lnTo>
                      <a:pt x="69" y="4"/>
                    </a:lnTo>
                    <a:lnTo>
                      <a:pt x="67" y="5"/>
                    </a:lnTo>
                    <a:lnTo>
                      <a:pt x="67" y="5"/>
                    </a:lnTo>
                    <a:lnTo>
                      <a:pt x="65" y="6"/>
                    </a:lnTo>
                    <a:lnTo>
                      <a:pt x="65" y="6"/>
                    </a:lnTo>
                    <a:lnTo>
                      <a:pt x="65" y="6"/>
                    </a:lnTo>
                    <a:lnTo>
                      <a:pt x="65" y="6"/>
                    </a:lnTo>
                    <a:lnTo>
                      <a:pt x="63" y="7"/>
                    </a:lnTo>
                    <a:lnTo>
                      <a:pt x="63" y="7"/>
                    </a:lnTo>
                    <a:lnTo>
                      <a:pt x="61" y="7"/>
                    </a:lnTo>
                    <a:lnTo>
                      <a:pt x="61" y="7"/>
                    </a:lnTo>
                    <a:lnTo>
                      <a:pt x="60" y="7"/>
                    </a:lnTo>
                    <a:lnTo>
                      <a:pt x="60" y="7"/>
                    </a:lnTo>
                    <a:lnTo>
                      <a:pt x="58" y="7"/>
                    </a:lnTo>
                    <a:lnTo>
                      <a:pt x="58" y="7"/>
                    </a:lnTo>
                    <a:lnTo>
                      <a:pt x="56" y="7"/>
                    </a:lnTo>
                    <a:lnTo>
                      <a:pt x="54" y="7"/>
                    </a:lnTo>
                    <a:lnTo>
                      <a:pt x="52" y="7"/>
                    </a:lnTo>
                    <a:lnTo>
                      <a:pt x="52" y="7"/>
                    </a:lnTo>
                    <a:lnTo>
                      <a:pt x="51" y="7"/>
                    </a:lnTo>
                    <a:lnTo>
                      <a:pt x="51" y="7"/>
                    </a:lnTo>
                    <a:lnTo>
                      <a:pt x="49" y="7"/>
                    </a:lnTo>
                    <a:lnTo>
                      <a:pt x="49" y="7"/>
                    </a:lnTo>
                    <a:lnTo>
                      <a:pt x="47" y="7"/>
                    </a:lnTo>
                    <a:lnTo>
                      <a:pt x="47" y="7"/>
                    </a:lnTo>
                    <a:lnTo>
                      <a:pt x="45" y="7"/>
                    </a:lnTo>
                    <a:lnTo>
                      <a:pt x="45" y="7"/>
                    </a:lnTo>
                    <a:lnTo>
                      <a:pt x="43" y="7"/>
                    </a:lnTo>
                    <a:lnTo>
                      <a:pt x="43" y="7"/>
                    </a:lnTo>
                    <a:lnTo>
                      <a:pt x="41" y="7"/>
                    </a:lnTo>
                    <a:lnTo>
                      <a:pt x="41" y="7"/>
                    </a:lnTo>
                    <a:lnTo>
                      <a:pt x="39" y="7"/>
                    </a:lnTo>
                    <a:lnTo>
                      <a:pt x="38" y="7"/>
                    </a:lnTo>
                    <a:lnTo>
                      <a:pt x="36" y="7"/>
                    </a:lnTo>
                    <a:lnTo>
                      <a:pt x="36" y="7"/>
                    </a:lnTo>
                    <a:lnTo>
                      <a:pt x="35" y="7"/>
                    </a:lnTo>
                    <a:lnTo>
                      <a:pt x="35" y="7"/>
                    </a:lnTo>
                    <a:lnTo>
                      <a:pt x="33" y="7"/>
                    </a:lnTo>
                    <a:lnTo>
                      <a:pt x="33" y="7"/>
                    </a:lnTo>
                    <a:lnTo>
                      <a:pt x="31" y="9"/>
                    </a:lnTo>
                    <a:lnTo>
                      <a:pt x="31" y="9"/>
                    </a:lnTo>
                    <a:lnTo>
                      <a:pt x="29" y="9"/>
                    </a:lnTo>
                    <a:lnTo>
                      <a:pt x="29" y="9"/>
                    </a:lnTo>
                    <a:lnTo>
                      <a:pt x="27" y="9"/>
                    </a:lnTo>
                    <a:lnTo>
                      <a:pt x="27" y="9"/>
                    </a:lnTo>
                    <a:lnTo>
                      <a:pt x="26" y="9"/>
                    </a:lnTo>
                    <a:lnTo>
                      <a:pt x="26" y="9"/>
                    </a:lnTo>
                    <a:lnTo>
                      <a:pt x="24" y="11"/>
                    </a:lnTo>
                    <a:lnTo>
                      <a:pt x="24" y="11"/>
                    </a:lnTo>
                    <a:lnTo>
                      <a:pt x="23" y="11"/>
                    </a:lnTo>
                    <a:lnTo>
                      <a:pt x="23" y="11"/>
                    </a:lnTo>
                    <a:lnTo>
                      <a:pt x="21" y="12"/>
                    </a:lnTo>
                    <a:lnTo>
                      <a:pt x="21" y="12"/>
                    </a:lnTo>
                    <a:lnTo>
                      <a:pt x="21" y="12"/>
                    </a:lnTo>
                    <a:lnTo>
                      <a:pt x="21" y="12"/>
                    </a:lnTo>
                    <a:lnTo>
                      <a:pt x="19" y="14"/>
                    </a:lnTo>
                    <a:lnTo>
                      <a:pt x="19" y="14"/>
                    </a:lnTo>
                    <a:lnTo>
                      <a:pt x="17" y="15"/>
                    </a:lnTo>
                    <a:lnTo>
                      <a:pt x="17" y="15"/>
                    </a:lnTo>
                    <a:lnTo>
                      <a:pt x="15" y="16"/>
                    </a:lnTo>
                    <a:lnTo>
                      <a:pt x="15" y="16"/>
                    </a:lnTo>
                    <a:lnTo>
                      <a:pt x="14" y="16"/>
                    </a:lnTo>
                    <a:lnTo>
                      <a:pt x="14" y="16"/>
                    </a:lnTo>
                    <a:lnTo>
                      <a:pt x="13" y="18"/>
                    </a:lnTo>
                    <a:lnTo>
                      <a:pt x="13" y="18"/>
                    </a:lnTo>
                    <a:lnTo>
                      <a:pt x="11" y="20"/>
                    </a:lnTo>
                    <a:lnTo>
                      <a:pt x="11" y="20"/>
                    </a:lnTo>
                    <a:lnTo>
                      <a:pt x="9" y="22"/>
                    </a:lnTo>
                    <a:lnTo>
                      <a:pt x="9" y="22"/>
                    </a:lnTo>
                    <a:lnTo>
                      <a:pt x="9" y="22"/>
                    </a:lnTo>
                    <a:lnTo>
                      <a:pt x="9" y="22"/>
                    </a:lnTo>
                    <a:lnTo>
                      <a:pt x="7" y="23"/>
                    </a:lnTo>
                    <a:lnTo>
                      <a:pt x="7" y="23"/>
                    </a:lnTo>
                    <a:lnTo>
                      <a:pt x="6" y="23"/>
                    </a:lnTo>
                    <a:lnTo>
                      <a:pt x="6" y="23"/>
                    </a:lnTo>
                    <a:lnTo>
                      <a:pt x="4" y="23"/>
                    </a:lnTo>
                    <a:lnTo>
                      <a:pt x="4" y="23"/>
                    </a:lnTo>
                    <a:lnTo>
                      <a:pt x="4" y="23"/>
                    </a:lnTo>
                    <a:lnTo>
                      <a:pt x="4" y="23"/>
                    </a:lnTo>
                    <a:lnTo>
                      <a:pt x="2" y="26"/>
                    </a:lnTo>
                    <a:lnTo>
                      <a:pt x="2" y="26"/>
                    </a:lnTo>
                    <a:lnTo>
                      <a:pt x="2" y="26"/>
                    </a:lnTo>
                    <a:lnTo>
                      <a:pt x="2" y="26"/>
                    </a:lnTo>
                    <a:lnTo>
                      <a:pt x="1" y="26"/>
                    </a:lnTo>
                    <a:lnTo>
                      <a:pt x="1" y="26"/>
                    </a:lnTo>
                    <a:lnTo>
                      <a:pt x="1" y="26"/>
                    </a:lnTo>
                    <a:lnTo>
                      <a:pt x="1" y="26"/>
                    </a:lnTo>
                    <a:lnTo>
                      <a:pt x="1" y="28"/>
                    </a:lnTo>
                    <a:lnTo>
                      <a:pt x="1" y="28"/>
                    </a:lnTo>
                    <a:lnTo>
                      <a:pt x="1" y="28"/>
                    </a:lnTo>
                    <a:lnTo>
                      <a:pt x="1" y="28"/>
                    </a:lnTo>
                    <a:lnTo>
                      <a:pt x="1" y="30"/>
                    </a:lnTo>
                    <a:lnTo>
                      <a:pt x="1" y="30"/>
                    </a:lnTo>
                    <a:lnTo>
                      <a:pt x="1" y="31"/>
                    </a:lnTo>
                    <a:lnTo>
                      <a:pt x="1" y="31"/>
                    </a:lnTo>
                    <a:lnTo>
                      <a:pt x="1" y="33"/>
                    </a:lnTo>
                    <a:lnTo>
                      <a:pt x="1" y="33"/>
                    </a:lnTo>
                    <a:lnTo>
                      <a:pt x="1" y="34"/>
                    </a:lnTo>
                    <a:lnTo>
                      <a:pt x="1" y="34"/>
                    </a:lnTo>
                    <a:lnTo>
                      <a:pt x="1" y="36"/>
                    </a:lnTo>
                    <a:lnTo>
                      <a:pt x="1" y="36"/>
                    </a:lnTo>
                    <a:lnTo>
                      <a:pt x="1" y="36"/>
                    </a:lnTo>
                    <a:lnTo>
                      <a:pt x="1" y="36"/>
                    </a:lnTo>
                    <a:lnTo>
                      <a:pt x="0" y="38"/>
                    </a:lnTo>
                    <a:lnTo>
                      <a:pt x="0" y="38"/>
                    </a:lnTo>
                    <a:lnTo>
                      <a:pt x="0" y="39"/>
                    </a:lnTo>
                    <a:lnTo>
                      <a:pt x="0" y="39"/>
                    </a:lnTo>
                    <a:lnTo>
                      <a:pt x="0" y="41"/>
                    </a:lnTo>
                    <a:lnTo>
                      <a:pt x="0" y="41"/>
                    </a:lnTo>
                    <a:lnTo>
                      <a:pt x="0" y="41"/>
                    </a:lnTo>
                    <a:lnTo>
                      <a:pt x="0" y="41"/>
                    </a:lnTo>
                    <a:lnTo>
                      <a:pt x="0" y="43"/>
                    </a:lnTo>
                    <a:lnTo>
                      <a:pt x="0" y="43"/>
                    </a:lnTo>
                    <a:lnTo>
                      <a:pt x="0" y="43"/>
                    </a:lnTo>
                    <a:lnTo>
                      <a:pt x="0" y="43"/>
                    </a:lnTo>
                    <a:lnTo>
                      <a:pt x="0" y="45"/>
                    </a:lnTo>
                    <a:lnTo>
                      <a:pt x="0" y="45"/>
                    </a:lnTo>
                    <a:lnTo>
                      <a:pt x="0" y="45"/>
                    </a:lnTo>
                    <a:lnTo>
                      <a:pt x="1" y="45"/>
                    </a:lnTo>
                    <a:lnTo>
                      <a:pt x="1" y="47"/>
                    </a:lnTo>
                    <a:lnTo>
                      <a:pt x="1" y="47"/>
                    </a:lnTo>
                    <a:lnTo>
                      <a:pt x="1" y="47"/>
                    </a:lnTo>
                    <a:lnTo>
                      <a:pt x="1" y="47"/>
                    </a:lnTo>
                    <a:lnTo>
                      <a:pt x="1" y="48"/>
                    </a:lnTo>
                    <a:lnTo>
                      <a:pt x="1" y="48"/>
                    </a:lnTo>
                    <a:lnTo>
                      <a:pt x="1" y="48"/>
                    </a:lnTo>
                    <a:lnTo>
                      <a:pt x="1" y="48"/>
                    </a:lnTo>
                    <a:lnTo>
                      <a:pt x="1" y="50"/>
                    </a:lnTo>
                    <a:lnTo>
                      <a:pt x="1" y="50"/>
                    </a:lnTo>
                    <a:lnTo>
                      <a:pt x="1" y="50"/>
                    </a:lnTo>
                    <a:lnTo>
                      <a:pt x="1" y="50"/>
                    </a:lnTo>
                    <a:lnTo>
                      <a:pt x="1" y="51"/>
                    </a:lnTo>
                    <a:lnTo>
                      <a:pt x="1" y="51"/>
                    </a:lnTo>
                    <a:lnTo>
                      <a:pt x="1" y="51"/>
                    </a:lnTo>
                    <a:lnTo>
                      <a:pt x="3" y="51"/>
                    </a:lnTo>
                    <a:lnTo>
                      <a:pt x="3" y="53"/>
                    </a:lnTo>
                    <a:lnTo>
                      <a:pt x="3" y="53"/>
                    </a:lnTo>
                    <a:lnTo>
                      <a:pt x="3" y="53"/>
                    </a:lnTo>
                    <a:lnTo>
                      <a:pt x="3" y="53"/>
                    </a:lnTo>
                    <a:lnTo>
                      <a:pt x="3" y="54"/>
                    </a:lnTo>
                    <a:lnTo>
                      <a:pt x="3" y="54"/>
                    </a:lnTo>
                    <a:lnTo>
                      <a:pt x="3" y="54"/>
                    </a:lnTo>
                    <a:lnTo>
                      <a:pt x="4" y="54"/>
                    </a:lnTo>
                    <a:lnTo>
                      <a:pt x="4" y="55"/>
                    </a:lnTo>
                    <a:lnTo>
                      <a:pt x="4" y="55"/>
                    </a:lnTo>
                    <a:lnTo>
                      <a:pt x="4" y="55"/>
                    </a:lnTo>
                    <a:lnTo>
                      <a:pt x="5" y="55"/>
                    </a:lnTo>
                    <a:lnTo>
                      <a:pt x="5" y="55"/>
                    </a:lnTo>
                    <a:lnTo>
                      <a:pt x="5" y="55"/>
                    </a:lnTo>
                    <a:lnTo>
                      <a:pt x="5" y="55"/>
                    </a:lnTo>
                    <a:lnTo>
                      <a:pt x="7" y="55"/>
                    </a:lnTo>
                    <a:lnTo>
                      <a:pt x="7" y="55"/>
                    </a:lnTo>
                    <a:lnTo>
                      <a:pt x="7" y="55"/>
                    </a:lnTo>
                    <a:lnTo>
                      <a:pt x="7" y="55"/>
                    </a:lnTo>
                    <a:lnTo>
                      <a:pt x="8" y="55"/>
                    </a:lnTo>
                    <a:lnTo>
                      <a:pt x="8" y="55"/>
                    </a:lnTo>
                    <a:lnTo>
                      <a:pt x="8" y="54"/>
                    </a:lnTo>
                    <a:lnTo>
                      <a:pt x="8" y="54"/>
                    </a:lnTo>
                    <a:lnTo>
                      <a:pt x="10" y="52"/>
                    </a:lnTo>
                    <a:lnTo>
                      <a:pt x="10" y="52"/>
                    </a:lnTo>
                    <a:lnTo>
                      <a:pt x="10" y="51"/>
                    </a:lnTo>
                    <a:lnTo>
                      <a:pt x="10" y="51"/>
                    </a:lnTo>
                    <a:lnTo>
                      <a:pt x="11" y="50"/>
                    </a:lnTo>
                    <a:lnTo>
                      <a:pt x="11" y="50"/>
                    </a:lnTo>
                    <a:lnTo>
                      <a:pt x="11" y="49"/>
                    </a:lnTo>
                    <a:lnTo>
                      <a:pt x="11" y="49"/>
                    </a:lnTo>
                    <a:lnTo>
                      <a:pt x="13" y="47"/>
                    </a:lnTo>
                    <a:lnTo>
                      <a:pt x="13" y="47"/>
                    </a:lnTo>
                    <a:lnTo>
                      <a:pt x="14" y="47"/>
                    </a:lnTo>
                    <a:lnTo>
                      <a:pt x="14" y="47"/>
                    </a:lnTo>
                    <a:lnTo>
                      <a:pt x="16" y="47"/>
                    </a:lnTo>
                    <a:lnTo>
                      <a:pt x="16" y="47"/>
                    </a:lnTo>
                    <a:lnTo>
                      <a:pt x="18" y="47"/>
                    </a:lnTo>
                    <a:lnTo>
                      <a:pt x="18" y="47"/>
                    </a:lnTo>
                    <a:lnTo>
                      <a:pt x="20" y="45"/>
                    </a:lnTo>
                    <a:lnTo>
                      <a:pt x="20" y="45"/>
                    </a:lnTo>
                    <a:lnTo>
                      <a:pt x="22" y="45"/>
                    </a:lnTo>
                    <a:lnTo>
                      <a:pt x="22" y="45"/>
                    </a:lnTo>
                    <a:lnTo>
                      <a:pt x="23" y="45"/>
                    </a:lnTo>
                    <a:lnTo>
                      <a:pt x="23" y="45"/>
                    </a:lnTo>
                    <a:lnTo>
                      <a:pt x="25" y="45"/>
                    </a:lnTo>
                    <a:lnTo>
                      <a:pt x="26" y="45"/>
                    </a:lnTo>
                    <a:lnTo>
                      <a:pt x="28" y="44"/>
                    </a:lnTo>
                    <a:lnTo>
                      <a:pt x="28" y="44"/>
                    </a:lnTo>
                    <a:lnTo>
                      <a:pt x="28" y="44"/>
                    </a:lnTo>
                    <a:lnTo>
                      <a:pt x="28" y="44"/>
                    </a:lnTo>
                    <a:lnTo>
                      <a:pt x="30" y="44"/>
                    </a:lnTo>
                    <a:lnTo>
                      <a:pt x="30" y="44"/>
                    </a:lnTo>
                    <a:lnTo>
                      <a:pt x="30" y="44"/>
                    </a:lnTo>
                    <a:lnTo>
                      <a:pt x="30" y="44"/>
                    </a:lnTo>
                    <a:lnTo>
                      <a:pt x="32" y="43"/>
                    </a:lnTo>
                    <a:lnTo>
                      <a:pt x="32" y="43"/>
                    </a:lnTo>
                    <a:lnTo>
                      <a:pt x="32" y="43"/>
                    </a:lnTo>
                    <a:lnTo>
                      <a:pt x="32" y="43"/>
                    </a:lnTo>
                    <a:lnTo>
                      <a:pt x="34" y="43"/>
                    </a:lnTo>
                    <a:lnTo>
                      <a:pt x="34" y="43"/>
                    </a:lnTo>
                    <a:lnTo>
                      <a:pt x="35" y="43"/>
                    </a:lnTo>
                    <a:lnTo>
                      <a:pt x="35" y="43"/>
                    </a:lnTo>
                    <a:lnTo>
                      <a:pt x="37" y="42"/>
                    </a:lnTo>
                    <a:lnTo>
                      <a:pt x="37" y="42"/>
                    </a:lnTo>
                    <a:lnTo>
                      <a:pt x="37" y="42"/>
                    </a:lnTo>
                    <a:lnTo>
                      <a:pt x="37" y="42"/>
                    </a:lnTo>
                    <a:lnTo>
                      <a:pt x="39" y="42"/>
                    </a:lnTo>
                    <a:lnTo>
                      <a:pt x="39" y="42"/>
                    </a:lnTo>
                    <a:lnTo>
                      <a:pt x="40" y="42"/>
                    </a:lnTo>
                    <a:lnTo>
                      <a:pt x="40" y="42"/>
                    </a:lnTo>
                    <a:lnTo>
                      <a:pt x="42" y="42"/>
                    </a:lnTo>
                    <a:lnTo>
                      <a:pt x="42" y="42"/>
                    </a:lnTo>
                    <a:lnTo>
                      <a:pt x="42" y="42"/>
                    </a:lnTo>
                    <a:lnTo>
                      <a:pt x="42" y="42"/>
                    </a:lnTo>
                    <a:lnTo>
                      <a:pt x="44" y="42"/>
                    </a:lnTo>
                    <a:lnTo>
                      <a:pt x="44" y="42"/>
                    </a:lnTo>
                    <a:lnTo>
                      <a:pt x="45" y="42"/>
                    </a:lnTo>
                    <a:lnTo>
                      <a:pt x="45" y="42"/>
                    </a:lnTo>
                    <a:lnTo>
                      <a:pt x="47" y="42"/>
                    </a:lnTo>
                    <a:lnTo>
                      <a:pt x="47" y="42"/>
                    </a:lnTo>
                    <a:lnTo>
                      <a:pt x="48" y="42"/>
                    </a:lnTo>
                    <a:lnTo>
                      <a:pt x="48" y="42"/>
                    </a:lnTo>
                    <a:lnTo>
                      <a:pt x="50" y="42"/>
                    </a:lnTo>
                    <a:lnTo>
                      <a:pt x="50" y="42"/>
                    </a:lnTo>
                    <a:lnTo>
                      <a:pt x="52" y="42"/>
                    </a:lnTo>
                    <a:lnTo>
                      <a:pt x="52" y="42"/>
                    </a:lnTo>
                    <a:lnTo>
                      <a:pt x="54" y="42"/>
                    </a:lnTo>
                    <a:lnTo>
                      <a:pt x="54" y="42"/>
                    </a:lnTo>
                    <a:lnTo>
                      <a:pt x="57" y="42"/>
                    </a:lnTo>
                    <a:lnTo>
                      <a:pt x="57" y="42"/>
                    </a:lnTo>
                    <a:lnTo>
                      <a:pt x="58" y="42"/>
                    </a:lnTo>
                    <a:lnTo>
                      <a:pt x="58" y="42"/>
                    </a:lnTo>
                    <a:lnTo>
                      <a:pt x="60" y="42"/>
                    </a:lnTo>
                    <a:lnTo>
                      <a:pt x="61" y="42"/>
                    </a:lnTo>
                    <a:lnTo>
                      <a:pt x="63" y="42"/>
                    </a:lnTo>
                    <a:lnTo>
                      <a:pt x="63" y="42"/>
                    </a:lnTo>
                    <a:lnTo>
                      <a:pt x="63" y="42"/>
                    </a:lnTo>
                    <a:lnTo>
                      <a:pt x="63" y="42"/>
                    </a:lnTo>
                    <a:lnTo>
                      <a:pt x="64" y="42"/>
                    </a:lnTo>
                    <a:lnTo>
                      <a:pt x="64" y="42"/>
                    </a:lnTo>
                    <a:lnTo>
                      <a:pt x="66" y="42"/>
                    </a:lnTo>
                    <a:lnTo>
                      <a:pt x="66" y="42"/>
                    </a:lnTo>
                    <a:lnTo>
                      <a:pt x="67" y="41"/>
                    </a:lnTo>
                    <a:lnTo>
                      <a:pt x="67" y="41"/>
                    </a:lnTo>
                    <a:lnTo>
                      <a:pt x="68" y="41"/>
                    </a:lnTo>
                    <a:lnTo>
                      <a:pt x="68" y="41"/>
                    </a:lnTo>
                    <a:lnTo>
                      <a:pt x="70" y="40"/>
                    </a:lnTo>
                    <a:lnTo>
                      <a:pt x="70" y="40"/>
                    </a:lnTo>
                    <a:lnTo>
                      <a:pt x="71" y="40"/>
                    </a:lnTo>
                    <a:lnTo>
                      <a:pt x="71" y="40"/>
                    </a:lnTo>
                    <a:lnTo>
                      <a:pt x="73" y="38"/>
                    </a:lnTo>
                    <a:lnTo>
                      <a:pt x="73" y="38"/>
                    </a:lnTo>
                    <a:lnTo>
                      <a:pt x="73" y="38"/>
                    </a:lnTo>
                    <a:lnTo>
                      <a:pt x="73" y="38"/>
                    </a:lnTo>
                    <a:lnTo>
                      <a:pt x="73" y="38"/>
                    </a:lnTo>
                    <a:lnTo>
                      <a:pt x="73" y="38"/>
                    </a:lnTo>
                    <a:lnTo>
                      <a:pt x="73" y="38"/>
                    </a:lnTo>
                    <a:lnTo>
                      <a:pt x="73" y="38"/>
                    </a:lnTo>
                    <a:lnTo>
                      <a:pt x="75" y="36"/>
                    </a:lnTo>
                    <a:lnTo>
                      <a:pt x="75" y="36"/>
                    </a:lnTo>
                    <a:lnTo>
                      <a:pt x="75" y="36"/>
                    </a:lnTo>
                    <a:lnTo>
                      <a:pt x="75" y="36"/>
                    </a:lnTo>
                    <a:lnTo>
                      <a:pt x="76" y="35"/>
                    </a:lnTo>
                    <a:lnTo>
                      <a:pt x="76" y="35"/>
                    </a:lnTo>
                    <a:lnTo>
                      <a:pt x="76" y="35"/>
                    </a:lnTo>
                    <a:lnTo>
                      <a:pt x="76" y="35"/>
                    </a:lnTo>
                    <a:lnTo>
                      <a:pt x="78" y="33"/>
                    </a:lnTo>
                    <a:lnTo>
                      <a:pt x="78" y="33"/>
                    </a:lnTo>
                    <a:lnTo>
                      <a:pt x="78" y="33"/>
                    </a:lnTo>
                    <a:lnTo>
                      <a:pt x="78" y="33"/>
                    </a:lnTo>
                    <a:lnTo>
                      <a:pt x="78" y="31"/>
                    </a:lnTo>
                    <a:lnTo>
                      <a:pt x="78" y="31"/>
                    </a:lnTo>
                    <a:lnTo>
                      <a:pt x="78" y="30"/>
                    </a:lnTo>
                    <a:lnTo>
                      <a:pt x="78" y="30"/>
                    </a:lnTo>
                    <a:lnTo>
                      <a:pt x="78" y="28"/>
                    </a:lnTo>
                    <a:lnTo>
                      <a:pt x="78" y="28"/>
                    </a:lnTo>
                    <a:lnTo>
                      <a:pt x="78" y="28"/>
                    </a:lnTo>
                    <a:lnTo>
                      <a:pt x="78" y="28"/>
                    </a:lnTo>
                    <a:lnTo>
                      <a:pt x="78" y="26"/>
                    </a:lnTo>
                    <a:lnTo>
                      <a:pt x="78" y="26"/>
                    </a:lnTo>
                    <a:lnTo>
                      <a:pt x="78" y="25"/>
                    </a:lnTo>
                    <a:lnTo>
                      <a:pt x="78" y="25"/>
                    </a:lnTo>
                    <a:lnTo>
                      <a:pt x="79" y="23"/>
                    </a:lnTo>
                    <a:lnTo>
                      <a:pt x="79" y="23"/>
                    </a:lnTo>
                    <a:lnTo>
                      <a:pt x="79" y="21"/>
                    </a:lnTo>
                    <a:lnTo>
                      <a:pt x="79" y="20"/>
                    </a:lnTo>
                    <a:lnTo>
                      <a:pt x="79" y="18"/>
                    </a:lnTo>
                    <a:lnTo>
                      <a:pt x="79" y="16"/>
                    </a:lnTo>
                    <a:lnTo>
                      <a:pt x="79" y="15"/>
                    </a:lnTo>
                    <a:lnTo>
                      <a:pt x="79" y="13"/>
                    </a:lnTo>
                    <a:lnTo>
                      <a:pt x="79" y="11"/>
                    </a:lnTo>
                    <a:lnTo>
                      <a:pt x="79" y="10"/>
                    </a:lnTo>
                    <a:lnTo>
                      <a:pt x="79" y="8"/>
                    </a:lnTo>
                    <a:lnTo>
                      <a:pt x="79" y="6"/>
                    </a:lnTo>
                    <a:lnTo>
                      <a:pt x="79" y="4"/>
                    </a:lnTo>
                    <a:lnTo>
                      <a:pt x="78" y="4"/>
                    </a:lnTo>
                    <a:lnTo>
                      <a:pt x="78" y="2"/>
                    </a:lnTo>
                    <a:lnTo>
                      <a:pt x="78" y="1"/>
                    </a:lnTo>
                    <a:lnTo>
                      <a:pt x="78" y="0"/>
                    </a:lnTo>
                    <a:lnTo>
                      <a:pt x="78" y="0"/>
                    </a:lnTo>
                  </a:path>
                </a:pathLst>
              </a:custGeom>
              <a:solidFill>
                <a:srgbClr val="4000a2"/>
              </a:solidFill>
              <a:ln w="9360">
                <a:solidFill>
                  <a:srgbClr val="000000"/>
                </a:solidFill>
                <a:round/>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1918" name=""/>
              <p:cNvSpPr/>
              <p:nvPr/>
            </p:nvSpPr>
            <p:spPr>
              <a:xfrm>
                <a:off x="7397640" y="6213600"/>
                <a:ext cx="204840" cy="112680"/>
              </a:xfrm>
              <a:custGeom>
                <a:avLst/>
                <a:gdLst/>
                <a:ahLst/>
                <a:rect l="l" t="t" r="r" b="b"/>
                <a:pathLst>
                  <a:path w="129" h="71">
                    <a:moveTo>
                      <a:pt x="128" y="0"/>
                    </a:moveTo>
                    <a:lnTo>
                      <a:pt x="126" y="1"/>
                    </a:lnTo>
                    <a:lnTo>
                      <a:pt x="125" y="1"/>
                    </a:lnTo>
                    <a:lnTo>
                      <a:pt x="123" y="2"/>
                    </a:lnTo>
                    <a:lnTo>
                      <a:pt x="121" y="2"/>
                    </a:lnTo>
                    <a:lnTo>
                      <a:pt x="118" y="4"/>
                    </a:lnTo>
                    <a:lnTo>
                      <a:pt x="116" y="4"/>
                    </a:lnTo>
                    <a:lnTo>
                      <a:pt x="113" y="5"/>
                    </a:lnTo>
                    <a:lnTo>
                      <a:pt x="112" y="5"/>
                    </a:lnTo>
                    <a:lnTo>
                      <a:pt x="107" y="7"/>
                    </a:lnTo>
                    <a:lnTo>
                      <a:pt x="105" y="7"/>
                    </a:lnTo>
                    <a:lnTo>
                      <a:pt x="101" y="9"/>
                    </a:lnTo>
                    <a:lnTo>
                      <a:pt x="99" y="9"/>
                    </a:lnTo>
                    <a:lnTo>
                      <a:pt x="96" y="11"/>
                    </a:lnTo>
                    <a:lnTo>
                      <a:pt x="94" y="11"/>
                    </a:lnTo>
                    <a:lnTo>
                      <a:pt x="92" y="12"/>
                    </a:lnTo>
                    <a:lnTo>
                      <a:pt x="91" y="12"/>
                    </a:lnTo>
                    <a:lnTo>
                      <a:pt x="86" y="14"/>
                    </a:lnTo>
                    <a:lnTo>
                      <a:pt x="82" y="15"/>
                    </a:lnTo>
                    <a:lnTo>
                      <a:pt x="77" y="18"/>
                    </a:lnTo>
                    <a:lnTo>
                      <a:pt x="74" y="18"/>
                    </a:lnTo>
                    <a:lnTo>
                      <a:pt x="68" y="20"/>
                    </a:lnTo>
                    <a:lnTo>
                      <a:pt x="63" y="22"/>
                    </a:lnTo>
                    <a:lnTo>
                      <a:pt x="57" y="24"/>
                    </a:lnTo>
                    <a:lnTo>
                      <a:pt x="53" y="25"/>
                    </a:lnTo>
                    <a:lnTo>
                      <a:pt x="47" y="27"/>
                    </a:lnTo>
                    <a:lnTo>
                      <a:pt x="42" y="28"/>
                    </a:lnTo>
                    <a:lnTo>
                      <a:pt x="36" y="30"/>
                    </a:lnTo>
                    <a:lnTo>
                      <a:pt x="32" y="32"/>
                    </a:lnTo>
                    <a:lnTo>
                      <a:pt x="26" y="34"/>
                    </a:lnTo>
                    <a:lnTo>
                      <a:pt x="23" y="36"/>
                    </a:lnTo>
                    <a:lnTo>
                      <a:pt x="19" y="37"/>
                    </a:lnTo>
                    <a:lnTo>
                      <a:pt x="16" y="37"/>
                    </a:lnTo>
                    <a:lnTo>
                      <a:pt x="14" y="39"/>
                    </a:lnTo>
                    <a:lnTo>
                      <a:pt x="14" y="39"/>
                    </a:lnTo>
                    <a:lnTo>
                      <a:pt x="12" y="39"/>
                    </a:lnTo>
                    <a:lnTo>
                      <a:pt x="12" y="39"/>
                    </a:lnTo>
                    <a:lnTo>
                      <a:pt x="10" y="40"/>
                    </a:lnTo>
                    <a:lnTo>
                      <a:pt x="10" y="40"/>
                    </a:lnTo>
                    <a:lnTo>
                      <a:pt x="10" y="40"/>
                    </a:lnTo>
                    <a:lnTo>
                      <a:pt x="10" y="40"/>
                    </a:lnTo>
                    <a:lnTo>
                      <a:pt x="9" y="42"/>
                    </a:lnTo>
                    <a:lnTo>
                      <a:pt x="9" y="42"/>
                    </a:lnTo>
                    <a:lnTo>
                      <a:pt x="9" y="42"/>
                    </a:lnTo>
                    <a:lnTo>
                      <a:pt x="9" y="42"/>
                    </a:lnTo>
                    <a:lnTo>
                      <a:pt x="7" y="44"/>
                    </a:lnTo>
                    <a:lnTo>
                      <a:pt x="7" y="44"/>
                    </a:lnTo>
                    <a:lnTo>
                      <a:pt x="7" y="44"/>
                    </a:lnTo>
                    <a:lnTo>
                      <a:pt x="7" y="44"/>
                    </a:lnTo>
                    <a:lnTo>
                      <a:pt x="5" y="46"/>
                    </a:lnTo>
                    <a:lnTo>
                      <a:pt x="5" y="46"/>
                    </a:lnTo>
                    <a:lnTo>
                      <a:pt x="5" y="46"/>
                    </a:lnTo>
                    <a:lnTo>
                      <a:pt x="5" y="46"/>
                    </a:lnTo>
                    <a:lnTo>
                      <a:pt x="3" y="46"/>
                    </a:lnTo>
                    <a:lnTo>
                      <a:pt x="3" y="46"/>
                    </a:lnTo>
                    <a:lnTo>
                      <a:pt x="3" y="46"/>
                    </a:lnTo>
                    <a:lnTo>
                      <a:pt x="3" y="46"/>
                    </a:lnTo>
                    <a:lnTo>
                      <a:pt x="1" y="47"/>
                    </a:lnTo>
                    <a:lnTo>
                      <a:pt x="1" y="47"/>
                    </a:lnTo>
                    <a:lnTo>
                      <a:pt x="1" y="47"/>
                    </a:lnTo>
                    <a:lnTo>
                      <a:pt x="1" y="47"/>
                    </a:lnTo>
                    <a:lnTo>
                      <a:pt x="1" y="48"/>
                    </a:lnTo>
                    <a:lnTo>
                      <a:pt x="1" y="48"/>
                    </a:lnTo>
                    <a:lnTo>
                      <a:pt x="1" y="48"/>
                    </a:lnTo>
                    <a:lnTo>
                      <a:pt x="1" y="48"/>
                    </a:lnTo>
                    <a:lnTo>
                      <a:pt x="0" y="50"/>
                    </a:lnTo>
                    <a:lnTo>
                      <a:pt x="0" y="50"/>
                    </a:lnTo>
                    <a:lnTo>
                      <a:pt x="0" y="50"/>
                    </a:lnTo>
                    <a:lnTo>
                      <a:pt x="0" y="50"/>
                    </a:lnTo>
                    <a:lnTo>
                      <a:pt x="0" y="50"/>
                    </a:lnTo>
                    <a:lnTo>
                      <a:pt x="0" y="50"/>
                    </a:lnTo>
                    <a:lnTo>
                      <a:pt x="0" y="50"/>
                    </a:lnTo>
                    <a:lnTo>
                      <a:pt x="0" y="50"/>
                    </a:lnTo>
                    <a:lnTo>
                      <a:pt x="0" y="50"/>
                    </a:lnTo>
                    <a:lnTo>
                      <a:pt x="0" y="50"/>
                    </a:lnTo>
                    <a:lnTo>
                      <a:pt x="0" y="50"/>
                    </a:lnTo>
                    <a:lnTo>
                      <a:pt x="0" y="50"/>
                    </a:lnTo>
                    <a:lnTo>
                      <a:pt x="0" y="50"/>
                    </a:lnTo>
                    <a:lnTo>
                      <a:pt x="0" y="50"/>
                    </a:lnTo>
                    <a:lnTo>
                      <a:pt x="0" y="50"/>
                    </a:lnTo>
                    <a:lnTo>
                      <a:pt x="0" y="50"/>
                    </a:lnTo>
                    <a:lnTo>
                      <a:pt x="0" y="52"/>
                    </a:lnTo>
                    <a:lnTo>
                      <a:pt x="0" y="52"/>
                    </a:lnTo>
                    <a:lnTo>
                      <a:pt x="0" y="52"/>
                    </a:lnTo>
                    <a:lnTo>
                      <a:pt x="0" y="52"/>
                    </a:lnTo>
                    <a:lnTo>
                      <a:pt x="0" y="53"/>
                    </a:lnTo>
                    <a:lnTo>
                      <a:pt x="0" y="53"/>
                    </a:lnTo>
                    <a:lnTo>
                      <a:pt x="0" y="53"/>
                    </a:lnTo>
                    <a:lnTo>
                      <a:pt x="1" y="53"/>
                    </a:lnTo>
                    <a:lnTo>
                      <a:pt x="1" y="55"/>
                    </a:lnTo>
                    <a:lnTo>
                      <a:pt x="1" y="55"/>
                    </a:lnTo>
                    <a:lnTo>
                      <a:pt x="1" y="55"/>
                    </a:lnTo>
                    <a:lnTo>
                      <a:pt x="1" y="55"/>
                    </a:lnTo>
                    <a:lnTo>
                      <a:pt x="1" y="55"/>
                    </a:lnTo>
                    <a:lnTo>
                      <a:pt x="1" y="55"/>
                    </a:lnTo>
                    <a:lnTo>
                      <a:pt x="1" y="55"/>
                    </a:lnTo>
                    <a:lnTo>
                      <a:pt x="2" y="55"/>
                    </a:lnTo>
                    <a:lnTo>
                      <a:pt x="2" y="56"/>
                    </a:lnTo>
                    <a:lnTo>
                      <a:pt x="2" y="56"/>
                    </a:lnTo>
                    <a:lnTo>
                      <a:pt x="2" y="56"/>
                    </a:lnTo>
                    <a:lnTo>
                      <a:pt x="2" y="56"/>
                    </a:lnTo>
                    <a:lnTo>
                      <a:pt x="2" y="57"/>
                    </a:lnTo>
                    <a:lnTo>
                      <a:pt x="2" y="57"/>
                    </a:lnTo>
                    <a:lnTo>
                      <a:pt x="2" y="57"/>
                    </a:lnTo>
                    <a:lnTo>
                      <a:pt x="4" y="57"/>
                    </a:lnTo>
                    <a:lnTo>
                      <a:pt x="4" y="58"/>
                    </a:lnTo>
                    <a:lnTo>
                      <a:pt x="4" y="58"/>
                    </a:lnTo>
                    <a:lnTo>
                      <a:pt x="4" y="58"/>
                    </a:lnTo>
                    <a:lnTo>
                      <a:pt x="5" y="58"/>
                    </a:lnTo>
                    <a:lnTo>
                      <a:pt x="5" y="58"/>
                    </a:lnTo>
                    <a:lnTo>
                      <a:pt x="5" y="58"/>
                    </a:lnTo>
                    <a:lnTo>
                      <a:pt x="5" y="58"/>
                    </a:lnTo>
                    <a:lnTo>
                      <a:pt x="7" y="58"/>
                    </a:lnTo>
                    <a:lnTo>
                      <a:pt x="7" y="59"/>
                    </a:lnTo>
                    <a:lnTo>
                      <a:pt x="7" y="59"/>
                    </a:lnTo>
                    <a:lnTo>
                      <a:pt x="7" y="59"/>
                    </a:lnTo>
                    <a:lnTo>
                      <a:pt x="8" y="59"/>
                    </a:lnTo>
                    <a:lnTo>
                      <a:pt x="8" y="59"/>
                    </a:lnTo>
                    <a:lnTo>
                      <a:pt x="8" y="59"/>
                    </a:lnTo>
                    <a:lnTo>
                      <a:pt x="8" y="59"/>
                    </a:lnTo>
                    <a:lnTo>
                      <a:pt x="10" y="59"/>
                    </a:lnTo>
                    <a:lnTo>
                      <a:pt x="10" y="61"/>
                    </a:lnTo>
                    <a:lnTo>
                      <a:pt x="10" y="61"/>
                    </a:lnTo>
                    <a:lnTo>
                      <a:pt x="10" y="61"/>
                    </a:lnTo>
                    <a:lnTo>
                      <a:pt x="11" y="61"/>
                    </a:lnTo>
                    <a:lnTo>
                      <a:pt x="11" y="61"/>
                    </a:lnTo>
                    <a:lnTo>
                      <a:pt x="11" y="61"/>
                    </a:lnTo>
                    <a:lnTo>
                      <a:pt x="11" y="61"/>
                    </a:lnTo>
                    <a:lnTo>
                      <a:pt x="12" y="61"/>
                    </a:lnTo>
                    <a:lnTo>
                      <a:pt x="12" y="63"/>
                    </a:lnTo>
                    <a:lnTo>
                      <a:pt x="12" y="63"/>
                    </a:lnTo>
                    <a:lnTo>
                      <a:pt x="12" y="63"/>
                    </a:lnTo>
                    <a:lnTo>
                      <a:pt x="14" y="63"/>
                    </a:lnTo>
                    <a:lnTo>
                      <a:pt x="14" y="63"/>
                    </a:lnTo>
                    <a:lnTo>
                      <a:pt x="14" y="63"/>
                    </a:lnTo>
                    <a:lnTo>
                      <a:pt x="14" y="63"/>
                    </a:lnTo>
                    <a:lnTo>
                      <a:pt x="16" y="63"/>
                    </a:lnTo>
                    <a:lnTo>
                      <a:pt x="16" y="64"/>
                    </a:lnTo>
                    <a:lnTo>
                      <a:pt x="16" y="64"/>
                    </a:lnTo>
                    <a:lnTo>
                      <a:pt x="16" y="64"/>
                    </a:lnTo>
                    <a:lnTo>
                      <a:pt x="18" y="64"/>
                    </a:lnTo>
                    <a:lnTo>
                      <a:pt x="18" y="64"/>
                    </a:lnTo>
                    <a:lnTo>
                      <a:pt x="19" y="64"/>
                    </a:lnTo>
                    <a:lnTo>
                      <a:pt x="19" y="64"/>
                    </a:lnTo>
                    <a:lnTo>
                      <a:pt x="21" y="64"/>
                    </a:lnTo>
                    <a:lnTo>
                      <a:pt x="21" y="65"/>
                    </a:lnTo>
                    <a:lnTo>
                      <a:pt x="21" y="65"/>
                    </a:lnTo>
                    <a:lnTo>
                      <a:pt x="21" y="65"/>
                    </a:lnTo>
                    <a:lnTo>
                      <a:pt x="21" y="65"/>
                    </a:lnTo>
                    <a:lnTo>
                      <a:pt x="21" y="65"/>
                    </a:lnTo>
                    <a:lnTo>
                      <a:pt x="21" y="65"/>
                    </a:lnTo>
                    <a:lnTo>
                      <a:pt x="21" y="65"/>
                    </a:lnTo>
                    <a:lnTo>
                      <a:pt x="22" y="65"/>
                    </a:lnTo>
                    <a:lnTo>
                      <a:pt x="22" y="67"/>
                    </a:lnTo>
                    <a:lnTo>
                      <a:pt x="22" y="67"/>
                    </a:lnTo>
                    <a:lnTo>
                      <a:pt x="22" y="67"/>
                    </a:lnTo>
                    <a:lnTo>
                      <a:pt x="22" y="67"/>
                    </a:lnTo>
                    <a:lnTo>
                      <a:pt x="22" y="67"/>
                    </a:lnTo>
                    <a:lnTo>
                      <a:pt x="22" y="67"/>
                    </a:lnTo>
                    <a:lnTo>
                      <a:pt x="22" y="67"/>
                    </a:lnTo>
                    <a:lnTo>
                      <a:pt x="24" y="67"/>
                    </a:lnTo>
                    <a:lnTo>
                      <a:pt x="24" y="69"/>
                    </a:lnTo>
                    <a:lnTo>
                      <a:pt x="24" y="69"/>
                    </a:lnTo>
                    <a:lnTo>
                      <a:pt x="24" y="69"/>
                    </a:lnTo>
                    <a:lnTo>
                      <a:pt x="24" y="69"/>
                    </a:lnTo>
                    <a:lnTo>
                      <a:pt x="24" y="69"/>
                    </a:lnTo>
                    <a:lnTo>
                      <a:pt x="24" y="69"/>
                    </a:lnTo>
                    <a:lnTo>
                      <a:pt x="24" y="69"/>
                    </a:lnTo>
                    <a:lnTo>
                      <a:pt x="25" y="69"/>
                    </a:lnTo>
                    <a:lnTo>
                      <a:pt x="25" y="70"/>
                    </a:lnTo>
                    <a:lnTo>
                      <a:pt x="25" y="70"/>
                    </a:lnTo>
                    <a:lnTo>
                      <a:pt x="25" y="70"/>
                    </a:lnTo>
                    <a:lnTo>
                      <a:pt x="25" y="70"/>
                    </a:lnTo>
                    <a:lnTo>
                      <a:pt x="25" y="70"/>
                    </a:lnTo>
                    <a:lnTo>
                      <a:pt x="25" y="70"/>
                    </a:lnTo>
                    <a:lnTo>
                      <a:pt x="25" y="70"/>
                    </a:lnTo>
                    <a:lnTo>
                      <a:pt x="26" y="70"/>
                    </a:lnTo>
                    <a:lnTo>
                      <a:pt x="26" y="70"/>
                    </a:lnTo>
                    <a:lnTo>
                      <a:pt x="26" y="70"/>
                    </a:lnTo>
                    <a:lnTo>
                      <a:pt x="29" y="70"/>
                    </a:lnTo>
                    <a:lnTo>
                      <a:pt x="31" y="68"/>
                    </a:lnTo>
                    <a:lnTo>
                      <a:pt x="33" y="68"/>
                    </a:lnTo>
                    <a:lnTo>
                      <a:pt x="37" y="66"/>
                    </a:lnTo>
                    <a:lnTo>
                      <a:pt x="41" y="65"/>
                    </a:lnTo>
                    <a:lnTo>
                      <a:pt x="45" y="63"/>
                    </a:lnTo>
                    <a:lnTo>
                      <a:pt x="48" y="63"/>
                    </a:lnTo>
                    <a:lnTo>
                      <a:pt x="53" y="61"/>
                    </a:lnTo>
                    <a:lnTo>
                      <a:pt x="56" y="59"/>
                    </a:lnTo>
                    <a:lnTo>
                      <a:pt x="60" y="58"/>
                    </a:lnTo>
                    <a:lnTo>
                      <a:pt x="63" y="58"/>
                    </a:lnTo>
                    <a:lnTo>
                      <a:pt x="67" y="56"/>
                    </a:lnTo>
                    <a:lnTo>
                      <a:pt x="70" y="55"/>
                    </a:lnTo>
                    <a:lnTo>
                      <a:pt x="74" y="52"/>
                    </a:lnTo>
                    <a:lnTo>
                      <a:pt x="76" y="52"/>
                    </a:lnTo>
                    <a:lnTo>
                      <a:pt x="79" y="51"/>
                    </a:lnTo>
                    <a:lnTo>
                      <a:pt x="83" y="50"/>
                    </a:lnTo>
                    <a:lnTo>
                      <a:pt x="87" y="49"/>
                    </a:lnTo>
                    <a:lnTo>
                      <a:pt x="91" y="48"/>
                    </a:lnTo>
                    <a:lnTo>
                      <a:pt x="95" y="46"/>
                    </a:lnTo>
                    <a:lnTo>
                      <a:pt x="99" y="44"/>
                    </a:lnTo>
                    <a:lnTo>
                      <a:pt x="105" y="42"/>
                    </a:lnTo>
                    <a:lnTo>
                      <a:pt x="109" y="42"/>
                    </a:lnTo>
                    <a:lnTo>
                      <a:pt x="113" y="40"/>
                    </a:lnTo>
                    <a:lnTo>
                      <a:pt x="116" y="39"/>
                    </a:lnTo>
                    <a:lnTo>
                      <a:pt x="120" y="37"/>
                    </a:lnTo>
                    <a:lnTo>
                      <a:pt x="122" y="37"/>
                    </a:lnTo>
                    <a:lnTo>
                      <a:pt x="126" y="35"/>
                    </a:lnTo>
                    <a:lnTo>
                      <a:pt x="126" y="35"/>
                    </a:lnTo>
                    <a:lnTo>
                      <a:pt x="128" y="34"/>
                    </a:lnTo>
                    <a:lnTo>
                      <a:pt x="127" y="34"/>
                    </a:lnTo>
                    <a:lnTo>
                      <a:pt x="127" y="33"/>
                    </a:lnTo>
                    <a:lnTo>
                      <a:pt x="127" y="31"/>
                    </a:lnTo>
                    <a:lnTo>
                      <a:pt x="127" y="29"/>
                    </a:lnTo>
                    <a:lnTo>
                      <a:pt x="127" y="27"/>
                    </a:lnTo>
                    <a:lnTo>
                      <a:pt x="127" y="24"/>
                    </a:lnTo>
                    <a:lnTo>
                      <a:pt x="127" y="21"/>
                    </a:lnTo>
                    <a:lnTo>
                      <a:pt x="127" y="17"/>
                    </a:lnTo>
                    <a:lnTo>
                      <a:pt x="127" y="15"/>
                    </a:lnTo>
                    <a:lnTo>
                      <a:pt x="127" y="12"/>
                    </a:lnTo>
                    <a:lnTo>
                      <a:pt x="127" y="10"/>
                    </a:lnTo>
                    <a:lnTo>
                      <a:pt x="127" y="6"/>
                    </a:lnTo>
                    <a:lnTo>
                      <a:pt x="127" y="4"/>
                    </a:lnTo>
                    <a:lnTo>
                      <a:pt x="127" y="2"/>
                    </a:lnTo>
                    <a:lnTo>
                      <a:pt x="127" y="1"/>
                    </a:lnTo>
                    <a:lnTo>
                      <a:pt x="128" y="0"/>
                    </a:lnTo>
                    <a:lnTo>
                      <a:pt x="128"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19" name=""/>
              <p:cNvSpPr/>
              <p:nvPr/>
            </p:nvSpPr>
            <p:spPr>
              <a:xfrm>
                <a:off x="6754680" y="6072120"/>
                <a:ext cx="317520" cy="179280"/>
              </a:xfrm>
              <a:custGeom>
                <a:avLst/>
                <a:gdLst/>
                <a:ahLst/>
                <a:rect l="l" t="t" r="r" b="b"/>
                <a:pathLst>
                  <a:path w="200" h="113">
                    <a:moveTo>
                      <a:pt x="2" y="0"/>
                    </a:moveTo>
                    <a:lnTo>
                      <a:pt x="0" y="0"/>
                    </a:lnTo>
                    <a:lnTo>
                      <a:pt x="0" y="0"/>
                    </a:lnTo>
                    <a:lnTo>
                      <a:pt x="0" y="0"/>
                    </a:lnTo>
                    <a:lnTo>
                      <a:pt x="0" y="0"/>
                    </a:lnTo>
                    <a:lnTo>
                      <a:pt x="0" y="1"/>
                    </a:lnTo>
                    <a:lnTo>
                      <a:pt x="0" y="1"/>
                    </a:lnTo>
                    <a:lnTo>
                      <a:pt x="0" y="2"/>
                    </a:lnTo>
                    <a:lnTo>
                      <a:pt x="1" y="2"/>
                    </a:lnTo>
                    <a:lnTo>
                      <a:pt x="1" y="4"/>
                    </a:lnTo>
                    <a:lnTo>
                      <a:pt x="1" y="5"/>
                    </a:lnTo>
                    <a:lnTo>
                      <a:pt x="2" y="7"/>
                    </a:lnTo>
                    <a:lnTo>
                      <a:pt x="4" y="7"/>
                    </a:lnTo>
                    <a:lnTo>
                      <a:pt x="6" y="9"/>
                    </a:lnTo>
                    <a:lnTo>
                      <a:pt x="7" y="12"/>
                    </a:lnTo>
                    <a:lnTo>
                      <a:pt x="10" y="13"/>
                    </a:lnTo>
                    <a:lnTo>
                      <a:pt x="14" y="15"/>
                    </a:lnTo>
                    <a:lnTo>
                      <a:pt x="14" y="17"/>
                    </a:lnTo>
                    <a:lnTo>
                      <a:pt x="15" y="18"/>
                    </a:lnTo>
                    <a:lnTo>
                      <a:pt x="16" y="20"/>
                    </a:lnTo>
                    <a:lnTo>
                      <a:pt x="19" y="21"/>
                    </a:lnTo>
                    <a:lnTo>
                      <a:pt x="21" y="24"/>
                    </a:lnTo>
                    <a:lnTo>
                      <a:pt x="22" y="26"/>
                    </a:lnTo>
                    <a:lnTo>
                      <a:pt x="24" y="29"/>
                    </a:lnTo>
                    <a:lnTo>
                      <a:pt x="28" y="31"/>
                    </a:lnTo>
                    <a:lnTo>
                      <a:pt x="29" y="35"/>
                    </a:lnTo>
                    <a:lnTo>
                      <a:pt x="31" y="37"/>
                    </a:lnTo>
                    <a:lnTo>
                      <a:pt x="33" y="40"/>
                    </a:lnTo>
                    <a:lnTo>
                      <a:pt x="37" y="42"/>
                    </a:lnTo>
                    <a:lnTo>
                      <a:pt x="37" y="44"/>
                    </a:lnTo>
                    <a:lnTo>
                      <a:pt x="39" y="45"/>
                    </a:lnTo>
                    <a:lnTo>
                      <a:pt x="40" y="46"/>
                    </a:lnTo>
                    <a:lnTo>
                      <a:pt x="42" y="46"/>
                    </a:lnTo>
                    <a:lnTo>
                      <a:pt x="42" y="47"/>
                    </a:lnTo>
                    <a:lnTo>
                      <a:pt x="43" y="47"/>
                    </a:lnTo>
                    <a:lnTo>
                      <a:pt x="43" y="49"/>
                    </a:lnTo>
                    <a:lnTo>
                      <a:pt x="45" y="49"/>
                    </a:lnTo>
                    <a:lnTo>
                      <a:pt x="47" y="51"/>
                    </a:lnTo>
                    <a:lnTo>
                      <a:pt x="49" y="53"/>
                    </a:lnTo>
                    <a:lnTo>
                      <a:pt x="51" y="55"/>
                    </a:lnTo>
                    <a:lnTo>
                      <a:pt x="53" y="56"/>
                    </a:lnTo>
                    <a:lnTo>
                      <a:pt x="54" y="58"/>
                    </a:lnTo>
                    <a:lnTo>
                      <a:pt x="56" y="60"/>
                    </a:lnTo>
                    <a:lnTo>
                      <a:pt x="58" y="62"/>
                    </a:lnTo>
                    <a:lnTo>
                      <a:pt x="60" y="63"/>
                    </a:lnTo>
                    <a:lnTo>
                      <a:pt x="60" y="65"/>
                    </a:lnTo>
                    <a:lnTo>
                      <a:pt x="62" y="65"/>
                    </a:lnTo>
                    <a:lnTo>
                      <a:pt x="62" y="65"/>
                    </a:lnTo>
                    <a:lnTo>
                      <a:pt x="63" y="65"/>
                    </a:lnTo>
                    <a:lnTo>
                      <a:pt x="63" y="67"/>
                    </a:lnTo>
                    <a:lnTo>
                      <a:pt x="64" y="67"/>
                    </a:lnTo>
                    <a:lnTo>
                      <a:pt x="64" y="68"/>
                    </a:lnTo>
                    <a:lnTo>
                      <a:pt x="66" y="68"/>
                    </a:lnTo>
                    <a:lnTo>
                      <a:pt x="66" y="70"/>
                    </a:lnTo>
                    <a:lnTo>
                      <a:pt x="67" y="70"/>
                    </a:lnTo>
                    <a:lnTo>
                      <a:pt x="70" y="72"/>
                    </a:lnTo>
                    <a:lnTo>
                      <a:pt x="72" y="72"/>
                    </a:lnTo>
                    <a:lnTo>
                      <a:pt x="72" y="74"/>
                    </a:lnTo>
                    <a:lnTo>
                      <a:pt x="74" y="75"/>
                    </a:lnTo>
                    <a:lnTo>
                      <a:pt x="75" y="77"/>
                    </a:lnTo>
                    <a:lnTo>
                      <a:pt x="77" y="77"/>
                    </a:lnTo>
                    <a:lnTo>
                      <a:pt x="77" y="78"/>
                    </a:lnTo>
                    <a:lnTo>
                      <a:pt x="79" y="78"/>
                    </a:lnTo>
                    <a:lnTo>
                      <a:pt x="80" y="78"/>
                    </a:lnTo>
                    <a:lnTo>
                      <a:pt x="81" y="78"/>
                    </a:lnTo>
                    <a:lnTo>
                      <a:pt x="81" y="78"/>
                    </a:lnTo>
                    <a:lnTo>
                      <a:pt x="81" y="78"/>
                    </a:lnTo>
                    <a:lnTo>
                      <a:pt x="81" y="78"/>
                    </a:lnTo>
                    <a:lnTo>
                      <a:pt x="81" y="78"/>
                    </a:lnTo>
                    <a:lnTo>
                      <a:pt x="81" y="78"/>
                    </a:lnTo>
                    <a:lnTo>
                      <a:pt x="81" y="78"/>
                    </a:lnTo>
                    <a:lnTo>
                      <a:pt x="81" y="78"/>
                    </a:lnTo>
                    <a:lnTo>
                      <a:pt x="83" y="78"/>
                    </a:lnTo>
                    <a:lnTo>
                      <a:pt x="83" y="78"/>
                    </a:lnTo>
                    <a:lnTo>
                      <a:pt x="83" y="78"/>
                    </a:lnTo>
                    <a:lnTo>
                      <a:pt x="83" y="78"/>
                    </a:lnTo>
                    <a:lnTo>
                      <a:pt x="85" y="78"/>
                    </a:lnTo>
                    <a:lnTo>
                      <a:pt x="85" y="78"/>
                    </a:lnTo>
                    <a:lnTo>
                      <a:pt x="87" y="78"/>
                    </a:lnTo>
                    <a:lnTo>
                      <a:pt x="88" y="78"/>
                    </a:lnTo>
                    <a:lnTo>
                      <a:pt x="90" y="78"/>
                    </a:lnTo>
                    <a:lnTo>
                      <a:pt x="90" y="78"/>
                    </a:lnTo>
                    <a:lnTo>
                      <a:pt x="92" y="78"/>
                    </a:lnTo>
                    <a:lnTo>
                      <a:pt x="92" y="78"/>
                    </a:lnTo>
                    <a:lnTo>
                      <a:pt x="94" y="76"/>
                    </a:lnTo>
                    <a:lnTo>
                      <a:pt x="95" y="76"/>
                    </a:lnTo>
                    <a:lnTo>
                      <a:pt x="97" y="74"/>
                    </a:lnTo>
                    <a:lnTo>
                      <a:pt x="99" y="73"/>
                    </a:lnTo>
                    <a:lnTo>
                      <a:pt x="101" y="71"/>
                    </a:lnTo>
                    <a:lnTo>
                      <a:pt x="101" y="71"/>
                    </a:lnTo>
                    <a:lnTo>
                      <a:pt x="103" y="69"/>
                    </a:lnTo>
                    <a:lnTo>
                      <a:pt x="104" y="68"/>
                    </a:lnTo>
                    <a:lnTo>
                      <a:pt x="106" y="66"/>
                    </a:lnTo>
                    <a:lnTo>
                      <a:pt x="106" y="66"/>
                    </a:lnTo>
                    <a:lnTo>
                      <a:pt x="109" y="65"/>
                    </a:lnTo>
                    <a:lnTo>
                      <a:pt x="109" y="65"/>
                    </a:lnTo>
                    <a:lnTo>
                      <a:pt x="110" y="64"/>
                    </a:lnTo>
                    <a:lnTo>
                      <a:pt x="110" y="64"/>
                    </a:lnTo>
                    <a:lnTo>
                      <a:pt x="112" y="64"/>
                    </a:lnTo>
                    <a:lnTo>
                      <a:pt x="112" y="64"/>
                    </a:lnTo>
                    <a:lnTo>
                      <a:pt x="114" y="62"/>
                    </a:lnTo>
                    <a:lnTo>
                      <a:pt x="114" y="62"/>
                    </a:lnTo>
                    <a:lnTo>
                      <a:pt x="116" y="61"/>
                    </a:lnTo>
                    <a:lnTo>
                      <a:pt x="118" y="61"/>
                    </a:lnTo>
                    <a:lnTo>
                      <a:pt x="119" y="59"/>
                    </a:lnTo>
                    <a:lnTo>
                      <a:pt x="119" y="59"/>
                    </a:lnTo>
                    <a:lnTo>
                      <a:pt x="121" y="59"/>
                    </a:lnTo>
                    <a:lnTo>
                      <a:pt x="123" y="59"/>
                    </a:lnTo>
                    <a:lnTo>
                      <a:pt x="125" y="57"/>
                    </a:lnTo>
                    <a:lnTo>
                      <a:pt x="125" y="57"/>
                    </a:lnTo>
                    <a:lnTo>
                      <a:pt x="126" y="57"/>
                    </a:lnTo>
                    <a:lnTo>
                      <a:pt x="128" y="57"/>
                    </a:lnTo>
                    <a:lnTo>
                      <a:pt x="130" y="56"/>
                    </a:lnTo>
                    <a:lnTo>
                      <a:pt x="130" y="56"/>
                    </a:lnTo>
                    <a:lnTo>
                      <a:pt x="131" y="56"/>
                    </a:lnTo>
                    <a:lnTo>
                      <a:pt x="132" y="56"/>
                    </a:lnTo>
                    <a:lnTo>
                      <a:pt x="134" y="56"/>
                    </a:lnTo>
                    <a:lnTo>
                      <a:pt x="136" y="56"/>
                    </a:lnTo>
                    <a:lnTo>
                      <a:pt x="138" y="56"/>
                    </a:lnTo>
                    <a:lnTo>
                      <a:pt x="140" y="56"/>
                    </a:lnTo>
                    <a:lnTo>
                      <a:pt x="141" y="54"/>
                    </a:lnTo>
                    <a:lnTo>
                      <a:pt x="143" y="54"/>
                    </a:lnTo>
                    <a:lnTo>
                      <a:pt x="145" y="54"/>
                    </a:lnTo>
                    <a:lnTo>
                      <a:pt x="147" y="54"/>
                    </a:lnTo>
                    <a:lnTo>
                      <a:pt x="148" y="54"/>
                    </a:lnTo>
                    <a:lnTo>
                      <a:pt x="148" y="54"/>
                    </a:lnTo>
                    <a:lnTo>
                      <a:pt x="150" y="54"/>
                    </a:lnTo>
                    <a:lnTo>
                      <a:pt x="151" y="54"/>
                    </a:lnTo>
                    <a:lnTo>
                      <a:pt x="153" y="54"/>
                    </a:lnTo>
                    <a:lnTo>
                      <a:pt x="153" y="56"/>
                    </a:lnTo>
                    <a:lnTo>
                      <a:pt x="154" y="56"/>
                    </a:lnTo>
                    <a:lnTo>
                      <a:pt x="155" y="56"/>
                    </a:lnTo>
                    <a:lnTo>
                      <a:pt x="156" y="56"/>
                    </a:lnTo>
                    <a:lnTo>
                      <a:pt x="158" y="56"/>
                    </a:lnTo>
                    <a:lnTo>
                      <a:pt x="160" y="56"/>
                    </a:lnTo>
                    <a:lnTo>
                      <a:pt x="162" y="56"/>
                    </a:lnTo>
                    <a:lnTo>
                      <a:pt x="163" y="56"/>
                    </a:lnTo>
                    <a:lnTo>
                      <a:pt x="165" y="58"/>
                    </a:lnTo>
                    <a:lnTo>
                      <a:pt x="167" y="58"/>
                    </a:lnTo>
                    <a:lnTo>
                      <a:pt x="169" y="58"/>
                    </a:lnTo>
                    <a:lnTo>
                      <a:pt x="171" y="58"/>
                    </a:lnTo>
                    <a:lnTo>
                      <a:pt x="171" y="58"/>
                    </a:lnTo>
                    <a:lnTo>
                      <a:pt x="173" y="58"/>
                    </a:lnTo>
                    <a:lnTo>
                      <a:pt x="173" y="58"/>
                    </a:lnTo>
                    <a:lnTo>
                      <a:pt x="175" y="58"/>
                    </a:lnTo>
                    <a:lnTo>
                      <a:pt x="175" y="61"/>
                    </a:lnTo>
                    <a:lnTo>
                      <a:pt x="175" y="61"/>
                    </a:lnTo>
                    <a:lnTo>
                      <a:pt x="175" y="61"/>
                    </a:lnTo>
                    <a:lnTo>
                      <a:pt x="177" y="61"/>
                    </a:lnTo>
                    <a:lnTo>
                      <a:pt x="177" y="63"/>
                    </a:lnTo>
                    <a:lnTo>
                      <a:pt x="179" y="63"/>
                    </a:lnTo>
                    <a:lnTo>
                      <a:pt x="181" y="63"/>
                    </a:lnTo>
                    <a:lnTo>
                      <a:pt x="183" y="63"/>
                    </a:lnTo>
                    <a:lnTo>
                      <a:pt x="183" y="65"/>
                    </a:lnTo>
                    <a:lnTo>
                      <a:pt x="185" y="65"/>
                    </a:lnTo>
                    <a:lnTo>
                      <a:pt x="186" y="66"/>
                    </a:lnTo>
                    <a:lnTo>
                      <a:pt x="188" y="66"/>
                    </a:lnTo>
                    <a:lnTo>
                      <a:pt x="188" y="68"/>
                    </a:lnTo>
                    <a:lnTo>
                      <a:pt x="189" y="68"/>
                    </a:lnTo>
                    <a:lnTo>
                      <a:pt x="189" y="68"/>
                    </a:lnTo>
                    <a:lnTo>
                      <a:pt x="191" y="68"/>
                    </a:lnTo>
                    <a:lnTo>
                      <a:pt x="191" y="70"/>
                    </a:lnTo>
                    <a:lnTo>
                      <a:pt x="191" y="70"/>
                    </a:lnTo>
                    <a:lnTo>
                      <a:pt x="191" y="70"/>
                    </a:lnTo>
                    <a:lnTo>
                      <a:pt x="191" y="70"/>
                    </a:lnTo>
                    <a:lnTo>
                      <a:pt x="191" y="72"/>
                    </a:lnTo>
                    <a:lnTo>
                      <a:pt x="191" y="72"/>
                    </a:lnTo>
                    <a:lnTo>
                      <a:pt x="191" y="72"/>
                    </a:lnTo>
                    <a:lnTo>
                      <a:pt x="193" y="72"/>
                    </a:lnTo>
                    <a:lnTo>
                      <a:pt x="193" y="74"/>
                    </a:lnTo>
                    <a:lnTo>
                      <a:pt x="193" y="74"/>
                    </a:lnTo>
                    <a:lnTo>
                      <a:pt x="193" y="74"/>
                    </a:lnTo>
                    <a:lnTo>
                      <a:pt x="195" y="74"/>
                    </a:lnTo>
                    <a:lnTo>
                      <a:pt x="195" y="75"/>
                    </a:lnTo>
                    <a:lnTo>
                      <a:pt x="196" y="75"/>
                    </a:lnTo>
                    <a:lnTo>
                      <a:pt x="196" y="75"/>
                    </a:lnTo>
                    <a:lnTo>
                      <a:pt x="197" y="75"/>
                    </a:lnTo>
                    <a:lnTo>
                      <a:pt x="197" y="77"/>
                    </a:lnTo>
                    <a:lnTo>
                      <a:pt x="197" y="77"/>
                    </a:lnTo>
                    <a:lnTo>
                      <a:pt x="197" y="78"/>
                    </a:lnTo>
                    <a:lnTo>
                      <a:pt x="197" y="78"/>
                    </a:lnTo>
                    <a:lnTo>
                      <a:pt x="197" y="80"/>
                    </a:lnTo>
                    <a:lnTo>
                      <a:pt x="197" y="81"/>
                    </a:lnTo>
                    <a:lnTo>
                      <a:pt x="197" y="83"/>
                    </a:lnTo>
                    <a:lnTo>
                      <a:pt x="199" y="83"/>
                    </a:lnTo>
                    <a:lnTo>
                      <a:pt x="199" y="85"/>
                    </a:lnTo>
                    <a:lnTo>
                      <a:pt x="199" y="86"/>
                    </a:lnTo>
                    <a:lnTo>
                      <a:pt x="199" y="88"/>
                    </a:lnTo>
                    <a:lnTo>
                      <a:pt x="199" y="88"/>
                    </a:lnTo>
                    <a:lnTo>
                      <a:pt x="199" y="90"/>
                    </a:lnTo>
                    <a:lnTo>
                      <a:pt x="199" y="90"/>
                    </a:lnTo>
                    <a:lnTo>
                      <a:pt x="199" y="90"/>
                    </a:lnTo>
                    <a:lnTo>
                      <a:pt x="199" y="90"/>
                    </a:lnTo>
                    <a:lnTo>
                      <a:pt x="197" y="91"/>
                    </a:lnTo>
                    <a:lnTo>
                      <a:pt x="197" y="91"/>
                    </a:lnTo>
                    <a:lnTo>
                      <a:pt x="197" y="92"/>
                    </a:lnTo>
                    <a:lnTo>
                      <a:pt x="197" y="92"/>
                    </a:lnTo>
                    <a:lnTo>
                      <a:pt x="194" y="94"/>
                    </a:lnTo>
                    <a:lnTo>
                      <a:pt x="194" y="94"/>
                    </a:lnTo>
                    <a:lnTo>
                      <a:pt x="194" y="94"/>
                    </a:lnTo>
                    <a:lnTo>
                      <a:pt x="194" y="94"/>
                    </a:lnTo>
                    <a:lnTo>
                      <a:pt x="193" y="95"/>
                    </a:lnTo>
                    <a:lnTo>
                      <a:pt x="193" y="95"/>
                    </a:lnTo>
                    <a:lnTo>
                      <a:pt x="192" y="97"/>
                    </a:lnTo>
                    <a:lnTo>
                      <a:pt x="192" y="97"/>
                    </a:lnTo>
                    <a:lnTo>
                      <a:pt x="191" y="97"/>
                    </a:lnTo>
                    <a:lnTo>
                      <a:pt x="191" y="97"/>
                    </a:lnTo>
                    <a:lnTo>
                      <a:pt x="191" y="97"/>
                    </a:lnTo>
                    <a:lnTo>
                      <a:pt x="191" y="97"/>
                    </a:lnTo>
                    <a:lnTo>
                      <a:pt x="189" y="97"/>
                    </a:lnTo>
                    <a:lnTo>
                      <a:pt x="188" y="97"/>
                    </a:lnTo>
                    <a:lnTo>
                      <a:pt x="186" y="97"/>
                    </a:lnTo>
                    <a:lnTo>
                      <a:pt x="186" y="95"/>
                    </a:lnTo>
                    <a:lnTo>
                      <a:pt x="184" y="95"/>
                    </a:lnTo>
                    <a:lnTo>
                      <a:pt x="182" y="94"/>
                    </a:lnTo>
                    <a:lnTo>
                      <a:pt x="180" y="94"/>
                    </a:lnTo>
                    <a:lnTo>
                      <a:pt x="180" y="92"/>
                    </a:lnTo>
                    <a:lnTo>
                      <a:pt x="178" y="92"/>
                    </a:lnTo>
                    <a:lnTo>
                      <a:pt x="177" y="91"/>
                    </a:lnTo>
                    <a:lnTo>
                      <a:pt x="175" y="91"/>
                    </a:lnTo>
                    <a:lnTo>
                      <a:pt x="175" y="89"/>
                    </a:lnTo>
                    <a:lnTo>
                      <a:pt x="172" y="89"/>
                    </a:lnTo>
                    <a:lnTo>
                      <a:pt x="172" y="88"/>
                    </a:lnTo>
                    <a:lnTo>
                      <a:pt x="171" y="88"/>
                    </a:lnTo>
                    <a:lnTo>
                      <a:pt x="171" y="87"/>
                    </a:lnTo>
                    <a:lnTo>
                      <a:pt x="169" y="87"/>
                    </a:lnTo>
                    <a:lnTo>
                      <a:pt x="168" y="87"/>
                    </a:lnTo>
                    <a:lnTo>
                      <a:pt x="166" y="87"/>
                    </a:lnTo>
                    <a:lnTo>
                      <a:pt x="165" y="85"/>
                    </a:lnTo>
                    <a:lnTo>
                      <a:pt x="163" y="85"/>
                    </a:lnTo>
                    <a:lnTo>
                      <a:pt x="162" y="85"/>
                    </a:lnTo>
                    <a:lnTo>
                      <a:pt x="160" y="85"/>
                    </a:lnTo>
                    <a:lnTo>
                      <a:pt x="160" y="83"/>
                    </a:lnTo>
                    <a:lnTo>
                      <a:pt x="158" y="83"/>
                    </a:lnTo>
                    <a:lnTo>
                      <a:pt x="156" y="83"/>
                    </a:lnTo>
                    <a:lnTo>
                      <a:pt x="154" y="83"/>
                    </a:lnTo>
                    <a:lnTo>
                      <a:pt x="153" y="81"/>
                    </a:lnTo>
                    <a:lnTo>
                      <a:pt x="150" y="81"/>
                    </a:lnTo>
                    <a:lnTo>
                      <a:pt x="150" y="81"/>
                    </a:lnTo>
                    <a:lnTo>
                      <a:pt x="148" y="81"/>
                    </a:lnTo>
                    <a:lnTo>
                      <a:pt x="148" y="80"/>
                    </a:lnTo>
                    <a:lnTo>
                      <a:pt x="147" y="81"/>
                    </a:lnTo>
                    <a:lnTo>
                      <a:pt x="147" y="81"/>
                    </a:lnTo>
                    <a:lnTo>
                      <a:pt x="145" y="81"/>
                    </a:lnTo>
                    <a:lnTo>
                      <a:pt x="145" y="81"/>
                    </a:lnTo>
                    <a:lnTo>
                      <a:pt x="143" y="81"/>
                    </a:lnTo>
                    <a:lnTo>
                      <a:pt x="143" y="81"/>
                    </a:lnTo>
                    <a:lnTo>
                      <a:pt x="141" y="81"/>
                    </a:lnTo>
                    <a:lnTo>
                      <a:pt x="141" y="81"/>
                    </a:lnTo>
                    <a:lnTo>
                      <a:pt x="139" y="81"/>
                    </a:lnTo>
                    <a:lnTo>
                      <a:pt x="138" y="81"/>
                    </a:lnTo>
                    <a:lnTo>
                      <a:pt x="136" y="81"/>
                    </a:lnTo>
                    <a:lnTo>
                      <a:pt x="136" y="81"/>
                    </a:lnTo>
                    <a:lnTo>
                      <a:pt x="134" y="81"/>
                    </a:lnTo>
                    <a:lnTo>
                      <a:pt x="134" y="81"/>
                    </a:lnTo>
                    <a:lnTo>
                      <a:pt x="134" y="81"/>
                    </a:lnTo>
                    <a:lnTo>
                      <a:pt x="134" y="81"/>
                    </a:lnTo>
                    <a:lnTo>
                      <a:pt x="132" y="82"/>
                    </a:lnTo>
                    <a:lnTo>
                      <a:pt x="132" y="82"/>
                    </a:lnTo>
                    <a:lnTo>
                      <a:pt x="131" y="82"/>
                    </a:lnTo>
                    <a:lnTo>
                      <a:pt x="131" y="82"/>
                    </a:lnTo>
                    <a:lnTo>
                      <a:pt x="129" y="83"/>
                    </a:lnTo>
                    <a:lnTo>
                      <a:pt x="129" y="83"/>
                    </a:lnTo>
                    <a:lnTo>
                      <a:pt x="128" y="83"/>
                    </a:lnTo>
                    <a:lnTo>
                      <a:pt x="128" y="83"/>
                    </a:lnTo>
                    <a:lnTo>
                      <a:pt x="126" y="85"/>
                    </a:lnTo>
                    <a:lnTo>
                      <a:pt x="126" y="85"/>
                    </a:lnTo>
                    <a:lnTo>
                      <a:pt x="125" y="87"/>
                    </a:lnTo>
                    <a:lnTo>
                      <a:pt x="125" y="87"/>
                    </a:lnTo>
                    <a:lnTo>
                      <a:pt x="123" y="88"/>
                    </a:lnTo>
                    <a:lnTo>
                      <a:pt x="123" y="88"/>
                    </a:lnTo>
                    <a:lnTo>
                      <a:pt x="123" y="88"/>
                    </a:lnTo>
                    <a:lnTo>
                      <a:pt x="123" y="88"/>
                    </a:lnTo>
                    <a:lnTo>
                      <a:pt x="121" y="90"/>
                    </a:lnTo>
                    <a:lnTo>
                      <a:pt x="121" y="90"/>
                    </a:lnTo>
                    <a:lnTo>
                      <a:pt x="119" y="91"/>
                    </a:lnTo>
                    <a:lnTo>
                      <a:pt x="119" y="91"/>
                    </a:lnTo>
                    <a:lnTo>
                      <a:pt x="118" y="93"/>
                    </a:lnTo>
                    <a:lnTo>
                      <a:pt x="118" y="93"/>
                    </a:lnTo>
                    <a:lnTo>
                      <a:pt x="116" y="94"/>
                    </a:lnTo>
                    <a:lnTo>
                      <a:pt x="116" y="94"/>
                    </a:lnTo>
                    <a:lnTo>
                      <a:pt x="114" y="95"/>
                    </a:lnTo>
                    <a:lnTo>
                      <a:pt x="114" y="95"/>
                    </a:lnTo>
                    <a:lnTo>
                      <a:pt x="112" y="97"/>
                    </a:lnTo>
                    <a:lnTo>
                      <a:pt x="112" y="97"/>
                    </a:lnTo>
                    <a:lnTo>
                      <a:pt x="110" y="99"/>
                    </a:lnTo>
                    <a:lnTo>
                      <a:pt x="110" y="99"/>
                    </a:lnTo>
                    <a:lnTo>
                      <a:pt x="110" y="99"/>
                    </a:lnTo>
                    <a:lnTo>
                      <a:pt x="110" y="99"/>
                    </a:lnTo>
                    <a:lnTo>
                      <a:pt x="108" y="100"/>
                    </a:lnTo>
                    <a:lnTo>
                      <a:pt x="108" y="100"/>
                    </a:lnTo>
                    <a:lnTo>
                      <a:pt x="108" y="100"/>
                    </a:lnTo>
                    <a:lnTo>
                      <a:pt x="108" y="100"/>
                    </a:lnTo>
                    <a:lnTo>
                      <a:pt x="106" y="101"/>
                    </a:lnTo>
                    <a:lnTo>
                      <a:pt x="106" y="101"/>
                    </a:lnTo>
                    <a:lnTo>
                      <a:pt x="106" y="101"/>
                    </a:lnTo>
                    <a:lnTo>
                      <a:pt x="106" y="101"/>
                    </a:lnTo>
                    <a:lnTo>
                      <a:pt x="104" y="103"/>
                    </a:lnTo>
                    <a:lnTo>
                      <a:pt x="104" y="103"/>
                    </a:lnTo>
                    <a:lnTo>
                      <a:pt x="104" y="103"/>
                    </a:lnTo>
                    <a:lnTo>
                      <a:pt x="104" y="103"/>
                    </a:lnTo>
                    <a:lnTo>
                      <a:pt x="103" y="104"/>
                    </a:lnTo>
                    <a:lnTo>
                      <a:pt x="103" y="104"/>
                    </a:lnTo>
                    <a:lnTo>
                      <a:pt x="103" y="104"/>
                    </a:lnTo>
                    <a:lnTo>
                      <a:pt x="103" y="104"/>
                    </a:lnTo>
                    <a:lnTo>
                      <a:pt x="102" y="104"/>
                    </a:lnTo>
                    <a:lnTo>
                      <a:pt x="102" y="104"/>
                    </a:lnTo>
                    <a:lnTo>
                      <a:pt x="102" y="104"/>
                    </a:lnTo>
                    <a:lnTo>
                      <a:pt x="102" y="104"/>
                    </a:lnTo>
                    <a:lnTo>
                      <a:pt x="101" y="104"/>
                    </a:lnTo>
                    <a:lnTo>
                      <a:pt x="101" y="104"/>
                    </a:lnTo>
                    <a:lnTo>
                      <a:pt x="101" y="104"/>
                    </a:lnTo>
                    <a:lnTo>
                      <a:pt x="101" y="104"/>
                    </a:lnTo>
                    <a:lnTo>
                      <a:pt x="99" y="104"/>
                    </a:lnTo>
                    <a:lnTo>
                      <a:pt x="99" y="104"/>
                    </a:lnTo>
                    <a:lnTo>
                      <a:pt x="99" y="104"/>
                    </a:lnTo>
                    <a:lnTo>
                      <a:pt x="99" y="104"/>
                    </a:lnTo>
                    <a:lnTo>
                      <a:pt x="99" y="104"/>
                    </a:lnTo>
                    <a:lnTo>
                      <a:pt x="99" y="104"/>
                    </a:lnTo>
                    <a:lnTo>
                      <a:pt x="99" y="104"/>
                    </a:lnTo>
                    <a:lnTo>
                      <a:pt x="99" y="104"/>
                    </a:lnTo>
                    <a:lnTo>
                      <a:pt x="98" y="106"/>
                    </a:lnTo>
                    <a:lnTo>
                      <a:pt x="98" y="106"/>
                    </a:lnTo>
                    <a:lnTo>
                      <a:pt x="97" y="107"/>
                    </a:lnTo>
                    <a:lnTo>
                      <a:pt x="97" y="107"/>
                    </a:lnTo>
                    <a:lnTo>
                      <a:pt x="96" y="109"/>
                    </a:lnTo>
                    <a:lnTo>
                      <a:pt x="96" y="109"/>
                    </a:lnTo>
                    <a:lnTo>
                      <a:pt x="95" y="109"/>
                    </a:lnTo>
                    <a:lnTo>
                      <a:pt x="95" y="109"/>
                    </a:lnTo>
                    <a:lnTo>
                      <a:pt x="93" y="110"/>
                    </a:lnTo>
                    <a:lnTo>
                      <a:pt x="93" y="110"/>
                    </a:lnTo>
                    <a:lnTo>
                      <a:pt x="92" y="110"/>
                    </a:lnTo>
                    <a:lnTo>
                      <a:pt x="92" y="110"/>
                    </a:lnTo>
                    <a:lnTo>
                      <a:pt x="91" y="112"/>
                    </a:lnTo>
                    <a:lnTo>
                      <a:pt x="91" y="112"/>
                    </a:lnTo>
                    <a:lnTo>
                      <a:pt x="91" y="112"/>
                    </a:lnTo>
                    <a:lnTo>
                      <a:pt x="91" y="112"/>
                    </a:lnTo>
                    <a:lnTo>
                      <a:pt x="89" y="112"/>
                    </a:lnTo>
                    <a:lnTo>
                      <a:pt x="89" y="112"/>
                    </a:lnTo>
                    <a:lnTo>
                      <a:pt x="88" y="112"/>
                    </a:lnTo>
                    <a:lnTo>
                      <a:pt x="88" y="112"/>
                    </a:lnTo>
                    <a:lnTo>
                      <a:pt x="86" y="112"/>
                    </a:lnTo>
                    <a:lnTo>
                      <a:pt x="86" y="112"/>
                    </a:lnTo>
                    <a:lnTo>
                      <a:pt x="85" y="112"/>
                    </a:lnTo>
                    <a:lnTo>
                      <a:pt x="85" y="112"/>
                    </a:lnTo>
                    <a:lnTo>
                      <a:pt x="82" y="112"/>
                    </a:lnTo>
                    <a:lnTo>
                      <a:pt x="82" y="112"/>
                    </a:lnTo>
                    <a:lnTo>
                      <a:pt x="81" y="112"/>
                    </a:lnTo>
                    <a:lnTo>
                      <a:pt x="81" y="112"/>
                    </a:lnTo>
                    <a:lnTo>
                      <a:pt x="80" y="112"/>
                    </a:lnTo>
                    <a:lnTo>
                      <a:pt x="80" y="112"/>
                    </a:lnTo>
                    <a:lnTo>
                      <a:pt x="80" y="112"/>
                    </a:lnTo>
                    <a:lnTo>
                      <a:pt x="80" y="112"/>
                    </a:lnTo>
                    <a:lnTo>
                      <a:pt x="77" y="112"/>
                    </a:lnTo>
                    <a:lnTo>
                      <a:pt x="77" y="112"/>
                    </a:lnTo>
                    <a:lnTo>
                      <a:pt x="75" y="112"/>
                    </a:lnTo>
                    <a:lnTo>
                      <a:pt x="75" y="112"/>
                    </a:lnTo>
                    <a:lnTo>
                      <a:pt x="73" y="112"/>
                    </a:lnTo>
                    <a:lnTo>
                      <a:pt x="72" y="110"/>
                    </a:lnTo>
                    <a:lnTo>
                      <a:pt x="70" y="110"/>
                    </a:lnTo>
                    <a:lnTo>
                      <a:pt x="70" y="109"/>
                    </a:lnTo>
                    <a:lnTo>
                      <a:pt x="68" y="109"/>
                    </a:lnTo>
                    <a:lnTo>
                      <a:pt x="67" y="107"/>
                    </a:lnTo>
                    <a:lnTo>
                      <a:pt x="65" y="107"/>
                    </a:lnTo>
                    <a:lnTo>
                      <a:pt x="65" y="105"/>
                    </a:lnTo>
                    <a:lnTo>
                      <a:pt x="63" y="105"/>
                    </a:lnTo>
                    <a:lnTo>
                      <a:pt x="63" y="104"/>
                    </a:lnTo>
                    <a:lnTo>
                      <a:pt x="63" y="104"/>
                    </a:lnTo>
                    <a:lnTo>
                      <a:pt x="63" y="103"/>
                    </a:lnTo>
                    <a:lnTo>
                      <a:pt x="59" y="101"/>
                    </a:lnTo>
                    <a:lnTo>
                      <a:pt x="55" y="97"/>
                    </a:lnTo>
                    <a:lnTo>
                      <a:pt x="50" y="93"/>
                    </a:lnTo>
                    <a:lnTo>
                      <a:pt x="46" y="88"/>
                    </a:lnTo>
                    <a:lnTo>
                      <a:pt x="41" y="83"/>
                    </a:lnTo>
                    <a:lnTo>
                      <a:pt x="37" y="77"/>
                    </a:lnTo>
                    <a:lnTo>
                      <a:pt x="31" y="71"/>
                    </a:lnTo>
                    <a:lnTo>
                      <a:pt x="28" y="65"/>
                    </a:lnTo>
                    <a:lnTo>
                      <a:pt x="22" y="61"/>
                    </a:lnTo>
                    <a:lnTo>
                      <a:pt x="18" y="55"/>
                    </a:lnTo>
                    <a:lnTo>
                      <a:pt x="13" y="50"/>
                    </a:lnTo>
                    <a:lnTo>
                      <a:pt x="10" y="45"/>
                    </a:lnTo>
                    <a:lnTo>
                      <a:pt x="7" y="42"/>
                    </a:lnTo>
                    <a:lnTo>
                      <a:pt x="5" y="39"/>
                    </a:lnTo>
                    <a:lnTo>
                      <a:pt x="4" y="37"/>
                    </a:lnTo>
                    <a:lnTo>
                      <a:pt x="4" y="36"/>
                    </a:lnTo>
                    <a:lnTo>
                      <a:pt x="3" y="36"/>
                    </a:lnTo>
                    <a:lnTo>
                      <a:pt x="3" y="35"/>
                    </a:lnTo>
                    <a:lnTo>
                      <a:pt x="3" y="33"/>
                    </a:lnTo>
                    <a:lnTo>
                      <a:pt x="3" y="31"/>
                    </a:lnTo>
                    <a:lnTo>
                      <a:pt x="2" y="29"/>
                    </a:lnTo>
                    <a:lnTo>
                      <a:pt x="2" y="26"/>
                    </a:lnTo>
                    <a:lnTo>
                      <a:pt x="2" y="24"/>
                    </a:lnTo>
                    <a:lnTo>
                      <a:pt x="2" y="20"/>
                    </a:lnTo>
                    <a:lnTo>
                      <a:pt x="0" y="19"/>
                    </a:lnTo>
                    <a:lnTo>
                      <a:pt x="0" y="15"/>
                    </a:lnTo>
                    <a:lnTo>
                      <a:pt x="0" y="13"/>
                    </a:lnTo>
                    <a:lnTo>
                      <a:pt x="0" y="9"/>
                    </a:lnTo>
                    <a:lnTo>
                      <a:pt x="0" y="7"/>
                    </a:lnTo>
                    <a:lnTo>
                      <a:pt x="0" y="5"/>
                    </a:lnTo>
                    <a:lnTo>
                      <a:pt x="0" y="3"/>
                    </a:lnTo>
                    <a:lnTo>
                      <a:pt x="2" y="0"/>
                    </a:lnTo>
                    <a:lnTo>
                      <a:pt x="2"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20" name=""/>
              <p:cNvSpPr/>
              <p:nvPr/>
            </p:nvSpPr>
            <p:spPr>
              <a:xfrm>
                <a:off x="6753240" y="5892840"/>
                <a:ext cx="849240" cy="517320"/>
              </a:xfrm>
              <a:custGeom>
                <a:avLst/>
                <a:gdLst/>
                <a:ahLst/>
                <a:rect l="l" t="t" r="r" b="b"/>
                <a:pathLst>
                  <a:path w="535" h="326">
                    <a:moveTo>
                      <a:pt x="1" y="115"/>
                    </a:moveTo>
                    <a:lnTo>
                      <a:pt x="3" y="114"/>
                    </a:lnTo>
                    <a:lnTo>
                      <a:pt x="8" y="112"/>
                    </a:lnTo>
                    <a:lnTo>
                      <a:pt x="14" y="110"/>
                    </a:lnTo>
                    <a:lnTo>
                      <a:pt x="24" y="105"/>
                    </a:lnTo>
                    <a:lnTo>
                      <a:pt x="34" y="102"/>
                    </a:lnTo>
                    <a:lnTo>
                      <a:pt x="46" y="98"/>
                    </a:lnTo>
                    <a:lnTo>
                      <a:pt x="60" y="94"/>
                    </a:lnTo>
                    <a:lnTo>
                      <a:pt x="74" y="88"/>
                    </a:lnTo>
                    <a:lnTo>
                      <a:pt x="88" y="84"/>
                    </a:lnTo>
                    <a:lnTo>
                      <a:pt x="102" y="80"/>
                    </a:lnTo>
                    <a:lnTo>
                      <a:pt x="115" y="76"/>
                    </a:lnTo>
                    <a:lnTo>
                      <a:pt x="129" y="71"/>
                    </a:lnTo>
                    <a:lnTo>
                      <a:pt x="142" y="67"/>
                    </a:lnTo>
                    <a:lnTo>
                      <a:pt x="154" y="63"/>
                    </a:lnTo>
                    <a:lnTo>
                      <a:pt x="164" y="60"/>
                    </a:lnTo>
                    <a:lnTo>
                      <a:pt x="175" y="56"/>
                    </a:lnTo>
                    <a:lnTo>
                      <a:pt x="182" y="54"/>
                    </a:lnTo>
                    <a:lnTo>
                      <a:pt x="192" y="50"/>
                    </a:lnTo>
                    <a:lnTo>
                      <a:pt x="203" y="46"/>
                    </a:lnTo>
                    <a:lnTo>
                      <a:pt x="216" y="42"/>
                    </a:lnTo>
                    <a:lnTo>
                      <a:pt x="229" y="38"/>
                    </a:lnTo>
                    <a:lnTo>
                      <a:pt x="242" y="32"/>
                    </a:lnTo>
                    <a:lnTo>
                      <a:pt x="256" y="29"/>
                    </a:lnTo>
                    <a:lnTo>
                      <a:pt x="269" y="23"/>
                    </a:lnTo>
                    <a:lnTo>
                      <a:pt x="281" y="19"/>
                    </a:lnTo>
                    <a:lnTo>
                      <a:pt x="294" y="15"/>
                    </a:lnTo>
                    <a:lnTo>
                      <a:pt x="305" y="11"/>
                    </a:lnTo>
                    <a:lnTo>
                      <a:pt x="316" y="7"/>
                    </a:lnTo>
                    <a:lnTo>
                      <a:pt x="324" y="5"/>
                    </a:lnTo>
                    <a:lnTo>
                      <a:pt x="330" y="2"/>
                    </a:lnTo>
                    <a:lnTo>
                      <a:pt x="334" y="1"/>
                    </a:lnTo>
                    <a:lnTo>
                      <a:pt x="336" y="0"/>
                    </a:lnTo>
                    <a:lnTo>
                      <a:pt x="335" y="3"/>
                    </a:lnTo>
                    <a:lnTo>
                      <a:pt x="337" y="5"/>
                    </a:lnTo>
                    <a:lnTo>
                      <a:pt x="340" y="8"/>
                    </a:lnTo>
                    <a:lnTo>
                      <a:pt x="344" y="12"/>
                    </a:lnTo>
                    <a:lnTo>
                      <a:pt x="348" y="17"/>
                    </a:lnTo>
                    <a:lnTo>
                      <a:pt x="354" y="22"/>
                    </a:lnTo>
                    <a:lnTo>
                      <a:pt x="360" y="27"/>
                    </a:lnTo>
                    <a:lnTo>
                      <a:pt x="367" y="31"/>
                    </a:lnTo>
                    <a:lnTo>
                      <a:pt x="373" y="37"/>
                    </a:lnTo>
                    <a:lnTo>
                      <a:pt x="379" y="43"/>
                    </a:lnTo>
                    <a:lnTo>
                      <a:pt x="385" y="49"/>
                    </a:lnTo>
                    <a:lnTo>
                      <a:pt x="391" y="54"/>
                    </a:lnTo>
                    <a:lnTo>
                      <a:pt x="395" y="60"/>
                    </a:lnTo>
                    <a:lnTo>
                      <a:pt x="401" y="65"/>
                    </a:lnTo>
                    <a:lnTo>
                      <a:pt x="405" y="70"/>
                    </a:lnTo>
                    <a:lnTo>
                      <a:pt x="408" y="74"/>
                    </a:lnTo>
                    <a:lnTo>
                      <a:pt x="408" y="76"/>
                    </a:lnTo>
                    <a:lnTo>
                      <a:pt x="408" y="76"/>
                    </a:lnTo>
                    <a:lnTo>
                      <a:pt x="408" y="77"/>
                    </a:lnTo>
                    <a:lnTo>
                      <a:pt x="408" y="77"/>
                    </a:lnTo>
                    <a:lnTo>
                      <a:pt x="408" y="79"/>
                    </a:lnTo>
                    <a:lnTo>
                      <a:pt x="408" y="79"/>
                    </a:lnTo>
                    <a:lnTo>
                      <a:pt x="408" y="79"/>
                    </a:lnTo>
                    <a:lnTo>
                      <a:pt x="410" y="79"/>
                    </a:lnTo>
                    <a:lnTo>
                      <a:pt x="410" y="81"/>
                    </a:lnTo>
                    <a:lnTo>
                      <a:pt x="410" y="81"/>
                    </a:lnTo>
                    <a:lnTo>
                      <a:pt x="410" y="82"/>
                    </a:lnTo>
                    <a:lnTo>
                      <a:pt x="410" y="82"/>
                    </a:lnTo>
                    <a:lnTo>
                      <a:pt x="410" y="83"/>
                    </a:lnTo>
                    <a:lnTo>
                      <a:pt x="410" y="83"/>
                    </a:lnTo>
                    <a:lnTo>
                      <a:pt x="410" y="83"/>
                    </a:lnTo>
                    <a:lnTo>
                      <a:pt x="411" y="83"/>
                    </a:lnTo>
                    <a:lnTo>
                      <a:pt x="409" y="86"/>
                    </a:lnTo>
                    <a:lnTo>
                      <a:pt x="409" y="86"/>
                    </a:lnTo>
                    <a:lnTo>
                      <a:pt x="408" y="86"/>
                    </a:lnTo>
                    <a:lnTo>
                      <a:pt x="408" y="86"/>
                    </a:lnTo>
                    <a:lnTo>
                      <a:pt x="406" y="88"/>
                    </a:lnTo>
                    <a:lnTo>
                      <a:pt x="406" y="88"/>
                    </a:lnTo>
                    <a:lnTo>
                      <a:pt x="405" y="88"/>
                    </a:lnTo>
                    <a:lnTo>
                      <a:pt x="405" y="88"/>
                    </a:lnTo>
                    <a:lnTo>
                      <a:pt x="403" y="89"/>
                    </a:lnTo>
                    <a:lnTo>
                      <a:pt x="403" y="89"/>
                    </a:lnTo>
                    <a:lnTo>
                      <a:pt x="401" y="89"/>
                    </a:lnTo>
                    <a:lnTo>
                      <a:pt x="401" y="89"/>
                    </a:lnTo>
                    <a:lnTo>
                      <a:pt x="399" y="89"/>
                    </a:lnTo>
                    <a:lnTo>
                      <a:pt x="399" y="89"/>
                    </a:lnTo>
                    <a:lnTo>
                      <a:pt x="399" y="89"/>
                    </a:lnTo>
                    <a:lnTo>
                      <a:pt x="399" y="89"/>
                    </a:lnTo>
                    <a:lnTo>
                      <a:pt x="397" y="89"/>
                    </a:lnTo>
                    <a:lnTo>
                      <a:pt x="395" y="89"/>
                    </a:lnTo>
                    <a:lnTo>
                      <a:pt x="394" y="89"/>
                    </a:lnTo>
                    <a:lnTo>
                      <a:pt x="394" y="89"/>
                    </a:lnTo>
                    <a:lnTo>
                      <a:pt x="392" y="89"/>
                    </a:lnTo>
                    <a:lnTo>
                      <a:pt x="391" y="89"/>
                    </a:lnTo>
                    <a:lnTo>
                      <a:pt x="388" y="89"/>
                    </a:lnTo>
                    <a:lnTo>
                      <a:pt x="388" y="89"/>
                    </a:lnTo>
                    <a:lnTo>
                      <a:pt x="386" y="89"/>
                    </a:lnTo>
                    <a:lnTo>
                      <a:pt x="385" y="89"/>
                    </a:lnTo>
                    <a:lnTo>
                      <a:pt x="383" y="89"/>
                    </a:lnTo>
                    <a:lnTo>
                      <a:pt x="383" y="89"/>
                    </a:lnTo>
                    <a:lnTo>
                      <a:pt x="381" y="89"/>
                    </a:lnTo>
                    <a:lnTo>
                      <a:pt x="381" y="89"/>
                    </a:lnTo>
                    <a:lnTo>
                      <a:pt x="379" y="89"/>
                    </a:lnTo>
                    <a:lnTo>
                      <a:pt x="379" y="89"/>
                    </a:lnTo>
                    <a:lnTo>
                      <a:pt x="377" y="89"/>
                    </a:lnTo>
                    <a:lnTo>
                      <a:pt x="376" y="89"/>
                    </a:lnTo>
                    <a:lnTo>
                      <a:pt x="374" y="89"/>
                    </a:lnTo>
                    <a:lnTo>
                      <a:pt x="374" y="89"/>
                    </a:lnTo>
                    <a:lnTo>
                      <a:pt x="372" y="89"/>
                    </a:lnTo>
                    <a:lnTo>
                      <a:pt x="372" y="89"/>
                    </a:lnTo>
                    <a:lnTo>
                      <a:pt x="370" y="89"/>
                    </a:lnTo>
                    <a:lnTo>
                      <a:pt x="370" y="89"/>
                    </a:lnTo>
                    <a:lnTo>
                      <a:pt x="368" y="90"/>
                    </a:lnTo>
                    <a:lnTo>
                      <a:pt x="366" y="90"/>
                    </a:lnTo>
                    <a:lnTo>
                      <a:pt x="364" y="90"/>
                    </a:lnTo>
                    <a:lnTo>
                      <a:pt x="364" y="90"/>
                    </a:lnTo>
                    <a:lnTo>
                      <a:pt x="363" y="90"/>
                    </a:lnTo>
                    <a:lnTo>
                      <a:pt x="363" y="90"/>
                    </a:lnTo>
                    <a:lnTo>
                      <a:pt x="361" y="90"/>
                    </a:lnTo>
                    <a:lnTo>
                      <a:pt x="361" y="90"/>
                    </a:lnTo>
                    <a:lnTo>
                      <a:pt x="359" y="92"/>
                    </a:lnTo>
                    <a:lnTo>
                      <a:pt x="357" y="92"/>
                    </a:lnTo>
                    <a:lnTo>
                      <a:pt x="356" y="93"/>
                    </a:lnTo>
                    <a:lnTo>
                      <a:pt x="356" y="93"/>
                    </a:lnTo>
                    <a:lnTo>
                      <a:pt x="354" y="95"/>
                    </a:lnTo>
                    <a:lnTo>
                      <a:pt x="352" y="95"/>
                    </a:lnTo>
                    <a:lnTo>
                      <a:pt x="350" y="97"/>
                    </a:lnTo>
                    <a:lnTo>
                      <a:pt x="350" y="97"/>
                    </a:lnTo>
                    <a:lnTo>
                      <a:pt x="348" y="98"/>
                    </a:lnTo>
                    <a:lnTo>
                      <a:pt x="346" y="99"/>
                    </a:lnTo>
                    <a:lnTo>
                      <a:pt x="344" y="101"/>
                    </a:lnTo>
                    <a:lnTo>
                      <a:pt x="344" y="101"/>
                    </a:lnTo>
                    <a:lnTo>
                      <a:pt x="342" y="103"/>
                    </a:lnTo>
                    <a:lnTo>
                      <a:pt x="341" y="103"/>
                    </a:lnTo>
                    <a:lnTo>
                      <a:pt x="340" y="105"/>
                    </a:lnTo>
                    <a:lnTo>
                      <a:pt x="340" y="105"/>
                    </a:lnTo>
                    <a:lnTo>
                      <a:pt x="338" y="107"/>
                    </a:lnTo>
                    <a:lnTo>
                      <a:pt x="338" y="108"/>
                    </a:lnTo>
                    <a:lnTo>
                      <a:pt x="338" y="110"/>
                    </a:lnTo>
                    <a:lnTo>
                      <a:pt x="338" y="110"/>
                    </a:lnTo>
                    <a:lnTo>
                      <a:pt x="336" y="111"/>
                    </a:lnTo>
                    <a:lnTo>
                      <a:pt x="336" y="111"/>
                    </a:lnTo>
                    <a:lnTo>
                      <a:pt x="336" y="113"/>
                    </a:lnTo>
                    <a:lnTo>
                      <a:pt x="336" y="113"/>
                    </a:lnTo>
                    <a:lnTo>
                      <a:pt x="335" y="115"/>
                    </a:lnTo>
                    <a:lnTo>
                      <a:pt x="335" y="117"/>
                    </a:lnTo>
                    <a:lnTo>
                      <a:pt x="335" y="119"/>
                    </a:lnTo>
                    <a:lnTo>
                      <a:pt x="335" y="119"/>
                    </a:lnTo>
                    <a:lnTo>
                      <a:pt x="335" y="120"/>
                    </a:lnTo>
                    <a:lnTo>
                      <a:pt x="335" y="120"/>
                    </a:lnTo>
                    <a:lnTo>
                      <a:pt x="335" y="122"/>
                    </a:lnTo>
                    <a:lnTo>
                      <a:pt x="336" y="122"/>
                    </a:lnTo>
                    <a:lnTo>
                      <a:pt x="336" y="124"/>
                    </a:lnTo>
                    <a:lnTo>
                      <a:pt x="336" y="125"/>
                    </a:lnTo>
                    <a:lnTo>
                      <a:pt x="336" y="126"/>
                    </a:lnTo>
                    <a:lnTo>
                      <a:pt x="337" y="126"/>
                    </a:lnTo>
                    <a:lnTo>
                      <a:pt x="337" y="128"/>
                    </a:lnTo>
                    <a:lnTo>
                      <a:pt x="339" y="129"/>
                    </a:lnTo>
                    <a:lnTo>
                      <a:pt x="339" y="131"/>
                    </a:lnTo>
                    <a:lnTo>
                      <a:pt x="341" y="131"/>
                    </a:lnTo>
                    <a:lnTo>
                      <a:pt x="341" y="133"/>
                    </a:lnTo>
                    <a:lnTo>
                      <a:pt x="342" y="134"/>
                    </a:lnTo>
                    <a:lnTo>
                      <a:pt x="342" y="136"/>
                    </a:lnTo>
                    <a:lnTo>
                      <a:pt x="344" y="136"/>
                    </a:lnTo>
                    <a:lnTo>
                      <a:pt x="344" y="138"/>
                    </a:lnTo>
                    <a:lnTo>
                      <a:pt x="346" y="138"/>
                    </a:lnTo>
                    <a:lnTo>
                      <a:pt x="346" y="139"/>
                    </a:lnTo>
                    <a:lnTo>
                      <a:pt x="348" y="139"/>
                    </a:lnTo>
                    <a:lnTo>
                      <a:pt x="348" y="141"/>
                    </a:lnTo>
                    <a:lnTo>
                      <a:pt x="349" y="141"/>
                    </a:lnTo>
                    <a:lnTo>
                      <a:pt x="349" y="142"/>
                    </a:lnTo>
                    <a:lnTo>
                      <a:pt x="351" y="142"/>
                    </a:lnTo>
                    <a:lnTo>
                      <a:pt x="351" y="144"/>
                    </a:lnTo>
                    <a:lnTo>
                      <a:pt x="353" y="144"/>
                    </a:lnTo>
                    <a:lnTo>
                      <a:pt x="354" y="144"/>
                    </a:lnTo>
                    <a:lnTo>
                      <a:pt x="356" y="144"/>
                    </a:lnTo>
                    <a:lnTo>
                      <a:pt x="356" y="147"/>
                    </a:lnTo>
                    <a:lnTo>
                      <a:pt x="358" y="147"/>
                    </a:lnTo>
                    <a:lnTo>
                      <a:pt x="359" y="147"/>
                    </a:lnTo>
                    <a:lnTo>
                      <a:pt x="361" y="147"/>
                    </a:lnTo>
                    <a:lnTo>
                      <a:pt x="361" y="149"/>
                    </a:lnTo>
                    <a:lnTo>
                      <a:pt x="363" y="149"/>
                    </a:lnTo>
                    <a:lnTo>
                      <a:pt x="364" y="149"/>
                    </a:lnTo>
                    <a:lnTo>
                      <a:pt x="366" y="149"/>
                    </a:lnTo>
                    <a:lnTo>
                      <a:pt x="366" y="149"/>
                    </a:lnTo>
                    <a:lnTo>
                      <a:pt x="366" y="149"/>
                    </a:lnTo>
                    <a:lnTo>
                      <a:pt x="366" y="149"/>
                    </a:lnTo>
                    <a:lnTo>
                      <a:pt x="369" y="149"/>
                    </a:lnTo>
                    <a:lnTo>
                      <a:pt x="369" y="149"/>
                    </a:lnTo>
                    <a:lnTo>
                      <a:pt x="370" y="149"/>
                    </a:lnTo>
                    <a:lnTo>
                      <a:pt x="372" y="149"/>
                    </a:lnTo>
                    <a:lnTo>
                      <a:pt x="374" y="149"/>
                    </a:lnTo>
                    <a:lnTo>
                      <a:pt x="374" y="149"/>
                    </a:lnTo>
                    <a:lnTo>
                      <a:pt x="376" y="149"/>
                    </a:lnTo>
                    <a:lnTo>
                      <a:pt x="376" y="149"/>
                    </a:lnTo>
                    <a:lnTo>
                      <a:pt x="378" y="149"/>
                    </a:lnTo>
                    <a:lnTo>
                      <a:pt x="378" y="149"/>
                    </a:lnTo>
                    <a:lnTo>
                      <a:pt x="380" y="149"/>
                    </a:lnTo>
                    <a:lnTo>
                      <a:pt x="381" y="149"/>
                    </a:lnTo>
                    <a:lnTo>
                      <a:pt x="383" y="149"/>
                    </a:lnTo>
                    <a:lnTo>
                      <a:pt x="383" y="149"/>
                    </a:lnTo>
                    <a:lnTo>
                      <a:pt x="385" y="149"/>
                    </a:lnTo>
                    <a:lnTo>
                      <a:pt x="385" y="149"/>
                    </a:lnTo>
                    <a:lnTo>
                      <a:pt x="387" y="149"/>
                    </a:lnTo>
                    <a:lnTo>
                      <a:pt x="387" y="149"/>
                    </a:lnTo>
                    <a:lnTo>
                      <a:pt x="389" y="149"/>
                    </a:lnTo>
                    <a:lnTo>
                      <a:pt x="391" y="149"/>
                    </a:lnTo>
                    <a:lnTo>
                      <a:pt x="393" y="149"/>
                    </a:lnTo>
                    <a:lnTo>
                      <a:pt x="393" y="149"/>
                    </a:lnTo>
                    <a:lnTo>
                      <a:pt x="395" y="149"/>
                    </a:lnTo>
                    <a:lnTo>
                      <a:pt x="397" y="149"/>
                    </a:lnTo>
                    <a:lnTo>
                      <a:pt x="399" y="148"/>
                    </a:lnTo>
                    <a:lnTo>
                      <a:pt x="399" y="148"/>
                    </a:lnTo>
                    <a:lnTo>
                      <a:pt x="401" y="148"/>
                    </a:lnTo>
                    <a:lnTo>
                      <a:pt x="403" y="148"/>
                    </a:lnTo>
                    <a:lnTo>
                      <a:pt x="405" y="147"/>
                    </a:lnTo>
                    <a:lnTo>
                      <a:pt x="405" y="147"/>
                    </a:lnTo>
                    <a:lnTo>
                      <a:pt x="406" y="147"/>
                    </a:lnTo>
                    <a:lnTo>
                      <a:pt x="406" y="147"/>
                    </a:lnTo>
                    <a:lnTo>
                      <a:pt x="408" y="147"/>
                    </a:lnTo>
                    <a:lnTo>
                      <a:pt x="408" y="147"/>
                    </a:lnTo>
                    <a:lnTo>
                      <a:pt x="410" y="147"/>
                    </a:lnTo>
                    <a:lnTo>
                      <a:pt x="410" y="147"/>
                    </a:lnTo>
                    <a:lnTo>
                      <a:pt x="413" y="144"/>
                    </a:lnTo>
                    <a:lnTo>
                      <a:pt x="413" y="144"/>
                    </a:lnTo>
                    <a:lnTo>
                      <a:pt x="415" y="144"/>
                    </a:lnTo>
                    <a:lnTo>
                      <a:pt x="415" y="144"/>
                    </a:lnTo>
                    <a:lnTo>
                      <a:pt x="416" y="142"/>
                    </a:lnTo>
                    <a:lnTo>
                      <a:pt x="416" y="142"/>
                    </a:lnTo>
                    <a:lnTo>
                      <a:pt x="418" y="142"/>
                    </a:lnTo>
                    <a:lnTo>
                      <a:pt x="419" y="142"/>
                    </a:lnTo>
                    <a:lnTo>
                      <a:pt x="421" y="141"/>
                    </a:lnTo>
                    <a:lnTo>
                      <a:pt x="421" y="141"/>
                    </a:lnTo>
                    <a:lnTo>
                      <a:pt x="422" y="141"/>
                    </a:lnTo>
                    <a:lnTo>
                      <a:pt x="422" y="141"/>
                    </a:lnTo>
                    <a:lnTo>
                      <a:pt x="423" y="141"/>
                    </a:lnTo>
                    <a:lnTo>
                      <a:pt x="423" y="141"/>
                    </a:lnTo>
                    <a:lnTo>
                      <a:pt x="425" y="141"/>
                    </a:lnTo>
                    <a:lnTo>
                      <a:pt x="425" y="141"/>
                    </a:lnTo>
                    <a:lnTo>
                      <a:pt x="427" y="139"/>
                    </a:lnTo>
                    <a:lnTo>
                      <a:pt x="427" y="139"/>
                    </a:lnTo>
                    <a:lnTo>
                      <a:pt x="429" y="139"/>
                    </a:lnTo>
                    <a:lnTo>
                      <a:pt x="429" y="139"/>
                    </a:lnTo>
                    <a:lnTo>
                      <a:pt x="431" y="137"/>
                    </a:lnTo>
                    <a:lnTo>
                      <a:pt x="431" y="137"/>
                    </a:lnTo>
                    <a:lnTo>
                      <a:pt x="432" y="135"/>
                    </a:lnTo>
                    <a:lnTo>
                      <a:pt x="432" y="135"/>
                    </a:lnTo>
                    <a:lnTo>
                      <a:pt x="435" y="133"/>
                    </a:lnTo>
                    <a:lnTo>
                      <a:pt x="435" y="133"/>
                    </a:lnTo>
                    <a:lnTo>
                      <a:pt x="435" y="133"/>
                    </a:lnTo>
                    <a:lnTo>
                      <a:pt x="435" y="133"/>
                    </a:lnTo>
                    <a:lnTo>
                      <a:pt x="435" y="133"/>
                    </a:lnTo>
                    <a:lnTo>
                      <a:pt x="435" y="133"/>
                    </a:lnTo>
                    <a:lnTo>
                      <a:pt x="435" y="133"/>
                    </a:lnTo>
                    <a:lnTo>
                      <a:pt x="435" y="133"/>
                    </a:lnTo>
                    <a:lnTo>
                      <a:pt x="437" y="131"/>
                    </a:lnTo>
                    <a:lnTo>
                      <a:pt x="437" y="131"/>
                    </a:lnTo>
                    <a:lnTo>
                      <a:pt x="437" y="131"/>
                    </a:lnTo>
                    <a:lnTo>
                      <a:pt x="437" y="131"/>
                    </a:lnTo>
                    <a:lnTo>
                      <a:pt x="438" y="129"/>
                    </a:lnTo>
                    <a:lnTo>
                      <a:pt x="438" y="129"/>
                    </a:lnTo>
                    <a:lnTo>
                      <a:pt x="438" y="129"/>
                    </a:lnTo>
                    <a:lnTo>
                      <a:pt x="438" y="129"/>
                    </a:lnTo>
                    <a:lnTo>
                      <a:pt x="439" y="127"/>
                    </a:lnTo>
                    <a:lnTo>
                      <a:pt x="439" y="127"/>
                    </a:lnTo>
                    <a:lnTo>
                      <a:pt x="439" y="127"/>
                    </a:lnTo>
                    <a:lnTo>
                      <a:pt x="439" y="127"/>
                    </a:lnTo>
                    <a:lnTo>
                      <a:pt x="442" y="127"/>
                    </a:lnTo>
                    <a:lnTo>
                      <a:pt x="442" y="127"/>
                    </a:lnTo>
                    <a:lnTo>
                      <a:pt x="444" y="127"/>
                    </a:lnTo>
                    <a:lnTo>
                      <a:pt x="444" y="127"/>
                    </a:lnTo>
                    <a:lnTo>
                      <a:pt x="445" y="125"/>
                    </a:lnTo>
                    <a:lnTo>
                      <a:pt x="445" y="125"/>
                    </a:lnTo>
                    <a:lnTo>
                      <a:pt x="447" y="125"/>
                    </a:lnTo>
                    <a:lnTo>
                      <a:pt x="447" y="125"/>
                    </a:lnTo>
                    <a:lnTo>
                      <a:pt x="449" y="125"/>
                    </a:lnTo>
                    <a:lnTo>
                      <a:pt x="449" y="125"/>
                    </a:lnTo>
                    <a:lnTo>
                      <a:pt x="451" y="125"/>
                    </a:lnTo>
                    <a:lnTo>
                      <a:pt x="451" y="125"/>
                    </a:lnTo>
                    <a:lnTo>
                      <a:pt x="453" y="124"/>
                    </a:lnTo>
                    <a:lnTo>
                      <a:pt x="453" y="125"/>
                    </a:lnTo>
                    <a:lnTo>
                      <a:pt x="453" y="125"/>
                    </a:lnTo>
                    <a:lnTo>
                      <a:pt x="453" y="125"/>
                    </a:lnTo>
                    <a:lnTo>
                      <a:pt x="455" y="125"/>
                    </a:lnTo>
                    <a:lnTo>
                      <a:pt x="455" y="125"/>
                    </a:lnTo>
                    <a:lnTo>
                      <a:pt x="457" y="125"/>
                    </a:lnTo>
                    <a:lnTo>
                      <a:pt x="457" y="125"/>
                    </a:lnTo>
                    <a:lnTo>
                      <a:pt x="459" y="125"/>
                    </a:lnTo>
                    <a:lnTo>
                      <a:pt x="459" y="126"/>
                    </a:lnTo>
                    <a:lnTo>
                      <a:pt x="460" y="126"/>
                    </a:lnTo>
                    <a:lnTo>
                      <a:pt x="460" y="126"/>
                    </a:lnTo>
                    <a:lnTo>
                      <a:pt x="461" y="126"/>
                    </a:lnTo>
                    <a:lnTo>
                      <a:pt x="461" y="126"/>
                    </a:lnTo>
                    <a:lnTo>
                      <a:pt x="462" y="126"/>
                    </a:lnTo>
                    <a:lnTo>
                      <a:pt x="462" y="126"/>
                    </a:lnTo>
                    <a:lnTo>
                      <a:pt x="464" y="126"/>
                    </a:lnTo>
                    <a:lnTo>
                      <a:pt x="465" y="128"/>
                    </a:lnTo>
                    <a:lnTo>
                      <a:pt x="467" y="131"/>
                    </a:lnTo>
                    <a:lnTo>
                      <a:pt x="471" y="135"/>
                    </a:lnTo>
                    <a:lnTo>
                      <a:pt x="476" y="140"/>
                    </a:lnTo>
                    <a:lnTo>
                      <a:pt x="482" y="147"/>
                    </a:lnTo>
                    <a:lnTo>
                      <a:pt x="488" y="153"/>
                    </a:lnTo>
                    <a:lnTo>
                      <a:pt x="493" y="160"/>
                    </a:lnTo>
                    <a:lnTo>
                      <a:pt x="501" y="166"/>
                    </a:lnTo>
                    <a:lnTo>
                      <a:pt x="507" y="174"/>
                    </a:lnTo>
                    <a:lnTo>
                      <a:pt x="513" y="180"/>
                    </a:lnTo>
                    <a:lnTo>
                      <a:pt x="518" y="186"/>
                    </a:lnTo>
                    <a:lnTo>
                      <a:pt x="523" y="192"/>
                    </a:lnTo>
                    <a:lnTo>
                      <a:pt x="527" y="197"/>
                    </a:lnTo>
                    <a:lnTo>
                      <a:pt x="531" y="200"/>
                    </a:lnTo>
                    <a:lnTo>
                      <a:pt x="533" y="203"/>
                    </a:lnTo>
                    <a:lnTo>
                      <a:pt x="534" y="203"/>
                    </a:lnTo>
                    <a:lnTo>
                      <a:pt x="532" y="204"/>
                    </a:lnTo>
                    <a:lnTo>
                      <a:pt x="530" y="204"/>
                    </a:lnTo>
                    <a:lnTo>
                      <a:pt x="527" y="205"/>
                    </a:lnTo>
                    <a:lnTo>
                      <a:pt x="525" y="205"/>
                    </a:lnTo>
                    <a:lnTo>
                      <a:pt x="520" y="207"/>
                    </a:lnTo>
                    <a:lnTo>
                      <a:pt x="516" y="208"/>
                    </a:lnTo>
                    <a:lnTo>
                      <a:pt x="512" y="210"/>
                    </a:lnTo>
                    <a:lnTo>
                      <a:pt x="508" y="210"/>
                    </a:lnTo>
                    <a:lnTo>
                      <a:pt x="502" y="213"/>
                    </a:lnTo>
                    <a:lnTo>
                      <a:pt x="498" y="214"/>
                    </a:lnTo>
                    <a:lnTo>
                      <a:pt x="493" y="216"/>
                    </a:lnTo>
                    <a:lnTo>
                      <a:pt x="489" y="217"/>
                    </a:lnTo>
                    <a:lnTo>
                      <a:pt x="484" y="219"/>
                    </a:lnTo>
                    <a:lnTo>
                      <a:pt x="481" y="220"/>
                    </a:lnTo>
                    <a:lnTo>
                      <a:pt x="477" y="222"/>
                    </a:lnTo>
                    <a:lnTo>
                      <a:pt x="475" y="222"/>
                    </a:lnTo>
                    <a:lnTo>
                      <a:pt x="471" y="224"/>
                    </a:lnTo>
                    <a:lnTo>
                      <a:pt x="468" y="225"/>
                    </a:lnTo>
                    <a:lnTo>
                      <a:pt x="464" y="227"/>
                    </a:lnTo>
                    <a:lnTo>
                      <a:pt x="461" y="227"/>
                    </a:lnTo>
                    <a:lnTo>
                      <a:pt x="456" y="229"/>
                    </a:lnTo>
                    <a:lnTo>
                      <a:pt x="452" y="230"/>
                    </a:lnTo>
                    <a:lnTo>
                      <a:pt x="448" y="232"/>
                    </a:lnTo>
                    <a:lnTo>
                      <a:pt x="444" y="232"/>
                    </a:lnTo>
                    <a:lnTo>
                      <a:pt x="439" y="234"/>
                    </a:lnTo>
                    <a:lnTo>
                      <a:pt x="435" y="236"/>
                    </a:lnTo>
                    <a:lnTo>
                      <a:pt x="431" y="238"/>
                    </a:lnTo>
                    <a:lnTo>
                      <a:pt x="427" y="238"/>
                    </a:lnTo>
                    <a:lnTo>
                      <a:pt x="423" y="239"/>
                    </a:lnTo>
                    <a:lnTo>
                      <a:pt x="420" y="242"/>
                    </a:lnTo>
                    <a:lnTo>
                      <a:pt x="416" y="244"/>
                    </a:lnTo>
                    <a:lnTo>
                      <a:pt x="415" y="244"/>
                    </a:lnTo>
                    <a:lnTo>
                      <a:pt x="413" y="245"/>
                    </a:lnTo>
                    <a:lnTo>
                      <a:pt x="413" y="245"/>
                    </a:lnTo>
                    <a:lnTo>
                      <a:pt x="411" y="247"/>
                    </a:lnTo>
                    <a:lnTo>
                      <a:pt x="411" y="247"/>
                    </a:lnTo>
                    <a:lnTo>
                      <a:pt x="409" y="249"/>
                    </a:lnTo>
                    <a:lnTo>
                      <a:pt x="409" y="249"/>
                    </a:lnTo>
                    <a:lnTo>
                      <a:pt x="409" y="249"/>
                    </a:lnTo>
                    <a:lnTo>
                      <a:pt x="409" y="249"/>
                    </a:lnTo>
                    <a:lnTo>
                      <a:pt x="407" y="251"/>
                    </a:lnTo>
                    <a:lnTo>
                      <a:pt x="407" y="251"/>
                    </a:lnTo>
                    <a:lnTo>
                      <a:pt x="407" y="251"/>
                    </a:lnTo>
                    <a:lnTo>
                      <a:pt x="407" y="251"/>
                    </a:lnTo>
                    <a:lnTo>
                      <a:pt x="406" y="251"/>
                    </a:lnTo>
                    <a:lnTo>
                      <a:pt x="406" y="251"/>
                    </a:lnTo>
                    <a:lnTo>
                      <a:pt x="406" y="251"/>
                    </a:lnTo>
                    <a:lnTo>
                      <a:pt x="406" y="251"/>
                    </a:lnTo>
                    <a:lnTo>
                      <a:pt x="406" y="253"/>
                    </a:lnTo>
                    <a:lnTo>
                      <a:pt x="407" y="255"/>
                    </a:lnTo>
                    <a:lnTo>
                      <a:pt x="407" y="257"/>
                    </a:lnTo>
                    <a:lnTo>
                      <a:pt x="409" y="257"/>
                    </a:lnTo>
                    <a:lnTo>
                      <a:pt x="410" y="259"/>
                    </a:lnTo>
                    <a:lnTo>
                      <a:pt x="413" y="259"/>
                    </a:lnTo>
                    <a:lnTo>
                      <a:pt x="415" y="261"/>
                    </a:lnTo>
                    <a:lnTo>
                      <a:pt x="416" y="261"/>
                    </a:lnTo>
                    <a:lnTo>
                      <a:pt x="417" y="263"/>
                    </a:lnTo>
                    <a:lnTo>
                      <a:pt x="420" y="263"/>
                    </a:lnTo>
                    <a:lnTo>
                      <a:pt x="422" y="265"/>
                    </a:lnTo>
                    <a:lnTo>
                      <a:pt x="423" y="265"/>
                    </a:lnTo>
                    <a:lnTo>
                      <a:pt x="423" y="266"/>
                    </a:lnTo>
                    <a:lnTo>
                      <a:pt x="425" y="266"/>
                    </a:lnTo>
                    <a:lnTo>
                      <a:pt x="426" y="266"/>
                    </a:lnTo>
                    <a:lnTo>
                      <a:pt x="428" y="266"/>
                    </a:lnTo>
                    <a:lnTo>
                      <a:pt x="428" y="267"/>
                    </a:lnTo>
                    <a:lnTo>
                      <a:pt x="428" y="267"/>
                    </a:lnTo>
                    <a:lnTo>
                      <a:pt x="428" y="268"/>
                    </a:lnTo>
                    <a:lnTo>
                      <a:pt x="429" y="268"/>
                    </a:lnTo>
                    <a:lnTo>
                      <a:pt x="429" y="270"/>
                    </a:lnTo>
                    <a:lnTo>
                      <a:pt x="431" y="271"/>
                    </a:lnTo>
                    <a:lnTo>
                      <a:pt x="431" y="273"/>
                    </a:lnTo>
                    <a:lnTo>
                      <a:pt x="433" y="273"/>
                    </a:lnTo>
                    <a:lnTo>
                      <a:pt x="433" y="275"/>
                    </a:lnTo>
                    <a:lnTo>
                      <a:pt x="435" y="276"/>
                    </a:lnTo>
                    <a:lnTo>
                      <a:pt x="435" y="279"/>
                    </a:lnTo>
                    <a:lnTo>
                      <a:pt x="437" y="279"/>
                    </a:lnTo>
                    <a:lnTo>
                      <a:pt x="437" y="281"/>
                    </a:lnTo>
                    <a:lnTo>
                      <a:pt x="438" y="281"/>
                    </a:lnTo>
                    <a:lnTo>
                      <a:pt x="438" y="282"/>
                    </a:lnTo>
                    <a:lnTo>
                      <a:pt x="440" y="282"/>
                    </a:lnTo>
                    <a:lnTo>
                      <a:pt x="440" y="283"/>
                    </a:lnTo>
                    <a:lnTo>
                      <a:pt x="440" y="284"/>
                    </a:lnTo>
                    <a:lnTo>
                      <a:pt x="440" y="286"/>
                    </a:lnTo>
                    <a:lnTo>
                      <a:pt x="441" y="286"/>
                    </a:lnTo>
                    <a:lnTo>
                      <a:pt x="441" y="288"/>
                    </a:lnTo>
                    <a:lnTo>
                      <a:pt x="441" y="288"/>
                    </a:lnTo>
                    <a:lnTo>
                      <a:pt x="441" y="290"/>
                    </a:lnTo>
                    <a:lnTo>
                      <a:pt x="443" y="290"/>
                    </a:lnTo>
                    <a:lnTo>
                      <a:pt x="443" y="292"/>
                    </a:lnTo>
                    <a:lnTo>
                      <a:pt x="443" y="293"/>
                    </a:lnTo>
                    <a:lnTo>
                      <a:pt x="443" y="295"/>
                    </a:lnTo>
                    <a:lnTo>
                      <a:pt x="443" y="295"/>
                    </a:lnTo>
                    <a:lnTo>
                      <a:pt x="443" y="297"/>
                    </a:lnTo>
                    <a:lnTo>
                      <a:pt x="443" y="297"/>
                    </a:lnTo>
                    <a:lnTo>
                      <a:pt x="443" y="299"/>
                    </a:lnTo>
                    <a:lnTo>
                      <a:pt x="443" y="299"/>
                    </a:lnTo>
                    <a:lnTo>
                      <a:pt x="441" y="301"/>
                    </a:lnTo>
                    <a:lnTo>
                      <a:pt x="441" y="301"/>
                    </a:lnTo>
                    <a:lnTo>
                      <a:pt x="440" y="303"/>
                    </a:lnTo>
                    <a:lnTo>
                      <a:pt x="440" y="303"/>
                    </a:lnTo>
                    <a:lnTo>
                      <a:pt x="438" y="305"/>
                    </a:lnTo>
                    <a:lnTo>
                      <a:pt x="438" y="305"/>
                    </a:lnTo>
                    <a:lnTo>
                      <a:pt x="438" y="307"/>
                    </a:lnTo>
                    <a:lnTo>
                      <a:pt x="438" y="307"/>
                    </a:lnTo>
                    <a:lnTo>
                      <a:pt x="436" y="309"/>
                    </a:lnTo>
                    <a:lnTo>
                      <a:pt x="435" y="309"/>
                    </a:lnTo>
                    <a:lnTo>
                      <a:pt x="433" y="310"/>
                    </a:lnTo>
                    <a:lnTo>
                      <a:pt x="433" y="310"/>
                    </a:lnTo>
                    <a:lnTo>
                      <a:pt x="431" y="312"/>
                    </a:lnTo>
                    <a:lnTo>
                      <a:pt x="431" y="312"/>
                    </a:lnTo>
                    <a:lnTo>
                      <a:pt x="429" y="312"/>
                    </a:lnTo>
                    <a:lnTo>
                      <a:pt x="429" y="312"/>
                    </a:lnTo>
                    <a:lnTo>
                      <a:pt x="427" y="314"/>
                    </a:lnTo>
                    <a:lnTo>
                      <a:pt x="426" y="314"/>
                    </a:lnTo>
                    <a:lnTo>
                      <a:pt x="424" y="315"/>
                    </a:lnTo>
                    <a:lnTo>
                      <a:pt x="423" y="315"/>
                    </a:lnTo>
                    <a:lnTo>
                      <a:pt x="422" y="317"/>
                    </a:lnTo>
                    <a:lnTo>
                      <a:pt x="420" y="317"/>
                    </a:lnTo>
                    <a:lnTo>
                      <a:pt x="417" y="317"/>
                    </a:lnTo>
                    <a:lnTo>
                      <a:pt x="417" y="317"/>
                    </a:lnTo>
                    <a:lnTo>
                      <a:pt x="416" y="319"/>
                    </a:lnTo>
                    <a:lnTo>
                      <a:pt x="414" y="319"/>
                    </a:lnTo>
                    <a:lnTo>
                      <a:pt x="412" y="320"/>
                    </a:lnTo>
                    <a:lnTo>
                      <a:pt x="412" y="320"/>
                    </a:lnTo>
                    <a:lnTo>
                      <a:pt x="410" y="320"/>
                    </a:lnTo>
                    <a:lnTo>
                      <a:pt x="409" y="320"/>
                    </a:lnTo>
                    <a:lnTo>
                      <a:pt x="407" y="320"/>
                    </a:lnTo>
                    <a:lnTo>
                      <a:pt x="407" y="320"/>
                    </a:lnTo>
                    <a:lnTo>
                      <a:pt x="405" y="322"/>
                    </a:lnTo>
                    <a:lnTo>
                      <a:pt x="403" y="322"/>
                    </a:lnTo>
                    <a:lnTo>
                      <a:pt x="401" y="322"/>
                    </a:lnTo>
                    <a:lnTo>
                      <a:pt x="399" y="322"/>
                    </a:lnTo>
                    <a:lnTo>
                      <a:pt x="397" y="323"/>
                    </a:lnTo>
                    <a:lnTo>
                      <a:pt x="395" y="323"/>
                    </a:lnTo>
                    <a:lnTo>
                      <a:pt x="393" y="323"/>
                    </a:lnTo>
                    <a:lnTo>
                      <a:pt x="391" y="323"/>
                    </a:lnTo>
                    <a:lnTo>
                      <a:pt x="389" y="325"/>
                    </a:lnTo>
                    <a:lnTo>
                      <a:pt x="387" y="325"/>
                    </a:lnTo>
                    <a:lnTo>
                      <a:pt x="385" y="325"/>
                    </a:lnTo>
                    <a:lnTo>
                      <a:pt x="383" y="325"/>
                    </a:lnTo>
                    <a:lnTo>
                      <a:pt x="381" y="325"/>
                    </a:lnTo>
                    <a:lnTo>
                      <a:pt x="379" y="325"/>
                    </a:lnTo>
                    <a:lnTo>
                      <a:pt x="378" y="325"/>
                    </a:lnTo>
                    <a:lnTo>
                      <a:pt x="377" y="324"/>
                    </a:lnTo>
                    <a:lnTo>
                      <a:pt x="375" y="324"/>
                    </a:lnTo>
                    <a:lnTo>
                      <a:pt x="373" y="324"/>
                    </a:lnTo>
                    <a:lnTo>
                      <a:pt x="371" y="324"/>
                    </a:lnTo>
                    <a:lnTo>
                      <a:pt x="370" y="322"/>
                    </a:lnTo>
                    <a:lnTo>
                      <a:pt x="366" y="322"/>
                    </a:lnTo>
                    <a:lnTo>
                      <a:pt x="364" y="320"/>
                    </a:lnTo>
                    <a:lnTo>
                      <a:pt x="363" y="320"/>
                    </a:lnTo>
                    <a:lnTo>
                      <a:pt x="361" y="318"/>
                    </a:lnTo>
                    <a:lnTo>
                      <a:pt x="357" y="318"/>
                    </a:lnTo>
                    <a:lnTo>
                      <a:pt x="356" y="316"/>
                    </a:lnTo>
                    <a:lnTo>
                      <a:pt x="354" y="316"/>
                    </a:lnTo>
                    <a:lnTo>
                      <a:pt x="352" y="314"/>
                    </a:lnTo>
                    <a:lnTo>
                      <a:pt x="350" y="314"/>
                    </a:lnTo>
                    <a:lnTo>
                      <a:pt x="348" y="312"/>
                    </a:lnTo>
                    <a:lnTo>
                      <a:pt x="347" y="312"/>
                    </a:lnTo>
                    <a:lnTo>
                      <a:pt x="347" y="310"/>
                    </a:lnTo>
                    <a:lnTo>
                      <a:pt x="345" y="310"/>
                    </a:lnTo>
                    <a:lnTo>
                      <a:pt x="345" y="310"/>
                    </a:lnTo>
                    <a:lnTo>
                      <a:pt x="345" y="310"/>
                    </a:lnTo>
                    <a:lnTo>
                      <a:pt x="345" y="309"/>
                    </a:lnTo>
                    <a:lnTo>
                      <a:pt x="343" y="309"/>
                    </a:lnTo>
                    <a:lnTo>
                      <a:pt x="343" y="308"/>
                    </a:lnTo>
                    <a:lnTo>
                      <a:pt x="343" y="308"/>
                    </a:lnTo>
                    <a:lnTo>
                      <a:pt x="343" y="305"/>
                    </a:lnTo>
                    <a:lnTo>
                      <a:pt x="341" y="305"/>
                    </a:lnTo>
                    <a:lnTo>
                      <a:pt x="341" y="304"/>
                    </a:lnTo>
                    <a:lnTo>
                      <a:pt x="341" y="304"/>
                    </a:lnTo>
                    <a:lnTo>
                      <a:pt x="341" y="303"/>
                    </a:lnTo>
                    <a:lnTo>
                      <a:pt x="341" y="303"/>
                    </a:lnTo>
                    <a:lnTo>
                      <a:pt x="341" y="301"/>
                    </a:lnTo>
                    <a:lnTo>
                      <a:pt x="341" y="301"/>
                    </a:lnTo>
                    <a:lnTo>
                      <a:pt x="341" y="299"/>
                    </a:lnTo>
                    <a:lnTo>
                      <a:pt x="339" y="299"/>
                    </a:lnTo>
                    <a:lnTo>
                      <a:pt x="339" y="298"/>
                    </a:lnTo>
                    <a:lnTo>
                      <a:pt x="339" y="298"/>
                    </a:lnTo>
                    <a:lnTo>
                      <a:pt x="339" y="297"/>
                    </a:lnTo>
                    <a:lnTo>
                      <a:pt x="339" y="297"/>
                    </a:lnTo>
                    <a:lnTo>
                      <a:pt x="339" y="295"/>
                    </a:lnTo>
                    <a:lnTo>
                      <a:pt x="339" y="295"/>
                    </a:lnTo>
                    <a:lnTo>
                      <a:pt x="339" y="293"/>
                    </a:lnTo>
                    <a:lnTo>
                      <a:pt x="339" y="293"/>
                    </a:lnTo>
                    <a:lnTo>
                      <a:pt x="339" y="291"/>
                    </a:lnTo>
                    <a:lnTo>
                      <a:pt x="339" y="291"/>
                    </a:lnTo>
                    <a:lnTo>
                      <a:pt x="339" y="289"/>
                    </a:lnTo>
                    <a:lnTo>
                      <a:pt x="339" y="289"/>
                    </a:lnTo>
                    <a:lnTo>
                      <a:pt x="339" y="288"/>
                    </a:lnTo>
                    <a:lnTo>
                      <a:pt x="339" y="288"/>
                    </a:lnTo>
                    <a:lnTo>
                      <a:pt x="340" y="286"/>
                    </a:lnTo>
                    <a:lnTo>
                      <a:pt x="338" y="286"/>
                    </a:lnTo>
                    <a:lnTo>
                      <a:pt x="338" y="286"/>
                    </a:lnTo>
                    <a:lnTo>
                      <a:pt x="338" y="286"/>
                    </a:lnTo>
                    <a:lnTo>
                      <a:pt x="338" y="283"/>
                    </a:lnTo>
                    <a:lnTo>
                      <a:pt x="337" y="283"/>
                    </a:lnTo>
                    <a:lnTo>
                      <a:pt x="337" y="283"/>
                    </a:lnTo>
                    <a:lnTo>
                      <a:pt x="337" y="283"/>
                    </a:lnTo>
                    <a:lnTo>
                      <a:pt x="337" y="282"/>
                    </a:lnTo>
                    <a:lnTo>
                      <a:pt x="335" y="282"/>
                    </a:lnTo>
                    <a:lnTo>
                      <a:pt x="335" y="282"/>
                    </a:lnTo>
                    <a:lnTo>
                      <a:pt x="335" y="282"/>
                    </a:lnTo>
                    <a:lnTo>
                      <a:pt x="335" y="280"/>
                    </a:lnTo>
                    <a:lnTo>
                      <a:pt x="334" y="280"/>
                    </a:lnTo>
                    <a:lnTo>
                      <a:pt x="334" y="280"/>
                    </a:lnTo>
                    <a:lnTo>
                      <a:pt x="334" y="280"/>
                    </a:lnTo>
                    <a:lnTo>
                      <a:pt x="334" y="278"/>
                    </a:lnTo>
                    <a:lnTo>
                      <a:pt x="332" y="278"/>
                    </a:lnTo>
                    <a:lnTo>
                      <a:pt x="332" y="278"/>
                    </a:lnTo>
                    <a:lnTo>
                      <a:pt x="331" y="278"/>
                    </a:lnTo>
                    <a:lnTo>
                      <a:pt x="331" y="278"/>
                    </a:lnTo>
                    <a:lnTo>
                      <a:pt x="329" y="278"/>
                    </a:lnTo>
                    <a:lnTo>
                      <a:pt x="329" y="278"/>
                    </a:lnTo>
                    <a:lnTo>
                      <a:pt x="329" y="278"/>
                    </a:lnTo>
                    <a:lnTo>
                      <a:pt x="329" y="276"/>
                    </a:lnTo>
                    <a:lnTo>
                      <a:pt x="327" y="276"/>
                    </a:lnTo>
                    <a:lnTo>
                      <a:pt x="327" y="276"/>
                    </a:lnTo>
                    <a:lnTo>
                      <a:pt x="326" y="276"/>
                    </a:lnTo>
                    <a:lnTo>
                      <a:pt x="326" y="276"/>
                    </a:lnTo>
                    <a:lnTo>
                      <a:pt x="324" y="276"/>
                    </a:lnTo>
                    <a:lnTo>
                      <a:pt x="324" y="276"/>
                    </a:lnTo>
                    <a:lnTo>
                      <a:pt x="324" y="276"/>
                    </a:lnTo>
                    <a:lnTo>
                      <a:pt x="324" y="275"/>
                    </a:lnTo>
                    <a:lnTo>
                      <a:pt x="322" y="276"/>
                    </a:lnTo>
                    <a:lnTo>
                      <a:pt x="321" y="276"/>
                    </a:lnTo>
                    <a:lnTo>
                      <a:pt x="319" y="276"/>
                    </a:lnTo>
                    <a:lnTo>
                      <a:pt x="319" y="276"/>
                    </a:lnTo>
                    <a:lnTo>
                      <a:pt x="317" y="276"/>
                    </a:lnTo>
                    <a:lnTo>
                      <a:pt x="317" y="276"/>
                    </a:lnTo>
                    <a:lnTo>
                      <a:pt x="315" y="276"/>
                    </a:lnTo>
                    <a:lnTo>
                      <a:pt x="315" y="276"/>
                    </a:lnTo>
                    <a:lnTo>
                      <a:pt x="313" y="276"/>
                    </a:lnTo>
                    <a:lnTo>
                      <a:pt x="312" y="276"/>
                    </a:lnTo>
                    <a:lnTo>
                      <a:pt x="310" y="276"/>
                    </a:lnTo>
                    <a:lnTo>
                      <a:pt x="310" y="276"/>
                    </a:lnTo>
                    <a:lnTo>
                      <a:pt x="309" y="276"/>
                    </a:lnTo>
                    <a:lnTo>
                      <a:pt x="309" y="276"/>
                    </a:lnTo>
                    <a:lnTo>
                      <a:pt x="309" y="276"/>
                    </a:lnTo>
                    <a:lnTo>
                      <a:pt x="309" y="276"/>
                    </a:lnTo>
                    <a:lnTo>
                      <a:pt x="306" y="279"/>
                    </a:lnTo>
                    <a:lnTo>
                      <a:pt x="303" y="279"/>
                    </a:lnTo>
                    <a:lnTo>
                      <a:pt x="297" y="281"/>
                    </a:lnTo>
                    <a:lnTo>
                      <a:pt x="290" y="283"/>
                    </a:lnTo>
                    <a:lnTo>
                      <a:pt x="281" y="287"/>
                    </a:lnTo>
                    <a:lnTo>
                      <a:pt x="272" y="289"/>
                    </a:lnTo>
                    <a:lnTo>
                      <a:pt x="262" y="293"/>
                    </a:lnTo>
                    <a:lnTo>
                      <a:pt x="253" y="295"/>
                    </a:lnTo>
                    <a:lnTo>
                      <a:pt x="242" y="299"/>
                    </a:lnTo>
                    <a:lnTo>
                      <a:pt x="232" y="303"/>
                    </a:lnTo>
                    <a:lnTo>
                      <a:pt x="222" y="306"/>
                    </a:lnTo>
                    <a:lnTo>
                      <a:pt x="214" y="308"/>
                    </a:lnTo>
                    <a:lnTo>
                      <a:pt x="206" y="311"/>
                    </a:lnTo>
                    <a:lnTo>
                      <a:pt x="200" y="313"/>
                    </a:lnTo>
                    <a:lnTo>
                      <a:pt x="195" y="314"/>
                    </a:lnTo>
                    <a:lnTo>
                      <a:pt x="194" y="314"/>
                    </a:lnTo>
                    <a:lnTo>
                      <a:pt x="192" y="315"/>
                    </a:lnTo>
                    <a:lnTo>
                      <a:pt x="189" y="313"/>
                    </a:lnTo>
                    <a:lnTo>
                      <a:pt x="185" y="310"/>
                    </a:lnTo>
                    <a:lnTo>
                      <a:pt x="181" y="305"/>
                    </a:lnTo>
                    <a:lnTo>
                      <a:pt x="176" y="300"/>
                    </a:lnTo>
                    <a:lnTo>
                      <a:pt x="170" y="295"/>
                    </a:lnTo>
                    <a:lnTo>
                      <a:pt x="164" y="289"/>
                    </a:lnTo>
                    <a:lnTo>
                      <a:pt x="158" y="281"/>
                    </a:lnTo>
                    <a:lnTo>
                      <a:pt x="151" y="275"/>
                    </a:lnTo>
                    <a:lnTo>
                      <a:pt x="145" y="267"/>
                    </a:lnTo>
                    <a:lnTo>
                      <a:pt x="139" y="261"/>
                    </a:lnTo>
                    <a:lnTo>
                      <a:pt x="134" y="254"/>
                    </a:lnTo>
                    <a:lnTo>
                      <a:pt x="129" y="249"/>
                    </a:lnTo>
                    <a:lnTo>
                      <a:pt x="126" y="244"/>
                    </a:lnTo>
                    <a:lnTo>
                      <a:pt x="123" y="239"/>
                    </a:lnTo>
                    <a:lnTo>
                      <a:pt x="122" y="236"/>
                    </a:lnTo>
                    <a:lnTo>
                      <a:pt x="121" y="236"/>
                    </a:lnTo>
                    <a:lnTo>
                      <a:pt x="121" y="236"/>
                    </a:lnTo>
                    <a:lnTo>
                      <a:pt x="121" y="236"/>
                    </a:lnTo>
                    <a:lnTo>
                      <a:pt x="122" y="236"/>
                    </a:lnTo>
                    <a:lnTo>
                      <a:pt x="122" y="236"/>
                    </a:lnTo>
                    <a:lnTo>
                      <a:pt x="123" y="236"/>
                    </a:lnTo>
                    <a:lnTo>
                      <a:pt x="123" y="236"/>
                    </a:lnTo>
                    <a:lnTo>
                      <a:pt x="125" y="235"/>
                    </a:lnTo>
                    <a:lnTo>
                      <a:pt x="125" y="235"/>
                    </a:lnTo>
                    <a:lnTo>
                      <a:pt x="126" y="235"/>
                    </a:lnTo>
                    <a:lnTo>
                      <a:pt x="126" y="235"/>
                    </a:lnTo>
                    <a:lnTo>
                      <a:pt x="128" y="233"/>
                    </a:lnTo>
                    <a:lnTo>
                      <a:pt x="128" y="233"/>
                    </a:lnTo>
                    <a:lnTo>
                      <a:pt x="129" y="233"/>
                    </a:lnTo>
                    <a:lnTo>
                      <a:pt x="129" y="233"/>
                    </a:lnTo>
                    <a:lnTo>
                      <a:pt x="132" y="232"/>
                    </a:lnTo>
                    <a:lnTo>
                      <a:pt x="132" y="232"/>
                    </a:lnTo>
                    <a:lnTo>
                      <a:pt x="132" y="232"/>
                    </a:lnTo>
                    <a:lnTo>
                      <a:pt x="132" y="232"/>
                    </a:lnTo>
                    <a:lnTo>
                      <a:pt x="134" y="232"/>
                    </a:lnTo>
                    <a:lnTo>
                      <a:pt x="134" y="232"/>
                    </a:lnTo>
                    <a:lnTo>
                      <a:pt x="136" y="232"/>
                    </a:lnTo>
                    <a:lnTo>
                      <a:pt x="137" y="232"/>
                    </a:lnTo>
                    <a:lnTo>
                      <a:pt x="139" y="230"/>
                    </a:lnTo>
                    <a:lnTo>
                      <a:pt x="139" y="230"/>
                    </a:lnTo>
                    <a:lnTo>
                      <a:pt x="141" y="230"/>
                    </a:lnTo>
                    <a:lnTo>
                      <a:pt x="142" y="230"/>
                    </a:lnTo>
                    <a:lnTo>
                      <a:pt x="144" y="230"/>
                    </a:lnTo>
                    <a:lnTo>
                      <a:pt x="144" y="230"/>
                    </a:lnTo>
                    <a:lnTo>
                      <a:pt x="147" y="230"/>
                    </a:lnTo>
                    <a:lnTo>
                      <a:pt x="147" y="230"/>
                    </a:lnTo>
                    <a:lnTo>
                      <a:pt x="148" y="229"/>
                    </a:lnTo>
                    <a:lnTo>
                      <a:pt x="148" y="229"/>
                    </a:lnTo>
                    <a:lnTo>
                      <a:pt x="150" y="229"/>
                    </a:lnTo>
                    <a:lnTo>
                      <a:pt x="151" y="229"/>
                    </a:lnTo>
                    <a:lnTo>
                      <a:pt x="153" y="229"/>
                    </a:lnTo>
                    <a:lnTo>
                      <a:pt x="153" y="229"/>
                    </a:lnTo>
                    <a:lnTo>
                      <a:pt x="155" y="229"/>
                    </a:lnTo>
                    <a:lnTo>
                      <a:pt x="157" y="229"/>
                    </a:lnTo>
                    <a:lnTo>
                      <a:pt x="159" y="227"/>
                    </a:lnTo>
                    <a:lnTo>
                      <a:pt x="159" y="227"/>
                    </a:lnTo>
                    <a:lnTo>
                      <a:pt x="161" y="227"/>
                    </a:lnTo>
                    <a:lnTo>
                      <a:pt x="162" y="227"/>
                    </a:lnTo>
                    <a:lnTo>
                      <a:pt x="164" y="225"/>
                    </a:lnTo>
                    <a:lnTo>
                      <a:pt x="164" y="225"/>
                    </a:lnTo>
                    <a:lnTo>
                      <a:pt x="166" y="224"/>
                    </a:lnTo>
                    <a:lnTo>
                      <a:pt x="167" y="224"/>
                    </a:lnTo>
                    <a:lnTo>
                      <a:pt x="169" y="222"/>
                    </a:lnTo>
                    <a:lnTo>
                      <a:pt x="169" y="222"/>
                    </a:lnTo>
                    <a:lnTo>
                      <a:pt x="171" y="221"/>
                    </a:lnTo>
                    <a:lnTo>
                      <a:pt x="173" y="221"/>
                    </a:lnTo>
                    <a:lnTo>
                      <a:pt x="175" y="219"/>
                    </a:lnTo>
                    <a:lnTo>
                      <a:pt x="177" y="219"/>
                    </a:lnTo>
                    <a:lnTo>
                      <a:pt x="179" y="217"/>
                    </a:lnTo>
                    <a:lnTo>
                      <a:pt x="181" y="217"/>
                    </a:lnTo>
                    <a:lnTo>
                      <a:pt x="184" y="215"/>
                    </a:lnTo>
                    <a:lnTo>
                      <a:pt x="186" y="215"/>
                    </a:lnTo>
                    <a:lnTo>
                      <a:pt x="188" y="213"/>
                    </a:lnTo>
                    <a:lnTo>
                      <a:pt x="190" y="213"/>
                    </a:lnTo>
                    <a:lnTo>
                      <a:pt x="192" y="210"/>
                    </a:lnTo>
                    <a:lnTo>
                      <a:pt x="193" y="210"/>
                    </a:lnTo>
                    <a:lnTo>
                      <a:pt x="195" y="208"/>
                    </a:lnTo>
                    <a:lnTo>
                      <a:pt x="196" y="207"/>
                    </a:lnTo>
                    <a:lnTo>
                      <a:pt x="198" y="205"/>
                    </a:lnTo>
                    <a:lnTo>
                      <a:pt x="198" y="205"/>
                    </a:lnTo>
                    <a:lnTo>
                      <a:pt x="198" y="204"/>
                    </a:lnTo>
                    <a:lnTo>
                      <a:pt x="198" y="204"/>
                    </a:lnTo>
                    <a:lnTo>
                      <a:pt x="199" y="202"/>
                    </a:lnTo>
                    <a:lnTo>
                      <a:pt x="199" y="202"/>
                    </a:lnTo>
                    <a:lnTo>
                      <a:pt x="199" y="200"/>
                    </a:lnTo>
                    <a:lnTo>
                      <a:pt x="199" y="199"/>
                    </a:lnTo>
                    <a:lnTo>
                      <a:pt x="199" y="197"/>
                    </a:lnTo>
                    <a:lnTo>
                      <a:pt x="197" y="197"/>
                    </a:lnTo>
                    <a:lnTo>
                      <a:pt x="197" y="195"/>
                    </a:lnTo>
                    <a:lnTo>
                      <a:pt x="197" y="194"/>
                    </a:lnTo>
                    <a:lnTo>
                      <a:pt x="197" y="192"/>
                    </a:lnTo>
                    <a:lnTo>
                      <a:pt x="197" y="192"/>
                    </a:lnTo>
                    <a:lnTo>
                      <a:pt x="197" y="190"/>
                    </a:lnTo>
                    <a:lnTo>
                      <a:pt x="197" y="190"/>
                    </a:lnTo>
                    <a:lnTo>
                      <a:pt x="197" y="188"/>
                    </a:lnTo>
                    <a:lnTo>
                      <a:pt x="195" y="188"/>
                    </a:lnTo>
                    <a:lnTo>
                      <a:pt x="194" y="186"/>
                    </a:lnTo>
                    <a:lnTo>
                      <a:pt x="192" y="186"/>
                    </a:lnTo>
                    <a:lnTo>
                      <a:pt x="192" y="184"/>
                    </a:lnTo>
                    <a:lnTo>
                      <a:pt x="190" y="184"/>
                    </a:lnTo>
                    <a:lnTo>
                      <a:pt x="188" y="182"/>
                    </a:lnTo>
                    <a:lnTo>
                      <a:pt x="186" y="180"/>
                    </a:lnTo>
                    <a:lnTo>
                      <a:pt x="185" y="178"/>
                    </a:lnTo>
                    <a:lnTo>
                      <a:pt x="183" y="178"/>
                    </a:lnTo>
                    <a:lnTo>
                      <a:pt x="181" y="176"/>
                    </a:lnTo>
                    <a:lnTo>
                      <a:pt x="179" y="176"/>
                    </a:lnTo>
                    <a:lnTo>
                      <a:pt x="178" y="174"/>
                    </a:lnTo>
                    <a:lnTo>
                      <a:pt x="176" y="174"/>
                    </a:lnTo>
                    <a:lnTo>
                      <a:pt x="174" y="172"/>
                    </a:lnTo>
                    <a:lnTo>
                      <a:pt x="172" y="172"/>
                    </a:lnTo>
                    <a:lnTo>
                      <a:pt x="172" y="170"/>
                    </a:lnTo>
                    <a:lnTo>
                      <a:pt x="170" y="170"/>
                    </a:lnTo>
                    <a:lnTo>
                      <a:pt x="169" y="170"/>
                    </a:lnTo>
                    <a:lnTo>
                      <a:pt x="166" y="170"/>
                    </a:lnTo>
                    <a:lnTo>
                      <a:pt x="166" y="170"/>
                    </a:lnTo>
                    <a:lnTo>
                      <a:pt x="164" y="170"/>
                    </a:lnTo>
                    <a:lnTo>
                      <a:pt x="162" y="170"/>
                    </a:lnTo>
                    <a:lnTo>
                      <a:pt x="160" y="170"/>
                    </a:lnTo>
                    <a:lnTo>
                      <a:pt x="159" y="169"/>
                    </a:lnTo>
                    <a:lnTo>
                      <a:pt x="157" y="169"/>
                    </a:lnTo>
                    <a:lnTo>
                      <a:pt x="155" y="169"/>
                    </a:lnTo>
                    <a:lnTo>
                      <a:pt x="153" y="169"/>
                    </a:lnTo>
                    <a:lnTo>
                      <a:pt x="151" y="169"/>
                    </a:lnTo>
                    <a:lnTo>
                      <a:pt x="149" y="169"/>
                    </a:lnTo>
                    <a:lnTo>
                      <a:pt x="149" y="169"/>
                    </a:lnTo>
                    <a:lnTo>
                      <a:pt x="147" y="169"/>
                    </a:lnTo>
                    <a:lnTo>
                      <a:pt x="147" y="167"/>
                    </a:lnTo>
                    <a:lnTo>
                      <a:pt x="145" y="168"/>
                    </a:lnTo>
                    <a:lnTo>
                      <a:pt x="144" y="168"/>
                    </a:lnTo>
                    <a:lnTo>
                      <a:pt x="142" y="168"/>
                    </a:lnTo>
                    <a:lnTo>
                      <a:pt x="142" y="168"/>
                    </a:lnTo>
                    <a:lnTo>
                      <a:pt x="140" y="168"/>
                    </a:lnTo>
                    <a:lnTo>
                      <a:pt x="139" y="168"/>
                    </a:lnTo>
                    <a:lnTo>
                      <a:pt x="137" y="168"/>
                    </a:lnTo>
                    <a:lnTo>
                      <a:pt x="137" y="168"/>
                    </a:lnTo>
                    <a:lnTo>
                      <a:pt x="135" y="169"/>
                    </a:lnTo>
                    <a:lnTo>
                      <a:pt x="134" y="169"/>
                    </a:lnTo>
                    <a:lnTo>
                      <a:pt x="132" y="169"/>
                    </a:lnTo>
                    <a:lnTo>
                      <a:pt x="132" y="169"/>
                    </a:lnTo>
                    <a:lnTo>
                      <a:pt x="130" y="169"/>
                    </a:lnTo>
                    <a:lnTo>
                      <a:pt x="130" y="169"/>
                    </a:lnTo>
                    <a:lnTo>
                      <a:pt x="128" y="169"/>
                    </a:lnTo>
                    <a:lnTo>
                      <a:pt x="128" y="169"/>
                    </a:lnTo>
                    <a:lnTo>
                      <a:pt x="126" y="171"/>
                    </a:lnTo>
                    <a:lnTo>
                      <a:pt x="126" y="171"/>
                    </a:lnTo>
                    <a:lnTo>
                      <a:pt x="125" y="171"/>
                    </a:lnTo>
                    <a:lnTo>
                      <a:pt x="125" y="171"/>
                    </a:lnTo>
                    <a:lnTo>
                      <a:pt x="122" y="172"/>
                    </a:lnTo>
                    <a:lnTo>
                      <a:pt x="122" y="172"/>
                    </a:lnTo>
                    <a:lnTo>
                      <a:pt x="120" y="172"/>
                    </a:lnTo>
                    <a:lnTo>
                      <a:pt x="120" y="172"/>
                    </a:lnTo>
                    <a:lnTo>
                      <a:pt x="119" y="174"/>
                    </a:lnTo>
                    <a:lnTo>
                      <a:pt x="119" y="174"/>
                    </a:lnTo>
                    <a:lnTo>
                      <a:pt x="117" y="174"/>
                    </a:lnTo>
                    <a:lnTo>
                      <a:pt x="117" y="174"/>
                    </a:lnTo>
                    <a:lnTo>
                      <a:pt x="115" y="176"/>
                    </a:lnTo>
                    <a:lnTo>
                      <a:pt x="115" y="176"/>
                    </a:lnTo>
                    <a:lnTo>
                      <a:pt x="115" y="176"/>
                    </a:lnTo>
                    <a:lnTo>
                      <a:pt x="115" y="176"/>
                    </a:lnTo>
                    <a:lnTo>
                      <a:pt x="113" y="178"/>
                    </a:lnTo>
                    <a:lnTo>
                      <a:pt x="113" y="178"/>
                    </a:lnTo>
                    <a:lnTo>
                      <a:pt x="111" y="179"/>
                    </a:lnTo>
                    <a:lnTo>
                      <a:pt x="111" y="179"/>
                    </a:lnTo>
                    <a:lnTo>
                      <a:pt x="110" y="181"/>
                    </a:lnTo>
                    <a:lnTo>
                      <a:pt x="110" y="181"/>
                    </a:lnTo>
                    <a:lnTo>
                      <a:pt x="107" y="181"/>
                    </a:lnTo>
                    <a:lnTo>
                      <a:pt x="107" y="181"/>
                    </a:lnTo>
                    <a:lnTo>
                      <a:pt x="105" y="183"/>
                    </a:lnTo>
                    <a:lnTo>
                      <a:pt x="105" y="183"/>
                    </a:lnTo>
                    <a:lnTo>
                      <a:pt x="104" y="183"/>
                    </a:lnTo>
                    <a:lnTo>
                      <a:pt x="104" y="183"/>
                    </a:lnTo>
                    <a:lnTo>
                      <a:pt x="102" y="185"/>
                    </a:lnTo>
                    <a:lnTo>
                      <a:pt x="102" y="185"/>
                    </a:lnTo>
                    <a:lnTo>
                      <a:pt x="101" y="185"/>
                    </a:lnTo>
                    <a:lnTo>
                      <a:pt x="101" y="185"/>
                    </a:lnTo>
                    <a:lnTo>
                      <a:pt x="99" y="186"/>
                    </a:lnTo>
                    <a:lnTo>
                      <a:pt x="99" y="186"/>
                    </a:lnTo>
                    <a:lnTo>
                      <a:pt x="98" y="186"/>
                    </a:lnTo>
                    <a:lnTo>
                      <a:pt x="98" y="186"/>
                    </a:lnTo>
                    <a:lnTo>
                      <a:pt x="96" y="188"/>
                    </a:lnTo>
                    <a:lnTo>
                      <a:pt x="96" y="188"/>
                    </a:lnTo>
                    <a:lnTo>
                      <a:pt x="95" y="188"/>
                    </a:lnTo>
                    <a:lnTo>
                      <a:pt x="95" y="188"/>
                    </a:lnTo>
                    <a:lnTo>
                      <a:pt x="93" y="191"/>
                    </a:lnTo>
                    <a:lnTo>
                      <a:pt x="93" y="191"/>
                    </a:lnTo>
                    <a:lnTo>
                      <a:pt x="92" y="191"/>
                    </a:lnTo>
                    <a:lnTo>
                      <a:pt x="92" y="191"/>
                    </a:lnTo>
                    <a:lnTo>
                      <a:pt x="91" y="192"/>
                    </a:lnTo>
                    <a:lnTo>
                      <a:pt x="91" y="192"/>
                    </a:lnTo>
                    <a:lnTo>
                      <a:pt x="91" y="192"/>
                    </a:lnTo>
                    <a:lnTo>
                      <a:pt x="91" y="192"/>
                    </a:lnTo>
                    <a:lnTo>
                      <a:pt x="89" y="192"/>
                    </a:lnTo>
                    <a:lnTo>
                      <a:pt x="89" y="192"/>
                    </a:lnTo>
                    <a:lnTo>
                      <a:pt x="89" y="192"/>
                    </a:lnTo>
                    <a:lnTo>
                      <a:pt x="89" y="192"/>
                    </a:lnTo>
                    <a:lnTo>
                      <a:pt x="87" y="192"/>
                    </a:lnTo>
                    <a:lnTo>
                      <a:pt x="87" y="192"/>
                    </a:lnTo>
                    <a:lnTo>
                      <a:pt x="86" y="192"/>
                    </a:lnTo>
                    <a:lnTo>
                      <a:pt x="86" y="192"/>
                    </a:lnTo>
                    <a:lnTo>
                      <a:pt x="83" y="192"/>
                    </a:lnTo>
                    <a:lnTo>
                      <a:pt x="83" y="192"/>
                    </a:lnTo>
                    <a:lnTo>
                      <a:pt x="82" y="192"/>
                    </a:lnTo>
                    <a:lnTo>
                      <a:pt x="82" y="192"/>
                    </a:lnTo>
                    <a:lnTo>
                      <a:pt x="80" y="192"/>
                    </a:lnTo>
                    <a:lnTo>
                      <a:pt x="80" y="192"/>
                    </a:lnTo>
                    <a:lnTo>
                      <a:pt x="80" y="192"/>
                    </a:lnTo>
                    <a:lnTo>
                      <a:pt x="80" y="191"/>
                    </a:lnTo>
                    <a:lnTo>
                      <a:pt x="78" y="191"/>
                    </a:lnTo>
                    <a:lnTo>
                      <a:pt x="78" y="191"/>
                    </a:lnTo>
                    <a:lnTo>
                      <a:pt x="76" y="191"/>
                    </a:lnTo>
                    <a:lnTo>
                      <a:pt x="76" y="191"/>
                    </a:lnTo>
                    <a:lnTo>
                      <a:pt x="75" y="191"/>
                    </a:lnTo>
                    <a:lnTo>
                      <a:pt x="75" y="191"/>
                    </a:lnTo>
                    <a:lnTo>
                      <a:pt x="75" y="191"/>
                    </a:lnTo>
                    <a:lnTo>
                      <a:pt x="75" y="189"/>
                    </a:lnTo>
                    <a:lnTo>
                      <a:pt x="73" y="189"/>
                    </a:lnTo>
                    <a:lnTo>
                      <a:pt x="73" y="189"/>
                    </a:lnTo>
                    <a:lnTo>
                      <a:pt x="72" y="189"/>
                    </a:lnTo>
                    <a:lnTo>
                      <a:pt x="72" y="188"/>
                    </a:lnTo>
                    <a:lnTo>
                      <a:pt x="71" y="188"/>
                    </a:lnTo>
                    <a:lnTo>
                      <a:pt x="71" y="188"/>
                    </a:lnTo>
                    <a:lnTo>
                      <a:pt x="71" y="188"/>
                    </a:lnTo>
                    <a:lnTo>
                      <a:pt x="71" y="186"/>
                    </a:lnTo>
                    <a:lnTo>
                      <a:pt x="66" y="183"/>
                    </a:lnTo>
                    <a:lnTo>
                      <a:pt x="61" y="179"/>
                    </a:lnTo>
                    <a:lnTo>
                      <a:pt x="55" y="175"/>
                    </a:lnTo>
                    <a:lnTo>
                      <a:pt x="51" y="169"/>
                    </a:lnTo>
                    <a:lnTo>
                      <a:pt x="44" y="163"/>
                    </a:lnTo>
                    <a:lnTo>
                      <a:pt x="38" y="157"/>
                    </a:lnTo>
                    <a:lnTo>
                      <a:pt x="32" y="152"/>
                    </a:lnTo>
                    <a:lnTo>
                      <a:pt x="27" y="145"/>
                    </a:lnTo>
                    <a:lnTo>
                      <a:pt x="22" y="141"/>
                    </a:lnTo>
                    <a:lnTo>
                      <a:pt x="16" y="135"/>
                    </a:lnTo>
                    <a:lnTo>
                      <a:pt x="11" y="130"/>
                    </a:lnTo>
                    <a:lnTo>
                      <a:pt x="7" y="125"/>
                    </a:lnTo>
                    <a:lnTo>
                      <a:pt x="3" y="122"/>
                    </a:lnTo>
                    <a:lnTo>
                      <a:pt x="1" y="119"/>
                    </a:lnTo>
                    <a:lnTo>
                      <a:pt x="0" y="117"/>
                    </a:lnTo>
                    <a:lnTo>
                      <a:pt x="1" y="115"/>
                    </a:lnTo>
                    <a:lnTo>
                      <a:pt x="1" y="115"/>
                    </a:lnTo>
                  </a:path>
                </a:pathLst>
              </a:custGeom>
              <a:solidFill>
                <a:srgbClr val="3fc0ff"/>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nvGrpSpPr>
            <p:cNvPr id="1921" name=""/>
            <p:cNvGrpSpPr/>
            <p:nvPr/>
          </p:nvGrpSpPr>
          <p:grpSpPr>
            <a:xfrm>
              <a:off x="6226200" y="6319800"/>
              <a:ext cx="857160" cy="735120"/>
              <a:chOff x="6226200" y="6319800"/>
              <a:chExt cx="857160" cy="735120"/>
            </a:xfrm>
          </p:grpSpPr>
          <p:sp>
            <p:nvSpPr>
              <p:cNvPr id="1922" name=""/>
              <p:cNvSpPr/>
              <p:nvPr/>
            </p:nvSpPr>
            <p:spPr>
              <a:xfrm>
                <a:off x="6226200" y="6539040"/>
                <a:ext cx="857160" cy="515880"/>
              </a:xfrm>
              <a:custGeom>
                <a:avLst/>
                <a:gdLst/>
                <a:ahLst/>
                <a:rect l="l" t="t" r="r" b="b"/>
                <a:pathLst>
                  <a:path w="540" h="325">
                    <a:moveTo>
                      <a:pt x="381" y="95"/>
                    </a:moveTo>
                    <a:lnTo>
                      <a:pt x="381" y="95"/>
                    </a:lnTo>
                    <a:lnTo>
                      <a:pt x="381" y="95"/>
                    </a:lnTo>
                    <a:lnTo>
                      <a:pt x="381" y="95"/>
                    </a:lnTo>
                    <a:lnTo>
                      <a:pt x="382" y="95"/>
                    </a:lnTo>
                    <a:lnTo>
                      <a:pt x="382" y="95"/>
                    </a:lnTo>
                    <a:lnTo>
                      <a:pt x="384" y="95"/>
                    </a:lnTo>
                    <a:lnTo>
                      <a:pt x="385" y="95"/>
                    </a:lnTo>
                    <a:lnTo>
                      <a:pt x="387" y="95"/>
                    </a:lnTo>
                    <a:lnTo>
                      <a:pt x="387" y="95"/>
                    </a:lnTo>
                    <a:lnTo>
                      <a:pt x="389" y="95"/>
                    </a:lnTo>
                    <a:lnTo>
                      <a:pt x="391" y="95"/>
                    </a:lnTo>
                    <a:lnTo>
                      <a:pt x="392" y="95"/>
                    </a:lnTo>
                    <a:lnTo>
                      <a:pt x="392" y="95"/>
                    </a:lnTo>
                    <a:lnTo>
                      <a:pt x="394" y="95"/>
                    </a:lnTo>
                    <a:lnTo>
                      <a:pt x="396" y="95"/>
                    </a:lnTo>
                    <a:lnTo>
                      <a:pt x="398" y="94"/>
                    </a:lnTo>
                    <a:lnTo>
                      <a:pt x="398" y="94"/>
                    </a:lnTo>
                    <a:lnTo>
                      <a:pt x="398" y="94"/>
                    </a:lnTo>
                    <a:lnTo>
                      <a:pt x="398" y="94"/>
                    </a:lnTo>
                    <a:lnTo>
                      <a:pt x="399" y="94"/>
                    </a:lnTo>
                    <a:lnTo>
                      <a:pt x="399" y="94"/>
                    </a:lnTo>
                    <a:lnTo>
                      <a:pt x="400" y="94"/>
                    </a:lnTo>
                    <a:lnTo>
                      <a:pt x="400" y="94"/>
                    </a:lnTo>
                    <a:lnTo>
                      <a:pt x="403" y="94"/>
                    </a:lnTo>
                    <a:lnTo>
                      <a:pt x="403" y="94"/>
                    </a:lnTo>
                    <a:lnTo>
                      <a:pt x="404" y="94"/>
                    </a:lnTo>
                    <a:lnTo>
                      <a:pt x="404" y="94"/>
                    </a:lnTo>
                    <a:lnTo>
                      <a:pt x="406" y="94"/>
                    </a:lnTo>
                    <a:lnTo>
                      <a:pt x="406" y="94"/>
                    </a:lnTo>
                    <a:lnTo>
                      <a:pt x="407" y="94"/>
                    </a:lnTo>
                    <a:lnTo>
                      <a:pt x="407" y="94"/>
                    </a:lnTo>
                    <a:lnTo>
                      <a:pt x="409" y="92"/>
                    </a:lnTo>
                    <a:lnTo>
                      <a:pt x="409" y="92"/>
                    </a:lnTo>
                    <a:lnTo>
                      <a:pt x="409" y="92"/>
                    </a:lnTo>
                    <a:lnTo>
                      <a:pt x="409" y="92"/>
                    </a:lnTo>
                    <a:lnTo>
                      <a:pt x="410" y="91"/>
                    </a:lnTo>
                    <a:lnTo>
                      <a:pt x="410" y="91"/>
                    </a:lnTo>
                    <a:lnTo>
                      <a:pt x="411" y="90"/>
                    </a:lnTo>
                    <a:lnTo>
                      <a:pt x="411" y="90"/>
                    </a:lnTo>
                    <a:lnTo>
                      <a:pt x="413" y="88"/>
                    </a:lnTo>
                    <a:lnTo>
                      <a:pt x="413" y="88"/>
                    </a:lnTo>
                    <a:lnTo>
                      <a:pt x="413" y="88"/>
                    </a:lnTo>
                    <a:lnTo>
                      <a:pt x="413" y="88"/>
                    </a:lnTo>
                    <a:lnTo>
                      <a:pt x="415" y="86"/>
                    </a:lnTo>
                    <a:lnTo>
                      <a:pt x="415" y="86"/>
                    </a:lnTo>
                    <a:lnTo>
                      <a:pt x="415" y="86"/>
                    </a:lnTo>
                    <a:lnTo>
                      <a:pt x="415" y="86"/>
                    </a:lnTo>
                    <a:lnTo>
                      <a:pt x="417" y="84"/>
                    </a:lnTo>
                    <a:lnTo>
                      <a:pt x="415" y="84"/>
                    </a:lnTo>
                    <a:lnTo>
                      <a:pt x="415" y="84"/>
                    </a:lnTo>
                    <a:lnTo>
                      <a:pt x="415" y="84"/>
                    </a:lnTo>
                    <a:lnTo>
                      <a:pt x="415" y="82"/>
                    </a:lnTo>
                    <a:lnTo>
                      <a:pt x="414" y="82"/>
                    </a:lnTo>
                    <a:lnTo>
                      <a:pt x="414" y="82"/>
                    </a:lnTo>
                    <a:lnTo>
                      <a:pt x="414" y="82"/>
                    </a:lnTo>
                    <a:lnTo>
                      <a:pt x="414" y="81"/>
                    </a:lnTo>
                    <a:lnTo>
                      <a:pt x="413" y="81"/>
                    </a:lnTo>
                    <a:lnTo>
                      <a:pt x="413" y="81"/>
                    </a:lnTo>
                    <a:lnTo>
                      <a:pt x="413" y="81"/>
                    </a:lnTo>
                    <a:lnTo>
                      <a:pt x="413" y="79"/>
                    </a:lnTo>
                    <a:lnTo>
                      <a:pt x="413" y="79"/>
                    </a:lnTo>
                    <a:lnTo>
                      <a:pt x="413" y="78"/>
                    </a:lnTo>
                    <a:lnTo>
                      <a:pt x="413" y="78"/>
                    </a:lnTo>
                    <a:lnTo>
                      <a:pt x="413" y="76"/>
                    </a:lnTo>
                    <a:lnTo>
                      <a:pt x="407" y="73"/>
                    </a:lnTo>
                    <a:lnTo>
                      <a:pt x="403" y="68"/>
                    </a:lnTo>
                    <a:lnTo>
                      <a:pt x="398" y="62"/>
                    </a:lnTo>
                    <a:lnTo>
                      <a:pt x="392" y="57"/>
                    </a:lnTo>
                    <a:lnTo>
                      <a:pt x="385" y="51"/>
                    </a:lnTo>
                    <a:lnTo>
                      <a:pt x="379" y="44"/>
                    </a:lnTo>
                    <a:lnTo>
                      <a:pt x="373" y="38"/>
                    </a:lnTo>
                    <a:lnTo>
                      <a:pt x="367" y="31"/>
                    </a:lnTo>
                    <a:lnTo>
                      <a:pt x="361" y="26"/>
                    </a:lnTo>
                    <a:lnTo>
                      <a:pt x="355" y="20"/>
                    </a:lnTo>
                    <a:lnTo>
                      <a:pt x="349" y="16"/>
                    </a:lnTo>
                    <a:lnTo>
                      <a:pt x="345" y="11"/>
                    </a:lnTo>
                    <a:lnTo>
                      <a:pt x="341" y="9"/>
                    </a:lnTo>
                    <a:lnTo>
                      <a:pt x="339" y="6"/>
                    </a:lnTo>
                    <a:lnTo>
                      <a:pt x="338" y="6"/>
                    </a:lnTo>
                    <a:lnTo>
                      <a:pt x="339" y="5"/>
                    </a:lnTo>
                    <a:lnTo>
                      <a:pt x="337" y="7"/>
                    </a:lnTo>
                    <a:lnTo>
                      <a:pt x="336" y="7"/>
                    </a:lnTo>
                    <a:lnTo>
                      <a:pt x="333" y="9"/>
                    </a:lnTo>
                    <a:lnTo>
                      <a:pt x="331" y="9"/>
                    </a:lnTo>
                    <a:lnTo>
                      <a:pt x="327" y="11"/>
                    </a:lnTo>
                    <a:lnTo>
                      <a:pt x="323" y="13"/>
                    </a:lnTo>
                    <a:lnTo>
                      <a:pt x="318" y="15"/>
                    </a:lnTo>
                    <a:lnTo>
                      <a:pt x="315" y="15"/>
                    </a:lnTo>
                    <a:lnTo>
                      <a:pt x="309" y="17"/>
                    </a:lnTo>
                    <a:lnTo>
                      <a:pt x="304" y="19"/>
                    </a:lnTo>
                    <a:lnTo>
                      <a:pt x="298" y="21"/>
                    </a:lnTo>
                    <a:lnTo>
                      <a:pt x="295" y="22"/>
                    </a:lnTo>
                    <a:lnTo>
                      <a:pt x="290" y="24"/>
                    </a:lnTo>
                    <a:lnTo>
                      <a:pt x="286" y="25"/>
                    </a:lnTo>
                    <a:lnTo>
                      <a:pt x="282" y="27"/>
                    </a:lnTo>
                    <a:lnTo>
                      <a:pt x="280" y="27"/>
                    </a:lnTo>
                    <a:lnTo>
                      <a:pt x="277" y="29"/>
                    </a:lnTo>
                    <a:lnTo>
                      <a:pt x="275" y="29"/>
                    </a:lnTo>
                    <a:lnTo>
                      <a:pt x="273" y="30"/>
                    </a:lnTo>
                    <a:lnTo>
                      <a:pt x="271" y="30"/>
                    </a:lnTo>
                    <a:lnTo>
                      <a:pt x="267" y="32"/>
                    </a:lnTo>
                    <a:lnTo>
                      <a:pt x="265" y="32"/>
                    </a:lnTo>
                    <a:lnTo>
                      <a:pt x="261" y="34"/>
                    </a:lnTo>
                    <a:lnTo>
                      <a:pt x="259" y="34"/>
                    </a:lnTo>
                    <a:lnTo>
                      <a:pt x="256" y="36"/>
                    </a:lnTo>
                    <a:lnTo>
                      <a:pt x="254" y="36"/>
                    </a:lnTo>
                    <a:lnTo>
                      <a:pt x="251" y="38"/>
                    </a:lnTo>
                    <a:lnTo>
                      <a:pt x="249" y="38"/>
                    </a:lnTo>
                    <a:lnTo>
                      <a:pt x="246" y="40"/>
                    </a:lnTo>
                    <a:lnTo>
                      <a:pt x="244" y="40"/>
                    </a:lnTo>
                    <a:lnTo>
                      <a:pt x="242" y="41"/>
                    </a:lnTo>
                    <a:lnTo>
                      <a:pt x="241" y="41"/>
                    </a:lnTo>
                    <a:lnTo>
                      <a:pt x="239" y="43"/>
                    </a:lnTo>
                    <a:lnTo>
                      <a:pt x="238" y="43"/>
                    </a:lnTo>
                    <a:lnTo>
                      <a:pt x="236" y="43"/>
                    </a:lnTo>
                    <a:lnTo>
                      <a:pt x="236" y="43"/>
                    </a:lnTo>
                    <a:lnTo>
                      <a:pt x="234" y="44"/>
                    </a:lnTo>
                    <a:lnTo>
                      <a:pt x="234" y="44"/>
                    </a:lnTo>
                    <a:lnTo>
                      <a:pt x="232" y="44"/>
                    </a:lnTo>
                    <a:lnTo>
                      <a:pt x="232" y="44"/>
                    </a:lnTo>
                    <a:lnTo>
                      <a:pt x="230" y="45"/>
                    </a:lnTo>
                    <a:lnTo>
                      <a:pt x="229" y="45"/>
                    </a:lnTo>
                    <a:lnTo>
                      <a:pt x="227" y="45"/>
                    </a:lnTo>
                    <a:lnTo>
                      <a:pt x="227" y="45"/>
                    </a:lnTo>
                    <a:lnTo>
                      <a:pt x="225" y="45"/>
                    </a:lnTo>
                    <a:lnTo>
                      <a:pt x="225" y="45"/>
                    </a:lnTo>
                    <a:lnTo>
                      <a:pt x="223" y="45"/>
                    </a:lnTo>
                    <a:lnTo>
                      <a:pt x="223" y="45"/>
                    </a:lnTo>
                    <a:lnTo>
                      <a:pt x="221" y="47"/>
                    </a:lnTo>
                    <a:lnTo>
                      <a:pt x="220" y="47"/>
                    </a:lnTo>
                    <a:lnTo>
                      <a:pt x="217" y="47"/>
                    </a:lnTo>
                    <a:lnTo>
                      <a:pt x="217" y="47"/>
                    </a:lnTo>
                    <a:lnTo>
                      <a:pt x="215" y="47"/>
                    </a:lnTo>
                    <a:lnTo>
                      <a:pt x="215" y="47"/>
                    </a:lnTo>
                    <a:lnTo>
                      <a:pt x="214" y="47"/>
                    </a:lnTo>
                    <a:lnTo>
                      <a:pt x="214" y="47"/>
                    </a:lnTo>
                    <a:lnTo>
                      <a:pt x="212" y="47"/>
                    </a:lnTo>
                    <a:lnTo>
                      <a:pt x="210" y="47"/>
                    </a:lnTo>
                    <a:lnTo>
                      <a:pt x="208" y="47"/>
                    </a:lnTo>
                    <a:lnTo>
                      <a:pt x="208" y="47"/>
                    </a:lnTo>
                    <a:lnTo>
                      <a:pt x="206" y="47"/>
                    </a:lnTo>
                    <a:lnTo>
                      <a:pt x="206" y="47"/>
                    </a:lnTo>
                    <a:lnTo>
                      <a:pt x="205" y="47"/>
                    </a:lnTo>
                    <a:lnTo>
                      <a:pt x="205" y="46"/>
                    </a:lnTo>
                    <a:lnTo>
                      <a:pt x="203" y="46"/>
                    </a:lnTo>
                    <a:lnTo>
                      <a:pt x="203" y="46"/>
                    </a:lnTo>
                    <a:lnTo>
                      <a:pt x="203" y="46"/>
                    </a:lnTo>
                    <a:lnTo>
                      <a:pt x="203" y="46"/>
                    </a:lnTo>
                    <a:lnTo>
                      <a:pt x="201" y="46"/>
                    </a:lnTo>
                    <a:lnTo>
                      <a:pt x="201" y="46"/>
                    </a:lnTo>
                    <a:lnTo>
                      <a:pt x="201" y="46"/>
                    </a:lnTo>
                    <a:lnTo>
                      <a:pt x="201" y="44"/>
                    </a:lnTo>
                    <a:lnTo>
                      <a:pt x="199" y="44"/>
                    </a:lnTo>
                    <a:lnTo>
                      <a:pt x="199" y="44"/>
                    </a:lnTo>
                    <a:lnTo>
                      <a:pt x="199" y="44"/>
                    </a:lnTo>
                    <a:lnTo>
                      <a:pt x="199" y="42"/>
                    </a:lnTo>
                    <a:lnTo>
                      <a:pt x="199" y="42"/>
                    </a:lnTo>
                    <a:lnTo>
                      <a:pt x="199" y="40"/>
                    </a:lnTo>
                    <a:lnTo>
                      <a:pt x="199" y="40"/>
                    </a:lnTo>
                    <a:lnTo>
                      <a:pt x="199" y="38"/>
                    </a:lnTo>
                    <a:lnTo>
                      <a:pt x="198" y="38"/>
                    </a:lnTo>
                    <a:lnTo>
                      <a:pt x="198" y="37"/>
                    </a:lnTo>
                    <a:lnTo>
                      <a:pt x="198" y="37"/>
                    </a:lnTo>
                    <a:lnTo>
                      <a:pt x="198" y="35"/>
                    </a:lnTo>
                    <a:lnTo>
                      <a:pt x="197" y="35"/>
                    </a:lnTo>
                    <a:lnTo>
                      <a:pt x="197" y="33"/>
                    </a:lnTo>
                    <a:lnTo>
                      <a:pt x="197" y="32"/>
                    </a:lnTo>
                    <a:lnTo>
                      <a:pt x="197" y="30"/>
                    </a:lnTo>
                    <a:lnTo>
                      <a:pt x="195" y="30"/>
                    </a:lnTo>
                    <a:lnTo>
                      <a:pt x="195" y="28"/>
                    </a:lnTo>
                    <a:lnTo>
                      <a:pt x="195" y="28"/>
                    </a:lnTo>
                    <a:lnTo>
                      <a:pt x="195" y="25"/>
                    </a:lnTo>
                    <a:lnTo>
                      <a:pt x="195" y="25"/>
                    </a:lnTo>
                    <a:lnTo>
                      <a:pt x="195" y="23"/>
                    </a:lnTo>
                    <a:lnTo>
                      <a:pt x="195" y="23"/>
                    </a:lnTo>
                    <a:lnTo>
                      <a:pt x="195" y="22"/>
                    </a:lnTo>
                    <a:lnTo>
                      <a:pt x="193" y="22"/>
                    </a:lnTo>
                    <a:lnTo>
                      <a:pt x="193" y="22"/>
                    </a:lnTo>
                    <a:lnTo>
                      <a:pt x="193" y="22"/>
                    </a:lnTo>
                    <a:lnTo>
                      <a:pt x="193" y="20"/>
                    </a:lnTo>
                    <a:lnTo>
                      <a:pt x="191" y="20"/>
                    </a:lnTo>
                    <a:lnTo>
                      <a:pt x="191" y="18"/>
                    </a:lnTo>
                    <a:lnTo>
                      <a:pt x="190" y="17"/>
                    </a:lnTo>
                    <a:lnTo>
                      <a:pt x="190" y="15"/>
                    </a:lnTo>
                    <a:lnTo>
                      <a:pt x="188" y="15"/>
                    </a:lnTo>
                    <a:lnTo>
                      <a:pt x="188" y="13"/>
                    </a:lnTo>
                    <a:lnTo>
                      <a:pt x="186" y="13"/>
                    </a:lnTo>
                    <a:lnTo>
                      <a:pt x="186" y="11"/>
                    </a:lnTo>
                    <a:lnTo>
                      <a:pt x="184" y="11"/>
                    </a:lnTo>
                    <a:lnTo>
                      <a:pt x="184" y="9"/>
                    </a:lnTo>
                    <a:lnTo>
                      <a:pt x="184" y="9"/>
                    </a:lnTo>
                    <a:lnTo>
                      <a:pt x="184" y="7"/>
                    </a:lnTo>
                    <a:lnTo>
                      <a:pt x="183" y="7"/>
                    </a:lnTo>
                    <a:lnTo>
                      <a:pt x="181" y="7"/>
                    </a:lnTo>
                    <a:lnTo>
                      <a:pt x="178" y="7"/>
                    </a:lnTo>
                    <a:lnTo>
                      <a:pt x="178" y="6"/>
                    </a:lnTo>
                    <a:lnTo>
                      <a:pt x="176" y="6"/>
                    </a:lnTo>
                    <a:lnTo>
                      <a:pt x="174" y="6"/>
                    </a:lnTo>
                    <a:lnTo>
                      <a:pt x="172" y="6"/>
                    </a:lnTo>
                    <a:lnTo>
                      <a:pt x="171" y="3"/>
                    </a:lnTo>
                    <a:lnTo>
                      <a:pt x="169" y="3"/>
                    </a:lnTo>
                    <a:lnTo>
                      <a:pt x="167" y="3"/>
                    </a:lnTo>
                    <a:lnTo>
                      <a:pt x="165" y="3"/>
                    </a:lnTo>
                    <a:lnTo>
                      <a:pt x="163" y="2"/>
                    </a:lnTo>
                    <a:lnTo>
                      <a:pt x="161" y="2"/>
                    </a:lnTo>
                    <a:lnTo>
                      <a:pt x="160" y="2"/>
                    </a:lnTo>
                    <a:lnTo>
                      <a:pt x="158" y="2"/>
                    </a:lnTo>
                    <a:lnTo>
                      <a:pt x="158" y="0"/>
                    </a:lnTo>
                    <a:lnTo>
                      <a:pt x="156" y="0"/>
                    </a:lnTo>
                    <a:lnTo>
                      <a:pt x="154" y="0"/>
                    </a:lnTo>
                    <a:lnTo>
                      <a:pt x="152" y="0"/>
                    </a:lnTo>
                    <a:lnTo>
                      <a:pt x="151" y="0"/>
                    </a:lnTo>
                    <a:lnTo>
                      <a:pt x="149" y="0"/>
                    </a:lnTo>
                    <a:lnTo>
                      <a:pt x="147" y="0"/>
                    </a:lnTo>
                    <a:lnTo>
                      <a:pt x="145" y="0"/>
                    </a:lnTo>
                    <a:lnTo>
                      <a:pt x="144" y="0"/>
                    </a:lnTo>
                    <a:lnTo>
                      <a:pt x="142" y="1"/>
                    </a:lnTo>
                    <a:lnTo>
                      <a:pt x="140" y="1"/>
                    </a:lnTo>
                    <a:lnTo>
                      <a:pt x="139" y="1"/>
                    </a:lnTo>
                    <a:lnTo>
                      <a:pt x="137" y="1"/>
                    </a:lnTo>
                    <a:lnTo>
                      <a:pt x="135" y="1"/>
                    </a:lnTo>
                    <a:lnTo>
                      <a:pt x="134" y="1"/>
                    </a:lnTo>
                    <a:lnTo>
                      <a:pt x="132" y="1"/>
                    </a:lnTo>
                    <a:lnTo>
                      <a:pt x="132" y="1"/>
                    </a:lnTo>
                    <a:lnTo>
                      <a:pt x="129" y="3"/>
                    </a:lnTo>
                    <a:lnTo>
                      <a:pt x="127" y="3"/>
                    </a:lnTo>
                    <a:lnTo>
                      <a:pt x="125" y="4"/>
                    </a:lnTo>
                    <a:lnTo>
                      <a:pt x="123" y="4"/>
                    </a:lnTo>
                    <a:lnTo>
                      <a:pt x="120" y="6"/>
                    </a:lnTo>
                    <a:lnTo>
                      <a:pt x="118" y="6"/>
                    </a:lnTo>
                    <a:lnTo>
                      <a:pt x="117" y="6"/>
                    </a:lnTo>
                    <a:lnTo>
                      <a:pt x="115" y="6"/>
                    </a:lnTo>
                    <a:lnTo>
                      <a:pt x="112" y="8"/>
                    </a:lnTo>
                    <a:lnTo>
                      <a:pt x="111" y="8"/>
                    </a:lnTo>
                    <a:lnTo>
                      <a:pt x="109" y="10"/>
                    </a:lnTo>
                    <a:lnTo>
                      <a:pt x="107" y="10"/>
                    </a:lnTo>
                    <a:lnTo>
                      <a:pt x="105" y="12"/>
                    </a:lnTo>
                    <a:lnTo>
                      <a:pt x="104" y="12"/>
                    </a:lnTo>
                    <a:lnTo>
                      <a:pt x="102" y="13"/>
                    </a:lnTo>
                    <a:lnTo>
                      <a:pt x="102" y="13"/>
                    </a:lnTo>
                    <a:lnTo>
                      <a:pt x="100" y="15"/>
                    </a:lnTo>
                    <a:lnTo>
                      <a:pt x="100" y="15"/>
                    </a:lnTo>
                    <a:lnTo>
                      <a:pt x="98" y="17"/>
                    </a:lnTo>
                    <a:lnTo>
                      <a:pt x="98" y="17"/>
                    </a:lnTo>
                    <a:lnTo>
                      <a:pt x="96" y="19"/>
                    </a:lnTo>
                    <a:lnTo>
                      <a:pt x="96" y="20"/>
                    </a:lnTo>
                    <a:lnTo>
                      <a:pt x="96" y="22"/>
                    </a:lnTo>
                    <a:lnTo>
                      <a:pt x="96" y="22"/>
                    </a:lnTo>
                    <a:lnTo>
                      <a:pt x="94" y="24"/>
                    </a:lnTo>
                    <a:lnTo>
                      <a:pt x="94" y="25"/>
                    </a:lnTo>
                    <a:lnTo>
                      <a:pt x="93" y="28"/>
                    </a:lnTo>
                    <a:lnTo>
                      <a:pt x="93" y="28"/>
                    </a:lnTo>
                    <a:lnTo>
                      <a:pt x="93" y="30"/>
                    </a:lnTo>
                    <a:lnTo>
                      <a:pt x="93" y="30"/>
                    </a:lnTo>
                    <a:lnTo>
                      <a:pt x="93" y="31"/>
                    </a:lnTo>
                    <a:lnTo>
                      <a:pt x="93" y="31"/>
                    </a:lnTo>
                    <a:lnTo>
                      <a:pt x="93" y="33"/>
                    </a:lnTo>
                    <a:lnTo>
                      <a:pt x="93" y="33"/>
                    </a:lnTo>
                    <a:lnTo>
                      <a:pt x="93" y="35"/>
                    </a:lnTo>
                    <a:lnTo>
                      <a:pt x="93" y="35"/>
                    </a:lnTo>
                    <a:lnTo>
                      <a:pt x="93" y="37"/>
                    </a:lnTo>
                    <a:lnTo>
                      <a:pt x="93" y="37"/>
                    </a:lnTo>
                    <a:lnTo>
                      <a:pt x="93" y="37"/>
                    </a:lnTo>
                    <a:lnTo>
                      <a:pt x="93" y="37"/>
                    </a:lnTo>
                    <a:lnTo>
                      <a:pt x="93" y="38"/>
                    </a:lnTo>
                    <a:lnTo>
                      <a:pt x="93" y="38"/>
                    </a:lnTo>
                    <a:lnTo>
                      <a:pt x="93" y="40"/>
                    </a:lnTo>
                    <a:lnTo>
                      <a:pt x="93" y="40"/>
                    </a:lnTo>
                    <a:lnTo>
                      <a:pt x="93" y="42"/>
                    </a:lnTo>
                    <a:lnTo>
                      <a:pt x="93" y="42"/>
                    </a:lnTo>
                    <a:lnTo>
                      <a:pt x="93" y="42"/>
                    </a:lnTo>
                    <a:lnTo>
                      <a:pt x="95" y="42"/>
                    </a:lnTo>
                    <a:lnTo>
                      <a:pt x="95" y="44"/>
                    </a:lnTo>
                    <a:lnTo>
                      <a:pt x="95" y="44"/>
                    </a:lnTo>
                    <a:lnTo>
                      <a:pt x="95" y="45"/>
                    </a:lnTo>
                    <a:lnTo>
                      <a:pt x="96" y="45"/>
                    </a:lnTo>
                    <a:lnTo>
                      <a:pt x="96" y="47"/>
                    </a:lnTo>
                    <a:lnTo>
                      <a:pt x="96" y="47"/>
                    </a:lnTo>
                    <a:lnTo>
                      <a:pt x="96" y="49"/>
                    </a:lnTo>
                    <a:lnTo>
                      <a:pt x="98" y="49"/>
                    </a:lnTo>
                    <a:lnTo>
                      <a:pt x="98" y="51"/>
                    </a:lnTo>
                    <a:lnTo>
                      <a:pt x="98" y="51"/>
                    </a:lnTo>
                    <a:lnTo>
                      <a:pt x="98" y="53"/>
                    </a:lnTo>
                    <a:lnTo>
                      <a:pt x="100" y="53"/>
                    </a:lnTo>
                    <a:lnTo>
                      <a:pt x="100" y="54"/>
                    </a:lnTo>
                    <a:lnTo>
                      <a:pt x="102" y="54"/>
                    </a:lnTo>
                    <a:lnTo>
                      <a:pt x="102" y="54"/>
                    </a:lnTo>
                    <a:lnTo>
                      <a:pt x="103" y="54"/>
                    </a:lnTo>
                    <a:lnTo>
                      <a:pt x="103" y="56"/>
                    </a:lnTo>
                    <a:lnTo>
                      <a:pt x="103" y="56"/>
                    </a:lnTo>
                    <a:lnTo>
                      <a:pt x="103" y="56"/>
                    </a:lnTo>
                    <a:lnTo>
                      <a:pt x="105" y="56"/>
                    </a:lnTo>
                    <a:lnTo>
                      <a:pt x="105" y="56"/>
                    </a:lnTo>
                    <a:lnTo>
                      <a:pt x="107" y="56"/>
                    </a:lnTo>
                    <a:lnTo>
                      <a:pt x="107" y="56"/>
                    </a:lnTo>
                    <a:lnTo>
                      <a:pt x="109" y="56"/>
                    </a:lnTo>
                    <a:lnTo>
                      <a:pt x="109" y="58"/>
                    </a:lnTo>
                    <a:lnTo>
                      <a:pt x="109" y="58"/>
                    </a:lnTo>
                    <a:lnTo>
                      <a:pt x="109" y="58"/>
                    </a:lnTo>
                    <a:lnTo>
                      <a:pt x="111" y="58"/>
                    </a:lnTo>
                    <a:lnTo>
                      <a:pt x="111" y="58"/>
                    </a:lnTo>
                    <a:lnTo>
                      <a:pt x="112" y="58"/>
                    </a:lnTo>
                    <a:lnTo>
                      <a:pt x="112" y="58"/>
                    </a:lnTo>
                    <a:lnTo>
                      <a:pt x="115" y="58"/>
                    </a:lnTo>
                    <a:lnTo>
                      <a:pt x="115" y="60"/>
                    </a:lnTo>
                    <a:lnTo>
                      <a:pt x="115" y="60"/>
                    </a:lnTo>
                    <a:lnTo>
                      <a:pt x="115" y="60"/>
                    </a:lnTo>
                    <a:lnTo>
                      <a:pt x="117" y="60"/>
                    </a:lnTo>
                    <a:lnTo>
                      <a:pt x="117" y="62"/>
                    </a:lnTo>
                    <a:lnTo>
                      <a:pt x="119" y="62"/>
                    </a:lnTo>
                    <a:lnTo>
                      <a:pt x="121" y="62"/>
                    </a:lnTo>
                    <a:lnTo>
                      <a:pt x="123" y="62"/>
                    </a:lnTo>
                    <a:lnTo>
                      <a:pt x="123" y="64"/>
                    </a:lnTo>
                    <a:lnTo>
                      <a:pt x="125" y="64"/>
                    </a:lnTo>
                    <a:lnTo>
                      <a:pt x="126" y="66"/>
                    </a:lnTo>
                    <a:lnTo>
                      <a:pt x="128" y="66"/>
                    </a:lnTo>
                    <a:lnTo>
                      <a:pt x="128" y="67"/>
                    </a:lnTo>
                    <a:lnTo>
                      <a:pt x="130" y="67"/>
                    </a:lnTo>
                    <a:lnTo>
                      <a:pt x="130" y="67"/>
                    </a:lnTo>
                    <a:lnTo>
                      <a:pt x="132" y="67"/>
                    </a:lnTo>
                    <a:lnTo>
                      <a:pt x="132" y="69"/>
                    </a:lnTo>
                    <a:lnTo>
                      <a:pt x="132" y="69"/>
                    </a:lnTo>
                    <a:lnTo>
                      <a:pt x="132" y="69"/>
                    </a:lnTo>
                    <a:lnTo>
                      <a:pt x="132" y="69"/>
                    </a:lnTo>
                    <a:lnTo>
                      <a:pt x="132" y="70"/>
                    </a:lnTo>
                    <a:lnTo>
                      <a:pt x="132" y="70"/>
                    </a:lnTo>
                    <a:lnTo>
                      <a:pt x="132" y="70"/>
                    </a:lnTo>
                    <a:lnTo>
                      <a:pt x="132" y="70"/>
                    </a:lnTo>
                    <a:lnTo>
                      <a:pt x="132" y="72"/>
                    </a:lnTo>
                    <a:lnTo>
                      <a:pt x="132" y="72"/>
                    </a:lnTo>
                    <a:lnTo>
                      <a:pt x="132" y="72"/>
                    </a:lnTo>
                    <a:lnTo>
                      <a:pt x="132" y="72"/>
                    </a:lnTo>
                    <a:lnTo>
                      <a:pt x="132" y="72"/>
                    </a:lnTo>
                    <a:lnTo>
                      <a:pt x="132" y="72"/>
                    </a:lnTo>
                    <a:lnTo>
                      <a:pt x="132" y="72"/>
                    </a:lnTo>
                    <a:lnTo>
                      <a:pt x="132" y="72"/>
                    </a:lnTo>
                    <a:lnTo>
                      <a:pt x="130" y="74"/>
                    </a:lnTo>
                    <a:lnTo>
                      <a:pt x="128" y="75"/>
                    </a:lnTo>
                    <a:lnTo>
                      <a:pt x="125" y="77"/>
                    </a:lnTo>
                    <a:lnTo>
                      <a:pt x="122" y="77"/>
                    </a:lnTo>
                    <a:lnTo>
                      <a:pt x="117" y="79"/>
                    </a:lnTo>
                    <a:lnTo>
                      <a:pt x="112" y="81"/>
                    </a:lnTo>
                    <a:lnTo>
                      <a:pt x="107" y="83"/>
                    </a:lnTo>
                    <a:lnTo>
                      <a:pt x="103" y="85"/>
                    </a:lnTo>
                    <a:lnTo>
                      <a:pt x="97" y="88"/>
                    </a:lnTo>
                    <a:lnTo>
                      <a:pt x="91" y="90"/>
                    </a:lnTo>
                    <a:lnTo>
                      <a:pt x="86" y="92"/>
                    </a:lnTo>
                    <a:lnTo>
                      <a:pt x="81" y="94"/>
                    </a:lnTo>
                    <a:lnTo>
                      <a:pt x="76" y="96"/>
                    </a:lnTo>
                    <a:lnTo>
                      <a:pt x="72" y="97"/>
                    </a:lnTo>
                    <a:lnTo>
                      <a:pt x="68" y="98"/>
                    </a:lnTo>
                    <a:lnTo>
                      <a:pt x="66" y="98"/>
                    </a:lnTo>
                    <a:lnTo>
                      <a:pt x="62" y="101"/>
                    </a:lnTo>
                    <a:lnTo>
                      <a:pt x="59" y="103"/>
                    </a:lnTo>
                    <a:lnTo>
                      <a:pt x="55" y="104"/>
                    </a:lnTo>
                    <a:lnTo>
                      <a:pt x="51" y="106"/>
                    </a:lnTo>
                    <a:lnTo>
                      <a:pt x="45" y="108"/>
                    </a:lnTo>
                    <a:lnTo>
                      <a:pt x="42" y="110"/>
                    </a:lnTo>
                    <a:lnTo>
                      <a:pt x="36" y="112"/>
                    </a:lnTo>
                    <a:lnTo>
                      <a:pt x="32" y="112"/>
                    </a:lnTo>
                    <a:lnTo>
                      <a:pt x="27" y="113"/>
                    </a:lnTo>
                    <a:lnTo>
                      <a:pt x="22" y="116"/>
                    </a:lnTo>
                    <a:lnTo>
                      <a:pt x="17" y="118"/>
                    </a:lnTo>
                    <a:lnTo>
                      <a:pt x="14" y="118"/>
                    </a:lnTo>
                    <a:lnTo>
                      <a:pt x="10" y="120"/>
                    </a:lnTo>
                    <a:lnTo>
                      <a:pt x="6" y="122"/>
                    </a:lnTo>
                    <a:lnTo>
                      <a:pt x="3" y="124"/>
                    </a:lnTo>
                    <a:lnTo>
                      <a:pt x="0" y="124"/>
                    </a:lnTo>
                    <a:lnTo>
                      <a:pt x="0" y="126"/>
                    </a:lnTo>
                    <a:lnTo>
                      <a:pt x="0" y="126"/>
                    </a:lnTo>
                    <a:lnTo>
                      <a:pt x="1" y="128"/>
                    </a:lnTo>
                    <a:lnTo>
                      <a:pt x="3" y="128"/>
                    </a:lnTo>
                    <a:lnTo>
                      <a:pt x="5" y="130"/>
                    </a:lnTo>
                    <a:lnTo>
                      <a:pt x="6" y="132"/>
                    </a:lnTo>
                    <a:lnTo>
                      <a:pt x="8" y="134"/>
                    </a:lnTo>
                    <a:lnTo>
                      <a:pt x="10" y="134"/>
                    </a:lnTo>
                    <a:lnTo>
                      <a:pt x="12" y="135"/>
                    </a:lnTo>
                    <a:lnTo>
                      <a:pt x="14" y="138"/>
                    </a:lnTo>
                    <a:lnTo>
                      <a:pt x="15" y="140"/>
                    </a:lnTo>
                    <a:lnTo>
                      <a:pt x="17" y="140"/>
                    </a:lnTo>
                    <a:lnTo>
                      <a:pt x="17" y="141"/>
                    </a:lnTo>
                    <a:lnTo>
                      <a:pt x="20" y="141"/>
                    </a:lnTo>
                    <a:lnTo>
                      <a:pt x="20" y="141"/>
                    </a:lnTo>
                    <a:lnTo>
                      <a:pt x="21" y="141"/>
                    </a:lnTo>
                    <a:lnTo>
                      <a:pt x="23" y="146"/>
                    </a:lnTo>
                    <a:lnTo>
                      <a:pt x="27" y="150"/>
                    </a:lnTo>
                    <a:lnTo>
                      <a:pt x="31" y="155"/>
                    </a:lnTo>
                    <a:lnTo>
                      <a:pt x="36" y="158"/>
                    </a:lnTo>
                    <a:lnTo>
                      <a:pt x="39" y="164"/>
                    </a:lnTo>
                    <a:lnTo>
                      <a:pt x="44" y="168"/>
                    </a:lnTo>
                    <a:lnTo>
                      <a:pt x="49" y="173"/>
                    </a:lnTo>
                    <a:lnTo>
                      <a:pt x="55" y="177"/>
                    </a:lnTo>
                    <a:lnTo>
                      <a:pt x="59" y="183"/>
                    </a:lnTo>
                    <a:lnTo>
                      <a:pt x="65" y="187"/>
                    </a:lnTo>
                    <a:lnTo>
                      <a:pt x="69" y="193"/>
                    </a:lnTo>
                    <a:lnTo>
                      <a:pt x="75" y="197"/>
                    </a:lnTo>
                    <a:lnTo>
                      <a:pt x="79" y="203"/>
                    </a:lnTo>
                    <a:lnTo>
                      <a:pt x="85" y="207"/>
                    </a:lnTo>
                    <a:lnTo>
                      <a:pt x="89" y="212"/>
                    </a:lnTo>
                    <a:lnTo>
                      <a:pt x="94" y="216"/>
                    </a:lnTo>
                    <a:lnTo>
                      <a:pt x="98" y="223"/>
                    </a:lnTo>
                    <a:lnTo>
                      <a:pt x="104" y="230"/>
                    </a:lnTo>
                    <a:lnTo>
                      <a:pt x="111" y="238"/>
                    </a:lnTo>
                    <a:lnTo>
                      <a:pt x="119" y="246"/>
                    </a:lnTo>
                    <a:lnTo>
                      <a:pt x="127" y="255"/>
                    </a:lnTo>
                    <a:lnTo>
                      <a:pt x="136" y="264"/>
                    </a:lnTo>
                    <a:lnTo>
                      <a:pt x="144" y="274"/>
                    </a:lnTo>
                    <a:lnTo>
                      <a:pt x="154" y="282"/>
                    </a:lnTo>
                    <a:lnTo>
                      <a:pt x="162" y="291"/>
                    </a:lnTo>
                    <a:lnTo>
                      <a:pt x="170" y="299"/>
                    </a:lnTo>
                    <a:lnTo>
                      <a:pt x="176" y="307"/>
                    </a:lnTo>
                    <a:lnTo>
                      <a:pt x="183" y="313"/>
                    </a:lnTo>
                    <a:lnTo>
                      <a:pt x="188" y="319"/>
                    </a:lnTo>
                    <a:lnTo>
                      <a:pt x="193" y="322"/>
                    </a:lnTo>
                    <a:lnTo>
                      <a:pt x="195" y="324"/>
                    </a:lnTo>
                    <a:lnTo>
                      <a:pt x="197" y="323"/>
                    </a:lnTo>
                    <a:lnTo>
                      <a:pt x="198" y="323"/>
                    </a:lnTo>
                    <a:lnTo>
                      <a:pt x="201" y="323"/>
                    </a:lnTo>
                    <a:lnTo>
                      <a:pt x="206" y="321"/>
                    </a:lnTo>
                    <a:lnTo>
                      <a:pt x="215" y="318"/>
                    </a:lnTo>
                    <a:lnTo>
                      <a:pt x="224" y="316"/>
                    </a:lnTo>
                    <a:lnTo>
                      <a:pt x="235" y="312"/>
                    </a:lnTo>
                    <a:lnTo>
                      <a:pt x="247" y="308"/>
                    </a:lnTo>
                    <a:lnTo>
                      <a:pt x="259" y="303"/>
                    </a:lnTo>
                    <a:lnTo>
                      <a:pt x="271" y="299"/>
                    </a:lnTo>
                    <a:lnTo>
                      <a:pt x="285" y="296"/>
                    </a:lnTo>
                    <a:lnTo>
                      <a:pt x="298" y="291"/>
                    </a:lnTo>
                    <a:lnTo>
                      <a:pt x="311" y="286"/>
                    </a:lnTo>
                    <a:lnTo>
                      <a:pt x="323" y="282"/>
                    </a:lnTo>
                    <a:lnTo>
                      <a:pt x="335" y="279"/>
                    </a:lnTo>
                    <a:lnTo>
                      <a:pt x="344" y="275"/>
                    </a:lnTo>
                    <a:lnTo>
                      <a:pt x="354" y="272"/>
                    </a:lnTo>
                    <a:lnTo>
                      <a:pt x="359" y="269"/>
                    </a:lnTo>
                    <a:lnTo>
                      <a:pt x="364" y="268"/>
                    </a:lnTo>
                    <a:lnTo>
                      <a:pt x="371" y="266"/>
                    </a:lnTo>
                    <a:lnTo>
                      <a:pt x="378" y="263"/>
                    </a:lnTo>
                    <a:lnTo>
                      <a:pt x="386" y="261"/>
                    </a:lnTo>
                    <a:lnTo>
                      <a:pt x="394" y="258"/>
                    </a:lnTo>
                    <a:lnTo>
                      <a:pt x="402" y="256"/>
                    </a:lnTo>
                    <a:lnTo>
                      <a:pt x="411" y="252"/>
                    </a:lnTo>
                    <a:lnTo>
                      <a:pt x="419" y="250"/>
                    </a:lnTo>
                    <a:lnTo>
                      <a:pt x="427" y="247"/>
                    </a:lnTo>
                    <a:lnTo>
                      <a:pt x="435" y="246"/>
                    </a:lnTo>
                    <a:lnTo>
                      <a:pt x="443" y="242"/>
                    </a:lnTo>
                    <a:lnTo>
                      <a:pt x="449" y="240"/>
                    </a:lnTo>
                    <a:lnTo>
                      <a:pt x="457" y="237"/>
                    </a:lnTo>
                    <a:lnTo>
                      <a:pt x="463" y="235"/>
                    </a:lnTo>
                    <a:lnTo>
                      <a:pt x="469" y="232"/>
                    </a:lnTo>
                    <a:lnTo>
                      <a:pt x="472" y="232"/>
                    </a:lnTo>
                    <a:lnTo>
                      <a:pt x="476" y="230"/>
                    </a:lnTo>
                    <a:lnTo>
                      <a:pt x="480" y="229"/>
                    </a:lnTo>
                    <a:lnTo>
                      <a:pt x="486" y="227"/>
                    </a:lnTo>
                    <a:lnTo>
                      <a:pt x="491" y="225"/>
                    </a:lnTo>
                    <a:lnTo>
                      <a:pt x="496" y="223"/>
                    </a:lnTo>
                    <a:lnTo>
                      <a:pt x="502" y="221"/>
                    </a:lnTo>
                    <a:lnTo>
                      <a:pt x="508" y="218"/>
                    </a:lnTo>
                    <a:lnTo>
                      <a:pt x="512" y="217"/>
                    </a:lnTo>
                    <a:lnTo>
                      <a:pt x="518" y="215"/>
                    </a:lnTo>
                    <a:lnTo>
                      <a:pt x="522" y="213"/>
                    </a:lnTo>
                    <a:lnTo>
                      <a:pt x="527" y="211"/>
                    </a:lnTo>
                    <a:lnTo>
                      <a:pt x="531" y="211"/>
                    </a:lnTo>
                    <a:lnTo>
                      <a:pt x="535" y="209"/>
                    </a:lnTo>
                    <a:lnTo>
                      <a:pt x="537" y="209"/>
                    </a:lnTo>
                    <a:lnTo>
                      <a:pt x="539" y="208"/>
                    </a:lnTo>
                    <a:lnTo>
                      <a:pt x="539" y="208"/>
                    </a:lnTo>
                    <a:lnTo>
                      <a:pt x="539" y="207"/>
                    </a:lnTo>
                    <a:lnTo>
                      <a:pt x="537" y="205"/>
                    </a:lnTo>
                    <a:lnTo>
                      <a:pt x="535" y="202"/>
                    </a:lnTo>
                    <a:lnTo>
                      <a:pt x="532" y="200"/>
                    </a:lnTo>
                    <a:lnTo>
                      <a:pt x="530" y="197"/>
                    </a:lnTo>
                    <a:lnTo>
                      <a:pt x="526" y="194"/>
                    </a:lnTo>
                    <a:lnTo>
                      <a:pt x="524" y="190"/>
                    </a:lnTo>
                    <a:lnTo>
                      <a:pt x="520" y="188"/>
                    </a:lnTo>
                    <a:lnTo>
                      <a:pt x="516" y="184"/>
                    </a:lnTo>
                    <a:lnTo>
                      <a:pt x="512" y="181"/>
                    </a:lnTo>
                    <a:lnTo>
                      <a:pt x="510" y="177"/>
                    </a:lnTo>
                    <a:lnTo>
                      <a:pt x="505" y="175"/>
                    </a:lnTo>
                    <a:lnTo>
                      <a:pt x="504" y="171"/>
                    </a:lnTo>
                    <a:lnTo>
                      <a:pt x="502" y="169"/>
                    </a:lnTo>
                    <a:lnTo>
                      <a:pt x="501" y="166"/>
                    </a:lnTo>
                    <a:lnTo>
                      <a:pt x="498" y="166"/>
                    </a:lnTo>
                    <a:lnTo>
                      <a:pt x="496" y="164"/>
                    </a:lnTo>
                    <a:lnTo>
                      <a:pt x="494" y="162"/>
                    </a:lnTo>
                    <a:lnTo>
                      <a:pt x="492" y="160"/>
                    </a:lnTo>
                    <a:lnTo>
                      <a:pt x="490" y="158"/>
                    </a:lnTo>
                    <a:lnTo>
                      <a:pt x="488" y="156"/>
                    </a:lnTo>
                    <a:lnTo>
                      <a:pt x="486" y="155"/>
                    </a:lnTo>
                    <a:lnTo>
                      <a:pt x="484" y="152"/>
                    </a:lnTo>
                    <a:lnTo>
                      <a:pt x="481" y="150"/>
                    </a:lnTo>
                    <a:lnTo>
                      <a:pt x="480" y="148"/>
                    </a:lnTo>
                    <a:lnTo>
                      <a:pt x="478" y="146"/>
                    </a:lnTo>
                    <a:lnTo>
                      <a:pt x="476" y="144"/>
                    </a:lnTo>
                    <a:lnTo>
                      <a:pt x="474" y="142"/>
                    </a:lnTo>
                    <a:lnTo>
                      <a:pt x="472" y="140"/>
                    </a:lnTo>
                    <a:lnTo>
                      <a:pt x="470" y="138"/>
                    </a:lnTo>
                    <a:lnTo>
                      <a:pt x="469" y="136"/>
                    </a:lnTo>
                    <a:lnTo>
                      <a:pt x="467" y="136"/>
                    </a:lnTo>
                    <a:lnTo>
                      <a:pt x="467" y="136"/>
                    </a:lnTo>
                    <a:lnTo>
                      <a:pt x="466" y="136"/>
                    </a:lnTo>
                    <a:lnTo>
                      <a:pt x="466" y="136"/>
                    </a:lnTo>
                    <a:lnTo>
                      <a:pt x="464" y="136"/>
                    </a:lnTo>
                    <a:lnTo>
                      <a:pt x="464" y="136"/>
                    </a:lnTo>
                    <a:lnTo>
                      <a:pt x="463" y="136"/>
                    </a:lnTo>
                    <a:lnTo>
                      <a:pt x="463" y="134"/>
                    </a:lnTo>
                    <a:lnTo>
                      <a:pt x="461" y="134"/>
                    </a:lnTo>
                    <a:lnTo>
                      <a:pt x="461" y="134"/>
                    </a:lnTo>
                    <a:lnTo>
                      <a:pt x="459" y="134"/>
                    </a:lnTo>
                    <a:lnTo>
                      <a:pt x="459" y="134"/>
                    </a:lnTo>
                    <a:lnTo>
                      <a:pt x="457" y="134"/>
                    </a:lnTo>
                    <a:lnTo>
                      <a:pt x="457" y="134"/>
                    </a:lnTo>
                    <a:lnTo>
                      <a:pt x="457" y="134"/>
                    </a:lnTo>
                    <a:lnTo>
                      <a:pt x="457" y="132"/>
                    </a:lnTo>
                    <a:lnTo>
                      <a:pt x="454" y="133"/>
                    </a:lnTo>
                    <a:lnTo>
                      <a:pt x="454" y="133"/>
                    </a:lnTo>
                    <a:lnTo>
                      <a:pt x="453" y="133"/>
                    </a:lnTo>
                    <a:lnTo>
                      <a:pt x="453" y="133"/>
                    </a:lnTo>
                    <a:lnTo>
                      <a:pt x="451" y="134"/>
                    </a:lnTo>
                    <a:lnTo>
                      <a:pt x="451" y="134"/>
                    </a:lnTo>
                    <a:lnTo>
                      <a:pt x="449" y="134"/>
                    </a:lnTo>
                    <a:lnTo>
                      <a:pt x="449" y="134"/>
                    </a:lnTo>
                    <a:lnTo>
                      <a:pt x="447" y="135"/>
                    </a:lnTo>
                    <a:lnTo>
                      <a:pt x="447" y="135"/>
                    </a:lnTo>
                    <a:lnTo>
                      <a:pt x="445" y="135"/>
                    </a:lnTo>
                    <a:lnTo>
                      <a:pt x="445" y="135"/>
                    </a:lnTo>
                    <a:lnTo>
                      <a:pt x="443" y="137"/>
                    </a:lnTo>
                    <a:lnTo>
                      <a:pt x="443" y="137"/>
                    </a:lnTo>
                    <a:lnTo>
                      <a:pt x="443" y="137"/>
                    </a:lnTo>
                    <a:lnTo>
                      <a:pt x="443" y="137"/>
                    </a:lnTo>
                    <a:lnTo>
                      <a:pt x="441" y="139"/>
                    </a:lnTo>
                    <a:lnTo>
                      <a:pt x="441" y="139"/>
                    </a:lnTo>
                    <a:lnTo>
                      <a:pt x="439" y="140"/>
                    </a:lnTo>
                    <a:lnTo>
                      <a:pt x="439" y="140"/>
                    </a:lnTo>
                    <a:lnTo>
                      <a:pt x="437" y="141"/>
                    </a:lnTo>
                    <a:lnTo>
                      <a:pt x="437" y="141"/>
                    </a:lnTo>
                    <a:lnTo>
                      <a:pt x="437" y="141"/>
                    </a:lnTo>
                    <a:lnTo>
                      <a:pt x="437" y="141"/>
                    </a:lnTo>
                    <a:lnTo>
                      <a:pt x="435" y="143"/>
                    </a:lnTo>
                    <a:lnTo>
                      <a:pt x="435" y="143"/>
                    </a:lnTo>
                    <a:lnTo>
                      <a:pt x="434" y="144"/>
                    </a:lnTo>
                    <a:lnTo>
                      <a:pt x="434" y="144"/>
                    </a:lnTo>
                    <a:lnTo>
                      <a:pt x="432" y="145"/>
                    </a:lnTo>
                    <a:lnTo>
                      <a:pt x="432" y="145"/>
                    </a:lnTo>
                    <a:lnTo>
                      <a:pt x="432" y="145"/>
                    </a:lnTo>
                    <a:lnTo>
                      <a:pt x="432" y="145"/>
                    </a:lnTo>
                    <a:lnTo>
                      <a:pt x="430" y="147"/>
                    </a:lnTo>
                    <a:lnTo>
                      <a:pt x="430" y="147"/>
                    </a:lnTo>
                    <a:lnTo>
                      <a:pt x="430" y="149"/>
                    </a:lnTo>
                    <a:lnTo>
                      <a:pt x="430" y="149"/>
                    </a:lnTo>
                    <a:lnTo>
                      <a:pt x="428" y="150"/>
                    </a:lnTo>
                    <a:lnTo>
                      <a:pt x="428" y="150"/>
                    </a:lnTo>
                    <a:lnTo>
                      <a:pt x="427" y="150"/>
                    </a:lnTo>
                    <a:lnTo>
                      <a:pt x="427" y="150"/>
                    </a:lnTo>
                    <a:lnTo>
                      <a:pt x="425" y="152"/>
                    </a:lnTo>
                    <a:lnTo>
                      <a:pt x="425" y="152"/>
                    </a:lnTo>
                    <a:lnTo>
                      <a:pt x="423" y="153"/>
                    </a:lnTo>
                    <a:lnTo>
                      <a:pt x="423" y="153"/>
                    </a:lnTo>
                    <a:lnTo>
                      <a:pt x="421" y="155"/>
                    </a:lnTo>
                    <a:lnTo>
                      <a:pt x="421" y="155"/>
                    </a:lnTo>
                    <a:lnTo>
                      <a:pt x="421" y="155"/>
                    </a:lnTo>
                    <a:lnTo>
                      <a:pt x="421" y="155"/>
                    </a:lnTo>
                    <a:lnTo>
                      <a:pt x="418" y="156"/>
                    </a:lnTo>
                    <a:lnTo>
                      <a:pt x="416" y="156"/>
                    </a:lnTo>
                    <a:lnTo>
                      <a:pt x="414" y="157"/>
                    </a:lnTo>
                    <a:lnTo>
                      <a:pt x="413" y="157"/>
                    </a:lnTo>
                    <a:lnTo>
                      <a:pt x="409" y="159"/>
                    </a:lnTo>
                    <a:lnTo>
                      <a:pt x="407" y="159"/>
                    </a:lnTo>
                    <a:lnTo>
                      <a:pt x="405" y="159"/>
                    </a:lnTo>
                    <a:lnTo>
                      <a:pt x="403" y="159"/>
                    </a:lnTo>
                    <a:lnTo>
                      <a:pt x="400" y="160"/>
                    </a:lnTo>
                    <a:lnTo>
                      <a:pt x="398" y="160"/>
                    </a:lnTo>
                    <a:lnTo>
                      <a:pt x="396" y="160"/>
                    </a:lnTo>
                    <a:lnTo>
                      <a:pt x="394" y="160"/>
                    </a:lnTo>
                    <a:lnTo>
                      <a:pt x="392" y="160"/>
                    </a:lnTo>
                    <a:lnTo>
                      <a:pt x="391" y="160"/>
                    </a:lnTo>
                    <a:lnTo>
                      <a:pt x="388" y="160"/>
                    </a:lnTo>
                    <a:lnTo>
                      <a:pt x="388" y="160"/>
                    </a:lnTo>
                    <a:lnTo>
                      <a:pt x="384" y="160"/>
                    </a:lnTo>
                    <a:lnTo>
                      <a:pt x="383" y="160"/>
                    </a:lnTo>
                    <a:lnTo>
                      <a:pt x="380" y="160"/>
                    </a:lnTo>
                    <a:lnTo>
                      <a:pt x="378" y="158"/>
                    </a:lnTo>
                    <a:lnTo>
                      <a:pt x="374" y="158"/>
                    </a:lnTo>
                    <a:lnTo>
                      <a:pt x="372" y="156"/>
                    </a:lnTo>
                    <a:lnTo>
                      <a:pt x="369" y="156"/>
                    </a:lnTo>
                    <a:lnTo>
                      <a:pt x="367" y="154"/>
                    </a:lnTo>
                    <a:lnTo>
                      <a:pt x="363" y="154"/>
                    </a:lnTo>
                    <a:lnTo>
                      <a:pt x="361" y="152"/>
                    </a:lnTo>
                    <a:lnTo>
                      <a:pt x="358" y="151"/>
                    </a:lnTo>
                    <a:lnTo>
                      <a:pt x="356" y="149"/>
                    </a:lnTo>
                    <a:lnTo>
                      <a:pt x="354" y="149"/>
                    </a:lnTo>
                    <a:lnTo>
                      <a:pt x="352" y="147"/>
                    </a:lnTo>
                    <a:lnTo>
                      <a:pt x="349" y="145"/>
                    </a:lnTo>
                    <a:lnTo>
                      <a:pt x="348" y="143"/>
                    </a:lnTo>
                    <a:lnTo>
                      <a:pt x="346" y="143"/>
                    </a:lnTo>
                    <a:lnTo>
                      <a:pt x="346" y="143"/>
                    </a:lnTo>
                    <a:lnTo>
                      <a:pt x="344" y="143"/>
                    </a:lnTo>
                    <a:lnTo>
                      <a:pt x="344" y="141"/>
                    </a:lnTo>
                    <a:lnTo>
                      <a:pt x="342" y="141"/>
                    </a:lnTo>
                    <a:lnTo>
                      <a:pt x="342" y="140"/>
                    </a:lnTo>
                    <a:lnTo>
                      <a:pt x="342" y="140"/>
                    </a:lnTo>
                    <a:lnTo>
                      <a:pt x="342" y="138"/>
                    </a:lnTo>
                    <a:lnTo>
                      <a:pt x="340" y="138"/>
                    </a:lnTo>
                    <a:lnTo>
                      <a:pt x="340" y="136"/>
                    </a:lnTo>
                    <a:lnTo>
                      <a:pt x="340" y="136"/>
                    </a:lnTo>
                    <a:lnTo>
                      <a:pt x="340" y="134"/>
                    </a:lnTo>
                    <a:lnTo>
                      <a:pt x="340" y="134"/>
                    </a:lnTo>
                    <a:lnTo>
                      <a:pt x="340" y="133"/>
                    </a:lnTo>
                    <a:lnTo>
                      <a:pt x="340" y="131"/>
                    </a:lnTo>
                    <a:lnTo>
                      <a:pt x="340" y="129"/>
                    </a:lnTo>
                    <a:lnTo>
                      <a:pt x="339" y="129"/>
                    </a:lnTo>
                    <a:lnTo>
                      <a:pt x="339" y="127"/>
                    </a:lnTo>
                    <a:lnTo>
                      <a:pt x="339" y="126"/>
                    </a:lnTo>
                    <a:lnTo>
                      <a:pt x="339" y="124"/>
                    </a:lnTo>
                    <a:lnTo>
                      <a:pt x="339" y="123"/>
                    </a:lnTo>
                    <a:lnTo>
                      <a:pt x="339" y="120"/>
                    </a:lnTo>
                    <a:lnTo>
                      <a:pt x="339" y="119"/>
                    </a:lnTo>
                    <a:lnTo>
                      <a:pt x="340" y="117"/>
                    </a:lnTo>
                    <a:lnTo>
                      <a:pt x="340" y="116"/>
                    </a:lnTo>
                    <a:lnTo>
                      <a:pt x="340" y="114"/>
                    </a:lnTo>
                    <a:lnTo>
                      <a:pt x="340" y="112"/>
                    </a:lnTo>
                    <a:lnTo>
                      <a:pt x="342" y="111"/>
                    </a:lnTo>
                    <a:lnTo>
                      <a:pt x="342" y="110"/>
                    </a:lnTo>
                    <a:lnTo>
                      <a:pt x="344" y="108"/>
                    </a:lnTo>
                    <a:lnTo>
                      <a:pt x="345" y="106"/>
                    </a:lnTo>
                    <a:lnTo>
                      <a:pt x="347" y="104"/>
                    </a:lnTo>
                    <a:lnTo>
                      <a:pt x="347" y="104"/>
                    </a:lnTo>
                    <a:lnTo>
                      <a:pt x="349" y="103"/>
                    </a:lnTo>
                    <a:lnTo>
                      <a:pt x="351" y="103"/>
                    </a:lnTo>
                    <a:lnTo>
                      <a:pt x="353" y="101"/>
                    </a:lnTo>
                    <a:lnTo>
                      <a:pt x="354" y="101"/>
                    </a:lnTo>
                    <a:lnTo>
                      <a:pt x="355" y="100"/>
                    </a:lnTo>
                    <a:lnTo>
                      <a:pt x="357" y="100"/>
                    </a:lnTo>
                    <a:lnTo>
                      <a:pt x="359" y="98"/>
                    </a:lnTo>
                    <a:lnTo>
                      <a:pt x="359" y="98"/>
                    </a:lnTo>
                    <a:lnTo>
                      <a:pt x="361" y="98"/>
                    </a:lnTo>
                    <a:lnTo>
                      <a:pt x="362" y="98"/>
                    </a:lnTo>
                    <a:lnTo>
                      <a:pt x="364" y="97"/>
                    </a:lnTo>
                    <a:lnTo>
                      <a:pt x="364" y="97"/>
                    </a:lnTo>
                    <a:lnTo>
                      <a:pt x="366" y="97"/>
                    </a:lnTo>
                    <a:lnTo>
                      <a:pt x="366" y="97"/>
                    </a:lnTo>
                    <a:lnTo>
                      <a:pt x="367" y="95"/>
                    </a:lnTo>
                    <a:lnTo>
                      <a:pt x="367" y="95"/>
                    </a:lnTo>
                    <a:lnTo>
                      <a:pt x="367" y="95"/>
                    </a:lnTo>
                    <a:lnTo>
                      <a:pt x="367" y="95"/>
                    </a:lnTo>
                    <a:lnTo>
                      <a:pt x="368" y="95"/>
                    </a:lnTo>
                    <a:lnTo>
                      <a:pt x="368" y="95"/>
                    </a:lnTo>
                    <a:lnTo>
                      <a:pt x="370" y="95"/>
                    </a:lnTo>
                    <a:lnTo>
                      <a:pt x="371" y="95"/>
                    </a:lnTo>
                    <a:lnTo>
                      <a:pt x="374" y="95"/>
                    </a:lnTo>
                    <a:lnTo>
                      <a:pt x="374" y="95"/>
                    </a:lnTo>
                    <a:lnTo>
                      <a:pt x="376" y="95"/>
                    </a:lnTo>
                    <a:lnTo>
                      <a:pt x="376" y="95"/>
                    </a:lnTo>
                    <a:lnTo>
                      <a:pt x="378" y="95"/>
                    </a:lnTo>
                    <a:lnTo>
                      <a:pt x="378" y="95"/>
                    </a:lnTo>
                    <a:lnTo>
                      <a:pt x="379" y="95"/>
                    </a:lnTo>
                    <a:lnTo>
                      <a:pt x="379" y="95"/>
                    </a:lnTo>
                    <a:lnTo>
                      <a:pt x="381" y="95"/>
                    </a:lnTo>
                    <a:lnTo>
                      <a:pt x="381" y="95"/>
                    </a:lnTo>
                  </a:path>
                </a:pathLst>
              </a:custGeom>
              <a:solidFill>
                <a:srgbClr val="000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23" name=""/>
              <p:cNvSpPr/>
              <p:nvPr/>
            </p:nvSpPr>
            <p:spPr>
              <a:xfrm>
                <a:off x="6369120" y="6365880"/>
                <a:ext cx="73080" cy="81000"/>
              </a:xfrm>
              <a:custGeom>
                <a:avLst/>
                <a:gdLst/>
                <a:ahLst/>
                <a:rect l="l" t="t" r="r" b="b"/>
                <a:pathLst>
                  <a:path w="46" h="51">
                    <a:moveTo>
                      <a:pt x="3" y="1"/>
                    </a:moveTo>
                    <a:lnTo>
                      <a:pt x="0" y="3"/>
                    </a:lnTo>
                    <a:lnTo>
                      <a:pt x="0" y="5"/>
                    </a:lnTo>
                    <a:lnTo>
                      <a:pt x="0" y="7"/>
                    </a:lnTo>
                    <a:lnTo>
                      <a:pt x="0" y="9"/>
                    </a:lnTo>
                    <a:lnTo>
                      <a:pt x="0" y="13"/>
                    </a:lnTo>
                    <a:lnTo>
                      <a:pt x="0" y="15"/>
                    </a:lnTo>
                    <a:lnTo>
                      <a:pt x="0" y="18"/>
                    </a:lnTo>
                    <a:lnTo>
                      <a:pt x="0" y="20"/>
                    </a:lnTo>
                    <a:lnTo>
                      <a:pt x="0" y="24"/>
                    </a:lnTo>
                    <a:lnTo>
                      <a:pt x="0" y="26"/>
                    </a:lnTo>
                    <a:lnTo>
                      <a:pt x="0" y="29"/>
                    </a:lnTo>
                    <a:lnTo>
                      <a:pt x="0" y="31"/>
                    </a:lnTo>
                    <a:lnTo>
                      <a:pt x="0" y="33"/>
                    </a:lnTo>
                    <a:lnTo>
                      <a:pt x="0" y="35"/>
                    </a:lnTo>
                    <a:lnTo>
                      <a:pt x="0" y="36"/>
                    </a:lnTo>
                    <a:lnTo>
                      <a:pt x="3" y="36"/>
                    </a:lnTo>
                    <a:lnTo>
                      <a:pt x="3" y="37"/>
                    </a:lnTo>
                    <a:lnTo>
                      <a:pt x="3" y="37"/>
                    </a:lnTo>
                    <a:lnTo>
                      <a:pt x="3" y="37"/>
                    </a:lnTo>
                    <a:lnTo>
                      <a:pt x="3" y="37"/>
                    </a:lnTo>
                    <a:lnTo>
                      <a:pt x="3" y="39"/>
                    </a:lnTo>
                    <a:lnTo>
                      <a:pt x="3" y="39"/>
                    </a:lnTo>
                    <a:lnTo>
                      <a:pt x="3" y="39"/>
                    </a:lnTo>
                    <a:lnTo>
                      <a:pt x="3" y="39"/>
                    </a:lnTo>
                    <a:lnTo>
                      <a:pt x="3" y="41"/>
                    </a:lnTo>
                    <a:lnTo>
                      <a:pt x="3" y="41"/>
                    </a:lnTo>
                    <a:lnTo>
                      <a:pt x="3" y="41"/>
                    </a:lnTo>
                    <a:lnTo>
                      <a:pt x="5" y="41"/>
                    </a:lnTo>
                    <a:lnTo>
                      <a:pt x="5" y="42"/>
                    </a:lnTo>
                    <a:lnTo>
                      <a:pt x="5" y="42"/>
                    </a:lnTo>
                    <a:lnTo>
                      <a:pt x="5" y="42"/>
                    </a:lnTo>
                    <a:lnTo>
                      <a:pt x="6" y="42"/>
                    </a:lnTo>
                    <a:lnTo>
                      <a:pt x="6" y="43"/>
                    </a:lnTo>
                    <a:lnTo>
                      <a:pt x="6" y="43"/>
                    </a:lnTo>
                    <a:lnTo>
                      <a:pt x="6" y="43"/>
                    </a:lnTo>
                    <a:lnTo>
                      <a:pt x="7" y="43"/>
                    </a:lnTo>
                    <a:lnTo>
                      <a:pt x="7" y="44"/>
                    </a:lnTo>
                    <a:lnTo>
                      <a:pt x="9" y="44"/>
                    </a:lnTo>
                    <a:lnTo>
                      <a:pt x="9" y="44"/>
                    </a:lnTo>
                    <a:lnTo>
                      <a:pt x="11" y="44"/>
                    </a:lnTo>
                    <a:lnTo>
                      <a:pt x="11" y="46"/>
                    </a:lnTo>
                    <a:lnTo>
                      <a:pt x="12" y="46"/>
                    </a:lnTo>
                    <a:lnTo>
                      <a:pt x="12" y="46"/>
                    </a:lnTo>
                    <a:lnTo>
                      <a:pt x="14" y="46"/>
                    </a:lnTo>
                    <a:lnTo>
                      <a:pt x="14" y="47"/>
                    </a:lnTo>
                    <a:lnTo>
                      <a:pt x="15" y="47"/>
                    </a:lnTo>
                    <a:lnTo>
                      <a:pt x="15" y="47"/>
                    </a:lnTo>
                    <a:lnTo>
                      <a:pt x="17" y="47"/>
                    </a:lnTo>
                    <a:lnTo>
                      <a:pt x="17" y="49"/>
                    </a:lnTo>
                    <a:lnTo>
                      <a:pt x="18" y="49"/>
                    </a:lnTo>
                    <a:lnTo>
                      <a:pt x="18" y="49"/>
                    </a:lnTo>
                    <a:lnTo>
                      <a:pt x="19" y="49"/>
                    </a:lnTo>
                    <a:lnTo>
                      <a:pt x="19" y="49"/>
                    </a:lnTo>
                    <a:lnTo>
                      <a:pt x="21" y="49"/>
                    </a:lnTo>
                    <a:lnTo>
                      <a:pt x="21" y="49"/>
                    </a:lnTo>
                    <a:lnTo>
                      <a:pt x="23" y="49"/>
                    </a:lnTo>
                    <a:lnTo>
                      <a:pt x="23" y="50"/>
                    </a:lnTo>
                    <a:lnTo>
                      <a:pt x="25" y="50"/>
                    </a:lnTo>
                    <a:lnTo>
                      <a:pt x="25" y="50"/>
                    </a:lnTo>
                    <a:lnTo>
                      <a:pt x="27" y="50"/>
                    </a:lnTo>
                    <a:lnTo>
                      <a:pt x="27" y="50"/>
                    </a:lnTo>
                    <a:lnTo>
                      <a:pt x="27" y="50"/>
                    </a:lnTo>
                    <a:lnTo>
                      <a:pt x="27" y="50"/>
                    </a:lnTo>
                    <a:lnTo>
                      <a:pt x="29" y="50"/>
                    </a:lnTo>
                    <a:lnTo>
                      <a:pt x="29" y="50"/>
                    </a:lnTo>
                    <a:lnTo>
                      <a:pt x="29" y="50"/>
                    </a:lnTo>
                    <a:lnTo>
                      <a:pt x="29" y="50"/>
                    </a:lnTo>
                    <a:lnTo>
                      <a:pt x="31" y="50"/>
                    </a:lnTo>
                    <a:lnTo>
                      <a:pt x="31" y="50"/>
                    </a:lnTo>
                    <a:lnTo>
                      <a:pt x="33" y="50"/>
                    </a:lnTo>
                    <a:lnTo>
                      <a:pt x="33" y="50"/>
                    </a:lnTo>
                    <a:lnTo>
                      <a:pt x="35" y="49"/>
                    </a:lnTo>
                    <a:lnTo>
                      <a:pt x="35" y="49"/>
                    </a:lnTo>
                    <a:lnTo>
                      <a:pt x="36" y="49"/>
                    </a:lnTo>
                    <a:lnTo>
                      <a:pt x="36" y="49"/>
                    </a:lnTo>
                    <a:lnTo>
                      <a:pt x="38" y="49"/>
                    </a:lnTo>
                    <a:lnTo>
                      <a:pt x="38" y="49"/>
                    </a:lnTo>
                    <a:lnTo>
                      <a:pt x="40" y="49"/>
                    </a:lnTo>
                    <a:lnTo>
                      <a:pt x="40" y="49"/>
                    </a:lnTo>
                    <a:lnTo>
                      <a:pt x="42" y="48"/>
                    </a:lnTo>
                    <a:lnTo>
                      <a:pt x="42" y="48"/>
                    </a:lnTo>
                    <a:lnTo>
                      <a:pt x="42" y="48"/>
                    </a:lnTo>
                    <a:lnTo>
                      <a:pt x="42" y="48"/>
                    </a:lnTo>
                    <a:lnTo>
                      <a:pt x="44" y="47"/>
                    </a:lnTo>
                    <a:lnTo>
                      <a:pt x="44" y="47"/>
                    </a:lnTo>
                    <a:lnTo>
                      <a:pt x="44" y="45"/>
                    </a:lnTo>
                    <a:lnTo>
                      <a:pt x="44" y="45"/>
                    </a:lnTo>
                    <a:lnTo>
                      <a:pt x="45" y="43"/>
                    </a:lnTo>
                    <a:lnTo>
                      <a:pt x="45" y="43"/>
                    </a:lnTo>
                    <a:lnTo>
                      <a:pt x="45" y="42"/>
                    </a:lnTo>
                    <a:lnTo>
                      <a:pt x="45" y="42"/>
                    </a:lnTo>
                    <a:lnTo>
                      <a:pt x="45" y="40"/>
                    </a:lnTo>
                    <a:lnTo>
                      <a:pt x="45" y="40"/>
                    </a:lnTo>
                    <a:lnTo>
                      <a:pt x="45" y="38"/>
                    </a:lnTo>
                    <a:lnTo>
                      <a:pt x="45" y="38"/>
                    </a:lnTo>
                    <a:lnTo>
                      <a:pt x="45" y="36"/>
                    </a:lnTo>
                    <a:lnTo>
                      <a:pt x="43" y="34"/>
                    </a:lnTo>
                    <a:lnTo>
                      <a:pt x="42" y="32"/>
                    </a:lnTo>
                    <a:lnTo>
                      <a:pt x="40" y="29"/>
                    </a:lnTo>
                    <a:lnTo>
                      <a:pt x="37" y="25"/>
                    </a:lnTo>
                    <a:lnTo>
                      <a:pt x="34" y="22"/>
                    </a:lnTo>
                    <a:lnTo>
                      <a:pt x="30" y="19"/>
                    </a:lnTo>
                    <a:lnTo>
                      <a:pt x="27" y="15"/>
                    </a:lnTo>
                    <a:lnTo>
                      <a:pt x="23" y="11"/>
                    </a:lnTo>
                    <a:lnTo>
                      <a:pt x="19" y="9"/>
                    </a:lnTo>
                    <a:lnTo>
                      <a:pt x="15" y="6"/>
                    </a:lnTo>
                    <a:lnTo>
                      <a:pt x="12" y="5"/>
                    </a:lnTo>
                    <a:lnTo>
                      <a:pt x="9" y="2"/>
                    </a:lnTo>
                    <a:lnTo>
                      <a:pt x="6" y="2"/>
                    </a:lnTo>
                    <a:lnTo>
                      <a:pt x="5" y="0"/>
                    </a:lnTo>
                    <a:lnTo>
                      <a:pt x="3" y="1"/>
                    </a:lnTo>
                    <a:lnTo>
                      <a:pt x="3" y="1"/>
                    </a:lnTo>
                    <a:lnTo>
                      <a:pt x="3" y="1"/>
                    </a:lnTo>
                  </a:path>
                </a:pathLst>
              </a:custGeom>
              <a:solidFill>
                <a:srgbClr val="4000a2"/>
              </a:solidFill>
              <a:ln w="9360">
                <a:solidFill>
                  <a:srgbClr val="000000"/>
                </a:solidFill>
                <a:round/>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1924" name=""/>
              <p:cNvSpPr/>
              <p:nvPr/>
            </p:nvSpPr>
            <p:spPr>
              <a:xfrm>
                <a:off x="6764400" y="6454800"/>
                <a:ext cx="127080" cy="95400"/>
              </a:xfrm>
              <a:custGeom>
                <a:avLst/>
                <a:gdLst/>
                <a:ahLst/>
                <a:rect l="l" t="t" r="r" b="b"/>
                <a:pathLst>
                  <a:path w="80" h="60">
                    <a:moveTo>
                      <a:pt x="77" y="0"/>
                    </a:moveTo>
                    <a:lnTo>
                      <a:pt x="76" y="1"/>
                    </a:lnTo>
                    <a:lnTo>
                      <a:pt x="76" y="1"/>
                    </a:lnTo>
                    <a:lnTo>
                      <a:pt x="76" y="1"/>
                    </a:lnTo>
                    <a:lnTo>
                      <a:pt x="76" y="1"/>
                    </a:lnTo>
                    <a:lnTo>
                      <a:pt x="75" y="2"/>
                    </a:lnTo>
                    <a:lnTo>
                      <a:pt x="75" y="2"/>
                    </a:lnTo>
                    <a:lnTo>
                      <a:pt x="75" y="2"/>
                    </a:lnTo>
                    <a:lnTo>
                      <a:pt x="75" y="2"/>
                    </a:lnTo>
                    <a:lnTo>
                      <a:pt x="74" y="3"/>
                    </a:lnTo>
                    <a:lnTo>
                      <a:pt x="74" y="3"/>
                    </a:lnTo>
                    <a:lnTo>
                      <a:pt x="74" y="3"/>
                    </a:lnTo>
                    <a:lnTo>
                      <a:pt x="74" y="3"/>
                    </a:lnTo>
                    <a:lnTo>
                      <a:pt x="74" y="5"/>
                    </a:lnTo>
                    <a:lnTo>
                      <a:pt x="74" y="5"/>
                    </a:lnTo>
                    <a:lnTo>
                      <a:pt x="74" y="5"/>
                    </a:lnTo>
                    <a:lnTo>
                      <a:pt x="74" y="5"/>
                    </a:lnTo>
                    <a:lnTo>
                      <a:pt x="72" y="7"/>
                    </a:lnTo>
                    <a:lnTo>
                      <a:pt x="72" y="7"/>
                    </a:lnTo>
                    <a:lnTo>
                      <a:pt x="71" y="7"/>
                    </a:lnTo>
                    <a:lnTo>
                      <a:pt x="71" y="7"/>
                    </a:lnTo>
                    <a:lnTo>
                      <a:pt x="69" y="7"/>
                    </a:lnTo>
                    <a:lnTo>
                      <a:pt x="69" y="7"/>
                    </a:lnTo>
                    <a:lnTo>
                      <a:pt x="69" y="7"/>
                    </a:lnTo>
                    <a:lnTo>
                      <a:pt x="69" y="7"/>
                    </a:lnTo>
                    <a:lnTo>
                      <a:pt x="67" y="9"/>
                    </a:lnTo>
                    <a:lnTo>
                      <a:pt x="67" y="9"/>
                    </a:lnTo>
                    <a:lnTo>
                      <a:pt x="66" y="9"/>
                    </a:lnTo>
                    <a:lnTo>
                      <a:pt x="66" y="9"/>
                    </a:lnTo>
                    <a:lnTo>
                      <a:pt x="64" y="9"/>
                    </a:lnTo>
                    <a:lnTo>
                      <a:pt x="64" y="9"/>
                    </a:lnTo>
                    <a:lnTo>
                      <a:pt x="64" y="9"/>
                    </a:lnTo>
                    <a:lnTo>
                      <a:pt x="64" y="9"/>
                    </a:lnTo>
                    <a:lnTo>
                      <a:pt x="62" y="9"/>
                    </a:lnTo>
                    <a:lnTo>
                      <a:pt x="62" y="9"/>
                    </a:lnTo>
                    <a:lnTo>
                      <a:pt x="61" y="9"/>
                    </a:lnTo>
                    <a:lnTo>
                      <a:pt x="61" y="9"/>
                    </a:lnTo>
                    <a:lnTo>
                      <a:pt x="60" y="9"/>
                    </a:lnTo>
                    <a:lnTo>
                      <a:pt x="60" y="9"/>
                    </a:lnTo>
                    <a:lnTo>
                      <a:pt x="60" y="9"/>
                    </a:lnTo>
                    <a:lnTo>
                      <a:pt x="60" y="9"/>
                    </a:lnTo>
                    <a:lnTo>
                      <a:pt x="58" y="9"/>
                    </a:lnTo>
                    <a:lnTo>
                      <a:pt x="58" y="9"/>
                    </a:lnTo>
                    <a:lnTo>
                      <a:pt x="57" y="9"/>
                    </a:lnTo>
                    <a:lnTo>
                      <a:pt x="57" y="9"/>
                    </a:lnTo>
                    <a:lnTo>
                      <a:pt x="56" y="9"/>
                    </a:lnTo>
                    <a:lnTo>
                      <a:pt x="56" y="9"/>
                    </a:lnTo>
                    <a:lnTo>
                      <a:pt x="56" y="9"/>
                    </a:lnTo>
                    <a:lnTo>
                      <a:pt x="56" y="9"/>
                    </a:lnTo>
                    <a:lnTo>
                      <a:pt x="54" y="10"/>
                    </a:lnTo>
                    <a:lnTo>
                      <a:pt x="54" y="10"/>
                    </a:lnTo>
                    <a:lnTo>
                      <a:pt x="52" y="10"/>
                    </a:lnTo>
                    <a:lnTo>
                      <a:pt x="52" y="10"/>
                    </a:lnTo>
                    <a:lnTo>
                      <a:pt x="50" y="10"/>
                    </a:lnTo>
                    <a:lnTo>
                      <a:pt x="50" y="10"/>
                    </a:lnTo>
                    <a:lnTo>
                      <a:pt x="49" y="10"/>
                    </a:lnTo>
                    <a:lnTo>
                      <a:pt x="49" y="10"/>
                    </a:lnTo>
                    <a:lnTo>
                      <a:pt x="47" y="10"/>
                    </a:lnTo>
                    <a:lnTo>
                      <a:pt x="47" y="10"/>
                    </a:lnTo>
                    <a:lnTo>
                      <a:pt x="45" y="10"/>
                    </a:lnTo>
                    <a:lnTo>
                      <a:pt x="45" y="10"/>
                    </a:lnTo>
                    <a:lnTo>
                      <a:pt x="44" y="10"/>
                    </a:lnTo>
                    <a:lnTo>
                      <a:pt x="44" y="10"/>
                    </a:lnTo>
                    <a:lnTo>
                      <a:pt x="43" y="10"/>
                    </a:lnTo>
                    <a:lnTo>
                      <a:pt x="43" y="10"/>
                    </a:lnTo>
                    <a:lnTo>
                      <a:pt x="41" y="11"/>
                    </a:lnTo>
                    <a:lnTo>
                      <a:pt x="41" y="11"/>
                    </a:lnTo>
                    <a:lnTo>
                      <a:pt x="39" y="11"/>
                    </a:lnTo>
                    <a:lnTo>
                      <a:pt x="39" y="11"/>
                    </a:lnTo>
                    <a:lnTo>
                      <a:pt x="37" y="11"/>
                    </a:lnTo>
                    <a:lnTo>
                      <a:pt x="36" y="11"/>
                    </a:lnTo>
                    <a:lnTo>
                      <a:pt x="34" y="11"/>
                    </a:lnTo>
                    <a:lnTo>
                      <a:pt x="34" y="11"/>
                    </a:lnTo>
                    <a:lnTo>
                      <a:pt x="32" y="11"/>
                    </a:lnTo>
                    <a:lnTo>
                      <a:pt x="31" y="11"/>
                    </a:lnTo>
                    <a:lnTo>
                      <a:pt x="29" y="11"/>
                    </a:lnTo>
                    <a:lnTo>
                      <a:pt x="29" y="11"/>
                    </a:lnTo>
                    <a:lnTo>
                      <a:pt x="27" y="11"/>
                    </a:lnTo>
                    <a:lnTo>
                      <a:pt x="27" y="11"/>
                    </a:lnTo>
                    <a:lnTo>
                      <a:pt x="25" y="11"/>
                    </a:lnTo>
                    <a:lnTo>
                      <a:pt x="25" y="11"/>
                    </a:lnTo>
                    <a:lnTo>
                      <a:pt x="23" y="12"/>
                    </a:lnTo>
                    <a:lnTo>
                      <a:pt x="23" y="12"/>
                    </a:lnTo>
                    <a:lnTo>
                      <a:pt x="23" y="12"/>
                    </a:lnTo>
                    <a:lnTo>
                      <a:pt x="23" y="12"/>
                    </a:lnTo>
                    <a:lnTo>
                      <a:pt x="22" y="12"/>
                    </a:lnTo>
                    <a:lnTo>
                      <a:pt x="22" y="12"/>
                    </a:lnTo>
                    <a:lnTo>
                      <a:pt x="22" y="12"/>
                    </a:lnTo>
                    <a:lnTo>
                      <a:pt x="22" y="12"/>
                    </a:lnTo>
                    <a:lnTo>
                      <a:pt x="20" y="13"/>
                    </a:lnTo>
                    <a:lnTo>
                      <a:pt x="20" y="13"/>
                    </a:lnTo>
                    <a:lnTo>
                      <a:pt x="20" y="13"/>
                    </a:lnTo>
                    <a:lnTo>
                      <a:pt x="20" y="13"/>
                    </a:lnTo>
                    <a:lnTo>
                      <a:pt x="19" y="13"/>
                    </a:lnTo>
                    <a:lnTo>
                      <a:pt x="19" y="13"/>
                    </a:lnTo>
                    <a:lnTo>
                      <a:pt x="19" y="13"/>
                    </a:lnTo>
                    <a:lnTo>
                      <a:pt x="19" y="13"/>
                    </a:lnTo>
                    <a:lnTo>
                      <a:pt x="17" y="15"/>
                    </a:lnTo>
                    <a:lnTo>
                      <a:pt x="17" y="15"/>
                    </a:lnTo>
                    <a:lnTo>
                      <a:pt x="16" y="15"/>
                    </a:lnTo>
                    <a:lnTo>
                      <a:pt x="16" y="15"/>
                    </a:lnTo>
                    <a:lnTo>
                      <a:pt x="14" y="16"/>
                    </a:lnTo>
                    <a:lnTo>
                      <a:pt x="14" y="16"/>
                    </a:lnTo>
                    <a:lnTo>
                      <a:pt x="13" y="16"/>
                    </a:lnTo>
                    <a:lnTo>
                      <a:pt x="13" y="16"/>
                    </a:lnTo>
                    <a:lnTo>
                      <a:pt x="11" y="18"/>
                    </a:lnTo>
                    <a:lnTo>
                      <a:pt x="11" y="18"/>
                    </a:lnTo>
                    <a:lnTo>
                      <a:pt x="10" y="18"/>
                    </a:lnTo>
                    <a:lnTo>
                      <a:pt x="10" y="18"/>
                    </a:lnTo>
                    <a:lnTo>
                      <a:pt x="9" y="18"/>
                    </a:lnTo>
                    <a:lnTo>
                      <a:pt x="9" y="18"/>
                    </a:lnTo>
                    <a:lnTo>
                      <a:pt x="9" y="18"/>
                    </a:lnTo>
                    <a:lnTo>
                      <a:pt x="9" y="18"/>
                    </a:lnTo>
                    <a:lnTo>
                      <a:pt x="7" y="20"/>
                    </a:lnTo>
                    <a:lnTo>
                      <a:pt x="7" y="20"/>
                    </a:lnTo>
                    <a:lnTo>
                      <a:pt x="7" y="20"/>
                    </a:lnTo>
                    <a:lnTo>
                      <a:pt x="7" y="20"/>
                    </a:lnTo>
                    <a:lnTo>
                      <a:pt x="7" y="20"/>
                    </a:lnTo>
                    <a:lnTo>
                      <a:pt x="7" y="20"/>
                    </a:lnTo>
                    <a:lnTo>
                      <a:pt x="7" y="20"/>
                    </a:lnTo>
                    <a:lnTo>
                      <a:pt x="7" y="20"/>
                    </a:lnTo>
                    <a:lnTo>
                      <a:pt x="5" y="22"/>
                    </a:lnTo>
                    <a:lnTo>
                      <a:pt x="5" y="22"/>
                    </a:lnTo>
                    <a:lnTo>
                      <a:pt x="5" y="22"/>
                    </a:lnTo>
                    <a:lnTo>
                      <a:pt x="5" y="22"/>
                    </a:lnTo>
                    <a:lnTo>
                      <a:pt x="5" y="22"/>
                    </a:lnTo>
                    <a:lnTo>
                      <a:pt x="5" y="22"/>
                    </a:lnTo>
                    <a:lnTo>
                      <a:pt x="5" y="22"/>
                    </a:lnTo>
                    <a:lnTo>
                      <a:pt x="5" y="22"/>
                    </a:lnTo>
                    <a:lnTo>
                      <a:pt x="3" y="24"/>
                    </a:lnTo>
                    <a:lnTo>
                      <a:pt x="3" y="24"/>
                    </a:lnTo>
                    <a:lnTo>
                      <a:pt x="3" y="24"/>
                    </a:lnTo>
                    <a:lnTo>
                      <a:pt x="3" y="24"/>
                    </a:lnTo>
                    <a:lnTo>
                      <a:pt x="3" y="26"/>
                    </a:lnTo>
                    <a:lnTo>
                      <a:pt x="3" y="26"/>
                    </a:lnTo>
                    <a:lnTo>
                      <a:pt x="3" y="26"/>
                    </a:lnTo>
                    <a:lnTo>
                      <a:pt x="3" y="26"/>
                    </a:lnTo>
                    <a:lnTo>
                      <a:pt x="2" y="28"/>
                    </a:lnTo>
                    <a:lnTo>
                      <a:pt x="2" y="28"/>
                    </a:lnTo>
                    <a:lnTo>
                      <a:pt x="2" y="28"/>
                    </a:lnTo>
                    <a:lnTo>
                      <a:pt x="2" y="28"/>
                    </a:lnTo>
                    <a:lnTo>
                      <a:pt x="2" y="29"/>
                    </a:lnTo>
                    <a:lnTo>
                      <a:pt x="2" y="29"/>
                    </a:lnTo>
                    <a:lnTo>
                      <a:pt x="2" y="29"/>
                    </a:lnTo>
                    <a:lnTo>
                      <a:pt x="2" y="29"/>
                    </a:lnTo>
                    <a:lnTo>
                      <a:pt x="0" y="31"/>
                    </a:lnTo>
                    <a:lnTo>
                      <a:pt x="0" y="31"/>
                    </a:lnTo>
                    <a:lnTo>
                      <a:pt x="0" y="31"/>
                    </a:lnTo>
                    <a:lnTo>
                      <a:pt x="0" y="31"/>
                    </a:lnTo>
                    <a:lnTo>
                      <a:pt x="0" y="33"/>
                    </a:lnTo>
                    <a:lnTo>
                      <a:pt x="0" y="33"/>
                    </a:lnTo>
                    <a:lnTo>
                      <a:pt x="0" y="33"/>
                    </a:lnTo>
                    <a:lnTo>
                      <a:pt x="0" y="33"/>
                    </a:lnTo>
                    <a:lnTo>
                      <a:pt x="0" y="35"/>
                    </a:lnTo>
                    <a:lnTo>
                      <a:pt x="0" y="35"/>
                    </a:lnTo>
                    <a:lnTo>
                      <a:pt x="0" y="35"/>
                    </a:lnTo>
                    <a:lnTo>
                      <a:pt x="0" y="35"/>
                    </a:lnTo>
                    <a:lnTo>
                      <a:pt x="0" y="36"/>
                    </a:lnTo>
                    <a:lnTo>
                      <a:pt x="0" y="36"/>
                    </a:lnTo>
                    <a:lnTo>
                      <a:pt x="0" y="36"/>
                    </a:lnTo>
                    <a:lnTo>
                      <a:pt x="0" y="36"/>
                    </a:lnTo>
                    <a:lnTo>
                      <a:pt x="0" y="38"/>
                    </a:lnTo>
                    <a:lnTo>
                      <a:pt x="0" y="38"/>
                    </a:lnTo>
                    <a:lnTo>
                      <a:pt x="0" y="38"/>
                    </a:lnTo>
                    <a:lnTo>
                      <a:pt x="0" y="38"/>
                    </a:lnTo>
                    <a:lnTo>
                      <a:pt x="0" y="40"/>
                    </a:lnTo>
                    <a:lnTo>
                      <a:pt x="0" y="40"/>
                    </a:lnTo>
                    <a:lnTo>
                      <a:pt x="0" y="40"/>
                    </a:lnTo>
                    <a:lnTo>
                      <a:pt x="0" y="40"/>
                    </a:lnTo>
                    <a:lnTo>
                      <a:pt x="0" y="42"/>
                    </a:lnTo>
                    <a:lnTo>
                      <a:pt x="0" y="42"/>
                    </a:lnTo>
                    <a:lnTo>
                      <a:pt x="0" y="42"/>
                    </a:lnTo>
                    <a:lnTo>
                      <a:pt x="0" y="42"/>
                    </a:lnTo>
                    <a:lnTo>
                      <a:pt x="0" y="43"/>
                    </a:lnTo>
                    <a:lnTo>
                      <a:pt x="0" y="43"/>
                    </a:lnTo>
                    <a:lnTo>
                      <a:pt x="0" y="43"/>
                    </a:lnTo>
                    <a:lnTo>
                      <a:pt x="0" y="43"/>
                    </a:lnTo>
                    <a:lnTo>
                      <a:pt x="0" y="44"/>
                    </a:lnTo>
                    <a:lnTo>
                      <a:pt x="0" y="44"/>
                    </a:lnTo>
                    <a:lnTo>
                      <a:pt x="0" y="44"/>
                    </a:lnTo>
                    <a:lnTo>
                      <a:pt x="0" y="44"/>
                    </a:lnTo>
                    <a:lnTo>
                      <a:pt x="0" y="46"/>
                    </a:lnTo>
                    <a:lnTo>
                      <a:pt x="0" y="46"/>
                    </a:lnTo>
                    <a:lnTo>
                      <a:pt x="0" y="46"/>
                    </a:lnTo>
                    <a:lnTo>
                      <a:pt x="0" y="46"/>
                    </a:lnTo>
                    <a:lnTo>
                      <a:pt x="0" y="47"/>
                    </a:lnTo>
                    <a:lnTo>
                      <a:pt x="0" y="47"/>
                    </a:lnTo>
                    <a:lnTo>
                      <a:pt x="0" y="47"/>
                    </a:lnTo>
                    <a:lnTo>
                      <a:pt x="0" y="47"/>
                    </a:lnTo>
                    <a:lnTo>
                      <a:pt x="0" y="47"/>
                    </a:lnTo>
                    <a:lnTo>
                      <a:pt x="0" y="47"/>
                    </a:lnTo>
                    <a:lnTo>
                      <a:pt x="0" y="47"/>
                    </a:lnTo>
                    <a:lnTo>
                      <a:pt x="1" y="47"/>
                    </a:lnTo>
                    <a:lnTo>
                      <a:pt x="1" y="49"/>
                    </a:lnTo>
                    <a:lnTo>
                      <a:pt x="1" y="49"/>
                    </a:lnTo>
                    <a:lnTo>
                      <a:pt x="1" y="49"/>
                    </a:lnTo>
                    <a:lnTo>
                      <a:pt x="1" y="49"/>
                    </a:lnTo>
                    <a:lnTo>
                      <a:pt x="1" y="51"/>
                    </a:lnTo>
                    <a:lnTo>
                      <a:pt x="1" y="51"/>
                    </a:lnTo>
                    <a:lnTo>
                      <a:pt x="1" y="51"/>
                    </a:lnTo>
                    <a:lnTo>
                      <a:pt x="2" y="51"/>
                    </a:lnTo>
                    <a:lnTo>
                      <a:pt x="2" y="53"/>
                    </a:lnTo>
                    <a:lnTo>
                      <a:pt x="2" y="53"/>
                    </a:lnTo>
                    <a:lnTo>
                      <a:pt x="2" y="53"/>
                    </a:lnTo>
                    <a:lnTo>
                      <a:pt x="2" y="53"/>
                    </a:lnTo>
                    <a:lnTo>
                      <a:pt x="2" y="54"/>
                    </a:lnTo>
                    <a:lnTo>
                      <a:pt x="2" y="54"/>
                    </a:lnTo>
                    <a:lnTo>
                      <a:pt x="2" y="54"/>
                    </a:lnTo>
                    <a:lnTo>
                      <a:pt x="4" y="54"/>
                    </a:lnTo>
                    <a:lnTo>
                      <a:pt x="4" y="56"/>
                    </a:lnTo>
                    <a:lnTo>
                      <a:pt x="4" y="56"/>
                    </a:lnTo>
                    <a:lnTo>
                      <a:pt x="4" y="56"/>
                    </a:lnTo>
                    <a:lnTo>
                      <a:pt x="4" y="56"/>
                    </a:lnTo>
                    <a:lnTo>
                      <a:pt x="4" y="56"/>
                    </a:lnTo>
                    <a:lnTo>
                      <a:pt x="4" y="56"/>
                    </a:lnTo>
                    <a:lnTo>
                      <a:pt x="4" y="56"/>
                    </a:lnTo>
                    <a:lnTo>
                      <a:pt x="4" y="56"/>
                    </a:lnTo>
                    <a:lnTo>
                      <a:pt x="4" y="56"/>
                    </a:lnTo>
                    <a:lnTo>
                      <a:pt x="4" y="56"/>
                    </a:lnTo>
                    <a:lnTo>
                      <a:pt x="4" y="56"/>
                    </a:lnTo>
                    <a:lnTo>
                      <a:pt x="4" y="56"/>
                    </a:lnTo>
                    <a:lnTo>
                      <a:pt x="4" y="56"/>
                    </a:lnTo>
                    <a:lnTo>
                      <a:pt x="4" y="56"/>
                    </a:lnTo>
                    <a:lnTo>
                      <a:pt x="4" y="56"/>
                    </a:lnTo>
                    <a:lnTo>
                      <a:pt x="4" y="56"/>
                    </a:lnTo>
                    <a:lnTo>
                      <a:pt x="4" y="57"/>
                    </a:lnTo>
                    <a:lnTo>
                      <a:pt x="4" y="57"/>
                    </a:lnTo>
                    <a:lnTo>
                      <a:pt x="4" y="57"/>
                    </a:lnTo>
                    <a:lnTo>
                      <a:pt x="4" y="57"/>
                    </a:lnTo>
                    <a:lnTo>
                      <a:pt x="4" y="58"/>
                    </a:lnTo>
                    <a:lnTo>
                      <a:pt x="4" y="58"/>
                    </a:lnTo>
                    <a:lnTo>
                      <a:pt x="4" y="58"/>
                    </a:lnTo>
                    <a:lnTo>
                      <a:pt x="6" y="58"/>
                    </a:lnTo>
                    <a:lnTo>
                      <a:pt x="6" y="59"/>
                    </a:lnTo>
                    <a:lnTo>
                      <a:pt x="6" y="59"/>
                    </a:lnTo>
                    <a:lnTo>
                      <a:pt x="6" y="59"/>
                    </a:lnTo>
                    <a:lnTo>
                      <a:pt x="7" y="59"/>
                    </a:lnTo>
                    <a:lnTo>
                      <a:pt x="7" y="59"/>
                    </a:lnTo>
                    <a:lnTo>
                      <a:pt x="7" y="59"/>
                    </a:lnTo>
                    <a:lnTo>
                      <a:pt x="7" y="59"/>
                    </a:lnTo>
                    <a:lnTo>
                      <a:pt x="9" y="59"/>
                    </a:lnTo>
                    <a:lnTo>
                      <a:pt x="9" y="59"/>
                    </a:lnTo>
                    <a:lnTo>
                      <a:pt x="9" y="59"/>
                    </a:lnTo>
                    <a:lnTo>
                      <a:pt x="9" y="59"/>
                    </a:lnTo>
                    <a:lnTo>
                      <a:pt x="9" y="59"/>
                    </a:lnTo>
                    <a:lnTo>
                      <a:pt x="9" y="59"/>
                    </a:lnTo>
                    <a:lnTo>
                      <a:pt x="9" y="57"/>
                    </a:lnTo>
                    <a:lnTo>
                      <a:pt x="9" y="57"/>
                    </a:lnTo>
                    <a:lnTo>
                      <a:pt x="11" y="55"/>
                    </a:lnTo>
                    <a:lnTo>
                      <a:pt x="11" y="55"/>
                    </a:lnTo>
                    <a:lnTo>
                      <a:pt x="11" y="54"/>
                    </a:lnTo>
                    <a:lnTo>
                      <a:pt x="11" y="54"/>
                    </a:lnTo>
                    <a:lnTo>
                      <a:pt x="12" y="53"/>
                    </a:lnTo>
                    <a:lnTo>
                      <a:pt x="12" y="53"/>
                    </a:lnTo>
                    <a:lnTo>
                      <a:pt x="12" y="52"/>
                    </a:lnTo>
                    <a:lnTo>
                      <a:pt x="12" y="52"/>
                    </a:lnTo>
                    <a:lnTo>
                      <a:pt x="14" y="50"/>
                    </a:lnTo>
                    <a:lnTo>
                      <a:pt x="14" y="50"/>
                    </a:lnTo>
                    <a:lnTo>
                      <a:pt x="14" y="50"/>
                    </a:lnTo>
                    <a:lnTo>
                      <a:pt x="14" y="50"/>
                    </a:lnTo>
                    <a:lnTo>
                      <a:pt x="15" y="49"/>
                    </a:lnTo>
                    <a:lnTo>
                      <a:pt x="15" y="49"/>
                    </a:lnTo>
                    <a:lnTo>
                      <a:pt x="16" y="49"/>
                    </a:lnTo>
                    <a:lnTo>
                      <a:pt x="16" y="49"/>
                    </a:lnTo>
                    <a:lnTo>
                      <a:pt x="18" y="47"/>
                    </a:lnTo>
                    <a:lnTo>
                      <a:pt x="18" y="47"/>
                    </a:lnTo>
                    <a:lnTo>
                      <a:pt x="18" y="47"/>
                    </a:lnTo>
                    <a:lnTo>
                      <a:pt x="18" y="47"/>
                    </a:lnTo>
                    <a:lnTo>
                      <a:pt x="20" y="46"/>
                    </a:lnTo>
                    <a:lnTo>
                      <a:pt x="20" y="46"/>
                    </a:lnTo>
                    <a:lnTo>
                      <a:pt x="22" y="46"/>
                    </a:lnTo>
                    <a:lnTo>
                      <a:pt x="22" y="46"/>
                    </a:lnTo>
                    <a:lnTo>
                      <a:pt x="23" y="44"/>
                    </a:lnTo>
                    <a:lnTo>
                      <a:pt x="23" y="44"/>
                    </a:lnTo>
                    <a:lnTo>
                      <a:pt x="24" y="44"/>
                    </a:lnTo>
                    <a:lnTo>
                      <a:pt x="24" y="44"/>
                    </a:lnTo>
                    <a:lnTo>
                      <a:pt x="26" y="44"/>
                    </a:lnTo>
                    <a:lnTo>
                      <a:pt x="26" y="44"/>
                    </a:lnTo>
                    <a:lnTo>
                      <a:pt x="28" y="44"/>
                    </a:lnTo>
                    <a:lnTo>
                      <a:pt x="29" y="44"/>
                    </a:lnTo>
                    <a:lnTo>
                      <a:pt x="31" y="44"/>
                    </a:lnTo>
                    <a:lnTo>
                      <a:pt x="31" y="44"/>
                    </a:lnTo>
                    <a:lnTo>
                      <a:pt x="33" y="44"/>
                    </a:lnTo>
                    <a:lnTo>
                      <a:pt x="33" y="44"/>
                    </a:lnTo>
                    <a:lnTo>
                      <a:pt x="35" y="44"/>
                    </a:lnTo>
                    <a:lnTo>
                      <a:pt x="35" y="44"/>
                    </a:lnTo>
                    <a:lnTo>
                      <a:pt x="37" y="44"/>
                    </a:lnTo>
                    <a:lnTo>
                      <a:pt x="38" y="44"/>
                    </a:lnTo>
                    <a:lnTo>
                      <a:pt x="40" y="42"/>
                    </a:lnTo>
                    <a:lnTo>
                      <a:pt x="40" y="44"/>
                    </a:lnTo>
                    <a:lnTo>
                      <a:pt x="41" y="44"/>
                    </a:lnTo>
                    <a:lnTo>
                      <a:pt x="41" y="44"/>
                    </a:lnTo>
                    <a:lnTo>
                      <a:pt x="43" y="44"/>
                    </a:lnTo>
                    <a:lnTo>
                      <a:pt x="43" y="44"/>
                    </a:lnTo>
                    <a:lnTo>
                      <a:pt x="45" y="44"/>
                    </a:lnTo>
                    <a:lnTo>
                      <a:pt x="45" y="44"/>
                    </a:lnTo>
                    <a:lnTo>
                      <a:pt x="47" y="44"/>
                    </a:lnTo>
                    <a:lnTo>
                      <a:pt x="47" y="44"/>
                    </a:lnTo>
                    <a:lnTo>
                      <a:pt x="49" y="44"/>
                    </a:lnTo>
                    <a:lnTo>
                      <a:pt x="49" y="44"/>
                    </a:lnTo>
                    <a:lnTo>
                      <a:pt x="51" y="44"/>
                    </a:lnTo>
                    <a:lnTo>
                      <a:pt x="51" y="44"/>
                    </a:lnTo>
                    <a:lnTo>
                      <a:pt x="52" y="44"/>
                    </a:lnTo>
                    <a:lnTo>
                      <a:pt x="52" y="44"/>
                    </a:lnTo>
                    <a:lnTo>
                      <a:pt x="53" y="44"/>
                    </a:lnTo>
                    <a:lnTo>
                      <a:pt x="53" y="44"/>
                    </a:lnTo>
                    <a:lnTo>
                      <a:pt x="53" y="44"/>
                    </a:lnTo>
                    <a:lnTo>
                      <a:pt x="53" y="44"/>
                    </a:lnTo>
                    <a:lnTo>
                      <a:pt x="54" y="44"/>
                    </a:lnTo>
                    <a:lnTo>
                      <a:pt x="54" y="44"/>
                    </a:lnTo>
                    <a:lnTo>
                      <a:pt x="54" y="44"/>
                    </a:lnTo>
                    <a:lnTo>
                      <a:pt x="54" y="44"/>
                    </a:lnTo>
                    <a:lnTo>
                      <a:pt x="57" y="44"/>
                    </a:lnTo>
                    <a:lnTo>
                      <a:pt x="57" y="44"/>
                    </a:lnTo>
                    <a:lnTo>
                      <a:pt x="57" y="44"/>
                    </a:lnTo>
                    <a:lnTo>
                      <a:pt x="57" y="44"/>
                    </a:lnTo>
                    <a:lnTo>
                      <a:pt x="59" y="44"/>
                    </a:lnTo>
                    <a:lnTo>
                      <a:pt x="59" y="44"/>
                    </a:lnTo>
                    <a:lnTo>
                      <a:pt x="59" y="44"/>
                    </a:lnTo>
                    <a:lnTo>
                      <a:pt x="59" y="44"/>
                    </a:lnTo>
                    <a:lnTo>
                      <a:pt x="61" y="44"/>
                    </a:lnTo>
                    <a:lnTo>
                      <a:pt x="61" y="44"/>
                    </a:lnTo>
                    <a:lnTo>
                      <a:pt x="61" y="44"/>
                    </a:lnTo>
                    <a:lnTo>
                      <a:pt x="61" y="44"/>
                    </a:lnTo>
                    <a:lnTo>
                      <a:pt x="62" y="44"/>
                    </a:lnTo>
                    <a:lnTo>
                      <a:pt x="62" y="44"/>
                    </a:lnTo>
                    <a:lnTo>
                      <a:pt x="64" y="44"/>
                    </a:lnTo>
                    <a:lnTo>
                      <a:pt x="64" y="44"/>
                    </a:lnTo>
                    <a:lnTo>
                      <a:pt x="66" y="44"/>
                    </a:lnTo>
                    <a:lnTo>
                      <a:pt x="66" y="44"/>
                    </a:lnTo>
                    <a:lnTo>
                      <a:pt x="66" y="44"/>
                    </a:lnTo>
                    <a:lnTo>
                      <a:pt x="66" y="44"/>
                    </a:lnTo>
                    <a:lnTo>
                      <a:pt x="68" y="44"/>
                    </a:lnTo>
                    <a:lnTo>
                      <a:pt x="68" y="44"/>
                    </a:lnTo>
                    <a:lnTo>
                      <a:pt x="68" y="44"/>
                    </a:lnTo>
                    <a:lnTo>
                      <a:pt x="68" y="44"/>
                    </a:lnTo>
                    <a:lnTo>
                      <a:pt x="70" y="43"/>
                    </a:lnTo>
                    <a:lnTo>
                      <a:pt x="70" y="43"/>
                    </a:lnTo>
                    <a:lnTo>
                      <a:pt x="70" y="43"/>
                    </a:lnTo>
                    <a:lnTo>
                      <a:pt x="70" y="43"/>
                    </a:lnTo>
                    <a:lnTo>
                      <a:pt x="70" y="43"/>
                    </a:lnTo>
                    <a:lnTo>
                      <a:pt x="70" y="43"/>
                    </a:lnTo>
                    <a:lnTo>
                      <a:pt x="70" y="43"/>
                    </a:lnTo>
                    <a:lnTo>
                      <a:pt x="70" y="43"/>
                    </a:lnTo>
                    <a:lnTo>
                      <a:pt x="72" y="43"/>
                    </a:lnTo>
                    <a:lnTo>
                      <a:pt x="72" y="43"/>
                    </a:lnTo>
                    <a:lnTo>
                      <a:pt x="72" y="43"/>
                    </a:lnTo>
                    <a:lnTo>
                      <a:pt x="72" y="43"/>
                    </a:lnTo>
                    <a:lnTo>
                      <a:pt x="73" y="43"/>
                    </a:lnTo>
                    <a:lnTo>
                      <a:pt x="73" y="43"/>
                    </a:lnTo>
                    <a:lnTo>
                      <a:pt x="73" y="43"/>
                    </a:lnTo>
                    <a:lnTo>
                      <a:pt x="73" y="43"/>
                    </a:lnTo>
                    <a:lnTo>
                      <a:pt x="74" y="42"/>
                    </a:lnTo>
                    <a:lnTo>
                      <a:pt x="74" y="42"/>
                    </a:lnTo>
                    <a:lnTo>
                      <a:pt x="74" y="42"/>
                    </a:lnTo>
                    <a:lnTo>
                      <a:pt x="74" y="42"/>
                    </a:lnTo>
                    <a:lnTo>
                      <a:pt x="74" y="42"/>
                    </a:lnTo>
                    <a:lnTo>
                      <a:pt x="74" y="42"/>
                    </a:lnTo>
                    <a:lnTo>
                      <a:pt x="74" y="42"/>
                    </a:lnTo>
                    <a:lnTo>
                      <a:pt x="74" y="42"/>
                    </a:lnTo>
                    <a:lnTo>
                      <a:pt x="75" y="42"/>
                    </a:lnTo>
                    <a:lnTo>
                      <a:pt x="75" y="42"/>
                    </a:lnTo>
                    <a:lnTo>
                      <a:pt x="75" y="42"/>
                    </a:lnTo>
                    <a:lnTo>
                      <a:pt x="75" y="42"/>
                    </a:lnTo>
                    <a:lnTo>
                      <a:pt x="75" y="42"/>
                    </a:lnTo>
                    <a:lnTo>
                      <a:pt x="75" y="42"/>
                    </a:lnTo>
                    <a:lnTo>
                      <a:pt x="75" y="42"/>
                    </a:lnTo>
                    <a:lnTo>
                      <a:pt x="75" y="42"/>
                    </a:lnTo>
                    <a:lnTo>
                      <a:pt x="77" y="40"/>
                    </a:lnTo>
                    <a:lnTo>
                      <a:pt x="77" y="40"/>
                    </a:lnTo>
                    <a:lnTo>
                      <a:pt x="77" y="40"/>
                    </a:lnTo>
                    <a:lnTo>
                      <a:pt x="77" y="40"/>
                    </a:lnTo>
                    <a:lnTo>
                      <a:pt x="77" y="40"/>
                    </a:lnTo>
                    <a:lnTo>
                      <a:pt x="77" y="40"/>
                    </a:lnTo>
                    <a:lnTo>
                      <a:pt x="77" y="40"/>
                    </a:lnTo>
                    <a:lnTo>
                      <a:pt x="77" y="40"/>
                    </a:lnTo>
                    <a:lnTo>
                      <a:pt x="77" y="38"/>
                    </a:lnTo>
                    <a:lnTo>
                      <a:pt x="77" y="38"/>
                    </a:lnTo>
                    <a:lnTo>
                      <a:pt x="77" y="38"/>
                    </a:lnTo>
                    <a:lnTo>
                      <a:pt x="77" y="38"/>
                    </a:lnTo>
                    <a:lnTo>
                      <a:pt x="77" y="38"/>
                    </a:lnTo>
                    <a:lnTo>
                      <a:pt x="77" y="38"/>
                    </a:lnTo>
                    <a:lnTo>
                      <a:pt x="77" y="38"/>
                    </a:lnTo>
                    <a:lnTo>
                      <a:pt x="77" y="38"/>
                    </a:lnTo>
                    <a:lnTo>
                      <a:pt x="78" y="37"/>
                    </a:lnTo>
                    <a:lnTo>
                      <a:pt x="78" y="37"/>
                    </a:lnTo>
                    <a:lnTo>
                      <a:pt x="78" y="35"/>
                    </a:lnTo>
                    <a:lnTo>
                      <a:pt x="78" y="33"/>
                    </a:lnTo>
                    <a:lnTo>
                      <a:pt x="78" y="31"/>
                    </a:lnTo>
                    <a:lnTo>
                      <a:pt x="78" y="29"/>
                    </a:lnTo>
                    <a:lnTo>
                      <a:pt x="78" y="25"/>
                    </a:lnTo>
                    <a:lnTo>
                      <a:pt x="78" y="22"/>
                    </a:lnTo>
                    <a:lnTo>
                      <a:pt x="79" y="18"/>
                    </a:lnTo>
                    <a:lnTo>
                      <a:pt x="79" y="16"/>
                    </a:lnTo>
                    <a:lnTo>
                      <a:pt x="79" y="12"/>
                    </a:lnTo>
                    <a:lnTo>
                      <a:pt x="79" y="9"/>
                    </a:lnTo>
                    <a:lnTo>
                      <a:pt x="79" y="5"/>
                    </a:lnTo>
                    <a:lnTo>
                      <a:pt x="78" y="3"/>
                    </a:lnTo>
                    <a:lnTo>
                      <a:pt x="78" y="2"/>
                    </a:lnTo>
                    <a:lnTo>
                      <a:pt x="77" y="1"/>
                    </a:lnTo>
                    <a:lnTo>
                      <a:pt x="77" y="0"/>
                    </a:lnTo>
                    <a:lnTo>
                      <a:pt x="77"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25" name=""/>
              <p:cNvSpPr/>
              <p:nvPr/>
            </p:nvSpPr>
            <p:spPr>
              <a:xfrm>
                <a:off x="6226200" y="6319800"/>
                <a:ext cx="857160" cy="511200"/>
              </a:xfrm>
              <a:custGeom>
                <a:avLst/>
                <a:gdLst/>
                <a:ahLst/>
                <a:rect l="l" t="t" r="r" b="b"/>
                <a:pathLst>
                  <a:path w="540" h="322">
                    <a:moveTo>
                      <a:pt x="381" y="95"/>
                    </a:moveTo>
                    <a:lnTo>
                      <a:pt x="381" y="95"/>
                    </a:lnTo>
                    <a:lnTo>
                      <a:pt x="381" y="95"/>
                    </a:lnTo>
                    <a:lnTo>
                      <a:pt x="381" y="95"/>
                    </a:lnTo>
                    <a:lnTo>
                      <a:pt x="382" y="95"/>
                    </a:lnTo>
                    <a:lnTo>
                      <a:pt x="382" y="95"/>
                    </a:lnTo>
                    <a:lnTo>
                      <a:pt x="384" y="95"/>
                    </a:lnTo>
                    <a:lnTo>
                      <a:pt x="385" y="95"/>
                    </a:lnTo>
                    <a:lnTo>
                      <a:pt x="387" y="95"/>
                    </a:lnTo>
                    <a:lnTo>
                      <a:pt x="387" y="95"/>
                    </a:lnTo>
                    <a:lnTo>
                      <a:pt x="389" y="95"/>
                    </a:lnTo>
                    <a:lnTo>
                      <a:pt x="391" y="95"/>
                    </a:lnTo>
                    <a:lnTo>
                      <a:pt x="392" y="95"/>
                    </a:lnTo>
                    <a:lnTo>
                      <a:pt x="392" y="95"/>
                    </a:lnTo>
                    <a:lnTo>
                      <a:pt x="394" y="95"/>
                    </a:lnTo>
                    <a:lnTo>
                      <a:pt x="396" y="95"/>
                    </a:lnTo>
                    <a:lnTo>
                      <a:pt x="398" y="94"/>
                    </a:lnTo>
                    <a:lnTo>
                      <a:pt x="398" y="94"/>
                    </a:lnTo>
                    <a:lnTo>
                      <a:pt x="398" y="94"/>
                    </a:lnTo>
                    <a:lnTo>
                      <a:pt x="398" y="94"/>
                    </a:lnTo>
                    <a:lnTo>
                      <a:pt x="399" y="94"/>
                    </a:lnTo>
                    <a:lnTo>
                      <a:pt x="399" y="94"/>
                    </a:lnTo>
                    <a:lnTo>
                      <a:pt x="400" y="94"/>
                    </a:lnTo>
                    <a:lnTo>
                      <a:pt x="400" y="94"/>
                    </a:lnTo>
                    <a:lnTo>
                      <a:pt x="403" y="94"/>
                    </a:lnTo>
                    <a:lnTo>
                      <a:pt x="403" y="94"/>
                    </a:lnTo>
                    <a:lnTo>
                      <a:pt x="404" y="94"/>
                    </a:lnTo>
                    <a:lnTo>
                      <a:pt x="404" y="94"/>
                    </a:lnTo>
                    <a:lnTo>
                      <a:pt x="406" y="94"/>
                    </a:lnTo>
                    <a:lnTo>
                      <a:pt x="406" y="94"/>
                    </a:lnTo>
                    <a:lnTo>
                      <a:pt x="407" y="94"/>
                    </a:lnTo>
                    <a:lnTo>
                      <a:pt x="407" y="94"/>
                    </a:lnTo>
                    <a:lnTo>
                      <a:pt x="409" y="92"/>
                    </a:lnTo>
                    <a:lnTo>
                      <a:pt x="409" y="92"/>
                    </a:lnTo>
                    <a:lnTo>
                      <a:pt x="409" y="92"/>
                    </a:lnTo>
                    <a:lnTo>
                      <a:pt x="409" y="92"/>
                    </a:lnTo>
                    <a:lnTo>
                      <a:pt x="410" y="90"/>
                    </a:lnTo>
                    <a:lnTo>
                      <a:pt x="410" y="90"/>
                    </a:lnTo>
                    <a:lnTo>
                      <a:pt x="411" y="90"/>
                    </a:lnTo>
                    <a:lnTo>
                      <a:pt x="411" y="90"/>
                    </a:lnTo>
                    <a:lnTo>
                      <a:pt x="413" y="88"/>
                    </a:lnTo>
                    <a:lnTo>
                      <a:pt x="413" y="88"/>
                    </a:lnTo>
                    <a:lnTo>
                      <a:pt x="413" y="88"/>
                    </a:lnTo>
                    <a:lnTo>
                      <a:pt x="413" y="88"/>
                    </a:lnTo>
                    <a:lnTo>
                      <a:pt x="415" y="87"/>
                    </a:lnTo>
                    <a:lnTo>
                      <a:pt x="415" y="87"/>
                    </a:lnTo>
                    <a:lnTo>
                      <a:pt x="415" y="86"/>
                    </a:lnTo>
                    <a:lnTo>
                      <a:pt x="415" y="86"/>
                    </a:lnTo>
                    <a:lnTo>
                      <a:pt x="417" y="84"/>
                    </a:lnTo>
                    <a:lnTo>
                      <a:pt x="415" y="84"/>
                    </a:lnTo>
                    <a:lnTo>
                      <a:pt x="415" y="84"/>
                    </a:lnTo>
                    <a:lnTo>
                      <a:pt x="415" y="84"/>
                    </a:lnTo>
                    <a:lnTo>
                      <a:pt x="415" y="83"/>
                    </a:lnTo>
                    <a:lnTo>
                      <a:pt x="414" y="83"/>
                    </a:lnTo>
                    <a:lnTo>
                      <a:pt x="414" y="83"/>
                    </a:lnTo>
                    <a:lnTo>
                      <a:pt x="414" y="83"/>
                    </a:lnTo>
                    <a:lnTo>
                      <a:pt x="414" y="80"/>
                    </a:lnTo>
                    <a:lnTo>
                      <a:pt x="413" y="80"/>
                    </a:lnTo>
                    <a:lnTo>
                      <a:pt x="413" y="80"/>
                    </a:lnTo>
                    <a:lnTo>
                      <a:pt x="413" y="80"/>
                    </a:lnTo>
                    <a:lnTo>
                      <a:pt x="413" y="79"/>
                    </a:lnTo>
                    <a:lnTo>
                      <a:pt x="413" y="79"/>
                    </a:lnTo>
                    <a:lnTo>
                      <a:pt x="413" y="79"/>
                    </a:lnTo>
                    <a:lnTo>
                      <a:pt x="413" y="79"/>
                    </a:lnTo>
                    <a:lnTo>
                      <a:pt x="413" y="78"/>
                    </a:lnTo>
                    <a:lnTo>
                      <a:pt x="407" y="74"/>
                    </a:lnTo>
                    <a:lnTo>
                      <a:pt x="403" y="70"/>
                    </a:lnTo>
                    <a:lnTo>
                      <a:pt x="398" y="64"/>
                    </a:lnTo>
                    <a:lnTo>
                      <a:pt x="392" y="58"/>
                    </a:lnTo>
                    <a:lnTo>
                      <a:pt x="385" y="52"/>
                    </a:lnTo>
                    <a:lnTo>
                      <a:pt x="379" y="46"/>
                    </a:lnTo>
                    <a:lnTo>
                      <a:pt x="373" y="40"/>
                    </a:lnTo>
                    <a:lnTo>
                      <a:pt x="367" y="32"/>
                    </a:lnTo>
                    <a:lnTo>
                      <a:pt x="361" y="28"/>
                    </a:lnTo>
                    <a:lnTo>
                      <a:pt x="355" y="22"/>
                    </a:lnTo>
                    <a:lnTo>
                      <a:pt x="349" y="17"/>
                    </a:lnTo>
                    <a:lnTo>
                      <a:pt x="345" y="12"/>
                    </a:lnTo>
                    <a:lnTo>
                      <a:pt x="341" y="10"/>
                    </a:lnTo>
                    <a:lnTo>
                      <a:pt x="339" y="6"/>
                    </a:lnTo>
                    <a:lnTo>
                      <a:pt x="338" y="6"/>
                    </a:lnTo>
                    <a:lnTo>
                      <a:pt x="339" y="5"/>
                    </a:lnTo>
                    <a:lnTo>
                      <a:pt x="337" y="7"/>
                    </a:lnTo>
                    <a:lnTo>
                      <a:pt x="336" y="7"/>
                    </a:lnTo>
                    <a:lnTo>
                      <a:pt x="333" y="9"/>
                    </a:lnTo>
                    <a:lnTo>
                      <a:pt x="331" y="9"/>
                    </a:lnTo>
                    <a:lnTo>
                      <a:pt x="327" y="11"/>
                    </a:lnTo>
                    <a:lnTo>
                      <a:pt x="323" y="13"/>
                    </a:lnTo>
                    <a:lnTo>
                      <a:pt x="318" y="14"/>
                    </a:lnTo>
                    <a:lnTo>
                      <a:pt x="315" y="15"/>
                    </a:lnTo>
                    <a:lnTo>
                      <a:pt x="309" y="17"/>
                    </a:lnTo>
                    <a:lnTo>
                      <a:pt x="304" y="19"/>
                    </a:lnTo>
                    <a:lnTo>
                      <a:pt x="298" y="21"/>
                    </a:lnTo>
                    <a:lnTo>
                      <a:pt x="295" y="22"/>
                    </a:lnTo>
                    <a:lnTo>
                      <a:pt x="290" y="24"/>
                    </a:lnTo>
                    <a:lnTo>
                      <a:pt x="286" y="25"/>
                    </a:lnTo>
                    <a:lnTo>
                      <a:pt x="282" y="26"/>
                    </a:lnTo>
                    <a:lnTo>
                      <a:pt x="280" y="26"/>
                    </a:lnTo>
                    <a:lnTo>
                      <a:pt x="277" y="28"/>
                    </a:lnTo>
                    <a:lnTo>
                      <a:pt x="275" y="29"/>
                    </a:lnTo>
                    <a:lnTo>
                      <a:pt x="273" y="31"/>
                    </a:lnTo>
                    <a:lnTo>
                      <a:pt x="271" y="31"/>
                    </a:lnTo>
                    <a:lnTo>
                      <a:pt x="267" y="33"/>
                    </a:lnTo>
                    <a:lnTo>
                      <a:pt x="265" y="33"/>
                    </a:lnTo>
                    <a:lnTo>
                      <a:pt x="261" y="35"/>
                    </a:lnTo>
                    <a:lnTo>
                      <a:pt x="259" y="35"/>
                    </a:lnTo>
                    <a:lnTo>
                      <a:pt x="256" y="36"/>
                    </a:lnTo>
                    <a:lnTo>
                      <a:pt x="254" y="36"/>
                    </a:lnTo>
                    <a:lnTo>
                      <a:pt x="251" y="39"/>
                    </a:lnTo>
                    <a:lnTo>
                      <a:pt x="249" y="39"/>
                    </a:lnTo>
                    <a:lnTo>
                      <a:pt x="246" y="41"/>
                    </a:lnTo>
                    <a:lnTo>
                      <a:pt x="244" y="41"/>
                    </a:lnTo>
                    <a:lnTo>
                      <a:pt x="242" y="41"/>
                    </a:lnTo>
                    <a:lnTo>
                      <a:pt x="241" y="41"/>
                    </a:lnTo>
                    <a:lnTo>
                      <a:pt x="239" y="43"/>
                    </a:lnTo>
                    <a:lnTo>
                      <a:pt x="238" y="43"/>
                    </a:lnTo>
                    <a:lnTo>
                      <a:pt x="236" y="43"/>
                    </a:lnTo>
                    <a:lnTo>
                      <a:pt x="236" y="43"/>
                    </a:lnTo>
                    <a:lnTo>
                      <a:pt x="234" y="43"/>
                    </a:lnTo>
                    <a:lnTo>
                      <a:pt x="234" y="43"/>
                    </a:lnTo>
                    <a:lnTo>
                      <a:pt x="232" y="43"/>
                    </a:lnTo>
                    <a:lnTo>
                      <a:pt x="232" y="43"/>
                    </a:lnTo>
                    <a:lnTo>
                      <a:pt x="230" y="44"/>
                    </a:lnTo>
                    <a:lnTo>
                      <a:pt x="229" y="44"/>
                    </a:lnTo>
                    <a:lnTo>
                      <a:pt x="227" y="44"/>
                    </a:lnTo>
                    <a:lnTo>
                      <a:pt x="227" y="44"/>
                    </a:lnTo>
                    <a:lnTo>
                      <a:pt x="225" y="44"/>
                    </a:lnTo>
                    <a:lnTo>
                      <a:pt x="225" y="44"/>
                    </a:lnTo>
                    <a:lnTo>
                      <a:pt x="223" y="44"/>
                    </a:lnTo>
                    <a:lnTo>
                      <a:pt x="223" y="44"/>
                    </a:lnTo>
                    <a:lnTo>
                      <a:pt x="221" y="46"/>
                    </a:lnTo>
                    <a:lnTo>
                      <a:pt x="220" y="46"/>
                    </a:lnTo>
                    <a:lnTo>
                      <a:pt x="217" y="46"/>
                    </a:lnTo>
                    <a:lnTo>
                      <a:pt x="217" y="46"/>
                    </a:lnTo>
                    <a:lnTo>
                      <a:pt x="215" y="46"/>
                    </a:lnTo>
                    <a:lnTo>
                      <a:pt x="215" y="46"/>
                    </a:lnTo>
                    <a:lnTo>
                      <a:pt x="214" y="46"/>
                    </a:lnTo>
                    <a:lnTo>
                      <a:pt x="214" y="46"/>
                    </a:lnTo>
                    <a:lnTo>
                      <a:pt x="212" y="46"/>
                    </a:lnTo>
                    <a:lnTo>
                      <a:pt x="210" y="46"/>
                    </a:lnTo>
                    <a:lnTo>
                      <a:pt x="208" y="46"/>
                    </a:lnTo>
                    <a:lnTo>
                      <a:pt x="208" y="46"/>
                    </a:lnTo>
                    <a:lnTo>
                      <a:pt x="206" y="46"/>
                    </a:lnTo>
                    <a:lnTo>
                      <a:pt x="206" y="46"/>
                    </a:lnTo>
                    <a:lnTo>
                      <a:pt x="205" y="46"/>
                    </a:lnTo>
                    <a:lnTo>
                      <a:pt x="205" y="45"/>
                    </a:lnTo>
                    <a:lnTo>
                      <a:pt x="203" y="45"/>
                    </a:lnTo>
                    <a:lnTo>
                      <a:pt x="203" y="45"/>
                    </a:lnTo>
                    <a:lnTo>
                      <a:pt x="203" y="45"/>
                    </a:lnTo>
                    <a:lnTo>
                      <a:pt x="203" y="44"/>
                    </a:lnTo>
                    <a:lnTo>
                      <a:pt x="201" y="44"/>
                    </a:lnTo>
                    <a:lnTo>
                      <a:pt x="201" y="44"/>
                    </a:lnTo>
                    <a:lnTo>
                      <a:pt x="201" y="44"/>
                    </a:lnTo>
                    <a:lnTo>
                      <a:pt x="201" y="42"/>
                    </a:lnTo>
                    <a:lnTo>
                      <a:pt x="199" y="42"/>
                    </a:lnTo>
                    <a:lnTo>
                      <a:pt x="199" y="42"/>
                    </a:lnTo>
                    <a:lnTo>
                      <a:pt x="199" y="42"/>
                    </a:lnTo>
                    <a:lnTo>
                      <a:pt x="199" y="41"/>
                    </a:lnTo>
                    <a:lnTo>
                      <a:pt x="199" y="41"/>
                    </a:lnTo>
                    <a:lnTo>
                      <a:pt x="199" y="41"/>
                    </a:lnTo>
                    <a:lnTo>
                      <a:pt x="199" y="41"/>
                    </a:lnTo>
                    <a:lnTo>
                      <a:pt x="199" y="39"/>
                    </a:lnTo>
                    <a:lnTo>
                      <a:pt x="198" y="39"/>
                    </a:lnTo>
                    <a:lnTo>
                      <a:pt x="198" y="38"/>
                    </a:lnTo>
                    <a:lnTo>
                      <a:pt x="198" y="38"/>
                    </a:lnTo>
                    <a:lnTo>
                      <a:pt x="198" y="36"/>
                    </a:lnTo>
                    <a:lnTo>
                      <a:pt x="197" y="36"/>
                    </a:lnTo>
                    <a:lnTo>
                      <a:pt x="197" y="34"/>
                    </a:lnTo>
                    <a:lnTo>
                      <a:pt x="197" y="33"/>
                    </a:lnTo>
                    <a:lnTo>
                      <a:pt x="197" y="31"/>
                    </a:lnTo>
                    <a:lnTo>
                      <a:pt x="195" y="31"/>
                    </a:lnTo>
                    <a:lnTo>
                      <a:pt x="195" y="29"/>
                    </a:lnTo>
                    <a:lnTo>
                      <a:pt x="195" y="28"/>
                    </a:lnTo>
                    <a:lnTo>
                      <a:pt x="195" y="26"/>
                    </a:lnTo>
                    <a:lnTo>
                      <a:pt x="195" y="26"/>
                    </a:lnTo>
                    <a:lnTo>
                      <a:pt x="195" y="24"/>
                    </a:lnTo>
                    <a:lnTo>
                      <a:pt x="195" y="24"/>
                    </a:lnTo>
                    <a:lnTo>
                      <a:pt x="195" y="22"/>
                    </a:lnTo>
                    <a:lnTo>
                      <a:pt x="193" y="22"/>
                    </a:lnTo>
                    <a:lnTo>
                      <a:pt x="193" y="22"/>
                    </a:lnTo>
                    <a:lnTo>
                      <a:pt x="193" y="22"/>
                    </a:lnTo>
                    <a:lnTo>
                      <a:pt x="193" y="20"/>
                    </a:lnTo>
                    <a:lnTo>
                      <a:pt x="191" y="20"/>
                    </a:lnTo>
                    <a:lnTo>
                      <a:pt x="191" y="19"/>
                    </a:lnTo>
                    <a:lnTo>
                      <a:pt x="190" y="18"/>
                    </a:lnTo>
                    <a:lnTo>
                      <a:pt x="190" y="16"/>
                    </a:lnTo>
                    <a:lnTo>
                      <a:pt x="188" y="16"/>
                    </a:lnTo>
                    <a:lnTo>
                      <a:pt x="188" y="14"/>
                    </a:lnTo>
                    <a:lnTo>
                      <a:pt x="186" y="14"/>
                    </a:lnTo>
                    <a:lnTo>
                      <a:pt x="186" y="12"/>
                    </a:lnTo>
                    <a:lnTo>
                      <a:pt x="184" y="12"/>
                    </a:lnTo>
                    <a:lnTo>
                      <a:pt x="184" y="10"/>
                    </a:lnTo>
                    <a:lnTo>
                      <a:pt x="184" y="10"/>
                    </a:lnTo>
                    <a:lnTo>
                      <a:pt x="184" y="8"/>
                    </a:lnTo>
                    <a:lnTo>
                      <a:pt x="183" y="8"/>
                    </a:lnTo>
                    <a:lnTo>
                      <a:pt x="181" y="8"/>
                    </a:lnTo>
                    <a:lnTo>
                      <a:pt x="178" y="8"/>
                    </a:lnTo>
                    <a:lnTo>
                      <a:pt x="178" y="6"/>
                    </a:lnTo>
                    <a:lnTo>
                      <a:pt x="176" y="6"/>
                    </a:lnTo>
                    <a:lnTo>
                      <a:pt x="174" y="6"/>
                    </a:lnTo>
                    <a:lnTo>
                      <a:pt x="172" y="6"/>
                    </a:lnTo>
                    <a:lnTo>
                      <a:pt x="171" y="4"/>
                    </a:lnTo>
                    <a:lnTo>
                      <a:pt x="169" y="4"/>
                    </a:lnTo>
                    <a:lnTo>
                      <a:pt x="167" y="4"/>
                    </a:lnTo>
                    <a:lnTo>
                      <a:pt x="165" y="4"/>
                    </a:lnTo>
                    <a:lnTo>
                      <a:pt x="163" y="3"/>
                    </a:lnTo>
                    <a:lnTo>
                      <a:pt x="161" y="3"/>
                    </a:lnTo>
                    <a:lnTo>
                      <a:pt x="160" y="3"/>
                    </a:lnTo>
                    <a:lnTo>
                      <a:pt x="158" y="3"/>
                    </a:lnTo>
                    <a:lnTo>
                      <a:pt x="158" y="1"/>
                    </a:lnTo>
                    <a:lnTo>
                      <a:pt x="156" y="1"/>
                    </a:lnTo>
                    <a:lnTo>
                      <a:pt x="154" y="1"/>
                    </a:lnTo>
                    <a:lnTo>
                      <a:pt x="152" y="1"/>
                    </a:lnTo>
                    <a:lnTo>
                      <a:pt x="151" y="0"/>
                    </a:lnTo>
                    <a:lnTo>
                      <a:pt x="149" y="0"/>
                    </a:lnTo>
                    <a:lnTo>
                      <a:pt x="147" y="0"/>
                    </a:lnTo>
                    <a:lnTo>
                      <a:pt x="145" y="0"/>
                    </a:lnTo>
                    <a:lnTo>
                      <a:pt x="144" y="0"/>
                    </a:lnTo>
                    <a:lnTo>
                      <a:pt x="142" y="2"/>
                    </a:lnTo>
                    <a:lnTo>
                      <a:pt x="140" y="2"/>
                    </a:lnTo>
                    <a:lnTo>
                      <a:pt x="139" y="2"/>
                    </a:lnTo>
                    <a:lnTo>
                      <a:pt x="137" y="2"/>
                    </a:lnTo>
                    <a:lnTo>
                      <a:pt x="135" y="2"/>
                    </a:lnTo>
                    <a:lnTo>
                      <a:pt x="134" y="2"/>
                    </a:lnTo>
                    <a:lnTo>
                      <a:pt x="132" y="2"/>
                    </a:lnTo>
                    <a:lnTo>
                      <a:pt x="132" y="2"/>
                    </a:lnTo>
                    <a:lnTo>
                      <a:pt x="129" y="4"/>
                    </a:lnTo>
                    <a:lnTo>
                      <a:pt x="127" y="4"/>
                    </a:lnTo>
                    <a:lnTo>
                      <a:pt x="125" y="5"/>
                    </a:lnTo>
                    <a:lnTo>
                      <a:pt x="123" y="5"/>
                    </a:lnTo>
                    <a:lnTo>
                      <a:pt x="120" y="7"/>
                    </a:lnTo>
                    <a:lnTo>
                      <a:pt x="118" y="7"/>
                    </a:lnTo>
                    <a:lnTo>
                      <a:pt x="117" y="7"/>
                    </a:lnTo>
                    <a:lnTo>
                      <a:pt x="115" y="7"/>
                    </a:lnTo>
                    <a:lnTo>
                      <a:pt x="112" y="9"/>
                    </a:lnTo>
                    <a:lnTo>
                      <a:pt x="111" y="9"/>
                    </a:lnTo>
                    <a:lnTo>
                      <a:pt x="109" y="11"/>
                    </a:lnTo>
                    <a:lnTo>
                      <a:pt x="107" y="11"/>
                    </a:lnTo>
                    <a:lnTo>
                      <a:pt x="105" y="13"/>
                    </a:lnTo>
                    <a:lnTo>
                      <a:pt x="104" y="13"/>
                    </a:lnTo>
                    <a:lnTo>
                      <a:pt x="102" y="14"/>
                    </a:lnTo>
                    <a:lnTo>
                      <a:pt x="102" y="14"/>
                    </a:lnTo>
                    <a:lnTo>
                      <a:pt x="100" y="16"/>
                    </a:lnTo>
                    <a:lnTo>
                      <a:pt x="100" y="17"/>
                    </a:lnTo>
                    <a:lnTo>
                      <a:pt x="98" y="19"/>
                    </a:lnTo>
                    <a:lnTo>
                      <a:pt x="98" y="19"/>
                    </a:lnTo>
                    <a:lnTo>
                      <a:pt x="96" y="20"/>
                    </a:lnTo>
                    <a:lnTo>
                      <a:pt x="96" y="20"/>
                    </a:lnTo>
                    <a:lnTo>
                      <a:pt x="96" y="22"/>
                    </a:lnTo>
                    <a:lnTo>
                      <a:pt x="96" y="22"/>
                    </a:lnTo>
                    <a:lnTo>
                      <a:pt x="94" y="24"/>
                    </a:lnTo>
                    <a:lnTo>
                      <a:pt x="94" y="25"/>
                    </a:lnTo>
                    <a:lnTo>
                      <a:pt x="93" y="27"/>
                    </a:lnTo>
                    <a:lnTo>
                      <a:pt x="93" y="27"/>
                    </a:lnTo>
                    <a:lnTo>
                      <a:pt x="93" y="29"/>
                    </a:lnTo>
                    <a:lnTo>
                      <a:pt x="93" y="29"/>
                    </a:lnTo>
                    <a:lnTo>
                      <a:pt x="93" y="31"/>
                    </a:lnTo>
                    <a:lnTo>
                      <a:pt x="93" y="31"/>
                    </a:lnTo>
                    <a:lnTo>
                      <a:pt x="93" y="33"/>
                    </a:lnTo>
                    <a:lnTo>
                      <a:pt x="93" y="33"/>
                    </a:lnTo>
                    <a:lnTo>
                      <a:pt x="93" y="35"/>
                    </a:lnTo>
                    <a:lnTo>
                      <a:pt x="93" y="35"/>
                    </a:lnTo>
                    <a:lnTo>
                      <a:pt x="93" y="36"/>
                    </a:lnTo>
                    <a:lnTo>
                      <a:pt x="93" y="36"/>
                    </a:lnTo>
                    <a:lnTo>
                      <a:pt x="93" y="37"/>
                    </a:lnTo>
                    <a:lnTo>
                      <a:pt x="93" y="37"/>
                    </a:lnTo>
                    <a:lnTo>
                      <a:pt x="93" y="39"/>
                    </a:lnTo>
                    <a:lnTo>
                      <a:pt x="93" y="39"/>
                    </a:lnTo>
                    <a:lnTo>
                      <a:pt x="93" y="40"/>
                    </a:lnTo>
                    <a:lnTo>
                      <a:pt x="93" y="40"/>
                    </a:lnTo>
                    <a:lnTo>
                      <a:pt x="93" y="42"/>
                    </a:lnTo>
                    <a:lnTo>
                      <a:pt x="93" y="42"/>
                    </a:lnTo>
                    <a:lnTo>
                      <a:pt x="93" y="42"/>
                    </a:lnTo>
                    <a:lnTo>
                      <a:pt x="95" y="42"/>
                    </a:lnTo>
                    <a:lnTo>
                      <a:pt x="95" y="44"/>
                    </a:lnTo>
                    <a:lnTo>
                      <a:pt x="95" y="44"/>
                    </a:lnTo>
                    <a:lnTo>
                      <a:pt x="95" y="45"/>
                    </a:lnTo>
                    <a:lnTo>
                      <a:pt x="96" y="45"/>
                    </a:lnTo>
                    <a:lnTo>
                      <a:pt x="96" y="47"/>
                    </a:lnTo>
                    <a:lnTo>
                      <a:pt x="96" y="47"/>
                    </a:lnTo>
                    <a:lnTo>
                      <a:pt x="96" y="48"/>
                    </a:lnTo>
                    <a:lnTo>
                      <a:pt x="98" y="48"/>
                    </a:lnTo>
                    <a:lnTo>
                      <a:pt x="98" y="50"/>
                    </a:lnTo>
                    <a:lnTo>
                      <a:pt x="98" y="50"/>
                    </a:lnTo>
                    <a:lnTo>
                      <a:pt x="98" y="52"/>
                    </a:lnTo>
                    <a:lnTo>
                      <a:pt x="100" y="52"/>
                    </a:lnTo>
                    <a:lnTo>
                      <a:pt x="100" y="53"/>
                    </a:lnTo>
                    <a:lnTo>
                      <a:pt x="102" y="53"/>
                    </a:lnTo>
                    <a:lnTo>
                      <a:pt x="102" y="53"/>
                    </a:lnTo>
                    <a:lnTo>
                      <a:pt x="103" y="53"/>
                    </a:lnTo>
                    <a:lnTo>
                      <a:pt x="103" y="56"/>
                    </a:lnTo>
                    <a:lnTo>
                      <a:pt x="103" y="56"/>
                    </a:lnTo>
                    <a:lnTo>
                      <a:pt x="103" y="56"/>
                    </a:lnTo>
                    <a:lnTo>
                      <a:pt x="105" y="56"/>
                    </a:lnTo>
                    <a:lnTo>
                      <a:pt x="105" y="57"/>
                    </a:lnTo>
                    <a:lnTo>
                      <a:pt x="107" y="57"/>
                    </a:lnTo>
                    <a:lnTo>
                      <a:pt x="107" y="57"/>
                    </a:lnTo>
                    <a:lnTo>
                      <a:pt x="109" y="57"/>
                    </a:lnTo>
                    <a:lnTo>
                      <a:pt x="109" y="58"/>
                    </a:lnTo>
                    <a:lnTo>
                      <a:pt x="109" y="58"/>
                    </a:lnTo>
                    <a:lnTo>
                      <a:pt x="109" y="58"/>
                    </a:lnTo>
                    <a:lnTo>
                      <a:pt x="111" y="58"/>
                    </a:lnTo>
                    <a:lnTo>
                      <a:pt x="111" y="58"/>
                    </a:lnTo>
                    <a:lnTo>
                      <a:pt x="112" y="58"/>
                    </a:lnTo>
                    <a:lnTo>
                      <a:pt x="112" y="58"/>
                    </a:lnTo>
                    <a:lnTo>
                      <a:pt x="115" y="58"/>
                    </a:lnTo>
                    <a:lnTo>
                      <a:pt x="115" y="60"/>
                    </a:lnTo>
                    <a:lnTo>
                      <a:pt x="115" y="60"/>
                    </a:lnTo>
                    <a:lnTo>
                      <a:pt x="115" y="61"/>
                    </a:lnTo>
                    <a:lnTo>
                      <a:pt x="117" y="61"/>
                    </a:lnTo>
                    <a:lnTo>
                      <a:pt x="117" y="63"/>
                    </a:lnTo>
                    <a:lnTo>
                      <a:pt x="119" y="63"/>
                    </a:lnTo>
                    <a:lnTo>
                      <a:pt x="121" y="63"/>
                    </a:lnTo>
                    <a:lnTo>
                      <a:pt x="123" y="63"/>
                    </a:lnTo>
                    <a:lnTo>
                      <a:pt x="123" y="64"/>
                    </a:lnTo>
                    <a:lnTo>
                      <a:pt x="125" y="64"/>
                    </a:lnTo>
                    <a:lnTo>
                      <a:pt x="126" y="64"/>
                    </a:lnTo>
                    <a:lnTo>
                      <a:pt x="128" y="64"/>
                    </a:lnTo>
                    <a:lnTo>
                      <a:pt x="128" y="65"/>
                    </a:lnTo>
                    <a:lnTo>
                      <a:pt x="130" y="65"/>
                    </a:lnTo>
                    <a:lnTo>
                      <a:pt x="130" y="65"/>
                    </a:lnTo>
                    <a:lnTo>
                      <a:pt x="132" y="65"/>
                    </a:lnTo>
                    <a:lnTo>
                      <a:pt x="132" y="67"/>
                    </a:lnTo>
                    <a:lnTo>
                      <a:pt x="132" y="67"/>
                    </a:lnTo>
                    <a:lnTo>
                      <a:pt x="132" y="68"/>
                    </a:lnTo>
                    <a:lnTo>
                      <a:pt x="132" y="68"/>
                    </a:lnTo>
                    <a:lnTo>
                      <a:pt x="132" y="71"/>
                    </a:lnTo>
                    <a:lnTo>
                      <a:pt x="132" y="71"/>
                    </a:lnTo>
                    <a:lnTo>
                      <a:pt x="132" y="71"/>
                    </a:lnTo>
                    <a:lnTo>
                      <a:pt x="132" y="71"/>
                    </a:lnTo>
                    <a:lnTo>
                      <a:pt x="132" y="72"/>
                    </a:lnTo>
                    <a:lnTo>
                      <a:pt x="132" y="72"/>
                    </a:lnTo>
                    <a:lnTo>
                      <a:pt x="132" y="72"/>
                    </a:lnTo>
                    <a:lnTo>
                      <a:pt x="132" y="72"/>
                    </a:lnTo>
                    <a:lnTo>
                      <a:pt x="132" y="72"/>
                    </a:lnTo>
                    <a:lnTo>
                      <a:pt x="132" y="72"/>
                    </a:lnTo>
                    <a:lnTo>
                      <a:pt x="132" y="72"/>
                    </a:lnTo>
                    <a:lnTo>
                      <a:pt x="132" y="72"/>
                    </a:lnTo>
                    <a:lnTo>
                      <a:pt x="130" y="74"/>
                    </a:lnTo>
                    <a:lnTo>
                      <a:pt x="128" y="75"/>
                    </a:lnTo>
                    <a:lnTo>
                      <a:pt x="125" y="77"/>
                    </a:lnTo>
                    <a:lnTo>
                      <a:pt x="122" y="78"/>
                    </a:lnTo>
                    <a:lnTo>
                      <a:pt x="117" y="79"/>
                    </a:lnTo>
                    <a:lnTo>
                      <a:pt x="112" y="81"/>
                    </a:lnTo>
                    <a:lnTo>
                      <a:pt x="107" y="83"/>
                    </a:lnTo>
                    <a:lnTo>
                      <a:pt x="103" y="85"/>
                    </a:lnTo>
                    <a:lnTo>
                      <a:pt x="97" y="88"/>
                    </a:lnTo>
                    <a:lnTo>
                      <a:pt x="91" y="90"/>
                    </a:lnTo>
                    <a:lnTo>
                      <a:pt x="86" y="92"/>
                    </a:lnTo>
                    <a:lnTo>
                      <a:pt x="81" y="94"/>
                    </a:lnTo>
                    <a:lnTo>
                      <a:pt x="76" y="96"/>
                    </a:lnTo>
                    <a:lnTo>
                      <a:pt x="72" y="98"/>
                    </a:lnTo>
                    <a:lnTo>
                      <a:pt x="68" y="100"/>
                    </a:lnTo>
                    <a:lnTo>
                      <a:pt x="66" y="101"/>
                    </a:lnTo>
                    <a:lnTo>
                      <a:pt x="62" y="103"/>
                    </a:lnTo>
                    <a:lnTo>
                      <a:pt x="59" y="104"/>
                    </a:lnTo>
                    <a:lnTo>
                      <a:pt x="55" y="106"/>
                    </a:lnTo>
                    <a:lnTo>
                      <a:pt x="51" y="106"/>
                    </a:lnTo>
                    <a:lnTo>
                      <a:pt x="45" y="108"/>
                    </a:lnTo>
                    <a:lnTo>
                      <a:pt x="42" y="109"/>
                    </a:lnTo>
                    <a:lnTo>
                      <a:pt x="36" y="111"/>
                    </a:lnTo>
                    <a:lnTo>
                      <a:pt x="32" y="111"/>
                    </a:lnTo>
                    <a:lnTo>
                      <a:pt x="27" y="113"/>
                    </a:lnTo>
                    <a:lnTo>
                      <a:pt x="22" y="115"/>
                    </a:lnTo>
                    <a:lnTo>
                      <a:pt x="17" y="117"/>
                    </a:lnTo>
                    <a:lnTo>
                      <a:pt x="14" y="118"/>
                    </a:lnTo>
                    <a:lnTo>
                      <a:pt x="10" y="120"/>
                    </a:lnTo>
                    <a:lnTo>
                      <a:pt x="6" y="122"/>
                    </a:lnTo>
                    <a:lnTo>
                      <a:pt x="3" y="124"/>
                    </a:lnTo>
                    <a:lnTo>
                      <a:pt x="0" y="125"/>
                    </a:lnTo>
                    <a:lnTo>
                      <a:pt x="0" y="126"/>
                    </a:lnTo>
                    <a:lnTo>
                      <a:pt x="0" y="126"/>
                    </a:lnTo>
                    <a:lnTo>
                      <a:pt x="1" y="128"/>
                    </a:lnTo>
                    <a:lnTo>
                      <a:pt x="3" y="128"/>
                    </a:lnTo>
                    <a:lnTo>
                      <a:pt x="5" y="130"/>
                    </a:lnTo>
                    <a:lnTo>
                      <a:pt x="6" y="131"/>
                    </a:lnTo>
                    <a:lnTo>
                      <a:pt x="8" y="133"/>
                    </a:lnTo>
                    <a:lnTo>
                      <a:pt x="10" y="133"/>
                    </a:lnTo>
                    <a:lnTo>
                      <a:pt x="12" y="135"/>
                    </a:lnTo>
                    <a:lnTo>
                      <a:pt x="14" y="137"/>
                    </a:lnTo>
                    <a:lnTo>
                      <a:pt x="15" y="139"/>
                    </a:lnTo>
                    <a:lnTo>
                      <a:pt x="17" y="139"/>
                    </a:lnTo>
                    <a:lnTo>
                      <a:pt x="17" y="141"/>
                    </a:lnTo>
                    <a:lnTo>
                      <a:pt x="20" y="141"/>
                    </a:lnTo>
                    <a:lnTo>
                      <a:pt x="20" y="141"/>
                    </a:lnTo>
                    <a:lnTo>
                      <a:pt x="21" y="141"/>
                    </a:lnTo>
                    <a:lnTo>
                      <a:pt x="23" y="145"/>
                    </a:lnTo>
                    <a:lnTo>
                      <a:pt x="27" y="149"/>
                    </a:lnTo>
                    <a:lnTo>
                      <a:pt x="31" y="154"/>
                    </a:lnTo>
                    <a:lnTo>
                      <a:pt x="36" y="158"/>
                    </a:lnTo>
                    <a:lnTo>
                      <a:pt x="39" y="163"/>
                    </a:lnTo>
                    <a:lnTo>
                      <a:pt x="44" y="168"/>
                    </a:lnTo>
                    <a:lnTo>
                      <a:pt x="49" y="173"/>
                    </a:lnTo>
                    <a:lnTo>
                      <a:pt x="55" y="176"/>
                    </a:lnTo>
                    <a:lnTo>
                      <a:pt x="59" y="182"/>
                    </a:lnTo>
                    <a:lnTo>
                      <a:pt x="65" y="187"/>
                    </a:lnTo>
                    <a:lnTo>
                      <a:pt x="69" y="193"/>
                    </a:lnTo>
                    <a:lnTo>
                      <a:pt x="75" y="197"/>
                    </a:lnTo>
                    <a:lnTo>
                      <a:pt x="79" y="202"/>
                    </a:lnTo>
                    <a:lnTo>
                      <a:pt x="85" y="206"/>
                    </a:lnTo>
                    <a:lnTo>
                      <a:pt x="89" y="210"/>
                    </a:lnTo>
                    <a:lnTo>
                      <a:pt x="94" y="214"/>
                    </a:lnTo>
                    <a:lnTo>
                      <a:pt x="98" y="221"/>
                    </a:lnTo>
                    <a:lnTo>
                      <a:pt x="104" y="228"/>
                    </a:lnTo>
                    <a:lnTo>
                      <a:pt x="111" y="235"/>
                    </a:lnTo>
                    <a:lnTo>
                      <a:pt x="119" y="243"/>
                    </a:lnTo>
                    <a:lnTo>
                      <a:pt x="127" y="253"/>
                    </a:lnTo>
                    <a:lnTo>
                      <a:pt x="136" y="262"/>
                    </a:lnTo>
                    <a:lnTo>
                      <a:pt x="144" y="272"/>
                    </a:lnTo>
                    <a:lnTo>
                      <a:pt x="154" y="279"/>
                    </a:lnTo>
                    <a:lnTo>
                      <a:pt x="162" y="288"/>
                    </a:lnTo>
                    <a:lnTo>
                      <a:pt x="170" y="296"/>
                    </a:lnTo>
                    <a:lnTo>
                      <a:pt x="176" y="304"/>
                    </a:lnTo>
                    <a:lnTo>
                      <a:pt x="183" y="310"/>
                    </a:lnTo>
                    <a:lnTo>
                      <a:pt x="188" y="316"/>
                    </a:lnTo>
                    <a:lnTo>
                      <a:pt x="193" y="319"/>
                    </a:lnTo>
                    <a:lnTo>
                      <a:pt x="195" y="321"/>
                    </a:lnTo>
                    <a:lnTo>
                      <a:pt x="197" y="320"/>
                    </a:lnTo>
                    <a:lnTo>
                      <a:pt x="198" y="320"/>
                    </a:lnTo>
                    <a:lnTo>
                      <a:pt x="201" y="319"/>
                    </a:lnTo>
                    <a:lnTo>
                      <a:pt x="206" y="317"/>
                    </a:lnTo>
                    <a:lnTo>
                      <a:pt x="215" y="315"/>
                    </a:lnTo>
                    <a:lnTo>
                      <a:pt x="224" y="312"/>
                    </a:lnTo>
                    <a:lnTo>
                      <a:pt x="235" y="308"/>
                    </a:lnTo>
                    <a:lnTo>
                      <a:pt x="247" y="304"/>
                    </a:lnTo>
                    <a:lnTo>
                      <a:pt x="259" y="300"/>
                    </a:lnTo>
                    <a:lnTo>
                      <a:pt x="271" y="295"/>
                    </a:lnTo>
                    <a:lnTo>
                      <a:pt x="285" y="292"/>
                    </a:lnTo>
                    <a:lnTo>
                      <a:pt x="298" y="288"/>
                    </a:lnTo>
                    <a:lnTo>
                      <a:pt x="311" y="282"/>
                    </a:lnTo>
                    <a:lnTo>
                      <a:pt x="323" y="278"/>
                    </a:lnTo>
                    <a:lnTo>
                      <a:pt x="335" y="274"/>
                    </a:lnTo>
                    <a:lnTo>
                      <a:pt x="344" y="271"/>
                    </a:lnTo>
                    <a:lnTo>
                      <a:pt x="354" y="267"/>
                    </a:lnTo>
                    <a:lnTo>
                      <a:pt x="359" y="266"/>
                    </a:lnTo>
                    <a:lnTo>
                      <a:pt x="364" y="264"/>
                    </a:lnTo>
                    <a:lnTo>
                      <a:pt x="371" y="262"/>
                    </a:lnTo>
                    <a:lnTo>
                      <a:pt x="378" y="259"/>
                    </a:lnTo>
                    <a:lnTo>
                      <a:pt x="386" y="257"/>
                    </a:lnTo>
                    <a:lnTo>
                      <a:pt x="394" y="255"/>
                    </a:lnTo>
                    <a:lnTo>
                      <a:pt x="402" y="253"/>
                    </a:lnTo>
                    <a:lnTo>
                      <a:pt x="411" y="249"/>
                    </a:lnTo>
                    <a:lnTo>
                      <a:pt x="419" y="247"/>
                    </a:lnTo>
                    <a:lnTo>
                      <a:pt x="427" y="245"/>
                    </a:lnTo>
                    <a:lnTo>
                      <a:pt x="435" y="243"/>
                    </a:lnTo>
                    <a:lnTo>
                      <a:pt x="443" y="239"/>
                    </a:lnTo>
                    <a:lnTo>
                      <a:pt x="449" y="237"/>
                    </a:lnTo>
                    <a:lnTo>
                      <a:pt x="457" y="235"/>
                    </a:lnTo>
                    <a:lnTo>
                      <a:pt x="463" y="233"/>
                    </a:lnTo>
                    <a:lnTo>
                      <a:pt x="469" y="229"/>
                    </a:lnTo>
                    <a:lnTo>
                      <a:pt x="472" y="229"/>
                    </a:lnTo>
                    <a:lnTo>
                      <a:pt x="476" y="228"/>
                    </a:lnTo>
                    <a:lnTo>
                      <a:pt x="480" y="226"/>
                    </a:lnTo>
                    <a:lnTo>
                      <a:pt x="486" y="224"/>
                    </a:lnTo>
                    <a:lnTo>
                      <a:pt x="491" y="222"/>
                    </a:lnTo>
                    <a:lnTo>
                      <a:pt x="496" y="220"/>
                    </a:lnTo>
                    <a:lnTo>
                      <a:pt x="502" y="219"/>
                    </a:lnTo>
                    <a:lnTo>
                      <a:pt x="508" y="216"/>
                    </a:lnTo>
                    <a:lnTo>
                      <a:pt x="512" y="215"/>
                    </a:lnTo>
                    <a:lnTo>
                      <a:pt x="518" y="213"/>
                    </a:lnTo>
                    <a:lnTo>
                      <a:pt x="522" y="211"/>
                    </a:lnTo>
                    <a:lnTo>
                      <a:pt x="527" y="209"/>
                    </a:lnTo>
                    <a:lnTo>
                      <a:pt x="531" y="209"/>
                    </a:lnTo>
                    <a:lnTo>
                      <a:pt x="535" y="207"/>
                    </a:lnTo>
                    <a:lnTo>
                      <a:pt x="537" y="207"/>
                    </a:lnTo>
                    <a:lnTo>
                      <a:pt x="539" y="205"/>
                    </a:lnTo>
                    <a:lnTo>
                      <a:pt x="539" y="205"/>
                    </a:lnTo>
                    <a:lnTo>
                      <a:pt x="539" y="204"/>
                    </a:lnTo>
                    <a:lnTo>
                      <a:pt x="537" y="202"/>
                    </a:lnTo>
                    <a:lnTo>
                      <a:pt x="535" y="200"/>
                    </a:lnTo>
                    <a:lnTo>
                      <a:pt x="532" y="198"/>
                    </a:lnTo>
                    <a:lnTo>
                      <a:pt x="530" y="195"/>
                    </a:lnTo>
                    <a:lnTo>
                      <a:pt x="526" y="192"/>
                    </a:lnTo>
                    <a:lnTo>
                      <a:pt x="524" y="188"/>
                    </a:lnTo>
                    <a:lnTo>
                      <a:pt x="520" y="186"/>
                    </a:lnTo>
                    <a:lnTo>
                      <a:pt x="516" y="182"/>
                    </a:lnTo>
                    <a:lnTo>
                      <a:pt x="512" y="179"/>
                    </a:lnTo>
                    <a:lnTo>
                      <a:pt x="510" y="175"/>
                    </a:lnTo>
                    <a:lnTo>
                      <a:pt x="505" y="173"/>
                    </a:lnTo>
                    <a:lnTo>
                      <a:pt x="504" y="171"/>
                    </a:lnTo>
                    <a:lnTo>
                      <a:pt x="502" y="169"/>
                    </a:lnTo>
                    <a:lnTo>
                      <a:pt x="501" y="166"/>
                    </a:lnTo>
                    <a:lnTo>
                      <a:pt x="498" y="166"/>
                    </a:lnTo>
                    <a:lnTo>
                      <a:pt x="496" y="163"/>
                    </a:lnTo>
                    <a:lnTo>
                      <a:pt x="494" y="161"/>
                    </a:lnTo>
                    <a:lnTo>
                      <a:pt x="492" y="160"/>
                    </a:lnTo>
                    <a:lnTo>
                      <a:pt x="490" y="158"/>
                    </a:lnTo>
                    <a:lnTo>
                      <a:pt x="488" y="156"/>
                    </a:lnTo>
                    <a:lnTo>
                      <a:pt x="486" y="154"/>
                    </a:lnTo>
                    <a:lnTo>
                      <a:pt x="484" y="152"/>
                    </a:lnTo>
                    <a:lnTo>
                      <a:pt x="481" y="150"/>
                    </a:lnTo>
                    <a:lnTo>
                      <a:pt x="480" y="148"/>
                    </a:lnTo>
                    <a:lnTo>
                      <a:pt x="478" y="146"/>
                    </a:lnTo>
                    <a:lnTo>
                      <a:pt x="476" y="144"/>
                    </a:lnTo>
                    <a:lnTo>
                      <a:pt x="474" y="142"/>
                    </a:lnTo>
                    <a:lnTo>
                      <a:pt x="472" y="140"/>
                    </a:lnTo>
                    <a:lnTo>
                      <a:pt x="470" y="138"/>
                    </a:lnTo>
                    <a:lnTo>
                      <a:pt x="469" y="136"/>
                    </a:lnTo>
                    <a:lnTo>
                      <a:pt x="467" y="136"/>
                    </a:lnTo>
                    <a:lnTo>
                      <a:pt x="467" y="136"/>
                    </a:lnTo>
                    <a:lnTo>
                      <a:pt x="466" y="136"/>
                    </a:lnTo>
                    <a:lnTo>
                      <a:pt x="466" y="135"/>
                    </a:lnTo>
                    <a:lnTo>
                      <a:pt x="464" y="135"/>
                    </a:lnTo>
                    <a:lnTo>
                      <a:pt x="464" y="135"/>
                    </a:lnTo>
                    <a:lnTo>
                      <a:pt x="463" y="135"/>
                    </a:lnTo>
                    <a:lnTo>
                      <a:pt x="463" y="133"/>
                    </a:lnTo>
                    <a:lnTo>
                      <a:pt x="461" y="133"/>
                    </a:lnTo>
                    <a:lnTo>
                      <a:pt x="461" y="133"/>
                    </a:lnTo>
                    <a:lnTo>
                      <a:pt x="459" y="133"/>
                    </a:lnTo>
                    <a:lnTo>
                      <a:pt x="459" y="132"/>
                    </a:lnTo>
                    <a:lnTo>
                      <a:pt x="457" y="132"/>
                    </a:lnTo>
                    <a:lnTo>
                      <a:pt x="457" y="132"/>
                    </a:lnTo>
                    <a:lnTo>
                      <a:pt x="457" y="132"/>
                    </a:lnTo>
                    <a:lnTo>
                      <a:pt x="457" y="131"/>
                    </a:lnTo>
                    <a:lnTo>
                      <a:pt x="454" y="132"/>
                    </a:lnTo>
                    <a:lnTo>
                      <a:pt x="454" y="132"/>
                    </a:lnTo>
                    <a:lnTo>
                      <a:pt x="453" y="132"/>
                    </a:lnTo>
                    <a:lnTo>
                      <a:pt x="453" y="132"/>
                    </a:lnTo>
                    <a:lnTo>
                      <a:pt x="451" y="133"/>
                    </a:lnTo>
                    <a:lnTo>
                      <a:pt x="451" y="133"/>
                    </a:lnTo>
                    <a:lnTo>
                      <a:pt x="449" y="133"/>
                    </a:lnTo>
                    <a:lnTo>
                      <a:pt x="449" y="133"/>
                    </a:lnTo>
                    <a:lnTo>
                      <a:pt x="447" y="135"/>
                    </a:lnTo>
                    <a:lnTo>
                      <a:pt x="447" y="135"/>
                    </a:lnTo>
                    <a:lnTo>
                      <a:pt x="445" y="135"/>
                    </a:lnTo>
                    <a:lnTo>
                      <a:pt x="445" y="135"/>
                    </a:lnTo>
                    <a:lnTo>
                      <a:pt x="443" y="136"/>
                    </a:lnTo>
                    <a:lnTo>
                      <a:pt x="443" y="136"/>
                    </a:lnTo>
                    <a:lnTo>
                      <a:pt x="443" y="136"/>
                    </a:lnTo>
                    <a:lnTo>
                      <a:pt x="443" y="136"/>
                    </a:lnTo>
                    <a:lnTo>
                      <a:pt x="441" y="138"/>
                    </a:lnTo>
                    <a:lnTo>
                      <a:pt x="441" y="138"/>
                    </a:lnTo>
                    <a:lnTo>
                      <a:pt x="439" y="139"/>
                    </a:lnTo>
                    <a:lnTo>
                      <a:pt x="439" y="139"/>
                    </a:lnTo>
                    <a:lnTo>
                      <a:pt x="437" y="141"/>
                    </a:lnTo>
                    <a:lnTo>
                      <a:pt x="437" y="141"/>
                    </a:lnTo>
                    <a:lnTo>
                      <a:pt x="437" y="141"/>
                    </a:lnTo>
                    <a:lnTo>
                      <a:pt x="437" y="141"/>
                    </a:lnTo>
                    <a:lnTo>
                      <a:pt x="435" y="143"/>
                    </a:lnTo>
                    <a:lnTo>
                      <a:pt x="435" y="143"/>
                    </a:lnTo>
                    <a:lnTo>
                      <a:pt x="434" y="144"/>
                    </a:lnTo>
                    <a:lnTo>
                      <a:pt x="434" y="144"/>
                    </a:lnTo>
                    <a:lnTo>
                      <a:pt x="432" y="145"/>
                    </a:lnTo>
                    <a:lnTo>
                      <a:pt x="432" y="145"/>
                    </a:lnTo>
                    <a:lnTo>
                      <a:pt x="432" y="145"/>
                    </a:lnTo>
                    <a:lnTo>
                      <a:pt x="432" y="145"/>
                    </a:lnTo>
                    <a:lnTo>
                      <a:pt x="430" y="147"/>
                    </a:lnTo>
                    <a:lnTo>
                      <a:pt x="430" y="147"/>
                    </a:lnTo>
                    <a:lnTo>
                      <a:pt x="430" y="148"/>
                    </a:lnTo>
                    <a:lnTo>
                      <a:pt x="430" y="148"/>
                    </a:lnTo>
                    <a:lnTo>
                      <a:pt x="428" y="150"/>
                    </a:lnTo>
                    <a:lnTo>
                      <a:pt x="428" y="150"/>
                    </a:lnTo>
                    <a:lnTo>
                      <a:pt x="427" y="150"/>
                    </a:lnTo>
                    <a:lnTo>
                      <a:pt x="427" y="150"/>
                    </a:lnTo>
                    <a:lnTo>
                      <a:pt x="425" y="152"/>
                    </a:lnTo>
                    <a:lnTo>
                      <a:pt x="425" y="152"/>
                    </a:lnTo>
                    <a:lnTo>
                      <a:pt x="423" y="152"/>
                    </a:lnTo>
                    <a:lnTo>
                      <a:pt x="423" y="152"/>
                    </a:lnTo>
                    <a:lnTo>
                      <a:pt x="421" y="153"/>
                    </a:lnTo>
                    <a:lnTo>
                      <a:pt x="421" y="153"/>
                    </a:lnTo>
                    <a:lnTo>
                      <a:pt x="421" y="153"/>
                    </a:lnTo>
                    <a:lnTo>
                      <a:pt x="421" y="153"/>
                    </a:lnTo>
                    <a:lnTo>
                      <a:pt x="418" y="155"/>
                    </a:lnTo>
                    <a:lnTo>
                      <a:pt x="416" y="155"/>
                    </a:lnTo>
                    <a:lnTo>
                      <a:pt x="414" y="156"/>
                    </a:lnTo>
                    <a:lnTo>
                      <a:pt x="413" y="156"/>
                    </a:lnTo>
                    <a:lnTo>
                      <a:pt x="409" y="158"/>
                    </a:lnTo>
                    <a:lnTo>
                      <a:pt x="407" y="158"/>
                    </a:lnTo>
                    <a:lnTo>
                      <a:pt x="405" y="158"/>
                    </a:lnTo>
                    <a:lnTo>
                      <a:pt x="403" y="158"/>
                    </a:lnTo>
                    <a:lnTo>
                      <a:pt x="400" y="160"/>
                    </a:lnTo>
                    <a:lnTo>
                      <a:pt x="398" y="160"/>
                    </a:lnTo>
                    <a:lnTo>
                      <a:pt x="396" y="160"/>
                    </a:lnTo>
                    <a:lnTo>
                      <a:pt x="394" y="160"/>
                    </a:lnTo>
                    <a:lnTo>
                      <a:pt x="392" y="160"/>
                    </a:lnTo>
                    <a:lnTo>
                      <a:pt x="391" y="160"/>
                    </a:lnTo>
                    <a:lnTo>
                      <a:pt x="388" y="160"/>
                    </a:lnTo>
                    <a:lnTo>
                      <a:pt x="388" y="159"/>
                    </a:lnTo>
                    <a:lnTo>
                      <a:pt x="384" y="159"/>
                    </a:lnTo>
                    <a:lnTo>
                      <a:pt x="383" y="159"/>
                    </a:lnTo>
                    <a:lnTo>
                      <a:pt x="380" y="159"/>
                    </a:lnTo>
                    <a:lnTo>
                      <a:pt x="378" y="157"/>
                    </a:lnTo>
                    <a:lnTo>
                      <a:pt x="374" y="157"/>
                    </a:lnTo>
                    <a:lnTo>
                      <a:pt x="372" y="155"/>
                    </a:lnTo>
                    <a:lnTo>
                      <a:pt x="369" y="155"/>
                    </a:lnTo>
                    <a:lnTo>
                      <a:pt x="367" y="153"/>
                    </a:lnTo>
                    <a:lnTo>
                      <a:pt x="363" y="153"/>
                    </a:lnTo>
                    <a:lnTo>
                      <a:pt x="361" y="151"/>
                    </a:lnTo>
                    <a:lnTo>
                      <a:pt x="358" y="151"/>
                    </a:lnTo>
                    <a:lnTo>
                      <a:pt x="356" y="149"/>
                    </a:lnTo>
                    <a:lnTo>
                      <a:pt x="354" y="149"/>
                    </a:lnTo>
                    <a:lnTo>
                      <a:pt x="352" y="147"/>
                    </a:lnTo>
                    <a:lnTo>
                      <a:pt x="349" y="146"/>
                    </a:lnTo>
                    <a:lnTo>
                      <a:pt x="348" y="144"/>
                    </a:lnTo>
                    <a:lnTo>
                      <a:pt x="346" y="144"/>
                    </a:lnTo>
                    <a:lnTo>
                      <a:pt x="346" y="144"/>
                    </a:lnTo>
                    <a:lnTo>
                      <a:pt x="344" y="144"/>
                    </a:lnTo>
                    <a:lnTo>
                      <a:pt x="344" y="141"/>
                    </a:lnTo>
                    <a:lnTo>
                      <a:pt x="342" y="141"/>
                    </a:lnTo>
                    <a:lnTo>
                      <a:pt x="342" y="139"/>
                    </a:lnTo>
                    <a:lnTo>
                      <a:pt x="342" y="139"/>
                    </a:lnTo>
                    <a:lnTo>
                      <a:pt x="342" y="138"/>
                    </a:lnTo>
                    <a:lnTo>
                      <a:pt x="340" y="138"/>
                    </a:lnTo>
                    <a:lnTo>
                      <a:pt x="340" y="136"/>
                    </a:lnTo>
                    <a:lnTo>
                      <a:pt x="340" y="136"/>
                    </a:lnTo>
                    <a:lnTo>
                      <a:pt x="340" y="134"/>
                    </a:lnTo>
                    <a:lnTo>
                      <a:pt x="340" y="134"/>
                    </a:lnTo>
                    <a:lnTo>
                      <a:pt x="340" y="132"/>
                    </a:lnTo>
                    <a:lnTo>
                      <a:pt x="340" y="130"/>
                    </a:lnTo>
                    <a:lnTo>
                      <a:pt x="340" y="128"/>
                    </a:lnTo>
                    <a:lnTo>
                      <a:pt x="339" y="128"/>
                    </a:lnTo>
                    <a:lnTo>
                      <a:pt x="339" y="126"/>
                    </a:lnTo>
                    <a:lnTo>
                      <a:pt x="339" y="125"/>
                    </a:lnTo>
                    <a:lnTo>
                      <a:pt x="339" y="123"/>
                    </a:lnTo>
                    <a:lnTo>
                      <a:pt x="339" y="122"/>
                    </a:lnTo>
                    <a:lnTo>
                      <a:pt x="339" y="119"/>
                    </a:lnTo>
                    <a:lnTo>
                      <a:pt x="339" y="117"/>
                    </a:lnTo>
                    <a:lnTo>
                      <a:pt x="340" y="116"/>
                    </a:lnTo>
                    <a:lnTo>
                      <a:pt x="340" y="115"/>
                    </a:lnTo>
                    <a:lnTo>
                      <a:pt x="340" y="113"/>
                    </a:lnTo>
                    <a:lnTo>
                      <a:pt x="340" y="111"/>
                    </a:lnTo>
                    <a:lnTo>
                      <a:pt x="342" y="109"/>
                    </a:lnTo>
                    <a:lnTo>
                      <a:pt x="342" y="109"/>
                    </a:lnTo>
                    <a:lnTo>
                      <a:pt x="344" y="107"/>
                    </a:lnTo>
                    <a:lnTo>
                      <a:pt x="345" y="107"/>
                    </a:lnTo>
                    <a:lnTo>
                      <a:pt x="347" y="105"/>
                    </a:lnTo>
                    <a:lnTo>
                      <a:pt x="347" y="105"/>
                    </a:lnTo>
                    <a:lnTo>
                      <a:pt x="349" y="103"/>
                    </a:lnTo>
                    <a:lnTo>
                      <a:pt x="351" y="103"/>
                    </a:lnTo>
                    <a:lnTo>
                      <a:pt x="353" y="101"/>
                    </a:lnTo>
                    <a:lnTo>
                      <a:pt x="354" y="101"/>
                    </a:lnTo>
                    <a:lnTo>
                      <a:pt x="355" y="100"/>
                    </a:lnTo>
                    <a:lnTo>
                      <a:pt x="357" y="100"/>
                    </a:lnTo>
                    <a:lnTo>
                      <a:pt x="359" y="98"/>
                    </a:lnTo>
                    <a:lnTo>
                      <a:pt x="359" y="98"/>
                    </a:lnTo>
                    <a:lnTo>
                      <a:pt x="361" y="98"/>
                    </a:lnTo>
                    <a:lnTo>
                      <a:pt x="362" y="98"/>
                    </a:lnTo>
                    <a:lnTo>
                      <a:pt x="364" y="97"/>
                    </a:lnTo>
                    <a:lnTo>
                      <a:pt x="364" y="97"/>
                    </a:lnTo>
                    <a:lnTo>
                      <a:pt x="366" y="97"/>
                    </a:lnTo>
                    <a:lnTo>
                      <a:pt x="366" y="97"/>
                    </a:lnTo>
                    <a:lnTo>
                      <a:pt x="367" y="95"/>
                    </a:lnTo>
                    <a:lnTo>
                      <a:pt x="367" y="95"/>
                    </a:lnTo>
                    <a:lnTo>
                      <a:pt x="367" y="95"/>
                    </a:lnTo>
                    <a:lnTo>
                      <a:pt x="367" y="95"/>
                    </a:lnTo>
                    <a:lnTo>
                      <a:pt x="368" y="95"/>
                    </a:lnTo>
                    <a:lnTo>
                      <a:pt x="368" y="95"/>
                    </a:lnTo>
                    <a:lnTo>
                      <a:pt x="370" y="95"/>
                    </a:lnTo>
                    <a:lnTo>
                      <a:pt x="371" y="95"/>
                    </a:lnTo>
                    <a:lnTo>
                      <a:pt x="374" y="95"/>
                    </a:lnTo>
                    <a:lnTo>
                      <a:pt x="374" y="95"/>
                    </a:lnTo>
                    <a:lnTo>
                      <a:pt x="376" y="95"/>
                    </a:lnTo>
                    <a:lnTo>
                      <a:pt x="376" y="95"/>
                    </a:lnTo>
                    <a:lnTo>
                      <a:pt x="378" y="95"/>
                    </a:lnTo>
                    <a:lnTo>
                      <a:pt x="378" y="95"/>
                    </a:lnTo>
                    <a:lnTo>
                      <a:pt x="379" y="95"/>
                    </a:lnTo>
                    <a:lnTo>
                      <a:pt x="379" y="95"/>
                    </a:lnTo>
                    <a:lnTo>
                      <a:pt x="381" y="95"/>
                    </a:lnTo>
                    <a:lnTo>
                      <a:pt x="381" y="95"/>
                    </a:lnTo>
                  </a:path>
                </a:pathLst>
              </a:custGeom>
              <a:solidFill>
                <a:srgbClr val="3fc0ff"/>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26" name=""/>
              <p:cNvSpPr/>
              <p:nvPr/>
            </p:nvSpPr>
            <p:spPr>
              <a:xfrm>
                <a:off x="6232680" y="6515280"/>
                <a:ext cx="850680" cy="372960"/>
              </a:xfrm>
              <a:custGeom>
                <a:avLst/>
                <a:gdLst/>
                <a:ahLst/>
                <a:rect l="l" t="t" r="r" b="b"/>
                <a:pathLst>
                  <a:path w="536" h="235">
                    <a:moveTo>
                      <a:pt x="0" y="0"/>
                    </a:moveTo>
                    <a:lnTo>
                      <a:pt x="0" y="34"/>
                    </a:lnTo>
                    <a:lnTo>
                      <a:pt x="193" y="234"/>
                    </a:lnTo>
                    <a:lnTo>
                      <a:pt x="535" y="118"/>
                    </a:lnTo>
                    <a:lnTo>
                      <a:pt x="532" y="80"/>
                    </a:lnTo>
                    <a:lnTo>
                      <a:pt x="193" y="194"/>
                    </a:lnTo>
                    <a:lnTo>
                      <a:pt x="0" y="0"/>
                    </a:lnTo>
                    <a:lnTo>
                      <a:pt x="0" y="0"/>
                    </a:lnTo>
                  </a:path>
                </a:pathLst>
              </a:custGeom>
              <a:solidFill>
                <a:srgbClr val="4000a2"/>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Tree>
  </p:cSld>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927" name=""/>
          <p:cNvGrpSpPr/>
          <p:nvPr/>
        </p:nvGrpSpPr>
        <p:grpSpPr>
          <a:xfrm>
            <a:off x="538200" y="-7920"/>
            <a:ext cx="9456840" cy="8099280"/>
            <a:chOff x="538200" y="-7920"/>
            <a:chExt cx="9456840" cy="8099280"/>
          </a:xfrm>
        </p:grpSpPr>
        <p:sp>
          <p:nvSpPr>
            <p:cNvPr id="1928"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929" name=""/>
            <p:cNvGrpSpPr/>
            <p:nvPr/>
          </p:nvGrpSpPr>
          <p:grpSpPr>
            <a:xfrm>
              <a:off x="538200" y="727200"/>
              <a:ext cx="1542960" cy="1599840"/>
              <a:chOff x="538200" y="727200"/>
              <a:chExt cx="1542960" cy="1599840"/>
            </a:xfrm>
          </p:grpSpPr>
          <p:sp>
            <p:nvSpPr>
              <p:cNvPr id="1930"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931" name="" descr=""/>
              <p:cNvPicPr/>
              <p:nvPr/>
            </p:nvPicPr>
            <p:blipFill>
              <a:blip r:embed="rId1"/>
              <a:stretch/>
            </p:blipFill>
            <p:spPr>
              <a:xfrm>
                <a:off x="568440" y="779400"/>
                <a:ext cx="1430280" cy="1460520"/>
              </a:xfrm>
              <a:prstGeom prst="rect">
                <a:avLst/>
              </a:prstGeom>
              <a:noFill/>
              <a:ln w="0">
                <a:noFill/>
              </a:ln>
            </p:spPr>
          </p:pic>
          <p:sp>
            <p:nvSpPr>
              <p:cNvPr id="1932"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33"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934"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935"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936"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937"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BSE Prevention: Feed Ban</a:t>
            </a:r>
            <a:endParaRPr b="0" lang="en-IN" sz="4200" strike="noStrike" u="none">
              <a:solidFill>
                <a:srgbClr val="ffffff"/>
              </a:solidFill>
              <a:effectLst/>
              <a:uFillTx/>
              <a:latin typeface="Times New Roman"/>
            </a:endParaRPr>
          </a:p>
        </p:txBody>
      </p:sp>
      <p:sp>
        <p:nvSpPr>
          <p:cNvPr id="1938" name=""/>
          <p:cNvSpPr/>
          <p:nvPr/>
        </p:nvSpPr>
        <p:spPr>
          <a:xfrm>
            <a:off x="1479600" y="2503440"/>
            <a:ext cx="8750160" cy="533736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FDA Authority</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Prohibited to feed most mammalian proteins to ruminants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Exceptions:</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milk</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blood</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gelatin</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plate waste</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pure equine/pure porcine</a:t>
            </a:r>
            <a:endParaRPr b="0" lang="en-IN" sz="3200" strike="noStrike" u="none">
              <a:solidFill>
                <a:srgbClr val="ffffff"/>
              </a:solidFill>
              <a:effectLst/>
              <a:uFillTx/>
              <a:latin typeface="Times New Roman"/>
            </a:endParaRPr>
          </a:p>
        </p:txBody>
      </p:sp>
    </p:spTree>
  </p:cSld>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1939" name=""/>
          <p:cNvGrpSpPr/>
          <p:nvPr/>
        </p:nvGrpSpPr>
        <p:grpSpPr>
          <a:xfrm>
            <a:off x="538200" y="-7920"/>
            <a:ext cx="9456840" cy="8099280"/>
            <a:chOff x="538200" y="-7920"/>
            <a:chExt cx="9456840" cy="8099280"/>
          </a:xfrm>
        </p:grpSpPr>
        <p:sp>
          <p:nvSpPr>
            <p:cNvPr id="1940"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941" name=""/>
            <p:cNvGrpSpPr/>
            <p:nvPr/>
          </p:nvGrpSpPr>
          <p:grpSpPr>
            <a:xfrm>
              <a:off x="538200" y="727200"/>
              <a:ext cx="1542960" cy="1599840"/>
              <a:chOff x="538200" y="727200"/>
              <a:chExt cx="1542960" cy="1599840"/>
            </a:xfrm>
          </p:grpSpPr>
          <p:sp>
            <p:nvSpPr>
              <p:cNvPr id="1942"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1943" name="" descr=""/>
              <p:cNvPicPr/>
              <p:nvPr/>
            </p:nvPicPr>
            <p:blipFill>
              <a:blip r:embed="rId1"/>
              <a:stretch/>
            </p:blipFill>
            <p:spPr>
              <a:xfrm>
                <a:off x="568440" y="779400"/>
                <a:ext cx="1430280" cy="1460520"/>
              </a:xfrm>
              <a:prstGeom prst="rect">
                <a:avLst/>
              </a:prstGeom>
              <a:noFill/>
              <a:ln w="0">
                <a:noFill/>
              </a:ln>
            </p:spPr>
          </p:pic>
          <p:sp>
            <p:nvSpPr>
              <p:cNvPr id="1944"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45"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946"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947"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948"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1949"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BSE in Sheep: Research (Foster et. al.)</a:t>
            </a:r>
            <a:endParaRPr b="0" lang="en-IN" sz="4200" strike="noStrike" u="none">
              <a:solidFill>
                <a:srgbClr val="ffffff"/>
              </a:solidFill>
              <a:effectLst/>
              <a:uFillTx/>
              <a:latin typeface="Times New Roman"/>
            </a:endParaRPr>
          </a:p>
        </p:txBody>
      </p:sp>
      <p:sp>
        <p:nvSpPr>
          <p:cNvPr id="1950" name=""/>
          <p:cNvSpPr/>
          <p:nvPr/>
        </p:nvSpPr>
        <p:spPr>
          <a:xfrm>
            <a:off x="4900680" y="2590920"/>
            <a:ext cx="825480" cy="4712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900" strike="noStrike" u="none">
                <a:solidFill>
                  <a:srgbClr val="ffffff"/>
                </a:solidFill>
                <a:effectLst/>
                <a:uFillTx/>
                <a:latin typeface="Arial"/>
              </a:rPr>
              <a:t>BSE</a:t>
            </a:r>
            <a:endParaRPr b="0" lang="en-IN" sz="2900" strike="noStrike" u="none">
              <a:solidFill>
                <a:srgbClr val="ffffff"/>
              </a:solidFill>
              <a:effectLst/>
              <a:uFillTx/>
              <a:latin typeface="Times New Roman"/>
            </a:endParaRPr>
          </a:p>
        </p:txBody>
      </p:sp>
      <p:grpSp>
        <p:nvGrpSpPr>
          <p:cNvPr id="1951" name=""/>
          <p:cNvGrpSpPr/>
          <p:nvPr/>
        </p:nvGrpSpPr>
        <p:grpSpPr>
          <a:xfrm>
            <a:off x="2714760" y="3529080"/>
            <a:ext cx="1155600" cy="914400"/>
            <a:chOff x="2714760" y="3529080"/>
            <a:chExt cx="1155600" cy="914400"/>
          </a:xfrm>
        </p:grpSpPr>
        <p:sp>
          <p:nvSpPr>
            <p:cNvPr id="1952" name=""/>
            <p:cNvSpPr/>
            <p:nvPr/>
          </p:nvSpPr>
          <p:spPr>
            <a:xfrm>
              <a:off x="2714760" y="3573360"/>
              <a:ext cx="223560" cy="201600"/>
            </a:xfrm>
            <a:custGeom>
              <a:avLst/>
              <a:gdLst/>
              <a:ahLst/>
              <a:rect l="l" t="t" r="r" b="b"/>
              <a:pathLst>
                <a:path w="141" h="127">
                  <a:moveTo>
                    <a:pt x="43" y="28"/>
                  </a:moveTo>
                  <a:lnTo>
                    <a:pt x="41" y="30"/>
                  </a:lnTo>
                  <a:lnTo>
                    <a:pt x="41" y="31"/>
                  </a:lnTo>
                  <a:lnTo>
                    <a:pt x="39" y="31"/>
                  </a:lnTo>
                  <a:lnTo>
                    <a:pt x="38" y="32"/>
                  </a:lnTo>
                  <a:lnTo>
                    <a:pt x="36" y="32"/>
                  </a:lnTo>
                  <a:lnTo>
                    <a:pt x="34" y="36"/>
                  </a:lnTo>
                  <a:lnTo>
                    <a:pt x="30" y="39"/>
                  </a:lnTo>
                  <a:lnTo>
                    <a:pt x="29" y="39"/>
                  </a:lnTo>
                  <a:lnTo>
                    <a:pt x="25" y="41"/>
                  </a:lnTo>
                  <a:lnTo>
                    <a:pt x="25" y="43"/>
                  </a:lnTo>
                  <a:lnTo>
                    <a:pt x="23" y="44"/>
                  </a:lnTo>
                  <a:lnTo>
                    <a:pt x="22" y="48"/>
                  </a:lnTo>
                  <a:lnTo>
                    <a:pt x="20" y="48"/>
                  </a:lnTo>
                  <a:lnTo>
                    <a:pt x="17" y="48"/>
                  </a:lnTo>
                  <a:lnTo>
                    <a:pt x="16" y="53"/>
                  </a:lnTo>
                  <a:lnTo>
                    <a:pt x="16" y="54"/>
                  </a:lnTo>
                  <a:lnTo>
                    <a:pt x="13" y="55"/>
                  </a:lnTo>
                  <a:lnTo>
                    <a:pt x="11" y="58"/>
                  </a:lnTo>
                  <a:lnTo>
                    <a:pt x="11" y="58"/>
                  </a:lnTo>
                  <a:lnTo>
                    <a:pt x="5" y="61"/>
                  </a:lnTo>
                  <a:lnTo>
                    <a:pt x="4" y="63"/>
                  </a:lnTo>
                  <a:lnTo>
                    <a:pt x="4" y="65"/>
                  </a:lnTo>
                  <a:lnTo>
                    <a:pt x="3" y="66"/>
                  </a:lnTo>
                  <a:lnTo>
                    <a:pt x="3" y="68"/>
                  </a:lnTo>
                  <a:lnTo>
                    <a:pt x="3" y="68"/>
                  </a:lnTo>
                  <a:lnTo>
                    <a:pt x="2" y="69"/>
                  </a:lnTo>
                  <a:lnTo>
                    <a:pt x="1" y="73"/>
                  </a:lnTo>
                  <a:lnTo>
                    <a:pt x="0" y="77"/>
                  </a:lnTo>
                  <a:lnTo>
                    <a:pt x="0" y="80"/>
                  </a:lnTo>
                  <a:lnTo>
                    <a:pt x="0" y="80"/>
                  </a:lnTo>
                  <a:lnTo>
                    <a:pt x="0" y="83"/>
                  </a:lnTo>
                  <a:lnTo>
                    <a:pt x="0" y="87"/>
                  </a:lnTo>
                  <a:lnTo>
                    <a:pt x="0" y="89"/>
                  </a:lnTo>
                  <a:lnTo>
                    <a:pt x="0" y="89"/>
                  </a:lnTo>
                  <a:lnTo>
                    <a:pt x="0" y="91"/>
                  </a:lnTo>
                  <a:lnTo>
                    <a:pt x="0" y="93"/>
                  </a:lnTo>
                  <a:lnTo>
                    <a:pt x="0" y="95"/>
                  </a:lnTo>
                  <a:lnTo>
                    <a:pt x="0" y="98"/>
                  </a:lnTo>
                  <a:lnTo>
                    <a:pt x="0" y="99"/>
                  </a:lnTo>
                  <a:lnTo>
                    <a:pt x="0" y="101"/>
                  </a:lnTo>
                  <a:lnTo>
                    <a:pt x="0" y="102"/>
                  </a:lnTo>
                  <a:lnTo>
                    <a:pt x="0" y="104"/>
                  </a:lnTo>
                  <a:lnTo>
                    <a:pt x="0" y="104"/>
                  </a:lnTo>
                  <a:lnTo>
                    <a:pt x="0" y="104"/>
                  </a:lnTo>
                  <a:lnTo>
                    <a:pt x="0" y="108"/>
                  </a:lnTo>
                  <a:lnTo>
                    <a:pt x="0" y="108"/>
                  </a:lnTo>
                  <a:lnTo>
                    <a:pt x="0" y="109"/>
                  </a:lnTo>
                  <a:lnTo>
                    <a:pt x="0" y="109"/>
                  </a:lnTo>
                  <a:lnTo>
                    <a:pt x="1" y="113"/>
                  </a:lnTo>
                  <a:lnTo>
                    <a:pt x="1" y="113"/>
                  </a:lnTo>
                  <a:lnTo>
                    <a:pt x="2" y="114"/>
                  </a:lnTo>
                  <a:lnTo>
                    <a:pt x="3" y="116"/>
                  </a:lnTo>
                  <a:lnTo>
                    <a:pt x="3" y="119"/>
                  </a:lnTo>
                  <a:lnTo>
                    <a:pt x="4" y="119"/>
                  </a:lnTo>
                  <a:lnTo>
                    <a:pt x="5" y="119"/>
                  </a:lnTo>
                  <a:lnTo>
                    <a:pt x="11" y="119"/>
                  </a:lnTo>
                  <a:lnTo>
                    <a:pt x="11" y="119"/>
                  </a:lnTo>
                  <a:lnTo>
                    <a:pt x="11" y="119"/>
                  </a:lnTo>
                  <a:lnTo>
                    <a:pt x="13" y="119"/>
                  </a:lnTo>
                  <a:lnTo>
                    <a:pt x="13" y="119"/>
                  </a:lnTo>
                  <a:lnTo>
                    <a:pt x="16" y="119"/>
                  </a:lnTo>
                  <a:lnTo>
                    <a:pt x="16" y="119"/>
                  </a:lnTo>
                  <a:lnTo>
                    <a:pt x="16" y="119"/>
                  </a:lnTo>
                  <a:lnTo>
                    <a:pt x="16" y="119"/>
                  </a:lnTo>
                  <a:lnTo>
                    <a:pt x="16" y="119"/>
                  </a:lnTo>
                  <a:lnTo>
                    <a:pt x="16" y="119"/>
                  </a:lnTo>
                  <a:lnTo>
                    <a:pt x="16" y="121"/>
                  </a:lnTo>
                  <a:lnTo>
                    <a:pt x="17" y="124"/>
                  </a:lnTo>
                  <a:lnTo>
                    <a:pt x="18" y="124"/>
                  </a:lnTo>
                  <a:lnTo>
                    <a:pt x="20" y="126"/>
                  </a:lnTo>
                  <a:lnTo>
                    <a:pt x="20" y="126"/>
                  </a:lnTo>
                  <a:lnTo>
                    <a:pt x="20" y="126"/>
                  </a:lnTo>
                  <a:lnTo>
                    <a:pt x="20" y="126"/>
                  </a:lnTo>
                  <a:lnTo>
                    <a:pt x="23" y="126"/>
                  </a:lnTo>
                  <a:lnTo>
                    <a:pt x="23" y="126"/>
                  </a:lnTo>
                  <a:lnTo>
                    <a:pt x="23" y="126"/>
                  </a:lnTo>
                  <a:lnTo>
                    <a:pt x="23" y="126"/>
                  </a:lnTo>
                  <a:lnTo>
                    <a:pt x="23" y="126"/>
                  </a:lnTo>
                  <a:lnTo>
                    <a:pt x="23" y="126"/>
                  </a:lnTo>
                  <a:lnTo>
                    <a:pt x="25" y="126"/>
                  </a:lnTo>
                  <a:lnTo>
                    <a:pt x="25" y="126"/>
                  </a:lnTo>
                  <a:lnTo>
                    <a:pt x="25" y="126"/>
                  </a:lnTo>
                  <a:lnTo>
                    <a:pt x="29" y="126"/>
                  </a:lnTo>
                  <a:lnTo>
                    <a:pt x="30" y="126"/>
                  </a:lnTo>
                  <a:lnTo>
                    <a:pt x="30" y="126"/>
                  </a:lnTo>
                  <a:lnTo>
                    <a:pt x="36" y="126"/>
                  </a:lnTo>
                  <a:lnTo>
                    <a:pt x="36" y="126"/>
                  </a:lnTo>
                  <a:lnTo>
                    <a:pt x="38" y="126"/>
                  </a:lnTo>
                  <a:lnTo>
                    <a:pt x="41" y="126"/>
                  </a:lnTo>
                  <a:lnTo>
                    <a:pt x="41" y="126"/>
                  </a:lnTo>
                  <a:lnTo>
                    <a:pt x="43" y="124"/>
                  </a:lnTo>
                  <a:lnTo>
                    <a:pt x="43" y="122"/>
                  </a:lnTo>
                  <a:lnTo>
                    <a:pt x="43" y="121"/>
                  </a:lnTo>
                  <a:lnTo>
                    <a:pt x="45" y="119"/>
                  </a:lnTo>
                  <a:lnTo>
                    <a:pt x="45" y="119"/>
                  </a:lnTo>
                  <a:lnTo>
                    <a:pt x="47" y="119"/>
                  </a:lnTo>
                  <a:lnTo>
                    <a:pt x="48" y="119"/>
                  </a:lnTo>
                  <a:lnTo>
                    <a:pt x="48" y="119"/>
                  </a:lnTo>
                  <a:lnTo>
                    <a:pt x="51" y="119"/>
                  </a:lnTo>
                  <a:lnTo>
                    <a:pt x="52" y="119"/>
                  </a:lnTo>
                  <a:lnTo>
                    <a:pt x="53" y="119"/>
                  </a:lnTo>
                  <a:lnTo>
                    <a:pt x="57" y="119"/>
                  </a:lnTo>
                  <a:lnTo>
                    <a:pt x="57" y="116"/>
                  </a:lnTo>
                  <a:lnTo>
                    <a:pt x="57" y="116"/>
                  </a:lnTo>
                  <a:lnTo>
                    <a:pt x="58" y="116"/>
                  </a:lnTo>
                  <a:lnTo>
                    <a:pt x="61" y="116"/>
                  </a:lnTo>
                  <a:lnTo>
                    <a:pt x="61" y="116"/>
                  </a:lnTo>
                  <a:lnTo>
                    <a:pt x="62" y="116"/>
                  </a:lnTo>
                  <a:lnTo>
                    <a:pt x="63" y="116"/>
                  </a:lnTo>
                  <a:lnTo>
                    <a:pt x="67" y="116"/>
                  </a:lnTo>
                  <a:lnTo>
                    <a:pt x="67" y="116"/>
                  </a:lnTo>
                  <a:lnTo>
                    <a:pt x="68" y="116"/>
                  </a:lnTo>
                  <a:lnTo>
                    <a:pt x="73" y="116"/>
                  </a:lnTo>
                  <a:lnTo>
                    <a:pt x="74" y="116"/>
                  </a:lnTo>
                  <a:lnTo>
                    <a:pt x="76" y="116"/>
                  </a:lnTo>
                  <a:lnTo>
                    <a:pt x="76" y="116"/>
                  </a:lnTo>
                  <a:lnTo>
                    <a:pt x="76" y="116"/>
                  </a:lnTo>
                  <a:lnTo>
                    <a:pt x="81" y="116"/>
                  </a:lnTo>
                  <a:lnTo>
                    <a:pt x="82" y="116"/>
                  </a:lnTo>
                  <a:lnTo>
                    <a:pt x="82" y="116"/>
                  </a:lnTo>
                  <a:lnTo>
                    <a:pt x="84" y="116"/>
                  </a:lnTo>
                  <a:lnTo>
                    <a:pt x="84" y="116"/>
                  </a:lnTo>
                  <a:lnTo>
                    <a:pt x="86" y="119"/>
                  </a:lnTo>
                  <a:lnTo>
                    <a:pt x="87" y="119"/>
                  </a:lnTo>
                  <a:lnTo>
                    <a:pt x="87" y="119"/>
                  </a:lnTo>
                  <a:lnTo>
                    <a:pt x="90" y="119"/>
                  </a:lnTo>
                  <a:lnTo>
                    <a:pt x="93" y="121"/>
                  </a:lnTo>
                  <a:lnTo>
                    <a:pt x="95" y="122"/>
                  </a:lnTo>
                  <a:lnTo>
                    <a:pt x="98" y="124"/>
                  </a:lnTo>
                  <a:lnTo>
                    <a:pt x="103" y="124"/>
                  </a:lnTo>
                  <a:lnTo>
                    <a:pt x="104" y="124"/>
                  </a:lnTo>
                  <a:lnTo>
                    <a:pt x="106" y="124"/>
                  </a:lnTo>
                  <a:lnTo>
                    <a:pt x="113" y="124"/>
                  </a:lnTo>
                  <a:lnTo>
                    <a:pt x="115" y="124"/>
                  </a:lnTo>
                  <a:lnTo>
                    <a:pt x="118" y="122"/>
                  </a:lnTo>
                  <a:lnTo>
                    <a:pt x="123" y="121"/>
                  </a:lnTo>
                  <a:lnTo>
                    <a:pt x="125" y="119"/>
                  </a:lnTo>
                  <a:lnTo>
                    <a:pt x="128" y="119"/>
                  </a:lnTo>
                  <a:lnTo>
                    <a:pt x="128" y="119"/>
                  </a:lnTo>
                  <a:lnTo>
                    <a:pt x="129" y="116"/>
                  </a:lnTo>
                  <a:lnTo>
                    <a:pt x="130" y="114"/>
                  </a:lnTo>
                  <a:lnTo>
                    <a:pt x="133" y="109"/>
                  </a:lnTo>
                  <a:lnTo>
                    <a:pt x="136" y="104"/>
                  </a:lnTo>
                  <a:lnTo>
                    <a:pt x="137" y="98"/>
                  </a:lnTo>
                  <a:lnTo>
                    <a:pt x="137" y="89"/>
                  </a:lnTo>
                  <a:lnTo>
                    <a:pt x="138" y="80"/>
                  </a:lnTo>
                  <a:lnTo>
                    <a:pt x="139" y="68"/>
                  </a:lnTo>
                  <a:lnTo>
                    <a:pt x="140" y="58"/>
                  </a:lnTo>
                  <a:lnTo>
                    <a:pt x="139" y="48"/>
                  </a:lnTo>
                  <a:lnTo>
                    <a:pt x="138" y="39"/>
                  </a:lnTo>
                  <a:lnTo>
                    <a:pt x="137" y="27"/>
                  </a:lnTo>
                  <a:lnTo>
                    <a:pt x="136" y="18"/>
                  </a:lnTo>
                  <a:lnTo>
                    <a:pt x="129" y="12"/>
                  </a:lnTo>
                  <a:lnTo>
                    <a:pt x="126" y="7"/>
                  </a:lnTo>
                  <a:lnTo>
                    <a:pt x="120" y="1"/>
                  </a:lnTo>
                  <a:lnTo>
                    <a:pt x="113" y="0"/>
                  </a:lnTo>
                  <a:lnTo>
                    <a:pt x="106" y="0"/>
                  </a:lnTo>
                  <a:lnTo>
                    <a:pt x="104" y="0"/>
                  </a:lnTo>
                  <a:lnTo>
                    <a:pt x="101" y="0"/>
                  </a:lnTo>
                  <a:lnTo>
                    <a:pt x="95" y="0"/>
                  </a:lnTo>
                  <a:lnTo>
                    <a:pt x="93" y="0"/>
                  </a:lnTo>
                  <a:lnTo>
                    <a:pt x="87" y="0"/>
                  </a:lnTo>
                  <a:lnTo>
                    <a:pt x="86" y="1"/>
                  </a:lnTo>
                  <a:lnTo>
                    <a:pt x="82" y="2"/>
                  </a:lnTo>
                  <a:lnTo>
                    <a:pt x="80" y="2"/>
                  </a:lnTo>
                  <a:lnTo>
                    <a:pt x="76" y="4"/>
                  </a:lnTo>
                  <a:lnTo>
                    <a:pt x="74" y="7"/>
                  </a:lnTo>
                  <a:lnTo>
                    <a:pt x="70" y="8"/>
                  </a:lnTo>
                  <a:lnTo>
                    <a:pt x="67" y="10"/>
                  </a:lnTo>
                  <a:lnTo>
                    <a:pt x="67" y="11"/>
                  </a:lnTo>
                  <a:lnTo>
                    <a:pt x="63" y="12"/>
                  </a:lnTo>
                  <a:lnTo>
                    <a:pt x="61" y="14"/>
                  </a:lnTo>
                  <a:lnTo>
                    <a:pt x="58" y="14"/>
                  </a:lnTo>
                  <a:lnTo>
                    <a:pt x="57" y="15"/>
                  </a:lnTo>
                  <a:lnTo>
                    <a:pt x="54" y="16"/>
                  </a:lnTo>
                  <a:lnTo>
                    <a:pt x="52" y="18"/>
                  </a:lnTo>
                  <a:lnTo>
                    <a:pt x="51" y="18"/>
                  </a:lnTo>
                  <a:lnTo>
                    <a:pt x="48" y="20"/>
                  </a:lnTo>
                  <a:lnTo>
                    <a:pt x="48" y="23"/>
                  </a:lnTo>
                  <a:lnTo>
                    <a:pt x="47" y="24"/>
                  </a:lnTo>
                  <a:lnTo>
                    <a:pt x="47" y="25"/>
                  </a:lnTo>
                  <a:lnTo>
                    <a:pt x="45" y="25"/>
                  </a:lnTo>
                  <a:lnTo>
                    <a:pt x="43" y="25"/>
                  </a:lnTo>
                  <a:lnTo>
                    <a:pt x="43" y="25"/>
                  </a:lnTo>
                  <a:lnTo>
                    <a:pt x="43" y="26"/>
                  </a:lnTo>
                  <a:lnTo>
                    <a:pt x="43" y="27"/>
                  </a:lnTo>
                  <a:lnTo>
                    <a:pt x="43" y="28"/>
                  </a:lnTo>
                  <a:lnTo>
                    <a:pt x="43" y="28"/>
                  </a:lnTo>
                  <a:lnTo>
                    <a:pt x="43" y="28"/>
                  </a:lnTo>
                </a:path>
              </a:pathLst>
            </a:custGeom>
            <a:solidFill>
              <a:srgbClr val="82c168"/>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53" name=""/>
            <p:cNvSpPr/>
            <p:nvPr/>
          </p:nvSpPr>
          <p:spPr>
            <a:xfrm>
              <a:off x="2714760" y="3632040"/>
              <a:ext cx="56880" cy="131760"/>
            </a:xfrm>
            <a:custGeom>
              <a:avLst/>
              <a:gdLst/>
              <a:ahLst/>
              <a:rect l="l" t="t" r="r" b="b"/>
              <a:pathLst>
                <a:path w="36" h="83">
                  <a:moveTo>
                    <a:pt x="35" y="0"/>
                  </a:moveTo>
                  <a:lnTo>
                    <a:pt x="32" y="2"/>
                  </a:lnTo>
                  <a:lnTo>
                    <a:pt x="30" y="2"/>
                  </a:lnTo>
                  <a:lnTo>
                    <a:pt x="29" y="6"/>
                  </a:lnTo>
                  <a:lnTo>
                    <a:pt x="25" y="11"/>
                  </a:lnTo>
                  <a:lnTo>
                    <a:pt x="25" y="16"/>
                  </a:lnTo>
                  <a:lnTo>
                    <a:pt x="23" y="19"/>
                  </a:lnTo>
                  <a:lnTo>
                    <a:pt x="23" y="21"/>
                  </a:lnTo>
                  <a:lnTo>
                    <a:pt x="23" y="26"/>
                  </a:lnTo>
                  <a:lnTo>
                    <a:pt x="24" y="26"/>
                  </a:lnTo>
                  <a:lnTo>
                    <a:pt x="25" y="28"/>
                  </a:lnTo>
                  <a:lnTo>
                    <a:pt x="25" y="29"/>
                  </a:lnTo>
                  <a:lnTo>
                    <a:pt x="25" y="29"/>
                  </a:lnTo>
                  <a:lnTo>
                    <a:pt x="25" y="31"/>
                  </a:lnTo>
                  <a:lnTo>
                    <a:pt x="25" y="31"/>
                  </a:lnTo>
                  <a:lnTo>
                    <a:pt x="25" y="34"/>
                  </a:lnTo>
                  <a:lnTo>
                    <a:pt x="28" y="40"/>
                  </a:lnTo>
                  <a:lnTo>
                    <a:pt x="29" y="43"/>
                  </a:lnTo>
                  <a:lnTo>
                    <a:pt x="29" y="46"/>
                  </a:lnTo>
                  <a:lnTo>
                    <a:pt x="29" y="52"/>
                  </a:lnTo>
                  <a:lnTo>
                    <a:pt x="29" y="54"/>
                  </a:lnTo>
                  <a:lnTo>
                    <a:pt x="25" y="58"/>
                  </a:lnTo>
                  <a:lnTo>
                    <a:pt x="25" y="61"/>
                  </a:lnTo>
                  <a:lnTo>
                    <a:pt x="25" y="62"/>
                  </a:lnTo>
                  <a:lnTo>
                    <a:pt x="23" y="65"/>
                  </a:lnTo>
                  <a:lnTo>
                    <a:pt x="23" y="65"/>
                  </a:lnTo>
                  <a:lnTo>
                    <a:pt x="20" y="67"/>
                  </a:lnTo>
                  <a:lnTo>
                    <a:pt x="17" y="71"/>
                  </a:lnTo>
                  <a:lnTo>
                    <a:pt x="16" y="72"/>
                  </a:lnTo>
                  <a:lnTo>
                    <a:pt x="13" y="76"/>
                  </a:lnTo>
                  <a:lnTo>
                    <a:pt x="12" y="78"/>
                  </a:lnTo>
                  <a:lnTo>
                    <a:pt x="11" y="79"/>
                  </a:lnTo>
                  <a:lnTo>
                    <a:pt x="12" y="82"/>
                  </a:lnTo>
                  <a:lnTo>
                    <a:pt x="11" y="82"/>
                  </a:lnTo>
                  <a:lnTo>
                    <a:pt x="11" y="82"/>
                  </a:lnTo>
                  <a:lnTo>
                    <a:pt x="5" y="82"/>
                  </a:lnTo>
                  <a:lnTo>
                    <a:pt x="5" y="82"/>
                  </a:lnTo>
                  <a:lnTo>
                    <a:pt x="4" y="82"/>
                  </a:lnTo>
                  <a:lnTo>
                    <a:pt x="3" y="79"/>
                  </a:lnTo>
                  <a:lnTo>
                    <a:pt x="3" y="79"/>
                  </a:lnTo>
                  <a:lnTo>
                    <a:pt x="2" y="76"/>
                  </a:lnTo>
                  <a:lnTo>
                    <a:pt x="1" y="72"/>
                  </a:lnTo>
                  <a:lnTo>
                    <a:pt x="1" y="72"/>
                  </a:lnTo>
                  <a:lnTo>
                    <a:pt x="1" y="72"/>
                  </a:lnTo>
                  <a:lnTo>
                    <a:pt x="1" y="71"/>
                  </a:lnTo>
                  <a:lnTo>
                    <a:pt x="1" y="67"/>
                  </a:lnTo>
                  <a:lnTo>
                    <a:pt x="0" y="67"/>
                  </a:lnTo>
                  <a:lnTo>
                    <a:pt x="0" y="67"/>
                  </a:lnTo>
                  <a:lnTo>
                    <a:pt x="0" y="65"/>
                  </a:lnTo>
                  <a:lnTo>
                    <a:pt x="0" y="65"/>
                  </a:lnTo>
                  <a:lnTo>
                    <a:pt x="0" y="62"/>
                  </a:lnTo>
                  <a:lnTo>
                    <a:pt x="0" y="61"/>
                  </a:lnTo>
                  <a:lnTo>
                    <a:pt x="0" y="58"/>
                  </a:lnTo>
                  <a:lnTo>
                    <a:pt x="0" y="56"/>
                  </a:lnTo>
                  <a:lnTo>
                    <a:pt x="0" y="54"/>
                  </a:lnTo>
                  <a:lnTo>
                    <a:pt x="0" y="52"/>
                  </a:lnTo>
                  <a:lnTo>
                    <a:pt x="0" y="52"/>
                  </a:lnTo>
                  <a:lnTo>
                    <a:pt x="0" y="43"/>
                  </a:lnTo>
                  <a:lnTo>
                    <a:pt x="0" y="40"/>
                  </a:lnTo>
                  <a:lnTo>
                    <a:pt x="2" y="34"/>
                  </a:lnTo>
                  <a:lnTo>
                    <a:pt x="3" y="31"/>
                  </a:lnTo>
                  <a:lnTo>
                    <a:pt x="3" y="29"/>
                  </a:lnTo>
                  <a:lnTo>
                    <a:pt x="4" y="28"/>
                  </a:lnTo>
                  <a:lnTo>
                    <a:pt x="5" y="26"/>
                  </a:lnTo>
                  <a:lnTo>
                    <a:pt x="5" y="26"/>
                  </a:lnTo>
                  <a:lnTo>
                    <a:pt x="11" y="24"/>
                  </a:lnTo>
                  <a:lnTo>
                    <a:pt x="11" y="21"/>
                  </a:lnTo>
                  <a:lnTo>
                    <a:pt x="13" y="21"/>
                  </a:lnTo>
                  <a:lnTo>
                    <a:pt x="16" y="17"/>
                  </a:lnTo>
                  <a:lnTo>
                    <a:pt x="17" y="16"/>
                  </a:lnTo>
                  <a:lnTo>
                    <a:pt x="20" y="11"/>
                  </a:lnTo>
                  <a:lnTo>
                    <a:pt x="23" y="11"/>
                  </a:lnTo>
                  <a:lnTo>
                    <a:pt x="23" y="10"/>
                  </a:lnTo>
                  <a:lnTo>
                    <a:pt x="25" y="6"/>
                  </a:lnTo>
                  <a:lnTo>
                    <a:pt x="25" y="4"/>
                  </a:lnTo>
                  <a:lnTo>
                    <a:pt x="29" y="2"/>
                  </a:lnTo>
                  <a:lnTo>
                    <a:pt x="30" y="2"/>
                  </a:lnTo>
                  <a:lnTo>
                    <a:pt x="30" y="2"/>
                  </a:lnTo>
                  <a:lnTo>
                    <a:pt x="30" y="2"/>
                  </a:lnTo>
                  <a:lnTo>
                    <a:pt x="34" y="1"/>
                  </a:lnTo>
                  <a:lnTo>
                    <a:pt x="35" y="0"/>
                  </a:lnTo>
                  <a:lnTo>
                    <a:pt x="35" y="0"/>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54" name=""/>
            <p:cNvSpPr/>
            <p:nvPr/>
          </p:nvSpPr>
          <p:spPr>
            <a:xfrm>
              <a:off x="2820960" y="3714840"/>
              <a:ext cx="34920" cy="14040"/>
            </a:xfrm>
            <a:custGeom>
              <a:avLst/>
              <a:gdLst/>
              <a:ahLst/>
              <a:rect l="l" t="t" r="r" b="b"/>
              <a:pathLst>
                <a:path w="22" h="9">
                  <a:moveTo>
                    <a:pt x="19" y="0"/>
                  </a:moveTo>
                  <a:lnTo>
                    <a:pt x="19" y="0"/>
                  </a:lnTo>
                  <a:lnTo>
                    <a:pt x="17" y="0"/>
                  </a:lnTo>
                  <a:lnTo>
                    <a:pt x="17" y="1"/>
                  </a:lnTo>
                  <a:lnTo>
                    <a:pt x="15" y="2"/>
                  </a:lnTo>
                  <a:lnTo>
                    <a:pt x="15" y="2"/>
                  </a:lnTo>
                  <a:lnTo>
                    <a:pt x="14" y="2"/>
                  </a:lnTo>
                  <a:lnTo>
                    <a:pt x="9" y="2"/>
                  </a:lnTo>
                  <a:lnTo>
                    <a:pt x="9" y="2"/>
                  </a:lnTo>
                  <a:lnTo>
                    <a:pt x="9" y="2"/>
                  </a:lnTo>
                  <a:lnTo>
                    <a:pt x="9" y="2"/>
                  </a:lnTo>
                  <a:lnTo>
                    <a:pt x="7" y="4"/>
                  </a:lnTo>
                  <a:lnTo>
                    <a:pt x="3" y="4"/>
                  </a:lnTo>
                  <a:lnTo>
                    <a:pt x="1" y="6"/>
                  </a:lnTo>
                  <a:lnTo>
                    <a:pt x="0" y="8"/>
                  </a:lnTo>
                  <a:lnTo>
                    <a:pt x="0" y="8"/>
                  </a:lnTo>
                  <a:lnTo>
                    <a:pt x="2" y="8"/>
                  </a:lnTo>
                  <a:lnTo>
                    <a:pt x="3" y="8"/>
                  </a:lnTo>
                  <a:lnTo>
                    <a:pt x="6" y="8"/>
                  </a:lnTo>
                  <a:lnTo>
                    <a:pt x="7" y="6"/>
                  </a:lnTo>
                  <a:lnTo>
                    <a:pt x="9" y="6"/>
                  </a:lnTo>
                  <a:lnTo>
                    <a:pt x="9" y="6"/>
                  </a:lnTo>
                  <a:lnTo>
                    <a:pt x="9" y="6"/>
                  </a:lnTo>
                  <a:lnTo>
                    <a:pt x="9" y="4"/>
                  </a:lnTo>
                  <a:lnTo>
                    <a:pt x="13" y="4"/>
                  </a:lnTo>
                  <a:lnTo>
                    <a:pt x="14" y="4"/>
                  </a:lnTo>
                  <a:lnTo>
                    <a:pt x="15" y="4"/>
                  </a:lnTo>
                  <a:lnTo>
                    <a:pt x="16" y="4"/>
                  </a:lnTo>
                  <a:lnTo>
                    <a:pt x="17" y="4"/>
                  </a:lnTo>
                  <a:lnTo>
                    <a:pt x="19" y="4"/>
                  </a:lnTo>
                  <a:lnTo>
                    <a:pt x="20" y="4"/>
                  </a:lnTo>
                  <a:lnTo>
                    <a:pt x="20" y="4"/>
                  </a:lnTo>
                  <a:lnTo>
                    <a:pt x="21" y="6"/>
                  </a:lnTo>
                  <a:lnTo>
                    <a:pt x="19" y="0"/>
                  </a:lnTo>
                  <a:lnTo>
                    <a:pt x="19" y="0"/>
                  </a:lnTo>
                </a:path>
              </a:pathLst>
            </a:custGeom>
            <a:solidFill>
              <a:srgbClr val="626200"/>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1955" name=""/>
            <p:cNvSpPr/>
            <p:nvPr/>
          </p:nvSpPr>
          <p:spPr>
            <a:xfrm>
              <a:off x="2852640" y="3598920"/>
              <a:ext cx="54000" cy="25200"/>
            </a:xfrm>
            <a:custGeom>
              <a:avLst/>
              <a:gdLst/>
              <a:ahLst/>
              <a:rect l="l" t="t" r="r" b="b"/>
              <a:pathLst>
                <a:path w="34" h="16">
                  <a:moveTo>
                    <a:pt x="31" y="4"/>
                  </a:moveTo>
                  <a:lnTo>
                    <a:pt x="31" y="2"/>
                  </a:lnTo>
                  <a:lnTo>
                    <a:pt x="29" y="2"/>
                  </a:lnTo>
                  <a:lnTo>
                    <a:pt x="28" y="2"/>
                  </a:lnTo>
                  <a:lnTo>
                    <a:pt x="26" y="0"/>
                  </a:lnTo>
                  <a:lnTo>
                    <a:pt x="21" y="0"/>
                  </a:lnTo>
                  <a:lnTo>
                    <a:pt x="19" y="0"/>
                  </a:lnTo>
                  <a:lnTo>
                    <a:pt x="18" y="0"/>
                  </a:lnTo>
                  <a:lnTo>
                    <a:pt x="17" y="0"/>
                  </a:lnTo>
                  <a:lnTo>
                    <a:pt x="16" y="0"/>
                  </a:lnTo>
                  <a:lnTo>
                    <a:pt x="16" y="0"/>
                  </a:lnTo>
                  <a:lnTo>
                    <a:pt x="14" y="2"/>
                  </a:lnTo>
                  <a:lnTo>
                    <a:pt x="11" y="2"/>
                  </a:lnTo>
                  <a:lnTo>
                    <a:pt x="11" y="2"/>
                  </a:lnTo>
                  <a:lnTo>
                    <a:pt x="11" y="2"/>
                  </a:lnTo>
                  <a:lnTo>
                    <a:pt x="8" y="4"/>
                  </a:lnTo>
                  <a:lnTo>
                    <a:pt x="8" y="7"/>
                  </a:lnTo>
                  <a:lnTo>
                    <a:pt x="6" y="8"/>
                  </a:lnTo>
                  <a:lnTo>
                    <a:pt x="6" y="9"/>
                  </a:lnTo>
                  <a:lnTo>
                    <a:pt x="4" y="9"/>
                  </a:lnTo>
                  <a:lnTo>
                    <a:pt x="3" y="10"/>
                  </a:lnTo>
                  <a:lnTo>
                    <a:pt x="1" y="12"/>
                  </a:lnTo>
                  <a:lnTo>
                    <a:pt x="0" y="15"/>
                  </a:lnTo>
                  <a:lnTo>
                    <a:pt x="0" y="15"/>
                  </a:lnTo>
                  <a:lnTo>
                    <a:pt x="1" y="15"/>
                  </a:lnTo>
                  <a:lnTo>
                    <a:pt x="3" y="15"/>
                  </a:lnTo>
                  <a:lnTo>
                    <a:pt x="4" y="15"/>
                  </a:lnTo>
                  <a:lnTo>
                    <a:pt x="6" y="15"/>
                  </a:lnTo>
                  <a:lnTo>
                    <a:pt x="6" y="14"/>
                  </a:lnTo>
                  <a:lnTo>
                    <a:pt x="6" y="12"/>
                  </a:lnTo>
                  <a:lnTo>
                    <a:pt x="8" y="12"/>
                  </a:lnTo>
                  <a:lnTo>
                    <a:pt x="8" y="10"/>
                  </a:lnTo>
                  <a:lnTo>
                    <a:pt x="8" y="9"/>
                  </a:lnTo>
                  <a:lnTo>
                    <a:pt x="10" y="9"/>
                  </a:lnTo>
                  <a:lnTo>
                    <a:pt x="11" y="9"/>
                  </a:lnTo>
                  <a:lnTo>
                    <a:pt x="11" y="8"/>
                  </a:lnTo>
                  <a:lnTo>
                    <a:pt x="14" y="7"/>
                  </a:lnTo>
                  <a:lnTo>
                    <a:pt x="16" y="2"/>
                  </a:lnTo>
                  <a:lnTo>
                    <a:pt x="17" y="2"/>
                  </a:lnTo>
                  <a:lnTo>
                    <a:pt x="18" y="2"/>
                  </a:lnTo>
                  <a:lnTo>
                    <a:pt x="19" y="2"/>
                  </a:lnTo>
                  <a:lnTo>
                    <a:pt x="21" y="4"/>
                  </a:lnTo>
                  <a:lnTo>
                    <a:pt x="26" y="7"/>
                  </a:lnTo>
                  <a:lnTo>
                    <a:pt x="28" y="8"/>
                  </a:lnTo>
                  <a:lnTo>
                    <a:pt x="29" y="8"/>
                  </a:lnTo>
                  <a:lnTo>
                    <a:pt x="31" y="8"/>
                  </a:lnTo>
                  <a:lnTo>
                    <a:pt x="33" y="8"/>
                  </a:lnTo>
                  <a:lnTo>
                    <a:pt x="33" y="7"/>
                  </a:lnTo>
                  <a:lnTo>
                    <a:pt x="31" y="4"/>
                  </a:lnTo>
                  <a:lnTo>
                    <a:pt x="31" y="4"/>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1956" name=""/>
            <p:cNvSpPr/>
            <p:nvPr/>
          </p:nvSpPr>
          <p:spPr>
            <a:xfrm>
              <a:off x="2879640" y="3597120"/>
              <a:ext cx="27000" cy="9720"/>
            </a:xfrm>
            <a:custGeom>
              <a:avLst/>
              <a:gdLst/>
              <a:ahLst/>
              <a:rect l="l" t="t" r="r" b="b"/>
              <a:pathLst>
                <a:path w="17" h="6">
                  <a:moveTo>
                    <a:pt x="0" y="1"/>
                  </a:moveTo>
                  <a:lnTo>
                    <a:pt x="0" y="1"/>
                  </a:lnTo>
                  <a:lnTo>
                    <a:pt x="1" y="1"/>
                  </a:lnTo>
                  <a:lnTo>
                    <a:pt x="2" y="1"/>
                  </a:lnTo>
                  <a:lnTo>
                    <a:pt x="4" y="1"/>
                  </a:lnTo>
                  <a:lnTo>
                    <a:pt x="9" y="3"/>
                  </a:lnTo>
                  <a:lnTo>
                    <a:pt x="10" y="3"/>
                  </a:lnTo>
                  <a:lnTo>
                    <a:pt x="11" y="3"/>
                  </a:lnTo>
                  <a:lnTo>
                    <a:pt x="14" y="3"/>
                  </a:lnTo>
                  <a:lnTo>
                    <a:pt x="14" y="5"/>
                  </a:lnTo>
                  <a:lnTo>
                    <a:pt x="16" y="3"/>
                  </a:lnTo>
                  <a:lnTo>
                    <a:pt x="14" y="3"/>
                  </a:lnTo>
                  <a:lnTo>
                    <a:pt x="12" y="3"/>
                  </a:lnTo>
                  <a:lnTo>
                    <a:pt x="11" y="3"/>
                  </a:lnTo>
                  <a:lnTo>
                    <a:pt x="9" y="1"/>
                  </a:lnTo>
                  <a:lnTo>
                    <a:pt x="4" y="1"/>
                  </a:lnTo>
                  <a:lnTo>
                    <a:pt x="2" y="0"/>
                  </a:lnTo>
                  <a:lnTo>
                    <a:pt x="1" y="0"/>
                  </a:lnTo>
                  <a:lnTo>
                    <a:pt x="0" y="0"/>
                  </a:lnTo>
                  <a:lnTo>
                    <a:pt x="0" y="0"/>
                  </a:lnTo>
                  <a:lnTo>
                    <a:pt x="0" y="1"/>
                  </a:lnTo>
                  <a:lnTo>
                    <a:pt x="0" y="1"/>
                  </a:lnTo>
                </a:path>
              </a:pathLst>
            </a:custGeom>
            <a:solidFill>
              <a:srgbClr val="82c168"/>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1957" name=""/>
            <p:cNvSpPr/>
            <p:nvPr/>
          </p:nvSpPr>
          <p:spPr>
            <a:xfrm>
              <a:off x="2862360" y="3597120"/>
              <a:ext cx="19080" cy="14400"/>
            </a:xfrm>
            <a:custGeom>
              <a:avLst/>
              <a:gdLst/>
              <a:ahLst/>
              <a:rect l="l" t="t" r="r" b="b"/>
              <a:pathLst>
                <a:path w="12" h="9">
                  <a:moveTo>
                    <a:pt x="2" y="8"/>
                  </a:moveTo>
                  <a:lnTo>
                    <a:pt x="2" y="8"/>
                  </a:lnTo>
                  <a:lnTo>
                    <a:pt x="2" y="5"/>
                  </a:lnTo>
                  <a:lnTo>
                    <a:pt x="5" y="3"/>
                  </a:lnTo>
                  <a:lnTo>
                    <a:pt x="5" y="3"/>
                  </a:lnTo>
                  <a:lnTo>
                    <a:pt x="5" y="3"/>
                  </a:lnTo>
                  <a:lnTo>
                    <a:pt x="8" y="3"/>
                  </a:lnTo>
                  <a:lnTo>
                    <a:pt x="10" y="1"/>
                  </a:lnTo>
                  <a:lnTo>
                    <a:pt x="10" y="1"/>
                  </a:lnTo>
                  <a:lnTo>
                    <a:pt x="11" y="1"/>
                  </a:lnTo>
                  <a:lnTo>
                    <a:pt x="11" y="0"/>
                  </a:lnTo>
                  <a:lnTo>
                    <a:pt x="10" y="1"/>
                  </a:lnTo>
                  <a:lnTo>
                    <a:pt x="10" y="1"/>
                  </a:lnTo>
                  <a:lnTo>
                    <a:pt x="8" y="1"/>
                  </a:lnTo>
                  <a:lnTo>
                    <a:pt x="5" y="3"/>
                  </a:lnTo>
                  <a:lnTo>
                    <a:pt x="5" y="3"/>
                  </a:lnTo>
                  <a:lnTo>
                    <a:pt x="4" y="3"/>
                  </a:lnTo>
                  <a:lnTo>
                    <a:pt x="2" y="3"/>
                  </a:lnTo>
                  <a:lnTo>
                    <a:pt x="0" y="8"/>
                  </a:lnTo>
                  <a:lnTo>
                    <a:pt x="0" y="8"/>
                  </a:lnTo>
                  <a:lnTo>
                    <a:pt x="2" y="8"/>
                  </a:lnTo>
                  <a:lnTo>
                    <a:pt x="2" y="8"/>
                  </a:lnTo>
                </a:path>
              </a:pathLst>
            </a:custGeom>
            <a:solidFill>
              <a:srgbClr val="82c168"/>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1958" name=""/>
            <p:cNvSpPr/>
            <p:nvPr/>
          </p:nvSpPr>
          <p:spPr>
            <a:xfrm>
              <a:off x="2852640" y="3610080"/>
              <a:ext cx="14400" cy="14040"/>
            </a:xfrm>
            <a:custGeom>
              <a:avLst/>
              <a:gdLst/>
              <a:ahLst/>
              <a:rect l="l" t="t" r="r" b="b"/>
              <a:pathLst>
                <a:path w="9" h="9">
                  <a:moveTo>
                    <a:pt x="1" y="8"/>
                  </a:moveTo>
                  <a:lnTo>
                    <a:pt x="1" y="8"/>
                  </a:lnTo>
                  <a:lnTo>
                    <a:pt x="0" y="8"/>
                  </a:lnTo>
                  <a:lnTo>
                    <a:pt x="1" y="8"/>
                  </a:lnTo>
                  <a:lnTo>
                    <a:pt x="2" y="7"/>
                  </a:lnTo>
                  <a:lnTo>
                    <a:pt x="3" y="3"/>
                  </a:lnTo>
                  <a:lnTo>
                    <a:pt x="6" y="2"/>
                  </a:lnTo>
                  <a:lnTo>
                    <a:pt x="6" y="2"/>
                  </a:lnTo>
                  <a:lnTo>
                    <a:pt x="6" y="1"/>
                  </a:lnTo>
                  <a:lnTo>
                    <a:pt x="8" y="0"/>
                  </a:lnTo>
                  <a:lnTo>
                    <a:pt x="6" y="0"/>
                  </a:lnTo>
                  <a:lnTo>
                    <a:pt x="6" y="0"/>
                  </a:lnTo>
                  <a:lnTo>
                    <a:pt x="6" y="2"/>
                  </a:lnTo>
                  <a:lnTo>
                    <a:pt x="3" y="2"/>
                  </a:lnTo>
                  <a:lnTo>
                    <a:pt x="3" y="2"/>
                  </a:lnTo>
                  <a:lnTo>
                    <a:pt x="0" y="5"/>
                  </a:lnTo>
                  <a:lnTo>
                    <a:pt x="0" y="8"/>
                  </a:lnTo>
                  <a:lnTo>
                    <a:pt x="0" y="8"/>
                  </a:lnTo>
                  <a:lnTo>
                    <a:pt x="1" y="8"/>
                  </a:lnTo>
                  <a:lnTo>
                    <a:pt x="1" y="8"/>
                  </a:lnTo>
                  <a:lnTo>
                    <a:pt x="1" y="8"/>
                  </a:lnTo>
                  <a:lnTo>
                    <a:pt x="1" y="8"/>
                  </a:lnTo>
                </a:path>
              </a:pathLst>
            </a:custGeom>
            <a:solidFill>
              <a:srgbClr val="82c168"/>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1959" name=""/>
            <p:cNvSpPr/>
            <p:nvPr/>
          </p:nvSpPr>
          <p:spPr>
            <a:xfrm>
              <a:off x="2854440" y="3613320"/>
              <a:ext cx="12600" cy="10800"/>
            </a:xfrm>
            <a:custGeom>
              <a:avLst/>
              <a:gdLst/>
              <a:ahLst/>
              <a:rect l="l" t="t" r="r" b="b"/>
              <a:pathLst>
                <a:path w="8" h="7">
                  <a:moveTo>
                    <a:pt x="7" y="0"/>
                  </a:moveTo>
                  <a:lnTo>
                    <a:pt x="7" y="0"/>
                  </a:lnTo>
                  <a:lnTo>
                    <a:pt x="7" y="0"/>
                  </a:lnTo>
                  <a:lnTo>
                    <a:pt x="6" y="1"/>
                  </a:lnTo>
                  <a:lnTo>
                    <a:pt x="5" y="3"/>
                  </a:lnTo>
                  <a:lnTo>
                    <a:pt x="5" y="5"/>
                  </a:lnTo>
                  <a:lnTo>
                    <a:pt x="5" y="5"/>
                  </a:lnTo>
                  <a:lnTo>
                    <a:pt x="3" y="6"/>
                  </a:lnTo>
                  <a:lnTo>
                    <a:pt x="2" y="6"/>
                  </a:lnTo>
                  <a:lnTo>
                    <a:pt x="0" y="6"/>
                  </a:lnTo>
                  <a:lnTo>
                    <a:pt x="0" y="6"/>
                  </a:lnTo>
                  <a:lnTo>
                    <a:pt x="2" y="6"/>
                  </a:lnTo>
                  <a:lnTo>
                    <a:pt x="3" y="6"/>
                  </a:lnTo>
                  <a:lnTo>
                    <a:pt x="5" y="6"/>
                  </a:lnTo>
                  <a:lnTo>
                    <a:pt x="5" y="6"/>
                  </a:lnTo>
                  <a:lnTo>
                    <a:pt x="5" y="5"/>
                  </a:lnTo>
                  <a:lnTo>
                    <a:pt x="7" y="3"/>
                  </a:lnTo>
                  <a:lnTo>
                    <a:pt x="7" y="1"/>
                  </a:lnTo>
                  <a:lnTo>
                    <a:pt x="7" y="0"/>
                  </a:lnTo>
                  <a:lnTo>
                    <a:pt x="7" y="0"/>
                  </a:lnTo>
                  <a:lnTo>
                    <a:pt x="7" y="0"/>
                  </a:lnTo>
                  <a:lnTo>
                    <a:pt x="7" y="0"/>
                  </a:lnTo>
                </a:path>
              </a:pathLst>
            </a:custGeom>
            <a:solidFill>
              <a:srgbClr val="82c168"/>
            </a:solidFill>
            <a:ln w="0">
              <a:noFill/>
            </a:ln>
          </p:spPr>
          <p:style>
            <a:lnRef idx="0"/>
            <a:fillRef idx="0"/>
            <a:effectRef idx="0"/>
            <a:fontRef idx="minor"/>
          </p:style>
          <p:txBody>
            <a:bodyPr lIns="90000" rIns="90000" tIns="-36000" bIns="-36000" anchor="t">
              <a:noAutofit/>
            </a:bodyPr>
            <a:p>
              <a:endParaRPr b="0" lang="en-IN" sz="2400" strike="noStrike" u="none">
                <a:solidFill>
                  <a:srgbClr val="ffffff"/>
                </a:solidFill>
                <a:effectLst/>
                <a:uFillTx/>
                <a:latin typeface="Times New Roman"/>
              </a:endParaRPr>
            </a:p>
          </p:txBody>
        </p:sp>
        <p:sp>
          <p:nvSpPr>
            <p:cNvPr id="1960" name=""/>
            <p:cNvSpPr/>
            <p:nvPr/>
          </p:nvSpPr>
          <p:spPr>
            <a:xfrm>
              <a:off x="2865600" y="3602160"/>
              <a:ext cx="18720" cy="12600"/>
            </a:xfrm>
            <a:custGeom>
              <a:avLst/>
              <a:gdLst/>
              <a:ahLst/>
              <a:rect l="l" t="t" r="r" b="b"/>
              <a:pathLst>
                <a:path w="12" h="8">
                  <a:moveTo>
                    <a:pt x="11" y="0"/>
                  </a:moveTo>
                  <a:lnTo>
                    <a:pt x="11" y="0"/>
                  </a:lnTo>
                  <a:lnTo>
                    <a:pt x="10" y="0"/>
                  </a:lnTo>
                  <a:lnTo>
                    <a:pt x="9" y="0"/>
                  </a:lnTo>
                  <a:lnTo>
                    <a:pt x="8" y="0"/>
                  </a:lnTo>
                  <a:lnTo>
                    <a:pt x="6" y="2"/>
                  </a:lnTo>
                  <a:lnTo>
                    <a:pt x="3" y="5"/>
                  </a:lnTo>
                  <a:lnTo>
                    <a:pt x="3" y="6"/>
                  </a:lnTo>
                  <a:lnTo>
                    <a:pt x="0" y="7"/>
                  </a:lnTo>
                  <a:lnTo>
                    <a:pt x="0" y="7"/>
                  </a:lnTo>
                  <a:lnTo>
                    <a:pt x="0" y="7"/>
                  </a:lnTo>
                  <a:lnTo>
                    <a:pt x="3" y="7"/>
                  </a:lnTo>
                  <a:lnTo>
                    <a:pt x="3" y="7"/>
                  </a:lnTo>
                  <a:lnTo>
                    <a:pt x="3" y="6"/>
                  </a:lnTo>
                  <a:lnTo>
                    <a:pt x="6" y="5"/>
                  </a:lnTo>
                  <a:lnTo>
                    <a:pt x="8" y="2"/>
                  </a:lnTo>
                  <a:lnTo>
                    <a:pt x="9" y="0"/>
                  </a:lnTo>
                  <a:lnTo>
                    <a:pt x="10" y="0"/>
                  </a:lnTo>
                  <a:lnTo>
                    <a:pt x="11" y="2"/>
                  </a:lnTo>
                  <a:lnTo>
                    <a:pt x="11" y="2"/>
                  </a:lnTo>
                  <a:lnTo>
                    <a:pt x="11" y="0"/>
                  </a:lnTo>
                  <a:lnTo>
                    <a:pt x="11" y="0"/>
                  </a:lnTo>
                </a:path>
              </a:pathLst>
            </a:custGeom>
            <a:solidFill>
              <a:srgbClr val="82c168"/>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1961" name=""/>
            <p:cNvSpPr/>
            <p:nvPr/>
          </p:nvSpPr>
          <p:spPr>
            <a:xfrm>
              <a:off x="2882880" y="3602160"/>
              <a:ext cx="28440" cy="12600"/>
            </a:xfrm>
            <a:custGeom>
              <a:avLst/>
              <a:gdLst/>
              <a:ahLst/>
              <a:rect l="l" t="t" r="r" b="b"/>
              <a:pathLst>
                <a:path w="18" h="8">
                  <a:moveTo>
                    <a:pt x="12" y="2"/>
                  </a:moveTo>
                  <a:lnTo>
                    <a:pt x="12" y="2"/>
                  </a:lnTo>
                  <a:lnTo>
                    <a:pt x="14" y="5"/>
                  </a:lnTo>
                  <a:lnTo>
                    <a:pt x="14" y="6"/>
                  </a:lnTo>
                  <a:lnTo>
                    <a:pt x="12" y="6"/>
                  </a:lnTo>
                  <a:lnTo>
                    <a:pt x="10" y="6"/>
                  </a:lnTo>
                  <a:lnTo>
                    <a:pt x="9" y="5"/>
                  </a:lnTo>
                  <a:lnTo>
                    <a:pt x="7" y="5"/>
                  </a:lnTo>
                  <a:lnTo>
                    <a:pt x="2" y="2"/>
                  </a:lnTo>
                  <a:lnTo>
                    <a:pt x="0" y="0"/>
                  </a:lnTo>
                  <a:lnTo>
                    <a:pt x="0" y="2"/>
                  </a:lnTo>
                  <a:lnTo>
                    <a:pt x="2" y="5"/>
                  </a:lnTo>
                  <a:lnTo>
                    <a:pt x="7" y="5"/>
                  </a:lnTo>
                  <a:lnTo>
                    <a:pt x="9" y="6"/>
                  </a:lnTo>
                  <a:lnTo>
                    <a:pt x="10" y="7"/>
                  </a:lnTo>
                  <a:lnTo>
                    <a:pt x="12" y="7"/>
                  </a:lnTo>
                  <a:lnTo>
                    <a:pt x="17" y="6"/>
                  </a:lnTo>
                  <a:lnTo>
                    <a:pt x="17" y="5"/>
                  </a:lnTo>
                  <a:lnTo>
                    <a:pt x="14" y="0"/>
                  </a:lnTo>
                  <a:lnTo>
                    <a:pt x="14" y="0"/>
                  </a:lnTo>
                  <a:lnTo>
                    <a:pt x="12" y="2"/>
                  </a:lnTo>
                  <a:lnTo>
                    <a:pt x="12" y="2"/>
                  </a:lnTo>
                </a:path>
              </a:pathLst>
            </a:custGeom>
            <a:solidFill>
              <a:srgbClr val="82c168"/>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1962" name=""/>
            <p:cNvSpPr/>
            <p:nvPr/>
          </p:nvSpPr>
          <p:spPr>
            <a:xfrm>
              <a:off x="2846520" y="3595680"/>
              <a:ext cx="74520" cy="55440"/>
            </a:xfrm>
            <a:custGeom>
              <a:avLst/>
              <a:gdLst/>
              <a:ahLst/>
              <a:rect l="l" t="t" r="r" b="b"/>
              <a:pathLst>
                <a:path w="47" h="35">
                  <a:moveTo>
                    <a:pt x="40" y="9"/>
                  </a:moveTo>
                  <a:lnTo>
                    <a:pt x="40" y="10"/>
                  </a:lnTo>
                  <a:lnTo>
                    <a:pt x="40" y="10"/>
                  </a:lnTo>
                  <a:lnTo>
                    <a:pt x="40" y="11"/>
                  </a:lnTo>
                  <a:lnTo>
                    <a:pt x="40" y="11"/>
                  </a:lnTo>
                  <a:lnTo>
                    <a:pt x="40" y="11"/>
                  </a:lnTo>
                  <a:lnTo>
                    <a:pt x="40" y="11"/>
                  </a:lnTo>
                  <a:lnTo>
                    <a:pt x="35" y="11"/>
                  </a:lnTo>
                  <a:lnTo>
                    <a:pt x="33" y="11"/>
                  </a:lnTo>
                  <a:lnTo>
                    <a:pt x="32" y="11"/>
                  </a:lnTo>
                  <a:lnTo>
                    <a:pt x="31" y="11"/>
                  </a:lnTo>
                  <a:lnTo>
                    <a:pt x="30" y="10"/>
                  </a:lnTo>
                  <a:lnTo>
                    <a:pt x="25" y="9"/>
                  </a:lnTo>
                  <a:lnTo>
                    <a:pt x="23" y="9"/>
                  </a:lnTo>
                  <a:lnTo>
                    <a:pt x="22" y="6"/>
                  </a:lnTo>
                  <a:lnTo>
                    <a:pt x="21" y="9"/>
                  </a:lnTo>
                  <a:lnTo>
                    <a:pt x="20" y="9"/>
                  </a:lnTo>
                  <a:lnTo>
                    <a:pt x="20" y="10"/>
                  </a:lnTo>
                  <a:lnTo>
                    <a:pt x="18" y="10"/>
                  </a:lnTo>
                  <a:lnTo>
                    <a:pt x="15" y="11"/>
                  </a:lnTo>
                  <a:lnTo>
                    <a:pt x="15" y="11"/>
                  </a:lnTo>
                  <a:lnTo>
                    <a:pt x="15" y="12"/>
                  </a:lnTo>
                  <a:lnTo>
                    <a:pt x="12" y="16"/>
                  </a:lnTo>
                  <a:lnTo>
                    <a:pt x="12" y="17"/>
                  </a:lnTo>
                  <a:lnTo>
                    <a:pt x="11" y="17"/>
                  </a:lnTo>
                  <a:lnTo>
                    <a:pt x="10" y="17"/>
                  </a:lnTo>
                  <a:lnTo>
                    <a:pt x="10" y="18"/>
                  </a:lnTo>
                  <a:lnTo>
                    <a:pt x="7" y="18"/>
                  </a:lnTo>
                  <a:lnTo>
                    <a:pt x="4" y="21"/>
                  </a:lnTo>
                  <a:lnTo>
                    <a:pt x="3" y="22"/>
                  </a:lnTo>
                  <a:lnTo>
                    <a:pt x="1" y="23"/>
                  </a:lnTo>
                  <a:lnTo>
                    <a:pt x="0" y="24"/>
                  </a:lnTo>
                  <a:lnTo>
                    <a:pt x="0" y="25"/>
                  </a:lnTo>
                  <a:lnTo>
                    <a:pt x="1" y="25"/>
                  </a:lnTo>
                  <a:lnTo>
                    <a:pt x="3" y="25"/>
                  </a:lnTo>
                  <a:lnTo>
                    <a:pt x="4" y="23"/>
                  </a:lnTo>
                  <a:lnTo>
                    <a:pt x="4" y="23"/>
                  </a:lnTo>
                  <a:lnTo>
                    <a:pt x="7" y="22"/>
                  </a:lnTo>
                  <a:lnTo>
                    <a:pt x="10" y="21"/>
                  </a:lnTo>
                  <a:lnTo>
                    <a:pt x="10" y="21"/>
                  </a:lnTo>
                  <a:lnTo>
                    <a:pt x="10" y="22"/>
                  </a:lnTo>
                  <a:lnTo>
                    <a:pt x="8" y="23"/>
                  </a:lnTo>
                  <a:lnTo>
                    <a:pt x="7" y="25"/>
                  </a:lnTo>
                  <a:lnTo>
                    <a:pt x="5" y="25"/>
                  </a:lnTo>
                  <a:lnTo>
                    <a:pt x="4" y="25"/>
                  </a:lnTo>
                  <a:lnTo>
                    <a:pt x="4" y="25"/>
                  </a:lnTo>
                  <a:lnTo>
                    <a:pt x="3" y="27"/>
                  </a:lnTo>
                  <a:lnTo>
                    <a:pt x="3" y="27"/>
                  </a:lnTo>
                  <a:lnTo>
                    <a:pt x="3" y="27"/>
                  </a:lnTo>
                  <a:lnTo>
                    <a:pt x="4" y="25"/>
                  </a:lnTo>
                  <a:lnTo>
                    <a:pt x="4" y="25"/>
                  </a:lnTo>
                  <a:lnTo>
                    <a:pt x="7" y="25"/>
                  </a:lnTo>
                  <a:lnTo>
                    <a:pt x="10" y="25"/>
                  </a:lnTo>
                  <a:lnTo>
                    <a:pt x="10" y="25"/>
                  </a:lnTo>
                  <a:lnTo>
                    <a:pt x="10" y="25"/>
                  </a:lnTo>
                  <a:lnTo>
                    <a:pt x="12" y="25"/>
                  </a:lnTo>
                  <a:lnTo>
                    <a:pt x="14" y="25"/>
                  </a:lnTo>
                  <a:lnTo>
                    <a:pt x="15" y="25"/>
                  </a:lnTo>
                  <a:lnTo>
                    <a:pt x="15" y="25"/>
                  </a:lnTo>
                  <a:lnTo>
                    <a:pt x="15" y="25"/>
                  </a:lnTo>
                  <a:lnTo>
                    <a:pt x="18" y="25"/>
                  </a:lnTo>
                  <a:lnTo>
                    <a:pt x="20" y="27"/>
                  </a:lnTo>
                  <a:lnTo>
                    <a:pt x="20" y="27"/>
                  </a:lnTo>
                  <a:lnTo>
                    <a:pt x="21" y="27"/>
                  </a:lnTo>
                  <a:lnTo>
                    <a:pt x="22" y="27"/>
                  </a:lnTo>
                  <a:lnTo>
                    <a:pt x="23" y="27"/>
                  </a:lnTo>
                  <a:lnTo>
                    <a:pt x="23" y="27"/>
                  </a:lnTo>
                  <a:lnTo>
                    <a:pt x="25" y="27"/>
                  </a:lnTo>
                  <a:lnTo>
                    <a:pt x="30" y="27"/>
                  </a:lnTo>
                  <a:lnTo>
                    <a:pt x="30" y="27"/>
                  </a:lnTo>
                  <a:lnTo>
                    <a:pt x="31" y="25"/>
                  </a:lnTo>
                  <a:lnTo>
                    <a:pt x="32" y="25"/>
                  </a:lnTo>
                  <a:lnTo>
                    <a:pt x="32" y="25"/>
                  </a:lnTo>
                  <a:lnTo>
                    <a:pt x="33" y="25"/>
                  </a:lnTo>
                  <a:lnTo>
                    <a:pt x="33" y="25"/>
                  </a:lnTo>
                  <a:lnTo>
                    <a:pt x="35" y="24"/>
                  </a:lnTo>
                  <a:lnTo>
                    <a:pt x="35" y="23"/>
                  </a:lnTo>
                  <a:lnTo>
                    <a:pt x="35" y="23"/>
                  </a:lnTo>
                  <a:lnTo>
                    <a:pt x="37" y="23"/>
                  </a:lnTo>
                  <a:lnTo>
                    <a:pt x="37" y="24"/>
                  </a:lnTo>
                  <a:lnTo>
                    <a:pt x="37" y="25"/>
                  </a:lnTo>
                  <a:lnTo>
                    <a:pt x="35" y="25"/>
                  </a:lnTo>
                  <a:lnTo>
                    <a:pt x="35" y="25"/>
                  </a:lnTo>
                  <a:lnTo>
                    <a:pt x="35" y="25"/>
                  </a:lnTo>
                  <a:lnTo>
                    <a:pt x="35" y="27"/>
                  </a:lnTo>
                  <a:lnTo>
                    <a:pt x="33" y="29"/>
                  </a:lnTo>
                  <a:lnTo>
                    <a:pt x="32" y="29"/>
                  </a:lnTo>
                  <a:lnTo>
                    <a:pt x="32" y="30"/>
                  </a:lnTo>
                  <a:lnTo>
                    <a:pt x="31" y="33"/>
                  </a:lnTo>
                  <a:lnTo>
                    <a:pt x="31" y="33"/>
                  </a:lnTo>
                  <a:lnTo>
                    <a:pt x="31" y="34"/>
                  </a:lnTo>
                  <a:lnTo>
                    <a:pt x="32" y="34"/>
                  </a:lnTo>
                  <a:lnTo>
                    <a:pt x="33" y="34"/>
                  </a:lnTo>
                  <a:lnTo>
                    <a:pt x="37" y="34"/>
                  </a:lnTo>
                  <a:lnTo>
                    <a:pt x="40" y="33"/>
                  </a:lnTo>
                  <a:lnTo>
                    <a:pt x="40" y="30"/>
                  </a:lnTo>
                  <a:lnTo>
                    <a:pt x="42" y="29"/>
                  </a:lnTo>
                  <a:lnTo>
                    <a:pt x="43" y="27"/>
                  </a:lnTo>
                  <a:lnTo>
                    <a:pt x="45" y="25"/>
                  </a:lnTo>
                  <a:lnTo>
                    <a:pt x="45" y="25"/>
                  </a:lnTo>
                  <a:lnTo>
                    <a:pt x="45" y="22"/>
                  </a:lnTo>
                  <a:lnTo>
                    <a:pt x="46" y="18"/>
                  </a:lnTo>
                  <a:lnTo>
                    <a:pt x="46" y="17"/>
                  </a:lnTo>
                  <a:lnTo>
                    <a:pt x="46" y="17"/>
                  </a:lnTo>
                  <a:lnTo>
                    <a:pt x="46" y="14"/>
                  </a:lnTo>
                  <a:lnTo>
                    <a:pt x="46" y="11"/>
                  </a:lnTo>
                  <a:lnTo>
                    <a:pt x="45" y="10"/>
                  </a:lnTo>
                  <a:lnTo>
                    <a:pt x="45" y="4"/>
                  </a:lnTo>
                  <a:lnTo>
                    <a:pt x="45" y="4"/>
                  </a:lnTo>
                  <a:lnTo>
                    <a:pt x="45" y="2"/>
                  </a:lnTo>
                  <a:lnTo>
                    <a:pt x="45" y="2"/>
                  </a:lnTo>
                  <a:lnTo>
                    <a:pt x="43" y="2"/>
                  </a:lnTo>
                  <a:lnTo>
                    <a:pt x="40" y="1"/>
                  </a:lnTo>
                  <a:lnTo>
                    <a:pt x="40" y="1"/>
                  </a:lnTo>
                  <a:lnTo>
                    <a:pt x="35" y="0"/>
                  </a:lnTo>
                  <a:lnTo>
                    <a:pt x="33" y="0"/>
                  </a:lnTo>
                  <a:lnTo>
                    <a:pt x="31" y="0"/>
                  </a:lnTo>
                  <a:lnTo>
                    <a:pt x="30" y="0"/>
                  </a:lnTo>
                  <a:lnTo>
                    <a:pt x="25" y="0"/>
                  </a:lnTo>
                  <a:lnTo>
                    <a:pt x="23" y="0"/>
                  </a:lnTo>
                  <a:lnTo>
                    <a:pt x="23" y="0"/>
                  </a:lnTo>
                  <a:lnTo>
                    <a:pt x="22" y="0"/>
                  </a:lnTo>
                  <a:lnTo>
                    <a:pt x="22" y="0"/>
                  </a:lnTo>
                  <a:lnTo>
                    <a:pt x="22" y="0"/>
                  </a:lnTo>
                  <a:lnTo>
                    <a:pt x="23" y="0"/>
                  </a:lnTo>
                  <a:lnTo>
                    <a:pt x="25" y="0"/>
                  </a:lnTo>
                  <a:lnTo>
                    <a:pt x="30" y="0"/>
                  </a:lnTo>
                  <a:lnTo>
                    <a:pt x="31" y="1"/>
                  </a:lnTo>
                  <a:lnTo>
                    <a:pt x="33" y="2"/>
                  </a:lnTo>
                  <a:lnTo>
                    <a:pt x="35" y="4"/>
                  </a:lnTo>
                  <a:lnTo>
                    <a:pt x="40" y="4"/>
                  </a:lnTo>
                  <a:lnTo>
                    <a:pt x="40" y="4"/>
                  </a:lnTo>
                  <a:lnTo>
                    <a:pt x="40" y="9"/>
                  </a:lnTo>
                  <a:lnTo>
                    <a:pt x="40" y="9"/>
                  </a:lnTo>
                </a:path>
              </a:pathLst>
            </a:custGeom>
            <a:solidFill>
              <a:srgbClr val="626200"/>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963" name=""/>
            <p:cNvSpPr/>
            <p:nvPr/>
          </p:nvSpPr>
          <p:spPr>
            <a:xfrm>
              <a:off x="2754360" y="3610080"/>
              <a:ext cx="73080" cy="41040"/>
            </a:xfrm>
            <a:custGeom>
              <a:avLst/>
              <a:gdLst/>
              <a:ahLst/>
              <a:rect l="l" t="t" r="r" b="b"/>
              <a:pathLst>
                <a:path w="46" h="26">
                  <a:moveTo>
                    <a:pt x="45" y="2"/>
                  </a:moveTo>
                  <a:lnTo>
                    <a:pt x="45" y="2"/>
                  </a:lnTo>
                  <a:lnTo>
                    <a:pt x="43" y="5"/>
                  </a:lnTo>
                  <a:lnTo>
                    <a:pt x="42" y="7"/>
                  </a:lnTo>
                  <a:lnTo>
                    <a:pt x="42" y="8"/>
                  </a:lnTo>
                  <a:lnTo>
                    <a:pt x="42" y="8"/>
                  </a:lnTo>
                  <a:lnTo>
                    <a:pt x="42" y="9"/>
                  </a:lnTo>
                  <a:lnTo>
                    <a:pt x="38" y="9"/>
                  </a:lnTo>
                  <a:lnTo>
                    <a:pt x="37" y="12"/>
                  </a:lnTo>
                  <a:lnTo>
                    <a:pt x="36" y="13"/>
                  </a:lnTo>
                  <a:lnTo>
                    <a:pt x="33" y="14"/>
                  </a:lnTo>
                  <a:lnTo>
                    <a:pt x="32" y="16"/>
                  </a:lnTo>
                  <a:lnTo>
                    <a:pt x="32" y="16"/>
                  </a:lnTo>
                  <a:lnTo>
                    <a:pt x="27" y="16"/>
                  </a:lnTo>
                  <a:lnTo>
                    <a:pt x="26" y="16"/>
                  </a:lnTo>
                  <a:lnTo>
                    <a:pt x="23" y="18"/>
                  </a:lnTo>
                  <a:lnTo>
                    <a:pt x="23" y="18"/>
                  </a:lnTo>
                  <a:lnTo>
                    <a:pt x="22" y="18"/>
                  </a:lnTo>
                  <a:lnTo>
                    <a:pt x="20" y="18"/>
                  </a:lnTo>
                  <a:lnTo>
                    <a:pt x="18" y="18"/>
                  </a:lnTo>
                  <a:lnTo>
                    <a:pt x="16" y="20"/>
                  </a:lnTo>
                  <a:lnTo>
                    <a:pt x="16" y="20"/>
                  </a:lnTo>
                  <a:lnTo>
                    <a:pt x="13" y="20"/>
                  </a:lnTo>
                  <a:lnTo>
                    <a:pt x="11" y="21"/>
                  </a:lnTo>
                  <a:lnTo>
                    <a:pt x="11" y="24"/>
                  </a:lnTo>
                  <a:lnTo>
                    <a:pt x="7" y="25"/>
                  </a:lnTo>
                  <a:lnTo>
                    <a:pt x="5" y="25"/>
                  </a:lnTo>
                  <a:lnTo>
                    <a:pt x="5" y="25"/>
                  </a:lnTo>
                  <a:lnTo>
                    <a:pt x="4" y="25"/>
                  </a:lnTo>
                  <a:lnTo>
                    <a:pt x="4" y="25"/>
                  </a:lnTo>
                  <a:lnTo>
                    <a:pt x="2" y="25"/>
                  </a:lnTo>
                  <a:lnTo>
                    <a:pt x="0" y="25"/>
                  </a:lnTo>
                  <a:lnTo>
                    <a:pt x="0" y="25"/>
                  </a:lnTo>
                  <a:lnTo>
                    <a:pt x="0" y="25"/>
                  </a:lnTo>
                  <a:lnTo>
                    <a:pt x="0" y="25"/>
                  </a:lnTo>
                  <a:lnTo>
                    <a:pt x="0" y="25"/>
                  </a:lnTo>
                  <a:lnTo>
                    <a:pt x="2" y="25"/>
                  </a:lnTo>
                  <a:lnTo>
                    <a:pt x="3" y="25"/>
                  </a:lnTo>
                  <a:lnTo>
                    <a:pt x="4" y="24"/>
                  </a:lnTo>
                  <a:lnTo>
                    <a:pt x="4" y="20"/>
                  </a:lnTo>
                  <a:lnTo>
                    <a:pt x="5" y="20"/>
                  </a:lnTo>
                  <a:lnTo>
                    <a:pt x="5" y="18"/>
                  </a:lnTo>
                  <a:lnTo>
                    <a:pt x="5" y="16"/>
                  </a:lnTo>
                  <a:lnTo>
                    <a:pt x="10" y="16"/>
                  </a:lnTo>
                  <a:lnTo>
                    <a:pt x="11" y="13"/>
                  </a:lnTo>
                  <a:lnTo>
                    <a:pt x="13" y="9"/>
                  </a:lnTo>
                  <a:lnTo>
                    <a:pt x="16" y="8"/>
                  </a:lnTo>
                  <a:lnTo>
                    <a:pt x="18" y="8"/>
                  </a:lnTo>
                  <a:lnTo>
                    <a:pt x="22" y="2"/>
                  </a:lnTo>
                  <a:lnTo>
                    <a:pt x="23" y="2"/>
                  </a:lnTo>
                  <a:lnTo>
                    <a:pt x="27" y="1"/>
                  </a:lnTo>
                  <a:lnTo>
                    <a:pt x="32" y="0"/>
                  </a:lnTo>
                  <a:lnTo>
                    <a:pt x="33" y="0"/>
                  </a:lnTo>
                  <a:lnTo>
                    <a:pt x="36" y="0"/>
                  </a:lnTo>
                  <a:lnTo>
                    <a:pt x="38" y="0"/>
                  </a:lnTo>
                  <a:lnTo>
                    <a:pt x="40" y="0"/>
                  </a:lnTo>
                  <a:lnTo>
                    <a:pt x="42" y="0"/>
                  </a:lnTo>
                  <a:lnTo>
                    <a:pt x="42" y="1"/>
                  </a:lnTo>
                  <a:lnTo>
                    <a:pt x="42" y="1"/>
                  </a:lnTo>
                  <a:lnTo>
                    <a:pt x="42" y="2"/>
                  </a:lnTo>
                  <a:lnTo>
                    <a:pt x="43" y="2"/>
                  </a:lnTo>
                  <a:lnTo>
                    <a:pt x="44" y="2"/>
                  </a:lnTo>
                  <a:lnTo>
                    <a:pt x="45" y="2"/>
                  </a:lnTo>
                  <a:lnTo>
                    <a:pt x="45" y="2"/>
                  </a:lnTo>
                  <a:lnTo>
                    <a:pt x="45" y="2"/>
                  </a:lnTo>
                  <a:lnTo>
                    <a:pt x="45" y="2"/>
                  </a:lnTo>
                </a:path>
              </a:pathLst>
            </a:custGeom>
            <a:solidFill>
              <a:srgbClr val="ffc0b6"/>
            </a:solidFill>
            <a:ln w="9360">
              <a:solidFill>
                <a:srgbClr val="82c168"/>
              </a:solidFill>
              <a:round/>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1964" name=""/>
            <p:cNvSpPr/>
            <p:nvPr/>
          </p:nvSpPr>
          <p:spPr>
            <a:xfrm>
              <a:off x="3059280" y="4389480"/>
              <a:ext cx="75960" cy="49320"/>
            </a:xfrm>
            <a:custGeom>
              <a:avLst/>
              <a:gdLst/>
              <a:ahLst/>
              <a:rect l="l" t="t" r="r" b="b"/>
              <a:pathLst>
                <a:path w="48" h="31">
                  <a:moveTo>
                    <a:pt x="47" y="14"/>
                  </a:moveTo>
                  <a:lnTo>
                    <a:pt x="47" y="14"/>
                  </a:lnTo>
                  <a:lnTo>
                    <a:pt x="47" y="14"/>
                  </a:lnTo>
                  <a:lnTo>
                    <a:pt x="47" y="14"/>
                  </a:lnTo>
                  <a:lnTo>
                    <a:pt x="47" y="14"/>
                  </a:lnTo>
                  <a:lnTo>
                    <a:pt x="46" y="15"/>
                  </a:lnTo>
                  <a:lnTo>
                    <a:pt x="46" y="17"/>
                  </a:lnTo>
                  <a:lnTo>
                    <a:pt x="46" y="20"/>
                  </a:lnTo>
                  <a:lnTo>
                    <a:pt x="44" y="21"/>
                  </a:lnTo>
                  <a:lnTo>
                    <a:pt x="40" y="21"/>
                  </a:lnTo>
                  <a:lnTo>
                    <a:pt x="40" y="22"/>
                  </a:lnTo>
                  <a:lnTo>
                    <a:pt x="39" y="22"/>
                  </a:lnTo>
                  <a:lnTo>
                    <a:pt x="37" y="22"/>
                  </a:lnTo>
                  <a:lnTo>
                    <a:pt x="34" y="24"/>
                  </a:lnTo>
                  <a:lnTo>
                    <a:pt x="34" y="24"/>
                  </a:lnTo>
                  <a:lnTo>
                    <a:pt x="33" y="24"/>
                  </a:lnTo>
                  <a:lnTo>
                    <a:pt x="30" y="25"/>
                  </a:lnTo>
                  <a:lnTo>
                    <a:pt x="25" y="28"/>
                  </a:lnTo>
                  <a:lnTo>
                    <a:pt x="24" y="30"/>
                  </a:lnTo>
                  <a:lnTo>
                    <a:pt x="21" y="30"/>
                  </a:lnTo>
                  <a:lnTo>
                    <a:pt x="16" y="30"/>
                  </a:lnTo>
                  <a:lnTo>
                    <a:pt x="14" y="30"/>
                  </a:lnTo>
                  <a:lnTo>
                    <a:pt x="9" y="30"/>
                  </a:lnTo>
                  <a:lnTo>
                    <a:pt x="7" y="30"/>
                  </a:lnTo>
                  <a:lnTo>
                    <a:pt x="0" y="28"/>
                  </a:lnTo>
                  <a:lnTo>
                    <a:pt x="0" y="28"/>
                  </a:lnTo>
                  <a:lnTo>
                    <a:pt x="0" y="24"/>
                  </a:lnTo>
                  <a:lnTo>
                    <a:pt x="0" y="24"/>
                  </a:lnTo>
                  <a:lnTo>
                    <a:pt x="0" y="24"/>
                  </a:lnTo>
                  <a:lnTo>
                    <a:pt x="0" y="22"/>
                  </a:lnTo>
                  <a:lnTo>
                    <a:pt x="0" y="20"/>
                  </a:lnTo>
                  <a:lnTo>
                    <a:pt x="2" y="15"/>
                  </a:lnTo>
                  <a:lnTo>
                    <a:pt x="5" y="14"/>
                  </a:lnTo>
                  <a:lnTo>
                    <a:pt x="8" y="11"/>
                  </a:lnTo>
                  <a:lnTo>
                    <a:pt x="9" y="8"/>
                  </a:lnTo>
                  <a:lnTo>
                    <a:pt x="9" y="7"/>
                  </a:lnTo>
                  <a:lnTo>
                    <a:pt x="12" y="5"/>
                  </a:lnTo>
                  <a:lnTo>
                    <a:pt x="15" y="3"/>
                  </a:lnTo>
                  <a:lnTo>
                    <a:pt x="16" y="3"/>
                  </a:lnTo>
                  <a:lnTo>
                    <a:pt x="16" y="3"/>
                  </a:lnTo>
                  <a:lnTo>
                    <a:pt x="16" y="2"/>
                  </a:lnTo>
                  <a:lnTo>
                    <a:pt x="16" y="2"/>
                  </a:lnTo>
                  <a:lnTo>
                    <a:pt x="16" y="1"/>
                  </a:lnTo>
                  <a:lnTo>
                    <a:pt x="16" y="1"/>
                  </a:lnTo>
                  <a:lnTo>
                    <a:pt x="19" y="1"/>
                  </a:lnTo>
                  <a:lnTo>
                    <a:pt x="23" y="0"/>
                  </a:lnTo>
                  <a:lnTo>
                    <a:pt x="24" y="1"/>
                  </a:lnTo>
                  <a:lnTo>
                    <a:pt x="24" y="1"/>
                  </a:lnTo>
                  <a:lnTo>
                    <a:pt x="26" y="2"/>
                  </a:lnTo>
                  <a:lnTo>
                    <a:pt x="30" y="3"/>
                  </a:lnTo>
                  <a:lnTo>
                    <a:pt x="33" y="3"/>
                  </a:lnTo>
                  <a:lnTo>
                    <a:pt x="34" y="3"/>
                  </a:lnTo>
                  <a:lnTo>
                    <a:pt x="37" y="3"/>
                  </a:lnTo>
                  <a:lnTo>
                    <a:pt x="39" y="5"/>
                  </a:lnTo>
                  <a:lnTo>
                    <a:pt x="43" y="7"/>
                  </a:lnTo>
                  <a:lnTo>
                    <a:pt x="46" y="10"/>
                  </a:lnTo>
                  <a:lnTo>
                    <a:pt x="47" y="14"/>
                  </a:lnTo>
                  <a:lnTo>
                    <a:pt x="47" y="14"/>
                  </a:lnTo>
                </a:path>
              </a:pathLst>
            </a:custGeom>
            <a:solidFill>
              <a:srgbClr val="ffc0b6"/>
            </a:solidFill>
            <a:ln w="9360">
              <a:solidFill>
                <a:srgbClr val="000000"/>
              </a:solidFill>
              <a:round/>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1965" name=""/>
            <p:cNvSpPr/>
            <p:nvPr/>
          </p:nvSpPr>
          <p:spPr>
            <a:xfrm>
              <a:off x="3062160" y="4405320"/>
              <a:ext cx="34920" cy="30240"/>
            </a:xfrm>
            <a:custGeom>
              <a:avLst/>
              <a:gdLst/>
              <a:ahLst/>
              <a:rect l="l" t="t" r="r" b="b"/>
              <a:pathLst>
                <a:path w="22" h="19">
                  <a:moveTo>
                    <a:pt x="13" y="0"/>
                  </a:moveTo>
                  <a:lnTo>
                    <a:pt x="13" y="1"/>
                  </a:lnTo>
                  <a:lnTo>
                    <a:pt x="10" y="3"/>
                  </a:lnTo>
                  <a:lnTo>
                    <a:pt x="9" y="4"/>
                  </a:lnTo>
                  <a:lnTo>
                    <a:pt x="7" y="5"/>
                  </a:lnTo>
                  <a:lnTo>
                    <a:pt x="6" y="10"/>
                  </a:lnTo>
                  <a:lnTo>
                    <a:pt x="3" y="12"/>
                  </a:lnTo>
                  <a:lnTo>
                    <a:pt x="0" y="14"/>
                  </a:lnTo>
                  <a:lnTo>
                    <a:pt x="0" y="14"/>
                  </a:lnTo>
                  <a:lnTo>
                    <a:pt x="0" y="15"/>
                  </a:lnTo>
                  <a:lnTo>
                    <a:pt x="2" y="18"/>
                  </a:lnTo>
                  <a:lnTo>
                    <a:pt x="5" y="18"/>
                  </a:lnTo>
                  <a:lnTo>
                    <a:pt x="6" y="18"/>
                  </a:lnTo>
                  <a:lnTo>
                    <a:pt x="7" y="18"/>
                  </a:lnTo>
                  <a:lnTo>
                    <a:pt x="9" y="18"/>
                  </a:lnTo>
                  <a:lnTo>
                    <a:pt x="10" y="18"/>
                  </a:lnTo>
                  <a:lnTo>
                    <a:pt x="13" y="18"/>
                  </a:lnTo>
                  <a:lnTo>
                    <a:pt x="14" y="15"/>
                  </a:lnTo>
                  <a:lnTo>
                    <a:pt x="14" y="14"/>
                  </a:lnTo>
                  <a:lnTo>
                    <a:pt x="14" y="12"/>
                  </a:lnTo>
                  <a:lnTo>
                    <a:pt x="19" y="7"/>
                  </a:lnTo>
                  <a:lnTo>
                    <a:pt x="21" y="4"/>
                  </a:lnTo>
                  <a:lnTo>
                    <a:pt x="21" y="4"/>
                  </a:lnTo>
                  <a:lnTo>
                    <a:pt x="14" y="1"/>
                  </a:lnTo>
                  <a:lnTo>
                    <a:pt x="13" y="0"/>
                  </a:lnTo>
                  <a:lnTo>
                    <a:pt x="13" y="0"/>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1966" name=""/>
            <p:cNvSpPr/>
            <p:nvPr/>
          </p:nvSpPr>
          <p:spPr>
            <a:xfrm>
              <a:off x="3071880" y="4400640"/>
              <a:ext cx="79200" cy="42840"/>
            </a:xfrm>
            <a:custGeom>
              <a:avLst/>
              <a:gdLst/>
              <a:ahLst/>
              <a:rect l="l" t="t" r="r" b="b"/>
              <a:pathLst>
                <a:path w="50" h="27">
                  <a:moveTo>
                    <a:pt x="49" y="10"/>
                  </a:moveTo>
                  <a:lnTo>
                    <a:pt x="49" y="10"/>
                  </a:lnTo>
                  <a:lnTo>
                    <a:pt x="49" y="10"/>
                  </a:lnTo>
                  <a:lnTo>
                    <a:pt x="49" y="10"/>
                  </a:lnTo>
                  <a:lnTo>
                    <a:pt x="47" y="13"/>
                  </a:lnTo>
                  <a:lnTo>
                    <a:pt x="47" y="14"/>
                  </a:lnTo>
                  <a:lnTo>
                    <a:pt x="45" y="15"/>
                  </a:lnTo>
                  <a:lnTo>
                    <a:pt x="44" y="15"/>
                  </a:lnTo>
                  <a:lnTo>
                    <a:pt x="44" y="17"/>
                  </a:lnTo>
                  <a:lnTo>
                    <a:pt x="42" y="17"/>
                  </a:lnTo>
                  <a:lnTo>
                    <a:pt x="39" y="17"/>
                  </a:lnTo>
                  <a:lnTo>
                    <a:pt x="39" y="17"/>
                  </a:lnTo>
                  <a:lnTo>
                    <a:pt x="38" y="21"/>
                  </a:lnTo>
                  <a:lnTo>
                    <a:pt x="36" y="23"/>
                  </a:lnTo>
                  <a:lnTo>
                    <a:pt x="32" y="23"/>
                  </a:lnTo>
                  <a:lnTo>
                    <a:pt x="29" y="26"/>
                  </a:lnTo>
                  <a:lnTo>
                    <a:pt x="28" y="26"/>
                  </a:lnTo>
                  <a:lnTo>
                    <a:pt x="25" y="26"/>
                  </a:lnTo>
                  <a:lnTo>
                    <a:pt x="22" y="26"/>
                  </a:lnTo>
                  <a:lnTo>
                    <a:pt x="18" y="26"/>
                  </a:lnTo>
                  <a:lnTo>
                    <a:pt x="16" y="26"/>
                  </a:lnTo>
                  <a:lnTo>
                    <a:pt x="10" y="26"/>
                  </a:lnTo>
                  <a:lnTo>
                    <a:pt x="8" y="26"/>
                  </a:lnTo>
                  <a:lnTo>
                    <a:pt x="3" y="26"/>
                  </a:lnTo>
                  <a:lnTo>
                    <a:pt x="0" y="26"/>
                  </a:lnTo>
                  <a:lnTo>
                    <a:pt x="0" y="26"/>
                  </a:lnTo>
                  <a:lnTo>
                    <a:pt x="0" y="23"/>
                  </a:lnTo>
                  <a:lnTo>
                    <a:pt x="0" y="21"/>
                  </a:lnTo>
                  <a:lnTo>
                    <a:pt x="1" y="17"/>
                  </a:lnTo>
                  <a:lnTo>
                    <a:pt x="1" y="17"/>
                  </a:lnTo>
                  <a:lnTo>
                    <a:pt x="1" y="15"/>
                  </a:lnTo>
                  <a:lnTo>
                    <a:pt x="4" y="13"/>
                  </a:lnTo>
                  <a:lnTo>
                    <a:pt x="7" y="8"/>
                  </a:lnTo>
                  <a:lnTo>
                    <a:pt x="8" y="7"/>
                  </a:lnTo>
                  <a:lnTo>
                    <a:pt x="8" y="4"/>
                  </a:lnTo>
                  <a:lnTo>
                    <a:pt x="8" y="3"/>
                  </a:lnTo>
                  <a:lnTo>
                    <a:pt x="8" y="1"/>
                  </a:lnTo>
                  <a:lnTo>
                    <a:pt x="8" y="1"/>
                  </a:lnTo>
                  <a:lnTo>
                    <a:pt x="11" y="1"/>
                  </a:lnTo>
                  <a:lnTo>
                    <a:pt x="15" y="0"/>
                  </a:lnTo>
                  <a:lnTo>
                    <a:pt x="15" y="0"/>
                  </a:lnTo>
                  <a:lnTo>
                    <a:pt x="16" y="0"/>
                  </a:lnTo>
                  <a:lnTo>
                    <a:pt x="18" y="0"/>
                  </a:lnTo>
                  <a:lnTo>
                    <a:pt x="22" y="0"/>
                  </a:lnTo>
                  <a:lnTo>
                    <a:pt x="25" y="0"/>
                  </a:lnTo>
                  <a:lnTo>
                    <a:pt x="26" y="0"/>
                  </a:lnTo>
                  <a:lnTo>
                    <a:pt x="29" y="0"/>
                  </a:lnTo>
                  <a:lnTo>
                    <a:pt x="32" y="1"/>
                  </a:lnTo>
                  <a:lnTo>
                    <a:pt x="38" y="3"/>
                  </a:lnTo>
                  <a:lnTo>
                    <a:pt x="39" y="4"/>
                  </a:lnTo>
                  <a:lnTo>
                    <a:pt x="42" y="7"/>
                  </a:lnTo>
                  <a:lnTo>
                    <a:pt x="44" y="7"/>
                  </a:lnTo>
                  <a:lnTo>
                    <a:pt x="49" y="10"/>
                  </a:lnTo>
                  <a:lnTo>
                    <a:pt x="49" y="10"/>
                  </a:lnTo>
                </a:path>
              </a:pathLst>
            </a:custGeom>
            <a:solidFill>
              <a:srgbClr val="ffc0b6"/>
            </a:solidFill>
            <a:ln w="9360">
              <a:solidFill>
                <a:srgbClr val="000000"/>
              </a:solidFill>
              <a:round/>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967" name=""/>
            <p:cNvSpPr/>
            <p:nvPr/>
          </p:nvSpPr>
          <p:spPr>
            <a:xfrm>
              <a:off x="3117960" y="4411800"/>
              <a:ext cx="29880" cy="27000"/>
            </a:xfrm>
            <a:custGeom>
              <a:avLst/>
              <a:gdLst/>
              <a:ahLst/>
              <a:rect l="l" t="t" r="r" b="b"/>
              <a:pathLst>
                <a:path w="19" h="17">
                  <a:moveTo>
                    <a:pt x="10" y="0"/>
                  </a:moveTo>
                  <a:lnTo>
                    <a:pt x="10" y="0"/>
                  </a:lnTo>
                  <a:lnTo>
                    <a:pt x="9" y="0"/>
                  </a:lnTo>
                  <a:lnTo>
                    <a:pt x="9" y="0"/>
                  </a:lnTo>
                  <a:lnTo>
                    <a:pt x="9" y="0"/>
                  </a:lnTo>
                  <a:lnTo>
                    <a:pt x="9" y="0"/>
                  </a:lnTo>
                  <a:lnTo>
                    <a:pt x="7" y="0"/>
                  </a:lnTo>
                  <a:lnTo>
                    <a:pt x="7" y="0"/>
                  </a:lnTo>
                  <a:lnTo>
                    <a:pt x="7" y="0"/>
                  </a:lnTo>
                  <a:lnTo>
                    <a:pt x="7" y="1"/>
                  </a:lnTo>
                  <a:lnTo>
                    <a:pt x="6" y="3"/>
                  </a:lnTo>
                  <a:lnTo>
                    <a:pt x="3" y="7"/>
                  </a:lnTo>
                  <a:lnTo>
                    <a:pt x="3" y="8"/>
                  </a:lnTo>
                  <a:lnTo>
                    <a:pt x="2" y="8"/>
                  </a:lnTo>
                  <a:lnTo>
                    <a:pt x="0" y="10"/>
                  </a:lnTo>
                  <a:lnTo>
                    <a:pt x="0" y="10"/>
                  </a:lnTo>
                  <a:lnTo>
                    <a:pt x="0" y="10"/>
                  </a:lnTo>
                  <a:lnTo>
                    <a:pt x="0" y="11"/>
                  </a:lnTo>
                  <a:lnTo>
                    <a:pt x="0" y="15"/>
                  </a:lnTo>
                  <a:lnTo>
                    <a:pt x="0" y="16"/>
                  </a:lnTo>
                  <a:lnTo>
                    <a:pt x="0" y="16"/>
                  </a:lnTo>
                  <a:lnTo>
                    <a:pt x="0" y="16"/>
                  </a:lnTo>
                  <a:lnTo>
                    <a:pt x="0" y="16"/>
                  </a:lnTo>
                  <a:lnTo>
                    <a:pt x="0" y="16"/>
                  </a:lnTo>
                  <a:lnTo>
                    <a:pt x="3" y="15"/>
                  </a:lnTo>
                  <a:lnTo>
                    <a:pt x="3" y="14"/>
                  </a:lnTo>
                  <a:lnTo>
                    <a:pt x="7" y="10"/>
                  </a:lnTo>
                  <a:lnTo>
                    <a:pt x="9" y="10"/>
                  </a:lnTo>
                  <a:lnTo>
                    <a:pt x="10" y="10"/>
                  </a:lnTo>
                  <a:lnTo>
                    <a:pt x="10" y="10"/>
                  </a:lnTo>
                  <a:lnTo>
                    <a:pt x="13" y="10"/>
                  </a:lnTo>
                  <a:lnTo>
                    <a:pt x="15" y="8"/>
                  </a:lnTo>
                  <a:lnTo>
                    <a:pt x="15" y="8"/>
                  </a:lnTo>
                  <a:lnTo>
                    <a:pt x="16" y="8"/>
                  </a:lnTo>
                  <a:lnTo>
                    <a:pt x="16" y="7"/>
                  </a:lnTo>
                  <a:lnTo>
                    <a:pt x="18" y="3"/>
                  </a:lnTo>
                  <a:lnTo>
                    <a:pt x="16" y="3"/>
                  </a:lnTo>
                  <a:lnTo>
                    <a:pt x="10" y="0"/>
                  </a:lnTo>
                  <a:lnTo>
                    <a:pt x="10"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1968" name=""/>
            <p:cNvSpPr/>
            <p:nvPr/>
          </p:nvSpPr>
          <p:spPr>
            <a:xfrm>
              <a:off x="3076560" y="4173480"/>
              <a:ext cx="111240" cy="244440"/>
            </a:xfrm>
            <a:custGeom>
              <a:avLst/>
              <a:gdLst/>
              <a:ahLst/>
              <a:rect l="l" t="t" r="r" b="b"/>
              <a:pathLst>
                <a:path w="70" h="154">
                  <a:moveTo>
                    <a:pt x="69" y="4"/>
                  </a:moveTo>
                  <a:lnTo>
                    <a:pt x="69" y="7"/>
                  </a:lnTo>
                  <a:lnTo>
                    <a:pt x="69" y="10"/>
                  </a:lnTo>
                  <a:lnTo>
                    <a:pt x="69" y="19"/>
                  </a:lnTo>
                  <a:lnTo>
                    <a:pt x="69" y="29"/>
                  </a:lnTo>
                  <a:lnTo>
                    <a:pt x="68" y="32"/>
                  </a:lnTo>
                  <a:lnTo>
                    <a:pt x="66" y="41"/>
                  </a:lnTo>
                  <a:lnTo>
                    <a:pt x="66" y="52"/>
                  </a:lnTo>
                  <a:lnTo>
                    <a:pt x="66" y="54"/>
                  </a:lnTo>
                  <a:lnTo>
                    <a:pt x="66" y="64"/>
                  </a:lnTo>
                  <a:lnTo>
                    <a:pt x="64" y="77"/>
                  </a:lnTo>
                  <a:lnTo>
                    <a:pt x="64" y="86"/>
                  </a:lnTo>
                  <a:lnTo>
                    <a:pt x="61" y="92"/>
                  </a:lnTo>
                  <a:lnTo>
                    <a:pt x="64" y="97"/>
                  </a:lnTo>
                  <a:lnTo>
                    <a:pt x="65" y="105"/>
                  </a:lnTo>
                  <a:lnTo>
                    <a:pt x="65" y="113"/>
                  </a:lnTo>
                  <a:lnTo>
                    <a:pt x="64" y="118"/>
                  </a:lnTo>
                  <a:lnTo>
                    <a:pt x="64" y="119"/>
                  </a:lnTo>
                  <a:lnTo>
                    <a:pt x="61" y="124"/>
                  </a:lnTo>
                  <a:lnTo>
                    <a:pt x="61" y="124"/>
                  </a:lnTo>
                  <a:lnTo>
                    <a:pt x="61" y="125"/>
                  </a:lnTo>
                  <a:lnTo>
                    <a:pt x="61" y="129"/>
                  </a:lnTo>
                  <a:lnTo>
                    <a:pt x="61" y="131"/>
                  </a:lnTo>
                  <a:lnTo>
                    <a:pt x="61" y="131"/>
                  </a:lnTo>
                  <a:lnTo>
                    <a:pt x="61" y="134"/>
                  </a:lnTo>
                  <a:lnTo>
                    <a:pt x="59" y="135"/>
                  </a:lnTo>
                  <a:lnTo>
                    <a:pt x="59" y="136"/>
                  </a:lnTo>
                  <a:lnTo>
                    <a:pt x="59" y="136"/>
                  </a:lnTo>
                  <a:lnTo>
                    <a:pt x="58" y="139"/>
                  </a:lnTo>
                  <a:lnTo>
                    <a:pt x="58" y="139"/>
                  </a:lnTo>
                  <a:lnTo>
                    <a:pt x="57" y="139"/>
                  </a:lnTo>
                  <a:lnTo>
                    <a:pt x="57" y="141"/>
                  </a:lnTo>
                  <a:lnTo>
                    <a:pt x="51" y="141"/>
                  </a:lnTo>
                  <a:lnTo>
                    <a:pt x="51" y="141"/>
                  </a:lnTo>
                  <a:lnTo>
                    <a:pt x="51" y="141"/>
                  </a:lnTo>
                  <a:lnTo>
                    <a:pt x="51" y="143"/>
                  </a:lnTo>
                  <a:lnTo>
                    <a:pt x="51" y="144"/>
                  </a:lnTo>
                  <a:lnTo>
                    <a:pt x="51" y="147"/>
                  </a:lnTo>
                  <a:lnTo>
                    <a:pt x="51" y="147"/>
                  </a:lnTo>
                  <a:lnTo>
                    <a:pt x="50" y="150"/>
                  </a:lnTo>
                  <a:lnTo>
                    <a:pt x="50" y="150"/>
                  </a:lnTo>
                  <a:lnTo>
                    <a:pt x="49" y="150"/>
                  </a:lnTo>
                  <a:lnTo>
                    <a:pt x="49" y="150"/>
                  </a:lnTo>
                  <a:lnTo>
                    <a:pt x="46" y="150"/>
                  </a:lnTo>
                  <a:lnTo>
                    <a:pt x="46" y="151"/>
                  </a:lnTo>
                  <a:lnTo>
                    <a:pt x="46" y="153"/>
                  </a:lnTo>
                  <a:lnTo>
                    <a:pt x="46" y="153"/>
                  </a:lnTo>
                  <a:lnTo>
                    <a:pt x="44" y="153"/>
                  </a:lnTo>
                  <a:lnTo>
                    <a:pt x="41" y="153"/>
                  </a:lnTo>
                  <a:lnTo>
                    <a:pt x="41" y="153"/>
                  </a:lnTo>
                  <a:lnTo>
                    <a:pt x="41" y="153"/>
                  </a:lnTo>
                  <a:lnTo>
                    <a:pt x="39" y="151"/>
                  </a:lnTo>
                  <a:lnTo>
                    <a:pt x="36" y="151"/>
                  </a:lnTo>
                  <a:lnTo>
                    <a:pt x="36" y="150"/>
                  </a:lnTo>
                  <a:lnTo>
                    <a:pt x="35" y="150"/>
                  </a:lnTo>
                  <a:lnTo>
                    <a:pt x="33" y="150"/>
                  </a:lnTo>
                  <a:lnTo>
                    <a:pt x="29" y="150"/>
                  </a:lnTo>
                  <a:lnTo>
                    <a:pt x="28" y="150"/>
                  </a:lnTo>
                  <a:lnTo>
                    <a:pt x="26" y="150"/>
                  </a:lnTo>
                  <a:lnTo>
                    <a:pt x="23" y="149"/>
                  </a:lnTo>
                  <a:lnTo>
                    <a:pt x="22" y="147"/>
                  </a:lnTo>
                  <a:lnTo>
                    <a:pt x="21" y="147"/>
                  </a:lnTo>
                  <a:lnTo>
                    <a:pt x="19" y="147"/>
                  </a:lnTo>
                  <a:lnTo>
                    <a:pt x="15" y="147"/>
                  </a:lnTo>
                  <a:lnTo>
                    <a:pt x="13" y="147"/>
                  </a:lnTo>
                  <a:lnTo>
                    <a:pt x="12" y="147"/>
                  </a:lnTo>
                  <a:lnTo>
                    <a:pt x="8" y="147"/>
                  </a:lnTo>
                  <a:lnTo>
                    <a:pt x="5" y="149"/>
                  </a:lnTo>
                  <a:lnTo>
                    <a:pt x="5" y="150"/>
                  </a:lnTo>
                  <a:lnTo>
                    <a:pt x="4" y="150"/>
                  </a:lnTo>
                  <a:lnTo>
                    <a:pt x="1" y="150"/>
                  </a:lnTo>
                  <a:lnTo>
                    <a:pt x="1" y="149"/>
                  </a:lnTo>
                  <a:lnTo>
                    <a:pt x="1" y="147"/>
                  </a:lnTo>
                  <a:lnTo>
                    <a:pt x="0" y="146"/>
                  </a:lnTo>
                  <a:lnTo>
                    <a:pt x="0" y="144"/>
                  </a:lnTo>
                  <a:lnTo>
                    <a:pt x="0" y="141"/>
                  </a:lnTo>
                  <a:lnTo>
                    <a:pt x="1" y="139"/>
                  </a:lnTo>
                  <a:lnTo>
                    <a:pt x="3" y="139"/>
                  </a:lnTo>
                  <a:lnTo>
                    <a:pt x="4" y="139"/>
                  </a:lnTo>
                  <a:lnTo>
                    <a:pt x="5" y="136"/>
                  </a:lnTo>
                  <a:lnTo>
                    <a:pt x="5" y="136"/>
                  </a:lnTo>
                  <a:lnTo>
                    <a:pt x="5" y="135"/>
                  </a:lnTo>
                  <a:lnTo>
                    <a:pt x="5" y="135"/>
                  </a:lnTo>
                  <a:lnTo>
                    <a:pt x="5" y="131"/>
                  </a:lnTo>
                  <a:lnTo>
                    <a:pt x="7" y="131"/>
                  </a:lnTo>
                  <a:lnTo>
                    <a:pt x="12" y="131"/>
                  </a:lnTo>
                  <a:lnTo>
                    <a:pt x="13" y="129"/>
                  </a:lnTo>
                  <a:lnTo>
                    <a:pt x="13" y="129"/>
                  </a:lnTo>
                  <a:lnTo>
                    <a:pt x="15" y="129"/>
                  </a:lnTo>
                  <a:lnTo>
                    <a:pt x="15" y="129"/>
                  </a:lnTo>
                  <a:lnTo>
                    <a:pt x="19" y="127"/>
                  </a:lnTo>
                  <a:lnTo>
                    <a:pt x="21" y="125"/>
                  </a:lnTo>
                  <a:lnTo>
                    <a:pt x="22" y="124"/>
                  </a:lnTo>
                  <a:lnTo>
                    <a:pt x="22" y="124"/>
                  </a:lnTo>
                  <a:lnTo>
                    <a:pt x="22" y="124"/>
                  </a:lnTo>
                  <a:lnTo>
                    <a:pt x="22" y="119"/>
                  </a:lnTo>
                  <a:lnTo>
                    <a:pt x="23" y="118"/>
                  </a:lnTo>
                  <a:lnTo>
                    <a:pt x="23" y="118"/>
                  </a:lnTo>
                  <a:lnTo>
                    <a:pt x="23" y="117"/>
                  </a:lnTo>
                  <a:lnTo>
                    <a:pt x="23" y="116"/>
                  </a:lnTo>
                  <a:lnTo>
                    <a:pt x="25" y="113"/>
                  </a:lnTo>
                  <a:lnTo>
                    <a:pt x="26" y="113"/>
                  </a:lnTo>
                  <a:lnTo>
                    <a:pt x="26" y="112"/>
                  </a:lnTo>
                  <a:lnTo>
                    <a:pt x="26" y="108"/>
                  </a:lnTo>
                  <a:lnTo>
                    <a:pt x="26" y="105"/>
                  </a:lnTo>
                  <a:lnTo>
                    <a:pt x="26" y="104"/>
                  </a:lnTo>
                  <a:lnTo>
                    <a:pt x="28" y="100"/>
                  </a:lnTo>
                  <a:lnTo>
                    <a:pt x="28" y="97"/>
                  </a:lnTo>
                  <a:lnTo>
                    <a:pt x="28" y="97"/>
                  </a:lnTo>
                  <a:lnTo>
                    <a:pt x="28" y="90"/>
                  </a:lnTo>
                  <a:lnTo>
                    <a:pt x="26" y="80"/>
                  </a:lnTo>
                  <a:lnTo>
                    <a:pt x="26" y="71"/>
                  </a:lnTo>
                  <a:lnTo>
                    <a:pt x="26" y="65"/>
                  </a:lnTo>
                  <a:lnTo>
                    <a:pt x="26" y="63"/>
                  </a:lnTo>
                  <a:lnTo>
                    <a:pt x="26" y="54"/>
                  </a:lnTo>
                  <a:lnTo>
                    <a:pt x="26" y="48"/>
                  </a:lnTo>
                  <a:lnTo>
                    <a:pt x="23" y="40"/>
                  </a:lnTo>
                  <a:lnTo>
                    <a:pt x="23" y="31"/>
                  </a:lnTo>
                  <a:lnTo>
                    <a:pt x="22" y="23"/>
                  </a:lnTo>
                  <a:lnTo>
                    <a:pt x="22" y="19"/>
                  </a:lnTo>
                  <a:lnTo>
                    <a:pt x="22" y="14"/>
                  </a:lnTo>
                  <a:lnTo>
                    <a:pt x="22" y="14"/>
                  </a:lnTo>
                  <a:lnTo>
                    <a:pt x="23" y="12"/>
                  </a:lnTo>
                  <a:lnTo>
                    <a:pt x="26" y="10"/>
                  </a:lnTo>
                  <a:lnTo>
                    <a:pt x="26" y="10"/>
                  </a:lnTo>
                  <a:lnTo>
                    <a:pt x="29" y="9"/>
                  </a:lnTo>
                  <a:lnTo>
                    <a:pt x="35" y="7"/>
                  </a:lnTo>
                  <a:lnTo>
                    <a:pt x="38" y="4"/>
                  </a:lnTo>
                  <a:lnTo>
                    <a:pt x="41" y="3"/>
                  </a:lnTo>
                  <a:lnTo>
                    <a:pt x="46" y="2"/>
                  </a:lnTo>
                  <a:lnTo>
                    <a:pt x="50" y="2"/>
                  </a:lnTo>
                  <a:lnTo>
                    <a:pt x="57" y="0"/>
                  </a:lnTo>
                  <a:lnTo>
                    <a:pt x="58" y="0"/>
                  </a:lnTo>
                  <a:lnTo>
                    <a:pt x="61" y="0"/>
                  </a:lnTo>
                  <a:lnTo>
                    <a:pt x="65" y="2"/>
                  </a:lnTo>
                  <a:lnTo>
                    <a:pt x="66" y="2"/>
                  </a:lnTo>
                  <a:lnTo>
                    <a:pt x="69" y="4"/>
                  </a:lnTo>
                  <a:lnTo>
                    <a:pt x="69" y="4"/>
                  </a:lnTo>
                </a:path>
              </a:pathLst>
            </a:custGeom>
            <a:solidFill>
              <a:srgbClr val="6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69" name=""/>
            <p:cNvSpPr/>
            <p:nvPr/>
          </p:nvSpPr>
          <p:spPr>
            <a:xfrm>
              <a:off x="2982960" y="4352760"/>
              <a:ext cx="77760" cy="43200"/>
            </a:xfrm>
            <a:custGeom>
              <a:avLst/>
              <a:gdLst/>
              <a:ahLst/>
              <a:rect l="l" t="t" r="r" b="b"/>
              <a:pathLst>
                <a:path w="49" h="27">
                  <a:moveTo>
                    <a:pt x="48" y="11"/>
                  </a:moveTo>
                  <a:lnTo>
                    <a:pt x="48" y="11"/>
                  </a:lnTo>
                  <a:lnTo>
                    <a:pt x="48" y="11"/>
                  </a:lnTo>
                  <a:lnTo>
                    <a:pt x="48" y="11"/>
                  </a:lnTo>
                  <a:lnTo>
                    <a:pt x="48" y="12"/>
                  </a:lnTo>
                  <a:lnTo>
                    <a:pt x="48" y="14"/>
                  </a:lnTo>
                  <a:lnTo>
                    <a:pt x="45" y="16"/>
                  </a:lnTo>
                  <a:lnTo>
                    <a:pt x="45" y="16"/>
                  </a:lnTo>
                  <a:lnTo>
                    <a:pt x="42" y="16"/>
                  </a:lnTo>
                  <a:lnTo>
                    <a:pt x="41" y="18"/>
                  </a:lnTo>
                  <a:lnTo>
                    <a:pt x="39" y="18"/>
                  </a:lnTo>
                  <a:lnTo>
                    <a:pt x="39" y="18"/>
                  </a:lnTo>
                  <a:lnTo>
                    <a:pt x="38" y="22"/>
                  </a:lnTo>
                  <a:lnTo>
                    <a:pt x="36" y="22"/>
                  </a:lnTo>
                  <a:lnTo>
                    <a:pt x="35" y="23"/>
                  </a:lnTo>
                  <a:lnTo>
                    <a:pt x="31" y="23"/>
                  </a:lnTo>
                  <a:lnTo>
                    <a:pt x="30" y="26"/>
                  </a:lnTo>
                  <a:lnTo>
                    <a:pt x="25" y="26"/>
                  </a:lnTo>
                  <a:lnTo>
                    <a:pt x="25" y="26"/>
                  </a:lnTo>
                  <a:lnTo>
                    <a:pt x="20" y="26"/>
                  </a:lnTo>
                  <a:lnTo>
                    <a:pt x="15" y="26"/>
                  </a:lnTo>
                  <a:lnTo>
                    <a:pt x="13" y="26"/>
                  </a:lnTo>
                  <a:lnTo>
                    <a:pt x="8" y="26"/>
                  </a:lnTo>
                  <a:lnTo>
                    <a:pt x="7" y="26"/>
                  </a:lnTo>
                  <a:lnTo>
                    <a:pt x="1" y="26"/>
                  </a:lnTo>
                  <a:lnTo>
                    <a:pt x="1" y="26"/>
                  </a:lnTo>
                  <a:lnTo>
                    <a:pt x="0" y="25"/>
                  </a:lnTo>
                  <a:lnTo>
                    <a:pt x="0" y="23"/>
                  </a:lnTo>
                  <a:lnTo>
                    <a:pt x="0" y="22"/>
                  </a:lnTo>
                  <a:lnTo>
                    <a:pt x="0" y="18"/>
                  </a:lnTo>
                  <a:lnTo>
                    <a:pt x="1" y="16"/>
                  </a:lnTo>
                  <a:lnTo>
                    <a:pt x="6" y="14"/>
                  </a:lnTo>
                  <a:lnTo>
                    <a:pt x="7" y="11"/>
                  </a:lnTo>
                  <a:lnTo>
                    <a:pt x="8" y="9"/>
                  </a:lnTo>
                  <a:lnTo>
                    <a:pt x="8" y="6"/>
                  </a:lnTo>
                  <a:lnTo>
                    <a:pt x="12" y="5"/>
                  </a:lnTo>
                  <a:lnTo>
                    <a:pt x="13" y="4"/>
                  </a:lnTo>
                  <a:lnTo>
                    <a:pt x="15" y="1"/>
                  </a:lnTo>
                  <a:lnTo>
                    <a:pt x="15" y="0"/>
                  </a:lnTo>
                  <a:lnTo>
                    <a:pt x="15" y="0"/>
                  </a:lnTo>
                  <a:lnTo>
                    <a:pt x="15" y="0"/>
                  </a:lnTo>
                  <a:lnTo>
                    <a:pt x="15" y="0"/>
                  </a:lnTo>
                  <a:lnTo>
                    <a:pt x="15" y="0"/>
                  </a:lnTo>
                  <a:lnTo>
                    <a:pt x="19" y="0"/>
                  </a:lnTo>
                  <a:lnTo>
                    <a:pt x="20" y="0"/>
                  </a:lnTo>
                  <a:lnTo>
                    <a:pt x="20" y="0"/>
                  </a:lnTo>
                  <a:lnTo>
                    <a:pt x="23" y="0"/>
                  </a:lnTo>
                  <a:lnTo>
                    <a:pt x="25" y="0"/>
                  </a:lnTo>
                  <a:lnTo>
                    <a:pt x="29" y="0"/>
                  </a:lnTo>
                  <a:lnTo>
                    <a:pt x="30" y="0"/>
                  </a:lnTo>
                  <a:lnTo>
                    <a:pt x="31" y="0"/>
                  </a:lnTo>
                  <a:lnTo>
                    <a:pt x="36" y="0"/>
                  </a:lnTo>
                  <a:lnTo>
                    <a:pt x="38" y="3"/>
                  </a:lnTo>
                  <a:lnTo>
                    <a:pt x="39" y="4"/>
                  </a:lnTo>
                  <a:lnTo>
                    <a:pt x="42" y="5"/>
                  </a:lnTo>
                  <a:lnTo>
                    <a:pt x="45" y="6"/>
                  </a:lnTo>
                  <a:lnTo>
                    <a:pt x="48" y="11"/>
                  </a:lnTo>
                  <a:lnTo>
                    <a:pt x="48" y="11"/>
                  </a:lnTo>
                </a:path>
              </a:pathLst>
            </a:custGeom>
            <a:solidFill>
              <a:srgbClr val="ffc0b6"/>
            </a:solidFill>
            <a:ln w="9360">
              <a:solidFill>
                <a:srgbClr val="000000"/>
              </a:solidFill>
              <a:round/>
            </a:ln>
          </p:spPr>
          <p:style>
            <a:lnRef idx="0"/>
            <a:fillRef idx="0"/>
            <a:effectRef idx="0"/>
            <a:fontRef idx="minor"/>
          </p:style>
          <p:txBody>
            <a:bodyPr lIns="90000" rIns="90000" tIns="-3600" bIns="-3600" anchor="t">
              <a:noAutofit/>
            </a:bodyPr>
            <a:p>
              <a:endParaRPr b="0" lang="en-IN" sz="2400" strike="noStrike" u="none">
                <a:solidFill>
                  <a:srgbClr val="ffffff"/>
                </a:solidFill>
                <a:effectLst/>
                <a:uFillTx/>
                <a:latin typeface="Times New Roman"/>
              </a:endParaRPr>
            </a:p>
          </p:txBody>
        </p:sp>
        <p:sp>
          <p:nvSpPr>
            <p:cNvPr id="1970" name=""/>
            <p:cNvSpPr/>
            <p:nvPr/>
          </p:nvSpPr>
          <p:spPr>
            <a:xfrm>
              <a:off x="2992320" y="4362480"/>
              <a:ext cx="23760" cy="33480"/>
            </a:xfrm>
            <a:custGeom>
              <a:avLst/>
              <a:gdLst/>
              <a:ahLst/>
              <a:rect l="l" t="t" r="r" b="b"/>
              <a:pathLst>
                <a:path w="15" h="21">
                  <a:moveTo>
                    <a:pt x="9" y="0"/>
                  </a:moveTo>
                  <a:lnTo>
                    <a:pt x="9" y="0"/>
                  </a:lnTo>
                  <a:lnTo>
                    <a:pt x="7" y="5"/>
                  </a:lnTo>
                  <a:lnTo>
                    <a:pt x="7" y="5"/>
                  </a:lnTo>
                  <a:lnTo>
                    <a:pt x="2" y="8"/>
                  </a:lnTo>
                  <a:lnTo>
                    <a:pt x="2" y="10"/>
                  </a:lnTo>
                  <a:lnTo>
                    <a:pt x="1" y="12"/>
                  </a:lnTo>
                  <a:lnTo>
                    <a:pt x="0" y="17"/>
                  </a:lnTo>
                  <a:lnTo>
                    <a:pt x="0" y="19"/>
                  </a:lnTo>
                  <a:lnTo>
                    <a:pt x="0" y="20"/>
                  </a:lnTo>
                  <a:lnTo>
                    <a:pt x="0" y="20"/>
                  </a:lnTo>
                  <a:lnTo>
                    <a:pt x="1" y="20"/>
                  </a:lnTo>
                  <a:lnTo>
                    <a:pt x="2" y="20"/>
                  </a:lnTo>
                  <a:lnTo>
                    <a:pt x="2" y="20"/>
                  </a:lnTo>
                  <a:lnTo>
                    <a:pt x="7" y="20"/>
                  </a:lnTo>
                  <a:lnTo>
                    <a:pt x="7" y="20"/>
                  </a:lnTo>
                  <a:lnTo>
                    <a:pt x="9" y="20"/>
                  </a:lnTo>
                  <a:lnTo>
                    <a:pt x="9" y="20"/>
                  </a:lnTo>
                  <a:lnTo>
                    <a:pt x="9" y="17"/>
                  </a:lnTo>
                  <a:lnTo>
                    <a:pt x="13" y="12"/>
                  </a:lnTo>
                  <a:lnTo>
                    <a:pt x="14" y="10"/>
                  </a:lnTo>
                  <a:lnTo>
                    <a:pt x="14" y="6"/>
                  </a:lnTo>
                  <a:lnTo>
                    <a:pt x="14" y="5"/>
                  </a:lnTo>
                  <a:lnTo>
                    <a:pt x="13" y="0"/>
                  </a:lnTo>
                  <a:lnTo>
                    <a:pt x="9" y="0"/>
                  </a:lnTo>
                  <a:lnTo>
                    <a:pt x="9" y="0"/>
                  </a:lnTo>
                </a:path>
              </a:pathLst>
            </a:custGeom>
            <a:solidFill>
              <a:srgbClr val="ffc0b6"/>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1971" name=""/>
            <p:cNvSpPr/>
            <p:nvPr/>
          </p:nvSpPr>
          <p:spPr>
            <a:xfrm>
              <a:off x="2995560" y="4361040"/>
              <a:ext cx="77760" cy="41040"/>
            </a:xfrm>
            <a:custGeom>
              <a:avLst/>
              <a:gdLst/>
              <a:ahLst/>
              <a:rect l="l" t="t" r="r" b="b"/>
              <a:pathLst>
                <a:path w="49" h="26">
                  <a:moveTo>
                    <a:pt x="48" y="11"/>
                  </a:moveTo>
                  <a:lnTo>
                    <a:pt x="48" y="11"/>
                  </a:lnTo>
                  <a:lnTo>
                    <a:pt x="48" y="11"/>
                  </a:lnTo>
                  <a:lnTo>
                    <a:pt x="48" y="11"/>
                  </a:lnTo>
                  <a:lnTo>
                    <a:pt x="48" y="11"/>
                  </a:lnTo>
                  <a:lnTo>
                    <a:pt x="48" y="13"/>
                  </a:lnTo>
                  <a:lnTo>
                    <a:pt x="48" y="13"/>
                  </a:lnTo>
                  <a:lnTo>
                    <a:pt x="45" y="17"/>
                  </a:lnTo>
                  <a:lnTo>
                    <a:pt x="42" y="18"/>
                  </a:lnTo>
                  <a:lnTo>
                    <a:pt x="41" y="18"/>
                  </a:lnTo>
                  <a:lnTo>
                    <a:pt x="40" y="18"/>
                  </a:lnTo>
                  <a:lnTo>
                    <a:pt x="40" y="20"/>
                  </a:lnTo>
                  <a:lnTo>
                    <a:pt x="37" y="21"/>
                  </a:lnTo>
                  <a:lnTo>
                    <a:pt x="34" y="21"/>
                  </a:lnTo>
                  <a:lnTo>
                    <a:pt x="32" y="21"/>
                  </a:lnTo>
                  <a:lnTo>
                    <a:pt x="30" y="23"/>
                  </a:lnTo>
                  <a:lnTo>
                    <a:pt x="29" y="23"/>
                  </a:lnTo>
                  <a:lnTo>
                    <a:pt x="23" y="23"/>
                  </a:lnTo>
                  <a:lnTo>
                    <a:pt x="22" y="25"/>
                  </a:lnTo>
                  <a:lnTo>
                    <a:pt x="18" y="25"/>
                  </a:lnTo>
                  <a:lnTo>
                    <a:pt x="17" y="25"/>
                  </a:lnTo>
                  <a:lnTo>
                    <a:pt x="12" y="25"/>
                  </a:lnTo>
                  <a:lnTo>
                    <a:pt x="7" y="25"/>
                  </a:lnTo>
                  <a:lnTo>
                    <a:pt x="5" y="24"/>
                  </a:lnTo>
                  <a:lnTo>
                    <a:pt x="0" y="23"/>
                  </a:lnTo>
                  <a:lnTo>
                    <a:pt x="0" y="23"/>
                  </a:lnTo>
                  <a:lnTo>
                    <a:pt x="0" y="21"/>
                  </a:lnTo>
                  <a:lnTo>
                    <a:pt x="0" y="21"/>
                  </a:lnTo>
                  <a:lnTo>
                    <a:pt x="0" y="18"/>
                  </a:lnTo>
                  <a:lnTo>
                    <a:pt x="0" y="17"/>
                  </a:lnTo>
                  <a:lnTo>
                    <a:pt x="4" y="13"/>
                  </a:lnTo>
                  <a:lnTo>
                    <a:pt x="5" y="11"/>
                  </a:lnTo>
                  <a:lnTo>
                    <a:pt x="7" y="9"/>
                  </a:lnTo>
                  <a:lnTo>
                    <a:pt x="7" y="6"/>
                  </a:lnTo>
                  <a:lnTo>
                    <a:pt x="7" y="4"/>
                  </a:lnTo>
                  <a:lnTo>
                    <a:pt x="11" y="1"/>
                  </a:lnTo>
                  <a:lnTo>
                    <a:pt x="11" y="0"/>
                  </a:lnTo>
                  <a:lnTo>
                    <a:pt x="11" y="0"/>
                  </a:lnTo>
                  <a:lnTo>
                    <a:pt x="12" y="0"/>
                  </a:lnTo>
                  <a:lnTo>
                    <a:pt x="12" y="0"/>
                  </a:lnTo>
                  <a:lnTo>
                    <a:pt x="14" y="0"/>
                  </a:lnTo>
                  <a:lnTo>
                    <a:pt x="17" y="0"/>
                  </a:lnTo>
                  <a:lnTo>
                    <a:pt x="18" y="0"/>
                  </a:lnTo>
                  <a:lnTo>
                    <a:pt x="22" y="0"/>
                  </a:lnTo>
                  <a:lnTo>
                    <a:pt x="23" y="0"/>
                  </a:lnTo>
                  <a:lnTo>
                    <a:pt x="28" y="0"/>
                  </a:lnTo>
                  <a:lnTo>
                    <a:pt x="30" y="0"/>
                  </a:lnTo>
                  <a:lnTo>
                    <a:pt x="32" y="0"/>
                  </a:lnTo>
                  <a:lnTo>
                    <a:pt x="37" y="1"/>
                  </a:lnTo>
                  <a:lnTo>
                    <a:pt x="40" y="6"/>
                  </a:lnTo>
                  <a:lnTo>
                    <a:pt x="41" y="6"/>
                  </a:lnTo>
                  <a:lnTo>
                    <a:pt x="45" y="7"/>
                  </a:lnTo>
                  <a:lnTo>
                    <a:pt x="48" y="11"/>
                  </a:lnTo>
                  <a:lnTo>
                    <a:pt x="48" y="11"/>
                  </a:lnTo>
                </a:path>
              </a:pathLst>
            </a:custGeom>
            <a:solidFill>
              <a:srgbClr val="ffc0b6"/>
            </a:solidFill>
            <a:ln w="9360">
              <a:solidFill>
                <a:srgbClr val="000000"/>
              </a:solidFill>
              <a:round/>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1972" name=""/>
            <p:cNvSpPr/>
            <p:nvPr/>
          </p:nvSpPr>
          <p:spPr>
            <a:xfrm>
              <a:off x="3041640" y="4370400"/>
              <a:ext cx="31680" cy="25560"/>
            </a:xfrm>
            <a:custGeom>
              <a:avLst/>
              <a:gdLst/>
              <a:ahLst/>
              <a:rect l="l" t="t" r="r" b="b"/>
              <a:pathLst>
                <a:path w="20" h="16">
                  <a:moveTo>
                    <a:pt x="11" y="0"/>
                  </a:moveTo>
                  <a:lnTo>
                    <a:pt x="11" y="0"/>
                  </a:lnTo>
                  <a:lnTo>
                    <a:pt x="11" y="0"/>
                  </a:lnTo>
                  <a:lnTo>
                    <a:pt x="8" y="0"/>
                  </a:lnTo>
                  <a:lnTo>
                    <a:pt x="8" y="0"/>
                  </a:lnTo>
                  <a:lnTo>
                    <a:pt x="8" y="0"/>
                  </a:lnTo>
                  <a:lnTo>
                    <a:pt x="5" y="0"/>
                  </a:lnTo>
                  <a:lnTo>
                    <a:pt x="5" y="0"/>
                  </a:lnTo>
                  <a:lnTo>
                    <a:pt x="5" y="0"/>
                  </a:lnTo>
                  <a:lnTo>
                    <a:pt x="5" y="3"/>
                  </a:lnTo>
                  <a:lnTo>
                    <a:pt x="5" y="5"/>
                  </a:lnTo>
                  <a:lnTo>
                    <a:pt x="4" y="7"/>
                  </a:lnTo>
                  <a:lnTo>
                    <a:pt x="2" y="10"/>
                  </a:lnTo>
                  <a:lnTo>
                    <a:pt x="2" y="11"/>
                  </a:lnTo>
                  <a:lnTo>
                    <a:pt x="2" y="12"/>
                  </a:lnTo>
                  <a:lnTo>
                    <a:pt x="1" y="12"/>
                  </a:lnTo>
                  <a:lnTo>
                    <a:pt x="1" y="13"/>
                  </a:lnTo>
                  <a:lnTo>
                    <a:pt x="1" y="15"/>
                  </a:lnTo>
                  <a:lnTo>
                    <a:pt x="1" y="15"/>
                  </a:lnTo>
                  <a:lnTo>
                    <a:pt x="0" y="15"/>
                  </a:lnTo>
                  <a:lnTo>
                    <a:pt x="0" y="15"/>
                  </a:lnTo>
                  <a:lnTo>
                    <a:pt x="0" y="15"/>
                  </a:lnTo>
                  <a:lnTo>
                    <a:pt x="1" y="15"/>
                  </a:lnTo>
                  <a:lnTo>
                    <a:pt x="1" y="15"/>
                  </a:lnTo>
                  <a:lnTo>
                    <a:pt x="2" y="15"/>
                  </a:lnTo>
                  <a:lnTo>
                    <a:pt x="4" y="15"/>
                  </a:lnTo>
                  <a:lnTo>
                    <a:pt x="8" y="14"/>
                  </a:lnTo>
                  <a:lnTo>
                    <a:pt x="8" y="12"/>
                  </a:lnTo>
                  <a:lnTo>
                    <a:pt x="11" y="12"/>
                  </a:lnTo>
                  <a:lnTo>
                    <a:pt x="11" y="12"/>
                  </a:lnTo>
                  <a:lnTo>
                    <a:pt x="12" y="11"/>
                  </a:lnTo>
                  <a:lnTo>
                    <a:pt x="13" y="10"/>
                  </a:lnTo>
                  <a:lnTo>
                    <a:pt x="16" y="7"/>
                  </a:lnTo>
                  <a:lnTo>
                    <a:pt x="18" y="7"/>
                  </a:lnTo>
                  <a:lnTo>
                    <a:pt x="19" y="5"/>
                  </a:lnTo>
                  <a:lnTo>
                    <a:pt x="19" y="5"/>
                  </a:lnTo>
                  <a:lnTo>
                    <a:pt x="19" y="4"/>
                  </a:lnTo>
                  <a:lnTo>
                    <a:pt x="11" y="0"/>
                  </a:lnTo>
                  <a:lnTo>
                    <a:pt x="11" y="0"/>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1973" name=""/>
            <p:cNvSpPr/>
            <p:nvPr/>
          </p:nvSpPr>
          <p:spPr>
            <a:xfrm>
              <a:off x="3003480" y="4164120"/>
              <a:ext cx="109440" cy="215640"/>
            </a:xfrm>
            <a:custGeom>
              <a:avLst/>
              <a:gdLst/>
              <a:ahLst/>
              <a:rect l="l" t="t" r="r" b="b"/>
              <a:pathLst>
                <a:path w="69" h="136">
                  <a:moveTo>
                    <a:pt x="68" y="8"/>
                  </a:moveTo>
                  <a:lnTo>
                    <a:pt x="68" y="13"/>
                  </a:lnTo>
                  <a:lnTo>
                    <a:pt x="68" y="18"/>
                  </a:lnTo>
                  <a:lnTo>
                    <a:pt x="68" y="28"/>
                  </a:lnTo>
                  <a:lnTo>
                    <a:pt x="67" y="36"/>
                  </a:lnTo>
                  <a:lnTo>
                    <a:pt x="65" y="46"/>
                  </a:lnTo>
                  <a:lnTo>
                    <a:pt x="65" y="58"/>
                  </a:lnTo>
                  <a:lnTo>
                    <a:pt x="61" y="69"/>
                  </a:lnTo>
                  <a:lnTo>
                    <a:pt x="61" y="73"/>
                  </a:lnTo>
                  <a:lnTo>
                    <a:pt x="61" y="79"/>
                  </a:lnTo>
                  <a:lnTo>
                    <a:pt x="65" y="86"/>
                  </a:lnTo>
                  <a:lnTo>
                    <a:pt x="65" y="95"/>
                  </a:lnTo>
                  <a:lnTo>
                    <a:pt x="65" y="99"/>
                  </a:lnTo>
                  <a:lnTo>
                    <a:pt x="61" y="101"/>
                  </a:lnTo>
                  <a:lnTo>
                    <a:pt x="61" y="103"/>
                  </a:lnTo>
                  <a:lnTo>
                    <a:pt x="61" y="103"/>
                  </a:lnTo>
                  <a:lnTo>
                    <a:pt x="61" y="106"/>
                  </a:lnTo>
                  <a:lnTo>
                    <a:pt x="61" y="110"/>
                  </a:lnTo>
                  <a:lnTo>
                    <a:pt x="60" y="111"/>
                  </a:lnTo>
                  <a:lnTo>
                    <a:pt x="60" y="113"/>
                  </a:lnTo>
                  <a:lnTo>
                    <a:pt x="59" y="114"/>
                  </a:lnTo>
                  <a:lnTo>
                    <a:pt x="59" y="115"/>
                  </a:lnTo>
                  <a:lnTo>
                    <a:pt x="59" y="118"/>
                  </a:lnTo>
                  <a:lnTo>
                    <a:pt x="59" y="119"/>
                  </a:lnTo>
                  <a:lnTo>
                    <a:pt x="58" y="119"/>
                  </a:lnTo>
                  <a:lnTo>
                    <a:pt x="58" y="119"/>
                  </a:lnTo>
                  <a:lnTo>
                    <a:pt x="56" y="122"/>
                  </a:lnTo>
                  <a:lnTo>
                    <a:pt x="53" y="123"/>
                  </a:lnTo>
                  <a:lnTo>
                    <a:pt x="51" y="123"/>
                  </a:lnTo>
                  <a:lnTo>
                    <a:pt x="51" y="123"/>
                  </a:lnTo>
                  <a:lnTo>
                    <a:pt x="51" y="123"/>
                  </a:lnTo>
                  <a:lnTo>
                    <a:pt x="51" y="124"/>
                  </a:lnTo>
                  <a:lnTo>
                    <a:pt x="51" y="125"/>
                  </a:lnTo>
                  <a:lnTo>
                    <a:pt x="51" y="127"/>
                  </a:lnTo>
                  <a:lnTo>
                    <a:pt x="51" y="130"/>
                  </a:lnTo>
                  <a:lnTo>
                    <a:pt x="50" y="130"/>
                  </a:lnTo>
                  <a:lnTo>
                    <a:pt x="49" y="130"/>
                  </a:lnTo>
                  <a:lnTo>
                    <a:pt x="47" y="130"/>
                  </a:lnTo>
                  <a:lnTo>
                    <a:pt x="46" y="131"/>
                  </a:lnTo>
                  <a:lnTo>
                    <a:pt x="44" y="131"/>
                  </a:lnTo>
                  <a:lnTo>
                    <a:pt x="44" y="133"/>
                  </a:lnTo>
                  <a:lnTo>
                    <a:pt x="44" y="135"/>
                  </a:lnTo>
                  <a:lnTo>
                    <a:pt x="44" y="135"/>
                  </a:lnTo>
                  <a:lnTo>
                    <a:pt x="43" y="135"/>
                  </a:lnTo>
                  <a:lnTo>
                    <a:pt x="43" y="135"/>
                  </a:lnTo>
                  <a:lnTo>
                    <a:pt x="40" y="135"/>
                  </a:lnTo>
                  <a:lnTo>
                    <a:pt x="39" y="134"/>
                  </a:lnTo>
                  <a:lnTo>
                    <a:pt x="37" y="133"/>
                  </a:lnTo>
                  <a:lnTo>
                    <a:pt x="35" y="131"/>
                  </a:lnTo>
                  <a:lnTo>
                    <a:pt x="35" y="131"/>
                  </a:lnTo>
                  <a:lnTo>
                    <a:pt x="32" y="131"/>
                  </a:lnTo>
                  <a:lnTo>
                    <a:pt x="32" y="130"/>
                  </a:lnTo>
                  <a:lnTo>
                    <a:pt x="28" y="130"/>
                  </a:lnTo>
                  <a:lnTo>
                    <a:pt x="26" y="130"/>
                  </a:lnTo>
                  <a:lnTo>
                    <a:pt x="25" y="130"/>
                  </a:lnTo>
                  <a:lnTo>
                    <a:pt x="23" y="130"/>
                  </a:lnTo>
                  <a:lnTo>
                    <a:pt x="22" y="130"/>
                  </a:lnTo>
                  <a:lnTo>
                    <a:pt x="18" y="130"/>
                  </a:lnTo>
                  <a:lnTo>
                    <a:pt x="17" y="130"/>
                  </a:lnTo>
                  <a:lnTo>
                    <a:pt x="17" y="128"/>
                  </a:lnTo>
                  <a:lnTo>
                    <a:pt x="12" y="128"/>
                  </a:lnTo>
                  <a:lnTo>
                    <a:pt x="10" y="130"/>
                  </a:lnTo>
                  <a:lnTo>
                    <a:pt x="7" y="130"/>
                  </a:lnTo>
                  <a:lnTo>
                    <a:pt x="6" y="130"/>
                  </a:lnTo>
                  <a:lnTo>
                    <a:pt x="2" y="130"/>
                  </a:lnTo>
                  <a:lnTo>
                    <a:pt x="2" y="130"/>
                  </a:lnTo>
                  <a:lnTo>
                    <a:pt x="2" y="130"/>
                  </a:lnTo>
                  <a:lnTo>
                    <a:pt x="0" y="130"/>
                  </a:lnTo>
                  <a:lnTo>
                    <a:pt x="0" y="130"/>
                  </a:lnTo>
                  <a:lnTo>
                    <a:pt x="0" y="125"/>
                  </a:lnTo>
                  <a:lnTo>
                    <a:pt x="0" y="124"/>
                  </a:lnTo>
                  <a:lnTo>
                    <a:pt x="0" y="123"/>
                  </a:lnTo>
                  <a:lnTo>
                    <a:pt x="0" y="122"/>
                  </a:lnTo>
                  <a:lnTo>
                    <a:pt x="2" y="119"/>
                  </a:lnTo>
                  <a:lnTo>
                    <a:pt x="2" y="119"/>
                  </a:lnTo>
                  <a:lnTo>
                    <a:pt x="2" y="119"/>
                  </a:lnTo>
                  <a:lnTo>
                    <a:pt x="2" y="118"/>
                  </a:lnTo>
                  <a:lnTo>
                    <a:pt x="2" y="118"/>
                  </a:lnTo>
                  <a:lnTo>
                    <a:pt x="2" y="114"/>
                  </a:lnTo>
                  <a:lnTo>
                    <a:pt x="6" y="113"/>
                  </a:lnTo>
                  <a:lnTo>
                    <a:pt x="7" y="111"/>
                  </a:lnTo>
                  <a:lnTo>
                    <a:pt x="7" y="111"/>
                  </a:lnTo>
                  <a:lnTo>
                    <a:pt x="12" y="110"/>
                  </a:lnTo>
                  <a:lnTo>
                    <a:pt x="12" y="110"/>
                  </a:lnTo>
                  <a:lnTo>
                    <a:pt x="16" y="110"/>
                  </a:lnTo>
                  <a:lnTo>
                    <a:pt x="17" y="110"/>
                  </a:lnTo>
                  <a:lnTo>
                    <a:pt x="17" y="108"/>
                  </a:lnTo>
                  <a:lnTo>
                    <a:pt x="18" y="106"/>
                  </a:lnTo>
                  <a:lnTo>
                    <a:pt x="18" y="104"/>
                  </a:lnTo>
                  <a:lnTo>
                    <a:pt x="18" y="103"/>
                  </a:lnTo>
                  <a:lnTo>
                    <a:pt x="18" y="103"/>
                  </a:lnTo>
                  <a:lnTo>
                    <a:pt x="22" y="101"/>
                  </a:lnTo>
                  <a:lnTo>
                    <a:pt x="23" y="100"/>
                  </a:lnTo>
                  <a:lnTo>
                    <a:pt x="23" y="99"/>
                  </a:lnTo>
                  <a:lnTo>
                    <a:pt x="23" y="96"/>
                  </a:lnTo>
                  <a:lnTo>
                    <a:pt x="24" y="95"/>
                  </a:lnTo>
                  <a:lnTo>
                    <a:pt x="24" y="95"/>
                  </a:lnTo>
                  <a:lnTo>
                    <a:pt x="24" y="94"/>
                  </a:lnTo>
                  <a:lnTo>
                    <a:pt x="25" y="92"/>
                  </a:lnTo>
                  <a:lnTo>
                    <a:pt x="25" y="87"/>
                  </a:lnTo>
                  <a:lnTo>
                    <a:pt x="25" y="86"/>
                  </a:lnTo>
                  <a:lnTo>
                    <a:pt x="26" y="85"/>
                  </a:lnTo>
                  <a:lnTo>
                    <a:pt x="26" y="82"/>
                  </a:lnTo>
                  <a:lnTo>
                    <a:pt x="26" y="79"/>
                  </a:lnTo>
                  <a:lnTo>
                    <a:pt x="26" y="77"/>
                  </a:lnTo>
                  <a:lnTo>
                    <a:pt x="26" y="71"/>
                  </a:lnTo>
                  <a:lnTo>
                    <a:pt x="26" y="60"/>
                  </a:lnTo>
                  <a:lnTo>
                    <a:pt x="26" y="53"/>
                  </a:lnTo>
                  <a:lnTo>
                    <a:pt x="26" y="47"/>
                  </a:lnTo>
                  <a:lnTo>
                    <a:pt x="26" y="45"/>
                  </a:lnTo>
                  <a:lnTo>
                    <a:pt x="25" y="38"/>
                  </a:lnTo>
                  <a:lnTo>
                    <a:pt x="25" y="35"/>
                  </a:lnTo>
                  <a:lnTo>
                    <a:pt x="25" y="29"/>
                  </a:lnTo>
                  <a:lnTo>
                    <a:pt x="24" y="26"/>
                  </a:lnTo>
                  <a:lnTo>
                    <a:pt x="24" y="20"/>
                  </a:lnTo>
                  <a:lnTo>
                    <a:pt x="23" y="16"/>
                  </a:lnTo>
                  <a:lnTo>
                    <a:pt x="23" y="16"/>
                  </a:lnTo>
                  <a:lnTo>
                    <a:pt x="23" y="16"/>
                  </a:lnTo>
                  <a:lnTo>
                    <a:pt x="24" y="14"/>
                  </a:lnTo>
                  <a:lnTo>
                    <a:pt x="25" y="13"/>
                  </a:lnTo>
                  <a:lnTo>
                    <a:pt x="27" y="10"/>
                  </a:lnTo>
                  <a:lnTo>
                    <a:pt x="29" y="9"/>
                  </a:lnTo>
                  <a:lnTo>
                    <a:pt x="35" y="8"/>
                  </a:lnTo>
                  <a:lnTo>
                    <a:pt x="36" y="8"/>
                  </a:lnTo>
                  <a:lnTo>
                    <a:pt x="42" y="4"/>
                  </a:lnTo>
                  <a:lnTo>
                    <a:pt x="44" y="4"/>
                  </a:lnTo>
                  <a:lnTo>
                    <a:pt x="47" y="1"/>
                  </a:lnTo>
                  <a:lnTo>
                    <a:pt x="51" y="1"/>
                  </a:lnTo>
                  <a:lnTo>
                    <a:pt x="54" y="0"/>
                  </a:lnTo>
                  <a:lnTo>
                    <a:pt x="59" y="1"/>
                  </a:lnTo>
                  <a:lnTo>
                    <a:pt x="61" y="4"/>
                  </a:lnTo>
                  <a:lnTo>
                    <a:pt x="65" y="6"/>
                  </a:lnTo>
                  <a:lnTo>
                    <a:pt x="68" y="8"/>
                  </a:lnTo>
                  <a:lnTo>
                    <a:pt x="68" y="8"/>
                  </a:lnTo>
                </a:path>
              </a:pathLst>
            </a:custGeom>
            <a:solidFill>
              <a:srgbClr val="6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74" name=""/>
            <p:cNvSpPr/>
            <p:nvPr/>
          </p:nvSpPr>
          <p:spPr>
            <a:xfrm>
              <a:off x="3073320" y="4184640"/>
              <a:ext cx="34920" cy="100080"/>
            </a:xfrm>
            <a:custGeom>
              <a:avLst/>
              <a:gdLst/>
              <a:ahLst/>
              <a:rect l="l" t="t" r="r" b="b"/>
              <a:pathLst>
                <a:path w="22" h="63">
                  <a:moveTo>
                    <a:pt x="0" y="1"/>
                  </a:moveTo>
                  <a:lnTo>
                    <a:pt x="0" y="2"/>
                  </a:lnTo>
                  <a:lnTo>
                    <a:pt x="0" y="3"/>
                  </a:lnTo>
                  <a:lnTo>
                    <a:pt x="2" y="3"/>
                  </a:lnTo>
                  <a:lnTo>
                    <a:pt x="3" y="7"/>
                  </a:lnTo>
                  <a:lnTo>
                    <a:pt x="5" y="10"/>
                  </a:lnTo>
                  <a:lnTo>
                    <a:pt x="7" y="13"/>
                  </a:lnTo>
                  <a:lnTo>
                    <a:pt x="7" y="16"/>
                  </a:lnTo>
                  <a:lnTo>
                    <a:pt x="7" y="22"/>
                  </a:lnTo>
                  <a:lnTo>
                    <a:pt x="7" y="25"/>
                  </a:lnTo>
                  <a:lnTo>
                    <a:pt x="7" y="25"/>
                  </a:lnTo>
                  <a:lnTo>
                    <a:pt x="9" y="31"/>
                  </a:lnTo>
                  <a:lnTo>
                    <a:pt x="12" y="33"/>
                  </a:lnTo>
                  <a:lnTo>
                    <a:pt x="14" y="34"/>
                  </a:lnTo>
                  <a:lnTo>
                    <a:pt x="14" y="38"/>
                  </a:lnTo>
                  <a:lnTo>
                    <a:pt x="14" y="41"/>
                  </a:lnTo>
                  <a:lnTo>
                    <a:pt x="14" y="46"/>
                  </a:lnTo>
                  <a:lnTo>
                    <a:pt x="14" y="56"/>
                  </a:lnTo>
                  <a:lnTo>
                    <a:pt x="14" y="62"/>
                  </a:lnTo>
                  <a:lnTo>
                    <a:pt x="14" y="62"/>
                  </a:lnTo>
                  <a:lnTo>
                    <a:pt x="15" y="56"/>
                  </a:lnTo>
                  <a:lnTo>
                    <a:pt x="15" y="45"/>
                  </a:lnTo>
                  <a:lnTo>
                    <a:pt x="15" y="34"/>
                  </a:lnTo>
                  <a:lnTo>
                    <a:pt x="15" y="31"/>
                  </a:lnTo>
                  <a:lnTo>
                    <a:pt x="15" y="25"/>
                  </a:lnTo>
                  <a:lnTo>
                    <a:pt x="16" y="25"/>
                  </a:lnTo>
                  <a:lnTo>
                    <a:pt x="17" y="23"/>
                  </a:lnTo>
                  <a:lnTo>
                    <a:pt x="17" y="22"/>
                  </a:lnTo>
                  <a:lnTo>
                    <a:pt x="17" y="22"/>
                  </a:lnTo>
                  <a:lnTo>
                    <a:pt x="21" y="17"/>
                  </a:lnTo>
                  <a:lnTo>
                    <a:pt x="21" y="16"/>
                  </a:lnTo>
                  <a:lnTo>
                    <a:pt x="21" y="16"/>
                  </a:lnTo>
                  <a:lnTo>
                    <a:pt x="21" y="16"/>
                  </a:lnTo>
                  <a:lnTo>
                    <a:pt x="21" y="15"/>
                  </a:lnTo>
                  <a:lnTo>
                    <a:pt x="21" y="15"/>
                  </a:lnTo>
                  <a:lnTo>
                    <a:pt x="17" y="13"/>
                  </a:lnTo>
                  <a:lnTo>
                    <a:pt x="17" y="12"/>
                  </a:lnTo>
                  <a:lnTo>
                    <a:pt x="17" y="12"/>
                  </a:lnTo>
                  <a:lnTo>
                    <a:pt x="15" y="8"/>
                  </a:lnTo>
                  <a:lnTo>
                    <a:pt x="15" y="7"/>
                  </a:lnTo>
                  <a:lnTo>
                    <a:pt x="14" y="5"/>
                  </a:lnTo>
                  <a:lnTo>
                    <a:pt x="14" y="3"/>
                  </a:lnTo>
                  <a:lnTo>
                    <a:pt x="9" y="3"/>
                  </a:lnTo>
                  <a:lnTo>
                    <a:pt x="7" y="1"/>
                  </a:lnTo>
                  <a:lnTo>
                    <a:pt x="7" y="1"/>
                  </a:lnTo>
                  <a:lnTo>
                    <a:pt x="6" y="0"/>
                  </a:lnTo>
                  <a:lnTo>
                    <a:pt x="3" y="0"/>
                  </a:lnTo>
                  <a:lnTo>
                    <a:pt x="2" y="1"/>
                  </a:lnTo>
                  <a:lnTo>
                    <a:pt x="0" y="1"/>
                  </a:lnTo>
                  <a:lnTo>
                    <a:pt x="0" y="1"/>
                  </a:lnTo>
                </a:path>
              </a:pathLst>
            </a:custGeom>
            <a:solidFill>
              <a:srgbClr val="626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75" name=""/>
            <p:cNvSpPr/>
            <p:nvPr/>
          </p:nvSpPr>
          <p:spPr>
            <a:xfrm>
              <a:off x="3719520" y="4359240"/>
              <a:ext cx="77760" cy="47520"/>
            </a:xfrm>
            <a:custGeom>
              <a:avLst/>
              <a:gdLst/>
              <a:ahLst/>
              <a:rect l="l" t="t" r="r" b="b"/>
              <a:pathLst>
                <a:path w="49" h="30">
                  <a:moveTo>
                    <a:pt x="48" y="12"/>
                  </a:moveTo>
                  <a:lnTo>
                    <a:pt x="48" y="12"/>
                  </a:lnTo>
                  <a:lnTo>
                    <a:pt x="48" y="12"/>
                  </a:lnTo>
                  <a:lnTo>
                    <a:pt x="48" y="14"/>
                  </a:lnTo>
                  <a:lnTo>
                    <a:pt x="48" y="14"/>
                  </a:lnTo>
                  <a:lnTo>
                    <a:pt x="48" y="17"/>
                  </a:lnTo>
                  <a:lnTo>
                    <a:pt x="46" y="18"/>
                  </a:lnTo>
                  <a:lnTo>
                    <a:pt x="44" y="19"/>
                  </a:lnTo>
                  <a:lnTo>
                    <a:pt x="42" y="19"/>
                  </a:lnTo>
                  <a:lnTo>
                    <a:pt x="42" y="21"/>
                  </a:lnTo>
                  <a:lnTo>
                    <a:pt x="41" y="22"/>
                  </a:lnTo>
                  <a:lnTo>
                    <a:pt x="41" y="22"/>
                  </a:lnTo>
                  <a:lnTo>
                    <a:pt x="39" y="22"/>
                  </a:lnTo>
                  <a:lnTo>
                    <a:pt x="38" y="24"/>
                  </a:lnTo>
                  <a:lnTo>
                    <a:pt x="35" y="24"/>
                  </a:lnTo>
                  <a:lnTo>
                    <a:pt x="30" y="25"/>
                  </a:lnTo>
                  <a:lnTo>
                    <a:pt x="28" y="26"/>
                  </a:lnTo>
                  <a:lnTo>
                    <a:pt x="25" y="27"/>
                  </a:lnTo>
                  <a:lnTo>
                    <a:pt x="24" y="27"/>
                  </a:lnTo>
                  <a:lnTo>
                    <a:pt x="20" y="29"/>
                  </a:lnTo>
                  <a:lnTo>
                    <a:pt x="19" y="29"/>
                  </a:lnTo>
                  <a:lnTo>
                    <a:pt x="15" y="27"/>
                  </a:lnTo>
                  <a:lnTo>
                    <a:pt x="7" y="27"/>
                  </a:lnTo>
                  <a:lnTo>
                    <a:pt x="3" y="26"/>
                  </a:lnTo>
                  <a:lnTo>
                    <a:pt x="2" y="25"/>
                  </a:lnTo>
                  <a:lnTo>
                    <a:pt x="0" y="24"/>
                  </a:lnTo>
                  <a:lnTo>
                    <a:pt x="0" y="24"/>
                  </a:lnTo>
                  <a:lnTo>
                    <a:pt x="0" y="22"/>
                  </a:lnTo>
                  <a:lnTo>
                    <a:pt x="0" y="22"/>
                  </a:lnTo>
                  <a:lnTo>
                    <a:pt x="0" y="19"/>
                  </a:lnTo>
                  <a:lnTo>
                    <a:pt x="2" y="18"/>
                  </a:lnTo>
                  <a:lnTo>
                    <a:pt x="3" y="14"/>
                  </a:lnTo>
                  <a:lnTo>
                    <a:pt x="6" y="11"/>
                  </a:lnTo>
                  <a:lnTo>
                    <a:pt x="7" y="8"/>
                  </a:lnTo>
                  <a:lnTo>
                    <a:pt x="7" y="7"/>
                  </a:lnTo>
                  <a:lnTo>
                    <a:pt x="11" y="7"/>
                  </a:lnTo>
                  <a:lnTo>
                    <a:pt x="15" y="4"/>
                  </a:lnTo>
                  <a:lnTo>
                    <a:pt x="16" y="1"/>
                  </a:lnTo>
                  <a:lnTo>
                    <a:pt x="19" y="1"/>
                  </a:lnTo>
                  <a:lnTo>
                    <a:pt x="19" y="0"/>
                  </a:lnTo>
                  <a:lnTo>
                    <a:pt x="19" y="0"/>
                  </a:lnTo>
                  <a:lnTo>
                    <a:pt x="20" y="0"/>
                  </a:lnTo>
                  <a:lnTo>
                    <a:pt x="20" y="0"/>
                  </a:lnTo>
                  <a:lnTo>
                    <a:pt x="20" y="0"/>
                  </a:lnTo>
                  <a:lnTo>
                    <a:pt x="20" y="0"/>
                  </a:lnTo>
                  <a:lnTo>
                    <a:pt x="23" y="0"/>
                  </a:lnTo>
                  <a:lnTo>
                    <a:pt x="24" y="0"/>
                  </a:lnTo>
                  <a:lnTo>
                    <a:pt x="25" y="0"/>
                  </a:lnTo>
                  <a:lnTo>
                    <a:pt x="28" y="1"/>
                  </a:lnTo>
                  <a:lnTo>
                    <a:pt x="30" y="1"/>
                  </a:lnTo>
                  <a:lnTo>
                    <a:pt x="32" y="1"/>
                  </a:lnTo>
                  <a:lnTo>
                    <a:pt x="38" y="2"/>
                  </a:lnTo>
                  <a:lnTo>
                    <a:pt x="39" y="5"/>
                  </a:lnTo>
                  <a:lnTo>
                    <a:pt x="41" y="7"/>
                  </a:lnTo>
                  <a:lnTo>
                    <a:pt x="42" y="8"/>
                  </a:lnTo>
                  <a:lnTo>
                    <a:pt x="46" y="10"/>
                  </a:lnTo>
                  <a:lnTo>
                    <a:pt x="48" y="12"/>
                  </a:lnTo>
                  <a:lnTo>
                    <a:pt x="48" y="12"/>
                  </a:lnTo>
                </a:path>
              </a:pathLst>
            </a:custGeom>
            <a:solidFill>
              <a:srgbClr val="ffc0b6"/>
            </a:solidFill>
            <a:ln w="9360">
              <a:solidFill>
                <a:srgbClr val="000000"/>
              </a:solidFill>
              <a:round/>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1976" name=""/>
            <p:cNvSpPr/>
            <p:nvPr/>
          </p:nvSpPr>
          <p:spPr>
            <a:xfrm>
              <a:off x="3724200" y="4371840"/>
              <a:ext cx="33480" cy="30240"/>
            </a:xfrm>
            <a:custGeom>
              <a:avLst/>
              <a:gdLst/>
              <a:ahLst/>
              <a:rect l="l" t="t" r="r" b="b"/>
              <a:pathLst>
                <a:path w="21" h="19">
                  <a:moveTo>
                    <a:pt x="13" y="0"/>
                  </a:moveTo>
                  <a:lnTo>
                    <a:pt x="13" y="0"/>
                  </a:lnTo>
                  <a:lnTo>
                    <a:pt x="13" y="2"/>
                  </a:lnTo>
                  <a:lnTo>
                    <a:pt x="9" y="4"/>
                  </a:lnTo>
                  <a:lnTo>
                    <a:pt x="7" y="6"/>
                  </a:lnTo>
                  <a:lnTo>
                    <a:pt x="4" y="10"/>
                  </a:lnTo>
                  <a:lnTo>
                    <a:pt x="0" y="11"/>
                  </a:lnTo>
                  <a:lnTo>
                    <a:pt x="0" y="14"/>
                  </a:lnTo>
                  <a:lnTo>
                    <a:pt x="0" y="16"/>
                  </a:lnTo>
                  <a:lnTo>
                    <a:pt x="0" y="16"/>
                  </a:lnTo>
                  <a:lnTo>
                    <a:pt x="0" y="17"/>
                  </a:lnTo>
                  <a:lnTo>
                    <a:pt x="3" y="18"/>
                  </a:lnTo>
                  <a:lnTo>
                    <a:pt x="4" y="18"/>
                  </a:lnTo>
                  <a:lnTo>
                    <a:pt x="4" y="18"/>
                  </a:lnTo>
                  <a:lnTo>
                    <a:pt x="8" y="18"/>
                  </a:lnTo>
                  <a:lnTo>
                    <a:pt x="12" y="18"/>
                  </a:lnTo>
                  <a:lnTo>
                    <a:pt x="13" y="18"/>
                  </a:lnTo>
                  <a:lnTo>
                    <a:pt x="13" y="17"/>
                  </a:lnTo>
                  <a:lnTo>
                    <a:pt x="16" y="14"/>
                  </a:lnTo>
                  <a:lnTo>
                    <a:pt x="17" y="13"/>
                  </a:lnTo>
                  <a:lnTo>
                    <a:pt x="17" y="10"/>
                  </a:lnTo>
                  <a:lnTo>
                    <a:pt x="20" y="6"/>
                  </a:lnTo>
                  <a:lnTo>
                    <a:pt x="20" y="4"/>
                  </a:lnTo>
                  <a:lnTo>
                    <a:pt x="17" y="0"/>
                  </a:lnTo>
                  <a:lnTo>
                    <a:pt x="13" y="0"/>
                  </a:lnTo>
                  <a:lnTo>
                    <a:pt x="13" y="0"/>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1977" name=""/>
            <p:cNvSpPr/>
            <p:nvPr/>
          </p:nvSpPr>
          <p:spPr>
            <a:xfrm>
              <a:off x="3730680" y="4370400"/>
              <a:ext cx="82440" cy="42840"/>
            </a:xfrm>
            <a:custGeom>
              <a:avLst/>
              <a:gdLst/>
              <a:ahLst/>
              <a:rect l="l" t="t" r="r" b="b"/>
              <a:pathLst>
                <a:path w="52" h="27">
                  <a:moveTo>
                    <a:pt x="51" y="11"/>
                  </a:moveTo>
                  <a:lnTo>
                    <a:pt x="51" y="11"/>
                  </a:lnTo>
                  <a:lnTo>
                    <a:pt x="51" y="12"/>
                  </a:lnTo>
                  <a:lnTo>
                    <a:pt x="51" y="12"/>
                  </a:lnTo>
                  <a:lnTo>
                    <a:pt x="51" y="12"/>
                  </a:lnTo>
                  <a:lnTo>
                    <a:pt x="49" y="15"/>
                  </a:lnTo>
                  <a:lnTo>
                    <a:pt x="48" y="15"/>
                  </a:lnTo>
                  <a:lnTo>
                    <a:pt x="45" y="15"/>
                  </a:lnTo>
                  <a:lnTo>
                    <a:pt x="43" y="17"/>
                  </a:lnTo>
                  <a:lnTo>
                    <a:pt x="43" y="17"/>
                  </a:lnTo>
                  <a:lnTo>
                    <a:pt x="41" y="19"/>
                  </a:lnTo>
                  <a:lnTo>
                    <a:pt x="39" y="20"/>
                  </a:lnTo>
                  <a:lnTo>
                    <a:pt x="37" y="22"/>
                  </a:lnTo>
                  <a:lnTo>
                    <a:pt x="35" y="22"/>
                  </a:lnTo>
                  <a:lnTo>
                    <a:pt x="34" y="23"/>
                  </a:lnTo>
                  <a:lnTo>
                    <a:pt x="32" y="23"/>
                  </a:lnTo>
                  <a:lnTo>
                    <a:pt x="31" y="26"/>
                  </a:lnTo>
                  <a:lnTo>
                    <a:pt x="25" y="26"/>
                  </a:lnTo>
                  <a:lnTo>
                    <a:pt x="23" y="26"/>
                  </a:lnTo>
                  <a:lnTo>
                    <a:pt x="18" y="26"/>
                  </a:lnTo>
                  <a:lnTo>
                    <a:pt x="16" y="26"/>
                  </a:lnTo>
                  <a:lnTo>
                    <a:pt x="13" y="26"/>
                  </a:lnTo>
                  <a:lnTo>
                    <a:pt x="9" y="26"/>
                  </a:lnTo>
                  <a:lnTo>
                    <a:pt x="4" y="25"/>
                  </a:lnTo>
                  <a:lnTo>
                    <a:pt x="0" y="23"/>
                  </a:lnTo>
                  <a:lnTo>
                    <a:pt x="0" y="23"/>
                  </a:lnTo>
                  <a:lnTo>
                    <a:pt x="0" y="20"/>
                  </a:lnTo>
                  <a:lnTo>
                    <a:pt x="0" y="18"/>
                  </a:lnTo>
                  <a:lnTo>
                    <a:pt x="0" y="15"/>
                  </a:lnTo>
                  <a:lnTo>
                    <a:pt x="0" y="15"/>
                  </a:lnTo>
                  <a:lnTo>
                    <a:pt x="4" y="12"/>
                  </a:lnTo>
                  <a:lnTo>
                    <a:pt x="8" y="11"/>
                  </a:lnTo>
                  <a:lnTo>
                    <a:pt x="9" y="7"/>
                  </a:lnTo>
                  <a:lnTo>
                    <a:pt x="12" y="5"/>
                  </a:lnTo>
                  <a:lnTo>
                    <a:pt x="13" y="1"/>
                  </a:lnTo>
                  <a:lnTo>
                    <a:pt x="13" y="0"/>
                  </a:lnTo>
                  <a:lnTo>
                    <a:pt x="13" y="0"/>
                  </a:lnTo>
                  <a:lnTo>
                    <a:pt x="13" y="0"/>
                  </a:lnTo>
                  <a:lnTo>
                    <a:pt x="13" y="0"/>
                  </a:lnTo>
                  <a:lnTo>
                    <a:pt x="16" y="0"/>
                  </a:lnTo>
                  <a:lnTo>
                    <a:pt x="17" y="0"/>
                  </a:lnTo>
                  <a:lnTo>
                    <a:pt x="18" y="0"/>
                  </a:lnTo>
                  <a:lnTo>
                    <a:pt x="21" y="0"/>
                  </a:lnTo>
                  <a:lnTo>
                    <a:pt x="23" y="0"/>
                  </a:lnTo>
                  <a:lnTo>
                    <a:pt x="25" y="0"/>
                  </a:lnTo>
                  <a:lnTo>
                    <a:pt x="31" y="0"/>
                  </a:lnTo>
                  <a:lnTo>
                    <a:pt x="33" y="0"/>
                  </a:lnTo>
                  <a:lnTo>
                    <a:pt x="35" y="1"/>
                  </a:lnTo>
                  <a:lnTo>
                    <a:pt x="37" y="3"/>
                  </a:lnTo>
                  <a:lnTo>
                    <a:pt x="41" y="5"/>
                  </a:lnTo>
                  <a:lnTo>
                    <a:pt x="43" y="5"/>
                  </a:lnTo>
                  <a:lnTo>
                    <a:pt x="47" y="7"/>
                  </a:lnTo>
                  <a:lnTo>
                    <a:pt x="51" y="11"/>
                  </a:lnTo>
                  <a:lnTo>
                    <a:pt x="51" y="11"/>
                  </a:lnTo>
                </a:path>
              </a:pathLst>
            </a:custGeom>
            <a:solidFill>
              <a:srgbClr val="ffc0b6"/>
            </a:solidFill>
            <a:ln w="9360">
              <a:solidFill>
                <a:srgbClr val="000000"/>
              </a:solidFill>
              <a:round/>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978" name=""/>
            <p:cNvSpPr/>
            <p:nvPr/>
          </p:nvSpPr>
          <p:spPr>
            <a:xfrm>
              <a:off x="3781440" y="4381560"/>
              <a:ext cx="28440" cy="27000"/>
            </a:xfrm>
            <a:custGeom>
              <a:avLst/>
              <a:gdLst/>
              <a:ahLst/>
              <a:rect l="l" t="t" r="r" b="b"/>
              <a:pathLst>
                <a:path w="18" h="17">
                  <a:moveTo>
                    <a:pt x="9" y="0"/>
                  </a:moveTo>
                  <a:lnTo>
                    <a:pt x="9" y="0"/>
                  </a:lnTo>
                  <a:lnTo>
                    <a:pt x="9" y="0"/>
                  </a:lnTo>
                  <a:lnTo>
                    <a:pt x="7" y="0"/>
                  </a:lnTo>
                  <a:lnTo>
                    <a:pt x="6" y="0"/>
                  </a:lnTo>
                  <a:lnTo>
                    <a:pt x="5" y="0"/>
                  </a:lnTo>
                  <a:lnTo>
                    <a:pt x="5" y="0"/>
                  </a:lnTo>
                  <a:lnTo>
                    <a:pt x="3" y="0"/>
                  </a:lnTo>
                  <a:lnTo>
                    <a:pt x="3" y="0"/>
                  </a:lnTo>
                  <a:lnTo>
                    <a:pt x="3" y="0"/>
                  </a:lnTo>
                  <a:lnTo>
                    <a:pt x="3" y="0"/>
                  </a:lnTo>
                  <a:lnTo>
                    <a:pt x="3" y="4"/>
                  </a:lnTo>
                  <a:lnTo>
                    <a:pt x="3" y="5"/>
                  </a:lnTo>
                  <a:lnTo>
                    <a:pt x="3" y="5"/>
                  </a:lnTo>
                  <a:lnTo>
                    <a:pt x="3" y="8"/>
                  </a:lnTo>
                  <a:lnTo>
                    <a:pt x="3" y="8"/>
                  </a:lnTo>
                  <a:lnTo>
                    <a:pt x="2" y="8"/>
                  </a:lnTo>
                  <a:lnTo>
                    <a:pt x="2" y="8"/>
                  </a:lnTo>
                  <a:lnTo>
                    <a:pt x="1" y="10"/>
                  </a:lnTo>
                  <a:lnTo>
                    <a:pt x="0" y="10"/>
                  </a:lnTo>
                  <a:lnTo>
                    <a:pt x="0" y="12"/>
                  </a:lnTo>
                  <a:lnTo>
                    <a:pt x="0" y="13"/>
                  </a:lnTo>
                  <a:lnTo>
                    <a:pt x="0" y="15"/>
                  </a:lnTo>
                  <a:lnTo>
                    <a:pt x="0" y="15"/>
                  </a:lnTo>
                  <a:lnTo>
                    <a:pt x="0" y="16"/>
                  </a:lnTo>
                  <a:lnTo>
                    <a:pt x="0" y="16"/>
                  </a:lnTo>
                  <a:lnTo>
                    <a:pt x="0" y="16"/>
                  </a:lnTo>
                  <a:lnTo>
                    <a:pt x="0" y="15"/>
                  </a:lnTo>
                  <a:lnTo>
                    <a:pt x="2" y="15"/>
                  </a:lnTo>
                  <a:lnTo>
                    <a:pt x="3" y="13"/>
                  </a:lnTo>
                  <a:lnTo>
                    <a:pt x="5" y="13"/>
                  </a:lnTo>
                  <a:lnTo>
                    <a:pt x="6" y="12"/>
                  </a:lnTo>
                  <a:lnTo>
                    <a:pt x="9" y="11"/>
                  </a:lnTo>
                  <a:lnTo>
                    <a:pt x="11" y="10"/>
                  </a:lnTo>
                  <a:lnTo>
                    <a:pt x="11" y="10"/>
                  </a:lnTo>
                  <a:lnTo>
                    <a:pt x="11" y="8"/>
                  </a:lnTo>
                  <a:lnTo>
                    <a:pt x="13" y="8"/>
                  </a:lnTo>
                  <a:lnTo>
                    <a:pt x="15" y="8"/>
                  </a:lnTo>
                  <a:lnTo>
                    <a:pt x="16" y="7"/>
                  </a:lnTo>
                  <a:lnTo>
                    <a:pt x="17" y="5"/>
                  </a:lnTo>
                  <a:lnTo>
                    <a:pt x="16" y="4"/>
                  </a:lnTo>
                  <a:lnTo>
                    <a:pt x="9" y="0"/>
                  </a:lnTo>
                  <a:lnTo>
                    <a:pt x="9"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1979" name=""/>
            <p:cNvSpPr/>
            <p:nvPr/>
          </p:nvSpPr>
          <p:spPr>
            <a:xfrm>
              <a:off x="3746520" y="4157640"/>
              <a:ext cx="111240" cy="233280"/>
            </a:xfrm>
            <a:custGeom>
              <a:avLst/>
              <a:gdLst/>
              <a:ahLst/>
              <a:rect l="l" t="t" r="r" b="b"/>
              <a:pathLst>
                <a:path w="70" h="147">
                  <a:moveTo>
                    <a:pt x="69" y="8"/>
                  </a:moveTo>
                  <a:lnTo>
                    <a:pt x="69" y="10"/>
                  </a:lnTo>
                  <a:lnTo>
                    <a:pt x="69" y="12"/>
                  </a:lnTo>
                  <a:lnTo>
                    <a:pt x="69" y="17"/>
                  </a:lnTo>
                  <a:lnTo>
                    <a:pt x="69" y="20"/>
                  </a:lnTo>
                  <a:lnTo>
                    <a:pt x="69" y="24"/>
                  </a:lnTo>
                  <a:lnTo>
                    <a:pt x="69" y="30"/>
                  </a:lnTo>
                  <a:lnTo>
                    <a:pt x="66" y="33"/>
                  </a:lnTo>
                  <a:lnTo>
                    <a:pt x="66" y="39"/>
                  </a:lnTo>
                  <a:lnTo>
                    <a:pt x="63" y="42"/>
                  </a:lnTo>
                  <a:lnTo>
                    <a:pt x="63" y="50"/>
                  </a:lnTo>
                  <a:lnTo>
                    <a:pt x="63" y="57"/>
                  </a:lnTo>
                  <a:lnTo>
                    <a:pt x="62" y="63"/>
                  </a:lnTo>
                  <a:lnTo>
                    <a:pt x="61" y="67"/>
                  </a:lnTo>
                  <a:lnTo>
                    <a:pt x="60" y="73"/>
                  </a:lnTo>
                  <a:lnTo>
                    <a:pt x="60" y="76"/>
                  </a:lnTo>
                  <a:lnTo>
                    <a:pt x="60" y="80"/>
                  </a:lnTo>
                  <a:lnTo>
                    <a:pt x="60" y="86"/>
                  </a:lnTo>
                  <a:lnTo>
                    <a:pt x="60" y="94"/>
                  </a:lnTo>
                  <a:lnTo>
                    <a:pt x="60" y="103"/>
                  </a:lnTo>
                  <a:lnTo>
                    <a:pt x="60" y="107"/>
                  </a:lnTo>
                  <a:lnTo>
                    <a:pt x="60" y="110"/>
                  </a:lnTo>
                  <a:lnTo>
                    <a:pt x="59" y="112"/>
                  </a:lnTo>
                  <a:lnTo>
                    <a:pt x="59" y="114"/>
                  </a:lnTo>
                  <a:lnTo>
                    <a:pt x="57" y="115"/>
                  </a:lnTo>
                  <a:lnTo>
                    <a:pt x="57" y="122"/>
                  </a:lnTo>
                  <a:lnTo>
                    <a:pt x="57" y="123"/>
                  </a:lnTo>
                  <a:lnTo>
                    <a:pt x="57" y="123"/>
                  </a:lnTo>
                  <a:lnTo>
                    <a:pt x="56" y="123"/>
                  </a:lnTo>
                  <a:lnTo>
                    <a:pt x="55" y="126"/>
                  </a:lnTo>
                  <a:lnTo>
                    <a:pt x="54" y="126"/>
                  </a:lnTo>
                  <a:lnTo>
                    <a:pt x="52" y="127"/>
                  </a:lnTo>
                  <a:lnTo>
                    <a:pt x="49" y="128"/>
                  </a:lnTo>
                  <a:lnTo>
                    <a:pt x="49" y="129"/>
                  </a:lnTo>
                  <a:lnTo>
                    <a:pt x="49" y="129"/>
                  </a:lnTo>
                  <a:lnTo>
                    <a:pt x="48" y="132"/>
                  </a:lnTo>
                  <a:lnTo>
                    <a:pt x="48" y="132"/>
                  </a:lnTo>
                  <a:lnTo>
                    <a:pt x="48" y="134"/>
                  </a:lnTo>
                  <a:lnTo>
                    <a:pt x="48" y="134"/>
                  </a:lnTo>
                  <a:lnTo>
                    <a:pt x="48" y="134"/>
                  </a:lnTo>
                  <a:lnTo>
                    <a:pt x="47" y="135"/>
                  </a:lnTo>
                  <a:lnTo>
                    <a:pt x="47" y="138"/>
                  </a:lnTo>
                  <a:lnTo>
                    <a:pt x="47" y="139"/>
                  </a:lnTo>
                  <a:lnTo>
                    <a:pt x="44" y="139"/>
                  </a:lnTo>
                  <a:lnTo>
                    <a:pt x="44" y="141"/>
                  </a:lnTo>
                  <a:lnTo>
                    <a:pt x="42" y="141"/>
                  </a:lnTo>
                  <a:lnTo>
                    <a:pt x="41" y="141"/>
                  </a:lnTo>
                  <a:lnTo>
                    <a:pt x="41" y="144"/>
                  </a:lnTo>
                  <a:lnTo>
                    <a:pt x="41" y="145"/>
                  </a:lnTo>
                  <a:lnTo>
                    <a:pt x="41" y="146"/>
                  </a:lnTo>
                  <a:lnTo>
                    <a:pt x="41" y="146"/>
                  </a:lnTo>
                  <a:lnTo>
                    <a:pt x="41" y="146"/>
                  </a:lnTo>
                  <a:lnTo>
                    <a:pt x="38" y="146"/>
                  </a:lnTo>
                  <a:lnTo>
                    <a:pt x="37" y="145"/>
                  </a:lnTo>
                  <a:lnTo>
                    <a:pt x="34" y="145"/>
                  </a:lnTo>
                  <a:lnTo>
                    <a:pt x="33" y="145"/>
                  </a:lnTo>
                  <a:lnTo>
                    <a:pt x="33" y="144"/>
                  </a:lnTo>
                  <a:lnTo>
                    <a:pt x="31" y="141"/>
                  </a:lnTo>
                  <a:lnTo>
                    <a:pt x="29" y="141"/>
                  </a:lnTo>
                  <a:lnTo>
                    <a:pt x="28" y="141"/>
                  </a:lnTo>
                  <a:lnTo>
                    <a:pt x="25" y="139"/>
                  </a:lnTo>
                  <a:lnTo>
                    <a:pt x="25" y="139"/>
                  </a:lnTo>
                  <a:lnTo>
                    <a:pt x="24" y="139"/>
                  </a:lnTo>
                  <a:lnTo>
                    <a:pt x="22" y="139"/>
                  </a:lnTo>
                  <a:lnTo>
                    <a:pt x="21" y="138"/>
                  </a:lnTo>
                  <a:lnTo>
                    <a:pt x="18" y="137"/>
                  </a:lnTo>
                  <a:lnTo>
                    <a:pt x="14" y="137"/>
                  </a:lnTo>
                  <a:lnTo>
                    <a:pt x="13" y="135"/>
                  </a:lnTo>
                  <a:lnTo>
                    <a:pt x="11" y="135"/>
                  </a:lnTo>
                  <a:lnTo>
                    <a:pt x="8" y="137"/>
                  </a:lnTo>
                  <a:lnTo>
                    <a:pt x="7" y="137"/>
                  </a:lnTo>
                  <a:lnTo>
                    <a:pt x="6" y="137"/>
                  </a:lnTo>
                  <a:lnTo>
                    <a:pt x="3" y="138"/>
                  </a:lnTo>
                  <a:lnTo>
                    <a:pt x="3" y="138"/>
                  </a:lnTo>
                  <a:lnTo>
                    <a:pt x="2" y="138"/>
                  </a:lnTo>
                  <a:lnTo>
                    <a:pt x="2" y="137"/>
                  </a:lnTo>
                  <a:lnTo>
                    <a:pt x="2" y="135"/>
                  </a:lnTo>
                  <a:lnTo>
                    <a:pt x="2" y="135"/>
                  </a:lnTo>
                  <a:lnTo>
                    <a:pt x="0" y="134"/>
                  </a:lnTo>
                  <a:lnTo>
                    <a:pt x="2" y="132"/>
                  </a:lnTo>
                  <a:lnTo>
                    <a:pt x="2" y="128"/>
                  </a:lnTo>
                  <a:lnTo>
                    <a:pt x="3" y="128"/>
                  </a:lnTo>
                  <a:lnTo>
                    <a:pt x="3" y="127"/>
                  </a:lnTo>
                  <a:lnTo>
                    <a:pt x="3" y="126"/>
                  </a:lnTo>
                  <a:lnTo>
                    <a:pt x="3" y="124"/>
                  </a:lnTo>
                  <a:lnTo>
                    <a:pt x="3" y="123"/>
                  </a:lnTo>
                  <a:lnTo>
                    <a:pt x="6" y="123"/>
                  </a:lnTo>
                  <a:lnTo>
                    <a:pt x="6" y="122"/>
                  </a:lnTo>
                  <a:lnTo>
                    <a:pt x="7" y="122"/>
                  </a:lnTo>
                  <a:lnTo>
                    <a:pt x="8" y="119"/>
                  </a:lnTo>
                  <a:lnTo>
                    <a:pt x="8" y="118"/>
                  </a:lnTo>
                  <a:lnTo>
                    <a:pt x="13" y="117"/>
                  </a:lnTo>
                  <a:lnTo>
                    <a:pt x="13" y="115"/>
                  </a:lnTo>
                  <a:lnTo>
                    <a:pt x="15" y="115"/>
                  </a:lnTo>
                  <a:lnTo>
                    <a:pt x="18" y="114"/>
                  </a:lnTo>
                  <a:lnTo>
                    <a:pt x="21" y="114"/>
                  </a:lnTo>
                  <a:lnTo>
                    <a:pt x="21" y="113"/>
                  </a:lnTo>
                  <a:lnTo>
                    <a:pt x="21" y="110"/>
                  </a:lnTo>
                  <a:lnTo>
                    <a:pt x="22" y="110"/>
                  </a:lnTo>
                  <a:lnTo>
                    <a:pt x="22" y="107"/>
                  </a:lnTo>
                  <a:lnTo>
                    <a:pt x="22" y="107"/>
                  </a:lnTo>
                  <a:lnTo>
                    <a:pt x="23" y="105"/>
                  </a:lnTo>
                  <a:lnTo>
                    <a:pt x="24" y="104"/>
                  </a:lnTo>
                  <a:lnTo>
                    <a:pt x="24" y="103"/>
                  </a:lnTo>
                  <a:lnTo>
                    <a:pt x="24" y="100"/>
                  </a:lnTo>
                  <a:lnTo>
                    <a:pt x="24" y="99"/>
                  </a:lnTo>
                  <a:lnTo>
                    <a:pt x="25" y="98"/>
                  </a:lnTo>
                  <a:lnTo>
                    <a:pt x="25" y="94"/>
                  </a:lnTo>
                  <a:lnTo>
                    <a:pt x="25" y="90"/>
                  </a:lnTo>
                  <a:lnTo>
                    <a:pt x="27" y="90"/>
                  </a:lnTo>
                  <a:lnTo>
                    <a:pt x="27" y="89"/>
                  </a:lnTo>
                  <a:lnTo>
                    <a:pt x="27" y="84"/>
                  </a:lnTo>
                  <a:lnTo>
                    <a:pt x="27" y="83"/>
                  </a:lnTo>
                  <a:lnTo>
                    <a:pt x="27" y="75"/>
                  </a:lnTo>
                  <a:lnTo>
                    <a:pt x="28" y="64"/>
                  </a:lnTo>
                  <a:lnTo>
                    <a:pt x="28" y="55"/>
                  </a:lnTo>
                  <a:lnTo>
                    <a:pt x="29" y="49"/>
                  </a:lnTo>
                  <a:lnTo>
                    <a:pt x="29" y="44"/>
                  </a:lnTo>
                  <a:lnTo>
                    <a:pt x="29" y="40"/>
                  </a:lnTo>
                  <a:lnTo>
                    <a:pt x="28" y="33"/>
                  </a:lnTo>
                  <a:lnTo>
                    <a:pt x="27" y="29"/>
                  </a:lnTo>
                  <a:lnTo>
                    <a:pt x="27" y="20"/>
                  </a:lnTo>
                  <a:lnTo>
                    <a:pt x="27" y="17"/>
                  </a:lnTo>
                  <a:lnTo>
                    <a:pt x="27" y="12"/>
                  </a:lnTo>
                  <a:lnTo>
                    <a:pt x="25" y="8"/>
                  </a:lnTo>
                  <a:lnTo>
                    <a:pt x="27" y="8"/>
                  </a:lnTo>
                  <a:lnTo>
                    <a:pt x="27" y="5"/>
                  </a:lnTo>
                  <a:lnTo>
                    <a:pt x="29" y="4"/>
                  </a:lnTo>
                  <a:lnTo>
                    <a:pt x="33" y="3"/>
                  </a:lnTo>
                  <a:lnTo>
                    <a:pt x="33" y="3"/>
                  </a:lnTo>
                  <a:lnTo>
                    <a:pt x="38" y="3"/>
                  </a:lnTo>
                  <a:lnTo>
                    <a:pt x="41" y="3"/>
                  </a:lnTo>
                  <a:lnTo>
                    <a:pt x="44" y="2"/>
                  </a:lnTo>
                  <a:lnTo>
                    <a:pt x="48" y="0"/>
                  </a:lnTo>
                  <a:lnTo>
                    <a:pt x="49" y="0"/>
                  </a:lnTo>
                  <a:lnTo>
                    <a:pt x="54" y="0"/>
                  </a:lnTo>
                  <a:lnTo>
                    <a:pt x="57" y="2"/>
                  </a:lnTo>
                  <a:lnTo>
                    <a:pt x="60" y="3"/>
                  </a:lnTo>
                  <a:lnTo>
                    <a:pt x="63" y="3"/>
                  </a:lnTo>
                  <a:lnTo>
                    <a:pt x="66" y="3"/>
                  </a:lnTo>
                  <a:lnTo>
                    <a:pt x="69" y="8"/>
                  </a:lnTo>
                  <a:lnTo>
                    <a:pt x="69" y="8"/>
                  </a:lnTo>
                </a:path>
              </a:pathLst>
            </a:custGeom>
            <a:solidFill>
              <a:srgbClr val="6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80" name=""/>
            <p:cNvSpPr/>
            <p:nvPr/>
          </p:nvSpPr>
          <p:spPr>
            <a:xfrm>
              <a:off x="3824280" y="4213080"/>
              <a:ext cx="17640" cy="88920"/>
            </a:xfrm>
            <a:custGeom>
              <a:avLst/>
              <a:gdLst/>
              <a:ahLst/>
              <a:rect l="l" t="t" r="r" b="b"/>
              <a:pathLst>
                <a:path w="11" h="56">
                  <a:moveTo>
                    <a:pt x="8" y="5"/>
                  </a:moveTo>
                  <a:lnTo>
                    <a:pt x="7" y="5"/>
                  </a:lnTo>
                  <a:lnTo>
                    <a:pt x="6" y="7"/>
                  </a:lnTo>
                  <a:lnTo>
                    <a:pt x="5" y="13"/>
                  </a:lnTo>
                  <a:lnTo>
                    <a:pt x="3" y="16"/>
                  </a:lnTo>
                  <a:lnTo>
                    <a:pt x="0" y="27"/>
                  </a:lnTo>
                  <a:lnTo>
                    <a:pt x="0" y="31"/>
                  </a:lnTo>
                  <a:lnTo>
                    <a:pt x="0" y="39"/>
                  </a:lnTo>
                  <a:lnTo>
                    <a:pt x="0" y="46"/>
                  </a:lnTo>
                  <a:lnTo>
                    <a:pt x="0" y="49"/>
                  </a:lnTo>
                  <a:lnTo>
                    <a:pt x="0" y="55"/>
                  </a:lnTo>
                  <a:lnTo>
                    <a:pt x="3" y="55"/>
                  </a:lnTo>
                  <a:lnTo>
                    <a:pt x="6" y="45"/>
                  </a:lnTo>
                  <a:lnTo>
                    <a:pt x="6" y="38"/>
                  </a:lnTo>
                  <a:lnTo>
                    <a:pt x="7" y="29"/>
                  </a:lnTo>
                  <a:lnTo>
                    <a:pt x="8" y="27"/>
                  </a:lnTo>
                  <a:lnTo>
                    <a:pt x="8" y="16"/>
                  </a:lnTo>
                  <a:lnTo>
                    <a:pt x="8" y="15"/>
                  </a:lnTo>
                  <a:lnTo>
                    <a:pt x="8" y="9"/>
                  </a:lnTo>
                  <a:lnTo>
                    <a:pt x="8" y="7"/>
                  </a:lnTo>
                  <a:lnTo>
                    <a:pt x="10" y="5"/>
                  </a:lnTo>
                  <a:lnTo>
                    <a:pt x="10" y="4"/>
                  </a:lnTo>
                  <a:lnTo>
                    <a:pt x="10" y="4"/>
                  </a:lnTo>
                  <a:lnTo>
                    <a:pt x="10" y="4"/>
                  </a:lnTo>
                  <a:lnTo>
                    <a:pt x="8" y="4"/>
                  </a:lnTo>
                  <a:lnTo>
                    <a:pt x="8" y="0"/>
                  </a:lnTo>
                  <a:lnTo>
                    <a:pt x="8" y="4"/>
                  </a:lnTo>
                  <a:lnTo>
                    <a:pt x="8" y="4"/>
                  </a:lnTo>
                  <a:lnTo>
                    <a:pt x="8" y="5"/>
                  </a:lnTo>
                  <a:lnTo>
                    <a:pt x="8" y="5"/>
                  </a:lnTo>
                </a:path>
              </a:pathLst>
            </a:custGeom>
            <a:solidFill>
              <a:srgbClr val="626200"/>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1981" name=""/>
            <p:cNvSpPr/>
            <p:nvPr/>
          </p:nvSpPr>
          <p:spPr>
            <a:xfrm>
              <a:off x="3767040" y="4210200"/>
              <a:ext cx="57240" cy="150840"/>
            </a:xfrm>
            <a:custGeom>
              <a:avLst/>
              <a:gdLst/>
              <a:ahLst/>
              <a:rect l="l" t="t" r="r" b="b"/>
              <a:pathLst>
                <a:path w="36" h="95">
                  <a:moveTo>
                    <a:pt x="34" y="9"/>
                  </a:moveTo>
                  <a:lnTo>
                    <a:pt x="34" y="9"/>
                  </a:lnTo>
                  <a:lnTo>
                    <a:pt x="35" y="15"/>
                  </a:lnTo>
                  <a:lnTo>
                    <a:pt x="35" y="18"/>
                  </a:lnTo>
                  <a:lnTo>
                    <a:pt x="35" y="22"/>
                  </a:lnTo>
                  <a:lnTo>
                    <a:pt x="34" y="30"/>
                  </a:lnTo>
                  <a:lnTo>
                    <a:pt x="34" y="40"/>
                  </a:lnTo>
                  <a:lnTo>
                    <a:pt x="34" y="47"/>
                  </a:lnTo>
                  <a:lnTo>
                    <a:pt x="35" y="56"/>
                  </a:lnTo>
                  <a:lnTo>
                    <a:pt x="35" y="57"/>
                  </a:lnTo>
                  <a:lnTo>
                    <a:pt x="35" y="63"/>
                  </a:lnTo>
                  <a:lnTo>
                    <a:pt x="35" y="67"/>
                  </a:lnTo>
                  <a:lnTo>
                    <a:pt x="34" y="74"/>
                  </a:lnTo>
                  <a:lnTo>
                    <a:pt x="34" y="79"/>
                  </a:lnTo>
                  <a:lnTo>
                    <a:pt x="31" y="81"/>
                  </a:lnTo>
                  <a:lnTo>
                    <a:pt x="31" y="85"/>
                  </a:lnTo>
                  <a:lnTo>
                    <a:pt x="28" y="86"/>
                  </a:lnTo>
                  <a:lnTo>
                    <a:pt x="28" y="86"/>
                  </a:lnTo>
                  <a:lnTo>
                    <a:pt x="28" y="86"/>
                  </a:lnTo>
                  <a:lnTo>
                    <a:pt x="28" y="89"/>
                  </a:lnTo>
                  <a:lnTo>
                    <a:pt x="28" y="89"/>
                  </a:lnTo>
                  <a:lnTo>
                    <a:pt x="25" y="89"/>
                  </a:lnTo>
                  <a:lnTo>
                    <a:pt x="24" y="89"/>
                  </a:lnTo>
                  <a:lnTo>
                    <a:pt x="22" y="89"/>
                  </a:lnTo>
                  <a:lnTo>
                    <a:pt x="20" y="89"/>
                  </a:lnTo>
                  <a:lnTo>
                    <a:pt x="20" y="89"/>
                  </a:lnTo>
                  <a:lnTo>
                    <a:pt x="18" y="89"/>
                  </a:lnTo>
                  <a:lnTo>
                    <a:pt x="18" y="89"/>
                  </a:lnTo>
                  <a:lnTo>
                    <a:pt x="16" y="90"/>
                  </a:lnTo>
                  <a:lnTo>
                    <a:pt x="16" y="90"/>
                  </a:lnTo>
                  <a:lnTo>
                    <a:pt x="16" y="90"/>
                  </a:lnTo>
                  <a:lnTo>
                    <a:pt x="16" y="90"/>
                  </a:lnTo>
                  <a:lnTo>
                    <a:pt x="18" y="91"/>
                  </a:lnTo>
                  <a:lnTo>
                    <a:pt x="18" y="93"/>
                  </a:lnTo>
                  <a:lnTo>
                    <a:pt x="18" y="94"/>
                  </a:lnTo>
                  <a:lnTo>
                    <a:pt x="18" y="94"/>
                  </a:lnTo>
                  <a:lnTo>
                    <a:pt x="18" y="94"/>
                  </a:lnTo>
                  <a:lnTo>
                    <a:pt x="16" y="93"/>
                  </a:lnTo>
                  <a:lnTo>
                    <a:pt x="14" y="93"/>
                  </a:lnTo>
                  <a:lnTo>
                    <a:pt x="12" y="91"/>
                  </a:lnTo>
                  <a:lnTo>
                    <a:pt x="11" y="90"/>
                  </a:lnTo>
                  <a:lnTo>
                    <a:pt x="9" y="90"/>
                  </a:lnTo>
                  <a:lnTo>
                    <a:pt x="8" y="90"/>
                  </a:lnTo>
                  <a:lnTo>
                    <a:pt x="5" y="90"/>
                  </a:lnTo>
                  <a:lnTo>
                    <a:pt x="1" y="90"/>
                  </a:lnTo>
                  <a:lnTo>
                    <a:pt x="0" y="90"/>
                  </a:lnTo>
                  <a:lnTo>
                    <a:pt x="0" y="90"/>
                  </a:lnTo>
                  <a:lnTo>
                    <a:pt x="0" y="90"/>
                  </a:lnTo>
                  <a:lnTo>
                    <a:pt x="0" y="89"/>
                  </a:lnTo>
                  <a:lnTo>
                    <a:pt x="1" y="89"/>
                  </a:lnTo>
                  <a:lnTo>
                    <a:pt x="5" y="89"/>
                  </a:lnTo>
                  <a:lnTo>
                    <a:pt x="8" y="86"/>
                  </a:lnTo>
                  <a:lnTo>
                    <a:pt x="9" y="85"/>
                  </a:lnTo>
                  <a:lnTo>
                    <a:pt x="10" y="85"/>
                  </a:lnTo>
                  <a:lnTo>
                    <a:pt x="11" y="84"/>
                  </a:lnTo>
                  <a:lnTo>
                    <a:pt x="12" y="82"/>
                  </a:lnTo>
                  <a:lnTo>
                    <a:pt x="12" y="82"/>
                  </a:lnTo>
                  <a:lnTo>
                    <a:pt x="12" y="81"/>
                  </a:lnTo>
                  <a:lnTo>
                    <a:pt x="14" y="79"/>
                  </a:lnTo>
                  <a:lnTo>
                    <a:pt x="16" y="74"/>
                  </a:lnTo>
                  <a:lnTo>
                    <a:pt x="18" y="71"/>
                  </a:lnTo>
                  <a:lnTo>
                    <a:pt x="20" y="66"/>
                  </a:lnTo>
                  <a:lnTo>
                    <a:pt x="20" y="61"/>
                  </a:lnTo>
                  <a:lnTo>
                    <a:pt x="20" y="57"/>
                  </a:lnTo>
                  <a:lnTo>
                    <a:pt x="20" y="50"/>
                  </a:lnTo>
                  <a:lnTo>
                    <a:pt x="20" y="46"/>
                  </a:lnTo>
                  <a:lnTo>
                    <a:pt x="20" y="40"/>
                  </a:lnTo>
                  <a:lnTo>
                    <a:pt x="20" y="31"/>
                  </a:lnTo>
                  <a:lnTo>
                    <a:pt x="20" y="22"/>
                  </a:lnTo>
                  <a:lnTo>
                    <a:pt x="20" y="15"/>
                  </a:lnTo>
                  <a:lnTo>
                    <a:pt x="20" y="8"/>
                  </a:lnTo>
                  <a:lnTo>
                    <a:pt x="20" y="6"/>
                  </a:lnTo>
                  <a:lnTo>
                    <a:pt x="20" y="2"/>
                  </a:lnTo>
                  <a:lnTo>
                    <a:pt x="20" y="0"/>
                  </a:lnTo>
                  <a:lnTo>
                    <a:pt x="24" y="0"/>
                  </a:lnTo>
                  <a:lnTo>
                    <a:pt x="28" y="0"/>
                  </a:lnTo>
                  <a:lnTo>
                    <a:pt x="28" y="0"/>
                  </a:lnTo>
                  <a:lnTo>
                    <a:pt x="28" y="0"/>
                  </a:lnTo>
                  <a:lnTo>
                    <a:pt x="31" y="1"/>
                  </a:lnTo>
                  <a:lnTo>
                    <a:pt x="34" y="6"/>
                  </a:lnTo>
                  <a:lnTo>
                    <a:pt x="34" y="9"/>
                  </a:lnTo>
                  <a:lnTo>
                    <a:pt x="34" y="9"/>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82" name=""/>
            <p:cNvSpPr/>
            <p:nvPr/>
          </p:nvSpPr>
          <p:spPr>
            <a:xfrm>
              <a:off x="3821040" y="4224240"/>
              <a:ext cx="3240" cy="22320"/>
            </a:xfrm>
            <a:custGeom>
              <a:avLst/>
              <a:gdLst/>
              <a:ahLst/>
              <a:rect l="l" t="t" r="r" b="b"/>
              <a:pathLst>
                <a:path w="2" h="14">
                  <a:moveTo>
                    <a:pt x="1" y="13"/>
                  </a:moveTo>
                  <a:lnTo>
                    <a:pt x="1" y="13"/>
                  </a:lnTo>
                  <a:lnTo>
                    <a:pt x="1" y="9"/>
                  </a:lnTo>
                  <a:lnTo>
                    <a:pt x="1" y="6"/>
                  </a:lnTo>
                  <a:lnTo>
                    <a:pt x="1" y="0"/>
                  </a:lnTo>
                  <a:lnTo>
                    <a:pt x="1" y="0"/>
                  </a:lnTo>
                  <a:lnTo>
                    <a:pt x="0" y="0"/>
                  </a:lnTo>
                  <a:lnTo>
                    <a:pt x="0" y="0"/>
                  </a:lnTo>
                  <a:lnTo>
                    <a:pt x="0" y="6"/>
                  </a:lnTo>
                  <a:lnTo>
                    <a:pt x="0" y="9"/>
                  </a:lnTo>
                  <a:lnTo>
                    <a:pt x="0" y="13"/>
                  </a:lnTo>
                  <a:lnTo>
                    <a:pt x="0" y="13"/>
                  </a:lnTo>
                  <a:lnTo>
                    <a:pt x="1" y="13"/>
                  </a:lnTo>
                  <a:lnTo>
                    <a:pt x="1" y="13"/>
                  </a:lnTo>
                </a:path>
              </a:pathLst>
            </a:custGeom>
            <a:solidFill>
              <a:srgbClr val="82c168"/>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1983" name=""/>
            <p:cNvSpPr/>
            <p:nvPr/>
          </p:nvSpPr>
          <p:spPr>
            <a:xfrm>
              <a:off x="3821040" y="4245120"/>
              <a:ext cx="3240" cy="55440"/>
            </a:xfrm>
            <a:custGeom>
              <a:avLst/>
              <a:gdLst/>
              <a:ahLst/>
              <a:rect l="l" t="t" r="r" b="b"/>
              <a:pathLst>
                <a:path w="2" h="35">
                  <a:moveTo>
                    <a:pt x="1" y="34"/>
                  </a:moveTo>
                  <a:lnTo>
                    <a:pt x="1" y="34"/>
                  </a:lnTo>
                  <a:lnTo>
                    <a:pt x="1" y="25"/>
                  </a:lnTo>
                  <a:lnTo>
                    <a:pt x="1" y="18"/>
                  </a:lnTo>
                  <a:lnTo>
                    <a:pt x="1" y="8"/>
                  </a:lnTo>
                  <a:lnTo>
                    <a:pt x="1" y="0"/>
                  </a:lnTo>
                  <a:lnTo>
                    <a:pt x="0" y="0"/>
                  </a:lnTo>
                  <a:lnTo>
                    <a:pt x="0" y="8"/>
                  </a:lnTo>
                  <a:lnTo>
                    <a:pt x="0" y="18"/>
                  </a:lnTo>
                  <a:lnTo>
                    <a:pt x="0" y="25"/>
                  </a:lnTo>
                  <a:lnTo>
                    <a:pt x="0" y="34"/>
                  </a:lnTo>
                  <a:lnTo>
                    <a:pt x="0" y="34"/>
                  </a:lnTo>
                  <a:lnTo>
                    <a:pt x="1" y="34"/>
                  </a:lnTo>
                  <a:lnTo>
                    <a:pt x="1" y="34"/>
                  </a:lnTo>
                </a:path>
              </a:pathLst>
            </a:custGeom>
            <a:solidFill>
              <a:srgbClr val="82c168"/>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1984" name=""/>
            <p:cNvSpPr/>
            <p:nvPr/>
          </p:nvSpPr>
          <p:spPr>
            <a:xfrm>
              <a:off x="3811680" y="4299120"/>
              <a:ext cx="12600" cy="53640"/>
            </a:xfrm>
            <a:custGeom>
              <a:avLst/>
              <a:gdLst/>
              <a:ahLst/>
              <a:rect l="l" t="t" r="r" b="b"/>
              <a:pathLst>
                <a:path w="8" h="34">
                  <a:moveTo>
                    <a:pt x="0" y="33"/>
                  </a:moveTo>
                  <a:lnTo>
                    <a:pt x="0" y="33"/>
                  </a:lnTo>
                  <a:lnTo>
                    <a:pt x="3" y="29"/>
                  </a:lnTo>
                  <a:lnTo>
                    <a:pt x="6" y="26"/>
                  </a:lnTo>
                  <a:lnTo>
                    <a:pt x="6" y="23"/>
                  </a:lnTo>
                  <a:lnTo>
                    <a:pt x="7" y="18"/>
                  </a:lnTo>
                  <a:lnTo>
                    <a:pt x="7" y="11"/>
                  </a:lnTo>
                  <a:lnTo>
                    <a:pt x="7" y="7"/>
                  </a:lnTo>
                  <a:lnTo>
                    <a:pt x="7" y="1"/>
                  </a:lnTo>
                  <a:lnTo>
                    <a:pt x="7" y="0"/>
                  </a:lnTo>
                  <a:lnTo>
                    <a:pt x="6" y="0"/>
                  </a:lnTo>
                  <a:lnTo>
                    <a:pt x="6" y="1"/>
                  </a:lnTo>
                  <a:lnTo>
                    <a:pt x="6" y="7"/>
                  </a:lnTo>
                  <a:lnTo>
                    <a:pt x="6" y="11"/>
                  </a:lnTo>
                  <a:lnTo>
                    <a:pt x="6" y="18"/>
                  </a:lnTo>
                  <a:lnTo>
                    <a:pt x="6" y="23"/>
                  </a:lnTo>
                  <a:lnTo>
                    <a:pt x="3" y="25"/>
                  </a:lnTo>
                  <a:lnTo>
                    <a:pt x="3" y="29"/>
                  </a:lnTo>
                  <a:lnTo>
                    <a:pt x="0" y="29"/>
                  </a:lnTo>
                  <a:lnTo>
                    <a:pt x="0" y="29"/>
                  </a:lnTo>
                  <a:lnTo>
                    <a:pt x="0" y="33"/>
                  </a:lnTo>
                  <a:lnTo>
                    <a:pt x="0" y="33"/>
                  </a:lnTo>
                </a:path>
              </a:pathLst>
            </a:custGeom>
            <a:solidFill>
              <a:srgbClr val="82c168"/>
            </a:solidFill>
            <a:ln w="0">
              <a:noFill/>
            </a:ln>
          </p:spPr>
          <p:style>
            <a:lnRef idx="0"/>
            <a:fillRef idx="0"/>
            <a:effectRef idx="0"/>
            <a:fontRef idx="minor"/>
          </p:style>
          <p:txBody>
            <a:bodyPr lIns="90000" rIns="90000" tIns="6840" bIns="6840" anchor="t">
              <a:noAutofit/>
            </a:bodyPr>
            <a:p>
              <a:endParaRPr b="0" lang="en-IN" sz="2400" strike="noStrike" u="none">
                <a:solidFill>
                  <a:srgbClr val="ffffff"/>
                </a:solidFill>
                <a:effectLst/>
                <a:uFillTx/>
                <a:latin typeface="Times New Roman"/>
              </a:endParaRPr>
            </a:p>
          </p:txBody>
        </p:sp>
        <p:sp>
          <p:nvSpPr>
            <p:cNvPr id="1985" name=""/>
            <p:cNvSpPr/>
            <p:nvPr/>
          </p:nvSpPr>
          <p:spPr>
            <a:xfrm>
              <a:off x="3798720" y="4344840"/>
              <a:ext cx="14400" cy="7920"/>
            </a:xfrm>
            <a:custGeom>
              <a:avLst/>
              <a:gdLst/>
              <a:ahLst/>
              <a:rect l="l" t="t" r="r" b="b"/>
              <a:pathLst>
                <a:path w="9" h="5">
                  <a:moveTo>
                    <a:pt x="0" y="4"/>
                  </a:moveTo>
                  <a:lnTo>
                    <a:pt x="0" y="4"/>
                  </a:lnTo>
                  <a:lnTo>
                    <a:pt x="2" y="4"/>
                  </a:lnTo>
                  <a:lnTo>
                    <a:pt x="4" y="4"/>
                  </a:lnTo>
                  <a:lnTo>
                    <a:pt x="5" y="4"/>
                  </a:lnTo>
                  <a:lnTo>
                    <a:pt x="8" y="4"/>
                  </a:lnTo>
                  <a:lnTo>
                    <a:pt x="8" y="4"/>
                  </a:lnTo>
                  <a:lnTo>
                    <a:pt x="8" y="4"/>
                  </a:lnTo>
                  <a:lnTo>
                    <a:pt x="8" y="4"/>
                  </a:lnTo>
                  <a:lnTo>
                    <a:pt x="8" y="4"/>
                  </a:lnTo>
                  <a:lnTo>
                    <a:pt x="8" y="0"/>
                  </a:lnTo>
                  <a:lnTo>
                    <a:pt x="8" y="0"/>
                  </a:lnTo>
                  <a:lnTo>
                    <a:pt x="8" y="0"/>
                  </a:lnTo>
                  <a:lnTo>
                    <a:pt x="8" y="1"/>
                  </a:lnTo>
                  <a:lnTo>
                    <a:pt x="8" y="1"/>
                  </a:lnTo>
                  <a:lnTo>
                    <a:pt x="5" y="4"/>
                  </a:lnTo>
                  <a:lnTo>
                    <a:pt x="4" y="4"/>
                  </a:lnTo>
                  <a:lnTo>
                    <a:pt x="2" y="4"/>
                  </a:lnTo>
                  <a:lnTo>
                    <a:pt x="0" y="4"/>
                  </a:lnTo>
                  <a:lnTo>
                    <a:pt x="0" y="4"/>
                  </a:lnTo>
                  <a:lnTo>
                    <a:pt x="0" y="4"/>
                  </a:lnTo>
                  <a:lnTo>
                    <a:pt x="0" y="4"/>
                  </a:lnTo>
                </a:path>
              </a:pathLst>
            </a:custGeom>
            <a:solidFill>
              <a:srgbClr val="82c168"/>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1986" name=""/>
            <p:cNvSpPr/>
            <p:nvPr/>
          </p:nvSpPr>
          <p:spPr>
            <a:xfrm>
              <a:off x="3792600" y="4351320"/>
              <a:ext cx="7920" cy="7920"/>
            </a:xfrm>
            <a:custGeom>
              <a:avLst/>
              <a:gdLst/>
              <a:ahLst/>
              <a:rect l="l" t="t" r="r" b="b"/>
              <a:pathLst>
                <a:path w="5" h="5">
                  <a:moveTo>
                    <a:pt x="2" y="2"/>
                  </a:moveTo>
                  <a:lnTo>
                    <a:pt x="2" y="2"/>
                  </a:lnTo>
                  <a:lnTo>
                    <a:pt x="2" y="1"/>
                  </a:lnTo>
                  <a:lnTo>
                    <a:pt x="2" y="1"/>
                  </a:lnTo>
                  <a:lnTo>
                    <a:pt x="2" y="1"/>
                  </a:lnTo>
                  <a:lnTo>
                    <a:pt x="2" y="1"/>
                  </a:lnTo>
                  <a:lnTo>
                    <a:pt x="2" y="0"/>
                  </a:lnTo>
                  <a:lnTo>
                    <a:pt x="2" y="0"/>
                  </a:lnTo>
                  <a:lnTo>
                    <a:pt x="4" y="0"/>
                  </a:lnTo>
                  <a:lnTo>
                    <a:pt x="4" y="0"/>
                  </a:lnTo>
                  <a:lnTo>
                    <a:pt x="4" y="0"/>
                  </a:lnTo>
                  <a:lnTo>
                    <a:pt x="4" y="0"/>
                  </a:lnTo>
                  <a:lnTo>
                    <a:pt x="2" y="0"/>
                  </a:lnTo>
                  <a:lnTo>
                    <a:pt x="0" y="0"/>
                  </a:lnTo>
                  <a:lnTo>
                    <a:pt x="0" y="1"/>
                  </a:lnTo>
                  <a:lnTo>
                    <a:pt x="0" y="1"/>
                  </a:lnTo>
                  <a:lnTo>
                    <a:pt x="0" y="1"/>
                  </a:lnTo>
                  <a:lnTo>
                    <a:pt x="0" y="2"/>
                  </a:lnTo>
                  <a:lnTo>
                    <a:pt x="0" y="4"/>
                  </a:lnTo>
                  <a:lnTo>
                    <a:pt x="0" y="4"/>
                  </a:lnTo>
                  <a:lnTo>
                    <a:pt x="2" y="2"/>
                  </a:lnTo>
                  <a:lnTo>
                    <a:pt x="2" y="2"/>
                  </a:lnTo>
                </a:path>
              </a:pathLst>
            </a:custGeom>
            <a:solidFill>
              <a:srgbClr val="82c168"/>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1987" name=""/>
            <p:cNvSpPr/>
            <p:nvPr/>
          </p:nvSpPr>
          <p:spPr>
            <a:xfrm>
              <a:off x="3784680" y="4352760"/>
              <a:ext cx="15840" cy="8280"/>
            </a:xfrm>
            <a:custGeom>
              <a:avLst/>
              <a:gdLst/>
              <a:ahLst/>
              <a:rect l="l" t="t" r="r" b="b"/>
              <a:pathLst>
                <a:path w="10" h="5">
                  <a:moveTo>
                    <a:pt x="0" y="0"/>
                  </a:moveTo>
                  <a:lnTo>
                    <a:pt x="0" y="0"/>
                  </a:lnTo>
                  <a:lnTo>
                    <a:pt x="1" y="1"/>
                  </a:lnTo>
                  <a:lnTo>
                    <a:pt x="3" y="3"/>
                  </a:lnTo>
                  <a:lnTo>
                    <a:pt x="5" y="4"/>
                  </a:lnTo>
                  <a:lnTo>
                    <a:pt x="7" y="4"/>
                  </a:lnTo>
                  <a:lnTo>
                    <a:pt x="7" y="4"/>
                  </a:lnTo>
                  <a:lnTo>
                    <a:pt x="9" y="4"/>
                  </a:lnTo>
                  <a:lnTo>
                    <a:pt x="7" y="3"/>
                  </a:lnTo>
                  <a:lnTo>
                    <a:pt x="7" y="1"/>
                  </a:lnTo>
                  <a:lnTo>
                    <a:pt x="5" y="3"/>
                  </a:lnTo>
                  <a:lnTo>
                    <a:pt x="7" y="4"/>
                  </a:lnTo>
                  <a:lnTo>
                    <a:pt x="7" y="4"/>
                  </a:lnTo>
                  <a:lnTo>
                    <a:pt x="7" y="3"/>
                  </a:lnTo>
                  <a:lnTo>
                    <a:pt x="7" y="3"/>
                  </a:lnTo>
                  <a:lnTo>
                    <a:pt x="5" y="3"/>
                  </a:lnTo>
                  <a:lnTo>
                    <a:pt x="3" y="1"/>
                  </a:lnTo>
                  <a:lnTo>
                    <a:pt x="1" y="0"/>
                  </a:lnTo>
                  <a:lnTo>
                    <a:pt x="0" y="0"/>
                  </a:lnTo>
                  <a:lnTo>
                    <a:pt x="0" y="0"/>
                  </a:lnTo>
                  <a:lnTo>
                    <a:pt x="0" y="0"/>
                  </a:lnTo>
                  <a:lnTo>
                    <a:pt x="0" y="0"/>
                  </a:lnTo>
                </a:path>
              </a:pathLst>
            </a:custGeom>
            <a:solidFill>
              <a:srgbClr val="82c168"/>
            </a:solidFill>
            <a:ln w="0">
              <a:noFill/>
            </a:ln>
          </p:spPr>
          <p:style>
            <a:lnRef idx="0"/>
            <a:fillRef idx="0"/>
            <a:effectRef idx="0"/>
            <a:fontRef idx="minor"/>
          </p:style>
          <p:txBody>
            <a:bodyPr lIns="90000" rIns="90000" tIns="-38520" bIns="-38520" anchor="t">
              <a:noAutofit/>
            </a:bodyPr>
            <a:p>
              <a:endParaRPr b="0" lang="en-IN" sz="2400" strike="noStrike" u="none">
                <a:solidFill>
                  <a:srgbClr val="ffffff"/>
                </a:solidFill>
                <a:effectLst/>
                <a:uFillTx/>
                <a:latin typeface="Times New Roman"/>
              </a:endParaRPr>
            </a:p>
          </p:txBody>
        </p:sp>
        <p:sp>
          <p:nvSpPr>
            <p:cNvPr id="1988" name=""/>
            <p:cNvSpPr/>
            <p:nvPr/>
          </p:nvSpPr>
          <p:spPr>
            <a:xfrm>
              <a:off x="3767040" y="4351320"/>
              <a:ext cx="19080" cy="3240"/>
            </a:xfrm>
            <a:custGeom>
              <a:avLst/>
              <a:gdLst/>
              <a:ahLst/>
              <a:rect l="l" t="t" r="r" b="b"/>
              <a:pathLst>
                <a:path w="12" h="2">
                  <a:moveTo>
                    <a:pt x="0" y="0"/>
                  </a:moveTo>
                  <a:lnTo>
                    <a:pt x="0" y="0"/>
                  </a:lnTo>
                  <a:lnTo>
                    <a:pt x="0" y="1"/>
                  </a:lnTo>
                  <a:lnTo>
                    <a:pt x="0" y="1"/>
                  </a:lnTo>
                  <a:lnTo>
                    <a:pt x="0" y="1"/>
                  </a:lnTo>
                  <a:lnTo>
                    <a:pt x="1" y="1"/>
                  </a:lnTo>
                  <a:lnTo>
                    <a:pt x="5" y="1"/>
                  </a:lnTo>
                  <a:lnTo>
                    <a:pt x="8" y="1"/>
                  </a:lnTo>
                  <a:lnTo>
                    <a:pt x="9" y="1"/>
                  </a:lnTo>
                  <a:lnTo>
                    <a:pt x="11" y="1"/>
                  </a:lnTo>
                  <a:lnTo>
                    <a:pt x="11" y="1"/>
                  </a:lnTo>
                  <a:lnTo>
                    <a:pt x="9" y="1"/>
                  </a:lnTo>
                  <a:lnTo>
                    <a:pt x="8" y="1"/>
                  </a:lnTo>
                  <a:lnTo>
                    <a:pt x="5" y="1"/>
                  </a:lnTo>
                  <a:lnTo>
                    <a:pt x="1" y="1"/>
                  </a:lnTo>
                  <a:lnTo>
                    <a:pt x="0" y="1"/>
                  </a:lnTo>
                  <a:lnTo>
                    <a:pt x="0" y="1"/>
                  </a:lnTo>
                  <a:lnTo>
                    <a:pt x="0" y="1"/>
                  </a:lnTo>
                  <a:lnTo>
                    <a:pt x="0" y="1"/>
                  </a:lnTo>
                  <a:lnTo>
                    <a:pt x="0" y="1"/>
                  </a:lnTo>
                  <a:lnTo>
                    <a:pt x="0" y="0"/>
                  </a:lnTo>
                  <a:lnTo>
                    <a:pt x="0" y="0"/>
                  </a:lnTo>
                </a:path>
              </a:pathLst>
            </a:custGeom>
            <a:solidFill>
              <a:srgbClr val="82c168"/>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1989" name=""/>
            <p:cNvSpPr/>
            <p:nvPr/>
          </p:nvSpPr>
          <p:spPr>
            <a:xfrm>
              <a:off x="3767040" y="4340160"/>
              <a:ext cx="20880" cy="14400"/>
            </a:xfrm>
            <a:custGeom>
              <a:avLst/>
              <a:gdLst/>
              <a:ahLst/>
              <a:rect l="l" t="t" r="r" b="b"/>
              <a:pathLst>
                <a:path w="13" h="9">
                  <a:moveTo>
                    <a:pt x="12" y="0"/>
                  </a:moveTo>
                  <a:lnTo>
                    <a:pt x="12" y="0"/>
                  </a:lnTo>
                  <a:lnTo>
                    <a:pt x="12" y="0"/>
                  </a:lnTo>
                  <a:lnTo>
                    <a:pt x="11" y="2"/>
                  </a:lnTo>
                  <a:lnTo>
                    <a:pt x="10" y="2"/>
                  </a:lnTo>
                  <a:lnTo>
                    <a:pt x="9" y="3"/>
                  </a:lnTo>
                  <a:lnTo>
                    <a:pt x="8" y="3"/>
                  </a:lnTo>
                  <a:lnTo>
                    <a:pt x="5" y="4"/>
                  </a:lnTo>
                  <a:lnTo>
                    <a:pt x="1" y="7"/>
                  </a:lnTo>
                  <a:lnTo>
                    <a:pt x="0" y="7"/>
                  </a:lnTo>
                  <a:lnTo>
                    <a:pt x="0" y="8"/>
                  </a:lnTo>
                  <a:lnTo>
                    <a:pt x="1" y="7"/>
                  </a:lnTo>
                  <a:lnTo>
                    <a:pt x="5" y="7"/>
                  </a:lnTo>
                  <a:lnTo>
                    <a:pt x="8" y="7"/>
                  </a:lnTo>
                  <a:lnTo>
                    <a:pt x="9" y="4"/>
                  </a:lnTo>
                  <a:lnTo>
                    <a:pt x="10" y="3"/>
                  </a:lnTo>
                  <a:lnTo>
                    <a:pt x="11" y="3"/>
                  </a:lnTo>
                  <a:lnTo>
                    <a:pt x="12" y="2"/>
                  </a:lnTo>
                  <a:lnTo>
                    <a:pt x="12" y="0"/>
                  </a:lnTo>
                  <a:lnTo>
                    <a:pt x="12" y="0"/>
                  </a:lnTo>
                  <a:lnTo>
                    <a:pt x="12" y="0"/>
                  </a:lnTo>
                  <a:lnTo>
                    <a:pt x="12" y="0"/>
                  </a:lnTo>
                </a:path>
              </a:pathLst>
            </a:custGeom>
            <a:solidFill>
              <a:srgbClr val="82c168"/>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1990" name=""/>
            <p:cNvSpPr/>
            <p:nvPr/>
          </p:nvSpPr>
          <p:spPr>
            <a:xfrm>
              <a:off x="3786120" y="4289400"/>
              <a:ext cx="15840" cy="52560"/>
            </a:xfrm>
            <a:custGeom>
              <a:avLst/>
              <a:gdLst/>
              <a:ahLst/>
              <a:rect l="l" t="t" r="r" b="b"/>
              <a:pathLst>
                <a:path w="10" h="33">
                  <a:moveTo>
                    <a:pt x="8" y="0"/>
                  </a:moveTo>
                  <a:lnTo>
                    <a:pt x="8" y="0"/>
                  </a:lnTo>
                  <a:lnTo>
                    <a:pt x="8" y="7"/>
                  </a:lnTo>
                  <a:lnTo>
                    <a:pt x="8" y="11"/>
                  </a:lnTo>
                  <a:lnTo>
                    <a:pt x="6" y="16"/>
                  </a:lnTo>
                  <a:lnTo>
                    <a:pt x="4" y="21"/>
                  </a:lnTo>
                  <a:lnTo>
                    <a:pt x="3" y="24"/>
                  </a:lnTo>
                  <a:lnTo>
                    <a:pt x="2" y="29"/>
                  </a:lnTo>
                  <a:lnTo>
                    <a:pt x="0" y="31"/>
                  </a:lnTo>
                  <a:lnTo>
                    <a:pt x="0" y="32"/>
                  </a:lnTo>
                  <a:lnTo>
                    <a:pt x="0" y="32"/>
                  </a:lnTo>
                  <a:lnTo>
                    <a:pt x="2" y="31"/>
                  </a:lnTo>
                  <a:lnTo>
                    <a:pt x="2" y="30"/>
                  </a:lnTo>
                  <a:lnTo>
                    <a:pt x="4" y="24"/>
                  </a:lnTo>
                  <a:lnTo>
                    <a:pt x="6" y="21"/>
                  </a:lnTo>
                  <a:lnTo>
                    <a:pt x="8" y="16"/>
                  </a:lnTo>
                  <a:lnTo>
                    <a:pt x="8" y="13"/>
                  </a:lnTo>
                  <a:lnTo>
                    <a:pt x="8" y="7"/>
                  </a:lnTo>
                  <a:lnTo>
                    <a:pt x="9" y="0"/>
                  </a:lnTo>
                  <a:lnTo>
                    <a:pt x="9" y="0"/>
                  </a:lnTo>
                  <a:lnTo>
                    <a:pt x="8" y="0"/>
                  </a:lnTo>
                  <a:lnTo>
                    <a:pt x="8" y="0"/>
                  </a:lnTo>
                </a:path>
              </a:pathLst>
            </a:custGeom>
            <a:solidFill>
              <a:srgbClr val="82c168"/>
            </a:solidFill>
            <a:ln w="0">
              <a:noFill/>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1991" name=""/>
            <p:cNvSpPr/>
            <p:nvPr/>
          </p:nvSpPr>
          <p:spPr>
            <a:xfrm>
              <a:off x="3798720" y="4210200"/>
              <a:ext cx="5040" cy="80640"/>
            </a:xfrm>
            <a:custGeom>
              <a:avLst/>
              <a:gdLst/>
              <a:ahLst/>
              <a:rect l="l" t="t" r="r" b="b"/>
              <a:pathLst>
                <a:path w="3" h="51">
                  <a:moveTo>
                    <a:pt x="0" y="0"/>
                  </a:moveTo>
                  <a:lnTo>
                    <a:pt x="0" y="0"/>
                  </a:lnTo>
                  <a:lnTo>
                    <a:pt x="0" y="6"/>
                  </a:lnTo>
                  <a:lnTo>
                    <a:pt x="0" y="8"/>
                  </a:lnTo>
                  <a:lnTo>
                    <a:pt x="0" y="15"/>
                  </a:lnTo>
                  <a:lnTo>
                    <a:pt x="0" y="22"/>
                  </a:lnTo>
                  <a:lnTo>
                    <a:pt x="0" y="31"/>
                  </a:lnTo>
                  <a:lnTo>
                    <a:pt x="0" y="40"/>
                  </a:lnTo>
                  <a:lnTo>
                    <a:pt x="0" y="46"/>
                  </a:lnTo>
                  <a:lnTo>
                    <a:pt x="0" y="50"/>
                  </a:lnTo>
                  <a:lnTo>
                    <a:pt x="1" y="50"/>
                  </a:lnTo>
                  <a:lnTo>
                    <a:pt x="2" y="46"/>
                  </a:lnTo>
                  <a:lnTo>
                    <a:pt x="1" y="40"/>
                  </a:lnTo>
                  <a:lnTo>
                    <a:pt x="0" y="31"/>
                  </a:lnTo>
                  <a:lnTo>
                    <a:pt x="0" y="22"/>
                  </a:lnTo>
                  <a:lnTo>
                    <a:pt x="0" y="15"/>
                  </a:lnTo>
                  <a:lnTo>
                    <a:pt x="0" y="8"/>
                  </a:lnTo>
                  <a:lnTo>
                    <a:pt x="0" y="6"/>
                  </a:lnTo>
                  <a:lnTo>
                    <a:pt x="0" y="2"/>
                  </a:lnTo>
                  <a:lnTo>
                    <a:pt x="0" y="2"/>
                  </a:lnTo>
                  <a:lnTo>
                    <a:pt x="0" y="0"/>
                  </a:lnTo>
                  <a:lnTo>
                    <a:pt x="0" y="0"/>
                  </a:lnTo>
                </a:path>
              </a:pathLst>
            </a:custGeom>
            <a:solidFill>
              <a:srgbClr val="82c168"/>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1992" name=""/>
            <p:cNvSpPr/>
            <p:nvPr/>
          </p:nvSpPr>
          <p:spPr>
            <a:xfrm>
              <a:off x="3798720" y="4210200"/>
              <a:ext cx="25560" cy="15840"/>
            </a:xfrm>
            <a:custGeom>
              <a:avLst/>
              <a:gdLst/>
              <a:ahLst/>
              <a:rect l="l" t="t" r="r" b="b"/>
              <a:pathLst>
                <a:path w="16" h="10">
                  <a:moveTo>
                    <a:pt x="15" y="9"/>
                  </a:moveTo>
                  <a:lnTo>
                    <a:pt x="15" y="9"/>
                  </a:lnTo>
                  <a:lnTo>
                    <a:pt x="14" y="6"/>
                  </a:lnTo>
                  <a:lnTo>
                    <a:pt x="11" y="0"/>
                  </a:lnTo>
                  <a:lnTo>
                    <a:pt x="8" y="0"/>
                  </a:lnTo>
                  <a:lnTo>
                    <a:pt x="8" y="0"/>
                  </a:lnTo>
                  <a:lnTo>
                    <a:pt x="8" y="0"/>
                  </a:lnTo>
                  <a:lnTo>
                    <a:pt x="4" y="0"/>
                  </a:lnTo>
                  <a:lnTo>
                    <a:pt x="0" y="0"/>
                  </a:lnTo>
                  <a:lnTo>
                    <a:pt x="0" y="0"/>
                  </a:lnTo>
                  <a:lnTo>
                    <a:pt x="0" y="2"/>
                  </a:lnTo>
                  <a:lnTo>
                    <a:pt x="1" y="1"/>
                  </a:lnTo>
                  <a:lnTo>
                    <a:pt x="4" y="0"/>
                  </a:lnTo>
                  <a:lnTo>
                    <a:pt x="8" y="0"/>
                  </a:lnTo>
                  <a:lnTo>
                    <a:pt x="8" y="0"/>
                  </a:lnTo>
                  <a:lnTo>
                    <a:pt x="8" y="0"/>
                  </a:lnTo>
                  <a:lnTo>
                    <a:pt x="11" y="2"/>
                  </a:lnTo>
                  <a:lnTo>
                    <a:pt x="11" y="6"/>
                  </a:lnTo>
                  <a:lnTo>
                    <a:pt x="14" y="9"/>
                  </a:lnTo>
                  <a:lnTo>
                    <a:pt x="14" y="9"/>
                  </a:lnTo>
                  <a:lnTo>
                    <a:pt x="15" y="9"/>
                  </a:lnTo>
                  <a:lnTo>
                    <a:pt x="15" y="9"/>
                  </a:lnTo>
                </a:path>
              </a:pathLst>
            </a:custGeom>
            <a:solidFill>
              <a:srgbClr val="82c168"/>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1993" name=""/>
            <p:cNvSpPr/>
            <p:nvPr/>
          </p:nvSpPr>
          <p:spPr>
            <a:xfrm>
              <a:off x="3632040" y="4321080"/>
              <a:ext cx="71640" cy="47880"/>
            </a:xfrm>
            <a:custGeom>
              <a:avLst/>
              <a:gdLst/>
              <a:ahLst/>
              <a:rect l="l" t="t" r="r" b="b"/>
              <a:pathLst>
                <a:path w="45" h="30">
                  <a:moveTo>
                    <a:pt x="44" y="11"/>
                  </a:moveTo>
                  <a:lnTo>
                    <a:pt x="44" y="11"/>
                  </a:lnTo>
                  <a:lnTo>
                    <a:pt x="44" y="11"/>
                  </a:lnTo>
                  <a:lnTo>
                    <a:pt x="44" y="12"/>
                  </a:lnTo>
                  <a:lnTo>
                    <a:pt x="44" y="12"/>
                  </a:lnTo>
                  <a:lnTo>
                    <a:pt x="44" y="14"/>
                  </a:lnTo>
                  <a:lnTo>
                    <a:pt x="44" y="16"/>
                  </a:lnTo>
                  <a:lnTo>
                    <a:pt x="43" y="19"/>
                  </a:lnTo>
                  <a:lnTo>
                    <a:pt x="43" y="20"/>
                  </a:lnTo>
                  <a:lnTo>
                    <a:pt x="41" y="20"/>
                  </a:lnTo>
                  <a:lnTo>
                    <a:pt x="41" y="20"/>
                  </a:lnTo>
                  <a:lnTo>
                    <a:pt x="38" y="20"/>
                  </a:lnTo>
                  <a:lnTo>
                    <a:pt x="35" y="23"/>
                  </a:lnTo>
                  <a:lnTo>
                    <a:pt x="35" y="24"/>
                  </a:lnTo>
                  <a:lnTo>
                    <a:pt x="31" y="24"/>
                  </a:lnTo>
                  <a:lnTo>
                    <a:pt x="31" y="25"/>
                  </a:lnTo>
                  <a:lnTo>
                    <a:pt x="27" y="25"/>
                  </a:lnTo>
                  <a:lnTo>
                    <a:pt x="25" y="26"/>
                  </a:lnTo>
                  <a:lnTo>
                    <a:pt x="23" y="26"/>
                  </a:lnTo>
                  <a:lnTo>
                    <a:pt x="19" y="26"/>
                  </a:lnTo>
                  <a:lnTo>
                    <a:pt x="17" y="28"/>
                  </a:lnTo>
                  <a:lnTo>
                    <a:pt x="12" y="29"/>
                  </a:lnTo>
                  <a:lnTo>
                    <a:pt x="9" y="28"/>
                  </a:lnTo>
                  <a:lnTo>
                    <a:pt x="5" y="26"/>
                  </a:lnTo>
                  <a:lnTo>
                    <a:pt x="1" y="26"/>
                  </a:lnTo>
                  <a:lnTo>
                    <a:pt x="1" y="25"/>
                  </a:lnTo>
                  <a:lnTo>
                    <a:pt x="1" y="25"/>
                  </a:lnTo>
                  <a:lnTo>
                    <a:pt x="1" y="24"/>
                  </a:lnTo>
                  <a:lnTo>
                    <a:pt x="0" y="23"/>
                  </a:lnTo>
                  <a:lnTo>
                    <a:pt x="0" y="20"/>
                  </a:lnTo>
                  <a:lnTo>
                    <a:pt x="1" y="19"/>
                  </a:lnTo>
                  <a:lnTo>
                    <a:pt x="1" y="14"/>
                  </a:lnTo>
                  <a:lnTo>
                    <a:pt x="5" y="11"/>
                  </a:lnTo>
                  <a:lnTo>
                    <a:pt x="8" y="11"/>
                  </a:lnTo>
                  <a:lnTo>
                    <a:pt x="9" y="7"/>
                  </a:lnTo>
                  <a:lnTo>
                    <a:pt x="9" y="4"/>
                  </a:lnTo>
                  <a:lnTo>
                    <a:pt x="10" y="4"/>
                  </a:lnTo>
                  <a:lnTo>
                    <a:pt x="12" y="4"/>
                  </a:lnTo>
                  <a:lnTo>
                    <a:pt x="14" y="1"/>
                  </a:lnTo>
                  <a:lnTo>
                    <a:pt x="15" y="1"/>
                  </a:lnTo>
                  <a:lnTo>
                    <a:pt x="17" y="0"/>
                  </a:lnTo>
                  <a:lnTo>
                    <a:pt x="17" y="0"/>
                  </a:lnTo>
                  <a:lnTo>
                    <a:pt x="17" y="0"/>
                  </a:lnTo>
                  <a:lnTo>
                    <a:pt x="18" y="0"/>
                  </a:lnTo>
                  <a:lnTo>
                    <a:pt x="18" y="0"/>
                  </a:lnTo>
                  <a:lnTo>
                    <a:pt x="19" y="0"/>
                  </a:lnTo>
                  <a:lnTo>
                    <a:pt x="21" y="0"/>
                  </a:lnTo>
                  <a:lnTo>
                    <a:pt x="23" y="0"/>
                  </a:lnTo>
                  <a:lnTo>
                    <a:pt x="25" y="0"/>
                  </a:lnTo>
                  <a:lnTo>
                    <a:pt x="27" y="1"/>
                  </a:lnTo>
                  <a:lnTo>
                    <a:pt x="31" y="1"/>
                  </a:lnTo>
                  <a:lnTo>
                    <a:pt x="34" y="2"/>
                  </a:lnTo>
                  <a:lnTo>
                    <a:pt x="35" y="4"/>
                  </a:lnTo>
                  <a:lnTo>
                    <a:pt x="38" y="4"/>
                  </a:lnTo>
                  <a:lnTo>
                    <a:pt x="43" y="7"/>
                  </a:lnTo>
                  <a:lnTo>
                    <a:pt x="43" y="10"/>
                  </a:lnTo>
                  <a:lnTo>
                    <a:pt x="44" y="11"/>
                  </a:lnTo>
                  <a:lnTo>
                    <a:pt x="44" y="11"/>
                  </a:lnTo>
                </a:path>
              </a:pathLst>
            </a:custGeom>
            <a:solidFill>
              <a:srgbClr val="ffc0b6"/>
            </a:solidFill>
            <a:ln w="9360">
              <a:solidFill>
                <a:srgbClr val="000000"/>
              </a:solidFill>
              <a:round/>
            </a:ln>
          </p:spPr>
          <p:style>
            <a:lnRef idx="0"/>
            <a:fillRef idx="0"/>
            <a:effectRef idx="0"/>
            <a:fontRef idx="minor"/>
          </p:style>
          <p:txBody>
            <a:bodyPr lIns="90000" rIns="90000" tIns="1080" bIns="1080" anchor="t">
              <a:noAutofit/>
            </a:bodyPr>
            <a:p>
              <a:endParaRPr b="0" lang="en-IN" sz="2400" strike="noStrike" u="none">
                <a:solidFill>
                  <a:srgbClr val="ffffff"/>
                </a:solidFill>
                <a:effectLst/>
                <a:uFillTx/>
                <a:latin typeface="Times New Roman"/>
              </a:endParaRPr>
            </a:p>
          </p:txBody>
        </p:sp>
        <p:sp>
          <p:nvSpPr>
            <p:cNvPr id="1994" name=""/>
            <p:cNvSpPr/>
            <p:nvPr/>
          </p:nvSpPr>
          <p:spPr>
            <a:xfrm>
              <a:off x="3633840" y="4335480"/>
              <a:ext cx="30240" cy="28440"/>
            </a:xfrm>
            <a:custGeom>
              <a:avLst/>
              <a:gdLst/>
              <a:ahLst/>
              <a:rect l="l" t="t" r="r" b="b"/>
              <a:pathLst>
                <a:path w="19" h="18">
                  <a:moveTo>
                    <a:pt x="13" y="0"/>
                  </a:moveTo>
                  <a:lnTo>
                    <a:pt x="11" y="1"/>
                  </a:lnTo>
                  <a:lnTo>
                    <a:pt x="9" y="2"/>
                  </a:lnTo>
                  <a:lnTo>
                    <a:pt x="9" y="3"/>
                  </a:lnTo>
                  <a:lnTo>
                    <a:pt x="8" y="6"/>
                  </a:lnTo>
                  <a:lnTo>
                    <a:pt x="7" y="10"/>
                  </a:lnTo>
                  <a:lnTo>
                    <a:pt x="1" y="11"/>
                  </a:lnTo>
                  <a:lnTo>
                    <a:pt x="1" y="15"/>
                  </a:lnTo>
                  <a:lnTo>
                    <a:pt x="0" y="16"/>
                  </a:lnTo>
                  <a:lnTo>
                    <a:pt x="0" y="16"/>
                  </a:lnTo>
                  <a:lnTo>
                    <a:pt x="1" y="17"/>
                  </a:lnTo>
                  <a:lnTo>
                    <a:pt x="4" y="17"/>
                  </a:lnTo>
                  <a:lnTo>
                    <a:pt x="7" y="17"/>
                  </a:lnTo>
                  <a:lnTo>
                    <a:pt x="8" y="17"/>
                  </a:lnTo>
                  <a:lnTo>
                    <a:pt x="9" y="17"/>
                  </a:lnTo>
                  <a:lnTo>
                    <a:pt x="11" y="17"/>
                  </a:lnTo>
                  <a:lnTo>
                    <a:pt x="11" y="17"/>
                  </a:lnTo>
                  <a:lnTo>
                    <a:pt x="13" y="16"/>
                  </a:lnTo>
                  <a:lnTo>
                    <a:pt x="16" y="15"/>
                  </a:lnTo>
                  <a:lnTo>
                    <a:pt x="17" y="11"/>
                  </a:lnTo>
                  <a:lnTo>
                    <a:pt x="18" y="10"/>
                  </a:lnTo>
                  <a:lnTo>
                    <a:pt x="18" y="3"/>
                  </a:lnTo>
                  <a:lnTo>
                    <a:pt x="18" y="2"/>
                  </a:lnTo>
                  <a:lnTo>
                    <a:pt x="17" y="1"/>
                  </a:lnTo>
                  <a:lnTo>
                    <a:pt x="13" y="0"/>
                  </a:lnTo>
                  <a:lnTo>
                    <a:pt x="13" y="0"/>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1995" name=""/>
            <p:cNvSpPr/>
            <p:nvPr/>
          </p:nvSpPr>
          <p:spPr>
            <a:xfrm>
              <a:off x="3645000" y="4329000"/>
              <a:ext cx="75960" cy="42840"/>
            </a:xfrm>
            <a:custGeom>
              <a:avLst/>
              <a:gdLst/>
              <a:ahLst/>
              <a:rect l="l" t="t" r="r" b="b"/>
              <a:pathLst>
                <a:path w="48" h="27">
                  <a:moveTo>
                    <a:pt x="47" y="10"/>
                  </a:moveTo>
                  <a:lnTo>
                    <a:pt x="47" y="11"/>
                  </a:lnTo>
                  <a:lnTo>
                    <a:pt x="47" y="14"/>
                  </a:lnTo>
                  <a:lnTo>
                    <a:pt x="47" y="14"/>
                  </a:lnTo>
                  <a:lnTo>
                    <a:pt x="46" y="15"/>
                  </a:lnTo>
                  <a:lnTo>
                    <a:pt x="45" y="15"/>
                  </a:lnTo>
                  <a:lnTo>
                    <a:pt x="45" y="15"/>
                  </a:lnTo>
                  <a:lnTo>
                    <a:pt x="45" y="18"/>
                  </a:lnTo>
                  <a:lnTo>
                    <a:pt x="43" y="19"/>
                  </a:lnTo>
                  <a:lnTo>
                    <a:pt x="42" y="19"/>
                  </a:lnTo>
                  <a:lnTo>
                    <a:pt x="42" y="20"/>
                  </a:lnTo>
                  <a:lnTo>
                    <a:pt x="36" y="20"/>
                  </a:lnTo>
                  <a:lnTo>
                    <a:pt x="35" y="21"/>
                  </a:lnTo>
                  <a:lnTo>
                    <a:pt x="35" y="21"/>
                  </a:lnTo>
                  <a:lnTo>
                    <a:pt x="33" y="24"/>
                  </a:lnTo>
                  <a:lnTo>
                    <a:pt x="29" y="26"/>
                  </a:lnTo>
                  <a:lnTo>
                    <a:pt x="27" y="26"/>
                  </a:lnTo>
                  <a:lnTo>
                    <a:pt x="23" y="26"/>
                  </a:lnTo>
                  <a:lnTo>
                    <a:pt x="19" y="26"/>
                  </a:lnTo>
                  <a:lnTo>
                    <a:pt x="17" y="26"/>
                  </a:lnTo>
                  <a:lnTo>
                    <a:pt x="15" y="26"/>
                  </a:lnTo>
                  <a:lnTo>
                    <a:pt x="10" y="26"/>
                  </a:lnTo>
                  <a:lnTo>
                    <a:pt x="6" y="26"/>
                  </a:lnTo>
                  <a:lnTo>
                    <a:pt x="2" y="26"/>
                  </a:lnTo>
                  <a:lnTo>
                    <a:pt x="0" y="26"/>
                  </a:lnTo>
                  <a:lnTo>
                    <a:pt x="0" y="26"/>
                  </a:lnTo>
                  <a:lnTo>
                    <a:pt x="0" y="24"/>
                  </a:lnTo>
                  <a:lnTo>
                    <a:pt x="0" y="21"/>
                  </a:lnTo>
                  <a:lnTo>
                    <a:pt x="1" y="19"/>
                  </a:lnTo>
                  <a:lnTo>
                    <a:pt x="1" y="18"/>
                  </a:lnTo>
                  <a:lnTo>
                    <a:pt x="1" y="15"/>
                  </a:lnTo>
                  <a:lnTo>
                    <a:pt x="2" y="14"/>
                  </a:lnTo>
                  <a:lnTo>
                    <a:pt x="4" y="9"/>
                  </a:lnTo>
                  <a:lnTo>
                    <a:pt x="7" y="6"/>
                  </a:lnTo>
                  <a:lnTo>
                    <a:pt x="9" y="6"/>
                  </a:lnTo>
                  <a:lnTo>
                    <a:pt x="10" y="2"/>
                  </a:lnTo>
                  <a:lnTo>
                    <a:pt x="10" y="2"/>
                  </a:lnTo>
                  <a:lnTo>
                    <a:pt x="10" y="2"/>
                  </a:lnTo>
                  <a:lnTo>
                    <a:pt x="10" y="2"/>
                  </a:lnTo>
                  <a:lnTo>
                    <a:pt x="11" y="2"/>
                  </a:lnTo>
                  <a:lnTo>
                    <a:pt x="13" y="2"/>
                  </a:lnTo>
                  <a:lnTo>
                    <a:pt x="15" y="2"/>
                  </a:lnTo>
                  <a:lnTo>
                    <a:pt x="17" y="0"/>
                  </a:lnTo>
                  <a:lnTo>
                    <a:pt x="19" y="0"/>
                  </a:lnTo>
                  <a:lnTo>
                    <a:pt x="23" y="0"/>
                  </a:lnTo>
                  <a:lnTo>
                    <a:pt x="27" y="2"/>
                  </a:lnTo>
                  <a:lnTo>
                    <a:pt x="27" y="2"/>
                  </a:lnTo>
                  <a:lnTo>
                    <a:pt x="33" y="2"/>
                  </a:lnTo>
                  <a:lnTo>
                    <a:pt x="35" y="4"/>
                  </a:lnTo>
                  <a:lnTo>
                    <a:pt x="36" y="6"/>
                  </a:lnTo>
                  <a:lnTo>
                    <a:pt x="42" y="6"/>
                  </a:lnTo>
                  <a:lnTo>
                    <a:pt x="45" y="7"/>
                  </a:lnTo>
                  <a:lnTo>
                    <a:pt x="47" y="10"/>
                  </a:lnTo>
                  <a:lnTo>
                    <a:pt x="47" y="10"/>
                  </a:lnTo>
                </a:path>
              </a:pathLst>
            </a:custGeom>
            <a:solidFill>
              <a:srgbClr val="ffc0b6"/>
            </a:solidFill>
            <a:ln w="9360">
              <a:solidFill>
                <a:srgbClr val="000000"/>
              </a:solidFill>
              <a:round/>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1996" name=""/>
            <p:cNvSpPr/>
            <p:nvPr/>
          </p:nvSpPr>
          <p:spPr>
            <a:xfrm>
              <a:off x="3687840" y="4338720"/>
              <a:ext cx="30240" cy="30240"/>
            </a:xfrm>
            <a:custGeom>
              <a:avLst/>
              <a:gdLst/>
              <a:ahLst/>
              <a:rect l="l" t="t" r="r" b="b"/>
              <a:pathLst>
                <a:path w="19" h="19">
                  <a:moveTo>
                    <a:pt x="9" y="1"/>
                  </a:moveTo>
                  <a:lnTo>
                    <a:pt x="9" y="1"/>
                  </a:lnTo>
                  <a:lnTo>
                    <a:pt x="9" y="1"/>
                  </a:lnTo>
                  <a:lnTo>
                    <a:pt x="9" y="1"/>
                  </a:lnTo>
                  <a:lnTo>
                    <a:pt x="8" y="0"/>
                  </a:lnTo>
                  <a:lnTo>
                    <a:pt x="8" y="0"/>
                  </a:lnTo>
                  <a:lnTo>
                    <a:pt x="8" y="0"/>
                  </a:lnTo>
                  <a:lnTo>
                    <a:pt x="8" y="1"/>
                  </a:lnTo>
                  <a:lnTo>
                    <a:pt x="8" y="1"/>
                  </a:lnTo>
                  <a:lnTo>
                    <a:pt x="8" y="3"/>
                  </a:lnTo>
                  <a:lnTo>
                    <a:pt x="8" y="8"/>
                  </a:lnTo>
                  <a:lnTo>
                    <a:pt x="6" y="9"/>
                  </a:lnTo>
                  <a:lnTo>
                    <a:pt x="3" y="10"/>
                  </a:lnTo>
                  <a:lnTo>
                    <a:pt x="3" y="12"/>
                  </a:lnTo>
                  <a:lnTo>
                    <a:pt x="3" y="13"/>
                  </a:lnTo>
                  <a:lnTo>
                    <a:pt x="1" y="13"/>
                  </a:lnTo>
                  <a:lnTo>
                    <a:pt x="0" y="14"/>
                  </a:lnTo>
                  <a:lnTo>
                    <a:pt x="0" y="14"/>
                  </a:lnTo>
                  <a:lnTo>
                    <a:pt x="0" y="15"/>
                  </a:lnTo>
                  <a:lnTo>
                    <a:pt x="0" y="15"/>
                  </a:lnTo>
                  <a:lnTo>
                    <a:pt x="0" y="18"/>
                  </a:lnTo>
                  <a:lnTo>
                    <a:pt x="0" y="18"/>
                  </a:lnTo>
                  <a:lnTo>
                    <a:pt x="0" y="17"/>
                  </a:lnTo>
                  <a:lnTo>
                    <a:pt x="1" y="15"/>
                  </a:lnTo>
                  <a:lnTo>
                    <a:pt x="3" y="15"/>
                  </a:lnTo>
                  <a:lnTo>
                    <a:pt x="6" y="15"/>
                  </a:lnTo>
                  <a:lnTo>
                    <a:pt x="8" y="14"/>
                  </a:lnTo>
                  <a:lnTo>
                    <a:pt x="8" y="14"/>
                  </a:lnTo>
                  <a:lnTo>
                    <a:pt x="9" y="13"/>
                  </a:lnTo>
                  <a:lnTo>
                    <a:pt x="15" y="13"/>
                  </a:lnTo>
                  <a:lnTo>
                    <a:pt x="15" y="12"/>
                  </a:lnTo>
                  <a:lnTo>
                    <a:pt x="16" y="10"/>
                  </a:lnTo>
                  <a:lnTo>
                    <a:pt x="16" y="9"/>
                  </a:lnTo>
                  <a:lnTo>
                    <a:pt x="18" y="9"/>
                  </a:lnTo>
                  <a:lnTo>
                    <a:pt x="18" y="9"/>
                  </a:lnTo>
                  <a:lnTo>
                    <a:pt x="18" y="8"/>
                  </a:lnTo>
                  <a:lnTo>
                    <a:pt x="18" y="4"/>
                  </a:lnTo>
                  <a:lnTo>
                    <a:pt x="9" y="1"/>
                  </a:lnTo>
                  <a:lnTo>
                    <a:pt x="9" y="1"/>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1997" name=""/>
            <p:cNvSpPr/>
            <p:nvPr/>
          </p:nvSpPr>
          <p:spPr>
            <a:xfrm>
              <a:off x="3648240" y="4116240"/>
              <a:ext cx="112680" cy="236520"/>
            </a:xfrm>
            <a:custGeom>
              <a:avLst/>
              <a:gdLst/>
              <a:ahLst/>
              <a:rect l="l" t="t" r="r" b="b"/>
              <a:pathLst>
                <a:path w="71" h="149">
                  <a:moveTo>
                    <a:pt x="69" y="6"/>
                  </a:moveTo>
                  <a:lnTo>
                    <a:pt x="69" y="9"/>
                  </a:lnTo>
                  <a:lnTo>
                    <a:pt x="70" y="21"/>
                  </a:lnTo>
                  <a:lnTo>
                    <a:pt x="69" y="28"/>
                  </a:lnTo>
                  <a:lnTo>
                    <a:pt x="68" y="38"/>
                  </a:lnTo>
                  <a:lnTo>
                    <a:pt x="65" y="46"/>
                  </a:lnTo>
                  <a:lnTo>
                    <a:pt x="65" y="59"/>
                  </a:lnTo>
                  <a:lnTo>
                    <a:pt x="65" y="70"/>
                  </a:lnTo>
                  <a:lnTo>
                    <a:pt x="65" y="77"/>
                  </a:lnTo>
                  <a:lnTo>
                    <a:pt x="65" y="84"/>
                  </a:lnTo>
                  <a:lnTo>
                    <a:pt x="65" y="93"/>
                  </a:lnTo>
                  <a:lnTo>
                    <a:pt x="65" y="102"/>
                  </a:lnTo>
                  <a:lnTo>
                    <a:pt x="65" y="106"/>
                  </a:lnTo>
                  <a:lnTo>
                    <a:pt x="65" y="107"/>
                  </a:lnTo>
                  <a:lnTo>
                    <a:pt x="65" y="109"/>
                  </a:lnTo>
                  <a:lnTo>
                    <a:pt x="65" y="114"/>
                  </a:lnTo>
                  <a:lnTo>
                    <a:pt x="65" y="116"/>
                  </a:lnTo>
                  <a:lnTo>
                    <a:pt x="65" y="116"/>
                  </a:lnTo>
                  <a:lnTo>
                    <a:pt x="65" y="118"/>
                  </a:lnTo>
                  <a:lnTo>
                    <a:pt x="64" y="122"/>
                  </a:lnTo>
                  <a:lnTo>
                    <a:pt x="64" y="124"/>
                  </a:lnTo>
                  <a:lnTo>
                    <a:pt x="62" y="125"/>
                  </a:lnTo>
                  <a:lnTo>
                    <a:pt x="61" y="125"/>
                  </a:lnTo>
                  <a:lnTo>
                    <a:pt x="61" y="125"/>
                  </a:lnTo>
                  <a:lnTo>
                    <a:pt x="60" y="126"/>
                  </a:lnTo>
                  <a:lnTo>
                    <a:pt x="60" y="129"/>
                  </a:lnTo>
                  <a:lnTo>
                    <a:pt x="56" y="130"/>
                  </a:lnTo>
                  <a:lnTo>
                    <a:pt x="56" y="131"/>
                  </a:lnTo>
                  <a:lnTo>
                    <a:pt x="52" y="131"/>
                  </a:lnTo>
                  <a:lnTo>
                    <a:pt x="52" y="133"/>
                  </a:lnTo>
                  <a:lnTo>
                    <a:pt x="52" y="133"/>
                  </a:lnTo>
                  <a:lnTo>
                    <a:pt x="52" y="133"/>
                  </a:lnTo>
                  <a:lnTo>
                    <a:pt x="52" y="136"/>
                  </a:lnTo>
                  <a:lnTo>
                    <a:pt x="52" y="136"/>
                  </a:lnTo>
                  <a:lnTo>
                    <a:pt x="52" y="139"/>
                  </a:lnTo>
                  <a:lnTo>
                    <a:pt x="51" y="140"/>
                  </a:lnTo>
                  <a:lnTo>
                    <a:pt x="48" y="140"/>
                  </a:lnTo>
                  <a:lnTo>
                    <a:pt x="48" y="140"/>
                  </a:lnTo>
                  <a:lnTo>
                    <a:pt x="48" y="141"/>
                  </a:lnTo>
                  <a:lnTo>
                    <a:pt x="48" y="141"/>
                  </a:lnTo>
                  <a:lnTo>
                    <a:pt x="47" y="144"/>
                  </a:lnTo>
                  <a:lnTo>
                    <a:pt x="45" y="145"/>
                  </a:lnTo>
                  <a:lnTo>
                    <a:pt x="45" y="148"/>
                  </a:lnTo>
                  <a:lnTo>
                    <a:pt x="45" y="148"/>
                  </a:lnTo>
                  <a:lnTo>
                    <a:pt x="43" y="148"/>
                  </a:lnTo>
                  <a:lnTo>
                    <a:pt x="43" y="145"/>
                  </a:lnTo>
                  <a:lnTo>
                    <a:pt x="41" y="144"/>
                  </a:lnTo>
                  <a:lnTo>
                    <a:pt x="41" y="144"/>
                  </a:lnTo>
                  <a:lnTo>
                    <a:pt x="40" y="143"/>
                  </a:lnTo>
                  <a:lnTo>
                    <a:pt x="37" y="141"/>
                  </a:lnTo>
                  <a:lnTo>
                    <a:pt x="34" y="141"/>
                  </a:lnTo>
                  <a:lnTo>
                    <a:pt x="33" y="140"/>
                  </a:lnTo>
                  <a:lnTo>
                    <a:pt x="33" y="140"/>
                  </a:lnTo>
                  <a:lnTo>
                    <a:pt x="31" y="140"/>
                  </a:lnTo>
                  <a:lnTo>
                    <a:pt x="26" y="140"/>
                  </a:lnTo>
                  <a:lnTo>
                    <a:pt x="25" y="140"/>
                  </a:lnTo>
                  <a:lnTo>
                    <a:pt x="24" y="140"/>
                  </a:lnTo>
                  <a:lnTo>
                    <a:pt x="21" y="139"/>
                  </a:lnTo>
                  <a:lnTo>
                    <a:pt x="17" y="139"/>
                  </a:lnTo>
                  <a:lnTo>
                    <a:pt x="17" y="139"/>
                  </a:lnTo>
                  <a:lnTo>
                    <a:pt x="15" y="139"/>
                  </a:lnTo>
                  <a:lnTo>
                    <a:pt x="13" y="139"/>
                  </a:lnTo>
                  <a:lnTo>
                    <a:pt x="9" y="140"/>
                  </a:lnTo>
                  <a:lnTo>
                    <a:pt x="8" y="140"/>
                  </a:lnTo>
                  <a:lnTo>
                    <a:pt x="7" y="140"/>
                  </a:lnTo>
                  <a:lnTo>
                    <a:pt x="4" y="140"/>
                  </a:lnTo>
                  <a:lnTo>
                    <a:pt x="2" y="140"/>
                  </a:lnTo>
                  <a:lnTo>
                    <a:pt x="2" y="140"/>
                  </a:lnTo>
                  <a:lnTo>
                    <a:pt x="2" y="140"/>
                  </a:lnTo>
                  <a:lnTo>
                    <a:pt x="0" y="136"/>
                  </a:lnTo>
                  <a:lnTo>
                    <a:pt x="0" y="134"/>
                  </a:lnTo>
                  <a:lnTo>
                    <a:pt x="0" y="133"/>
                  </a:lnTo>
                  <a:lnTo>
                    <a:pt x="2" y="131"/>
                  </a:lnTo>
                  <a:lnTo>
                    <a:pt x="4" y="130"/>
                  </a:lnTo>
                  <a:lnTo>
                    <a:pt x="4" y="128"/>
                  </a:lnTo>
                  <a:lnTo>
                    <a:pt x="5" y="126"/>
                  </a:lnTo>
                  <a:lnTo>
                    <a:pt x="7" y="125"/>
                  </a:lnTo>
                  <a:lnTo>
                    <a:pt x="7" y="125"/>
                  </a:lnTo>
                  <a:lnTo>
                    <a:pt x="8" y="125"/>
                  </a:lnTo>
                  <a:lnTo>
                    <a:pt x="8" y="122"/>
                  </a:lnTo>
                  <a:lnTo>
                    <a:pt x="9" y="122"/>
                  </a:lnTo>
                  <a:lnTo>
                    <a:pt x="9" y="118"/>
                  </a:lnTo>
                  <a:lnTo>
                    <a:pt x="13" y="117"/>
                  </a:lnTo>
                  <a:lnTo>
                    <a:pt x="15" y="116"/>
                  </a:lnTo>
                  <a:lnTo>
                    <a:pt x="16" y="116"/>
                  </a:lnTo>
                  <a:lnTo>
                    <a:pt x="17" y="116"/>
                  </a:lnTo>
                  <a:lnTo>
                    <a:pt x="19" y="116"/>
                  </a:lnTo>
                  <a:lnTo>
                    <a:pt x="21" y="115"/>
                  </a:lnTo>
                  <a:lnTo>
                    <a:pt x="21" y="115"/>
                  </a:lnTo>
                  <a:lnTo>
                    <a:pt x="21" y="112"/>
                  </a:lnTo>
                  <a:lnTo>
                    <a:pt x="21" y="109"/>
                  </a:lnTo>
                  <a:lnTo>
                    <a:pt x="21" y="109"/>
                  </a:lnTo>
                  <a:lnTo>
                    <a:pt x="25" y="107"/>
                  </a:lnTo>
                  <a:lnTo>
                    <a:pt x="25" y="106"/>
                  </a:lnTo>
                  <a:lnTo>
                    <a:pt x="25" y="105"/>
                  </a:lnTo>
                  <a:lnTo>
                    <a:pt x="25" y="105"/>
                  </a:lnTo>
                  <a:lnTo>
                    <a:pt x="25" y="102"/>
                  </a:lnTo>
                  <a:lnTo>
                    <a:pt x="25" y="99"/>
                  </a:lnTo>
                  <a:lnTo>
                    <a:pt x="25" y="99"/>
                  </a:lnTo>
                  <a:lnTo>
                    <a:pt x="27" y="94"/>
                  </a:lnTo>
                  <a:lnTo>
                    <a:pt x="28" y="92"/>
                  </a:lnTo>
                  <a:lnTo>
                    <a:pt x="28" y="90"/>
                  </a:lnTo>
                  <a:lnTo>
                    <a:pt x="28" y="89"/>
                  </a:lnTo>
                  <a:lnTo>
                    <a:pt x="31" y="88"/>
                  </a:lnTo>
                  <a:lnTo>
                    <a:pt x="31" y="83"/>
                  </a:lnTo>
                  <a:lnTo>
                    <a:pt x="28" y="76"/>
                  </a:lnTo>
                  <a:lnTo>
                    <a:pt x="28" y="66"/>
                  </a:lnTo>
                  <a:lnTo>
                    <a:pt x="28" y="56"/>
                  </a:lnTo>
                  <a:lnTo>
                    <a:pt x="28" y="48"/>
                  </a:lnTo>
                  <a:lnTo>
                    <a:pt x="28" y="46"/>
                  </a:lnTo>
                  <a:lnTo>
                    <a:pt x="28" y="40"/>
                  </a:lnTo>
                  <a:lnTo>
                    <a:pt x="26" y="36"/>
                  </a:lnTo>
                  <a:lnTo>
                    <a:pt x="25" y="29"/>
                  </a:lnTo>
                  <a:lnTo>
                    <a:pt x="25" y="22"/>
                  </a:lnTo>
                  <a:lnTo>
                    <a:pt x="25" y="21"/>
                  </a:lnTo>
                  <a:lnTo>
                    <a:pt x="25" y="14"/>
                  </a:lnTo>
                  <a:lnTo>
                    <a:pt x="25" y="10"/>
                  </a:lnTo>
                  <a:lnTo>
                    <a:pt x="25" y="9"/>
                  </a:lnTo>
                  <a:lnTo>
                    <a:pt x="25" y="9"/>
                  </a:lnTo>
                  <a:lnTo>
                    <a:pt x="26" y="8"/>
                  </a:lnTo>
                  <a:lnTo>
                    <a:pt x="31" y="7"/>
                  </a:lnTo>
                  <a:lnTo>
                    <a:pt x="33" y="6"/>
                  </a:lnTo>
                  <a:lnTo>
                    <a:pt x="34" y="4"/>
                  </a:lnTo>
                  <a:lnTo>
                    <a:pt x="40" y="4"/>
                  </a:lnTo>
                  <a:lnTo>
                    <a:pt x="43" y="4"/>
                  </a:lnTo>
                  <a:lnTo>
                    <a:pt x="45" y="1"/>
                  </a:lnTo>
                  <a:lnTo>
                    <a:pt x="48" y="0"/>
                  </a:lnTo>
                  <a:lnTo>
                    <a:pt x="52" y="0"/>
                  </a:lnTo>
                  <a:lnTo>
                    <a:pt x="57" y="0"/>
                  </a:lnTo>
                  <a:lnTo>
                    <a:pt x="61" y="1"/>
                  </a:lnTo>
                  <a:lnTo>
                    <a:pt x="65" y="1"/>
                  </a:lnTo>
                  <a:lnTo>
                    <a:pt x="65" y="4"/>
                  </a:lnTo>
                  <a:lnTo>
                    <a:pt x="69" y="6"/>
                  </a:lnTo>
                  <a:lnTo>
                    <a:pt x="69" y="6"/>
                  </a:lnTo>
                </a:path>
              </a:pathLst>
            </a:custGeom>
            <a:solidFill>
              <a:srgbClr val="6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98" name=""/>
            <p:cNvSpPr/>
            <p:nvPr/>
          </p:nvSpPr>
          <p:spPr>
            <a:xfrm>
              <a:off x="3701880" y="4127400"/>
              <a:ext cx="57240" cy="138240"/>
            </a:xfrm>
            <a:custGeom>
              <a:avLst/>
              <a:gdLst/>
              <a:ahLst/>
              <a:rect l="l" t="t" r="r" b="b"/>
              <a:pathLst>
                <a:path w="36" h="87">
                  <a:moveTo>
                    <a:pt x="0" y="3"/>
                  </a:moveTo>
                  <a:lnTo>
                    <a:pt x="0" y="4"/>
                  </a:lnTo>
                  <a:lnTo>
                    <a:pt x="0" y="7"/>
                  </a:lnTo>
                  <a:lnTo>
                    <a:pt x="3" y="7"/>
                  </a:lnTo>
                  <a:lnTo>
                    <a:pt x="6" y="7"/>
                  </a:lnTo>
                  <a:lnTo>
                    <a:pt x="6" y="14"/>
                  </a:lnTo>
                  <a:lnTo>
                    <a:pt x="6" y="14"/>
                  </a:lnTo>
                  <a:lnTo>
                    <a:pt x="7" y="15"/>
                  </a:lnTo>
                  <a:lnTo>
                    <a:pt x="7" y="15"/>
                  </a:lnTo>
                  <a:lnTo>
                    <a:pt x="7" y="17"/>
                  </a:lnTo>
                  <a:lnTo>
                    <a:pt x="7" y="19"/>
                  </a:lnTo>
                  <a:lnTo>
                    <a:pt x="9" y="22"/>
                  </a:lnTo>
                  <a:lnTo>
                    <a:pt x="9" y="22"/>
                  </a:lnTo>
                  <a:lnTo>
                    <a:pt x="9" y="24"/>
                  </a:lnTo>
                  <a:lnTo>
                    <a:pt x="11" y="27"/>
                  </a:lnTo>
                  <a:lnTo>
                    <a:pt x="11" y="31"/>
                  </a:lnTo>
                  <a:lnTo>
                    <a:pt x="11" y="31"/>
                  </a:lnTo>
                  <a:lnTo>
                    <a:pt x="13" y="31"/>
                  </a:lnTo>
                  <a:lnTo>
                    <a:pt x="14" y="32"/>
                  </a:lnTo>
                  <a:lnTo>
                    <a:pt x="14" y="36"/>
                  </a:lnTo>
                  <a:lnTo>
                    <a:pt x="17" y="37"/>
                  </a:lnTo>
                  <a:lnTo>
                    <a:pt x="18" y="39"/>
                  </a:lnTo>
                  <a:lnTo>
                    <a:pt x="18" y="39"/>
                  </a:lnTo>
                  <a:lnTo>
                    <a:pt x="21" y="43"/>
                  </a:lnTo>
                  <a:lnTo>
                    <a:pt x="21" y="48"/>
                  </a:lnTo>
                  <a:lnTo>
                    <a:pt x="18" y="58"/>
                  </a:lnTo>
                  <a:lnTo>
                    <a:pt x="18" y="74"/>
                  </a:lnTo>
                  <a:lnTo>
                    <a:pt x="22" y="86"/>
                  </a:lnTo>
                  <a:lnTo>
                    <a:pt x="22" y="85"/>
                  </a:lnTo>
                  <a:lnTo>
                    <a:pt x="26" y="76"/>
                  </a:lnTo>
                  <a:lnTo>
                    <a:pt x="27" y="70"/>
                  </a:lnTo>
                  <a:lnTo>
                    <a:pt x="27" y="63"/>
                  </a:lnTo>
                  <a:lnTo>
                    <a:pt x="27" y="60"/>
                  </a:lnTo>
                  <a:lnTo>
                    <a:pt x="27" y="58"/>
                  </a:lnTo>
                  <a:lnTo>
                    <a:pt x="27" y="58"/>
                  </a:lnTo>
                  <a:lnTo>
                    <a:pt x="27" y="52"/>
                  </a:lnTo>
                  <a:lnTo>
                    <a:pt x="27" y="49"/>
                  </a:lnTo>
                  <a:lnTo>
                    <a:pt x="28" y="48"/>
                  </a:lnTo>
                  <a:lnTo>
                    <a:pt x="30" y="43"/>
                  </a:lnTo>
                  <a:lnTo>
                    <a:pt x="30" y="41"/>
                  </a:lnTo>
                  <a:lnTo>
                    <a:pt x="31" y="39"/>
                  </a:lnTo>
                  <a:lnTo>
                    <a:pt x="31" y="39"/>
                  </a:lnTo>
                  <a:lnTo>
                    <a:pt x="31" y="36"/>
                  </a:lnTo>
                  <a:lnTo>
                    <a:pt x="31" y="31"/>
                  </a:lnTo>
                  <a:lnTo>
                    <a:pt x="31" y="27"/>
                  </a:lnTo>
                  <a:lnTo>
                    <a:pt x="34" y="22"/>
                  </a:lnTo>
                  <a:lnTo>
                    <a:pt x="34" y="15"/>
                  </a:lnTo>
                  <a:lnTo>
                    <a:pt x="34" y="14"/>
                  </a:lnTo>
                  <a:lnTo>
                    <a:pt x="35" y="8"/>
                  </a:lnTo>
                  <a:lnTo>
                    <a:pt x="34" y="7"/>
                  </a:lnTo>
                  <a:lnTo>
                    <a:pt x="34" y="7"/>
                  </a:lnTo>
                  <a:lnTo>
                    <a:pt x="31" y="7"/>
                  </a:lnTo>
                  <a:lnTo>
                    <a:pt x="31" y="3"/>
                  </a:lnTo>
                  <a:lnTo>
                    <a:pt x="31" y="2"/>
                  </a:lnTo>
                  <a:lnTo>
                    <a:pt x="30" y="2"/>
                  </a:lnTo>
                  <a:lnTo>
                    <a:pt x="27" y="1"/>
                  </a:lnTo>
                  <a:lnTo>
                    <a:pt x="23" y="1"/>
                  </a:lnTo>
                  <a:lnTo>
                    <a:pt x="18" y="1"/>
                  </a:lnTo>
                  <a:lnTo>
                    <a:pt x="17" y="0"/>
                  </a:lnTo>
                  <a:lnTo>
                    <a:pt x="14" y="0"/>
                  </a:lnTo>
                  <a:lnTo>
                    <a:pt x="13" y="1"/>
                  </a:lnTo>
                  <a:lnTo>
                    <a:pt x="10" y="1"/>
                  </a:lnTo>
                  <a:lnTo>
                    <a:pt x="7" y="2"/>
                  </a:lnTo>
                  <a:lnTo>
                    <a:pt x="6" y="2"/>
                  </a:lnTo>
                  <a:lnTo>
                    <a:pt x="0" y="3"/>
                  </a:lnTo>
                  <a:lnTo>
                    <a:pt x="0" y="3"/>
                  </a:lnTo>
                </a:path>
              </a:pathLst>
            </a:custGeom>
            <a:solidFill>
              <a:srgbClr val="626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99" name=""/>
            <p:cNvSpPr/>
            <p:nvPr/>
          </p:nvSpPr>
          <p:spPr>
            <a:xfrm>
              <a:off x="3022560" y="4160880"/>
              <a:ext cx="176400" cy="96840"/>
            </a:xfrm>
            <a:custGeom>
              <a:avLst/>
              <a:gdLst/>
              <a:ahLst/>
              <a:rect l="l" t="t" r="r" b="b"/>
              <a:pathLst>
                <a:path w="111" h="61">
                  <a:moveTo>
                    <a:pt x="110" y="0"/>
                  </a:moveTo>
                  <a:lnTo>
                    <a:pt x="110" y="1"/>
                  </a:lnTo>
                  <a:lnTo>
                    <a:pt x="110" y="6"/>
                  </a:lnTo>
                  <a:lnTo>
                    <a:pt x="110" y="10"/>
                  </a:lnTo>
                  <a:lnTo>
                    <a:pt x="110" y="11"/>
                  </a:lnTo>
                  <a:lnTo>
                    <a:pt x="110" y="12"/>
                  </a:lnTo>
                  <a:lnTo>
                    <a:pt x="110" y="15"/>
                  </a:lnTo>
                  <a:lnTo>
                    <a:pt x="110" y="15"/>
                  </a:lnTo>
                  <a:lnTo>
                    <a:pt x="110" y="18"/>
                  </a:lnTo>
                  <a:lnTo>
                    <a:pt x="110" y="18"/>
                  </a:lnTo>
                  <a:lnTo>
                    <a:pt x="110" y="22"/>
                  </a:lnTo>
                  <a:lnTo>
                    <a:pt x="110" y="23"/>
                  </a:lnTo>
                  <a:lnTo>
                    <a:pt x="110" y="27"/>
                  </a:lnTo>
                  <a:lnTo>
                    <a:pt x="107" y="27"/>
                  </a:lnTo>
                  <a:lnTo>
                    <a:pt x="105" y="28"/>
                  </a:lnTo>
                  <a:lnTo>
                    <a:pt x="107" y="28"/>
                  </a:lnTo>
                  <a:lnTo>
                    <a:pt x="107" y="31"/>
                  </a:lnTo>
                  <a:lnTo>
                    <a:pt x="110" y="31"/>
                  </a:lnTo>
                  <a:lnTo>
                    <a:pt x="110" y="31"/>
                  </a:lnTo>
                  <a:lnTo>
                    <a:pt x="110" y="37"/>
                  </a:lnTo>
                  <a:lnTo>
                    <a:pt x="109" y="37"/>
                  </a:lnTo>
                  <a:lnTo>
                    <a:pt x="105" y="37"/>
                  </a:lnTo>
                  <a:lnTo>
                    <a:pt x="105" y="38"/>
                  </a:lnTo>
                  <a:lnTo>
                    <a:pt x="104" y="40"/>
                  </a:lnTo>
                  <a:lnTo>
                    <a:pt x="103" y="40"/>
                  </a:lnTo>
                  <a:lnTo>
                    <a:pt x="103" y="40"/>
                  </a:lnTo>
                  <a:lnTo>
                    <a:pt x="103" y="42"/>
                  </a:lnTo>
                  <a:lnTo>
                    <a:pt x="103" y="46"/>
                  </a:lnTo>
                  <a:lnTo>
                    <a:pt x="102" y="46"/>
                  </a:lnTo>
                  <a:lnTo>
                    <a:pt x="100" y="47"/>
                  </a:lnTo>
                  <a:lnTo>
                    <a:pt x="100" y="48"/>
                  </a:lnTo>
                  <a:lnTo>
                    <a:pt x="100" y="48"/>
                  </a:lnTo>
                  <a:lnTo>
                    <a:pt x="100" y="49"/>
                  </a:lnTo>
                  <a:lnTo>
                    <a:pt x="99" y="49"/>
                  </a:lnTo>
                  <a:lnTo>
                    <a:pt x="98" y="49"/>
                  </a:lnTo>
                  <a:lnTo>
                    <a:pt x="95" y="49"/>
                  </a:lnTo>
                  <a:lnTo>
                    <a:pt x="95" y="49"/>
                  </a:lnTo>
                  <a:lnTo>
                    <a:pt x="95" y="49"/>
                  </a:lnTo>
                  <a:lnTo>
                    <a:pt x="93" y="49"/>
                  </a:lnTo>
                  <a:lnTo>
                    <a:pt x="93" y="49"/>
                  </a:lnTo>
                  <a:lnTo>
                    <a:pt x="92" y="52"/>
                  </a:lnTo>
                  <a:lnTo>
                    <a:pt x="92" y="53"/>
                  </a:lnTo>
                  <a:lnTo>
                    <a:pt x="91" y="53"/>
                  </a:lnTo>
                  <a:lnTo>
                    <a:pt x="85" y="55"/>
                  </a:lnTo>
                  <a:lnTo>
                    <a:pt x="85" y="55"/>
                  </a:lnTo>
                  <a:lnTo>
                    <a:pt x="83" y="53"/>
                  </a:lnTo>
                  <a:lnTo>
                    <a:pt x="80" y="55"/>
                  </a:lnTo>
                  <a:lnTo>
                    <a:pt x="80" y="55"/>
                  </a:lnTo>
                  <a:lnTo>
                    <a:pt x="78" y="56"/>
                  </a:lnTo>
                  <a:lnTo>
                    <a:pt x="75" y="60"/>
                  </a:lnTo>
                  <a:lnTo>
                    <a:pt x="75" y="60"/>
                  </a:lnTo>
                  <a:lnTo>
                    <a:pt x="74" y="60"/>
                  </a:lnTo>
                  <a:lnTo>
                    <a:pt x="73" y="56"/>
                  </a:lnTo>
                  <a:lnTo>
                    <a:pt x="72" y="56"/>
                  </a:lnTo>
                  <a:lnTo>
                    <a:pt x="70" y="55"/>
                  </a:lnTo>
                  <a:lnTo>
                    <a:pt x="70" y="55"/>
                  </a:lnTo>
                  <a:lnTo>
                    <a:pt x="69" y="55"/>
                  </a:lnTo>
                  <a:lnTo>
                    <a:pt x="69" y="55"/>
                  </a:lnTo>
                  <a:lnTo>
                    <a:pt x="67" y="53"/>
                  </a:lnTo>
                  <a:lnTo>
                    <a:pt x="66" y="52"/>
                  </a:lnTo>
                  <a:lnTo>
                    <a:pt x="63" y="49"/>
                  </a:lnTo>
                  <a:lnTo>
                    <a:pt x="63" y="49"/>
                  </a:lnTo>
                  <a:lnTo>
                    <a:pt x="62" y="48"/>
                  </a:lnTo>
                  <a:lnTo>
                    <a:pt x="60" y="46"/>
                  </a:lnTo>
                  <a:lnTo>
                    <a:pt x="60" y="42"/>
                  </a:lnTo>
                  <a:lnTo>
                    <a:pt x="57" y="40"/>
                  </a:lnTo>
                  <a:lnTo>
                    <a:pt x="56" y="40"/>
                  </a:lnTo>
                  <a:lnTo>
                    <a:pt x="56" y="38"/>
                  </a:lnTo>
                  <a:lnTo>
                    <a:pt x="55" y="37"/>
                  </a:lnTo>
                  <a:lnTo>
                    <a:pt x="53" y="37"/>
                  </a:lnTo>
                  <a:lnTo>
                    <a:pt x="53" y="37"/>
                  </a:lnTo>
                  <a:lnTo>
                    <a:pt x="49" y="37"/>
                  </a:lnTo>
                  <a:lnTo>
                    <a:pt x="49" y="33"/>
                  </a:lnTo>
                  <a:lnTo>
                    <a:pt x="48" y="31"/>
                  </a:lnTo>
                  <a:lnTo>
                    <a:pt x="47" y="31"/>
                  </a:lnTo>
                  <a:lnTo>
                    <a:pt x="47" y="30"/>
                  </a:lnTo>
                  <a:lnTo>
                    <a:pt x="46" y="27"/>
                  </a:lnTo>
                  <a:lnTo>
                    <a:pt x="46" y="23"/>
                  </a:lnTo>
                  <a:lnTo>
                    <a:pt x="42" y="22"/>
                  </a:lnTo>
                  <a:lnTo>
                    <a:pt x="39" y="20"/>
                  </a:lnTo>
                  <a:lnTo>
                    <a:pt x="39" y="20"/>
                  </a:lnTo>
                  <a:lnTo>
                    <a:pt x="39" y="20"/>
                  </a:lnTo>
                  <a:lnTo>
                    <a:pt x="38" y="20"/>
                  </a:lnTo>
                  <a:lnTo>
                    <a:pt x="35" y="20"/>
                  </a:lnTo>
                  <a:lnTo>
                    <a:pt x="34" y="18"/>
                  </a:lnTo>
                  <a:lnTo>
                    <a:pt x="32" y="18"/>
                  </a:lnTo>
                  <a:lnTo>
                    <a:pt x="32" y="18"/>
                  </a:lnTo>
                  <a:lnTo>
                    <a:pt x="32" y="20"/>
                  </a:lnTo>
                  <a:lnTo>
                    <a:pt x="32" y="22"/>
                  </a:lnTo>
                  <a:lnTo>
                    <a:pt x="31" y="22"/>
                  </a:lnTo>
                  <a:lnTo>
                    <a:pt x="31" y="25"/>
                  </a:lnTo>
                  <a:lnTo>
                    <a:pt x="28" y="27"/>
                  </a:lnTo>
                  <a:lnTo>
                    <a:pt x="25" y="25"/>
                  </a:lnTo>
                  <a:lnTo>
                    <a:pt x="24" y="25"/>
                  </a:lnTo>
                  <a:lnTo>
                    <a:pt x="23" y="22"/>
                  </a:lnTo>
                  <a:lnTo>
                    <a:pt x="23" y="22"/>
                  </a:lnTo>
                  <a:lnTo>
                    <a:pt x="23" y="22"/>
                  </a:lnTo>
                  <a:lnTo>
                    <a:pt x="23" y="22"/>
                  </a:lnTo>
                  <a:lnTo>
                    <a:pt x="20" y="22"/>
                  </a:lnTo>
                  <a:lnTo>
                    <a:pt x="20" y="22"/>
                  </a:lnTo>
                  <a:lnTo>
                    <a:pt x="20" y="22"/>
                  </a:lnTo>
                  <a:lnTo>
                    <a:pt x="17" y="22"/>
                  </a:lnTo>
                  <a:lnTo>
                    <a:pt x="16" y="22"/>
                  </a:lnTo>
                  <a:lnTo>
                    <a:pt x="14" y="22"/>
                  </a:lnTo>
                  <a:lnTo>
                    <a:pt x="14" y="22"/>
                  </a:lnTo>
                  <a:lnTo>
                    <a:pt x="13" y="20"/>
                  </a:lnTo>
                  <a:lnTo>
                    <a:pt x="13" y="20"/>
                  </a:lnTo>
                  <a:lnTo>
                    <a:pt x="12" y="18"/>
                  </a:lnTo>
                  <a:lnTo>
                    <a:pt x="11" y="18"/>
                  </a:lnTo>
                  <a:lnTo>
                    <a:pt x="11" y="17"/>
                  </a:lnTo>
                  <a:lnTo>
                    <a:pt x="7" y="15"/>
                  </a:lnTo>
                  <a:lnTo>
                    <a:pt x="6" y="15"/>
                  </a:lnTo>
                  <a:lnTo>
                    <a:pt x="5" y="11"/>
                  </a:lnTo>
                  <a:lnTo>
                    <a:pt x="5" y="10"/>
                  </a:lnTo>
                  <a:lnTo>
                    <a:pt x="1" y="10"/>
                  </a:lnTo>
                  <a:lnTo>
                    <a:pt x="0" y="6"/>
                  </a:lnTo>
                  <a:lnTo>
                    <a:pt x="0" y="3"/>
                  </a:lnTo>
                  <a:lnTo>
                    <a:pt x="0" y="1"/>
                  </a:lnTo>
                  <a:lnTo>
                    <a:pt x="0" y="1"/>
                  </a:lnTo>
                  <a:lnTo>
                    <a:pt x="0" y="1"/>
                  </a:lnTo>
                  <a:lnTo>
                    <a:pt x="0" y="0"/>
                  </a:lnTo>
                  <a:lnTo>
                    <a:pt x="110" y="0"/>
                  </a:lnTo>
                  <a:lnTo>
                    <a:pt x="110"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00" name=""/>
            <p:cNvSpPr/>
            <p:nvPr/>
          </p:nvSpPr>
          <p:spPr>
            <a:xfrm>
              <a:off x="3770280" y="4160880"/>
              <a:ext cx="92160" cy="46080"/>
            </a:xfrm>
            <a:custGeom>
              <a:avLst/>
              <a:gdLst/>
              <a:ahLst/>
              <a:rect l="l" t="t" r="r" b="b"/>
              <a:pathLst>
                <a:path w="58" h="29">
                  <a:moveTo>
                    <a:pt x="57" y="0"/>
                  </a:moveTo>
                  <a:lnTo>
                    <a:pt x="57" y="1"/>
                  </a:lnTo>
                  <a:lnTo>
                    <a:pt x="57" y="1"/>
                  </a:lnTo>
                  <a:lnTo>
                    <a:pt x="57" y="3"/>
                  </a:lnTo>
                  <a:lnTo>
                    <a:pt x="57" y="6"/>
                  </a:lnTo>
                  <a:lnTo>
                    <a:pt x="56" y="8"/>
                  </a:lnTo>
                  <a:lnTo>
                    <a:pt x="56" y="10"/>
                  </a:lnTo>
                  <a:lnTo>
                    <a:pt x="56" y="10"/>
                  </a:lnTo>
                  <a:lnTo>
                    <a:pt x="56" y="12"/>
                  </a:lnTo>
                  <a:lnTo>
                    <a:pt x="56" y="15"/>
                  </a:lnTo>
                  <a:lnTo>
                    <a:pt x="54" y="16"/>
                  </a:lnTo>
                  <a:lnTo>
                    <a:pt x="54" y="18"/>
                  </a:lnTo>
                  <a:lnTo>
                    <a:pt x="54" y="18"/>
                  </a:lnTo>
                  <a:lnTo>
                    <a:pt x="54" y="18"/>
                  </a:lnTo>
                  <a:lnTo>
                    <a:pt x="54" y="18"/>
                  </a:lnTo>
                  <a:lnTo>
                    <a:pt x="54" y="20"/>
                  </a:lnTo>
                  <a:lnTo>
                    <a:pt x="54" y="20"/>
                  </a:lnTo>
                  <a:lnTo>
                    <a:pt x="51" y="22"/>
                  </a:lnTo>
                  <a:lnTo>
                    <a:pt x="51" y="23"/>
                  </a:lnTo>
                  <a:lnTo>
                    <a:pt x="48" y="25"/>
                  </a:lnTo>
                  <a:lnTo>
                    <a:pt x="48" y="27"/>
                  </a:lnTo>
                  <a:lnTo>
                    <a:pt x="46" y="27"/>
                  </a:lnTo>
                  <a:lnTo>
                    <a:pt x="45" y="27"/>
                  </a:lnTo>
                  <a:lnTo>
                    <a:pt x="45" y="28"/>
                  </a:lnTo>
                  <a:lnTo>
                    <a:pt x="45" y="28"/>
                  </a:lnTo>
                  <a:lnTo>
                    <a:pt x="45" y="28"/>
                  </a:lnTo>
                  <a:lnTo>
                    <a:pt x="44" y="28"/>
                  </a:lnTo>
                  <a:lnTo>
                    <a:pt x="42" y="27"/>
                  </a:lnTo>
                  <a:lnTo>
                    <a:pt x="42" y="27"/>
                  </a:lnTo>
                  <a:lnTo>
                    <a:pt x="41" y="25"/>
                  </a:lnTo>
                  <a:lnTo>
                    <a:pt x="40" y="23"/>
                  </a:lnTo>
                  <a:lnTo>
                    <a:pt x="39" y="23"/>
                  </a:lnTo>
                  <a:lnTo>
                    <a:pt x="34" y="25"/>
                  </a:lnTo>
                  <a:lnTo>
                    <a:pt x="34" y="25"/>
                  </a:lnTo>
                  <a:lnTo>
                    <a:pt x="33" y="25"/>
                  </a:lnTo>
                  <a:lnTo>
                    <a:pt x="33" y="25"/>
                  </a:lnTo>
                  <a:lnTo>
                    <a:pt x="33" y="22"/>
                  </a:lnTo>
                  <a:lnTo>
                    <a:pt x="33" y="20"/>
                  </a:lnTo>
                  <a:lnTo>
                    <a:pt x="32" y="18"/>
                  </a:lnTo>
                  <a:lnTo>
                    <a:pt x="32" y="18"/>
                  </a:lnTo>
                  <a:lnTo>
                    <a:pt x="29" y="18"/>
                  </a:lnTo>
                  <a:lnTo>
                    <a:pt x="29" y="17"/>
                  </a:lnTo>
                  <a:lnTo>
                    <a:pt x="29" y="16"/>
                  </a:lnTo>
                  <a:lnTo>
                    <a:pt x="27" y="15"/>
                  </a:lnTo>
                  <a:lnTo>
                    <a:pt x="26" y="15"/>
                  </a:lnTo>
                  <a:lnTo>
                    <a:pt x="26" y="15"/>
                  </a:lnTo>
                  <a:lnTo>
                    <a:pt x="26" y="15"/>
                  </a:lnTo>
                  <a:lnTo>
                    <a:pt x="20" y="15"/>
                  </a:lnTo>
                  <a:lnTo>
                    <a:pt x="18" y="12"/>
                  </a:lnTo>
                  <a:lnTo>
                    <a:pt x="16" y="12"/>
                  </a:lnTo>
                  <a:lnTo>
                    <a:pt x="14" y="11"/>
                  </a:lnTo>
                  <a:lnTo>
                    <a:pt x="12" y="10"/>
                  </a:lnTo>
                  <a:lnTo>
                    <a:pt x="10" y="10"/>
                  </a:lnTo>
                  <a:lnTo>
                    <a:pt x="10" y="6"/>
                  </a:lnTo>
                  <a:lnTo>
                    <a:pt x="10" y="6"/>
                  </a:lnTo>
                  <a:lnTo>
                    <a:pt x="10" y="2"/>
                  </a:lnTo>
                  <a:lnTo>
                    <a:pt x="9" y="1"/>
                  </a:lnTo>
                  <a:lnTo>
                    <a:pt x="9" y="1"/>
                  </a:lnTo>
                  <a:lnTo>
                    <a:pt x="7" y="1"/>
                  </a:lnTo>
                  <a:lnTo>
                    <a:pt x="7" y="1"/>
                  </a:lnTo>
                  <a:lnTo>
                    <a:pt x="6" y="1"/>
                  </a:lnTo>
                  <a:lnTo>
                    <a:pt x="6" y="0"/>
                  </a:lnTo>
                  <a:lnTo>
                    <a:pt x="3" y="0"/>
                  </a:lnTo>
                  <a:lnTo>
                    <a:pt x="0" y="0"/>
                  </a:lnTo>
                  <a:lnTo>
                    <a:pt x="0" y="0"/>
                  </a:lnTo>
                  <a:lnTo>
                    <a:pt x="57" y="0"/>
                  </a:lnTo>
                  <a:lnTo>
                    <a:pt x="57" y="0"/>
                  </a:lnTo>
                </a:path>
              </a:pathLst>
            </a:custGeom>
            <a:solidFill>
              <a:srgbClr val="ffe0e6"/>
            </a:solidFill>
            <a:ln w="0">
              <a:noFill/>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2001" name=""/>
            <p:cNvSpPr/>
            <p:nvPr/>
          </p:nvSpPr>
          <p:spPr>
            <a:xfrm>
              <a:off x="2952720" y="4064040"/>
              <a:ext cx="917640" cy="98280"/>
            </a:xfrm>
            <a:custGeom>
              <a:avLst/>
              <a:gdLst/>
              <a:ahLst/>
              <a:rect l="l" t="t" r="r" b="b"/>
              <a:pathLst>
                <a:path w="578" h="62">
                  <a:moveTo>
                    <a:pt x="44" y="61"/>
                  </a:moveTo>
                  <a:lnTo>
                    <a:pt x="44" y="58"/>
                  </a:lnTo>
                  <a:lnTo>
                    <a:pt x="44" y="57"/>
                  </a:lnTo>
                  <a:lnTo>
                    <a:pt x="44" y="55"/>
                  </a:lnTo>
                  <a:lnTo>
                    <a:pt x="44" y="55"/>
                  </a:lnTo>
                  <a:lnTo>
                    <a:pt x="44" y="55"/>
                  </a:lnTo>
                  <a:lnTo>
                    <a:pt x="42" y="55"/>
                  </a:lnTo>
                  <a:lnTo>
                    <a:pt x="41" y="54"/>
                  </a:lnTo>
                  <a:lnTo>
                    <a:pt x="39" y="54"/>
                  </a:lnTo>
                  <a:lnTo>
                    <a:pt x="39" y="49"/>
                  </a:lnTo>
                  <a:lnTo>
                    <a:pt x="38" y="47"/>
                  </a:lnTo>
                  <a:lnTo>
                    <a:pt x="38" y="44"/>
                  </a:lnTo>
                  <a:lnTo>
                    <a:pt x="38" y="42"/>
                  </a:lnTo>
                  <a:lnTo>
                    <a:pt x="38" y="41"/>
                  </a:lnTo>
                  <a:lnTo>
                    <a:pt x="34" y="40"/>
                  </a:lnTo>
                  <a:lnTo>
                    <a:pt x="34" y="40"/>
                  </a:lnTo>
                  <a:lnTo>
                    <a:pt x="34" y="37"/>
                  </a:lnTo>
                  <a:lnTo>
                    <a:pt x="34" y="37"/>
                  </a:lnTo>
                  <a:lnTo>
                    <a:pt x="32" y="37"/>
                  </a:lnTo>
                  <a:lnTo>
                    <a:pt x="32" y="34"/>
                  </a:lnTo>
                  <a:lnTo>
                    <a:pt x="32" y="34"/>
                  </a:lnTo>
                  <a:lnTo>
                    <a:pt x="32" y="33"/>
                  </a:lnTo>
                  <a:lnTo>
                    <a:pt x="32" y="32"/>
                  </a:lnTo>
                  <a:lnTo>
                    <a:pt x="32" y="30"/>
                  </a:lnTo>
                  <a:lnTo>
                    <a:pt x="32" y="30"/>
                  </a:lnTo>
                  <a:lnTo>
                    <a:pt x="31" y="24"/>
                  </a:lnTo>
                  <a:lnTo>
                    <a:pt x="27" y="22"/>
                  </a:lnTo>
                  <a:lnTo>
                    <a:pt x="27" y="21"/>
                  </a:lnTo>
                  <a:lnTo>
                    <a:pt x="27" y="18"/>
                  </a:lnTo>
                  <a:lnTo>
                    <a:pt x="27" y="18"/>
                  </a:lnTo>
                  <a:lnTo>
                    <a:pt x="27" y="17"/>
                  </a:lnTo>
                  <a:lnTo>
                    <a:pt x="27" y="17"/>
                  </a:lnTo>
                  <a:lnTo>
                    <a:pt x="27" y="15"/>
                  </a:lnTo>
                  <a:lnTo>
                    <a:pt x="26" y="15"/>
                  </a:lnTo>
                  <a:lnTo>
                    <a:pt x="26" y="15"/>
                  </a:lnTo>
                  <a:lnTo>
                    <a:pt x="26" y="13"/>
                  </a:lnTo>
                  <a:lnTo>
                    <a:pt x="25" y="13"/>
                  </a:lnTo>
                  <a:lnTo>
                    <a:pt x="25" y="13"/>
                  </a:lnTo>
                  <a:lnTo>
                    <a:pt x="25" y="13"/>
                  </a:lnTo>
                  <a:lnTo>
                    <a:pt x="20" y="13"/>
                  </a:lnTo>
                  <a:lnTo>
                    <a:pt x="19" y="13"/>
                  </a:lnTo>
                  <a:lnTo>
                    <a:pt x="17" y="13"/>
                  </a:lnTo>
                  <a:lnTo>
                    <a:pt x="16" y="13"/>
                  </a:lnTo>
                  <a:lnTo>
                    <a:pt x="14" y="13"/>
                  </a:lnTo>
                  <a:lnTo>
                    <a:pt x="13" y="12"/>
                  </a:lnTo>
                  <a:lnTo>
                    <a:pt x="13" y="12"/>
                  </a:lnTo>
                  <a:lnTo>
                    <a:pt x="13" y="11"/>
                  </a:lnTo>
                  <a:lnTo>
                    <a:pt x="13" y="9"/>
                  </a:lnTo>
                  <a:lnTo>
                    <a:pt x="10" y="7"/>
                  </a:lnTo>
                  <a:lnTo>
                    <a:pt x="10" y="7"/>
                  </a:lnTo>
                  <a:lnTo>
                    <a:pt x="8" y="7"/>
                  </a:lnTo>
                  <a:lnTo>
                    <a:pt x="5" y="7"/>
                  </a:lnTo>
                  <a:lnTo>
                    <a:pt x="5" y="7"/>
                  </a:lnTo>
                  <a:lnTo>
                    <a:pt x="5" y="7"/>
                  </a:lnTo>
                  <a:lnTo>
                    <a:pt x="5" y="3"/>
                  </a:lnTo>
                  <a:lnTo>
                    <a:pt x="2" y="2"/>
                  </a:lnTo>
                  <a:lnTo>
                    <a:pt x="0" y="0"/>
                  </a:lnTo>
                  <a:lnTo>
                    <a:pt x="563" y="0"/>
                  </a:lnTo>
                  <a:lnTo>
                    <a:pt x="563" y="2"/>
                  </a:lnTo>
                  <a:lnTo>
                    <a:pt x="563" y="3"/>
                  </a:lnTo>
                  <a:lnTo>
                    <a:pt x="563" y="3"/>
                  </a:lnTo>
                  <a:lnTo>
                    <a:pt x="563" y="7"/>
                  </a:lnTo>
                  <a:lnTo>
                    <a:pt x="563" y="11"/>
                  </a:lnTo>
                  <a:lnTo>
                    <a:pt x="563" y="15"/>
                  </a:lnTo>
                  <a:lnTo>
                    <a:pt x="563" y="17"/>
                  </a:lnTo>
                  <a:lnTo>
                    <a:pt x="563" y="18"/>
                  </a:lnTo>
                  <a:lnTo>
                    <a:pt x="563" y="18"/>
                  </a:lnTo>
                  <a:lnTo>
                    <a:pt x="566" y="21"/>
                  </a:lnTo>
                  <a:lnTo>
                    <a:pt x="569" y="22"/>
                  </a:lnTo>
                  <a:lnTo>
                    <a:pt x="569" y="22"/>
                  </a:lnTo>
                  <a:lnTo>
                    <a:pt x="569" y="23"/>
                  </a:lnTo>
                  <a:lnTo>
                    <a:pt x="569" y="24"/>
                  </a:lnTo>
                  <a:lnTo>
                    <a:pt x="569" y="26"/>
                  </a:lnTo>
                  <a:lnTo>
                    <a:pt x="569" y="28"/>
                  </a:lnTo>
                  <a:lnTo>
                    <a:pt x="569" y="30"/>
                  </a:lnTo>
                  <a:lnTo>
                    <a:pt x="569" y="30"/>
                  </a:lnTo>
                  <a:lnTo>
                    <a:pt x="569" y="32"/>
                  </a:lnTo>
                  <a:lnTo>
                    <a:pt x="570" y="33"/>
                  </a:lnTo>
                  <a:lnTo>
                    <a:pt x="572" y="33"/>
                  </a:lnTo>
                  <a:lnTo>
                    <a:pt x="572" y="34"/>
                  </a:lnTo>
                  <a:lnTo>
                    <a:pt x="572" y="34"/>
                  </a:lnTo>
                  <a:lnTo>
                    <a:pt x="572" y="37"/>
                  </a:lnTo>
                  <a:lnTo>
                    <a:pt x="572" y="37"/>
                  </a:lnTo>
                  <a:lnTo>
                    <a:pt x="572" y="37"/>
                  </a:lnTo>
                  <a:lnTo>
                    <a:pt x="573" y="37"/>
                  </a:lnTo>
                  <a:lnTo>
                    <a:pt x="573" y="40"/>
                  </a:lnTo>
                  <a:lnTo>
                    <a:pt x="576" y="40"/>
                  </a:lnTo>
                  <a:lnTo>
                    <a:pt x="576" y="42"/>
                  </a:lnTo>
                  <a:lnTo>
                    <a:pt x="577" y="43"/>
                  </a:lnTo>
                  <a:lnTo>
                    <a:pt x="576" y="47"/>
                  </a:lnTo>
                  <a:lnTo>
                    <a:pt x="576" y="48"/>
                  </a:lnTo>
                  <a:lnTo>
                    <a:pt x="573" y="54"/>
                  </a:lnTo>
                  <a:lnTo>
                    <a:pt x="573" y="55"/>
                  </a:lnTo>
                  <a:lnTo>
                    <a:pt x="572" y="58"/>
                  </a:lnTo>
                  <a:lnTo>
                    <a:pt x="572" y="58"/>
                  </a:lnTo>
                  <a:lnTo>
                    <a:pt x="572" y="59"/>
                  </a:lnTo>
                  <a:lnTo>
                    <a:pt x="572" y="59"/>
                  </a:lnTo>
                  <a:lnTo>
                    <a:pt x="572" y="61"/>
                  </a:lnTo>
                  <a:lnTo>
                    <a:pt x="515" y="61"/>
                  </a:lnTo>
                  <a:lnTo>
                    <a:pt x="513" y="59"/>
                  </a:lnTo>
                  <a:lnTo>
                    <a:pt x="513" y="59"/>
                  </a:lnTo>
                  <a:lnTo>
                    <a:pt x="511" y="58"/>
                  </a:lnTo>
                  <a:lnTo>
                    <a:pt x="511" y="58"/>
                  </a:lnTo>
                  <a:lnTo>
                    <a:pt x="508" y="57"/>
                  </a:lnTo>
                  <a:lnTo>
                    <a:pt x="508" y="55"/>
                  </a:lnTo>
                  <a:lnTo>
                    <a:pt x="508" y="55"/>
                  </a:lnTo>
                  <a:lnTo>
                    <a:pt x="508" y="55"/>
                  </a:lnTo>
                  <a:lnTo>
                    <a:pt x="507" y="55"/>
                  </a:lnTo>
                  <a:lnTo>
                    <a:pt x="507" y="54"/>
                  </a:lnTo>
                  <a:lnTo>
                    <a:pt x="506" y="54"/>
                  </a:lnTo>
                  <a:lnTo>
                    <a:pt x="506" y="54"/>
                  </a:lnTo>
                  <a:lnTo>
                    <a:pt x="506" y="49"/>
                  </a:lnTo>
                  <a:lnTo>
                    <a:pt x="503" y="48"/>
                  </a:lnTo>
                  <a:lnTo>
                    <a:pt x="503" y="47"/>
                  </a:lnTo>
                  <a:lnTo>
                    <a:pt x="503" y="47"/>
                  </a:lnTo>
                  <a:lnTo>
                    <a:pt x="502" y="47"/>
                  </a:lnTo>
                  <a:lnTo>
                    <a:pt x="502" y="47"/>
                  </a:lnTo>
                  <a:lnTo>
                    <a:pt x="500" y="48"/>
                  </a:lnTo>
                  <a:lnTo>
                    <a:pt x="499" y="49"/>
                  </a:lnTo>
                  <a:lnTo>
                    <a:pt x="499" y="54"/>
                  </a:lnTo>
                  <a:lnTo>
                    <a:pt x="499" y="54"/>
                  </a:lnTo>
                  <a:lnTo>
                    <a:pt x="498" y="54"/>
                  </a:lnTo>
                  <a:lnTo>
                    <a:pt x="498" y="54"/>
                  </a:lnTo>
                  <a:lnTo>
                    <a:pt x="495" y="54"/>
                  </a:lnTo>
                  <a:lnTo>
                    <a:pt x="494" y="54"/>
                  </a:lnTo>
                  <a:lnTo>
                    <a:pt x="494" y="54"/>
                  </a:lnTo>
                  <a:lnTo>
                    <a:pt x="490" y="54"/>
                  </a:lnTo>
                  <a:lnTo>
                    <a:pt x="490" y="55"/>
                  </a:lnTo>
                  <a:lnTo>
                    <a:pt x="490" y="55"/>
                  </a:lnTo>
                  <a:lnTo>
                    <a:pt x="486" y="55"/>
                  </a:lnTo>
                  <a:lnTo>
                    <a:pt x="486" y="55"/>
                  </a:lnTo>
                  <a:lnTo>
                    <a:pt x="485" y="55"/>
                  </a:lnTo>
                  <a:lnTo>
                    <a:pt x="483" y="55"/>
                  </a:lnTo>
                  <a:lnTo>
                    <a:pt x="483" y="55"/>
                  </a:lnTo>
                  <a:lnTo>
                    <a:pt x="481" y="55"/>
                  </a:lnTo>
                  <a:lnTo>
                    <a:pt x="481" y="54"/>
                  </a:lnTo>
                  <a:lnTo>
                    <a:pt x="479" y="54"/>
                  </a:lnTo>
                  <a:lnTo>
                    <a:pt x="479" y="54"/>
                  </a:lnTo>
                  <a:lnTo>
                    <a:pt x="479" y="48"/>
                  </a:lnTo>
                  <a:lnTo>
                    <a:pt x="478" y="47"/>
                  </a:lnTo>
                  <a:lnTo>
                    <a:pt x="478" y="47"/>
                  </a:lnTo>
                  <a:lnTo>
                    <a:pt x="472" y="47"/>
                  </a:lnTo>
                  <a:lnTo>
                    <a:pt x="471" y="47"/>
                  </a:lnTo>
                  <a:lnTo>
                    <a:pt x="471" y="47"/>
                  </a:lnTo>
                  <a:lnTo>
                    <a:pt x="469" y="44"/>
                  </a:lnTo>
                  <a:lnTo>
                    <a:pt x="466" y="44"/>
                  </a:lnTo>
                  <a:lnTo>
                    <a:pt x="463" y="47"/>
                  </a:lnTo>
                  <a:lnTo>
                    <a:pt x="463" y="47"/>
                  </a:lnTo>
                  <a:lnTo>
                    <a:pt x="463" y="47"/>
                  </a:lnTo>
                  <a:lnTo>
                    <a:pt x="459" y="47"/>
                  </a:lnTo>
                  <a:lnTo>
                    <a:pt x="459" y="47"/>
                  </a:lnTo>
                  <a:lnTo>
                    <a:pt x="455" y="43"/>
                  </a:lnTo>
                  <a:lnTo>
                    <a:pt x="455" y="42"/>
                  </a:lnTo>
                  <a:lnTo>
                    <a:pt x="455" y="42"/>
                  </a:lnTo>
                  <a:lnTo>
                    <a:pt x="454" y="42"/>
                  </a:lnTo>
                  <a:lnTo>
                    <a:pt x="454" y="41"/>
                  </a:lnTo>
                  <a:lnTo>
                    <a:pt x="454" y="41"/>
                  </a:lnTo>
                  <a:lnTo>
                    <a:pt x="454" y="40"/>
                  </a:lnTo>
                  <a:lnTo>
                    <a:pt x="453" y="40"/>
                  </a:lnTo>
                  <a:lnTo>
                    <a:pt x="453" y="40"/>
                  </a:lnTo>
                  <a:lnTo>
                    <a:pt x="453" y="39"/>
                  </a:lnTo>
                  <a:lnTo>
                    <a:pt x="453" y="37"/>
                  </a:lnTo>
                  <a:lnTo>
                    <a:pt x="451" y="37"/>
                  </a:lnTo>
                  <a:lnTo>
                    <a:pt x="451" y="37"/>
                  </a:lnTo>
                  <a:lnTo>
                    <a:pt x="449" y="37"/>
                  </a:lnTo>
                  <a:lnTo>
                    <a:pt x="449" y="37"/>
                  </a:lnTo>
                  <a:lnTo>
                    <a:pt x="449" y="37"/>
                  </a:lnTo>
                  <a:lnTo>
                    <a:pt x="449" y="37"/>
                  </a:lnTo>
                  <a:lnTo>
                    <a:pt x="449" y="34"/>
                  </a:lnTo>
                  <a:lnTo>
                    <a:pt x="449" y="33"/>
                  </a:lnTo>
                  <a:lnTo>
                    <a:pt x="449" y="32"/>
                  </a:lnTo>
                  <a:lnTo>
                    <a:pt x="447" y="30"/>
                  </a:lnTo>
                  <a:lnTo>
                    <a:pt x="447" y="30"/>
                  </a:lnTo>
                  <a:lnTo>
                    <a:pt x="446" y="30"/>
                  </a:lnTo>
                  <a:lnTo>
                    <a:pt x="445" y="30"/>
                  </a:lnTo>
                  <a:lnTo>
                    <a:pt x="440" y="28"/>
                  </a:lnTo>
                  <a:lnTo>
                    <a:pt x="438" y="26"/>
                  </a:lnTo>
                  <a:lnTo>
                    <a:pt x="437" y="24"/>
                  </a:lnTo>
                  <a:lnTo>
                    <a:pt x="437" y="22"/>
                  </a:lnTo>
                  <a:lnTo>
                    <a:pt x="437" y="22"/>
                  </a:lnTo>
                  <a:lnTo>
                    <a:pt x="436" y="21"/>
                  </a:lnTo>
                  <a:lnTo>
                    <a:pt x="433" y="18"/>
                  </a:lnTo>
                  <a:lnTo>
                    <a:pt x="430" y="18"/>
                  </a:lnTo>
                  <a:lnTo>
                    <a:pt x="430" y="18"/>
                  </a:lnTo>
                  <a:lnTo>
                    <a:pt x="429" y="18"/>
                  </a:lnTo>
                  <a:lnTo>
                    <a:pt x="429" y="18"/>
                  </a:lnTo>
                  <a:lnTo>
                    <a:pt x="428" y="17"/>
                  </a:lnTo>
                  <a:lnTo>
                    <a:pt x="428" y="17"/>
                  </a:lnTo>
                  <a:lnTo>
                    <a:pt x="425" y="17"/>
                  </a:lnTo>
                  <a:lnTo>
                    <a:pt x="422" y="15"/>
                  </a:lnTo>
                  <a:lnTo>
                    <a:pt x="422" y="15"/>
                  </a:lnTo>
                  <a:lnTo>
                    <a:pt x="422" y="13"/>
                  </a:lnTo>
                  <a:lnTo>
                    <a:pt x="422" y="13"/>
                  </a:lnTo>
                  <a:lnTo>
                    <a:pt x="422" y="13"/>
                  </a:lnTo>
                  <a:lnTo>
                    <a:pt x="420" y="13"/>
                  </a:lnTo>
                  <a:lnTo>
                    <a:pt x="420" y="13"/>
                  </a:lnTo>
                  <a:lnTo>
                    <a:pt x="420" y="13"/>
                  </a:lnTo>
                  <a:lnTo>
                    <a:pt x="416" y="13"/>
                  </a:lnTo>
                  <a:lnTo>
                    <a:pt x="416" y="15"/>
                  </a:lnTo>
                  <a:lnTo>
                    <a:pt x="411" y="15"/>
                  </a:lnTo>
                  <a:lnTo>
                    <a:pt x="411" y="17"/>
                  </a:lnTo>
                  <a:lnTo>
                    <a:pt x="409" y="17"/>
                  </a:lnTo>
                  <a:lnTo>
                    <a:pt x="408" y="17"/>
                  </a:lnTo>
                  <a:lnTo>
                    <a:pt x="400" y="18"/>
                  </a:lnTo>
                  <a:lnTo>
                    <a:pt x="400" y="18"/>
                  </a:lnTo>
                  <a:lnTo>
                    <a:pt x="399" y="18"/>
                  </a:lnTo>
                  <a:lnTo>
                    <a:pt x="392" y="20"/>
                  </a:lnTo>
                  <a:lnTo>
                    <a:pt x="391" y="21"/>
                  </a:lnTo>
                  <a:lnTo>
                    <a:pt x="390" y="22"/>
                  </a:lnTo>
                  <a:lnTo>
                    <a:pt x="390" y="22"/>
                  </a:lnTo>
                  <a:lnTo>
                    <a:pt x="387" y="22"/>
                  </a:lnTo>
                  <a:lnTo>
                    <a:pt x="387" y="23"/>
                  </a:lnTo>
                  <a:lnTo>
                    <a:pt x="384" y="24"/>
                  </a:lnTo>
                  <a:lnTo>
                    <a:pt x="384" y="24"/>
                  </a:lnTo>
                  <a:lnTo>
                    <a:pt x="382" y="26"/>
                  </a:lnTo>
                  <a:lnTo>
                    <a:pt x="378" y="26"/>
                  </a:lnTo>
                  <a:lnTo>
                    <a:pt x="377" y="30"/>
                  </a:lnTo>
                  <a:lnTo>
                    <a:pt x="376" y="30"/>
                  </a:lnTo>
                  <a:lnTo>
                    <a:pt x="373" y="30"/>
                  </a:lnTo>
                  <a:lnTo>
                    <a:pt x="371" y="30"/>
                  </a:lnTo>
                  <a:lnTo>
                    <a:pt x="368" y="32"/>
                  </a:lnTo>
                  <a:lnTo>
                    <a:pt x="366" y="33"/>
                  </a:lnTo>
                  <a:lnTo>
                    <a:pt x="365" y="33"/>
                  </a:lnTo>
                  <a:lnTo>
                    <a:pt x="364" y="33"/>
                  </a:lnTo>
                  <a:lnTo>
                    <a:pt x="363" y="34"/>
                  </a:lnTo>
                  <a:lnTo>
                    <a:pt x="363" y="34"/>
                  </a:lnTo>
                  <a:lnTo>
                    <a:pt x="357" y="34"/>
                  </a:lnTo>
                  <a:lnTo>
                    <a:pt x="357" y="34"/>
                  </a:lnTo>
                  <a:lnTo>
                    <a:pt x="357" y="34"/>
                  </a:lnTo>
                  <a:lnTo>
                    <a:pt x="357" y="34"/>
                  </a:lnTo>
                  <a:lnTo>
                    <a:pt x="356" y="34"/>
                  </a:lnTo>
                  <a:lnTo>
                    <a:pt x="353" y="37"/>
                  </a:lnTo>
                  <a:lnTo>
                    <a:pt x="350" y="37"/>
                  </a:lnTo>
                  <a:lnTo>
                    <a:pt x="350" y="37"/>
                  </a:lnTo>
                  <a:lnTo>
                    <a:pt x="350" y="37"/>
                  </a:lnTo>
                  <a:lnTo>
                    <a:pt x="347" y="37"/>
                  </a:lnTo>
                  <a:lnTo>
                    <a:pt x="344" y="37"/>
                  </a:lnTo>
                  <a:lnTo>
                    <a:pt x="343" y="37"/>
                  </a:lnTo>
                  <a:lnTo>
                    <a:pt x="343" y="37"/>
                  </a:lnTo>
                  <a:lnTo>
                    <a:pt x="340" y="38"/>
                  </a:lnTo>
                  <a:lnTo>
                    <a:pt x="339" y="39"/>
                  </a:lnTo>
                  <a:lnTo>
                    <a:pt x="335" y="39"/>
                  </a:lnTo>
                  <a:lnTo>
                    <a:pt x="335" y="38"/>
                  </a:lnTo>
                  <a:lnTo>
                    <a:pt x="334" y="38"/>
                  </a:lnTo>
                  <a:lnTo>
                    <a:pt x="332" y="38"/>
                  </a:lnTo>
                  <a:lnTo>
                    <a:pt x="332" y="39"/>
                  </a:lnTo>
                  <a:lnTo>
                    <a:pt x="329" y="39"/>
                  </a:lnTo>
                  <a:lnTo>
                    <a:pt x="327" y="39"/>
                  </a:lnTo>
                  <a:lnTo>
                    <a:pt x="326" y="40"/>
                  </a:lnTo>
                  <a:lnTo>
                    <a:pt x="322" y="40"/>
                  </a:lnTo>
                  <a:lnTo>
                    <a:pt x="322" y="40"/>
                  </a:lnTo>
                  <a:lnTo>
                    <a:pt x="322" y="40"/>
                  </a:lnTo>
                  <a:lnTo>
                    <a:pt x="318" y="40"/>
                  </a:lnTo>
                  <a:lnTo>
                    <a:pt x="316" y="40"/>
                  </a:lnTo>
                  <a:lnTo>
                    <a:pt x="315" y="40"/>
                  </a:lnTo>
                  <a:lnTo>
                    <a:pt x="313" y="40"/>
                  </a:lnTo>
                  <a:lnTo>
                    <a:pt x="313" y="40"/>
                  </a:lnTo>
                  <a:lnTo>
                    <a:pt x="313" y="40"/>
                  </a:lnTo>
                  <a:lnTo>
                    <a:pt x="310" y="40"/>
                  </a:lnTo>
                  <a:lnTo>
                    <a:pt x="308" y="40"/>
                  </a:lnTo>
                  <a:lnTo>
                    <a:pt x="308" y="40"/>
                  </a:lnTo>
                  <a:lnTo>
                    <a:pt x="306" y="40"/>
                  </a:lnTo>
                  <a:lnTo>
                    <a:pt x="305" y="40"/>
                  </a:lnTo>
                  <a:lnTo>
                    <a:pt x="304" y="40"/>
                  </a:lnTo>
                  <a:lnTo>
                    <a:pt x="304" y="40"/>
                  </a:lnTo>
                  <a:lnTo>
                    <a:pt x="301" y="40"/>
                  </a:lnTo>
                  <a:lnTo>
                    <a:pt x="298" y="40"/>
                  </a:lnTo>
                  <a:lnTo>
                    <a:pt x="297" y="41"/>
                  </a:lnTo>
                  <a:lnTo>
                    <a:pt x="296" y="41"/>
                  </a:lnTo>
                  <a:lnTo>
                    <a:pt x="293" y="41"/>
                  </a:lnTo>
                  <a:lnTo>
                    <a:pt x="293" y="41"/>
                  </a:lnTo>
                  <a:lnTo>
                    <a:pt x="290" y="41"/>
                  </a:lnTo>
                  <a:lnTo>
                    <a:pt x="287" y="40"/>
                  </a:lnTo>
                  <a:lnTo>
                    <a:pt x="287" y="40"/>
                  </a:lnTo>
                  <a:lnTo>
                    <a:pt x="286" y="40"/>
                  </a:lnTo>
                  <a:lnTo>
                    <a:pt x="286" y="40"/>
                  </a:lnTo>
                  <a:lnTo>
                    <a:pt x="285" y="40"/>
                  </a:lnTo>
                  <a:lnTo>
                    <a:pt x="285" y="40"/>
                  </a:lnTo>
                  <a:lnTo>
                    <a:pt x="283" y="40"/>
                  </a:lnTo>
                  <a:lnTo>
                    <a:pt x="283" y="40"/>
                  </a:lnTo>
                  <a:lnTo>
                    <a:pt x="280" y="40"/>
                  </a:lnTo>
                  <a:lnTo>
                    <a:pt x="278" y="40"/>
                  </a:lnTo>
                  <a:lnTo>
                    <a:pt x="277" y="40"/>
                  </a:lnTo>
                  <a:lnTo>
                    <a:pt x="275" y="40"/>
                  </a:lnTo>
                  <a:lnTo>
                    <a:pt x="273" y="40"/>
                  </a:lnTo>
                  <a:lnTo>
                    <a:pt x="273" y="40"/>
                  </a:lnTo>
                  <a:lnTo>
                    <a:pt x="272" y="40"/>
                  </a:lnTo>
                  <a:lnTo>
                    <a:pt x="269" y="40"/>
                  </a:lnTo>
                  <a:lnTo>
                    <a:pt x="266" y="40"/>
                  </a:lnTo>
                  <a:lnTo>
                    <a:pt x="266" y="40"/>
                  </a:lnTo>
                  <a:lnTo>
                    <a:pt x="264" y="40"/>
                  </a:lnTo>
                  <a:lnTo>
                    <a:pt x="261" y="39"/>
                  </a:lnTo>
                  <a:lnTo>
                    <a:pt x="260" y="39"/>
                  </a:lnTo>
                  <a:lnTo>
                    <a:pt x="260" y="39"/>
                  </a:lnTo>
                  <a:lnTo>
                    <a:pt x="256" y="39"/>
                  </a:lnTo>
                  <a:lnTo>
                    <a:pt x="253" y="40"/>
                  </a:lnTo>
                  <a:lnTo>
                    <a:pt x="251" y="40"/>
                  </a:lnTo>
                  <a:lnTo>
                    <a:pt x="247" y="40"/>
                  </a:lnTo>
                  <a:lnTo>
                    <a:pt x="246" y="40"/>
                  </a:lnTo>
                  <a:lnTo>
                    <a:pt x="241" y="40"/>
                  </a:lnTo>
                  <a:lnTo>
                    <a:pt x="239" y="40"/>
                  </a:lnTo>
                  <a:lnTo>
                    <a:pt x="237" y="40"/>
                  </a:lnTo>
                  <a:lnTo>
                    <a:pt x="233" y="40"/>
                  </a:lnTo>
                  <a:lnTo>
                    <a:pt x="233" y="40"/>
                  </a:lnTo>
                  <a:lnTo>
                    <a:pt x="227" y="40"/>
                  </a:lnTo>
                  <a:lnTo>
                    <a:pt x="224" y="40"/>
                  </a:lnTo>
                  <a:lnTo>
                    <a:pt x="224" y="39"/>
                  </a:lnTo>
                  <a:lnTo>
                    <a:pt x="224" y="39"/>
                  </a:lnTo>
                  <a:lnTo>
                    <a:pt x="224" y="39"/>
                  </a:lnTo>
                  <a:lnTo>
                    <a:pt x="224" y="39"/>
                  </a:lnTo>
                  <a:lnTo>
                    <a:pt x="221" y="39"/>
                  </a:lnTo>
                  <a:lnTo>
                    <a:pt x="220" y="38"/>
                  </a:lnTo>
                  <a:lnTo>
                    <a:pt x="220" y="38"/>
                  </a:lnTo>
                  <a:lnTo>
                    <a:pt x="217" y="37"/>
                  </a:lnTo>
                  <a:lnTo>
                    <a:pt x="217" y="37"/>
                  </a:lnTo>
                  <a:lnTo>
                    <a:pt x="215" y="37"/>
                  </a:lnTo>
                  <a:lnTo>
                    <a:pt x="215" y="37"/>
                  </a:lnTo>
                  <a:lnTo>
                    <a:pt x="214" y="37"/>
                  </a:lnTo>
                  <a:lnTo>
                    <a:pt x="211" y="37"/>
                  </a:lnTo>
                  <a:lnTo>
                    <a:pt x="210" y="37"/>
                  </a:lnTo>
                  <a:lnTo>
                    <a:pt x="210" y="37"/>
                  </a:lnTo>
                  <a:lnTo>
                    <a:pt x="206" y="37"/>
                  </a:lnTo>
                  <a:lnTo>
                    <a:pt x="205" y="37"/>
                  </a:lnTo>
                  <a:lnTo>
                    <a:pt x="203" y="38"/>
                  </a:lnTo>
                  <a:lnTo>
                    <a:pt x="202" y="39"/>
                  </a:lnTo>
                  <a:lnTo>
                    <a:pt x="201" y="39"/>
                  </a:lnTo>
                  <a:lnTo>
                    <a:pt x="200" y="39"/>
                  </a:lnTo>
                  <a:lnTo>
                    <a:pt x="199" y="39"/>
                  </a:lnTo>
                  <a:lnTo>
                    <a:pt x="196" y="39"/>
                  </a:lnTo>
                  <a:lnTo>
                    <a:pt x="196" y="37"/>
                  </a:lnTo>
                  <a:lnTo>
                    <a:pt x="195" y="37"/>
                  </a:lnTo>
                  <a:lnTo>
                    <a:pt x="193" y="37"/>
                  </a:lnTo>
                  <a:lnTo>
                    <a:pt x="193" y="37"/>
                  </a:lnTo>
                  <a:lnTo>
                    <a:pt x="190" y="37"/>
                  </a:lnTo>
                  <a:lnTo>
                    <a:pt x="188" y="37"/>
                  </a:lnTo>
                  <a:lnTo>
                    <a:pt x="186" y="37"/>
                  </a:lnTo>
                  <a:lnTo>
                    <a:pt x="185" y="37"/>
                  </a:lnTo>
                  <a:lnTo>
                    <a:pt x="184" y="37"/>
                  </a:lnTo>
                  <a:lnTo>
                    <a:pt x="181" y="37"/>
                  </a:lnTo>
                  <a:lnTo>
                    <a:pt x="181" y="37"/>
                  </a:lnTo>
                  <a:lnTo>
                    <a:pt x="181" y="37"/>
                  </a:lnTo>
                  <a:lnTo>
                    <a:pt x="180" y="37"/>
                  </a:lnTo>
                  <a:lnTo>
                    <a:pt x="178" y="37"/>
                  </a:lnTo>
                  <a:lnTo>
                    <a:pt x="177" y="37"/>
                  </a:lnTo>
                  <a:lnTo>
                    <a:pt x="176" y="34"/>
                  </a:lnTo>
                  <a:lnTo>
                    <a:pt x="173" y="34"/>
                  </a:lnTo>
                  <a:lnTo>
                    <a:pt x="172" y="34"/>
                  </a:lnTo>
                  <a:lnTo>
                    <a:pt x="172" y="34"/>
                  </a:lnTo>
                  <a:lnTo>
                    <a:pt x="171" y="34"/>
                  </a:lnTo>
                  <a:lnTo>
                    <a:pt x="170" y="34"/>
                  </a:lnTo>
                  <a:lnTo>
                    <a:pt x="167" y="34"/>
                  </a:lnTo>
                  <a:lnTo>
                    <a:pt x="164" y="34"/>
                  </a:lnTo>
                  <a:lnTo>
                    <a:pt x="163" y="34"/>
                  </a:lnTo>
                  <a:lnTo>
                    <a:pt x="163" y="34"/>
                  </a:lnTo>
                  <a:lnTo>
                    <a:pt x="163" y="34"/>
                  </a:lnTo>
                  <a:lnTo>
                    <a:pt x="163" y="34"/>
                  </a:lnTo>
                  <a:lnTo>
                    <a:pt x="163" y="37"/>
                  </a:lnTo>
                  <a:lnTo>
                    <a:pt x="163" y="37"/>
                  </a:lnTo>
                  <a:lnTo>
                    <a:pt x="163" y="39"/>
                  </a:lnTo>
                  <a:lnTo>
                    <a:pt x="162" y="40"/>
                  </a:lnTo>
                  <a:lnTo>
                    <a:pt x="161" y="41"/>
                  </a:lnTo>
                  <a:lnTo>
                    <a:pt x="161" y="42"/>
                  </a:lnTo>
                  <a:lnTo>
                    <a:pt x="161" y="43"/>
                  </a:lnTo>
                  <a:lnTo>
                    <a:pt x="161" y="44"/>
                  </a:lnTo>
                  <a:lnTo>
                    <a:pt x="161" y="47"/>
                  </a:lnTo>
                  <a:lnTo>
                    <a:pt x="161" y="47"/>
                  </a:lnTo>
                  <a:lnTo>
                    <a:pt x="161" y="49"/>
                  </a:lnTo>
                  <a:lnTo>
                    <a:pt x="161" y="54"/>
                  </a:lnTo>
                  <a:lnTo>
                    <a:pt x="161" y="55"/>
                  </a:lnTo>
                  <a:lnTo>
                    <a:pt x="159" y="55"/>
                  </a:lnTo>
                  <a:lnTo>
                    <a:pt x="156" y="55"/>
                  </a:lnTo>
                  <a:lnTo>
                    <a:pt x="156" y="55"/>
                  </a:lnTo>
                  <a:lnTo>
                    <a:pt x="155" y="57"/>
                  </a:lnTo>
                  <a:lnTo>
                    <a:pt x="154" y="58"/>
                  </a:lnTo>
                  <a:lnTo>
                    <a:pt x="154" y="61"/>
                  </a:lnTo>
                  <a:lnTo>
                    <a:pt x="44" y="61"/>
                  </a:lnTo>
                  <a:lnTo>
                    <a:pt x="44" y="61"/>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02" name=""/>
            <p:cNvSpPr/>
            <p:nvPr/>
          </p:nvSpPr>
          <p:spPr>
            <a:xfrm>
              <a:off x="2913120" y="3882960"/>
              <a:ext cx="950760" cy="182520"/>
            </a:xfrm>
            <a:custGeom>
              <a:avLst/>
              <a:gdLst/>
              <a:ahLst/>
              <a:rect l="l" t="t" r="r" b="b"/>
              <a:pathLst>
                <a:path w="599" h="115">
                  <a:moveTo>
                    <a:pt x="25" y="114"/>
                  </a:moveTo>
                  <a:lnTo>
                    <a:pt x="25" y="114"/>
                  </a:lnTo>
                  <a:lnTo>
                    <a:pt x="25" y="114"/>
                  </a:lnTo>
                  <a:lnTo>
                    <a:pt x="25" y="114"/>
                  </a:lnTo>
                  <a:lnTo>
                    <a:pt x="25" y="112"/>
                  </a:lnTo>
                  <a:lnTo>
                    <a:pt x="22" y="110"/>
                  </a:lnTo>
                  <a:lnTo>
                    <a:pt x="20" y="107"/>
                  </a:lnTo>
                  <a:lnTo>
                    <a:pt x="20" y="107"/>
                  </a:lnTo>
                  <a:lnTo>
                    <a:pt x="20" y="107"/>
                  </a:lnTo>
                  <a:lnTo>
                    <a:pt x="18" y="106"/>
                  </a:lnTo>
                  <a:lnTo>
                    <a:pt x="16" y="106"/>
                  </a:lnTo>
                  <a:lnTo>
                    <a:pt x="15" y="105"/>
                  </a:lnTo>
                  <a:lnTo>
                    <a:pt x="15" y="104"/>
                  </a:lnTo>
                  <a:lnTo>
                    <a:pt x="14" y="99"/>
                  </a:lnTo>
                  <a:lnTo>
                    <a:pt x="13" y="92"/>
                  </a:lnTo>
                  <a:lnTo>
                    <a:pt x="13" y="90"/>
                  </a:lnTo>
                  <a:lnTo>
                    <a:pt x="12" y="89"/>
                  </a:lnTo>
                  <a:lnTo>
                    <a:pt x="12" y="88"/>
                  </a:lnTo>
                  <a:lnTo>
                    <a:pt x="12" y="86"/>
                  </a:lnTo>
                  <a:lnTo>
                    <a:pt x="12" y="85"/>
                  </a:lnTo>
                  <a:lnTo>
                    <a:pt x="12" y="85"/>
                  </a:lnTo>
                  <a:lnTo>
                    <a:pt x="12" y="81"/>
                  </a:lnTo>
                  <a:lnTo>
                    <a:pt x="12" y="81"/>
                  </a:lnTo>
                  <a:lnTo>
                    <a:pt x="12" y="81"/>
                  </a:lnTo>
                  <a:lnTo>
                    <a:pt x="12" y="79"/>
                  </a:lnTo>
                  <a:lnTo>
                    <a:pt x="12" y="75"/>
                  </a:lnTo>
                  <a:lnTo>
                    <a:pt x="11" y="75"/>
                  </a:lnTo>
                  <a:lnTo>
                    <a:pt x="10" y="73"/>
                  </a:lnTo>
                  <a:lnTo>
                    <a:pt x="8" y="70"/>
                  </a:lnTo>
                  <a:lnTo>
                    <a:pt x="8" y="70"/>
                  </a:lnTo>
                  <a:lnTo>
                    <a:pt x="8" y="70"/>
                  </a:lnTo>
                  <a:lnTo>
                    <a:pt x="5" y="70"/>
                  </a:lnTo>
                  <a:lnTo>
                    <a:pt x="5" y="68"/>
                  </a:lnTo>
                  <a:lnTo>
                    <a:pt x="8" y="64"/>
                  </a:lnTo>
                  <a:lnTo>
                    <a:pt x="8" y="63"/>
                  </a:lnTo>
                  <a:lnTo>
                    <a:pt x="5" y="60"/>
                  </a:lnTo>
                  <a:lnTo>
                    <a:pt x="4" y="59"/>
                  </a:lnTo>
                  <a:lnTo>
                    <a:pt x="4" y="58"/>
                  </a:lnTo>
                  <a:lnTo>
                    <a:pt x="4" y="58"/>
                  </a:lnTo>
                  <a:lnTo>
                    <a:pt x="4" y="56"/>
                  </a:lnTo>
                  <a:lnTo>
                    <a:pt x="4" y="52"/>
                  </a:lnTo>
                  <a:lnTo>
                    <a:pt x="4" y="48"/>
                  </a:lnTo>
                  <a:lnTo>
                    <a:pt x="3" y="43"/>
                  </a:lnTo>
                  <a:lnTo>
                    <a:pt x="3" y="38"/>
                  </a:lnTo>
                  <a:lnTo>
                    <a:pt x="3" y="28"/>
                  </a:lnTo>
                  <a:lnTo>
                    <a:pt x="3" y="27"/>
                  </a:lnTo>
                  <a:lnTo>
                    <a:pt x="3" y="24"/>
                  </a:lnTo>
                  <a:lnTo>
                    <a:pt x="3" y="20"/>
                  </a:lnTo>
                  <a:lnTo>
                    <a:pt x="3" y="20"/>
                  </a:lnTo>
                  <a:lnTo>
                    <a:pt x="2" y="19"/>
                  </a:lnTo>
                  <a:lnTo>
                    <a:pt x="1" y="13"/>
                  </a:lnTo>
                  <a:lnTo>
                    <a:pt x="0" y="13"/>
                  </a:lnTo>
                  <a:lnTo>
                    <a:pt x="2" y="10"/>
                  </a:lnTo>
                  <a:lnTo>
                    <a:pt x="2" y="10"/>
                  </a:lnTo>
                  <a:lnTo>
                    <a:pt x="0" y="6"/>
                  </a:lnTo>
                  <a:lnTo>
                    <a:pt x="0" y="3"/>
                  </a:lnTo>
                  <a:lnTo>
                    <a:pt x="0" y="0"/>
                  </a:lnTo>
                  <a:lnTo>
                    <a:pt x="588" y="0"/>
                  </a:lnTo>
                  <a:lnTo>
                    <a:pt x="588" y="0"/>
                  </a:lnTo>
                  <a:lnTo>
                    <a:pt x="588" y="0"/>
                  </a:lnTo>
                  <a:lnTo>
                    <a:pt x="588" y="0"/>
                  </a:lnTo>
                  <a:lnTo>
                    <a:pt x="588" y="0"/>
                  </a:lnTo>
                  <a:lnTo>
                    <a:pt x="588" y="3"/>
                  </a:lnTo>
                  <a:lnTo>
                    <a:pt x="591" y="3"/>
                  </a:lnTo>
                  <a:lnTo>
                    <a:pt x="591" y="5"/>
                  </a:lnTo>
                  <a:lnTo>
                    <a:pt x="591" y="10"/>
                  </a:lnTo>
                  <a:lnTo>
                    <a:pt x="591" y="10"/>
                  </a:lnTo>
                  <a:lnTo>
                    <a:pt x="591" y="12"/>
                  </a:lnTo>
                  <a:lnTo>
                    <a:pt x="591" y="13"/>
                  </a:lnTo>
                  <a:lnTo>
                    <a:pt x="594" y="13"/>
                  </a:lnTo>
                  <a:lnTo>
                    <a:pt x="594" y="13"/>
                  </a:lnTo>
                  <a:lnTo>
                    <a:pt x="594" y="17"/>
                  </a:lnTo>
                  <a:lnTo>
                    <a:pt x="594" y="19"/>
                  </a:lnTo>
                  <a:lnTo>
                    <a:pt x="594" y="20"/>
                  </a:lnTo>
                  <a:lnTo>
                    <a:pt x="594" y="20"/>
                  </a:lnTo>
                  <a:lnTo>
                    <a:pt x="594" y="24"/>
                  </a:lnTo>
                  <a:lnTo>
                    <a:pt x="594" y="27"/>
                  </a:lnTo>
                  <a:lnTo>
                    <a:pt x="594" y="29"/>
                  </a:lnTo>
                  <a:lnTo>
                    <a:pt x="594" y="31"/>
                  </a:lnTo>
                  <a:lnTo>
                    <a:pt x="594" y="32"/>
                  </a:lnTo>
                  <a:lnTo>
                    <a:pt x="594" y="34"/>
                  </a:lnTo>
                  <a:lnTo>
                    <a:pt x="594" y="37"/>
                  </a:lnTo>
                  <a:lnTo>
                    <a:pt x="594" y="38"/>
                  </a:lnTo>
                  <a:lnTo>
                    <a:pt x="595" y="39"/>
                  </a:lnTo>
                  <a:lnTo>
                    <a:pt x="595" y="41"/>
                  </a:lnTo>
                  <a:lnTo>
                    <a:pt x="595" y="43"/>
                  </a:lnTo>
                  <a:lnTo>
                    <a:pt x="594" y="43"/>
                  </a:lnTo>
                  <a:lnTo>
                    <a:pt x="595" y="43"/>
                  </a:lnTo>
                  <a:lnTo>
                    <a:pt x="596" y="45"/>
                  </a:lnTo>
                  <a:lnTo>
                    <a:pt x="597" y="45"/>
                  </a:lnTo>
                  <a:lnTo>
                    <a:pt x="597" y="48"/>
                  </a:lnTo>
                  <a:lnTo>
                    <a:pt x="598" y="48"/>
                  </a:lnTo>
                  <a:lnTo>
                    <a:pt x="598" y="48"/>
                  </a:lnTo>
                  <a:lnTo>
                    <a:pt x="598" y="50"/>
                  </a:lnTo>
                  <a:lnTo>
                    <a:pt x="598" y="54"/>
                  </a:lnTo>
                  <a:lnTo>
                    <a:pt x="598" y="57"/>
                  </a:lnTo>
                  <a:lnTo>
                    <a:pt x="597" y="58"/>
                  </a:lnTo>
                  <a:lnTo>
                    <a:pt x="597" y="60"/>
                  </a:lnTo>
                  <a:lnTo>
                    <a:pt x="597" y="63"/>
                  </a:lnTo>
                  <a:lnTo>
                    <a:pt x="597" y="63"/>
                  </a:lnTo>
                  <a:lnTo>
                    <a:pt x="597" y="65"/>
                  </a:lnTo>
                  <a:lnTo>
                    <a:pt x="597" y="68"/>
                  </a:lnTo>
                  <a:lnTo>
                    <a:pt x="596" y="68"/>
                  </a:lnTo>
                  <a:lnTo>
                    <a:pt x="596" y="68"/>
                  </a:lnTo>
                  <a:lnTo>
                    <a:pt x="596" y="69"/>
                  </a:lnTo>
                  <a:lnTo>
                    <a:pt x="597" y="70"/>
                  </a:lnTo>
                  <a:lnTo>
                    <a:pt x="597" y="70"/>
                  </a:lnTo>
                  <a:lnTo>
                    <a:pt x="597" y="75"/>
                  </a:lnTo>
                  <a:lnTo>
                    <a:pt x="596" y="75"/>
                  </a:lnTo>
                  <a:lnTo>
                    <a:pt x="594" y="78"/>
                  </a:lnTo>
                  <a:lnTo>
                    <a:pt x="594" y="79"/>
                  </a:lnTo>
                  <a:lnTo>
                    <a:pt x="594" y="81"/>
                  </a:lnTo>
                  <a:lnTo>
                    <a:pt x="594" y="82"/>
                  </a:lnTo>
                  <a:lnTo>
                    <a:pt x="594" y="86"/>
                  </a:lnTo>
                  <a:lnTo>
                    <a:pt x="594" y="90"/>
                  </a:lnTo>
                  <a:lnTo>
                    <a:pt x="594" y="91"/>
                  </a:lnTo>
                  <a:lnTo>
                    <a:pt x="594" y="95"/>
                  </a:lnTo>
                  <a:lnTo>
                    <a:pt x="591" y="99"/>
                  </a:lnTo>
                  <a:lnTo>
                    <a:pt x="588" y="99"/>
                  </a:lnTo>
                  <a:lnTo>
                    <a:pt x="588" y="104"/>
                  </a:lnTo>
                  <a:lnTo>
                    <a:pt x="588" y="105"/>
                  </a:lnTo>
                  <a:lnTo>
                    <a:pt x="588" y="106"/>
                  </a:lnTo>
                  <a:lnTo>
                    <a:pt x="588" y="107"/>
                  </a:lnTo>
                  <a:lnTo>
                    <a:pt x="591" y="107"/>
                  </a:lnTo>
                  <a:lnTo>
                    <a:pt x="591" y="107"/>
                  </a:lnTo>
                  <a:lnTo>
                    <a:pt x="591" y="107"/>
                  </a:lnTo>
                  <a:lnTo>
                    <a:pt x="591" y="110"/>
                  </a:lnTo>
                  <a:lnTo>
                    <a:pt x="588" y="110"/>
                  </a:lnTo>
                  <a:lnTo>
                    <a:pt x="588" y="112"/>
                  </a:lnTo>
                  <a:lnTo>
                    <a:pt x="588" y="114"/>
                  </a:lnTo>
                  <a:lnTo>
                    <a:pt x="25" y="114"/>
                  </a:lnTo>
                  <a:lnTo>
                    <a:pt x="25" y="114"/>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03" name=""/>
            <p:cNvSpPr/>
            <p:nvPr/>
          </p:nvSpPr>
          <p:spPr>
            <a:xfrm>
              <a:off x="2779560" y="3529080"/>
              <a:ext cx="271440" cy="74520"/>
            </a:xfrm>
            <a:custGeom>
              <a:avLst/>
              <a:gdLst/>
              <a:ahLst/>
              <a:rect l="l" t="t" r="r" b="b"/>
              <a:pathLst>
                <a:path w="171" h="47">
                  <a:moveTo>
                    <a:pt x="0" y="46"/>
                  </a:moveTo>
                  <a:lnTo>
                    <a:pt x="0" y="46"/>
                  </a:lnTo>
                  <a:lnTo>
                    <a:pt x="0" y="46"/>
                  </a:lnTo>
                  <a:lnTo>
                    <a:pt x="0" y="46"/>
                  </a:lnTo>
                  <a:lnTo>
                    <a:pt x="0" y="46"/>
                  </a:lnTo>
                  <a:lnTo>
                    <a:pt x="0" y="44"/>
                  </a:lnTo>
                  <a:lnTo>
                    <a:pt x="2" y="44"/>
                  </a:lnTo>
                  <a:lnTo>
                    <a:pt x="2" y="44"/>
                  </a:lnTo>
                  <a:lnTo>
                    <a:pt x="2" y="44"/>
                  </a:lnTo>
                  <a:lnTo>
                    <a:pt x="2" y="43"/>
                  </a:lnTo>
                  <a:lnTo>
                    <a:pt x="4" y="42"/>
                  </a:lnTo>
                  <a:lnTo>
                    <a:pt x="4" y="42"/>
                  </a:lnTo>
                  <a:lnTo>
                    <a:pt x="4" y="42"/>
                  </a:lnTo>
                  <a:lnTo>
                    <a:pt x="4" y="40"/>
                  </a:lnTo>
                  <a:lnTo>
                    <a:pt x="4" y="38"/>
                  </a:lnTo>
                  <a:lnTo>
                    <a:pt x="4" y="36"/>
                  </a:lnTo>
                  <a:lnTo>
                    <a:pt x="6" y="35"/>
                  </a:lnTo>
                  <a:lnTo>
                    <a:pt x="7" y="35"/>
                  </a:lnTo>
                  <a:lnTo>
                    <a:pt x="7" y="32"/>
                  </a:lnTo>
                  <a:lnTo>
                    <a:pt x="7" y="30"/>
                  </a:lnTo>
                  <a:lnTo>
                    <a:pt x="7" y="29"/>
                  </a:lnTo>
                  <a:lnTo>
                    <a:pt x="7" y="28"/>
                  </a:lnTo>
                  <a:lnTo>
                    <a:pt x="7" y="26"/>
                  </a:lnTo>
                  <a:lnTo>
                    <a:pt x="7" y="25"/>
                  </a:lnTo>
                  <a:lnTo>
                    <a:pt x="9" y="25"/>
                  </a:lnTo>
                  <a:lnTo>
                    <a:pt x="10" y="25"/>
                  </a:lnTo>
                  <a:lnTo>
                    <a:pt x="10" y="20"/>
                  </a:lnTo>
                  <a:lnTo>
                    <a:pt x="10" y="20"/>
                  </a:lnTo>
                  <a:lnTo>
                    <a:pt x="10" y="18"/>
                  </a:lnTo>
                  <a:lnTo>
                    <a:pt x="11" y="17"/>
                  </a:lnTo>
                  <a:lnTo>
                    <a:pt x="11" y="17"/>
                  </a:lnTo>
                  <a:lnTo>
                    <a:pt x="13" y="16"/>
                  </a:lnTo>
                  <a:lnTo>
                    <a:pt x="16" y="16"/>
                  </a:lnTo>
                  <a:lnTo>
                    <a:pt x="16" y="14"/>
                  </a:lnTo>
                  <a:lnTo>
                    <a:pt x="17" y="13"/>
                  </a:lnTo>
                  <a:lnTo>
                    <a:pt x="20" y="8"/>
                  </a:lnTo>
                  <a:lnTo>
                    <a:pt x="21" y="8"/>
                  </a:lnTo>
                  <a:lnTo>
                    <a:pt x="21" y="7"/>
                  </a:lnTo>
                  <a:lnTo>
                    <a:pt x="22" y="7"/>
                  </a:lnTo>
                  <a:lnTo>
                    <a:pt x="22" y="6"/>
                  </a:lnTo>
                  <a:lnTo>
                    <a:pt x="24" y="6"/>
                  </a:lnTo>
                  <a:lnTo>
                    <a:pt x="26" y="5"/>
                  </a:lnTo>
                  <a:lnTo>
                    <a:pt x="26" y="5"/>
                  </a:lnTo>
                  <a:lnTo>
                    <a:pt x="26" y="5"/>
                  </a:lnTo>
                  <a:lnTo>
                    <a:pt x="26" y="4"/>
                  </a:lnTo>
                  <a:lnTo>
                    <a:pt x="26" y="4"/>
                  </a:lnTo>
                  <a:lnTo>
                    <a:pt x="26" y="4"/>
                  </a:lnTo>
                  <a:lnTo>
                    <a:pt x="27" y="3"/>
                  </a:lnTo>
                  <a:lnTo>
                    <a:pt x="29" y="2"/>
                  </a:lnTo>
                  <a:lnTo>
                    <a:pt x="33" y="2"/>
                  </a:lnTo>
                  <a:lnTo>
                    <a:pt x="34" y="2"/>
                  </a:lnTo>
                  <a:lnTo>
                    <a:pt x="35" y="2"/>
                  </a:lnTo>
                  <a:lnTo>
                    <a:pt x="35" y="2"/>
                  </a:lnTo>
                  <a:lnTo>
                    <a:pt x="39" y="2"/>
                  </a:lnTo>
                  <a:lnTo>
                    <a:pt x="40" y="2"/>
                  </a:lnTo>
                  <a:lnTo>
                    <a:pt x="41" y="2"/>
                  </a:lnTo>
                  <a:lnTo>
                    <a:pt x="41" y="1"/>
                  </a:lnTo>
                  <a:lnTo>
                    <a:pt x="41" y="1"/>
                  </a:lnTo>
                  <a:lnTo>
                    <a:pt x="43" y="0"/>
                  </a:lnTo>
                  <a:lnTo>
                    <a:pt x="45" y="0"/>
                  </a:lnTo>
                  <a:lnTo>
                    <a:pt x="48" y="0"/>
                  </a:lnTo>
                  <a:lnTo>
                    <a:pt x="52" y="0"/>
                  </a:lnTo>
                  <a:lnTo>
                    <a:pt x="53" y="0"/>
                  </a:lnTo>
                  <a:lnTo>
                    <a:pt x="54" y="0"/>
                  </a:lnTo>
                  <a:lnTo>
                    <a:pt x="57" y="0"/>
                  </a:lnTo>
                  <a:lnTo>
                    <a:pt x="57" y="0"/>
                  </a:lnTo>
                  <a:lnTo>
                    <a:pt x="57" y="0"/>
                  </a:lnTo>
                  <a:lnTo>
                    <a:pt x="57" y="0"/>
                  </a:lnTo>
                  <a:lnTo>
                    <a:pt x="60" y="0"/>
                  </a:lnTo>
                  <a:lnTo>
                    <a:pt x="62" y="0"/>
                  </a:lnTo>
                  <a:lnTo>
                    <a:pt x="62" y="0"/>
                  </a:lnTo>
                  <a:lnTo>
                    <a:pt x="63" y="0"/>
                  </a:lnTo>
                  <a:lnTo>
                    <a:pt x="63" y="0"/>
                  </a:lnTo>
                  <a:lnTo>
                    <a:pt x="64" y="0"/>
                  </a:lnTo>
                  <a:lnTo>
                    <a:pt x="65" y="0"/>
                  </a:lnTo>
                  <a:lnTo>
                    <a:pt x="67" y="0"/>
                  </a:lnTo>
                  <a:lnTo>
                    <a:pt x="72" y="0"/>
                  </a:lnTo>
                  <a:lnTo>
                    <a:pt x="75" y="0"/>
                  </a:lnTo>
                  <a:lnTo>
                    <a:pt x="77" y="0"/>
                  </a:lnTo>
                  <a:lnTo>
                    <a:pt x="77" y="0"/>
                  </a:lnTo>
                  <a:lnTo>
                    <a:pt x="77" y="0"/>
                  </a:lnTo>
                  <a:lnTo>
                    <a:pt x="82" y="0"/>
                  </a:lnTo>
                  <a:lnTo>
                    <a:pt x="82" y="0"/>
                  </a:lnTo>
                  <a:lnTo>
                    <a:pt x="82" y="0"/>
                  </a:lnTo>
                  <a:lnTo>
                    <a:pt x="82" y="0"/>
                  </a:lnTo>
                  <a:lnTo>
                    <a:pt x="84" y="0"/>
                  </a:lnTo>
                  <a:lnTo>
                    <a:pt x="84" y="0"/>
                  </a:lnTo>
                  <a:lnTo>
                    <a:pt x="86" y="0"/>
                  </a:lnTo>
                  <a:lnTo>
                    <a:pt x="86" y="0"/>
                  </a:lnTo>
                  <a:lnTo>
                    <a:pt x="87" y="0"/>
                  </a:lnTo>
                  <a:lnTo>
                    <a:pt x="87" y="0"/>
                  </a:lnTo>
                  <a:lnTo>
                    <a:pt x="87" y="0"/>
                  </a:lnTo>
                  <a:lnTo>
                    <a:pt x="87" y="0"/>
                  </a:lnTo>
                  <a:lnTo>
                    <a:pt x="88" y="0"/>
                  </a:lnTo>
                  <a:lnTo>
                    <a:pt x="88" y="0"/>
                  </a:lnTo>
                  <a:lnTo>
                    <a:pt x="89" y="0"/>
                  </a:lnTo>
                  <a:lnTo>
                    <a:pt x="92" y="0"/>
                  </a:lnTo>
                  <a:lnTo>
                    <a:pt x="94" y="0"/>
                  </a:lnTo>
                  <a:lnTo>
                    <a:pt x="95" y="0"/>
                  </a:lnTo>
                  <a:lnTo>
                    <a:pt x="96" y="1"/>
                  </a:lnTo>
                  <a:lnTo>
                    <a:pt x="96" y="1"/>
                  </a:lnTo>
                  <a:lnTo>
                    <a:pt x="96" y="1"/>
                  </a:lnTo>
                  <a:lnTo>
                    <a:pt x="97" y="1"/>
                  </a:lnTo>
                  <a:lnTo>
                    <a:pt x="98" y="1"/>
                  </a:lnTo>
                  <a:lnTo>
                    <a:pt x="100" y="1"/>
                  </a:lnTo>
                  <a:lnTo>
                    <a:pt x="102" y="1"/>
                  </a:lnTo>
                  <a:lnTo>
                    <a:pt x="104" y="1"/>
                  </a:lnTo>
                  <a:lnTo>
                    <a:pt x="104" y="1"/>
                  </a:lnTo>
                  <a:lnTo>
                    <a:pt x="104" y="2"/>
                  </a:lnTo>
                  <a:lnTo>
                    <a:pt x="104" y="2"/>
                  </a:lnTo>
                  <a:lnTo>
                    <a:pt x="106" y="2"/>
                  </a:lnTo>
                  <a:lnTo>
                    <a:pt x="109" y="2"/>
                  </a:lnTo>
                  <a:lnTo>
                    <a:pt x="109" y="2"/>
                  </a:lnTo>
                  <a:lnTo>
                    <a:pt x="109" y="2"/>
                  </a:lnTo>
                  <a:lnTo>
                    <a:pt x="109" y="2"/>
                  </a:lnTo>
                  <a:lnTo>
                    <a:pt x="113" y="2"/>
                  </a:lnTo>
                  <a:lnTo>
                    <a:pt x="114" y="2"/>
                  </a:lnTo>
                  <a:lnTo>
                    <a:pt x="114" y="2"/>
                  </a:lnTo>
                  <a:lnTo>
                    <a:pt x="114" y="2"/>
                  </a:lnTo>
                  <a:lnTo>
                    <a:pt x="114" y="2"/>
                  </a:lnTo>
                  <a:lnTo>
                    <a:pt x="117" y="2"/>
                  </a:lnTo>
                  <a:lnTo>
                    <a:pt x="117" y="2"/>
                  </a:lnTo>
                  <a:lnTo>
                    <a:pt x="119" y="2"/>
                  </a:lnTo>
                  <a:lnTo>
                    <a:pt x="119" y="2"/>
                  </a:lnTo>
                  <a:lnTo>
                    <a:pt x="119" y="2"/>
                  </a:lnTo>
                  <a:lnTo>
                    <a:pt x="122" y="2"/>
                  </a:lnTo>
                  <a:lnTo>
                    <a:pt x="122" y="2"/>
                  </a:lnTo>
                  <a:lnTo>
                    <a:pt x="122" y="3"/>
                  </a:lnTo>
                  <a:lnTo>
                    <a:pt x="122" y="3"/>
                  </a:lnTo>
                  <a:lnTo>
                    <a:pt x="122" y="3"/>
                  </a:lnTo>
                  <a:lnTo>
                    <a:pt x="122" y="4"/>
                  </a:lnTo>
                  <a:lnTo>
                    <a:pt x="123" y="4"/>
                  </a:lnTo>
                  <a:lnTo>
                    <a:pt x="125" y="5"/>
                  </a:lnTo>
                  <a:lnTo>
                    <a:pt x="126" y="5"/>
                  </a:lnTo>
                  <a:lnTo>
                    <a:pt x="128" y="5"/>
                  </a:lnTo>
                  <a:lnTo>
                    <a:pt x="128" y="5"/>
                  </a:lnTo>
                  <a:lnTo>
                    <a:pt x="131" y="5"/>
                  </a:lnTo>
                  <a:lnTo>
                    <a:pt x="134" y="6"/>
                  </a:lnTo>
                  <a:lnTo>
                    <a:pt x="134" y="6"/>
                  </a:lnTo>
                  <a:lnTo>
                    <a:pt x="135" y="6"/>
                  </a:lnTo>
                  <a:lnTo>
                    <a:pt x="135" y="7"/>
                  </a:lnTo>
                  <a:lnTo>
                    <a:pt x="135" y="7"/>
                  </a:lnTo>
                  <a:lnTo>
                    <a:pt x="136" y="7"/>
                  </a:lnTo>
                  <a:lnTo>
                    <a:pt x="136" y="8"/>
                  </a:lnTo>
                  <a:lnTo>
                    <a:pt x="136" y="13"/>
                  </a:lnTo>
                  <a:lnTo>
                    <a:pt x="136" y="14"/>
                  </a:lnTo>
                  <a:lnTo>
                    <a:pt x="141" y="15"/>
                  </a:lnTo>
                  <a:lnTo>
                    <a:pt x="141" y="16"/>
                  </a:lnTo>
                  <a:lnTo>
                    <a:pt x="141" y="16"/>
                  </a:lnTo>
                  <a:lnTo>
                    <a:pt x="143" y="17"/>
                  </a:lnTo>
                  <a:lnTo>
                    <a:pt x="143" y="17"/>
                  </a:lnTo>
                  <a:lnTo>
                    <a:pt x="143" y="17"/>
                  </a:lnTo>
                  <a:lnTo>
                    <a:pt x="143" y="18"/>
                  </a:lnTo>
                  <a:lnTo>
                    <a:pt x="147" y="18"/>
                  </a:lnTo>
                  <a:lnTo>
                    <a:pt x="148" y="20"/>
                  </a:lnTo>
                  <a:lnTo>
                    <a:pt x="148" y="20"/>
                  </a:lnTo>
                  <a:lnTo>
                    <a:pt x="150" y="20"/>
                  </a:lnTo>
                  <a:lnTo>
                    <a:pt x="150" y="25"/>
                  </a:lnTo>
                  <a:lnTo>
                    <a:pt x="151" y="25"/>
                  </a:lnTo>
                  <a:lnTo>
                    <a:pt x="153" y="25"/>
                  </a:lnTo>
                  <a:lnTo>
                    <a:pt x="153" y="25"/>
                  </a:lnTo>
                  <a:lnTo>
                    <a:pt x="153" y="26"/>
                  </a:lnTo>
                  <a:lnTo>
                    <a:pt x="153" y="26"/>
                  </a:lnTo>
                  <a:lnTo>
                    <a:pt x="158" y="28"/>
                  </a:lnTo>
                  <a:lnTo>
                    <a:pt x="158" y="28"/>
                  </a:lnTo>
                  <a:lnTo>
                    <a:pt x="158" y="29"/>
                  </a:lnTo>
                  <a:lnTo>
                    <a:pt x="159" y="30"/>
                  </a:lnTo>
                  <a:lnTo>
                    <a:pt x="159" y="31"/>
                  </a:lnTo>
                  <a:lnTo>
                    <a:pt x="159" y="32"/>
                  </a:lnTo>
                  <a:lnTo>
                    <a:pt x="164" y="36"/>
                  </a:lnTo>
                  <a:lnTo>
                    <a:pt x="164" y="38"/>
                  </a:lnTo>
                  <a:lnTo>
                    <a:pt x="165" y="39"/>
                  </a:lnTo>
                  <a:lnTo>
                    <a:pt x="166" y="40"/>
                  </a:lnTo>
                  <a:lnTo>
                    <a:pt x="166" y="40"/>
                  </a:lnTo>
                  <a:lnTo>
                    <a:pt x="166" y="42"/>
                  </a:lnTo>
                  <a:lnTo>
                    <a:pt x="166" y="42"/>
                  </a:lnTo>
                  <a:lnTo>
                    <a:pt x="167" y="42"/>
                  </a:lnTo>
                  <a:lnTo>
                    <a:pt x="167" y="43"/>
                  </a:lnTo>
                  <a:lnTo>
                    <a:pt x="168" y="44"/>
                  </a:lnTo>
                  <a:lnTo>
                    <a:pt x="169" y="44"/>
                  </a:lnTo>
                  <a:lnTo>
                    <a:pt x="170" y="46"/>
                  </a:lnTo>
                  <a:lnTo>
                    <a:pt x="170" y="46"/>
                  </a:lnTo>
                  <a:lnTo>
                    <a:pt x="87" y="46"/>
                  </a:lnTo>
                  <a:lnTo>
                    <a:pt x="87" y="46"/>
                  </a:lnTo>
                  <a:lnTo>
                    <a:pt x="87" y="46"/>
                  </a:lnTo>
                  <a:lnTo>
                    <a:pt x="87" y="46"/>
                  </a:lnTo>
                  <a:lnTo>
                    <a:pt x="87" y="46"/>
                  </a:lnTo>
                  <a:lnTo>
                    <a:pt x="87" y="44"/>
                  </a:lnTo>
                  <a:lnTo>
                    <a:pt x="86" y="44"/>
                  </a:lnTo>
                  <a:lnTo>
                    <a:pt x="84" y="44"/>
                  </a:lnTo>
                  <a:lnTo>
                    <a:pt x="82" y="44"/>
                  </a:lnTo>
                  <a:lnTo>
                    <a:pt x="82" y="42"/>
                  </a:lnTo>
                  <a:lnTo>
                    <a:pt x="77" y="42"/>
                  </a:lnTo>
                  <a:lnTo>
                    <a:pt x="75" y="40"/>
                  </a:lnTo>
                  <a:lnTo>
                    <a:pt x="74" y="39"/>
                  </a:lnTo>
                  <a:lnTo>
                    <a:pt x="73" y="38"/>
                  </a:lnTo>
                  <a:lnTo>
                    <a:pt x="72" y="38"/>
                  </a:lnTo>
                  <a:lnTo>
                    <a:pt x="67" y="38"/>
                  </a:lnTo>
                  <a:lnTo>
                    <a:pt x="67" y="38"/>
                  </a:lnTo>
                  <a:lnTo>
                    <a:pt x="65" y="39"/>
                  </a:lnTo>
                  <a:lnTo>
                    <a:pt x="64" y="40"/>
                  </a:lnTo>
                  <a:lnTo>
                    <a:pt x="63" y="40"/>
                  </a:lnTo>
                  <a:lnTo>
                    <a:pt x="62" y="40"/>
                  </a:lnTo>
                  <a:lnTo>
                    <a:pt x="62" y="40"/>
                  </a:lnTo>
                  <a:lnTo>
                    <a:pt x="62" y="40"/>
                  </a:lnTo>
                  <a:lnTo>
                    <a:pt x="62" y="40"/>
                  </a:lnTo>
                  <a:lnTo>
                    <a:pt x="60" y="42"/>
                  </a:lnTo>
                  <a:lnTo>
                    <a:pt x="60" y="42"/>
                  </a:lnTo>
                  <a:lnTo>
                    <a:pt x="57" y="44"/>
                  </a:lnTo>
                  <a:lnTo>
                    <a:pt x="57" y="44"/>
                  </a:lnTo>
                  <a:lnTo>
                    <a:pt x="53" y="46"/>
                  </a:lnTo>
                  <a:lnTo>
                    <a:pt x="52" y="46"/>
                  </a:lnTo>
                  <a:lnTo>
                    <a:pt x="52" y="46"/>
                  </a:lnTo>
                  <a:lnTo>
                    <a:pt x="52" y="46"/>
                  </a:lnTo>
                  <a:lnTo>
                    <a:pt x="52" y="46"/>
                  </a:lnTo>
                  <a:lnTo>
                    <a:pt x="52" y="46"/>
                  </a:lnTo>
                  <a:lnTo>
                    <a:pt x="52" y="46"/>
                  </a:lnTo>
                  <a:lnTo>
                    <a:pt x="52" y="46"/>
                  </a:lnTo>
                  <a:lnTo>
                    <a:pt x="50" y="46"/>
                  </a:lnTo>
                  <a:lnTo>
                    <a:pt x="0" y="46"/>
                  </a:lnTo>
                  <a:lnTo>
                    <a:pt x="0" y="46"/>
                  </a:lnTo>
                </a:path>
              </a:pathLst>
            </a:custGeom>
            <a:solidFill>
              <a:srgbClr val="ffe0e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004" name=""/>
            <p:cNvSpPr/>
            <p:nvPr/>
          </p:nvSpPr>
          <p:spPr>
            <a:xfrm>
              <a:off x="2779560" y="3602160"/>
              <a:ext cx="81000" cy="21960"/>
            </a:xfrm>
            <a:custGeom>
              <a:avLst/>
              <a:gdLst/>
              <a:ahLst/>
              <a:rect l="l" t="t" r="r" b="b"/>
              <a:pathLst>
                <a:path w="51" h="14">
                  <a:moveTo>
                    <a:pt x="50" y="0"/>
                  </a:moveTo>
                  <a:lnTo>
                    <a:pt x="48" y="0"/>
                  </a:lnTo>
                  <a:lnTo>
                    <a:pt x="46" y="0"/>
                  </a:lnTo>
                  <a:lnTo>
                    <a:pt x="46" y="2"/>
                  </a:lnTo>
                  <a:lnTo>
                    <a:pt x="46" y="5"/>
                  </a:lnTo>
                  <a:lnTo>
                    <a:pt x="45" y="5"/>
                  </a:lnTo>
                  <a:lnTo>
                    <a:pt x="45" y="6"/>
                  </a:lnTo>
                  <a:lnTo>
                    <a:pt x="43" y="6"/>
                  </a:lnTo>
                  <a:lnTo>
                    <a:pt x="43" y="6"/>
                  </a:lnTo>
                  <a:lnTo>
                    <a:pt x="41" y="6"/>
                  </a:lnTo>
                  <a:lnTo>
                    <a:pt x="40" y="7"/>
                  </a:lnTo>
                  <a:lnTo>
                    <a:pt x="37" y="7"/>
                  </a:lnTo>
                  <a:lnTo>
                    <a:pt x="35" y="7"/>
                  </a:lnTo>
                  <a:lnTo>
                    <a:pt x="35" y="10"/>
                  </a:lnTo>
                  <a:lnTo>
                    <a:pt x="33" y="12"/>
                  </a:lnTo>
                  <a:lnTo>
                    <a:pt x="33" y="13"/>
                  </a:lnTo>
                  <a:lnTo>
                    <a:pt x="29" y="13"/>
                  </a:lnTo>
                  <a:lnTo>
                    <a:pt x="27" y="12"/>
                  </a:lnTo>
                  <a:lnTo>
                    <a:pt x="26" y="12"/>
                  </a:lnTo>
                  <a:lnTo>
                    <a:pt x="26" y="10"/>
                  </a:lnTo>
                  <a:lnTo>
                    <a:pt x="26" y="10"/>
                  </a:lnTo>
                  <a:lnTo>
                    <a:pt x="26" y="10"/>
                  </a:lnTo>
                  <a:lnTo>
                    <a:pt x="24" y="10"/>
                  </a:lnTo>
                  <a:lnTo>
                    <a:pt x="22" y="12"/>
                  </a:lnTo>
                  <a:lnTo>
                    <a:pt x="21" y="13"/>
                  </a:lnTo>
                  <a:lnTo>
                    <a:pt x="20" y="13"/>
                  </a:lnTo>
                  <a:lnTo>
                    <a:pt x="17" y="13"/>
                  </a:lnTo>
                  <a:lnTo>
                    <a:pt x="16" y="13"/>
                  </a:lnTo>
                  <a:lnTo>
                    <a:pt x="16" y="13"/>
                  </a:lnTo>
                  <a:lnTo>
                    <a:pt x="13" y="13"/>
                  </a:lnTo>
                  <a:lnTo>
                    <a:pt x="11" y="13"/>
                  </a:lnTo>
                  <a:lnTo>
                    <a:pt x="10" y="13"/>
                  </a:lnTo>
                  <a:lnTo>
                    <a:pt x="10" y="12"/>
                  </a:lnTo>
                  <a:lnTo>
                    <a:pt x="9" y="10"/>
                  </a:lnTo>
                  <a:lnTo>
                    <a:pt x="7" y="10"/>
                  </a:lnTo>
                  <a:lnTo>
                    <a:pt x="7" y="10"/>
                  </a:lnTo>
                  <a:lnTo>
                    <a:pt x="6" y="10"/>
                  </a:lnTo>
                  <a:lnTo>
                    <a:pt x="4" y="12"/>
                  </a:lnTo>
                  <a:lnTo>
                    <a:pt x="2" y="12"/>
                  </a:lnTo>
                  <a:lnTo>
                    <a:pt x="2" y="10"/>
                  </a:lnTo>
                  <a:lnTo>
                    <a:pt x="2" y="7"/>
                  </a:lnTo>
                  <a:lnTo>
                    <a:pt x="2" y="7"/>
                  </a:lnTo>
                  <a:lnTo>
                    <a:pt x="2" y="5"/>
                  </a:lnTo>
                  <a:lnTo>
                    <a:pt x="2" y="0"/>
                  </a:lnTo>
                  <a:lnTo>
                    <a:pt x="0" y="0"/>
                  </a:lnTo>
                  <a:lnTo>
                    <a:pt x="50" y="0"/>
                  </a:lnTo>
                  <a:lnTo>
                    <a:pt x="50" y="0"/>
                  </a:lnTo>
                </a:path>
              </a:pathLst>
            </a:custGeom>
            <a:solidFill>
              <a:srgbClr val="ffe0e6"/>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2005" name=""/>
            <p:cNvSpPr/>
            <p:nvPr/>
          </p:nvSpPr>
          <p:spPr>
            <a:xfrm>
              <a:off x="2847960" y="3602160"/>
              <a:ext cx="890640" cy="96840"/>
            </a:xfrm>
            <a:custGeom>
              <a:avLst/>
              <a:gdLst/>
              <a:ahLst/>
              <a:rect l="l" t="t" r="r" b="b"/>
              <a:pathLst>
                <a:path w="561" h="61">
                  <a:moveTo>
                    <a:pt x="127" y="0"/>
                  </a:moveTo>
                  <a:lnTo>
                    <a:pt x="127" y="0"/>
                  </a:lnTo>
                  <a:lnTo>
                    <a:pt x="127" y="0"/>
                  </a:lnTo>
                  <a:lnTo>
                    <a:pt x="130" y="0"/>
                  </a:lnTo>
                  <a:lnTo>
                    <a:pt x="130" y="0"/>
                  </a:lnTo>
                  <a:lnTo>
                    <a:pt x="130" y="2"/>
                  </a:lnTo>
                  <a:lnTo>
                    <a:pt x="130" y="5"/>
                  </a:lnTo>
                  <a:lnTo>
                    <a:pt x="130" y="6"/>
                  </a:lnTo>
                  <a:lnTo>
                    <a:pt x="130" y="6"/>
                  </a:lnTo>
                  <a:lnTo>
                    <a:pt x="133" y="7"/>
                  </a:lnTo>
                  <a:lnTo>
                    <a:pt x="133" y="7"/>
                  </a:lnTo>
                  <a:lnTo>
                    <a:pt x="133" y="9"/>
                  </a:lnTo>
                  <a:lnTo>
                    <a:pt x="133" y="13"/>
                  </a:lnTo>
                  <a:lnTo>
                    <a:pt x="133" y="13"/>
                  </a:lnTo>
                  <a:lnTo>
                    <a:pt x="133" y="13"/>
                  </a:lnTo>
                  <a:lnTo>
                    <a:pt x="134" y="13"/>
                  </a:lnTo>
                  <a:lnTo>
                    <a:pt x="135" y="13"/>
                  </a:lnTo>
                  <a:lnTo>
                    <a:pt x="135" y="13"/>
                  </a:lnTo>
                  <a:lnTo>
                    <a:pt x="138" y="14"/>
                  </a:lnTo>
                  <a:lnTo>
                    <a:pt x="140" y="14"/>
                  </a:lnTo>
                  <a:lnTo>
                    <a:pt x="141" y="18"/>
                  </a:lnTo>
                  <a:lnTo>
                    <a:pt x="141" y="19"/>
                  </a:lnTo>
                  <a:lnTo>
                    <a:pt x="142" y="21"/>
                  </a:lnTo>
                  <a:lnTo>
                    <a:pt x="142" y="21"/>
                  </a:lnTo>
                  <a:lnTo>
                    <a:pt x="144" y="23"/>
                  </a:lnTo>
                  <a:lnTo>
                    <a:pt x="145" y="23"/>
                  </a:lnTo>
                  <a:lnTo>
                    <a:pt x="145" y="23"/>
                  </a:lnTo>
                  <a:lnTo>
                    <a:pt x="148" y="25"/>
                  </a:lnTo>
                  <a:lnTo>
                    <a:pt x="148" y="25"/>
                  </a:lnTo>
                  <a:lnTo>
                    <a:pt x="148" y="25"/>
                  </a:lnTo>
                  <a:lnTo>
                    <a:pt x="148" y="25"/>
                  </a:lnTo>
                  <a:lnTo>
                    <a:pt x="149" y="25"/>
                  </a:lnTo>
                  <a:lnTo>
                    <a:pt x="149" y="26"/>
                  </a:lnTo>
                  <a:lnTo>
                    <a:pt x="149" y="29"/>
                  </a:lnTo>
                  <a:lnTo>
                    <a:pt x="149" y="30"/>
                  </a:lnTo>
                  <a:lnTo>
                    <a:pt x="151" y="30"/>
                  </a:lnTo>
                  <a:lnTo>
                    <a:pt x="152" y="30"/>
                  </a:lnTo>
                  <a:lnTo>
                    <a:pt x="154" y="30"/>
                  </a:lnTo>
                  <a:lnTo>
                    <a:pt x="156" y="30"/>
                  </a:lnTo>
                  <a:lnTo>
                    <a:pt x="156" y="30"/>
                  </a:lnTo>
                  <a:lnTo>
                    <a:pt x="157" y="35"/>
                  </a:lnTo>
                  <a:lnTo>
                    <a:pt x="157" y="36"/>
                  </a:lnTo>
                  <a:lnTo>
                    <a:pt x="157" y="36"/>
                  </a:lnTo>
                  <a:lnTo>
                    <a:pt x="157" y="36"/>
                  </a:lnTo>
                  <a:lnTo>
                    <a:pt x="157" y="36"/>
                  </a:lnTo>
                  <a:lnTo>
                    <a:pt x="157" y="36"/>
                  </a:lnTo>
                  <a:lnTo>
                    <a:pt x="158" y="36"/>
                  </a:lnTo>
                  <a:lnTo>
                    <a:pt x="159" y="36"/>
                  </a:lnTo>
                  <a:lnTo>
                    <a:pt x="159" y="36"/>
                  </a:lnTo>
                  <a:lnTo>
                    <a:pt x="163" y="37"/>
                  </a:lnTo>
                  <a:lnTo>
                    <a:pt x="163" y="37"/>
                  </a:lnTo>
                  <a:lnTo>
                    <a:pt x="165" y="38"/>
                  </a:lnTo>
                  <a:lnTo>
                    <a:pt x="166" y="40"/>
                  </a:lnTo>
                  <a:lnTo>
                    <a:pt x="166" y="40"/>
                  </a:lnTo>
                  <a:lnTo>
                    <a:pt x="166" y="40"/>
                  </a:lnTo>
                  <a:lnTo>
                    <a:pt x="167" y="40"/>
                  </a:lnTo>
                  <a:lnTo>
                    <a:pt x="169" y="40"/>
                  </a:lnTo>
                  <a:lnTo>
                    <a:pt x="170" y="40"/>
                  </a:lnTo>
                  <a:lnTo>
                    <a:pt x="170" y="40"/>
                  </a:lnTo>
                  <a:lnTo>
                    <a:pt x="172" y="41"/>
                  </a:lnTo>
                  <a:lnTo>
                    <a:pt x="172" y="41"/>
                  </a:lnTo>
                  <a:lnTo>
                    <a:pt x="172" y="41"/>
                  </a:lnTo>
                  <a:lnTo>
                    <a:pt x="173" y="41"/>
                  </a:lnTo>
                  <a:lnTo>
                    <a:pt x="173" y="41"/>
                  </a:lnTo>
                  <a:lnTo>
                    <a:pt x="173" y="43"/>
                  </a:lnTo>
                  <a:lnTo>
                    <a:pt x="177" y="43"/>
                  </a:lnTo>
                  <a:lnTo>
                    <a:pt x="177" y="43"/>
                  </a:lnTo>
                  <a:lnTo>
                    <a:pt x="179" y="45"/>
                  </a:lnTo>
                  <a:lnTo>
                    <a:pt x="179" y="45"/>
                  </a:lnTo>
                  <a:lnTo>
                    <a:pt x="179" y="47"/>
                  </a:lnTo>
                  <a:lnTo>
                    <a:pt x="180" y="47"/>
                  </a:lnTo>
                  <a:lnTo>
                    <a:pt x="180" y="48"/>
                  </a:lnTo>
                  <a:lnTo>
                    <a:pt x="184" y="48"/>
                  </a:lnTo>
                  <a:lnTo>
                    <a:pt x="185" y="50"/>
                  </a:lnTo>
                  <a:lnTo>
                    <a:pt x="186" y="50"/>
                  </a:lnTo>
                  <a:lnTo>
                    <a:pt x="188" y="50"/>
                  </a:lnTo>
                  <a:lnTo>
                    <a:pt x="188" y="50"/>
                  </a:lnTo>
                  <a:lnTo>
                    <a:pt x="190" y="50"/>
                  </a:lnTo>
                  <a:lnTo>
                    <a:pt x="190" y="50"/>
                  </a:lnTo>
                  <a:lnTo>
                    <a:pt x="190" y="50"/>
                  </a:lnTo>
                  <a:lnTo>
                    <a:pt x="193" y="50"/>
                  </a:lnTo>
                  <a:lnTo>
                    <a:pt x="195" y="50"/>
                  </a:lnTo>
                  <a:lnTo>
                    <a:pt x="195" y="50"/>
                  </a:lnTo>
                  <a:lnTo>
                    <a:pt x="201" y="50"/>
                  </a:lnTo>
                  <a:lnTo>
                    <a:pt x="201" y="52"/>
                  </a:lnTo>
                  <a:lnTo>
                    <a:pt x="202" y="53"/>
                  </a:lnTo>
                  <a:lnTo>
                    <a:pt x="202" y="53"/>
                  </a:lnTo>
                  <a:lnTo>
                    <a:pt x="203" y="54"/>
                  </a:lnTo>
                  <a:lnTo>
                    <a:pt x="205" y="55"/>
                  </a:lnTo>
                  <a:lnTo>
                    <a:pt x="205" y="55"/>
                  </a:lnTo>
                  <a:lnTo>
                    <a:pt x="208" y="59"/>
                  </a:lnTo>
                  <a:lnTo>
                    <a:pt x="210" y="59"/>
                  </a:lnTo>
                  <a:lnTo>
                    <a:pt x="210" y="59"/>
                  </a:lnTo>
                  <a:lnTo>
                    <a:pt x="210" y="59"/>
                  </a:lnTo>
                  <a:lnTo>
                    <a:pt x="212" y="55"/>
                  </a:lnTo>
                  <a:lnTo>
                    <a:pt x="212" y="55"/>
                  </a:lnTo>
                  <a:lnTo>
                    <a:pt x="213" y="55"/>
                  </a:lnTo>
                  <a:lnTo>
                    <a:pt x="213" y="55"/>
                  </a:lnTo>
                  <a:lnTo>
                    <a:pt x="213" y="55"/>
                  </a:lnTo>
                  <a:lnTo>
                    <a:pt x="215" y="59"/>
                  </a:lnTo>
                  <a:lnTo>
                    <a:pt x="217" y="59"/>
                  </a:lnTo>
                  <a:lnTo>
                    <a:pt x="217" y="59"/>
                  </a:lnTo>
                  <a:lnTo>
                    <a:pt x="220" y="55"/>
                  </a:lnTo>
                  <a:lnTo>
                    <a:pt x="220" y="54"/>
                  </a:lnTo>
                  <a:lnTo>
                    <a:pt x="220" y="53"/>
                  </a:lnTo>
                  <a:lnTo>
                    <a:pt x="220" y="52"/>
                  </a:lnTo>
                  <a:lnTo>
                    <a:pt x="221" y="51"/>
                  </a:lnTo>
                  <a:lnTo>
                    <a:pt x="225" y="51"/>
                  </a:lnTo>
                  <a:lnTo>
                    <a:pt x="227" y="52"/>
                  </a:lnTo>
                  <a:lnTo>
                    <a:pt x="236" y="51"/>
                  </a:lnTo>
                  <a:lnTo>
                    <a:pt x="236" y="51"/>
                  </a:lnTo>
                  <a:lnTo>
                    <a:pt x="237" y="50"/>
                  </a:lnTo>
                  <a:lnTo>
                    <a:pt x="237" y="50"/>
                  </a:lnTo>
                  <a:lnTo>
                    <a:pt x="238" y="50"/>
                  </a:lnTo>
                  <a:lnTo>
                    <a:pt x="239" y="50"/>
                  </a:lnTo>
                  <a:lnTo>
                    <a:pt x="240" y="50"/>
                  </a:lnTo>
                  <a:lnTo>
                    <a:pt x="242" y="50"/>
                  </a:lnTo>
                  <a:lnTo>
                    <a:pt x="243" y="51"/>
                  </a:lnTo>
                  <a:lnTo>
                    <a:pt x="243" y="50"/>
                  </a:lnTo>
                  <a:lnTo>
                    <a:pt x="244" y="50"/>
                  </a:lnTo>
                  <a:lnTo>
                    <a:pt x="245" y="50"/>
                  </a:lnTo>
                  <a:lnTo>
                    <a:pt x="247" y="50"/>
                  </a:lnTo>
                  <a:lnTo>
                    <a:pt x="247" y="50"/>
                  </a:lnTo>
                  <a:lnTo>
                    <a:pt x="250" y="50"/>
                  </a:lnTo>
                  <a:lnTo>
                    <a:pt x="252" y="50"/>
                  </a:lnTo>
                  <a:lnTo>
                    <a:pt x="254" y="50"/>
                  </a:lnTo>
                  <a:lnTo>
                    <a:pt x="256" y="50"/>
                  </a:lnTo>
                  <a:lnTo>
                    <a:pt x="256" y="50"/>
                  </a:lnTo>
                  <a:lnTo>
                    <a:pt x="256" y="50"/>
                  </a:lnTo>
                  <a:lnTo>
                    <a:pt x="259" y="48"/>
                  </a:lnTo>
                  <a:lnTo>
                    <a:pt x="259" y="48"/>
                  </a:lnTo>
                  <a:lnTo>
                    <a:pt x="261" y="48"/>
                  </a:lnTo>
                  <a:lnTo>
                    <a:pt x="262" y="47"/>
                  </a:lnTo>
                  <a:lnTo>
                    <a:pt x="264" y="47"/>
                  </a:lnTo>
                  <a:lnTo>
                    <a:pt x="266" y="47"/>
                  </a:lnTo>
                  <a:lnTo>
                    <a:pt x="267" y="47"/>
                  </a:lnTo>
                  <a:lnTo>
                    <a:pt x="268" y="47"/>
                  </a:lnTo>
                  <a:lnTo>
                    <a:pt x="268" y="48"/>
                  </a:lnTo>
                  <a:lnTo>
                    <a:pt x="269" y="48"/>
                  </a:lnTo>
                  <a:lnTo>
                    <a:pt x="269" y="48"/>
                  </a:lnTo>
                  <a:lnTo>
                    <a:pt x="271" y="47"/>
                  </a:lnTo>
                  <a:lnTo>
                    <a:pt x="272" y="47"/>
                  </a:lnTo>
                  <a:lnTo>
                    <a:pt x="275" y="45"/>
                  </a:lnTo>
                  <a:lnTo>
                    <a:pt x="276" y="45"/>
                  </a:lnTo>
                  <a:lnTo>
                    <a:pt x="276" y="45"/>
                  </a:lnTo>
                  <a:lnTo>
                    <a:pt x="276" y="45"/>
                  </a:lnTo>
                  <a:lnTo>
                    <a:pt x="277" y="45"/>
                  </a:lnTo>
                  <a:lnTo>
                    <a:pt x="280" y="45"/>
                  </a:lnTo>
                  <a:lnTo>
                    <a:pt x="280" y="45"/>
                  </a:lnTo>
                  <a:lnTo>
                    <a:pt x="281" y="45"/>
                  </a:lnTo>
                  <a:lnTo>
                    <a:pt x="281" y="45"/>
                  </a:lnTo>
                  <a:lnTo>
                    <a:pt x="283" y="45"/>
                  </a:lnTo>
                  <a:lnTo>
                    <a:pt x="283" y="45"/>
                  </a:lnTo>
                  <a:lnTo>
                    <a:pt x="285" y="45"/>
                  </a:lnTo>
                  <a:lnTo>
                    <a:pt x="286" y="47"/>
                  </a:lnTo>
                  <a:lnTo>
                    <a:pt x="286" y="47"/>
                  </a:lnTo>
                  <a:lnTo>
                    <a:pt x="286" y="47"/>
                  </a:lnTo>
                  <a:lnTo>
                    <a:pt x="286" y="47"/>
                  </a:lnTo>
                  <a:lnTo>
                    <a:pt x="292" y="45"/>
                  </a:lnTo>
                  <a:lnTo>
                    <a:pt x="293" y="45"/>
                  </a:lnTo>
                  <a:lnTo>
                    <a:pt x="293" y="45"/>
                  </a:lnTo>
                  <a:lnTo>
                    <a:pt x="296" y="45"/>
                  </a:lnTo>
                  <a:lnTo>
                    <a:pt x="298" y="44"/>
                  </a:lnTo>
                  <a:lnTo>
                    <a:pt x="299" y="43"/>
                  </a:lnTo>
                  <a:lnTo>
                    <a:pt x="299" y="43"/>
                  </a:lnTo>
                  <a:lnTo>
                    <a:pt x="299" y="43"/>
                  </a:lnTo>
                  <a:lnTo>
                    <a:pt x="303" y="43"/>
                  </a:lnTo>
                  <a:lnTo>
                    <a:pt x="303" y="43"/>
                  </a:lnTo>
                  <a:lnTo>
                    <a:pt x="305" y="43"/>
                  </a:lnTo>
                  <a:lnTo>
                    <a:pt x="306" y="43"/>
                  </a:lnTo>
                  <a:lnTo>
                    <a:pt x="307" y="43"/>
                  </a:lnTo>
                  <a:lnTo>
                    <a:pt x="307" y="43"/>
                  </a:lnTo>
                  <a:lnTo>
                    <a:pt x="312" y="43"/>
                  </a:lnTo>
                  <a:lnTo>
                    <a:pt x="313" y="43"/>
                  </a:lnTo>
                  <a:lnTo>
                    <a:pt x="316" y="43"/>
                  </a:lnTo>
                  <a:lnTo>
                    <a:pt x="319" y="43"/>
                  </a:lnTo>
                  <a:lnTo>
                    <a:pt x="319" y="43"/>
                  </a:lnTo>
                  <a:lnTo>
                    <a:pt x="321" y="43"/>
                  </a:lnTo>
                  <a:lnTo>
                    <a:pt x="322" y="41"/>
                  </a:lnTo>
                  <a:lnTo>
                    <a:pt x="323" y="40"/>
                  </a:lnTo>
                  <a:lnTo>
                    <a:pt x="326" y="40"/>
                  </a:lnTo>
                  <a:lnTo>
                    <a:pt x="326" y="40"/>
                  </a:lnTo>
                  <a:lnTo>
                    <a:pt x="327" y="41"/>
                  </a:lnTo>
                  <a:lnTo>
                    <a:pt x="327" y="41"/>
                  </a:lnTo>
                  <a:lnTo>
                    <a:pt x="329" y="40"/>
                  </a:lnTo>
                  <a:lnTo>
                    <a:pt x="330" y="40"/>
                  </a:lnTo>
                  <a:lnTo>
                    <a:pt x="332" y="40"/>
                  </a:lnTo>
                  <a:lnTo>
                    <a:pt x="333" y="40"/>
                  </a:lnTo>
                  <a:lnTo>
                    <a:pt x="338" y="40"/>
                  </a:lnTo>
                  <a:lnTo>
                    <a:pt x="339" y="40"/>
                  </a:lnTo>
                  <a:lnTo>
                    <a:pt x="340" y="40"/>
                  </a:lnTo>
                  <a:lnTo>
                    <a:pt x="341" y="40"/>
                  </a:lnTo>
                  <a:lnTo>
                    <a:pt x="341" y="41"/>
                  </a:lnTo>
                  <a:lnTo>
                    <a:pt x="343" y="43"/>
                  </a:lnTo>
                  <a:lnTo>
                    <a:pt x="344" y="43"/>
                  </a:lnTo>
                  <a:lnTo>
                    <a:pt x="346" y="43"/>
                  </a:lnTo>
                  <a:lnTo>
                    <a:pt x="349" y="43"/>
                  </a:lnTo>
                  <a:lnTo>
                    <a:pt x="349" y="43"/>
                  </a:lnTo>
                  <a:lnTo>
                    <a:pt x="351" y="43"/>
                  </a:lnTo>
                  <a:lnTo>
                    <a:pt x="352" y="43"/>
                  </a:lnTo>
                  <a:lnTo>
                    <a:pt x="352" y="43"/>
                  </a:lnTo>
                  <a:lnTo>
                    <a:pt x="353" y="41"/>
                  </a:lnTo>
                  <a:lnTo>
                    <a:pt x="353" y="40"/>
                  </a:lnTo>
                  <a:lnTo>
                    <a:pt x="359" y="40"/>
                  </a:lnTo>
                  <a:lnTo>
                    <a:pt x="359" y="40"/>
                  </a:lnTo>
                  <a:lnTo>
                    <a:pt x="362" y="40"/>
                  </a:lnTo>
                  <a:lnTo>
                    <a:pt x="363" y="41"/>
                  </a:lnTo>
                  <a:lnTo>
                    <a:pt x="364" y="41"/>
                  </a:lnTo>
                  <a:lnTo>
                    <a:pt x="367" y="41"/>
                  </a:lnTo>
                  <a:lnTo>
                    <a:pt x="367" y="41"/>
                  </a:lnTo>
                  <a:lnTo>
                    <a:pt x="370" y="40"/>
                  </a:lnTo>
                  <a:lnTo>
                    <a:pt x="370" y="40"/>
                  </a:lnTo>
                  <a:lnTo>
                    <a:pt x="371" y="40"/>
                  </a:lnTo>
                  <a:lnTo>
                    <a:pt x="374" y="40"/>
                  </a:lnTo>
                  <a:lnTo>
                    <a:pt x="379" y="40"/>
                  </a:lnTo>
                  <a:lnTo>
                    <a:pt x="379" y="41"/>
                  </a:lnTo>
                  <a:lnTo>
                    <a:pt x="379" y="41"/>
                  </a:lnTo>
                  <a:lnTo>
                    <a:pt x="379" y="43"/>
                  </a:lnTo>
                  <a:lnTo>
                    <a:pt x="381" y="43"/>
                  </a:lnTo>
                  <a:lnTo>
                    <a:pt x="382" y="43"/>
                  </a:lnTo>
                  <a:lnTo>
                    <a:pt x="382" y="43"/>
                  </a:lnTo>
                  <a:lnTo>
                    <a:pt x="383" y="43"/>
                  </a:lnTo>
                  <a:lnTo>
                    <a:pt x="383" y="43"/>
                  </a:lnTo>
                  <a:lnTo>
                    <a:pt x="383" y="43"/>
                  </a:lnTo>
                  <a:lnTo>
                    <a:pt x="384" y="43"/>
                  </a:lnTo>
                  <a:lnTo>
                    <a:pt x="388" y="41"/>
                  </a:lnTo>
                  <a:lnTo>
                    <a:pt x="388" y="40"/>
                  </a:lnTo>
                  <a:lnTo>
                    <a:pt x="388" y="40"/>
                  </a:lnTo>
                  <a:lnTo>
                    <a:pt x="388" y="40"/>
                  </a:lnTo>
                  <a:lnTo>
                    <a:pt x="390" y="40"/>
                  </a:lnTo>
                  <a:lnTo>
                    <a:pt x="391" y="40"/>
                  </a:lnTo>
                  <a:lnTo>
                    <a:pt x="393" y="40"/>
                  </a:lnTo>
                  <a:lnTo>
                    <a:pt x="395" y="40"/>
                  </a:lnTo>
                  <a:lnTo>
                    <a:pt x="395" y="40"/>
                  </a:lnTo>
                  <a:lnTo>
                    <a:pt x="398" y="40"/>
                  </a:lnTo>
                  <a:lnTo>
                    <a:pt x="400" y="40"/>
                  </a:lnTo>
                  <a:lnTo>
                    <a:pt x="401" y="40"/>
                  </a:lnTo>
                  <a:lnTo>
                    <a:pt x="405" y="40"/>
                  </a:lnTo>
                  <a:lnTo>
                    <a:pt x="407" y="40"/>
                  </a:lnTo>
                  <a:lnTo>
                    <a:pt x="409" y="40"/>
                  </a:lnTo>
                  <a:lnTo>
                    <a:pt x="409" y="40"/>
                  </a:lnTo>
                  <a:lnTo>
                    <a:pt x="411" y="40"/>
                  </a:lnTo>
                  <a:lnTo>
                    <a:pt x="413" y="40"/>
                  </a:lnTo>
                  <a:lnTo>
                    <a:pt x="416" y="40"/>
                  </a:lnTo>
                  <a:lnTo>
                    <a:pt x="416" y="40"/>
                  </a:lnTo>
                  <a:lnTo>
                    <a:pt x="416" y="40"/>
                  </a:lnTo>
                  <a:lnTo>
                    <a:pt x="419" y="40"/>
                  </a:lnTo>
                  <a:lnTo>
                    <a:pt x="423" y="40"/>
                  </a:lnTo>
                  <a:lnTo>
                    <a:pt x="423" y="40"/>
                  </a:lnTo>
                  <a:lnTo>
                    <a:pt x="427" y="38"/>
                  </a:lnTo>
                  <a:lnTo>
                    <a:pt x="429" y="38"/>
                  </a:lnTo>
                  <a:lnTo>
                    <a:pt x="430" y="37"/>
                  </a:lnTo>
                  <a:lnTo>
                    <a:pt x="431" y="38"/>
                  </a:lnTo>
                  <a:lnTo>
                    <a:pt x="432" y="40"/>
                  </a:lnTo>
                  <a:lnTo>
                    <a:pt x="436" y="40"/>
                  </a:lnTo>
                  <a:lnTo>
                    <a:pt x="436" y="40"/>
                  </a:lnTo>
                  <a:lnTo>
                    <a:pt x="437" y="40"/>
                  </a:lnTo>
                  <a:lnTo>
                    <a:pt x="439" y="40"/>
                  </a:lnTo>
                  <a:lnTo>
                    <a:pt x="442" y="40"/>
                  </a:lnTo>
                  <a:lnTo>
                    <a:pt x="443" y="40"/>
                  </a:lnTo>
                  <a:lnTo>
                    <a:pt x="444" y="40"/>
                  </a:lnTo>
                  <a:lnTo>
                    <a:pt x="448" y="40"/>
                  </a:lnTo>
                  <a:lnTo>
                    <a:pt x="450" y="40"/>
                  </a:lnTo>
                  <a:lnTo>
                    <a:pt x="450" y="40"/>
                  </a:lnTo>
                  <a:lnTo>
                    <a:pt x="453" y="40"/>
                  </a:lnTo>
                  <a:lnTo>
                    <a:pt x="454" y="40"/>
                  </a:lnTo>
                  <a:lnTo>
                    <a:pt x="456" y="40"/>
                  </a:lnTo>
                  <a:lnTo>
                    <a:pt x="456" y="40"/>
                  </a:lnTo>
                  <a:lnTo>
                    <a:pt x="457" y="40"/>
                  </a:lnTo>
                  <a:lnTo>
                    <a:pt x="457" y="40"/>
                  </a:lnTo>
                  <a:lnTo>
                    <a:pt x="458" y="40"/>
                  </a:lnTo>
                  <a:lnTo>
                    <a:pt x="463" y="40"/>
                  </a:lnTo>
                  <a:lnTo>
                    <a:pt x="465" y="40"/>
                  </a:lnTo>
                  <a:lnTo>
                    <a:pt x="466" y="40"/>
                  </a:lnTo>
                  <a:lnTo>
                    <a:pt x="466" y="40"/>
                  </a:lnTo>
                  <a:lnTo>
                    <a:pt x="466" y="40"/>
                  </a:lnTo>
                  <a:lnTo>
                    <a:pt x="471" y="40"/>
                  </a:lnTo>
                  <a:lnTo>
                    <a:pt x="475" y="40"/>
                  </a:lnTo>
                  <a:lnTo>
                    <a:pt x="475" y="40"/>
                  </a:lnTo>
                  <a:lnTo>
                    <a:pt x="477" y="41"/>
                  </a:lnTo>
                  <a:lnTo>
                    <a:pt x="477" y="43"/>
                  </a:lnTo>
                  <a:lnTo>
                    <a:pt x="482" y="43"/>
                  </a:lnTo>
                  <a:lnTo>
                    <a:pt x="482" y="43"/>
                  </a:lnTo>
                  <a:lnTo>
                    <a:pt x="486" y="43"/>
                  </a:lnTo>
                  <a:lnTo>
                    <a:pt x="486" y="43"/>
                  </a:lnTo>
                  <a:lnTo>
                    <a:pt x="488" y="43"/>
                  </a:lnTo>
                  <a:lnTo>
                    <a:pt x="488" y="43"/>
                  </a:lnTo>
                  <a:lnTo>
                    <a:pt x="488" y="41"/>
                  </a:lnTo>
                  <a:lnTo>
                    <a:pt x="488" y="41"/>
                  </a:lnTo>
                  <a:lnTo>
                    <a:pt x="488" y="40"/>
                  </a:lnTo>
                  <a:lnTo>
                    <a:pt x="492" y="40"/>
                  </a:lnTo>
                  <a:lnTo>
                    <a:pt x="494" y="40"/>
                  </a:lnTo>
                  <a:lnTo>
                    <a:pt x="495" y="40"/>
                  </a:lnTo>
                  <a:lnTo>
                    <a:pt x="495" y="40"/>
                  </a:lnTo>
                  <a:lnTo>
                    <a:pt x="496" y="41"/>
                  </a:lnTo>
                  <a:lnTo>
                    <a:pt x="503" y="41"/>
                  </a:lnTo>
                  <a:lnTo>
                    <a:pt x="503" y="41"/>
                  </a:lnTo>
                  <a:lnTo>
                    <a:pt x="503" y="41"/>
                  </a:lnTo>
                  <a:lnTo>
                    <a:pt x="504" y="41"/>
                  </a:lnTo>
                  <a:lnTo>
                    <a:pt x="504" y="41"/>
                  </a:lnTo>
                  <a:lnTo>
                    <a:pt x="506" y="41"/>
                  </a:lnTo>
                  <a:lnTo>
                    <a:pt x="508" y="41"/>
                  </a:lnTo>
                  <a:lnTo>
                    <a:pt x="511" y="43"/>
                  </a:lnTo>
                  <a:lnTo>
                    <a:pt x="512" y="43"/>
                  </a:lnTo>
                  <a:lnTo>
                    <a:pt x="512" y="45"/>
                  </a:lnTo>
                  <a:lnTo>
                    <a:pt x="513" y="45"/>
                  </a:lnTo>
                  <a:lnTo>
                    <a:pt x="513" y="45"/>
                  </a:lnTo>
                  <a:lnTo>
                    <a:pt x="517" y="45"/>
                  </a:lnTo>
                  <a:lnTo>
                    <a:pt x="517" y="45"/>
                  </a:lnTo>
                  <a:lnTo>
                    <a:pt x="519" y="45"/>
                  </a:lnTo>
                  <a:lnTo>
                    <a:pt x="519" y="45"/>
                  </a:lnTo>
                  <a:lnTo>
                    <a:pt x="519" y="45"/>
                  </a:lnTo>
                  <a:lnTo>
                    <a:pt x="519" y="45"/>
                  </a:lnTo>
                  <a:lnTo>
                    <a:pt x="520" y="45"/>
                  </a:lnTo>
                  <a:lnTo>
                    <a:pt x="521" y="45"/>
                  </a:lnTo>
                  <a:lnTo>
                    <a:pt x="521" y="45"/>
                  </a:lnTo>
                  <a:lnTo>
                    <a:pt x="525" y="45"/>
                  </a:lnTo>
                  <a:lnTo>
                    <a:pt x="525" y="47"/>
                  </a:lnTo>
                  <a:lnTo>
                    <a:pt x="529" y="48"/>
                  </a:lnTo>
                  <a:lnTo>
                    <a:pt x="529" y="48"/>
                  </a:lnTo>
                  <a:lnTo>
                    <a:pt x="529" y="50"/>
                  </a:lnTo>
                  <a:lnTo>
                    <a:pt x="530" y="50"/>
                  </a:lnTo>
                  <a:lnTo>
                    <a:pt x="532" y="50"/>
                  </a:lnTo>
                  <a:lnTo>
                    <a:pt x="535" y="50"/>
                  </a:lnTo>
                  <a:lnTo>
                    <a:pt x="537" y="50"/>
                  </a:lnTo>
                  <a:lnTo>
                    <a:pt x="537" y="50"/>
                  </a:lnTo>
                  <a:lnTo>
                    <a:pt x="537" y="50"/>
                  </a:lnTo>
                  <a:lnTo>
                    <a:pt x="537" y="50"/>
                  </a:lnTo>
                  <a:lnTo>
                    <a:pt x="538" y="50"/>
                  </a:lnTo>
                  <a:lnTo>
                    <a:pt x="538" y="50"/>
                  </a:lnTo>
                  <a:lnTo>
                    <a:pt x="544" y="50"/>
                  </a:lnTo>
                  <a:lnTo>
                    <a:pt x="544" y="50"/>
                  </a:lnTo>
                  <a:lnTo>
                    <a:pt x="545" y="50"/>
                  </a:lnTo>
                  <a:lnTo>
                    <a:pt x="547" y="51"/>
                  </a:lnTo>
                  <a:lnTo>
                    <a:pt x="547" y="51"/>
                  </a:lnTo>
                  <a:lnTo>
                    <a:pt x="548" y="53"/>
                  </a:lnTo>
                  <a:lnTo>
                    <a:pt x="549" y="55"/>
                  </a:lnTo>
                  <a:lnTo>
                    <a:pt x="549" y="59"/>
                  </a:lnTo>
                  <a:lnTo>
                    <a:pt x="551" y="59"/>
                  </a:lnTo>
                  <a:lnTo>
                    <a:pt x="551" y="59"/>
                  </a:lnTo>
                  <a:lnTo>
                    <a:pt x="552" y="59"/>
                  </a:lnTo>
                  <a:lnTo>
                    <a:pt x="552" y="59"/>
                  </a:lnTo>
                  <a:lnTo>
                    <a:pt x="552" y="59"/>
                  </a:lnTo>
                  <a:lnTo>
                    <a:pt x="552" y="59"/>
                  </a:lnTo>
                  <a:lnTo>
                    <a:pt x="552" y="59"/>
                  </a:lnTo>
                  <a:lnTo>
                    <a:pt x="552" y="59"/>
                  </a:lnTo>
                  <a:lnTo>
                    <a:pt x="552" y="59"/>
                  </a:lnTo>
                  <a:lnTo>
                    <a:pt x="555" y="59"/>
                  </a:lnTo>
                  <a:lnTo>
                    <a:pt x="556" y="59"/>
                  </a:lnTo>
                  <a:lnTo>
                    <a:pt x="556" y="59"/>
                  </a:lnTo>
                  <a:lnTo>
                    <a:pt x="560" y="59"/>
                  </a:lnTo>
                  <a:lnTo>
                    <a:pt x="560" y="60"/>
                  </a:lnTo>
                  <a:lnTo>
                    <a:pt x="0" y="60"/>
                  </a:lnTo>
                  <a:lnTo>
                    <a:pt x="0" y="59"/>
                  </a:lnTo>
                  <a:lnTo>
                    <a:pt x="0" y="59"/>
                  </a:lnTo>
                  <a:lnTo>
                    <a:pt x="0" y="59"/>
                  </a:lnTo>
                  <a:lnTo>
                    <a:pt x="0" y="55"/>
                  </a:lnTo>
                  <a:lnTo>
                    <a:pt x="0" y="54"/>
                  </a:lnTo>
                  <a:lnTo>
                    <a:pt x="2" y="52"/>
                  </a:lnTo>
                  <a:lnTo>
                    <a:pt x="2" y="50"/>
                  </a:lnTo>
                  <a:lnTo>
                    <a:pt x="3" y="50"/>
                  </a:lnTo>
                  <a:lnTo>
                    <a:pt x="3" y="50"/>
                  </a:lnTo>
                  <a:lnTo>
                    <a:pt x="4" y="50"/>
                  </a:lnTo>
                  <a:lnTo>
                    <a:pt x="3" y="48"/>
                  </a:lnTo>
                  <a:lnTo>
                    <a:pt x="3" y="47"/>
                  </a:lnTo>
                  <a:lnTo>
                    <a:pt x="3" y="45"/>
                  </a:lnTo>
                  <a:lnTo>
                    <a:pt x="3" y="43"/>
                  </a:lnTo>
                  <a:lnTo>
                    <a:pt x="3" y="40"/>
                  </a:lnTo>
                  <a:lnTo>
                    <a:pt x="3" y="40"/>
                  </a:lnTo>
                  <a:lnTo>
                    <a:pt x="3" y="37"/>
                  </a:lnTo>
                  <a:lnTo>
                    <a:pt x="3" y="36"/>
                  </a:lnTo>
                  <a:lnTo>
                    <a:pt x="3" y="35"/>
                  </a:lnTo>
                  <a:lnTo>
                    <a:pt x="3" y="30"/>
                  </a:lnTo>
                  <a:lnTo>
                    <a:pt x="2" y="30"/>
                  </a:lnTo>
                  <a:lnTo>
                    <a:pt x="2" y="30"/>
                  </a:lnTo>
                  <a:lnTo>
                    <a:pt x="2" y="30"/>
                  </a:lnTo>
                  <a:lnTo>
                    <a:pt x="2" y="26"/>
                  </a:lnTo>
                  <a:lnTo>
                    <a:pt x="3" y="25"/>
                  </a:lnTo>
                  <a:lnTo>
                    <a:pt x="3" y="23"/>
                  </a:lnTo>
                  <a:lnTo>
                    <a:pt x="6" y="23"/>
                  </a:lnTo>
                  <a:lnTo>
                    <a:pt x="9" y="23"/>
                  </a:lnTo>
                  <a:lnTo>
                    <a:pt x="9" y="23"/>
                  </a:lnTo>
                  <a:lnTo>
                    <a:pt x="11" y="23"/>
                  </a:lnTo>
                  <a:lnTo>
                    <a:pt x="11" y="25"/>
                  </a:lnTo>
                  <a:lnTo>
                    <a:pt x="14" y="25"/>
                  </a:lnTo>
                  <a:lnTo>
                    <a:pt x="14" y="25"/>
                  </a:lnTo>
                  <a:lnTo>
                    <a:pt x="14" y="26"/>
                  </a:lnTo>
                  <a:lnTo>
                    <a:pt x="14" y="26"/>
                  </a:lnTo>
                  <a:lnTo>
                    <a:pt x="17" y="29"/>
                  </a:lnTo>
                  <a:lnTo>
                    <a:pt x="17" y="29"/>
                  </a:lnTo>
                  <a:lnTo>
                    <a:pt x="19" y="30"/>
                  </a:lnTo>
                  <a:lnTo>
                    <a:pt x="19" y="30"/>
                  </a:lnTo>
                  <a:lnTo>
                    <a:pt x="20" y="30"/>
                  </a:lnTo>
                  <a:lnTo>
                    <a:pt x="20" y="30"/>
                  </a:lnTo>
                  <a:lnTo>
                    <a:pt x="21" y="30"/>
                  </a:lnTo>
                  <a:lnTo>
                    <a:pt x="21" y="30"/>
                  </a:lnTo>
                  <a:lnTo>
                    <a:pt x="22" y="30"/>
                  </a:lnTo>
                  <a:lnTo>
                    <a:pt x="22" y="30"/>
                  </a:lnTo>
                  <a:lnTo>
                    <a:pt x="22" y="30"/>
                  </a:lnTo>
                  <a:lnTo>
                    <a:pt x="24" y="29"/>
                  </a:lnTo>
                  <a:lnTo>
                    <a:pt x="24" y="29"/>
                  </a:lnTo>
                  <a:lnTo>
                    <a:pt x="24" y="26"/>
                  </a:lnTo>
                  <a:lnTo>
                    <a:pt x="29" y="26"/>
                  </a:lnTo>
                  <a:lnTo>
                    <a:pt x="29" y="26"/>
                  </a:lnTo>
                  <a:lnTo>
                    <a:pt x="30" y="26"/>
                  </a:lnTo>
                  <a:lnTo>
                    <a:pt x="31" y="26"/>
                  </a:lnTo>
                  <a:lnTo>
                    <a:pt x="32" y="26"/>
                  </a:lnTo>
                  <a:lnTo>
                    <a:pt x="36" y="26"/>
                  </a:lnTo>
                  <a:lnTo>
                    <a:pt x="39" y="26"/>
                  </a:lnTo>
                  <a:lnTo>
                    <a:pt x="39" y="26"/>
                  </a:lnTo>
                  <a:lnTo>
                    <a:pt x="39" y="25"/>
                  </a:lnTo>
                  <a:lnTo>
                    <a:pt x="41" y="23"/>
                  </a:lnTo>
                  <a:lnTo>
                    <a:pt x="41" y="21"/>
                  </a:lnTo>
                  <a:lnTo>
                    <a:pt x="41" y="21"/>
                  </a:lnTo>
                  <a:lnTo>
                    <a:pt x="41" y="19"/>
                  </a:lnTo>
                  <a:lnTo>
                    <a:pt x="43" y="18"/>
                  </a:lnTo>
                  <a:lnTo>
                    <a:pt x="44" y="18"/>
                  </a:lnTo>
                  <a:lnTo>
                    <a:pt x="44" y="14"/>
                  </a:lnTo>
                  <a:lnTo>
                    <a:pt x="44" y="13"/>
                  </a:lnTo>
                  <a:lnTo>
                    <a:pt x="44" y="8"/>
                  </a:lnTo>
                  <a:lnTo>
                    <a:pt x="45" y="7"/>
                  </a:lnTo>
                  <a:lnTo>
                    <a:pt x="45" y="7"/>
                  </a:lnTo>
                  <a:lnTo>
                    <a:pt x="45" y="7"/>
                  </a:lnTo>
                  <a:lnTo>
                    <a:pt x="45" y="6"/>
                  </a:lnTo>
                  <a:lnTo>
                    <a:pt x="45" y="5"/>
                  </a:lnTo>
                  <a:lnTo>
                    <a:pt x="44" y="2"/>
                  </a:lnTo>
                  <a:lnTo>
                    <a:pt x="44" y="0"/>
                  </a:lnTo>
                  <a:lnTo>
                    <a:pt x="44" y="0"/>
                  </a:lnTo>
                  <a:lnTo>
                    <a:pt x="44" y="0"/>
                  </a:lnTo>
                  <a:lnTo>
                    <a:pt x="127" y="0"/>
                  </a:lnTo>
                  <a:lnTo>
                    <a:pt x="127"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06" name=""/>
            <p:cNvSpPr/>
            <p:nvPr/>
          </p:nvSpPr>
          <p:spPr>
            <a:xfrm>
              <a:off x="2847960" y="3697200"/>
              <a:ext cx="1004760" cy="187560"/>
            </a:xfrm>
            <a:custGeom>
              <a:avLst/>
              <a:gdLst/>
              <a:ahLst/>
              <a:rect l="l" t="t" r="r" b="b"/>
              <a:pathLst>
                <a:path w="633" h="118">
                  <a:moveTo>
                    <a:pt x="560" y="0"/>
                  </a:moveTo>
                  <a:lnTo>
                    <a:pt x="560" y="1"/>
                  </a:lnTo>
                  <a:lnTo>
                    <a:pt x="561" y="1"/>
                  </a:lnTo>
                  <a:lnTo>
                    <a:pt x="561" y="1"/>
                  </a:lnTo>
                  <a:lnTo>
                    <a:pt x="564" y="1"/>
                  </a:lnTo>
                  <a:lnTo>
                    <a:pt x="564" y="2"/>
                  </a:lnTo>
                  <a:lnTo>
                    <a:pt x="565" y="2"/>
                  </a:lnTo>
                  <a:lnTo>
                    <a:pt x="565" y="2"/>
                  </a:lnTo>
                  <a:lnTo>
                    <a:pt x="568" y="2"/>
                  </a:lnTo>
                  <a:lnTo>
                    <a:pt x="568" y="2"/>
                  </a:lnTo>
                  <a:lnTo>
                    <a:pt x="569" y="2"/>
                  </a:lnTo>
                  <a:lnTo>
                    <a:pt x="569" y="2"/>
                  </a:lnTo>
                  <a:lnTo>
                    <a:pt x="569" y="2"/>
                  </a:lnTo>
                  <a:lnTo>
                    <a:pt x="569" y="2"/>
                  </a:lnTo>
                  <a:lnTo>
                    <a:pt x="569" y="2"/>
                  </a:lnTo>
                  <a:lnTo>
                    <a:pt x="572" y="2"/>
                  </a:lnTo>
                  <a:lnTo>
                    <a:pt x="573" y="2"/>
                  </a:lnTo>
                  <a:lnTo>
                    <a:pt x="574" y="2"/>
                  </a:lnTo>
                  <a:lnTo>
                    <a:pt x="574" y="4"/>
                  </a:lnTo>
                  <a:lnTo>
                    <a:pt x="574" y="4"/>
                  </a:lnTo>
                  <a:lnTo>
                    <a:pt x="577" y="5"/>
                  </a:lnTo>
                  <a:lnTo>
                    <a:pt x="577" y="5"/>
                  </a:lnTo>
                  <a:lnTo>
                    <a:pt x="577" y="9"/>
                  </a:lnTo>
                  <a:lnTo>
                    <a:pt x="579" y="11"/>
                  </a:lnTo>
                  <a:lnTo>
                    <a:pt x="579" y="11"/>
                  </a:lnTo>
                  <a:lnTo>
                    <a:pt x="579" y="11"/>
                  </a:lnTo>
                  <a:lnTo>
                    <a:pt x="579" y="12"/>
                  </a:lnTo>
                  <a:lnTo>
                    <a:pt x="579" y="13"/>
                  </a:lnTo>
                  <a:lnTo>
                    <a:pt x="581" y="13"/>
                  </a:lnTo>
                  <a:lnTo>
                    <a:pt x="584" y="13"/>
                  </a:lnTo>
                  <a:lnTo>
                    <a:pt x="587" y="13"/>
                  </a:lnTo>
                  <a:lnTo>
                    <a:pt x="588" y="13"/>
                  </a:lnTo>
                  <a:lnTo>
                    <a:pt x="588" y="13"/>
                  </a:lnTo>
                  <a:lnTo>
                    <a:pt x="589" y="14"/>
                  </a:lnTo>
                  <a:lnTo>
                    <a:pt x="590" y="15"/>
                  </a:lnTo>
                  <a:lnTo>
                    <a:pt x="591" y="17"/>
                  </a:lnTo>
                  <a:lnTo>
                    <a:pt x="591" y="20"/>
                  </a:lnTo>
                  <a:lnTo>
                    <a:pt x="593" y="21"/>
                  </a:lnTo>
                  <a:lnTo>
                    <a:pt x="594" y="23"/>
                  </a:lnTo>
                  <a:lnTo>
                    <a:pt x="595" y="24"/>
                  </a:lnTo>
                  <a:lnTo>
                    <a:pt x="597" y="24"/>
                  </a:lnTo>
                  <a:lnTo>
                    <a:pt x="599" y="24"/>
                  </a:lnTo>
                  <a:lnTo>
                    <a:pt x="599" y="26"/>
                  </a:lnTo>
                  <a:lnTo>
                    <a:pt x="599" y="26"/>
                  </a:lnTo>
                  <a:lnTo>
                    <a:pt x="599" y="26"/>
                  </a:lnTo>
                  <a:lnTo>
                    <a:pt x="600" y="26"/>
                  </a:lnTo>
                  <a:lnTo>
                    <a:pt x="603" y="30"/>
                  </a:lnTo>
                  <a:lnTo>
                    <a:pt x="603" y="31"/>
                  </a:lnTo>
                  <a:lnTo>
                    <a:pt x="604" y="31"/>
                  </a:lnTo>
                  <a:lnTo>
                    <a:pt x="607" y="33"/>
                  </a:lnTo>
                  <a:lnTo>
                    <a:pt x="607" y="35"/>
                  </a:lnTo>
                  <a:lnTo>
                    <a:pt x="607" y="35"/>
                  </a:lnTo>
                  <a:lnTo>
                    <a:pt x="607" y="35"/>
                  </a:lnTo>
                  <a:lnTo>
                    <a:pt x="607" y="36"/>
                  </a:lnTo>
                  <a:lnTo>
                    <a:pt x="607" y="36"/>
                  </a:lnTo>
                  <a:lnTo>
                    <a:pt x="607" y="36"/>
                  </a:lnTo>
                  <a:lnTo>
                    <a:pt x="607" y="37"/>
                  </a:lnTo>
                  <a:lnTo>
                    <a:pt x="610" y="38"/>
                  </a:lnTo>
                  <a:lnTo>
                    <a:pt x="610" y="38"/>
                  </a:lnTo>
                  <a:lnTo>
                    <a:pt x="613" y="41"/>
                  </a:lnTo>
                  <a:lnTo>
                    <a:pt x="613" y="41"/>
                  </a:lnTo>
                  <a:lnTo>
                    <a:pt x="613" y="43"/>
                  </a:lnTo>
                  <a:lnTo>
                    <a:pt x="614" y="43"/>
                  </a:lnTo>
                  <a:lnTo>
                    <a:pt x="614" y="46"/>
                  </a:lnTo>
                  <a:lnTo>
                    <a:pt x="614" y="48"/>
                  </a:lnTo>
                  <a:lnTo>
                    <a:pt x="614" y="48"/>
                  </a:lnTo>
                  <a:lnTo>
                    <a:pt x="615" y="48"/>
                  </a:lnTo>
                  <a:lnTo>
                    <a:pt x="615" y="48"/>
                  </a:lnTo>
                  <a:lnTo>
                    <a:pt x="615" y="48"/>
                  </a:lnTo>
                  <a:lnTo>
                    <a:pt x="615" y="51"/>
                  </a:lnTo>
                  <a:lnTo>
                    <a:pt x="615" y="56"/>
                  </a:lnTo>
                  <a:lnTo>
                    <a:pt x="615" y="56"/>
                  </a:lnTo>
                  <a:lnTo>
                    <a:pt x="620" y="58"/>
                  </a:lnTo>
                  <a:lnTo>
                    <a:pt x="621" y="58"/>
                  </a:lnTo>
                  <a:lnTo>
                    <a:pt x="621" y="58"/>
                  </a:lnTo>
                  <a:lnTo>
                    <a:pt x="623" y="59"/>
                  </a:lnTo>
                  <a:lnTo>
                    <a:pt x="623" y="63"/>
                  </a:lnTo>
                  <a:lnTo>
                    <a:pt x="625" y="65"/>
                  </a:lnTo>
                  <a:lnTo>
                    <a:pt x="625" y="68"/>
                  </a:lnTo>
                  <a:lnTo>
                    <a:pt x="626" y="68"/>
                  </a:lnTo>
                  <a:lnTo>
                    <a:pt x="625" y="70"/>
                  </a:lnTo>
                  <a:lnTo>
                    <a:pt x="625" y="73"/>
                  </a:lnTo>
                  <a:lnTo>
                    <a:pt x="626" y="74"/>
                  </a:lnTo>
                  <a:lnTo>
                    <a:pt x="626" y="78"/>
                  </a:lnTo>
                  <a:lnTo>
                    <a:pt x="626" y="79"/>
                  </a:lnTo>
                  <a:lnTo>
                    <a:pt x="627" y="82"/>
                  </a:lnTo>
                  <a:lnTo>
                    <a:pt x="628" y="83"/>
                  </a:lnTo>
                  <a:lnTo>
                    <a:pt x="629" y="86"/>
                  </a:lnTo>
                  <a:lnTo>
                    <a:pt x="628" y="92"/>
                  </a:lnTo>
                  <a:lnTo>
                    <a:pt x="627" y="95"/>
                  </a:lnTo>
                  <a:lnTo>
                    <a:pt x="627" y="96"/>
                  </a:lnTo>
                  <a:lnTo>
                    <a:pt x="627" y="97"/>
                  </a:lnTo>
                  <a:lnTo>
                    <a:pt x="628" y="99"/>
                  </a:lnTo>
                  <a:lnTo>
                    <a:pt x="628" y="99"/>
                  </a:lnTo>
                  <a:lnTo>
                    <a:pt x="629" y="99"/>
                  </a:lnTo>
                  <a:lnTo>
                    <a:pt x="629" y="101"/>
                  </a:lnTo>
                  <a:lnTo>
                    <a:pt x="629" y="101"/>
                  </a:lnTo>
                  <a:lnTo>
                    <a:pt x="629" y="104"/>
                  </a:lnTo>
                  <a:lnTo>
                    <a:pt x="629" y="104"/>
                  </a:lnTo>
                  <a:lnTo>
                    <a:pt x="629" y="107"/>
                  </a:lnTo>
                  <a:lnTo>
                    <a:pt x="632" y="108"/>
                  </a:lnTo>
                  <a:lnTo>
                    <a:pt x="629" y="112"/>
                  </a:lnTo>
                  <a:lnTo>
                    <a:pt x="629" y="114"/>
                  </a:lnTo>
                  <a:lnTo>
                    <a:pt x="629" y="116"/>
                  </a:lnTo>
                  <a:lnTo>
                    <a:pt x="629" y="117"/>
                  </a:lnTo>
                  <a:lnTo>
                    <a:pt x="41" y="117"/>
                  </a:lnTo>
                  <a:lnTo>
                    <a:pt x="41" y="116"/>
                  </a:lnTo>
                  <a:lnTo>
                    <a:pt x="41" y="114"/>
                  </a:lnTo>
                  <a:lnTo>
                    <a:pt x="41" y="108"/>
                  </a:lnTo>
                  <a:lnTo>
                    <a:pt x="41" y="108"/>
                  </a:lnTo>
                  <a:lnTo>
                    <a:pt x="41" y="104"/>
                  </a:lnTo>
                  <a:lnTo>
                    <a:pt x="41" y="101"/>
                  </a:lnTo>
                  <a:lnTo>
                    <a:pt x="41" y="97"/>
                  </a:lnTo>
                  <a:lnTo>
                    <a:pt x="39" y="96"/>
                  </a:lnTo>
                  <a:lnTo>
                    <a:pt x="39" y="95"/>
                  </a:lnTo>
                  <a:lnTo>
                    <a:pt x="39" y="94"/>
                  </a:lnTo>
                  <a:lnTo>
                    <a:pt x="39" y="89"/>
                  </a:lnTo>
                  <a:lnTo>
                    <a:pt x="39" y="88"/>
                  </a:lnTo>
                  <a:lnTo>
                    <a:pt x="39" y="86"/>
                  </a:lnTo>
                  <a:lnTo>
                    <a:pt x="39" y="85"/>
                  </a:lnTo>
                  <a:lnTo>
                    <a:pt x="36" y="82"/>
                  </a:lnTo>
                  <a:lnTo>
                    <a:pt x="34" y="82"/>
                  </a:lnTo>
                  <a:lnTo>
                    <a:pt x="32" y="79"/>
                  </a:lnTo>
                  <a:lnTo>
                    <a:pt x="31" y="78"/>
                  </a:lnTo>
                  <a:lnTo>
                    <a:pt x="31" y="74"/>
                  </a:lnTo>
                  <a:lnTo>
                    <a:pt x="30" y="73"/>
                  </a:lnTo>
                  <a:lnTo>
                    <a:pt x="30" y="70"/>
                  </a:lnTo>
                  <a:lnTo>
                    <a:pt x="29" y="70"/>
                  </a:lnTo>
                  <a:lnTo>
                    <a:pt x="29" y="68"/>
                  </a:lnTo>
                  <a:lnTo>
                    <a:pt x="24" y="68"/>
                  </a:lnTo>
                  <a:lnTo>
                    <a:pt x="22" y="65"/>
                  </a:lnTo>
                  <a:lnTo>
                    <a:pt x="21" y="64"/>
                  </a:lnTo>
                  <a:lnTo>
                    <a:pt x="20" y="59"/>
                  </a:lnTo>
                  <a:lnTo>
                    <a:pt x="19" y="59"/>
                  </a:lnTo>
                  <a:lnTo>
                    <a:pt x="17" y="58"/>
                  </a:lnTo>
                  <a:lnTo>
                    <a:pt x="14" y="58"/>
                  </a:lnTo>
                  <a:lnTo>
                    <a:pt x="14" y="57"/>
                  </a:lnTo>
                  <a:lnTo>
                    <a:pt x="11" y="56"/>
                  </a:lnTo>
                  <a:lnTo>
                    <a:pt x="9" y="52"/>
                  </a:lnTo>
                  <a:lnTo>
                    <a:pt x="9" y="50"/>
                  </a:lnTo>
                  <a:lnTo>
                    <a:pt x="9" y="50"/>
                  </a:lnTo>
                  <a:lnTo>
                    <a:pt x="9" y="48"/>
                  </a:lnTo>
                  <a:lnTo>
                    <a:pt x="9" y="48"/>
                  </a:lnTo>
                  <a:lnTo>
                    <a:pt x="7" y="48"/>
                  </a:lnTo>
                  <a:lnTo>
                    <a:pt x="5" y="44"/>
                  </a:lnTo>
                  <a:lnTo>
                    <a:pt x="3" y="41"/>
                  </a:lnTo>
                  <a:lnTo>
                    <a:pt x="2" y="41"/>
                  </a:lnTo>
                  <a:lnTo>
                    <a:pt x="0" y="41"/>
                  </a:lnTo>
                  <a:lnTo>
                    <a:pt x="0" y="38"/>
                  </a:lnTo>
                  <a:lnTo>
                    <a:pt x="0" y="38"/>
                  </a:lnTo>
                  <a:lnTo>
                    <a:pt x="2" y="38"/>
                  </a:lnTo>
                  <a:lnTo>
                    <a:pt x="2" y="38"/>
                  </a:lnTo>
                  <a:lnTo>
                    <a:pt x="3" y="38"/>
                  </a:lnTo>
                  <a:lnTo>
                    <a:pt x="3" y="38"/>
                  </a:lnTo>
                  <a:lnTo>
                    <a:pt x="6" y="41"/>
                  </a:lnTo>
                  <a:lnTo>
                    <a:pt x="9" y="41"/>
                  </a:lnTo>
                  <a:lnTo>
                    <a:pt x="9" y="41"/>
                  </a:lnTo>
                  <a:lnTo>
                    <a:pt x="9" y="41"/>
                  </a:lnTo>
                  <a:lnTo>
                    <a:pt x="10" y="41"/>
                  </a:lnTo>
                  <a:lnTo>
                    <a:pt x="11" y="41"/>
                  </a:lnTo>
                  <a:lnTo>
                    <a:pt x="14" y="41"/>
                  </a:lnTo>
                  <a:lnTo>
                    <a:pt x="14" y="41"/>
                  </a:lnTo>
                  <a:lnTo>
                    <a:pt x="14" y="41"/>
                  </a:lnTo>
                  <a:lnTo>
                    <a:pt x="17" y="41"/>
                  </a:lnTo>
                  <a:lnTo>
                    <a:pt x="19" y="41"/>
                  </a:lnTo>
                  <a:lnTo>
                    <a:pt x="19" y="41"/>
                  </a:lnTo>
                  <a:lnTo>
                    <a:pt x="19" y="41"/>
                  </a:lnTo>
                  <a:lnTo>
                    <a:pt x="19" y="41"/>
                  </a:lnTo>
                  <a:lnTo>
                    <a:pt x="19" y="38"/>
                  </a:lnTo>
                  <a:lnTo>
                    <a:pt x="17" y="38"/>
                  </a:lnTo>
                  <a:lnTo>
                    <a:pt x="17" y="38"/>
                  </a:lnTo>
                  <a:lnTo>
                    <a:pt x="14" y="38"/>
                  </a:lnTo>
                  <a:lnTo>
                    <a:pt x="14" y="37"/>
                  </a:lnTo>
                  <a:lnTo>
                    <a:pt x="14" y="36"/>
                  </a:lnTo>
                  <a:lnTo>
                    <a:pt x="14" y="36"/>
                  </a:lnTo>
                  <a:lnTo>
                    <a:pt x="14" y="35"/>
                  </a:lnTo>
                  <a:lnTo>
                    <a:pt x="14" y="31"/>
                  </a:lnTo>
                  <a:lnTo>
                    <a:pt x="14" y="31"/>
                  </a:lnTo>
                  <a:lnTo>
                    <a:pt x="14" y="30"/>
                  </a:lnTo>
                  <a:lnTo>
                    <a:pt x="14" y="30"/>
                  </a:lnTo>
                  <a:lnTo>
                    <a:pt x="14" y="26"/>
                  </a:lnTo>
                  <a:lnTo>
                    <a:pt x="14" y="26"/>
                  </a:lnTo>
                  <a:lnTo>
                    <a:pt x="17" y="24"/>
                  </a:lnTo>
                  <a:lnTo>
                    <a:pt x="14" y="24"/>
                  </a:lnTo>
                  <a:lnTo>
                    <a:pt x="14" y="24"/>
                  </a:lnTo>
                  <a:lnTo>
                    <a:pt x="13" y="24"/>
                  </a:lnTo>
                  <a:lnTo>
                    <a:pt x="10" y="23"/>
                  </a:lnTo>
                  <a:lnTo>
                    <a:pt x="9" y="21"/>
                  </a:lnTo>
                  <a:lnTo>
                    <a:pt x="9" y="21"/>
                  </a:lnTo>
                  <a:lnTo>
                    <a:pt x="7" y="20"/>
                  </a:lnTo>
                  <a:lnTo>
                    <a:pt x="6" y="20"/>
                  </a:lnTo>
                  <a:lnTo>
                    <a:pt x="6" y="19"/>
                  </a:lnTo>
                  <a:lnTo>
                    <a:pt x="3" y="17"/>
                  </a:lnTo>
                  <a:lnTo>
                    <a:pt x="3" y="14"/>
                  </a:lnTo>
                  <a:lnTo>
                    <a:pt x="2" y="13"/>
                  </a:lnTo>
                  <a:lnTo>
                    <a:pt x="2" y="11"/>
                  </a:lnTo>
                  <a:lnTo>
                    <a:pt x="0" y="11"/>
                  </a:lnTo>
                  <a:lnTo>
                    <a:pt x="2" y="5"/>
                  </a:lnTo>
                  <a:lnTo>
                    <a:pt x="2" y="4"/>
                  </a:lnTo>
                  <a:lnTo>
                    <a:pt x="2" y="2"/>
                  </a:lnTo>
                  <a:lnTo>
                    <a:pt x="2" y="2"/>
                  </a:lnTo>
                  <a:lnTo>
                    <a:pt x="0" y="0"/>
                  </a:lnTo>
                  <a:lnTo>
                    <a:pt x="560" y="0"/>
                  </a:lnTo>
                  <a:lnTo>
                    <a:pt x="560"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07" name=""/>
            <p:cNvSpPr/>
            <p:nvPr/>
          </p:nvSpPr>
          <p:spPr>
            <a:xfrm>
              <a:off x="3613320" y="3762360"/>
              <a:ext cx="152280" cy="258840"/>
            </a:xfrm>
            <a:custGeom>
              <a:avLst/>
              <a:gdLst/>
              <a:ahLst/>
              <a:rect l="l" t="t" r="r" b="b"/>
              <a:pathLst>
                <a:path w="96" h="163">
                  <a:moveTo>
                    <a:pt x="35" y="0"/>
                  </a:moveTo>
                  <a:lnTo>
                    <a:pt x="37" y="0"/>
                  </a:lnTo>
                  <a:lnTo>
                    <a:pt x="38" y="0"/>
                  </a:lnTo>
                  <a:lnTo>
                    <a:pt x="39" y="0"/>
                  </a:lnTo>
                  <a:lnTo>
                    <a:pt x="43" y="0"/>
                  </a:lnTo>
                  <a:lnTo>
                    <a:pt x="47" y="3"/>
                  </a:lnTo>
                  <a:lnTo>
                    <a:pt x="47" y="5"/>
                  </a:lnTo>
                  <a:lnTo>
                    <a:pt x="53" y="7"/>
                  </a:lnTo>
                  <a:lnTo>
                    <a:pt x="55" y="7"/>
                  </a:lnTo>
                  <a:lnTo>
                    <a:pt x="56" y="7"/>
                  </a:lnTo>
                  <a:lnTo>
                    <a:pt x="62" y="7"/>
                  </a:lnTo>
                  <a:lnTo>
                    <a:pt x="65" y="9"/>
                  </a:lnTo>
                  <a:lnTo>
                    <a:pt x="67" y="11"/>
                  </a:lnTo>
                  <a:lnTo>
                    <a:pt x="70" y="15"/>
                  </a:lnTo>
                  <a:lnTo>
                    <a:pt x="70" y="16"/>
                  </a:lnTo>
                  <a:lnTo>
                    <a:pt x="73" y="17"/>
                  </a:lnTo>
                  <a:lnTo>
                    <a:pt x="74" y="17"/>
                  </a:lnTo>
                  <a:lnTo>
                    <a:pt x="74" y="18"/>
                  </a:lnTo>
                  <a:lnTo>
                    <a:pt x="78" y="22"/>
                  </a:lnTo>
                  <a:lnTo>
                    <a:pt x="82" y="24"/>
                  </a:lnTo>
                  <a:lnTo>
                    <a:pt x="83" y="27"/>
                  </a:lnTo>
                  <a:lnTo>
                    <a:pt x="86" y="29"/>
                  </a:lnTo>
                  <a:lnTo>
                    <a:pt x="87" y="32"/>
                  </a:lnTo>
                  <a:lnTo>
                    <a:pt x="90" y="37"/>
                  </a:lnTo>
                  <a:lnTo>
                    <a:pt x="91" y="41"/>
                  </a:lnTo>
                  <a:lnTo>
                    <a:pt x="92" y="44"/>
                  </a:lnTo>
                  <a:lnTo>
                    <a:pt x="92" y="47"/>
                  </a:lnTo>
                  <a:lnTo>
                    <a:pt x="95" y="51"/>
                  </a:lnTo>
                  <a:lnTo>
                    <a:pt x="95" y="54"/>
                  </a:lnTo>
                  <a:lnTo>
                    <a:pt x="95" y="56"/>
                  </a:lnTo>
                  <a:lnTo>
                    <a:pt x="92" y="60"/>
                  </a:lnTo>
                  <a:lnTo>
                    <a:pt x="92" y="63"/>
                  </a:lnTo>
                  <a:lnTo>
                    <a:pt x="90" y="67"/>
                  </a:lnTo>
                  <a:lnTo>
                    <a:pt x="83" y="76"/>
                  </a:lnTo>
                  <a:lnTo>
                    <a:pt x="74" y="81"/>
                  </a:lnTo>
                  <a:lnTo>
                    <a:pt x="70" y="88"/>
                  </a:lnTo>
                  <a:lnTo>
                    <a:pt x="67" y="96"/>
                  </a:lnTo>
                  <a:lnTo>
                    <a:pt x="63" y="100"/>
                  </a:lnTo>
                  <a:lnTo>
                    <a:pt x="62" y="105"/>
                  </a:lnTo>
                  <a:lnTo>
                    <a:pt x="56" y="114"/>
                  </a:lnTo>
                  <a:lnTo>
                    <a:pt x="56" y="117"/>
                  </a:lnTo>
                  <a:lnTo>
                    <a:pt x="55" y="121"/>
                  </a:lnTo>
                  <a:lnTo>
                    <a:pt x="55" y="124"/>
                  </a:lnTo>
                  <a:lnTo>
                    <a:pt x="55" y="132"/>
                  </a:lnTo>
                  <a:lnTo>
                    <a:pt x="55" y="134"/>
                  </a:lnTo>
                  <a:lnTo>
                    <a:pt x="55" y="139"/>
                  </a:lnTo>
                  <a:lnTo>
                    <a:pt x="55" y="141"/>
                  </a:lnTo>
                  <a:lnTo>
                    <a:pt x="53" y="144"/>
                  </a:lnTo>
                  <a:lnTo>
                    <a:pt x="50" y="146"/>
                  </a:lnTo>
                  <a:lnTo>
                    <a:pt x="50" y="146"/>
                  </a:lnTo>
                  <a:lnTo>
                    <a:pt x="50" y="151"/>
                  </a:lnTo>
                  <a:lnTo>
                    <a:pt x="50" y="154"/>
                  </a:lnTo>
                  <a:lnTo>
                    <a:pt x="47" y="157"/>
                  </a:lnTo>
                  <a:lnTo>
                    <a:pt x="47" y="158"/>
                  </a:lnTo>
                  <a:lnTo>
                    <a:pt x="43" y="162"/>
                  </a:lnTo>
                  <a:lnTo>
                    <a:pt x="39" y="162"/>
                  </a:lnTo>
                  <a:lnTo>
                    <a:pt x="37" y="161"/>
                  </a:lnTo>
                  <a:lnTo>
                    <a:pt x="35" y="159"/>
                  </a:lnTo>
                  <a:lnTo>
                    <a:pt x="31" y="158"/>
                  </a:lnTo>
                  <a:lnTo>
                    <a:pt x="30" y="157"/>
                  </a:lnTo>
                  <a:lnTo>
                    <a:pt x="29" y="157"/>
                  </a:lnTo>
                  <a:lnTo>
                    <a:pt x="26" y="157"/>
                  </a:lnTo>
                  <a:lnTo>
                    <a:pt x="22" y="157"/>
                  </a:lnTo>
                  <a:lnTo>
                    <a:pt x="21" y="157"/>
                  </a:lnTo>
                  <a:lnTo>
                    <a:pt x="21" y="157"/>
                  </a:lnTo>
                  <a:lnTo>
                    <a:pt x="20" y="157"/>
                  </a:lnTo>
                  <a:lnTo>
                    <a:pt x="17" y="157"/>
                  </a:lnTo>
                  <a:lnTo>
                    <a:pt x="14" y="157"/>
                  </a:lnTo>
                  <a:lnTo>
                    <a:pt x="13" y="157"/>
                  </a:lnTo>
                  <a:lnTo>
                    <a:pt x="13" y="157"/>
                  </a:lnTo>
                  <a:lnTo>
                    <a:pt x="13" y="158"/>
                  </a:lnTo>
                  <a:lnTo>
                    <a:pt x="12" y="159"/>
                  </a:lnTo>
                  <a:lnTo>
                    <a:pt x="10" y="159"/>
                  </a:lnTo>
                  <a:lnTo>
                    <a:pt x="9" y="159"/>
                  </a:lnTo>
                  <a:lnTo>
                    <a:pt x="9" y="158"/>
                  </a:lnTo>
                  <a:lnTo>
                    <a:pt x="9" y="157"/>
                  </a:lnTo>
                  <a:lnTo>
                    <a:pt x="11" y="157"/>
                  </a:lnTo>
                  <a:lnTo>
                    <a:pt x="12" y="155"/>
                  </a:lnTo>
                  <a:lnTo>
                    <a:pt x="13" y="151"/>
                  </a:lnTo>
                  <a:lnTo>
                    <a:pt x="13" y="146"/>
                  </a:lnTo>
                  <a:lnTo>
                    <a:pt x="14" y="144"/>
                  </a:lnTo>
                  <a:lnTo>
                    <a:pt x="18" y="141"/>
                  </a:lnTo>
                  <a:lnTo>
                    <a:pt x="21" y="136"/>
                  </a:lnTo>
                  <a:lnTo>
                    <a:pt x="21" y="132"/>
                  </a:lnTo>
                  <a:lnTo>
                    <a:pt x="22" y="128"/>
                  </a:lnTo>
                  <a:lnTo>
                    <a:pt x="24" y="124"/>
                  </a:lnTo>
                  <a:lnTo>
                    <a:pt x="26" y="119"/>
                  </a:lnTo>
                  <a:lnTo>
                    <a:pt x="27" y="117"/>
                  </a:lnTo>
                  <a:lnTo>
                    <a:pt x="29" y="113"/>
                  </a:lnTo>
                  <a:lnTo>
                    <a:pt x="30" y="102"/>
                  </a:lnTo>
                  <a:lnTo>
                    <a:pt x="30" y="95"/>
                  </a:lnTo>
                  <a:lnTo>
                    <a:pt x="30" y="81"/>
                  </a:lnTo>
                  <a:lnTo>
                    <a:pt x="30" y="73"/>
                  </a:lnTo>
                  <a:lnTo>
                    <a:pt x="29" y="63"/>
                  </a:lnTo>
                  <a:lnTo>
                    <a:pt x="26" y="54"/>
                  </a:lnTo>
                  <a:lnTo>
                    <a:pt x="22" y="47"/>
                  </a:lnTo>
                  <a:lnTo>
                    <a:pt x="21" y="41"/>
                  </a:lnTo>
                  <a:lnTo>
                    <a:pt x="18" y="38"/>
                  </a:lnTo>
                  <a:lnTo>
                    <a:pt x="14" y="33"/>
                  </a:lnTo>
                  <a:lnTo>
                    <a:pt x="13" y="32"/>
                  </a:lnTo>
                  <a:lnTo>
                    <a:pt x="9" y="27"/>
                  </a:lnTo>
                  <a:lnTo>
                    <a:pt x="6" y="24"/>
                  </a:lnTo>
                  <a:lnTo>
                    <a:pt x="4" y="18"/>
                  </a:lnTo>
                  <a:lnTo>
                    <a:pt x="4" y="17"/>
                  </a:lnTo>
                  <a:lnTo>
                    <a:pt x="0" y="15"/>
                  </a:lnTo>
                  <a:lnTo>
                    <a:pt x="0" y="7"/>
                  </a:lnTo>
                  <a:lnTo>
                    <a:pt x="3" y="7"/>
                  </a:lnTo>
                  <a:lnTo>
                    <a:pt x="4" y="5"/>
                  </a:lnTo>
                  <a:lnTo>
                    <a:pt x="6" y="0"/>
                  </a:lnTo>
                  <a:lnTo>
                    <a:pt x="12" y="0"/>
                  </a:lnTo>
                  <a:lnTo>
                    <a:pt x="17" y="0"/>
                  </a:lnTo>
                  <a:lnTo>
                    <a:pt x="26" y="0"/>
                  </a:lnTo>
                  <a:lnTo>
                    <a:pt x="35" y="0"/>
                  </a:lnTo>
                  <a:lnTo>
                    <a:pt x="35"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08" name=""/>
            <p:cNvSpPr/>
            <p:nvPr/>
          </p:nvSpPr>
          <p:spPr>
            <a:xfrm>
              <a:off x="3619440" y="3762360"/>
              <a:ext cx="141480" cy="258840"/>
            </a:xfrm>
            <a:custGeom>
              <a:avLst/>
              <a:gdLst/>
              <a:ahLst/>
              <a:rect l="l" t="t" r="r" b="b"/>
              <a:pathLst>
                <a:path w="89" h="163">
                  <a:moveTo>
                    <a:pt x="31" y="3"/>
                  </a:moveTo>
                  <a:lnTo>
                    <a:pt x="33" y="3"/>
                  </a:lnTo>
                  <a:lnTo>
                    <a:pt x="35" y="5"/>
                  </a:lnTo>
                  <a:lnTo>
                    <a:pt x="35" y="7"/>
                  </a:lnTo>
                  <a:lnTo>
                    <a:pt x="39" y="7"/>
                  </a:lnTo>
                  <a:lnTo>
                    <a:pt x="43" y="7"/>
                  </a:lnTo>
                  <a:lnTo>
                    <a:pt x="43" y="7"/>
                  </a:lnTo>
                  <a:lnTo>
                    <a:pt x="49" y="7"/>
                  </a:lnTo>
                  <a:lnTo>
                    <a:pt x="51" y="7"/>
                  </a:lnTo>
                  <a:lnTo>
                    <a:pt x="52" y="9"/>
                  </a:lnTo>
                  <a:lnTo>
                    <a:pt x="58" y="11"/>
                  </a:lnTo>
                  <a:lnTo>
                    <a:pt x="59" y="15"/>
                  </a:lnTo>
                  <a:lnTo>
                    <a:pt x="61" y="16"/>
                  </a:lnTo>
                  <a:lnTo>
                    <a:pt x="63" y="17"/>
                  </a:lnTo>
                  <a:lnTo>
                    <a:pt x="66" y="17"/>
                  </a:lnTo>
                  <a:lnTo>
                    <a:pt x="66" y="17"/>
                  </a:lnTo>
                  <a:lnTo>
                    <a:pt x="66" y="18"/>
                  </a:lnTo>
                  <a:lnTo>
                    <a:pt x="70" y="22"/>
                  </a:lnTo>
                  <a:lnTo>
                    <a:pt x="70" y="24"/>
                  </a:lnTo>
                  <a:lnTo>
                    <a:pt x="74" y="27"/>
                  </a:lnTo>
                  <a:lnTo>
                    <a:pt x="78" y="29"/>
                  </a:lnTo>
                  <a:lnTo>
                    <a:pt x="79" y="31"/>
                  </a:lnTo>
                  <a:lnTo>
                    <a:pt x="82" y="32"/>
                  </a:lnTo>
                  <a:lnTo>
                    <a:pt x="83" y="37"/>
                  </a:lnTo>
                  <a:lnTo>
                    <a:pt x="86" y="41"/>
                  </a:lnTo>
                  <a:lnTo>
                    <a:pt x="87" y="44"/>
                  </a:lnTo>
                  <a:lnTo>
                    <a:pt x="88" y="47"/>
                  </a:lnTo>
                  <a:lnTo>
                    <a:pt x="88" y="51"/>
                  </a:lnTo>
                  <a:lnTo>
                    <a:pt x="88" y="54"/>
                  </a:lnTo>
                  <a:lnTo>
                    <a:pt x="88" y="56"/>
                  </a:lnTo>
                  <a:lnTo>
                    <a:pt x="87" y="60"/>
                  </a:lnTo>
                  <a:lnTo>
                    <a:pt x="86" y="63"/>
                  </a:lnTo>
                  <a:lnTo>
                    <a:pt x="83" y="66"/>
                  </a:lnTo>
                  <a:lnTo>
                    <a:pt x="74" y="75"/>
                  </a:lnTo>
                  <a:lnTo>
                    <a:pt x="66" y="79"/>
                  </a:lnTo>
                  <a:lnTo>
                    <a:pt x="63" y="86"/>
                  </a:lnTo>
                  <a:lnTo>
                    <a:pt x="59" y="96"/>
                  </a:lnTo>
                  <a:lnTo>
                    <a:pt x="58" y="100"/>
                  </a:lnTo>
                  <a:lnTo>
                    <a:pt x="52" y="103"/>
                  </a:lnTo>
                  <a:lnTo>
                    <a:pt x="51" y="110"/>
                  </a:lnTo>
                  <a:lnTo>
                    <a:pt x="51" y="117"/>
                  </a:lnTo>
                  <a:lnTo>
                    <a:pt x="49" y="119"/>
                  </a:lnTo>
                  <a:lnTo>
                    <a:pt x="49" y="124"/>
                  </a:lnTo>
                  <a:lnTo>
                    <a:pt x="49" y="128"/>
                  </a:lnTo>
                  <a:lnTo>
                    <a:pt x="49" y="132"/>
                  </a:lnTo>
                  <a:lnTo>
                    <a:pt x="46" y="135"/>
                  </a:lnTo>
                  <a:lnTo>
                    <a:pt x="46" y="139"/>
                  </a:lnTo>
                  <a:lnTo>
                    <a:pt x="45" y="142"/>
                  </a:lnTo>
                  <a:lnTo>
                    <a:pt x="43" y="145"/>
                  </a:lnTo>
                  <a:lnTo>
                    <a:pt x="43" y="146"/>
                  </a:lnTo>
                  <a:lnTo>
                    <a:pt x="43" y="150"/>
                  </a:lnTo>
                  <a:lnTo>
                    <a:pt x="43" y="154"/>
                  </a:lnTo>
                  <a:lnTo>
                    <a:pt x="43" y="157"/>
                  </a:lnTo>
                  <a:lnTo>
                    <a:pt x="42" y="157"/>
                  </a:lnTo>
                  <a:lnTo>
                    <a:pt x="39" y="161"/>
                  </a:lnTo>
                  <a:lnTo>
                    <a:pt x="35" y="162"/>
                  </a:lnTo>
                  <a:lnTo>
                    <a:pt x="31" y="161"/>
                  </a:lnTo>
                  <a:lnTo>
                    <a:pt x="29" y="159"/>
                  </a:lnTo>
                  <a:lnTo>
                    <a:pt x="27" y="158"/>
                  </a:lnTo>
                  <a:lnTo>
                    <a:pt x="26" y="157"/>
                  </a:lnTo>
                  <a:lnTo>
                    <a:pt x="23" y="157"/>
                  </a:lnTo>
                  <a:lnTo>
                    <a:pt x="20" y="157"/>
                  </a:lnTo>
                  <a:lnTo>
                    <a:pt x="18" y="157"/>
                  </a:lnTo>
                  <a:lnTo>
                    <a:pt x="18" y="157"/>
                  </a:lnTo>
                  <a:lnTo>
                    <a:pt x="17" y="157"/>
                  </a:lnTo>
                  <a:lnTo>
                    <a:pt x="17" y="157"/>
                  </a:lnTo>
                  <a:lnTo>
                    <a:pt x="16" y="157"/>
                  </a:lnTo>
                  <a:lnTo>
                    <a:pt x="14" y="157"/>
                  </a:lnTo>
                  <a:lnTo>
                    <a:pt x="10" y="157"/>
                  </a:lnTo>
                  <a:lnTo>
                    <a:pt x="10" y="157"/>
                  </a:lnTo>
                  <a:lnTo>
                    <a:pt x="10" y="157"/>
                  </a:lnTo>
                  <a:lnTo>
                    <a:pt x="9" y="158"/>
                  </a:lnTo>
                  <a:lnTo>
                    <a:pt x="9" y="158"/>
                  </a:lnTo>
                  <a:lnTo>
                    <a:pt x="9" y="158"/>
                  </a:lnTo>
                  <a:lnTo>
                    <a:pt x="9" y="157"/>
                  </a:lnTo>
                  <a:lnTo>
                    <a:pt x="9" y="157"/>
                  </a:lnTo>
                  <a:lnTo>
                    <a:pt x="9" y="157"/>
                  </a:lnTo>
                  <a:lnTo>
                    <a:pt x="9" y="154"/>
                  </a:lnTo>
                  <a:lnTo>
                    <a:pt x="10" y="151"/>
                  </a:lnTo>
                  <a:lnTo>
                    <a:pt x="13" y="146"/>
                  </a:lnTo>
                  <a:lnTo>
                    <a:pt x="16" y="144"/>
                  </a:lnTo>
                  <a:lnTo>
                    <a:pt x="17" y="140"/>
                  </a:lnTo>
                  <a:lnTo>
                    <a:pt x="18" y="135"/>
                  </a:lnTo>
                  <a:lnTo>
                    <a:pt x="20" y="132"/>
                  </a:lnTo>
                  <a:lnTo>
                    <a:pt x="22" y="128"/>
                  </a:lnTo>
                  <a:lnTo>
                    <a:pt x="25" y="124"/>
                  </a:lnTo>
                  <a:lnTo>
                    <a:pt x="26" y="119"/>
                  </a:lnTo>
                  <a:lnTo>
                    <a:pt x="26" y="117"/>
                  </a:lnTo>
                  <a:lnTo>
                    <a:pt x="27" y="110"/>
                  </a:lnTo>
                  <a:lnTo>
                    <a:pt x="27" y="102"/>
                  </a:lnTo>
                  <a:lnTo>
                    <a:pt x="29" y="93"/>
                  </a:lnTo>
                  <a:lnTo>
                    <a:pt x="29" y="81"/>
                  </a:lnTo>
                  <a:lnTo>
                    <a:pt x="27" y="73"/>
                  </a:lnTo>
                  <a:lnTo>
                    <a:pt x="27" y="62"/>
                  </a:lnTo>
                  <a:lnTo>
                    <a:pt x="26" y="54"/>
                  </a:lnTo>
                  <a:lnTo>
                    <a:pt x="23" y="45"/>
                  </a:lnTo>
                  <a:lnTo>
                    <a:pt x="18" y="40"/>
                  </a:lnTo>
                  <a:lnTo>
                    <a:pt x="17" y="37"/>
                  </a:lnTo>
                  <a:lnTo>
                    <a:pt x="14" y="32"/>
                  </a:lnTo>
                  <a:lnTo>
                    <a:pt x="10" y="30"/>
                  </a:lnTo>
                  <a:lnTo>
                    <a:pt x="9" y="27"/>
                  </a:lnTo>
                  <a:lnTo>
                    <a:pt x="5" y="24"/>
                  </a:lnTo>
                  <a:lnTo>
                    <a:pt x="2" y="18"/>
                  </a:lnTo>
                  <a:lnTo>
                    <a:pt x="2" y="17"/>
                  </a:lnTo>
                  <a:lnTo>
                    <a:pt x="0" y="15"/>
                  </a:lnTo>
                  <a:lnTo>
                    <a:pt x="0" y="9"/>
                  </a:lnTo>
                  <a:lnTo>
                    <a:pt x="0" y="7"/>
                  </a:lnTo>
                  <a:lnTo>
                    <a:pt x="2" y="7"/>
                  </a:lnTo>
                  <a:lnTo>
                    <a:pt x="5" y="5"/>
                  </a:lnTo>
                  <a:lnTo>
                    <a:pt x="9" y="2"/>
                  </a:lnTo>
                  <a:lnTo>
                    <a:pt x="16" y="0"/>
                  </a:lnTo>
                  <a:lnTo>
                    <a:pt x="22" y="0"/>
                  </a:lnTo>
                  <a:lnTo>
                    <a:pt x="31" y="3"/>
                  </a:lnTo>
                  <a:lnTo>
                    <a:pt x="31" y="3"/>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09" name=""/>
            <p:cNvSpPr/>
            <p:nvPr/>
          </p:nvSpPr>
          <p:spPr>
            <a:xfrm>
              <a:off x="3622680" y="3773520"/>
              <a:ext cx="135000" cy="247680"/>
            </a:xfrm>
            <a:custGeom>
              <a:avLst/>
              <a:gdLst/>
              <a:ahLst/>
              <a:rect l="l" t="t" r="r" b="b"/>
              <a:pathLst>
                <a:path w="85" h="156">
                  <a:moveTo>
                    <a:pt x="31" y="0"/>
                  </a:moveTo>
                  <a:lnTo>
                    <a:pt x="31" y="0"/>
                  </a:lnTo>
                  <a:lnTo>
                    <a:pt x="33" y="0"/>
                  </a:lnTo>
                  <a:lnTo>
                    <a:pt x="33" y="0"/>
                  </a:lnTo>
                  <a:lnTo>
                    <a:pt x="37" y="0"/>
                  </a:lnTo>
                  <a:lnTo>
                    <a:pt x="41" y="0"/>
                  </a:lnTo>
                  <a:lnTo>
                    <a:pt x="41" y="0"/>
                  </a:lnTo>
                  <a:lnTo>
                    <a:pt x="44" y="2"/>
                  </a:lnTo>
                  <a:lnTo>
                    <a:pt x="49" y="4"/>
                  </a:lnTo>
                  <a:lnTo>
                    <a:pt x="49" y="8"/>
                  </a:lnTo>
                  <a:lnTo>
                    <a:pt x="50" y="8"/>
                  </a:lnTo>
                  <a:lnTo>
                    <a:pt x="56" y="10"/>
                  </a:lnTo>
                  <a:lnTo>
                    <a:pt x="59" y="10"/>
                  </a:lnTo>
                  <a:lnTo>
                    <a:pt x="60" y="10"/>
                  </a:lnTo>
                  <a:lnTo>
                    <a:pt x="61" y="11"/>
                  </a:lnTo>
                  <a:lnTo>
                    <a:pt x="63" y="11"/>
                  </a:lnTo>
                  <a:lnTo>
                    <a:pt x="64" y="16"/>
                  </a:lnTo>
                  <a:lnTo>
                    <a:pt x="64" y="17"/>
                  </a:lnTo>
                  <a:lnTo>
                    <a:pt x="67" y="20"/>
                  </a:lnTo>
                  <a:lnTo>
                    <a:pt x="68" y="20"/>
                  </a:lnTo>
                  <a:lnTo>
                    <a:pt x="72" y="22"/>
                  </a:lnTo>
                  <a:lnTo>
                    <a:pt x="76" y="25"/>
                  </a:lnTo>
                  <a:lnTo>
                    <a:pt x="77" y="26"/>
                  </a:lnTo>
                  <a:lnTo>
                    <a:pt x="80" y="31"/>
                  </a:lnTo>
                  <a:lnTo>
                    <a:pt x="81" y="34"/>
                  </a:lnTo>
                  <a:lnTo>
                    <a:pt x="81" y="37"/>
                  </a:lnTo>
                  <a:lnTo>
                    <a:pt x="84" y="40"/>
                  </a:lnTo>
                  <a:lnTo>
                    <a:pt x="84" y="44"/>
                  </a:lnTo>
                  <a:lnTo>
                    <a:pt x="84" y="47"/>
                  </a:lnTo>
                  <a:lnTo>
                    <a:pt x="84" y="49"/>
                  </a:lnTo>
                  <a:lnTo>
                    <a:pt x="81" y="53"/>
                  </a:lnTo>
                  <a:lnTo>
                    <a:pt x="81" y="56"/>
                  </a:lnTo>
                  <a:lnTo>
                    <a:pt x="78" y="59"/>
                  </a:lnTo>
                  <a:lnTo>
                    <a:pt x="68" y="66"/>
                  </a:lnTo>
                  <a:lnTo>
                    <a:pt x="63" y="72"/>
                  </a:lnTo>
                  <a:lnTo>
                    <a:pt x="59" y="79"/>
                  </a:lnTo>
                  <a:lnTo>
                    <a:pt x="56" y="86"/>
                  </a:lnTo>
                  <a:lnTo>
                    <a:pt x="49" y="89"/>
                  </a:lnTo>
                  <a:lnTo>
                    <a:pt x="49" y="96"/>
                  </a:lnTo>
                  <a:lnTo>
                    <a:pt x="47" y="100"/>
                  </a:lnTo>
                  <a:lnTo>
                    <a:pt x="44" y="107"/>
                  </a:lnTo>
                  <a:lnTo>
                    <a:pt x="43" y="112"/>
                  </a:lnTo>
                  <a:lnTo>
                    <a:pt x="41" y="114"/>
                  </a:lnTo>
                  <a:lnTo>
                    <a:pt x="41" y="117"/>
                  </a:lnTo>
                  <a:lnTo>
                    <a:pt x="41" y="123"/>
                  </a:lnTo>
                  <a:lnTo>
                    <a:pt x="41" y="127"/>
                  </a:lnTo>
                  <a:lnTo>
                    <a:pt x="41" y="132"/>
                  </a:lnTo>
                  <a:lnTo>
                    <a:pt x="41" y="134"/>
                  </a:lnTo>
                  <a:lnTo>
                    <a:pt x="41" y="137"/>
                  </a:lnTo>
                  <a:lnTo>
                    <a:pt x="41" y="137"/>
                  </a:lnTo>
                  <a:lnTo>
                    <a:pt x="41" y="139"/>
                  </a:lnTo>
                  <a:lnTo>
                    <a:pt x="41" y="144"/>
                  </a:lnTo>
                  <a:lnTo>
                    <a:pt x="37" y="150"/>
                  </a:lnTo>
                  <a:lnTo>
                    <a:pt x="37" y="150"/>
                  </a:lnTo>
                  <a:lnTo>
                    <a:pt x="33" y="154"/>
                  </a:lnTo>
                  <a:lnTo>
                    <a:pt x="31" y="155"/>
                  </a:lnTo>
                  <a:lnTo>
                    <a:pt x="27" y="154"/>
                  </a:lnTo>
                  <a:lnTo>
                    <a:pt x="25" y="151"/>
                  </a:lnTo>
                  <a:lnTo>
                    <a:pt x="24" y="150"/>
                  </a:lnTo>
                  <a:lnTo>
                    <a:pt x="23" y="150"/>
                  </a:lnTo>
                  <a:lnTo>
                    <a:pt x="20" y="150"/>
                  </a:lnTo>
                  <a:lnTo>
                    <a:pt x="18" y="150"/>
                  </a:lnTo>
                  <a:lnTo>
                    <a:pt x="16" y="150"/>
                  </a:lnTo>
                  <a:lnTo>
                    <a:pt x="16" y="150"/>
                  </a:lnTo>
                  <a:lnTo>
                    <a:pt x="15" y="150"/>
                  </a:lnTo>
                  <a:lnTo>
                    <a:pt x="15" y="150"/>
                  </a:lnTo>
                  <a:lnTo>
                    <a:pt x="15" y="150"/>
                  </a:lnTo>
                  <a:lnTo>
                    <a:pt x="15" y="150"/>
                  </a:lnTo>
                  <a:lnTo>
                    <a:pt x="14" y="150"/>
                  </a:lnTo>
                  <a:lnTo>
                    <a:pt x="12" y="150"/>
                  </a:lnTo>
                  <a:lnTo>
                    <a:pt x="11" y="150"/>
                  </a:lnTo>
                  <a:lnTo>
                    <a:pt x="11" y="150"/>
                  </a:lnTo>
                  <a:lnTo>
                    <a:pt x="8" y="150"/>
                  </a:lnTo>
                  <a:lnTo>
                    <a:pt x="8" y="150"/>
                  </a:lnTo>
                  <a:lnTo>
                    <a:pt x="8" y="150"/>
                  </a:lnTo>
                  <a:lnTo>
                    <a:pt x="8" y="150"/>
                  </a:lnTo>
                  <a:lnTo>
                    <a:pt x="8" y="150"/>
                  </a:lnTo>
                  <a:lnTo>
                    <a:pt x="11" y="147"/>
                  </a:lnTo>
                  <a:lnTo>
                    <a:pt x="14" y="144"/>
                  </a:lnTo>
                  <a:lnTo>
                    <a:pt x="15" y="139"/>
                  </a:lnTo>
                  <a:lnTo>
                    <a:pt x="15" y="137"/>
                  </a:lnTo>
                  <a:lnTo>
                    <a:pt x="16" y="133"/>
                  </a:lnTo>
                  <a:lnTo>
                    <a:pt x="20" y="128"/>
                  </a:lnTo>
                  <a:lnTo>
                    <a:pt x="23" y="125"/>
                  </a:lnTo>
                  <a:lnTo>
                    <a:pt x="24" y="121"/>
                  </a:lnTo>
                  <a:lnTo>
                    <a:pt x="25" y="114"/>
                  </a:lnTo>
                  <a:lnTo>
                    <a:pt x="25" y="112"/>
                  </a:lnTo>
                  <a:lnTo>
                    <a:pt x="27" y="108"/>
                  </a:lnTo>
                  <a:lnTo>
                    <a:pt x="29" y="103"/>
                  </a:lnTo>
                  <a:lnTo>
                    <a:pt x="29" y="95"/>
                  </a:lnTo>
                  <a:lnTo>
                    <a:pt x="31" y="86"/>
                  </a:lnTo>
                  <a:lnTo>
                    <a:pt x="31" y="74"/>
                  </a:lnTo>
                  <a:lnTo>
                    <a:pt x="31" y="66"/>
                  </a:lnTo>
                  <a:lnTo>
                    <a:pt x="29" y="53"/>
                  </a:lnTo>
                  <a:lnTo>
                    <a:pt x="27" y="46"/>
                  </a:lnTo>
                  <a:lnTo>
                    <a:pt x="24" y="37"/>
                  </a:lnTo>
                  <a:lnTo>
                    <a:pt x="20" y="31"/>
                  </a:lnTo>
                  <a:lnTo>
                    <a:pt x="16" y="30"/>
                  </a:lnTo>
                  <a:lnTo>
                    <a:pt x="15" y="25"/>
                  </a:lnTo>
                  <a:lnTo>
                    <a:pt x="14" y="22"/>
                  </a:lnTo>
                  <a:lnTo>
                    <a:pt x="8" y="20"/>
                  </a:lnTo>
                  <a:lnTo>
                    <a:pt x="7" y="17"/>
                  </a:lnTo>
                  <a:lnTo>
                    <a:pt x="6" y="11"/>
                  </a:lnTo>
                  <a:lnTo>
                    <a:pt x="0" y="10"/>
                  </a:lnTo>
                  <a:lnTo>
                    <a:pt x="0" y="9"/>
                  </a:lnTo>
                  <a:lnTo>
                    <a:pt x="0" y="4"/>
                  </a:lnTo>
                  <a:lnTo>
                    <a:pt x="0" y="2"/>
                  </a:lnTo>
                  <a:lnTo>
                    <a:pt x="0" y="0"/>
                  </a:lnTo>
                  <a:lnTo>
                    <a:pt x="6" y="0"/>
                  </a:lnTo>
                  <a:lnTo>
                    <a:pt x="8" y="0"/>
                  </a:lnTo>
                  <a:lnTo>
                    <a:pt x="15" y="0"/>
                  </a:lnTo>
                  <a:lnTo>
                    <a:pt x="23" y="0"/>
                  </a:lnTo>
                  <a:lnTo>
                    <a:pt x="31" y="0"/>
                  </a:lnTo>
                  <a:lnTo>
                    <a:pt x="31"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10" name=""/>
            <p:cNvSpPr/>
            <p:nvPr/>
          </p:nvSpPr>
          <p:spPr>
            <a:xfrm>
              <a:off x="3629160" y="3773520"/>
              <a:ext cx="123840" cy="245880"/>
            </a:xfrm>
            <a:custGeom>
              <a:avLst/>
              <a:gdLst/>
              <a:ahLst/>
              <a:rect l="l" t="t" r="r" b="b"/>
              <a:pathLst>
                <a:path w="78" h="155">
                  <a:moveTo>
                    <a:pt x="27" y="0"/>
                  </a:moveTo>
                  <a:lnTo>
                    <a:pt x="27" y="0"/>
                  </a:lnTo>
                  <a:lnTo>
                    <a:pt x="29" y="0"/>
                  </a:lnTo>
                  <a:lnTo>
                    <a:pt x="29" y="2"/>
                  </a:lnTo>
                  <a:lnTo>
                    <a:pt x="33" y="2"/>
                  </a:lnTo>
                  <a:lnTo>
                    <a:pt x="36" y="3"/>
                  </a:lnTo>
                  <a:lnTo>
                    <a:pt x="37" y="4"/>
                  </a:lnTo>
                  <a:lnTo>
                    <a:pt x="40" y="8"/>
                  </a:lnTo>
                  <a:lnTo>
                    <a:pt x="43" y="8"/>
                  </a:lnTo>
                  <a:lnTo>
                    <a:pt x="45" y="9"/>
                  </a:lnTo>
                  <a:lnTo>
                    <a:pt x="46" y="10"/>
                  </a:lnTo>
                  <a:lnTo>
                    <a:pt x="52" y="10"/>
                  </a:lnTo>
                  <a:lnTo>
                    <a:pt x="53" y="11"/>
                  </a:lnTo>
                  <a:lnTo>
                    <a:pt x="55" y="11"/>
                  </a:lnTo>
                  <a:lnTo>
                    <a:pt x="56" y="15"/>
                  </a:lnTo>
                  <a:lnTo>
                    <a:pt x="57" y="17"/>
                  </a:lnTo>
                  <a:lnTo>
                    <a:pt x="59" y="20"/>
                  </a:lnTo>
                  <a:lnTo>
                    <a:pt x="60" y="20"/>
                  </a:lnTo>
                  <a:lnTo>
                    <a:pt x="60" y="20"/>
                  </a:lnTo>
                  <a:lnTo>
                    <a:pt x="63" y="22"/>
                  </a:lnTo>
                  <a:lnTo>
                    <a:pt x="64" y="25"/>
                  </a:lnTo>
                  <a:lnTo>
                    <a:pt x="68" y="26"/>
                  </a:lnTo>
                  <a:lnTo>
                    <a:pt x="72" y="30"/>
                  </a:lnTo>
                  <a:lnTo>
                    <a:pt x="73" y="33"/>
                  </a:lnTo>
                  <a:lnTo>
                    <a:pt x="74" y="34"/>
                  </a:lnTo>
                  <a:lnTo>
                    <a:pt x="76" y="37"/>
                  </a:lnTo>
                  <a:lnTo>
                    <a:pt x="77" y="40"/>
                  </a:lnTo>
                  <a:lnTo>
                    <a:pt x="77" y="44"/>
                  </a:lnTo>
                  <a:lnTo>
                    <a:pt x="77" y="47"/>
                  </a:lnTo>
                  <a:lnTo>
                    <a:pt x="77" y="48"/>
                  </a:lnTo>
                  <a:lnTo>
                    <a:pt x="76" y="51"/>
                  </a:lnTo>
                  <a:lnTo>
                    <a:pt x="73" y="55"/>
                  </a:lnTo>
                  <a:lnTo>
                    <a:pt x="72" y="58"/>
                  </a:lnTo>
                  <a:lnTo>
                    <a:pt x="60" y="66"/>
                  </a:lnTo>
                  <a:lnTo>
                    <a:pt x="56" y="72"/>
                  </a:lnTo>
                  <a:lnTo>
                    <a:pt x="52" y="79"/>
                  </a:lnTo>
                  <a:lnTo>
                    <a:pt x="45" y="82"/>
                  </a:lnTo>
                  <a:lnTo>
                    <a:pt x="45" y="89"/>
                  </a:lnTo>
                  <a:lnTo>
                    <a:pt x="40" y="95"/>
                  </a:lnTo>
                  <a:lnTo>
                    <a:pt x="37" y="97"/>
                  </a:lnTo>
                  <a:lnTo>
                    <a:pt x="37" y="106"/>
                  </a:lnTo>
                  <a:lnTo>
                    <a:pt x="37" y="110"/>
                  </a:lnTo>
                  <a:lnTo>
                    <a:pt x="37" y="112"/>
                  </a:lnTo>
                  <a:lnTo>
                    <a:pt x="37" y="117"/>
                  </a:lnTo>
                  <a:lnTo>
                    <a:pt x="37" y="121"/>
                  </a:lnTo>
                  <a:lnTo>
                    <a:pt x="37" y="125"/>
                  </a:lnTo>
                  <a:lnTo>
                    <a:pt x="36" y="127"/>
                  </a:lnTo>
                  <a:lnTo>
                    <a:pt x="33" y="132"/>
                  </a:lnTo>
                  <a:lnTo>
                    <a:pt x="33" y="137"/>
                  </a:lnTo>
                  <a:lnTo>
                    <a:pt x="33" y="137"/>
                  </a:lnTo>
                  <a:lnTo>
                    <a:pt x="33" y="139"/>
                  </a:lnTo>
                  <a:lnTo>
                    <a:pt x="33" y="144"/>
                  </a:lnTo>
                  <a:lnTo>
                    <a:pt x="33" y="148"/>
                  </a:lnTo>
                  <a:lnTo>
                    <a:pt x="31" y="150"/>
                  </a:lnTo>
                  <a:lnTo>
                    <a:pt x="29" y="152"/>
                  </a:lnTo>
                  <a:lnTo>
                    <a:pt x="27" y="154"/>
                  </a:lnTo>
                  <a:lnTo>
                    <a:pt x="21" y="152"/>
                  </a:lnTo>
                  <a:lnTo>
                    <a:pt x="19" y="150"/>
                  </a:lnTo>
                  <a:lnTo>
                    <a:pt x="16" y="150"/>
                  </a:lnTo>
                  <a:lnTo>
                    <a:pt x="12" y="150"/>
                  </a:lnTo>
                  <a:lnTo>
                    <a:pt x="12" y="150"/>
                  </a:lnTo>
                  <a:lnTo>
                    <a:pt x="11" y="150"/>
                  </a:lnTo>
                  <a:lnTo>
                    <a:pt x="11" y="150"/>
                  </a:lnTo>
                  <a:lnTo>
                    <a:pt x="11" y="150"/>
                  </a:lnTo>
                  <a:lnTo>
                    <a:pt x="10" y="150"/>
                  </a:lnTo>
                  <a:lnTo>
                    <a:pt x="10" y="150"/>
                  </a:lnTo>
                  <a:lnTo>
                    <a:pt x="10" y="150"/>
                  </a:lnTo>
                  <a:lnTo>
                    <a:pt x="10" y="150"/>
                  </a:lnTo>
                  <a:lnTo>
                    <a:pt x="11" y="148"/>
                  </a:lnTo>
                  <a:lnTo>
                    <a:pt x="11" y="147"/>
                  </a:lnTo>
                  <a:lnTo>
                    <a:pt x="11" y="143"/>
                  </a:lnTo>
                  <a:lnTo>
                    <a:pt x="12" y="138"/>
                  </a:lnTo>
                  <a:lnTo>
                    <a:pt x="14" y="135"/>
                  </a:lnTo>
                  <a:lnTo>
                    <a:pt x="17" y="132"/>
                  </a:lnTo>
                  <a:lnTo>
                    <a:pt x="20" y="127"/>
                  </a:lnTo>
                  <a:lnTo>
                    <a:pt x="20" y="125"/>
                  </a:lnTo>
                  <a:lnTo>
                    <a:pt x="21" y="119"/>
                  </a:lnTo>
                  <a:lnTo>
                    <a:pt x="25" y="114"/>
                  </a:lnTo>
                  <a:lnTo>
                    <a:pt x="25" y="112"/>
                  </a:lnTo>
                  <a:lnTo>
                    <a:pt x="27" y="107"/>
                  </a:lnTo>
                  <a:lnTo>
                    <a:pt x="27" y="103"/>
                  </a:lnTo>
                  <a:lnTo>
                    <a:pt x="28" y="95"/>
                  </a:lnTo>
                  <a:lnTo>
                    <a:pt x="29" y="83"/>
                  </a:lnTo>
                  <a:lnTo>
                    <a:pt x="29" y="72"/>
                  </a:lnTo>
                  <a:lnTo>
                    <a:pt x="29" y="64"/>
                  </a:lnTo>
                  <a:lnTo>
                    <a:pt x="29" y="53"/>
                  </a:lnTo>
                  <a:lnTo>
                    <a:pt x="27" y="46"/>
                  </a:lnTo>
                  <a:lnTo>
                    <a:pt x="23" y="37"/>
                  </a:lnTo>
                  <a:lnTo>
                    <a:pt x="20" y="30"/>
                  </a:lnTo>
                  <a:lnTo>
                    <a:pt x="17" y="26"/>
                  </a:lnTo>
                  <a:lnTo>
                    <a:pt x="12" y="25"/>
                  </a:lnTo>
                  <a:lnTo>
                    <a:pt x="11" y="22"/>
                  </a:lnTo>
                  <a:lnTo>
                    <a:pt x="10" y="20"/>
                  </a:lnTo>
                  <a:lnTo>
                    <a:pt x="4" y="17"/>
                  </a:lnTo>
                  <a:lnTo>
                    <a:pt x="3" y="11"/>
                  </a:lnTo>
                  <a:lnTo>
                    <a:pt x="3" y="10"/>
                  </a:lnTo>
                  <a:lnTo>
                    <a:pt x="1" y="10"/>
                  </a:lnTo>
                  <a:lnTo>
                    <a:pt x="0" y="8"/>
                  </a:lnTo>
                  <a:lnTo>
                    <a:pt x="0" y="4"/>
                  </a:lnTo>
                  <a:lnTo>
                    <a:pt x="2" y="2"/>
                  </a:lnTo>
                  <a:lnTo>
                    <a:pt x="3" y="0"/>
                  </a:lnTo>
                  <a:lnTo>
                    <a:pt x="7" y="0"/>
                  </a:lnTo>
                  <a:lnTo>
                    <a:pt x="11" y="0"/>
                  </a:lnTo>
                  <a:lnTo>
                    <a:pt x="19" y="0"/>
                  </a:lnTo>
                  <a:lnTo>
                    <a:pt x="27" y="0"/>
                  </a:lnTo>
                  <a:lnTo>
                    <a:pt x="27" y="0"/>
                  </a:lnTo>
                </a:path>
              </a:pathLst>
            </a:custGeom>
            <a:solidFill>
              <a:srgbClr val="ffffd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11" name=""/>
            <p:cNvSpPr/>
            <p:nvPr/>
          </p:nvSpPr>
          <p:spPr>
            <a:xfrm>
              <a:off x="3157560" y="3714840"/>
              <a:ext cx="642960" cy="48960"/>
            </a:xfrm>
            <a:custGeom>
              <a:avLst/>
              <a:gdLst/>
              <a:ahLst/>
              <a:rect l="l" t="t" r="r" b="b"/>
              <a:pathLst>
                <a:path w="405" h="31">
                  <a:moveTo>
                    <a:pt x="384" y="0"/>
                  </a:moveTo>
                  <a:lnTo>
                    <a:pt x="384" y="0"/>
                  </a:lnTo>
                  <a:lnTo>
                    <a:pt x="384" y="0"/>
                  </a:lnTo>
                  <a:lnTo>
                    <a:pt x="384" y="0"/>
                  </a:lnTo>
                  <a:lnTo>
                    <a:pt x="384" y="0"/>
                  </a:lnTo>
                  <a:lnTo>
                    <a:pt x="384" y="2"/>
                  </a:lnTo>
                  <a:lnTo>
                    <a:pt x="384" y="2"/>
                  </a:lnTo>
                  <a:lnTo>
                    <a:pt x="385" y="2"/>
                  </a:lnTo>
                  <a:lnTo>
                    <a:pt x="386" y="2"/>
                  </a:lnTo>
                  <a:lnTo>
                    <a:pt x="389" y="2"/>
                  </a:lnTo>
                  <a:lnTo>
                    <a:pt x="392" y="2"/>
                  </a:lnTo>
                  <a:lnTo>
                    <a:pt x="393" y="2"/>
                  </a:lnTo>
                  <a:lnTo>
                    <a:pt x="393" y="2"/>
                  </a:lnTo>
                  <a:lnTo>
                    <a:pt x="394" y="3"/>
                  </a:lnTo>
                  <a:lnTo>
                    <a:pt x="395" y="4"/>
                  </a:lnTo>
                  <a:lnTo>
                    <a:pt x="396" y="6"/>
                  </a:lnTo>
                  <a:lnTo>
                    <a:pt x="396" y="9"/>
                  </a:lnTo>
                  <a:lnTo>
                    <a:pt x="398" y="10"/>
                  </a:lnTo>
                  <a:lnTo>
                    <a:pt x="399" y="12"/>
                  </a:lnTo>
                  <a:lnTo>
                    <a:pt x="400" y="13"/>
                  </a:lnTo>
                  <a:lnTo>
                    <a:pt x="402" y="13"/>
                  </a:lnTo>
                  <a:lnTo>
                    <a:pt x="404" y="13"/>
                  </a:lnTo>
                  <a:lnTo>
                    <a:pt x="404" y="15"/>
                  </a:lnTo>
                  <a:lnTo>
                    <a:pt x="404" y="15"/>
                  </a:lnTo>
                  <a:lnTo>
                    <a:pt x="404" y="15"/>
                  </a:lnTo>
                  <a:lnTo>
                    <a:pt x="404" y="15"/>
                  </a:lnTo>
                  <a:lnTo>
                    <a:pt x="404" y="15"/>
                  </a:lnTo>
                  <a:lnTo>
                    <a:pt x="402" y="15"/>
                  </a:lnTo>
                  <a:lnTo>
                    <a:pt x="400" y="15"/>
                  </a:lnTo>
                  <a:lnTo>
                    <a:pt x="398" y="13"/>
                  </a:lnTo>
                  <a:lnTo>
                    <a:pt x="396" y="13"/>
                  </a:lnTo>
                  <a:lnTo>
                    <a:pt x="396" y="13"/>
                  </a:lnTo>
                  <a:lnTo>
                    <a:pt x="395" y="13"/>
                  </a:lnTo>
                  <a:lnTo>
                    <a:pt x="394" y="13"/>
                  </a:lnTo>
                  <a:lnTo>
                    <a:pt x="393" y="13"/>
                  </a:lnTo>
                  <a:lnTo>
                    <a:pt x="393" y="13"/>
                  </a:lnTo>
                  <a:lnTo>
                    <a:pt x="392" y="13"/>
                  </a:lnTo>
                  <a:lnTo>
                    <a:pt x="386" y="13"/>
                  </a:lnTo>
                  <a:lnTo>
                    <a:pt x="385" y="13"/>
                  </a:lnTo>
                  <a:lnTo>
                    <a:pt x="384" y="12"/>
                  </a:lnTo>
                  <a:lnTo>
                    <a:pt x="384" y="10"/>
                  </a:lnTo>
                  <a:lnTo>
                    <a:pt x="384" y="9"/>
                  </a:lnTo>
                  <a:lnTo>
                    <a:pt x="384" y="9"/>
                  </a:lnTo>
                  <a:lnTo>
                    <a:pt x="382" y="9"/>
                  </a:lnTo>
                  <a:lnTo>
                    <a:pt x="379" y="8"/>
                  </a:lnTo>
                  <a:lnTo>
                    <a:pt x="379" y="8"/>
                  </a:lnTo>
                  <a:lnTo>
                    <a:pt x="378" y="6"/>
                  </a:lnTo>
                  <a:lnTo>
                    <a:pt x="377" y="6"/>
                  </a:lnTo>
                  <a:lnTo>
                    <a:pt x="374" y="6"/>
                  </a:lnTo>
                  <a:lnTo>
                    <a:pt x="374" y="6"/>
                  </a:lnTo>
                  <a:lnTo>
                    <a:pt x="374" y="6"/>
                  </a:lnTo>
                  <a:lnTo>
                    <a:pt x="373" y="4"/>
                  </a:lnTo>
                  <a:lnTo>
                    <a:pt x="371" y="4"/>
                  </a:lnTo>
                  <a:lnTo>
                    <a:pt x="370" y="4"/>
                  </a:lnTo>
                  <a:lnTo>
                    <a:pt x="369" y="4"/>
                  </a:lnTo>
                  <a:lnTo>
                    <a:pt x="365" y="4"/>
                  </a:lnTo>
                  <a:lnTo>
                    <a:pt x="364" y="4"/>
                  </a:lnTo>
                  <a:lnTo>
                    <a:pt x="361" y="4"/>
                  </a:lnTo>
                  <a:lnTo>
                    <a:pt x="360" y="4"/>
                  </a:lnTo>
                  <a:lnTo>
                    <a:pt x="357" y="4"/>
                  </a:lnTo>
                  <a:lnTo>
                    <a:pt x="357" y="4"/>
                  </a:lnTo>
                  <a:lnTo>
                    <a:pt x="356" y="4"/>
                  </a:lnTo>
                  <a:lnTo>
                    <a:pt x="354" y="4"/>
                  </a:lnTo>
                  <a:lnTo>
                    <a:pt x="354" y="4"/>
                  </a:lnTo>
                  <a:lnTo>
                    <a:pt x="353" y="4"/>
                  </a:lnTo>
                  <a:lnTo>
                    <a:pt x="352" y="6"/>
                  </a:lnTo>
                  <a:lnTo>
                    <a:pt x="350" y="6"/>
                  </a:lnTo>
                  <a:lnTo>
                    <a:pt x="350" y="4"/>
                  </a:lnTo>
                  <a:lnTo>
                    <a:pt x="349" y="4"/>
                  </a:lnTo>
                  <a:lnTo>
                    <a:pt x="349" y="3"/>
                  </a:lnTo>
                  <a:lnTo>
                    <a:pt x="349" y="2"/>
                  </a:lnTo>
                  <a:lnTo>
                    <a:pt x="343" y="2"/>
                  </a:lnTo>
                  <a:lnTo>
                    <a:pt x="342" y="2"/>
                  </a:lnTo>
                  <a:lnTo>
                    <a:pt x="342" y="2"/>
                  </a:lnTo>
                  <a:lnTo>
                    <a:pt x="340" y="2"/>
                  </a:lnTo>
                  <a:lnTo>
                    <a:pt x="337" y="2"/>
                  </a:lnTo>
                  <a:lnTo>
                    <a:pt x="337" y="2"/>
                  </a:lnTo>
                  <a:lnTo>
                    <a:pt x="334" y="2"/>
                  </a:lnTo>
                  <a:lnTo>
                    <a:pt x="334" y="2"/>
                  </a:lnTo>
                  <a:lnTo>
                    <a:pt x="334" y="2"/>
                  </a:lnTo>
                  <a:lnTo>
                    <a:pt x="333" y="2"/>
                  </a:lnTo>
                  <a:lnTo>
                    <a:pt x="330" y="2"/>
                  </a:lnTo>
                  <a:lnTo>
                    <a:pt x="330" y="2"/>
                  </a:lnTo>
                  <a:lnTo>
                    <a:pt x="330" y="1"/>
                  </a:lnTo>
                  <a:lnTo>
                    <a:pt x="326" y="0"/>
                  </a:lnTo>
                  <a:lnTo>
                    <a:pt x="326" y="0"/>
                  </a:lnTo>
                  <a:lnTo>
                    <a:pt x="326" y="0"/>
                  </a:lnTo>
                  <a:lnTo>
                    <a:pt x="326" y="0"/>
                  </a:lnTo>
                  <a:lnTo>
                    <a:pt x="324" y="0"/>
                  </a:lnTo>
                  <a:lnTo>
                    <a:pt x="324" y="0"/>
                  </a:lnTo>
                  <a:lnTo>
                    <a:pt x="322" y="1"/>
                  </a:lnTo>
                  <a:lnTo>
                    <a:pt x="322" y="2"/>
                  </a:lnTo>
                  <a:lnTo>
                    <a:pt x="318" y="2"/>
                  </a:lnTo>
                  <a:lnTo>
                    <a:pt x="318" y="2"/>
                  </a:lnTo>
                  <a:lnTo>
                    <a:pt x="318" y="2"/>
                  </a:lnTo>
                  <a:lnTo>
                    <a:pt x="317" y="2"/>
                  </a:lnTo>
                  <a:lnTo>
                    <a:pt x="317" y="2"/>
                  </a:lnTo>
                  <a:lnTo>
                    <a:pt x="317" y="2"/>
                  </a:lnTo>
                  <a:lnTo>
                    <a:pt x="317" y="2"/>
                  </a:lnTo>
                  <a:lnTo>
                    <a:pt x="316" y="2"/>
                  </a:lnTo>
                  <a:lnTo>
                    <a:pt x="314" y="2"/>
                  </a:lnTo>
                  <a:lnTo>
                    <a:pt x="311" y="2"/>
                  </a:lnTo>
                  <a:lnTo>
                    <a:pt x="309" y="2"/>
                  </a:lnTo>
                  <a:lnTo>
                    <a:pt x="308" y="2"/>
                  </a:lnTo>
                  <a:lnTo>
                    <a:pt x="308" y="2"/>
                  </a:lnTo>
                  <a:lnTo>
                    <a:pt x="304" y="2"/>
                  </a:lnTo>
                  <a:lnTo>
                    <a:pt x="301" y="2"/>
                  </a:lnTo>
                  <a:lnTo>
                    <a:pt x="300" y="2"/>
                  </a:lnTo>
                  <a:lnTo>
                    <a:pt x="298" y="2"/>
                  </a:lnTo>
                  <a:lnTo>
                    <a:pt x="293" y="2"/>
                  </a:lnTo>
                  <a:lnTo>
                    <a:pt x="293" y="2"/>
                  </a:lnTo>
                  <a:lnTo>
                    <a:pt x="293" y="2"/>
                  </a:lnTo>
                  <a:lnTo>
                    <a:pt x="291" y="2"/>
                  </a:lnTo>
                  <a:lnTo>
                    <a:pt x="291" y="2"/>
                  </a:lnTo>
                  <a:lnTo>
                    <a:pt x="287" y="0"/>
                  </a:lnTo>
                  <a:lnTo>
                    <a:pt x="287" y="0"/>
                  </a:lnTo>
                  <a:lnTo>
                    <a:pt x="287" y="0"/>
                  </a:lnTo>
                  <a:lnTo>
                    <a:pt x="283" y="0"/>
                  </a:lnTo>
                  <a:lnTo>
                    <a:pt x="282" y="0"/>
                  </a:lnTo>
                  <a:lnTo>
                    <a:pt x="282" y="0"/>
                  </a:lnTo>
                  <a:lnTo>
                    <a:pt x="280" y="0"/>
                  </a:lnTo>
                  <a:lnTo>
                    <a:pt x="280" y="1"/>
                  </a:lnTo>
                  <a:lnTo>
                    <a:pt x="279" y="2"/>
                  </a:lnTo>
                  <a:lnTo>
                    <a:pt x="275" y="2"/>
                  </a:lnTo>
                  <a:lnTo>
                    <a:pt x="271" y="2"/>
                  </a:lnTo>
                  <a:lnTo>
                    <a:pt x="271" y="2"/>
                  </a:lnTo>
                  <a:lnTo>
                    <a:pt x="271" y="2"/>
                  </a:lnTo>
                  <a:lnTo>
                    <a:pt x="271" y="2"/>
                  </a:lnTo>
                  <a:lnTo>
                    <a:pt x="270" y="2"/>
                  </a:lnTo>
                  <a:lnTo>
                    <a:pt x="268" y="2"/>
                  </a:lnTo>
                  <a:lnTo>
                    <a:pt x="263" y="2"/>
                  </a:lnTo>
                  <a:lnTo>
                    <a:pt x="262" y="2"/>
                  </a:lnTo>
                  <a:lnTo>
                    <a:pt x="262" y="2"/>
                  </a:lnTo>
                  <a:lnTo>
                    <a:pt x="261" y="2"/>
                  </a:lnTo>
                  <a:lnTo>
                    <a:pt x="261" y="2"/>
                  </a:lnTo>
                  <a:lnTo>
                    <a:pt x="261" y="3"/>
                  </a:lnTo>
                  <a:lnTo>
                    <a:pt x="261" y="4"/>
                  </a:lnTo>
                  <a:lnTo>
                    <a:pt x="261" y="4"/>
                  </a:lnTo>
                  <a:lnTo>
                    <a:pt x="258" y="6"/>
                  </a:lnTo>
                  <a:lnTo>
                    <a:pt x="258" y="4"/>
                  </a:lnTo>
                  <a:lnTo>
                    <a:pt x="258" y="4"/>
                  </a:lnTo>
                  <a:lnTo>
                    <a:pt x="255" y="2"/>
                  </a:lnTo>
                  <a:lnTo>
                    <a:pt x="255" y="2"/>
                  </a:lnTo>
                  <a:lnTo>
                    <a:pt x="249" y="2"/>
                  </a:lnTo>
                  <a:lnTo>
                    <a:pt x="249" y="2"/>
                  </a:lnTo>
                  <a:lnTo>
                    <a:pt x="247" y="2"/>
                  </a:lnTo>
                  <a:lnTo>
                    <a:pt x="244" y="2"/>
                  </a:lnTo>
                  <a:lnTo>
                    <a:pt x="242" y="2"/>
                  </a:lnTo>
                  <a:lnTo>
                    <a:pt x="241" y="3"/>
                  </a:lnTo>
                  <a:lnTo>
                    <a:pt x="239" y="4"/>
                  </a:lnTo>
                  <a:lnTo>
                    <a:pt x="237" y="4"/>
                  </a:lnTo>
                  <a:lnTo>
                    <a:pt x="237" y="4"/>
                  </a:lnTo>
                  <a:lnTo>
                    <a:pt x="236" y="4"/>
                  </a:lnTo>
                  <a:lnTo>
                    <a:pt x="236" y="4"/>
                  </a:lnTo>
                  <a:lnTo>
                    <a:pt x="236" y="4"/>
                  </a:lnTo>
                  <a:lnTo>
                    <a:pt x="236" y="4"/>
                  </a:lnTo>
                  <a:lnTo>
                    <a:pt x="234" y="4"/>
                  </a:lnTo>
                  <a:lnTo>
                    <a:pt x="234" y="4"/>
                  </a:lnTo>
                  <a:lnTo>
                    <a:pt x="232" y="4"/>
                  </a:lnTo>
                  <a:lnTo>
                    <a:pt x="228" y="4"/>
                  </a:lnTo>
                  <a:lnTo>
                    <a:pt x="228" y="4"/>
                  </a:lnTo>
                  <a:lnTo>
                    <a:pt x="224" y="4"/>
                  </a:lnTo>
                  <a:lnTo>
                    <a:pt x="221" y="4"/>
                  </a:lnTo>
                  <a:lnTo>
                    <a:pt x="221" y="4"/>
                  </a:lnTo>
                  <a:lnTo>
                    <a:pt x="221" y="4"/>
                  </a:lnTo>
                  <a:lnTo>
                    <a:pt x="218" y="4"/>
                  </a:lnTo>
                  <a:lnTo>
                    <a:pt x="218" y="6"/>
                  </a:lnTo>
                  <a:lnTo>
                    <a:pt x="215" y="6"/>
                  </a:lnTo>
                  <a:lnTo>
                    <a:pt x="214" y="8"/>
                  </a:lnTo>
                  <a:lnTo>
                    <a:pt x="214" y="9"/>
                  </a:lnTo>
                  <a:lnTo>
                    <a:pt x="214" y="10"/>
                  </a:lnTo>
                  <a:lnTo>
                    <a:pt x="214" y="13"/>
                  </a:lnTo>
                  <a:lnTo>
                    <a:pt x="214" y="13"/>
                  </a:lnTo>
                  <a:lnTo>
                    <a:pt x="214" y="15"/>
                  </a:lnTo>
                  <a:lnTo>
                    <a:pt x="214" y="15"/>
                  </a:lnTo>
                  <a:lnTo>
                    <a:pt x="214" y="15"/>
                  </a:lnTo>
                  <a:lnTo>
                    <a:pt x="214" y="15"/>
                  </a:lnTo>
                  <a:lnTo>
                    <a:pt x="214" y="15"/>
                  </a:lnTo>
                  <a:lnTo>
                    <a:pt x="214" y="15"/>
                  </a:lnTo>
                  <a:lnTo>
                    <a:pt x="214" y="13"/>
                  </a:lnTo>
                  <a:lnTo>
                    <a:pt x="214" y="13"/>
                  </a:lnTo>
                  <a:lnTo>
                    <a:pt x="212" y="10"/>
                  </a:lnTo>
                  <a:lnTo>
                    <a:pt x="211" y="10"/>
                  </a:lnTo>
                  <a:lnTo>
                    <a:pt x="208" y="9"/>
                  </a:lnTo>
                  <a:lnTo>
                    <a:pt x="206" y="9"/>
                  </a:lnTo>
                  <a:lnTo>
                    <a:pt x="205" y="9"/>
                  </a:lnTo>
                  <a:lnTo>
                    <a:pt x="205" y="9"/>
                  </a:lnTo>
                  <a:lnTo>
                    <a:pt x="203" y="9"/>
                  </a:lnTo>
                  <a:lnTo>
                    <a:pt x="200" y="9"/>
                  </a:lnTo>
                  <a:lnTo>
                    <a:pt x="200" y="9"/>
                  </a:lnTo>
                  <a:lnTo>
                    <a:pt x="198" y="9"/>
                  </a:lnTo>
                  <a:lnTo>
                    <a:pt x="198" y="9"/>
                  </a:lnTo>
                  <a:lnTo>
                    <a:pt x="195" y="9"/>
                  </a:lnTo>
                  <a:lnTo>
                    <a:pt x="195" y="9"/>
                  </a:lnTo>
                  <a:lnTo>
                    <a:pt x="193" y="10"/>
                  </a:lnTo>
                  <a:lnTo>
                    <a:pt x="193" y="10"/>
                  </a:lnTo>
                  <a:lnTo>
                    <a:pt x="193" y="10"/>
                  </a:lnTo>
                  <a:lnTo>
                    <a:pt x="193" y="10"/>
                  </a:lnTo>
                  <a:lnTo>
                    <a:pt x="189" y="12"/>
                  </a:lnTo>
                  <a:lnTo>
                    <a:pt x="188" y="12"/>
                  </a:lnTo>
                  <a:lnTo>
                    <a:pt x="186" y="12"/>
                  </a:lnTo>
                  <a:lnTo>
                    <a:pt x="186" y="13"/>
                  </a:lnTo>
                  <a:lnTo>
                    <a:pt x="184" y="13"/>
                  </a:lnTo>
                  <a:lnTo>
                    <a:pt x="184" y="13"/>
                  </a:lnTo>
                  <a:lnTo>
                    <a:pt x="184" y="13"/>
                  </a:lnTo>
                  <a:lnTo>
                    <a:pt x="184" y="13"/>
                  </a:lnTo>
                  <a:lnTo>
                    <a:pt x="181" y="13"/>
                  </a:lnTo>
                  <a:lnTo>
                    <a:pt x="179" y="13"/>
                  </a:lnTo>
                  <a:lnTo>
                    <a:pt x="179" y="13"/>
                  </a:lnTo>
                  <a:lnTo>
                    <a:pt x="176" y="13"/>
                  </a:lnTo>
                  <a:lnTo>
                    <a:pt x="176" y="13"/>
                  </a:lnTo>
                  <a:lnTo>
                    <a:pt x="175" y="13"/>
                  </a:lnTo>
                  <a:lnTo>
                    <a:pt x="172" y="13"/>
                  </a:lnTo>
                  <a:lnTo>
                    <a:pt x="172" y="13"/>
                  </a:lnTo>
                  <a:lnTo>
                    <a:pt x="168" y="13"/>
                  </a:lnTo>
                  <a:lnTo>
                    <a:pt x="168" y="13"/>
                  </a:lnTo>
                  <a:lnTo>
                    <a:pt x="164" y="13"/>
                  </a:lnTo>
                  <a:lnTo>
                    <a:pt x="164" y="13"/>
                  </a:lnTo>
                  <a:lnTo>
                    <a:pt x="161" y="12"/>
                  </a:lnTo>
                  <a:lnTo>
                    <a:pt x="158" y="13"/>
                  </a:lnTo>
                  <a:lnTo>
                    <a:pt x="157" y="13"/>
                  </a:lnTo>
                  <a:lnTo>
                    <a:pt x="156" y="13"/>
                  </a:lnTo>
                  <a:lnTo>
                    <a:pt x="154" y="13"/>
                  </a:lnTo>
                  <a:lnTo>
                    <a:pt x="154" y="15"/>
                  </a:lnTo>
                  <a:lnTo>
                    <a:pt x="151" y="15"/>
                  </a:lnTo>
                  <a:lnTo>
                    <a:pt x="149" y="15"/>
                  </a:lnTo>
                  <a:lnTo>
                    <a:pt x="149" y="15"/>
                  </a:lnTo>
                  <a:lnTo>
                    <a:pt x="148" y="15"/>
                  </a:lnTo>
                  <a:lnTo>
                    <a:pt x="146" y="19"/>
                  </a:lnTo>
                  <a:lnTo>
                    <a:pt x="146" y="19"/>
                  </a:lnTo>
                  <a:lnTo>
                    <a:pt x="145" y="19"/>
                  </a:lnTo>
                  <a:lnTo>
                    <a:pt x="145" y="20"/>
                  </a:lnTo>
                  <a:lnTo>
                    <a:pt x="144" y="20"/>
                  </a:lnTo>
                  <a:lnTo>
                    <a:pt x="144" y="20"/>
                  </a:lnTo>
                  <a:lnTo>
                    <a:pt x="144" y="19"/>
                  </a:lnTo>
                  <a:lnTo>
                    <a:pt x="144" y="19"/>
                  </a:lnTo>
                  <a:lnTo>
                    <a:pt x="144" y="19"/>
                  </a:lnTo>
                  <a:lnTo>
                    <a:pt x="143" y="15"/>
                  </a:lnTo>
                  <a:lnTo>
                    <a:pt x="142" y="15"/>
                  </a:lnTo>
                  <a:lnTo>
                    <a:pt x="137" y="15"/>
                  </a:lnTo>
                  <a:lnTo>
                    <a:pt x="135" y="15"/>
                  </a:lnTo>
                  <a:lnTo>
                    <a:pt x="134" y="15"/>
                  </a:lnTo>
                  <a:lnTo>
                    <a:pt x="132" y="15"/>
                  </a:lnTo>
                  <a:lnTo>
                    <a:pt x="131" y="15"/>
                  </a:lnTo>
                  <a:lnTo>
                    <a:pt x="131" y="15"/>
                  </a:lnTo>
                  <a:lnTo>
                    <a:pt x="127" y="15"/>
                  </a:lnTo>
                  <a:lnTo>
                    <a:pt x="127" y="15"/>
                  </a:lnTo>
                  <a:lnTo>
                    <a:pt x="124" y="15"/>
                  </a:lnTo>
                  <a:lnTo>
                    <a:pt x="124" y="15"/>
                  </a:lnTo>
                  <a:lnTo>
                    <a:pt x="122" y="15"/>
                  </a:lnTo>
                  <a:lnTo>
                    <a:pt x="120" y="15"/>
                  </a:lnTo>
                  <a:lnTo>
                    <a:pt x="118" y="15"/>
                  </a:lnTo>
                  <a:lnTo>
                    <a:pt x="118" y="15"/>
                  </a:lnTo>
                  <a:lnTo>
                    <a:pt x="117" y="15"/>
                  </a:lnTo>
                  <a:lnTo>
                    <a:pt x="112" y="15"/>
                  </a:lnTo>
                  <a:lnTo>
                    <a:pt x="112" y="19"/>
                  </a:lnTo>
                  <a:lnTo>
                    <a:pt x="112" y="19"/>
                  </a:lnTo>
                  <a:lnTo>
                    <a:pt x="112" y="19"/>
                  </a:lnTo>
                  <a:lnTo>
                    <a:pt x="112" y="20"/>
                  </a:lnTo>
                  <a:lnTo>
                    <a:pt x="112" y="20"/>
                  </a:lnTo>
                  <a:lnTo>
                    <a:pt x="112" y="20"/>
                  </a:lnTo>
                  <a:lnTo>
                    <a:pt x="112" y="20"/>
                  </a:lnTo>
                  <a:lnTo>
                    <a:pt x="112" y="20"/>
                  </a:lnTo>
                  <a:lnTo>
                    <a:pt x="112" y="20"/>
                  </a:lnTo>
                  <a:lnTo>
                    <a:pt x="112" y="20"/>
                  </a:lnTo>
                  <a:lnTo>
                    <a:pt x="112" y="20"/>
                  </a:lnTo>
                  <a:lnTo>
                    <a:pt x="112" y="20"/>
                  </a:lnTo>
                  <a:lnTo>
                    <a:pt x="112" y="20"/>
                  </a:lnTo>
                  <a:lnTo>
                    <a:pt x="110" y="20"/>
                  </a:lnTo>
                  <a:lnTo>
                    <a:pt x="109" y="20"/>
                  </a:lnTo>
                  <a:lnTo>
                    <a:pt x="108" y="20"/>
                  </a:lnTo>
                  <a:lnTo>
                    <a:pt x="104" y="20"/>
                  </a:lnTo>
                  <a:lnTo>
                    <a:pt x="104" y="20"/>
                  </a:lnTo>
                  <a:lnTo>
                    <a:pt x="104" y="20"/>
                  </a:lnTo>
                  <a:lnTo>
                    <a:pt x="104" y="20"/>
                  </a:lnTo>
                  <a:lnTo>
                    <a:pt x="103" y="20"/>
                  </a:lnTo>
                  <a:lnTo>
                    <a:pt x="101" y="20"/>
                  </a:lnTo>
                  <a:lnTo>
                    <a:pt x="98" y="20"/>
                  </a:lnTo>
                  <a:lnTo>
                    <a:pt x="95" y="20"/>
                  </a:lnTo>
                  <a:lnTo>
                    <a:pt x="95" y="20"/>
                  </a:lnTo>
                  <a:lnTo>
                    <a:pt x="95" y="20"/>
                  </a:lnTo>
                  <a:lnTo>
                    <a:pt x="95" y="25"/>
                  </a:lnTo>
                  <a:lnTo>
                    <a:pt x="95" y="27"/>
                  </a:lnTo>
                  <a:lnTo>
                    <a:pt x="95" y="30"/>
                  </a:lnTo>
                  <a:lnTo>
                    <a:pt x="95" y="30"/>
                  </a:lnTo>
                  <a:lnTo>
                    <a:pt x="95" y="30"/>
                  </a:lnTo>
                  <a:lnTo>
                    <a:pt x="95" y="30"/>
                  </a:lnTo>
                  <a:lnTo>
                    <a:pt x="95" y="27"/>
                  </a:lnTo>
                  <a:lnTo>
                    <a:pt x="95" y="27"/>
                  </a:lnTo>
                  <a:lnTo>
                    <a:pt x="95" y="27"/>
                  </a:lnTo>
                  <a:lnTo>
                    <a:pt x="91" y="25"/>
                  </a:lnTo>
                  <a:lnTo>
                    <a:pt x="91" y="25"/>
                  </a:lnTo>
                  <a:lnTo>
                    <a:pt x="88" y="24"/>
                  </a:lnTo>
                  <a:lnTo>
                    <a:pt x="88" y="24"/>
                  </a:lnTo>
                  <a:lnTo>
                    <a:pt x="86" y="24"/>
                  </a:lnTo>
                  <a:lnTo>
                    <a:pt x="86" y="24"/>
                  </a:lnTo>
                  <a:lnTo>
                    <a:pt x="85" y="20"/>
                  </a:lnTo>
                  <a:lnTo>
                    <a:pt x="85" y="20"/>
                  </a:lnTo>
                  <a:lnTo>
                    <a:pt x="84" y="20"/>
                  </a:lnTo>
                  <a:lnTo>
                    <a:pt x="81" y="20"/>
                  </a:lnTo>
                  <a:lnTo>
                    <a:pt x="81" y="20"/>
                  </a:lnTo>
                  <a:lnTo>
                    <a:pt x="81" y="20"/>
                  </a:lnTo>
                  <a:lnTo>
                    <a:pt x="77" y="20"/>
                  </a:lnTo>
                  <a:lnTo>
                    <a:pt x="76" y="20"/>
                  </a:lnTo>
                  <a:lnTo>
                    <a:pt x="74" y="20"/>
                  </a:lnTo>
                  <a:lnTo>
                    <a:pt x="73" y="20"/>
                  </a:lnTo>
                  <a:lnTo>
                    <a:pt x="73" y="20"/>
                  </a:lnTo>
                  <a:lnTo>
                    <a:pt x="73" y="20"/>
                  </a:lnTo>
                  <a:lnTo>
                    <a:pt x="72" y="20"/>
                  </a:lnTo>
                  <a:lnTo>
                    <a:pt x="70" y="20"/>
                  </a:lnTo>
                  <a:lnTo>
                    <a:pt x="70" y="20"/>
                  </a:lnTo>
                  <a:lnTo>
                    <a:pt x="67" y="20"/>
                  </a:lnTo>
                  <a:lnTo>
                    <a:pt x="67" y="20"/>
                  </a:lnTo>
                  <a:lnTo>
                    <a:pt x="66" y="20"/>
                  </a:lnTo>
                  <a:lnTo>
                    <a:pt x="64" y="20"/>
                  </a:lnTo>
                  <a:lnTo>
                    <a:pt x="64" y="20"/>
                  </a:lnTo>
                  <a:lnTo>
                    <a:pt x="64" y="20"/>
                  </a:lnTo>
                  <a:lnTo>
                    <a:pt x="61" y="20"/>
                  </a:lnTo>
                  <a:lnTo>
                    <a:pt x="61" y="19"/>
                  </a:lnTo>
                  <a:lnTo>
                    <a:pt x="61" y="19"/>
                  </a:lnTo>
                  <a:lnTo>
                    <a:pt x="57" y="19"/>
                  </a:lnTo>
                  <a:lnTo>
                    <a:pt x="57" y="19"/>
                  </a:lnTo>
                  <a:lnTo>
                    <a:pt x="56" y="19"/>
                  </a:lnTo>
                  <a:lnTo>
                    <a:pt x="55" y="19"/>
                  </a:lnTo>
                  <a:lnTo>
                    <a:pt x="53" y="19"/>
                  </a:lnTo>
                  <a:lnTo>
                    <a:pt x="52" y="19"/>
                  </a:lnTo>
                  <a:lnTo>
                    <a:pt x="49" y="20"/>
                  </a:lnTo>
                  <a:lnTo>
                    <a:pt x="47" y="19"/>
                  </a:lnTo>
                  <a:lnTo>
                    <a:pt x="44" y="19"/>
                  </a:lnTo>
                  <a:lnTo>
                    <a:pt x="43" y="19"/>
                  </a:lnTo>
                  <a:lnTo>
                    <a:pt x="42" y="19"/>
                  </a:lnTo>
                  <a:lnTo>
                    <a:pt x="41" y="15"/>
                  </a:lnTo>
                  <a:lnTo>
                    <a:pt x="35" y="15"/>
                  </a:lnTo>
                  <a:lnTo>
                    <a:pt x="34" y="15"/>
                  </a:lnTo>
                  <a:lnTo>
                    <a:pt x="34" y="15"/>
                  </a:lnTo>
                  <a:lnTo>
                    <a:pt x="34" y="13"/>
                  </a:lnTo>
                  <a:lnTo>
                    <a:pt x="34" y="13"/>
                  </a:lnTo>
                  <a:lnTo>
                    <a:pt x="33" y="13"/>
                  </a:lnTo>
                  <a:lnTo>
                    <a:pt x="32" y="12"/>
                  </a:lnTo>
                  <a:lnTo>
                    <a:pt x="30" y="12"/>
                  </a:lnTo>
                  <a:lnTo>
                    <a:pt x="27" y="12"/>
                  </a:lnTo>
                  <a:lnTo>
                    <a:pt x="25" y="10"/>
                  </a:lnTo>
                  <a:lnTo>
                    <a:pt x="25" y="10"/>
                  </a:lnTo>
                  <a:lnTo>
                    <a:pt x="22" y="10"/>
                  </a:lnTo>
                  <a:lnTo>
                    <a:pt x="18" y="10"/>
                  </a:lnTo>
                  <a:lnTo>
                    <a:pt x="17" y="9"/>
                  </a:lnTo>
                  <a:lnTo>
                    <a:pt x="15" y="9"/>
                  </a:lnTo>
                  <a:lnTo>
                    <a:pt x="15" y="9"/>
                  </a:lnTo>
                  <a:lnTo>
                    <a:pt x="14" y="9"/>
                  </a:lnTo>
                  <a:lnTo>
                    <a:pt x="13" y="8"/>
                  </a:lnTo>
                  <a:lnTo>
                    <a:pt x="10" y="6"/>
                  </a:lnTo>
                  <a:lnTo>
                    <a:pt x="10" y="4"/>
                  </a:lnTo>
                  <a:lnTo>
                    <a:pt x="8" y="2"/>
                  </a:lnTo>
                  <a:lnTo>
                    <a:pt x="8" y="2"/>
                  </a:lnTo>
                  <a:lnTo>
                    <a:pt x="7" y="2"/>
                  </a:lnTo>
                  <a:lnTo>
                    <a:pt x="6" y="0"/>
                  </a:lnTo>
                  <a:lnTo>
                    <a:pt x="0" y="0"/>
                  </a:lnTo>
                  <a:lnTo>
                    <a:pt x="0" y="0"/>
                  </a:lnTo>
                  <a:lnTo>
                    <a:pt x="0" y="0"/>
                  </a:lnTo>
                  <a:lnTo>
                    <a:pt x="0" y="0"/>
                  </a:lnTo>
                  <a:lnTo>
                    <a:pt x="0" y="0"/>
                  </a:lnTo>
                  <a:lnTo>
                    <a:pt x="384" y="0"/>
                  </a:lnTo>
                  <a:lnTo>
                    <a:pt x="384" y="0"/>
                  </a:lnTo>
                </a:path>
              </a:pathLst>
            </a:custGeom>
            <a:solidFill>
              <a:srgbClr val="ffe0f5"/>
            </a:solidFill>
            <a:ln w="0">
              <a:noFill/>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2012" name=""/>
            <p:cNvSpPr/>
            <p:nvPr/>
          </p:nvSpPr>
          <p:spPr>
            <a:xfrm>
              <a:off x="3100320" y="3660840"/>
              <a:ext cx="668520" cy="55440"/>
            </a:xfrm>
            <a:custGeom>
              <a:avLst/>
              <a:gdLst/>
              <a:ahLst/>
              <a:rect l="l" t="t" r="r" b="b"/>
              <a:pathLst>
                <a:path w="421" h="35">
                  <a:moveTo>
                    <a:pt x="36" y="34"/>
                  </a:moveTo>
                  <a:lnTo>
                    <a:pt x="34" y="33"/>
                  </a:lnTo>
                  <a:lnTo>
                    <a:pt x="31" y="29"/>
                  </a:lnTo>
                  <a:lnTo>
                    <a:pt x="31" y="28"/>
                  </a:lnTo>
                  <a:lnTo>
                    <a:pt x="29" y="27"/>
                  </a:lnTo>
                  <a:lnTo>
                    <a:pt x="26" y="25"/>
                  </a:lnTo>
                  <a:lnTo>
                    <a:pt x="26" y="25"/>
                  </a:lnTo>
                  <a:lnTo>
                    <a:pt x="25" y="25"/>
                  </a:lnTo>
                  <a:lnTo>
                    <a:pt x="24" y="24"/>
                  </a:lnTo>
                  <a:lnTo>
                    <a:pt x="23" y="24"/>
                  </a:lnTo>
                  <a:lnTo>
                    <a:pt x="21" y="22"/>
                  </a:lnTo>
                  <a:lnTo>
                    <a:pt x="21" y="22"/>
                  </a:lnTo>
                  <a:lnTo>
                    <a:pt x="20" y="22"/>
                  </a:lnTo>
                  <a:lnTo>
                    <a:pt x="20" y="22"/>
                  </a:lnTo>
                  <a:lnTo>
                    <a:pt x="18" y="18"/>
                  </a:lnTo>
                  <a:lnTo>
                    <a:pt x="17" y="16"/>
                  </a:lnTo>
                  <a:lnTo>
                    <a:pt x="14" y="14"/>
                  </a:lnTo>
                  <a:lnTo>
                    <a:pt x="13" y="13"/>
                  </a:lnTo>
                  <a:lnTo>
                    <a:pt x="11" y="13"/>
                  </a:lnTo>
                  <a:lnTo>
                    <a:pt x="11" y="13"/>
                  </a:lnTo>
                  <a:lnTo>
                    <a:pt x="8" y="13"/>
                  </a:lnTo>
                  <a:lnTo>
                    <a:pt x="8" y="11"/>
                  </a:lnTo>
                  <a:lnTo>
                    <a:pt x="7" y="11"/>
                  </a:lnTo>
                  <a:lnTo>
                    <a:pt x="7" y="10"/>
                  </a:lnTo>
                  <a:lnTo>
                    <a:pt x="7" y="8"/>
                  </a:lnTo>
                  <a:lnTo>
                    <a:pt x="6" y="7"/>
                  </a:lnTo>
                  <a:lnTo>
                    <a:pt x="6" y="6"/>
                  </a:lnTo>
                  <a:lnTo>
                    <a:pt x="4" y="3"/>
                  </a:lnTo>
                  <a:lnTo>
                    <a:pt x="4" y="3"/>
                  </a:lnTo>
                  <a:lnTo>
                    <a:pt x="0" y="3"/>
                  </a:lnTo>
                  <a:lnTo>
                    <a:pt x="0" y="0"/>
                  </a:lnTo>
                  <a:lnTo>
                    <a:pt x="0" y="0"/>
                  </a:lnTo>
                  <a:lnTo>
                    <a:pt x="0" y="0"/>
                  </a:lnTo>
                  <a:lnTo>
                    <a:pt x="0" y="0"/>
                  </a:lnTo>
                  <a:lnTo>
                    <a:pt x="4" y="3"/>
                  </a:lnTo>
                  <a:lnTo>
                    <a:pt x="7" y="3"/>
                  </a:lnTo>
                  <a:lnTo>
                    <a:pt x="8" y="3"/>
                  </a:lnTo>
                  <a:lnTo>
                    <a:pt x="10" y="3"/>
                  </a:lnTo>
                  <a:lnTo>
                    <a:pt x="11" y="3"/>
                  </a:lnTo>
                  <a:lnTo>
                    <a:pt x="11" y="4"/>
                  </a:lnTo>
                  <a:lnTo>
                    <a:pt x="13" y="4"/>
                  </a:lnTo>
                  <a:lnTo>
                    <a:pt x="13" y="4"/>
                  </a:lnTo>
                  <a:lnTo>
                    <a:pt x="14" y="4"/>
                  </a:lnTo>
                  <a:lnTo>
                    <a:pt x="14" y="4"/>
                  </a:lnTo>
                  <a:lnTo>
                    <a:pt x="14" y="6"/>
                  </a:lnTo>
                  <a:lnTo>
                    <a:pt x="18" y="6"/>
                  </a:lnTo>
                  <a:lnTo>
                    <a:pt x="18" y="6"/>
                  </a:lnTo>
                  <a:lnTo>
                    <a:pt x="20" y="8"/>
                  </a:lnTo>
                  <a:lnTo>
                    <a:pt x="20" y="8"/>
                  </a:lnTo>
                  <a:lnTo>
                    <a:pt x="20" y="10"/>
                  </a:lnTo>
                  <a:lnTo>
                    <a:pt x="21" y="10"/>
                  </a:lnTo>
                  <a:lnTo>
                    <a:pt x="21" y="11"/>
                  </a:lnTo>
                  <a:lnTo>
                    <a:pt x="25" y="11"/>
                  </a:lnTo>
                  <a:lnTo>
                    <a:pt x="26" y="13"/>
                  </a:lnTo>
                  <a:lnTo>
                    <a:pt x="27" y="13"/>
                  </a:lnTo>
                  <a:lnTo>
                    <a:pt x="29" y="13"/>
                  </a:lnTo>
                  <a:lnTo>
                    <a:pt x="29" y="13"/>
                  </a:lnTo>
                  <a:lnTo>
                    <a:pt x="31" y="13"/>
                  </a:lnTo>
                  <a:lnTo>
                    <a:pt x="31" y="13"/>
                  </a:lnTo>
                  <a:lnTo>
                    <a:pt x="31" y="13"/>
                  </a:lnTo>
                  <a:lnTo>
                    <a:pt x="34" y="13"/>
                  </a:lnTo>
                  <a:lnTo>
                    <a:pt x="36" y="13"/>
                  </a:lnTo>
                  <a:lnTo>
                    <a:pt x="36" y="13"/>
                  </a:lnTo>
                  <a:lnTo>
                    <a:pt x="42" y="13"/>
                  </a:lnTo>
                  <a:lnTo>
                    <a:pt x="42" y="15"/>
                  </a:lnTo>
                  <a:lnTo>
                    <a:pt x="43" y="16"/>
                  </a:lnTo>
                  <a:lnTo>
                    <a:pt x="43" y="16"/>
                  </a:lnTo>
                  <a:lnTo>
                    <a:pt x="44" y="17"/>
                  </a:lnTo>
                  <a:lnTo>
                    <a:pt x="46" y="18"/>
                  </a:lnTo>
                  <a:lnTo>
                    <a:pt x="46" y="18"/>
                  </a:lnTo>
                  <a:lnTo>
                    <a:pt x="49" y="22"/>
                  </a:lnTo>
                  <a:lnTo>
                    <a:pt x="51" y="22"/>
                  </a:lnTo>
                  <a:lnTo>
                    <a:pt x="51" y="22"/>
                  </a:lnTo>
                  <a:lnTo>
                    <a:pt x="51" y="22"/>
                  </a:lnTo>
                  <a:lnTo>
                    <a:pt x="53" y="18"/>
                  </a:lnTo>
                  <a:lnTo>
                    <a:pt x="53" y="18"/>
                  </a:lnTo>
                  <a:lnTo>
                    <a:pt x="54" y="18"/>
                  </a:lnTo>
                  <a:lnTo>
                    <a:pt x="54" y="18"/>
                  </a:lnTo>
                  <a:lnTo>
                    <a:pt x="54" y="18"/>
                  </a:lnTo>
                  <a:lnTo>
                    <a:pt x="56" y="22"/>
                  </a:lnTo>
                  <a:lnTo>
                    <a:pt x="58" y="22"/>
                  </a:lnTo>
                  <a:lnTo>
                    <a:pt x="58" y="22"/>
                  </a:lnTo>
                  <a:lnTo>
                    <a:pt x="61" y="18"/>
                  </a:lnTo>
                  <a:lnTo>
                    <a:pt x="61" y="17"/>
                  </a:lnTo>
                  <a:lnTo>
                    <a:pt x="61" y="16"/>
                  </a:lnTo>
                  <a:lnTo>
                    <a:pt x="61" y="15"/>
                  </a:lnTo>
                  <a:lnTo>
                    <a:pt x="62" y="14"/>
                  </a:lnTo>
                  <a:lnTo>
                    <a:pt x="66" y="14"/>
                  </a:lnTo>
                  <a:lnTo>
                    <a:pt x="68" y="15"/>
                  </a:lnTo>
                  <a:lnTo>
                    <a:pt x="77" y="14"/>
                  </a:lnTo>
                  <a:lnTo>
                    <a:pt x="77" y="14"/>
                  </a:lnTo>
                  <a:lnTo>
                    <a:pt x="78" y="13"/>
                  </a:lnTo>
                  <a:lnTo>
                    <a:pt x="78" y="13"/>
                  </a:lnTo>
                  <a:lnTo>
                    <a:pt x="79" y="13"/>
                  </a:lnTo>
                  <a:lnTo>
                    <a:pt x="80" y="13"/>
                  </a:lnTo>
                  <a:lnTo>
                    <a:pt x="81" y="13"/>
                  </a:lnTo>
                  <a:lnTo>
                    <a:pt x="83" y="13"/>
                  </a:lnTo>
                  <a:lnTo>
                    <a:pt x="84" y="14"/>
                  </a:lnTo>
                  <a:lnTo>
                    <a:pt x="84" y="13"/>
                  </a:lnTo>
                  <a:lnTo>
                    <a:pt x="85" y="13"/>
                  </a:lnTo>
                  <a:lnTo>
                    <a:pt x="86" y="13"/>
                  </a:lnTo>
                  <a:lnTo>
                    <a:pt x="88" y="13"/>
                  </a:lnTo>
                  <a:lnTo>
                    <a:pt x="88" y="13"/>
                  </a:lnTo>
                  <a:lnTo>
                    <a:pt x="91" y="13"/>
                  </a:lnTo>
                  <a:lnTo>
                    <a:pt x="93" y="13"/>
                  </a:lnTo>
                  <a:lnTo>
                    <a:pt x="95" y="13"/>
                  </a:lnTo>
                  <a:lnTo>
                    <a:pt x="97" y="13"/>
                  </a:lnTo>
                  <a:lnTo>
                    <a:pt x="97" y="13"/>
                  </a:lnTo>
                  <a:lnTo>
                    <a:pt x="97" y="13"/>
                  </a:lnTo>
                  <a:lnTo>
                    <a:pt x="100" y="11"/>
                  </a:lnTo>
                  <a:lnTo>
                    <a:pt x="100" y="11"/>
                  </a:lnTo>
                  <a:lnTo>
                    <a:pt x="102" y="11"/>
                  </a:lnTo>
                  <a:lnTo>
                    <a:pt x="103" y="10"/>
                  </a:lnTo>
                  <a:lnTo>
                    <a:pt x="105" y="10"/>
                  </a:lnTo>
                  <a:lnTo>
                    <a:pt x="107" y="10"/>
                  </a:lnTo>
                  <a:lnTo>
                    <a:pt x="108" y="10"/>
                  </a:lnTo>
                  <a:lnTo>
                    <a:pt x="109" y="10"/>
                  </a:lnTo>
                  <a:lnTo>
                    <a:pt x="109" y="11"/>
                  </a:lnTo>
                  <a:lnTo>
                    <a:pt x="110" y="11"/>
                  </a:lnTo>
                  <a:lnTo>
                    <a:pt x="110" y="11"/>
                  </a:lnTo>
                  <a:lnTo>
                    <a:pt x="112" y="10"/>
                  </a:lnTo>
                  <a:lnTo>
                    <a:pt x="113" y="10"/>
                  </a:lnTo>
                  <a:lnTo>
                    <a:pt x="116" y="8"/>
                  </a:lnTo>
                  <a:lnTo>
                    <a:pt x="117" y="8"/>
                  </a:lnTo>
                  <a:lnTo>
                    <a:pt x="117" y="8"/>
                  </a:lnTo>
                  <a:lnTo>
                    <a:pt x="117" y="8"/>
                  </a:lnTo>
                  <a:lnTo>
                    <a:pt x="118" y="8"/>
                  </a:lnTo>
                  <a:lnTo>
                    <a:pt x="121" y="8"/>
                  </a:lnTo>
                  <a:lnTo>
                    <a:pt x="121" y="8"/>
                  </a:lnTo>
                  <a:lnTo>
                    <a:pt x="122" y="8"/>
                  </a:lnTo>
                  <a:lnTo>
                    <a:pt x="122" y="8"/>
                  </a:lnTo>
                  <a:lnTo>
                    <a:pt x="124" y="8"/>
                  </a:lnTo>
                  <a:lnTo>
                    <a:pt x="124" y="8"/>
                  </a:lnTo>
                  <a:lnTo>
                    <a:pt x="126" y="8"/>
                  </a:lnTo>
                  <a:lnTo>
                    <a:pt x="127" y="10"/>
                  </a:lnTo>
                  <a:lnTo>
                    <a:pt x="127" y="10"/>
                  </a:lnTo>
                  <a:lnTo>
                    <a:pt x="127" y="10"/>
                  </a:lnTo>
                  <a:lnTo>
                    <a:pt x="127" y="10"/>
                  </a:lnTo>
                  <a:lnTo>
                    <a:pt x="133" y="8"/>
                  </a:lnTo>
                  <a:lnTo>
                    <a:pt x="134" y="8"/>
                  </a:lnTo>
                  <a:lnTo>
                    <a:pt x="134" y="8"/>
                  </a:lnTo>
                  <a:lnTo>
                    <a:pt x="137" y="8"/>
                  </a:lnTo>
                  <a:lnTo>
                    <a:pt x="139" y="7"/>
                  </a:lnTo>
                  <a:lnTo>
                    <a:pt x="140" y="6"/>
                  </a:lnTo>
                  <a:lnTo>
                    <a:pt x="140" y="6"/>
                  </a:lnTo>
                  <a:lnTo>
                    <a:pt x="140" y="6"/>
                  </a:lnTo>
                  <a:lnTo>
                    <a:pt x="144" y="6"/>
                  </a:lnTo>
                  <a:lnTo>
                    <a:pt x="144" y="6"/>
                  </a:lnTo>
                  <a:lnTo>
                    <a:pt x="146" y="6"/>
                  </a:lnTo>
                  <a:lnTo>
                    <a:pt x="147" y="6"/>
                  </a:lnTo>
                  <a:lnTo>
                    <a:pt x="148" y="6"/>
                  </a:lnTo>
                  <a:lnTo>
                    <a:pt x="148" y="6"/>
                  </a:lnTo>
                  <a:lnTo>
                    <a:pt x="153" y="6"/>
                  </a:lnTo>
                  <a:lnTo>
                    <a:pt x="154" y="6"/>
                  </a:lnTo>
                  <a:lnTo>
                    <a:pt x="157" y="6"/>
                  </a:lnTo>
                  <a:lnTo>
                    <a:pt x="160" y="6"/>
                  </a:lnTo>
                  <a:lnTo>
                    <a:pt x="160" y="6"/>
                  </a:lnTo>
                  <a:lnTo>
                    <a:pt x="162" y="6"/>
                  </a:lnTo>
                  <a:lnTo>
                    <a:pt x="163" y="4"/>
                  </a:lnTo>
                  <a:lnTo>
                    <a:pt x="164" y="3"/>
                  </a:lnTo>
                  <a:lnTo>
                    <a:pt x="167" y="3"/>
                  </a:lnTo>
                  <a:lnTo>
                    <a:pt x="167" y="3"/>
                  </a:lnTo>
                  <a:lnTo>
                    <a:pt x="168" y="4"/>
                  </a:lnTo>
                  <a:lnTo>
                    <a:pt x="168" y="4"/>
                  </a:lnTo>
                  <a:lnTo>
                    <a:pt x="170" y="3"/>
                  </a:lnTo>
                  <a:lnTo>
                    <a:pt x="171" y="3"/>
                  </a:lnTo>
                  <a:lnTo>
                    <a:pt x="173" y="3"/>
                  </a:lnTo>
                  <a:lnTo>
                    <a:pt x="174" y="3"/>
                  </a:lnTo>
                  <a:lnTo>
                    <a:pt x="179" y="3"/>
                  </a:lnTo>
                  <a:lnTo>
                    <a:pt x="180" y="3"/>
                  </a:lnTo>
                  <a:lnTo>
                    <a:pt x="181" y="3"/>
                  </a:lnTo>
                  <a:lnTo>
                    <a:pt x="182" y="3"/>
                  </a:lnTo>
                  <a:lnTo>
                    <a:pt x="182" y="4"/>
                  </a:lnTo>
                  <a:lnTo>
                    <a:pt x="184" y="6"/>
                  </a:lnTo>
                  <a:lnTo>
                    <a:pt x="185" y="6"/>
                  </a:lnTo>
                  <a:lnTo>
                    <a:pt x="187" y="6"/>
                  </a:lnTo>
                  <a:lnTo>
                    <a:pt x="190" y="6"/>
                  </a:lnTo>
                  <a:lnTo>
                    <a:pt x="190" y="6"/>
                  </a:lnTo>
                  <a:lnTo>
                    <a:pt x="192" y="6"/>
                  </a:lnTo>
                  <a:lnTo>
                    <a:pt x="193" y="6"/>
                  </a:lnTo>
                  <a:lnTo>
                    <a:pt x="193" y="6"/>
                  </a:lnTo>
                  <a:lnTo>
                    <a:pt x="194" y="4"/>
                  </a:lnTo>
                  <a:lnTo>
                    <a:pt x="194" y="3"/>
                  </a:lnTo>
                  <a:lnTo>
                    <a:pt x="200" y="3"/>
                  </a:lnTo>
                  <a:lnTo>
                    <a:pt x="200" y="3"/>
                  </a:lnTo>
                  <a:lnTo>
                    <a:pt x="203" y="3"/>
                  </a:lnTo>
                  <a:lnTo>
                    <a:pt x="204" y="4"/>
                  </a:lnTo>
                  <a:lnTo>
                    <a:pt x="205" y="4"/>
                  </a:lnTo>
                  <a:lnTo>
                    <a:pt x="208" y="4"/>
                  </a:lnTo>
                  <a:lnTo>
                    <a:pt x="208" y="4"/>
                  </a:lnTo>
                  <a:lnTo>
                    <a:pt x="211" y="3"/>
                  </a:lnTo>
                  <a:lnTo>
                    <a:pt x="211" y="3"/>
                  </a:lnTo>
                  <a:lnTo>
                    <a:pt x="212" y="3"/>
                  </a:lnTo>
                  <a:lnTo>
                    <a:pt x="215" y="3"/>
                  </a:lnTo>
                  <a:lnTo>
                    <a:pt x="220" y="3"/>
                  </a:lnTo>
                  <a:lnTo>
                    <a:pt x="220" y="4"/>
                  </a:lnTo>
                  <a:lnTo>
                    <a:pt x="220" y="4"/>
                  </a:lnTo>
                  <a:lnTo>
                    <a:pt x="220" y="6"/>
                  </a:lnTo>
                  <a:lnTo>
                    <a:pt x="222" y="6"/>
                  </a:lnTo>
                  <a:lnTo>
                    <a:pt x="223" y="6"/>
                  </a:lnTo>
                  <a:lnTo>
                    <a:pt x="223" y="6"/>
                  </a:lnTo>
                  <a:lnTo>
                    <a:pt x="224" y="6"/>
                  </a:lnTo>
                  <a:lnTo>
                    <a:pt x="224" y="6"/>
                  </a:lnTo>
                  <a:lnTo>
                    <a:pt x="224" y="6"/>
                  </a:lnTo>
                  <a:lnTo>
                    <a:pt x="225" y="6"/>
                  </a:lnTo>
                  <a:lnTo>
                    <a:pt x="229" y="4"/>
                  </a:lnTo>
                  <a:lnTo>
                    <a:pt x="229" y="3"/>
                  </a:lnTo>
                  <a:lnTo>
                    <a:pt x="229" y="3"/>
                  </a:lnTo>
                  <a:lnTo>
                    <a:pt x="229" y="3"/>
                  </a:lnTo>
                  <a:lnTo>
                    <a:pt x="231" y="3"/>
                  </a:lnTo>
                  <a:lnTo>
                    <a:pt x="232" y="3"/>
                  </a:lnTo>
                  <a:lnTo>
                    <a:pt x="234" y="3"/>
                  </a:lnTo>
                  <a:lnTo>
                    <a:pt x="236" y="3"/>
                  </a:lnTo>
                  <a:lnTo>
                    <a:pt x="236" y="3"/>
                  </a:lnTo>
                  <a:lnTo>
                    <a:pt x="239" y="3"/>
                  </a:lnTo>
                  <a:lnTo>
                    <a:pt x="241" y="3"/>
                  </a:lnTo>
                  <a:lnTo>
                    <a:pt x="242" y="3"/>
                  </a:lnTo>
                  <a:lnTo>
                    <a:pt x="246" y="3"/>
                  </a:lnTo>
                  <a:lnTo>
                    <a:pt x="248" y="3"/>
                  </a:lnTo>
                  <a:lnTo>
                    <a:pt x="250" y="3"/>
                  </a:lnTo>
                  <a:lnTo>
                    <a:pt x="250" y="3"/>
                  </a:lnTo>
                  <a:lnTo>
                    <a:pt x="252" y="3"/>
                  </a:lnTo>
                  <a:lnTo>
                    <a:pt x="254" y="3"/>
                  </a:lnTo>
                  <a:lnTo>
                    <a:pt x="257" y="3"/>
                  </a:lnTo>
                  <a:lnTo>
                    <a:pt x="257" y="3"/>
                  </a:lnTo>
                  <a:lnTo>
                    <a:pt x="257" y="3"/>
                  </a:lnTo>
                  <a:lnTo>
                    <a:pt x="260" y="3"/>
                  </a:lnTo>
                  <a:lnTo>
                    <a:pt x="264" y="3"/>
                  </a:lnTo>
                  <a:lnTo>
                    <a:pt x="264" y="3"/>
                  </a:lnTo>
                  <a:lnTo>
                    <a:pt x="268" y="1"/>
                  </a:lnTo>
                  <a:lnTo>
                    <a:pt x="270" y="1"/>
                  </a:lnTo>
                  <a:lnTo>
                    <a:pt x="271" y="0"/>
                  </a:lnTo>
                  <a:lnTo>
                    <a:pt x="272" y="1"/>
                  </a:lnTo>
                  <a:lnTo>
                    <a:pt x="273" y="3"/>
                  </a:lnTo>
                  <a:lnTo>
                    <a:pt x="277" y="3"/>
                  </a:lnTo>
                  <a:lnTo>
                    <a:pt x="277" y="3"/>
                  </a:lnTo>
                  <a:lnTo>
                    <a:pt x="278" y="3"/>
                  </a:lnTo>
                  <a:lnTo>
                    <a:pt x="280" y="3"/>
                  </a:lnTo>
                  <a:lnTo>
                    <a:pt x="283" y="3"/>
                  </a:lnTo>
                  <a:lnTo>
                    <a:pt x="284" y="3"/>
                  </a:lnTo>
                  <a:lnTo>
                    <a:pt x="285" y="3"/>
                  </a:lnTo>
                  <a:lnTo>
                    <a:pt x="289" y="3"/>
                  </a:lnTo>
                  <a:lnTo>
                    <a:pt x="291" y="3"/>
                  </a:lnTo>
                  <a:lnTo>
                    <a:pt x="291" y="3"/>
                  </a:lnTo>
                  <a:lnTo>
                    <a:pt x="294" y="3"/>
                  </a:lnTo>
                  <a:lnTo>
                    <a:pt x="295" y="3"/>
                  </a:lnTo>
                  <a:lnTo>
                    <a:pt x="297" y="3"/>
                  </a:lnTo>
                  <a:lnTo>
                    <a:pt x="297" y="3"/>
                  </a:lnTo>
                  <a:lnTo>
                    <a:pt x="298" y="3"/>
                  </a:lnTo>
                  <a:lnTo>
                    <a:pt x="298" y="3"/>
                  </a:lnTo>
                  <a:lnTo>
                    <a:pt x="299" y="3"/>
                  </a:lnTo>
                  <a:lnTo>
                    <a:pt x="304" y="3"/>
                  </a:lnTo>
                  <a:lnTo>
                    <a:pt x="306" y="3"/>
                  </a:lnTo>
                  <a:lnTo>
                    <a:pt x="307" y="3"/>
                  </a:lnTo>
                  <a:lnTo>
                    <a:pt x="307" y="3"/>
                  </a:lnTo>
                  <a:lnTo>
                    <a:pt x="307" y="3"/>
                  </a:lnTo>
                  <a:lnTo>
                    <a:pt x="312" y="3"/>
                  </a:lnTo>
                  <a:lnTo>
                    <a:pt x="316" y="3"/>
                  </a:lnTo>
                  <a:lnTo>
                    <a:pt x="316" y="3"/>
                  </a:lnTo>
                  <a:lnTo>
                    <a:pt x="318" y="4"/>
                  </a:lnTo>
                  <a:lnTo>
                    <a:pt x="318" y="6"/>
                  </a:lnTo>
                  <a:lnTo>
                    <a:pt x="323" y="6"/>
                  </a:lnTo>
                  <a:lnTo>
                    <a:pt x="323" y="6"/>
                  </a:lnTo>
                  <a:lnTo>
                    <a:pt x="327" y="6"/>
                  </a:lnTo>
                  <a:lnTo>
                    <a:pt x="327" y="6"/>
                  </a:lnTo>
                  <a:lnTo>
                    <a:pt x="329" y="6"/>
                  </a:lnTo>
                  <a:lnTo>
                    <a:pt x="329" y="6"/>
                  </a:lnTo>
                  <a:lnTo>
                    <a:pt x="329" y="4"/>
                  </a:lnTo>
                  <a:lnTo>
                    <a:pt x="329" y="4"/>
                  </a:lnTo>
                  <a:lnTo>
                    <a:pt x="329" y="3"/>
                  </a:lnTo>
                  <a:lnTo>
                    <a:pt x="333" y="3"/>
                  </a:lnTo>
                  <a:lnTo>
                    <a:pt x="335" y="3"/>
                  </a:lnTo>
                  <a:lnTo>
                    <a:pt x="336" y="3"/>
                  </a:lnTo>
                  <a:lnTo>
                    <a:pt x="336" y="3"/>
                  </a:lnTo>
                  <a:lnTo>
                    <a:pt x="337" y="4"/>
                  </a:lnTo>
                  <a:lnTo>
                    <a:pt x="344" y="4"/>
                  </a:lnTo>
                  <a:lnTo>
                    <a:pt x="344" y="4"/>
                  </a:lnTo>
                  <a:lnTo>
                    <a:pt x="344" y="4"/>
                  </a:lnTo>
                  <a:lnTo>
                    <a:pt x="345" y="4"/>
                  </a:lnTo>
                  <a:lnTo>
                    <a:pt x="345" y="4"/>
                  </a:lnTo>
                  <a:lnTo>
                    <a:pt x="347" y="4"/>
                  </a:lnTo>
                  <a:lnTo>
                    <a:pt x="349" y="4"/>
                  </a:lnTo>
                  <a:lnTo>
                    <a:pt x="352" y="6"/>
                  </a:lnTo>
                  <a:lnTo>
                    <a:pt x="353" y="6"/>
                  </a:lnTo>
                  <a:lnTo>
                    <a:pt x="353" y="8"/>
                  </a:lnTo>
                  <a:lnTo>
                    <a:pt x="354" y="8"/>
                  </a:lnTo>
                  <a:lnTo>
                    <a:pt x="354" y="8"/>
                  </a:lnTo>
                  <a:lnTo>
                    <a:pt x="358" y="8"/>
                  </a:lnTo>
                  <a:lnTo>
                    <a:pt x="358" y="8"/>
                  </a:lnTo>
                  <a:lnTo>
                    <a:pt x="360" y="8"/>
                  </a:lnTo>
                  <a:lnTo>
                    <a:pt x="360" y="8"/>
                  </a:lnTo>
                  <a:lnTo>
                    <a:pt x="360" y="8"/>
                  </a:lnTo>
                  <a:lnTo>
                    <a:pt x="360" y="8"/>
                  </a:lnTo>
                  <a:lnTo>
                    <a:pt x="361" y="8"/>
                  </a:lnTo>
                  <a:lnTo>
                    <a:pt x="362" y="8"/>
                  </a:lnTo>
                  <a:lnTo>
                    <a:pt x="362" y="8"/>
                  </a:lnTo>
                  <a:lnTo>
                    <a:pt x="366" y="8"/>
                  </a:lnTo>
                  <a:lnTo>
                    <a:pt x="366" y="10"/>
                  </a:lnTo>
                  <a:lnTo>
                    <a:pt x="370" y="11"/>
                  </a:lnTo>
                  <a:lnTo>
                    <a:pt x="370" y="11"/>
                  </a:lnTo>
                  <a:lnTo>
                    <a:pt x="370" y="13"/>
                  </a:lnTo>
                  <a:lnTo>
                    <a:pt x="371" y="13"/>
                  </a:lnTo>
                  <a:lnTo>
                    <a:pt x="373" y="13"/>
                  </a:lnTo>
                  <a:lnTo>
                    <a:pt x="376" y="13"/>
                  </a:lnTo>
                  <a:lnTo>
                    <a:pt x="378" y="13"/>
                  </a:lnTo>
                  <a:lnTo>
                    <a:pt x="378" y="13"/>
                  </a:lnTo>
                  <a:lnTo>
                    <a:pt x="378" y="13"/>
                  </a:lnTo>
                  <a:lnTo>
                    <a:pt x="378" y="13"/>
                  </a:lnTo>
                  <a:lnTo>
                    <a:pt x="379" y="13"/>
                  </a:lnTo>
                  <a:lnTo>
                    <a:pt x="379" y="13"/>
                  </a:lnTo>
                  <a:lnTo>
                    <a:pt x="385" y="13"/>
                  </a:lnTo>
                  <a:lnTo>
                    <a:pt x="385" y="13"/>
                  </a:lnTo>
                  <a:lnTo>
                    <a:pt x="386" y="13"/>
                  </a:lnTo>
                  <a:lnTo>
                    <a:pt x="388" y="14"/>
                  </a:lnTo>
                  <a:lnTo>
                    <a:pt x="388" y="14"/>
                  </a:lnTo>
                  <a:lnTo>
                    <a:pt x="389" y="16"/>
                  </a:lnTo>
                  <a:lnTo>
                    <a:pt x="390" y="18"/>
                  </a:lnTo>
                  <a:lnTo>
                    <a:pt x="390" y="22"/>
                  </a:lnTo>
                  <a:lnTo>
                    <a:pt x="392" y="22"/>
                  </a:lnTo>
                  <a:lnTo>
                    <a:pt x="392" y="22"/>
                  </a:lnTo>
                  <a:lnTo>
                    <a:pt x="393" y="22"/>
                  </a:lnTo>
                  <a:lnTo>
                    <a:pt x="393" y="22"/>
                  </a:lnTo>
                  <a:lnTo>
                    <a:pt x="393" y="22"/>
                  </a:lnTo>
                  <a:lnTo>
                    <a:pt x="393" y="22"/>
                  </a:lnTo>
                  <a:lnTo>
                    <a:pt x="393" y="22"/>
                  </a:lnTo>
                  <a:lnTo>
                    <a:pt x="393" y="22"/>
                  </a:lnTo>
                  <a:lnTo>
                    <a:pt x="393" y="22"/>
                  </a:lnTo>
                  <a:lnTo>
                    <a:pt x="397" y="22"/>
                  </a:lnTo>
                  <a:lnTo>
                    <a:pt x="397" y="22"/>
                  </a:lnTo>
                  <a:lnTo>
                    <a:pt x="400" y="22"/>
                  </a:lnTo>
                  <a:lnTo>
                    <a:pt x="401" y="23"/>
                  </a:lnTo>
                  <a:lnTo>
                    <a:pt x="405" y="24"/>
                  </a:lnTo>
                  <a:lnTo>
                    <a:pt x="405" y="25"/>
                  </a:lnTo>
                  <a:lnTo>
                    <a:pt x="406" y="25"/>
                  </a:lnTo>
                  <a:lnTo>
                    <a:pt x="406" y="25"/>
                  </a:lnTo>
                  <a:lnTo>
                    <a:pt x="409" y="25"/>
                  </a:lnTo>
                  <a:lnTo>
                    <a:pt x="409" y="25"/>
                  </a:lnTo>
                  <a:lnTo>
                    <a:pt x="410" y="25"/>
                  </a:lnTo>
                  <a:lnTo>
                    <a:pt x="410" y="25"/>
                  </a:lnTo>
                  <a:lnTo>
                    <a:pt x="410" y="25"/>
                  </a:lnTo>
                  <a:lnTo>
                    <a:pt x="410" y="25"/>
                  </a:lnTo>
                  <a:lnTo>
                    <a:pt x="410" y="25"/>
                  </a:lnTo>
                  <a:lnTo>
                    <a:pt x="413" y="25"/>
                  </a:lnTo>
                  <a:lnTo>
                    <a:pt x="414" y="25"/>
                  </a:lnTo>
                  <a:lnTo>
                    <a:pt x="415" y="25"/>
                  </a:lnTo>
                  <a:lnTo>
                    <a:pt x="415" y="27"/>
                  </a:lnTo>
                  <a:lnTo>
                    <a:pt x="415" y="27"/>
                  </a:lnTo>
                  <a:lnTo>
                    <a:pt x="418" y="28"/>
                  </a:lnTo>
                  <a:lnTo>
                    <a:pt x="418" y="28"/>
                  </a:lnTo>
                  <a:lnTo>
                    <a:pt x="418" y="29"/>
                  </a:lnTo>
                  <a:lnTo>
                    <a:pt x="420" y="33"/>
                  </a:lnTo>
                  <a:lnTo>
                    <a:pt x="420" y="34"/>
                  </a:lnTo>
                  <a:lnTo>
                    <a:pt x="36" y="34"/>
                  </a:lnTo>
                  <a:lnTo>
                    <a:pt x="36" y="34"/>
                  </a:lnTo>
                </a:path>
              </a:pathLst>
            </a:custGeom>
            <a:solidFill>
              <a:srgbClr val="ffe0f5"/>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2013" name=""/>
            <p:cNvSpPr/>
            <p:nvPr/>
          </p:nvSpPr>
          <p:spPr>
            <a:xfrm>
              <a:off x="2779560" y="3529080"/>
              <a:ext cx="216000" cy="85680"/>
            </a:xfrm>
            <a:custGeom>
              <a:avLst/>
              <a:gdLst/>
              <a:ahLst/>
              <a:rect l="l" t="t" r="r" b="b"/>
              <a:pathLst>
                <a:path w="136" h="54">
                  <a:moveTo>
                    <a:pt x="2" y="53"/>
                  </a:moveTo>
                  <a:lnTo>
                    <a:pt x="2" y="51"/>
                  </a:lnTo>
                  <a:lnTo>
                    <a:pt x="0" y="46"/>
                  </a:lnTo>
                  <a:lnTo>
                    <a:pt x="0" y="46"/>
                  </a:lnTo>
                  <a:lnTo>
                    <a:pt x="0" y="46"/>
                  </a:lnTo>
                  <a:lnTo>
                    <a:pt x="0" y="44"/>
                  </a:lnTo>
                  <a:lnTo>
                    <a:pt x="2" y="44"/>
                  </a:lnTo>
                  <a:lnTo>
                    <a:pt x="2" y="44"/>
                  </a:lnTo>
                  <a:lnTo>
                    <a:pt x="2" y="44"/>
                  </a:lnTo>
                  <a:lnTo>
                    <a:pt x="2" y="43"/>
                  </a:lnTo>
                  <a:lnTo>
                    <a:pt x="4" y="42"/>
                  </a:lnTo>
                  <a:lnTo>
                    <a:pt x="4" y="42"/>
                  </a:lnTo>
                  <a:lnTo>
                    <a:pt x="4" y="42"/>
                  </a:lnTo>
                  <a:lnTo>
                    <a:pt x="4" y="40"/>
                  </a:lnTo>
                  <a:lnTo>
                    <a:pt x="4" y="38"/>
                  </a:lnTo>
                  <a:lnTo>
                    <a:pt x="4" y="36"/>
                  </a:lnTo>
                  <a:lnTo>
                    <a:pt x="6" y="35"/>
                  </a:lnTo>
                  <a:lnTo>
                    <a:pt x="7" y="35"/>
                  </a:lnTo>
                  <a:lnTo>
                    <a:pt x="7" y="32"/>
                  </a:lnTo>
                  <a:lnTo>
                    <a:pt x="7" y="30"/>
                  </a:lnTo>
                  <a:lnTo>
                    <a:pt x="7" y="29"/>
                  </a:lnTo>
                  <a:lnTo>
                    <a:pt x="7" y="28"/>
                  </a:lnTo>
                  <a:lnTo>
                    <a:pt x="7" y="26"/>
                  </a:lnTo>
                  <a:lnTo>
                    <a:pt x="7" y="25"/>
                  </a:lnTo>
                  <a:lnTo>
                    <a:pt x="9" y="25"/>
                  </a:lnTo>
                  <a:lnTo>
                    <a:pt x="10" y="25"/>
                  </a:lnTo>
                  <a:lnTo>
                    <a:pt x="10" y="20"/>
                  </a:lnTo>
                  <a:lnTo>
                    <a:pt x="10" y="20"/>
                  </a:lnTo>
                  <a:lnTo>
                    <a:pt x="10" y="18"/>
                  </a:lnTo>
                  <a:lnTo>
                    <a:pt x="11" y="17"/>
                  </a:lnTo>
                  <a:lnTo>
                    <a:pt x="11" y="17"/>
                  </a:lnTo>
                  <a:lnTo>
                    <a:pt x="13" y="16"/>
                  </a:lnTo>
                  <a:lnTo>
                    <a:pt x="16" y="16"/>
                  </a:lnTo>
                  <a:lnTo>
                    <a:pt x="16" y="14"/>
                  </a:lnTo>
                  <a:lnTo>
                    <a:pt x="17" y="13"/>
                  </a:lnTo>
                  <a:lnTo>
                    <a:pt x="20" y="8"/>
                  </a:lnTo>
                  <a:lnTo>
                    <a:pt x="21" y="8"/>
                  </a:lnTo>
                  <a:lnTo>
                    <a:pt x="21" y="7"/>
                  </a:lnTo>
                  <a:lnTo>
                    <a:pt x="22" y="7"/>
                  </a:lnTo>
                  <a:lnTo>
                    <a:pt x="22" y="6"/>
                  </a:lnTo>
                  <a:lnTo>
                    <a:pt x="24" y="6"/>
                  </a:lnTo>
                  <a:lnTo>
                    <a:pt x="26" y="5"/>
                  </a:lnTo>
                  <a:lnTo>
                    <a:pt x="26" y="5"/>
                  </a:lnTo>
                  <a:lnTo>
                    <a:pt x="26" y="5"/>
                  </a:lnTo>
                  <a:lnTo>
                    <a:pt x="26" y="4"/>
                  </a:lnTo>
                  <a:lnTo>
                    <a:pt x="26" y="4"/>
                  </a:lnTo>
                  <a:lnTo>
                    <a:pt x="26" y="4"/>
                  </a:lnTo>
                  <a:lnTo>
                    <a:pt x="27" y="3"/>
                  </a:lnTo>
                  <a:lnTo>
                    <a:pt x="29" y="2"/>
                  </a:lnTo>
                  <a:lnTo>
                    <a:pt x="33" y="2"/>
                  </a:lnTo>
                  <a:lnTo>
                    <a:pt x="34" y="2"/>
                  </a:lnTo>
                  <a:lnTo>
                    <a:pt x="35" y="2"/>
                  </a:lnTo>
                  <a:lnTo>
                    <a:pt x="35" y="2"/>
                  </a:lnTo>
                  <a:lnTo>
                    <a:pt x="39" y="2"/>
                  </a:lnTo>
                  <a:lnTo>
                    <a:pt x="40" y="2"/>
                  </a:lnTo>
                  <a:lnTo>
                    <a:pt x="41" y="2"/>
                  </a:lnTo>
                  <a:lnTo>
                    <a:pt x="41" y="1"/>
                  </a:lnTo>
                  <a:lnTo>
                    <a:pt x="41" y="1"/>
                  </a:lnTo>
                  <a:lnTo>
                    <a:pt x="43" y="0"/>
                  </a:lnTo>
                  <a:lnTo>
                    <a:pt x="45" y="0"/>
                  </a:lnTo>
                  <a:lnTo>
                    <a:pt x="48" y="0"/>
                  </a:lnTo>
                  <a:lnTo>
                    <a:pt x="52" y="0"/>
                  </a:lnTo>
                  <a:lnTo>
                    <a:pt x="53" y="0"/>
                  </a:lnTo>
                  <a:lnTo>
                    <a:pt x="54" y="0"/>
                  </a:lnTo>
                  <a:lnTo>
                    <a:pt x="57" y="0"/>
                  </a:lnTo>
                  <a:lnTo>
                    <a:pt x="57" y="0"/>
                  </a:lnTo>
                  <a:lnTo>
                    <a:pt x="57" y="0"/>
                  </a:lnTo>
                  <a:lnTo>
                    <a:pt x="57" y="0"/>
                  </a:lnTo>
                  <a:lnTo>
                    <a:pt x="60" y="0"/>
                  </a:lnTo>
                  <a:lnTo>
                    <a:pt x="62" y="0"/>
                  </a:lnTo>
                  <a:lnTo>
                    <a:pt x="62" y="0"/>
                  </a:lnTo>
                  <a:lnTo>
                    <a:pt x="63" y="0"/>
                  </a:lnTo>
                  <a:lnTo>
                    <a:pt x="63" y="0"/>
                  </a:lnTo>
                  <a:lnTo>
                    <a:pt x="64" y="0"/>
                  </a:lnTo>
                  <a:lnTo>
                    <a:pt x="65" y="0"/>
                  </a:lnTo>
                  <a:lnTo>
                    <a:pt x="67" y="0"/>
                  </a:lnTo>
                  <a:lnTo>
                    <a:pt x="72" y="0"/>
                  </a:lnTo>
                  <a:lnTo>
                    <a:pt x="75" y="0"/>
                  </a:lnTo>
                  <a:lnTo>
                    <a:pt x="77" y="0"/>
                  </a:lnTo>
                  <a:lnTo>
                    <a:pt x="77" y="0"/>
                  </a:lnTo>
                  <a:lnTo>
                    <a:pt x="77" y="0"/>
                  </a:lnTo>
                  <a:lnTo>
                    <a:pt x="82" y="0"/>
                  </a:lnTo>
                  <a:lnTo>
                    <a:pt x="82" y="0"/>
                  </a:lnTo>
                  <a:lnTo>
                    <a:pt x="82" y="0"/>
                  </a:lnTo>
                  <a:lnTo>
                    <a:pt x="82" y="0"/>
                  </a:lnTo>
                  <a:lnTo>
                    <a:pt x="84" y="0"/>
                  </a:lnTo>
                  <a:lnTo>
                    <a:pt x="84" y="0"/>
                  </a:lnTo>
                  <a:lnTo>
                    <a:pt x="86" y="0"/>
                  </a:lnTo>
                  <a:lnTo>
                    <a:pt x="86" y="0"/>
                  </a:lnTo>
                  <a:lnTo>
                    <a:pt x="87" y="0"/>
                  </a:lnTo>
                  <a:lnTo>
                    <a:pt x="87" y="0"/>
                  </a:lnTo>
                  <a:lnTo>
                    <a:pt x="87" y="0"/>
                  </a:lnTo>
                  <a:lnTo>
                    <a:pt x="87" y="0"/>
                  </a:lnTo>
                  <a:lnTo>
                    <a:pt x="88" y="0"/>
                  </a:lnTo>
                  <a:lnTo>
                    <a:pt x="88" y="0"/>
                  </a:lnTo>
                  <a:lnTo>
                    <a:pt x="89" y="0"/>
                  </a:lnTo>
                  <a:lnTo>
                    <a:pt x="92" y="0"/>
                  </a:lnTo>
                  <a:lnTo>
                    <a:pt x="94" y="0"/>
                  </a:lnTo>
                  <a:lnTo>
                    <a:pt x="95" y="0"/>
                  </a:lnTo>
                  <a:lnTo>
                    <a:pt x="96" y="1"/>
                  </a:lnTo>
                  <a:lnTo>
                    <a:pt x="96" y="1"/>
                  </a:lnTo>
                  <a:lnTo>
                    <a:pt x="96" y="1"/>
                  </a:lnTo>
                  <a:lnTo>
                    <a:pt x="97" y="1"/>
                  </a:lnTo>
                  <a:lnTo>
                    <a:pt x="98" y="1"/>
                  </a:lnTo>
                  <a:lnTo>
                    <a:pt x="100" y="1"/>
                  </a:lnTo>
                  <a:lnTo>
                    <a:pt x="102" y="1"/>
                  </a:lnTo>
                  <a:lnTo>
                    <a:pt x="104" y="1"/>
                  </a:lnTo>
                  <a:lnTo>
                    <a:pt x="104" y="1"/>
                  </a:lnTo>
                  <a:lnTo>
                    <a:pt x="104" y="2"/>
                  </a:lnTo>
                  <a:lnTo>
                    <a:pt x="104" y="2"/>
                  </a:lnTo>
                  <a:lnTo>
                    <a:pt x="106" y="2"/>
                  </a:lnTo>
                  <a:lnTo>
                    <a:pt x="109" y="2"/>
                  </a:lnTo>
                  <a:lnTo>
                    <a:pt x="109" y="2"/>
                  </a:lnTo>
                  <a:lnTo>
                    <a:pt x="109" y="2"/>
                  </a:lnTo>
                  <a:lnTo>
                    <a:pt x="109" y="2"/>
                  </a:lnTo>
                  <a:lnTo>
                    <a:pt x="113" y="2"/>
                  </a:lnTo>
                  <a:lnTo>
                    <a:pt x="114" y="2"/>
                  </a:lnTo>
                  <a:lnTo>
                    <a:pt x="114" y="2"/>
                  </a:lnTo>
                  <a:lnTo>
                    <a:pt x="114" y="2"/>
                  </a:lnTo>
                  <a:lnTo>
                    <a:pt x="114" y="2"/>
                  </a:lnTo>
                  <a:lnTo>
                    <a:pt x="117" y="2"/>
                  </a:lnTo>
                  <a:lnTo>
                    <a:pt x="117" y="2"/>
                  </a:lnTo>
                  <a:lnTo>
                    <a:pt x="119" y="2"/>
                  </a:lnTo>
                  <a:lnTo>
                    <a:pt x="119" y="2"/>
                  </a:lnTo>
                  <a:lnTo>
                    <a:pt x="119" y="2"/>
                  </a:lnTo>
                  <a:lnTo>
                    <a:pt x="122" y="2"/>
                  </a:lnTo>
                  <a:lnTo>
                    <a:pt x="122" y="2"/>
                  </a:lnTo>
                  <a:lnTo>
                    <a:pt x="122" y="3"/>
                  </a:lnTo>
                  <a:lnTo>
                    <a:pt x="122" y="3"/>
                  </a:lnTo>
                  <a:lnTo>
                    <a:pt x="122" y="3"/>
                  </a:lnTo>
                  <a:lnTo>
                    <a:pt x="122" y="4"/>
                  </a:lnTo>
                  <a:lnTo>
                    <a:pt x="123" y="4"/>
                  </a:lnTo>
                  <a:lnTo>
                    <a:pt x="125" y="5"/>
                  </a:lnTo>
                  <a:lnTo>
                    <a:pt x="126" y="5"/>
                  </a:lnTo>
                  <a:lnTo>
                    <a:pt x="128" y="5"/>
                  </a:lnTo>
                  <a:lnTo>
                    <a:pt x="128" y="5"/>
                  </a:lnTo>
                  <a:lnTo>
                    <a:pt x="131" y="5"/>
                  </a:lnTo>
                  <a:lnTo>
                    <a:pt x="134" y="6"/>
                  </a:lnTo>
                  <a:lnTo>
                    <a:pt x="134" y="6"/>
                  </a:lnTo>
                  <a:lnTo>
                    <a:pt x="135" y="6"/>
                  </a:lnTo>
                  <a:lnTo>
                    <a:pt x="135" y="7"/>
                  </a:lnTo>
                  <a:lnTo>
                    <a:pt x="135" y="7"/>
                  </a:lnTo>
                  <a:lnTo>
                    <a:pt x="135" y="7"/>
                  </a:lnTo>
                  <a:lnTo>
                    <a:pt x="135" y="7"/>
                  </a:lnTo>
                  <a:lnTo>
                    <a:pt x="134" y="6"/>
                  </a:lnTo>
                  <a:lnTo>
                    <a:pt x="129" y="6"/>
                  </a:lnTo>
                  <a:lnTo>
                    <a:pt x="128" y="6"/>
                  </a:lnTo>
                  <a:lnTo>
                    <a:pt x="125" y="5"/>
                  </a:lnTo>
                  <a:lnTo>
                    <a:pt x="122" y="5"/>
                  </a:lnTo>
                  <a:lnTo>
                    <a:pt x="122" y="5"/>
                  </a:lnTo>
                  <a:lnTo>
                    <a:pt x="122" y="5"/>
                  </a:lnTo>
                  <a:lnTo>
                    <a:pt x="119" y="5"/>
                  </a:lnTo>
                  <a:lnTo>
                    <a:pt x="117" y="6"/>
                  </a:lnTo>
                  <a:lnTo>
                    <a:pt x="117" y="6"/>
                  </a:lnTo>
                  <a:lnTo>
                    <a:pt x="114" y="6"/>
                  </a:lnTo>
                  <a:lnTo>
                    <a:pt x="114" y="7"/>
                  </a:lnTo>
                  <a:lnTo>
                    <a:pt x="114" y="7"/>
                  </a:lnTo>
                  <a:lnTo>
                    <a:pt x="114" y="7"/>
                  </a:lnTo>
                  <a:lnTo>
                    <a:pt x="114" y="7"/>
                  </a:lnTo>
                  <a:lnTo>
                    <a:pt x="114" y="7"/>
                  </a:lnTo>
                  <a:lnTo>
                    <a:pt x="114" y="6"/>
                  </a:lnTo>
                  <a:lnTo>
                    <a:pt x="114" y="6"/>
                  </a:lnTo>
                  <a:lnTo>
                    <a:pt x="114" y="6"/>
                  </a:lnTo>
                  <a:lnTo>
                    <a:pt x="114" y="5"/>
                  </a:lnTo>
                  <a:lnTo>
                    <a:pt x="114" y="5"/>
                  </a:lnTo>
                  <a:lnTo>
                    <a:pt x="113" y="5"/>
                  </a:lnTo>
                  <a:lnTo>
                    <a:pt x="109" y="4"/>
                  </a:lnTo>
                  <a:lnTo>
                    <a:pt x="109" y="4"/>
                  </a:lnTo>
                  <a:lnTo>
                    <a:pt x="104" y="3"/>
                  </a:lnTo>
                  <a:lnTo>
                    <a:pt x="104" y="3"/>
                  </a:lnTo>
                  <a:lnTo>
                    <a:pt x="104" y="2"/>
                  </a:lnTo>
                  <a:lnTo>
                    <a:pt x="102" y="2"/>
                  </a:lnTo>
                  <a:lnTo>
                    <a:pt x="100" y="2"/>
                  </a:lnTo>
                  <a:lnTo>
                    <a:pt x="99" y="2"/>
                  </a:lnTo>
                  <a:lnTo>
                    <a:pt x="106" y="5"/>
                  </a:lnTo>
                  <a:lnTo>
                    <a:pt x="106" y="5"/>
                  </a:lnTo>
                  <a:lnTo>
                    <a:pt x="104" y="5"/>
                  </a:lnTo>
                  <a:lnTo>
                    <a:pt x="104" y="5"/>
                  </a:lnTo>
                  <a:lnTo>
                    <a:pt x="104" y="4"/>
                  </a:lnTo>
                  <a:lnTo>
                    <a:pt x="102" y="4"/>
                  </a:lnTo>
                  <a:lnTo>
                    <a:pt x="99" y="4"/>
                  </a:lnTo>
                  <a:lnTo>
                    <a:pt x="97" y="3"/>
                  </a:lnTo>
                  <a:lnTo>
                    <a:pt x="96" y="3"/>
                  </a:lnTo>
                  <a:lnTo>
                    <a:pt x="96" y="3"/>
                  </a:lnTo>
                  <a:lnTo>
                    <a:pt x="95" y="3"/>
                  </a:lnTo>
                  <a:lnTo>
                    <a:pt x="92" y="3"/>
                  </a:lnTo>
                  <a:lnTo>
                    <a:pt x="89" y="3"/>
                  </a:lnTo>
                  <a:lnTo>
                    <a:pt x="88" y="3"/>
                  </a:lnTo>
                  <a:lnTo>
                    <a:pt x="88" y="3"/>
                  </a:lnTo>
                  <a:lnTo>
                    <a:pt x="88" y="4"/>
                  </a:lnTo>
                  <a:lnTo>
                    <a:pt x="88" y="4"/>
                  </a:lnTo>
                  <a:lnTo>
                    <a:pt x="92" y="6"/>
                  </a:lnTo>
                  <a:lnTo>
                    <a:pt x="92" y="6"/>
                  </a:lnTo>
                  <a:lnTo>
                    <a:pt x="92" y="6"/>
                  </a:lnTo>
                  <a:lnTo>
                    <a:pt x="89" y="6"/>
                  </a:lnTo>
                  <a:lnTo>
                    <a:pt x="88" y="5"/>
                  </a:lnTo>
                  <a:lnTo>
                    <a:pt x="88" y="5"/>
                  </a:lnTo>
                  <a:lnTo>
                    <a:pt x="87" y="5"/>
                  </a:lnTo>
                  <a:lnTo>
                    <a:pt x="87" y="5"/>
                  </a:lnTo>
                  <a:lnTo>
                    <a:pt x="86" y="5"/>
                  </a:lnTo>
                  <a:lnTo>
                    <a:pt x="84" y="5"/>
                  </a:lnTo>
                  <a:lnTo>
                    <a:pt x="82" y="5"/>
                  </a:lnTo>
                  <a:lnTo>
                    <a:pt x="82" y="5"/>
                  </a:lnTo>
                  <a:lnTo>
                    <a:pt x="82" y="4"/>
                  </a:lnTo>
                  <a:lnTo>
                    <a:pt x="79" y="4"/>
                  </a:lnTo>
                  <a:lnTo>
                    <a:pt x="77" y="4"/>
                  </a:lnTo>
                  <a:lnTo>
                    <a:pt x="75" y="5"/>
                  </a:lnTo>
                  <a:lnTo>
                    <a:pt x="74" y="5"/>
                  </a:lnTo>
                  <a:lnTo>
                    <a:pt x="73" y="5"/>
                  </a:lnTo>
                  <a:lnTo>
                    <a:pt x="72" y="5"/>
                  </a:lnTo>
                  <a:lnTo>
                    <a:pt x="72" y="6"/>
                  </a:lnTo>
                  <a:lnTo>
                    <a:pt x="72" y="6"/>
                  </a:lnTo>
                  <a:lnTo>
                    <a:pt x="72" y="6"/>
                  </a:lnTo>
                  <a:lnTo>
                    <a:pt x="72" y="6"/>
                  </a:lnTo>
                  <a:lnTo>
                    <a:pt x="72" y="6"/>
                  </a:lnTo>
                  <a:lnTo>
                    <a:pt x="72" y="7"/>
                  </a:lnTo>
                  <a:lnTo>
                    <a:pt x="72" y="7"/>
                  </a:lnTo>
                  <a:lnTo>
                    <a:pt x="67" y="7"/>
                  </a:lnTo>
                  <a:lnTo>
                    <a:pt x="67" y="7"/>
                  </a:lnTo>
                  <a:lnTo>
                    <a:pt x="65" y="7"/>
                  </a:lnTo>
                  <a:lnTo>
                    <a:pt x="65" y="7"/>
                  </a:lnTo>
                  <a:lnTo>
                    <a:pt x="64" y="7"/>
                  </a:lnTo>
                  <a:lnTo>
                    <a:pt x="63" y="7"/>
                  </a:lnTo>
                  <a:lnTo>
                    <a:pt x="63" y="7"/>
                  </a:lnTo>
                  <a:lnTo>
                    <a:pt x="62" y="7"/>
                  </a:lnTo>
                  <a:lnTo>
                    <a:pt x="62" y="7"/>
                  </a:lnTo>
                  <a:lnTo>
                    <a:pt x="62" y="8"/>
                  </a:lnTo>
                  <a:lnTo>
                    <a:pt x="62" y="8"/>
                  </a:lnTo>
                  <a:lnTo>
                    <a:pt x="60" y="14"/>
                  </a:lnTo>
                  <a:lnTo>
                    <a:pt x="60" y="14"/>
                  </a:lnTo>
                  <a:lnTo>
                    <a:pt x="57" y="15"/>
                  </a:lnTo>
                  <a:lnTo>
                    <a:pt x="57" y="15"/>
                  </a:lnTo>
                  <a:lnTo>
                    <a:pt x="56" y="16"/>
                  </a:lnTo>
                  <a:lnTo>
                    <a:pt x="54" y="16"/>
                  </a:lnTo>
                  <a:lnTo>
                    <a:pt x="52" y="16"/>
                  </a:lnTo>
                  <a:lnTo>
                    <a:pt x="52" y="16"/>
                  </a:lnTo>
                  <a:lnTo>
                    <a:pt x="52" y="16"/>
                  </a:lnTo>
                  <a:lnTo>
                    <a:pt x="50" y="16"/>
                  </a:lnTo>
                  <a:lnTo>
                    <a:pt x="49" y="16"/>
                  </a:lnTo>
                  <a:lnTo>
                    <a:pt x="49" y="17"/>
                  </a:lnTo>
                  <a:lnTo>
                    <a:pt x="49" y="17"/>
                  </a:lnTo>
                  <a:lnTo>
                    <a:pt x="47" y="18"/>
                  </a:lnTo>
                  <a:lnTo>
                    <a:pt x="46" y="20"/>
                  </a:lnTo>
                  <a:lnTo>
                    <a:pt x="46" y="23"/>
                  </a:lnTo>
                  <a:lnTo>
                    <a:pt x="46" y="26"/>
                  </a:lnTo>
                  <a:lnTo>
                    <a:pt x="45" y="27"/>
                  </a:lnTo>
                  <a:lnTo>
                    <a:pt x="43" y="28"/>
                  </a:lnTo>
                  <a:lnTo>
                    <a:pt x="43" y="28"/>
                  </a:lnTo>
                  <a:lnTo>
                    <a:pt x="41" y="29"/>
                  </a:lnTo>
                  <a:lnTo>
                    <a:pt x="41" y="30"/>
                  </a:lnTo>
                  <a:lnTo>
                    <a:pt x="40" y="30"/>
                  </a:lnTo>
                  <a:lnTo>
                    <a:pt x="35" y="30"/>
                  </a:lnTo>
                  <a:lnTo>
                    <a:pt x="35" y="32"/>
                  </a:lnTo>
                  <a:lnTo>
                    <a:pt x="35" y="32"/>
                  </a:lnTo>
                  <a:lnTo>
                    <a:pt x="35" y="35"/>
                  </a:lnTo>
                  <a:lnTo>
                    <a:pt x="35" y="36"/>
                  </a:lnTo>
                  <a:lnTo>
                    <a:pt x="35" y="38"/>
                  </a:lnTo>
                  <a:lnTo>
                    <a:pt x="35" y="38"/>
                  </a:lnTo>
                  <a:lnTo>
                    <a:pt x="35" y="39"/>
                  </a:lnTo>
                  <a:lnTo>
                    <a:pt x="34" y="40"/>
                  </a:lnTo>
                  <a:lnTo>
                    <a:pt x="33" y="40"/>
                  </a:lnTo>
                  <a:lnTo>
                    <a:pt x="33" y="42"/>
                  </a:lnTo>
                  <a:lnTo>
                    <a:pt x="32" y="42"/>
                  </a:lnTo>
                  <a:lnTo>
                    <a:pt x="29" y="42"/>
                  </a:lnTo>
                  <a:lnTo>
                    <a:pt x="28" y="42"/>
                  </a:lnTo>
                  <a:lnTo>
                    <a:pt x="27" y="42"/>
                  </a:lnTo>
                  <a:lnTo>
                    <a:pt x="26" y="43"/>
                  </a:lnTo>
                  <a:lnTo>
                    <a:pt x="26" y="44"/>
                  </a:lnTo>
                  <a:lnTo>
                    <a:pt x="26" y="46"/>
                  </a:lnTo>
                  <a:lnTo>
                    <a:pt x="26" y="46"/>
                  </a:lnTo>
                  <a:lnTo>
                    <a:pt x="26" y="46"/>
                  </a:lnTo>
                  <a:lnTo>
                    <a:pt x="24" y="48"/>
                  </a:lnTo>
                  <a:lnTo>
                    <a:pt x="22" y="48"/>
                  </a:lnTo>
                  <a:lnTo>
                    <a:pt x="21" y="48"/>
                  </a:lnTo>
                  <a:lnTo>
                    <a:pt x="20" y="48"/>
                  </a:lnTo>
                  <a:lnTo>
                    <a:pt x="17" y="48"/>
                  </a:lnTo>
                  <a:lnTo>
                    <a:pt x="17" y="51"/>
                  </a:lnTo>
                  <a:lnTo>
                    <a:pt x="16" y="51"/>
                  </a:lnTo>
                  <a:lnTo>
                    <a:pt x="16" y="51"/>
                  </a:lnTo>
                  <a:lnTo>
                    <a:pt x="16" y="52"/>
                  </a:lnTo>
                  <a:lnTo>
                    <a:pt x="16" y="52"/>
                  </a:lnTo>
                  <a:lnTo>
                    <a:pt x="16" y="53"/>
                  </a:lnTo>
                  <a:lnTo>
                    <a:pt x="13" y="53"/>
                  </a:lnTo>
                  <a:lnTo>
                    <a:pt x="11" y="53"/>
                  </a:lnTo>
                  <a:lnTo>
                    <a:pt x="11" y="53"/>
                  </a:lnTo>
                  <a:lnTo>
                    <a:pt x="10" y="53"/>
                  </a:lnTo>
                  <a:lnTo>
                    <a:pt x="10" y="53"/>
                  </a:lnTo>
                  <a:lnTo>
                    <a:pt x="9" y="53"/>
                  </a:lnTo>
                  <a:lnTo>
                    <a:pt x="7" y="53"/>
                  </a:lnTo>
                  <a:lnTo>
                    <a:pt x="7" y="53"/>
                  </a:lnTo>
                  <a:lnTo>
                    <a:pt x="6" y="53"/>
                  </a:lnTo>
                  <a:lnTo>
                    <a:pt x="4" y="52"/>
                  </a:lnTo>
                  <a:lnTo>
                    <a:pt x="4" y="53"/>
                  </a:lnTo>
                  <a:lnTo>
                    <a:pt x="2" y="53"/>
                  </a:lnTo>
                  <a:lnTo>
                    <a:pt x="2" y="53"/>
                  </a:lnTo>
                  <a:lnTo>
                    <a:pt x="2" y="53"/>
                  </a:lnTo>
                  <a:lnTo>
                    <a:pt x="2" y="53"/>
                  </a:lnTo>
                </a:path>
              </a:pathLst>
            </a:custGeom>
            <a:solidFill>
              <a:srgbClr val="ffe0f5"/>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014" name=""/>
            <p:cNvSpPr/>
            <p:nvPr/>
          </p:nvSpPr>
          <p:spPr>
            <a:xfrm>
              <a:off x="2779560" y="3529080"/>
              <a:ext cx="1090800" cy="728640"/>
            </a:xfrm>
            <a:custGeom>
              <a:avLst/>
              <a:gdLst/>
              <a:ahLst/>
              <a:rect l="l" t="t" r="r" b="b"/>
              <a:pathLst>
                <a:path w="687" h="459">
                  <a:moveTo>
                    <a:pt x="668" y="176"/>
                  </a:moveTo>
                  <a:lnTo>
                    <a:pt x="668" y="179"/>
                  </a:lnTo>
                  <a:lnTo>
                    <a:pt x="669" y="180"/>
                  </a:lnTo>
                  <a:lnTo>
                    <a:pt x="669" y="184"/>
                  </a:lnTo>
                  <a:lnTo>
                    <a:pt x="669" y="185"/>
                  </a:lnTo>
                  <a:lnTo>
                    <a:pt x="670" y="188"/>
                  </a:lnTo>
                  <a:lnTo>
                    <a:pt x="671" y="189"/>
                  </a:lnTo>
                  <a:lnTo>
                    <a:pt x="672" y="192"/>
                  </a:lnTo>
                  <a:lnTo>
                    <a:pt x="671" y="198"/>
                  </a:lnTo>
                  <a:lnTo>
                    <a:pt x="670" y="201"/>
                  </a:lnTo>
                  <a:lnTo>
                    <a:pt x="670" y="202"/>
                  </a:lnTo>
                  <a:lnTo>
                    <a:pt x="670" y="203"/>
                  </a:lnTo>
                  <a:lnTo>
                    <a:pt x="671" y="205"/>
                  </a:lnTo>
                  <a:lnTo>
                    <a:pt x="671" y="205"/>
                  </a:lnTo>
                  <a:lnTo>
                    <a:pt x="672" y="205"/>
                  </a:lnTo>
                  <a:lnTo>
                    <a:pt x="672" y="207"/>
                  </a:lnTo>
                  <a:lnTo>
                    <a:pt x="672" y="207"/>
                  </a:lnTo>
                  <a:lnTo>
                    <a:pt x="672" y="210"/>
                  </a:lnTo>
                  <a:lnTo>
                    <a:pt x="672" y="210"/>
                  </a:lnTo>
                  <a:lnTo>
                    <a:pt x="672" y="213"/>
                  </a:lnTo>
                  <a:lnTo>
                    <a:pt x="675" y="214"/>
                  </a:lnTo>
                  <a:lnTo>
                    <a:pt x="672" y="220"/>
                  </a:lnTo>
                  <a:lnTo>
                    <a:pt x="672" y="220"/>
                  </a:lnTo>
                  <a:lnTo>
                    <a:pt x="672" y="223"/>
                  </a:lnTo>
                  <a:lnTo>
                    <a:pt x="672" y="223"/>
                  </a:lnTo>
                  <a:lnTo>
                    <a:pt x="672" y="226"/>
                  </a:lnTo>
                  <a:lnTo>
                    <a:pt x="675" y="226"/>
                  </a:lnTo>
                  <a:lnTo>
                    <a:pt x="675" y="228"/>
                  </a:lnTo>
                  <a:lnTo>
                    <a:pt x="675" y="233"/>
                  </a:lnTo>
                  <a:lnTo>
                    <a:pt x="675" y="233"/>
                  </a:lnTo>
                  <a:lnTo>
                    <a:pt x="675" y="235"/>
                  </a:lnTo>
                  <a:lnTo>
                    <a:pt x="675" y="236"/>
                  </a:lnTo>
                  <a:lnTo>
                    <a:pt x="678" y="236"/>
                  </a:lnTo>
                  <a:lnTo>
                    <a:pt x="678" y="236"/>
                  </a:lnTo>
                  <a:lnTo>
                    <a:pt x="678" y="240"/>
                  </a:lnTo>
                  <a:lnTo>
                    <a:pt x="678" y="242"/>
                  </a:lnTo>
                  <a:lnTo>
                    <a:pt x="678" y="243"/>
                  </a:lnTo>
                  <a:lnTo>
                    <a:pt x="678" y="243"/>
                  </a:lnTo>
                  <a:lnTo>
                    <a:pt x="678" y="247"/>
                  </a:lnTo>
                  <a:lnTo>
                    <a:pt x="678" y="250"/>
                  </a:lnTo>
                  <a:lnTo>
                    <a:pt x="678" y="252"/>
                  </a:lnTo>
                  <a:lnTo>
                    <a:pt x="678" y="254"/>
                  </a:lnTo>
                  <a:lnTo>
                    <a:pt x="678" y="255"/>
                  </a:lnTo>
                  <a:lnTo>
                    <a:pt x="678" y="257"/>
                  </a:lnTo>
                  <a:lnTo>
                    <a:pt x="678" y="260"/>
                  </a:lnTo>
                  <a:lnTo>
                    <a:pt x="678" y="261"/>
                  </a:lnTo>
                  <a:lnTo>
                    <a:pt x="679" y="262"/>
                  </a:lnTo>
                  <a:lnTo>
                    <a:pt x="679" y="264"/>
                  </a:lnTo>
                  <a:lnTo>
                    <a:pt x="679" y="266"/>
                  </a:lnTo>
                  <a:lnTo>
                    <a:pt x="678" y="266"/>
                  </a:lnTo>
                  <a:lnTo>
                    <a:pt x="679" y="266"/>
                  </a:lnTo>
                  <a:lnTo>
                    <a:pt x="680" y="268"/>
                  </a:lnTo>
                  <a:lnTo>
                    <a:pt x="681" y="268"/>
                  </a:lnTo>
                  <a:lnTo>
                    <a:pt x="681" y="271"/>
                  </a:lnTo>
                  <a:lnTo>
                    <a:pt x="682" y="271"/>
                  </a:lnTo>
                  <a:lnTo>
                    <a:pt x="682" y="271"/>
                  </a:lnTo>
                  <a:lnTo>
                    <a:pt x="682" y="273"/>
                  </a:lnTo>
                  <a:lnTo>
                    <a:pt x="682" y="277"/>
                  </a:lnTo>
                  <a:lnTo>
                    <a:pt x="682" y="280"/>
                  </a:lnTo>
                  <a:lnTo>
                    <a:pt x="681" y="281"/>
                  </a:lnTo>
                  <a:lnTo>
                    <a:pt x="681" y="283"/>
                  </a:lnTo>
                  <a:lnTo>
                    <a:pt x="681" y="286"/>
                  </a:lnTo>
                  <a:lnTo>
                    <a:pt x="681" y="286"/>
                  </a:lnTo>
                  <a:lnTo>
                    <a:pt x="681" y="288"/>
                  </a:lnTo>
                  <a:lnTo>
                    <a:pt x="681" y="291"/>
                  </a:lnTo>
                  <a:lnTo>
                    <a:pt x="680" y="291"/>
                  </a:lnTo>
                  <a:lnTo>
                    <a:pt x="680" y="291"/>
                  </a:lnTo>
                  <a:lnTo>
                    <a:pt x="680" y="292"/>
                  </a:lnTo>
                  <a:lnTo>
                    <a:pt x="681" y="293"/>
                  </a:lnTo>
                  <a:lnTo>
                    <a:pt x="681" y="293"/>
                  </a:lnTo>
                  <a:lnTo>
                    <a:pt x="681" y="298"/>
                  </a:lnTo>
                  <a:lnTo>
                    <a:pt x="680" y="298"/>
                  </a:lnTo>
                  <a:lnTo>
                    <a:pt x="678" y="301"/>
                  </a:lnTo>
                  <a:lnTo>
                    <a:pt x="678" y="302"/>
                  </a:lnTo>
                  <a:lnTo>
                    <a:pt x="678" y="304"/>
                  </a:lnTo>
                  <a:lnTo>
                    <a:pt x="678" y="305"/>
                  </a:lnTo>
                  <a:lnTo>
                    <a:pt x="678" y="309"/>
                  </a:lnTo>
                  <a:lnTo>
                    <a:pt x="678" y="313"/>
                  </a:lnTo>
                  <a:lnTo>
                    <a:pt x="678" y="314"/>
                  </a:lnTo>
                  <a:lnTo>
                    <a:pt x="678" y="318"/>
                  </a:lnTo>
                  <a:lnTo>
                    <a:pt x="675" y="322"/>
                  </a:lnTo>
                  <a:lnTo>
                    <a:pt x="672" y="322"/>
                  </a:lnTo>
                  <a:lnTo>
                    <a:pt x="672" y="327"/>
                  </a:lnTo>
                  <a:lnTo>
                    <a:pt x="672" y="328"/>
                  </a:lnTo>
                  <a:lnTo>
                    <a:pt x="672" y="329"/>
                  </a:lnTo>
                  <a:lnTo>
                    <a:pt x="672" y="330"/>
                  </a:lnTo>
                  <a:lnTo>
                    <a:pt x="675" y="330"/>
                  </a:lnTo>
                  <a:lnTo>
                    <a:pt x="675" y="330"/>
                  </a:lnTo>
                  <a:lnTo>
                    <a:pt x="675" y="330"/>
                  </a:lnTo>
                  <a:lnTo>
                    <a:pt x="675" y="332"/>
                  </a:lnTo>
                  <a:lnTo>
                    <a:pt x="675" y="333"/>
                  </a:lnTo>
                  <a:lnTo>
                    <a:pt x="672" y="334"/>
                  </a:lnTo>
                  <a:lnTo>
                    <a:pt x="672" y="334"/>
                  </a:lnTo>
                  <a:lnTo>
                    <a:pt x="672" y="337"/>
                  </a:lnTo>
                  <a:lnTo>
                    <a:pt x="672" y="339"/>
                  </a:lnTo>
                  <a:lnTo>
                    <a:pt x="672" y="340"/>
                  </a:lnTo>
                  <a:lnTo>
                    <a:pt x="672" y="344"/>
                  </a:lnTo>
                  <a:lnTo>
                    <a:pt x="672" y="348"/>
                  </a:lnTo>
                  <a:lnTo>
                    <a:pt x="672" y="352"/>
                  </a:lnTo>
                  <a:lnTo>
                    <a:pt x="672" y="354"/>
                  </a:lnTo>
                  <a:lnTo>
                    <a:pt x="672" y="355"/>
                  </a:lnTo>
                  <a:lnTo>
                    <a:pt x="672" y="355"/>
                  </a:lnTo>
                  <a:lnTo>
                    <a:pt x="675" y="358"/>
                  </a:lnTo>
                  <a:lnTo>
                    <a:pt x="678" y="359"/>
                  </a:lnTo>
                  <a:lnTo>
                    <a:pt x="678" y="359"/>
                  </a:lnTo>
                  <a:lnTo>
                    <a:pt x="678" y="360"/>
                  </a:lnTo>
                  <a:lnTo>
                    <a:pt x="678" y="361"/>
                  </a:lnTo>
                  <a:lnTo>
                    <a:pt x="678" y="363"/>
                  </a:lnTo>
                  <a:lnTo>
                    <a:pt x="678" y="365"/>
                  </a:lnTo>
                  <a:lnTo>
                    <a:pt x="678" y="367"/>
                  </a:lnTo>
                  <a:lnTo>
                    <a:pt x="678" y="367"/>
                  </a:lnTo>
                  <a:lnTo>
                    <a:pt x="678" y="369"/>
                  </a:lnTo>
                  <a:lnTo>
                    <a:pt x="679" y="370"/>
                  </a:lnTo>
                  <a:lnTo>
                    <a:pt x="681" y="370"/>
                  </a:lnTo>
                  <a:lnTo>
                    <a:pt x="681" y="371"/>
                  </a:lnTo>
                  <a:lnTo>
                    <a:pt x="681" y="371"/>
                  </a:lnTo>
                  <a:lnTo>
                    <a:pt x="681" y="374"/>
                  </a:lnTo>
                  <a:lnTo>
                    <a:pt x="681" y="374"/>
                  </a:lnTo>
                  <a:lnTo>
                    <a:pt x="681" y="374"/>
                  </a:lnTo>
                  <a:lnTo>
                    <a:pt x="682" y="374"/>
                  </a:lnTo>
                  <a:lnTo>
                    <a:pt x="682" y="377"/>
                  </a:lnTo>
                  <a:lnTo>
                    <a:pt x="685" y="377"/>
                  </a:lnTo>
                  <a:lnTo>
                    <a:pt x="685" y="379"/>
                  </a:lnTo>
                  <a:lnTo>
                    <a:pt x="686" y="380"/>
                  </a:lnTo>
                  <a:lnTo>
                    <a:pt x="685" y="384"/>
                  </a:lnTo>
                  <a:lnTo>
                    <a:pt x="685" y="385"/>
                  </a:lnTo>
                  <a:lnTo>
                    <a:pt x="682" y="391"/>
                  </a:lnTo>
                  <a:lnTo>
                    <a:pt x="682" y="392"/>
                  </a:lnTo>
                  <a:lnTo>
                    <a:pt x="681" y="395"/>
                  </a:lnTo>
                  <a:lnTo>
                    <a:pt x="681" y="398"/>
                  </a:lnTo>
                  <a:lnTo>
                    <a:pt x="681" y="399"/>
                  </a:lnTo>
                  <a:lnTo>
                    <a:pt x="681" y="400"/>
                  </a:lnTo>
                  <a:lnTo>
                    <a:pt x="681" y="404"/>
                  </a:lnTo>
                  <a:lnTo>
                    <a:pt x="680" y="406"/>
                  </a:lnTo>
                  <a:lnTo>
                    <a:pt x="680" y="408"/>
                  </a:lnTo>
                  <a:lnTo>
                    <a:pt x="680" y="408"/>
                  </a:lnTo>
                  <a:lnTo>
                    <a:pt x="680" y="410"/>
                  </a:lnTo>
                  <a:lnTo>
                    <a:pt x="680" y="413"/>
                  </a:lnTo>
                  <a:lnTo>
                    <a:pt x="678" y="414"/>
                  </a:lnTo>
                  <a:lnTo>
                    <a:pt x="678" y="416"/>
                  </a:lnTo>
                  <a:lnTo>
                    <a:pt x="678" y="416"/>
                  </a:lnTo>
                  <a:lnTo>
                    <a:pt x="678" y="416"/>
                  </a:lnTo>
                  <a:lnTo>
                    <a:pt x="678" y="416"/>
                  </a:lnTo>
                  <a:lnTo>
                    <a:pt x="678" y="418"/>
                  </a:lnTo>
                  <a:lnTo>
                    <a:pt x="678" y="418"/>
                  </a:lnTo>
                  <a:lnTo>
                    <a:pt x="675" y="420"/>
                  </a:lnTo>
                  <a:lnTo>
                    <a:pt x="675" y="421"/>
                  </a:lnTo>
                  <a:lnTo>
                    <a:pt x="672" y="423"/>
                  </a:lnTo>
                  <a:lnTo>
                    <a:pt x="672" y="425"/>
                  </a:lnTo>
                  <a:lnTo>
                    <a:pt x="670" y="425"/>
                  </a:lnTo>
                  <a:lnTo>
                    <a:pt x="669" y="425"/>
                  </a:lnTo>
                  <a:lnTo>
                    <a:pt x="669" y="426"/>
                  </a:lnTo>
                  <a:lnTo>
                    <a:pt x="669" y="426"/>
                  </a:lnTo>
                  <a:lnTo>
                    <a:pt x="669" y="426"/>
                  </a:lnTo>
                  <a:lnTo>
                    <a:pt x="668" y="426"/>
                  </a:lnTo>
                  <a:lnTo>
                    <a:pt x="666" y="425"/>
                  </a:lnTo>
                  <a:lnTo>
                    <a:pt x="666" y="425"/>
                  </a:lnTo>
                  <a:lnTo>
                    <a:pt x="665" y="423"/>
                  </a:lnTo>
                  <a:lnTo>
                    <a:pt x="664" y="421"/>
                  </a:lnTo>
                  <a:lnTo>
                    <a:pt x="663" y="421"/>
                  </a:lnTo>
                  <a:lnTo>
                    <a:pt x="658" y="423"/>
                  </a:lnTo>
                  <a:lnTo>
                    <a:pt x="658" y="423"/>
                  </a:lnTo>
                  <a:lnTo>
                    <a:pt x="657" y="423"/>
                  </a:lnTo>
                  <a:lnTo>
                    <a:pt x="657" y="423"/>
                  </a:lnTo>
                  <a:lnTo>
                    <a:pt x="657" y="420"/>
                  </a:lnTo>
                  <a:lnTo>
                    <a:pt x="657" y="418"/>
                  </a:lnTo>
                  <a:lnTo>
                    <a:pt x="656" y="416"/>
                  </a:lnTo>
                  <a:lnTo>
                    <a:pt x="656" y="416"/>
                  </a:lnTo>
                  <a:lnTo>
                    <a:pt x="653" y="416"/>
                  </a:lnTo>
                  <a:lnTo>
                    <a:pt x="653" y="415"/>
                  </a:lnTo>
                  <a:lnTo>
                    <a:pt x="653" y="414"/>
                  </a:lnTo>
                  <a:lnTo>
                    <a:pt x="651" y="413"/>
                  </a:lnTo>
                  <a:lnTo>
                    <a:pt x="650" y="413"/>
                  </a:lnTo>
                  <a:lnTo>
                    <a:pt x="650" y="413"/>
                  </a:lnTo>
                  <a:lnTo>
                    <a:pt x="650" y="413"/>
                  </a:lnTo>
                  <a:lnTo>
                    <a:pt x="644" y="413"/>
                  </a:lnTo>
                  <a:lnTo>
                    <a:pt x="642" y="410"/>
                  </a:lnTo>
                  <a:lnTo>
                    <a:pt x="640" y="410"/>
                  </a:lnTo>
                  <a:lnTo>
                    <a:pt x="638" y="409"/>
                  </a:lnTo>
                  <a:lnTo>
                    <a:pt x="636" y="408"/>
                  </a:lnTo>
                  <a:lnTo>
                    <a:pt x="634" y="408"/>
                  </a:lnTo>
                  <a:lnTo>
                    <a:pt x="634" y="404"/>
                  </a:lnTo>
                  <a:lnTo>
                    <a:pt x="634" y="404"/>
                  </a:lnTo>
                  <a:lnTo>
                    <a:pt x="634" y="400"/>
                  </a:lnTo>
                  <a:lnTo>
                    <a:pt x="633" y="399"/>
                  </a:lnTo>
                  <a:lnTo>
                    <a:pt x="633" y="399"/>
                  </a:lnTo>
                  <a:lnTo>
                    <a:pt x="631" y="399"/>
                  </a:lnTo>
                  <a:lnTo>
                    <a:pt x="631" y="399"/>
                  </a:lnTo>
                  <a:lnTo>
                    <a:pt x="630" y="399"/>
                  </a:lnTo>
                  <a:lnTo>
                    <a:pt x="624" y="398"/>
                  </a:lnTo>
                  <a:lnTo>
                    <a:pt x="622" y="398"/>
                  </a:lnTo>
                  <a:lnTo>
                    <a:pt x="622" y="396"/>
                  </a:lnTo>
                  <a:lnTo>
                    <a:pt x="620" y="395"/>
                  </a:lnTo>
                  <a:lnTo>
                    <a:pt x="619" y="394"/>
                  </a:lnTo>
                  <a:lnTo>
                    <a:pt x="617" y="394"/>
                  </a:lnTo>
                  <a:lnTo>
                    <a:pt x="617" y="392"/>
                  </a:lnTo>
                  <a:lnTo>
                    <a:pt x="617" y="392"/>
                  </a:lnTo>
                  <a:lnTo>
                    <a:pt x="616" y="392"/>
                  </a:lnTo>
                  <a:lnTo>
                    <a:pt x="616" y="391"/>
                  </a:lnTo>
                  <a:lnTo>
                    <a:pt x="615" y="391"/>
                  </a:lnTo>
                  <a:lnTo>
                    <a:pt x="615" y="391"/>
                  </a:lnTo>
                  <a:lnTo>
                    <a:pt x="615" y="386"/>
                  </a:lnTo>
                  <a:lnTo>
                    <a:pt x="612" y="385"/>
                  </a:lnTo>
                  <a:lnTo>
                    <a:pt x="612" y="384"/>
                  </a:lnTo>
                  <a:lnTo>
                    <a:pt x="612" y="384"/>
                  </a:lnTo>
                  <a:lnTo>
                    <a:pt x="611" y="384"/>
                  </a:lnTo>
                  <a:lnTo>
                    <a:pt x="611" y="384"/>
                  </a:lnTo>
                  <a:lnTo>
                    <a:pt x="609" y="385"/>
                  </a:lnTo>
                  <a:lnTo>
                    <a:pt x="608" y="386"/>
                  </a:lnTo>
                  <a:lnTo>
                    <a:pt x="608" y="391"/>
                  </a:lnTo>
                  <a:lnTo>
                    <a:pt x="608" y="391"/>
                  </a:lnTo>
                  <a:lnTo>
                    <a:pt x="607" y="391"/>
                  </a:lnTo>
                  <a:lnTo>
                    <a:pt x="607" y="391"/>
                  </a:lnTo>
                  <a:lnTo>
                    <a:pt x="604" y="391"/>
                  </a:lnTo>
                  <a:lnTo>
                    <a:pt x="603" y="391"/>
                  </a:lnTo>
                  <a:lnTo>
                    <a:pt x="603" y="391"/>
                  </a:lnTo>
                  <a:lnTo>
                    <a:pt x="599" y="391"/>
                  </a:lnTo>
                  <a:lnTo>
                    <a:pt x="599" y="392"/>
                  </a:lnTo>
                  <a:lnTo>
                    <a:pt x="599" y="392"/>
                  </a:lnTo>
                  <a:lnTo>
                    <a:pt x="595" y="392"/>
                  </a:lnTo>
                  <a:lnTo>
                    <a:pt x="595" y="392"/>
                  </a:lnTo>
                  <a:lnTo>
                    <a:pt x="594" y="392"/>
                  </a:lnTo>
                  <a:lnTo>
                    <a:pt x="592" y="392"/>
                  </a:lnTo>
                  <a:lnTo>
                    <a:pt x="592" y="392"/>
                  </a:lnTo>
                  <a:lnTo>
                    <a:pt x="590" y="392"/>
                  </a:lnTo>
                  <a:lnTo>
                    <a:pt x="590" y="391"/>
                  </a:lnTo>
                  <a:lnTo>
                    <a:pt x="588" y="391"/>
                  </a:lnTo>
                  <a:lnTo>
                    <a:pt x="588" y="391"/>
                  </a:lnTo>
                  <a:lnTo>
                    <a:pt x="588" y="385"/>
                  </a:lnTo>
                  <a:lnTo>
                    <a:pt x="587" y="384"/>
                  </a:lnTo>
                  <a:lnTo>
                    <a:pt x="587" y="384"/>
                  </a:lnTo>
                  <a:lnTo>
                    <a:pt x="581" y="384"/>
                  </a:lnTo>
                  <a:lnTo>
                    <a:pt x="580" y="384"/>
                  </a:lnTo>
                  <a:lnTo>
                    <a:pt x="580" y="384"/>
                  </a:lnTo>
                  <a:lnTo>
                    <a:pt x="578" y="381"/>
                  </a:lnTo>
                  <a:lnTo>
                    <a:pt x="575" y="381"/>
                  </a:lnTo>
                  <a:lnTo>
                    <a:pt x="572" y="384"/>
                  </a:lnTo>
                  <a:lnTo>
                    <a:pt x="572" y="384"/>
                  </a:lnTo>
                  <a:lnTo>
                    <a:pt x="572" y="384"/>
                  </a:lnTo>
                  <a:lnTo>
                    <a:pt x="568" y="384"/>
                  </a:lnTo>
                  <a:lnTo>
                    <a:pt x="568" y="384"/>
                  </a:lnTo>
                  <a:lnTo>
                    <a:pt x="564" y="380"/>
                  </a:lnTo>
                  <a:lnTo>
                    <a:pt x="564" y="379"/>
                  </a:lnTo>
                  <a:lnTo>
                    <a:pt x="564" y="379"/>
                  </a:lnTo>
                  <a:lnTo>
                    <a:pt x="563" y="379"/>
                  </a:lnTo>
                  <a:lnTo>
                    <a:pt x="563" y="378"/>
                  </a:lnTo>
                  <a:lnTo>
                    <a:pt x="563" y="378"/>
                  </a:lnTo>
                  <a:lnTo>
                    <a:pt x="563" y="377"/>
                  </a:lnTo>
                  <a:lnTo>
                    <a:pt x="562" y="377"/>
                  </a:lnTo>
                  <a:lnTo>
                    <a:pt x="562" y="377"/>
                  </a:lnTo>
                  <a:lnTo>
                    <a:pt x="562" y="376"/>
                  </a:lnTo>
                  <a:lnTo>
                    <a:pt x="562" y="374"/>
                  </a:lnTo>
                  <a:lnTo>
                    <a:pt x="560" y="374"/>
                  </a:lnTo>
                  <a:lnTo>
                    <a:pt x="560" y="374"/>
                  </a:lnTo>
                  <a:lnTo>
                    <a:pt x="558" y="374"/>
                  </a:lnTo>
                  <a:lnTo>
                    <a:pt x="558" y="374"/>
                  </a:lnTo>
                  <a:lnTo>
                    <a:pt x="558" y="374"/>
                  </a:lnTo>
                  <a:lnTo>
                    <a:pt x="558" y="374"/>
                  </a:lnTo>
                  <a:lnTo>
                    <a:pt x="558" y="371"/>
                  </a:lnTo>
                  <a:lnTo>
                    <a:pt x="558" y="370"/>
                  </a:lnTo>
                  <a:lnTo>
                    <a:pt x="558" y="369"/>
                  </a:lnTo>
                  <a:lnTo>
                    <a:pt x="556" y="367"/>
                  </a:lnTo>
                  <a:lnTo>
                    <a:pt x="556" y="367"/>
                  </a:lnTo>
                  <a:lnTo>
                    <a:pt x="555" y="367"/>
                  </a:lnTo>
                  <a:lnTo>
                    <a:pt x="554" y="367"/>
                  </a:lnTo>
                  <a:lnTo>
                    <a:pt x="549" y="365"/>
                  </a:lnTo>
                  <a:lnTo>
                    <a:pt x="547" y="363"/>
                  </a:lnTo>
                  <a:lnTo>
                    <a:pt x="546" y="361"/>
                  </a:lnTo>
                  <a:lnTo>
                    <a:pt x="546" y="359"/>
                  </a:lnTo>
                  <a:lnTo>
                    <a:pt x="546" y="359"/>
                  </a:lnTo>
                  <a:lnTo>
                    <a:pt x="545" y="358"/>
                  </a:lnTo>
                  <a:lnTo>
                    <a:pt x="542" y="355"/>
                  </a:lnTo>
                  <a:lnTo>
                    <a:pt x="539" y="355"/>
                  </a:lnTo>
                  <a:lnTo>
                    <a:pt x="539" y="355"/>
                  </a:lnTo>
                  <a:lnTo>
                    <a:pt x="538" y="355"/>
                  </a:lnTo>
                  <a:lnTo>
                    <a:pt x="538" y="355"/>
                  </a:lnTo>
                  <a:lnTo>
                    <a:pt x="537" y="354"/>
                  </a:lnTo>
                  <a:lnTo>
                    <a:pt x="537" y="354"/>
                  </a:lnTo>
                  <a:lnTo>
                    <a:pt x="534" y="354"/>
                  </a:lnTo>
                  <a:lnTo>
                    <a:pt x="531" y="352"/>
                  </a:lnTo>
                  <a:lnTo>
                    <a:pt x="531" y="352"/>
                  </a:lnTo>
                  <a:lnTo>
                    <a:pt x="531" y="350"/>
                  </a:lnTo>
                  <a:lnTo>
                    <a:pt x="531" y="350"/>
                  </a:lnTo>
                  <a:lnTo>
                    <a:pt x="531" y="350"/>
                  </a:lnTo>
                  <a:lnTo>
                    <a:pt x="529" y="350"/>
                  </a:lnTo>
                  <a:lnTo>
                    <a:pt x="529" y="350"/>
                  </a:lnTo>
                  <a:lnTo>
                    <a:pt x="529" y="350"/>
                  </a:lnTo>
                  <a:lnTo>
                    <a:pt x="525" y="350"/>
                  </a:lnTo>
                  <a:lnTo>
                    <a:pt x="525" y="352"/>
                  </a:lnTo>
                  <a:lnTo>
                    <a:pt x="520" y="352"/>
                  </a:lnTo>
                  <a:lnTo>
                    <a:pt x="520" y="354"/>
                  </a:lnTo>
                  <a:lnTo>
                    <a:pt x="518" y="354"/>
                  </a:lnTo>
                  <a:lnTo>
                    <a:pt x="517" y="354"/>
                  </a:lnTo>
                  <a:lnTo>
                    <a:pt x="509" y="355"/>
                  </a:lnTo>
                  <a:lnTo>
                    <a:pt x="509" y="355"/>
                  </a:lnTo>
                  <a:lnTo>
                    <a:pt x="508" y="355"/>
                  </a:lnTo>
                  <a:lnTo>
                    <a:pt x="501" y="357"/>
                  </a:lnTo>
                  <a:lnTo>
                    <a:pt x="500" y="358"/>
                  </a:lnTo>
                  <a:lnTo>
                    <a:pt x="499" y="359"/>
                  </a:lnTo>
                  <a:lnTo>
                    <a:pt x="499" y="359"/>
                  </a:lnTo>
                  <a:lnTo>
                    <a:pt x="496" y="359"/>
                  </a:lnTo>
                  <a:lnTo>
                    <a:pt x="496" y="360"/>
                  </a:lnTo>
                  <a:lnTo>
                    <a:pt x="493" y="361"/>
                  </a:lnTo>
                  <a:lnTo>
                    <a:pt x="493" y="361"/>
                  </a:lnTo>
                  <a:lnTo>
                    <a:pt x="491" y="363"/>
                  </a:lnTo>
                  <a:lnTo>
                    <a:pt x="487" y="363"/>
                  </a:lnTo>
                  <a:lnTo>
                    <a:pt x="486" y="367"/>
                  </a:lnTo>
                  <a:lnTo>
                    <a:pt x="485" y="367"/>
                  </a:lnTo>
                  <a:lnTo>
                    <a:pt x="482" y="367"/>
                  </a:lnTo>
                  <a:lnTo>
                    <a:pt x="480" y="367"/>
                  </a:lnTo>
                  <a:lnTo>
                    <a:pt x="477" y="369"/>
                  </a:lnTo>
                  <a:lnTo>
                    <a:pt x="475" y="370"/>
                  </a:lnTo>
                  <a:lnTo>
                    <a:pt x="474" y="370"/>
                  </a:lnTo>
                  <a:lnTo>
                    <a:pt x="473" y="370"/>
                  </a:lnTo>
                  <a:lnTo>
                    <a:pt x="472" y="371"/>
                  </a:lnTo>
                  <a:lnTo>
                    <a:pt x="472" y="371"/>
                  </a:lnTo>
                  <a:lnTo>
                    <a:pt x="466" y="371"/>
                  </a:lnTo>
                  <a:lnTo>
                    <a:pt x="466" y="371"/>
                  </a:lnTo>
                  <a:lnTo>
                    <a:pt x="466" y="371"/>
                  </a:lnTo>
                  <a:lnTo>
                    <a:pt x="466" y="371"/>
                  </a:lnTo>
                  <a:lnTo>
                    <a:pt x="465" y="371"/>
                  </a:lnTo>
                  <a:lnTo>
                    <a:pt x="462" y="374"/>
                  </a:lnTo>
                  <a:lnTo>
                    <a:pt x="459" y="374"/>
                  </a:lnTo>
                  <a:lnTo>
                    <a:pt x="459" y="374"/>
                  </a:lnTo>
                  <a:lnTo>
                    <a:pt x="459" y="374"/>
                  </a:lnTo>
                  <a:lnTo>
                    <a:pt x="456" y="374"/>
                  </a:lnTo>
                  <a:lnTo>
                    <a:pt x="453" y="374"/>
                  </a:lnTo>
                  <a:lnTo>
                    <a:pt x="452" y="374"/>
                  </a:lnTo>
                  <a:lnTo>
                    <a:pt x="452" y="374"/>
                  </a:lnTo>
                  <a:lnTo>
                    <a:pt x="449" y="375"/>
                  </a:lnTo>
                  <a:lnTo>
                    <a:pt x="448" y="376"/>
                  </a:lnTo>
                  <a:lnTo>
                    <a:pt x="444" y="376"/>
                  </a:lnTo>
                  <a:lnTo>
                    <a:pt x="444" y="375"/>
                  </a:lnTo>
                  <a:lnTo>
                    <a:pt x="443" y="375"/>
                  </a:lnTo>
                  <a:lnTo>
                    <a:pt x="441" y="375"/>
                  </a:lnTo>
                  <a:lnTo>
                    <a:pt x="441" y="376"/>
                  </a:lnTo>
                  <a:lnTo>
                    <a:pt x="438" y="376"/>
                  </a:lnTo>
                  <a:lnTo>
                    <a:pt x="436" y="376"/>
                  </a:lnTo>
                  <a:lnTo>
                    <a:pt x="435" y="377"/>
                  </a:lnTo>
                  <a:lnTo>
                    <a:pt x="431" y="377"/>
                  </a:lnTo>
                  <a:lnTo>
                    <a:pt x="431" y="377"/>
                  </a:lnTo>
                  <a:lnTo>
                    <a:pt x="431" y="377"/>
                  </a:lnTo>
                  <a:lnTo>
                    <a:pt x="427" y="377"/>
                  </a:lnTo>
                  <a:lnTo>
                    <a:pt x="425" y="377"/>
                  </a:lnTo>
                  <a:lnTo>
                    <a:pt x="424" y="377"/>
                  </a:lnTo>
                  <a:lnTo>
                    <a:pt x="422" y="377"/>
                  </a:lnTo>
                  <a:lnTo>
                    <a:pt x="422" y="377"/>
                  </a:lnTo>
                  <a:lnTo>
                    <a:pt x="422" y="377"/>
                  </a:lnTo>
                  <a:lnTo>
                    <a:pt x="419" y="377"/>
                  </a:lnTo>
                  <a:lnTo>
                    <a:pt x="417" y="377"/>
                  </a:lnTo>
                  <a:lnTo>
                    <a:pt x="417" y="377"/>
                  </a:lnTo>
                  <a:lnTo>
                    <a:pt x="415" y="377"/>
                  </a:lnTo>
                  <a:lnTo>
                    <a:pt x="414" y="377"/>
                  </a:lnTo>
                  <a:lnTo>
                    <a:pt x="413" y="377"/>
                  </a:lnTo>
                  <a:lnTo>
                    <a:pt x="413" y="377"/>
                  </a:lnTo>
                  <a:lnTo>
                    <a:pt x="410" y="377"/>
                  </a:lnTo>
                  <a:lnTo>
                    <a:pt x="407" y="377"/>
                  </a:lnTo>
                  <a:lnTo>
                    <a:pt x="406" y="378"/>
                  </a:lnTo>
                  <a:lnTo>
                    <a:pt x="405" y="378"/>
                  </a:lnTo>
                  <a:lnTo>
                    <a:pt x="402" y="378"/>
                  </a:lnTo>
                  <a:lnTo>
                    <a:pt x="402" y="378"/>
                  </a:lnTo>
                  <a:lnTo>
                    <a:pt x="399" y="378"/>
                  </a:lnTo>
                  <a:lnTo>
                    <a:pt x="396" y="377"/>
                  </a:lnTo>
                  <a:lnTo>
                    <a:pt x="396" y="377"/>
                  </a:lnTo>
                  <a:lnTo>
                    <a:pt x="395" y="377"/>
                  </a:lnTo>
                  <a:lnTo>
                    <a:pt x="395" y="377"/>
                  </a:lnTo>
                  <a:lnTo>
                    <a:pt x="394" y="377"/>
                  </a:lnTo>
                  <a:lnTo>
                    <a:pt x="394" y="377"/>
                  </a:lnTo>
                  <a:lnTo>
                    <a:pt x="392" y="377"/>
                  </a:lnTo>
                  <a:lnTo>
                    <a:pt x="392" y="377"/>
                  </a:lnTo>
                  <a:lnTo>
                    <a:pt x="389" y="377"/>
                  </a:lnTo>
                  <a:lnTo>
                    <a:pt x="387" y="377"/>
                  </a:lnTo>
                  <a:lnTo>
                    <a:pt x="386" y="377"/>
                  </a:lnTo>
                  <a:lnTo>
                    <a:pt x="384" y="377"/>
                  </a:lnTo>
                  <a:lnTo>
                    <a:pt x="382" y="377"/>
                  </a:lnTo>
                  <a:lnTo>
                    <a:pt x="382" y="377"/>
                  </a:lnTo>
                  <a:lnTo>
                    <a:pt x="381" y="377"/>
                  </a:lnTo>
                  <a:lnTo>
                    <a:pt x="378" y="377"/>
                  </a:lnTo>
                  <a:lnTo>
                    <a:pt x="375" y="377"/>
                  </a:lnTo>
                  <a:lnTo>
                    <a:pt x="375" y="377"/>
                  </a:lnTo>
                  <a:lnTo>
                    <a:pt x="373" y="377"/>
                  </a:lnTo>
                  <a:lnTo>
                    <a:pt x="370" y="376"/>
                  </a:lnTo>
                  <a:lnTo>
                    <a:pt x="369" y="376"/>
                  </a:lnTo>
                  <a:lnTo>
                    <a:pt x="369" y="376"/>
                  </a:lnTo>
                  <a:lnTo>
                    <a:pt x="365" y="376"/>
                  </a:lnTo>
                  <a:lnTo>
                    <a:pt x="362" y="377"/>
                  </a:lnTo>
                  <a:lnTo>
                    <a:pt x="360" y="377"/>
                  </a:lnTo>
                  <a:lnTo>
                    <a:pt x="356" y="377"/>
                  </a:lnTo>
                  <a:lnTo>
                    <a:pt x="355" y="377"/>
                  </a:lnTo>
                  <a:lnTo>
                    <a:pt x="350" y="377"/>
                  </a:lnTo>
                  <a:lnTo>
                    <a:pt x="348" y="377"/>
                  </a:lnTo>
                  <a:lnTo>
                    <a:pt x="346" y="377"/>
                  </a:lnTo>
                  <a:lnTo>
                    <a:pt x="342" y="377"/>
                  </a:lnTo>
                  <a:lnTo>
                    <a:pt x="342" y="377"/>
                  </a:lnTo>
                  <a:lnTo>
                    <a:pt x="336" y="377"/>
                  </a:lnTo>
                  <a:lnTo>
                    <a:pt x="333" y="377"/>
                  </a:lnTo>
                  <a:lnTo>
                    <a:pt x="333" y="376"/>
                  </a:lnTo>
                  <a:lnTo>
                    <a:pt x="333" y="376"/>
                  </a:lnTo>
                  <a:lnTo>
                    <a:pt x="333" y="376"/>
                  </a:lnTo>
                  <a:lnTo>
                    <a:pt x="333" y="376"/>
                  </a:lnTo>
                  <a:lnTo>
                    <a:pt x="330" y="376"/>
                  </a:lnTo>
                  <a:lnTo>
                    <a:pt x="329" y="375"/>
                  </a:lnTo>
                  <a:lnTo>
                    <a:pt x="329" y="375"/>
                  </a:lnTo>
                  <a:lnTo>
                    <a:pt x="326" y="374"/>
                  </a:lnTo>
                  <a:lnTo>
                    <a:pt x="326" y="374"/>
                  </a:lnTo>
                  <a:lnTo>
                    <a:pt x="324" y="374"/>
                  </a:lnTo>
                  <a:lnTo>
                    <a:pt x="324" y="374"/>
                  </a:lnTo>
                  <a:lnTo>
                    <a:pt x="323" y="374"/>
                  </a:lnTo>
                  <a:lnTo>
                    <a:pt x="320" y="374"/>
                  </a:lnTo>
                  <a:lnTo>
                    <a:pt x="319" y="374"/>
                  </a:lnTo>
                  <a:lnTo>
                    <a:pt x="319" y="374"/>
                  </a:lnTo>
                  <a:lnTo>
                    <a:pt x="315" y="374"/>
                  </a:lnTo>
                  <a:lnTo>
                    <a:pt x="314" y="374"/>
                  </a:lnTo>
                  <a:lnTo>
                    <a:pt x="312" y="375"/>
                  </a:lnTo>
                  <a:lnTo>
                    <a:pt x="311" y="376"/>
                  </a:lnTo>
                  <a:lnTo>
                    <a:pt x="310" y="376"/>
                  </a:lnTo>
                  <a:lnTo>
                    <a:pt x="309" y="376"/>
                  </a:lnTo>
                  <a:lnTo>
                    <a:pt x="308" y="376"/>
                  </a:lnTo>
                  <a:lnTo>
                    <a:pt x="305" y="376"/>
                  </a:lnTo>
                  <a:lnTo>
                    <a:pt x="305" y="374"/>
                  </a:lnTo>
                  <a:lnTo>
                    <a:pt x="304" y="374"/>
                  </a:lnTo>
                  <a:lnTo>
                    <a:pt x="302" y="374"/>
                  </a:lnTo>
                  <a:lnTo>
                    <a:pt x="302" y="374"/>
                  </a:lnTo>
                  <a:lnTo>
                    <a:pt x="299" y="374"/>
                  </a:lnTo>
                  <a:lnTo>
                    <a:pt x="297" y="374"/>
                  </a:lnTo>
                  <a:lnTo>
                    <a:pt x="295" y="374"/>
                  </a:lnTo>
                  <a:lnTo>
                    <a:pt x="294" y="374"/>
                  </a:lnTo>
                  <a:lnTo>
                    <a:pt x="293" y="374"/>
                  </a:lnTo>
                  <a:lnTo>
                    <a:pt x="290" y="374"/>
                  </a:lnTo>
                  <a:lnTo>
                    <a:pt x="290" y="374"/>
                  </a:lnTo>
                  <a:lnTo>
                    <a:pt x="290" y="374"/>
                  </a:lnTo>
                  <a:lnTo>
                    <a:pt x="289" y="374"/>
                  </a:lnTo>
                  <a:lnTo>
                    <a:pt x="287" y="374"/>
                  </a:lnTo>
                  <a:lnTo>
                    <a:pt x="286" y="374"/>
                  </a:lnTo>
                  <a:lnTo>
                    <a:pt x="285" y="371"/>
                  </a:lnTo>
                  <a:lnTo>
                    <a:pt x="282" y="371"/>
                  </a:lnTo>
                  <a:lnTo>
                    <a:pt x="281" y="371"/>
                  </a:lnTo>
                  <a:lnTo>
                    <a:pt x="281" y="371"/>
                  </a:lnTo>
                  <a:lnTo>
                    <a:pt x="280" y="371"/>
                  </a:lnTo>
                  <a:lnTo>
                    <a:pt x="279" y="371"/>
                  </a:lnTo>
                  <a:lnTo>
                    <a:pt x="276" y="371"/>
                  </a:lnTo>
                  <a:lnTo>
                    <a:pt x="273" y="371"/>
                  </a:lnTo>
                  <a:lnTo>
                    <a:pt x="272" y="371"/>
                  </a:lnTo>
                  <a:lnTo>
                    <a:pt x="272" y="371"/>
                  </a:lnTo>
                  <a:lnTo>
                    <a:pt x="272" y="371"/>
                  </a:lnTo>
                  <a:lnTo>
                    <a:pt x="272" y="371"/>
                  </a:lnTo>
                  <a:lnTo>
                    <a:pt x="272" y="374"/>
                  </a:lnTo>
                  <a:lnTo>
                    <a:pt x="272" y="374"/>
                  </a:lnTo>
                  <a:lnTo>
                    <a:pt x="272" y="376"/>
                  </a:lnTo>
                  <a:lnTo>
                    <a:pt x="271" y="377"/>
                  </a:lnTo>
                  <a:lnTo>
                    <a:pt x="270" y="378"/>
                  </a:lnTo>
                  <a:lnTo>
                    <a:pt x="270" y="379"/>
                  </a:lnTo>
                  <a:lnTo>
                    <a:pt x="270" y="380"/>
                  </a:lnTo>
                  <a:lnTo>
                    <a:pt x="270" y="381"/>
                  </a:lnTo>
                  <a:lnTo>
                    <a:pt x="270" y="384"/>
                  </a:lnTo>
                  <a:lnTo>
                    <a:pt x="270" y="384"/>
                  </a:lnTo>
                  <a:lnTo>
                    <a:pt x="270" y="386"/>
                  </a:lnTo>
                  <a:lnTo>
                    <a:pt x="270" y="391"/>
                  </a:lnTo>
                  <a:lnTo>
                    <a:pt x="270" y="392"/>
                  </a:lnTo>
                  <a:lnTo>
                    <a:pt x="268" y="392"/>
                  </a:lnTo>
                  <a:lnTo>
                    <a:pt x="265" y="392"/>
                  </a:lnTo>
                  <a:lnTo>
                    <a:pt x="263" y="394"/>
                  </a:lnTo>
                  <a:lnTo>
                    <a:pt x="263" y="398"/>
                  </a:lnTo>
                  <a:lnTo>
                    <a:pt x="263" y="399"/>
                  </a:lnTo>
                  <a:lnTo>
                    <a:pt x="263" y="400"/>
                  </a:lnTo>
                  <a:lnTo>
                    <a:pt x="263" y="404"/>
                  </a:lnTo>
                  <a:lnTo>
                    <a:pt x="263" y="408"/>
                  </a:lnTo>
                  <a:lnTo>
                    <a:pt x="263" y="408"/>
                  </a:lnTo>
                  <a:lnTo>
                    <a:pt x="263" y="409"/>
                  </a:lnTo>
                  <a:lnTo>
                    <a:pt x="263" y="410"/>
                  </a:lnTo>
                  <a:lnTo>
                    <a:pt x="263" y="413"/>
                  </a:lnTo>
                  <a:lnTo>
                    <a:pt x="263" y="413"/>
                  </a:lnTo>
                  <a:lnTo>
                    <a:pt x="263" y="416"/>
                  </a:lnTo>
                  <a:lnTo>
                    <a:pt x="263" y="416"/>
                  </a:lnTo>
                  <a:lnTo>
                    <a:pt x="263" y="420"/>
                  </a:lnTo>
                  <a:lnTo>
                    <a:pt x="263" y="421"/>
                  </a:lnTo>
                  <a:lnTo>
                    <a:pt x="263" y="425"/>
                  </a:lnTo>
                  <a:lnTo>
                    <a:pt x="260" y="425"/>
                  </a:lnTo>
                  <a:lnTo>
                    <a:pt x="258" y="426"/>
                  </a:lnTo>
                  <a:lnTo>
                    <a:pt x="260" y="426"/>
                  </a:lnTo>
                  <a:lnTo>
                    <a:pt x="260" y="429"/>
                  </a:lnTo>
                  <a:lnTo>
                    <a:pt x="263" y="429"/>
                  </a:lnTo>
                  <a:lnTo>
                    <a:pt x="263" y="429"/>
                  </a:lnTo>
                  <a:lnTo>
                    <a:pt x="263" y="435"/>
                  </a:lnTo>
                  <a:lnTo>
                    <a:pt x="262" y="435"/>
                  </a:lnTo>
                  <a:lnTo>
                    <a:pt x="258" y="435"/>
                  </a:lnTo>
                  <a:lnTo>
                    <a:pt x="258" y="436"/>
                  </a:lnTo>
                  <a:lnTo>
                    <a:pt x="257" y="438"/>
                  </a:lnTo>
                  <a:lnTo>
                    <a:pt x="256" y="438"/>
                  </a:lnTo>
                  <a:lnTo>
                    <a:pt x="256" y="438"/>
                  </a:lnTo>
                  <a:lnTo>
                    <a:pt x="256" y="440"/>
                  </a:lnTo>
                  <a:lnTo>
                    <a:pt x="256" y="444"/>
                  </a:lnTo>
                  <a:lnTo>
                    <a:pt x="255" y="444"/>
                  </a:lnTo>
                  <a:lnTo>
                    <a:pt x="253" y="445"/>
                  </a:lnTo>
                  <a:lnTo>
                    <a:pt x="253" y="446"/>
                  </a:lnTo>
                  <a:lnTo>
                    <a:pt x="253" y="446"/>
                  </a:lnTo>
                  <a:lnTo>
                    <a:pt x="253" y="447"/>
                  </a:lnTo>
                  <a:lnTo>
                    <a:pt x="252" y="447"/>
                  </a:lnTo>
                  <a:lnTo>
                    <a:pt x="251" y="447"/>
                  </a:lnTo>
                  <a:lnTo>
                    <a:pt x="248" y="447"/>
                  </a:lnTo>
                  <a:lnTo>
                    <a:pt x="248" y="447"/>
                  </a:lnTo>
                  <a:lnTo>
                    <a:pt x="248" y="447"/>
                  </a:lnTo>
                  <a:lnTo>
                    <a:pt x="246" y="447"/>
                  </a:lnTo>
                  <a:lnTo>
                    <a:pt x="246" y="447"/>
                  </a:lnTo>
                  <a:lnTo>
                    <a:pt x="245" y="450"/>
                  </a:lnTo>
                  <a:lnTo>
                    <a:pt x="245" y="451"/>
                  </a:lnTo>
                  <a:lnTo>
                    <a:pt x="244" y="451"/>
                  </a:lnTo>
                  <a:lnTo>
                    <a:pt x="238" y="453"/>
                  </a:lnTo>
                  <a:lnTo>
                    <a:pt x="238" y="453"/>
                  </a:lnTo>
                  <a:lnTo>
                    <a:pt x="236" y="451"/>
                  </a:lnTo>
                  <a:lnTo>
                    <a:pt x="233" y="453"/>
                  </a:lnTo>
                  <a:lnTo>
                    <a:pt x="233" y="453"/>
                  </a:lnTo>
                  <a:lnTo>
                    <a:pt x="231" y="454"/>
                  </a:lnTo>
                  <a:lnTo>
                    <a:pt x="228" y="458"/>
                  </a:lnTo>
                  <a:lnTo>
                    <a:pt x="228" y="458"/>
                  </a:lnTo>
                  <a:lnTo>
                    <a:pt x="227" y="458"/>
                  </a:lnTo>
                  <a:lnTo>
                    <a:pt x="226" y="454"/>
                  </a:lnTo>
                  <a:lnTo>
                    <a:pt x="225" y="454"/>
                  </a:lnTo>
                  <a:lnTo>
                    <a:pt x="223" y="453"/>
                  </a:lnTo>
                  <a:lnTo>
                    <a:pt x="223" y="453"/>
                  </a:lnTo>
                  <a:lnTo>
                    <a:pt x="222" y="453"/>
                  </a:lnTo>
                  <a:lnTo>
                    <a:pt x="222" y="453"/>
                  </a:lnTo>
                  <a:lnTo>
                    <a:pt x="220" y="451"/>
                  </a:lnTo>
                  <a:lnTo>
                    <a:pt x="219" y="450"/>
                  </a:lnTo>
                  <a:lnTo>
                    <a:pt x="216" y="447"/>
                  </a:lnTo>
                  <a:lnTo>
                    <a:pt x="216" y="447"/>
                  </a:lnTo>
                  <a:lnTo>
                    <a:pt x="215" y="446"/>
                  </a:lnTo>
                  <a:lnTo>
                    <a:pt x="213" y="444"/>
                  </a:lnTo>
                  <a:lnTo>
                    <a:pt x="213" y="440"/>
                  </a:lnTo>
                  <a:lnTo>
                    <a:pt x="210" y="438"/>
                  </a:lnTo>
                  <a:lnTo>
                    <a:pt x="209" y="438"/>
                  </a:lnTo>
                  <a:lnTo>
                    <a:pt x="209" y="436"/>
                  </a:lnTo>
                  <a:lnTo>
                    <a:pt x="208" y="435"/>
                  </a:lnTo>
                  <a:lnTo>
                    <a:pt x="206" y="435"/>
                  </a:lnTo>
                  <a:lnTo>
                    <a:pt x="206" y="435"/>
                  </a:lnTo>
                  <a:lnTo>
                    <a:pt x="202" y="435"/>
                  </a:lnTo>
                  <a:lnTo>
                    <a:pt x="202" y="431"/>
                  </a:lnTo>
                  <a:lnTo>
                    <a:pt x="201" y="429"/>
                  </a:lnTo>
                  <a:lnTo>
                    <a:pt x="200" y="429"/>
                  </a:lnTo>
                  <a:lnTo>
                    <a:pt x="200" y="428"/>
                  </a:lnTo>
                  <a:lnTo>
                    <a:pt x="199" y="425"/>
                  </a:lnTo>
                  <a:lnTo>
                    <a:pt x="199" y="421"/>
                  </a:lnTo>
                  <a:lnTo>
                    <a:pt x="195" y="420"/>
                  </a:lnTo>
                  <a:lnTo>
                    <a:pt x="192" y="418"/>
                  </a:lnTo>
                  <a:lnTo>
                    <a:pt x="192" y="418"/>
                  </a:lnTo>
                  <a:lnTo>
                    <a:pt x="192" y="418"/>
                  </a:lnTo>
                  <a:lnTo>
                    <a:pt x="191" y="418"/>
                  </a:lnTo>
                  <a:lnTo>
                    <a:pt x="188" y="418"/>
                  </a:lnTo>
                  <a:lnTo>
                    <a:pt x="187" y="416"/>
                  </a:lnTo>
                  <a:lnTo>
                    <a:pt x="185" y="416"/>
                  </a:lnTo>
                  <a:lnTo>
                    <a:pt x="185" y="416"/>
                  </a:lnTo>
                  <a:lnTo>
                    <a:pt x="185" y="418"/>
                  </a:lnTo>
                  <a:lnTo>
                    <a:pt x="185" y="420"/>
                  </a:lnTo>
                  <a:lnTo>
                    <a:pt x="184" y="420"/>
                  </a:lnTo>
                  <a:lnTo>
                    <a:pt x="184" y="423"/>
                  </a:lnTo>
                  <a:lnTo>
                    <a:pt x="181" y="425"/>
                  </a:lnTo>
                  <a:lnTo>
                    <a:pt x="178" y="423"/>
                  </a:lnTo>
                  <a:lnTo>
                    <a:pt x="177" y="423"/>
                  </a:lnTo>
                  <a:lnTo>
                    <a:pt x="176" y="420"/>
                  </a:lnTo>
                  <a:lnTo>
                    <a:pt x="176" y="420"/>
                  </a:lnTo>
                  <a:lnTo>
                    <a:pt x="176" y="420"/>
                  </a:lnTo>
                  <a:lnTo>
                    <a:pt x="176" y="420"/>
                  </a:lnTo>
                  <a:lnTo>
                    <a:pt x="173" y="420"/>
                  </a:lnTo>
                  <a:lnTo>
                    <a:pt x="173" y="420"/>
                  </a:lnTo>
                  <a:lnTo>
                    <a:pt x="173" y="420"/>
                  </a:lnTo>
                  <a:lnTo>
                    <a:pt x="170" y="420"/>
                  </a:lnTo>
                  <a:lnTo>
                    <a:pt x="169" y="420"/>
                  </a:lnTo>
                  <a:lnTo>
                    <a:pt x="167" y="420"/>
                  </a:lnTo>
                  <a:lnTo>
                    <a:pt x="167" y="420"/>
                  </a:lnTo>
                  <a:lnTo>
                    <a:pt x="166" y="418"/>
                  </a:lnTo>
                  <a:lnTo>
                    <a:pt x="166" y="418"/>
                  </a:lnTo>
                  <a:lnTo>
                    <a:pt x="165" y="416"/>
                  </a:lnTo>
                  <a:lnTo>
                    <a:pt x="164" y="416"/>
                  </a:lnTo>
                  <a:lnTo>
                    <a:pt x="164" y="415"/>
                  </a:lnTo>
                  <a:lnTo>
                    <a:pt x="160" y="413"/>
                  </a:lnTo>
                  <a:lnTo>
                    <a:pt x="159" y="413"/>
                  </a:lnTo>
                  <a:lnTo>
                    <a:pt x="158" y="409"/>
                  </a:lnTo>
                  <a:lnTo>
                    <a:pt x="158" y="408"/>
                  </a:lnTo>
                  <a:lnTo>
                    <a:pt x="154" y="408"/>
                  </a:lnTo>
                  <a:lnTo>
                    <a:pt x="153" y="404"/>
                  </a:lnTo>
                  <a:lnTo>
                    <a:pt x="153" y="401"/>
                  </a:lnTo>
                  <a:lnTo>
                    <a:pt x="153" y="399"/>
                  </a:lnTo>
                  <a:lnTo>
                    <a:pt x="153" y="399"/>
                  </a:lnTo>
                  <a:lnTo>
                    <a:pt x="153" y="399"/>
                  </a:lnTo>
                  <a:lnTo>
                    <a:pt x="153" y="398"/>
                  </a:lnTo>
                  <a:lnTo>
                    <a:pt x="153" y="394"/>
                  </a:lnTo>
                  <a:lnTo>
                    <a:pt x="153" y="392"/>
                  </a:lnTo>
                  <a:lnTo>
                    <a:pt x="151" y="392"/>
                  </a:lnTo>
                  <a:lnTo>
                    <a:pt x="148" y="391"/>
                  </a:lnTo>
                  <a:lnTo>
                    <a:pt x="148" y="386"/>
                  </a:lnTo>
                  <a:lnTo>
                    <a:pt x="147" y="384"/>
                  </a:lnTo>
                  <a:lnTo>
                    <a:pt x="147" y="381"/>
                  </a:lnTo>
                  <a:lnTo>
                    <a:pt x="147" y="379"/>
                  </a:lnTo>
                  <a:lnTo>
                    <a:pt x="147" y="378"/>
                  </a:lnTo>
                  <a:lnTo>
                    <a:pt x="143" y="377"/>
                  </a:lnTo>
                  <a:lnTo>
                    <a:pt x="143" y="377"/>
                  </a:lnTo>
                  <a:lnTo>
                    <a:pt x="143" y="374"/>
                  </a:lnTo>
                  <a:lnTo>
                    <a:pt x="143" y="374"/>
                  </a:lnTo>
                  <a:lnTo>
                    <a:pt x="141" y="374"/>
                  </a:lnTo>
                  <a:lnTo>
                    <a:pt x="141" y="371"/>
                  </a:lnTo>
                  <a:lnTo>
                    <a:pt x="141" y="371"/>
                  </a:lnTo>
                  <a:lnTo>
                    <a:pt x="141" y="370"/>
                  </a:lnTo>
                  <a:lnTo>
                    <a:pt x="141" y="369"/>
                  </a:lnTo>
                  <a:lnTo>
                    <a:pt x="141" y="367"/>
                  </a:lnTo>
                  <a:lnTo>
                    <a:pt x="141" y="367"/>
                  </a:lnTo>
                  <a:lnTo>
                    <a:pt x="140" y="361"/>
                  </a:lnTo>
                  <a:lnTo>
                    <a:pt x="136" y="359"/>
                  </a:lnTo>
                  <a:lnTo>
                    <a:pt x="136" y="358"/>
                  </a:lnTo>
                  <a:lnTo>
                    <a:pt x="136" y="355"/>
                  </a:lnTo>
                  <a:lnTo>
                    <a:pt x="136" y="355"/>
                  </a:lnTo>
                  <a:lnTo>
                    <a:pt x="136" y="354"/>
                  </a:lnTo>
                  <a:lnTo>
                    <a:pt x="136" y="354"/>
                  </a:lnTo>
                  <a:lnTo>
                    <a:pt x="136" y="352"/>
                  </a:lnTo>
                  <a:lnTo>
                    <a:pt x="135" y="352"/>
                  </a:lnTo>
                  <a:lnTo>
                    <a:pt x="135" y="352"/>
                  </a:lnTo>
                  <a:lnTo>
                    <a:pt x="135" y="350"/>
                  </a:lnTo>
                  <a:lnTo>
                    <a:pt x="134" y="350"/>
                  </a:lnTo>
                  <a:lnTo>
                    <a:pt x="134" y="350"/>
                  </a:lnTo>
                  <a:lnTo>
                    <a:pt x="134" y="350"/>
                  </a:lnTo>
                  <a:lnTo>
                    <a:pt x="129" y="350"/>
                  </a:lnTo>
                  <a:lnTo>
                    <a:pt x="128" y="350"/>
                  </a:lnTo>
                  <a:lnTo>
                    <a:pt x="126" y="350"/>
                  </a:lnTo>
                  <a:lnTo>
                    <a:pt x="125" y="350"/>
                  </a:lnTo>
                  <a:lnTo>
                    <a:pt x="123" y="350"/>
                  </a:lnTo>
                  <a:lnTo>
                    <a:pt x="122" y="349"/>
                  </a:lnTo>
                  <a:lnTo>
                    <a:pt x="122" y="349"/>
                  </a:lnTo>
                  <a:lnTo>
                    <a:pt x="122" y="348"/>
                  </a:lnTo>
                  <a:lnTo>
                    <a:pt x="122" y="346"/>
                  </a:lnTo>
                  <a:lnTo>
                    <a:pt x="119" y="344"/>
                  </a:lnTo>
                  <a:lnTo>
                    <a:pt x="119" y="344"/>
                  </a:lnTo>
                  <a:lnTo>
                    <a:pt x="117" y="344"/>
                  </a:lnTo>
                  <a:lnTo>
                    <a:pt x="114" y="344"/>
                  </a:lnTo>
                  <a:lnTo>
                    <a:pt x="114" y="344"/>
                  </a:lnTo>
                  <a:lnTo>
                    <a:pt x="114" y="342"/>
                  </a:lnTo>
                  <a:lnTo>
                    <a:pt x="113" y="340"/>
                  </a:lnTo>
                  <a:lnTo>
                    <a:pt x="109" y="339"/>
                  </a:lnTo>
                  <a:lnTo>
                    <a:pt x="109" y="335"/>
                  </a:lnTo>
                  <a:lnTo>
                    <a:pt x="106" y="333"/>
                  </a:lnTo>
                  <a:lnTo>
                    <a:pt x="104" y="330"/>
                  </a:lnTo>
                  <a:lnTo>
                    <a:pt x="104" y="330"/>
                  </a:lnTo>
                  <a:lnTo>
                    <a:pt x="104" y="330"/>
                  </a:lnTo>
                  <a:lnTo>
                    <a:pt x="102" y="329"/>
                  </a:lnTo>
                  <a:lnTo>
                    <a:pt x="100" y="329"/>
                  </a:lnTo>
                  <a:lnTo>
                    <a:pt x="99" y="328"/>
                  </a:lnTo>
                  <a:lnTo>
                    <a:pt x="99" y="327"/>
                  </a:lnTo>
                  <a:lnTo>
                    <a:pt x="98" y="322"/>
                  </a:lnTo>
                  <a:lnTo>
                    <a:pt x="97" y="315"/>
                  </a:lnTo>
                  <a:lnTo>
                    <a:pt x="97" y="313"/>
                  </a:lnTo>
                  <a:lnTo>
                    <a:pt x="96" y="312"/>
                  </a:lnTo>
                  <a:lnTo>
                    <a:pt x="96" y="311"/>
                  </a:lnTo>
                  <a:lnTo>
                    <a:pt x="96" y="309"/>
                  </a:lnTo>
                  <a:lnTo>
                    <a:pt x="96" y="308"/>
                  </a:lnTo>
                  <a:lnTo>
                    <a:pt x="96" y="308"/>
                  </a:lnTo>
                  <a:lnTo>
                    <a:pt x="96" y="304"/>
                  </a:lnTo>
                  <a:lnTo>
                    <a:pt x="96" y="304"/>
                  </a:lnTo>
                  <a:lnTo>
                    <a:pt x="96" y="304"/>
                  </a:lnTo>
                  <a:lnTo>
                    <a:pt x="96" y="302"/>
                  </a:lnTo>
                  <a:lnTo>
                    <a:pt x="96" y="298"/>
                  </a:lnTo>
                  <a:lnTo>
                    <a:pt x="95" y="298"/>
                  </a:lnTo>
                  <a:lnTo>
                    <a:pt x="94" y="296"/>
                  </a:lnTo>
                  <a:lnTo>
                    <a:pt x="92" y="293"/>
                  </a:lnTo>
                  <a:lnTo>
                    <a:pt x="92" y="293"/>
                  </a:lnTo>
                  <a:lnTo>
                    <a:pt x="92" y="293"/>
                  </a:lnTo>
                  <a:lnTo>
                    <a:pt x="89" y="293"/>
                  </a:lnTo>
                  <a:lnTo>
                    <a:pt x="89" y="291"/>
                  </a:lnTo>
                  <a:lnTo>
                    <a:pt x="92" y="287"/>
                  </a:lnTo>
                  <a:lnTo>
                    <a:pt x="92" y="286"/>
                  </a:lnTo>
                  <a:lnTo>
                    <a:pt x="89" y="283"/>
                  </a:lnTo>
                  <a:lnTo>
                    <a:pt x="88" y="282"/>
                  </a:lnTo>
                  <a:lnTo>
                    <a:pt x="88" y="281"/>
                  </a:lnTo>
                  <a:lnTo>
                    <a:pt x="88" y="281"/>
                  </a:lnTo>
                  <a:lnTo>
                    <a:pt x="88" y="279"/>
                  </a:lnTo>
                  <a:lnTo>
                    <a:pt x="88" y="275"/>
                  </a:lnTo>
                  <a:lnTo>
                    <a:pt x="88" y="271"/>
                  </a:lnTo>
                  <a:lnTo>
                    <a:pt x="87" y="266"/>
                  </a:lnTo>
                  <a:lnTo>
                    <a:pt x="87" y="261"/>
                  </a:lnTo>
                  <a:lnTo>
                    <a:pt x="87" y="251"/>
                  </a:lnTo>
                  <a:lnTo>
                    <a:pt x="87" y="250"/>
                  </a:lnTo>
                  <a:lnTo>
                    <a:pt x="87" y="247"/>
                  </a:lnTo>
                  <a:lnTo>
                    <a:pt x="87" y="243"/>
                  </a:lnTo>
                  <a:lnTo>
                    <a:pt x="87" y="243"/>
                  </a:lnTo>
                  <a:lnTo>
                    <a:pt x="86" y="242"/>
                  </a:lnTo>
                  <a:lnTo>
                    <a:pt x="85" y="236"/>
                  </a:lnTo>
                  <a:lnTo>
                    <a:pt x="84" y="236"/>
                  </a:lnTo>
                  <a:lnTo>
                    <a:pt x="86" y="233"/>
                  </a:lnTo>
                  <a:lnTo>
                    <a:pt x="86" y="233"/>
                  </a:lnTo>
                  <a:lnTo>
                    <a:pt x="85" y="233"/>
                  </a:lnTo>
                  <a:lnTo>
                    <a:pt x="84" y="229"/>
                  </a:lnTo>
                  <a:lnTo>
                    <a:pt x="84" y="226"/>
                  </a:lnTo>
                  <a:lnTo>
                    <a:pt x="84" y="223"/>
                  </a:lnTo>
                  <a:lnTo>
                    <a:pt x="84" y="222"/>
                  </a:lnTo>
                  <a:lnTo>
                    <a:pt x="84" y="218"/>
                  </a:lnTo>
                  <a:lnTo>
                    <a:pt x="84" y="214"/>
                  </a:lnTo>
                  <a:lnTo>
                    <a:pt x="84" y="210"/>
                  </a:lnTo>
                  <a:lnTo>
                    <a:pt x="84" y="207"/>
                  </a:lnTo>
                  <a:lnTo>
                    <a:pt x="84" y="203"/>
                  </a:lnTo>
                  <a:lnTo>
                    <a:pt x="82" y="202"/>
                  </a:lnTo>
                  <a:lnTo>
                    <a:pt x="82" y="201"/>
                  </a:lnTo>
                  <a:lnTo>
                    <a:pt x="82" y="200"/>
                  </a:lnTo>
                  <a:lnTo>
                    <a:pt x="82" y="195"/>
                  </a:lnTo>
                  <a:lnTo>
                    <a:pt x="82" y="194"/>
                  </a:lnTo>
                  <a:lnTo>
                    <a:pt x="82" y="192"/>
                  </a:lnTo>
                  <a:lnTo>
                    <a:pt x="82" y="191"/>
                  </a:lnTo>
                  <a:lnTo>
                    <a:pt x="79" y="188"/>
                  </a:lnTo>
                  <a:lnTo>
                    <a:pt x="77" y="188"/>
                  </a:lnTo>
                  <a:lnTo>
                    <a:pt x="75" y="185"/>
                  </a:lnTo>
                  <a:lnTo>
                    <a:pt x="74" y="184"/>
                  </a:lnTo>
                  <a:lnTo>
                    <a:pt x="74" y="180"/>
                  </a:lnTo>
                  <a:lnTo>
                    <a:pt x="73" y="179"/>
                  </a:lnTo>
                  <a:lnTo>
                    <a:pt x="73" y="176"/>
                  </a:lnTo>
                  <a:lnTo>
                    <a:pt x="72" y="176"/>
                  </a:lnTo>
                  <a:lnTo>
                    <a:pt x="72" y="174"/>
                  </a:lnTo>
                  <a:lnTo>
                    <a:pt x="67" y="174"/>
                  </a:lnTo>
                  <a:lnTo>
                    <a:pt x="65" y="171"/>
                  </a:lnTo>
                  <a:lnTo>
                    <a:pt x="64" y="170"/>
                  </a:lnTo>
                  <a:lnTo>
                    <a:pt x="63" y="165"/>
                  </a:lnTo>
                  <a:lnTo>
                    <a:pt x="62" y="165"/>
                  </a:lnTo>
                  <a:lnTo>
                    <a:pt x="60" y="164"/>
                  </a:lnTo>
                  <a:lnTo>
                    <a:pt x="57" y="164"/>
                  </a:lnTo>
                  <a:lnTo>
                    <a:pt x="57" y="163"/>
                  </a:lnTo>
                  <a:lnTo>
                    <a:pt x="54" y="162"/>
                  </a:lnTo>
                  <a:lnTo>
                    <a:pt x="52" y="158"/>
                  </a:lnTo>
                  <a:lnTo>
                    <a:pt x="52" y="156"/>
                  </a:lnTo>
                  <a:lnTo>
                    <a:pt x="52" y="156"/>
                  </a:lnTo>
                  <a:lnTo>
                    <a:pt x="52" y="154"/>
                  </a:lnTo>
                  <a:lnTo>
                    <a:pt x="52" y="154"/>
                  </a:lnTo>
                  <a:lnTo>
                    <a:pt x="50" y="154"/>
                  </a:lnTo>
                  <a:lnTo>
                    <a:pt x="48" y="150"/>
                  </a:lnTo>
                  <a:lnTo>
                    <a:pt x="46" y="147"/>
                  </a:lnTo>
                  <a:lnTo>
                    <a:pt x="45" y="147"/>
                  </a:lnTo>
                  <a:lnTo>
                    <a:pt x="43" y="147"/>
                  </a:lnTo>
                  <a:lnTo>
                    <a:pt x="43" y="144"/>
                  </a:lnTo>
                  <a:lnTo>
                    <a:pt x="43" y="144"/>
                  </a:lnTo>
                  <a:lnTo>
                    <a:pt x="45" y="144"/>
                  </a:lnTo>
                  <a:lnTo>
                    <a:pt x="45" y="144"/>
                  </a:lnTo>
                  <a:lnTo>
                    <a:pt x="46" y="144"/>
                  </a:lnTo>
                  <a:lnTo>
                    <a:pt x="46" y="144"/>
                  </a:lnTo>
                  <a:lnTo>
                    <a:pt x="49" y="147"/>
                  </a:lnTo>
                  <a:lnTo>
                    <a:pt x="52" y="147"/>
                  </a:lnTo>
                  <a:lnTo>
                    <a:pt x="52" y="147"/>
                  </a:lnTo>
                  <a:lnTo>
                    <a:pt x="52" y="147"/>
                  </a:lnTo>
                  <a:lnTo>
                    <a:pt x="53" y="147"/>
                  </a:lnTo>
                  <a:lnTo>
                    <a:pt x="54" y="147"/>
                  </a:lnTo>
                  <a:lnTo>
                    <a:pt x="57" y="147"/>
                  </a:lnTo>
                  <a:lnTo>
                    <a:pt x="57" y="147"/>
                  </a:lnTo>
                  <a:lnTo>
                    <a:pt x="57" y="147"/>
                  </a:lnTo>
                  <a:lnTo>
                    <a:pt x="60" y="147"/>
                  </a:lnTo>
                  <a:lnTo>
                    <a:pt x="62" y="147"/>
                  </a:lnTo>
                  <a:lnTo>
                    <a:pt x="62" y="147"/>
                  </a:lnTo>
                  <a:lnTo>
                    <a:pt x="62" y="147"/>
                  </a:lnTo>
                  <a:lnTo>
                    <a:pt x="62" y="147"/>
                  </a:lnTo>
                  <a:lnTo>
                    <a:pt x="62" y="144"/>
                  </a:lnTo>
                  <a:lnTo>
                    <a:pt x="60" y="144"/>
                  </a:lnTo>
                  <a:lnTo>
                    <a:pt x="60" y="144"/>
                  </a:lnTo>
                  <a:lnTo>
                    <a:pt x="57" y="144"/>
                  </a:lnTo>
                  <a:lnTo>
                    <a:pt x="57" y="143"/>
                  </a:lnTo>
                  <a:lnTo>
                    <a:pt x="57" y="142"/>
                  </a:lnTo>
                  <a:lnTo>
                    <a:pt x="57" y="142"/>
                  </a:lnTo>
                  <a:lnTo>
                    <a:pt x="57" y="141"/>
                  </a:lnTo>
                  <a:lnTo>
                    <a:pt x="57" y="137"/>
                  </a:lnTo>
                  <a:lnTo>
                    <a:pt x="57" y="137"/>
                  </a:lnTo>
                  <a:lnTo>
                    <a:pt x="57" y="136"/>
                  </a:lnTo>
                  <a:lnTo>
                    <a:pt x="57" y="136"/>
                  </a:lnTo>
                  <a:lnTo>
                    <a:pt x="57" y="132"/>
                  </a:lnTo>
                  <a:lnTo>
                    <a:pt x="57" y="132"/>
                  </a:lnTo>
                  <a:lnTo>
                    <a:pt x="60" y="130"/>
                  </a:lnTo>
                  <a:lnTo>
                    <a:pt x="57" y="130"/>
                  </a:lnTo>
                  <a:lnTo>
                    <a:pt x="57" y="130"/>
                  </a:lnTo>
                  <a:lnTo>
                    <a:pt x="56" y="130"/>
                  </a:lnTo>
                  <a:lnTo>
                    <a:pt x="53" y="129"/>
                  </a:lnTo>
                  <a:lnTo>
                    <a:pt x="52" y="127"/>
                  </a:lnTo>
                  <a:lnTo>
                    <a:pt x="52" y="127"/>
                  </a:lnTo>
                  <a:lnTo>
                    <a:pt x="50" y="126"/>
                  </a:lnTo>
                  <a:lnTo>
                    <a:pt x="49" y="126"/>
                  </a:lnTo>
                  <a:lnTo>
                    <a:pt x="49" y="125"/>
                  </a:lnTo>
                  <a:lnTo>
                    <a:pt x="46" y="123"/>
                  </a:lnTo>
                  <a:lnTo>
                    <a:pt x="46" y="120"/>
                  </a:lnTo>
                  <a:lnTo>
                    <a:pt x="45" y="119"/>
                  </a:lnTo>
                  <a:lnTo>
                    <a:pt x="45" y="117"/>
                  </a:lnTo>
                  <a:lnTo>
                    <a:pt x="43" y="117"/>
                  </a:lnTo>
                  <a:lnTo>
                    <a:pt x="45" y="111"/>
                  </a:lnTo>
                  <a:lnTo>
                    <a:pt x="45" y="110"/>
                  </a:lnTo>
                  <a:lnTo>
                    <a:pt x="45" y="108"/>
                  </a:lnTo>
                  <a:lnTo>
                    <a:pt x="45" y="108"/>
                  </a:lnTo>
                  <a:lnTo>
                    <a:pt x="43" y="106"/>
                  </a:lnTo>
                  <a:lnTo>
                    <a:pt x="43" y="105"/>
                  </a:lnTo>
                  <a:lnTo>
                    <a:pt x="43" y="101"/>
                  </a:lnTo>
                  <a:lnTo>
                    <a:pt x="45" y="97"/>
                  </a:lnTo>
                  <a:lnTo>
                    <a:pt x="46" y="96"/>
                  </a:lnTo>
                  <a:lnTo>
                    <a:pt x="46" y="96"/>
                  </a:lnTo>
                  <a:lnTo>
                    <a:pt x="47" y="96"/>
                  </a:lnTo>
                  <a:lnTo>
                    <a:pt x="46" y="94"/>
                  </a:lnTo>
                  <a:lnTo>
                    <a:pt x="46" y="93"/>
                  </a:lnTo>
                  <a:lnTo>
                    <a:pt x="46" y="91"/>
                  </a:lnTo>
                  <a:lnTo>
                    <a:pt x="46" y="89"/>
                  </a:lnTo>
                  <a:lnTo>
                    <a:pt x="46" y="86"/>
                  </a:lnTo>
                  <a:lnTo>
                    <a:pt x="46" y="86"/>
                  </a:lnTo>
                  <a:lnTo>
                    <a:pt x="46" y="83"/>
                  </a:lnTo>
                  <a:lnTo>
                    <a:pt x="46" y="82"/>
                  </a:lnTo>
                  <a:lnTo>
                    <a:pt x="46" y="81"/>
                  </a:lnTo>
                  <a:lnTo>
                    <a:pt x="46" y="76"/>
                  </a:lnTo>
                  <a:lnTo>
                    <a:pt x="45" y="76"/>
                  </a:lnTo>
                  <a:lnTo>
                    <a:pt x="45" y="76"/>
                  </a:lnTo>
                  <a:lnTo>
                    <a:pt x="45" y="76"/>
                  </a:lnTo>
                  <a:lnTo>
                    <a:pt x="45" y="72"/>
                  </a:lnTo>
                  <a:lnTo>
                    <a:pt x="46" y="71"/>
                  </a:lnTo>
                  <a:lnTo>
                    <a:pt x="46" y="69"/>
                  </a:lnTo>
                  <a:lnTo>
                    <a:pt x="49" y="69"/>
                  </a:lnTo>
                  <a:lnTo>
                    <a:pt x="52" y="69"/>
                  </a:lnTo>
                  <a:lnTo>
                    <a:pt x="52" y="69"/>
                  </a:lnTo>
                  <a:lnTo>
                    <a:pt x="54" y="69"/>
                  </a:lnTo>
                  <a:lnTo>
                    <a:pt x="54" y="71"/>
                  </a:lnTo>
                  <a:lnTo>
                    <a:pt x="57" y="71"/>
                  </a:lnTo>
                  <a:lnTo>
                    <a:pt x="57" y="71"/>
                  </a:lnTo>
                  <a:lnTo>
                    <a:pt x="57" y="72"/>
                  </a:lnTo>
                  <a:lnTo>
                    <a:pt x="57" y="72"/>
                  </a:lnTo>
                  <a:lnTo>
                    <a:pt x="60" y="75"/>
                  </a:lnTo>
                  <a:lnTo>
                    <a:pt x="60" y="75"/>
                  </a:lnTo>
                  <a:lnTo>
                    <a:pt x="62" y="76"/>
                  </a:lnTo>
                  <a:lnTo>
                    <a:pt x="62" y="76"/>
                  </a:lnTo>
                  <a:lnTo>
                    <a:pt x="63" y="76"/>
                  </a:lnTo>
                  <a:lnTo>
                    <a:pt x="63" y="76"/>
                  </a:lnTo>
                  <a:lnTo>
                    <a:pt x="64" y="76"/>
                  </a:lnTo>
                  <a:lnTo>
                    <a:pt x="64" y="76"/>
                  </a:lnTo>
                  <a:lnTo>
                    <a:pt x="65" y="76"/>
                  </a:lnTo>
                  <a:lnTo>
                    <a:pt x="65" y="76"/>
                  </a:lnTo>
                  <a:lnTo>
                    <a:pt x="65" y="76"/>
                  </a:lnTo>
                  <a:lnTo>
                    <a:pt x="67" y="75"/>
                  </a:lnTo>
                  <a:lnTo>
                    <a:pt x="67" y="75"/>
                  </a:lnTo>
                  <a:lnTo>
                    <a:pt x="67" y="72"/>
                  </a:lnTo>
                  <a:lnTo>
                    <a:pt x="72" y="72"/>
                  </a:lnTo>
                  <a:lnTo>
                    <a:pt x="72" y="72"/>
                  </a:lnTo>
                  <a:lnTo>
                    <a:pt x="73" y="72"/>
                  </a:lnTo>
                  <a:lnTo>
                    <a:pt x="74" y="72"/>
                  </a:lnTo>
                  <a:lnTo>
                    <a:pt x="75" y="72"/>
                  </a:lnTo>
                  <a:lnTo>
                    <a:pt x="79" y="72"/>
                  </a:lnTo>
                  <a:lnTo>
                    <a:pt x="82" y="72"/>
                  </a:lnTo>
                  <a:lnTo>
                    <a:pt x="82" y="72"/>
                  </a:lnTo>
                  <a:lnTo>
                    <a:pt x="82" y="71"/>
                  </a:lnTo>
                  <a:lnTo>
                    <a:pt x="84" y="69"/>
                  </a:lnTo>
                  <a:lnTo>
                    <a:pt x="84" y="67"/>
                  </a:lnTo>
                  <a:lnTo>
                    <a:pt x="84" y="67"/>
                  </a:lnTo>
                  <a:lnTo>
                    <a:pt x="84" y="65"/>
                  </a:lnTo>
                  <a:lnTo>
                    <a:pt x="86" y="64"/>
                  </a:lnTo>
                  <a:lnTo>
                    <a:pt x="87" y="64"/>
                  </a:lnTo>
                  <a:lnTo>
                    <a:pt x="87" y="60"/>
                  </a:lnTo>
                  <a:lnTo>
                    <a:pt x="87" y="59"/>
                  </a:lnTo>
                  <a:lnTo>
                    <a:pt x="87" y="54"/>
                  </a:lnTo>
                  <a:lnTo>
                    <a:pt x="88" y="53"/>
                  </a:lnTo>
                  <a:lnTo>
                    <a:pt x="88" y="53"/>
                  </a:lnTo>
                  <a:lnTo>
                    <a:pt x="88" y="52"/>
                  </a:lnTo>
                  <a:lnTo>
                    <a:pt x="88" y="51"/>
                  </a:lnTo>
                  <a:lnTo>
                    <a:pt x="87" y="48"/>
                  </a:lnTo>
                  <a:lnTo>
                    <a:pt x="87" y="46"/>
                  </a:lnTo>
                  <a:lnTo>
                    <a:pt x="87" y="46"/>
                  </a:lnTo>
                  <a:lnTo>
                    <a:pt x="87" y="46"/>
                  </a:lnTo>
                  <a:lnTo>
                    <a:pt x="87" y="46"/>
                  </a:lnTo>
                  <a:lnTo>
                    <a:pt x="87" y="44"/>
                  </a:lnTo>
                  <a:lnTo>
                    <a:pt x="86" y="44"/>
                  </a:lnTo>
                  <a:lnTo>
                    <a:pt x="84" y="44"/>
                  </a:lnTo>
                  <a:lnTo>
                    <a:pt x="82" y="44"/>
                  </a:lnTo>
                  <a:lnTo>
                    <a:pt x="82" y="42"/>
                  </a:lnTo>
                  <a:lnTo>
                    <a:pt x="77" y="42"/>
                  </a:lnTo>
                  <a:lnTo>
                    <a:pt x="75" y="40"/>
                  </a:lnTo>
                  <a:lnTo>
                    <a:pt x="74" y="39"/>
                  </a:lnTo>
                  <a:lnTo>
                    <a:pt x="73" y="38"/>
                  </a:lnTo>
                  <a:lnTo>
                    <a:pt x="72" y="38"/>
                  </a:lnTo>
                  <a:lnTo>
                    <a:pt x="67" y="38"/>
                  </a:lnTo>
                  <a:lnTo>
                    <a:pt x="67" y="38"/>
                  </a:lnTo>
                  <a:lnTo>
                    <a:pt x="65" y="39"/>
                  </a:lnTo>
                  <a:lnTo>
                    <a:pt x="64" y="40"/>
                  </a:lnTo>
                  <a:lnTo>
                    <a:pt x="63" y="40"/>
                  </a:lnTo>
                  <a:lnTo>
                    <a:pt x="62" y="40"/>
                  </a:lnTo>
                  <a:lnTo>
                    <a:pt x="62" y="40"/>
                  </a:lnTo>
                  <a:lnTo>
                    <a:pt x="62" y="40"/>
                  </a:lnTo>
                  <a:lnTo>
                    <a:pt x="62" y="40"/>
                  </a:lnTo>
                  <a:lnTo>
                    <a:pt x="60" y="42"/>
                  </a:lnTo>
                  <a:lnTo>
                    <a:pt x="60" y="42"/>
                  </a:lnTo>
                  <a:lnTo>
                    <a:pt x="57" y="44"/>
                  </a:lnTo>
                  <a:lnTo>
                    <a:pt x="57" y="44"/>
                  </a:lnTo>
                  <a:lnTo>
                    <a:pt x="53" y="46"/>
                  </a:lnTo>
                  <a:lnTo>
                    <a:pt x="52" y="46"/>
                  </a:lnTo>
                  <a:lnTo>
                    <a:pt x="49" y="46"/>
                  </a:lnTo>
                  <a:lnTo>
                    <a:pt x="46" y="46"/>
                  </a:lnTo>
                  <a:lnTo>
                    <a:pt x="46" y="48"/>
                  </a:lnTo>
                  <a:lnTo>
                    <a:pt x="45" y="51"/>
                  </a:lnTo>
                  <a:lnTo>
                    <a:pt x="45" y="52"/>
                  </a:lnTo>
                  <a:lnTo>
                    <a:pt x="43" y="52"/>
                  </a:lnTo>
                  <a:lnTo>
                    <a:pt x="43" y="52"/>
                  </a:lnTo>
                  <a:lnTo>
                    <a:pt x="41" y="52"/>
                  </a:lnTo>
                  <a:lnTo>
                    <a:pt x="40" y="53"/>
                  </a:lnTo>
                  <a:lnTo>
                    <a:pt x="37" y="53"/>
                  </a:lnTo>
                  <a:lnTo>
                    <a:pt x="35" y="53"/>
                  </a:lnTo>
                  <a:lnTo>
                    <a:pt x="35" y="56"/>
                  </a:lnTo>
                  <a:lnTo>
                    <a:pt x="33" y="58"/>
                  </a:lnTo>
                  <a:lnTo>
                    <a:pt x="33" y="59"/>
                  </a:lnTo>
                  <a:lnTo>
                    <a:pt x="29" y="59"/>
                  </a:lnTo>
                  <a:lnTo>
                    <a:pt x="27" y="58"/>
                  </a:lnTo>
                  <a:lnTo>
                    <a:pt x="26" y="58"/>
                  </a:lnTo>
                  <a:lnTo>
                    <a:pt x="26" y="56"/>
                  </a:lnTo>
                  <a:lnTo>
                    <a:pt x="26" y="56"/>
                  </a:lnTo>
                  <a:lnTo>
                    <a:pt x="26" y="56"/>
                  </a:lnTo>
                  <a:lnTo>
                    <a:pt x="24" y="56"/>
                  </a:lnTo>
                  <a:lnTo>
                    <a:pt x="22" y="58"/>
                  </a:lnTo>
                  <a:lnTo>
                    <a:pt x="21" y="59"/>
                  </a:lnTo>
                  <a:lnTo>
                    <a:pt x="20" y="59"/>
                  </a:lnTo>
                  <a:lnTo>
                    <a:pt x="17" y="59"/>
                  </a:lnTo>
                  <a:lnTo>
                    <a:pt x="16" y="59"/>
                  </a:lnTo>
                  <a:lnTo>
                    <a:pt x="16" y="59"/>
                  </a:lnTo>
                  <a:lnTo>
                    <a:pt x="13" y="59"/>
                  </a:lnTo>
                  <a:lnTo>
                    <a:pt x="11" y="59"/>
                  </a:lnTo>
                  <a:lnTo>
                    <a:pt x="10" y="59"/>
                  </a:lnTo>
                  <a:lnTo>
                    <a:pt x="10" y="58"/>
                  </a:lnTo>
                  <a:lnTo>
                    <a:pt x="9" y="56"/>
                  </a:lnTo>
                  <a:lnTo>
                    <a:pt x="7" y="56"/>
                  </a:lnTo>
                  <a:lnTo>
                    <a:pt x="7" y="56"/>
                  </a:lnTo>
                  <a:lnTo>
                    <a:pt x="6" y="56"/>
                  </a:lnTo>
                  <a:lnTo>
                    <a:pt x="4" y="58"/>
                  </a:lnTo>
                  <a:lnTo>
                    <a:pt x="2" y="58"/>
                  </a:lnTo>
                  <a:lnTo>
                    <a:pt x="2" y="56"/>
                  </a:lnTo>
                  <a:lnTo>
                    <a:pt x="2" y="53"/>
                  </a:lnTo>
                  <a:lnTo>
                    <a:pt x="2" y="53"/>
                  </a:lnTo>
                  <a:lnTo>
                    <a:pt x="2" y="48"/>
                  </a:lnTo>
                  <a:lnTo>
                    <a:pt x="0" y="46"/>
                  </a:lnTo>
                  <a:lnTo>
                    <a:pt x="0" y="46"/>
                  </a:lnTo>
                  <a:lnTo>
                    <a:pt x="0" y="44"/>
                  </a:lnTo>
                  <a:lnTo>
                    <a:pt x="2" y="44"/>
                  </a:lnTo>
                  <a:lnTo>
                    <a:pt x="2" y="44"/>
                  </a:lnTo>
                  <a:lnTo>
                    <a:pt x="2" y="44"/>
                  </a:lnTo>
                  <a:lnTo>
                    <a:pt x="2" y="43"/>
                  </a:lnTo>
                  <a:lnTo>
                    <a:pt x="4" y="42"/>
                  </a:lnTo>
                  <a:lnTo>
                    <a:pt x="4" y="42"/>
                  </a:lnTo>
                  <a:lnTo>
                    <a:pt x="4" y="42"/>
                  </a:lnTo>
                  <a:lnTo>
                    <a:pt x="4" y="40"/>
                  </a:lnTo>
                  <a:lnTo>
                    <a:pt x="4" y="38"/>
                  </a:lnTo>
                  <a:lnTo>
                    <a:pt x="4" y="36"/>
                  </a:lnTo>
                  <a:lnTo>
                    <a:pt x="6" y="35"/>
                  </a:lnTo>
                  <a:lnTo>
                    <a:pt x="7" y="35"/>
                  </a:lnTo>
                  <a:lnTo>
                    <a:pt x="7" y="32"/>
                  </a:lnTo>
                  <a:lnTo>
                    <a:pt x="7" y="30"/>
                  </a:lnTo>
                  <a:lnTo>
                    <a:pt x="7" y="29"/>
                  </a:lnTo>
                  <a:lnTo>
                    <a:pt x="7" y="28"/>
                  </a:lnTo>
                  <a:lnTo>
                    <a:pt x="7" y="26"/>
                  </a:lnTo>
                  <a:lnTo>
                    <a:pt x="7" y="25"/>
                  </a:lnTo>
                  <a:lnTo>
                    <a:pt x="9" y="25"/>
                  </a:lnTo>
                  <a:lnTo>
                    <a:pt x="10" y="25"/>
                  </a:lnTo>
                  <a:lnTo>
                    <a:pt x="10" y="20"/>
                  </a:lnTo>
                  <a:lnTo>
                    <a:pt x="10" y="20"/>
                  </a:lnTo>
                  <a:lnTo>
                    <a:pt x="10" y="18"/>
                  </a:lnTo>
                  <a:lnTo>
                    <a:pt x="11" y="17"/>
                  </a:lnTo>
                  <a:lnTo>
                    <a:pt x="11" y="17"/>
                  </a:lnTo>
                  <a:lnTo>
                    <a:pt x="13" y="16"/>
                  </a:lnTo>
                  <a:lnTo>
                    <a:pt x="16" y="16"/>
                  </a:lnTo>
                  <a:lnTo>
                    <a:pt x="16" y="14"/>
                  </a:lnTo>
                  <a:lnTo>
                    <a:pt x="17" y="13"/>
                  </a:lnTo>
                  <a:lnTo>
                    <a:pt x="20" y="8"/>
                  </a:lnTo>
                  <a:lnTo>
                    <a:pt x="21" y="8"/>
                  </a:lnTo>
                  <a:lnTo>
                    <a:pt x="21" y="7"/>
                  </a:lnTo>
                  <a:lnTo>
                    <a:pt x="22" y="7"/>
                  </a:lnTo>
                  <a:lnTo>
                    <a:pt x="22" y="6"/>
                  </a:lnTo>
                  <a:lnTo>
                    <a:pt x="24" y="6"/>
                  </a:lnTo>
                  <a:lnTo>
                    <a:pt x="26" y="5"/>
                  </a:lnTo>
                  <a:lnTo>
                    <a:pt x="26" y="5"/>
                  </a:lnTo>
                  <a:lnTo>
                    <a:pt x="26" y="5"/>
                  </a:lnTo>
                  <a:lnTo>
                    <a:pt x="26" y="4"/>
                  </a:lnTo>
                  <a:lnTo>
                    <a:pt x="26" y="4"/>
                  </a:lnTo>
                  <a:lnTo>
                    <a:pt x="26" y="4"/>
                  </a:lnTo>
                  <a:lnTo>
                    <a:pt x="27" y="3"/>
                  </a:lnTo>
                  <a:lnTo>
                    <a:pt x="29" y="2"/>
                  </a:lnTo>
                  <a:lnTo>
                    <a:pt x="33" y="2"/>
                  </a:lnTo>
                  <a:lnTo>
                    <a:pt x="34" y="2"/>
                  </a:lnTo>
                  <a:lnTo>
                    <a:pt x="35" y="2"/>
                  </a:lnTo>
                  <a:lnTo>
                    <a:pt x="35" y="2"/>
                  </a:lnTo>
                  <a:lnTo>
                    <a:pt x="39" y="2"/>
                  </a:lnTo>
                  <a:lnTo>
                    <a:pt x="40" y="2"/>
                  </a:lnTo>
                  <a:lnTo>
                    <a:pt x="41" y="2"/>
                  </a:lnTo>
                  <a:lnTo>
                    <a:pt x="41" y="1"/>
                  </a:lnTo>
                  <a:lnTo>
                    <a:pt x="41" y="1"/>
                  </a:lnTo>
                  <a:lnTo>
                    <a:pt x="43" y="0"/>
                  </a:lnTo>
                  <a:lnTo>
                    <a:pt x="45" y="0"/>
                  </a:lnTo>
                  <a:lnTo>
                    <a:pt x="48" y="0"/>
                  </a:lnTo>
                  <a:lnTo>
                    <a:pt x="52" y="0"/>
                  </a:lnTo>
                  <a:lnTo>
                    <a:pt x="53" y="0"/>
                  </a:lnTo>
                  <a:lnTo>
                    <a:pt x="54" y="0"/>
                  </a:lnTo>
                  <a:lnTo>
                    <a:pt x="57" y="0"/>
                  </a:lnTo>
                  <a:lnTo>
                    <a:pt x="57" y="0"/>
                  </a:lnTo>
                  <a:lnTo>
                    <a:pt x="57" y="0"/>
                  </a:lnTo>
                  <a:lnTo>
                    <a:pt x="57" y="0"/>
                  </a:lnTo>
                  <a:lnTo>
                    <a:pt x="60" y="0"/>
                  </a:lnTo>
                  <a:lnTo>
                    <a:pt x="62" y="0"/>
                  </a:lnTo>
                  <a:lnTo>
                    <a:pt x="62" y="0"/>
                  </a:lnTo>
                  <a:lnTo>
                    <a:pt x="63" y="0"/>
                  </a:lnTo>
                  <a:lnTo>
                    <a:pt x="63" y="0"/>
                  </a:lnTo>
                  <a:lnTo>
                    <a:pt x="64" y="0"/>
                  </a:lnTo>
                  <a:lnTo>
                    <a:pt x="65" y="0"/>
                  </a:lnTo>
                  <a:lnTo>
                    <a:pt x="67" y="0"/>
                  </a:lnTo>
                  <a:lnTo>
                    <a:pt x="72" y="0"/>
                  </a:lnTo>
                  <a:lnTo>
                    <a:pt x="75" y="0"/>
                  </a:lnTo>
                  <a:lnTo>
                    <a:pt x="77" y="0"/>
                  </a:lnTo>
                  <a:lnTo>
                    <a:pt x="77" y="0"/>
                  </a:lnTo>
                  <a:lnTo>
                    <a:pt x="77" y="0"/>
                  </a:lnTo>
                  <a:lnTo>
                    <a:pt x="82" y="0"/>
                  </a:lnTo>
                  <a:lnTo>
                    <a:pt x="82" y="0"/>
                  </a:lnTo>
                  <a:lnTo>
                    <a:pt x="82" y="0"/>
                  </a:lnTo>
                  <a:lnTo>
                    <a:pt x="82" y="0"/>
                  </a:lnTo>
                  <a:lnTo>
                    <a:pt x="84" y="0"/>
                  </a:lnTo>
                  <a:lnTo>
                    <a:pt x="84" y="0"/>
                  </a:lnTo>
                  <a:lnTo>
                    <a:pt x="86" y="0"/>
                  </a:lnTo>
                  <a:lnTo>
                    <a:pt x="86" y="0"/>
                  </a:lnTo>
                  <a:lnTo>
                    <a:pt x="87" y="0"/>
                  </a:lnTo>
                  <a:lnTo>
                    <a:pt x="87" y="0"/>
                  </a:lnTo>
                  <a:lnTo>
                    <a:pt x="87" y="0"/>
                  </a:lnTo>
                  <a:lnTo>
                    <a:pt x="87" y="0"/>
                  </a:lnTo>
                  <a:lnTo>
                    <a:pt x="88" y="0"/>
                  </a:lnTo>
                  <a:lnTo>
                    <a:pt x="88" y="0"/>
                  </a:lnTo>
                  <a:lnTo>
                    <a:pt x="89" y="0"/>
                  </a:lnTo>
                  <a:lnTo>
                    <a:pt x="92" y="0"/>
                  </a:lnTo>
                  <a:lnTo>
                    <a:pt x="94" y="0"/>
                  </a:lnTo>
                  <a:lnTo>
                    <a:pt x="95" y="0"/>
                  </a:lnTo>
                  <a:lnTo>
                    <a:pt x="96" y="1"/>
                  </a:lnTo>
                  <a:lnTo>
                    <a:pt x="96" y="1"/>
                  </a:lnTo>
                  <a:lnTo>
                    <a:pt x="96" y="1"/>
                  </a:lnTo>
                  <a:lnTo>
                    <a:pt x="97" y="1"/>
                  </a:lnTo>
                  <a:lnTo>
                    <a:pt x="98" y="1"/>
                  </a:lnTo>
                  <a:lnTo>
                    <a:pt x="100" y="1"/>
                  </a:lnTo>
                  <a:lnTo>
                    <a:pt x="102" y="1"/>
                  </a:lnTo>
                  <a:lnTo>
                    <a:pt x="104" y="1"/>
                  </a:lnTo>
                  <a:lnTo>
                    <a:pt x="104" y="1"/>
                  </a:lnTo>
                  <a:lnTo>
                    <a:pt x="104" y="2"/>
                  </a:lnTo>
                  <a:lnTo>
                    <a:pt x="104" y="2"/>
                  </a:lnTo>
                  <a:lnTo>
                    <a:pt x="106" y="2"/>
                  </a:lnTo>
                  <a:lnTo>
                    <a:pt x="109" y="2"/>
                  </a:lnTo>
                  <a:lnTo>
                    <a:pt x="109" y="2"/>
                  </a:lnTo>
                  <a:lnTo>
                    <a:pt x="109" y="2"/>
                  </a:lnTo>
                  <a:lnTo>
                    <a:pt x="109" y="2"/>
                  </a:lnTo>
                  <a:lnTo>
                    <a:pt x="113" y="2"/>
                  </a:lnTo>
                  <a:lnTo>
                    <a:pt x="114" y="2"/>
                  </a:lnTo>
                  <a:lnTo>
                    <a:pt x="114" y="2"/>
                  </a:lnTo>
                  <a:lnTo>
                    <a:pt x="114" y="2"/>
                  </a:lnTo>
                  <a:lnTo>
                    <a:pt x="114" y="2"/>
                  </a:lnTo>
                  <a:lnTo>
                    <a:pt x="117" y="2"/>
                  </a:lnTo>
                  <a:lnTo>
                    <a:pt x="117" y="2"/>
                  </a:lnTo>
                  <a:lnTo>
                    <a:pt x="119" y="2"/>
                  </a:lnTo>
                  <a:lnTo>
                    <a:pt x="119" y="2"/>
                  </a:lnTo>
                  <a:lnTo>
                    <a:pt x="119" y="2"/>
                  </a:lnTo>
                  <a:lnTo>
                    <a:pt x="122" y="2"/>
                  </a:lnTo>
                  <a:lnTo>
                    <a:pt x="122" y="2"/>
                  </a:lnTo>
                  <a:lnTo>
                    <a:pt x="122" y="3"/>
                  </a:lnTo>
                  <a:lnTo>
                    <a:pt x="122" y="3"/>
                  </a:lnTo>
                  <a:lnTo>
                    <a:pt x="122" y="3"/>
                  </a:lnTo>
                  <a:lnTo>
                    <a:pt x="122" y="4"/>
                  </a:lnTo>
                  <a:lnTo>
                    <a:pt x="123" y="4"/>
                  </a:lnTo>
                  <a:lnTo>
                    <a:pt x="125" y="5"/>
                  </a:lnTo>
                  <a:lnTo>
                    <a:pt x="126" y="5"/>
                  </a:lnTo>
                  <a:lnTo>
                    <a:pt x="128" y="5"/>
                  </a:lnTo>
                  <a:lnTo>
                    <a:pt x="128" y="5"/>
                  </a:lnTo>
                  <a:lnTo>
                    <a:pt x="131" y="5"/>
                  </a:lnTo>
                  <a:lnTo>
                    <a:pt x="134" y="6"/>
                  </a:lnTo>
                  <a:lnTo>
                    <a:pt x="134" y="6"/>
                  </a:lnTo>
                  <a:lnTo>
                    <a:pt x="135" y="6"/>
                  </a:lnTo>
                  <a:lnTo>
                    <a:pt x="135" y="7"/>
                  </a:lnTo>
                  <a:lnTo>
                    <a:pt x="135" y="7"/>
                  </a:lnTo>
                  <a:lnTo>
                    <a:pt x="136" y="7"/>
                  </a:lnTo>
                  <a:lnTo>
                    <a:pt x="136" y="8"/>
                  </a:lnTo>
                  <a:lnTo>
                    <a:pt x="136" y="13"/>
                  </a:lnTo>
                  <a:lnTo>
                    <a:pt x="136" y="14"/>
                  </a:lnTo>
                  <a:lnTo>
                    <a:pt x="141" y="15"/>
                  </a:lnTo>
                  <a:lnTo>
                    <a:pt x="141" y="16"/>
                  </a:lnTo>
                  <a:lnTo>
                    <a:pt x="141" y="16"/>
                  </a:lnTo>
                  <a:lnTo>
                    <a:pt x="143" y="17"/>
                  </a:lnTo>
                  <a:lnTo>
                    <a:pt x="143" y="17"/>
                  </a:lnTo>
                  <a:lnTo>
                    <a:pt x="143" y="17"/>
                  </a:lnTo>
                  <a:lnTo>
                    <a:pt x="143" y="18"/>
                  </a:lnTo>
                  <a:lnTo>
                    <a:pt x="147" y="18"/>
                  </a:lnTo>
                  <a:lnTo>
                    <a:pt x="148" y="20"/>
                  </a:lnTo>
                  <a:lnTo>
                    <a:pt x="148" y="20"/>
                  </a:lnTo>
                  <a:lnTo>
                    <a:pt x="150" y="20"/>
                  </a:lnTo>
                  <a:lnTo>
                    <a:pt x="150" y="25"/>
                  </a:lnTo>
                  <a:lnTo>
                    <a:pt x="151" y="25"/>
                  </a:lnTo>
                  <a:lnTo>
                    <a:pt x="153" y="25"/>
                  </a:lnTo>
                  <a:lnTo>
                    <a:pt x="153" y="25"/>
                  </a:lnTo>
                  <a:lnTo>
                    <a:pt x="153" y="26"/>
                  </a:lnTo>
                  <a:lnTo>
                    <a:pt x="153" y="26"/>
                  </a:lnTo>
                  <a:lnTo>
                    <a:pt x="158" y="28"/>
                  </a:lnTo>
                  <a:lnTo>
                    <a:pt x="158" y="28"/>
                  </a:lnTo>
                  <a:lnTo>
                    <a:pt x="158" y="29"/>
                  </a:lnTo>
                  <a:lnTo>
                    <a:pt x="159" y="30"/>
                  </a:lnTo>
                  <a:lnTo>
                    <a:pt x="159" y="31"/>
                  </a:lnTo>
                  <a:lnTo>
                    <a:pt x="159" y="32"/>
                  </a:lnTo>
                  <a:lnTo>
                    <a:pt x="164" y="36"/>
                  </a:lnTo>
                  <a:lnTo>
                    <a:pt x="164" y="38"/>
                  </a:lnTo>
                  <a:lnTo>
                    <a:pt x="165" y="39"/>
                  </a:lnTo>
                  <a:lnTo>
                    <a:pt x="166" y="40"/>
                  </a:lnTo>
                  <a:lnTo>
                    <a:pt x="166" y="40"/>
                  </a:lnTo>
                  <a:lnTo>
                    <a:pt x="166" y="42"/>
                  </a:lnTo>
                  <a:lnTo>
                    <a:pt x="166" y="42"/>
                  </a:lnTo>
                  <a:lnTo>
                    <a:pt x="167" y="43"/>
                  </a:lnTo>
                  <a:lnTo>
                    <a:pt x="168" y="44"/>
                  </a:lnTo>
                  <a:lnTo>
                    <a:pt x="170" y="46"/>
                  </a:lnTo>
                  <a:lnTo>
                    <a:pt x="170" y="46"/>
                  </a:lnTo>
                  <a:lnTo>
                    <a:pt x="170" y="46"/>
                  </a:lnTo>
                  <a:lnTo>
                    <a:pt x="173" y="46"/>
                  </a:lnTo>
                  <a:lnTo>
                    <a:pt x="173" y="48"/>
                  </a:lnTo>
                  <a:lnTo>
                    <a:pt x="173" y="51"/>
                  </a:lnTo>
                  <a:lnTo>
                    <a:pt x="173" y="52"/>
                  </a:lnTo>
                  <a:lnTo>
                    <a:pt x="173" y="52"/>
                  </a:lnTo>
                  <a:lnTo>
                    <a:pt x="176" y="53"/>
                  </a:lnTo>
                  <a:lnTo>
                    <a:pt x="176" y="53"/>
                  </a:lnTo>
                  <a:lnTo>
                    <a:pt x="176" y="55"/>
                  </a:lnTo>
                  <a:lnTo>
                    <a:pt x="176" y="59"/>
                  </a:lnTo>
                  <a:lnTo>
                    <a:pt x="176" y="59"/>
                  </a:lnTo>
                  <a:lnTo>
                    <a:pt x="176" y="59"/>
                  </a:lnTo>
                  <a:lnTo>
                    <a:pt x="177" y="59"/>
                  </a:lnTo>
                  <a:lnTo>
                    <a:pt x="178" y="59"/>
                  </a:lnTo>
                  <a:lnTo>
                    <a:pt x="178" y="59"/>
                  </a:lnTo>
                  <a:lnTo>
                    <a:pt x="181" y="60"/>
                  </a:lnTo>
                  <a:lnTo>
                    <a:pt x="183" y="60"/>
                  </a:lnTo>
                  <a:lnTo>
                    <a:pt x="184" y="64"/>
                  </a:lnTo>
                  <a:lnTo>
                    <a:pt x="184" y="65"/>
                  </a:lnTo>
                  <a:lnTo>
                    <a:pt x="185" y="67"/>
                  </a:lnTo>
                  <a:lnTo>
                    <a:pt x="185" y="67"/>
                  </a:lnTo>
                  <a:lnTo>
                    <a:pt x="187" y="69"/>
                  </a:lnTo>
                  <a:lnTo>
                    <a:pt x="188" y="69"/>
                  </a:lnTo>
                  <a:lnTo>
                    <a:pt x="188" y="69"/>
                  </a:lnTo>
                  <a:lnTo>
                    <a:pt x="191" y="71"/>
                  </a:lnTo>
                  <a:lnTo>
                    <a:pt x="191" y="71"/>
                  </a:lnTo>
                  <a:lnTo>
                    <a:pt x="191" y="71"/>
                  </a:lnTo>
                  <a:lnTo>
                    <a:pt x="191" y="71"/>
                  </a:lnTo>
                  <a:lnTo>
                    <a:pt x="192" y="71"/>
                  </a:lnTo>
                  <a:lnTo>
                    <a:pt x="192" y="72"/>
                  </a:lnTo>
                  <a:lnTo>
                    <a:pt x="192" y="75"/>
                  </a:lnTo>
                  <a:lnTo>
                    <a:pt x="192" y="76"/>
                  </a:lnTo>
                  <a:lnTo>
                    <a:pt x="194" y="76"/>
                  </a:lnTo>
                  <a:lnTo>
                    <a:pt x="195" y="76"/>
                  </a:lnTo>
                  <a:lnTo>
                    <a:pt x="197" y="76"/>
                  </a:lnTo>
                  <a:lnTo>
                    <a:pt x="199" y="76"/>
                  </a:lnTo>
                  <a:lnTo>
                    <a:pt x="199" y="76"/>
                  </a:lnTo>
                  <a:lnTo>
                    <a:pt x="200" y="81"/>
                  </a:lnTo>
                  <a:lnTo>
                    <a:pt x="200" y="82"/>
                  </a:lnTo>
                  <a:lnTo>
                    <a:pt x="200" y="82"/>
                  </a:lnTo>
                  <a:lnTo>
                    <a:pt x="200" y="82"/>
                  </a:lnTo>
                  <a:lnTo>
                    <a:pt x="200" y="82"/>
                  </a:lnTo>
                  <a:lnTo>
                    <a:pt x="200" y="82"/>
                  </a:lnTo>
                  <a:lnTo>
                    <a:pt x="201" y="82"/>
                  </a:lnTo>
                  <a:lnTo>
                    <a:pt x="202" y="82"/>
                  </a:lnTo>
                  <a:lnTo>
                    <a:pt x="202" y="82"/>
                  </a:lnTo>
                  <a:lnTo>
                    <a:pt x="206" y="83"/>
                  </a:lnTo>
                  <a:lnTo>
                    <a:pt x="206" y="83"/>
                  </a:lnTo>
                  <a:lnTo>
                    <a:pt x="208" y="84"/>
                  </a:lnTo>
                  <a:lnTo>
                    <a:pt x="209" y="86"/>
                  </a:lnTo>
                  <a:lnTo>
                    <a:pt x="209" y="86"/>
                  </a:lnTo>
                  <a:lnTo>
                    <a:pt x="209" y="86"/>
                  </a:lnTo>
                  <a:lnTo>
                    <a:pt x="210" y="86"/>
                  </a:lnTo>
                  <a:lnTo>
                    <a:pt x="212" y="86"/>
                  </a:lnTo>
                  <a:lnTo>
                    <a:pt x="213" y="86"/>
                  </a:lnTo>
                  <a:lnTo>
                    <a:pt x="213" y="86"/>
                  </a:lnTo>
                  <a:lnTo>
                    <a:pt x="215" y="87"/>
                  </a:lnTo>
                  <a:lnTo>
                    <a:pt x="215" y="87"/>
                  </a:lnTo>
                  <a:lnTo>
                    <a:pt x="215" y="87"/>
                  </a:lnTo>
                  <a:lnTo>
                    <a:pt x="216" y="87"/>
                  </a:lnTo>
                  <a:lnTo>
                    <a:pt x="216" y="87"/>
                  </a:lnTo>
                  <a:lnTo>
                    <a:pt x="216" y="89"/>
                  </a:lnTo>
                  <a:lnTo>
                    <a:pt x="220" y="89"/>
                  </a:lnTo>
                  <a:lnTo>
                    <a:pt x="220" y="89"/>
                  </a:lnTo>
                  <a:lnTo>
                    <a:pt x="222" y="91"/>
                  </a:lnTo>
                  <a:lnTo>
                    <a:pt x="222" y="91"/>
                  </a:lnTo>
                  <a:lnTo>
                    <a:pt x="222" y="93"/>
                  </a:lnTo>
                  <a:lnTo>
                    <a:pt x="223" y="93"/>
                  </a:lnTo>
                  <a:lnTo>
                    <a:pt x="223" y="94"/>
                  </a:lnTo>
                  <a:lnTo>
                    <a:pt x="227" y="94"/>
                  </a:lnTo>
                  <a:lnTo>
                    <a:pt x="228" y="96"/>
                  </a:lnTo>
                  <a:lnTo>
                    <a:pt x="229" y="96"/>
                  </a:lnTo>
                  <a:lnTo>
                    <a:pt x="231" y="96"/>
                  </a:lnTo>
                  <a:lnTo>
                    <a:pt x="231" y="96"/>
                  </a:lnTo>
                  <a:lnTo>
                    <a:pt x="233" y="96"/>
                  </a:lnTo>
                  <a:lnTo>
                    <a:pt x="233" y="96"/>
                  </a:lnTo>
                  <a:lnTo>
                    <a:pt x="233" y="96"/>
                  </a:lnTo>
                  <a:lnTo>
                    <a:pt x="236" y="96"/>
                  </a:lnTo>
                  <a:lnTo>
                    <a:pt x="238" y="96"/>
                  </a:lnTo>
                  <a:lnTo>
                    <a:pt x="238" y="96"/>
                  </a:lnTo>
                  <a:lnTo>
                    <a:pt x="244" y="96"/>
                  </a:lnTo>
                  <a:lnTo>
                    <a:pt x="244" y="98"/>
                  </a:lnTo>
                  <a:lnTo>
                    <a:pt x="245" y="99"/>
                  </a:lnTo>
                  <a:lnTo>
                    <a:pt x="245" y="99"/>
                  </a:lnTo>
                  <a:lnTo>
                    <a:pt x="246" y="100"/>
                  </a:lnTo>
                  <a:lnTo>
                    <a:pt x="248" y="101"/>
                  </a:lnTo>
                  <a:lnTo>
                    <a:pt x="248" y="101"/>
                  </a:lnTo>
                  <a:lnTo>
                    <a:pt x="251" y="105"/>
                  </a:lnTo>
                  <a:lnTo>
                    <a:pt x="253" y="105"/>
                  </a:lnTo>
                  <a:lnTo>
                    <a:pt x="253" y="105"/>
                  </a:lnTo>
                  <a:lnTo>
                    <a:pt x="253" y="105"/>
                  </a:lnTo>
                  <a:lnTo>
                    <a:pt x="255" y="101"/>
                  </a:lnTo>
                  <a:lnTo>
                    <a:pt x="255" y="101"/>
                  </a:lnTo>
                  <a:lnTo>
                    <a:pt x="256" y="101"/>
                  </a:lnTo>
                  <a:lnTo>
                    <a:pt x="256" y="101"/>
                  </a:lnTo>
                  <a:lnTo>
                    <a:pt x="256" y="101"/>
                  </a:lnTo>
                  <a:lnTo>
                    <a:pt x="258" y="105"/>
                  </a:lnTo>
                  <a:lnTo>
                    <a:pt x="260" y="105"/>
                  </a:lnTo>
                  <a:lnTo>
                    <a:pt x="260" y="105"/>
                  </a:lnTo>
                  <a:lnTo>
                    <a:pt x="263" y="101"/>
                  </a:lnTo>
                  <a:lnTo>
                    <a:pt x="263" y="100"/>
                  </a:lnTo>
                  <a:lnTo>
                    <a:pt x="263" y="99"/>
                  </a:lnTo>
                  <a:lnTo>
                    <a:pt x="263" y="98"/>
                  </a:lnTo>
                  <a:lnTo>
                    <a:pt x="264" y="97"/>
                  </a:lnTo>
                  <a:lnTo>
                    <a:pt x="268" y="97"/>
                  </a:lnTo>
                  <a:lnTo>
                    <a:pt x="270" y="98"/>
                  </a:lnTo>
                  <a:lnTo>
                    <a:pt x="279" y="97"/>
                  </a:lnTo>
                  <a:lnTo>
                    <a:pt x="279" y="97"/>
                  </a:lnTo>
                  <a:lnTo>
                    <a:pt x="280" y="96"/>
                  </a:lnTo>
                  <a:lnTo>
                    <a:pt x="280" y="96"/>
                  </a:lnTo>
                  <a:lnTo>
                    <a:pt x="281" y="96"/>
                  </a:lnTo>
                  <a:lnTo>
                    <a:pt x="282" y="96"/>
                  </a:lnTo>
                  <a:lnTo>
                    <a:pt x="283" y="96"/>
                  </a:lnTo>
                  <a:lnTo>
                    <a:pt x="285" y="96"/>
                  </a:lnTo>
                  <a:lnTo>
                    <a:pt x="286" y="97"/>
                  </a:lnTo>
                  <a:lnTo>
                    <a:pt x="286" y="96"/>
                  </a:lnTo>
                  <a:lnTo>
                    <a:pt x="287" y="96"/>
                  </a:lnTo>
                  <a:lnTo>
                    <a:pt x="288" y="96"/>
                  </a:lnTo>
                  <a:lnTo>
                    <a:pt x="290" y="96"/>
                  </a:lnTo>
                  <a:lnTo>
                    <a:pt x="290" y="96"/>
                  </a:lnTo>
                  <a:lnTo>
                    <a:pt x="293" y="96"/>
                  </a:lnTo>
                  <a:lnTo>
                    <a:pt x="295" y="96"/>
                  </a:lnTo>
                  <a:lnTo>
                    <a:pt x="297" y="96"/>
                  </a:lnTo>
                  <a:lnTo>
                    <a:pt x="299" y="96"/>
                  </a:lnTo>
                  <a:lnTo>
                    <a:pt x="299" y="96"/>
                  </a:lnTo>
                  <a:lnTo>
                    <a:pt x="299" y="96"/>
                  </a:lnTo>
                  <a:lnTo>
                    <a:pt x="302" y="94"/>
                  </a:lnTo>
                  <a:lnTo>
                    <a:pt x="302" y="94"/>
                  </a:lnTo>
                  <a:lnTo>
                    <a:pt x="304" y="94"/>
                  </a:lnTo>
                  <a:lnTo>
                    <a:pt x="305" y="93"/>
                  </a:lnTo>
                  <a:lnTo>
                    <a:pt x="307" y="93"/>
                  </a:lnTo>
                  <a:lnTo>
                    <a:pt x="309" y="93"/>
                  </a:lnTo>
                  <a:lnTo>
                    <a:pt x="310" y="93"/>
                  </a:lnTo>
                  <a:lnTo>
                    <a:pt x="311" y="93"/>
                  </a:lnTo>
                  <a:lnTo>
                    <a:pt x="311" y="94"/>
                  </a:lnTo>
                  <a:lnTo>
                    <a:pt x="312" y="94"/>
                  </a:lnTo>
                  <a:lnTo>
                    <a:pt x="312" y="94"/>
                  </a:lnTo>
                  <a:lnTo>
                    <a:pt x="314" y="93"/>
                  </a:lnTo>
                  <a:lnTo>
                    <a:pt x="315" y="93"/>
                  </a:lnTo>
                  <a:lnTo>
                    <a:pt x="318" y="91"/>
                  </a:lnTo>
                  <a:lnTo>
                    <a:pt x="319" y="91"/>
                  </a:lnTo>
                  <a:lnTo>
                    <a:pt x="319" y="91"/>
                  </a:lnTo>
                  <a:lnTo>
                    <a:pt x="319" y="91"/>
                  </a:lnTo>
                  <a:lnTo>
                    <a:pt x="320" y="91"/>
                  </a:lnTo>
                  <a:lnTo>
                    <a:pt x="323" y="91"/>
                  </a:lnTo>
                  <a:lnTo>
                    <a:pt x="323" y="91"/>
                  </a:lnTo>
                  <a:lnTo>
                    <a:pt x="324" y="91"/>
                  </a:lnTo>
                  <a:lnTo>
                    <a:pt x="324" y="91"/>
                  </a:lnTo>
                  <a:lnTo>
                    <a:pt x="326" y="91"/>
                  </a:lnTo>
                  <a:lnTo>
                    <a:pt x="326" y="91"/>
                  </a:lnTo>
                  <a:lnTo>
                    <a:pt x="328" y="91"/>
                  </a:lnTo>
                  <a:lnTo>
                    <a:pt x="329" y="93"/>
                  </a:lnTo>
                  <a:lnTo>
                    <a:pt x="329" y="93"/>
                  </a:lnTo>
                  <a:lnTo>
                    <a:pt x="329" y="93"/>
                  </a:lnTo>
                  <a:lnTo>
                    <a:pt x="329" y="93"/>
                  </a:lnTo>
                  <a:lnTo>
                    <a:pt x="335" y="91"/>
                  </a:lnTo>
                  <a:lnTo>
                    <a:pt x="336" y="91"/>
                  </a:lnTo>
                  <a:lnTo>
                    <a:pt x="336" y="91"/>
                  </a:lnTo>
                  <a:lnTo>
                    <a:pt x="339" y="91"/>
                  </a:lnTo>
                  <a:lnTo>
                    <a:pt x="341" y="90"/>
                  </a:lnTo>
                  <a:lnTo>
                    <a:pt x="342" y="89"/>
                  </a:lnTo>
                  <a:lnTo>
                    <a:pt x="342" y="89"/>
                  </a:lnTo>
                  <a:lnTo>
                    <a:pt x="342" y="89"/>
                  </a:lnTo>
                  <a:lnTo>
                    <a:pt x="346" y="89"/>
                  </a:lnTo>
                  <a:lnTo>
                    <a:pt x="346" y="89"/>
                  </a:lnTo>
                  <a:lnTo>
                    <a:pt x="348" y="89"/>
                  </a:lnTo>
                  <a:lnTo>
                    <a:pt x="349" y="89"/>
                  </a:lnTo>
                  <a:lnTo>
                    <a:pt x="350" y="89"/>
                  </a:lnTo>
                  <a:lnTo>
                    <a:pt x="350" y="89"/>
                  </a:lnTo>
                  <a:lnTo>
                    <a:pt x="355" y="89"/>
                  </a:lnTo>
                  <a:lnTo>
                    <a:pt x="356" y="89"/>
                  </a:lnTo>
                  <a:lnTo>
                    <a:pt x="359" y="89"/>
                  </a:lnTo>
                  <a:lnTo>
                    <a:pt x="362" y="89"/>
                  </a:lnTo>
                  <a:lnTo>
                    <a:pt x="362" y="89"/>
                  </a:lnTo>
                  <a:lnTo>
                    <a:pt x="364" y="89"/>
                  </a:lnTo>
                  <a:lnTo>
                    <a:pt x="365" y="87"/>
                  </a:lnTo>
                  <a:lnTo>
                    <a:pt x="366" y="86"/>
                  </a:lnTo>
                  <a:lnTo>
                    <a:pt x="369" y="86"/>
                  </a:lnTo>
                  <a:lnTo>
                    <a:pt x="369" y="86"/>
                  </a:lnTo>
                  <a:lnTo>
                    <a:pt x="370" y="87"/>
                  </a:lnTo>
                  <a:lnTo>
                    <a:pt x="370" y="87"/>
                  </a:lnTo>
                  <a:lnTo>
                    <a:pt x="372" y="86"/>
                  </a:lnTo>
                  <a:lnTo>
                    <a:pt x="373" y="86"/>
                  </a:lnTo>
                  <a:lnTo>
                    <a:pt x="375" y="86"/>
                  </a:lnTo>
                  <a:lnTo>
                    <a:pt x="376" y="86"/>
                  </a:lnTo>
                  <a:lnTo>
                    <a:pt x="381" y="86"/>
                  </a:lnTo>
                  <a:lnTo>
                    <a:pt x="382" y="86"/>
                  </a:lnTo>
                  <a:lnTo>
                    <a:pt x="383" y="86"/>
                  </a:lnTo>
                  <a:lnTo>
                    <a:pt x="384" y="86"/>
                  </a:lnTo>
                  <a:lnTo>
                    <a:pt x="384" y="87"/>
                  </a:lnTo>
                  <a:lnTo>
                    <a:pt x="386" y="89"/>
                  </a:lnTo>
                  <a:lnTo>
                    <a:pt x="387" y="89"/>
                  </a:lnTo>
                  <a:lnTo>
                    <a:pt x="389" y="89"/>
                  </a:lnTo>
                  <a:lnTo>
                    <a:pt x="392" y="89"/>
                  </a:lnTo>
                  <a:lnTo>
                    <a:pt x="392" y="89"/>
                  </a:lnTo>
                  <a:lnTo>
                    <a:pt x="394" y="89"/>
                  </a:lnTo>
                  <a:lnTo>
                    <a:pt x="395" y="89"/>
                  </a:lnTo>
                  <a:lnTo>
                    <a:pt x="395" y="89"/>
                  </a:lnTo>
                  <a:lnTo>
                    <a:pt x="396" y="87"/>
                  </a:lnTo>
                  <a:lnTo>
                    <a:pt x="396" y="86"/>
                  </a:lnTo>
                  <a:lnTo>
                    <a:pt x="402" y="86"/>
                  </a:lnTo>
                  <a:lnTo>
                    <a:pt x="402" y="86"/>
                  </a:lnTo>
                  <a:lnTo>
                    <a:pt x="405" y="86"/>
                  </a:lnTo>
                  <a:lnTo>
                    <a:pt x="406" y="87"/>
                  </a:lnTo>
                  <a:lnTo>
                    <a:pt x="407" y="87"/>
                  </a:lnTo>
                  <a:lnTo>
                    <a:pt x="410" y="87"/>
                  </a:lnTo>
                  <a:lnTo>
                    <a:pt x="410" y="87"/>
                  </a:lnTo>
                  <a:lnTo>
                    <a:pt x="413" y="86"/>
                  </a:lnTo>
                  <a:lnTo>
                    <a:pt x="413" y="86"/>
                  </a:lnTo>
                  <a:lnTo>
                    <a:pt x="414" y="86"/>
                  </a:lnTo>
                  <a:lnTo>
                    <a:pt x="417" y="86"/>
                  </a:lnTo>
                  <a:lnTo>
                    <a:pt x="422" y="86"/>
                  </a:lnTo>
                  <a:lnTo>
                    <a:pt x="422" y="87"/>
                  </a:lnTo>
                  <a:lnTo>
                    <a:pt x="422" y="87"/>
                  </a:lnTo>
                  <a:lnTo>
                    <a:pt x="422" y="89"/>
                  </a:lnTo>
                  <a:lnTo>
                    <a:pt x="424" y="89"/>
                  </a:lnTo>
                  <a:lnTo>
                    <a:pt x="425" y="89"/>
                  </a:lnTo>
                  <a:lnTo>
                    <a:pt x="425" y="89"/>
                  </a:lnTo>
                  <a:lnTo>
                    <a:pt x="426" y="89"/>
                  </a:lnTo>
                  <a:lnTo>
                    <a:pt x="426" y="89"/>
                  </a:lnTo>
                  <a:lnTo>
                    <a:pt x="426" y="89"/>
                  </a:lnTo>
                  <a:lnTo>
                    <a:pt x="427" y="89"/>
                  </a:lnTo>
                  <a:lnTo>
                    <a:pt x="431" y="87"/>
                  </a:lnTo>
                  <a:lnTo>
                    <a:pt x="431" y="86"/>
                  </a:lnTo>
                  <a:lnTo>
                    <a:pt x="431" y="86"/>
                  </a:lnTo>
                  <a:lnTo>
                    <a:pt x="431" y="86"/>
                  </a:lnTo>
                  <a:lnTo>
                    <a:pt x="433" y="86"/>
                  </a:lnTo>
                  <a:lnTo>
                    <a:pt x="434" y="86"/>
                  </a:lnTo>
                  <a:lnTo>
                    <a:pt x="436" y="86"/>
                  </a:lnTo>
                  <a:lnTo>
                    <a:pt x="438" y="86"/>
                  </a:lnTo>
                  <a:lnTo>
                    <a:pt x="438" y="86"/>
                  </a:lnTo>
                  <a:lnTo>
                    <a:pt x="441" y="86"/>
                  </a:lnTo>
                  <a:lnTo>
                    <a:pt x="443" y="86"/>
                  </a:lnTo>
                  <a:lnTo>
                    <a:pt x="444" y="86"/>
                  </a:lnTo>
                  <a:lnTo>
                    <a:pt x="448" y="86"/>
                  </a:lnTo>
                  <a:lnTo>
                    <a:pt x="450" y="86"/>
                  </a:lnTo>
                  <a:lnTo>
                    <a:pt x="452" y="86"/>
                  </a:lnTo>
                  <a:lnTo>
                    <a:pt x="452" y="86"/>
                  </a:lnTo>
                  <a:lnTo>
                    <a:pt x="454" y="86"/>
                  </a:lnTo>
                  <a:lnTo>
                    <a:pt x="456" y="86"/>
                  </a:lnTo>
                  <a:lnTo>
                    <a:pt x="459" y="86"/>
                  </a:lnTo>
                  <a:lnTo>
                    <a:pt x="459" y="86"/>
                  </a:lnTo>
                  <a:lnTo>
                    <a:pt x="459" y="86"/>
                  </a:lnTo>
                  <a:lnTo>
                    <a:pt x="462" y="86"/>
                  </a:lnTo>
                  <a:lnTo>
                    <a:pt x="466" y="86"/>
                  </a:lnTo>
                  <a:lnTo>
                    <a:pt x="466" y="86"/>
                  </a:lnTo>
                  <a:lnTo>
                    <a:pt x="470" y="84"/>
                  </a:lnTo>
                  <a:lnTo>
                    <a:pt x="472" y="84"/>
                  </a:lnTo>
                  <a:lnTo>
                    <a:pt x="473" y="83"/>
                  </a:lnTo>
                  <a:lnTo>
                    <a:pt x="474" y="84"/>
                  </a:lnTo>
                  <a:lnTo>
                    <a:pt x="475" y="86"/>
                  </a:lnTo>
                  <a:lnTo>
                    <a:pt x="479" y="86"/>
                  </a:lnTo>
                  <a:lnTo>
                    <a:pt x="479" y="86"/>
                  </a:lnTo>
                  <a:lnTo>
                    <a:pt x="480" y="86"/>
                  </a:lnTo>
                  <a:lnTo>
                    <a:pt x="482" y="86"/>
                  </a:lnTo>
                  <a:lnTo>
                    <a:pt x="485" y="86"/>
                  </a:lnTo>
                  <a:lnTo>
                    <a:pt x="486" y="86"/>
                  </a:lnTo>
                  <a:lnTo>
                    <a:pt x="487" y="86"/>
                  </a:lnTo>
                  <a:lnTo>
                    <a:pt x="491" y="86"/>
                  </a:lnTo>
                  <a:lnTo>
                    <a:pt x="493" y="86"/>
                  </a:lnTo>
                  <a:lnTo>
                    <a:pt x="493" y="86"/>
                  </a:lnTo>
                  <a:lnTo>
                    <a:pt x="496" y="86"/>
                  </a:lnTo>
                  <a:lnTo>
                    <a:pt x="497" y="86"/>
                  </a:lnTo>
                  <a:lnTo>
                    <a:pt x="499" y="86"/>
                  </a:lnTo>
                  <a:lnTo>
                    <a:pt x="499" y="86"/>
                  </a:lnTo>
                  <a:lnTo>
                    <a:pt x="500" y="86"/>
                  </a:lnTo>
                  <a:lnTo>
                    <a:pt x="500" y="86"/>
                  </a:lnTo>
                  <a:lnTo>
                    <a:pt x="501" y="86"/>
                  </a:lnTo>
                  <a:lnTo>
                    <a:pt x="506" y="86"/>
                  </a:lnTo>
                  <a:lnTo>
                    <a:pt x="508" y="86"/>
                  </a:lnTo>
                  <a:lnTo>
                    <a:pt x="509" y="86"/>
                  </a:lnTo>
                  <a:lnTo>
                    <a:pt x="509" y="86"/>
                  </a:lnTo>
                  <a:lnTo>
                    <a:pt x="509" y="86"/>
                  </a:lnTo>
                  <a:lnTo>
                    <a:pt x="514" y="86"/>
                  </a:lnTo>
                  <a:lnTo>
                    <a:pt x="518" y="86"/>
                  </a:lnTo>
                  <a:lnTo>
                    <a:pt x="518" y="86"/>
                  </a:lnTo>
                  <a:lnTo>
                    <a:pt x="520" y="87"/>
                  </a:lnTo>
                  <a:lnTo>
                    <a:pt x="520" y="89"/>
                  </a:lnTo>
                  <a:lnTo>
                    <a:pt x="525" y="89"/>
                  </a:lnTo>
                  <a:lnTo>
                    <a:pt x="525" y="89"/>
                  </a:lnTo>
                  <a:lnTo>
                    <a:pt x="529" y="89"/>
                  </a:lnTo>
                  <a:lnTo>
                    <a:pt x="529" y="89"/>
                  </a:lnTo>
                  <a:lnTo>
                    <a:pt x="531" y="89"/>
                  </a:lnTo>
                  <a:lnTo>
                    <a:pt x="531" y="89"/>
                  </a:lnTo>
                  <a:lnTo>
                    <a:pt x="531" y="87"/>
                  </a:lnTo>
                  <a:lnTo>
                    <a:pt x="531" y="87"/>
                  </a:lnTo>
                  <a:lnTo>
                    <a:pt x="531" y="86"/>
                  </a:lnTo>
                  <a:lnTo>
                    <a:pt x="535" y="86"/>
                  </a:lnTo>
                  <a:lnTo>
                    <a:pt x="537" y="86"/>
                  </a:lnTo>
                  <a:lnTo>
                    <a:pt x="538" y="86"/>
                  </a:lnTo>
                  <a:lnTo>
                    <a:pt x="538" y="86"/>
                  </a:lnTo>
                  <a:lnTo>
                    <a:pt x="539" y="87"/>
                  </a:lnTo>
                  <a:lnTo>
                    <a:pt x="546" y="87"/>
                  </a:lnTo>
                  <a:lnTo>
                    <a:pt x="546" y="87"/>
                  </a:lnTo>
                  <a:lnTo>
                    <a:pt x="546" y="87"/>
                  </a:lnTo>
                  <a:lnTo>
                    <a:pt x="547" y="87"/>
                  </a:lnTo>
                  <a:lnTo>
                    <a:pt x="547" y="87"/>
                  </a:lnTo>
                  <a:lnTo>
                    <a:pt x="549" y="87"/>
                  </a:lnTo>
                  <a:lnTo>
                    <a:pt x="551" y="87"/>
                  </a:lnTo>
                  <a:lnTo>
                    <a:pt x="554" y="89"/>
                  </a:lnTo>
                  <a:lnTo>
                    <a:pt x="555" y="89"/>
                  </a:lnTo>
                  <a:lnTo>
                    <a:pt x="555" y="91"/>
                  </a:lnTo>
                  <a:lnTo>
                    <a:pt x="556" y="91"/>
                  </a:lnTo>
                  <a:lnTo>
                    <a:pt x="556" y="91"/>
                  </a:lnTo>
                  <a:lnTo>
                    <a:pt x="560" y="91"/>
                  </a:lnTo>
                  <a:lnTo>
                    <a:pt x="560" y="91"/>
                  </a:lnTo>
                  <a:lnTo>
                    <a:pt x="562" y="91"/>
                  </a:lnTo>
                  <a:lnTo>
                    <a:pt x="562" y="91"/>
                  </a:lnTo>
                  <a:lnTo>
                    <a:pt x="562" y="91"/>
                  </a:lnTo>
                  <a:lnTo>
                    <a:pt x="562" y="91"/>
                  </a:lnTo>
                  <a:lnTo>
                    <a:pt x="563" y="91"/>
                  </a:lnTo>
                  <a:lnTo>
                    <a:pt x="564" y="91"/>
                  </a:lnTo>
                  <a:lnTo>
                    <a:pt x="564" y="91"/>
                  </a:lnTo>
                  <a:lnTo>
                    <a:pt x="568" y="91"/>
                  </a:lnTo>
                  <a:lnTo>
                    <a:pt x="568" y="93"/>
                  </a:lnTo>
                  <a:lnTo>
                    <a:pt x="572" y="94"/>
                  </a:lnTo>
                  <a:lnTo>
                    <a:pt x="572" y="94"/>
                  </a:lnTo>
                  <a:lnTo>
                    <a:pt x="572" y="96"/>
                  </a:lnTo>
                  <a:lnTo>
                    <a:pt x="573" y="96"/>
                  </a:lnTo>
                  <a:lnTo>
                    <a:pt x="575" y="96"/>
                  </a:lnTo>
                  <a:lnTo>
                    <a:pt x="578" y="96"/>
                  </a:lnTo>
                  <a:lnTo>
                    <a:pt x="580" y="96"/>
                  </a:lnTo>
                  <a:lnTo>
                    <a:pt x="580" y="96"/>
                  </a:lnTo>
                  <a:lnTo>
                    <a:pt x="580" y="96"/>
                  </a:lnTo>
                  <a:lnTo>
                    <a:pt x="580" y="96"/>
                  </a:lnTo>
                  <a:lnTo>
                    <a:pt x="581" y="96"/>
                  </a:lnTo>
                  <a:lnTo>
                    <a:pt x="581" y="96"/>
                  </a:lnTo>
                  <a:lnTo>
                    <a:pt x="587" y="96"/>
                  </a:lnTo>
                  <a:lnTo>
                    <a:pt x="587" y="96"/>
                  </a:lnTo>
                  <a:lnTo>
                    <a:pt x="588" y="96"/>
                  </a:lnTo>
                  <a:lnTo>
                    <a:pt x="590" y="97"/>
                  </a:lnTo>
                  <a:lnTo>
                    <a:pt x="590" y="97"/>
                  </a:lnTo>
                  <a:lnTo>
                    <a:pt x="591" y="99"/>
                  </a:lnTo>
                  <a:lnTo>
                    <a:pt x="592" y="101"/>
                  </a:lnTo>
                  <a:lnTo>
                    <a:pt x="592" y="105"/>
                  </a:lnTo>
                  <a:lnTo>
                    <a:pt x="594" y="105"/>
                  </a:lnTo>
                  <a:lnTo>
                    <a:pt x="594" y="105"/>
                  </a:lnTo>
                  <a:lnTo>
                    <a:pt x="595" y="105"/>
                  </a:lnTo>
                  <a:lnTo>
                    <a:pt x="595" y="105"/>
                  </a:lnTo>
                  <a:lnTo>
                    <a:pt x="595" y="105"/>
                  </a:lnTo>
                  <a:lnTo>
                    <a:pt x="595" y="105"/>
                  </a:lnTo>
                  <a:lnTo>
                    <a:pt x="595" y="105"/>
                  </a:lnTo>
                  <a:lnTo>
                    <a:pt x="595" y="105"/>
                  </a:lnTo>
                  <a:lnTo>
                    <a:pt x="595" y="105"/>
                  </a:lnTo>
                  <a:lnTo>
                    <a:pt x="599" y="105"/>
                  </a:lnTo>
                  <a:lnTo>
                    <a:pt x="599" y="105"/>
                  </a:lnTo>
                  <a:lnTo>
                    <a:pt x="602" y="105"/>
                  </a:lnTo>
                  <a:lnTo>
                    <a:pt x="603" y="106"/>
                  </a:lnTo>
                  <a:lnTo>
                    <a:pt x="607" y="107"/>
                  </a:lnTo>
                  <a:lnTo>
                    <a:pt x="607" y="108"/>
                  </a:lnTo>
                  <a:lnTo>
                    <a:pt x="608" y="108"/>
                  </a:lnTo>
                  <a:lnTo>
                    <a:pt x="608" y="108"/>
                  </a:lnTo>
                  <a:lnTo>
                    <a:pt x="611" y="108"/>
                  </a:lnTo>
                  <a:lnTo>
                    <a:pt x="611" y="108"/>
                  </a:lnTo>
                  <a:lnTo>
                    <a:pt x="612" y="108"/>
                  </a:lnTo>
                  <a:lnTo>
                    <a:pt x="612" y="108"/>
                  </a:lnTo>
                  <a:lnTo>
                    <a:pt x="612" y="108"/>
                  </a:lnTo>
                  <a:lnTo>
                    <a:pt x="612" y="108"/>
                  </a:lnTo>
                  <a:lnTo>
                    <a:pt x="612" y="108"/>
                  </a:lnTo>
                  <a:lnTo>
                    <a:pt x="615" y="108"/>
                  </a:lnTo>
                  <a:lnTo>
                    <a:pt x="616" y="108"/>
                  </a:lnTo>
                  <a:lnTo>
                    <a:pt x="617" y="108"/>
                  </a:lnTo>
                  <a:lnTo>
                    <a:pt x="617" y="110"/>
                  </a:lnTo>
                  <a:lnTo>
                    <a:pt x="617" y="110"/>
                  </a:lnTo>
                  <a:lnTo>
                    <a:pt x="620" y="111"/>
                  </a:lnTo>
                  <a:lnTo>
                    <a:pt x="620" y="111"/>
                  </a:lnTo>
                  <a:lnTo>
                    <a:pt x="620" y="115"/>
                  </a:lnTo>
                  <a:lnTo>
                    <a:pt x="622" y="117"/>
                  </a:lnTo>
                  <a:lnTo>
                    <a:pt x="622" y="117"/>
                  </a:lnTo>
                  <a:lnTo>
                    <a:pt x="622" y="117"/>
                  </a:lnTo>
                  <a:lnTo>
                    <a:pt x="622" y="118"/>
                  </a:lnTo>
                  <a:lnTo>
                    <a:pt x="622" y="119"/>
                  </a:lnTo>
                  <a:lnTo>
                    <a:pt x="624" y="119"/>
                  </a:lnTo>
                  <a:lnTo>
                    <a:pt x="627" y="119"/>
                  </a:lnTo>
                  <a:lnTo>
                    <a:pt x="630" y="119"/>
                  </a:lnTo>
                  <a:lnTo>
                    <a:pt x="631" y="119"/>
                  </a:lnTo>
                  <a:lnTo>
                    <a:pt x="631" y="119"/>
                  </a:lnTo>
                  <a:lnTo>
                    <a:pt x="632" y="120"/>
                  </a:lnTo>
                  <a:lnTo>
                    <a:pt x="633" y="121"/>
                  </a:lnTo>
                  <a:lnTo>
                    <a:pt x="634" y="123"/>
                  </a:lnTo>
                  <a:lnTo>
                    <a:pt x="634" y="126"/>
                  </a:lnTo>
                  <a:lnTo>
                    <a:pt x="636" y="127"/>
                  </a:lnTo>
                  <a:lnTo>
                    <a:pt x="637" y="129"/>
                  </a:lnTo>
                  <a:lnTo>
                    <a:pt x="638" y="130"/>
                  </a:lnTo>
                  <a:lnTo>
                    <a:pt x="640" y="130"/>
                  </a:lnTo>
                  <a:lnTo>
                    <a:pt x="642" y="130"/>
                  </a:lnTo>
                  <a:lnTo>
                    <a:pt x="642" y="132"/>
                  </a:lnTo>
                  <a:lnTo>
                    <a:pt x="642" y="132"/>
                  </a:lnTo>
                  <a:lnTo>
                    <a:pt x="642" y="132"/>
                  </a:lnTo>
                  <a:lnTo>
                    <a:pt x="643" y="132"/>
                  </a:lnTo>
                  <a:lnTo>
                    <a:pt x="646" y="136"/>
                  </a:lnTo>
                  <a:lnTo>
                    <a:pt x="646" y="137"/>
                  </a:lnTo>
                  <a:lnTo>
                    <a:pt x="647" y="137"/>
                  </a:lnTo>
                  <a:lnTo>
                    <a:pt x="650" y="139"/>
                  </a:lnTo>
                  <a:lnTo>
                    <a:pt x="650" y="141"/>
                  </a:lnTo>
                  <a:lnTo>
                    <a:pt x="650" y="141"/>
                  </a:lnTo>
                  <a:lnTo>
                    <a:pt x="650" y="141"/>
                  </a:lnTo>
                  <a:lnTo>
                    <a:pt x="650" y="142"/>
                  </a:lnTo>
                  <a:lnTo>
                    <a:pt x="650" y="142"/>
                  </a:lnTo>
                  <a:lnTo>
                    <a:pt x="650" y="142"/>
                  </a:lnTo>
                  <a:lnTo>
                    <a:pt x="650" y="143"/>
                  </a:lnTo>
                  <a:lnTo>
                    <a:pt x="653" y="144"/>
                  </a:lnTo>
                  <a:lnTo>
                    <a:pt x="653" y="144"/>
                  </a:lnTo>
                  <a:lnTo>
                    <a:pt x="656" y="147"/>
                  </a:lnTo>
                  <a:lnTo>
                    <a:pt x="656" y="147"/>
                  </a:lnTo>
                  <a:lnTo>
                    <a:pt x="656" y="149"/>
                  </a:lnTo>
                  <a:lnTo>
                    <a:pt x="657" y="149"/>
                  </a:lnTo>
                  <a:lnTo>
                    <a:pt x="657" y="152"/>
                  </a:lnTo>
                  <a:lnTo>
                    <a:pt x="657" y="154"/>
                  </a:lnTo>
                  <a:lnTo>
                    <a:pt x="657" y="154"/>
                  </a:lnTo>
                  <a:lnTo>
                    <a:pt x="658" y="154"/>
                  </a:lnTo>
                  <a:lnTo>
                    <a:pt x="658" y="154"/>
                  </a:lnTo>
                  <a:lnTo>
                    <a:pt x="658" y="154"/>
                  </a:lnTo>
                  <a:lnTo>
                    <a:pt x="658" y="157"/>
                  </a:lnTo>
                  <a:lnTo>
                    <a:pt x="658" y="162"/>
                  </a:lnTo>
                  <a:lnTo>
                    <a:pt x="658" y="162"/>
                  </a:lnTo>
                  <a:lnTo>
                    <a:pt x="663" y="164"/>
                  </a:lnTo>
                  <a:lnTo>
                    <a:pt x="664" y="164"/>
                  </a:lnTo>
                  <a:lnTo>
                    <a:pt x="664" y="164"/>
                  </a:lnTo>
                  <a:lnTo>
                    <a:pt x="666" y="165"/>
                  </a:lnTo>
                  <a:lnTo>
                    <a:pt x="666" y="169"/>
                  </a:lnTo>
                  <a:lnTo>
                    <a:pt x="668" y="171"/>
                  </a:lnTo>
                  <a:lnTo>
                    <a:pt x="668" y="174"/>
                  </a:lnTo>
                  <a:lnTo>
                    <a:pt x="669" y="174"/>
                  </a:lnTo>
                  <a:lnTo>
                    <a:pt x="668" y="176"/>
                  </a:lnTo>
                  <a:lnTo>
                    <a:pt x="668" y="176"/>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15" name=""/>
            <p:cNvSpPr/>
            <p:nvPr/>
          </p:nvSpPr>
          <p:spPr>
            <a:xfrm>
              <a:off x="3225960" y="4011480"/>
              <a:ext cx="527040" cy="128880"/>
            </a:xfrm>
            <a:custGeom>
              <a:avLst/>
              <a:gdLst/>
              <a:ahLst/>
              <a:rect l="l" t="t" r="r" b="b"/>
              <a:pathLst>
                <a:path w="332" h="81">
                  <a:moveTo>
                    <a:pt x="1" y="54"/>
                  </a:moveTo>
                  <a:lnTo>
                    <a:pt x="1" y="54"/>
                  </a:lnTo>
                  <a:lnTo>
                    <a:pt x="1" y="51"/>
                  </a:lnTo>
                  <a:lnTo>
                    <a:pt x="1" y="50"/>
                  </a:lnTo>
                  <a:lnTo>
                    <a:pt x="4" y="46"/>
                  </a:lnTo>
                  <a:lnTo>
                    <a:pt x="4" y="43"/>
                  </a:lnTo>
                  <a:lnTo>
                    <a:pt x="5" y="40"/>
                  </a:lnTo>
                  <a:lnTo>
                    <a:pt x="9" y="36"/>
                  </a:lnTo>
                  <a:lnTo>
                    <a:pt x="9" y="36"/>
                  </a:lnTo>
                  <a:lnTo>
                    <a:pt x="13" y="36"/>
                  </a:lnTo>
                  <a:lnTo>
                    <a:pt x="14" y="36"/>
                  </a:lnTo>
                  <a:lnTo>
                    <a:pt x="16" y="38"/>
                  </a:lnTo>
                  <a:lnTo>
                    <a:pt x="18" y="40"/>
                  </a:lnTo>
                  <a:lnTo>
                    <a:pt x="18" y="40"/>
                  </a:lnTo>
                  <a:lnTo>
                    <a:pt x="18" y="40"/>
                  </a:lnTo>
                  <a:lnTo>
                    <a:pt x="21" y="40"/>
                  </a:lnTo>
                  <a:lnTo>
                    <a:pt x="23" y="40"/>
                  </a:lnTo>
                  <a:lnTo>
                    <a:pt x="23" y="40"/>
                  </a:lnTo>
                  <a:lnTo>
                    <a:pt x="24" y="40"/>
                  </a:lnTo>
                  <a:lnTo>
                    <a:pt x="26" y="40"/>
                  </a:lnTo>
                  <a:lnTo>
                    <a:pt x="27" y="40"/>
                  </a:lnTo>
                  <a:lnTo>
                    <a:pt x="28" y="40"/>
                  </a:lnTo>
                  <a:lnTo>
                    <a:pt x="29" y="40"/>
                  </a:lnTo>
                  <a:lnTo>
                    <a:pt x="30" y="42"/>
                  </a:lnTo>
                  <a:lnTo>
                    <a:pt x="30" y="42"/>
                  </a:lnTo>
                  <a:lnTo>
                    <a:pt x="30" y="42"/>
                  </a:lnTo>
                  <a:lnTo>
                    <a:pt x="31" y="42"/>
                  </a:lnTo>
                  <a:lnTo>
                    <a:pt x="33" y="43"/>
                  </a:lnTo>
                  <a:lnTo>
                    <a:pt x="34" y="43"/>
                  </a:lnTo>
                  <a:lnTo>
                    <a:pt x="38" y="43"/>
                  </a:lnTo>
                  <a:lnTo>
                    <a:pt x="39" y="43"/>
                  </a:lnTo>
                  <a:lnTo>
                    <a:pt x="41" y="43"/>
                  </a:lnTo>
                  <a:lnTo>
                    <a:pt x="43" y="43"/>
                  </a:lnTo>
                  <a:lnTo>
                    <a:pt x="45" y="43"/>
                  </a:lnTo>
                  <a:lnTo>
                    <a:pt x="45" y="42"/>
                  </a:lnTo>
                  <a:lnTo>
                    <a:pt x="48" y="42"/>
                  </a:lnTo>
                  <a:lnTo>
                    <a:pt x="52" y="42"/>
                  </a:lnTo>
                  <a:lnTo>
                    <a:pt x="52" y="42"/>
                  </a:lnTo>
                  <a:lnTo>
                    <a:pt x="54" y="42"/>
                  </a:lnTo>
                  <a:lnTo>
                    <a:pt x="58" y="40"/>
                  </a:lnTo>
                  <a:lnTo>
                    <a:pt x="60" y="40"/>
                  </a:lnTo>
                  <a:lnTo>
                    <a:pt x="61" y="40"/>
                  </a:lnTo>
                  <a:lnTo>
                    <a:pt x="61" y="40"/>
                  </a:lnTo>
                  <a:lnTo>
                    <a:pt x="61" y="40"/>
                  </a:lnTo>
                  <a:lnTo>
                    <a:pt x="65" y="40"/>
                  </a:lnTo>
                  <a:lnTo>
                    <a:pt x="65" y="38"/>
                  </a:lnTo>
                  <a:lnTo>
                    <a:pt x="66" y="38"/>
                  </a:lnTo>
                  <a:lnTo>
                    <a:pt x="66" y="36"/>
                  </a:lnTo>
                  <a:lnTo>
                    <a:pt x="66" y="36"/>
                  </a:lnTo>
                  <a:lnTo>
                    <a:pt x="66" y="40"/>
                  </a:lnTo>
                  <a:lnTo>
                    <a:pt x="66" y="42"/>
                  </a:lnTo>
                  <a:lnTo>
                    <a:pt x="66" y="44"/>
                  </a:lnTo>
                  <a:lnTo>
                    <a:pt x="67" y="45"/>
                  </a:lnTo>
                  <a:lnTo>
                    <a:pt x="67" y="45"/>
                  </a:lnTo>
                  <a:lnTo>
                    <a:pt x="68" y="45"/>
                  </a:lnTo>
                  <a:lnTo>
                    <a:pt x="69" y="45"/>
                  </a:lnTo>
                  <a:lnTo>
                    <a:pt x="69" y="45"/>
                  </a:lnTo>
                  <a:lnTo>
                    <a:pt x="69" y="45"/>
                  </a:lnTo>
                  <a:lnTo>
                    <a:pt x="74" y="45"/>
                  </a:lnTo>
                  <a:lnTo>
                    <a:pt x="75" y="45"/>
                  </a:lnTo>
                  <a:lnTo>
                    <a:pt x="77" y="45"/>
                  </a:lnTo>
                  <a:lnTo>
                    <a:pt x="79" y="45"/>
                  </a:lnTo>
                  <a:lnTo>
                    <a:pt x="81" y="44"/>
                  </a:lnTo>
                  <a:lnTo>
                    <a:pt x="81" y="44"/>
                  </a:lnTo>
                  <a:lnTo>
                    <a:pt x="84" y="44"/>
                  </a:lnTo>
                  <a:lnTo>
                    <a:pt x="84" y="44"/>
                  </a:lnTo>
                  <a:lnTo>
                    <a:pt x="88" y="43"/>
                  </a:lnTo>
                  <a:lnTo>
                    <a:pt x="88" y="43"/>
                  </a:lnTo>
                  <a:lnTo>
                    <a:pt x="88" y="42"/>
                  </a:lnTo>
                  <a:lnTo>
                    <a:pt x="88" y="42"/>
                  </a:lnTo>
                  <a:lnTo>
                    <a:pt x="89" y="40"/>
                  </a:lnTo>
                  <a:lnTo>
                    <a:pt x="92" y="36"/>
                  </a:lnTo>
                  <a:lnTo>
                    <a:pt x="94" y="36"/>
                  </a:lnTo>
                  <a:lnTo>
                    <a:pt x="94" y="35"/>
                  </a:lnTo>
                  <a:lnTo>
                    <a:pt x="99" y="33"/>
                  </a:lnTo>
                  <a:lnTo>
                    <a:pt x="100" y="33"/>
                  </a:lnTo>
                  <a:lnTo>
                    <a:pt x="100" y="30"/>
                  </a:lnTo>
                  <a:lnTo>
                    <a:pt x="100" y="29"/>
                  </a:lnTo>
                  <a:lnTo>
                    <a:pt x="101" y="26"/>
                  </a:lnTo>
                  <a:lnTo>
                    <a:pt x="101" y="25"/>
                  </a:lnTo>
                  <a:lnTo>
                    <a:pt x="101" y="25"/>
                  </a:lnTo>
                  <a:lnTo>
                    <a:pt x="101" y="26"/>
                  </a:lnTo>
                  <a:lnTo>
                    <a:pt x="101" y="29"/>
                  </a:lnTo>
                  <a:lnTo>
                    <a:pt x="101" y="33"/>
                  </a:lnTo>
                  <a:lnTo>
                    <a:pt x="101" y="36"/>
                  </a:lnTo>
                  <a:lnTo>
                    <a:pt x="100" y="40"/>
                  </a:lnTo>
                  <a:lnTo>
                    <a:pt x="101" y="40"/>
                  </a:lnTo>
                  <a:lnTo>
                    <a:pt x="101" y="42"/>
                  </a:lnTo>
                  <a:lnTo>
                    <a:pt x="101" y="42"/>
                  </a:lnTo>
                  <a:lnTo>
                    <a:pt x="103" y="42"/>
                  </a:lnTo>
                  <a:lnTo>
                    <a:pt x="103" y="43"/>
                  </a:lnTo>
                  <a:lnTo>
                    <a:pt x="105" y="43"/>
                  </a:lnTo>
                  <a:lnTo>
                    <a:pt x="106" y="44"/>
                  </a:lnTo>
                  <a:lnTo>
                    <a:pt x="111" y="44"/>
                  </a:lnTo>
                  <a:lnTo>
                    <a:pt x="111" y="44"/>
                  </a:lnTo>
                  <a:lnTo>
                    <a:pt x="113" y="44"/>
                  </a:lnTo>
                  <a:lnTo>
                    <a:pt x="114" y="44"/>
                  </a:lnTo>
                  <a:lnTo>
                    <a:pt x="115" y="44"/>
                  </a:lnTo>
                  <a:lnTo>
                    <a:pt x="115" y="44"/>
                  </a:lnTo>
                  <a:lnTo>
                    <a:pt x="118" y="44"/>
                  </a:lnTo>
                  <a:lnTo>
                    <a:pt x="121" y="43"/>
                  </a:lnTo>
                  <a:lnTo>
                    <a:pt x="121" y="42"/>
                  </a:lnTo>
                  <a:lnTo>
                    <a:pt x="121" y="42"/>
                  </a:lnTo>
                  <a:lnTo>
                    <a:pt x="121" y="42"/>
                  </a:lnTo>
                  <a:lnTo>
                    <a:pt x="125" y="42"/>
                  </a:lnTo>
                  <a:lnTo>
                    <a:pt x="125" y="42"/>
                  </a:lnTo>
                  <a:lnTo>
                    <a:pt x="126" y="42"/>
                  </a:lnTo>
                  <a:lnTo>
                    <a:pt x="129" y="43"/>
                  </a:lnTo>
                  <a:lnTo>
                    <a:pt x="129" y="43"/>
                  </a:lnTo>
                  <a:lnTo>
                    <a:pt x="132" y="43"/>
                  </a:lnTo>
                  <a:lnTo>
                    <a:pt x="132" y="44"/>
                  </a:lnTo>
                  <a:lnTo>
                    <a:pt x="133" y="44"/>
                  </a:lnTo>
                  <a:lnTo>
                    <a:pt x="136" y="44"/>
                  </a:lnTo>
                  <a:lnTo>
                    <a:pt x="141" y="44"/>
                  </a:lnTo>
                  <a:lnTo>
                    <a:pt x="141" y="44"/>
                  </a:lnTo>
                  <a:lnTo>
                    <a:pt x="141" y="44"/>
                  </a:lnTo>
                  <a:lnTo>
                    <a:pt x="141" y="43"/>
                  </a:lnTo>
                  <a:lnTo>
                    <a:pt x="141" y="42"/>
                  </a:lnTo>
                  <a:lnTo>
                    <a:pt x="143" y="40"/>
                  </a:lnTo>
                  <a:lnTo>
                    <a:pt x="144" y="36"/>
                  </a:lnTo>
                  <a:lnTo>
                    <a:pt x="145" y="35"/>
                  </a:lnTo>
                  <a:lnTo>
                    <a:pt x="148" y="33"/>
                  </a:lnTo>
                  <a:lnTo>
                    <a:pt x="150" y="31"/>
                  </a:lnTo>
                  <a:lnTo>
                    <a:pt x="150" y="30"/>
                  </a:lnTo>
                  <a:lnTo>
                    <a:pt x="150" y="29"/>
                  </a:lnTo>
                  <a:lnTo>
                    <a:pt x="150" y="26"/>
                  </a:lnTo>
                  <a:lnTo>
                    <a:pt x="150" y="25"/>
                  </a:lnTo>
                  <a:lnTo>
                    <a:pt x="150" y="24"/>
                  </a:lnTo>
                  <a:lnTo>
                    <a:pt x="150" y="24"/>
                  </a:lnTo>
                  <a:lnTo>
                    <a:pt x="150" y="24"/>
                  </a:lnTo>
                  <a:lnTo>
                    <a:pt x="150" y="24"/>
                  </a:lnTo>
                  <a:lnTo>
                    <a:pt x="150" y="25"/>
                  </a:lnTo>
                  <a:lnTo>
                    <a:pt x="150" y="26"/>
                  </a:lnTo>
                  <a:lnTo>
                    <a:pt x="150" y="26"/>
                  </a:lnTo>
                  <a:lnTo>
                    <a:pt x="150" y="29"/>
                  </a:lnTo>
                  <a:lnTo>
                    <a:pt x="150" y="30"/>
                  </a:lnTo>
                  <a:lnTo>
                    <a:pt x="150" y="31"/>
                  </a:lnTo>
                  <a:lnTo>
                    <a:pt x="150" y="33"/>
                  </a:lnTo>
                  <a:lnTo>
                    <a:pt x="150" y="33"/>
                  </a:lnTo>
                  <a:lnTo>
                    <a:pt x="150" y="35"/>
                  </a:lnTo>
                  <a:lnTo>
                    <a:pt x="150" y="36"/>
                  </a:lnTo>
                  <a:lnTo>
                    <a:pt x="150" y="36"/>
                  </a:lnTo>
                  <a:lnTo>
                    <a:pt x="152" y="36"/>
                  </a:lnTo>
                  <a:lnTo>
                    <a:pt x="152" y="36"/>
                  </a:lnTo>
                  <a:lnTo>
                    <a:pt x="153" y="36"/>
                  </a:lnTo>
                  <a:lnTo>
                    <a:pt x="155" y="36"/>
                  </a:lnTo>
                  <a:lnTo>
                    <a:pt x="155" y="36"/>
                  </a:lnTo>
                  <a:lnTo>
                    <a:pt x="157" y="36"/>
                  </a:lnTo>
                  <a:lnTo>
                    <a:pt x="157" y="36"/>
                  </a:lnTo>
                  <a:lnTo>
                    <a:pt x="160" y="36"/>
                  </a:lnTo>
                  <a:lnTo>
                    <a:pt x="160" y="35"/>
                  </a:lnTo>
                  <a:lnTo>
                    <a:pt x="160" y="33"/>
                  </a:lnTo>
                  <a:lnTo>
                    <a:pt x="162" y="33"/>
                  </a:lnTo>
                  <a:lnTo>
                    <a:pt x="162" y="30"/>
                  </a:lnTo>
                  <a:lnTo>
                    <a:pt x="162" y="29"/>
                  </a:lnTo>
                  <a:lnTo>
                    <a:pt x="162" y="28"/>
                  </a:lnTo>
                  <a:lnTo>
                    <a:pt x="163" y="26"/>
                  </a:lnTo>
                  <a:lnTo>
                    <a:pt x="163" y="29"/>
                  </a:lnTo>
                  <a:lnTo>
                    <a:pt x="163" y="30"/>
                  </a:lnTo>
                  <a:lnTo>
                    <a:pt x="165" y="33"/>
                  </a:lnTo>
                  <a:lnTo>
                    <a:pt x="165" y="36"/>
                  </a:lnTo>
                  <a:lnTo>
                    <a:pt x="165" y="36"/>
                  </a:lnTo>
                  <a:lnTo>
                    <a:pt x="163" y="36"/>
                  </a:lnTo>
                  <a:lnTo>
                    <a:pt x="163" y="38"/>
                  </a:lnTo>
                  <a:lnTo>
                    <a:pt x="163" y="38"/>
                  </a:lnTo>
                  <a:lnTo>
                    <a:pt x="163" y="40"/>
                  </a:lnTo>
                  <a:lnTo>
                    <a:pt x="165" y="38"/>
                  </a:lnTo>
                  <a:lnTo>
                    <a:pt x="167" y="38"/>
                  </a:lnTo>
                  <a:lnTo>
                    <a:pt x="168" y="36"/>
                  </a:lnTo>
                  <a:lnTo>
                    <a:pt x="171" y="36"/>
                  </a:lnTo>
                  <a:lnTo>
                    <a:pt x="171" y="36"/>
                  </a:lnTo>
                  <a:lnTo>
                    <a:pt x="172" y="36"/>
                  </a:lnTo>
                  <a:lnTo>
                    <a:pt x="175" y="36"/>
                  </a:lnTo>
                  <a:lnTo>
                    <a:pt x="175" y="36"/>
                  </a:lnTo>
                  <a:lnTo>
                    <a:pt x="178" y="36"/>
                  </a:lnTo>
                  <a:lnTo>
                    <a:pt x="178" y="35"/>
                  </a:lnTo>
                  <a:lnTo>
                    <a:pt x="178" y="35"/>
                  </a:lnTo>
                  <a:lnTo>
                    <a:pt x="178" y="33"/>
                  </a:lnTo>
                  <a:lnTo>
                    <a:pt x="178" y="33"/>
                  </a:lnTo>
                  <a:lnTo>
                    <a:pt x="181" y="33"/>
                  </a:lnTo>
                  <a:lnTo>
                    <a:pt x="184" y="35"/>
                  </a:lnTo>
                  <a:lnTo>
                    <a:pt x="185" y="35"/>
                  </a:lnTo>
                  <a:lnTo>
                    <a:pt x="185" y="35"/>
                  </a:lnTo>
                  <a:lnTo>
                    <a:pt x="191" y="35"/>
                  </a:lnTo>
                  <a:lnTo>
                    <a:pt x="191" y="35"/>
                  </a:lnTo>
                  <a:lnTo>
                    <a:pt x="191" y="35"/>
                  </a:lnTo>
                  <a:lnTo>
                    <a:pt x="193" y="35"/>
                  </a:lnTo>
                  <a:lnTo>
                    <a:pt x="193" y="35"/>
                  </a:lnTo>
                  <a:lnTo>
                    <a:pt x="194" y="35"/>
                  </a:lnTo>
                  <a:lnTo>
                    <a:pt x="196" y="33"/>
                  </a:lnTo>
                  <a:lnTo>
                    <a:pt x="198" y="33"/>
                  </a:lnTo>
                  <a:lnTo>
                    <a:pt x="201" y="33"/>
                  </a:lnTo>
                  <a:lnTo>
                    <a:pt x="201" y="33"/>
                  </a:lnTo>
                  <a:lnTo>
                    <a:pt x="204" y="30"/>
                  </a:lnTo>
                  <a:lnTo>
                    <a:pt x="204" y="29"/>
                  </a:lnTo>
                  <a:lnTo>
                    <a:pt x="206" y="26"/>
                  </a:lnTo>
                  <a:lnTo>
                    <a:pt x="206" y="24"/>
                  </a:lnTo>
                  <a:lnTo>
                    <a:pt x="206" y="24"/>
                  </a:lnTo>
                  <a:lnTo>
                    <a:pt x="207" y="18"/>
                  </a:lnTo>
                  <a:lnTo>
                    <a:pt x="207" y="18"/>
                  </a:lnTo>
                  <a:lnTo>
                    <a:pt x="207" y="18"/>
                  </a:lnTo>
                  <a:lnTo>
                    <a:pt x="207" y="10"/>
                  </a:lnTo>
                  <a:lnTo>
                    <a:pt x="210" y="9"/>
                  </a:lnTo>
                  <a:lnTo>
                    <a:pt x="212" y="8"/>
                  </a:lnTo>
                  <a:lnTo>
                    <a:pt x="212" y="7"/>
                  </a:lnTo>
                  <a:lnTo>
                    <a:pt x="212" y="2"/>
                  </a:lnTo>
                  <a:lnTo>
                    <a:pt x="212" y="0"/>
                  </a:lnTo>
                  <a:lnTo>
                    <a:pt x="212" y="0"/>
                  </a:lnTo>
                  <a:lnTo>
                    <a:pt x="212" y="0"/>
                  </a:lnTo>
                  <a:lnTo>
                    <a:pt x="212" y="0"/>
                  </a:lnTo>
                  <a:lnTo>
                    <a:pt x="213" y="0"/>
                  </a:lnTo>
                  <a:lnTo>
                    <a:pt x="215" y="5"/>
                  </a:lnTo>
                  <a:lnTo>
                    <a:pt x="215" y="8"/>
                  </a:lnTo>
                  <a:lnTo>
                    <a:pt x="215" y="9"/>
                  </a:lnTo>
                  <a:lnTo>
                    <a:pt x="212" y="10"/>
                  </a:lnTo>
                  <a:lnTo>
                    <a:pt x="212" y="18"/>
                  </a:lnTo>
                  <a:lnTo>
                    <a:pt x="212" y="18"/>
                  </a:lnTo>
                  <a:lnTo>
                    <a:pt x="212" y="18"/>
                  </a:lnTo>
                  <a:lnTo>
                    <a:pt x="212" y="22"/>
                  </a:lnTo>
                  <a:lnTo>
                    <a:pt x="212" y="25"/>
                  </a:lnTo>
                  <a:lnTo>
                    <a:pt x="212" y="26"/>
                  </a:lnTo>
                  <a:lnTo>
                    <a:pt x="212" y="29"/>
                  </a:lnTo>
                  <a:lnTo>
                    <a:pt x="212" y="29"/>
                  </a:lnTo>
                  <a:lnTo>
                    <a:pt x="212" y="29"/>
                  </a:lnTo>
                  <a:lnTo>
                    <a:pt x="213" y="30"/>
                  </a:lnTo>
                  <a:lnTo>
                    <a:pt x="215" y="30"/>
                  </a:lnTo>
                  <a:lnTo>
                    <a:pt x="215" y="29"/>
                  </a:lnTo>
                  <a:lnTo>
                    <a:pt x="215" y="29"/>
                  </a:lnTo>
                  <a:lnTo>
                    <a:pt x="217" y="29"/>
                  </a:lnTo>
                  <a:lnTo>
                    <a:pt x="218" y="26"/>
                  </a:lnTo>
                  <a:lnTo>
                    <a:pt x="218" y="26"/>
                  </a:lnTo>
                  <a:lnTo>
                    <a:pt x="218" y="26"/>
                  </a:lnTo>
                  <a:lnTo>
                    <a:pt x="218" y="26"/>
                  </a:lnTo>
                  <a:lnTo>
                    <a:pt x="219" y="26"/>
                  </a:lnTo>
                  <a:lnTo>
                    <a:pt x="219" y="26"/>
                  </a:lnTo>
                  <a:lnTo>
                    <a:pt x="225" y="25"/>
                  </a:lnTo>
                  <a:lnTo>
                    <a:pt x="227" y="25"/>
                  </a:lnTo>
                  <a:lnTo>
                    <a:pt x="227" y="25"/>
                  </a:lnTo>
                  <a:lnTo>
                    <a:pt x="228" y="25"/>
                  </a:lnTo>
                  <a:lnTo>
                    <a:pt x="228" y="25"/>
                  </a:lnTo>
                  <a:lnTo>
                    <a:pt x="228" y="24"/>
                  </a:lnTo>
                  <a:lnTo>
                    <a:pt x="229" y="24"/>
                  </a:lnTo>
                  <a:lnTo>
                    <a:pt x="236" y="24"/>
                  </a:lnTo>
                  <a:lnTo>
                    <a:pt x="236" y="22"/>
                  </a:lnTo>
                  <a:lnTo>
                    <a:pt x="237" y="19"/>
                  </a:lnTo>
                  <a:lnTo>
                    <a:pt x="237" y="18"/>
                  </a:lnTo>
                  <a:lnTo>
                    <a:pt x="239" y="18"/>
                  </a:lnTo>
                  <a:lnTo>
                    <a:pt x="239" y="18"/>
                  </a:lnTo>
                  <a:lnTo>
                    <a:pt x="244" y="18"/>
                  </a:lnTo>
                  <a:lnTo>
                    <a:pt x="244" y="17"/>
                  </a:lnTo>
                  <a:lnTo>
                    <a:pt x="248" y="11"/>
                  </a:lnTo>
                  <a:lnTo>
                    <a:pt x="250" y="11"/>
                  </a:lnTo>
                  <a:lnTo>
                    <a:pt x="250" y="10"/>
                  </a:lnTo>
                  <a:lnTo>
                    <a:pt x="254" y="10"/>
                  </a:lnTo>
                  <a:lnTo>
                    <a:pt x="257" y="10"/>
                  </a:lnTo>
                  <a:lnTo>
                    <a:pt x="258" y="10"/>
                  </a:lnTo>
                  <a:lnTo>
                    <a:pt x="261" y="10"/>
                  </a:lnTo>
                  <a:lnTo>
                    <a:pt x="264" y="11"/>
                  </a:lnTo>
                  <a:lnTo>
                    <a:pt x="265" y="18"/>
                  </a:lnTo>
                  <a:lnTo>
                    <a:pt x="266" y="18"/>
                  </a:lnTo>
                  <a:lnTo>
                    <a:pt x="268" y="18"/>
                  </a:lnTo>
                  <a:lnTo>
                    <a:pt x="270" y="23"/>
                  </a:lnTo>
                  <a:lnTo>
                    <a:pt x="273" y="24"/>
                  </a:lnTo>
                  <a:lnTo>
                    <a:pt x="274" y="26"/>
                  </a:lnTo>
                  <a:lnTo>
                    <a:pt x="275" y="29"/>
                  </a:lnTo>
                  <a:lnTo>
                    <a:pt x="279" y="30"/>
                  </a:lnTo>
                  <a:lnTo>
                    <a:pt x="281" y="33"/>
                  </a:lnTo>
                  <a:lnTo>
                    <a:pt x="283" y="33"/>
                  </a:lnTo>
                  <a:lnTo>
                    <a:pt x="287" y="36"/>
                  </a:lnTo>
                  <a:lnTo>
                    <a:pt x="291" y="40"/>
                  </a:lnTo>
                  <a:lnTo>
                    <a:pt x="291" y="42"/>
                  </a:lnTo>
                  <a:lnTo>
                    <a:pt x="297" y="44"/>
                  </a:lnTo>
                  <a:lnTo>
                    <a:pt x="299" y="46"/>
                  </a:lnTo>
                  <a:lnTo>
                    <a:pt x="299" y="48"/>
                  </a:lnTo>
                  <a:lnTo>
                    <a:pt x="303" y="50"/>
                  </a:lnTo>
                  <a:lnTo>
                    <a:pt x="306" y="50"/>
                  </a:lnTo>
                  <a:lnTo>
                    <a:pt x="307" y="51"/>
                  </a:lnTo>
                  <a:lnTo>
                    <a:pt x="307" y="52"/>
                  </a:lnTo>
                  <a:lnTo>
                    <a:pt x="307" y="54"/>
                  </a:lnTo>
                  <a:lnTo>
                    <a:pt x="309" y="55"/>
                  </a:lnTo>
                  <a:lnTo>
                    <a:pt x="309" y="56"/>
                  </a:lnTo>
                  <a:lnTo>
                    <a:pt x="311" y="57"/>
                  </a:lnTo>
                  <a:lnTo>
                    <a:pt x="311" y="63"/>
                  </a:lnTo>
                  <a:lnTo>
                    <a:pt x="314" y="63"/>
                  </a:lnTo>
                  <a:lnTo>
                    <a:pt x="314" y="65"/>
                  </a:lnTo>
                  <a:lnTo>
                    <a:pt x="318" y="66"/>
                  </a:lnTo>
                  <a:lnTo>
                    <a:pt x="321" y="67"/>
                  </a:lnTo>
                  <a:lnTo>
                    <a:pt x="323" y="70"/>
                  </a:lnTo>
                  <a:lnTo>
                    <a:pt x="327" y="72"/>
                  </a:lnTo>
                  <a:lnTo>
                    <a:pt x="327" y="74"/>
                  </a:lnTo>
                  <a:lnTo>
                    <a:pt x="330" y="75"/>
                  </a:lnTo>
                  <a:lnTo>
                    <a:pt x="331" y="80"/>
                  </a:lnTo>
                  <a:lnTo>
                    <a:pt x="331" y="80"/>
                  </a:lnTo>
                  <a:lnTo>
                    <a:pt x="331" y="80"/>
                  </a:lnTo>
                  <a:lnTo>
                    <a:pt x="331" y="80"/>
                  </a:lnTo>
                  <a:lnTo>
                    <a:pt x="330" y="80"/>
                  </a:lnTo>
                  <a:lnTo>
                    <a:pt x="330" y="80"/>
                  </a:lnTo>
                  <a:lnTo>
                    <a:pt x="327" y="80"/>
                  </a:lnTo>
                  <a:lnTo>
                    <a:pt x="327" y="80"/>
                  </a:lnTo>
                  <a:lnTo>
                    <a:pt x="326" y="80"/>
                  </a:lnTo>
                  <a:lnTo>
                    <a:pt x="326" y="80"/>
                  </a:lnTo>
                  <a:lnTo>
                    <a:pt x="326" y="80"/>
                  </a:lnTo>
                  <a:lnTo>
                    <a:pt x="323" y="80"/>
                  </a:lnTo>
                  <a:lnTo>
                    <a:pt x="322" y="80"/>
                  </a:lnTo>
                  <a:lnTo>
                    <a:pt x="322" y="80"/>
                  </a:lnTo>
                  <a:lnTo>
                    <a:pt x="322" y="80"/>
                  </a:lnTo>
                  <a:lnTo>
                    <a:pt x="322" y="80"/>
                  </a:lnTo>
                  <a:lnTo>
                    <a:pt x="322" y="80"/>
                  </a:lnTo>
                  <a:lnTo>
                    <a:pt x="318" y="80"/>
                  </a:lnTo>
                  <a:lnTo>
                    <a:pt x="318" y="80"/>
                  </a:lnTo>
                  <a:lnTo>
                    <a:pt x="318" y="80"/>
                  </a:lnTo>
                  <a:lnTo>
                    <a:pt x="318" y="80"/>
                  </a:lnTo>
                  <a:lnTo>
                    <a:pt x="317" y="80"/>
                  </a:lnTo>
                  <a:lnTo>
                    <a:pt x="314" y="80"/>
                  </a:lnTo>
                  <a:lnTo>
                    <a:pt x="314" y="80"/>
                  </a:lnTo>
                  <a:lnTo>
                    <a:pt x="314" y="80"/>
                  </a:lnTo>
                  <a:lnTo>
                    <a:pt x="314" y="80"/>
                  </a:lnTo>
                  <a:lnTo>
                    <a:pt x="313" y="80"/>
                  </a:lnTo>
                  <a:lnTo>
                    <a:pt x="311" y="80"/>
                  </a:lnTo>
                  <a:lnTo>
                    <a:pt x="311" y="80"/>
                  </a:lnTo>
                  <a:lnTo>
                    <a:pt x="310" y="80"/>
                  </a:lnTo>
                  <a:lnTo>
                    <a:pt x="309" y="77"/>
                  </a:lnTo>
                  <a:lnTo>
                    <a:pt x="309" y="76"/>
                  </a:lnTo>
                  <a:lnTo>
                    <a:pt x="307" y="76"/>
                  </a:lnTo>
                  <a:lnTo>
                    <a:pt x="306" y="76"/>
                  </a:lnTo>
                  <a:lnTo>
                    <a:pt x="306" y="75"/>
                  </a:lnTo>
                  <a:lnTo>
                    <a:pt x="306" y="75"/>
                  </a:lnTo>
                  <a:lnTo>
                    <a:pt x="303" y="75"/>
                  </a:lnTo>
                  <a:lnTo>
                    <a:pt x="300" y="75"/>
                  </a:lnTo>
                  <a:lnTo>
                    <a:pt x="300" y="75"/>
                  </a:lnTo>
                  <a:lnTo>
                    <a:pt x="300" y="74"/>
                  </a:lnTo>
                  <a:lnTo>
                    <a:pt x="300" y="74"/>
                  </a:lnTo>
                  <a:lnTo>
                    <a:pt x="299" y="73"/>
                  </a:lnTo>
                  <a:lnTo>
                    <a:pt x="299" y="73"/>
                  </a:lnTo>
                  <a:lnTo>
                    <a:pt x="299" y="73"/>
                  </a:lnTo>
                  <a:lnTo>
                    <a:pt x="299" y="73"/>
                  </a:lnTo>
                  <a:lnTo>
                    <a:pt x="297" y="73"/>
                  </a:lnTo>
                  <a:lnTo>
                    <a:pt x="294" y="73"/>
                  </a:lnTo>
                  <a:lnTo>
                    <a:pt x="292" y="73"/>
                  </a:lnTo>
                  <a:lnTo>
                    <a:pt x="291" y="72"/>
                  </a:lnTo>
                  <a:lnTo>
                    <a:pt x="291" y="70"/>
                  </a:lnTo>
                  <a:lnTo>
                    <a:pt x="291" y="70"/>
                  </a:lnTo>
                  <a:lnTo>
                    <a:pt x="291" y="70"/>
                  </a:lnTo>
                  <a:lnTo>
                    <a:pt x="291" y="70"/>
                  </a:lnTo>
                  <a:lnTo>
                    <a:pt x="287" y="67"/>
                  </a:lnTo>
                  <a:lnTo>
                    <a:pt x="287" y="67"/>
                  </a:lnTo>
                  <a:lnTo>
                    <a:pt x="287" y="66"/>
                  </a:lnTo>
                  <a:lnTo>
                    <a:pt x="285" y="65"/>
                  </a:lnTo>
                  <a:lnTo>
                    <a:pt x="285" y="63"/>
                  </a:lnTo>
                  <a:lnTo>
                    <a:pt x="283" y="63"/>
                  </a:lnTo>
                  <a:lnTo>
                    <a:pt x="283" y="61"/>
                  </a:lnTo>
                  <a:lnTo>
                    <a:pt x="283" y="59"/>
                  </a:lnTo>
                  <a:lnTo>
                    <a:pt x="283" y="57"/>
                  </a:lnTo>
                  <a:lnTo>
                    <a:pt x="282" y="57"/>
                  </a:lnTo>
                  <a:lnTo>
                    <a:pt x="281" y="56"/>
                  </a:lnTo>
                  <a:lnTo>
                    <a:pt x="281" y="56"/>
                  </a:lnTo>
                  <a:lnTo>
                    <a:pt x="279" y="55"/>
                  </a:lnTo>
                  <a:lnTo>
                    <a:pt x="279" y="55"/>
                  </a:lnTo>
                  <a:lnTo>
                    <a:pt x="275" y="55"/>
                  </a:lnTo>
                  <a:lnTo>
                    <a:pt x="275" y="55"/>
                  </a:lnTo>
                  <a:lnTo>
                    <a:pt x="274" y="55"/>
                  </a:lnTo>
                  <a:lnTo>
                    <a:pt x="273" y="54"/>
                  </a:lnTo>
                  <a:lnTo>
                    <a:pt x="270" y="52"/>
                  </a:lnTo>
                  <a:lnTo>
                    <a:pt x="268" y="51"/>
                  </a:lnTo>
                  <a:lnTo>
                    <a:pt x="266" y="51"/>
                  </a:lnTo>
                  <a:lnTo>
                    <a:pt x="266" y="50"/>
                  </a:lnTo>
                  <a:lnTo>
                    <a:pt x="265" y="50"/>
                  </a:lnTo>
                  <a:lnTo>
                    <a:pt x="265" y="50"/>
                  </a:lnTo>
                  <a:lnTo>
                    <a:pt x="265" y="50"/>
                  </a:lnTo>
                  <a:lnTo>
                    <a:pt x="264" y="50"/>
                  </a:lnTo>
                  <a:lnTo>
                    <a:pt x="262" y="50"/>
                  </a:lnTo>
                  <a:lnTo>
                    <a:pt x="261" y="50"/>
                  </a:lnTo>
                  <a:lnTo>
                    <a:pt x="258" y="48"/>
                  </a:lnTo>
                  <a:lnTo>
                    <a:pt x="258" y="46"/>
                  </a:lnTo>
                  <a:lnTo>
                    <a:pt x="257" y="46"/>
                  </a:lnTo>
                  <a:lnTo>
                    <a:pt x="257" y="46"/>
                  </a:lnTo>
                  <a:lnTo>
                    <a:pt x="256" y="45"/>
                  </a:lnTo>
                  <a:lnTo>
                    <a:pt x="254" y="45"/>
                  </a:lnTo>
                  <a:lnTo>
                    <a:pt x="250" y="45"/>
                  </a:lnTo>
                  <a:lnTo>
                    <a:pt x="250" y="45"/>
                  </a:lnTo>
                  <a:lnTo>
                    <a:pt x="250" y="45"/>
                  </a:lnTo>
                  <a:lnTo>
                    <a:pt x="250" y="45"/>
                  </a:lnTo>
                  <a:lnTo>
                    <a:pt x="248" y="45"/>
                  </a:lnTo>
                  <a:lnTo>
                    <a:pt x="248" y="46"/>
                  </a:lnTo>
                  <a:lnTo>
                    <a:pt x="247" y="46"/>
                  </a:lnTo>
                  <a:lnTo>
                    <a:pt x="244" y="46"/>
                  </a:lnTo>
                  <a:lnTo>
                    <a:pt x="240" y="46"/>
                  </a:lnTo>
                  <a:lnTo>
                    <a:pt x="239" y="48"/>
                  </a:lnTo>
                  <a:lnTo>
                    <a:pt x="239" y="48"/>
                  </a:lnTo>
                  <a:lnTo>
                    <a:pt x="237" y="50"/>
                  </a:lnTo>
                  <a:lnTo>
                    <a:pt x="236" y="50"/>
                  </a:lnTo>
                  <a:lnTo>
                    <a:pt x="228" y="50"/>
                  </a:lnTo>
                  <a:lnTo>
                    <a:pt x="228" y="50"/>
                  </a:lnTo>
                  <a:lnTo>
                    <a:pt x="227" y="51"/>
                  </a:lnTo>
                  <a:lnTo>
                    <a:pt x="225" y="51"/>
                  </a:lnTo>
                  <a:lnTo>
                    <a:pt x="219" y="51"/>
                  </a:lnTo>
                  <a:lnTo>
                    <a:pt x="218" y="54"/>
                  </a:lnTo>
                  <a:lnTo>
                    <a:pt x="218" y="54"/>
                  </a:lnTo>
                  <a:lnTo>
                    <a:pt x="218" y="54"/>
                  </a:lnTo>
                  <a:lnTo>
                    <a:pt x="218" y="54"/>
                  </a:lnTo>
                  <a:lnTo>
                    <a:pt x="217" y="55"/>
                  </a:lnTo>
                  <a:lnTo>
                    <a:pt x="215" y="55"/>
                  </a:lnTo>
                  <a:lnTo>
                    <a:pt x="215" y="55"/>
                  </a:lnTo>
                  <a:lnTo>
                    <a:pt x="212" y="56"/>
                  </a:lnTo>
                  <a:lnTo>
                    <a:pt x="212" y="57"/>
                  </a:lnTo>
                  <a:lnTo>
                    <a:pt x="207" y="57"/>
                  </a:lnTo>
                  <a:lnTo>
                    <a:pt x="206" y="57"/>
                  </a:lnTo>
                  <a:lnTo>
                    <a:pt x="205" y="59"/>
                  </a:lnTo>
                  <a:lnTo>
                    <a:pt x="204" y="61"/>
                  </a:lnTo>
                  <a:lnTo>
                    <a:pt x="204" y="63"/>
                  </a:lnTo>
                  <a:lnTo>
                    <a:pt x="201" y="63"/>
                  </a:lnTo>
                  <a:lnTo>
                    <a:pt x="201" y="63"/>
                  </a:lnTo>
                  <a:lnTo>
                    <a:pt x="201" y="63"/>
                  </a:lnTo>
                  <a:lnTo>
                    <a:pt x="199" y="63"/>
                  </a:lnTo>
                  <a:lnTo>
                    <a:pt x="198" y="63"/>
                  </a:lnTo>
                  <a:lnTo>
                    <a:pt x="196" y="63"/>
                  </a:lnTo>
                  <a:lnTo>
                    <a:pt x="193" y="65"/>
                  </a:lnTo>
                  <a:lnTo>
                    <a:pt x="192" y="66"/>
                  </a:lnTo>
                  <a:lnTo>
                    <a:pt x="191" y="66"/>
                  </a:lnTo>
                  <a:lnTo>
                    <a:pt x="189" y="66"/>
                  </a:lnTo>
                  <a:lnTo>
                    <a:pt x="185" y="66"/>
                  </a:lnTo>
                  <a:lnTo>
                    <a:pt x="185" y="66"/>
                  </a:lnTo>
                  <a:lnTo>
                    <a:pt x="185" y="66"/>
                  </a:lnTo>
                  <a:lnTo>
                    <a:pt x="185" y="66"/>
                  </a:lnTo>
                  <a:lnTo>
                    <a:pt x="184" y="67"/>
                  </a:lnTo>
                  <a:lnTo>
                    <a:pt x="181" y="67"/>
                  </a:lnTo>
                  <a:lnTo>
                    <a:pt x="178" y="67"/>
                  </a:lnTo>
                  <a:lnTo>
                    <a:pt x="178" y="70"/>
                  </a:lnTo>
                  <a:lnTo>
                    <a:pt x="178" y="70"/>
                  </a:lnTo>
                  <a:lnTo>
                    <a:pt x="175" y="70"/>
                  </a:lnTo>
                  <a:lnTo>
                    <a:pt x="172" y="70"/>
                  </a:lnTo>
                  <a:lnTo>
                    <a:pt x="171" y="70"/>
                  </a:lnTo>
                  <a:lnTo>
                    <a:pt x="171" y="70"/>
                  </a:lnTo>
                  <a:lnTo>
                    <a:pt x="167" y="70"/>
                  </a:lnTo>
                  <a:lnTo>
                    <a:pt x="165" y="70"/>
                  </a:lnTo>
                  <a:lnTo>
                    <a:pt x="163" y="70"/>
                  </a:lnTo>
                  <a:lnTo>
                    <a:pt x="162" y="70"/>
                  </a:lnTo>
                  <a:lnTo>
                    <a:pt x="162" y="70"/>
                  </a:lnTo>
                  <a:lnTo>
                    <a:pt x="160" y="70"/>
                  </a:lnTo>
                  <a:lnTo>
                    <a:pt x="160" y="70"/>
                  </a:lnTo>
                  <a:lnTo>
                    <a:pt x="160" y="70"/>
                  </a:lnTo>
                  <a:lnTo>
                    <a:pt x="160" y="70"/>
                  </a:lnTo>
                  <a:lnTo>
                    <a:pt x="157" y="70"/>
                  </a:lnTo>
                  <a:lnTo>
                    <a:pt x="157" y="70"/>
                  </a:lnTo>
                  <a:lnTo>
                    <a:pt x="157" y="70"/>
                  </a:lnTo>
                  <a:lnTo>
                    <a:pt x="157" y="71"/>
                  </a:lnTo>
                  <a:lnTo>
                    <a:pt x="156" y="71"/>
                  </a:lnTo>
                  <a:lnTo>
                    <a:pt x="155" y="72"/>
                  </a:lnTo>
                  <a:lnTo>
                    <a:pt x="155" y="72"/>
                  </a:lnTo>
                  <a:lnTo>
                    <a:pt x="152" y="73"/>
                  </a:lnTo>
                  <a:lnTo>
                    <a:pt x="150" y="73"/>
                  </a:lnTo>
                  <a:lnTo>
                    <a:pt x="150" y="73"/>
                  </a:lnTo>
                  <a:lnTo>
                    <a:pt x="150" y="73"/>
                  </a:lnTo>
                  <a:lnTo>
                    <a:pt x="146" y="73"/>
                  </a:lnTo>
                  <a:lnTo>
                    <a:pt x="144" y="73"/>
                  </a:lnTo>
                  <a:lnTo>
                    <a:pt x="143" y="73"/>
                  </a:lnTo>
                  <a:lnTo>
                    <a:pt x="141" y="73"/>
                  </a:lnTo>
                  <a:lnTo>
                    <a:pt x="141" y="73"/>
                  </a:lnTo>
                  <a:lnTo>
                    <a:pt x="141" y="73"/>
                  </a:lnTo>
                  <a:lnTo>
                    <a:pt x="141" y="73"/>
                  </a:lnTo>
                  <a:lnTo>
                    <a:pt x="141" y="73"/>
                  </a:lnTo>
                  <a:lnTo>
                    <a:pt x="138" y="73"/>
                  </a:lnTo>
                  <a:lnTo>
                    <a:pt x="136" y="73"/>
                  </a:lnTo>
                  <a:lnTo>
                    <a:pt x="133" y="73"/>
                  </a:lnTo>
                  <a:lnTo>
                    <a:pt x="132" y="73"/>
                  </a:lnTo>
                  <a:lnTo>
                    <a:pt x="129" y="73"/>
                  </a:lnTo>
                  <a:lnTo>
                    <a:pt x="129" y="73"/>
                  </a:lnTo>
                  <a:lnTo>
                    <a:pt x="126" y="73"/>
                  </a:lnTo>
                  <a:lnTo>
                    <a:pt x="125" y="73"/>
                  </a:lnTo>
                  <a:lnTo>
                    <a:pt x="124" y="73"/>
                  </a:lnTo>
                  <a:lnTo>
                    <a:pt x="121" y="73"/>
                  </a:lnTo>
                  <a:lnTo>
                    <a:pt x="121" y="73"/>
                  </a:lnTo>
                  <a:lnTo>
                    <a:pt x="121" y="73"/>
                  </a:lnTo>
                  <a:lnTo>
                    <a:pt x="118" y="73"/>
                  </a:lnTo>
                  <a:lnTo>
                    <a:pt x="115" y="73"/>
                  </a:lnTo>
                  <a:lnTo>
                    <a:pt x="115" y="73"/>
                  </a:lnTo>
                  <a:lnTo>
                    <a:pt x="114" y="73"/>
                  </a:lnTo>
                  <a:lnTo>
                    <a:pt x="114" y="73"/>
                  </a:lnTo>
                  <a:lnTo>
                    <a:pt x="114" y="73"/>
                  </a:lnTo>
                  <a:lnTo>
                    <a:pt x="114" y="73"/>
                  </a:lnTo>
                  <a:lnTo>
                    <a:pt x="113" y="73"/>
                  </a:lnTo>
                  <a:lnTo>
                    <a:pt x="113" y="73"/>
                  </a:lnTo>
                  <a:lnTo>
                    <a:pt x="112" y="73"/>
                  </a:lnTo>
                  <a:lnTo>
                    <a:pt x="111" y="73"/>
                  </a:lnTo>
                  <a:lnTo>
                    <a:pt x="108" y="73"/>
                  </a:lnTo>
                  <a:lnTo>
                    <a:pt x="108" y="73"/>
                  </a:lnTo>
                  <a:lnTo>
                    <a:pt x="108" y="73"/>
                  </a:lnTo>
                  <a:lnTo>
                    <a:pt x="106" y="73"/>
                  </a:lnTo>
                  <a:lnTo>
                    <a:pt x="106" y="73"/>
                  </a:lnTo>
                  <a:lnTo>
                    <a:pt x="103" y="73"/>
                  </a:lnTo>
                  <a:lnTo>
                    <a:pt x="103" y="73"/>
                  </a:lnTo>
                  <a:lnTo>
                    <a:pt x="102" y="73"/>
                  </a:lnTo>
                  <a:lnTo>
                    <a:pt x="101" y="73"/>
                  </a:lnTo>
                  <a:lnTo>
                    <a:pt x="101" y="73"/>
                  </a:lnTo>
                  <a:lnTo>
                    <a:pt x="101" y="73"/>
                  </a:lnTo>
                  <a:lnTo>
                    <a:pt x="100" y="73"/>
                  </a:lnTo>
                  <a:lnTo>
                    <a:pt x="99" y="73"/>
                  </a:lnTo>
                  <a:lnTo>
                    <a:pt x="94" y="73"/>
                  </a:lnTo>
                  <a:lnTo>
                    <a:pt x="94" y="73"/>
                  </a:lnTo>
                  <a:lnTo>
                    <a:pt x="93" y="73"/>
                  </a:lnTo>
                  <a:lnTo>
                    <a:pt x="92" y="72"/>
                  </a:lnTo>
                  <a:lnTo>
                    <a:pt x="92" y="72"/>
                  </a:lnTo>
                  <a:lnTo>
                    <a:pt x="92" y="72"/>
                  </a:lnTo>
                  <a:lnTo>
                    <a:pt x="91" y="71"/>
                  </a:lnTo>
                  <a:lnTo>
                    <a:pt x="89" y="71"/>
                  </a:lnTo>
                  <a:lnTo>
                    <a:pt x="88" y="70"/>
                  </a:lnTo>
                  <a:lnTo>
                    <a:pt x="88" y="70"/>
                  </a:lnTo>
                  <a:lnTo>
                    <a:pt x="84" y="71"/>
                  </a:lnTo>
                  <a:lnTo>
                    <a:pt x="81" y="72"/>
                  </a:lnTo>
                  <a:lnTo>
                    <a:pt x="81" y="72"/>
                  </a:lnTo>
                  <a:lnTo>
                    <a:pt x="79" y="72"/>
                  </a:lnTo>
                  <a:lnTo>
                    <a:pt x="77" y="73"/>
                  </a:lnTo>
                  <a:lnTo>
                    <a:pt x="75" y="73"/>
                  </a:lnTo>
                  <a:lnTo>
                    <a:pt x="75" y="73"/>
                  </a:lnTo>
                  <a:lnTo>
                    <a:pt x="74" y="73"/>
                  </a:lnTo>
                  <a:lnTo>
                    <a:pt x="69" y="73"/>
                  </a:lnTo>
                  <a:lnTo>
                    <a:pt x="69" y="73"/>
                  </a:lnTo>
                  <a:lnTo>
                    <a:pt x="69" y="73"/>
                  </a:lnTo>
                  <a:lnTo>
                    <a:pt x="68" y="73"/>
                  </a:lnTo>
                  <a:lnTo>
                    <a:pt x="67" y="73"/>
                  </a:lnTo>
                  <a:lnTo>
                    <a:pt x="66" y="73"/>
                  </a:lnTo>
                  <a:lnTo>
                    <a:pt x="65" y="73"/>
                  </a:lnTo>
                  <a:lnTo>
                    <a:pt x="61" y="73"/>
                  </a:lnTo>
                  <a:lnTo>
                    <a:pt x="61" y="73"/>
                  </a:lnTo>
                  <a:lnTo>
                    <a:pt x="61" y="73"/>
                  </a:lnTo>
                  <a:lnTo>
                    <a:pt x="61" y="73"/>
                  </a:lnTo>
                  <a:lnTo>
                    <a:pt x="61" y="73"/>
                  </a:lnTo>
                  <a:lnTo>
                    <a:pt x="61" y="73"/>
                  </a:lnTo>
                  <a:lnTo>
                    <a:pt x="60" y="73"/>
                  </a:lnTo>
                  <a:lnTo>
                    <a:pt x="58" y="73"/>
                  </a:lnTo>
                  <a:lnTo>
                    <a:pt x="55" y="73"/>
                  </a:lnTo>
                  <a:lnTo>
                    <a:pt x="54" y="73"/>
                  </a:lnTo>
                  <a:lnTo>
                    <a:pt x="52" y="73"/>
                  </a:lnTo>
                  <a:lnTo>
                    <a:pt x="52" y="73"/>
                  </a:lnTo>
                  <a:lnTo>
                    <a:pt x="52" y="72"/>
                  </a:lnTo>
                  <a:lnTo>
                    <a:pt x="52" y="72"/>
                  </a:lnTo>
                  <a:lnTo>
                    <a:pt x="52" y="72"/>
                  </a:lnTo>
                  <a:lnTo>
                    <a:pt x="52" y="71"/>
                  </a:lnTo>
                  <a:lnTo>
                    <a:pt x="52" y="71"/>
                  </a:lnTo>
                  <a:lnTo>
                    <a:pt x="52" y="70"/>
                  </a:lnTo>
                  <a:lnTo>
                    <a:pt x="49" y="70"/>
                  </a:lnTo>
                  <a:lnTo>
                    <a:pt x="48" y="70"/>
                  </a:lnTo>
                  <a:lnTo>
                    <a:pt x="48" y="70"/>
                  </a:lnTo>
                  <a:lnTo>
                    <a:pt x="45" y="70"/>
                  </a:lnTo>
                  <a:lnTo>
                    <a:pt x="43" y="70"/>
                  </a:lnTo>
                  <a:lnTo>
                    <a:pt x="42" y="70"/>
                  </a:lnTo>
                  <a:lnTo>
                    <a:pt x="41" y="70"/>
                  </a:lnTo>
                  <a:lnTo>
                    <a:pt x="38" y="70"/>
                  </a:lnTo>
                  <a:lnTo>
                    <a:pt x="34" y="70"/>
                  </a:lnTo>
                  <a:lnTo>
                    <a:pt x="34" y="70"/>
                  </a:lnTo>
                  <a:lnTo>
                    <a:pt x="33" y="70"/>
                  </a:lnTo>
                  <a:lnTo>
                    <a:pt x="31" y="70"/>
                  </a:lnTo>
                  <a:lnTo>
                    <a:pt x="30" y="70"/>
                  </a:lnTo>
                  <a:lnTo>
                    <a:pt x="30" y="71"/>
                  </a:lnTo>
                  <a:lnTo>
                    <a:pt x="30" y="71"/>
                  </a:lnTo>
                  <a:lnTo>
                    <a:pt x="29" y="72"/>
                  </a:lnTo>
                  <a:lnTo>
                    <a:pt x="28" y="72"/>
                  </a:lnTo>
                  <a:lnTo>
                    <a:pt x="27" y="71"/>
                  </a:lnTo>
                  <a:lnTo>
                    <a:pt x="27" y="71"/>
                  </a:lnTo>
                  <a:lnTo>
                    <a:pt x="26" y="70"/>
                  </a:lnTo>
                  <a:lnTo>
                    <a:pt x="24" y="70"/>
                  </a:lnTo>
                  <a:lnTo>
                    <a:pt x="24" y="70"/>
                  </a:lnTo>
                  <a:lnTo>
                    <a:pt x="23" y="70"/>
                  </a:lnTo>
                  <a:lnTo>
                    <a:pt x="23" y="70"/>
                  </a:lnTo>
                  <a:lnTo>
                    <a:pt x="23" y="70"/>
                  </a:lnTo>
                  <a:lnTo>
                    <a:pt x="21" y="70"/>
                  </a:lnTo>
                  <a:lnTo>
                    <a:pt x="21" y="70"/>
                  </a:lnTo>
                  <a:lnTo>
                    <a:pt x="21" y="70"/>
                  </a:lnTo>
                  <a:lnTo>
                    <a:pt x="21" y="70"/>
                  </a:lnTo>
                  <a:lnTo>
                    <a:pt x="21" y="70"/>
                  </a:lnTo>
                  <a:lnTo>
                    <a:pt x="21" y="70"/>
                  </a:lnTo>
                  <a:lnTo>
                    <a:pt x="18" y="70"/>
                  </a:lnTo>
                  <a:lnTo>
                    <a:pt x="18" y="70"/>
                  </a:lnTo>
                  <a:lnTo>
                    <a:pt x="18" y="70"/>
                  </a:lnTo>
                  <a:lnTo>
                    <a:pt x="18" y="70"/>
                  </a:lnTo>
                  <a:lnTo>
                    <a:pt x="16" y="70"/>
                  </a:lnTo>
                  <a:lnTo>
                    <a:pt x="14" y="70"/>
                  </a:lnTo>
                  <a:lnTo>
                    <a:pt x="14" y="70"/>
                  </a:lnTo>
                  <a:lnTo>
                    <a:pt x="13" y="70"/>
                  </a:lnTo>
                  <a:lnTo>
                    <a:pt x="13" y="70"/>
                  </a:lnTo>
                  <a:lnTo>
                    <a:pt x="13" y="70"/>
                  </a:lnTo>
                  <a:lnTo>
                    <a:pt x="12" y="70"/>
                  </a:lnTo>
                  <a:lnTo>
                    <a:pt x="12" y="70"/>
                  </a:lnTo>
                  <a:lnTo>
                    <a:pt x="10" y="70"/>
                  </a:lnTo>
                  <a:lnTo>
                    <a:pt x="9" y="70"/>
                  </a:lnTo>
                  <a:lnTo>
                    <a:pt x="9" y="70"/>
                  </a:lnTo>
                  <a:lnTo>
                    <a:pt x="9" y="67"/>
                  </a:lnTo>
                  <a:lnTo>
                    <a:pt x="7" y="67"/>
                  </a:lnTo>
                  <a:lnTo>
                    <a:pt x="6" y="67"/>
                  </a:lnTo>
                  <a:lnTo>
                    <a:pt x="5" y="66"/>
                  </a:lnTo>
                  <a:lnTo>
                    <a:pt x="4" y="66"/>
                  </a:lnTo>
                  <a:lnTo>
                    <a:pt x="4" y="63"/>
                  </a:lnTo>
                  <a:lnTo>
                    <a:pt x="1" y="63"/>
                  </a:lnTo>
                  <a:lnTo>
                    <a:pt x="1" y="59"/>
                  </a:lnTo>
                  <a:lnTo>
                    <a:pt x="0" y="57"/>
                  </a:lnTo>
                  <a:lnTo>
                    <a:pt x="0" y="55"/>
                  </a:lnTo>
                  <a:lnTo>
                    <a:pt x="1" y="54"/>
                  </a:lnTo>
                  <a:lnTo>
                    <a:pt x="1" y="54"/>
                  </a:lnTo>
                </a:path>
              </a:pathLst>
            </a:custGeom>
            <a:solidFill>
              <a:srgbClr val="ffefce"/>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16" name=""/>
            <p:cNvSpPr/>
            <p:nvPr/>
          </p:nvSpPr>
          <p:spPr>
            <a:xfrm>
              <a:off x="2800440" y="3676680"/>
              <a:ext cx="52200" cy="20520"/>
            </a:xfrm>
            <a:custGeom>
              <a:avLst/>
              <a:gdLst/>
              <a:ahLst/>
              <a:rect l="l" t="t" r="r" b="b"/>
              <a:pathLst>
                <a:path w="33" h="13">
                  <a:moveTo>
                    <a:pt x="28" y="1"/>
                  </a:moveTo>
                  <a:lnTo>
                    <a:pt x="27" y="1"/>
                  </a:lnTo>
                  <a:lnTo>
                    <a:pt x="26" y="3"/>
                  </a:lnTo>
                  <a:lnTo>
                    <a:pt x="22" y="3"/>
                  </a:lnTo>
                  <a:lnTo>
                    <a:pt x="22" y="3"/>
                  </a:lnTo>
                  <a:lnTo>
                    <a:pt x="22" y="3"/>
                  </a:lnTo>
                  <a:lnTo>
                    <a:pt x="22" y="3"/>
                  </a:lnTo>
                  <a:lnTo>
                    <a:pt x="22" y="3"/>
                  </a:lnTo>
                  <a:lnTo>
                    <a:pt x="22" y="1"/>
                  </a:lnTo>
                  <a:lnTo>
                    <a:pt x="22" y="1"/>
                  </a:lnTo>
                  <a:lnTo>
                    <a:pt x="22" y="1"/>
                  </a:lnTo>
                  <a:lnTo>
                    <a:pt x="22" y="1"/>
                  </a:lnTo>
                  <a:lnTo>
                    <a:pt x="22" y="0"/>
                  </a:lnTo>
                  <a:lnTo>
                    <a:pt x="21" y="0"/>
                  </a:lnTo>
                  <a:lnTo>
                    <a:pt x="20" y="0"/>
                  </a:lnTo>
                  <a:lnTo>
                    <a:pt x="20" y="0"/>
                  </a:lnTo>
                  <a:lnTo>
                    <a:pt x="20" y="0"/>
                  </a:lnTo>
                  <a:lnTo>
                    <a:pt x="16" y="1"/>
                  </a:lnTo>
                  <a:lnTo>
                    <a:pt x="16" y="1"/>
                  </a:lnTo>
                  <a:lnTo>
                    <a:pt x="14" y="1"/>
                  </a:lnTo>
                  <a:lnTo>
                    <a:pt x="14" y="3"/>
                  </a:lnTo>
                  <a:lnTo>
                    <a:pt x="13" y="3"/>
                  </a:lnTo>
                  <a:lnTo>
                    <a:pt x="13" y="3"/>
                  </a:lnTo>
                  <a:lnTo>
                    <a:pt x="13" y="3"/>
                  </a:lnTo>
                  <a:lnTo>
                    <a:pt x="13" y="3"/>
                  </a:lnTo>
                  <a:lnTo>
                    <a:pt x="13" y="3"/>
                  </a:lnTo>
                  <a:lnTo>
                    <a:pt x="11" y="3"/>
                  </a:lnTo>
                  <a:lnTo>
                    <a:pt x="9" y="3"/>
                  </a:lnTo>
                  <a:lnTo>
                    <a:pt x="8" y="3"/>
                  </a:lnTo>
                  <a:lnTo>
                    <a:pt x="7" y="3"/>
                  </a:lnTo>
                  <a:lnTo>
                    <a:pt x="4" y="4"/>
                  </a:lnTo>
                  <a:lnTo>
                    <a:pt x="3" y="5"/>
                  </a:lnTo>
                  <a:lnTo>
                    <a:pt x="3" y="6"/>
                  </a:lnTo>
                  <a:lnTo>
                    <a:pt x="3" y="8"/>
                  </a:lnTo>
                  <a:lnTo>
                    <a:pt x="3" y="12"/>
                  </a:lnTo>
                  <a:lnTo>
                    <a:pt x="0" y="12"/>
                  </a:lnTo>
                  <a:lnTo>
                    <a:pt x="0" y="12"/>
                  </a:lnTo>
                  <a:lnTo>
                    <a:pt x="0" y="12"/>
                  </a:lnTo>
                  <a:lnTo>
                    <a:pt x="3" y="12"/>
                  </a:lnTo>
                  <a:lnTo>
                    <a:pt x="3" y="12"/>
                  </a:lnTo>
                  <a:lnTo>
                    <a:pt x="3" y="12"/>
                  </a:lnTo>
                  <a:lnTo>
                    <a:pt x="3" y="12"/>
                  </a:lnTo>
                  <a:lnTo>
                    <a:pt x="4" y="12"/>
                  </a:lnTo>
                  <a:lnTo>
                    <a:pt x="4" y="8"/>
                  </a:lnTo>
                  <a:lnTo>
                    <a:pt x="7" y="8"/>
                  </a:lnTo>
                  <a:lnTo>
                    <a:pt x="8" y="6"/>
                  </a:lnTo>
                  <a:lnTo>
                    <a:pt x="8" y="5"/>
                  </a:lnTo>
                  <a:lnTo>
                    <a:pt x="9" y="4"/>
                  </a:lnTo>
                  <a:lnTo>
                    <a:pt x="11" y="4"/>
                  </a:lnTo>
                  <a:lnTo>
                    <a:pt x="13" y="4"/>
                  </a:lnTo>
                  <a:lnTo>
                    <a:pt x="13" y="4"/>
                  </a:lnTo>
                  <a:lnTo>
                    <a:pt x="13" y="4"/>
                  </a:lnTo>
                  <a:lnTo>
                    <a:pt x="13" y="4"/>
                  </a:lnTo>
                  <a:lnTo>
                    <a:pt x="13" y="5"/>
                  </a:lnTo>
                  <a:lnTo>
                    <a:pt x="13" y="5"/>
                  </a:lnTo>
                  <a:lnTo>
                    <a:pt x="13" y="6"/>
                  </a:lnTo>
                  <a:lnTo>
                    <a:pt x="13" y="7"/>
                  </a:lnTo>
                  <a:lnTo>
                    <a:pt x="13" y="8"/>
                  </a:lnTo>
                  <a:lnTo>
                    <a:pt x="13" y="8"/>
                  </a:lnTo>
                  <a:lnTo>
                    <a:pt x="13" y="12"/>
                  </a:lnTo>
                  <a:lnTo>
                    <a:pt x="13" y="12"/>
                  </a:lnTo>
                  <a:lnTo>
                    <a:pt x="13" y="12"/>
                  </a:lnTo>
                  <a:lnTo>
                    <a:pt x="13" y="12"/>
                  </a:lnTo>
                  <a:lnTo>
                    <a:pt x="13" y="12"/>
                  </a:lnTo>
                  <a:lnTo>
                    <a:pt x="13" y="12"/>
                  </a:lnTo>
                  <a:lnTo>
                    <a:pt x="13" y="8"/>
                  </a:lnTo>
                  <a:lnTo>
                    <a:pt x="14" y="8"/>
                  </a:lnTo>
                  <a:lnTo>
                    <a:pt x="15" y="8"/>
                  </a:lnTo>
                  <a:lnTo>
                    <a:pt x="16" y="8"/>
                  </a:lnTo>
                  <a:lnTo>
                    <a:pt x="16" y="7"/>
                  </a:lnTo>
                  <a:lnTo>
                    <a:pt x="16" y="7"/>
                  </a:lnTo>
                  <a:lnTo>
                    <a:pt x="16" y="6"/>
                  </a:lnTo>
                  <a:lnTo>
                    <a:pt x="16" y="6"/>
                  </a:lnTo>
                  <a:lnTo>
                    <a:pt x="16" y="5"/>
                  </a:lnTo>
                  <a:lnTo>
                    <a:pt x="19" y="5"/>
                  </a:lnTo>
                  <a:lnTo>
                    <a:pt x="20" y="4"/>
                  </a:lnTo>
                  <a:lnTo>
                    <a:pt x="20" y="4"/>
                  </a:lnTo>
                  <a:lnTo>
                    <a:pt x="20" y="4"/>
                  </a:lnTo>
                  <a:lnTo>
                    <a:pt x="22" y="4"/>
                  </a:lnTo>
                  <a:lnTo>
                    <a:pt x="22" y="4"/>
                  </a:lnTo>
                  <a:lnTo>
                    <a:pt x="22" y="4"/>
                  </a:lnTo>
                  <a:lnTo>
                    <a:pt x="22" y="3"/>
                  </a:lnTo>
                  <a:lnTo>
                    <a:pt x="22" y="3"/>
                  </a:lnTo>
                  <a:lnTo>
                    <a:pt x="22" y="3"/>
                  </a:lnTo>
                  <a:lnTo>
                    <a:pt x="26" y="3"/>
                  </a:lnTo>
                  <a:lnTo>
                    <a:pt x="27" y="3"/>
                  </a:lnTo>
                  <a:lnTo>
                    <a:pt x="28" y="3"/>
                  </a:lnTo>
                  <a:lnTo>
                    <a:pt x="28" y="3"/>
                  </a:lnTo>
                  <a:lnTo>
                    <a:pt x="29" y="1"/>
                  </a:lnTo>
                  <a:lnTo>
                    <a:pt x="30" y="1"/>
                  </a:lnTo>
                  <a:lnTo>
                    <a:pt x="30" y="0"/>
                  </a:lnTo>
                  <a:lnTo>
                    <a:pt x="32" y="0"/>
                  </a:lnTo>
                  <a:lnTo>
                    <a:pt x="32" y="0"/>
                  </a:lnTo>
                  <a:lnTo>
                    <a:pt x="30" y="0"/>
                  </a:lnTo>
                  <a:lnTo>
                    <a:pt x="30" y="0"/>
                  </a:lnTo>
                  <a:lnTo>
                    <a:pt x="28" y="1"/>
                  </a:lnTo>
                  <a:lnTo>
                    <a:pt x="28" y="1"/>
                  </a:lnTo>
                  <a:lnTo>
                    <a:pt x="28" y="1"/>
                  </a:lnTo>
                </a:path>
              </a:pathLst>
            </a:custGeom>
            <a:solidFill>
              <a:srgbClr val="626200"/>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017" name=""/>
            <p:cNvSpPr/>
            <p:nvPr/>
          </p:nvSpPr>
          <p:spPr>
            <a:xfrm>
              <a:off x="2797200" y="3657600"/>
              <a:ext cx="49320" cy="27000"/>
            </a:xfrm>
            <a:custGeom>
              <a:avLst/>
              <a:gdLst/>
              <a:ahLst/>
              <a:rect l="l" t="t" r="r" b="b"/>
              <a:pathLst>
                <a:path w="31" h="17">
                  <a:moveTo>
                    <a:pt x="30" y="2"/>
                  </a:moveTo>
                  <a:lnTo>
                    <a:pt x="30" y="2"/>
                  </a:lnTo>
                  <a:lnTo>
                    <a:pt x="30" y="5"/>
                  </a:lnTo>
                  <a:lnTo>
                    <a:pt x="29" y="5"/>
                  </a:lnTo>
                  <a:lnTo>
                    <a:pt x="29" y="5"/>
                  </a:lnTo>
                  <a:lnTo>
                    <a:pt x="26" y="5"/>
                  </a:lnTo>
                  <a:lnTo>
                    <a:pt x="24" y="6"/>
                  </a:lnTo>
                  <a:lnTo>
                    <a:pt x="24" y="8"/>
                  </a:lnTo>
                  <a:lnTo>
                    <a:pt x="24" y="8"/>
                  </a:lnTo>
                  <a:lnTo>
                    <a:pt x="24" y="8"/>
                  </a:lnTo>
                  <a:lnTo>
                    <a:pt x="22" y="8"/>
                  </a:lnTo>
                  <a:lnTo>
                    <a:pt x="22" y="8"/>
                  </a:lnTo>
                  <a:lnTo>
                    <a:pt x="18" y="10"/>
                  </a:lnTo>
                  <a:lnTo>
                    <a:pt x="17" y="10"/>
                  </a:lnTo>
                  <a:lnTo>
                    <a:pt x="15" y="10"/>
                  </a:lnTo>
                  <a:lnTo>
                    <a:pt x="15" y="10"/>
                  </a:lnTo>
                  <a:lnTo>
                    <a:pt x="15" y="12"/>
                  </a:lnTo>
                  <a:lnTo>
                    <a:pt x="15" y="12"/>
                  </a:lnTo>
                  <a:lnTo>
                    <a:pt x="13" y="13"/>
                  </a:lnTo>
                  <a:lnTo>
                    <a:pt x="10" y="13"/>
                  </a:lnTo>
                  <a:lnTo>
                    <a:pt x="9" y="15"/>
                  </a:lnTo>
                  <a:lnTo>
                    <a:pt x="6" y="15"/>
                  </a:lnTo>
                  <a:lnTo>
                    <a:pt x="5" y="15"/>
                  </a:lnTo>
                  <a:lnTo>
                    <a:pt x="5" y="15"/>
                  </a:lnTo>
                  <a:lnTo>
                    <a:pt x="5" y="15"/>
                  </a:lnTo>
                  <a:lnTo>
                    <a:pt x="2" y="16"/>
                  </a:lnTo>
                  <a:lnTo>
                    <a:pt x="1" y="16"/>
                  </a:lnTo>
                  <a:lnTo>
                    <a:pt x="0" y="16"/>
                  </a:lnTo>
                  <a:lnTo>
                    <a:pt x="0" y="16"/>
                  </a:lnTo>
                  <a:lnTo>
                    <a:pt x="0" y="15"/>
                  </a:lnTo>
                  <a:lnTo>
                    <a:pt x="0" y="15"/>
                  </a:lnTo>
                  <a:lnTo>
                    <a:pt x="0" y="15"/>
                  </a:lnTo>
                  <a:lnTo>
                    <a:pt x="0" y="15"/>
                  </a:lnTo>
                  <a:lnTo>
                    <a:pt x="1" y="15"/>
                  </a:lnTo>
                  <a:lnTo>
                    <a:pt x="5" y="15"/>
                  </a:lnTo>
                  <a:lnTo>
                    <a:pt x="5" y="13"/>
                  </a:lnTo>
                  <a:lnTo>
                    <a:pt x="5" y="13"/>
                  </a:lnTo>
                  <a:lnTo>
                    <a:pt x="6" y="12"/>
                  </a:lnTo>
                  <a:lnTo>
                    <a:pt x="9" y="12"/>
                  </a:lnTo>
                  <a:lnTo>
                    <a:pt x="10" y="10"/>
                  </a:lnTo>
                  <a:lnTo>
                    <a:pt x="11" y="10"/>
                  </a:lnTo>
                  <a:lnTo>
                    <a:pt x="13" y="10"/>
                  </a:lnTo>
                  <a:lnTo>
                    <a:pt x="15" y="8"/>
                  </a:lnTo>
                  <a:lnTo>
                    <a:pt x="15" y="8"/>
                  </a:lnTo>
                  <a:lnTo>
                    <a:pt x="16" y="6"/>
                  </a:lnTo>
                  <a:lnTo>
                    <a:pt x="18" y="5"/>
                  </a:lnTo>
                  <a:lnTo>
                    <a:pt x="21" y="5"/>
                  </a:lnTo>
                  <a:lnTo>
                    <a:pt x="22" y="5"/>
                  </a:lnTo>
                  <a:lnTo>
                    <a:pt x="22" y="5"/>
                  </a:lnTo>
                  <a:lnTo>
                    <a:pt x="24" y="5"/>
                  </a:lnTo>
                  <a:lnTo>
                    <a:pt x="24" y="2"/>
                  </a:lnTo>
                  <a:lnTo>
                    <a:pt x="24" y="1"/>
                  </a:lnTo>
                  <a:lnTo>
                    <a:pt x="24" y="1"/>
                  </a:lnTo>
                  <a:lnTo>
                    <a:pt x="28" y="0"/>
                  </a:lnTo>
                  <a:lnTo>
                    <a:pt x="29" y="0"/>
                  </a:lnTo>
                  <a:lnTo>
                    <a:pt x="30" y="1"/>
                  </a:lnTo>
                  <a:lnTo>
                    <a:pt x="30" y="2"/>
                  </a:lnTo>
                  <a:lnTo>
                    <a:pt x="30" y="2"/>
                  </a:lnTo>
                </a:path>
              </a:pathLst>
            </a:custGeom>
            <a:solidFill>
              <a:srgbClr val="ffc0b6"/>
            </a:solidFill>
            <a:ln w="9360">
              <a:solidFill>
                <a:srgbClr val="82c168"/>
              </a:solidFill>
              <a:round/>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018" name=""/>
            <p:cNvSpPr/>
            <p:nvPr/>
          </p:nvSpPr>
          <p:spPr>
            <a:xfrm>
              <a:off x="2741760" y="3733920"/>
              <a:ext cx="55440" cy="33120"/>
            </a:xfrm>
            <a:custGeom>
              <a:avLst/>
              <a:gdLst/>
              <a:ahLst/>
              <a:rect l="l" t="t" r="r" b="b"/>
              <a:pathLst>
                <a:path w="35" h="21">
                  <a:moveTo>
                    <a:pt x="31" y="0"/>
                  </a:moveTo>
                  <a:lnTo>
                    <a:pt x="31" y="0"/>
                  </a:lnTo>
                  <a:lnTo>
                    <a:pt x="33" y="1"/>
                  </a:lnTo>
                  <a:lnTo>
                    <a:pt x="34" y="1"/>
                  </a:lnTo>
                  <a:lnTo>
                    <a:pt x="34" y="1"/>
                  </a:lnTo>
                  <a:lnTo>
                    <a:pt x="34" y="1"/>
                  </a:lnTo>
                  <a:lnTo>
                    <a:pt x="34" y="3"/>
                  </a:lnTo>
                  <a:lnTo>
                    <a:pt x="34" y="3"/>
                  </a:lnTo>
                  <a:lnTo>
                    <a:pt x="33" y="3"/>
                  </a:lnTo>
                  <a:lnTo>
                    <a:pt x="31" y="3"/>
                  </a:lnTo>
                  <a:lnTo>
                    <a:pt x="31" y="3"/>
                  </a:lnTo>
                  <a:lnTo>
                    <a:pt x="31" y="3"/>
                  </a:lnTo>
                  <a:lnTo>
                    <a:pt x="30" y="3"/>
                  </a:lnTo>
                  <a:lnTo>
                    <a:pt x="30" y="3"/>
                  </a:lnTo>
                  <a:lnTo>
                    <a:pt x="28" y="3"/>
                  </a:lnTo>
                  <a:lnTo>
                    <a:pt x="28" y="3"/>
                  </a:lnTo>
                  <a:lnTo>
                    <a:pt x="26" y="7"/>
                  </a:lnTo>
                  <a:lnTo>
                    <a:pt x="26" y="7"/>
                  </a:lnTo>
                  <a:lnTo>
                    <a:pt x="26" y="7"/>
                  </a:lnTo>
                  <a:lnTo>
                    <a:pt x="26" y="7"/>
                  </a:lnTo>
                  <a:lnTo>
                    <a:pt x="24" y="8"/>
                  </a:lnTo>
                  <a:lnTo>
                    <a:pt x="24" y="8"/>
                  </a:lnTo>
                  <a:lnTo>
                    <a:pt x="21" y="8"/>
                  </a:lnTo>
                  <a:lnTo>
                    <a:pt x="19" y="12"/>
                  </a:lnTo>
                  <a:lnTo>
                    <a:pt x="17" y="12"/>
                  </a:lnTo>
                  <a:lnTo>
                    <a:pt x="13" y="13"/>
                  </a:lnTo>
                  <a:lnTo>
                    <a:pt x="12" y="14"/>
                  </a:lnTo>
                  <a:lnTo>
                    <a:pt x="8" y="15"/>
                  </a:lnTo>
                  <a:lnTo>
                    <a:pt x="8" y="15"/>
                  </a:lnTo>
                  <a:lnTo>
                    <a:pt x="8" y="18"/>
                  </a:lnTo>
                  <a:lnTo>
                    <a:pt x="6" y="18"/>
                  </a:lnTo>
                  <a:lnTo>
                    <a:pt x="6" y="18"/>
                  </a:lnTo>
                  <a:lnTo>
                    <a:pt x="6" y="18"/>
                  </a:lnTo>
                  <a:lnTo>
                    <a:pt x="3" y="18"/>
                  </a:lnTo>
                  <a:lnTo>
                    <a:pt x="3" y="18"/>
                  </a:lnTo>
                  <a:lnTo>
                    <a:pt x="3" y="20"/>
                  </a:lnTo>
                  <a:lnTo>
                    <a:pt x="3" y="20"/>
                  </a:lnTo>
                  <a:lnTo>
                    <a:pt x="3" y="20"/>
                  </a:lnTo>
                  <a:lnTo>
                    <a:pt x="1" y="18"/>
                  </a:lnTo>
                  <a:lnTo>
                    <a:pt x="1" y="18"/>
                  </a:lnTo>
                  <a:lnTo>
                    <a:pt x="0" y="18"/>
                  </a:lnTo>
                  <a:lnTo>
                    <a:pt x="1" y="18"/>
                  </a:lnTo>
                  <a:lnTo>
                    <a:pt x="1" y="18"/>
                  </a:lnTo>
                  <a:lnTo>
                    <a:pt x="3" y="18"/>
                  </a:lnTo>
                  <a:lnTo>
                    <a:pt x="3" y="18"/>
                  </a:lnTo>
                  <a:lnTo>
                    <a:pt x="6" y="15"/>
                  </a:lnTo>
                  <a:lnTo>
                    <a:pt x="6" y="15"/>
                  </a:lnTo>
                  <a:lnTo>
                    <a:pt x="6" y="15"/>
                  </a:lnTo>
                  <a:lnTo>
                    <a:pt x="8" y="15"/>
                  </a:lnTo>
                  <a:lnTo>
                    <a:pt x="8" y="14"/>
                  </a:lnTo>
                  <a:lnTo>
                    <a:pt x="11" y="13"/>
                  </a:lnTo>
                  <a:lnTo>
                    <a:pt x="13" y="12"/>
                  </a:lnTo>
                  <a:lnTo>
                    <a:pt x="13" y="12"/>
                  </a:lnTo>
                  <a:lnTo>
                    <a:pt x="19" y="8"/>
                  </a:lnTo>
                  <a:lnTo>
                    <a:pt x="19" y="8"/>
                  </a:lnTo>
                  <a:lnTo>
                    <a:pt x="21" y="8"/>
                  </a:lnTo>
                  <a:lnTo>
                    <a:pt x="22" y="7"/>
                  </a:lnTo>
                  <a:lnTo>
                    <a:pt x="24" y="7"/>
                  </a:lnTo>
                  <a:lnTo>
                    <a:pt x="24" y="3"/>
                  </a:lnTo>
                  <a:lnTo>
                    <a:pt x="26" y="3"/>
                  </a:lnTo>
                  <a:lnTo>
                    <a:pt x="26" y="3"/>
                  </a:lnTo>
                  <a:lnTo>
                    <a:pt x="28" y="1"/>
                  </a:lnTo>
                  <a:lnTo>
                    <a:pt x="30" y="1"/>
                  </a:lnTo>
                  <a:lnTo>
                    <a:pt x="31" y="0"/>
                  </a:lnTo>
                  <a:lnTo>
                    <a:pt x="31" y="0"/>
                  </a:lnTo>
                  <a:lnTo>
                    <a:pt x="31" y="0"/>
                  </a:lnTo>
                </a:path>
              </a:pathLst>
            </a:custGeom>
            <a:solidFill>
              <a:srgbClr val="626200"/>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2019" name=""/>
            <p:cNvSpPr/>
            <p:nvPr/>
          </p:nvSpPr>
          <p:spPr>
            <a:xfrm>
              <a:off x="2805120" y="3730680"/>
              <a:ext cx="1440" cy="9360"/>
            </a:xfrm>
            <a:custGeom>
              <a:avLst/>
              <a:gdLst/>
              <a:ahLst/>
              <a:rect l="l" t="t" r="r" b="b"/>
              <a:pathLst>
                <a:path w="1" h="6">
                  <a:moveTo>
                    <a:pt x="0" y="0"/>
                  </a:moveTo>
                  <a:lnTo>
                    <a:pt x="0" y="2"/>
                  </a:lnTo>
                  <a:lnTo>
                    <a:pt x="0" y="3"/>
                  </a:lnTo>
                  <a:lnTo>
                    <a:pt x="0" y="5"/>
                  </a:lnTo>
                  <a:lnTo>
                    <a:pt x="0" y="5"/>
                  </a:lnTo>
                  <a:lnTo>
                    <a:pt x="0" y="5"/>
                  </a:lnTo>
                  <a:lnTo>
                    <a:pt x="0" y="5"/>
                  </a:lnTo>
                  <a:lnTo>
                    <a:pt x="0" y="5"/>
                  </a:lnTo>
                  <a:lnTo>
                    <a:pt x="0" y="5"/>
                  </a:lnTo>
                  <a:lnTo>
                    <a:pt x="0" y="3"/>
                  </a:lnTo>
                  <a:lnTo>
                    <a:pt x="0" y="3"/>
                  </a:lnTo>
                  <a:lnTo>
                    <a:pt x="0" y="3"/>
                  </a:lnTo>
                  <a:lnTo>
                    <a:pt x="0" y="3"/>
                  </a:lnTo>
                  <a:lnTo>
                    <a:pt x="0" y="2"/>
                  </a:lnTo>
                  <a:lnTo>
                    <a:pt x="0" y="0"/>
                  </a:lnTo>
                  <a:lnTo>
                    <a:pt x="0" y="0"/>
                  </a:lnTo>
                  <a:lnTo>
                    <a:pt x="0" y="0"/>
                  </a:lnTo>
                  <a:lnTo>
                    <a:pt x="0" y="0"/>
                  </a:lnTo>
                </a:path>
              </a:pathLst>
            </a:custGeom>
            <a:solidFill>
              <a:srgbClr val="626200"/>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020" name=""/>
            <p:cNvSpPr/>
            <p:nvPr/>
          </p:nvSpPr>
          <p:spPr>
            <a:xfrm>
              <a:off x="2774880" y="3746520"/>
              <a:ext cx="50760" cy="28440"/>
            </a:xfrm>
            <a:custGeom>
              <a:avLst/>
              <a:gdLst/>
              <a:ahLst/>
              <a:rect l="l" t="t" r="r" b="b"/>
              <a:pathLst>
                <a:path w="32" h="18">
                  <a:moveTo>
                    <a:pt x="19" y="0"/>
                  </a:moveTo>
                  <a:lnTo>
                    <a:pt x="19" y="0"/>
                  </a:lnTo>
                  <a:lnTo>
                    <a:pt x="19" y="0"/>
                  </a:lnTo>
                  <a:lnTo>
                    <a:pt x="16" y="0"/>
                  </a:lnTo>
                  <a:lnTo>
                    <a:pt x="14" y="0"/>
                  </a:lnTo>
                  <a:lnTo>
                    <a:pt x="13" y="0"/>
                  </a:lnTo>
                  <a:lnTo>
                    <a:pt x="13" y="0"/>
                  </a:lnTo>
                  <a:lnTo>
                    <a:pt x="12" y="4"/>
                  </a:lnTo>
                  <a:lnTo>
                    <a:pt x="10" y="4"/>
                  </a:lnTo>
                  <a:lnTo>
                    <a:pt x="10" y="5"/>
                  </a:lnTo>
                  <a:lnTo>
                    <a:pt x="10" y="5"/>
                  </a:lnTo>
                  <a:lnTo>
                    <a:pt x="9" y="7"/>
                  </a:lnTo>
                  <a:lnTo>
                    <a:pt x="7" y="10"/>
                  </a:lnTo>
                  <a:lnTo>
                    <a:pt x="5" y="10"/>
                  </a:lnTo>
                  <a:lnTo>
                    <a:pt x="3" y="12"/>
                  </a:lnTo>
                  <a:lnTo>
                    <a:pt x="3" y="15"/>
                  </a:lnTo>
                  <a:lnTo>
                    <a:pt x="0" y="17"/>
                  </a:lnTo>
                  <a:lnTo>
                    <a:pt x="0" y="17"/>
                  </a:lnTo>
                  <a:lnTo>
                    <a:pt x="0" y="17"/>
                  </a:lnTo>
                  <a:lnTo>
                    <a:pt x="3" y="15"/>
                  </a:lnTo>
                  <a:lnTo>
                    <a:pt x="3" y="13"/>
                  </a:lnTo>
                  <a:lnTo>
                    <a:pt x="5" y="12"/>
                  </a:lnTo>
                  <a:lnTo>
                    <a:pt x="7" y="10"/>
                  </a:lnTo>
                  <a:lnTo>
                    <a:pt x="9" y="10"/>
                  </a:lnTo>
                  <a:lnTo>
                    <a:pt x="10" y="7"/>
                  </a:lnTo>
                  <a:lnTo>
                    <a:pt x="10" y="7"/>
                  </a:lnTo>
                  <a:lnTo>
                    <a:pt x="10" y="7"/>
                  </a:lnTo>
                  <a:lnTo>
                    <a:pt x="10" y="7"/>
                  </a:lnTo>
                  <a:lnTo>
                    <a:pt x="10" y="7"/>
                  </a:lnTo>
                  <a:lnTo>
                    <a:pt x="12" y="7"/>
                  </a:lnTo>
                  <a:lnTo>
                    <a:pt x="13" y="7"/>
                  </a:lnTo>
                  <a:lnTo>
                    <a:pt x="14" y="7"/>
                  </a:lnTo>
                  <a:lnTo>
                    <a:pt x="15" y="7"/>
                  </a:lnTo>
                  <a:lnTo>
                    <a:pt x="19" y="7"/>
                  </a:lnTo>
                  <a:lnTo>
                    <a:pt x="19" y="7"/>
                  </a:lnTo>
                  <a:lnTo>
                    <a:pt x="20" y="7"/>
                  </a:lnTo>
                  <a:lnTo>
                    <a:pt x="20" y="7"/>
                  </a:lnTo>
                  <a:lnTo>
                    <a:pt x="24" y="7"/>
                  </a:lnTo>
                  <a:lnTo>
                    <a:pt x="25" y="7"/>
                  </a:lnTo>
                  <a:lnTo>
                    <a:pt x="29" y="7"/>
                  </a:lnTo>
                  <a:lnTo>
                    <a:pt x="29" y="7"/>
                  </a:lnTo>
                  <a:lnTo>
                    <a:pt x="29" y="7"/>
                  </a:lnTo>
                  <a:lnTo>
                    <a:pt x="29" y="7"/>
                  </a:lnTo>
                  <a:lnTo>
                    <a:pt x="29" y="6"/>
                  </a:lnTo>
                  <a:lnTo>
                    <a:pt x="27" y="5"/>
                  </a:lnTo>
                  <a:lnTo>
                    <a:pt x="25" y="5"/>
                  </a:lnTo>
                  <a:lnTo>
                    <a:pt x="25" y="5"/>
                  </a:lnTo>
                  <a:lnTo>
                    <a:pt x="24" y="4"/>
                  </a:lnTo>
                  <a:lnTo>
                    <a:pt x="24" y="4"/>
                  </a:lnTo>
                  <a:lnTo>
                    <a:pt x="25" y="4"/>
                  </a:lnTo>
                  <a:lnTo>
                    <a:pt x="25" y="4"/>
                  </a:lnTo>
                  <a:lnTo>
                    <a:pt x="29" y="4"/>
                  </a:lnTo>
                  <a:lnTo>
                    <a:pt x="29" y="4"/>
                  </a:lnTo>
                  <a:lnTo>
                    <a:pt x="29" y="4"/>
                  </a:lnTo>
                  <a:lnTo>
                    <a:pt x="29" y="4"/>
                  </a:lnTo>
                  <a:lnTo>
                    <a:pt x="30" y="2"/>
                  </a:lnTo>
                  <a:lnTo>
                    <a:pt x="31" y="2"/>
                  </a:lnTo>
                  <a:lnTo>
                    <a:pt x="31" y="2"/>
                  </a:lnTo>
                  <a:lnTo>
                    <a:pt x="30" y="2"/>
                  </a:lnTo>
                  <a:lnTo>
                    <a:pt x="29" y="0"/>
                  </a:lnTo>
                  <a:lnTo>
                    <a:pt x="29" y="0"/>
                  </a:lnTo>
                  <a:lnTo>
                    <a:pt x="29" y="0"/>
                  </a:lnTo>
                  <a:lnTo>
                    <a:pt x="29" y="0"/>
                  </a:lnTo>
                  <a:lnTo>
                    <a:pt x="27" y="0"/>
                  </a:lnTo>
                  <a:lnTo>
                    <a:pt x="25" y="0"/>
                  </a:lnTo>
                  <a:lnTo>
                    <a:pt x="25" y="2"/>
                  </a:lnTo>
                  <a:lnTo>
                    <a:pt x="24" y="4"/>
                  </a:lnTo>
                  <a:lnTo>
                    <a:pt x="23" y="4"/>
                  </a:lnTo>
                  <a:lnTo>
                    <a:pt x="20" y="4"/>
                  </a:lnTo>
                  <a:lnTo>
                    <a:pt x="19" y="4"/>
                  </a:lnTo>
                  <a:lnTo>
                    <a:pt x="19" y="5"/>
                  </a:lnTo>
                  <a:lnTo>
                    <a:pt x="19" y="5"/>
                  </a:lnTo>
                  <a:lnTo>
                    <a:pt x="16" y="5"/>
                  </a:lnTo>
                  <a:lnTo>
                    <a:pt x="14" y="5"/>
                  </a:lnTo>
                  <a:lnTo>
                    <a:pt x="14" y="5"/>
                  </a:lnTo>
                  <a:lnTo>
                    <a:pt x="13" y="5"/>
                  </a:lnTo>
                  <a:lnTo>
                    <a:pt x="13" y="4"/>
                  </a:lnTo>
                  <a:lnTo>
                    <a:pt x="13" y="4"/>
                  </a:lnTo>
                  <a:lnTo>
                    <a:pt x="13" y="2"/>
                  </a:lnTo>
                  <a:lnTo>
                    <a:pt x="14" y="0"/>
                  </a:lnTo>
                  <a:lnTo>
                    <a:pt x="19" y="0"/>
                  </a:lnTo>
                  <a:lnTo>
                    <a:pt x="19" y="0"/>
                  </a:lnTo>
                </a:path>
              </a:pathLst>
            </a:custGeom>
            <a:solidFill>
              <a:srgbClr val="626200"/>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2021" name=""/>
            <p:cNvSpPr/>
            <p:nvPr/>
          </p:nvSpPr>
          <p:spPr>
            <a:xfrm>
              <a:off x="2714760" y="3641760"/>
              <a:ext cx="44280" cy="122040"/>
            </a:xfrm>
            <a:custGeom>
              <a:avLst/>
              <a:gdLst/>
              <a:ahLst/>
              <a:rect l="l" t="t" r="r" b="b"/>
              <a:pathLst>
                <a:path w="28" h="77">
                  <a:moveTo>
                    <a:pt x="25" y="34"/>
                  </a:moveTo>
                  <a:lnTo>
                    <a:pt x="25" y="37"/>
                  </a:lnTo>
                  <a:lnTo>
                    <a:pt x="27" y="40"/>
                  </a:lnTo>
                  <a:lnTo>
                    <a:pt x="25" y="46"/>
                  </a:lnTo>
                  <a:lnTo>
                    <a:pt x="25" y="48"/>
                  </a:lnTo>
                  <a:lnTo>
                    <a:pt x="25" y="50"/>
                  </a:lnTo>
                  <a:lnTo>
                    <a:pt x="24" y="55"/>
                  </a:lnTo>
                  <a:lnTo>
                    <a:pt x="23" y="56"/>
                  </a:lnTo>
                  <a:lnTo>
                    <a:pt x="22" y="58"/>
                  </a:lnTo>
                  <a:lnTo>
                    <a:pt x="20" y="59"/>
                  </a:lnTo>
                  <a:lnTo>
                    <a:pt x="16" y="61"/>
                  </a:lnTo>
                  <a:lnTo>
                    <a:pt x="16" y="65"/>
                  </a:lnTo>
                  <a:lnTo>
                    <a:pt x="13" y="66"/>
                  </a:lnTo>
                  <a:lnTo>
                    <a:pt x="11" y="70"/>
                  </a:lnTo>
                  <a:lnTo>
                    <a:pt x="11" y="71"/>
                  </a:lnTo>
                  <a:lnTo>
                    <a:pt x="11" y="73"/>
                  </a:lnTo>
                  <a:lnTo>
                    <a:pt x="11" y="76"/>
                  </a:lnTo>
                  <a:lnTo>
                    <a:pt x="11" y="76"/>
                  </a:lnTo>
                  <a:lnTo>
                    <a:pt x="5" y="76"/>
                  </a:lnTo>
                  <a:lnTo>
                    <a:pt x="5" y="76"/>
                  </a:lnTo>
                  <a:lnTo>
                    <a:pt x="4" y="73"/>
                  </a:lnTo>
                  <a:lnTo>
                    <a:pt x="3" y="73"/>
                  </a:lnTo>
                  <a:lnTo>
                    <a:pt x="3" y="73"/>
                  </a:lnTo>
                  <a:lnTo>
                    <a:pt x="3" y="71"/>
                  </a:lnTo>
                  <a:lnTo>
                    <a:pt x="2" y="70"/>
                  </a:lnTo>
                  <a:lnTo>
                    <a:pt x="1" y="66"/>
                  </a:lnTo>
                  <a:lnTo>
                    <a:pt x="0" y="66"/>
                  </a:lnTo>
                  <a:lnTo>
                    <a:pt x="0" y="65"/>
                  </a:lnTo>
                  <a:lnTo>
                    <a:pt x="0" y="61"/>
                  </a:lnTo>
                  <a:lnTo>
                    <a:pt x="0" y="61"/>
                  </a:lnTo>
                  <a:lnTo>
                    <a:pt x="0" y="61"/>
                  </a:lnTo>
                  <a:lnTo>
                    <a:pt x="0" y="61"/>
                  </a:lnTo>
                  <a:lnTo>
                    <a:pt x="0" y="59"/>
                  </a:lnTo>
                  <a:lnTo>
                    <a:pt x="0" y="58"/>
                  </a:lnTo>
                  <a:lnTo>
                    <a:pt x="0" y="56"/>
                  </a:lnTo>
                  <a:lnTo>
                    <a:pt x="0" y="55"/>
                  </a:lnTo>
                  <a:lnTo>
                    <a:pt x="0" y="52"/>
                  </a:lnTo>
                  <a:lnTo>
                    <a:pt x="0" y="49"/>
                  </a:lnTo>
                  <a:lnTo>
                    <a:pt x="0" y="48"/>
                  </a:lnTo>
                  <a:lnTo>
                    <a:pt x="0" y="46"/>
                  </a:lnTo>
                  <a:lnTo>
                    <a:pt x="0" y="46"/>
                  </a:lnTo>
                  <a:lnTo>
                    <a:pt x="0" y="39"/>
                  </a:lnTo>
                  <a:lnTo>
                    <a:pt x="0" y="36"/>
                  </a:lnTo>
                  <a:lnTo>
                    <a:pt x="2" y="34"/>
                  </a:lnTo>
                  <a:lnTo>
                    <a:pt x="3" y="26"/>
                  </a:lnTo>
                  <a:lnTo>
                    <a:pt x="3" y="25"/>
                  </a:lnTo>
                  <a:lnTo>
                    <a:pt x="3" y="25"/>
                  </a:lnTo>
                  <a:lnTo>
                    <a:pt x="4" y="23"/>
                  </a:lnTo>
                  <a:lnTo>
                    <a:pt x="4" y="23"/>
                  </a:lnTo>
                  <a:lnTo>
                    <a:pt x="5" y="22"/>
                  </a:lnTo>
                  <a:lnTo>
                    <a:pt x="5" y="20"/>
                  </a:lnTo>
                  <a:lnTo>
                    <a:pt x="11" y="18"/>
                  </a:lnTo>
                  <a:lnTo>
                    <a:pt x="12" y="15"/>
                  </a:lnTo>
                  <a:lnTo>
                    <a:pt x="14" y="15"/>
                  </a:lnTo>
                  <a:lnTo>
                    <a:pt x="16" y="11"/>
                  </a:lnTo>
                  <a:lnTo>
                    <a:pt x="17" y="11"/>
                  </a:lnTo>
                  <a:lnTo>
                    <a:pt x="20" y="7"/>
                  </a:lnTo>
                  <a:lnTo>
                    <a:pt x="22" y="5"/>
                  </a:lnTo>
                  <a:lnTo>
                    <a:pt x="23" y="5"/>
                  </a:lnTo>
                  <a:lnTo>
                    <a:pt x="23" y="5"/>
                  </a:lnTo>
                  <a:lnTo>
                    <a:pt x="25" y="4"/>
                  </a:lnTo>
                  <a:lnTo>
                    <a:pt x="25" y="1"/>
                  </a:lnTo>
                  <a:lnTo>
                    <a:pt x="25" y="0"/>
                  </a:lnTo>
                  <a:lnTo>
                    <a:pt x="25" y="0"/>
                  </a:lnTo>
                  <a:lnTo>
                    <a:pt x="25" y="0"/>
                  </a:lnTo>
                  <a:lnTo>
                    <a:pt x="25" y="1"/>
                  </a:lnTo>
                  <a:lnTo>
                    <a:pt x="25" y="5"/>
                  </a:lnTo>
                  <a:lnTo>
                    <a:pt x="25" y="5"/>
                  </a:lnTo>
                  <a:lnTo>
                    <a:pt x="23" y="11"/>
                  </a:lnTo>
                  <a:lnTo>
                    <a:pt x="23" y="13"/>
                  </a:lnTo>
                  <a:lnTo>
                    <a:pt x="20" y="15"/>
                  </a:lnTo>
                  <a:lnTo>
                    <a:pt x="20" y="20"/>
                  </a:lnTo>
                  <a:lnTo>
                    <a:pt x="20" y="22"/>
                  </a:lnTo>
                  <a:lnTo>
                    <a:pt x="23" y="23"/>
                  </a:lnTo>
                  <a:lnTo>
                    <a:pt x="23" y="23"/>
                  </a:lnTo>
                  <a:lnTo>
                    <a:pt x="23" y="25"/>
                  </a:lnTo>
                  <a:lnTo>
                    <a:pt x="23" y="25"/>
                  </a:lnTo>
                  <a:lnTo>
                    <a:pt x="25" y="25"/>
                  </a:lnTo>
                  <a:lnTo>
                    <a:pt x="25" y="25"/>
                  </a:lnTo>
                  <a:lnTo>
                    <a:pt x="25" y="28"/>
                  </a:lnTo>
                  <a:lnTo>
                    <a:pt x="25" y="34"/>
                  </a:lnTo>
                  <a:lnTo>
                    <a:pt x="25" y="34"/>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22" name=""/>
            <p:cNvSpPr/>
            <p:nvPr/>
          </p:nvSpPr>
          <p:spPr>
            <a:xfrm>
              <a:off x="2714760" y="3649680"/>
              <a:ext cx="41040" cy="109440"/>
            </a:xfrm>
            <a:custGeom>
              <a:avLst/>
              <a:gdLst/>
              <a:ahLst/>
              <a:rect l="l" t="t" r="r" b="b"/>
              <a:pathLst>
                <a:path w="26" h="69">
                  <a:moveTo>
                    <a:pt x="25" y="29"/>
                  </a:moveTo>
                  <a:lnTo>
                    <a:pt x="25" y="32"/>
                  </a:lnTo>
                  <a:lnTo>
                    <a:pt x="25" y="35"/>
                  </a:lnTo>
                  <a:lnTo>
                    <a:pt x="25" y="41"/>
                  </a:lnTo>
                  <a:lnTo>
                    <a:pt x="25" y="43"/>
                  </a:lnTo>
                  <a:lnTo>
                    <a:pt x="23" y="45"/>
                  </a:lnTo>
                  <a:lnTo>
                    <a:pt x="23" y="49"/>
                  </a:lnTo>
                  <a:lnTo>
                    <a:pt x="20" y="50"/>
                  </a:lnTo>
                  <a:lnTo>
                    <a:pt x="20" y="51"/>
                  </a:lnTo>
                  <a:lnTo>
                    <a:pt x="16" y="54"/>
                  </a:lnTo>
                  <a:lnTo>
                    <a:pt x="16" y="56"/>
                  </a:lnTo>
                  <a:lnTo>
                    <a:pt x="13" y="56"/>
                  </a:lnTo>
                  <a:lnTo>
                    <a:pt x="11" y="61"/>
                  </a:lnTo>
                  <a:lnTo>
                    <a:pt x="5" y="61"/>
                  </a:lnTo>
                  <a:lnTo>
                    <a:pt x="5" y="66"/>
                  </a:lnTo>
                  <a:lnTo>
                    <a:pt x="4" y="68"/>
                  </a:lnTo>
                  <a:lnTo>
                    <a:pt x="5" y="68"/>
                  </a:lnTo>
                  <a:lnTo>
                    <a:pt x="5" y="68"/>
                  </a:lnTo>
                  <a:lnTo>
                    <a:pt x="4" y="68"/>
                  </a:lnTo>
                  <a:lnTo>
                    <a:pt x="4" y="68"/>
                  </a:lnTo>
                  <a:lnTo>
                    <a:pt x="3" y="68"/>
                  </a:lnTo>
                  <a:lnTo>
                    <a:pt x="3" y="68"/>
                  </a:lnTo>
                  <a:lnTo>
                    <a:pt x="3" y="66"/>
                  </a:lnTo>
                  <a:lnTo>
                    <a:pt x="3" y="65"/>
                  </a:lnTo>
                  <a:lnTo>
                    <a:pt x="2" y="61"/>
                  </a:lnTo>
                  <a:lnTo>
                    <a:pt x="1" y="61"/>
                  </a:lnTo>
                  <a:lnTo>
                    <a:pt x="0" y="60"/>
                  </a:lnTo>
                  <a:lnTo>
                    <a:pt x="0" y="56"/>
                  </a:lnTo>
                  <a:lnTo>
                    <a:pt x="0" y="56"/>
                  </a:lnTo>
                  <a:lnTo>
                    <a:pt x="0" y="56"/>
                  </a:lnTo>
                  <a:lnTo>
                    <a:pt x="0" y="56"/>
                  </a:lnTo>
                  <a:lnTo>
                    <a:pt x="0" y="54"/>
                  </a:lnTo>
                  <a:lnTo>
                    <a:pt x="0" y="54"/>
                  </a:lnTo>
                  <a:lnTo>
                    <a:pt x="0" y="51"/>
                  </a:lnTo>
                  <a:lnTo>
                    <a:pt x="0" y="50"/>
                  </a:lnTo>
                  <a:lnTo>
                    <a:pt x="0" y="49"/>
                  </a:lnTo>
                  <a:lnTo>
                    <a:pt x="0" y="47"/>
                  </a:lnTo>
                  <a:lnTo>
                    <a:pt x="0" y="44"/>
                  </a:lnTo>
                  <a:lnTo>
                    <a:pt x="0" y="43"/>
                  </a:lnTo>
                  <a:lnTo>
                    <a:pt x="0" y="41"/>
                  </a:lnTo>
                  <a:lnTo>
                    <a:pt x="0" y="41"/>
                  </a:lnTo>
                  <a:lnTo>
                    <a:pt x="0" y="35"/>
                  </a:lnTo>
                  <a:lnTo>
                    <a:pt x="0" y="32"/>
                  </a:lnTo>
                  <a:lnTo>
                    <a:pt x="1" y="29"/>
                  </a:lnTo>
                  <a:lnTo>
                    <a:pt x="2" y="25"/>
                  </a:lnTo>
                  <a:lnTo>
                    <a:pt x="3" y="22"/>
                  </a:lnTo>
                  <a:lnTo>
                    <a:pt x="3" y="20"/>
                  </a:lnTo>
                  <a:lnTo>
                    <a:pt x="3" y="20"/>
                  </a:lnTo>
                  <a:lnTo>
                    <a:pt x="3" y="20"/>
                  </a:lnTo>
                  <a:lnTo>
                    <a:pt x="4" y="20"/>
                  </a:lnTo>
                  <a:lnTo>
                    <a:pt x="4" y="18"/>
                  </a:lnTo>
                  <a:lnTo>
                    <a:pt x="5" y="17"/>
                  </a:lnTo>
                  <a:lnTo>
                    <a:pt x="5" y="15"/>
                  </a:lnTo>
                  <a:lnTo>
                    <a:pt x="11" y="13"/>
                  </a:lnTo>
                  <a:lnTo>
                    <a:pt x="12" y="11"/>
                  </a:lnTo>
                  <a:lnTo>
                    <a:pt x="13" y="10"/>
                  </a:lnTo>
                  <a:lnTo>
                    <a:pt x="16" y="10"/>
                  </a:lnTo>
                  <a:lnTo>
                    <a:pt x="16" y="7"/>
                  </a:lnTo>
                  <a:lnTo>
                    <a:pt x="17" y="6"/>
                  </a:lnTo>
                  <a:lnTo>
                    <a:pt x="20" y="6"/>
                  </a:lnTo>
                  <a:lnTo>
                    <a:pt x="20" y="5"/>
                  </a:lnTo>
                  <a:lnTo>
                    <a:pt x="20" y="2"/>
                  </a:lnTo>
                  <a:lnTo>
                    <a:pt x="23" y="0"/>
                  </a:lnTo>
                  <a:lnTo>
                    <a:pt x="23" y="0"/>
                  </a:lnTo>
                  <a:lnTo>
                    <a:pt x="23" y="0"/>
                  </a:lnTo>
                  <a:lnTo>
                    <a:pt x="23" y="2"/>
                  </a:lnTo>
                  <a:lnTo>
                    <a:pt x="22" y="6"/>
                  </a:lnTo>
                  <a:lnTo>
                    <a:pt x="20" y="7"/>
                  </a:lnTo>
                  <a:lnTo>
                    <a:pt x="20" y="10"/>
                  </a:lnTo>
                  <a:lnTo>
                    <a:pt x="18" y="13"/>
                  </a:lnTo>
                  <a:lnTo>
                    <a:pt x="16" y="15"/>
                  </a:lnTo>
                  <a:lnTo>
                    <a:pt x="16" y="17"/>
                  </a:lnTo>
                  <a:lnTo>
                    <a:pt x="18" y="18"/>
                  </a:lnTo>
                  <a:lnTo>
                    <a:pt x="20" y="20"/>
                  </a:lnTo>
                  <a:lnTo>
                    <a:pt x="20" y="20"/>
                  </a:lnTo>
                  <a:lnTo>
                    <a:pt x="22" y="20"/>
                  </a:lnTo>
                  <a:lnTo>
                    <a:pt x="23" y="20"/>
                  </a:lnTo>
                  <a:lnTo>
                    <a:pt x="23" y="20"/>
                  </a:lnTo>
                  <a:lnTo>
                    <a:pt x="23" y="21"/>
                  </a:lnTo>
                  <a:lnTo>
                    <a:pt x="25" y="24"/>
                  </a:lnTo>
                  <a:lnTo>
                    <a:pt x="25" y="29"/>
                  </a:lnTo>
                  <a:lnTo>
                    <a:pt x="25" y="29"/>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23" name=""/>
            <p:cNvSpPr/>
            <p:nvPr/>
          </p:nvSpPr>
          <p:spPr>
            <a:xfrm>
              <a:off x="2714760" y="3665520"/>
              <a:ext cx="41040" cy="93600"/>
            </a:xfrm>
            <a:custGeom>
              <a:avLst/>
              <a:gdLst/>
              <a:ahLst/>
              <a:rect l="l" t="t" r="r" b="b"/>
              <a:pathLst>
                <a:path w="26" h="59">
                  <a:moveTo>
                    <a:pt x="23" y="19"/>
                  </a:moveTo>
                  <a:lnTo>
                    <a:pt x="24" y="22"/>
                  </a:lnTo>
                  <a:lnTo>
                    <a:pt x="25" y="25"/>
                  </a:lnTo>
                  <a:lnTo>
                    <a:pt x="23" y="31"/>
                  </a:lnTo>
                  <a:lnTo>
                    <a:pt x="23" y="31"/>
                  </a:lnTo>
                  <a:lnTo>
                    <a:pt x="23" y="33"/>
                  </a:lnTo>
                  <a:lnTo>
                    <a:pt x="20" y="37"/>
                  </a:lnTo>
                  <a:lnTo>
                    <a:pt x="20" y="40"/>
                  </a:lnTo>
                  <a:lnTo>
                    <a:pt x="16" y="41"/>
                  </a:lnTo>
                  <a:lnTo>
                    <a:pt x="14" y="44"/>
                  </a:lnTo>
                  <a:lnTo>
                    <a:pt x="12" y="46"/>
                  </a:lnTo>
                  <a:lnTo>
                    <a:pt x="11" y="46"/>
                  </a:lnTo>
                  <a:lnTo>
                    <a:pt x="5" y="50"/>
                  </a:lnTo>
                  <a:lnTo>
                    <a:pt x="4" y="51"/>
                  </a:lnTo>
                  <a:lnTo>
                    <a:pt x="4" y="55"/>
                  </a:lnTo>
                  <a:lnTo>
                    <a:pt x="3" y="56"/>
                  </a:lnTo>
                  <a:lnTo>
                    <a:pt x="4" y="58"/>
                  </a:lnTo>
                  <a:lnTo>
                    <a:pt x="4" y="58"/>
                  </a:lnTo>
                  <a:lnTo>
                    <a:pt x="3" y="58"/>
                  </a:lnTo>
                  <a:lnTo>
                    <a:pt x="3" y="58"/>
                  </a:lnTo>
                  <a:lnTo>
                    <a:pt x="3" y="56"/>
                  </a:lnTo>
                  <a:lnTo>
                    <a:pt x="3" y="56"/>
                  </a:lnTo>
                  <a:lnTo>
                    <a:pt x="3" y="55"/>
                  </a:lnTo>
                  <a:lnTo>
                    <a:pt x="2" y="53"/>
                  </a:lnTo>
                  <a:lnTo>
                    <a:pt x="1" y="51"/>
                  </a:lnTo>
                  <a:lnTo>
                    <a:pt x="0" y="50"/>
                  </a:lnTo>
                  <a:lnTo>
                    <a:pt x="0" y="46"/>
                  </a:lnTo>
                  <a:lnTo>
                    <a:pt x="0" y="46"/>
                  </a:lnTo>
                  <a:lnTo>
                    <a:pt x="0" y="46"/>
                  </a:lnTo>
                  <a:lnTo>
                    <a:pt x="0" y="46"/>
                  </a:lnTo>
                  <a:lnTo>
                    <a:pt x="0" y="44"/>
                  </a:lnTo>
                  <a:lnTo>
                    <a:pt x="0" y="44"/>
                  </a:lnTo>
                  <a:lnTo>
                    <a:pt x="0" y="43"/>
                  </a:lnTo>
                  <a:lnTo>
                    <a:pt x="0" y="41"/>
                  </a:lnTo>
                  <a:lnTo>
                    <a:pt x="0" y="40"/>
                  </a:lnTo>
                  <a:lnTo>
                    <a:pt x="0" y="39"/>
                  </a:lnTo>
                  <a:lnTo>
                    <a:pt x="0" y="37"/>
                  </a:lnTo>
                  <a:lnTo>
                    <a:pt x="0" y="33"/>
                  </a:lnTo>
                  <a:lnTo>
                    <a:pt x="0" y="33"/>
                  </a:lnTo>
                  <a:lnTo>
                    <a:pt x="0" y="31"/>
                  </a:lnTo>
                  <a:lnTo>
                    <a:pt x="0" y="31"/>
                  </a:lnTo>
                  <a:lnTo>
                    <a:pt x="0" y="25"/>
                  </a:lnTo>
                  <a:lnTo>
                    <a:pt x="0" y="22"/>
                  </a:lnTo>
                  <a:lnTo>
                    <a:pt x="0" y="21"/>
                  </a:lnTo>
                  <a:lnTo>
                    <a:pt x="2" y="19"/>
                  </a:lnTo>
                  <a:lnTo>
                    <a:pt x="2" y="19"/>
                  </a:lnTo>
                  <a:lnTo>
                    <a:pt x="3" y="15"/>
                  </a:lnTo>
                  <a:lnTo>
                    <a:pt x="3" y="13"/>
                  </a:lnTo>
                  <a:lnTo>
                    <a:pt x="3" y="13"/>
                  </a:lnTo>
                  <a:lnTo>
                    <a:pt x="3" y="10"/>
                  </a:lnTo>
                  <a:lnTo>
                    <a:pt x="4" y="10"/>
                  </a:lnTo>
                  <a:lnTo>
                    <a:pt x="5" y="7"/>
                  </a:lnTo>
                  <a:lnTo>
                    <a:pt x="11" y="5"/>
                  </a:lnTo>
                  <a:lnTo>
                    <a:pt x="13" y="1"/>
                  </a:lnTo>
                  <a:lnTo>
                    <a:pt x="14" y="0"/>
                  </a:lnTo>
                  <a:lnTo>
                    <a:pt x="16" y="0"/>
                  </a:lnTo>
                  <a:lnTo>
                    <a:pt x="16" y="0"/>
                  </a:lnTo>
                  <a:lnTo>
                    <a:pt x="16" y="0"/>
                  </a:lnTo>
                  <a:lnTo>
                    <a:pt x="16" y="0"/>
                  </a:lnTo>
                  <a:lnTo>
                    <a:pt x="16" y="3"/>
                  </a:lnTo>
                  <a:lnTo>
                    <a:pt x="14" y="5"/>
                  </a:lnTo>
                  <a:lnTo>
                    <a:pt x="14" y="7"/>
                  </a:lnTo>
                  <a:lnTo>
                    <a:pt x="14" y="8"/>
                  </a:lnTo>
                  <a:lnTo>
                    <a:pt x="14" y="10"/>
                  </a:lnTo>
                  <a:lnTo>
                    <a:pt x="16" y="10"/>
                  </a:lnTo>
                  <a:lnTo>
                    <a:pt x="16" y="10"/>
                  </a:lnTo>
                  <a:lnTo>
                    <a:pt x="16" y="10"/>
                  </a:lnTo>
                  <a:lnTo>
                    <a:pt x="20" y="10"/>
                  </a:lnTo>
                  <a:lnTo>
                    <a:pt x="20" y="10"/>
                  </a:lnTo>
                  <a:lnTo>
                    <a:pt x="23" y="10"/>
                  </a:lnTo>
                  <a:lnTo>
                    <a:pt x="23" y="11"/>
                  </a:lnTo>
                  <a:lnTo>
                    <a:pt x="23" y="15"/>
                  </a:lnTo>
                  <a:lnTo>
                    <a:pt x="23" y="19"/>
                  </a:lnTo>
                  <a:lnTo>
                    <a:pt x="23" y="19"/>
                  </a:lnTo>
                </a:path>
              </a:pathLst>
            </a:custGeom>
            <a:solidFill>
              <a:srgbClr val="626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24" name=""/>
            <p:cNvSpPr/>
            <p:nvPr/>
          </p:nvSpPr>
          <p:spPr>
            <a:xfrm>
              <a:off x="2714760" y="3673440"/>
              <a:ext cx="37800" cy="82440"/>
            </a:xfrm>
            <a:custGeom>
              <a:avLst/>
              <a:gdLst/>
              <a:ahLst/>
              <a:rect l="l" t="t" r="r" b="b"/>
              <a:pathLst>
                <a:path w="24" h="52">
                  <a:moveTo>
                    <a:pt x="23" y="14"/>
                  </a:moveTo>
                  <a:lnTo>
                    <a:pt x="23" y="17"/>
                  </a:lnTo>
                  <a:lnTo>
                    <a:pt x="23" y="19"/>
                  </a:lnTo>
                  <a:lnTo>
                    <a:pt x="23" y="25"/>
                  </a:lnTo>
                  <a:lnTo>
                    <a:pt x="23" y="26"/>
                  </a:lnTo>
                  <a:lnTo>
                    <a:pt x="20" y="28"/>
                  </a:lnTo>
                  <a:lnTo>
                    <a:pt x="20" y="32"/>
                  </a:lnTo>
                  <a:lnTo>
                    <a:pt x="16" y="35"/>
                  </a:lnTo>
                  <a:lnTo>
                    <a:pt x="13" y="35"/>
                  </a:lnTo>
                  <a:lnTo>
                    <a:pt x="11" y="38"/>
                  </a:lnTo>
                  <a:lnTo>
                    <a:pt x="5" y="39"/>
                  </a:lnTo>
                  <a:lnTo>
                    <a:pt x="4" y="41"/>
                  </a:lnTo>
                  <a:lnTo>
                    <a:pt x="4" y="45"/>
                  </a:lnTo>
                  <a:lnTo>
                    <a:pt x="3" y="46"/>
                  </a:lnTo>
                  <a:lnTo>
                    <a:pt x="3" y="50"/>
                  </a:lnTo>
                  <a:lnTo>
                    <a:pt x="3" y="51"/>
                  </a:lnTo>
                  <a:lnTo>
                    <a:pt x="3" y="51"/>
                  </a:lnTo>
                  <a:lnTo>
                    <a:pt x="3" y="51"/>
                  </a:lnTo>
                  <a:lnTo>
                    <a:pt x="3" y="51"/>
                  </a:lnTo>
                  <a:lnTo>
                    <a:pt x="3" y="51"/>
                  </a:lnTo>
                  <a:lnTo>
                    <a:pt x="3" y="51"/>
                  </a:lnTo>
                  <a:lnTo>
                    <a:pt x="3" y="50"/>
                  </a:lnTo>
                  <a:lnTo>
                    <a:pt x="3" y="50"/>
                  </a:lnTo>
                  <a:lnTo>
                    <a:pt x="2" y="46"/>
                  </a:lnTo>
                  <a:lnTo>
                    <a:pt x="1" y="46"/>
                  </a:lnTo>
                  <a:lnTo>
                    <a:pt x="0" y="45"/>
                  </a:lnTo>
                  <a:lnTo>
                    <a:pt x="0" y="41"/>
                  </a:lnTo>
                  <a:lnTo>
                    <a:pt x="0" y="41"/>
                  </a:lnTo>
                  <a:lnTo>
                    <a:pt x="0" y="39"/>
                  </a:lnTo>
                  <a:lnTo>
                    <a:pt x="0" y="39"/>
                  </a:lnTo>
                  <a:lnTo>
                    <a:pt x="0" y="39"/>
                  </a:lnTo>
                  <a:lnTo>
                    <a:pt x="0" y="38"/>
                  </a:lnTo>
                  <a:lnTo>
                    <a:pt x="0" y="36"/>
                  </a:lnTo>
                  <a:lnTo>
                    <a:pt x="0" y="35"/>
                  </a:lnTo>
                  <a:lnTo>
                    <a:pt x="0" y="35"/>
                  </a:lnTo>
                  <a:lnTo>
                    <a:pt x="0" y="34"/>
                  </a:lnTo>
                  <a:lnTo>
                    <a:pt x="0" y="30"/>
                  </a:lnTo>
                  <a:lnTo>
                    <a:pt x="0" y="28"/>
                  </a:lnTo>
                  <a:lnTo>
                    <a:pt x="0" y="28"/>
                  </a:lnTo>
                  <a:lnTo>
                    <a:pt x="0" y="26"/>
                  </a:lnTo>
                  <a:lnTo>
                    <a:pt x="0" y="26"/>
                  </a:lnTo>
                  <a:lnTo>
                    <a:pt x="0" y="20"/>
                  </a:lnTo>
                  <a:lnTo>
                    <a:pt x="0" y="17"/>
                  </a:lnTo>
                  <a:lnTo>
                    <a:pt x="0" y="17"/>
                  </a:lnTo>
                  <a:lnTo>
                    <a:pt x="0" y="16"/>
                  </a:lnTo>
                  <a:lnTo>
                    <a:pt x="1" y="15"/>
                  </a:lnTo>
                  <a:lnTo>
                    <a:pt x="2" y="14"/>
                  </a:lnTo>
                  <a:lnTo>
                    <a:pt x="2" y="14"/>
                  </a:lnTo>
                  <a:lnTo>
                    <a:pt x="2" y="14"/>
                  </a:lnTo>
                  <a:lnTo>
                    <a:pt x="3" y="10"/>
                  </a:lnTo>
                  <a:lnTo>
                    <a:pt x="3" y="8"/>
                  </a:lnTo>
                  <a:lnTo>
                    <a:pt x="3" y="5"/>
                  </a:lnTo>
                  <a:lnTo>
                    <a:pt x="4" y="5"/>
                  </a:lnTo>
                  <a:lnTo>
                    <a:pt x="4" y="3"/>
                  </a:lnTo>
                  <a:lnTo>
                    <a:pt x="5" y="2"/>
                  </a:lnTo>
                  <a:lnTo>
                    <a:pt x="11" y="2"/>
                  </a:lnTo>
                  <a:lnTo>
                    <a:pt x="11" y="0"/>
                  </a:lnTo>
                  <a:lnTo>
                    <a:pt x="11" y="3"/>
                  </a:lnTo>
                  <a:lnTo>
                    <a:pt x="11" y="5"/>
                  </a:lnTo>
                  <a:lnTo>
                    <a:pt x="11" y="5"/>
                  </a:lnTo>
                  <a:lnTo>
                    <a:pt x="12" y="6"/>
                  </a:lnTo>
                  <a:lnTo>
                    <a:pt x="13" y="6"/>
                  </a:lnTo>
                  <a:lnTo>
                    <a:pt x="16" y="5"/>
                  </a:lnTo>
                  <a:lnTo>
                    <a:pt x="16" y="5"/>
                  </a:lnTo>
                  <a:lnTo>
                    <a:pt x="18" y="5"/>
                  </a:lnTo>
                  <a:lnTo>
                    <a:pt x="20" y="6"/>
                  </a:lnTo>
                  <a:lnTo>
                    <a:pt x="20" y="7"/>
                  </a:lnTo>
                  <a:lnTo>
                    <a:pt x="23" y="10"/>
                  </a:lnTo>
                  <a:lnTo>
                    <a:pt x="23" y="14"/>
                  </a:lnTo>
                  <a:lnTo>
                    <a:pt x="23" y="14"/>
                  </a:lnTo>
                </a:path>
              </a:pathLst>
            </a:custGeom>
            <a:solidFill>
              <a:srgbClr val="626200"/>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025" name=""/>
            <p:cNvSpPr/>
            <p:nvPr/>
          </p:nvSpPr>
          <p:spPr>
            <a:xfrm>
              <a:off x="2714760" y="3683160"/>
              <a:ext cx="37800" cy="72720"/>
            </a:xfrm>
            <a:custGeom>
              <a:avLst/>
              <a:gdLst/>
              <a:ahLst/>
              <a:rect l="l" t="t" r="r" b="b"/>
              <a:pathLst>
                <a:path w="24" h="46">
                  <a:moveTo>
                    <a:pt x="22" y="9"/>
                  </a:moveTo>
                  <a:lnTo>
                    <a:pt x="23" y="11"/>
                  </a:lnTo>
                  <a:lnTo>
                    <a:pt x="23" y="13"/>
                  </a:lnTo>
                  <a:lnTo>
                    <a:pt x="20" y="15"/>
                  </a:lnTo>
                  <a:lnTo>
                    <a:pt x="20" y="20"/>
                  </a:lnTo>
                  <a:lnTo>
                    <a:pt x="18" y="22"/>
                  </a:lnTo>
                  <a:lnTo>
                    <a:pt x="16" y="24"/>
                  </a:lnTo>
                  <a:lnTo>
                    <a:pt x="14" y="28"/>
                  </a:lnTo>
                  <a:lnTo>
                    <a:pt x="11" y="29"/>
                  </a:lnTo>
                  <a:lnTo>
                    <a:pt x="5" y="30"/>
                  </a:lnTo>
                  <a:lnTo>
                    <a:pt x="4" y="33"/>
                  </a:lnTo>
                  <a:lnTo>
                    <a:pt x="3" y="35"/>
                  </a:lnTo>
                  <a:lnTo>
                    <a:pt x="3" y="39"/>
                  </a:lnTo>
                  <a:lnTo>
                    <a:pt x="3" y="40"/>
                  </a:lnTo>
                  <a:lnTo>
                    <a:pt x="3" y="40"/>
                  </a:lnTo>
                  <a:lnTo>
                    <a:pt x="3" y="44"/>
                  </a:lnTo>
                  <a:lnTo>
                    <a:pt x="3" y="45"/>
                  </a:lnTo>
                  <a:lnTo>
                    <a:pt x="3" y="45"/>
                  </a:lnTo>
                  <a:lnTo>
                    <a:pt x="3" y="45"/>
                  </a:lnTo>
                  <a:lnTo>
                    <a:pt x="3" y="44"/>
                  </a:lnTo>
                  <a:lnTo>
                    <a:pt x="3" y="44"/>
                  </a:lnTo>
                  <a:lnTo>
                    <a:pt x="2" y="44"/>
                  </a:lnTo>
                  <a:lnTo>
                    <a:pt x="2" y="40"/>
                  </a:lnTo>
                  <a:lnTo>
                    <a:pt x="1" y="40"/>
                  </a:lnTo>
                  <a:lnTo>
                    <a:pt x="0" y="39"/>
                  </a:lnTo>
                  <a:lnTo>
                    <a:pt x="0" y="35"/>
                  </a:lnTo>
                  <a:lnTo>
                    <a:pt x="0" y="35"/>
                  </a:lnTo>
                  <a:lnTo>
                    <a:pt x="0" y="33"/>
                  </a:lnTo>
                  <a:lnTo>
                    <a:pt x="0" y="33"/>
                  </a:lnTo>
                  <a:lnTo>
                    <a:pt x="0" y="33"/>
                  </a:lnTo>
                  <a:lnTo>
                    <a:pt x="0" y="32"/>
                  </a:lnTo>
                  <a:lnTo>
                    <a:pt x="0" y="30"/>
                  </a:lnTo>
                  <a:lnTo>
                    <a:pt x="0" y="30"/>
                  </a:lnTo>
                  <a:lnTo>
                    <a:pt x="0" y="29"/>
                  </a:lnTo>
                  <a:lnTo>
                    <a:pt x="0" y="29"/>
                  </a:lnTo>
                  <a:lnTo>
                    <a:pt x="0" y="26"/>
                  </a:lnTo>
                  <a:lnTo>
                    <a:pt x="0" y="24"/>
                  </a:lnTo>
                  <a:lnTo>
                    <a:pt x="0" y="22"/>
                  </a:lnTo>
                  <a:lnTo>
                    <a:pt x="0" y="22"/>
                  </a:lnTo>
                  <a:lnTo>
                    <a:pt x="0" y="20"/>
                  </a:lnTo>
                  <a:lnTo>
                    <a:pt x="0" y="20"/>
                  </a:lnTo>
                  <a:lnTo>
                    <a:pt x="0" y="18"/>
                  </a:lnTo>
                  <a:lnTo>
                    <a:pt x="0" y="14"/>
                  </a:lnTo>
                  <a:lnTo>
                    <a:pt x="0" y="11"/>
                  </a:lnTo>
                  <a:lnTo>
                    <a:pt x="0" y="11"/>
                  </a:lnTo>
                  <a:lnTo>
                    <a:pt x="0" y="11"/>
                  </a:lnTo>
                  <a:lnTo>
                    <a:pt x="0" y="11"/>
                  </a:lnTo>
                  <a:lnTo>
                    <a:pt x="1" y="10"/>
                  </a:lnTo>
                  <a:lnTo>
                    <a:pt x="1" y="10"/>
                  </a:lnTo>
                  <a:lnTo>
                    <a:pt x="1" y="10"/>
                  </a:lnTo>
                  <a:lnTo>
                    <a:pt x="2" y="8"/>
                  </a:lnTo>
                  <a:lnTo>
                    <a:pt x="3" y="8"/>
                  </a:lnTo>
                  <a:lnTo>
                    <a:pt x="3" y="4"/>
                  </a:lnTo>
                  <a:lnTo>
                    <a:pt x="3" y="3"/>
                  </a:lnTo>
                  <a:lnTo>
                    <a:pt x="3" y="1"/>
                  </a:lnTo>
                  <a:lnTo>
                    <a:pt x="3" y="0"/>
                  </a:lnTo>
                  <a:lnTo>
                    <a:pt x="3" y="0"/>
                  </a:lnTo>
                  <a:lnTo>
                    <a:pt x="3" y="0"/>
                  </a:lnTo>
                  <a:lnTo>
                    <a:pt x="3" y="1"/>
                  </a:lnTo>
                  <a:lnTo>
                    <a:pt x="3" y="2"/>
                  </a:lnTo>
                  <a:lnTo>
                    <a:pt x="3" y="3"/>
                  </a:lnTo>
                  <a:lnTo>
                    <a:pt x="4" y="4"/>
                  </a:lnTo>
                  <a:lnTo>
                    <a:pt x="4" y="4"/>
                  </a:lnTo>
                  <a:lnTo>
                    <a:pt x="5" y="4"/>
                  </a:lnTo>
                  <a:lnTo>
                    <a:pt x="5" y="4"/>
                  </a:lnTo>
                  <a:lnTo>
                    <a:pt x="11" y="3"/>
                  </a:lnTo>
                  <a:lnTo>
                    <a:pt x="12" y="1"/>
                  </a:lnTo>
                  <a:lnTo>
                    <a:pt x="14" y="0"/>
                  </a:lnTo>
                  <a:lnTo>
                    <a:pt x="16" y="0"/>
                  </a:lnTo>
                  <a:lnTo>
                    <a:pt x="17" y="0"/>
                  </a:lnTo>
                  <a:lnTo>
                    <a:pt x="20" y="2"/>
                  </a:lnTo>
                  <a:lnTo>
                    <a:pt x="20" y="4"/>
                  </a:lnTo>
                  <a:lnTo>
                    <a:pt x="22" y="9"/>
                  </a:lnTo>
                  <a:lnTo>
                    <a:pt x="22" y="9"/>
                  </a:lnTo>
                </a:path>
              </a:pathLst>
            </a:custGeom>
            <a:solidFill>
              <a:srgbClr val="626200"/>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2026" name=""/>
            <p:cNvSpPr/>
            <p:nvPr/>
          </p:nvSpPr>
          <p:spPr>
            <a:xfrm>
              <a:off x="2714760" y="3684600"/>
              <a:ext cx="33120" cy="69840"/>
            </a:xfrm>
            <a:custGeom>
              <a:avLst/>
              <a:gdLst/>
              <a:ahLst/>
              <a:rect l="l" t="t" r="r" b="b"/>
              <a:pathLst>
                <a:path w="21" h="44">
                  <a:moveTo>
                    <a:pt x="0" y="9"/>
                  </a:moveTo>
                  <a:lnTo>
                    <a:pt x="1" y="9"/>
                  </a:lnTo>
                  <a:lnTo>
                    <a:pt x="1" y="9"/>
                  </a:lnTo>
                  <a:lnTo>
                    <a:pt x="2" y="9"/>
                  </a:lnTo>
                  <a:lnTo>
                    <a:pt x="3" y="9"/>
                  </a:lnTo>
                  <a:lnTo>
                    <a:pt x="3" y="8"/>
                  </a:lnTo>
                  <a:lnTo>
                    <a:pt x="3" y="8"/>
                  </a:lnTo>
                  <a:lnTo>
                    <a:pt x="3" y="7"/>
                  </a:lnTo>
                  <a:lnTo>
                    <a:pt x="4" y="7"/>
                  </a:lnTo>
                  <a:lnTo>
                    <a:pt x="4" y="7"/>
                  </a:lnTo>
                  <a:lnTo>
                    <a:pt x="11" y="3"/>
                  </a:lnTo>
                  <a:lnTo>
                    <a:pt x="11" y="1"/>
                  </a:lnTo>
                  <a:lnTo>
                    <a:pt x="14" y="0"/>
                  </a:lnTo>
                  <a:lnTo>
                    <a:pt x="16" y="0"/>
                  </a:lnTo>
                  <a:lnTo>
                    <a:pt x="17" y="2"/>
                  </a:lnTo>
                  <a:lnTo>
                    <a:pt x="20" y="7"/>
                  </a:lnTo>
                  <a:lnTo>
                    <a:pt x="20" y="8"/>
                  </a:lnTo>
                  <a:lnTo>
                    <a:pt x="20" y="10"/>
                  </a:lnTo>
                  <a:lnTo>
                    <a:pt x="20" y="10"/>
                  </a:lnTo>
                  <a:lnTo>
                    <a:pt x="20" y="13"/>
                  </a:lnTo>
                  <a:lnTo>
                    <a:pt x="18" y="19"/>
                  </a:lnTo>
                  <a:lnTo>
                    <a:pt x="16" y="21"/>
                  </a:lnTo>
                  <a:lnTo>
                    <a:pt x="16" y="22"/>
                  </a:lnTo>
                  <a:lnTo>
                    <a:pt x="12" y="25"/>
                  </a:lnTo>
                  <a:lnTo>
                    <a:pt x="5" y="28"/>
                  </a:lnTo>
                  <a:lnTo>
                    <a:pt x="4" y="29"/>
                  </a:lnTo>
                  <a:lnTo>
                    <a:pt x="3" y="32"/>
                  </a:lnTo>
                  <a:lnTo>
                    <a:pt x="3" y="34"/>
                  </a:lnTo>
                  <a:lnTo>
                    <a:pt x="3" y="34"/>
                  </a:lnTo>
                  <a:lnTo>
                    <a:pt x="2" y="39"/>
                  </a:lnTo>
                  <a:lnTo>
                    <a:pt x="2" y="39"/>
                  </a:lnTo>
                  <a:lnTo>
                    <a:pt x="2" y="43"/>
                  </a:lnTo>
                  <a:lnTo>
                    <a:pt x="2" y="43"/>
                  </a:lnTo>
                  <a:lnTo>
                    <a:pt x="2" y="43"/>
                  </a:lnTo>
                  <a:lnTo>
                    <a:pt x="2" y="39"/>
                  </a:lnTo>
                  <a:lnTo>
                    <a:pt x="1" y="39"/>
                  </a:lnTo>
                  <a:lnTo>
                    <a:pt x="0" y="34"/>
                  </a:lnTo>
                  <a:lnTo>
                    <a:pt x="0" y="34"/>
                  </a:lnTo>
                  <a:lnTo>
                    <a:pt x="0" y="32"/>
                  </a:lnTo>
                  <a:lnTo>
                    <a:pt x="0" y="32"/>
                  </a:lnTo>
                  <a:lnTo>
                    <a:pt x="0" y="31"/>
                  </a:lnTo>
                  <a:lnTo>
                    <a:pt x="0" y="29"/>
                  </a:lnTo>
                  <a:lnTo>
                    <a:pt x="0" y="29"/>
                  </a:lnTo>
                  <a:lnTo>
                    <a:pt x="0" y="29"/>
                  </a:lnTo>
                  <a:lnTo>
                    <a:pt x="0" y="28"/>
                  </a:lnTo>
                  <a:lnTo>
                    <a:pt x="0" y="28"/>
                  </a:lnTo>
                  <a:lnTo>
                    <a:pt x="0" y="27"/>
                  </a:lnTo>
                  <a:lnTo>
                    <a:pt x="0" y="25"/>
                  </a:lnTo>
                  <a:lnTo>
                    <a:pt x="0" y="23"/>
                  </a:lnTo>
                  <a:lnTo>
                    <a:pt x="0" y="21"/>
                  </a:lnTo>
                  <a:lnTo>
                    <a:pt x="0" y="21"/>
                  </a:lnTo>
                  <a:lnTo>
                    <a:pt x="0" y="19"/>
                  </a:lnTo>
                  <a:lnTo>
                    <a:pt x="0" y="19"/>
                  </a:lnTo>
                  <a:lnTo>
                    <a:pt x="0" y="19"/>
                  </a:lnTo>
                  <a:lnTo>
                    <a:pt x="0" y="13"/>
                  </a:lnTo>
                  <a:lnTo>
                    <a:pt x="0" y="13"/>
                  </a:lnTo>
                  <a:lnTo>
                    <a:pt x="0" y="12"/>
                  </a:lnTo>
                  <a:lnTo>
                    <a:pt x="0" y="10"/>
                  </a:lnTo>
                  <a:lnTo>
                    <a:pt x="0" y="10"/>
                  </a:lnTo>
                  <a:lnTo>
                    <a:pt x="0" y="10"/>
                  </a:lnTo>
                  <a:lnTo>
                    <a:pt x="0" y="10"/>
                  </a:lnTo>
                  <a:lnTo>
                    <a:pt x="0" y="10"/>
                  </a:lnTo>
                  <a:lnTo>
                    <a:pt x="0" y="10"/>
                  </a:lnTo>
                  <a:lnTo>
                    <a:pt x="0" y="9"/>
                  </a:lnTo>
                  <a:lnTo>
                    <a:pt x="0" y="9"/>
                  </a:lnTo>
                  <a:lnTo>
                    <a:pt x="0" y="9"/>
                  </a:lnTo>
                </a:path>
              </a:pathLst>
            </a:custGeom>
            <a:solidFill>
              <a:srgbClr val="626200"/>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027" name=""/>
            <p:cNvSpPr/>
            <p:nvPr/>
          </p:nvSpPr>
          <p:spPr>
            <a:xfrm>
              <a:off x="2714760" y="3700440"/>
              <a:ext cx="21960" cy="19080"/>
            </a:xfrm>
            <a:custGeom>
              <a:avLst/>
              <a:gdLst/>
              <a:ahLst/>
              <a:rect l="l" t="t" r="r" b="b"/>
              <a:pathLst>
                <a:path w="14" h="12">
                  <a:moveTo>
                    <a:pt x="1" y="11"/>
                  </a:moveTo>
                  <a:lnTo>
                    <a:pt x="0" y="11"/>
                  </a:lnTo>
                  <a:lnTo>
                    <a:pt x="0" y="11"/>
                  </a:lnTo>
                  <a:lnTo>
                    <a:pt x="0" y="11"/>
                  </a:lnTo>
                  <a:lnTo>
                    <a:pt x="1" y="9"/>
                  </a:lnTo>
                  <a:lnTo>
                    <a:pt x="2" y="9"/>
                  </a:lnTo>
                  <a:lnTo>
                    <a:pt x="3" y="7"/>
                  </a:lnTo>
                  <a:lnTo>
                    <a:pt x="3" y="3"/>
                  </a:lnTo>
                  <a:lnTo>
                    <a:pt x="4" y="3"/>
                  </a:lnTo>
                  <a:lnTo>
                    <a:pt x="5" y="3"/>
                  </a:lnTo>
                  <a:lnTo>
                    <a:pt x="11" y="2"/>
                  </a:lnTo>
                  <a:lnTo>
                    <a:pt x="11" y="0"/>
                  </a:lnTo>
                  <a:lnTo>
                    <a:pt x="12" y="0"/>
                  </a:lnTo>
                  <a:lnTo>
                    <a:pt x="13" y="0"/>
                  </a:lnTo>
                  <a:lnTo>
                    <a:pt x="13" y="0"/>
                  </a:lnTo>
                  <a:lnTo>
                    <a:pt x="13" y="0"/>
                  </a:lnTo>
                  <a:lnTo>
                    <a:pt x="13" y="0"/>
                  </a:lnTo>
                  <a:lnTo>
                    <a:pt x="13" y="0"/>
                  </a:lnTo>
                  <a:lnTo>
                    <a:pt x="13" y="2"/>
                  </a:lnTo>
                  <a:lnTo>
                    <a:pt x="13" y="3"/>
                  </a:lnTo>
                  <a:lnTo>
                    <a:pt x="13" y="3"/>
                  </a:lnTo>
                  <a:lnTo>
                    <a:pt x="12" y="8"/>
                  </a:lnTo>
                  <a:lnTo>
                    <a:pt x="11" y="9"/>
                  </a:lnTo>
                  <a:lnTo>
                    <a:pt x="11" y="9"/>
                  </a:lnTo>
                  <a:lnTo>
                    <a:pt x="11" y="9"/>
                  </a:lnTo>
                  <a:lnTo>
                    <a:pt x="11" y="9"/>
                  </a:lnTo>
                  <a:lnTo>
                    <a:pt x="11" y="9"/>
                  </a:lnTo>
                  <a:lnTo>
                    <a:pt x="5" y="10"/>
                  </a:lnTo>
                  <a:lnTo>
                    <a:pt x="5" y="10"/>
                  </a:lnTo>
                  <a:lnTo>
                    <a:pt x="5" y="11"/>
                  </a:lnTo>
                  <a:lnTo>
                    <a:pt x="5" y="11"/>
                  </a:lnTo>
                  <a:lnTo>
                    <a:pt x="5" y="11"/>
                  </a:lnTo>
                  <a:lnTo>
                    <a:pt x="5" y="9"/>
                  </a:lnTo>
                  <a:lnTo>
                    <a:pt x="5" y="9"/>
                  </a:lnTo>
                  <a:lnTo>
                    <a:pt x="5" y="9"/>
                  </a:lnTo>
                  <a:lnTo>
                    <a:pt x="11" y="7"/>
                  </a:lnTo>
                  <a:lnTo>
                    <a:pt x="5" y="7"/>
                  </a:lnTo>
                  <a:lnTo>
                    <a:pt x="5" y="7"/>
                  </a:lnTo>
                  <a:lnTo>
                    <a:pt x="4" y="8"/>
                  </a:lnTo>
                  <a:lnTo>
                    <a:pt x="4" y="8"/>
                  </a:lnTo>
                  <a:lnTo>
                    <a:pt x="3" y="9"/>
                  </a:lnTo>
                  <a:lnTo>
                    <a:pt x="3" y="9"/>
                  </a:lnTo>
                  <a:lnTo>
                    <a:pt x="3" y="9"/>
                  </a:lnTo>
                  <a:lnTo>
                    <a:pt x="2" y="11"/>
                  </a:lnTo>
                  <a:lnTo>
                    <a:pt x="1" y="11"/>
                  </a:lnTo>
                  <a:lnTo>
                    <a:pt x="1" y="11"/>
                  </a:lnTo>
                </a:path>
              </a:pathLst>
            </a:custGeom>
            <a:solidFill>
              <a:srgbClr val="003100"/>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028" name=""/>
            <p:cNvSpPr/>
            <p:nvPr/>
          </p:nvSpPr>
          <p:spPr>
            <a:xfrm>
              <a:off x="2717640" y="3714840"/>
              <a:ext cx="5040" cy="4680"/>
            </a:xfrm>
            <a:custGeom>
              <a:avLst/>
              <a:gdLst/>
              <a:ahLst/>
              <a:rect l="l" t="t" r="r" b="b"/>
              <a:pathLst>
                <a:path w="3" h="3">
                  <a:moveTo>
                    <a:pt x="2" y="1"/>
                  </a:moveTo>
                  <a:lnTo>
                    <a:pt x="2" y="2"/>
                  </a:lnTo>
                  <a:lnTo>
                    <a:pt x="1" y="2"/>
                  </a:lnTo>
                  <a:lnTo>
                    <a:pt x="1" y="2"/>
                  </a:lnTo>
                  <a:lnTo>
                    <a:pt x="1" y="2"/>
                  </a:lnTo>
                  <a:lnTo>
                    <a:pt x="1" y="2"/>
                  </a:lnTo>
                  <a:lnTo>
                    <a:pt x="1" y="2"/>
                  </a:lnTo>
                  <a:lnTo>
                    <a:pt x="1" y="2"/>
                  </a:lnTo>
                  <a:lnTo>
                    <a:pt x="1" y="2"/>
                  </a:lnTo>
                  <a:lnTo>
                    <a:pt x="1" y="2"/>
                  </a:lnTo>
                  <a:lnTo>
                    <a:pt x="0" y="2"/>
                  </a:lnTo>
                  <a:lnTo>
                    <a:pt x="0" y="2"/>
                  </a:lnTo>
                  <a:lnTo>
                    <a:pt x="0" y="2"/>
                  </a:lnTo>
                  <a:lnTo>
                    <a:pt x="1" y="2"/>
                  </a:lnTo>
                  <a:lnTo>
                    <a:pt x="1" y="2"/>
                  </a:lnTo>
                  <a:lnTo>
                    <a:pt x="1" y="2"/>
                  </a:lnTo>
                  <a:lnTo>
                    <a:pt x="1" y="2"/>
                  </a:lnTo>
                  <a:lnTo>
                    <a:pt x="1" y="2"/>
                  </a:lnTo>
                  <a:lnTo>
                    <a:pt x="1" y="2"/>
                  </a:lnTo>
                  <a:lnTo>
                    <a:pt x="1" y="2"/>
                  </a:lnTo>
                  <a:lnTo>
                    <a:pt x="1" y="2"/>
                  </a:lnTo>
                  <a:lnTo>
                    <a:pt x="1" y="2"/>
                  </a:lnTo>
                  <a:lnTo>
                    <a:pt x="2" y="2"/>
                  </a:lnTo>
                  <a:lnTo>
                    <a:pt x="2" y="2"/>
                  </a:lnTo>
                  <a:lnTo>
                    <a:pt x="2" y="1"/>
                  </a:lnTo>
                  <a:lnTo>
                    <a:pt x="2" y="1"/>
                  </a:lnTo>
                  <a:lnTo>
                    <a:pt x="2" y="0"/>
                  </a:lnTo>
                  <a:lnTo>
                    <a:pt x="2" y="0"/>
                  </a:lnTo>
                  <a:lnTo>
                    <a:pt x="2" y="1"/>
                  </a:lnTo>
                  <a:lnTo>
                    <a:pt x="2" y="1"/>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029" name=""/>
            <p:cNvSpPr/>
            <p:nvPr/>
          </p:nvSpPr>
          <p:spPr>
            <a:xfrm>
              <a:off x="2722680" y="3700440"/>
              <a:ext cx="11160" cy="4680"/>
            </a:xfrm>
            <a:custGeom>
              <a:avLst/>
              <a:gdLst/>
              <a:ahLst/>
              <a:rect l="l" t="t" r="r" b="b"/>
              <a:pathLst>
                <a:path w="7" h="3">
                  <a:moveTo>
                    <a:pt x="6" y="0"/>
                  </a:moveTo>
                  <a:lnTo>
                    <a:pt x="6" y="0"/>
                  </a:lnTo>
                  <a:lnTo>
                    <a:pt x="6" y="0"/>
                  </a:lnTo>
                  <a:lnTo>
                    <a:pt x="0" y="0"/>
                  </a:lnTo>
                  <a:lnTo>
                    <a:pt x="0" y="0"/>
                  </a:lnTo>
                  <a:lnTo>
                    <a:pt x="0" y="0"/>
                  </a:lnTo>
                  <a:lnTo>
                    <a:pt x="0" y="2"/>
                  </a:lnTo>
                  <a:lnTo>
                    <a:pt x="0" y="2"/>
                  </a:lnTo>
                  <a:lnTo>
                    <a:pt x="0" y="2"/>
                  </a:lnTo>
                  <a:lnTo>
                    <a:pt x="6" y="0"/>
                  </a:lnTo>
                  <a:lnTo>
                    <a:pt x="6" y="0"/>
                  </a:lnTo>
                  <a:lnTo>
                    <a:pt x="6" y="0"/>
                  </a:lnTo>
                  <a:lnTo>
                    <a:pt x="6" y="0"/>
                  </a:lnTo>
                  <a:lnTo>
                    <a:pt x="6"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030" name=""/>
            <p:cNvSpPr/>
            <p:nvPr/>
          </p:nvSpPr>
          <p:spPr>
            <a:xfrm>
              <a:off x="2862360" y="3610080"/>
              <a:ext cx="56880" cy="27000"/>
            </a:xfrm>
            <a:custGeom>
              <a:avLst/>
              <a:gdLst/>
              <a:ahLst/>
              <a:rect l="l" t="t" r="r" b="b"/>
              <a:pathLst>
                <a:path w="36" h="17">
                  <a:moveTo>
                    <a:pt x="32" y="2"/>
                  </a:moveTo>
                  <a:lnTo>
                    <a:pt x="32" y="2"/>
                  </a:lnTo>
                  <a:lnTo>
                    <a:pt x="30" y="2"/>
                  </a:lnTo>
                  <a:lnTo>
                    <a:pt x="30" y="2"/>
                  </a:lnTo>
                  <a:lnTo>
                    <a:pt x="30" y="2"/>
                  </a:lnTo>
                  <a:lnTo>
                    <a:pt x="30" y="3"/>
                  </a:lnTo>
                  <a:lnTo>
                    <a:pt x="25" y="3"/>
                  </a:lnTo>
                  <a:lnTo>
                    <a:pt x="23" y="2"/>
                  </a:lnTo>
                  <a:lnTo>
                    <a:pt x="22" y="2"/>
                  </a:lnTo>
                  <a:lnTo>
                    <a:pt x="20" y="2"/>
                  </a:lnTo>
                  <a:lnTo>
                    <a:pt x="20" y="2"/>
                  </a:lnTo>
                  <a:lnTo>
                    <a:pt x="15" y="2"/>
                  </a:lnTo>
                  <a:lnTo>
                    <a:pt x="15" y="1"/>
                  </a:lnTo>
                  <a:lnTo>
                    <a:pt x="13" y="1"/>
                  </a:lnTo>
                  <a:lnTo>
                    <a:pt x="13" y="0"/>
                  </a:lnTo>
                  <a:lnTo>
                    <a:pt x="12" y="0"/>
                  </a:lnTo>
                  <a:lnTo>
                    <a:pt x="11" y="0"/>
                  </a:lnTo>
                  <a:lnTo>
                    <a:pt x="11" y="0"/>
                  </a:lnTo>
                  <a:lnTo>
                    <a:pt x="11" y="1"/>
                  </a:lnTo>
                  <a:lnTo>
                    <a:pt x="11" y="1"/>
                  </a:lnTo>
                  <a:lnTo>
                    <a:pt x="10" y="1"/>
                  </a:lnTo>
                  <a:lnTo>
                    <a:pt x="10" y="2"/>
                  </a:lnTo>
                  <a:lnTo>
                    <a:pt x="8" y="2"/>
                  </a:lnTo>
                  <a:lnTo>
                    <a:pt x="5" y="2"/>
                  </a:lnTo>
                  <a:lnTo>
                    <a:pt x="5" y="7"/>
                  </a:lnTo>
                  <a:lnTo>
                    <a:pt x="0" y="9"/>
                  </a:lnTo>
                  <a:lnTo>
                    <a:pt x="0" y="9"/>
                  </a:lnTo>
                  <a:lnTo>
                    <a:pt x="1" y="9"/>
                  </a:lnTo>
                  <a:lnTo>
                    <a:pt x="2" y="8"/>
                  </a:lnTo>
                  <a:lnTo>
                    <a:pt x="2" y="8"/>
                  </a:lnTo>
                  <a:lnTo>
                    <a:pt x="4" y="8"/>
                  </a:lnTo>
                  <a:lnTo>
                    <a:pt x="5" y="8"/>
                  </a:lnTo>
                  <a:lnTo>
                    <a:pt x="5" y="7"/>
                  </a:lnTo>
                  <a:lnTo>
                    <a:pt x="5" y="5"/>
                  </a:lnTo>
                  <a:lnTo>
                    <a:pt x="5" y="4"/>
                  </a:lnTo>
                  <a:lnTo>
                    <a:pt x="8" y="2"/>
                  </a:lnTo>
                  <a:lnTo>
                    <a:pt x="10" y="2"/>
                  </a:lnTo>
                  <a:lnTo>
                    <a:pt x="10" y="2"/>
                  </a:lnTo>
                  <a:lnTo>
                    <a:pt x="11" y="2"/>
                  </a:lnTo>
                  <a:lnTo>
                    <a:pt x="12" y="1"/>
                  </a:lnTo>
                  <a:lnTo>
                    <a:pt x="13" y="1"/>
                  </a:lnTo>
                  <a:lnTo>
                    <a:pt x="13" y="2"/>
                  </a:lnTo>
                  <a:lnTo>
                    <a:pt x="15" y="2"/>
                  </a:lnTo>
                  <a:lnTo>
                    <a:pt x="20" y="2"/>
                  </a:lnTo>
                  <a:lnTo>
                    <a:pt x="20" y="2"/>
                  </a:lnTo>
                  <a:lnTo>
                    <a:pt x="21" y="2"/>
                  </a:lnTo>
                  <a:lnTo>
                    <a:pt x="21" y="2"/>
                  </a:lnTo>
                  <a:lnTo>
                    <a:pt x="21" y="3"/>
                  </a:lnTo>
                  <a:lnTo>
                    <a:pt x="21" y="3"/>
                  </a:lnTo>
                  <a:lnTo>
                    <a:pt x="21" y="4"/>
                  </a:lnTo>
                  <a:lnTo>
                    <a:pt x="21" y="4"/>
                  </a:lnTo>
                  <a:lnTo>
                    <a:pt x="20" y="4"/>
                  </a:lnTo>
                  <a:lnTo>
                    <a:pt x="20" y="4"/>
                  </a:lnTo>
                  <a:lnTo>
                    <a:pt x="20" y="3"/>
                  </a:lnTo>
                  <a:lnTo>
                    <a:pt x="15" y="2"/>
                  </a:lnTo>
                  <a:lnTo>
                    <a:pt x="15" y="2"/>
                  </a:lnTo>
                  <a:lnTo>
                    <a:pt x="13" y="2"/>
                  </a:lnTo>
                  <a:lnTo>
                    <a:pt x="13" y="2"/>
                  </a:lnTo>
                  <a:lnTo>
                    <a:pt x="12" y="2"/>
                  </a:lnTo>
                  <a:lnTo>
                    <a:pt x="12" y="2"/>
                  </a:lnTo>
                  <a:lnTo>
                    <a:pt x="12" y="2"/>
                  </a:lnTo>
                  <a:lnTo>
                    <a:pt x="11" y="2"/>
                  </a:lnTo>
                  <a:lnTo>
                    <a:pt x="11" y="2"/>
                  </a:lnTo>
                  <a:lnTo>
                    <a:pt x="10" y="2"/>
                  </a:lnTo>
                  <a:lnTo>
                    <a:pt x="10" y="4"/>
                  </a:lnTo>
                  <a:lnTo>
                    <a:pt x="8" y="5"/>
                  </a:lnTo>
                  <a:lnTo>
                    <a:pt x="8" y="7"/>
                  </a:lnTo>
                  <a:lnTo>
                    <a:pt x="8" y="7"/>
                  </a:lnTo>
                  <a:lnTo>
                    <a:pt x="8" y="8"/>
                  </a:lnTo>
                  <a:lnTo>
                    <a:pt x="8" y="8"/>
                  </a:lnTo>
                  <a:lnTo>
                    <a:pt x="8" y="8"/>
                  </a:lnTo>
                  <a:lnTo>
                    <a:pt x="10" y="7"/>
                  </a:lnTo>
                  <a:lnTo>
                    <a:pt x="10" y="7"/>
                  </a:lnTo>
                  <a:lnTo>
                    <a:pt x="10" y="5"/>
                  </a:lnTo>
                  <a:lnTo>
                    <a:pt x="11" y="4"/>
                  </a:lnTo>
                  <a:lnTo>
                    <a:pt x="11" y="3"/>
                  </a:lnTo>
                  <a:lnTo>
                    <a:pt x="12" y="2"/>
                  </a:lnTo>
                  <a:lnTo>
                    <a:pt x="13" y="2"/>
                  </a:lnTo>
                  <a:lnTo>
                    <a:pt x="13" y="3"/>
                  </a:lnTo>
                  <a:lnTo>
                    <a:pt x="15" y="4"/>
                  </a:lnTo>
                  <a:lnTo>
                    <a:pt x="15" y="5"/>
                  </a:lnTo>
                  <a:lnTo>
                    <a:pt x="20" y="5"/>
                  </a:lnTo>
                  <a:lnTo>
                    <a:pt x="20" y="7"/>
                  </a:lnTo>
                  <a:lnTo>
                    <a:pt x="20" y="7"/>
                  </a:lnTo>
                  <a:lnTo>
                    <a:pt x="21" y="7"/>
                  </a:lnTo>
                  <a:lnTo>
                    <a:pt x="21" y="7"/>
                  </a:lnTo>
                  <a:lnTo>
                    <a:pt x="22" y="7"/>
                  </a:lnTo>
                  <a:lnTo>
                    <a:pt x="22" y="8"/>
                  </a:lnTo>
                  <a:lnTo>
                    <a:pt x="22" y="8"/>
                  </a:lnTo>
                  <a:lnTo>
                    <a:pt x="23" y="8"/>
                  </a:lnTo>
                  <a:lnTo>
                    <a:pt x="25" y="8"/>
                  </a:lnTo>
                  <a:lnTo>
                    <a:pt x="25" y="8"/>
                  </a:lnTo>
                  <a:lnTo>
                    <a:pt x="25" y="9"/>
                  </a:lnTo>
                  <a:lnTo>
                    <a:pt x="25" y="9"/>
                  </a:lnTo>
                  <a:lnTo>
                    <a:pt x="23" y="12"/>
                  </a:lnTo>
                  <a:lnTo>
                    <a:pt x="22" y="14"/>
                  </a:lnTo>
                  <a:lnTo>
                    <a:pt x="22" y="14"/>
                  </a:lnTo>
                  <a:lnTo>
                    <a:pt x="22" y="16"/>
                  </a:lnTo>
                  <a:lnTo>
                    <a:pt x="21" y="16"/>
                  </a:lnTo>
                  <a:lnTo>
                    <a:pt x="21" y="16"/>
                  </a:lnTo>
                  <a:lnTo>
                    <a:pt x="21" y="16"/>
                  </a:lnTo>
                  <a:lnTo>
                    <a:pt x="20" y="16"/>
                  </a:lnTo>
                  <a:lnTo>
                    <a:pt x="20" y="16"/>
                  </a:lnTo>
                  <a:lnTo>
                    <a:pt x="20" y="16"/>
                  </a:lnTo>
                  <a:lnTo>
                    <a:pt x="21" y="16"/>
                  </a:lnTo>
                  <a:lnTo>
                    <a:pt x="21" y="16"/>
                  </a:lnTo>
                  <a:lnTo>
                    <a:pt x="22" y="16"/>
                  </a:lnTo>
                  <a:lnTo>
                    <a:pt x="22" y="16"/>
                  </a:lnTo>
                  <a:lnTo>
                    <a:pt x="23" y="14"/>
                  </a:lnTo>
                  <a:lnTo>
                    <a:pt x="25" y="13"/>
                  </a:lnTo>
                  <a:lnTo>
                    <a:pt x="25" y="12"/>
                  </a:lnTo>
                  <a:lnTo>
                    <a:pt x="27" y="9"/>
                  </a:lnTo>
                  <a:lnTo>
                    <a:pt x="27" y="9"/>
                  </a:lnTo>
                  <a:lnTo>
                    <a:pt x="30" y="8"/>
                  </a:lnTo>
                  <a:lnTo>
                    <a:pt x="30" y="8"/>
                  </a:lnTo>
                  <a:lnTo>
                    <a:pt x="30" y="8"/>
                  </a:lnTo>
                  <a:lnTo>
                    <a:pt x="30" y="8"/>
                  </a:lnTo>
                  <a:lnTo>
                    <a:pt x="30" y="8"/>
                  </a:lnTo>
                  <a:lnTo>
                    <a:pt x="30" y="8"/>
                  </a:lnTo>
                  <a:lnTo>
                    <a:pt x="30" y="7"/>
                  </a:lnTo>
                  <a:lnTo>
                    <a:pt x="30" y="5"/>
                  </a:lnTo>
                  <a:lnTo>
                    <a:pt x="32" y="4"/>
                  </a:lnTo>
                  <a:lnTo>
                    <a:pt x="32" y="2"/>
                  </a:lnTo>
                  <a:lnTo>
                    <a:pt x="34" y="2"/>
                  </a:lnTo>
                  <a:lnTo>
                    <a:pt x="34" y="2"/>
                  </a:lnTo>
                  <a:lnTo>
                    <a:pt x="35" y="2"/>
                  </a:lnTo>
                  <a:lnTo>
                    <a:pt x="35" y="2"/>
                  </a:lnTo>
                  <a:lnTo>
                    <a:pt x="35" y="2"/>
                  </a:lnTo>
                  <a:lnTo>
                    <a:pt x="34" y="2"/>
                  </a:lnTo>
                  <a:lnTo>
                    <a:pt x="32" y="2"/>
                  </a:lnTo>
                  <a:lnTo>
                    <a:pt x="32" y="2"/>
                  </a:lnTo>
                </a:path>
              </a:pathLst>
            </a:custGeom>
            <a:solidFill>
              <a:srgbClr val="626200"/>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031" name=""/>
            <p:cNvSpPr/>
            <p:nvPr/>
          </p:nvSpPr>
          <p:spPr>
            <a:xfrm>
              <a:off x="2862360" y="3613320"/>
              <a:ext cx="41040" cy="23760"/>
            </a:xfrm>
            <a:custGeom>
              <a:avLst/>
              <a:gdLst/>
              <a:ahLst/>
              <a:rect l="l" t="t" r="r" b="b"/>
              <a:pathLst>
                <a:path w="26" h="15">
                  <a:moveTo>
                    <a:pt x="25" y="6"/>
                  </a:moveTo>
                  <a:lnTo>
                    <a:pt x="23" y="6"/>
                  </a:lnTo>
                  <a:lnTo>
                    <a:pt x="23" y="6"/>
                  </a:lnTo>
                  <a:lnTo>
                    <a:pt x="22" y="6"/>
                  </a:lnTo>
                  <a:lnTo>
                    <a:pt x="22" y="5"/>
                  </a:lnTo>
                  <a:lnTo>
                    <a:pt x="21" y="5"/>
                  </a:lnTo>
                  <a:lnTo>
                    <a:pt x="20" y="5"/>
                  </a:lnTo>
                  <a:lnTo>
                    <a:pt x="20" y="3"/>
                  </a:lnTo>
                  <a:lnTo>
                    <a:pt x="20" y="3"/>
                  </a:lnTo>
                  <a:lnTo>
                    <a:pt x="15" y="2"/>
                  </a:lnTo>
                  <a:lnTo>
                    <a:pt x="15" y="1"/>
                  </a:lnTo>
                  <a:lnTo>
                    <a:pt x="15" y="1"/>
                  </a:lnTo>
                  <a:lnTo>
                    <a:pt x="13" y="0"/>
                  </a:lnTo>
                  <a:lnTo>
                    <a:pt x="13" y="0"/>
                  </a:lnTo>
                  <a:lnTo>
                    <a:pt x="12" y="0"/>
                  </a:lnTo>
                  <a:lnTo>
                    <a:pt x="11" y="0"/>
                  </a:lnTo>
                  <a:lnTo>
                    <a:pt x="11" y="1"/>
                  </a:lnTo>
                  <a:lnTo>
                    <a:pt x="11" y="1"/>
                  </a:lnTo>
                  <a:lnTo>
                    <a:pt x="11" y="2"/>
                  </a:lnTo>
                  <a:lnTo>
                    <a:pt x="10" y="3"/>
                  </a:lnTo>
                  <a:lnTo>
                    <a:pt x="8" y="5"/>
                  </a:lnTo>
                  <a:lnTo>
                    <a:pt x="5" y="6"/>
                  </a:lnTo>
                  <a:lnTo>
                    <a:pt x="5" y="6"/>
                  </a:lnTo>
                  <a:lnTo>
                    <a:pt x="2" y="7"/>
                  </a:lnTo>
                  <a:lnTo>
                    <a:pt x="2" y="7"/>
                  </a:lnTo>
                  <a:lnTo>
                    <a:pt x="0" y="10"/>
                  </a:lnTo>
                  <a:lnTo>
                    <a:pt x="0" y="10"/>
                  </a:lnTo>
                  <a:lnTo>
                    <a:pt x="0" y="10"/>
                  </a:lnTo>
                  <a:lnTo>
                    <a:pt x="0" y="11"/>
                  </a:lnTo>
                  <a:lnTo>
                    <a:pt x="0" y="11"/>
                  </a:lnTo>
                  <a:lnTo>
                    <a:pt x="1" y="10"/>
                  </a:lnTo>
                  <a:lnTo>
                    <a:pt x="2" y="10"/>
                  </a:lnTo>
                  <a:lnTo>
                    <a:pt x="2" y="10"/>
                  </a:lnTo>
                  <a:lnTo>
                    <a:pt x="2" y="11"/>
                  </a:lnTo>
                  <a:lnTo>
                    <a:pt x="5" y="12"/>
                  </a:lnTo>
                  <a:lnTo>
                    <a:pt x="5" y="12"/>
                  </a:lnTo>
                  <a:lnTo>
                    <a:pt x="5" y="14"/>
                  </a:lnTo>
                  <a:lnTo>
                    <a:pt x="8" y="14"/>
                  </a:lnTo>
                  <a:lnTo>
                    <a:pt x="10" y="14"/>
                  </a:lnTo>
                  <a:lnTo>
                    <a:pt x="10" y="14"/>
                  </a:lnTo>
                  <a:lnTo>
                    <a:pt x="11" y="14"/>
                  </a:lnTo>
                  <a:lnTo>
                    <a:pt x="11" y="14"/>
                  </a:lnTo>
                  <a:lnTo>
                    <a:pt x="12" y="14"/>
                  </a:lnTo>
                  <a:lnTo>
                    <a:pt x="13" y="14"/>
                  </a:lnTo>
                  <a:lnTo>
                    <a:pt x="15" y="14"/>
                  </a:lnTo>
                  <a:lnTo>
                    <a:pt x="15" y="14"/>
                  </a:lnTo>
                  <a:lnTo>
                    <a:pt x="20" y="14"/>
                  </a:lnTo>
                  <a:lnTo>
                    <a:pt x="21" y="14"/>
                  </a:lnTo>
                  <a:lnTo>
                    <a:pt x="22" y="14"/>
                  </a:lnTo>
                  <a:lnTo>
                    <a:pt x="22" y="14"/>
                  </a:lnTo>
                  <a:lnTo>
                    <a:pt x="22" y="13"/>
                  </a:lnTo>
                  <a:lnTo>
                    <a:pt x="23" y="12"/>
                  </a:lnTo>
                  <a:lnTo>
                    <a:pt x="23" y="11"/>
                  </a:lnTo>
                  <a:lnTo>
                    <a:pt x="25" y="10"/>
                  </a:lnTo>
                  <a:lnTo>
                    <a:pt x="25" y="10"/>
                  </a:lnTo>
                  <a:lnTo>
                    <a:pt x="25" y="7"/>
                  </a:lnTo>
                  <a:lnTo>
                    <a:pt x="25" y="7"/>
                  </a:lnTo>
                  <a:lnTo>
                    <a:pt x="25" y="6"/>
                  </a:lnTo>
                  <a:lnTo>
                    <a:pt x="25" y="6"/>
                  </a:lnTo>
                  <a:lnTo>
                    <a:pt x="25" y="6"/>
                  </a:lnTo>
                  <a:lnTo>
                    <a:pt x="25" y="6"/>
                  </a:lnTo>
                  <a:lnTo>
                    <a:pt x="25" y="6"/>
                  </a:lnTo>
                </a:path>
              </a:pathLst>
            </a:custGeom>
            <a:solidFill>
              <a:srgbClr val="000000"/>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032" name=""/>
            <p:cNvSpPr/>
            <p:nvPr/>
          </p:nvSpPr>
          <p:spPr>
            <a:xfrm>
              <a:off x="2870280" y="3618000"/>
              <a:ext cx="30240" cy="19080"/>
            </a:xfrm>
            <a:custGeom>
              <a:avLst/>
              <a:gdLst/>
              <a:ahLst/>
              <a:rect l="l" t="t" r="r" b="b"/>
              <a:pathLst>
                <a:path w="19" h="12">
                  <a:moveTo>
                    <a:pt x="16" y="3"/>
                  </a:moveTo>
                  <a:lnTo>
                    <a:pt x="17" y="3"/>
                  </a:lnTo>
                  <a:lnTo>
                    <a:pt x="17" y="3"/>
                  </a:lnTo>
                  <a:lnTo>
                    <a:pt x="17" y="3"/>
                  </a:lnTo>
                  <a:lnTo>
                    <a:pt x="18" y="3"/>
                  </a:lnTo>
                  <a:lnTo>
                    <a:pt x="18" y="4"/>
                  </a:lnTo>
                  <a:lnTo>
                    <a:pt x="17" y="4"/>
                  </a:lnTo>
                  <a:lnTo>
                    <a:pt x="17" y="7"/>
                  </a:lnTo>
                  <a:lnTo>
                    <a:pt x="17" y="7"/>
                  </a:lnTo>
                  <a:lnTo>
                    <a:pt x="16" y="9"/>
                  </a:lnTo>
                  <a:lnTo>
                    <a:pt x="16" y="10"/>
                  </a:lnTo>
                  <a:lnTo>
                    <a:pt x="15" y="11"/>
                  </a:lnTo>
                  <a:lnTo>
                    <a:pt x="10" y="11"/>
                  </a:lnTo>
                  <a:lnTo>
                    <a:pt x="10" y="11"/>
                  </a:lnTo>
                  <a:lnTo>
                    <a:pt x="10" y="11"/>
                  </a:lnTo>
                  <a:lnTo>
                    <a:pt x="8" y="11"/>
                  </a:lnTo>
                  <a:lnTo>
                    <a:pt x="8" y="11"/>
                  </a:lnTo>
                  <a:lnTo>
                    <a:pt x="7" y="11"/>
                  </a:lnTo>
                  <a:lnTo>
                    <a:pt x="6" y="11"/>
                  </a:lnTo>
                  <a:lnTo>
                    <a:pt x="6" y="11"/>
                  </a:lnTo>
                  <a:lnTo>
                    <a:pt x="5" y="11"/>
                  </a:lnTo>
                  <a:lnTo>
                    <a:pt x="5" y="11"/>
                  </a:lnTo>
                  <a:lnTo>
                    <a:pt x="5" y="11"/>
                  </a:lnTo>
                  <a:lnTo>
                    <a:pt x="5" y="10"/>
                  </a:lnTo>
                  <a:lnTo>
                    <a:pt x="3" y="9"/>
                  </a:lnTo>
                  <a:lnTo>
                    <a:pt x="3" y="8"/>
                  </a:lnTo>
                  <a:lnTo>
                    <a:pt x="0" y="7"/>
                  </a:lnTo>
                  <a:lnTo>
                    <a:pt x="0" y="4"/>
                  </a:lnTo>
                  <a:lnTo>
                    <a:pt x="0" y="4"/>
                  </a:lnTo>
                  <a:lnTo>
                    <a:pt x="0" y="4"/>
                  </a:lnTo>
                  <a:lnTo>
                    <a:pt x="0" y="4"/>
                  </a:lnTo>
                  <a:lnTo>
                    <a:pt x="3" y="3"/>
                  </a:lnTo>
                  <a:lnTo>
                    <a:pt x="3" y="3"/>
                  </a:lnTo>
                  <a:lnTo>
                    <a:pt x="3" y="3"/>
                  </a:lnTo>
                  <a:lnTo>
                    <a:pt x="5" y="3"/>
                  </a:lnTo>
                  <a:lnTo>
                    <a:pt x="5" y="3"/>
                  </a:lnTo>
                  <a:lnTo>
                    <a:pt x="6" y="2"/>
                  </a:lnTo>
                  <a:lnTo>
                    <a:pt x="6" y="2"/>
                  </a:lnTo>
                  <a:lnTo>
                    <a:pt x="6" y="2"/>
                  </a:lnTo>
                  <a:lnTo>
                    <a:pt x="7" y="0"/>
                  </a:lnTo>
                  <a:lnTo>
                    <a:pt x="7" y="2"/>
                  </a:lnTo>
                  <a:lnTo>
                    <a:pt x="8" y="2"/>
                  </a:lnTo>
                  <a:lnTo>
                    <a:pt x="10" y="3"/>
                  </a:lnTo>
                  <a:lnTo>
                    <a:pt x="10" y="3"/>
                  </a:lnTo>
                  <a:lnTo>
                    <a:pt x="15" y="3"/>
                  </a:lnTo>
                  <a:lnTo>
                    <a:pt x="15" y="3"/>
                  </a:lnTo>
                  <a:lnTo>
                    <a:pt x="16" y="3"/>
                  </a:lnTo>
                  <a:lnTo>
                    <a:pt x="16" y="3"/>
                  </a:lnTo>
                  <a:lnTo>
                    <a:pt x="16" y="3"/>
                  </a:lnTo>
                  <a:lnTo>
                    <a:pt x="16" y="3"/>
                  </a:lnTo>
                </a:path>
              </a:pathLst>
            </a:custGeom>
            <a:solidFill>
              <a:srgbClr val="ffefce"/>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033" name=""/>
            <p:cNvSpPr/>
            <p:nvPr/>
          </p:nvSpPr>
          <p:spPr>
            <a:xfrm>
              <a:off x="2881440" y="3621240"/>
              <a:ext cx="19080" cy="15840"/>
            </a:xfrm>
            <a:custGeom>
              <a:avLst/>
              <a:gdLst/>
              <a:ahLst/>
              <a:rect l="l" t="t" r="r" b="b"/>
              <a:pathLst>
                <a:path w="12" h="10">
                  <a:moveTo>
                    <a:pt x="8" y="9"/>
                  </a:moveTo>
                  <a:lnTo>
                    <a:pt x="8" y="9"/>
                  </a:lnTo>
                  <a:lnTo>
                    <a:pt x="9" y="7"/>
                  </a:lnTo>
                  <a:lnTo>
                    <a:pt x="9" y="6"/>
                  </a:lnTo>
                  <a:lnTo>
                    <a:pt x="10" y="5"/>
                  </a:lnTo>
                  <a:lnTo>
                    <a:pt x="10" y="2"/>
                  </a:lnTo>
                  <a:lnTo>
                    <a:pt x="10" y="2"/>
                  </a:lnTo>
                  <a:lnTo>
                    <a:pt x="11" y="2"/>
                  </a:lnTo>
                  <a:lnTo>
                    <a:pt x="11" y="1"/>
                  </a:lnTo>
                  <a:lnTo>
                    <a:pt x="10" y="1"/>
                  </a:lnTo>
                  <a:lnTo>
                    <a:pt x="10" y="1"/>
                  </a:lnTo>
                  <a:lnTo>
                    <a:pt x="10" y="1"/>
                  </a:lnTo>
                  <a:lnTo>
                    <a:pt x="9" y="1"/>
                  </a:lnTo>
                  <a:lnTo>
                    <a:pt x="9" y="1"/>
                  </a:lnTo>
                  <a:lnTo>
                    <a:pt x="9" y="1"/>
                  </a:lnTo>
                  <a:lnTo>
                    <a:pt x="8" y="1"/>
                  </a:lnTo>
                  <a:lnTo>
                    <a:pt x="8" y="1"/>
                  </a:lnTo>
                  <a:lnTo>
                    <a:pt x="3" y="1"/>
                  </a:lnTo>
                  <a:lnTo>
                    <a:pt x="3" y="1"/>
                  </a:lnTo>
                  <a:lnTo>
                    <a:pt x="1" y="0"/>
                  </a:lnTo>
                  <a:lnTo>
                    <a:pt x="0" y="0"/>
                  </a:lnTo>
                  <a:lnTo>
                    <a:pt x="0" y="0"/>
                  </a:lnTo>
                  <a:lnTo>
                    <a:pt x="1" y="0"/>
                  </a:lnTo>
                  <a:lnTo>
                    <a:pt x="1" y="0"/>
                  </a:lnTo>
                  <a:lnTo>
                    <a:pt x="1" y="1"/>
                  </a:lnTo>
                  <a:lnTo>
                    <a:pt x="1" y="1"/>
                  </a:lnTo>
                  <a:lnTo>
                    <a:pt x="3" y="1"/>
                  </a:lnTo>
                  <a:lnTo>
                    <a:pt x="3" y="1"/>
                  </a:lnTo>
                  <a:lnTo>
                    <a:pt x="3" y="1"/>
                  </a:lnTo>
                  <a:lnTo>
                    <a:pt x="8" y="1"/>
                  </a:lnTo>
                  <a:lnTo>
                    <a:pt x="8" y="2"/>
                  </a:lnTo>
                  <a:lnTo>
                    <a:pt x="8" y="2"/>
                  </a:lnTo>
                  <a:lnTo>
                    <a:pt x="8" y="5"/>
                  </a:lnTo>
                  <a:lnTo>
                    <a:pt x="8" y="7"/>
                  </a:lnTo>
                  <a:lnTo>
                    <a:pt x="8" y="8"/>
                  </a:lnTo>
                  <a:lnTo>
                    <a:pt x="8" y="9"/>
                  </a:lnTo>
                  <a:lnTo>
                    <a:pt x="8" y="9"/>
                  </a:lnTo>
                  <a:lnTo>
                    <a:pt x="8" y="9"/>
                  </a:lnTo>
                </a:path>
              </a:pathLst>
            </a:custGeom>
            <a:solidFill>
              <a:srgbClr val="c0c27c"/>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034" name=""/>
            <p:cNvSpPr/>
            <p:nvPr/>
          </p:nvSpPr>
          <p:spPr>
            <a:xfrm>
              <a:off x="2879640" y="3624120"/>
              <a:ext cx="15840" cy="6480"/>
            </a:xfrm>
            <a:custGeom>
              <a:avLst/>
              <a:gdLst/>
              <a:ahLst/>
              <a:rect l="l" t="t" r="r" b="b"/>
              <a:pathLst>
                <a:path w="10" h="4">
                  <a:moveTo>
                    <a:pt x="1" y="0"/>
                  </a:moveTo>
                  <a:lnTo>
                    <a:pt x="1" y="0"/>
                  </a:lnTo>
                  <a:lnTo>
                    <a:pt x="1" y="0"/>
                  </a:lnTo>
                  <a:lnTo>
                    <a:pt x="2" y="0"/>
                  </a:lnTo>
                  <a:lnTo>
                    <a:pt x="2" y="0"/>
                  </a:lnTo>
                  <a:lnTo>
                    <a:pt x="2" y="0"/>
                  </a:lnTo>
                  <a:lnTo>
                    <a:pt x="4" y="0"/>
                  </a:lnTo>
                  <a:lnTo>
                    <a:pt x="4" y="0"/>
                  </a:lnTo>
                  <a:lnTo>
                    <a:pt x="9" y="0"/>
                  </a:lnTo>
                  <a:lnTo>
                    <a:pt x="9" y="0"/>
                  </a:lnTo>
                  <a:lnTo>
                    <a:pt x="9" y="0"/>
                  </a:lnTo>
                  <a:lnTo>
                    <a:pt x="9" y="0"/>
                  </a:lnTo>
                  <a:lnTo>
                    <a:pt x="9" y="3"/>
                  </a:lnTo>
                  <a:lnTo>
                    <a:pt x="9" y="3"/>
                  </a:lnTo>
                  <a:lnTo>
                    <a:pt x="4" y="3"/>
                  </a:lnTo>
                  <a:lnTo>
                    <a:pt x="4" y="3"/>
                  </a:lnTo>
                  <a:lnTo>
                    <a:pt x="2" y="3"/>
                  </a:lnTo>
                  <a:lnTo>
                    <a:pt x="2" y="3"/>
                  </a:lnTo>
                  <a:lnTo>
                    <a:pt x="2" y="3"/>
                  </a:lnTo>
                  <a:lnTo>
                    <a:pt x="1" y="3"/>
                  </a:lnTo>
                  <a:lnTo>
                    <a:pt x="1" y="3"/>
                  </a:lnTo>
                  <a:lnTo>
                    <a:pt x="0" y="3"/>
                  </a:lnTo>
                  <a:lnTo>
                    <a:pt x="0" y="3"/>
                  </a:lnTo>
                  <a:lnTo>
                    <a:pt x="0" y="0"/>
                  </a:lnTo>
                  <a:lnTo>
                    <a:pt x="0" y="0"/>
                  </a:lnTo>
                  <a:lnTo>
                    <a:pt x="0" y="0"/>
                  </a:lnTo>
                  <a:lnTo>
                    <a:pt x="0" y="0"/>
                  </a:lnTo>
                  <a:lnTo>
                    <a:pt x="0" y="0"/>
                  </a:lnTo>
                  <a:lnTo>
                    <a:pt x="1" y="0"/>
                  </a:lnTo>
                  <a:lnTo>
                    <a:pt x="1" y="0"/>
                  </a:lnTo>
                </a:path>
              </a:pathLst>
            </a:custGeom>
            <a:solidFill>
              <a:srgbClr val="000000"/>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035" name=""/>
            <p:cNvSpPr/>
            <p:nvPr/>
          </p:nvSpPr>
          <p:spPr>
            <a:xfrm>
              <a:off x="2881440" y="3622680"/>
              <a:ext cx="2880" cy="3240"/>
            </a:xfrm>
            <a:custGeom>
              <a:avLst/>
              <a:gdLst/>
              <a:ahLst/>
              <a:rect l="l" t="t" r="r" b="b"/>
              <a:pathLst>
                <a:path w="2" h="2">
                  <a:moveTo>
                    <a:pt x="0" y="0"/>
                  </a:moveTo>
                  <a:lnTo>
                    <a:pt x="1" y="0"/>
                  </a:lnTo>
                  <a:lnTo>
                    <a:pt x="1" y="0"/>
                  </a:lnTo>
                  <a:lnTo>
                    <a:pt x="1" y="0"/>
                  </a:lnTo>
                  <a:lnTo>
                    <a:pt x="0" y="1"/>
                  </a:lnTo>
                  <a:lnTo>
                    <a:pt x="0" y="0"/>
                  </a:lnTo>
                  <a:lnTo>
                    <a:pt x="0" y="0"/>
                  </a:lnTo>
                  <a:lnTo>
                    <a:pt x="0" y="0"/>
                  </a:lnTo>
                  <a:lnTo>
                    <a:pt x="0" y="0"/>
                  </a:lnTo>
                  <a:lnTo>
                    <a:pt x="0" y="0"/>
                  </a:lnTo>
                </a:path>
              </a:pathLst>
            </a:custGeom>
            <a:solidFill>
              <a:srgbClr val="ffe0f5"/>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036" name=""/>
            <p:cNvSpPr/>
            <p:nvPr/>
          </p:nvSpPr>
          <p:spPr>
            <a:xfrm>
              <a:off x="2941560" y="3570120"/>
              <a:ext cx="38160" cy="66960"/>
            </a:xfrm>
            <a:custGeom>
              <a:avLst/>
              <a:gdLst/>
              <a:ahLst/>
              <a:rect l="l" t="t" r="r" b="b"/>
              <a:pathLst>
                <a:path w="24" h="42">
                  <a:moveTo>
                    <a:pt x="2" y="20"/>
                  </a:moveTo>
                  <a:lnTo>
                    <a:pt x="2" y="18"/>
                  </a:lnTo>
                  <a:lnTo>
                    <a:pt x="2" y="17"/>
                  </a:lnTo>
                  <a:lnTo>
                    <a:pt x="2" y="16"/>
                  </a:lnTo>
                  <a:lnTo>
                    <a:pt x="2" y="16"/>
                  </a:lnTo>
                  <a:lnTo>
                    <a:pt x="2" y="14"/>
                  </a:lnTo>
                  <a:lnTo>
                    <a:pt x="2" y="14"/>
                  </a:lnTo>
                  <a:lnTo>
                    <a:pt x="2" y="14"/>
                  </a:lnTo>
                  <a:lnTo>
                    <a:pt x="2" y="14"/>
                  </a:lnTo>
                  <a:lnTo>
                    <a:pt x="2" y="13"/>
                  </a:lnTo>
                  <a:lnTo>
                    <a:pt x="2" y="13"/>
                  </a:lnTo>
                  <a:lnTo>
                    <a:pt x="2" y="12"/>
                  </a:lnTo>
                  <a:lnTo>
                    <a:pt x="2" y="12"/>
                  </a:lnTo>
                  <a:lnTo>
                    <a:pt x="2" y="12"/>
                  </a:lnTo>
                  <a:lnTo>
                    <a:pt x="2" y="10"/>
                  </a:lnTo>
                  <a:lnTo>
                    <a:pt x="2" y="9"/>
                  </a:lnTo>
                  <a:lnTo>
                    <a:pt x="0" y="6"/>
                  </a:lnTo>
                  <a:lnTo>
                    <a:pt x="0" y="6"/>
                  </a:lnTo>
                  <a:lnTo>
                    <a:pt x="0" y="6"/>
                  </a:lnTo>
                  <a:lnTo>
                    <a:pt x="0" y="5"/>
                  </a:lnTo>
                  <a:lnTo>
                    <a:pt x="0" y="5"/>
                  </a:lnTo>
                  <a:lnTo>
                    <a:pt x="0" y="5"/>
                  </a:lnTo>
                  <a:lnTo>
                    <a:pt x="0" y="6"/>
                  </a:lnTo>
                  <a:lnTo>
                    <a:pt x="2" y="6"/>
                  </a:lnTo>
                  <a:lnTo>
                    <a:pt x="2" y="6"/>
                  </a:lnTo>
                  <a:lnTo>
                    <a:pt x="2" y="9"/>
                  </a:lnTo>
                  <a:lnTo>
                    <a:pt x="2" y="9"/>
                  </a:lnTo>
                  <a:lnTo>
                    <a:pt x="2" y="10"/>
                  </a:lnTo>
                  <a:lnTo>
                    <a:pt x="2" y="12"/>
                  </a:lnTo>
                  <a:lnTo>
                    <a:pt x="2" y="12"/>
                  </a:lnTo>
                  <a:lnTo>
                    <a:pt x="4" y="13"/>
                  </a:lnTo>
                  <a:lnTo>
                    <a:pt x="7" y="13"/>
                  </a:lnTo>
                  <a:lnTo>
                    <a:pt x="7" y="13"/>
                  </a:lnTo>
                  <a:lnTo>
                    <a:pt x="7" y="13"/>
                  </a:lnTo>
                  <a:lnTo>
                    <a:pt x="7" y="13"/>
                  </a:lnTo>
                  <a:lnTo>
                    <a:pt x="7" y="13"/>
                  </a:lnTo>
                  <a:lnTo>
                    <a:pt x="9" y="12"/>
                  </a:lnTo>
                  <a:lnTo>
                    <a:pt x="9" y="12"/>
                  </a:lnTo>
                  <a:lnTo>
                    <a:pt x="11" y="9"/>
                  </a:lnTo>
                  <a:lnTo>
                    <a:pt x="12" y="5"/>
                  </a:lnTo>
                  <a:lnTo>
                    <a:pt x="11" y="4"/>
                  </a:lnTo>
                  <a:lnTo>
                    <a:pt x="9" y="2"/>
                  </a:lnTo>
                  <a:lnTo>
                    <a:pt x="9" y="2"/>
                  </a:lnTo>
                  <a:lnTo>
                    <a:pt x="11" y="1"/>
                  </a:lnTo>
                  <a:lnTo>
                    <a:pt x="11" y="0"/>
                  </a:lnTo>
                  <a:lnTo>
                    <a:pt x="11" y="2"/>
                  </a:lnTo>
                  <a:lnTo>
                    <a:pt x="12" y="2"/>
                  </a:lnTo>
                  <a:lnTo>
                    <a:pt x="12" y="4"/>
                  </a:lnTo>
                  <a:lnTo>
                    <a:pt x="12" y="5"/>
                  </a:lnTo>
                  <a:lnTo>
                    <a:pt x="12" y="6"/>
                  </a:lnTo>
                  <a:lnTo>
                    <a:pt x="12" y="9"/>
                  </a:lnTo>
                  <a:lnTo>
                    <a:pt x="12" y="10"/>
                  </a:lnTo>
                  <a:lnTo>
                    <a:pt x="12" y="12"/>
                  </a:lnTo>
                  <a:lnTo>
                    <a:pt x="12" y="13"/>
                  </a:lnTo>
                  <a:lnTo>
                    <a:pt x="12" y="13"/>
                  </a:lnTo>
                  <a:lnTo>
                    <a:pt x="12" y="14"/>
                  </a:lnTo>
                  <a:lnTo>
                    <a:pt x="12" y="14"/>
                  </a:lnTo>
                  <a:lnTo>
                    <a:pt x="12" y="16"/>
                  </a:lnTo>
                  <a:lnTo>
                    <a:pt x="15" y="16"/>
                  </a:lnTo>
                  <a:lnTo>
                    <a:pt x="17" y="18"/>
                  </a:lnTo>
                  <a:lnTo>
                    <a:pt x="20" y="20"/>
                  </a:lnTo>
                  <a:lnTo>
                    <a:pt x="20" y="25"/>
                  </a:lnTo>
                  <a:lnTo>
                    <a:pt x="20" y="26"/>
                  </a:lnTo>
                  <a:lnTo>
                    <a:pt x="20" y="27"/>
                  </a:lnTo>
                  <a:lnTo>
                    <a:pt x="20" y="27"/>
                  </a:lnTo>
                  <a:lnTo>
                    <a:pt x="20" y="29"/>
                  </a:lnTo>
                  <a:lnTo>
                    <a:pt x="20" y="32"/>
                  </a:lnTo>
                  <a:lnTo>
                    <a:pt x="20" y="33"/>
                  </a:lnTo>
                  <a:lnTo>
                    <a:pt x="20" y="33"/>
                  </a:lnTo>
                  <a:lnTo>
                    <a:pt x="20" y="34"/>
                  </a:lnTo>
                  <a:lnTo>
                    <a:pt x="20" y="34"/>
                  </a:lnTo>
                  <a:lnTo>
                    <a:pt x="20" y="34"/>
                  </a:lnTo>
                  <a:lnTo>
                    <a:pt x="20" y="34"/>
                  </a:lnTo>
                  <a:lnTo>
                    <a:pt x="21" y="37"/>
                  </a:lnTo>
                  <a:lnTo>
                    <a:pt x="21" y="37"/>
                  </a:lnTo>
                  <a:lnTo>
                    <a:pt x="21" y="37"/>
                  </a:lnTo>
                  <a:lnTo>
                    <a:pt x="21" y="38"/>
                  </a:lnTo>
                  <a:lnTo>
                    <a:pt x="23" y="39"/>
                  </a:lnTo>
                  <a:lnTo>
                    <a:pt x="23" y="41"/>
                  </a:lnTo>
                  <a:lnTo>
                    <a:pt x="23" y="41"/>
                  </a:lnTo>
                  <a:lnTo>
                    <a:pt x="23" y="41"/>
                  </a:lnTo>
                  <a:lnTo>
                    <a:pt x="23" y="41"/>
                  </a:lnTo>
                  <a:lnTo>
                    <a:pt x="21" y="41"/>
                  </a:lnTo>
                  <a:lnTo>
                    <a:pt x="21" y="39"/>
                  </a:lnTo>
                  <a:lnTo>
                    <a:pt x="20" y="38"/>
                  </a:lnTo>
                  <a:lnTo>
                    <a:pt x="20" y="37"/>
                  </a:lnTo>
                  <a:lnTo>
                    <a:pt x="20" y="37"/>
                  </a:lnTo>
                  <a:lnTo>
                    <a:pt x="20" y="34"/>
                  </a:lnTo>
                  <a:lnTo>
                    <a:pt x="20" y="34"/>
                  </a:lnTo>
                  <a:lnTo>
                    <a:pt x="20" y="34"/>
                  </a:lnTo>
                  <a:lnTo>
                    <a:pt x="20" y="34"/>
                  </a:lnTo>
                  <a:lnTo>
                    <a:pt x="20" y="34"/>
                  </a:lnTo>
                  <a:lnTo>
                    <a:pt x="20" y="33"/>
                  </a:lnTo>
                  <a:lnTo>
                    <a:pt x="17" y="33"/>
                  </a:lnTo>
                  <a:lnTo>
                    <a:pt x="17" y="33"/>
                  </a:lnTo>
                  <a:lnTo>
                    <a:pt x="15" y="32"/>
                  </a:lnTo>
                  <a:lnTo>
                    <a:pt x="15" y="30"/>
                  </a:lnTo>
                  <a:lnTo>
                    <a:pt x="15" y="32"/>
                  </a:lnTo>
                  <a:lnTo>
                    <a:pt x="12" y="32"/>
                  </a:lnTo>
                  <a:lnTo>
                    <a:pt x="12" y="33"/>
                  </a:lnTo>
                  <a:lnTo>
                    <a:pt x="12" y="33"/>
                  </a:lnTo>
                  <a:lnTo>
                    <a:pt x="12" y="33"/>
                  </a:lnTo>
                  <a:lnTo>
                    <a:pt x="15" y="34"/>
                  </a:lnTo>
                  <a:lnTo>
                    <a:pt x="15" y="37"/>
                  </a:lnTo>
                  <a:lnTo>
                    <a:pt x="15" y="38"/>
                  </a:lnTo>
                  <a:lnTo>
                    <a:pt x="15" y="40"/>
                  </a:lnTo>
                  <a:lnTo>
                    <a:pt x="15" y="41"/>
                  </a:lnTo>
                  <a:lnTo>
                    <a:pt x="15" y="41"/>
                  </a:lnTo>
                  <a:lnTo>
                    <a:pt x="15" y="41"/>
                  </a:lnTo>
                  <a:lnTo>
                    <a:pt x="15" y="41"/>
                  </a:lnTo>
                  <a:lnTo>
                    <a:pt x="15" y="41"/>
                  </a:lnTo>
                  <a:lnTo>
                    <a:pt x="12" y="40"/>
                  </a:lnTo>
                  <a:lnTo>
                    <a:pt x="12" y="38"/>
                  </a:lnTo>
                  <a:lnTo>
                    <a:pt x="12" y="37"/>
                  </a:lnTo>
                  <a:lnTo>
                    <a:pt x="12" y="37"/>
                  </a:lnTo>
                  <a:lnTo>
                    <a:pt x="12" y="37"/>
                  </a:lnTo>
                  <a:lnTo>
                    <a:pt x="12" y="34"/>
                  </a:lnTo>
                  <a:lnTo>
                    <a:pt x="12" y="34"/>
                  </a:lnTo>
                  <a:lnTo>
                    <a:pt x="12" y="34"/>
                  </a:lnTo>
                  <a:lnTo>
                    <a:pt x="12" y="34"/>
                  </a:lnTo>
                  <a:lnTo>
                    <a:pt x="12" y="34"/>
                  </a:lnTo>
                  <a:lnTo>
                    <a:pt x="12" y="33"/>
                  </a:lnTo>
                  <a:lnTo>
                    <a:pt x="11" y="33"/>
                  </a:lnTo>
                  <a:lnTo>
                    <a:pt x="7" y="33"/>
                  </a:lnTo>
                  <a:lnTo>
                    <a:pt x="7" y="33"/>
                  </a:lnTo>
                  <a:lnTo>
                    <a:pt x="7" y="33"/>
                  </a:lnTo>
                  <a:lnTo>
                    <a:pt x="7" y="33"/>
                  </a:lnTo>
                  <a:lnTo>
                    <a:pt x="7" y="33"/>
                  </a:lnTo>
                  <a:lnTo>
                    <a:pt x="7" y="33"/>
                  </a:lnTo>
                  <a:lnTo>
                    <a:pt x="7" y="33"/>
                  </a:lnTo>
                  <a:lnTo>
                    <a:pt x="4" y="33"/>
                  </a:lnTo>
                  <a:lnTo>
                    <a:pt x="4" y="34"/>
                  </a:lnTo>
                  <a:lnTo>
                    <a:pt x="4" y="37"/>
                  </a:lnTo>
                  <a:lnTo>
                    <a:pt x="4" y="38"/>
                  </a:lnTo>
                  <a:lnTo>
                    <a:pt x="4" y="41"/>
                  </a:lnTo>
                  <a:lnTo>
                    <a:pt x="2" y="41"/>
                  </a:lnTo>
                  <a:lnTo>
                    <a:pt x="2" y="41"/>
                  </a:lnTo>
                  <a:lnTo>
                    <a:pt x="2" y="41"/>
                  </a:lnTo>
                  <a:lnTo>
                    <a:pt x="2" y="40"/>
                  </a:lnTo>
                  <a:lnTo>
                    <a:pt x="2" y="37"/>
                  </a:lnTo>
                  <a:lnTo>
                    <a:pt x="2" y="34"/>
                  </a:lnTo>
                  <a:lnTo>
                    <a:pt x="2" y="33"/>
                  </a:lnTo>
                  <a:lnTo>
                    <a:pt x="2" y="32"/>
                  </a:lnTo>
                  <a:lnTo>
                    <a:pt x="2" y="27"/>
                  </a:lnTo>
                  <a:lnTo>
                    <a:pt x="2" y="27"/>
                  </a:lnTo>
                  <a:lnTo>
                    <a:pt x="2" y="27"/>
                  </a:lnTo>
                  <a:lnTo>
                    <a:pt x="2" y="27"/>
                  </a:lnTo>
                  <a:lnTo>
                    <a:pt x="2" y="30"/>
                  </a:lnTo>
                  <a:lnTo>
                    <a:pt x="0" y="30"/>
                  </a:lnTo>
                  <a:lnTo>
                    <a:pt x="0" y="30"/>
                  </a:lnTo>
                  <a:lnTo>
                    <a:pt x="0" y="27"/>
                  </a:lnTo>
                  <a:lnTo>
                    <a:pt x="2" y="27"/>
                  </a:lnTo>
                  <a:lnTo>
                    <a:pt x="2" y="26"/>
                  </a:lnTo>
                  <a:lnTo>
                    <a:pt x="2" y="26"/>
                  </a:lnTo>
                  <a:lnTo>
                    <a:pt x="2" y="25"/>
                  </a:lnTo>
                  <a:lnTo>
                    <a:pt x="2" y="22"/>
                  </a:lnTo>
                  <a:lnTo>
                    <a:pt x="2" y="22"/>
                  </a:lnTo>
                  <a:lnTo>
                    <a:pt x="2" y="20"/>
                  </a:lnTo>
                  <a:lnTo>
                    <a:pt x="2" y="20"/>
                  </a:lnTo>
                </a:path>
              </a:pathLst>
            </a:custGeom>
            <a:solidFill>
              <a:srgbClr val="ffc0b6"/>
            </a:solidFill>
            <a:ln w="0">
              <a:noFill/>
            </a:ln>
          </p:spPr>
          <p:style>
            <a:lnRef idx="0"/>
            <a:fillRef idx="0"/>
            <a:effectRef idx="0"/>
            <a:fontRef idx="minor"/>
          </p:style>
          <p:txBody>
            <a:bodyPr lIns="90000" rIns="90000" tIns="20160" bIns="20160" anchor="t">
              <a:noAutofit/>
            </a:bodyPr>
            <a:p>
              <a:endParaRPr b="0" lang="en-IN" sz="2400" strike="noStrike" u="none">
                <a:solidFill>
                  <a:srgbClr val="ffffff"/>
                </a:solidFill>
                <a:effectLst/>
                <a:uFillTx/>
                <a:latin typeface="Times New Roman"/>
              </a:endParaRPr>
            </a:p>
          </p:txBody>
        </p:sp>
        <p:sp>
          <p:nvSpPr>
            <p:cNvPr id="2037" name=""/>
            <p:cNvSpPr/>
            <p:nvPr/>
          </p:nvSpPr>
          <p:spPr>
            <a:xfrm>
              <a:off x="2944800" y="3586320"/>
              <a:ext cx="96840" cy="37800"/>
            </a:xfrm>
            <a:custGeom>
              <a:avLst/>
              <a:gdLst/>
              <a:ahLst/>
              <a:rect l="l" t="t" r="r" b="b"/>
              <a:pathLst>
                <a:path w="61" h="24">
                  <a:moveTo>
                    <a:pt x="0" y="17"/>
                  </a:moveTo>
                  <a:lnTo>
                    <a:pt x="0" y="17"/>
                  </a:lnTo>
                  <a:lnTo>
                    <a:pt x="0" y="17"/>
                  </a:lnTo>
                  <a:lnTo>
                    <a:pt x="0" y="15"/>
                  </a:lnTo>
                  <a:lnTo>
                    <a:pt x="0" y="12"/>
                  </a:lnTo>
                  <a:lnTo>
                    <a:pt x="0" y="10"/>
                  </a:lnTo>
                  <a:lnTo>
                    <a:pt x="0" y="8"/>
                  </a:lnTo>
                  <a:lnTo>
                    <a:pt x="0" y="7"/>
                  </a:lnTo>
                  <a:lnTo>
                    <a:pt x="0" y="6"/>
                  </a:lnTo>
                  <a:lnTo>
                    <a:pt x="5" y="6"/>
                  </a:lnTo>
                  <a:lnTo>
                    <a:pt x="5" y="4"/>
                  </a:lnTo>
                  <a:lnTo>
                    <a:pt x="7" y="4"/>
                  </a:lnTo>
                  <a:lnTo>
                    <a:pt x="10" y="4"/>
                  </a:lnTo>
                  <a:lnTo>
                    <a:pt x="10" y="3"/>
                  </a:lnTo>
                  <a:lnTo>
                    <a:pt x="10" y="3"/>
                  </a:lnTo>
                  <a:lnTo>
                    <a:pt x="13" y="3"/>
                  </a:lnTo>
                  <a:lnTo>
                    <a:pt x="18" y="3"/>
                  </a:lnTo>
                  <a:lnTo>
                    <a:pt x="18" y="3"/>
                  </a:lnTo>
                  <a:lnTo>
                    <a:pt x="18" y="3"/>
                  </a:lnTo>
                  <a:lnTo>
                    <a:pt x="18" y="3"/>
                  </a:lnTo>
                  <a:lnTo>
                    <a:pt x="18" y="3"/>
                  </a:lnTo>
                  <a:lnTo>
                    <a:pt x="18" y="3"/>
                  </a:lnTo>
                  <a:lnTo>
                    <a:pt x="19" y="3"/>
                  </a:lnTo>
                  <a:lnTo>
                    <a:pt x="21" y="2"/>
                  </a:lnTo>
                  <a:lnTo>
                    <a:pt x="24" y="2"/>
                  </a:lnTo>
                  <a:lnTo>
                    <a:pt x="25" y="2"/>
                  </a:lnTo>
                  <a:lnTo>
                    <a:pt x="30" y="2"/>
                  </a:lnTo>
                  <a:lnTo>
                    <a:pt x="30" y="2"/>
                  </a:lnTo>
                  <a:lnTo>
                    <a:pt x="31" y="2"/>
                  </a:lnTo>
                  <a:lnTo>
                    <a:pt x="32" y="0"/>
                  </a:lnTo>
                  <a:lnTo>
                    <a:pt x="32" y="0"/>
                  </a:lnTo>
                  <a:lnTo>
                    <a:pt x="34" y="0"/>
                  </a:lnTo>
                  <a:lnTo>
                    <a:pt x="37" y="2"/>
                  </a:lnTo>
                  <a:lnTo>
                    <a:pt x="37" y="2"/>
                  </a:lnTo>
                  <a:lnTo>
                    <a:pt x="39" y="2"/>
                  </a:lnTo>
                  <a:lnTo>
                    <a:pt x="39" y="2"/>
                  </a:lnTo>
                  <a:lnTo>
                    <a:pt x="39" y="2"/>
                  </a:lnTo>
                  <a:lnTo>
                    <a:pt x="43" y="2"/>
                  </a:lnTo>
                  <a:lnTo>
                    <a:pt x="44" y="2"/>
                  </a:lnTo>
                  <a:lnTo>
                    <a:pt x="44" y="3"/>
                  </a:lnTo>
                  <a:lnTo>
                    <a:pt x="46" y="3"/>
                  </a:lnTo>
                  <a:lnTo>
                    <a:pt x="49" y="3"/>
                  </a:lnTo>
                  <a:lnTo>
                    <a:pt x="49" y="3"/>
                  </a:lnTo>
                  <a:lnTo>
                    <a:pt x="53" y="3"/>
                  </a:lnTo>
                  <a:lnTo>
                    <a:pt x="54" y="3"/>
                  </a:lnTo>
                  <a:lnTo>
                    <a:pt x="54" y="3"/>
                  </a:lnTo>
                  <a:lnTo>
                    <a:pt x="55" y="3"/>
                  </a:lnTo>
                  <a:lnTo>
                    <a:pt x="55" y="3"/>
                  </a:lnTo>
                  <a:lnTo>
                    <a:pt x="55" y="3"/>
                  </a:lnTo>
                  <a:lnTo>
                    <a:pt x="60" y="3"/>
                  </a:lnTo>
                  <a:lnTo>
                    <a:pt x="60" y="3"/>
                  </a:lnTo>
                  <a:lnTo>
                    <a:pt x="60" y="4"/>
                  </a:lnTo>
                  <a:lnTo>
                    <a:pt x="60" y="4"/>
                  </a:lnTo>
                  <a:lnTo>
                    <a:pt x="60" y="6"/>
                  </a:lnTo>
                  <a:lnTo>
                    <a:pt x="60" y="6"/>
                  </a:lnTo>
                  <a:lnTo>
                    <a:pt x="60" y="7"/>
                  </a:lnTo>
                  <a:lnTo>
                    <a:pt x="60" y="8"/>
                  </a:lnTo>
                  <a:lnTo>
                    <a:pt x="60" y="8"/>
                  </a:lnTo>
                  <a:lnTo>
                    <a:pt x="56" y="10"/>
                  </a:lnTo>
                  <a:lnTo>
                    <a:pt x="55" y="10"/>
                  </a:lnTo>
                  <a:lnTo>
                    <a:pt x="55" y="10"/>
                  </a:lnTo>
                  <a:lnTo>
                    <a:pt x="55" y="15"/>
                  </a:lnTo>
                  <a:lnTo>
                    <a:pt x="54" y="16"/>
                  </a:lnTo>
                  <a:lnTo>
                    <a:pt x="54" y="17"/>
                  </a:lnTo>
                  <a:lnTo>
                    <a:pt x="49" y="17"/>
                  </a:lnTo>
                  <a:lnTo>
                    <a:pt x="49" y="19"/>
                  </a:lnTo>
                  <a:lnTo>
                    <a:pt x="44" y="22"/>
                  </a:lnTo>
                  <a:lnTo>
                    <a:pt x="43" y="23"/>
                  </a:lnTo>
                  <a:lnTo>
                    <a:pt x="39" y="23"/>
                  </a:lnTo>
                  <a:lnTo>
                    <a:pt x="37" y="23"/>
                  </a:lnTo>
                  <a:lnTo>
                    <a:pt x="32" y="23"/>
                  </a:lnTo>
                  <a:lnTo>
                    <a:pt x="31" y="23"/>
                  </a:lnTo>
                  <a:lnTo>
                    <a:pt x="27" y="23"/>
                  </a:lnTo>
                  <a:lnTo>
                    <a:pt x="25" y="23"/>
                  </a:lnTo>
                  <a:lnTo>
                    <a:pt x="24" y="22"/>
                  </a:lnTo>
                  <a:lnTo>
                    <a:pt x="22" y="22"/>
                  </a:lnTo>
                  <a:lnTo>
                    <a:pt x="19" y="20"/>
                  </a:lnTo>
                  <a:lnTo>
                    <a:pt x="18" y="19"/>
                  </a:lnTo>
                  <a:lnTo>
                    <a:pt x="18" y="17"/>
                  </a:lnTo>
                  <a:lnTo>
                    <a:pt x="15" y="17"/>
                  </a:lnTo>
                  <a:lnTo>
                    <a:pt x="13" y="17"/>
                  </a:lnTo>
                  <a:lnTo>
                    <a:pt x="10" y="17"/>
                  </a:lnTo>
                  <a:lnTo>
                    <a:pt x="10" y="20"/>
                  </a:lnTo>
                  <a:lnTo>
                    <a:pt x="10" y="22"/>
                  </a:lnTo>
                  <a:lnTo>
                    <a:pt x="10" y="23"/>
                  </a:lnTo>
                  <a:lnTo>
                    <a:pt x="7" y="23"/>
                  </a:lnTo>
                  <a:lnTo>
                    <a:pt x="5" y="23"/>
                  </a:lnTo>
                  <a:lnTo>
                    <a:pt x="2" y="22"/>
                  </a:lnTo>
                  <a:lnTo>
                    <a:pt x="0" y="17"/>
                  </a:lnTo>
                  <a:lnTo>
                    <a:pt x="0" y="17"/>
                  </a:lnTo>
                </a:path>
              </a:pathLst>
            </a:custGeom>
            <a:solidFill>
              <a:srgbClr val="82c168"/>
            </a:solidFill>
            <a:ln w="9360">
              <a:solidFill>
                <a:srgbClr val="000000"/>
              </a:solidFill>
              <a:round/>
            </a:ln>
          </p:spPr>
          <p:style>
            <a:lnRef idx="0"/>
            <a:fillRef idx="0"/>
            <a:effectRef idx="0"/>
            <a:fontRef idx="minor"/>
          </p:style>
          <p:txBody>
            <a:bodyPr lIns="90000" rIns="90000" tIns="-9000" bIns="-9000" anchor="t">
              <a:noAutofit/>
            </a:bodyPr>
            <a:p>
              <a:endParaRPr b="0" lang="en-IN" sz="2400" strike="noStrike" u="none">
                <a:solidFill>
                  <a:srgbClr val="ffffff"/>
                </a:solidFill>
                <a:effectLst/>
                <a:uFillTx/>
                <a:latin typeface="Times New Roman"/>
              </a:endParaRPr>
            </a:p>
          </p:txBody>
        </p:sp>
        <p:sp>
          <p:nvSpPr>
            <p:cNvPr id="2038" name=""/>
            <p:cNvSpPr/>
            <p:nvPr/>
          </p:nvSpPr>
          <p:spPr>
            <a:xfrm>
              <a:off x="2968560" y="3592440"/>
              <a:ext cx="73080" cy="31680"/>
            </a:xfrm>
            <a:custGeom>
              <a:avLst/>
              <a:gdLst/>
              <a:ahLst/>
              <a:rect l="l" t="t" r="r" b="b"/>
              <a:pathLst>
                <a:path w="46" h="20">
                  <a:moveTo>
                    <a:pt x="0" y="13"/>
                  </a:moveTo>
                  <a:lnTo>
                    <a:pt x="0" y="13"/>
                  </a:lnTo>
                  <a:lnTo>
                    <a:pt x="3" y="13"/>
                  </a:lnTo>
                  <a:lnTo>
                    <a:pt x="3" y="13"/>
                  </a:lnTo>
                  <a:lnTo>
                    <a:pt x="3" y="13"/>
                  </a:lnTo>
                  <a:lnTo>
                    <a:pt x="3" y="12"/>
                  </a:lnTo>
                  <a:lnTo>
                    <a:pt x="3" y="12"/>
                  </a:lnTo>
                  <a:lnTo>
                    <a:pt x="4" y="11"/>
                  </a:lnTo>
                  <a:lnTo>
                    <a:pt x="6" y="8"/>
                  </a:lnTo>
                  <a:lnTo>
                    <a:pt x="9" y="6"/>
                  </a:lnTo>
                  <a:lnTo>
                    <a:pt x="10" y="6"/>
                  </a:lnTo>
                  <a:lnTo>
                    <a:pt x="15" y="6"/>
                  </a:lnTo>
                  <a:lnTo>
                    <a:pt x="15" y="4"/>
                  </a:lnTo>
                  <a:lnTo>
                    <a:pt x="16" y="4"/>
                  </a:lnTo>
                  <a:lnTo>
                    <a:pt x="17" y="4"/>
                  </a:lnTo>
                  <a:lnTo>
                    <a:pt x="17" y="3"/>
                  </a:lnTo>
                  <a:lnTo>
                    <a:pt x="22" y="2"/>
                  </a:lnTo>
                  <a:lnTo>
                    <a:pt x="22" y="2"/>
                  </a:lnTo>
                  <a:lnTo>
                    <a:pt x="24" y="2"/>
                  </a:lnTo>
                  <a:lnTo>
                    <a:pt x="24" y="2"/>
                  </a:lnTo>
                  <a:lnTo>
                    <a:pt x="28" y="2"/>
                  </a:lnTo>
                  <a:lnTo>
                    <a:pt x="29" y="2"/>
                  </a:lnTo>
                  <a:lnTo>
                    <a:pt x="29" y="2"/>
                  </a:lnTo>
                  <a:lnTo>
                    <a:pt x="31" y="2"/>
                  </a:lnTo>
                  <a:lnTo>
                    <a:pt x="34" y="2"/>
                  </a:lnTo>
                  <a:lnTo>
                    <a:pt x="34" y="2"/>
                  </a:lnTo>
                  <a:lnTo>
                    <a:pt x="34" y="0"/>
                  </a:lnTo>
                  <a:lnTo>
                    <a:pt x="39" y="0"/>
                  </a:lnTo>
                  <a:lnTo>
                    <a:pt x="39" y="0"/>
                  </a:lnTo>
                  <a:lnTo>
                    <a:pt x="39" y="0"/>
                  </a:lnTo>
                  <a:lnTo>
                    <a:pt x="39" y="0"/>
                  </a:lnTo>
                  <a:lnTo>
                    <a:pt x="40" y="0"/>
                  </a:lnTo>
                  <a:lnTo>
                    <a:pt x="40" y="0"/>
                  </a:lnTo>
                  <a:lnTo>
                    <a:pt x="40" y="0"/>
                  </a:lnTo>
                  <a:lnTo>
                    <a:pt x="40" y="0"/>
                  </a:lnTo>
                  <a:lnTo>
                    <a:pt x="40" y="0"/>
                  </a:lnTo>
                  <a:lnTo>
                    <a:pt x="44" y="0"/>
                  </a:lnTo>
                  <a:lnTo>
                    <a:pt x="45" y="0"/>
                  </a:lnTo>
                  <a:lnTo>
                    <a:pt x="45" y="0"/>
                  </a:lnTo>
                  <a:lnTo>
                    <a:pt x="45" y="2"/>
                  </a:lnTo>
                  <a:lnTo>
                    <a:pt x="45" y="2"/>
                  </a:lnTo>
                  <a:lnTo>
                    <a:pt x="45" y="2"/>
                  </a:lnTo>
                  <a:lnTo>
                    <a:pt x="44" y="3"/>
                  </a:lnTo>
                  <a:lnTo>
                    <a:pt x="41" y="4"/>
                  </a:lnTo>
                  <a:lnTo>
                    <a:pt x="40" y="6"/>
                  </a:lnTo>
                  <a:lnTo>
                    <a:pt x="40" y="6"/>
                  </a:lnTo>
                  <a:lnTo>
                    <a:pt x="40" y="6"/>
                  </a:lnTo>
                  <a:lnTo>
                    <a:pt x="40" y="8"/>
                  </a:lnTo>
                  <a:lnTo>
                    <a:pt x="39" y="11"/>
                  </a:lnTo>
                  <a:lnTo>
                    <a:pt x="39" y="12"/>
                  </a:lnTo>
                  <a:lnTo>
                    <a:pt x="38" y="13"/>
                  </a:lnTo>
                  <a:lnTo>
                    <a:pt x="34" y="13"/>
                  </a:lnTo>
                  <a:lnTo>
                    <a:pt x="34" y="13"/>
                  </a:lnTo>
                  <a:lnTo>
                    <a:pt x="31" y="14"/>
                  </a:lnTo>
                  <a:lnTo>
                    <a:pt x="29" y="16"/>
                  </a:lnTo>
                  <a:lnTo>
                    <a:pt x="28" y="18"/>
                  </a:lnTo>
                  <a:lnTo>
                    <a:pt x="24" y="19"/>
                  </a:lnTo>
                  <a:lnTo>
                    <a:pt x="24" y="19"/>
                  </a:lnTo>
                  <a:lnTo>
                    <a:pt x="24" y="19"/>
                  </a:lnTo>
                  <a:lnTo>
                    <a:pt x="24" y="19"/>
                  </a:lnTo>
                  <a:lnTo>
                    <a:pt x="22" y="19"/>
                  </a:lnTo>
                  <a:lnTo>
                    <a:pt x="17" y="19"/>
                  </a:lnTo>
                  <a:lnTo>
                    <a:pt x="17" y="19"/>
                  </a:lnTo>
                  <a:lnTo>
                    <a:pt x="15" y="19"/>
                  </a:lnTo>
                  <a:lnTo>
                    <a:pt x="9" y="18"/>
                  </a:lnTo>
                  <a:lnTo>
                    <a:pt x="7" y="15"/>
                  </a:lnTo>
                  <a:lnTo>
                    <a:pt x="4" y="14"/>
                  </a:lnTo>
                  <a:lnTo>
                    <a:pt x="3" y="13"/>
                  </a:lnTo>
                  <a:lnTo>
                    <a:pt x="3" y="13"/>
                  </a:lnTo>
                  <a:lnTo>
                    <a:pt x="3" y="13"/>
                  </a:lnTo>
                  <a:lnTo>
                    <a:pt x="3" y="13"/>
                  </a:lnTo>
                  <a:lnTo>
                    <a:pt x="0" y="13"/>
                  </a:lnTo>
                  <a:lnTo>
                    <a:pt x="0" y="13"/>
                  </a:lnTo>
                  <a:lnTo>
                    <a:pt x="0" y="13"/>
                  </a:lnTo>
                </a:path>
              </a:pathLst>
            </a:custGeom>
            <a:solidFill>
              <a:srgbClr val="82c168"/>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2039" name=""/>
            <p:cNvSpPr/>
            <p:nvPr/>
          </p:nvSpPr>
          <p:spPr>
            <a:xfrm>
              <a:off x="2968560" y="3592440"/>
              <a:ext cx="73080" cy="23760"/>
            </a:xfrm>
            <a:custGeom>
              <a:avLst/>
              <a:gdLst/>
              <a:ahLst/>
              <a:rect l="l" t="t" r="r" b="b"/>
              <a:pathLst>
                <a:path w="46" h="15">
                  <a:moveTo>
                    <a:pt x="45" y="2"/>
                  </a:moveTo>
                  <a:lnTo>
                    <a:pt x="45" y="0"/>
                  </a:lnTo>
                  <a:lnTo>
                    <a:pt x="45" y="0"/>
                  </a:lnTo>
                  <a:lnTo>
                    <a:pt x="45" y="0"/>
                  </a:lnTo>
                  <a:lnTo>
                    <a:pt x="40" y="0"/>
                  </a:lnTo>
                  <a:lnTo>
                    <a:pt x="40" y="0"/>
                  </a:lnTo>
                  <a:lnTo>
                    <a:pt x="40" y="0"/>
                  </a:lnTo>
                  <a:lnTo>
                    <a:pt x="39" y="0"/>
                  </a:lnTo>
                  <a:lnTo>
                    <a:pt x="39" y="0"/>
                  </a:lnTo>
                  <a:lnTo>
                    <a:pt x="38" y="0"/>
                  </a:lnTo>
                  <a:lnTo>
                    <a:pt x="34" y="2"/>
                  </a:lnTo>
                  <a:lnTo>
                    <a:pt x="34" y="2"/>
                  </a:lnTo>
                  <a:lnTo>
                    <a:pt x="29" y="2"/>
                  </a:lnTo>
                  <a:lnTo>
                    <a:pt x="29" y="2"/>
                  </a:lnTo>
                  <a:lnTo>
                    <a:pt x="24" y="2"/>
                  </a:lnTo>
                  <a:lnTo>
                    <a:pt x="24" y="2"/>
                  </a:lnTo>
                  <a:lnTo>
                    <a:pt x="24" y="2"/>
                  </a:lnTo>
                  <a:lnTo>
                    <a:pt x="22" y="2"/>
                  </a:lnTo>
                  <a:lnTo>
                    <a:pt x="22" y="2"/>
                  </a:lnTo>
                  <a:lnTo>
                    <a:pt x="21" y="2"/>
                  </a:lnTo>
                  <a:lnTo>
                    <a:pt x="19" y="2"/>
                  </a:lnTo>
                  <a:lnTo>
                    <a:pt x="17" y="2"/>
                  </a:lnTo>
                  <a:lnTo>
                    <a:pt x="17" y="3"/>
                  </a:lnTo>
                  <a:lnTo>
                    <a:pt x="17" y="3"/>
                  </a:lnTo>
                  <a:lnTo>
                    <a:pt x="17" y="4"/>
                  </a:lnTo>
                  <a:lnTo>
                    <a:pt x="16" y="4"/>
                  </a:lnTo>
                  <a:lnTo>
                    <a:pt x="15" y="4"/>
                  </a:lnTo>
                  <a:lnTo>
                    <a:pt x="15" y="6"/>
                  </a:lnTo>
                  <a:lnTo>
                    <a:pt x="15" y="6"/>
                  </a:lnTo>
                  <a:lnTo>
                    <a:pt x="10" y="6"/>
                  </a:lnTo>
                  <a:lnTo>
                    <a:pt x="9" y="6"/>
                  </a:lnTo>
                  <a:lnTo>
                    <a:pt x="6" y="8"/>
                  </a:lnTo>
                  <a:lnTo>
                    <a:pt x="4" y="11"/>
                  </a:lnTo>
                  <a:lnTo>
                    <a:pt x="3" y="12"/>
                  </a:lnTo>
                  <a:lnTo>
                    <a:pt x="3" y="13"/>
                  </a:lnTo>
                  <a:lnTo>
                    <a:pt x="3" y="13"/>
                  </a:lnTo>
                  <a:lnTo>
                    <a:pt x="0" y="13"/>
                  </a:lnTo>
                  <a:lnTo>
                    <a:pt x="0" y="13"/>
                  </a:lnTo>
                  <a:lnTo>
                    <a:pt x="0" y="13"/>
                  </a:lnTo>
                  <a:lnTo>
                    <a:pt x="3" y="13"/>
                  </a:lnTo>
                  <a:lnTo>
                    <a:pt x="3" y="13"/>
                  </a:lnTo>
                  <a:lnTo>
                    <a:pt x="3" y="13"/>
                  </a:lnTo>
                  <a:lnTo>
                    <a:pt x="3" y="13"/>
                  </a:lnTo>
                  <a:lnTo>
                    <a:pt x="4" y="14"/>
                  </a:lnTo>
                  <a:lnTo>
                    <a:pt x="4" y="14"/>
                  </a:lnTo>
                  <a:lnTo>
                    <a:pt x="4" y="14"/>
                  </a:lnTo>
                  <a:lnTo>
                    <a:pt x="6" y="13"/>
                  </a:lnTo>
                  <a:lnTo>
                    <a:pt x="7" y="13"/>
                  </a:lnTo>
                  <a:lnTo>
                    <a:pt x="7" y="13"/>
                  </a:lnTo>
                  <a:lnTo>
                    <a:pt x="7" y="13"/>
                  </a:lnTo>
                  <a:lnTo>
                    <a:pt x="9" y="13"/>
                  </a:lnTo>
                  <a:lnTo>
                    <a:pt x="10" y="13"/>
                  </a:lnTo>
                  <a:lnTo>
                    <a:pt x="15" y="12"/>
                  </a:lnTo>
                  <a:lnTo>
                    <a:pt x="15" y="11"/>
                  </a:lnTo>
                  <a:lnTo>
                    <a:pt x="16" y="11"/>
                  </a:lnTo>
                  <a:lnTo>
                    <a:pt x="17" y="8"/>
                  </a:lnTo>
                  <a:lnTo>
                    <a:pt x="17" y="6"/>
                  </a:lnTo>
                  <a:lnTo>
                    <a:pt x="17" y="6"/>
                  </a:lnTo>
                  <a:lnTo>
                    <a:pt x="17" y="6"/>
                  </a:lnTo>
                  <a:lnTo>
                    <a:pt x="22" y="6"/>
                  </a:lnTo>
                  <a:lnTo>
                    <a:pt x="22" y="4"/>
                  </a:lnTo>
                  <a:lnTo>
                    <a:pt x="22" y="4"/>
                  </a:lnTo>
                  <a:lnTo>
                    <a:pt x="24" y="4"/>
                  </a:lnTo>
                  <a:lnTo>
                    <a:pt x="24" y="3"/>
                  </a:lnTo>
                  <a:lnTo>
                    <a:pt x="28" y="3"/>
                  </a:lnTo>
                  <a:lnTo>
                    <a:pt x="29" y="3"/>
                  </a:lnTo>
                  <a:lnTo>
                    <a:pt x="29" y="3"/>
                  </a:lnTo>
                  <a:lnTo>
                    <a:pt x="29" y="3"/>
                  </a:lnTo>
                  <a:lnTo>
                    <a:pt x="31" y="4"/>
                  </a:lnTo>
                  <a:lnTo>
                    <a:pt x="34" y="4"/>
                  </a:lnTo>
                  <a:lnTo>
                    <a:pt x="34" y="4"/>
                  </a:lnTo>
                  <a:lnTo>
                    <a:pt x="34" y="4"/>
                  </a:lnTo>
                  <a:lnTo>
                    <a:pt x="39" y="4"/>
                  </a:lnTo>
                  <a:lnTo>
                    <a:pt x="39" y="4"/>
                  </a:lnTo>
                  <a:lnTo>
                    <a:pt x="39" y="4"/>
                  </a:lnTo>
                  <a:lnTo>
                    <a:pt x="40" y="4"/>
                  </a:lnTo>
                  <a:lnTo>
                    <a:pt x="40" y="3"/>
                  </a:lnTo>
                  <a:lnTo>
                    <a:pt x="40" y="3"/>
                  </a:lnTo>
                  <a:lnTo>
                    <a:pt x="44" y="2"/>
                  </a:lnTo>
                  <a:lnTo>
                    <a:pt x="45" y="2"/>
                  </a:lnTo>
                  <a:lnTo>
                    <a:pt x="45" y="2"/>
                  </a:lnTo>
                  <a:lnTo>
                    <a:pt x="45" y="2"/>
                  </a:lnTo>
                </a:path>
              </a:pathLst>
            </a:custGeom>
            <a:solidFill>
              <a:srgbClr val="626200"/>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040" name=""/>
            <p:cNvSpPr/>
            <p:nvPr/>
          </p:nvSpPr>
          <p:spPr>
            <a:xfrm>
              <a:off x="2992320" y="3589200"/>
              <a:ext cx="32040" cy="7920"/>
            </a:xfrm>
            <a:custGeom>
              <a:avLst/>
              <a:gdLst/>
              <a:ahLst/>
              <a:rect l="l" t="t" r="r" b="b"/>
              <a:pathLst>
                <a:path w="20" h="5">
                  <a:moveTo>
                    <a:pt x="19" y="2"/>
                  </a:moveTo>
                  <a:lnTo>
                    <a:pt x="19" y="2"/>
                  </a:lnTo>
                  <a:lnTo>
                    <a:pt x="19" y="2"/>
                  </a:lnTo>
                  <a:lnTo>
                    <a:pt x="19" y="2"/>
                  </a:lnTo>
                  <a:lnTo>
                    <a:pt x="19" y="2"/>
                  </a:lnTo>
                  <a:lnTo>
                    <a:pt x="17" y="2"/>
                  </a:lnTo>
                  <a:lnTo>
                    <a:pt x="14" y="2"/>
                  </a:lnTo>
                  <a:lnTo>
                    <a:pt x="14" y="2"/>
                  </a:lnTo>
                  <a:lnTo>
                    <a:pt x="14" y="2"/>
                  </a:lnTo>
                  <a:lnTo>
                    <a:pt x="13" y="2"/>
                  </a:lnTo>
                  <a:lnTo>
                    <a:pt x="9" y="2"/>
                  </a:lnTo>
                  <a:lnTo>
                    <a:pt x="9" y="2"/>
                  </a:lnTo>
                  <a:lnTo>
                    <a:pt x="9" y="2"/>
                  </a:lnTo>
                  <a:lnTo>
                    <a:pt x="7" y="2"/>
                  </a:lnTo>
                  <a:lnTo>
                    <a:pt x="7" y="2"/>
                  </a:lnTo>
                  <a:lnTo>
                    <a:pt x="6" y="2"/>
                  </a:lnTo>
                  <a:lnTo>
                    <a:pt x="2" y="2"/>
                  </a:lnTo>
                  <a:lnTo>
                    <a:pt x="2" y="2"/>
                  </a:lnTo>
                  <a:lnTo>
                    <a:pt x="2" y="2"/>
                  </a:lnTo>
                  <a:lnTo>
                    <a:pt x="2" y="4"/>
                  </a:lnTo>
                  <a:lnTo>
                    <a:pt x="1" y="4"/>
                  </a:lnTo>
                  <a:lnTo>
                    <a:pt x="1" y="4"/>
                  </a:lnTo>
                  <a:lnTo>
                    <a:pt x="0" y="4"/>
                  </a:lnTo>
                  <a:lnTo>
                    <a:pt x="0" y="4"/>
                  </a:lnTo>
                  <a:lnTo>
                    <a:pt x="0" y="4"/>
                  </a:lnTo>
                  <a:lnTo>
                    <a:pt x="1" y="2"/>
                  </a:lnTo>
                  <a:lnTo>
                    <a:pt x="1" y="2"/>
                  </a:lnTo>
                  <a:lnTo>
                    <a:pt x="2" y="2"/>
                  </a:lnTo>
                  <a:lnTo>
                    <a:pt x="2" y="1"/>
                  </a:lnTo>
                  <a:lnTo>
                    <a:pt x="2" y="1"/>
                  </a:lnTo>
                  <a:lnTo>
                    <a:pt x="6" y="1"/>
                  </a:lnTo>
                  <a:lnTo>
                    <a:pt x="7" y="1"/>
                  </a:lnTo>
                  <a:lnTo>
                    <a:pt x="7" y="0"/>
                  </a:lnTo>
                  <a:lnTo>
                    <a:pt x="9" y="1"/>
                  </a:lnTo>
                  <a:lnTo>
                    <a:pt x="9" y="1"/>
                  </a:lnTo>
                  <a:lnTo>
                    <a:pt x="13" y="1"/>
                  </a:lnTo>
                  <a:lnTo>
                    <a:pt x="14" y="1"/>
                  </a:lnTo>
                  <a:lnTo>
                    <a:pt x="14" y="1"/>
                  </a:lnTo>
                  <a:lnTo>
                    <a:pt x="19" y="2"/>
                  </a:lnTo>
                  <a:lnTo>
                    <a:pt x="19" y="2"/>
                  </a:lnTo>
                  <a:lnTo>
                    <a:pt x="19" y="2"/>
                  </a:lnTo>
                  <a:lnTo>
                    <a:pt x="19" y="2"/>
                  </a:lnTo>
                </a:path>
              </a:pathLst>
            </a:custGeom>
            <a:solidFill>
              <a:srgbClr val="82c168"/>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041" name=""/>
            <p:cNvSpPr/>
            <p:nvPr/>
          </p:nvSpPr>
          <p:spPr>
            <a:xfrm>
              <a:off x="3211560" y="4040280"/>
              <a:ext cx="98280" cy="83880"/>
            </a:xfrm>
            <a:custGeom>
              <a:avLst/>
              <a:gdLst/>
              <a:ahLst/>
              <a:rect l="l" t="t" r="r" b="b"/>
              <a:pathLst>
                <a:path w="62" h="53">
                  <a:moveTo>
                    <a:pt x="0" y="48"/>
                  </a:moveTo>
                  <a:lnTo>
                    <a:pt x="0" y="48"/>
                  </a:lnTo>
                  <a:lnTo>
                    <a:pt x="0" y="47"/>
                  </a:lnTo>
                  <a:lnTo>
                    <a:pt x="0" y="45"/>
                  </a:lnTo>
                  <a:lnTo>
                    <a:pt x="1" y="45"/>
                  </a:lnTo>
                  <a:lnTo>
                    <a:pt x="1" y="41"/>
                  </a:lnTo>
                  <a:lnTo>
                    <a:pt x="4" y="39"/>
                  </a:lnTo>
                  <a:lnTo>
                    <a:pt x="5" y="38"/>
                  </a:lnTo>
                  <a:lnTo>
                    <a:pt x="5" y="37"/>
                  </a:lnTo>
                  <a:lnTo>
                    <a:pt x="5" y="37"/>
                  </a:lnTo>
                  <a:lnTo>
                    <a:pt x="5" y="37"/>
                  </a:lnTo>
                  <a:lnTo>
                    <a:pt x="7" y="36"/>
                  </a:lnTo>
                  <a:lnTo>
                    <a:pt x="7" y="36"/>
                  </a:lnTo>
                  <a:lnTo>
                    <a:pt x="8" y="34"/>
                  </a:lnTo>
                  <a:lnTo>
                    <a:pt x="8" y="33"/>
                  </a:lnTo>
                  <a:lnTo>
                    <a:pt x="8" y="33"/>
                  </a:lnTo>
                  <a:lnTo>
                    <a:pt x="8" y="33"/>
                  </a:lnTo>
                  <a:lnTo>
                    <a:pt x="9" y="33"/>
                  </a:lnTo>
                  <a:lnTo>
                    <a:pt x="9" y="32"/>
                  </a:lnTo>
                  <a:lnTo>
                    <a:pt x="10" y="32"/>
                  </a:lnTo>
                  <a:lnTo>
                    <a:pt x="10" y="30"/>
                  </a:lnTo>
                  <a:lnTo>
                    <a:pt x="10" y="27"/>
                  </a:lnTo>
                  <a:lnTo>
                    <a:pt x="10" y="26"/>
                  </a:lnTo>
                  <a:lnTo>
                    <a:pt x="10" y="25"/>
                  </a:lnTo>
                  <a:lnTo>
                    <a:pt x="13" y="24"/>
                  </a:lnTo>
                  <a:lnTo>
                    <a:pt x="13" y="22"/>
                  </a:lnTo>
                  <a:lnTo>
                    <a:pt x="14" y="22"/>
                  </a:lnTo>
                  <a:lnTo>
                    <a:pt x="15" y="18"/>
                  </a:lnTo>
                  <a:lnTo>
                    <a:pt x="18" y="18"/>
                  </a:lnTo>
                  <a:lnTo>
                    <a:pt x="18" y="17"/>
                  </a:lnTo>
                  <a:lnTo>
                    <a:pt x="19" y="15"/>
                  </a:lnTo>
                  <a:lnTo>
                    <a:pt x="21" y="15"/>
                  </a:lnTo>
                  <a:lnTo>
                    <a:pt x="21" y="12"/>
                  </a:lnTo>
                  <a:lnTo>
                    <a:pt x="22" y="11"/>
                  </a:lnTo>
                  <a:lnTo>
                    <a:pt x="22" y="8"/>
                  </a:lnTo>
                  <a:lnTo>
                    <a:pt x="23" y="8"/>
                  </a:lnTo>
                  <a:lnTo>
                    <a:pt x="23" y="8"/>
                  </a:lnTo>
                  <a:lnTo>
                    <a:pt x="23" y="8"/>
                  </a:lnTo>
                  <a:lnTo>
                    <a:pt x="23" y="7"/>
                  </a:lnTo>
                  <a:lnTo>
                    <a:pt x="25" y="7"/>
                  </a:lnTo>
                  <a:lnTo>
                    <a:pt x="27" y="7"/>
                  </a:lnTo>
                  <a:lnTo>
                    <a:pt x="27" y="6"/>
                  </a:lnTo>
                  <a:lnTo>
                    <a:pt x="30" y="6"/>
                  </a:lnTo>
                  <a:lnTo>
                    <a:pt x="30" y="4"/>
                  </a:lnTo>
                  <a:lnTo>
                    <a:pt x="30" y="0"/>
                  </a:lnTo>
                  <a:lnTo>
                    <a:pt x="30" y="0"/>
                  </a:lnTo>
                  <a:lnTo>
                    <a:pt x="30" y="1"/>
                  </a:lnTo>
                  <a:lnTo>
                    <a:pt x="30" y="5"/>
                  </a:lnTo>
                  <a:lnTo>
                    <a:pt x="30" y="6"/>
                  </a:lnTo>
                  <a:lnTo>
                    <a:pt x="30" y="6"/>
                  </a:lnTo>
                  <a:lnTo>
                    <a:pt x="27" y="7"/>
                  </a:lnTo>
                  <a:lnTo>
                    <a:pt x="27" y="8"/>
                  </a:lnTo>
                  <a:lnTo>
                    <a:pt x="24" y="8"/>
                  </a:lnTo>
                  <a:lnTo>
                    <a:pt x="24" y="8"/>
                  </a:lnTo>
                  <a:lnTo>
                    <a:pt x="23" y="11"/>
                  </a:lnTo>
                  <a:lnTo>
                    <a:pt x="23" y="11"/>
                  </a:lnTo>
                  <a:lnTo>
                    <a:pt x="23" y="12"/>
                  </a:lnTo>
                  <a:lnTo>
                    <a:pt x="23" y="12"/>
                  </a:lnTo>
                  <a:lnTo>
                    <a:pt x="23" y="12"/>
                  </a:lnTo>
                  <a:lnTo>
                    <a:pt x="23" y="13"/>
                  </a:lnTo>
                  <a:lnTo>
                    <a:pt x="22" y="15"/>
                  </a:lnTo>
                  <a:lnTo>
                    <a:pt x="22" y="15"/>
                  </a:lnTo>
                  <a:lnTo>
                    <a:pt x="22" y="15"/>
                  </a:lnTo>
                  <a:lnTo>
                    <a:pt x="21" y="17"/>
                  </a:lnTo>
                  <a:lnTo>
                    <a:pt x="19" y="18"/>
                  </a:lnTo>
                  <a:lnTo>
                    <a:pt x="18" y="18"/>
                  </a:lnTo>
                  <a:lnTo>
                    <a:pt x="18" y="18"/>
                  </a:lnTo>
                  <a:lnTo>
                    <a:pt x="18" y="22"/>
                  </a:lnTo>
                  <a:lnTo>
                    <a:pt x="18" y="22"/>
                  </a:lnTo>
                  <a:lnTo>
                    <a:pt x="16" y="24"/>
                  </a:lnTo>
                  <a:lnTo>
                    <a:pt x="15" y="24"/>
                  </a:lnTo>
                  <a:lnTo>
                    <a:pt x="15" y="24"/>
                  </a:lnTo>
                  <a:lnTo>
                    <a:pt x="14" y="24"/>
                  </a:lnTo>
                  <a:lnTo>
                    <a:pt x="14" y="25"/>
                  </a:lnTo>
                  <a:lnTo>
                    <a:pt x="13" y="26"/>
                  </a:lnTo>
                  <a:lnTo>
                    <a:pt x="13" y="27"/>
                  </a:lnTo>
                  <a:lnTo>
                    <a:pt x="13" y="28"/>
                  </a:lnTo>
                  <a:lnTo>
                    <a:pt x="14" y="28"/>
                  </a:lnTo>
                  <a:lnTo>
                    <a:pt x="14" y="32"/>
                  </a:lnTo>
                  <a:lnTo>
                    <a:pt x="14" y="33"/>
                  </a:lnTo>
                  <a:lnTo>
                    <a:pt x="13" y="36"/>
                  </a:lnTo>
                  <a:lnTo>
                    <a:pt x="13" y="37"/>
                  </a:lnTo>
                  <a:lnTo>
                    <a:pt x="13" y="37"/>
                  </a:lnTo>
                  <a:lnTo>
                    <a:pt x="13" y="38"/>
                  </a:lnTo>
                  <a:lnTo>
                    <a:pt x="13" y="39"/>
                  </a:lnTo>
                  <a:lnTo>
                    <a:pt x="13" y="39"/>
                  </a:lnTo>
                  <a:lnTo>
                    <a:pt x="14" y="39"/>
                  </a:lnTo>
                  <a:lnTo>
                    <a:pt x="14" y="39"/>
                  </a:lnTo>
                  <a:lnTo>
                    <a:pt x="14" y="39"/>
                  </a:lnTo>
                  <a:lnTo>
                    <a:pt x="14" y="39"/>
                  </a:lnTo>
                  <a:lnTo>
                    <a:pt x="14" y="39"/>
                  </a:lnTo>
                  <a:lnTo>
                    <a:pt x="15" y="39"/>
                  </a:lnTo>
                  <a:lnTo>
                    <a:pt x="15" y="39"/>
                  </a:lnTo>
                  <a:lnTo>
                    <a:pt x="17" y="39"/>
                  </a:lnTo>
                  <a:lnTo>
                    <a:pt x="18" y="39"/>
                  </a:lnTo>
                  <a:lnTo>
                    <a:pt x="18" y="39"/>
                  </a:lnTo>
                  <a:lnTo>
                    <a:pt x="18" y="38"/>
                  </a:lnTo>
                  <a:lnTo>
                    <a:pt x="21" y="38"/>
                  </a:lnTo>
                  <a:lnTo>
                    <a:pt x="21" y="37"/>
                  </a:lnTo>
                  <a:lnTo>
                    <a:pt x="22" y="37"/>
                  </a:lnTo>
                  <a:lnTo>
                    <a:pt x="22" y="37"/>
                  </a:lnTo>
                  <a:lnTo>
                    <a:pt x="23" y="36"/>
                  </a:lnTo>
                  <a:lnTo>
                    <a:pt x="23" y="36"/>
                  </a:lnTo>
                  <a:lnTo>
                    <a:pt x="23" y="36"/>
                  </a:lnTo>
                  <a:lnTo>
                    <a:pt x="23" y="35"/>
                  </a:lnTo>
                  <a:lnTo>
                    <a:pt x="23" y="35"/>
                  </a:lnTo>
                  <a:lnTo>
                    <a:pt x="25" y="36"/>
                  </a:lnTo>
                  <a:lnTo>
                    <a:pt x="27" y="36"/>
                  </a:lnTo>
                  <a:lnTo>
                    <a:pt x="27" y="36"/>
                  </a:lnTo>
                  <a:lnTo>
                    <a:pt x="27" y="36"/>
                  </a:lnTo>
                  <a:lnTo>
                    <a:pt x="30" y="36"/>
                  </a:lnTo>
                  <a:lnTo>
                    <a:pt x="30" y="35"/>
                  </a:lnTo>
                  <a:lnTo>
                    <a:pt x="30" y="33"/>
                  </a:lnTo>
                  <a:lnTo>
                    <a:pt x="31" y="33"/>
                  </a:lnTo>
                  <a:lnTo>
                    <a:pt x="32" y="33"/>
                  </a:lnTo>
                  <a:lnTo>
                    <a:pt x="32" y="33"/>
                  </a:lnTo>
                  <a:lnTo>
                    <a:pt x="33" y="33"/>
                  </a:lnTo>
                  <a:lnTo>
                    <a:pt x="33" y="32"/>
                  </a:lnTo>
                  <a:lnTo>
                    <a:pt x="33" y="32"/>
                  </a:lnTo>
                  <a:lnTo>
                    <a:pt x="33" y="32"/>
                  </a:lnTo>
                  <a:lnTo>
                    <a:pt x="33" y="33"/>
                  </a:lnTo>
                  <a:lnTo>
                    <a:pt x="33" y="33"/>
                  </a:lnTo>
                  <a:lnTo>
                    <a:pt x="33" y="33"/>
                  </a:lnTo>
                  <a:lnTo>
                    <a:pt x="32" y="34"/>
                  </a:lnTo>
                  <a:lnTo>
                    <a:pt x="32" y="36"/>
                  </a:lnTo>
                  <a:lnTo>
                    <a:pt x="30" y="36"/>
                  </a:lnTo>
                  <a:lnTo>
                    <a:pt x="30" y="37"/>
                  </a:lnTo>
                  <a:lnTo>
                    <a:pt x="30" y="37"/>
                  </a:lnTo>
                  <a:lnTo>
                    <a:pt x="27" y="37"/>
                  </a:lnTo>
                  <a:lnTo>
                    <a:pt x="27" y="37"/>
                  </a:lnTo>
                  <a:lnTo>
                    <a:pt x="27" y="37"/>
                  </a:lnTo>
                  <a:lnTo>
                    <a:pt x="27" y="38"/>
                  </a:lnTo>
                  <a:lnTo>
                    <a:pt x="27" y="39"/>
                  </a:lnTo>
                  <a:lnTo>
                    <a:pt x="27" y="39"/>
                  </a:lnTo>
                  <a:lnTo>
                    <a:pt x="30" y="39"/>
                  </a:lnTo>
                  <a:lnTo>
                    <a:pt x="30" y="41"/>
                  </a:lnTo>
                  <a:lnTo>
                    <a:pt x="30" y="41"/>
                  </a:lnTo>
                  <a:lnTo>
                    <a:pt x="32" y="45"/>
                  </a:lnTo>
                  <a:lnTo>
                    <a:pt x="33" y="45"/>
                  </a:lnTo>
                  <a:lnTo>
                    <a:pt x="33" y="45"/>
                  </a:lnTo>
                  <a:lnTo>
                    <a:pt x="36" y="45"/>
                  </a:lnTo>
                  <a:lnTo>
                    <a:pt x="36" y="45"/>
                  </a:lnTo>
                  <a:lnTo>
                    <a:pt x="38" y="43"/>
                  </a:lnTo>
                  <a:lnTo>
                    <a:pt x="38" y="43"/>
                  </a:lnTo>
                  <a:lnTo>
                    <a:pt x="39" y="43"/>
                  </a:lnTo>
                  <a:lnTo>
                    <a:pt x="39" y="43"/>
                  </a:lnTo>
                  <a:lnTo>
                    <a:pt x="39" y="41"/>
                  </a:lnTo>
                  <a:lnTo>
                    <a:pt x="39" y="41"/>
                  </a:lnTo>
                  <a:lnTo>
                    <a:pt x="39" y="41"/>
                  </a:lnTo>
                  <a:lnTo>
                    <a:pt x="39" y="39"/>
                  </a:lnTo>
                  <a:lnTo>
                    <a:pt x="40" y="39"/>
                  </a:lnTo>
                  <a:lnTo>
                    <a:pt x="40" y="39"/>
                  </a:lnTo>
                  <a:lnTo>
                    <a:pt x="42" y="39"/>
                  </a:lnTo>
                  <a:lnTo>
                    <a:pt x="42" y="39"/>
                  </a:lnTo>
                  <a:lnTo>
                    <a:pt x="43" y="39"/>
                  </a:lnTo>
                  <a:lnTo>
                    <a:pt x="43" y="41"/>
                  </a:lnTo>
                  <a:lnTo>
                    <a:pt x="42" y="41"/>
                  </a:lnTo>
                  <a:lnTo>
                    <a:pt x="42" y="43"/>
                  </a:lnTo>
                  <a:lnTo>
                    <a:pt x="40" y="45"/>
                  </a:lnTo>
                  <a:lnTo>
                    <a:pt x="40" y="45"/>
                  </a:lnTo>
                  <a:lnTo>
                    <a:pt x="40" y="45"/>
                  </a:lnTo>
                  <a:lnTo>
                    <a:pt x="40" y="47"/>
                  </a:lnTo>
                  <a:lnTo>
                    <a:pt x="40" y="47"/>
                  </a:lnTo>
                  <a:lnTo>
                    <a:pt x="43" y="47"/>
                  </a:lnTo>
                  <a:lnTo>
                    <a:pt x="46" y="47"/>
                  </a:lnTo>
                  <a:lnTo>
                    <a:pt x="47" y="47"/>
                  </a:lnTo>
                  <a:lnTo>
                    <a:pt x="48" y="48"/>
                  </a:lnTo>
                  <a:lnTo>
                    <a:pt x="50" y="48"/>
                  </a:lnTo>
                  <a:lnTo>
                    <a:pt x="51" y="48"/>
                  </a:lnTo>
                  <a:lnTo>
                    <a:pt x="52" y="49"/>
                  </a:lnTo>
                  <a:lnTo>
                    <a:pt x="54" y="49"/>
                  </a:lnTo>
                  <a:lnTo>
                    <a:pt x="54" y="49"/>
                  </a:lnTo>
                  <a:lnTo>
                    <a:pt x="56" y="49"/>
                  </a:lnTo>
                  <a:lnTo>
                    <a:pt x="57" y="48"/>
                  </a:lnTo>
                  <a:lnTo>
                    <a:pt x="57" y="48"/>
                  </a:lnTo>
                  <a:lnTo>
                    <a:pt x="58" y="48"/>
                  </a:lnTo>
                  <a:lnTo>
                    <a:pt x="61" y="49"/>
                  </a:lnTo>
                  <a:lnTo>
                    <a:pt x="61" y="49"/>
                  </a:lnTo>
                  <a:lnTo>
                    <a:pt x="58" y="52"/>
                  </a:lnTo>
                  <a:lnTo>
                    <a:pt x="57" y="52"/>
                  </a:lnTo>
                  <a:lnTo>
                    <a:pt x="54" y="52"/>
                  </a:lnTo>
                  <a:lnTo>
                    <a:pt x="52" y="52"/>
                  </a:lnTo>
                  <a:lnTo>
                    <a:pt x="51" y="52"/>
                  </a:lnTo>
                  <a:lnTo>
                    <a:pt x="48" y="52"/>
                  </a:lnTo>
                  <a:lnTo>
                    <a:pt x="47" y="52"/>
                  </a:lnTo>
                  <a:lnTo>
                    <a:pt x="43" y="52"/>
                  </a:lnTo>
                  <a:lnTo>
                    <a:pt x="42" y="52"/>
                  </a:lnTo>
                  <a:lnTo>
                    <a:pt x="40" y="52"/>
                  </a:lnTo>
                  <a:lnTo>
                    <a:pt x="40" y="52"/>
                  </a:lnTo>
                  <a:lnTo>
                    <a:pt x="39" y="52"/>
                  </a:lnTo>
                  <a:lnTo>
                    <a:pt x="39" y="52"/>
                  </a:lnTo>
                  <a:lnTo>
                    <a:pt x="39" y="52"/>
                  </a:lnTo>
                  <a:lnTo>
                    <a:pt x="38" y="52"/>
                  </a:lnTo>
                  <a:lnTo>
                    <a:pt x="37" y="52"/>
                  </a:lnTo>
                  <a:lnTo>
                    <a:pt x="36" y="52"/>
                  </a:lnTo>
                  <a:lnTo>
                    <a:pt x="33" y="52"/>
                  </a:lnTo>
                  <a:lnTo>
                    <a:pt x="33" y="52"/>
                  </a:lnTo>
                  <a:lnTo>
                    <a:pt x="32" y="52"/>
                  </a:lnTo>
                  <a:lnTo>
                    <a:pt x="30" y="52"/>
                  </a:lnTo>
                  <a:lnTo>
                    <a:pt x="30" y="52"/>
                  </a:lnTo>
                  <a:lnTo>
                    <a:pt x="30" y="52"/>
                  </a:lnTo>
                  <a:lnTo>
                    <a:pt x="27" y="52"/>
                  </a:lnTo>
                  <a:lnTo>
                    <a:pt x="27" y="52"/>
                  </a:lnTo>
                  <a:lnTo>
                    <a:pt x="27" y="52"/>
                  </a:lnTo>
                  <a:lnTo>
                    <a:pt x="27" y="52"/>
                  </a:lnTo>
                  <a:lnTo>
                    <a:pt x="23" y="52"/>
                  </a:lnTo>
                  <a:lnTo>
                    <a:pt x="23" y="52"/>
                  </a:lnTo>
                  <a:lnTo>
                    <a:pt x="22" y="52"/>
                  </a:lnTo>
                  <a:lnTo>
                    <a:pt x="22" y="52"/>
                  </a:lnTo>
                  <a:lnTo>
                    <a:pt x="21" y="52"/>
                  </a:lnTo>
                  <a:lnTo>
                    <a:pt x="21" y="52"/>
                  </a:lnTo>
                  <a:lnTo>
                    <a:pt x="19" y="52"/>
                  </a:lnTo>
                  <a:lnTo>
                    <a:pt x="18" y="52"/>
                  </a:lnTo>
                  <a:lnTo>
                    <a:pt x="18" y="52"/>
                  </a:lnTo>
                  <a:lnTo>
                    <a:pt x="18" y="52"/>
                  </a:lnTo>
                  <a:lnTo>
                    <a:pt x="18" y="52"/>
                  </a:lnTo>
                  <a:lnTo>
                    <a:pt x="18" y="49"/>
                  </a:lnTo>
                  <a:lnTo>
                    <a:pt x="18" y="49"/>
                  </a:lnTo>
                  <a:lnTo>
                    <a:pt x="16" y="49"/>
                  </a:lnTo>
                  <a:lnTo>
                    <a:pt x="15" y="49"/>
                  </a:lnTo>
                  <a:lnTo>
                    <a:pt x="14" y="49"/>
                  </a:lnTo>
                  <a:lnTo>
                    <a:pt x="13" y="48"/>
                  </a:lnTo>
                  <a:lnTo>
                    <a:pt x="11" y="48"/>
                  </a:lnTo>
                  <a:lnTo>
                    <a:pt x="10" y="48"/>
                  </a:lnTo>
                  <a:lnTo>
                    <a:pt x="9" y="48"/>
                  </a:lnTo>
                  <a:lnTo>
                    <a:pt x="8" y="48"/>
                  </a:lnTo>
                  <a:lnTo>
                    <a:pt x="7" y="48"/>
                  </a:lnTo>
                  <a:lnTo>
                    <a:pt x="1" y="48"/>
                  </a:lnTo>
                  <a:lnTo>
                    <a:pt x="0" y="48"/>
                  </a:lnTo>
                  <a:lnTo>
                    <a:pt x="0" y="48"/>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042" name=""/>
            <p:cNvSpPr/>
            <p:nvPr/>
          </p:nvSpPr>
          <p:spPr>
            <a:xfrm>
              <a:off x="3003480" y="4091040"/>
              <a:ext cx="79560" cy="102960"/>
            </a:xfrm>
            <a:custGeom>
              <a:avLst/>
              <a:gdLst/>
              <a:ahLst/>
              <a:rect l="l" t="t" r="r" b="b"/>
              <a:pathLst>
                <a:path w="50" h="65">
                  <a:moveTo>
                    <a:pt x="49" y="64"/>
                  </a:moveTo>
                  <a:lnTo>
                    <a:pt x="47" y="64"/>
                  </a:lnTo>
                  <a:lnTo>
                    <a:pt x="47" y="62"/>
                  </a:lnTo>
                  <a:lnTo>
                    <a:pt x="47" y="62"/>
                  </a:lnTo>
                  <a:lnTo>
                    <a:pt x="46" y="62"/>
                  </a:lnTo>
                  <a:lnTo>
                    <a:pt x="44" y="62"/>
                  </a:lnTo>
                  <a:lnTo>
                    <a:pt x="44" y="62"/>
                  </a:lnTo>
                  <a:lnTo>
                    <a:pt x="44" y="62"/>
                  </a:lnTo>
                  <a:lnTo>
                    <a:pt x="44" y="62"/>
                  </a:lnTo>
                  <a:lnTo>
                    <a:pt x="44" y="62"/>
                  </a:lnTo>
                  <a:lnTo>
                    <a:pt x="43" y="62"/>
                  </a:lnTo>
                  <a:lnTo>
                    <a:pt x="43" y="62"/>
                  </a:lnTo>
                  <a:lnTo>
                    <a:pt x="43" y="62"/>
                  </a:lnTo>
                  <a:lnTo>
                    <a:pt x="40" y="62"/>
                  </a:lnTo>
                  <a:lnTo>
                    <a:pt x="37" y="62"/>
                  </a:lnTo>
                  <a:lnTo>
                    <a:pt x="37" y="62"/>
                  </a:lnTo>
                  <a:lnTo>
                    <a:pt x="36" y="62"/>
                  </a:lnTo>
                  <a:lnTo>
                    <a:pt x="35" y="62"/>
                  </a:lnTo>
                  <a:lnTo>
                    <a:pt x="35" y="62"/>
                  </a:lnTo>
                  <a:lnTo>
                    <a:pt x="35" y="62"/>
                  </a:lnTo>
                  <a:lnTo>
                    <a:pt x="35" y="62"/>
                  </a:lnTo>
                  <a:lnTo>
                    <a:pt x="35" y="62"/>
                  </a:lnTo>
                  <a:lnTo>
                    <a:pt x="35" y="62"/>
                  </a:lnTo>
                  <a:lnTo>
                    <a:pt x="35" y="61"/>
                  </a:lnTo>
                  <a:lnTo>
                    <a:pt x="32" y="60"/>
                  </a:lnTo>
                  <a:lnTo>
                    <a:pt x="32" y="59"/>
                  </a:lnTo>
                  <a:lnTo>
                    <a:pt x="32" y="55"/>
                  </a:lnTo>
                  <a:lnTo>
                    <a:pt x="32" y="54"/>
                  </a:lnTo>
                  <a:lnTo>
                    <a:pt x="29" y="52"/>
                  </a:lnTo>
                  <a:lnTo>
                    <a:pt x="29" y="52"/>
                  </a:lnTo>
                  <a:lnTo>
                    <a:pt x="28" y="50"/>
                  </a:lnTo>
                  <a:lnTo>
                    <a:pt x="27" y="47"/>
                  </a:lnTo>
                  <a:lnTo>
                    <a:pt x="26" y="45"/>
                  </a:lnTo>
                  <a:lnTo>
                    <a:pt x="26" y="45"/>
                  </a:lnTo>
                  <a:lnTo>
                    <a:pt x="26" y="45"/>
                  </a:lnTo>
                  <a:lnTo>
                    <a:pt x="25" y="45"/>
                  </a:lnTo>
                  <a:lnTo>
                    <a:pt x="25" y="45"/>
                  </a:lnTo>
                  <a:lnTo>
                    <a:pt x="23" y="45"/>
                  </a:lnTo>
                  <a:lnTo>
                    <a:pt x="23" y="45"/>
                  </a:lnTo>
                  <a:lnTo>
                    <a:pt x="23" y="44"/>
                  </a:lnTo>
                  <a:lnTo>
                    <a:pt x="22" y="41"/>
                  </a:lnTo>
                  <a:lnTo>
                    <a:pt x="19" y="40"/>
                  </a:lnTo>
                  <a:lnTo>
                    <a:pt x="18" y="38"/>
                  </a:lnTo>
                  <a:lnTo>
                    <a:pt x="18" y="38"/>
                  </a:lnTo>
                  <a:lnTo>
                    <a:pt x="18" y="38"/>
                  </a:lnTo>
                  <a:lnTo>
                    <a:pt x="18" y="38"/>
                  </a:lnTo>
                  <a:lnTo>
                    <a:pt x="17" y="32"/>
                  </a:lnTo>
                  <a:lnTo>
                    <a:pt x="17" y="27"/>
                  </a:lnTo>
                  <a:lnTo>
                    <a:pt x="17" y="23"/>
                  </a:lnTo>
                  <a:lnTo>
                    <a:pt x="12" y="20"/>
                  </a:lnTo>
                  <a:lnTo>
                    <a:pt x="12" y="13"/>
                  </a:lnTo>
                  <a:lnTo>
                    <a:pt x="12" y="9"/>
                  </a:lnTo>
                  <a:lnTo>
                    <a:pt x="7" y="7"/>
                  </a:lnTo>
                  <a:lnTo>
                    <a:pt x="7" y="7"/>
                  </a:lnTo>
                  <a:lnTo>
                    <a:pt x="7" y="6"/>
                  </a:lnTo>
                  <a:lnTo>
                    <a:pt x="7" y="5"/>
                  </a:lnTo>
                  <a:lnTo>
                    <a:pt x="7" y="5"/>
                  </a:lnTo>
                  <a:lnTo>
                    <a:pt x="6" y="4"/>
                  </a:lnTo>
                  <a:lnTo>
                    <a:pt x="6" y="4"/>
                  </a:lnTo>
                  <a:lnTo>
                    <a:pt x="2" y="1"/>
                  </a:lnTo>
                  <a:lnTo>
                    <a:pt x="2" y="1"/>
                  </a:lnTo>
                  <a:lnTo>
                    <a:pt x="2" y="1"/>
                  </a:lnTo>
                  <a:lnTo>
                    <a:pt x="2" y="0"/>
                  </a:lnTo>
                  <a:lnTo>
                    <a:pt x="0" y="0"/>
                  </a:lnTo>
                  <a:lnTo>
                    <a:pt x="0" y="0"/>
                  </a:lnTo>
                  <a:lnTo>
                    <a:pt x="0" y="0"/>
                  </a:lnTo>
                  <a:lnTo>
                    <a:pt x="0" y="0"/>
                  </a:lnTo>
                  <a:lnTo>
                    <a:pt x="2" y="0"/>
                  </a:lnTo>
                  <a:lnTo>
                    <a:pt x="2" y="0"/>
                  </a:lnTo>
                  <a:lnTo>
                    <a:pt x="7" y="0"/>
                  </a:lnTo>
                  <a:lnTo>
                    <a:pt x="7" y="0"/>
                  </a:lnTo>
                  <a:lnTo>
                    <a:pt x="12" y="0"/>
                  </a:lnTo>
                  <a:lnTo>
                    <a:pt x="16" y="1"/>
                  </a:lnTo>
                  <a:lnTo>
                    <a:pt x="17" y="1"/>
                  </a:lnTo>
                  <a:lnTo>
                    <a:pt x="17" y="1"/>
                  </a:lnTo>
                  <a:lnTo>
                    <a:pt x="18" y="4"/>
                  </a:lnTo>
                  <a:lnTo>
                    <a:pt x="19" y="5"/>
                  </a:lnTo>
                  <a:lnTo>
                    <a:pt x="23" y="6"/>
                  </a:lnTo>
                  <a:lnTo>
                    <a:pt x="24" y="7"/>
                  </a:lnTo>
                  <a:lnTo>
                    <a:pt x="25" y="13"/>
                  </a:lnTo>
                  <a:lnTo>
                    <a:pt x="26" y="13"/>
                  </a:lnTo>
                  <a:lnTo>
                    <a:pt x="28" y="16"/>
                  </a:lnTo>
                  <a:lnTo>
                    <a:pt x="29" y="20"/>
                  </a:lnTo>
                  <a:lnTo>
                    <a:pt x="32" y="20"/>
                  </a:lnTo>
                  <a:lnTo>
                    <a:pt x="35" y="22"/>
                  </a:lnTo>
                  <a:lnTo>
                    <a:pt x="35" y="23"/>
                  </a:lnTo>
                  <a:lnTo>
                    <a:pt x="35" y="25"/>
                  </a:lnTo>
                  <a:lnTo>
                    <a:pt x="36" y="26"/>
                  </a:lnTo>
                  <a:lnTo>
                    <a:pt x="37" y="30"/>
                  </a:lnTo>
                  <a:lnTo>
                    <a:pt x="40" y="37"/>
                  </a:lnTo>
                  <a:lnTo>
                    <a:pt x="43" y="38"/>
                  </a:lnTo>
                  <a:lnTo>
                    <a:pt x="43" y="44"/>
                  </a:lnTo>
                  <a:lnTo>
                    <a:pt x="44" y="47"/>
                  </a:lnTo>
                  <a:lnTo>
                    <a:pt x="44" y="54"/>
                  </a:lnTo>
                  <a:lnTo>
                    <a:pt x="46" y="59"/>
                  </a:lnTo>
                  <a:lnTo>
                    <a:pt x="47" y="62"/>
                  </a:lnTo>
                  <a:lnTo>
                    <a:pt x="49" y="64"/>
                  </a:lnTo>
                  <a:lnTo>
                    <a:pt x="49" y="64"/>
                  </a:lnTo>
                </a:path>
              </a:pathLst>
            </a:custGeom>
            <a:solidFill>
              <a:srgbClr val="ffefce"/>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43" name=""/>
            <p:cNvSpPr/>
            <p:nvPr/>
          </p:nvSpPr>
          <p:spPr>
            <a:xfrm>
              <a:off x="2995560" y="4064040"/>
              <a:ext cx="90720" cy="129960"/>
            </a:xfrm>
            <a:custGeom>
              <a:avLst/>
              <a:gdLst/>
              <a:ahLst/>
              <a:rect l="l" t="t" r="r" b="b"/>
              <a:pathLst>
                <a:path w="57" h="82">
                  <a:moveTo>
                    <a:pt x="56" y="81"/>
                  </a:moveTo>
                  <a:lnTo>
                    <a:pt x="56" y="79"/>
                  </a:lnTo>
                  <a:lnTo>
                    <a:pt x="56" y="79"/>
                  </a:lnTo>
                  <a:lnTo>
                    <a:pt x="56" y="77"/>
                  </a:lnTo>
                  <a:lnTo>
                    <a:pt x="56" y="76"/>
                  </a:lnTo>
                  <a:lnTo>
                    <a:pt x="56" y="73"/>
                  </a:lnTo>
                  <a:lnTo>
                    <a:pt x="55" y="72"/>
                  </a:lnTo>
                  <a:lnTo>
                    <a:pt x="54" y="71"/>
                  </a:lnTo>
                  <a:lnTo>
                    <a:pt x="52" y="71"/>
                  </a:lnTo>
                  <a:lnTo>
                    <a:pt x="52" y="71"/>
                  </a:lnTo>
                  <a:lnTo>
                    <a:pt x="52" y="71"/>
                  </a:lnTo>
                  <a:lnTo>
                    <a:pt x="52" y="69"/>
                  </a:lnTo>
                  <a:lnTo>
                    <a:pt x="51" y="69"/>
                  </a:lnTo>
                  <a:lnTo>
                    <a:pt x="49" y="69"/>
                  </a:lnTo>
                  <a:lnTo>
                    <a:pt x="49" y="67"/>
                  </a:lnTo>
                  <a:lnTo>
                    <a:pt x="49" y="67"/>
                  </a:lnTo>
                  <a:lnTo>
                    <a:pt x="49" y="67"/>
                  </a:lnTo>
                  <a:lnTo>
                    <a:pt x="49" y="62"/>
                  </a:lnTo>
                  <a:lnTo>
                    <a:pt x="48" y="58"/>
                  </a:lnTo>
                  <a:lnTo>
                    <a:pt x="48" y="54"/>
                  </a:lnTo>
                  <a:lnTo>
                    <a:pt x="45" y="44"/>
                  </a:lnTo>
                  <a:lnTo>
                    <a:pt x="41" y="39"/>
                  </a:lnTo>
                  <a:lnTo>
                    <a:pt x="40" y="33"/>
                  </a:lnTo>
                  <a:lnTo>
                    <a:pt x="40" y="28"/>
                  </a:lnTo>
                  <a:lnTo>
                    <a:pt x="40" y="24"/>
                  </a:lnTo>
                  <a:lnTo>
                    <a:pt x="37" y="24"/>
                  </a:lnTo>
                  <a:lnTo>
                    <a:pt x="34" y="22"/>
                  </a:lnTo>
                  <a:lnTo>
                    <a:pt x="32" y="21"/>
                  </a:lnTo>
                  <a:lnTo>
                    <a:pt x="31" y="18"/>
                  </a:lnTo>
                  <a:lnTo>
                    <a:pt x="31" y="17"/>
                  </a:lnTo>
                  <a:lnTo>
                    <a:pt x="30" y="15"/>
                  </a:lnTo>
                  <a:lnTo>
                    <a:pt x="30" y="13"/>
                  </a:lnTo>
                  <a:lnTo>
                    <a:pt x="29" y="11"/>
                  </a:lnTo>
                  <a:lnTo>
                    <a:pt x="28" y="9"/>
                  </a:lnTo>
                  <a:lnTo>
                    <a:pt x="28" y="7"/>
                  </a:lnTo>
                  <a:lnTo>
                    <a:pt x="24" y="3"/>
                  </a:lnTo>
                  <a:lnTo>
                    <a:pt x="23" y="2"/>
                  </a:lnTo>
                  <a:lnTo>
                    <a:pt x="23" y="2"/>
                  </a:lnTo>
                  <a:lnTo>
                    <a:pt x="23" y="0"/>
                  </a:lnTo>
                  <a:lnTo>
                    <a:pt x="23" y="0"/>
                  </a:lnTo>
                  <a:lnTo>
                    <a:pt x="23" y="0"/>
                  </a:lnTo>
                  <a:lnTo>
                    <a:pt x="23" y="0"/>
                  </a:lnTo>
                  <a:lnTo>
                    <a:pt x="23" y="0"/>
                  </a:lnTo>
                  <a:lnTo>
                    <a:pt x="23" y="2"/>
                  </a:lnTo>
                  <a:lnTo>
                    <a:pt x="23" y="3"/>
                  </a:lnTo>
                  <a:lnTo>
                    <a:pt x="23" y="7"/>
                  </a:lnTo>
                  <a:lnTo>
                    <a:pt x="23" y="10"/>
                  </a:lnTo>
                  <a:lnTo>
                    <a:pt x="28" y="12"/>
                  </a:lnTo>
                  <a:lnTo>
                    <a:pt x="28" y="13"/>
                  </a:lnTo>
                  <a:lnTo>
                    <a:pt x="29" y="15"/>
                  </a:lnTo>
                  <a:lnTo>
                    <a:pt x="29" y="17"/>
                  </a:lnTo>
                  <a:lnTo>
                    <a:pt x="30" y="17"/>
                  </a:lnTo>
                  <a:lnTo>
                    <a:pt x="29" y="18"/>
                  </a:lnTo>
                  <a:lnTo>
                    <a:pt x="29" y="18"/>
                  </a:lnTo>
                  <a:lnTo>
                    <a:pt x="28" y="18"/>
                  </a:lnTo>
                  <a:lnTo>
                    <a:pt x="28" y="18"/>
                  </a:lnTo>
                  <a:lnTo>
                    <a:pt x="24" y="18"/>
                  </a:lnTo>
                  <a:lnTo>
                    <a:pt x="23" y="18"/>
                  </a:lnTo>
                  <a:lnTo>
                    <a:pt x="23" y="17"/>
                  </a:lnTo>
                  <a:lnTo>
                    <a:pt x="23" y="17"/>
                  </a:lnTo>
                  <a:lnTo>
                    <a:pt x="22" y="17"/>
                  </a:lnTo>
                  <a:lnTo>
                    <a:pt x="22" y="17"/>
                  </a:lnTo>
                  <a:lnTo>
                    <a:pt x="22" y="17"/>
                  </a:lnTo>
                  <a:lnTo>
                    <a:pt x="22" y="17"/>
                  </a:lnTo>
                  <a:lnTo>
                    <a:pt x="18" y="17"/>
                  </a:lnTo>
                  <a:lnTo>
                    <a:pt x="17" y="17"/>
                  </a:lnTo>
                  <a:lnTo>
                    <a:pt x="17" y="17"/>
                  </a:lnTo>
                  <a:lnTo>
                    <a:pt x="17" y="17"/>
                  </a:lnTo>
                  <a:lnTo>
                    <a:pt x="17" y="17"/>
                  </a:lnTo>
                  <a:lnTo>
                    <a:pt x="17" y="17"/>
                  </a:lnTo>
                  <a:lnTo>
                    <a:pt x="14" y="17"/>
                  </a:lnTo>
                  <a:lnTo>
                    <a:pt x="12" y="17"/>
                  </a:lnTo>
                  <a:lnTo>
                    <a:pt x="12" y="15"/>
                  </a:lnTo>
                  <a:lnTo>
                    <a:pt x="11" y="15"/>
                  </a:lnTo>
                  <a:lnTo>
                    <a:pt x="7" y="15"/>
                  </a:lnTo>
                  <a:lnTo>
                    <a:pt x="7" y="15"/>
                  </a:lnTo>
                  <a:lnTo>
                    <a:pt x="5" y="15"/>
                  </a:lnTo>
                  <a:lnTo>
                    <a:pt x="5" y="15"/>
                  </a:lnTo>
                  <a:lnTo>
                    <a:pt x="0" y="15"/>
                  </a:lnTo>
                  <a:lnTo>
                    <a:pt x="0" y="15"/>
                  </a:lnTo>
                  <a:lnTo>
                    <a:pt x="0" y="15"/>
                  </a:lnTo>
                  <a:lnTo>
                    <a:pt x="0" y="15"/>
                  </a:lnTo>
                  <a:lnTo>
                    <a:pt x="0" y="15"/>
                  </a:lnTo>
                  <a:lnTo>
                    <a:pt x="0" y="15"/>
                  </a:lnTo>
                  <a:lnTo>
                    <a:pt x="2" y="17"/>
                  </a:lnTo>
                  <a:lnTo>
                    <a:pt x="5" y="17"/>
                  </a:lnTo>
                  <a:lnTo>
                    <a:pt x="5" y="17"/>
                  </a:lnTo>
                  <a:lnTo>
                    <a:pt x="7" y="17"/>
                  </a:lnTo>
                  <a:lnTo>
                    <a:pt x="7" y="17"/>
                  </a:lnTo>
                  <a:lnTo>
                    <a:pt x="7" y="17"/>
                  </a:lnTo>
                  <a:lnTo>
                    <a:pt x="11" y="17"/>
                  </a:lnTo>
                  <a:lnTo>
                    <a:pt x="11" y="17"/>
                  </a:lnTo>
                  <a:lnTo>
                    <a:pt x="12" y="17"/>
                  </a:lnTo>
                  <a:lnTo>
                    <a:pt x="12" y="17"/>
                  </a:lnTo>
                  <a:lnTo>
                    <a:pt x="12" y="18"/>
                  </a:lnTo>
                  <a:lnTo>
                    <a:pt x="12" y="18"/>
                  </a:lnTo>
                  <a:lnTo>
                    <a:pt x="17" y="18"/>
                  </a:lnTo>
                  <a:lnTo>
                    <a:pt x="17" y="18"/>
                  </a:lnTo>
                  <a:lnTo>
                    <a:pt x="22" y="18"/>
                  </a:lnTo>
                  <a:lnTo>
                    <a:pt x="22" y="18"/>
                  </a:lnTo>
                  <a:lnTo>
                    <a:pt x="22" y="18"/>
                  </a:lnTo>
                  <a:lnTo>
                    <a:pt x="23" y="19"/>
                  </a:lnTo>
                  <a:lnTo>
                    <a:pt x="23" y="20"/>
                  </a:lnTo>
                  <a:lnTo>
                    <a:pt x="23" y="21"/>
                  </a:lnTo>
                  <a:lnTo>
                    <a:pt x="23" y="22"/>
                  </a:lnTo>
                  <a:lnTo>
                    <a:pt x="27" y="22"/>
                  </a:lnTo>
                  <a:lnTo>
                    <a:pt x="28" y="23"/>
                  </a:lnTo>
                  <a:lnTo>
                    <a:pt x="28" y="23"/>
                  </a:lnTo>
                  <a:lnTo>
                    <a:pt x="28" y="24"/>
                  </a:lnTo>
                  <a:lnTo>
                    <a:pt x="29" y="24"/>
                  </a:lnTo>
                  <a:lnTo>
                    <a:pt x="30" y="26"/>
                  </a:lnTo>
                  <a:lnTo>
                    <a:pt x="30" y="26"/>
                  </a:lnTo>
                  <a:lnTo>
                    <a:pt x="31" y="26"/>
                  </a:lnTo>
                  <a:lnTo>
                    <a:pt x="31" y="30"/>
                  </a:lnTo>
                  <a:lnTo>
                    <a:pt x="33" y="34"/>
                  </a:lnTo>
                  <a:lnTo>
                    <a:pt x="34" y="40"/>
                  </a:lnTo>
                  <a:lnTo>
                    <a:pt x="37" y="47"/>
                  </a:lnTo>
                  <a:lnTo>
                    <a:pt x="40" y="55"/>
                  </a:lnTo>
                  <a:lnTo>
                    <a:pt x="40" y="61"/>
                  </a:lnTo>
                  <a:lnTo>
                    <a:pt x="41" y="62"/>
                  </a:lnTo>
                  <a:lnTo>
                    <a:pt x="42" y="64"/>
                  </a:lnTo>
                  <a:lnTo>
                    <a:pt x="45" y="64"/>
                  </a:lnTo>
                  <a:lnTo>
                    <a:pt x="45" y="67"/>
                  </a:lnTo>
                  <a:lnTo>
                    <a:pt x="45" y="67"/>
                  </a:lnTo>
                  <a:lnTo>
                    <a:pt x="47" y="67"/>
                  </a:lnTo>
                  <a:lnTo>
                    <a:pt x="48" y="69"/>
                  </a:lnTo>
                  <a:lnTo>
                    <a:pt x="48" y="69"/>
                  </a:lnTo>
                  <a:lnTo>
                    <a:pt x="48" y="71"/>
                  </a:lnTo>
                  <a:lnTo>
                    <a:pt x="48" y="71"/>
                  </a:lnTo>
                  <a:lnTo>
                    <a:pt x="48" y="71"/>
                  </a:lnTo>
                  <a:lnTo>
                    <a:pt x="48" y="72"/>
                  </a:lnTo>
                  <a:lnTo>
                    <a:pt x="48" y="73"/>
                  </a:lnTo>
                  <a:lnTo>
                    <a:pt x="49" y="76"/>
                  </a:lnTo>
                  <a:lnTo>
                    <a:pt x="49" y="76"/>
                  </a:lnTo>
                  <a:lnTo>
                    <a:pt x="49" y="77"/>
                  </a:lnTo>
                  <a:lnTo>
                    <a:pt x="49" y="78"/>
                  </a:lnTo>
                  <a:lnTo>
                    <a:pt x="51" y="79"/>
                  </a:lnTo>
                  <a:lnTo>
                    <a:pt x="51" y="79"/>
                  </a:lnTo>
                  <a:lnTo>
                    <a:pt x="51" y="79"/>
                  </a:lnTo>
                  <a:lnTo>
                    <a:pt x="51" y="79"/>
                  </a:lnTo>
                  <a:lnTo>
                    <a:pt x="51" y="79"/>
                  </a:lnTo>
                  <a:lnTo>
                    <a:pt x="52" y="79"/>
                  </a:lnTo>
                  <a:lnTo>
                    <a:pt x="52" y="81"/>
                  </a:lnTo>
                  <a:lnTo>
                    <a:pt x="56" y="81"/>
                  </a:lnTo>
                  <a:lnTo>
                    <a:pt x="56" y="81"/>
                  </a:lnTo>
                  <a:lnTo>
                    <a:pt x="56" y="81"/>
                  </a:lnTo>
                </a:path>
              </a:pathLst>
            </a:custGeom>
            <a:solidFill>
              <a:srgbClr val="ffc0b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44" name=""/>
            <p:cNvSpPr/>
            <p:nvPr/>
          </p:nvSpPr>
          <p:spPr>
            <a:xfrm>
              <a:off x="3587760" y="4022640"/>
              <a:ext cx="165240" cy="117720"/>
            </a:xfrm>
            <a:custGeom>
              <a:avLst/>
              <a:gdLst/>
              <a:ahLst/>
              <a:rect l="l" t="t" r="r" b="b"/>
              <a:pathLst>
                <a:path w="104" h="74">
                  <a:moveTo>
                    <a:pt x="103" y="73"/>
                  </a:moveTo>
                  <a:lnTo>
                    <a:pt x="103" y="73"/>
                  </a:lnTo>
                  <a:lnTo>
                    <a:pt x="103" y="69"/>
                  </a:lnTo>
                  <a:lnTo>
                    <a:pt x="102" y="68"/>
                  </a:lnTo>
                  <a:lnTo>
                    <a:pt x="100" y="66"/>
                  </a:lnTo>
                  <a:lnTo>
                    <a:pt x="99" y="66"/>
                  </a:lnTo>
                  <a:lnTo>
                    <a:pt x="99" y="63"/>
                  </a:lnTo>
                  <a:lnTo>
                    <a:pt x="98" y="63"/>
                  </a:lnTo>
                  <a:lnTo>
                    <a:pt x="94" y="63"/>
                  </a:lnTo>
                  <a:lnTo>
                    <a:pt x="94" y="60"/>
                  </a:lnTo>
                  <a:lnTo>
                    <a:pt x="90" y="60"/>
                  </a:lnTo>
                  <a:lnTo>
                    <a:pt x="90" y="60"/>
                  </a:lnTo>
                  <a:lnTo>
                    <a:pt x="90" y="59"/>
                  </a:lnTo>
                  <a:lnTo>
                    <a:pt x="90" y="59"/>
                  </a:lnTo>
                  <a:lnTo>
                    <a:pt x="90" y="59"/>
                  </a:lnTo>
                  <a:lnTo>
                    <a:pt x="90" y="59"/>
                  </a:lnTo>
                  <a:lnTo>
                    <a:pt x="90" y="59"/>
                  </a:lnTo>
                  <a:lnTo>
                    <a:pt x="90" y="58"/>
                  </a:lnTo>
                  <a:lnTo>
                    <a:pt x="90" y="58"/>
                  </a:lnTo>
                  <a:lnTo>
                    <a:pt x="90" y="58"/>
                  </a:lnTo>
                  <a:lnTo>
                    <a:pt x="94" y="58"/>
                  </a:lnTo>
                  <a:lnTo>
                    <a:pt x="94" y="56"/>
                  </a:lnTo>
                  <a:lnTo>
                    <a:pt x="98" y="56"/>
                  </a:lnTo>
                  <a:lnTo>
                    <a:pt x="98" y="56"/>
                  </a:lnTo>
                  <a:lnTo>
                    <a:pt x="98" y="56"/>
                  </a:lnTo>
                  <a:lnTo>
                    <a:pt x="98" y="56"/>
                  </a:lnTo>
                  <a:lnTo>
                    <a:pt x="98" y="56"/>
                  </a:lnTo>
                  <a:lnTo>
                    <a:pt x="94" y="56"/>
                  </a:lnTo>
                  <a:lnTo>
                    <a:pt x="93" y="56"/>
                  </a:lnTo>
                  <a:lnTo>
                    <a:pt x="90" y="56"/>
                  </a:lnTo>
                  <a:lnTo>
                    <a:pt x="90" y="56"/>
                  </a:lnTo>
                  <a:lnTo>
                    <a:pt x="89" y="56"/>
                  </a:lnTo>
                  <a:lnTo>
                    <a:pt x="86" y="56"/>
                  </a:lnTo>
                  <a:lnTo>
                    <a:pt x="86" y="56"/>
                  </a:lnTo>
                  <a:lnTo>
                    <a:pt x="86" y="56"/>
                  </a:lnTo>
                  <a:lnTo>
                    <a:pt x="86" y="54"/>
                  </a:lnTo>
                  <a:lnTo>
                    <a:pt x="83" y="52"/>
                  </a:lnTo>
                  <a:lnTo>
                    <a:pt x="83" y="50"/>
                  </a:lnTo>
                  <a:lnTo>
                    <a:pt x="82" y="49"/>
                  </a:lnTo>
                  <a:lnTo>
                    <a:pt x="81" y="48"/>
                  </a:lnTo>
                  <a:lnTo>
                    <a:pt x="81" y="48"/>
                  </a:lnTo>
                  <a:lnTo>
                    <a:pt x="81" y="47"/>
                  </a:lnTo>
                  <a:lnTo>
                    <a:pt x="79" y="44"/>
                  </a:lnTo>
                  <a:lnTo>
                    <a:pt x="79" y="44"/>
                  </a:lnTo>
                  <a:lnTo>
                    <a:pt x="78" y="43"/>
                  </a:lnTo>
                  <a:lnTo>
                    <a:pt x="78" y="43"/>
                  </a:lnTo>
                  <a:lnTo>
                    <a:pt x="78" y="43"/>
                  </a:lnTo>
                  <a:lnTo>
                    <a:pt x="72" y="41"/>
                  </a:lnTo>
                  <a:lnTo>
                    <a:pt x="72" y="39"/>
                  </a:lnTo>
                  <a:lnTo>
                    <a:pt x="72" y="38"/>
                  </a:lnTo>
                  <a:lnTo>
                    <a:pt x="71" y="37"/>
                  </a:lnTo>
                  <a:lnTo>
                    <a:pt x="71" y="36"/>
                  </a:lnTo>
                  <a:lnTo>
                    <a:pt x="71" y="35"/>
                  </a:lnTo>
                  <a:lnTo>
                    <a:pt x="71" y="35"/>
                  </a:lnTo>
                  <a:lnTo>
                    <a:pt x="71" y="33"/>
                  </a:lnTo>
                  <a:lnTo>
                    <a:pt x="71" y="33"/>
                  </a:lnTo>
                  <a:lnTo>
                    <a:pt x="71" y="29"/>
                  </a:lnTo>
                  <a:lnTo>
                    <a:pt x="71" y="29"/>
                  </a:lnTo>
                  <a:lnTo>
                    <a:pt x="69" y="28"/>
                  </a:lnTo>
                  <a:lnTo>
                    <a:pt x="69" y="26"/>
                  </a:lnTo>
                  <a:lnTo>
                    <a:pt x="66" y="26"/>
                  </a:lnTo>
                  <a:lnTo>
                    <a:pt x="65" y="26"/>
                  </a:lnTo>
                  <a:lnTo>
                    <a:pt x="63" y="26"/>
                  </a:lnTo>
                  <a:lnTo>
                    <a:pt x="63" y="24"/>
                  </a:lnTo>
                  <a:lnTo>
                    <a:pt x="63" y="23"/>
                  </a:lnTo>
                  <a:lnTo>
                    <a:pt x="63" y="23"/>
                  </a:lnTo>
                  <a:lnTo>
                    <a:pt x="63" y="23"/>
                  </a:lnTo>
                  <a:lnTo>
                    <a:pt x="63" y="22"/>
                  </a:lnTo>
                  <a:lnTo>
                    <a:pt x="63" y="22"/>
                  </a:lnTo>
                  <a:lnTo>
                    <a:pt x="62" y="19"/>
                  </a:lnTo>
                  <a:lnTo>
                    <a:pt x="59" y="19"/>
                  </a:lnTo>
                  <a:lnTo>
                    <a:pt x="59" y="17"/>
                  </a:lnTo>
                  <a:lnTo>
                    <a:pt x="59" y="15"/>
                  </a:lnTo>
                  <a:lnTo>
                    <a:pt x="59" y="15"/>
                  </a:lnTo>
                  <a:lnTo>
                    <a:pt x="59" y="12"/>
                  </a:lnTo>
                  <a:lnTo>
                    <a:pt x="55" y="11"/>
                  </a:lnTo>
                  <a:lnTo>
                    <a:pt x="55" y="11"/>
                  </a:lnTo>
                  <a:lnTo>
                    <a:pt x="54" y="11"/>
                  </a:lnTo>
                  <a:lnTo>
                    <a:pt x="53" y="4"/>
                  </a:lnTo>
                  <a:lnTo>
                    <a:pt x="51" y="3"/>
                  </a:lnTo>
                  <a:lnTo>
                    <a:pt x="51" y="2"/>
                  </a:lnTo>
                  <a:lnTo>
                    <a:pt x="51" y="2"/>
                  </a:lnTo>
                  <a:lnTo>
                    <a:pt x="49" y="2"/>
                  </a:lnTo>
                  <a:lnTo>
                    <a:pt x="47" y="1"/>
                  </a:lnTo>
                  <a:lnTo>
                    <a:pt x="46" y="1"/>
                  </a:lnTo>
                  <a:lnTo>
                    <a:pt x="45" y="1"/>
                  </a:lnTo>
                  <a:lnTo>
                    <a:pt x="42" y="1"/>
                  </a:lnTo>
                  <a:lnTo>
                    <a:pt x="38" y="1"/>
                  </a:lnTo>
                  <a:lnTo>
                    <a:pt x="37" y="0"/>
                  </a:lnTo>
                  <a:lnTo>
                    <a:pt x="37" y="0"/>
                  </a:lnTo>
                  <a:lnTo>
                    <a:pt x="37" y="0"/>
                  </a:lnTo>
                  <a:lnTo>
                    <a:pt x="37" y="1"/>
                  </a:lnTo>
                  <a:lnTo>
                    <a:pt x="36" y="1"/>
                  </a:lnTo>
                  <a:lnTo>
                    <a:pt x="33" y="1"/>
                  </a:lnTo>
                  <a:lnTo>
                    <a:pt x="30" y="1"/>
                  </a:lnTo>
                  <a:lnTo>
                    <a:pt x="29" y="1"/>
                  </a:lnTo>
                  <a:lnTo>
                    <a:pt x="29" y="1"/>
                  </a:lnTo>
                  <a:lnTo>
                    <a:pt x="29" y="1"/>
                  </a:lnTo>
                  <a:lnTo>
                    <a:pt x="28" y="2"/>
                  </a:lnTo>
                  <a:lnTo>
                    <a:pt x="25" y="2"/>
                  </a:lnTo>
                  <a:lnTo>
                    <a:pt x="22" y="2"/>
                  </a:lnTo>
                  <a:lnTo>
                    <a:pt x="22" y="2"/>
                  </a:lnTo>
                  <a:lnTo>
                    <a:pt x="22" y="3"/>
                  </a:lnTo>
                  <a:lnTo>
                    <a:pt x="20" y="3"/>
                  </a:lnTo>
                  <a:lnTo>
                    <a:pt x="20" y="3"/>
                  </a:lnTo>
                  <a:lnTo>
                    <a:pt x="19" y="3"/>
                  </a:lnTo>
                  <a:lnTo>
                    <a:pt x="16" y="3"/>
                  </a:lnTo>
                  <a:lnTo>
                    <a:pt x="16" y="3"/>
                  </a:lnTo>
                  <a:lnTo>
                    <a:pt x="12" y="4"/>
                  </a:lnTo>
                  <a:lnTo>
                    <a:pt x="11" y="4"/>
                  </a:lnTo>
                  <a:lnTo>
                    <a:pt x="11" y="7"/>
                  </a:lnTo>
                  <a:lnTo>
                    <a:pt x="9" y="11"/>
                  </a:lnTo>
                  <a:lnTo>
                    <a:pt x="8" y="11"/>
                  </a:lnTo>
                  <a:lnTo>
                    <a:pt x="8" y="11"/>
                  </a:lnTo>
                  <a:lnTo>
                    <a:pt x="8" y="11"/>
                  </a:lnTo>
                  <a:lnTo>
                    <a:pt x="8" y="12"/>
                  </a:lnTo>
                  <a:lnTo>
                    <a:pt x="5" y="15"/>
                  </a:lnTo>
                  <a:lnTo>
                    <a:pt x="0" y="17"/>
                  </a:lnTo>
                  <a:lnTo>
                    <a:pt x="0" y="17"/>
                  </a:lnTo>
                  <a:lnTo>
                    <a:pt x="0" y="18"/>
                  </a:lnTo>
                  <a:lnTo>
                    <a:pt x="0" y="18"/>
                  </a:lnTo>
                  <a:lnTo>
                    <a:pt x="0" y="18"/>
                  </a:lnTo>
                  <a:lnTo>
                    <a:pt x="0" y="18"/>
                  </a:lnTo>
                  <a:lnTo>
                    <a:pt x="0" y="18"/>
                  </a:lnTo>
                  <a:lnTo>
                    <a:pt x="0" y="18"/>
                  </a:lnTo>
                  <a:lnTo>
                    <a:pt x="0" y="18"/>
                  </a:lnTo>
                  <a:lnTo>
                    <a:pt x="4" y="17"/>
                  </a:lnTo>
                  <a:lnTo>
                    <a:pt x="8" y="17"/>
                  </a:lnTo>
                  <a:lnTo>
                    <a:pt x="8" y="16"/>
                  </a:lnTo>
                  <a:lnTo>
                    <a:pt x="9" y="12"/>
                  </a:lnTo>
                  <a:lnTo>
                    <a:pt x="9" y="11"/>
                  </a:lnTo>
                  <a:lnTo>
                    <a:pt x="9" y="11"/>
                  </a:lnTo>
                  <a:lnTo>
                    <a:pt x="11" y="11"/>
                  </a:lnTo>
                  <a:lnTo>
                    <a:pt x="11" y="11"/>
                  </a:lnTo>
                  <a:lnTo>
                    <a:pt x="11" y="11"/>
                  </a:lnTo>
                  <a:lnTo>
                    <a:pt x="11" y="11"/>
                  </a:lnTo>
                  <a:lnTo>
                    <a:pt x="11" y="11"/>
                  </a:lnTo>
                  <a:lnTo>
                    <a:pt x="11" y="11"/>
                  </a:lnTo>
                  <a:lnTo>
                    <a:pt x="11" y="11"/>
                  </a:lnTo>
                  <a:lnTo>
                    <a:pt x="11" y="11"/>
                  </a:lnTo>
                  <a:lnTo>
                    <a:pt x="16" y="11"/>
                  </a:lnTo>
                  <a:lnTo>
                    <a:pt x="16" y="11"/>
                  </a:lnTo>
                  <a:lnTo>
                    <a:pt x="16" y="11"/>
                  </a:lnTo>
                  <a:lnTo>
                    <a:pt x="19" y="11"/>
                  </a:lnTo>
                  <a:lnTo>
                    <a:pt x="20" y="10"/>
                  </a:lnTo>
                  <a:lnTo>
                    <a:pt x="20" y="7"/>
                  </a:lnTo>
                  <a:lnTo>
                    <a:pt x="22" y="4"/>
                  </a:lnTo>
                  <a:lnTo>
                    <a:pt x="22" y="4"/>
                  </a:lnTo>
                  <a:lnTo>
                    <a:pt x="22" y="4"/>
                  </a:lnTo>
                  <a:lnTo>
                    <a:pt x="25" y="7"/>
                  </a:lnTo>
                  <a:lnTo>
                    <a:pt x="28" y="7"/>
                  </a:lnTo>
                  <a:lnTo>
                    <a:pt x="29" y="11"/>
                  </a:lnTo>
                  <a:lnTo>
                    <a:pt x="29" y="11"/>
                  </a:lnTo>
                  <a:lnTo>
                    <a:pt x="29" y="11"/>
                  </a:lnTo>
                  <a:lnTo>
                    <a:pt x="30" y="11"/>
                  </a:lnTo>
                  <a:lnTo>
                    <a:pt x="30" y="11"/>
                  </a:lnTo>
                  <a:lnTo>
                    <a:pt x="33" y="11"/>
                  </a:lnTo>
                  <a:lnTo>
                    <a:pt x="33" y="12"/>
                  </a:lnTo>
                  <a:lnTo>
                    <a:pt x="34" y="15"/>
                  </a:lnTo>
                  <a:lnTo>
                    <a:pt x="34" y="17"/>
                  </a:lnTo>
                  <a:lnTo>
                    <a:pt x="34" y="18"/>
                  </a:lnTo>
                  <a:lnTo>
                    <a:pt x="34" y="19"/>
                  </a:lnTo>
                  <a:lnTo>
                    <a:pt x="34" y="21"/>
                  </a:lnTo>
                  <a:lnTo>
                    <a:pt x="34" y="22"/>
                  </a:lnTo>
                  <a:lnTo>
                    <a:pt x="34" y="23"/>
                  </a:lnTo>
                  <a:lnTo>
                    <a:pt x="34" y="24"/>
                  </a:lnTo>
                  <a:lnTo>
                    <a:pt x="33" y="26"/>
                  </a:lnTo>
                  <a:lnTo>
                    <a:pt x="33" y="26"/>
                  </a:lnTo>
                  <a:lnTo>
                    <a:pt x="30" y="28"/>
                  </a:lnTo>
                  <a:lnTo>
                    <a:pt x="30" y="28"/>
                  </a:lnTo>
                  <a:lnTo>
                    <a:pt x="29" y="29"/>
                  </a:lnTo>
                  <a:lnTo>
                    <a:pt x="29" y="29"/>
                  </a:lnTo>
                  <a:lnTo>
                    <a:pt x="29" y="33"/>
                  </a:lnTo>
                  <a:lnTo>
                    <a:pt x="29" y="33"/>
                  </a:lnTo>
                  <a:lnTo>
                    <a:pt x="29" y="33"/>
                  </a:lnTo>
                  <a:lnTo>
                    <a:pt x="29" y="35"/>
                  </a:lnTo>
                  <a:lnTo>
                    <a:pt x="29" y="35"/>
                  </a:lnTo>
                  <a:lnTo>
                    <a:pt x="28" y="35"/>
                  </a:lnTo>
                  <a:lnTo>
                    <a:pt x="28" y="35"/>
                  </a:lnTo>
                  <a:lnTo>
                    <a:pt x="26" y="36"/>
                  </a:lnTo>
                  <a:lnTo>
                    <a:pt x="25" y="37"/>
                  </a:lnTo>
                  <a:lnTo>
                    <a:pt x="25" y="38"/>
                  </a:lnTo>
                  <a:lnTo>
                    <a:pt x="22" y="38"/>
                  </a:lnTo>
                  <a:lnTo>
                    <a:pt x="22" y="38"/>
                  </a:lnTo>
                  <a:lnTo>
                    <a:pt x="22" y="38"/>
                  </a:lnTo>
                  <a:lnTo>
                    <a:pt x="22" y="38"/>
                  </a:lnTo>
                  <a:lnTo>
                    <a:pt x="22" y="38"/>
                  </a:lnTo>
                  <a:lnTo>
                    <a:pt x="22" y="38"/>
                  </a:lnTo>
                  <a:lnTo>
                    <a:pt x="25" y="38"/>
                  </a:lnTo>
                  <a:lnTo>
                    <a:pt x="26" y="39"/>
                  </a:lnTo>
                  <a:lnTo>
                    <a:pt x="28" y="39"/>
                  </a:lnTo>
                  <a:lnTo>
                    <a:pt x="29" y="38"/>
                  </a:lnTo>
                  <a:lnTo>
                    <a:pt x="29" y="38"/>
                  </a:lnTo>
                  <a:lnTo>
                    <a:pt x="29" y="38"/>
                  </a:lnTo>
                  <a:lnTo>
                    <a:pt x="30" y="37"/>
                  </a:lnTo>
                  <a:lnTo>
                    <a:pt x="30" y="37"/>
                  </a:lnTo>
                  <a:lnTo>
                    <a:pt x="33" y="37"/>
                  </a:lnTo>
                  <a:lnTo>
                    <a:pt x="36" y="37"/>
                  </a:lnTo>
                  <a:lnTo>
                    <a:pt x="37" y="37"/>
                  </a:lnTo>
                  <a:lnTo>
                    <a:pt x="37" y="37"/>
                  </a:lnTo>
                  <a:lnTo>
                    <a:pt x="37" y="36"/>
                  </a:lnTo>
                  <a:lnTo>
                    <a:pt x="38" y="36"/>
                  </a:lnTo>
                  <a:lnTo>
                    <a:pt x="40" y="36"/>
                  </a:lnTo>
                  <a:lnTo>
                    <a:pt x="42" y="36"/>
                  </a:lnTo>
                  <a:lnTo>
                    <a:pt x="43" y="36"/>
                  </a:lnTo>
                  <a:lnTo>
                    <a:pt x="45" y="36"/>
                  </a:lnTo>
                  <a:lnTo>
                    <a:pt x="46" y="36"/>
                  </a:lnTo>
                  <a:lnTo>
                    <a:pt x="46" y="36"/>
                  </a:lnTo>
                  <a:lnTo>
                    <a:pt x="47" y="36"/>
                  </a:lnTo>
                  <a:lnTo>
                    <a:pt x="49" y="35"/>
                  </a:lnTo>
                  <a:lnTo>
                    <a:pt x="51" y="33"/>
                  </a:lnTo>
                  <a:lnTo>
                    <a:pt x="51" y="33"/>
                  </a:lnTo>
                  <a:lnTo>
                    <a:pt x="53" y="33"/>
                  </a:lnTo>
                  <a:lnTo>
                    <a:pt x="55" y="35"/>
                  </a:lnTo>
                  <a:lnTo>
                    <a:pt x="55" y="35"/>
                  </a:lnTo>
                  <a:lnTo>
                    <a:pt x="59" y="35"/>
                  </a:lnTo>
                  <a:lnTo>
                    <a:pt x="59" y="35"/>
                  </a:lnTo>
                  <a:lnTo>
                    <a:pt x="63" y="35"/>
                  </a:lnTo>
                  <a:lnTo>
                    <a:pt x="65" y="36"/>
                  </a:lnTo>
                  <a:lnTo>
                    <a:pt x="69" y="37"/>
                  </a:lnTo>
                  <a:lnTo>
                    <a:pt x="71" y="39"/>
                  </a:lnTo>
                  <a:lnTo>
                    <a:pt x="71" y="41"/>
                  </a:lnTo>
                  <a:lnTo>
                    <a:pt x="72" y="43"/>
                  </a:lnTo>
                  <a:lnTo>
                    <a:pt x="72" y="43"/>
                  </a:lnTo>
                  <a:lnTo>
                    <a:pt x="78" y="44"/>
                  </a:lnTo>
                  <a:lnTo>
                    <a:pt x="78" y="44"/>
                  </a:lnTo>
                  <a:lnTo>
                    <a:pt x="78" y="44"/>
                  </a:lnTo>
                  <a:lnTo>
                    <a:pt x="79" y="48"/>
                  </a:lnTo>
                  <a:lnTo>
                    <a:pt x="79" y="49"/>
                  </a:lnTo>
                  <a:lnTo>
                    <a:pt x="81" y="50"/>
                  </a:lnTo>
                  <a:lnTo>
                    <a:pt x="83" y="56"/>
                  </a:lnTo>
                  <a:lnTo>
                    <a:pt x="83" y="56"/>
                  </a:lnTo>
                  <a:lnTo>
                    <a:pt x="86" y="58"/>
                  </a:lnTo>
                  <a:lnTo>
                    <a:pt x="86" y="59"/>
                  </a:lnTo>
                  <a:lnTo>
                    <a:pt x="86" y="59"/>
                  </a:lnTo>
                  <a:lnTo>
                    <a:pt x="86" y="60"/>
                  </a:lnTo>
                  <a:lnTo>
                    <a:pt x="89" y="60"/>
                  </a:lnTo>
                  <a:lnTo>
                    <a:pt x="90" y="63"/>
                  </a:lnTo>
                  <a:lnTo>
                    <a:pt x="90" y="63"/>
                  </a:lnTo>
                  <a:lnTo>
                    <a:pt x="90" y="63"/>
                  </a:lnTo>
                  <a:lnTo>
                    <a:pt x="94" y="63"/>
                  </a:lnTo>
                  <a:lnTo>
                    <a:pt x="94" y="64"/>
                  </a:lnTo>
                  <a:lnTo>
                    <a:pt x="95" y="65"/>
                  </a:lnTo>
                  <a:lnTo>
                    <a:pt x="98" y="66"/>
                  </a:lnTo>
                  <a:lnTo>
                    <a:pt x="98" y="66"/>
                  </a:lnTo>
                  <a:lnTo>
                    <a:pt x="98" y="67"/>
                  </a:lnTo>
                  <a:lnTo>
                    <a:pt x="98" y="67"/>
                  </a:lnTo>
                  <a:lnTo>
                    <a:pt x="99" y="68"/>
                  </a:lnTo>
                  <a:lnTo>
                    <a:pt x="99" y="68"/>
                  </a:lnTo>
                  <a:lnTo>
                    <a:pt x="99" y="68"/>
                  </a:lnTo>
                  <a:lnTo>
                    <a:pt x="102" y="69"/>
                  </a:lnTo>
                  <a:lnTo>
                    <a:pt x="102" y="70"/>
                  </a:lnTo>
                  <a:lnTo>
                    <a:pt x="103" y="73"/>
                  </a:lnTo>
                  <a:lnTo>
                    <a:pt x="103" y="73"/>
                  </a:lnTo>
                  <a:lnTo>
                    <a:pt x="103" y="73"/>
                  </a:lnTo>
                  <a:lnTo>
                    <a:pt x="103" y="73"/>
                  </a:lnTo>
                  <a:lnTo>
                    <a:pt x="103" y="73"/>
                  </a:lnTo>
                  <a:lnTo>
                    <a:pt x="103" y="73"/>
                  </a:lnTo>
                </a:path>
              </a:pathLst>
            </a:custGeom>
            <a:solidFill>
              <a:srgbClr val="ffc0b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45" name=""/>
            <p:cNvSpPr/>
            <p:nvPr/>
          </p:nvSpPr>
          <p:spPr>
            <a:xfrm>
              <a:off x="3627360" y="4024440"/>
              <a:ext cx="76320" cy="68040"/>
            </a:xfrm>
            <a:custGeom>
              <a:avLst/>
              <a:gdLst/>
              <a:ahLst/>
              <a:rect l="l" t="t" r="r" b="b"/>
              <a:pathLst>
                <a:path w="48" h="43">
                  <a:moveTo>
                    <a:pt x="46" y="38"/>
                  </a:moveTo>
                  <a:lnTo>
                    <a:pt x="46" y="37"/>
                  </a:lnTo>
                  <a:lnTo>
                    <a:pt x="46" y="36"/>
                  </a:lnTo>
                  <a:lnTo>
                    <a:pt x="46" y="35"/>
                  </a:lnTo>
                  <a:lnTo>
                    <a:pt x="46" y="35"/>
                  </a:lnTo>
                  <a:lnTo>
                    <a:pt x="44" y="34"/>
                  </a:lnTo>
                  <a:lnTo>
                    <a:pt x="44" y="34"/>
                  </a:lnTo>
                  <a:lnTo>
                    <a:pt x="41" y="32"/>
                  </a:lnTo>
                  <a:lnTo>
                    <a:pt x="41" y="32"/>
                  </a:lnTo>
                  <a:lnTo>
                    <a:pt x="41" y="30"/>
                  </a:lnTo>
                  <a:lnTo>
                    <a:pt x="40" y="30"/>
                  </a:lnTo>
                  <a:lnTo>
                    <a:pt x="39" y="28"/>
                  </a:lnTo>
                  <a:lnTo>
                    <a:pt x="38" y="28"/>
                  </a:lnTo>
                  <a:lnTo>
                    <a:pt x="38" y="28"/>
                  </a:lnTo>
                  <a:lnTo>
                    <a:pt x="38" y="28"/>
                  </a:lnTo>
                  <a:lnTo>
                    <a:pt x="38" y="27"/>
                  </a:lnTo>
                  <a:lnTo>
                    <a:pt x="38" y="27"/>
                  </a:lnTo>
                  <a:lnTo>
                    <a:pt x="38" y="25"/>
                  </a:lnTo>
                  <a:lnTo>
                    <a:pt x="38" y="25"/>
                  </a:lnTo>
                  <a:lnTo>
                    <a:pt x="37" y="25"/>
                  </a:lnTo>
                  <a:lnTo>
                    <a:pt x="34" y="23"/>
                  </a:lnTo>
                  <a:lnTo>
                    <a:pt x="34" y="22"/>
                  </a:lnTo>
                  <a:lnTo>
                    <a:pt x="34" y="22"/>
                  </a:lnTo>
                  <a:lnTo>
                    <a:pt x="34" y="21"/>
                  </a:lnTo>
                  <a:lnTo>
                    <a:pt x="34" y="21"/>
                  </a:lnTo>
                  <a:lnTo>
                    <a:pt x="34" y="18"/>
                  </a:lnTo>
                  <a:lnTo>
                    <a:pt x="32" y="18"/>
                  </a:lnTo>
                  <a:lnTo>
                    <a:pt x="30" y="17"/>
                  </a:lnTo>
                  <a:lnTo>
                    <a:pt x="30" y="16"/>
                  </a:lnTo>
                  <a:lnTo>
                    <a:pt x="30" y="16"/>
                  </a:lnTo>
                  <a:lnTo>
                    <a:pt x="30" y="16"/>
                  </a:lnTo>
                  <a:lnTo>
                    <a:pt x="30" y="15"/>
                  </a:lnTo>
                  <a:lnTo>
                    <a:pt x="30" y="14"/>
                  </a:lnTo>
                  <a:lnTo>
                    <a:pt x="30" y="11"/>
                  </a:lnTo>
                  <a:lnTo>
                    <a:pt x="29" y="11"/>
                  </a:lnTo>
                  <a:lnTo>
                    <a:pt x="28" y="10"/>
                  </a:lnTo>
                  <a:lnTo>
                    <a:pt x="28" y="10"/>
                  </a:lnTo>
                  <a:lnTo>
                    <a:pt x="28" y="10"/>
                  </a:lnTo>
                  <a:lnTo>
                    <a:pt x="26" y="10"/>
                  </a:lnTo>
                  <a:lnTo>
                    <a:pt x="26" y="6"/>
                  </a:lnTo>
                  <a:lnTo>
                    <a:pt x="26" y="3"/>
                  </a:lnTo>
                  <a:lnTo>
                    <a:pt x="26" y="2"/>
                  </a:lnTo>
                  <a:lnTo>
                    <a:pt x="26" y="2"/>
                  </a:lnTo>
                  <a:lnTo>
                    <a:pt x="24" y="2"/>
                  </a:lnTo>
                  <a:lnTo>
                    <a:pt x="22" y="2"/>
                  </a:lnTo>
                  <a:lnTo>
                    <a:pt x="22" y="2"/>
                  </a:lnTo>
                  <a:lnTo>
                    <a:pt x="22" y="1"/>
                  </a:lnTo>
                  <a:lnTo>
                    <a:pt x="22" y="1"/>
                  </a:lnTo>
                  <a:lnTo>
                    <a:pt x="21" y="1"/>
                  </a:lnTo>
                  <a:lnTo>
                    <a:pt x="21" y="1"/>
                  </a:lnTo>
                  <a:lnTo>
                    <a:pt x="21" y="1"/>
                  </a:lnTo>
                  <a:lnTo>
                    <a:pt x="20" y="1"/>
                  </a:lnTo>
                  <a:lnTo>
                    <a:pt x="18" y="1"/>
                  </a:lnTo>
                  <a:lnTo>
                    <a:pt x="17" y="1"/>
                  </a:lnTo>
                  <a:lnTo>
                    <a:pt x="15" y="1"/>
                  </a:lnTo>
                  <a:lnTo>
                    <a:pt x="13" y="1"/>
                  </a:lnTo>
                  <a:lnTo>
                    <a:pt x="13" y="1"/>
                  </a:lnTo>
                  <a:lnTo>
                    <a:pt x="13" y="0"/>
                  </a:lnTo>
                  <a:lnTo>
                    <a:pt x="12" y="0"/>
                  </a:lnTo>
                  <a:lnTo>
                    <a:pt x="12" y="1"/>
                  </a:lnTo>
                  <a:lnTo>
                    <a:pt x="12" y="1"/>
                  </a:lnTo>
                  <a:lnTo>
                    <a:pt x="11" y="1"/>
                  </a:lnTo>
                  <a:lnTo>
                    <a:pt x="9" y="1"/>
                  </a:lnTo>
                  <a:lnTo>
                    <a:pt x="8" y="1"/>
                  </a:lnTo>
                  <a:lnTo>
                    <a:pt x="5" y="1"/>
                  </a:lnTo>
                  <a:lnTo>
                    <a:pt x="5" y="1"/>
                  </a:lnTo>
                  <a:lnTo>
                    <a:pt x="4" y="1"/>
                  </a:lnTo>
                  <a:lnTo>
                    <a:pt x="4" y="1"/>
                  </a:lnTo>
                  <a:lnTo>
                    <a:pt x="4" y="1"/>
                  </a:lnTo>
                  <a:lnTo>
                    <a:pt x="3" y="1"/>
                  </a:lnTo>
                  <a:lnTo>
                    <a:pt x="2" y="2"/>
                  </a:lnTo>
                  <a:lnTo>
                    <a:pt x="0" y="2"/>
                  </a:lnTo>
                  <a:lnTo>
                    <a:pt x="0" y="2"/>
                  </a:lnTo>
                  <a:lnTo>
                    <a:pt x="0" y="2"/>
                  </a:lnTo>
                  <a:lnTo>
                    <a:pt x="0" y="2"/>
                  </a:lnTo>
                  <a:lnTo>
                    <a:pt x="0" y="2"/>
                  </a:lnTo>
                  <a:lnTo>
                    <a:pt x="3" y="2"/>
                  </a:lnTo>
                  <a:lnTo>
                    <a:pt x="3" y="2"/>
                  </a:lnTo>
                  <a:lnTo>
                    <a:pt x="4" y="1"/>
                  </a:lnTo>
                  <a:lnTo>
                    <a:pt x="4" y="1"/>
                  </a:lnTo>
                  <a:lnTo>
                    <a:pt x="5" y="1"/>
                  </a:lnTo>
                  <a:lnTo>
                    <a:pt x="8" y="1"/>
                  </a:lnTo>
                  <a:lnTo>
                    <a:pt x="9" y="1"/>
                  </a:lnTo>
                  <a:lnTo>
                    <a:pt x="12" y="1"/>
                  </a:lnTo>
                  <a:lnTo>
                    <a:pt x="12" y="1"/>
                  </a:lnTo>
                  <a:lnTo>
                    <a:pt x="12" y="1"/>
                  </a:lnTo>
                  <a:lnTo>
                    <a:pt x="13" y="1"/>
                  </a:lnTo>
                  <a:lnTo>
                    <a:pt x="13" y="1"/>
                  </a:lnTo>
                  <a:lnTo>
                    <a:pt x="13" y="1"/>
                  </a:lnTo>
                  <a:lnTo>
                    <a:pt x="15" y="2"/>
                  </a:lnTo>
                  <a:lnTo>
                    <a:pt x="15" y="2"/>
                  </a:lnTo>
                  <a:lnTo>
                    <a:pt x="17" y="2"/>
                  </a:lnTo>
                  <a:lnTo>
                    <a:pt x="18" y="2"/>
                  </a:lnTo>
                  <a:lnTo>
                    <a:pt x="20" y="2"/>
                  </a:lnTo>
                  <a:lnTo>
                    <a:pt x="21" y="2"/>
                  </a:lnTo>
                  <a:lnTo>
                    <a:pt x="21" y="2"/>
                  </a:lnTo>
                  <a:lnTo>
                    <a:pt x="21" y="3"/>
                  </a:lnTo>
                  <a:lnTo>
                    <a:pt x="21" y="3"/>
                  </a:lnTo>
                  <a:lnTo>
                    <a:pt x="22" y="6"/>
                  </a:lnTo>
                  <a:lnTo>
                    <a:pt x="22" y="10"/>
                  </a:lnTo>
                  <a:lnTo>
                    <a:pt x="22" y="10"/>
                  </a:lnTo>
                  <a:lnTo>
                    <a:pt x="22" y="10"/>
                  </a:lnTo>
                  <a:lnTo>
                    <a:pt x="22" y="10"/>
                  </a:lnTo>
                  <a:lnTo>
                    <a:pt x="24" y="10"/>
                  </a:lnTo>
                  <a:lnTo>
                    <a:pt x="24" y="10"/>
                  </a:lnTo>
                  <a:lnTo>
                    <a:pt x="26" y="10"/>
                  </a:lnTo>
                  <a:lnTo>
                    <a:pt x="26" y="14"/>
                  </a:lnTo>
                  <a:lnTo>
                    <a:pt x="26" y="16"/>
                  </a:lnTo>
                  <a:lnTo>
                    <a:pt x="26" y="16"/>
                  </a:lnTo>
                  <a:lnTo>
                    <a:pt x="28" y="16"/>
                  </a:lnTo>
                  <a:lnTo>
                    <a:pt x="28" y="17"/>
                  </a:lnTo>
                  <a:lnTo>
                    <a:pt x="28" y="17"/>
                  </a:lnTo>
                  <a:lnTo>
                    <a:pt x="29" y="18"/>
                  </a:lnTo>
                  <a:lnTo>
                    <a:pt x="29" y="18"/>
                  </a:lnTo>
                  <a:lnTo>
                    <a:pt x="30" y="21"/>
                  </a:lnTo>
                  <a:lnTo>
                    <a:pt x="30" y="21"/>
                  </a:lnTo>
                  <a:lnTo>
                    <a:pt x="29" y="22"/>
                  </a:lnTo>
                  <a:lnTo>
                    <a:pt x="29" y="25"/>
                  </a:lnTo>
                  <a:lnTo>
                    <a:pt x="29" y="25"/>
                  </a:lnTo>
                  <a:lnTo>
                    <a:pt x="28" y="27"/>
                  </a:lnTo>
                  <a:lnTo>
                    <a:pt x="28" y="28"/>
                  </a:lnTo>
                  <a:lnTo>
                    <a:pt x="26" y="28"/>
                  </a:lnTo>
                  <a:lnTo>
                    <a:pt x="26" y="28"/>
                  </a:lnTo>
                  <a:lnTo>
                    <a:pt x="26" y="28"/>
                  </a:lnTo>
                  <a:lnTo>
                    <a:pt x="26" y="32"/>
                  </a:lnTo>
                  <a:lnTo>
                    <a:pt x="26" y="32"/>
                  </a:lnTo>
                  <a:lnTo>
                    <a:pt x="24" y="32"/>
                  </a:lnTo>
                  <a:lnTo>
                    <a:pt x="22" y="32"/>
                  </a:lnTo>
                  <a:lnTo>
                    <a:pt x="22" y="32"/>
                  </a:lnTo>
                  <a:lnTo>
                    <a:pt x="21" y="32"/>
                  </a:lnTo>
                  <a:lnTo>
                    <a:pt x="21" y="32"/>
                  </a:lnTo>
                  <a:lnTo>
                    <a:pt x="21" y="34"/>
                  </a:lnTo>
                  <a:lnTo>
                    <a:pt x="20" y="34"/>
                  </a:lnTo>
                  <a:lnTo>
                    <a:pt x="20" y="34"/>
                  </a:lnTo>
                  <a:lnTo>
                    <a:pt x="20" y="35"/>
                  </a:lnTo>
                  <a:lnTo>
                    <a:pt x="18" y="35"/>
                  </a:lnTo>
                  <a:lnTo>
                    <a:pt x="18" y="35"/>
                  </a:lnTo>
                  <a:lnTo>
                    <a:pt x="18" y="35"/>
                  </a:lnTo>
                  <a:lnTo>
                    <a:pt x="20" y="35"/>
                  </a:lnTo>
                  <a:lnTo>
                    <a:pt x="20" y="35"/>
                  </a:lnTo>
                  <a:lnTo>
                    <a:pt x="21" y="35"/>
                  </a:lnTo>
                  <a:lnTo>
                    <a:pt x="21" y="35"/>
                  </a:lnTo>
                  <a:lnTo>
                    <a:pt x="22" y="35"/>
                  </a:lnTo>
                  <a:lnTo>
                    <a:pt x="22" y="35"/>
                  </a:lnTo>
                  <a:lnTo>
                    <a:pt x="24" y="35"/>
                  </a:lnTo>
                  <a:lnTo>
                    <a:pt x="26" y="34"/>
                  </a:lnTo>
                  <a:lnTo>
                    <a:pt x="26" y="34"/>
                  </a:lnTo>
                  <a:lnTo>
                    <a:pt x="26" y="34"/>
                  </a:lnTo>
                  <a:lnTo>
                    <a:pt x="28" y="34"/>
                  </a:lnTo>
                  <a:lnTo>
                    <a:pt x="28" y="34"/>
                  </a:lnTo>
                  <a:lnTo>
                    <a:pt x="29" y="34"/>
                  </a:lnTo>
                  <a:lnTo>
                    <a:pt x="30" y="34"/>
                  </a:lnTo>
                  <a:lnTo>
                    <a:pt x="30" y="34"/>
                  </a:lnTo>
                  <a:lnTo>
                    <a:pt x="30" y="34"/>
                  </a:lnTo>
                  <a:lnTo>
                    <a:pt x="30" y="34"/>
                  </a:lnTo>
                  <a:lnTo>
                    <a:pt x="32" y="34"/>
                  </a:lnTo>
                  <a:lnTo>
                    <a:pt x="34" y="34"/>
                  </a:lnTo>
                  <a:lnTo>
                    <a:pt x="34" y="34"/>
                  </a:lnTo>
                  <a:lnTo>
                    <a:pt x="34" y="34"/>
                  </a:lnTo>
                  <a:lnTo>
                    <a:pt x="34" y="34"/>
                  </a:lnTo>
                  <a:lnTo>
                    <a:pt x="38" y="34"/>
                  </a:lnTo>
                  <a:lnTo>
                    <a:pt x="38" y="34"/>
                  </a:lnTo>
                  <a:lnTo>
                    <a:pt x="38" y="34"/>
                  </a:lnTo>
                  <a:lnTo>
                    <a:pt x="38" y="34"/>
                  </a:lnTo>
                  <a:lnTo>
                    <a:pt x="38" y="34"/>
                  </a:lnTo>
                  <a:lnTo>
                    <a:pt x="38" y="35"/>
                  </a:lnTo>
                  <a:lnTo>
                    <a:pt x="38" y="35"/>
                  </a:lnTo>
                  <a:lnTo>
                    <a:pt x="39" y="36"/>
                  </a:lnTo>
                  <a:lnTo>
                    <a:pt x="40" y="36"/>
                  </a:lnTo>
                  <a:lnTo>
                    <a:pt x="41" y="37"/>
                  </a:lnTo>
                  <a:lnTo>
                    <a:pt x="44" y="37"/>
                  </a:lnTo>
                  <a:lnTo>
                    <a:pt x="44" y="38"/>
                  </a:lnTo>
                  <a:lnTo>
                    <a:pt x="46" y="38"/>
                  </a:lnTo>
                  <a:lnTo>
                    <a:pt x="46" y="40"/>
                  </a:lnTo>
                  <a:lnTo>
                    <a:pt x="46" y="40"/>
                  </a:lnTo>
                  <a:lnTo>
                    <a:pt x="46" y="42"/>
                  </a:lnTo>
                  <a:lnTo>
                    <a:pt x="47" y="42"/>
                  </a:lnTo>
                  <a:lnTo>
                    <a:pt x="46" y="38"/>
                  </a:lnTo>
                  <a:lnTo>
                    <a:pt x="46" y="38"/>
                  </a:lnTo>
                </a:path>
              </a:pathLst>
            </a:custGeom>
            <a:solidFill>
              <a:srgbClr val="a1e2ff"/>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2046" name=""/>
            <p:cNvSpPr/>
            <p:nvPr/>
          </p:nvSpPr>
          <p:spPr>
            <a:xfrm>
              <a:off x="2825640" y="3576600"/>
              <a:ext cx="106560" cy="74520"/>
            </a:xfrm>
            <a:custGeom>
              <a:avLst/>
              <a:gdLst/>
              <a:ahLst/>
              <a:rect l="l" t="t" r="r" b="b"/>
              <a:pathLst>
                <a:path w="67" h="47">
                  <a:moveTo>
                    <a:pt x="36" y="46"/>
                  </a:moveTo>
                  <a:lnTo>
                    <a:pt x="38" y="46"/>
                  </a:lnTo>
                  <a:lnTo>
                    <a:pt x="38" y="45"/>
                  </a:lnTo>
                  <a:lnTo>
                    <a:pt x="43" y="45"/>
                  </a:lnTo>
                  <a:lnTo>
                    <a:pt x="43" y="45"/>
                  </a:lnTo>
                  <a:lnTo>
                    <a:pt x="45" y="42"/>
                  </a:lnTo>
                  <a:lnTo>
                    <a:pt x="46" y="42"/>
                  </a:lnTo>
                  <a:lnTo>
                    <a:pt x="48" y="42"/>
                  </a:lnTo>
                  <a:lnTo>
                    <a:pt x="53" y="45"/>
                  </a:lnTo>
                  <a:lnTo>
                    <a:pt x="53" y="42"/>
                  </a:lnTo>
                  <a:lnTo>
                    <a:pt x="55" y="41"/>
                  </a:lnTo>
                  <a:lnTo>
                    <a:pt x="55" y="41"/>
                  </a:lnTo>
                  <a:lnTo>
                    <a:pt x="55" y="39"/>
                  </a:lnTo>
                  <a:lnTo>
                    <a:pt x="55" y="37"/>
                  </a:lnTo>
                  <a:lnTo>
                    <a:pt x="57" y="37"/>
                  </a:lnTo>
                  <a:lnTo>
                    <a:pt x="58" y="35"/>
                  </a:lnTo>
                  <a:lnTo>
                    <a:pt x="58" y="34"/>
                  </a:lnTo>
                  <a:lnTo>
                    <a:pt x="58" y="33"/>
                  </a:lnTo>
                  <a:lnTo>
                    <a:pt x="58" y="29"/>
                  </a:lnTo>
                  <a:lnTo>
                    <a:pt x="59" y="24"/>
                  </a:lnTo>
                  <a:lnTo>
                    <a:pt x="59" y="23"/>
                  </a:lnTo>
                  <a:lnTo>
                    <a:pt x="59" y="23"/>
                  </a:lnTo>
                  <a:lnTo>
                    <a:pt x="59" y="22"/>
                  </a:lnTo>
                  <a:lnTo>
                    <a:pt x="59" y="21"/>
                  </a:lnTo>
                  <a:lnTo>
                    <a:pt x="59" y="18"/>
                  </a:lnTo>
                  <a:lnTo>
                    <a:pt x="58" y="16"/>
                  </a:lnTo>
                  <a:lnTo>
                    <a:pt x="58" y="16"/>
                  </a:lnTo>
                  <a:lnTo>
                    <a:pt x="58" y="16"/>
                  </a:lnTo>
                  <a:lnTo>
                    <a:pt x="58" y="14"/>
                  </a:lnTo>
                  <a:lnTo>
                    <a:pt x="58" y="14"/>
                  </a:lnTo>
                  <a:lnTo>
                    <a:pt x="58" y="14"/>
                  </a:lnTo>
                  <a:lnTo>
                    <a:pt x="55" y="14"/>
                  </a:lnTo>
                  <a:lnTo>
                    <a:pt x="53" y="13"/>
                  </a:lnTo>
                  <a:lnTo>
                    <a:pt x="53" y="12"/>
                  </a:lnTo>
                  <a:lnTo>
                    <a:pt x="48" y="12"/>
                  </a:lnTo>
                  <a:lnTo>
                    <a:pt x="46" y="10"/>
                  </a:lnTo>
                  <a:lnTo>
                    <a:pt x="45" y="8"/>
                  </a:lnTo>
                  <a:lnTo>
                    <a:pt x="44" y="8"/>
                  </a:lnTo>
                  <a:lnTo>
                    <a:pt x="43" y="6"/>
                  </a:lnTo>
                  <a:lnTo>
                    <a:pt x="43" y="6"/>
                  </a:lnTo>
                  <a:lnTo>
                    <a:pt x="38" y="8"/>
                  </a:lnTo>
                  <a:lnTo>
                    <a:pt x="36" y="8"/>
                  </a:lnTo>
                  <a:lnTo>
                    <a:pt x="35" y="9"/>
                  </a:lnTo>
                  <a:lnTo>
                    <a:pt x="34" y="9"/>
                  </a:lnTo>
                  <a:lnTo>
                    <a:pt x="33" y="9"/>
                  </a:lnTo>
                  <a:lnTo>
                    <a:pt x="33" y="9"/>
                  </a:lnTo>
                  <a:lnTo>
                    <a:pt x="33" y="9"/>
                  </a:lnTo>
                  <a:lnTo>
                    <a:pt x="31" y="10"/>
                  </a:lnTo>
                  <a:lnTo>
                    <a:pt x="31" y="10"/>
                  </a:lnTo>
                  <a:lnTo>
                    <a:pt x="28" y="12"/>
                  </a:lnTo>
                  <a:lnTo>
                    <a:pt x="28" y="12"/>
                  </a:lnTo>
                  <a:lnTo>
                    <a:pt x="27" y="14"/>
                  </a:lnTo>
                  <a:lnTo>
                    <a:pt x="23" y="14"/>
                  </a:lnTo>
                  <a:lnTo>
                    <a:pt x="23" y="14"/>
                  </a:lnTo>
                  <a:lnTo>
                    <a:pt x="19" y="16"/>
                  </a:lnTo>
                  <a:lnTo>
                    <a:pt x="17" y="16"/>
                  </a:lnTo>
                  <a:lnTo>
                    <a:pt x="17" y="16"/>
                  </a:lnTo>
                  <a:lnTo>
                    <a:pt x="16" y="18"/>
                  </a:lnTo>
                  <a:lnTo>
                    <a:pt x="16" y="21"/>
                  </a:lnTo>
                  <a:lnTo>
                    <a:pt x="14" y="21"/>
                  </a:lnTo>
                  <a:lnTo>
                    <a:pt x="12" y="21"/>
                  </a:lnTo>
                  <a:lnTo>
                    <a:pt x="12" y="22"/>
                  </a:lnTo>
                  <a:lnTo>
                    <a:pt x="11" y="22"/>
                  </a:lnTo>
                  <a:lnTo>
                    <a:pt x="6" y="23"/>
                  </a:lnTo>
                  <a:lnTo>
                    <a:pt x="6" y="23"/>
                  </a:lnTo>
                  <a:lnTo>
                    <a:pt x="6" y="24"/>
                  </a:lnTo>
                  <a:lnTo>
                    <a:pt x="4" y="26"/>
                  </a:lnTo>
                  <a:lnTo>
                    <a:pt x="3" y="28"/>
                  </a:lnTo>
                  <a:lnTo>
                    <a:pt x="0" y="26"/>
                  </a:lnTo>
                  <a:lnTo>
                    <a:pt x="0" y="26"/>
                  </a:lnTo>
                  <a:lnTo>
                    <a:pt x="4" y="25"/>
                  </a:lnTo>
                  <a:lnTo>
                    <a:pt x="5" y="23"/>
                  </a:lnTo>
                  <a:lnTo>
                    <a:pt x="6" y="23"/>
                  </a:lnTo>
                  <a:lnTo>
                    <a:pt x="6" y="22"/>
                  </a:lnTo>
                  <a:lnTo>
                    <a:pt x="11" y="21"/>
                  </a:lnTo>
                  <a:lnTo>
                    <a:pt x="12" y="21"/>
                  </a:lnTo>
                  <a:lnTo>
                    <a:pt x="12" y="16"/>
                  </a:lnTo>
                  <a:lnTo>
                    <a:pt x="12" y="16"/>
                  </a:lnTo>
                  <a:lnTo>
                    <a:pt x="13" y="16"/>
                  </a:lnTo>
                  <a:lnTo>
                    <a:pt x="14" y="16"/>
                  </a:lnTo>
                  <a:lnTo>
                    <a:pt x="16" y="16"/>
                  </a:lnTo>
                  <a:lnTo>
                    <a:pt x="16" y="14"/>
                  </a:lnTo>
                  <a:lnTo>
                    <a:pt x="17" y="14"/>
                  </a:lnTo>
                  <a:lnTo>
                    <a:pt x="18" y="14"/>
                  </a:lnTo>
                  <a:lnTo>
                    <a:pt x="20" y="14"/>
                  </a:lnTo>
                  <a:lnTo>
                    <a:pt x="20" y="13"/>
                  </a:lnTo>
                  <a:lnTo>
                    <a:pt x="21" y="12"/>
                  </a:lnTo>
                  <a:lnTo>
                    <a:pt x="23" y="12"/>
                  </a:lnTo>
                  <a:lnTo>
                    <a:pt x="23" y="12"/>
                  </a:lnTo>
                  <a:lnTo>
                    <a:pt x="23" y="10"/>
                  </a:lnTo>
                  <a:lnTo>
                    <a:pt x="23" y="10"/>
                  </a:lnTo>
                  <a:lnTo>
                    <a:pt x="25" y="10"/>
                  </a:lnTo>
                  <a:lnTo>
                    <a:pt x="27" y="10"/>
                  </a:lnTo>
                  <a:lnTo>
                    <a:pt x="28" y="10"/>
                  </a:lnTo>
                  <a:lnTo>
                    <a:pt x="28" y="10"/>
                  </a:lnTo>
                  <a:lnTo>
                    <a:pt x="28" y="9"/>
                  </a:lnTo>
                  <a:lnTo>
                    <a:pt x="31" y="8"/>
                  </a:lnTo>
                  <a:lnTo>
                    <a:pt x="33" y="5"/>
                  </a:lnTo>
                  <a:lnTo>
                    <a:pt x="33" y="2"/>
                  </a:lnTo>
                  <a:lnTo>
                    <a:pt x="33" y="2"/>
                  </a:lnTo>
                  <a:lnTo>
                    <a:pt x="34" y="2"/>
                  </a:lnTo>
                  <a:lnTo>
                    <a:pt x="34" y="2"/>
                  </a:lnTo>
                  <a:lnTo>
                    <a:pt x="36" y="2"/>
                  </a:lnTo>
                  <a:lnTo>
                    <a:pt x="38" y="2"/>
                  </a:lnTo>
                  <a:lnTo>
                    <a:pt x="43" y="1"/>
                  </a:lnTo>
                  <a:lnTo>
                    <a:pt x="43" y="0"/>
                  </a:lnTo>
                  <a:lnTo>
                    <a:pt x="45" y="0"/>
                  </a:lnTo>
                  <a:lnTo>
                    <a:pt x="46" y="0"/>
                  </a:lnTo>
                  <a:lnTo>
                    <a:pt x="46" y="1"/>
                  </a:lnTo>
                  <a:lnTo>
                    <a:pt x="48" y="2"/>
                  </a:lnTo>
                  <a:lnTo>
                    <a:pt x="48" y="5"/>
                  </a:lnTo>
                  <a:lnTo>
                    <a:pt x="48" y="6"/>
                  </a:lnTo>
                  <a:lnTo>
                    <a:pt x="50" y="8"/>
                  </a:lnTo>
                  <a:lnTo>
                    <a:pt x="53" y="8"/>
                  </a:lnTo>
                  <a:lnTo>
                    <a:pt x="53" y="9"/>
                  </a:lnTo>
                  <a:lnTo>
                    <a:pt x="53" y="9"/>
                  </a:lnTo>
                  <a:lnTo>
                    <a:pt x="55" y="9"/>
                  </a:lnTo>
                  <a:lnTo>
                    <a:pt x="57" y="9"/>
                  </a:lnTo>
                  <a:lnTo>
                    <a:pt x="58" y="9"/>
                  </a:lnTo>
                  <a:lnTo>
                    <a:pt x="58" y="10"/>
                  </a:lnTo>
                  <a:lnTo>
                    <a:pt x="58" y="10"/>
                  </a:lnTo>
                  <a:lnTo>
                    <a:pt x="59" y="10"/>
                  </a:lnTo>
                  <a:lnTo>
                    <a:pt x="59" y="12"/>
                  </a:lnTo>
                  <a:lnTo>
                    <a:pt x="60" y="12"/>
                  </a:lnTo>
                  <a:lnTo>
                    <a:pt x="63" y="12"/>
                  </a:lnTo>
                  <a:lnTo>
                    <a:pt x="65" y="12"/>
                  </a:lnTo>
                  <a:lnTo>
                    <a:pt x="66" y="14"/>
                  </a:lnTo>
                  <a:lnTo>
                    <a:pt x="66" y="16"/>
                  </a:lnTo>
                  <a:lnTo>
                    <a:pt x="66" y="16"/>
                  </a:lnTo>
                  <a:lnTo>
                    <a:pt x="66" y="18"/>
                  </a:lnTo>
                  <a:lnTo>
                    <a:pt x="66" y="21"/>
                  </a:lnTo>
                  <a:lnTo>
                    <a:pt x="66" y="22"/>
                  </a:lnTo>
                  <a:lnTo>
                    <a:pt x="66" y="23"/>
                  </a:lnTo>
                  <a:lnTo>
                    <a:pt x="66" y="23"/>
                  </a:lnTo>
                  <a:lnTo>
                    <a:pt x="66" y="23"/>
                  </a:lnTo>
                  <a:lnTo>
                    <a:pt x="65" y="24"/>
                  </a:lnTo>
                  <a:lnTo>
                    <a:pt x="66" y="26"/>
                  </a:lnTo>
                  <a:lnTo>
                    <a:pt x="66" y="28"/>
                  </a:lnTo>
                  <a:lnTo>
                    <a:pt x="66" y="29"/>
                  </a:lnTo>
                  <a:lnTo>
                    <a:pt x="66" y="29"/>
                  </a:lnTo>
                  <a:lnTo>
                    <a:pt x="65" y="30"/>
                  </a:lnTo>
                  <a:lnTo>
                    <a:pt x="63" y="30"/>
                  </a:lnTo>
                  <a:lnTo>
                    <a:pt x="63" y="33"/>
                  </a:lnTo>
                  <a:lnTo>
                    <a:pt x="60" y="34"/>
                  </a:lnTo>
                  <a:lnTo>
                    <a:pt x="59" y="35"/>
                  </a:lnTo>
                  <a:lnTo>
                    <a:pt x="58" y="37"/>
                  </a:lnTo>
                  <a:lnTo>
                    <a:pt x="58" y="37"/>
                  </a:lnTo>
                  <a:lnTo>
                    <a:pt x="58" y="39"/>
                  </a:lnTo>
                  <a:lnTo>
                    <a:pt x="58" y="41"/>
                  </a:lnTo>
                  <a:lnTo>
                    <a:pt x="58" y="41"/>
                  </a:lnTo>
                  <a:lnTo>
                    <a:pt x="58" y="41"/>
                  </a:lnTo>
                  <a:lnTo>
                    <a:pt x="58" y="41"/>
                  </a:lnTo>
                  <a:lnTo>
                    <a:pt x="58" y="42"/>
                  </a:lnTo>
                  <a:lnTo>
                    <a:pt x="56" y="45"/>
                  </a:lnTo>
                  <a:lnTo>
                    <a:pt x="55" y="45"/>
                  </a:lnTo>
                  <a:lnTo>
                    <a:pt x="53" y="46"/>
                  </a:lnTo>
                  <a:lnTo>
                    <a:pt x="48" y="46"/>
                  </a:lnTo>
                  <a:lnTo>
                    <a:pt x="45" y="46"/>
                  </a:lnTo>
                  <a:lnTo>
                    <a:pt x="44" y="46"/>
                  </a:lnTo>
                  <a:lnTo>
                    <a:pt x="43" y="46"/>
                  </a:lnTo>
                  <a:lnTo>
                    <a:pt x="43" y="46"/>
                  </a:lnTo>
                  <a:lnTo>
                    <a:pt x="38" y="46"/>
                  </a:lnTo>
                  <a:lnTo>
                    <a:pt x="38" y="46"/>
                  </a:lnTo>
                  <a:lnTo>
                    <a:pt x="38" y="46"/>
                  </a:lnTo>
                  <a:lnTo>
                    <a:pt x="36" y="46"/>
                  </a:lnTo>
                  <a:lnTo>
                    <a:pt x="36" y="46"/>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047" name=""/>
            <p:cNvSpPr/>
            <p:nvPr/>
          </p:nvSpPr>
          <p:spPr>
            <a:xfrm>
              <a:off x="2878200" y="3719520"/>
              <a:ext cx="96840" cy="87480"/>
            </a:xfrm>
            <a:custGeom>
              <a:avLst/>
              <a:gdLst/>
              <a:ahLst/>
              <a:rect l="l" t="t" r="r" b="b"/>
              <a:pathLst>
                <a:path w="61" h="55">
                  <a:moveTo>
                    <a:pt x="60" y="0"/>
                  </a:moveTo>
                  <a:lnTo>
                    <a:pt x="60" y="1"/>
                  </a:lnTo>
                  <a:lnTo>
                    <a:pt x="60" y="3"/>
                  </a:lnTo>
                  <a:lnTo>
                    <a:pt x="55" y="5"/>
                  </a:lnTo>
                  <a:lnTo>
                    <a:pt x="52" y="6"/>
                  </a:lnTo>
                  <a:lnTo>
                    <a:pt x="52" y="7"/>
                  </a:lnTo>
                  <a:lnTo>
                    <a:pt x="52" y="10"/>
                  </a:lnTo>
                  <a:lnTo>
                    <a:pt x="47" y="12"/>
                  </a:lnTo>
                  <a:lnTo>
                    <a:pt x="47" y="12"/>
                  </a:lnTo>
                  <a:lnTo>
                    <a:pt x="44" y="12"/>
                  </a:lnTo>
                  <a:lnTo>
                    <a:pt x="42" y="12"/>
                  </a:lnTo>
                  <a:lnTo>
                    <a:pt x="42" y="12"/>
                  </a:lnTo>
                  <a:lnTo>
                    <a:pt x="42" y="12"/>
                  </a:lnTo>
                  <a:lnTo>
                    <a:pt x="42" y="12"/>
                  </a:lnTo>
                  <a:lnTo>
                    <a:pt x="42" y="16"/>
                  </a:lnTo>
                  <a:lnTo>
                    <a:pt x="40" y="16"/>
                  </a:lnTo>
                  <a:lnTo>
                    <a:pt x="40" y="16"/>
                  </a:lnTo>
                  <a:lnTo>
                    <a:pt x="40" y="16"/>
                  </a:lnTo>
                  <a:lnTo>
                    <a:pt x="40" y="16"/>
                  </a:lnTo>
                  <a:lnTo>
                    <a:pt x="37" y="17"/>
                  </a:lnTo>
                  <a:lnTo>
                    <a:pt x="35" y="17"/>
                  </a:lnTo>
                  <a:lnTo>
                    <a:pt x="34" y="17"/>
                  </a:lnTo>
                  <a:lnTo>
                    <a:pt x="34" y="17"/>
                  </a:lnTo>
                  <a:lnTo>
                    <a:pt x="33" y="21"/>
                  </a:lnTo>
                  <a:lnTo>
                    <a:pt x="30" y="21"/>
                  </a:lnTo>
                  <a:lnTo>
                    <a:pt x="30" y="21"/>
                  </a:lnTo>
                  <a:lnTo>
                    <a:pt x="26" y="21"/>
                  </a:lnTo>
                  <a:lnTo>
                    <a:pt x="26" y="21"/>
                  </a:lnTo>
                  <a:lnTo>
                    <a:pt x="25" y="21"/>
                  </a:lnTo>
                  <a:lnTo>
                    <a:pt x="25" y="21"/>
                  </a:lnTo>
                  <a:lnTo>
                    <a:pt x="25" y="21"/>
                  </a:lnTo>
                  <a:lnTo>
                    <a:pt x="24" y="21"/>
                  </a:lnTo>
                  <a:lnTo>
                    <a:pt x="23" y="21"/>
                  </a:lnTo>
                  <a:lnTo>
                    <a:pt x="22" y="22"/>
                  </a:lnTo>
                  <a:lnTo>
                    <a:pt x="20" y="22"/>
                  </a:lnTo>
                  <a:lnTo>
                    <a:pt x="20" y="22"/>
                  </a:lnTo>
                  <a:lnTo>
                    <a:pt x="20" y="24"/>
                  </a:lnTo>
                  <a:lnTo>
                    <a:pt x="17" y="24"/>
                  </a:lnTo>
                  <a:lnTo>
                    <a:pt x="15" y="24"/>
                  </a:lnTo>
                  <a:lnTo>
                    <a:pt x="12" y="24"/>
                  </a:lnTo>
                  <a:lnTo>
                    <a:pt x="12" y="27"/>
                  </a:lnTo>
                  <a:lnTo>
                    <a:pt x="11" y="27"/>
                  </a:lnTo>
                  <a:lnTo>
                    <a:pt x="10" y="27"/>
                  </a:lnTo>
                  <a:lnTo>
                    <a:pt x="5" y="27"/>
                  </a:lnTo>
                  <a:lnTo>
                    <a:pt x="3" y="27"/>
                  </a:lnTo>
                  <a:lnTo>
                    <a:pt x="3" y="27"/>
                  </a:lnTo>
                  <a:lnTo>
                    <a:pt x="2" y="27"/>
                  </a:lnTo>
                  <a:lnTo>
                    <a:pt x="1" y="27"/>
                  </a:lnTo>
                  <a:lnTo>
                    <a:pt x="1" y="27"/>
                  </a:lnTo>
                  <a:lnTo>
                    <a:pt x="1" y="27"/>
                  </a:lnTo>
                  <a:lnTo>
                    <a:pt x="1" y="27"/>
                  </a:lnTo>
                  <a:lnTo>
                    <a:pt x="1" y="27"/>
                  </a:lnTo>
                  <a:lnTo>
                    <a:pt x="0" y="27"/>
                  </a:lnTo>
                  <a:lnTo>
                    <a:pt x="0" y="29"/>
                  </a:lnTo>
                  <a:lnTo>
                    <a:pt x="0" y="34"/>
                  </a:lnTo>
                  <a:lnTo>
                    <a:pt x="0" y="34"/>
                  </a:lnTo>
                  <a:lnTo>
                    <a:pt x="1" y="34"/>
                  </a:lnTo>
                  <a:lnTo>
                    <a:pt x="1" y="42"/>
                  </a:lnTo>
                  <a:lnTo>
                    <a:pt x="2" y="44"/>
                  </a:lnTo>
                  <a:lnTo>
                    <a:pt x="3" y="44"/>
                  </a:lnTo>
                  <a:lnTo>
                    <a:pt x="10" y="45"/>
                  </a:lnTo>
                  <a:lnTo>
                    <a:pt x="10" y="45"/>
                  </a:lnTo>
                  <a:lnTo>
                    <a:pt x="12" y="49"/>
                  </a:lnTo>
                  <a:lnTo>
                    <a:pt x="12" y="51"/>
                  </a:lnTo>
                  <a:lnTo>
                    <a:pt x="13" y="54"/>
                  </a:lnTo>
                  <a:lnTo>
                    <a:pt x="15" y="54"/>
                  </a:lnTo>
                  <a:lnTo>
                    <a:pt x="15" y="54"/>
                  </a:lnTo>
                  <a:lnTo>
                    <a:pt x="17" y="54"/>
                  </a:lnTo>
                  <a:lnTo>
                    <a:pt x="20" y="51"/>
                  </a:lnTo>
                  <a:lnTo>
                    <a:pt x="20" y="49"/>
                  </a:lnTo>
                  <a:lnTo>
                    <a:pt x="20" y="45"/>
                  </a:lnTo>
                  <a:lnTo>
                    <a:pt x="20" y="45"/>
                  </a:lnTo>
                  <a:lnTo>
                    <a:pt x="20" y="45"/>
                  </a:lnTo>
                  <a:lnTo>
                    <a:pt x="20" y="44"/>
                  </a:lnTo>
                  <a:lnTo>
                    <a:pt x="22" y="44"/>
                  </a:lnTo>
                  <a:lnTo>
                    <a:pt x="22" y="44"/>
                  </a:lnTo>
                  <a:lnTo>
                    <a:pt x="24" y="44"/>
                  </a:lnTo>
                  <a:lnTo>
                    <a:pt x="25" y="44"/>
                  </a:lnTo>
                  <a:lnTo>
                    <a:pt x="25" y="44"/>
                  </a:lnTo>
                  <a:lnTo>
                    <a:pt x="25" y="44"/>
                  </a:lnTo>
                  <a:lnTo>
                    <a:pt x="25" y="44"/>
                  </a:lnTo>
                  <a:lnTo>
                    <a:pt x="26" y="44"/>
                  </a:lnTo>
                  <a:lnTo>
                    <a:pt x="26" y="44"/>
                  </a:lnTo>
                  <a:lnTo>
                    <a:pt x="26" y="44"/>
                  </a:lnTo>
                  <a:lnTo>
                    <a:pt x="26" y="43"/>
                  </a:lnTo>
                  <a:lnTo>
                    <a:pt x="26" y="43"/>
                  </a:lnTo>
                  <a:lnTo>
                    <a:pt x="27" y="42"/>
                  </a:lnTo>
                  <a:lnTo>
                    <a:pt x="27" y="42"/>
                  </a:lnTo>
                  <a:lnTo>
                    <a:pt x="30" y="38"/>
                  </a:lnTo>
                  <a:lnTo>
                    <a:pt x="30" y="37"/>
                  </a:lnTo>
                  <a:lnTo>
                    <a:pt x="30" y="36"/>
                  </a:lnTo>
                  <a:lnTo>
                    <a:pt x="33" y="36"/>
                  </a:lnTo>
                  <a:lnTo>
                    <a:pt x="34" y="34"/>
                  </a:lnTo>
                  <a:lnTo>
                    <a:pt x="34" y="34"/>
                  </a:lnTo>
                  <a:lnTo>
                    <a:pt x="34" y="34"/>
                  </a:lnTo>
                  <a:lnTo>
                    <a:pt x="35" y="34"/>
                  </a:lnTo>
                  <a:lnTo>
                    <a:pt x="36" y="34"/>
                  </a:lnTo>
                  <a:lnTo>
                    <a:pt x="37" y="34"/>
                  </a:lnTo>
                  <a:lnTo>
                    <a:pt x="38" y="34"/>
                  </a:lnTo>
                  <a:lnTo>
                    <a:pt x="39" y="34"/>
                  </a:lnTo>
                  <a:lnTo>
                    <a:pt x="40" y="34"/>
                  </a:lnTo>
                  <a:lnTo>
                    <a:pt x="40" y="34"/>
                  </a:lnTo>
                  <a:lnTo>
                    <a:pt x="40" y="32"/>
                  </a:lnTo>
                  <a:lnTo>
                    <a:pt x="40" y="30"/>
                  </a:lnTo>
                  <a:lnTo>
                    <a:pt x="42" y="27"/>
                  </a:lnTo>
                  <a:lnTo>
                    <a:pt x="42" y="27"/>
                  </a:lnTo>
                  <a:lnTo>
                    <a:pt x="42" y="27"/>
                  </a:lnTo>
                  <a:lnTo>
                    <a:pt x="42" y="27"/>
                  </a:lnTo>
                  <a:lnTo>
                    <a:pt x="42" y="27"/>
                  </a:lnTo>
                  <a:lnTo>
                    <a:pt x="42" y="24"/>
                  </a:lnTo>
                  <a:lnTo>
                    <a:pt x="42" y="24"/>
                  </a:lnTo>
                  <a:lnTo>
                    <a:pt x="44" y="24"/>
                  </a:lnTo>
                  <a:lnTo>
                    <a:pt x="47" y="24"/>
                  </a:lnTo>
                  <a:lnTo>
                    <a:pt x="47" y="24"/>
                  </a:lnTo>
                  <a:lnTo>
                    <a:pt x="47" y="22"/>
                  </a:lnTo>
                  <a:lnTo>
                    <a:pt x="49" y="22"/>
                  </a:lnTo>
                  <a:lnTo>
                    <a:pt x="51" y="22"/>
                  </a:lnTo>
                  <a:lnTo>
                    <a:pt x="52" y="21"/>
                  </a:lnTo>
                  <a:lnTo>
                    <a:pt x="52" y="21"/>
                  </a:lnTo>
                  <a:lnTo>
                    <a:pt x="52" y="17"/>
                  </a:lnTo>
                  <a:lnTo>
                    <a:pt x="52" y="17"/>
                  </a:lnTo>
                  <a:lnTo>
                    <a:pt x="52" y="17"/>
                  </a:lnTo>
                  <a:lnTo>
                    <a:pt x="52" y="17"/>
                  </a:lnTo>
                  <a:lnTo>
                    <a:pt x="52" y="17"/>
                  </a:lnTo>
                  <a:lnTo>
                    <a:pt x="52" y="17"/>
                  </a:lnTo>
                  <a:lnTo>
                    <a:pt x="52" y="16"/>
                  </a:lnTo>
                  <a:lnTo>
                    <a:pt x="55" y="12"/>
                  </a:lnTo>
                  <a:lnTo>
                    <a:pt x="55" y="12"/>
                  </a:lnTo>
                  <a:lnTo>
                    <a:pt x="55" y="10"/>
                  </a:lnTo>
                  <a:lnTo>
                    <a:pt x="57" y="9"/>
                  </a:lnTo>
                  <a:lnTo>
                    <a:pt x="57" y="7"/>
                  </a:lnTo>
                  <a:lnTo>
                    <a:pt x="60" y="6"/>
                  </a:lnTo>
                  <a:lnTo>
                    <a:pt x="60" y="5"/>
                  </a:lnTo>
                  <a:lnTo>
                    <a:pt x="60" y="3"/>
                  </a:lnTo>
                  <a:lnTo>
                    <a:pt x="60" y="1"/>
                  </a:lnTo>
                  <a:lnTo>
                    <a:pt x="60" y="1"/>
                  </a:lnTo>
                  <a:lnTo>
                    <a:pt x="60" y="0"/>
                  </a:lnTo>
                  <a:lnTo>
                    <a:pt x="60" y="0"/>
                  </a:lnTo>
                </a:path>
              </a:pathLst>
            </a:custGeom>
            <a:solidFill>
              <a:srgbClr val="ffefce"/>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048" name=""/>
            <p:cNvSpPr/>
            <p:nvPr/>
          </p:nvSpPr>
          <p:spPr>
            <a:xfrm>
              <a:off x="2851200" y="3681360"/>
              <a:ext cx="138240" cy="246240"/>
            </a:xfrm>
            <a:custGeom>
              <a:avLst/>
              <a:gdLst/>
              <a:ahLst/>
              <a:rect l="l" t="t" r="r" b="b"/>
              <a:pathLst>
                <a:path w="87" h="155">
                  <a:moveTo>
                    <a:pt x="43" y="154"/>
                  </a:moveTo>
                  <a:lnTo>
                    <a:pt x="43" y="153"/>
                  </a:lnTo>
                  <a:lnTo>
                    <a:pt x="42" y="151"/>
                  </a:lnTo>
                  <a:lnTo>
                    <a:pt x="42" y="147"/>
                  </a:lnTo>
                  <a:lnTo>
                    <a:pt x="42" y="147"/>
                  </a:lnTo>
                  <a:lnTo>
                    <a:pt x="42" y="146"/>
                  </a:lnTo>
                  <a:lnTo>
                    <a:pt x="42" y="140"/>
                  </a:lnTo>
                  <a:lnTo>
                    <a:pt x="42" y="140"/>
                  </a:lnTo>
                  <a:lnTo>
                    <a:pt x="42" y="137"/>
                  </a:lnTo>
                  <a:lnTo>
                    <a:pt x="42" y="137"/>
                  </a:lnTo>
                  <a:lnTo>
                    <a:pt x="42" y="137"/>
                  </a:lnTo>
                  <a:lnTo>
                    <a:pt x="41" y="133"/>
                  </a:lnTo>
                  <a:lnTo>
                    <a:pt x="41" y="130"/>
                  </a:lnTo>
                  <a:lnTo>
                    <a:pt x="39" y="127"/>
                  </a:lnTo>
                  <a:lnTo>
                    <a:pt x="39" y="126"/>
                  </a:lnTo>
                  <a:lnTo>
                    <a:pt x="39" y="122"/>
                  </a:lnTo>
                  <a:lnTo>
                    <a:pt x="40" y="118"/>
                  </a:lnTo>
                  <a:lnTo>
                    <a:pt x="41" y="114"/>
                  </a:lnTo>
                  <a:lnTo>
                    <a:pt x="40" y="111"/>
                  </a:lnTo>
                  <a:lnTo>
                    <a:pt x="39" y="107"/>
                  </a:lnTo>
                  <a:lnTo>
                    <a:pt x="39" y="105"/>
                  </a:lnTo>
                  <a:lnTo>
                    <a:pt x="39" y="104"/>
                  </a:lnTo>
                  <a:lnTo>
                    <a:pt x="37" y="102"/>
                  </a:lnTo>
                  <a:lnTo>
                    <a:pt x="37" y="99"/>
                  </a:lnTo>
                  <a:lnTo>
                    <a:pt x="37" y="98"/>
                  </a:lnTo>
                  <a:lnTo>
                    <a:pt x="37" y="96"/>
                  </a:lnTo>
                  <a:lnTo>
                    <a:pt x="37" y="95"/>
                  </a:lnTo>
                  <a:lnTo>
                    <a:pt x="37" y="92"/>
                  </a:lnTo>
                  <a:lnTo>
                    <a:pt x="34" y="92"/>
                  </a:lnTo>
                  <a:lnTo>
                    <a:pt x="32" y="89"/>
                  </a:lnTo>
                  <a:lnTo>
                    <a:pt x="30" y="88"/>
                  </a:lnTo>
                  <a:lnTo>
                    <a:pt x="29" y="83"/>
                  </a:lnTo>
                  <a:lnTo>
                    <a:pt x="29" y="81"/>
                  </a:lnTo>
                  <a:lnTo>
                    <a:pt x="29" y="80"/>
                  </a:lnTo>
                  <a:lnTo>
                    <a:pt x="28" y="78"/>
                  </a:lnTo>
                  <a:lnTo>
                    <a:pt x="27" y="78"/>
                  </a:lnTo>
                  <a:lnTo>
                    <a:pt x="27" y="78"/>
                  </a:lnTo>
                  <a:lnTo>
                    <a:pt x="22" y="75"/>
                  </a:lnTo>
                  <a:lnTo>
                    <a:pt x="20" y="73"/>
                  </a:lnTo>
                  <a:lnTo>
                    <a:pt x="19" y="69"/>
                  </a:lnTo>
                  <a:lnTo>
                    <a:pt x="18" y="68"/>
                  </a:lnTo>
                  <a:lnTo>
                    <a:pt x="17" y="68"/>
                  </a:lnTo>
                  <a:lnTo>
                    <a:pt x="15" y="68"/>
                  </a:lnTo>
                  <a:lnTo>
                    <a:pt x="12" y="67"/>
                  </a:lnTo>
                  <a:lnTo>
                    <a:pt x="11" y="66"/>
                  </a:lnTo>
                  <a:lnTo>
                    <a:pt x="9" y="62"/>
                  </a:lnTo>
                  <a:lnTo>
                    <a:pt x="7" y="60"/>
                  </a:lnTo>
                  <a:lnTo>
                    <a:pt x="7" y="58"/>
                  </a:lnTo>
                  <a:lnTo>
                    <a:pt x="7" y="58"/>
                  </a:lnTo>
                  <a:lnTo>
                    <a:pt x="7" y="58"/>
                  </a:lnTo>
                  <a:lnTo>
                    <a:pt x="7" y="58"/>
                  </a:lnTo>
                  <a:lnTo>
                    <a:pt x="5" y="54"/>
                  </a:lnTo>
                  <a:lnTo>
                    <a:pt x="3" y="51"/>
                  </a:lnTo>
                  <a:lnTo>
                    <a:pt x="1" y="51"/>
                  </a:lnTo>
                  <a:lnTo>
                    <a:pt x="1" y="51"/>
                  </a:lnTo>
                  <a:lnTo>
                    <a:pt x="0" y="51"/>
                  </a:lnTo>
                  <a:lnTo>
                    <a:pt x="1" y="51"/>
                  </a:lnTo>
                  <a:lnTo>
                    <a:pt x="1" y="51"/>
                  </a:lnTo>
                  <a:lnTo>
                    <a:pt x="1" y="51"/>
                  </a:lnTo>
                  <a:lnTo>
                    <a:pt x="2" y="51"/>
                  </a:lnTo>
                  <a:lnTo>
                    <a:pt x="4" y="51"/>
                  </a:lnTo>
                  <a:lnTo>
                    <a:pt x="5" y="51"/>
                  </a:lnTo>
                  <a:lnTo>
                    <a:pt x="7" y="51"/>
                  </a:lnTo>
                  <a:lnTo>
                    <a:pt x="7" y="51"/>
                  </a:lnTo>
                  <a:lnTo>
                    <a:pt x="7" y="53"/>
                  </a:lnTo>
                  <a:lnTo>
                    <a:pt x="9" y="53"/>
                  </a:lnTo>
                  <a:lnTo>
                    <a:pt x="9" y="53"/>
                  </a:lnTo>
                  <a:lnTo>
                    <a:pt x="12" y="53"/>
                  </a:lnTo>
                  <a:lnTo>
                    <a:pt x="12" y="53"/>
                  </a:lnTo>
                  <a:lnTo>
                    <a:pt x="15" y="53"/>
                  </a:lnTo>
                  <a:lnTo>
                    <a:pt x="15" y="51"/>
                  </a:lnTo>
                  <a:lnTo>
                    <a:pt x="17" y="51"/>
                  </a:lnTo>
                  <a:lnTo>
                    <a:pt x="17" y="51"/>
                  </a:lnTo>
                  <a:lnTo>
                    <a:pt x="17" y="51"/>
                  </a:lnTo>
                  <a:lnTo>
                    <a:pt x="18" y="51"/>
                  </a:lnTo>
                  <a:lnTo>
                    <a:pt x="18" y="51"/>
                  </a:lnTo>
                  <a:lnTo>
                    <a:pt x="19" y="51"/>
                  </a:lnTo>
                  <a:lnTo>
                    <a:pt x="20" y="51"/>
                  </a:lnTo>
                  <a:lnTo>
                    <a:pt x="22" y="53"/>
                  </a:lnTo>
                  <a:lnTo>
                    <a:pt x="22" y="53"/>
                  </a:lnTo>
                  <a:lnTo>
                    <a:pt x="27" y="53"/>
                  </a:lnTo>
                  <a:lnTo>
                    <a:pt x="28" y="53"/>
                  </a:lnTo>
                  <a:lnTo>
                    <a:pt x="30" y="53"/>
                  </a:lnTo>
                  <a:lnTo>
                    <a:pt x="32" y="51"/>
                  </a:lnTo>
                  <a:lnTo>
                    <a:pt x="37" y="51"/>
                  </a:lnTo>
                  <a:lnTo>
                    <a:pt x="37" y="51"/>
                  </a:lnTo>
                  <a:lnTo>
                    <a:pt x="37" y="51"/>
                  </a:lnTo>
                  <a:lnTo>
                    <a:pt x="37" y="51"/>
                  </a:lnTo>
                  <a:lnTo>
                    <a:pt x="39" y="48"/>
                  </a:lnTo>
                  <a:lnTo>
                    <a:pt x="39" y="48"/>
                  </a:lnTo>
                  <a:lnTo>
                    <a:pt x="42" y="48"/>
                  </a:lnTo>
                  <a:lnTo>
                    <a:pt x="42" y="48"/>
                  </a:lnTo>
                  <a:lnTo>
                    <a:pt x="43" y="48"/>
                  </a:lnTo>
                  <a:lnTo>
                    <a:pt x="47" y="48"/>
                  </a:lnTo>
                  <a:lnTo>
                    <a:pt x="51" y="48"/>
                  </a:lnTo>
                  <a:lnTo>
                    <a:pt x="51" y="46"/>
                  </a:lnTo>
                  <a:lnTo>
                    <a:pt x="52" y="45"/>
                  </a:lnTo>
                  <a:lnTo>
                    <a:pt x="54" y="45"/>
                  </a:lnTo>
                  <a:lnTo>
                    <a:pt x="56" y="45"/>
                  </a:lnTo>
                  <a:lnTo>
                    <a:pt x="59" y="41"/>
                  </a:lnTo>
                  <a:lnTo>
                    <a:pt x="59" y="41"/>
                  </a:lnTo>
                  <a:lnTo>
                    <a:pt x="61" y="41"/>
                  </a:lnTo>
                  <a:lnTo>
                    <a:pt x="64" y="41"/>
                  </a:lnTo>
                  <a:lnTo>
                    <a:pt x="66" y="40"/>
                  </a:lnTo>
                  <a:lnTo>
                    <a:pt x="68" y="36"/>
                  </a:lnTo>
                  <a:lnTo>
                    <a:pt x="69" y="36"/>
                  </a:lnTo>
                  <a:lnTo>
                    <a:pt x="69" y="36"/>
                  </a:lnTo>
                  <a:lnTo>
                    <a:pt x="69" y="36"/>
                  </a:lnTo>
                  <a:lnTo>
                    <a:pt x="69" y="36"/>
                  </a:lnTo>
                  <a:lnTo>
                    <a:pt x="69" y="36"/>
                  </a:lnTo>
                  <a:lnTo>
                    <a:pt x="69" y="34"/>
                  </a:lnTo>
                  <a:lnTo>
                    <a:pt x="69" y="34"/>
                  </a:lnTo>
                  <a:lnTo>
                    <a:pt x="69" y="33"/>
                  </a:lnTo>
                  <a:lnTo>
                    <a:pt x="72" y="29"/>
                  </a:lnTo>
                  <a:lnTo>
                    <a:pt x="74" y="25"/>
                  </a:lnTo>
                  <a:lnTo>
                    <a:pt x="77" y="23"/>
                  </a:lnTo>
                  <a:lnTo>
                    <a:pt x="77" y="21"/>
                  </a:lnTo>
                  <a:lnTo>
                    <a:pt x="78" y="21"/>
                  </a:lnTo>
                  <a:lnTo>
                    <a:pt x="80" y="15"/>
                  </a:lnTo>
                  <a:lnTo>
                    <a:pt x="81" y="12"/>
                  </a:lnTo>
                  <a:lnTo>
                    <a:pt x="83" y="12"/>
                  </a:lnTo>
                  <a:lnTo>
                    <a:pt x="83" y="11"/>
                  </a:lnTo>
                  <a:lnTo>
                    <a:pt x="83" y="9"/>
                  </a:lnTo>
                  <a:lnTo>
                    <a:pt x="83" y="9"/>
                  </a:lnTo>
                  <a:lnTo>
                    <a:pt x="83" y="9"/>
                  </a:lnTo>
                  <a:lnTo>
                    <a:pt x="83" y="0"/>
                  </a:lnTo>
                  <a:lnTo>
                    <a:pt x="83" y="0"/>
                  </a:lnTo>
                  <a:lnTo>
                    <a:pt x="84" y="5"/>
                  </a:lnTo>
                  <a:lnTo>
                    <a:pt x="86" y="11"/>
                  </a:lnTo>
                  <a:lnTo>
                    <a:pt x="84" y="14"/>
                  </a:lnTo>
                  <a:lnTo>
                    <a:pt x="83" y="15"/>
                  </a:lnTo>
                  <a:lnTo>
                    <a:pt x="81" y="21"/>
                  </a:lnTo>
                  <a:lnTo>
                    <a:pt x="80" y="21"/>
                  </a:lnTo>
                  <a:lnTo>
                    <a:pt x="78" y="23"/>
                  </a:lnTo>
                  <a:lnTo>
                    <a:pt x="77" y="24"/>
                  </a:lnTo>
                  <a:lnTo>
                    <a:pt x="77" y="27"/>
                  </a:lnTo>
                  <a:lnTo>
                    <a:pt x="77" y="27"/>
                  </a:lnTo>
                  <a:lnTo>
                    <a:pt x="77" y="29"/>
                  </a:lnTo>
                  <a:lnTo>
                    <a:pt x="77" y="30"/>
                  </a:lnTo>
                  <a:lnTo>
                    <a:pt x="77" y="30"/>
                  </a:lnTo>
                  <a:lnTo>
                    <a:pt x="77" y="31"/>
                  </a:lnTo>
                  <a:lnTo>
                    <a:pt x="77" y="34"/>
                  </a:lnTo>
                  <a:lnTo>
                    <a:pt x="77" y="34"/>
                  </a:lnTo>
                  <a:lnTo>
                    <a:pt x="74" y="36"/>
                  </a:lnTo>
                  <a:lnTo>
                    <a:pt x="72" y="36"/>
                  </a:lnTo>
                  <a:lnTo>
                    <a:pt x="69" y="36"/>
                  </a:lnTo>
                  <a:lnTo>
                    <a:pt x="69" y="36"/>
                  </a:lnTo>
                  <a:lnTo>
                    <a:pt x="69" y="40"/>
                  </a:lnTo>
                  <a:lnTo>
                    <a:pt x="69" y="40"/>
                  </a:lnTo>
                  <a:lnTo>
                    <a:pt x="69" y="41"/>
                  </a:lnTo>
                  <a:lnTo>
                    <a:pt x="69" y="41"/>
                  </a:lnTo>
                  <a:lnTo>
                    <a:pt x="69" y="41"/>
                  </a:lnTo>
                  <a:lnTo>
                    <a:pt x="68" y="45"/>
                  </a:lnTo>
                  <a:lnTo>
                    <a:pt x="66" y="45"/>
                  </a:lnTo>
                  <a:lnTo>
                    <a:pt x="64" y="45"/>
                  </a:lnTo>
                  <a:lnTo>
                    <a:pt x="64" y="45"/>
                  </a:lnTo>
                  <a:lnTo>
                    <a:pt x="59" y="46"/>
                  </a:lnTo>
                  <a:lnTo>
                    <a:pt x="59" y="46"/>
                  </a:lnTo>
                  <a:lnTo>
                    <a:pt x="59" y="46"/>
                  </a:lnTo>
                  <a:lnTo>
                    <a:pt x="57" y="47"/>
                  </a:lnTo>
                  <a:lnTo>
                    <a:pt x="56" y="48"/>
                  </a:lnTo>
                  <a:lnTo>
                    <a:pt x="54" y="48"/>
                  </a:lnTo>
                  <a:lnTo>
                    <a:pt x="53" y="48"/>
                  </a:lnTo>
                  <a:lnTo>
                    <a:pt x="52" y="51"/>
                  </a:lnTo>
                  <a:lnTo>
                    <a:pt x="52" y="51"/>
                  </a:lnTo>
                  <a:lnTo>
                    <a:pt x="51" y="51"/>
                  </a:lnTo>
                  <a:lnTo>
                    <a:pt x="51" y="51"/>
                  </a:lnTo>
                  <a:lnTo>
                    <a:pt x="51" y="51"/>
                  </a:lnTo>
                  <a:lnTo>
                    <a:pt x="50" y="51"/>
                  </a:lnTo>
                  <a:lnTo>
                    <a:pt x="47" y="51"/>
                  </a:lnTo>
                  <a:lnTo>
                    <a:pt x="47" y="51"/>
                  </a:lnTo>
                  <a:lnTo>
                    <a:pt x="44" y="51"/>
                  </a:lnTo>
                  <a:lnTo>
                    <a:pt x="43" y="53"/>
                  </a:lnTo>
                  <a:lnTo>
                    <a:pt x="42" y="54"/>
                  </a:lnTo>
                  <a:lnTo>
                    <a:pt x="42" y="56"/>
                  </a:lnTo>
                  <a:lnTo>
                    <a:pt x="42" y="58"/>
                  </a:lnTo>
                  <a:lnTo>
                    <a:pt x="40" y="58"/>
                  </a:lnTo>
                  <a:lnTo>
                    <a:pt x="39" y="56"/>
                  </a:lnTo>
                  <a:lnTo>
                    <a:pt x="37" y="56"/>
                  </a:lnTo>
                  <a:lnTo>
                    <a:pt x="37" y="54"/>
                  </a:lnTo>
                  <a:lnTo>
                    <a:pt x="37" y="54"/>
                  </a:lnTo>
                  <a:lnTo>
                    <a:pt x="37" y="56"/>
                  </a:lnTo>
                  <a:lnTo>
                    <a:pt x="34" y="58"/>
                  </a:lnTo>
                  <a:lnTo>
                    <a:pt x="32" y="58"/>
                  </a:lnTo>
                  <a:lnTo>
                    <a:pt x="32" y="58"/>
                  </a:lnTo>
                  <a:lnTo>
                    <a:pt x="30" y="58"/>
                  </a:lnTo>
                  <a:lnTo>
                    <a:pt x="29" y="58"/>
                  </a:lnTo>
                  <a:lnTo>
                    <a:pt x="28" y="58"/>
                  </a:lnTo>
                  <a:lnTo>
                    <a:pt x="27" y="58"/>
                  </a:lnTo>
                  <a:lnTo>
                    <a:pt x="22" y="58"/>
                  </a:lnTo>
                  <a:lnTo>
                    <a:pt x="20" y="58"/>
                  </a:lnTo>
                  <a:lnTo>
                    <a:pt x="19" y="58"/>
                  </a:lnTo>
                  <a:lnTo>
                    <a:pt x="18" y="58"/>
                  </a:lnTo>
                  <a:lnTo>
                    <a:pt x="18" y="58"/>
                  </a:lnTo>
                  <a:lnTo>
                    <a:pt x="18" y="58"/>
                  </a:lnTo>
                  <a:lnTo>
                    <a:pt x="18" y="58"/>
                  </a:lnTo>
                  <a:lnTo>
                    <a:pt x="18" y="60"/>
                  </a:lnTo>
                  <a:lnTo>
                    <a:pt x="19" y="60"/>
                  </a:lnTo>
                  <a:lnTo>
                    <a:pt x="19" y="62"/>
                  </a:lnTo>
                  <a:lnTo>
                    <a:pt x="19" y="66"/>
                  </a:lnTo>
                  <a:lnTo>
                    <a:pt x="20" y="67"/>
                  </a:lnTo>
                  <a:lnTo>
                    <a:pt x="20" y="67"/>
                  </a:lnTo>
                  <a:lnTo>
                    <a:pt x="20" y="67"/>
                  </a:lnTo>
                  <a:lnTo>
                    <a:pt x="22" y="68"/>
                  </a:lnTo>
                  <a:lnTo>
                    <a:pt x="22" y="68"/>
                  </a:lnTo>
                  <a:lnTo>
                    <a:pt x="27" y="68"/>
                  </a:lnTo>
                  <a:lnTo>
                    <a:pt x="27" y="68"/>
                  </a:lnTo>
                  <a:lnTo>
                    <a:pt x="27" y="68"/>
                  </a:lnTo>
                  <a:lnTo>
                    <a:pt x="28" y="69"/>
                  </a:lnTo>
                  <a:lnTo>
                    <a:pt x="29" y="69"/>
                  </a:lnTo>
                  <a:lnTo>
                    <a:pt x="29" y="69"/>
                  </a:lnTo>
                  <a:lnTo>
                    <a:pt x="29" y="73"/>
                  </a:lnTo>
                  <a:lnTo>
                    <a:pt x="30" y="74"/>
                  </a:lnTo>
                  <a:lnTo>
                    <a:pt x="30" y="75"/>
                  </a:lnTo>
                  <a:lnTo>
                    <a:pt x="32" y="78"/>
                  </a:lnTo>
                  <a:lnTo>
                    <a:pt x="32" y="78"/>
                  </a:lnTo>
                  <a:lnTo>
                    <a:pt x="34" y="78"/>
                  </a:lnTo>
                  <a:lnTo>
                    <a:pt x="37" y="78"/>
                  </a:lnTo>
                  <a:lnTo>
                    <a:pt x="37" y="78"/>
                  </a:lnTo>
                  <a:lnTo>
                    <a:pt x="37" y="80"/>
                  </a:lnTo>
                  <a:lnTo>
                    <a:pt x="37" y="80"/>
                  </a:lnTo>
                  <a:lnTo>
                    <a:pt x="37" y="81"/>
                  </a:lnTo>
                  <a:lnTo>
                    <a:pt x="39" y="83"/>
                  </a:lnTo>
                  <a:lnTo>
                    <a:pt x="39" y="83"/>
                  </a:lnTo>
                  <a:lnTo>
                    <a:pt x="39" y="84"/>
                  </a:lnTo>
                  <a:lnTo>
                    <a:pt x="40" y="84"/>
                  </a:lnTo>
                  <a:lnTo>
                    <a:pt x="39" y="84"/>
                  </a:lnTo>
                  <a:lnTo>
                    <a:pt x="39" y="88"/>
                  </a:lnTo>
                  <a:lnTo>
                    <a:pt x="39" y="88"/>
                  </a:lnTo>
                  <a:lnTo>
                    <a:pt x="39" y="89"/>
                  </a:lnTo>
                  <a:lnTo>
                    <a:pt x="39" y="92"/>
                  </a:lnTo>
                  <a:lnTo>
                    <a:pt x="41" y="92"/>
                  </a:lnTo>
                  <a:lnTo>
                    <a:pt x="42" y="92"/>
                  </a:lnTo>
                  <a:lnTo>
                    <a:pt x="42" y="93"/>
                  </a:lnTo>
                  <a:lnTo>
                    <a:pt x="42" y="95"/>
                  </a:lnTo>
                  <a:lnTo>
                    <a:pt x="43" y="95"/>
                  </a:lnTo>
                  <a:lnTo>
                    <a:pt x="43" y="96"/>
                  </a:lnTo>
                  <a:lnTo>
                    <a:pt x="43" y="98"/>
                  </a:lnTo>
                  <a:lnTo>
                    <a:pt x="42" y="99"/>
                  </a:lnTo>
                  <a:lnTo>
                    <a:pt x="42" y="99"/>
                  </a:lnTo>
                  <a:lnTo>
                    <a:pt x="42" y="102"/>
                  </a:lnTo>
                  <a:lnTo>
                    <a:pt x="43" y="102"/>
                  </a:lnTo>
                  <a:lnTo>
                    <a:pt x="43" y="104"/>
                  </a:lnTo>
                  <a:lnTo>
                    <a:pt x="43" y="104"/>
                  </a:lnTo>
                  <a:lnTo>
                    <a:pt x="43" y="105"/>
                  </a:lnTo>
                  <a:lnTo>
                    <a:pt x="42" y="105"/>
                  </a:lnTo>
                  <a:lnTo>
                    <a:pt x="42" y="106"/>
                  </a:lnTo>
                  <a:lnTo>
                    <a:pt x="42" y="107"/>
                  </a:lnTo>
                  <a:lnTo>
                    <a:pt x="42" y="107"/>
                  </a:lnTo>
                  <a:lnTo>
                    <a:pt x="42" y="109"/>
                  </a:lnTo>
                  <a:lnTo>
                    <a:pt x="42" y="111"/>
                  </a:lnTo>
                  <a:lnTo>
                    <a:pt x="42" y="114"/>
                  </a:lnTo>
                  <a:lnTo>
                    <a:pt x="42" y="116"/>
                  </a:lnTo>
                  <a:lnTo>
                    <a:pt x="42" y="118"/>
                  </a:lnTo>
                  <a:lnTo>
                    <a:pt x="42" y="118"/>
                  </a:lnTo>
                  <a:lnTo>
                    <a:pt x="42" y="118"/>
                  </a:lnTo>
                  <a:lnTo>
                    <a:pt x="42" y="122"/>
                  </a:lnTo>
                  <a:lnTo>
                    <a:pt x="42" y="124"/>
                  </a:lnTo>
                  <a:lnTo>
                    <a:pt x="42" y="126"/>
                  </a:lnTo>
                  <a:lnTo>
                    <a:pt x="42" y="127"/>
                  </a:lnTo>
                  <a:lnTo>
                    <a:pt x="42" y="127"/>
                  </a:lnTo>
                  <a:lnTo>
                    <a:pt x="42" y="127"/>
                  </a:lnTo>
                  <a:lnTo>
                    <a:pt x="43" y="127"/>
                  </a:lnTo>
                  <a:lnTo>
                    <a:pt x="43" y="130"/>
                  </a:lnTo>
                  <a:lnTo>
                    <a:pt x="43" y="130"/>
                  </a:lnTo>
                  <a:lnTo>
                    <a:pt x="42" y="132"/>
                  </a:lnTo>
                  <a:lnTo>
                    <a:pt x="42" y="133"/>
                  </a:lnTo>
                  <a:lnTo>
                    <a:pt x="42" y="137"/>
                  </a:lnTo>
                  <a:lnTo>
                    <a:pt x="42" y="137"/>
                  </a:lnTo>
                  <a:lnTo>
                    <a:pt x="42" y="137"/>
                  </a:lnTo>
                  <a:lnTo>
                    <a:pt x="43" y="140"/>
                  </a:lnTo>
                  <a:lnTo>
                    <a:pt x="43" y="147"/>
                  </a:lnTo>
                  <a:lnTo>
                    <a:pt x="43" y="153"/>
                  </a:lnTo>
                  <a:lnTo>
                    <a:pt x="43" y="154"/>
                  </a:lnTo>
                  <a:lnTo>
                    <a:pt x="43" y="154"/>
                  </a:lnTo>
                </a:path>
              </a:pathLst>
            </a:custGeom>
            <a:solidFill>
              <a:srgbClr val="ffc0b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49" name=""/>
            <p:cNvSpPr/>
            <p:nvPr/>
          </p:nvSpPr>
          <p:spPr>
            <a:xfrm>
              <a:off x="3100320" y="4259160"/>
              <a:ext cx="74520" cy="136800"/>
            </a:xfrm>
            <a:custGeom>
              <a:avLst/>
              <a:gdLst/>
              <a:ahLst/>
              <a:rect l="l" t="t" r="r" b="b"/>
              <a:pathLst>
                <a:path w="47" h="86">
                  <a:moveTo>
                    <a:pt x="31" y="10"/>
                  </a:moveTo>
                  <a:lnTo>
                    <a:pt x="35" y="10"/>
                  </a:lnTo>
                  <a:lnTo>
                    <a:pt x="36" y="9"/>
                  </a:lnTo>
                  <a:lnTo>
                    <a:pt x="42" y="9"/>
                  </a:lnTo>
                  <a:lnTo>
                    <a:pt x="43" y="4"/>
                  </a:lnTo>
                  <a:lnTo>
                    <a:pt x="44" y="2"/>
                  </a:lnTo>
                  <a:lnTo>
                    <a:pt x="44" y="0"/>
                  </a:lnTo>
                  <a:lnTo>
                    <a:pt x="44" y="2"/>
                  </a:lnTo>
                  <a:lnTo>
                    <a:pt x="46" y="4"/>
                  </a:lnTo>
                  <a:lnTo>
                    <a:pt x="44" y="10"/>
                  </a:lnTo>
                  <a:lnTo>
                    <a:pt x="44" y="16"/>
                  </a:lnTo>
                  <a:lnTo>
                    <a:pt x="43" y="25"/>
                  </a:lnTo>
                  <a:lnTo>
                    <a:pt x="43" y="28"/>
                  </a:lnTo>
                  <a:lnTo>
                    <a:pt x="42" y="36"/>
                  </a:lnTo>
                  <a:lnTo>
                    <a:pt x="42" y="43"/>
                  </a:lnTo>
                  <a:lnTo>
                    <a:pt x="36" y="49"/>
                  </a:lnTo>
                  <a:lnTo>
                    <a:pt x="36" y="50"/>
                  </a:lnTo>
                  <a:lnTo>
                    <a:pt x="36" y="51"/>
                  </a:lnTo>
                  <a:lnTo>
                    <a:pt x="36" y="58"/>
                  </a:lnTo>
                  <a:lnTo>
                    <a:pt x="36" y="60"/>
                  </a:lnTo>
                  <a:lnTo>
                    <a:pt x="36" y="64"/>
                  </a:lnTo>
                  <a:lnTo>
                    <a:pt x="35" y="70"/>
                  </a:lnTo>
                  <a:lnTo>
                    <a:pt x="34" y="75"/>
                  </a:lnTo>
                  <a:lnTo>
                    <a:pt x="34" y="77"/>
                  </a:lnTo>
                  <a:lnTo>
                    <a:pt x="31" y="77"/>
                  </a:lnTo>
                  <a:lnTo>
                    <a:pt x="29" y="81"/>
                  </a:lnTo>
                  <a:lnTo>
                    <a:pt x="29" y="82"/>
                  </a:lnTo>
                  <a:lnTo>
                    <a:pt x="29" y="82"/>
                  </a:lnTo>
                  <a:lnTo>
                    <a:pt x="29" y="85"/>
                  </a:lnTo>
                  <a:lnTo>
                    <a:pt x="29" y="85"/>
                  </a:lnTo>
                  <a:lnTo>
                    <a:pt x="29" y="85"/>
                  </a:lnTo>
                  <a:lnTo>
                    <a:pt x="26" y="85"/>
                  </a:lnTo>
                  <a:lnTo>
                    <a:pt x="21" y="82"/>
                  </a:lnTo>
                  <a:lnTo>
                    <a:pt x="20" y="82"/>
                  </a:lnTo>
                  <a:lnTo>
                    <a:pt x="20" y="82"/>
                  </a:lnTo>
                  <a:lnTo>
                    <a:pt x="18" y="81"/>
                  </a:lnTo>
                  <a:lnTo>
                    <a:pt x="14" y="81"/>
                  </a:lnTo>
                  <a:lnTo>
                    <a:pt x="13" y="81"/>
                  </a:lnTo>
                  <a:lnTo>
                    <a:pt x="11" y="80"/>
                  </a:lnTo>
                  <a:lnTo>
                    <a:pt x="11" y="80"/>
                  </a:lnTo>
                  <a:lnTo>
                    <a:pt x="10" y="80"/>
                  </a:lnTo>
                  <a:lnTo>
                    <a:pt x="8" y="80"/>
                  </a:lnTo>
                  <a:lnTo>
                    <a:pt x="8" y="80"/>
                  </a:lnTo>
                  <a:lnTo>
                    <a:pt x="7" y="80"/>
                  </a:lnTo>
                  <a:lnTo>
                    <a:pt x="7" y="81"/>
                  </a:lnTo>
                  <a:lnTo>
                    <a:pt x="7" y="81"/>
                  </a:lnTo>
                  <a:lnTo>
                    <a:pt x="6" y="81"/>
                  </a:lnTo>
                  <a:lnTo>
                    <a:pt x="4" y="81"/>
                  </a:lnTo>
                  <a:lnTo>
                    <a:pt x="4" y="81"/>
                  </a:lnTo>
                  <a:lnTo>
                    <a:pt x="0" y="81"/>
                  </a:lnTo>
                  <a:lnTo>
                    <a:pt x="0" y="81"/>
                  </a:lnTo>
                  <a:lnTo>
                    <a:pt x="0" y="81"/>
                  </a:lnTo>
                  <a:lnTo>
                    <a:pt x="4" y="81"/>
                  </a:lnTo>
                  <a:lnTo>
                    <a:pt x="4" y="80"/>
                  </a:lnTo>
                  <a:lnTo>
                    <a:pt x="4" y="77"/>
                  </a:lnTo>
                  <a:lnTo>
                    <a:pt x="6" y="77"/>
                  </a:lnTo>
                  <a:lnTo>
                    <a:pt x="7" y="77"/>
                  </a:lnTo>
                  <a:lnTo>
                    <a:pt x="7" y="77"/>
                  </a:lnTo>
                  <a:lnTo>
                    <a:pt x="8" y="75"/>
                  </a:lnTo>
                  <a:lnTo>
                    <a:pt x="8" y="75"/>
                  </a:lnTo>
                  <a:lnTo>
                    <a:pt x="11" y="75"/>
                  </a:lnTo>
                  <a:lnTo>
                    <a:pt x="11" y="75"/>
                  </a:lnTo>
                  <a:lnTo>
                    <a:pt x="13" y="75"/>
                  </a:lnTo>
                  <a:lnTo>
                    <a:pt x="14" y="75"/>
                  </a:lnTo>
                  <a:lnTo>
                    <a:pt x="14" y="75"/>
                  </a:lnTo>
                  <a:lnTo>
                    <a:pt x="18" y="73"/>
                  </a:lnTo>
                  <a:lnTo>
                    <a:pt x="20" y="71"/>
                  </a:lnTo>
                  <a:lnTo>
                    <a:pt x="20" y="70"/>
                  </a:lnTo>
                  <a:lnTo>
                    <a:pt x="21" y="68"/>
                  </a:lnTo>
                  <a:lnTo>
                    <a:pt x="25" y="64"/>
                  </a:lnTo>
                  <a:lnTo>
                    <a:pt x="26" y="63"/>
                  </a:lnTo>
                  <a:lnTo>
                    <a:pt x="26" y="59"/>
                  </a:lnTo>
                  <a:lnTo>
                    <a:pt x="27" y="58"/>
                  </a:lnTo>
                  <a:lnTo>
                    <a:pt x="29" y="50"/>
                  </a:lnTo>
                  <a:lnTo>
                    <a:pt x="29" y="43"/>
                  </a:lnTo>
                  <a:lnTo>
                    <a:pt x="29" y="35"/>
                  </a:lnTo>
                  <a:lnTo>
                    <a:pt x="27" y="26"/>
                  </a:lnTo>
                  <a:lnTo>
                    <a:pt x="26" y="19"/>
                  </a:lnTo>
                  <a:lnTo>
                    <a:pt x="26" y="15"/>
                  </a:lnTo>
                  <a:lnTo>
                    <a:pt x="26" y="10"/>
                  </a:lnTo>
                  <a:lnTo>
                    <a:pt x="26" y="9"/>
                  </a:lnTo>
                  <a:lnTo>
                    <a:pt x="26" y="9"/>
                  </a:lnTo>
                  <a:lnTo>
                    <a:pt x="27" y="9"/>
                  </a:lnTo>
                  <a:lnTo>
                    <a:pt x="31" y="9"/>
                  </a:lnTo>
                  <a:lnTo>
                    <a:pt x="31" y="10"/>
                  </a:lnTo>
                  <a:lnTo>
                    <a:pt x="31" y="10"/>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50" name=""/>
            <p:cNvSpPr/>
            <p:nvPr/>
          </p:nvSpPr>
          <p:spPr>
            <a:xfrm>
              <a:off x="3149640" y="4259160"/>
              <a:ext cx="25200" cy="19080"/>
            </a:xfrm>
            <a:custGeom>
              <a:avLst/>
              <a:gdLst/>
              <a:ahLst/>
              <a:rect l="l" t="t" r="r" b="b"/>
              <a:pathLst>
                <a:path w="16" h="12">
                  <a:moveTo>
                    <a:pt x="15" y="4"/>
                  </a:moveTo>
                  <a:lnTo>
                    <a:pt x="15" y="4"/>
                  </a:lnTo>
                  <a:lnTo>
                    <a:pt x="15" y="2"/>
                  </a:lnTo>
                  <a:lnTo>
                    <a:pt x="13" y="0"/>
                  </a:lnTo>
                  <a:lnTo>
                    <a:pt x="13" y="2"/>
                  </a:lnTo>
                  <a:lnTo>
                    <a:pt x="12" y="3"/>
                  </a:lnTo>
                  <a:lnTo>
                    <a:pt x="11" y="9"/>
                  </a:lnTo>
                  <a:lnTo>
                    <a:pt x="5" y="9"/>
                  </a:lnTo>
                  <a:lnTo>
                    <a:pt x="4" y="9"/>
                  </a:lnTo>
                  <a:lnTo>
                    <a:pt x="0" y="9"/>
                  </a:lnTo>
                  <a:lnTo>
                    <a:pt x="0" y="11"/>
                  </a:lnTo>
                  <a:lnTo>
                    <a:pt x="4" y="11"/>
                  </a:lnTo>
                  <a:lnTo>
                    <a:pt x="5" y="9"/>
                  </a:lnTo>
                  <a:lnTo>
                    <a:pt x="11" y="9"/>
                  </a:lnTo>
                  <a:lnTo>
                    <a:pt x="12" y="4"/>
                  </a:lnTo>
                  <a:lnTo>
                    <a:pt x="13" y="3"/>
                  </a:lnTo>
                  <a:lnTo>
                    <a:pt x="13" y="2"/>
                  </a:lnTo>
                  <a:lnTo>
                    <a:pt x="13" y="2"/>
                  </a:lnTo>
                  <a:lnTo>
                    <a:pt x="13" y="4"/>
                  </a:lnTo>
                  <a:lnTo>
                    <a:pt x="13" y="4"/>
                  </a:lnTo>
                  <a:lnTo>
                    <a:pt x="15" y="4"/>
                  </a:lnTo>
                  <a:lnTo>
                    <a:pt x="15" y="4"/>
                  </a:lnTo>
                </a:path>
              </a:pathLst>
            </a:custGeom>
            <a:solidFill>
              <a:srgbClr val="82c168"/>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051" name=""/>
            <p:cNvSpPr/>
            <p:nvPr/>
          </p:nvSpPr>
          <p:spPr>
            <a:xfrm>
              <a:off x="3157560" y="4265640"/>
              <a:ext cx="17280" cy="74520"/>
            </a:xfrm>
            <a:custGeom>
              <a:avLst/>
              <a:gdLst/>
              <a:ahLst/>
              <a:rect l="l" t="t" r="r" b="b"/>
              <a:pathLst>
                <a:path w="11" h="47">
                  <a:moveTo>
                    <a:pt x="0" y="46"/>
                  </a:moveTo>
                  <a:lnTo>
                    <a:pt x="0" y="46"/>
                  </a:lnTo>
                  <a:lnTo>
                    <a:pt x="0" y="45"/>
                  </a:lnTo>
                  <a:lnTo>
                    <a:pt x="6" y="39"/>
                  </a:lnTo>
                  <a:lnTo>
                    <a:pt x="6" y="32"/>
                  </a:lnTo>
                  <a:lnTo>
                    <a:pt x="7" y="24"/>
                  </a:lnTo>
                  <a:lnTo>
                    <a:pt x="8" y="21"/>
                  </a:lnTo>
                  <a:lnTo>
                    <a:pt x="8" y="12"/>
                  </a:lnTo>
                  <a:lnTo>
                    <a:pt x="10" y="6"/>
                  </a:lnTo>
                  <a:lnTo>
                    <a:pt x="10" y="0"/>
                  </a:lnTo>
                  <a:lnTo>
                    <a:pt x="8" y="0"/>
                  </a:lnTo>
                  <a:lnTo>
                    <a:pt x="8" y="6"/>
                  </a:lnTo>
                  <a:lnTo>
                    <a:pt x="8" y="12"/>
                  </a:lnTo>
                  <a:lnTo>
                    <a:pt x="7" y="21"/>
                  </a:lnTo>
                  <a:lnTo>
                    <a:pt x="7" y="24"/>
                  </a:lnTo>
                  <a:lnTo>
                    <a:pt x="6" y="32"/>
                  </a:lnTo>
                  <a:lnTo>
                    <a:pt x="0" y="39"/>
                  </a:lnTo>
                  <a:lnTo>
                    <a:pt x="0" y="45"/>
                  </a:lnTo>
                  <a:lnTo>
                    <a:pt x="0" y="46"/>
                  </a:lnTo>
                  <a:lnTo>
                    <a:pt x="0" y="46"/>
                  </a:lnTo>
                  <a:lnTo>
                    <a:pt x="0" y="46"/>
                  </a:lnTo>
                  <a:lnTo>
                    <a:pt x="0" y="46"/>
                  </a:lnTo>
                </a:path>
              </a:pathLst>
            </a:custGeom>
            <a:solidFill>
              <a:srgbClr val="82c168"/>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052" name=""/>
            <p:cNvSpPr/>
            <p:nvPr/>
          </p:nvSpPr>
          <p:spPr>
            <a:xfrm>
              <a:off x="3149640" y="4338720"/>
              <a:ext cx="9360" cy="48960"/>
            </a:xfrm>
            <a:custGeom>
              <a:avLst/>
              <a:gdLst/>
              <a:ahLst/>
              <a:rect l="l" t="t" r="r" b="b"/>
              <a:pathLst>
                <a:path w="6" h="31">
                  <a:moveTo>
                    <a:pt x="0" y="30"/>
                  </a:moveTo>
                  <a:lnTo>
                    <a:pt x="0" y="30"/>
                  </a:lnTo>
                  <a:lnTo>
                    <a:pt x="3" y="27"/>
                  </a:lnTo>
                  <a:lnTo>
                    <a:pt x="4" y="25"/>
                  </a:lnTo>
                  <a:lnTo>
                    <a:pt x="5" y="20"/>
                  </a:lnTo>
                  <a:lnTo>
                    <a:pt x="5" y="14"/>
                  </a:lnTo>
                  <a:lnTo>
                    <a:pt x="5" y="10"/>
                  </a:lnTo>
                  <a:lnTo>
                    <a:pt x="5" y="8"/>
                  </a:lnTo>
                  <a:lnTo>
                    <a:pt x="5" y="1"/>
                  </a:lnTo>
                  <a:lnTo>
                    <a:pt x="5" y="0"/>
                  </a:lnTo>
                  <a:lnTo>
                    <a:pt x="5" y="0"/>
                  </a:lnTo>
                  <a:lnTo>
                    <a:pt x="5" y="1"/>
                  </a:lnTo>
                  <a:lnTo>
                    <a:pt x="5" y="8"/>
                  </a:lnTo>
                  <a:lnTo>
                    <a:pt x="5" y="10"/>
                  </a:lnTo>
                  <a:lnTo>
                    <a:pt x="5" y="14"/>
                  </a:lnTo>
                  <a:lnTo>
                    <a:pt x="4" y="20"/>
                  </a:lnTo>
                  <a:lnTo>
                    <a:pt x="3" y="24"/>
                  </a:lnTo>
                  <a:lnTo>
                    <a:pt x="0" y="25"/>
                  </a:lnTo>
                  <a:lnTo>
                    <a:pt x="0" y="27"/>
                  </a:lnTo>
                  <a:lnTo>
                    <a:pt x="0" y="27"/>
                  </a:lnTo>
                  <a:lnTo>
                    <a:pt x="0" y="30"/>
                  </a:lnTo>
                  <a:lnTo>
                    <a:pt x="0" y="30"/>
                  </a:lnTo>
                </a:path>
              </a:pathLst>
            </a:custGeom>
            <a:solidFill>
              <a:srgbClr val="82c168"/>
            </a:solidFill>
            <a:ln w="0">
              <a:noFill/>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2053" name=""/>
            <p:cNvSpPr/>
            <p:nvPr/>
          </p:nvSpPr>
          <p:spPr>
            <a:xfrm>
              <a:off x="3133800" y="4381560"/>
              <a:ext cx="17280" cy="14400"/>
            </a:xfrm>
            <a:custGeom>
              <a:avLst/>
              <a:gdLst/>
              <a:ahLst/>
              <a:rect l="l" t="t" r="r" b="b"/>
              <a:pathLst>
                <a:path w="11" h="9">
                  <a:moveTo>
                    <a:pt x="0" y="6"/>
                  </a:moveTo>
                  <a:lnTo>
                    <a:pt x="0" y="6"/>
                  </a:lnTo>
                  <a:lnTo>
                    <a:pt x="5" y="8"/>
                  </a:lnTo>
                  <a:lnTo>
                    <a:pt x="8" y="8"/>
                  </a:lnTo>
                  <a:lnTo>
                    <a:pt x="10" y="8"/>
                  </a:lnTo>
                  <a:lnTo>
                    <a:pt x="10" y="8"/>
                  </a:lnTo>
                  <a:lnTo>
                    <a:pt x="10" y="5"/>
                  </a:lnTo>
                  <a:lnTo>
                    <a:pt x="8" y="5"/>
                  </a:lnTo>
                  <a:lnTo>
                    <a:pt x="10" y="4"/>
                  </a:lnTo>
                  <a:lnTo>
                    <a:pt x="10" y="3"/>
                  </a:lnTo>
                  <a:lnTo>
                    <a:pt x="10" y="0"/>
                  </a:lnTo>
                  <a:lnTo>
                    <a:pt x="8" y="4"/>
                  </a:lnTo>
                  <a:lnTo>
                    <a:pt x="8" y="5"/>
                  </a:lnTo>
                  <a:lnTo>
                    <a:pt x="8" y="5"/>
                  </a:lnTo>
                  <a:lnTo>
                    <a:pt x="8" y="8"/>
                  </a:lnTo>
                  <a:lnTo>
                    <a:pt x="8" y="8"/>
                  </a:lnTo>
                  <a:lnTo>
                    <a:pt x="8" y="8"/>
                  </a:lnTo>
                  <a:lnTo>
                    <a:pt x="5" y="8"/>
                  </a:lnTo>
                  <a:lnTo>
                    <a:pt x="0" y="5"/>
                  </a:lnTo>
                  <a:lnTo>
                    <a:pt x="0" y="5"/>
                  </a:lnTo>
                  <a:lnTo>
                    <a:pt x="0" y="6"/>
                  </a:lnTo>
                  <a:lnTo>
                    <a:pt x="0" y="6"/>
                  </a:lnTo>
                </a:path>
              </a:pathLst>
            </a:custGeom>
            <a:solidFill>
              <a:srgbClr val="82c168"/>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054" name=""/>
            <p:cNvSpPr/>
            <p:nvPr/>
          </p:nvSpPr>
          <p:spPr>
            <a:xfrm>
              <a:off x="3106800" y="4381560"/>
              <a:ext cx="28440" cy="11160"/>
            </a:xfrm>
            <a:custGeom>
              <a:avLst/>
              <a:gdLst/>
              <a:ahLst/>
              <a:rect l="l" t="t" r="r" b="b"/>
              <a:pathLst>
                <a:path w="18" h="7">
                  <a:moveTo>
                    <a:pt x="0" y="5"/>
                  </a:moveTo>
                  <a:lnTo>
                    <a:pt x="0" y="5"/>
                  </a:lnTo>
                  <a:lnTo>
                    <a:pt x="0" y="4"/>
                  </a:lnTo>
                  <a:lnTo>
                    <a:pt x="2" y="4"/>
                  </a:lnTo>
                  <a:lnTo>
                    <a:pt x="3" y="4"/>
                  </a:lnTo>
                  <a:lnTo>
                    <a:pt x="3" y="4"/>
                  </a:lnTo>
                  <a:lnTo>
                    <a:pt x="3" y="4"/>
                  </a:lnTo>
                  <a:lnTo>
                    <a:pt x="4" y="4"/>
                  </a:lnTo>
                  <a:lnTo>
                    <a:pt x="4" y="4"/>
                  </a:lnTo>
                  <a:lnTo>
                    <a:pt x="6" y="4"/>
                  </a:lnTo>
                  <a:lnTo>
                    <a:pt x="7" y="4"/>
                  </a:lnTo>
                  <a:lnTo>
                    <a:pt x="7" y="4"/>
                  </a:lnTo>
                  <a:lnTo>
                    <a:pt x="9" y="4"/>
                  </a:lnTo>
                  <a:lnTo>
                    <a:pt x="10" y="4"/>
                  </a:lnTo>
                  <a:lnTo>
                    <a:pt x="14" y="5"/>
                  </a:lnTo>
                  <a:lnTo>
                    <a:pt x="16" y="5"/>
                  </a:lnTo>
                  <a:lnTo>
                    <a:pt x="16" y="5"/>
                  </a:lnTo>
                  <a:lnTo>
                    <a:pt x="17" y="6"/>
                  </a:lnTo>
                  <a:lnTo>
                    <a:pt x="17" y="5"/>
                  </a:lnTo>
                  <a:lnTo>
                    <a:pt x="16" y="5"/>
                  </a:lnTo>
                  <a:lnTo>
                    <a:pt x="16" y="4"/>
                  </a:lnTo>
                  <a:lnTo>
                    <a:pt x="14" y="4"/>
                  </a:lnTo>
                  <a:lnTo>
                    <a:pt x="10" y="4"/>
                  </a:lnTo>
                  <a:lnTo>
                    <a:pt x="9" y="3"/>
                  </a:lnTo>
                  <a:lnTo>
                    <a:pt x="7" y="3"/>
                  </a:lnTo>
                  <a:lnTo>
                    <a:pt x="7" y="0"/>
                  </a:lnTo>
                  <a:lnTo>
                    <a:pt x="6" y="0"/>
                  </a:lnTo>
                  <a:lnTo>
                    <a:pt x="4" y="0"/>
                  </a:lnTo>
                  <a:lnTo>
                    <a:pt x="4" y="0"/>
                  </a:lnTo>
                  <a:lnTo>
                    <a:pt x="3" y="3"/>
                  </a:lnTo>
                  <a:lnTo>
                    <a:pt x="3" y="3"/>
                  </a:lnTo>
                  <a:lnTo>
                    <a:pt x="2" y="3"/>
                  </a:lnTo>
                  <a:lnTo>
                    <a:pt x="2" y="3"/>
                  </a:lnTo>
                  <a:lnTo>
                    <a:pt x="0" y="4"/>
                  </a:lnTo>
                  <a:lnTo>
                    <a:pt x="0" y="4"/>
                  </a:lnTo>
                  <a:lnTo>
                    <a:pt x="0" y="4"/>
                  </a:lnTo>
                  <a:lnTo>
                    <a:pt x="0" y="5"/>
                  </a:lnTo>
                  <a:lnTo>
                    <a:pt x="0" y="5"/>
                  </a:lnTo>
                </a:path>
              </a:pathLst>
            </a:custGeom>
            <a:solidFill>
              <a:srgbClr val="82c168"/>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055" name=""/>
            <p:cNvSpPr/>
            <p:nvPr/>
          </p:nvSpPr>
          <p:spPr>
            <a:xfrm>
              <a:off x="3100320" y="4375080"/>
              <a:ext cx="23760" cy="15840"/>
            </a:xfrm>
            <a:custGeom>
              <a:avLst/>
              <a:gdLst/>
              <a:ahLst/>
              <a:rect l="l" t="t" r="r" b="b"/>
              <a:pathLst>
                <a:path w="15" h="10">
                  <a:moveTo>
                    <a:pt x="14" y="0"/>
                  </a:moveTo>
                  <a:lnTo>
                    <a:pt x="14" y="0"/>
                  </a:lnTo>
                  <a:lnTo>
                    <a:pt x="14" y="1"/>
                  </a:lnTo>
                  <a:lnTo>
                    <a:pt x="13" y="2"/>
                  </a:lnTo>
                  <a:lnTo>
                    <a:pt x="11" y="2"/>
                  </a:lnTo>
                  <a:lnTo>
                    <a:pt x="11" y="2"/>
                  </a:lnTo>
                  <a:lnTo>
                    <a:pt x="8" y="2"/>
                  </a:lnTo>
                  <a:lnTo>
                    <a:pt x="8" y="2"/>
                  </a:lnTo>
                  <a:lnTo>
                    <a:pt x="7" y="4"/>
                  </a:lnTo>
                  <a:lnTo>
                    <a:pt x="7" y="4"/>
                  </a:lnTo>
                  <a:lnTo>
                    <a:pt x="6" y="4"/>
                  </a:lnTo>
                  <a:lnTo>
                    <a:pt x="4" y="4"/>
                  </a:lnTo>
                  <a:lnTo>
                    <a:pt x="4" y="7"/>
                  </a:lnTo>
                  <a:lnTo>
                    <a:pt x="0" y="8"/>
                  </a:lnTo>
                  <a:lnTo>
                    <a:pt x="0" y="8"/>
                  </a:lnTo>
                  <a:lnTo>
                    <a:pt x="0" y="8"/>
                  </a:lnTo>
                  <a:lnTo>
                    <a:pt x="0" y="9"/>
                  </a:lnTo>
                  <a:lnTo>
                    <a:pt x="4" y="9"/>
                  </a:lnTo>
                  <a:lnTo>
                    <a:pt x="4" y="8"/>
                  </a:lnTo>
                  <a:lnTo>
                    <a:pt x="0" y="8"/>
                  </a:lnTo>
                  <a:lnTo>
                    <a:pt x="4" y="8"/>
                  </a:lnTo>
                  <a:lnTo>
                    <a:pt x="4" y="8"/>
                  </a:lnTo>
                  <a:lnTo>
                    <a:pt x="4" y="8"/>
                  </a:lnTo>
                  <a:lnTo>
                    <a:pt x="4" y="8"/>
                  </a:lnTo>
                  <a:lnTo>
                    <a:pt x="6" y="7"/>
                  </a:lnTo>
                  <a:lnTo>
                    <a:pt x="6" y="4"/>
                  </a:lnTo>
                  <a:lnTo>
                    <a:pt x="7" y="4"/>
                  </a:lnTo>
                  <a:lnTo>
                    <a:pt x="7" y="4"/>
                  </a:lnTo>
                  <a:lnTo>
                    <a:pt x="8" y="4"/>
                  </a:lnTo>
                  <a:lnTo>
                    <a:pt x="10" y="2"/>
                  </a:lnTo>
                  <a:lnTo>
                    <a:pt x="11" y="2"/>
                  </a:lnTo>
                  <a:lnTo>
                    <a:pt x="11" y="2"/>
                  </a:lnTo>
                  <a:lnTo>
                    <a:pt x="13" y="2"/>
                  </a:lnTo>
                  <a:lnTo>
                    <a:pt x="14" y="2"/>
                  </a:lnTo>
                  <a:lnTo>
                    <a:pt x="14" y="2"/>
                  </a:lnTo>
                  <a:lnTo>
                    <a:pt x="14" y="2"/>
                  </a:lnTo>
                  <a:lnTo>
                    <a:pt x="14" y="0"/>
                  </a:lnTo>
                  <a:lnTo>
                    <a:pt x="14" y="0"/>
                  </a:lnTo>
                </a:path>
              </a:pathLst>
            </a:custGeom>
            <a:solidFill>
              <a:srgbClr val="82c168"/>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056" name=""/>
            <p:cNvSpPr/>
            <p:nvPr/>
          </p:nvSpPr>
          <p:spPr>
            <a:xfrm>
              <a:off x="3122640" y="4351320"/>
              <a:ext cx="25200" cy="28440"/>
            </a:xfrm>
            <a:custGeom>
              <a:avLst/>
              <a:gdLst/>
              <a:ahLst/>
              <a:rect l="l" t="t" r="r" b="b"/>
              <a:pathLst>
                <a:path w="16" h="18">
                  <a:moveTo>
                    <a:pt x="13" y="0"/>
                  </a:moveTo>
                  <a:lnTo>
                    <a:pt x="13" y="0"/>
                  </a:lnTo>
                  <a:lnTo>
                    <a:pt x="12" y="1"/>
                  </a:lnTo>
                  <a:lnTo>
                    <a:pt x="12" y="4"/>
                  </a:lnTo>
                  <a:lnTo>
                    <a:pt x="10" y="6"/>
                  </a:lnTo>
                  <a:lnTo>
                    <a:pt x="7" y="9"/>
                  </a:lnTo>
                  <a:lnTo>
                    <a:pt x="6" y="12"/>
                  </a:lnTo>
                  <a:lnTo>
                    <a:pt x="6" y="13"/>
                  </a:lnTo>
                  <a:lnTo>
                    <a:pt x="4" y="15"/>
                  </a:lnTo>
                  <a:lnTo>
                    <a:pt x="0" y="15"/>
                  </a:lnTo>
                  <a:lnTo>
                    <a:pt x="0" y="17"/>
                  </a:lnTo>
                  <a:lnTo>
                    <a:pt x="4" y="16"/>
                  </a:lnTo>
                  <a:lnTo>
                    <a:pt x="6" y="13"/>
                  </a:lnTo>
                  <a:lnTo>
                    <a:pt x="7" y="12"/>
                  </a:lnTo>
                  <a:lnTo>
                    <a:pt x="7" y="12"/>
                  </a:lnTo>
                  <a:lnTo>
                    <a:pt x="12" y="6"/>
                  </a:lnTo>
                  <a:lnTo>
                    <a:pt x="12" y="5"/>
                  </a:lnTo>
                  <a:lnTo>
                    <a:pt x="13" y="1"/>
                  </a:lnTo>
                  <a:lnTo>
                    <a:pt x="15" y="1"/>
                  </a:lnTo>
                  <a:lnTo>
                    <a:pt x="15" y="1"/>
                  </a:lnTo>
                  <a:lnTo>
                    <a:pt x="13" y="0"/>
                  </a:lnTo>
                  <a:lnTo>
                    <a:pt x="13" y="0"/>
                  </a:lnTo>
                </a:path>
              </a:pathLst>
            </a:custGeom>
            <a:solidFill>
              <a:srgbClr val="82c168"/>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2057" name=""/>
            <p:cNvSpPr/>
            <p:nvPr/>
          </p:nvSpPr>
          <p:spPr>
            <a:xfrm>
              <a:off x="3143160" y="4300560"/>
              <a:ext cx="7920" cy="54000"/>
            </a:xfrm>
            <a:custGeom>
              <a:avLst/>
              <a:gdLst/>
              <a:ahLst/>
              <a:rect l="l" t="t" r="r" b="b"/>
              <a:pathLst>
                <a:path w="5" h="34">
                  <a:moveTo>
                    <a:pt x="0" y="0"/>
                  </a:moveTo>
                  <a:lnTo>
                    <a:pt x="0" y="0"/>
                  </a:lnTo>
                  <a:lnTo>
                    <a:pt x="2" y="9"/>
                  </a:lnTo>
                  <a:lnTo>
                    <a:pt x="2" y="17"/>
                  </a:lnTo>
                  <a:lnTo>
                    <a:pt x="0" y="24"/>
                  </a:lnTo>
                  <a:lnTo>
                    <a:pt x="0" y="32"/>
                  </a:lnTo>
                  <a:lnTo>
                    <a:pt x="2" y="33"/>
                  </a:lnTo>
                  <a:lnTo>
                    <a:pt x="2" y="24"/>
                  </a:lnTo>
                  <a:lnTo>
                    <a:pt x="4" y="17"/>
                  </a:lnTo>
                  <a:lnTo>
                    <a:pt x="4" y="9"/>
                  </a:lnTo>
                  <a:lnTo>
                    <a:pt x="2" y="0"/>
                  </a:lnTo>
                  <a:lnTo>
                    <a:pt x="2" y="0"/>
                  </a:lnTo>
                  <a:lnTo>
                    <a:pt x="0" y="0"/>
                  </a:lnTo>
                  <a:lnTo>
                    <a:pt x="0" y="0"/>
                  </a:lnTo>
                </a:path>
              </a:pathLst>
            </a:custGeom>
            <a:solidFill>
              <a:srgbClr val="82c168"/>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2058" name=""/>
            <p:cNvSpPr/>
            <p:nvPr/>
          </p:nvSpPr>
          <p:spPr>
            <a:xfrm>
              <a:off x="3139920" y="4273560"/>
              <a:ext cx="11160" cy="28440"/>
            </a:xfrm>
            <a:custGeom>
              <a:avLst/>
              <a:gdLst/>
              <a:ahLst/>
              <a:rect l="l" t="t" r="r" b="b"/>
              <a:pathLst>
                <a:path w="7" h="18">
                  <a:moveTo>
                    <a:pt x="6" y="0"/>
                  </a:moveTo>
                  <a:lnTo>
                    <a:pt x="6" y="0"/>
                  </a:lnTo>
                  <a:lnTo>
                    <a:pt x="6" y="0"/>
                  </a:lnTo>
                  <a:lnTo>
                    <a:pt x="2" y="0"/>
                  </a:lnTo>
                  <a:lnTo>
                    <a:pt x="1" y="0"/>
                  </a:lnTo>
                  <a:lnTo>
                    <a:pt x="1" y="0"/>
                  </a:lnTo>
                  <a:lnTo>
                    <a:pt x="0" y="1"/>
                  </a:lnTo>
                  <a:lnTo>
                    <a:pt x="0" y="6"/>
                  </a:lnTo>
                  <a:lnTo>
                    <a:pt x="1" y="10"/>
                  </a:lnTo>
                  <a:lnTo>
                    <a:pt x="2" y="17"/>
                  </a:lnTo>
                  <a:lnTo>
                    <a:pt x="4" y="17"/>
                  </a:lnTo>
                  <a:lnTo>
                    <a:pt x="1" y="10"/>
                  </a:lnTo>
                  <a:lnTo>
                    <a:pt x="1" y="6"/>
                  </a:lnTo>
                  <a:lnTo>
                    <a:pt x="1" y="1"/>
                  </a:lnTo>
                  <a:lnTo>
                    <a:pt x="1" y="0"/>
                  </a:lnTo>
                  <a:lnTo>
                    <a:pt x="1" y="0"/>
                  </a:lnTo>
                  <a:lnTo>
                    <a:pt x="2" y="0"/>
                  </a:lnTo>
                  <a:lnTo>
                    <a:pt x="6" y="0"/>
                  </a:lnTo>
                  <a:lnTo>
                    <a:pt x="6" y="2"/>
                  </a:lnTo>
                  <a:lnTo>
                    <a:pt x="6" y="2"/>
                  </a:lnTo>
                  <a:lnTo>
                    <a:pt x="6" y="0"/>
                  </a:lnTo>
                  <a:lnTo>
                    <a:pt x="6" y="0"/>
                  </a:lnTo>
                </a:path>
              </a:pathLst>
            </a:custGeom>
            <a:solidFill>
              <a:srgbClr val="82c168"/>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2059" name=""/>
            <p:cNvSpPr/>
            <p:nvPr/>
          </p:nvSpPr>
          <p:spPr>
            <a:xfrm>
              <a:off x="3030480" y="4224240"/>
              <a:ext cx="55800" cy="130320"/>
            </a:xfrm>
            <a:custGeom>
              <a:avLst/>
              <a:gdLst/>
              <a:ahLst/>
              <a:rect l="l" t="t" r="r" b="b"/>
              <a:pathLst>
                <a:path w="35" h="82">
                  <a:moveTo>
                    <a:pt x="23" y="0"/>
                  </a:moveTo>
                  <a:lnTo>
                    <a:pt x="23" y="0"/>
                  </a:lnTo>
                  <a:lnTo>
                    <a:pt x="26" y="0"/>
                  </a:lnTo>
                  <a:lnTo>
                    <a:pt x="26" y="2"/>
                  </a:lnTo>
                  <a:lnTo>
                    <a:pt x="26" y="6"/>
                  </a:lnTo>
                  <a:lnTo>
                    <a:pt x="27" y="9"/>
                  </a:lnTo>
                  <a:lnTo>
                    <a:pt x="27" y="9"/>
                  </a:lnTo>
                  <a:lnTo>
                    <a:pt x="27" y="15"/>
                  </a:lnTo>
                  <a:lnTo>
                    <a:pt x="27" y="20"/>
                  </a:lnTo>
                  <a:lnTo>
                    <a:pt x="27" y="22"/>
                  </a:lnTo>
                  <a:lnTo>
                    <a:pt x="29" y="26"/>
                  </a:lnTo>
                  <a:lnTo>
                    <a:pt x="30" y="31"/>
                  </a:lnTo>
                  <a:lnTo>
                    <a:pt x="30" y="37"/>
                  </a:lnTo>
                  <a:lnTo>
                    <a:pt x="33" y="39"/>
                  </a:lnTo>
                  <a:lnTo>
                    <a:pt x="33" y="41"/>
                  </a:lnTo>
                  <a:lnTo>
                    <a:pt x="34" y="47"/>
                  </a:lnTo>
                  <a:lnTo>
                    <a:pt x="34" y="47"/>
                  </a:lnTo>
                  <a:lnTo>
                    <a:pt x="34" y="48"/>
                  </a:lnTo>
                  <a:lnTo>
                    <a:pt x="34" y="50"/>
                  </a:lnTo>
                  <a:lnTo>
                    <a:pt x="34" y="57"/>
                  </a:lnTo>
                  <a:lnTo>
                    <a:pt x="33" y="61"/>
                  </a:lnTo>
                  <a:lnTo>
                    <a:pt x="30" y="65"/>
                  </a:lnTo>
                  <a:lnTo>
                    <a:pt x="29" y="71"/>
                  </a:lnTo>
                  <a:lnTo>
                    <a:pt x="27" y="72"/>
                  </a:lnTo>
                  <a:lnTo>
                    <a:pt x="27" y="73"/>
                  </a:lnTo>
                  <a:lnTo>
                    <a:pt x="26" y="76"/>
                  </a:lnTo>
                  <a:lnTo>
                    <a:pt x="26" y="80"/>
                  </a:lnTo>
                  <a:lnTo>
                    <a:pt x="26" y="81"/>
                  </a:lnTo>
                  <a:lnTo>
                    <a:pt x="26" y="81"/>
                  </a:lnTo>
                  <a:lnTo>
                    <a:pt x="26" y="81"/>
                  </a:lnTo>
                  <a:lnTo>
                    <a:pt x="25" y="81"/>
                  </a:lnTo>
                  <a:lnTo>
                    <a:pt x="20" y="81"/>
                  </a:lnTo>
                  <a:lnTo>
                    <a:pt x="18" y="80"/>
                  </a:lnTo>
                  <a:lnTo>
                    <a:pt x="15" y="80"/>
                  </a:lnTo>
                  <a:lnTo>
                    <a:pt x="15" y="80"/>
                  </a:lnTo>
                  <a:lnTo>
                    <a:pt x="12" y="77"/>
                  </a:lnTo>
                  <a:lnTo>
                    <a:pt x="9" y="76"/>
                  </a:lnTo>
                  <a:lnTo>
                    <a:pt x="8" y="76"/>
                  </a:lnTo>
                  <a:lnTo>
                    <a:pt x="8" y="75"/>
                  </a:lnTo>
                  <a:lnTo>
                    <a:pt x="7" y="75"/>
                  </a:lnTo>
                  <a:lnTo>
                    <a:pt x="6" y="75"/>
                  </a:lnTo>
                  <a:lnTo>
                    <a:pt x="6" y="75"/>
                  </a:lnTo>
                  <a:lnTo>
                    <a:pt x="2" y="75"/>
                  </a:lnTo>
                  <a:lnTo>
                    <a:pt x="1" y="75"/>
                  </a:lnTo>
                  <a:lnTo>
                    <a:pt x="1" y="76"/>
                  </a:lnTo>
                  <a:lnTo>
                    <a:pt x="1" y="76"/>
                  </a:lnTo>
                  <a:lnTo>
                    <a:pt x="0" y="76"/>
                  </a:lnTo>
                  <a:lnTo>
                    <a:pt x="0" y="76"/>
                  </a:lnTo>
                  <a:lnTo>
                    <a:pt x="0" y="76"/>
                  </a:lnTo>
                  <a:lnTo>
                    <a:pt x="0" y="77"/>
                  </a:lnTo>
                  <a:lnTo>
                    <a:pt x="0" y="77"/>
                  </a:lnTo>
                  <a:lnTo>
                    <a:pt x="0" y="76"/>
                  </a:lnTo>
                  <a:lnTo>
                    <a:pt x="0" y="76"/>
                  </a:lnTo>
                  <a:lnTo>
                    <a:pt x="0" y="76"/>
                  </a:lnTo>
                  <a:lnTo>
                    <a:pt x="0" y="75"/>
                  </a:lnTo>
                  <a:lnTo>
                    <a:pt x="1" y="73"/>
                  </a:lnTo>
                  <a:lnTo>
                    <a:pt x="1" y="73"/>
                  </a:lnTo>
                  <a:lnTo>
                    <a:pt x="1" y="72"/>
                  </a:lnTo>
                  <a:lnTo>
                    <a:pt x="6" y="72"/>
                  </a:lnTo>
                  <a:lnTo>
                    <a:pt x="6" y="72"/>
                  </a:lnTo>
                  <a:lnTo>
                    <a:pt x="7" y="72"/>
                  </a:lnTo>
                  <a:lnTo>
                    <a:pt x="8" y="72"/>
                  </a:lnTo>
                  <a:lnTo>
                    <a:pt x="8" y="72"/>
                  </a:lnTo>
                  <a:lnTo>
                    <a:pt x="9" y="71"/>
                  </a:lnTo>
                  <a:lnTo>
                    <a:pt x="9" y="71"/>
                  </a:lnTo>
                  <a:lnTo>
                    <a:pt x="12" y="68"/>
                  </a:lnTo>
                  <a:lnTo>
                    <a:pt x="12" y="68"/>
                  </a:lnTo>
                  <a:lnTo>
                    <a:pt x="15" y="65"/>
                  </a:lnTo>
                  <a:lnTo>
                    <a:pt x="15" y="62"/>
                  </a:lnTo>
                  <a:lnTo>
                    <a:pt x="18" y="58"/>
                  </a:lnTo>
                  <a:lnTo>
                    <a:pt x="18" y="57"/>
                  </a:lnTo>
                  <a:lnTo>
                    <a:pt x="18" y="54"/>
                  </a:lnTo>
                  <a:lnTo>
                    <a:pt x="18" y="49"/>
                  </a:lnTo>
                  <a:lnTo>
                    <a:pt x="19" y="47"/>
                  </a:lnTo>
                  <a:lnTo>
                    <a:pt x="20" y="38"/>
                  </a:lnTo>
                  <a:lnTo>
                    <a:pt x="20" y="31"/>
                  </a:lnTo>
                  <a:lnTo>
                    <a:pt x="19" y="22"/>
                  </a:lnTo>
                  <a:lnTo>
                    <a:pt x="18" y="20"/>
                  </a:lnTo>
                  <a:lnTo>
                    <a:pt x="18" y="15"/>
                  </a:lnTo>
                  <a:lnTo>
                    <a:pt x="18" y="9"/>
                  </a:lnTo>
                  <a:lnTo>
                    <a:pt x="18" y="7"/>
                  </a:lnTo>
                  <a:lnTo>
                    <a:pt x="18" y="2"/>
                  </a:lnTo>
                  <a:lnTo>
                    <a:pt x="19" y="0"/>
                  </a:lnTo>
                  <a:lnTo>
                    <a:pt x="20" y="0"/>
                  </a:lnTo>
                  <a:lnTo>
                    <a:pt x="23" y="0"/>
                  </a:lnTo>
                  <a:lnTo>
                    <a:pt x="23" y="0"/>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60" name=""/>
            <p:cNvSpPr/>
            <p:nvPr/>
          </p:nvSpPr>
          <p:spPr>
            <a:xfrm>
              <a:off x="3065400" y="4224240"/>
              <a:ext cx="12600" cy="33480"/>
            </a:xfrm>
            <a:custGeom>
              <a:avLst/>
              <a:gdLst/>
              <a:ahLst/>
              <a:rect l="l" t="t" r="r" b="b"/>
              <a:pathLst>
                <a:path w="8" h="21">
                  <a:moveTo>
                    <a:pt x="7" y="20"/>
                  </a:moveTo>
                  <a:lnTo>
                    <a:pt x="7" y="20"/>
                  </a:lnTo>
                  <a:lnTo>
                    <a:pt x="5" y="15"/>
                  </a:lnTo>
                  <a:lnTo>
                    <a:pt x="5" y="9"/>
                  </a:lnTo>
                  <a:lnTo>
                    <a:pt x="5" y="9"/>
                  </a:lnTo>
                  <a:lnTo>
                    <a:pt x="5" y="6"/>
                  </a:lnTo>
                  <a:lnTo>
                    <a:pt x="4" y="2"/>
                  </a:lnTo>
                  <a:lnTo>
                    <a:pt x="4" y="0"/>
                  </a:lnTo>
                  <a:lnTo>
                    <a:pt x="1" y="0"/>
                  </a:lnTo>
                  <a:lnTo>
                    <a:pt x="1" y="0"/>
                  </a:lnTo>
                  <a:lnTo>
                    <a:pt x="0" y="0"/>
                  </a:lnTo>
                  <a:lnTo>
                    <a:pt x="1" y="0"/>
                  </a:lnTo>
                  <a:lnTo>
                    <a:pt x="3" y="0"/>
                  </a:lnTo>
                  <a:lnTo>
                    <a:pt x="4" y="2"/>
                  </a:lnTo>
                  <a:lnTo>
                    <a:pt x="4" y="7"/>
                  </a:lnTo>
                  <a:lnTo>
                    <a:pt x="5" y="9"/>
                  </a:lnTo>
                  <a:lnTo>
                    <a:pt x="5" y="9"/>
                  </a:lnTo>
                  <a:lnTo>
                    <a:pt x="5" y="15"/>
                  </a:lnTo>
                  <a:lnTo>
                    <a:pt x="5" y="20"/>
                  </a:lnTo>
                  <a:lnTo>
                    <a:pt x="5" y="20"/>
                  </a:lnTo>
                  <a:lnTo>
                    <a:pt x="7" y="20"/>
                  </a:lnTo>
                  <a:lnTo>
                    <a:pt x="7" y="20"/>
                  </a:lnTo>
                </a:path>
              </a:pathLst>
            </a:custGeom>
            <a:solidFill>
              <a:srgbClr val="82c168"/>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2061" name=""/>
            <p:cNvSpPr/>
            <p:nvPr/>
          </p:nvSpPr>
          <p:spPr>
            <a:xfrm>
              <a:off x="3073320" y="4255920"/>
              <a:ext cx="12960" cy="44640"/>
            </a:xfrm>
            <a:custGeom>
              <a:avLst/>
              <a:gdLst/>
              <a:ahLst/>
              <a:rect l="l" t="t" r="r" b="b"/>
              <a:pathLst>
                <a:path w="8" h="28">
                  <a:moveTo>
                    <a:pt x="7" y="27"/>
                  </a:moveTo>
                  <a:lnTo>
                    <a:pt x="7" y="27"/>
                  </a:lnTo>
                  <a:lnTo>
                    <a:pt x="7" y="27"/>
                  </a:lnTo>
                  <a:lnTo>
                    <a:pt x="7" y="21"/>
                  </a:lnTo>
                  <a:lnTo>
                    <a:pt x="6" y="18"/>
                  </a:lnTo>
                  <a:lnTo>
                    <a:pt x="5" y="15"/>
                  </a:lnTo>
                  <a:lnTo>
                    <a:pt x="3" y="11"/>
                  </a:lnTo>
                  <a:lnTo>
                    <a:pt x="2" y="6"/>
                  </a:lnTo>
                  <a:lnTo>
                    <a:pt x="2" y="2"/>
                  </a:lnTo>
                  <a:lnTo>
                    <a:pt x="2" y="0"/>
                  </a:lnTo>
                  <a:lnTo>
                    <a:pt x="0" y="0"/>
                  </a:lnTo>
                  <a:lnTo>
                    <a:pt x="0" y="2"/>
                  </a:lnTo>
                  <a:lnTo>
                    <a:pt x="0" y="6"/>
                  </a:lnTo>
                  <a:lnTo>
                    <a:pt x="2" y="11"/>
                  </a:lnTo>
                  <a:lnTo>
                    <a:pt x="3" y="17"/>
                  </a:lnTo>
                  <a:lnTo>
                    <a:pt x="3" y="19"/>
                  </a:lnTo>
                  <a:lnTo>
                    <a:pt x="6" y="22"/>
                  </a:lnTo>
                  <a:lnTo>
                    <a:pt x="7" y="27"/>
                  </a:lnTo>
                  <a:lnTo>
                    <a:pt x="7" y="27"/>
                  </a:lnTo>
                  <a:lnTo>
                    <a:pt x="7" y="27"/>
                  </a:lnTo>
                  <a:lnTo>
                    <a:pt x="7" y="27"/>
                  </a:lnTo>
                  <a:lnTo>
                    <a:pt x="7" y="27"/>
                  </a:lnTo>
                </a:path>
              </a:pathLst>
            </a:custGeom>
            <a:solidFill>
              <a:srgbClr val="82c168"/>
            </a:solidFill>
            <a:ln w="0">
              <a:noFill/>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2062" name=""/>
            <p:cNvSpPr/>
            <p:nvPr/>
          </p:nvSpPr>
          <p:spPr>
            <a:xfrm>
              <a:off x="3071880" y="4299120"/>
              <a:ext cx="14400" cy="45720"/>
            </a:xfrm>
            <a:custGeom>
              <a:avLst/>
              <a:gdLst/>
              <a:ahLst/>
              <a:rect l="l" t="t" r="r" b="b"/>
              <a:pathLst>
                <a:path w="9" h="29">
                  <a:moveTo>
                    <a:pt x="1" y="28"/>
                  </a:moveTo>
                  <a:lnTo>
                    <a:pt x="1" y="28"/>
                  </a:lnTo>
                  <a:lnTo>
                    <a:pt x="1" y="25"/>
                  </a:lnTo>
                  <a:lnTo>
                    <a:pt x="4" y="24"/>
                  </a:lnTo>
                  <a:lnTo>
                    <a:pt x="7" y="18"/>
                  </a:lnTo>
                  <a:lnTo>
                    <a:pt x="8" y="14"/>
                  </a:lnTo>
                  <a:lnTo>
                    <a:pt x="8" y="10"/>
                  </a:lnTo>
                  <a:lnTo>
                    <a:pt x="8" y="3"/>
                  </a:lnTo>
                  <a:lnTo>
                    <a:pt x="8" y="1"/>
                  </a:lnTo>
                  <a:lnTo>
                    <a:pt x="8" y="0"/>
                  </a:lnTo>
                  <a:lnTo>
                    <a:pt x="8" y="0"/>
                  </a:lnTo>
                  <a:lnTo>
                    <a:pt x="8" y="1"/>
                  </a:lnTo>
                  <a:lnTo>
                    <a:pt x="8" y="3"/>
                  </a:lnTo>
                  <a:lnTo>
                    <a:pt x="7" y="10"/>
                  </a:lnTo>
                  <a:lnTo>
                    <a:pt x="7" y="14"/>
                  </a:lnTo>
                  <a:lnTo>
                    <a:pt x="4" y="18"/>
                  </a:lnTo>
                  <a:lnTo>
                    <a:pt x="3" y="23"/>
                  </a:lnTo>
                  <a:lnTo>
                    <a:pt x="1" y="25"/>
                  </a:lnTo>
                  <a:lnTo>
                    <a:pt x="0" y="26"/>
                  </a:lnTo>
                  <a:lnTo>
                    <a:pt x="0" y="26"/>
                  </a:lnTo>
                  <a:lnTo>
                    <a:pt x="1" y="28"/>
                  </a:lnTo>
                  <a:lnTo>
                    <a:pt x="1" y="28"/>
                  </a:lnTo>
                </a:path>
              </a:pathLst>
            </a:custGeom>
            <a:solidFill>
              <a:srgbClr val="82c168"/>
            </a:solidFill>
            <a:ln w="0">
              <a:noFill/>
            </a:ln>
          </p:spPr>
          <p:style>
            <a:lnRef idx="0"/>
            <a:fillRef idx="0"/>
            <a:effectRef idx="0"/>
            <a:fontRef idx="minor"/>
          </p:style>
          <p:txBody>
            <a:bodyPr lIns="90000" rIns="90000" tIns="-1080" bIns="-1080" anchor="t">
              <a:noAutofit/>
            </a:bodyPr>
            <a:p>
              <a:endParaRPr b="0" lang="en-IN" sz="2400" strike="noStrike" u="none">
                <a:solidFill>
                  <a:srgbClr val="ffffff"/>
                </a:solidFill>
                <a:effectLst/>
                <a:uFillTx/>
                <a:latin typeface="Times New Roman"/>
              </a:endParaRPr>
            </a:p>
          </p:txBody>
        </p:sp>
        <p:sp>
          <p:nvSpPr>
            <p:cNvPr id="2063" name=""/>
            <p:cNvSpPr/>
            <p:nvPr/>
          </p:nvSpPr>
          <p:spPr>
            <a:xfrm>
              <a:off x="3059280" y="4340160"/>
              <a:ext cx="15840" cy="14400"/>
            </a:xfrm>
            <a:custGeom>
              <a:avLst/>
              <a:gdLst/>
              <a:ahLst/>
              <a:rect l="l" t="t" r="r" b="b"/>
              <a:pathLst>
                <a:path w="10" h="9">
                  <a:moveTo>
                    <a:pt x="0" y="8"/>
                  </a:moveTo>
                  <a:lnTo>
                    <a:pt x="0" y="8"/>
                  </a:lnTo>
                  <a:lnTo>
                    <a:pt x="2" y="8"/>
                  </a:lnTo>
                  <a:lnTo>
                    <a:pt x="7" y="8"/>
                  </a:lnTo>
                  <a:lnTo>
                    <a:pt x="8" y="8"/>
                  </a:lnTo>
                  <a:lnTo>
                    <a:pt x="8" y="8"/>
                  </a:lnTo>
                  <a:lnTo>
                    <a:pt x="8" y="8"/>
                  </a:lnTo>
                  <a:lnTo>
                    <a:pt x="8" y="7"/>
                  </a:lnTo>
                  <a:lnTo>
                    <a:pt x="8" y="3"/>
                  </a:lnTo>
                  <a:lnTo>
                    <a:pt x="9" y="2"/>
                  </a:lnTo>
                  <a:lnTo>
                    <a:pt x="8" y="0"/>
                  </a:lnTo>
                  <a:lnTo>
                    <a:pt x="8" y="3"/>
                  </a:lnTo>
                  <a:lnTo>
                    <a:pt x="7" y="7"/>
                  </a:lnTo>
                  <a:lnTo>
                    <a:pt x="8" y="8"/>
                  </a:lnTo>
                  <a:lnTo>
                    <a:pt x="8" y="8"/>
                  </a:lnTo>
                  <a:lnTo>
                    <a:pt x="8" y="8"/>
                  </a:lnTo>
                  <a:lnTo>
                    <a:pt x="7" y="8"/>
                  </a:lnTo>
                  <a:lnTo>
                    <a:pt x="4" y="8"/>
                  </a:lnTo>
                  <a:lnTo>
                    <a:pt x="0" y="7"/>
                  </a:lnTo>
                  <a:lnTo>
                    <a:pt x="0" y="7"/>
                  </a:lnTo>
                  <a:lnTo>
                    <a:pt x="0" y="8"/>
                  </a:lnTo>
                  <a:lnTo>
                    <a:pt x="0" y="8"/>
                  </a:lnTo>
                </a:path>
              </a:pathLst>
            </a:custGeom>
            <a:solidFill>
              <a:srgbClr val="82c168"/>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064" name=""/>
            <p:cNvSpPr/>
            <p:nvPr/>
          </p:nvSpPr>
          <p:spPr>
            <a:xfrm>
              <a:off x="3030480" y="4340160"/>
              <a:ext cx="30240" cy="14400"/>
            </a:xfrm>
            <a:custGeom>
              <a:avLst/>
              <a:gdLst/>
              <a:ahLst/>
              <a:rect l="l" t="t" r="r" b="b"/>
              <a:pathLst>
                <a:path w="19" h="9">
                  <a:moveTo>
                    <a:pt x="0" y="7"/>
                  </a:moveTo>
                  <a:lnTo>
                    <a:pt x="0" y="7"/>
                  </a:lnTo>
                  <a:lnTo>
                    <a:pt x="0" y="4"/>
                  </a:lnTo>
                  <a:lnTo>
                    <a:pt x="0" y="4"/>
                  </a:lnTo>
                  <a:lnTo>
                    <a:pt x="1" y="3"/>
                  </a:lnTo>
                  <a:lnTo>
                    <a:pt x="1" y="3"/>
                  </a:lnTo>
                  <a:lnTo>
                    <a:pt x="1" y="3"/>
                  </a:lnTo>
                  <a:lnTo>
                    <a:pt x="2" y="3"/>
                  </a:lnTo>
                  <a:lnTo>
                    <a:pt x="6" y="3"/>
                  </a:lnTo>
                  <a:lnTo>
                    <a:pt x="6" y="3"/>
                  </a:lnTo>
                  <a:lnTo>
                    <a:pt x="7" y="3"/>
                  </a:lnTo>
                  <a:lnTo>
                    <a:pt x="8" y="3"/>
                  </a:lnTo>
                  <a:lnTo>
                    <a:pt x="8" y="3"/>
                  </a:lnTo>
                  <a:lnTo>
                    <a:pt x="9" y="4"/>
                  </a:lnTo>
                  <a:lnTo>
                    <a:pt x="11" y="7"/>
                  </a:lnTo>
                  <a:lnTo>
                    <a:pt x="12" y="7"/>
                  </a:lnTo>
                  <a:lnTo>
                    <a:pt x="15" y="7"/>
                  </a:lnTo>
                  <a:lnTo>
                    <a:pt x="18" y="8"/>
                  </a:lnTo>
                  <a:lnTo>
                    <a:pt x="18" y="7"/>
                  </a:lnTo>
                  <a:lnTo>
                    <a:pt x="15" y="7"/>
                  </a:lnTo>
                  <a:lnTo>
                    <a:pt x="15" y="4"/>
                  </a:lnTo>
                  <a:lnTo>
                    <a:pt x="12" y="3"/>
                  </a:lnTo>
                  <a:lnTo>
                    <a:pt x="9" y="3"/>
                  </a:lnTo>
                  <a:lnTo>
                    <a:pt x="9" y="2"/>
                  </a:lnTo>
                  <a:lnTo>
                    <a:pt x="8" y="2"/>
                  </a:lnTo>
                  <a:lnTo>
                    <a:pt x="7" y="2"/>
                  </a:lnTo>
                  <a:lnTo>
                    <a:pt x="6" y="0"/>
                  </a:lnTo>
                  <a:lnTo>
                    <a:pt x="6" y="0"/>
                  </a:lnTo>
                  <a:lnTo>
                    <a:pt x="2" y="2"/>
                  </a:lnTo>
                  <a:lnTo>
                    <a:pt x="1" y="2"/>
                  </a:lnTo>
                  <a:lnTo>
                    <a:pt x="1" y="2"/>
                  </a:lnTo>
                  <a:lnTo>
                    <a:pt x="1" y="2"/>
                  </a:lnTo>
                  <a:lnTo>
                    <a:pt x="0" y="3"/>
                  </a:lnTo>
                  <a:lnTo>
                    <a:pt x="0" y="3"/>
                  </a:lnTo>
                  <a:lnTo>
                    <a:pt x="0" y="3"/>
                  </a:lnTo>
                  <a:lnTo>
                    <a:pt x="0" y="3"/>
                  </a:lnTo>
                  <a:lnTo>
                    <a:pt x="0" y="7"/>
                  </a:lnTo>
                  <a:lnTo>
                    <a:pt x="0" y="7"/>
                  </a:lnTo>
                </a:path>
              </a:pathLst>
            </a:custGeom>
            <a:solidFill>
              <a:srgbClr val="82c168"/>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065" name=""/>
            <p:cNvSpPr/>
            <p:nvPr/>
          </p:nvSpPr>
          <p:spPr>
            <a:xfrm>
              <a:off x="3029040" y="4335480"/>
              <a:ext cx="17280" cy="17280"/>
            </a:xfrm>
            <a:custGeom>
              <a:avLst/>
              <a:gdLst/>
              <a:ahLst/>
              <a:rect l="l" t="t" r="r" b="b"/>
              <a:pathLst>
                <a:path w="11" h="11">
                  <a:moveTo>
                    <a:pt x="10" y="0"/>
                  </a:moveTo>
                  <a:lnTo>
                    <a:pt x="10" y="0"/>
                  </a:lnTo>
                  <a:lnTo>
                    <a:pt x="10" y="0"/>
                  </a:lnTo>
                  <a:lnTo>
                    <a:pt x="9" y="1"/>
                  </a:lnTo>
                  <a:lnTo>
                    <a:pt x="9" y="2"/>
                  </a:lnTo>
                  <a:lnTo>
                    <a:pt x="8" y="2"/>
                  </a:lnTo>
                  <a:lnTo>
                    <a:pt x="7" y="2"/>
                  </a:lnTo>
                  <a:lnTo>
                    <a:pt x="6" y="2"/>
                  </a:lnTo>
                  <a:lnTo>
                    <a:pt x="2" y="2"/>
                  </a:lnTo>
                  <a:lnTo>
                    <a:pt x="2" y="3"/>
                  </a:lnTo>
                  <a:lnTo>
                    <a:pt x="1" y="3"/>
                  </a:lnTo>
                  <a:lnTo>
                    <a:pt x="1" y="3"/>
                  </a:lnTo>
                  <a:lnTo>
                    <a:pt x="1" y="5"/>
                  </a:lnTo>
                  <a:lnTo>
                    <a:pt x="1" y="6"/>
                  </a:lnTo>
                  <a:lnTo>
                    <a:pt x="1" y="6"/>
                  </a:lnTo>
                  <a:lnTo>
                    <a:pt x="0" y="7"/>
                  </a:lnTo>
                  <a:lnTo>
                    <a:pt x="1" y="10"/>
                  </a:lnTo>
                  <a:lnTo>
                    <a:pt x="1" y="10"/>
                  </a:lnTo>
                  <a:lnTo>
                    <a:pt x="1" y="6"/>
                  </a:lnTo>
                  <a:lnTo>
                    <a:pt x="1" y="6"/>
                  </a:lnTo>
                  <a:lnTo>
                    <a:pt x="1" y="6"/>
                  </a:lnTo>
                  <a:lnTo>
                    <a:pt x="1" y="7"/>
                  </a:lnTo>
                  <a:lnTo>
                    <a:pt x="1" y="6"/>
                  </a:lnTo>
                  <a:lnTo>
                    <a:pt x="1" y="6"/>
                  </a:lnTo>
                  <a:lnTo>
                    <a:pt x="1" y="5"/>
                  </a:lnTo>
                  <a:lnTo>
                    <a:pt x="2" y="3"/>
                  </a:lnTo>
                  <a:lnTo>
                    <a:pt x="2" y="3"/>
                  </a:lnTo>
                  <a:lnTo>
                    <a:pt x="2" y="3"/>
                  </a:lnTo>
                  <a:lnTo>
                    <a:pt x="7" y="2"/>
                  </a:lnTo>
                  <a:lnTo>
                    <a:pt x="7" y="2"/>
                  </a:lnTo>
                  <a:lnTo>
                    <a:pt x="8" y="2"/>
                  </a:lnTo>
                  <a:lnTo>
                    <a:pt x="9" y="2"/>
                  </a:lnTo>
                  <a:lnTo>
                    <a:pt x="9" y="2"/>
                  </a:lnTo>
                  <a:lnTo>
                    <a:pt x="10" y="2"/>
                  </a:lnTo>
                  <a:lnTo>
                    <a:pt x="10" y="2"/>
                  </a:lnTo>
                  <a:lnTo>
                    <a:pt x="10" y="2"/>
                  </a:lnTo>
                  <a:lnTo>
                    <a:pt x="10" y="0"/>
                  </a:lnTo>
                  <a:lnTo>
                    <a:pt x="10" y="0"/>
                  </a:lnTo>
                </a:path>
              </a:pathLst>
            </a:custGeom>
            <a:solidFill>
              <a:srgbClr val="82c168"/>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066" name=""/>
            <p:cNvSpPr/>
            <p:nvPr/>
          </p:nvSpPr>
          <p:spPr>
            <a:xfrm>
              <a:off x="3044880" y="4302000"/>
              <a:ext cx="17280" cy="38160"/>
            </a:xfrm>
            <a:custGeom>
              <a:avLst/>
              <a:gdLst/>
              <a:ahLst/>
              <a:rect l="l" t="t" r="r" b="b"/>
              <a:pathLst>
                <a:path w="11" h="24">
                  <a:moveTo>
                    <a:pt x="9" y="0"/>
                  </a:moveTo>
                  <a:lnTo>
                    <a:pt x="9" y="0"/>
                  </a:lnTo>
                  <a:lnTo>
                    <a:pt x="9" y="5"/>
                  </a:lnTo>
                  <a:lnTo>
                    <a:pt x="9" y="8"/>
                  </a:lnTo>
                  <a:lnTo>
                    <a:pt x="9" y="9"/>
                  </a:lnTo>
                  <a:lnTo>
                    <a:pt x="6" y="13"/>
                  </a:lnTo>
                  <a:lnTo>
                    <a:pt x="6" y="16"/>
                  </a:lnTo>
                  <a:lnTo>
                    <a:pt x="3" y="17"/>
                  </a:lnTo>
                  <a:lnTo>
                    <a:pt x="2" y="19"/>
                  </a:lnTo>
                  <a:lnTo>
                    <a:pt x="0" y="21"/>
                  </a:lnTo>
                  <a:lnTo>
                    <a:pt x="0" y="23"/>
                  </a:lnTo>
                  <a:lnTo>
                    <a:pt x="3" y="21"/>
                  </a:lnTo>
                  <a:lnTo>
                    <a:pt x="6" y="19"/>
                  </a:lnTo>
                  <a:lnTo>
                    <a:pt x="6" y="16"/>
                  </a:lnTo>
                  <a:lnTo>
                    <a:pt x="9" y="13"/>
                  </a:lnTo>
                  <a:lnTo>
                    <a:pt x="9" y="9"/>
                  </a:lnTo>
                  <a:lnTo>
                    <a:pt x="9" y="8"/>
                  </a:lnTo>
                  <a:lnTo>
                    <a:pt x="9" y="5"/>
                  </a:lnTo>
                  <a:lnTo>
                    <a:pt x="10" y="0"/>
                  </a:lnTo>
                  <a:lnTo>
                    <a:pt x="10" y="0"/>
                  </a:lnTo>
                  <a:lnTo>
                    <a:pt x="9" y="0"/>
                  </a:lnTo>
                  <a:lnTo>
                    <a:pt x="9" y="0"/>
                  </a:lnTo>
                </a:path>
              </a:pathLst>
            </a:custGeom>
            <a:solidFill>
              <a:srgbClr val="82c168"/>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2067" name=""/>
            <p:cNvSpPr/>
            <p:nvPr/>
          </p:nvSpPr>
          <p:spPr>
            <a:xfrm>
              <a:off x="3059280" y="4259160"/>
              <a:ext cx="4680" cy="44640"/>
            </a:xfrm>
            <a:custGeom>
              <a:avLst/>
              <a:gdLst/>
              <a:ahLst/>
              <a:rect l="l" t="t" r="r" b="b"/>
              <a:pathLst>
                <a:path w="3" h="28">
                  <a:moveTo>
                    <a:pt x="1" y="0"/>
                  </a:moveTo>
                  <a:lnTo>
                    <a:pt x="1" y="0"/>
                  </a:lnTo>
                  <a:lnTo>
                    <a:pt x="1" y="9"/>
                  </a:lnTo>
                  <a:lnTo>
                    <a:pt x="1" y="16"/>
                  </a:lnTo>
                  <a:lnTo>
                    <a:pt x="1" y="25"/>
                  </a:lnTo>
                  <a:lnTo>
                    <a:pt x="0" y="27"/>
                  </a:lnTo>
                  <a:lnTo>
                    <a:pt x="1" y="27"/>
                  </a:lnTo>
                  <a:lnTo>
                    <a:pt x="2" y="25"/>
                  </a:lnTo>
                  <a:lnTo>
                    <a:pt x="2" y="16"/>
                  </a:lnTo>
                  <a:lnTo>
                    <a:pt x="2" y="9"/>
                  </a:lnTo>
                  <a:lnTo>
                    <a:pt x="2" y="0"/>
                  </a:lnTo>
                  <a:lnTo>
                    <a:pt x="2" y="0"/>
                  </a:lnTo>
                  <a:lnTo>
                    <a:pt x="1" y="0"/>
                  </a:lnTo>
                  <a:lnTo>
                    <a:pt x="1" y="0"/>
                  </a:lnTo>
                </a:path>
              </a:pathLst>
            </a:custGeom>
            <a:solidFill>
              <a:srgbClr val="82c168"/>
            </a:solidFill>
            <a:ln w="0">
              <a:noFill/>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2068" name=""/>
            <p:cNvSpPr/>
            <p:nvPr/>
          </p:nvSpPr>
          <p:spPr>
            <a:xfrm>
              <a:off x="3059280" y="4222800"/>
              <a:ext cx="9360" cy="38160"/>
            </a:xfrm>
            <a:custGeom>
              <a:avLst/>
              <a:gdLst/>
              <a:ahLst/>
              <a:rect l="l" t="t" r="r" b="b"/>
              <a:pathLst>
                <a:path w="6" h="24">
                  <a:moveTo>
                    <a:pt x="5" y="1"/>
                  </a:moveTo>
                  <a:lnTo>
                    <a:pt x="5" y="1"/>
                  </a:lnTo>
                  <a:lnTo>
                    <a:pt x="2" y="0"/>
                  </a:lnTo>
                  <a:lnTo>
                    <a:pt x="0" y="1"/>
                  </a:lnTo>
                  <a:lnTo>
                    <a:pt x="0" y="3"/>
                  </a:lnTo>
                  <a:lnTo>
                    <a:pt x="0" y="8"/>
                  </a:lnTo>
                  <a:lnTo>
                    <a:pt x="0" y="10"/>
                  </a:lnTo>
                  <a:lnTo>
                    <a:pt x="0" y="16"/>
                  </a:lnTo>
                  <a:lnTo>
                    <a:pt x="0" y="21"/>
                  </a:lnTo>
                  <a:lnTo>
                    <a:pt x="1" y="23"/>
                  </a:lnTo>
                  <a:lnTo>
                    <a:pt x="2" y="23"/>
                  </a:lnTo>
                  <a:lnTo>
                    <a:pt x="1" y="21"/>
                  </a:lnTo>
                  <a:lnTo>
                    <a:pt x="0" y="16"/>
                  </a:lnTo>
                  <a:lnTo>
                    <a:pt x="0" y="10"/>
                  </a:lnTo>
                  <a:lnTo>
                    <a:pt x="0" y="8"/>
                  </a:lnTo>
                  <a:lnTo>
                    <a:pt x="0" y="3"/>
                  </a:lnTo>
                  <a:lnTo>
                    <a:pt x="1" y="1"/>
                  </a:lnTo>
                  <a:lnTo>
                    <a:pt x="2" y="1"/>
                  </a:lnTo>
                  <a:lnTo>
                    <a:pt x="4" y="1"/>
                  </a:lnTo>
                  <a:lnTo>
                    <a:pt x="4" y="1"/>
                  </a:lnTo>
                  <a:lnTo>
                    <a:pt x="5" y="1"/>
                  </a:lnTo>
                  <a:lnTo>
                    <a:pt x="5" y="1"/>
                  </a:lnTo>
                </a:path>
              </a:pathLst>
            </a:custGeom>
            <a:solidFill>
              <a:srgbClr val="82c168"/>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2069" name=""/>
            <p:cNvSpPr/>
            <p:nvPr/>
          </p:nvSpPr>
          <p:spPr>
            <a:xfrm>
              <a:off x="3828960" y="4210200"/>
              <a:ext cx="15840" cy="118800"/>
            </a:xfrm>
            <a:custGeom>
              <a:avLst/>
              <a:gdLst/>
              <a:ahLst/>
              <a:rect l="l" t="t" r="r" b="b"/>
              <a:pathLst>
                <a:path w="10" h="75">
                  <a:moveTo>
                    <a:pt x="8" y="0"/>
                  </a:moveTo>
                  <a:lnTo>
                    <a:pt x="8" y="2"/>
                  </a:lnTo>
                  <a:lnTo>
                    <a:pt x="9" y="6"/>
                  </a:lnTo>
                  <a:lnTo>
                    <a:pt x="8" y="9"/>
                  </a:lnTo>
                  <a:lnTo>
                    <a:pt x="8" y="18"/>
                  </a:lnTo>
                  <a:lnTo>
                    <a:pt x="8" y="24"/>
                  </a:lnTo>
                  <a:lnTo>
                    <a:pt x="7" y="31"/>
                  </a:lnTo>
                  <a:lnTo>
                    <a:pt x="5" y="35"/>
                  </a:lnTo>
                  <a:lnTo>
                    <a:pt x="5" y="40"/>
                  </a:lnTo>
                  <a:lnTo>
                    <a:pt x="5" y="43"/>
                  </a:lnTo>
                  <a:lnTo>
                    <a:pt x="5" y="50"/>
                  </a:lnTo>
                  <a:lnTo>
                    <a:pt x="5" y="56"/>
                  </a:lnTo>
                  <a:lnTo>
                    <a:pt x="5" y="63"/>
                  </a:lnTo>
                  <a:lnTo>
                    <a:pt x="3" y="67"/>
                  </a:lnTo>
                  <a:lnTo>
                    <a:pt x="3" y="74"/>
                  </a:lnTo>
                  <a:lnTo>
                    <a:pt x="2" y="74"/>
                  </a:lnTo>
                  <a:lnTo>
                    <a:pt x="2" y="74"/>
                  </a:lnTo>
                  <a:lnTo>
                    <a:pt x="0" y="66"/>
                  </a:lnTo>
                  <a:lnTo>
                    <a:pt x="0" y="57"/>
                  </a:lnTo>
                  <a:lnTo>
                    <a:pt x="0" y="50"/>
                  </a:lnTo>
                  <a:lnTo>
                    <a:pt x="2" y="46"/>
                  </a:lnTo>
                  <a:lnTo>
                    <a:pt x="2" y="40"/>
                  </a:lnTo>
                  <a:lnTo>
                    <a:pt x="3" y="33"/>
                  </a:lnTo>
                  <a:lnTo>
                    <a:pt x="4" y="29"/>
                  </a:lnTo>
                  <a:lnTo>
                    <a:pt x="5" y="18"/>
                  </a:lnTo>
                  <a:lnTo>
                    <a:pt x="5" y="9"/>
                  </a:lnTo>
                  <a:lnTo>
                    <a:pt x="5" y="6"/>
                  </a:lnTo>
                  <a:lnTo>
                    <a:pt x="7" y="2"/>
                  </a:lnTo>
                  <a:lnTo>
                    <a:pt x="8" y="0"/>
                  </a:lnTo>
                  <a:lnTo>
                    <a:pt x="8" y="0"/>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70" name=""/>
            <p:cNvSpPr/>
            <p:nvPr/>
          </p:nvSpPr>
          <p:spPr>
            <a:xfrm>
              <a:off x="3836880" y="4210200"/>
              <a:ext cx="7920" cy="64800"/>
            </a:xfrm>
            <a:custGeom>
              <a:avLst/>
              <a:gdLst/>
              <a:ahLst/>
              <a:rect l="l" t="t" r="r" b="b"/>
              <a:pathLst>
                <a:path w="5" h="41">
                  <a:moveTo>
                    <a:pt x="0" y="40"/>
                  </a:moveTo>
                  <a:lnTo>
                    <a:pt x="0" y="40"/>
                  </a:lnTo>
                  <a:lnTo>
                    <a:pt x="0" y="35"/>
                  </a:lnTo>
                  <a:lnTo>
                    <a:pt x="2" y="31"/>
                  </a:lnTo>
                  <a:lnTo>
                    <a:pt x="3" y="24"/>
                  </a:lnTo>
                  <a:lnTo>
                    <a:pt x="3" y="18"/>
                  </a:lnTo>
                  <a:lnTo>
                    <a:pt x="4" y="9"/>
                  </a:lnTo>
                  <a:lnTo>
                    <a:pt x="4" y="6"/>
                  </a:lnTo>
                  <a:lnTo>
                    <a:pt x="4" y="2"/>
                  </a:lnTo>
                  <a:lnTo>
                    <a:pt x="3" y="0"/>
                  </a:lnTo>
                  <a:lnTo>
                    <a:pt x="3" y="0"/>
                  </a:lnTo>
                  <a:lnTo>
                    <a:pt x="3" y="2"/>
                  </a:lnTo>
                  <a:lnTo>
                    <a:pt x="3" y="6"/>
                  </a:lnTo>
                  <a:lnTo>
                    <a:pt x="3" y="9"/>
                  </a:lnTo>
                  <a:lnTo>
                    <a:pt x="3" y="18"/>
                  </a:lnTo>
                  <a:lnTo>
                    <a:pt x="2" y="24"/>
                  </a:lnTo>
                  <a:lnTo>
                    <a:pt x="0" y="31"/>
                  </a:lnTo>
                  <a:lnTo>
                    <a:pt x="0" y="35"/>
                  </a:lnTo>
                  <a:lnTo>
                    <a:pt x="0" y="40"/>
                  </a:lnTo>
                  <a:lnTo>
                    <a:pt x="0" y="40"/>
                  </a:lnTo>
                  <a:lnTo>
                    <a:pt x="0" y="40"/>
                  </a:lnTo>
                  <a:lnTo>
                    <a:pt x="0" y="40"/>
                  </a:lnTo>
                </a:path>
              </a:pathLst>
            </a:custGeom>
            <a:solidFill>
              <a:srgbClr val="82c168"/>
            </a:solidFill>
            <a:ln w="0">
              <a:noFill/>
            </a:ln>
          </p:spPr>
          <p:style>
            <a:lnRef idx="0"/>
            <a:fillRef idx="0"/>
            <a:effectRef idx="0"/>
            <a:fontRef idx="minor"/>
          </p:style>
          <p:txBody>
            <a:bodyPr lIns="90000" rIns="90000" tIns="18000" bIns="18000" anchor="t">
              <a:noAutofit/>
            </a:bodyPr>
            <a:p>
              <a:endParaRPr b="0" lang="en-IN" sz="2400" strike="noStrike" u="none">
                <a:solidFill>
                  <a:srgbClr val="ffffff"/>
                </a:solidFill>
                <a:effectLst/>
                <a:uFillTx/>
                <a:latin typeface="Times New Roman"/>
              </a:endParaRPr>
            </a:p>
          </p:txBody>
        </p:sp>
        <p:sp>
          <p:nvSpPr>
            <p:cNvPr id="2071" name=""/>
            <p:cNvSpPr/>
            <p:nvPr/>
          </p:nvSpPr>
          <p:spPr>
            <a:xfrm>
              <a:off x="3828960" y="4273560"/>
              <a:ext cx="9720" cy="55440"/>
            </a:xfrm>
            <a:custGeom>
              <a:avLst/>
              <a:gdLst/>
              <a:ahLst/>
              <a:rect l="l" t="t" r="r" b="b"/>
              <a:pathLst>
                <a:path w="6" h="35">
                  <a:moveTo>
                    <a:pt x="0" y="34"/>
                  </a:moveTo>
                  <a:lnTo>
                    <a:pt x="0" y="34"/>
                  </a:lnTo>
                  <a:lnTo>
                    <a:pt x="3" y="34"/>
                  </a:lnTo>
                  <a:lnTo>
                    <a:pt x="3" y="34"/>
                  </a:lnTo>
                  <a:lnTo>
                    <a:pt x="4" y="27"/>
                  </a:lnTo>
                  <a:lnTo>
                    <a:pt x="5" y="23"/>
                  </a:lnTo>
                  <a:lnTo>
                    <a:pt x="5" y="16"/>
                  </a:lnTo>
                  <a:lnTo>
                    <a:pt x="5" y="10"/>
                  </a:lnTo>
                  <a:lnTo>
                    <a:pt x="5" y="3"/>
                  </a:lnTo>
                  <a:lnTo>
                    <a:pt x="5" y="0"/>
                  </a:lnTo>
                  <a:lnTo>
                    <a:pt x="5" y="0"/>
                  </a:lnTo>
                  <a:lnTo>
                    <a:pt x="5" y="3"/>
                  </a:lnTo>
                  <a:lnTo>
                    <a:pt x="5" y="10"/>
                  </a:lnTo>
                  <a:lnTo>
                    <a:pt x="5" y="16"/>
                  </a:lnTo>
                  <a:lnTo>
                    <a:pt x="3" y="23"/>
                  </a:lnTo>
                  <a:lnTo>
                    <a:pt x="3" y="27"/>
                  </a:lnTo>
                  <a:lnTo>
                    <a:pt x="2" y="34"/>
                  </a:lnTo>
                  <a:lnTo>
                    <a:pt x="2" y="34"/>
                  </a:lnTo>
                  <a:lnTo>
                    <a:pt x="2" y="34"/>
                  </a:lnTo>
                  <a:lnTo>
                    <a:pt x="2" y="34"/>
                  </a:lnTo>
                  <a:lnTo>
                    <a:pt x="0" y="34"/>
                  </a:lnTo>
                  <a:lnTo>
                    <a:pt x="0" y="34"/>
                  </a:lnTo>
                </a:path>
              </a:pathLst>
            </a:custGeom>
            <a:solidFill>
              <a:srgbClr val="82c168"/>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2072" name=""/>
            <p:cNvSpPr/>
            <p:nvPr/>
          </p:nvSpPr>
          <p:spPr>
            <a:xfrm>
              <a:off x="3824280" y="4282920"/>
              <a:ext cx="9360" cy="46080"/>
            </a:xfrm>
            <a:custGeom>
              <a:avLst/>
              <a:gdLst/>
              <a:ahLst/>
              <a:rect l="l" t="t" r="r" b="b"/>
              <a:pathLst>
                <a:path w="6" h="29">
                  <a:moveTo>
                    <a:pt x="3" y="0"/>
                  </a:moveTo>
                  <a:lnTo>
                    <a:pt x="3" y="0"/>
                  </a:lnTo>
                  <a:lnTo>
                    <a:pt x="0" y="4"/>
                  </a:lnTo>
                  <a:lnTo>
                    <a:pt x="0" y="11"/>
                  </a:lnTo>
                  <a:lnTo>
                    <a:pt x="0" y="20"/>
                  </a:lnTo>
                  <a:lnTo>
                    <a:pt x="3" y="28"/>
                  </a:lnTo>
                  <a:lnTo>
                    <a:pt x="5" y="28"/>
                  </a:lnTo>
                  <a:lnTo>
                    <a:pt x="5" y="20"/>
                  </a:lnTo>
                  <a:lnTo>
                    <a:pt x="5" y="11"/>
                  </a:lnTo>
                  <a:lnTo>
                    <a:pt x="5" y="4"/>
                  </a:lnTo>
                  <a:lnTo>
                    <a:pt x="5" y="0"/>
                  </a:lnTo>
                  <a:lnTo>
                    <a:pt x="5" y="0"/>
                  </a:lnTo>
                  <a:lnTo>
                    <a:pt x="3" y="0"/>
                  </a:lnTo>
                  <a:lnTo>
                    <a:pt x="3" y="0"/>
                  </a:lnTo>
                </a:path>
              </a:pathLst>
            </a:custGeom>
            <a:solidFill>
              <a:srgbClr val="82c168"/>
            </a:solidFill>
            <a:ln w="0">
              <a:noFill/>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2073" name=""/>
            <p:cNvSpPr/>
            <p:nvPr/>
          </p:nvSpPr>
          <p:spPr>
            <a:xfrm>
              <a:off x="3828960" y="4210200"/>
              <a:ext cx="14400" cy="74520"/>
            </a:xfrm>
            <a:custGeom>
              <a:avLst/>
              <a:gdLst/>
              <a:ahLst/>
              <a:rect l="l" t="t" r="r" b="b"/>
              <a:pathLst>
                <a:path w="9" h="47">
                  <a:moveTo>
                    <a:pt x="8" y="0"/>
                  </a:moveTo>
                  <a:lnTo>
                    <a:pt x="8" y="0"/>
                  </a:lnTo>
                  <a:lnTo>
                    <a:pt x="7" y="1"/>
                  </a:lnTo>
                  <a:lnTo>
                    <a:pt x="5" y="6"/>
                  </a:lnTo>
                  <a:lnTo>
                    <a:pt x="5" y="9"/>
                  </a:lnTo>
                  <a:lnTo>
                    <a:pt x="5" y="18"/>
                  </a:lnTo>
                  <a:lnTo>
                    <a:pt x="3" y="29"/>
                  </a:lnTo>
                  <a:lnTo>
                    <a:pt x="2" y="33"/>
                  </a:lnTo>
                  <a:lnTo>
                    <a:pt x="2" y="40"/>
                  </a:lnTo>
                  <a:lnTo>
                    <a:pt x="0" y="46"/>
                  </a:lnTo>
                  <a:lnTo>
                    <a:pt x="2" y="46"/>
                  </a:lnTo>
                  <a:lnTo>
                    <a:pt x="3" y="40"/>
                  </a:lnTo>
                  <a:lnTo>
                    <a:pt x="3" y="33"/>
                  </a:lnTo>
                  <a:lnTo>
                    <a:pt x="5" y="29"/>
                  </a:lnTo>
                  <a:lnTo>
                    <a:pt x="5" y="18"/>
                  </a:lnTo>
                  <a:lnTo>
                    <a:pt x="5" y="9"/>
                  </a:lnTo>
                  <a:lnTo>
                    <a:pt x="7" y="6"/>
                  </a:lnTo>
                  <a:lnTo>
                    <a:pt x="8" y="2"/>
                  </a:lnTo>
                  <a:lnTo>
                    <a:pt x="8" y="0"/>
                  </a:lnTo>
                  <a:lnTo>
                    <a:pt x="8" y="0"/>
                  </a:lnTo>
                  <a:lnTo>
                    <a:pt x="8" y="0"/>
                  </a:lnTo>
                  <a:lnTo>
                    <a:pt x="8" y="0"/>
                  </a:lnTo>
                </a:path>
              </a:pathLst>
            </a:custGeom>
            <a:solidFill>
              <a:srgbClr val="82c168"/>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074" name=""/>
            <p:cNvSpPr/>
            <p:nvPr/>
          </p:nvSpPr>
          <p:spPr>
            <a:xfrm>
              <a:off x="3675240" y="4200480"/>
              <a:ext cx="45720" cy="123840"/>
            </a:xfrm>
            <a:custGeom>
              <a:avLst/>
              <a:gdLst/>
              <a:ahLst/>
              <a:rect l="l" t="t" r="r" b="b"/>
              <a:pathLst>
                <a:path w="29" h="78">
                  <a:moveTo>
                    <a:pt x="23" y="2"/>
                  </a:moveTo>
                  <a:lnTo>
                    <a:pt x="23" y="5"/>
                  </a:lnTo>
                  <a:lnTo>
                    <a:pt x="24" y="12"/>
                  </a:lnTo>
                  <a:lnTo>
                    <a:pt x="26" y="15"/>
                  </a:lnTo>
                  <a:lnTo>
                    <a:pt x="26" y="24"/>
                  </a:lnTo>
                  <a:lnTo>
                    <a:pt x="27" y="36"/>
                  </a:lnTo>
                  <a:lnTo>
                    <a:pt x="28" y="41"/>
                  </a:lnTo>
                  <a:lnTo>
                    <a:pt x="28" y="49"/>
                  </a:lnTo>
                  <a:lnTo>
                    <a:pt x="28" y="54"/>
                  </a:lnTo>
                  <a:lnTo>
                    <a:pt x="27" y="57"/>
                  </a:lnTo>
                  <a:lnTo>
                    <a:pt x="26" y="62"/>
                  </a:lnTo>
                  <a:lnTo>
                    <a:pt x="26" y="63"/>
                  </a:lnTo>
                  <a:lnTo>
                    <a:pt x="26" y="63"/>
                  </a:lnTo>
                  <a:lnTo>
                    <a:pt x="26" y="65"/>
                  </a:lnTo>
                  <a:lnTo>
                    <a:pt x="26" y="69"/>
                  </a:lnTo>
                  <a:lnTo>
                    <a:pt x="26" y="71"/>
                  </a:lnTo>
                  <a:lnTo>
                    <a:pt x="24" y="72"/>
                  </a:lnTo>
                  <a:lnTo>
                    <a:pt x="24" y="72"/>
                  </a:lnTo>
                  <a:lnTo>
                    <a:pt x="23" y="72"/>
                  </a:lnTo>
                  <a:lnTo>
                    <a:pt x="23" y="73"/>
                  </a:lnTo>
                  <a:lnTo>
                    <a:pt x="23" y="73"/>
                  </a:lnTo>
                  <a:lnTo>
                    <a:pt x="23" y="76"/>
                  </a:lnTo>
                  <a:lnTo>
                    <a:pt x="23" y="77"/>
                  </a:lnTo>
                  <a:lnTo>
                    <a:pt x="17" y="77"/>
                  </a:lnTo>
                  <a:lnTo>
                    <a:pt x="17" y="77"/>
                  </a:lnTo>
                  <a:lnTo>
                    <a:pt x="17" y="77"/>
                  </a:lnTo>
                  <a:lnTo>
                    <a:pt x="16" y="76"/>
                  </a:lnTo>
                  <a:lnTo>
                    <a:pt x="16" y="76"/>
                  </a:lnTo>
                  <a:lnTo>
                    <a:pt x="16" y="75"/>
                  </a:lnTo>
                  <a:lnTo>
                    <a:pt x="16" y="73"/>
                  </a:lnTo>
                  <a:lnTo>
                    <a:pt x="14" y="73"/>
                  </a:lnTo>
                  <a:lnTo>
                    <a:pt x="14" y="73"/>
                  </a:lnTo>
                  <a:lnTo>
                    <a:pt x="11" y="72"/>
                  </a:lnTo>
                  <a:lnTo>
                    <a:pt x="8" y="72"/>
                  </a:lnTo>
                  <a:lnTo>
                    <a:pt x="8" y="72"/>
                  </a:lnTo>
                  <a:lnTo>
                    <a:pt x="8" y="72"/>
                  </a:lnTo>
                  <a:lnTo>
                    <a:pt x="7" y="72"/>
                  </a:lnTo>
                  <a:lnTo>
                    <a:pt x="4" y="72"/>
                  </a:lnTo>
                  <a:lnTo>
                    <a:pt x="4" y="71"/>
                  </a:lnTo>
                  <a:lnTo>
                    <a:pt x="2" y="71"/>
                  </a:lnTo>
                  <a:lnTo>
                    <a:pt x="0" y="71"/>
                  </a:lnTo>
                  <a:lnTo>
                    <a:pt x="0" y="71"/>
                  </a:lnTo>
                  <a:lnTo>
                    <a:pt x="0" y="70"/>
                  </a:lnTo>
                  <a:lnTo>
                    <a:pt x="0" y="69"/>
                  </a:lnTo>
                  <a:lnTo>
                    <a:pt x="2" y="69"/>
                  </a:lnTo>
                  <a:lnTo>
                    <a:pt x="4" y="67"/>
                  </a:lnTo>
                  <a:lnTo>
                    <a:pt x="4" y="65"/>
                  </a:lnTo>
                  <a:lnTo>
                    <a:pt x="8" y="64"/>
                  </a:lnTo>
                  <a:lnTo>
                    <a:pt x="8" y="64"/>
                  </a:lnTo>
                  <a:lnTo>
                    <a:pt x="8" y="64"/>
                  </a:lnTo>
                  <a:lnTo>
                    <a:pt x="8" y="64"/>
                  </a:lnTo>
                  <a:lnTo>
                    <a:pt x="9" y="63"/>
                  </a:lnTo>
                  <a:lnTo>
                    <a:pt x="10" y="63"/>
                  </a:lnTo>
                  <a:lnTo>
                    <a:pt x="11" y="63"/>
                  </a:lnTo>
                  <a:lnTo>
                    <a:pt x="11" y="63"/>
                  </a:lnTo>
                  <a:lnTo>
                    <a:pt x="11" y="62"/>
                  </a:lnTo>
                  <a:lnTo>
                    <a:pt x="11" y="61"/>
                  </a:lnTo>
                  <a:lnTo>
                    <a:pt x="14" y="57"/>
                  </a:lnTo>
                  <a:lnTo>
                    <a:pt x="14" y="56"/>
                  </a:lnTo>
                  <a:lnTo>
                    <a:pt x="16" y="53"/>
                  </a:lnTo>
                  <a:lnTo>
                    <a:pt x="16" y="49"/>
                  </a:lnTo>
                  <a:lnTo>
                    <a:pt x="16" y="46"/>
                  </a:lnTo>
                  <a:lnTo>
                    <a:pt x="17" y="40"/>
                  </a:lnTo>
                  <a:lnTo>
                    <a:pt x="17" y="37"/>
                  </a:lnTo>
                  <a:lnTo>
                    <a:pt x="17" y="35"/>
                  </a:lnTo>
                  <a:lnTo>
                    <a:pt x="17" y="30"/>
                  </a:lnTo>
                  <a:lnTo>
                    <a:pt x="17" y="24"/>
                  </a:lnTo>
                  <a:lnTo>
                    <a:pt x="17" y="15"/>
                  </a:lnTo>
                  <a:lnTo>
                    <a:pt x="17" y="12"/>
                  </a:lnTo>
                  <a:lnTo>
                    <a:pt x="17" y="6"/>
                  </a:lnTo>
                  <a:lnTo>
                    <a:pt x="20" y="2"/>
                  </a:lnTo>
                  <a:lnTo>
                    <a:pt x="23" y="0"/>
                  </a:lnTo>
                  <a:lnTo>
                    <a:pt x="23" y="2"/>
                  </a:lnTo>
                  <a:lnTo>
                    <a:pt x="23" y="2"/>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075" name=""/>
            <p:cNvSpPr/>
            <p:nvPr/>
          </p:nvSpPr>
          <p:spPr>
            <a:xfrm>
              <a:off x="3711600" y="4203720"/>
              <a:ext cx="9360" cy="84240"/>
            </a:xfrm>
            <a:custGeom>
              <a:avLst/>
              <a:gdLst/>
              <a:ahLst/>
              <a:rect l="l" t="t" r="r" b="b"/>
              <a:pathLst>
                <a:path w="6" h="53">
                  <a:moveTo>
                    <a:pt x="5" y="52"/>
                  </a:moveTo>
                  <a:lnTo>
                    <a:pt x="5" y="52"/>
                  </a:lnTo>
                  <a:lnTo>
                    <a:pt x="5" y="47"/>
                  </a:lnTo>
                  <a:lnTo>
                    <a:pt x="5" y="39"/>
                  </a:lnTo>
                  <a:lnTo>
                    <a:pt x="5" y="34"/>
                  </a:lnTo>
                  <a:lnTo>
                    <a:pt x="4" y="22"/>
                  </a:lnTo>
                  <a:lnTo>
                    <a:pt x="3" y="13"/>
                  </a:lnTo>
                  <a:lnTo>
                    <a:pt x="1" y="10"/>
                  </a:lnTo>
                  <a:lnTo>
                    <a:pt x="1" y="3"/>
                  </a:lnTo>
                  <a:lnTo>
                    <a:pt x="0" y="0"/>
                  </a:lnTo>
                  <a:lnTo>
                    <a:pt x="0" y="0"/>
                  </a:lnTo>
                  <a:lnTo>
                    <a:pt x="0" y="3"/>
                  </a:lnTo>
                  <a:lnTo>
                    <a:pt x="1" y="10"/>
                  </a:lnTo>
                  <a:lnTo>
                    <a:pt x="3" y="13"/>
                  </a:lnTo>
                  <a:lnTo>
                    <a:pt x="3" y="22"/>
                  </a:lnTo>
                  <a:lnTo>
                    <a:pt x="4" y="34"/>
                  </a:lnTo>
                  <a:lnTo>
                    <a:pt x="5" y="39"/>
                  </a:lnTo>
                  <a:lnTo>
                    <a:pt x="5" y="47"/>
                  </a:lnTo>
                  <a:lnTo>
                    <a:pt x="4" y="51"/>
                  </a:lnTo>
                  <a:lnTo>
                    <a:pt x="4" y="51"/>
                  </a:lnTo>
                  <a:lnTo>
                    <a:pt x="5" y="52"/>
                  </a:lnTo>
                  <a:lnTo>
                    <a:pt x="5" y="52"/>
                  </a:lnTo>
                </a:path>
              </a:pathLst>
            </a:custGeom>
            <a:solidFill>
              <a:srgbClr val="82c168"/>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076" name=""/>
            <p:cNvSpPr/>
            <p:nvPr/>
          </p:nvSpPr>
          <p:spPr>
            <a:xfrm>
              <a:off x="3713040" y="4284720"/>
              <a:ext cx="7920" cy="31680"/>
            </a:xfrm>
            <a:custGeom>
              <a:avLst/>
              <a:gdLst/>
              <a:ahLst/>
              <a:rect l="l" t="t" r="r" b="b"/>
              <a:pathLst>
                <a:path w="5" h="20">
                  <a:moveTo>
                    <a:pt x="0" y="19"/>
                  </a:moveTo>
                  <a:lnTo>
                    <a:pt x="0" y="19"/>
                  </a:lnTo>
                  <a:lnTo>
                    <a:pt x="2" y="19"/>
                  </a:lnTo>
                  <a:lnTo>
                    <a:pt x="2" y="16"/>
                  </a:lnTo>
                  <a:lnTo>
                    <a:pt x="2" y="12"/>
                  </a:lnTo>
                  <a:lnTo>
                    <a:pt x="3" y="10"/>
                  </a:lnTo>
                  <a:lnTo>
                    <a:pt x="3" y="10"/>
                  </a:lnTo>
                  <a:lnTo>
                    <a:pt x="3" y="9"/>
                  </a:lnTo>
                  <a:lnTo>
                    <a:pt x="3" y="4"/>
                  </a:lnTo>
                  <a:lnTo>
                    <a:pt x="4" y="1"/>
                  </a:lnTo>
                  <a:lnTo>
                    <a:pt x="3" y="0"/>
                  </a:lnTo>
                  <a:lnTo>
                    <a:pt x="2" y="4"/>
                  </a:lnTo>
                  <a:lnTo>
                    <a:pt x="2" y="9"/>
                  </a:lnTo>
                  <a:lnTo>
                    <a:pt x="2" y="10"/>
                  </a:lnTo>
                  <a:lnTo>
                    <a:pt x="2" y="10"/>
                  </a:lnTo>
                  <a:lnTo>
                    <a:pt x="2" y="12"/>
                  </a:lnTo>
                  <a:lnTo>
                    <a:pt x="2" y="16"/>
                  </a:lnTo>
                  <a:lnTo>
                    <a:pt x="2" y="17"/>
                  </a:lnTo>
                  <a:lnTo>
                    <a:pt x="0" y="19"/>
                  </a:lnTo>
                  <a:lnTo>
                    <a:pt x="0" y="19"/>
                  </a:lnTo>
                  <a:lnTo>
                    <a:pt x="0" y="19"/>
                  </a:lnTo>
                  <a:lnTo>
                    <a:pt x="0" y="19"/>
                  </a:lnTo>
                </a:path>
              </a:pathLst>
            </a:custGeom>
            <a:solidFill>
              <a:srgbClr val="82c168"/>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2077" name=""/>
            <p:cNvSpPr/>
            <p:nvPr/>
          </p:nvSpPr>
          <p:spPr>
            <a:xfrm>
              <a:off x="3701880" y="4314960"/>
              <a:ext cx="12960" cy="9360"/>
            </a:xfrm>
            <a:custGeom>
              <a:avLst/>
              <a:gdLst/>
              <a:ahLst/>
              <a:rect l="l" t="t" r="r" b="b"/>
              <a:pathLst>
                <a:path w="8" h="6">
                  <a:moveTo>
                    <a:pt x="0" y="5"/>
                  </a:moveTo>
                  <a:lnTo>
                    <a:pt x="0" y="5"/>
                  </a:lnTo>
                  <a:lnTo>
                    <a:pt x="3" y="5"/>
                  </a:lnTo>
                  <a:lnTo>
                    <a:pt x="6" y="5"/>
                  </a:lnTo>
                  <a:lnTo>
                    <a:pt x="6" y="4"/>
                  </a:lnTo>
                  <a:lnTo>
                    <a:pt x="6" y="3"/>
                  </a:lnTo>
                  <a:lnTo>
                    <a:pt x="6" y="1"/>
                  </a:lnTo>
                  <a:lnTo>
                    <a:pt x="6" y="0"/>
                  </a:lnTo>
                  <a:lnTo>
                    <a:pt x="7" y="0"/>
                  </a:lnTo>
                  <a:lnTo>
                    <a:pt x="7" y="0"/>
                  </a:lnTo>
                  <a:lnTo>
                    <a:pt x="7" y="0"/>
                  </a:lnTo>
                  <a:lnTo>
                    <a:pt x="6" y="0"/>
                  </a:lnTo>
                  <a:lnTo>
                    <a:pt x="6" y="0"/>
                  </a:lnTo>
                  <a:lnTo>
                    <a:pt x="6" y="1"/>
                  </a:lnTo>
                  <a:lnTo>
                    <a:pt x="6" y="1"/>
                  </a:lnTo>
                  <a:lnTo>
                    <a:pt x="6" y="4"/>
                  </a:lnTo>
                  <a:lnTo>
                    <a:pt x="3" y="4"/>
                  </a:lnTo>
                  <a:lnTo>
                    <a:pt x="0" y="4"/>
                  </a:lnTo>
                  <a:lnTo>
                    <a:pt x="0" y="4"/>
                  </a:lnTo>
                  <a:lnTo>
                    <a:pt x="0" y="4"/>
                  </a:lnTo>
                  <a:lnTo>
                    <a:pt x="0" y="5"/>
                  </a:lnTo>
                  <a:lnTo>
                    <a:pt x="0" y="5"/>
                  </a:lnTo>
                </a:path>
              </a:pathLst>
            </a:custGeom>
            <a:solidFill>
              <a:srgbClr val="82c168"/>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078" name=""/>
            <p:cNvSpPr/>
            <p:nvPr/>
          </p:nvSpPr>
          <p:spPr>
            <a:xfrm>
              <a:off x="3675240" y="4309920"/>
              <a:ext cx="28440" cy="14400"/>
            </a:xfrm>
            <a:custGeom>
              <a:avLst/>
              <a:gdLst/>
              <a:ahLst/>
              <a:rect l="l" t="t" r="r" b="b"/>
              <a:pathLst>
                <a:path w="18" h="9">
                  <a:moveTo>
                    <a:pt x="0" y="3"/>
                  </a:moveTo>
                  <a:lnTo>
                    <a:pt x="0" y="3"/>
                  </a:lnTo>
                  <a:lnTo>
                    <a:pt x="2" y="3"/>
                  </a:lnTo>
                  <a:lnTo>
                    <a:pt x="4" y="3"/>
                  </a:lnTo>
                  <a:lnTo>
                    <a:pt x="4" y="3"/>
                  </a:lnTo>
                  <a:lnTo>
                    <a:pt x="7" y="3"/>
                  </a:lnTo>
                  <a:lnTo>
                    <a:pt x="8" y="3"/>
                  </a:lnTo>
                  <a:lnTo>
                    <a:pt x="8" y="3"/>
                  </a:lnTo>
                  <a:lnTo>
                    <a:pt x="8" y="3"/>
                  </a:lnTo>
                  <a:lnTo>
                    <a:pt x="11" y="4"/>
                  </a:lnTo>
                  <a:lnTo>
                    <a:pt x="11" y="4"/>
                  </a:lnTo>
                  <a:lnTo>
                    <a:pt x="14" y="4"/>
                  </a:lnTo>
                  <a:lnTo>
                    <a:pt x="16" y="6"/>
                  </a:lnTo>
                  <a:lnTo>
                    <a:pt x="16" y="7"/>
                  </a:lnTo>
                  <a:lnTo>
                    <a:pt x="16" y="7"/>
                  </a:lnTo>
                  <a:lnTo>
                    <a:pt x="16" y="8"/>
                  </a:lnTo>
                  <a:lnTo>
                    <a:pt x="17" y="8"/>
                  </a:lnTo>
                  <a:lnTo>
                    <a:pt x="17" y="8"/>
                  </a:lnTo>
                  <a:lnTo>
                    <a:pt x="17" y="7"/>
                  </a:lnTo>
                  <a:lnTo>
                    <a:pt x="17" y="7"/>
                  </a:lnTo>
                  <a:lnTo>
                    <a:pt x="16" y="7"/>
                  </a:lnTo>
                  <a:lnTo>
                    <a:pt x="16" y="7"/>
                  </a:lnTo>
                  <a:lnTo>
                    <a:pt x="16" y="4"/>
                  </a:lnTo>
                  <a:lnTo>
                    <a:pt x="16" y="4"/>
                  </a:lnTo>
                  <a:lnTo>
                    <a:pt x="14" y="4"/>
                  </a:lnTo>
                  <a:lnTo>
                    <a:pt x="14" y="3"/>
                  </a:lnTo>
                  <a:lnTo>
                    <a:pt x="11" y="3"/>
                  </a:lnTo>
                  <a:lnTo>
                    <a:pt x="8" y="3"/>
                  </a:lnTo>
                  <a:lnTo>
                    <a:pt x="8" y="3"/>
                  </a:lnTo>
                  <a:lnTo>
                    <a:pt x="8" y="3"/>
                  </a:lnTo>
                  <a:lnTo>
                    <a:pt x="7" y="2"/>
                  </a:lnTo>
                  <a:lnTo>
                    <a:pt x="4" y="1"/>
                  </a:lnTo>
                  <a:lnTo>
                    <a:pt x="4" y="0"/>
                  </a:lnTo>
                  <a:lnTo>
                    <a:pt x="2" y="0"/>
                  </a:lnTo>
                  <a:lnTo>
                    <a:pt x="0" y="0"/>
                  </a:lnTo>
                  <a:lnTo>
                    <a:pt x="0" y="0"/>
                  </a:lnTo>
                  <a:lnTo>
                    <a:pt x="0" y="3"/>
                  </a:lnTo>
                  <a:lnTo>
                    <a:pt x="0" y="3"/>
                  </a:lnTo>
                </a:path>
              </a:pathLst>
            </a:custGeom>
            <a:solidFill>
              <a:srgbClr val="82c168"/>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079" name=""/>
            <p:cNvSpPr/>
            <p:nvPr/>
          </p:nvSpPr>
          <p:spPr>
            <a:xfrm>
              <a:off x="3675240" y="4302000"/>
              <a:ext cx="14040" cy="14400"/>
            </a:xfrm>
            <a:custGeom>
              <a:avLst/>
              <a:gdLst/>
              <a:ahLst/>
              <a:rect l="l" t="t" r="r" b="b"/>
              <a:pathLst>
                <a:path w="9" h="9">
                  <a:moveTo>
                    <a:pt x="8" y="0"/>
                  </a:moveTo>
                  <a:lnTo>
                    <a:pt x="8" y="0"/>
                  </a:lnTo>
                  <a:lnTo>
                    <a:pt x="8" y="0"/>
                  </a:lnTo>
                  <a:lnTo>
                    <a:pt x="4" y="0"/>
                  </a:lnTo>
                  <a:lnTo>
                    <a:pt x="4" y="1"/>
                  </a:lnTo>
                  <a:lnTo>
                    <a:pt x="0" y="5"/>
                  </a:lnTo>
                  <a:lnTo>
                    <a:pt x="0" y="5"/>
                  </a:lnTo>
                  <a:lnTo>
                    <a:pt x="0" y="5"/>
                  </a:lnTo>
                  <a:lnTo>
                    <a:pt x="0" y="8"/>
                  </a:lnTo>
                  <a:lnTo>
                    <a:pt x="0" y="8"/>
                  </a:lnTo>
                  <a:lnTo>
                    <a:pt x="0" y="5"/>
                  </a:lnTo>
                  <a:lnTo>
                    <a:pt x="0" y="5"/>
                  </a:lnTo>
                  <a:lnTo>
                    <a:pt x="0" y="6"/>
                  </a:lnTo>
                  <a:lnTo>
                    <a:pt x="0" y="5"/>
                  </a:lnTo>
                  <a:lnTo>
                    <a:pt x="2" y="5"/>
                  </a:lnTo>
                  <a:lnTo>
                    <a:pt x="4" y="5"/>
                  </a:lnTo>
                  <a:lnTo>
                    <a:pt x="4" y="3"/>
                  </a:lnTo>
                  <a:lnTo>
                    <a:pt x="8" y="1"/>
                  </a:lnTo>
                  <a:lnTo>
                    <a:pt x="8" y="1"/>
                  </a:lnTo>
                  <a:lnTo>
                    <a:pt x="8" y="1"/>
                  </a:lnTo>
                  <a:lnTo>
                    <a:pt x="8" y="0"/>
                  </a:lnTo>
                  <a:lnTo>
                    <a:pt x="8" y="0"/>
                  </a:lnTo>
                </a:path>
              </a:pathLst>
            </a:custGeom>
            <a:solidFill>
              <a:srgbClr val="82c168"/>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080" name=""/>
            <p:cNvSpPr/>
            <p:nvPr/>
          </p:nvSpPr>
          <p:spPr>
            <a:xfrm>
              <a:off x="3687840" y="4297320"/>
              <a:ext cx="11160" cy="7920"/>
            </a:xfrm>
            <a:custGeom>
              <a:avLst/>
              <a:gdLst/>
              <a:ahLst/>
              <a:rect l="l" t="t" r="r" b="b"/>
              <a:pathLst>
                <a:path w="7" h="5">
                  <a:moveTo>
                    <a:pt x="3" y="0"/>
                  </a:moveTo>
                  <a:lnTo>
                    <a:pt x="3" y="0"/>
                  </a:lnTo>
                  <a:lnTo>
                    <a:pt x="3" y="1"/>
                  </a:lnTo>
                  <a:lnTo>
                    <a:pt x="3" y="1"/>
                  </a:lnTo>
                  <a:lnTo>
                    <a:pt x="2" y="2"/>
                  </a:lnTo>
                  <a:lnTo>
                    <a:pt x="1" y="2"/>
                  </a:lnTo>
                  <a:lnTo>
                    <a:pt x="0" y="2"/>
                  </a:lnTo>
                  <a:lnTo>
                    <a:pt x="0" y="3"/>
                  </a:lnTo>
                  <a:lnTo>
                    <a:pt x="0" y="3"/>
                  </a:lnTo>
                  <a:lnTo>
                    <a:pt x="0" y="3"/>
                  </a:lnTo>
                  <a:lnTo>
                    <a:pt x="0" y="4"/>
                  </a:lnTo>
                  <a:lnTo>
                    <a:pt x="0" y="3"/>
                  </a:lnTo>
                  <a:lnTo>
                    <a:pt x="0" y="3"/>
                  </a:lnTo>
                  <a:lnTo>
                    <a:pt x="2" y="2"/>
                  </a:lnTo>
                  <a:lnTo>
                    <a:pt x="3" y="2"/>
                  </a:lnTo>
                  <a:lnTo>
                    <a:pt x="3" y="2"/>
                  </a:lnTo>
                  <a:lnTo>
                    <a:pt x="3" y="2"/>
                  </a:lnTo>
                  <a:lnTo>
                    <a:pt x="3" y="1"/>
                  </a:lnTo>
                  <a:lnTo>
                    <a:pt x="6" y="0"/>
                  </a:lnTo>
                  <a:lnTo>
                    <a:pt x="6" y="0"/>
                  </a:lnTo>
                  <a:lnTo>
                    <a:pt x="3" y="0"/>
                  </a:lnTo>
                  <a:lnTo>
                    <a:pt x="3" y="0"/>
                  </a:lnTo>
                </a:path>
              </a:pathLst>
            </a:custGeom>
            <a:solidFill>
              <a:srgbClr val="82c168"/>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081" name=""/>
            <p:cNvSpPr/>
            <p:nvPr/>
          </p:nvSpPr>
          <p:spPr>
            <a:xfrm>
              <a:off x="3692520" y="4255920"/>
              <a:ext cx="11160" cy="43200"/>
            </a:xfrm>
            <a:custGeom>
              <a:avLst/>
              <a:gdLst/>
              <a:ahLst/>
              <a:rect l="l" t="t" r="r" b="b"/>
              <a:pathLst>
                <a:path w="7" h="27">
                  <a:moveTo>
                    <a:pt x="6" y="0"/>
                  </a:moveTo>
                  <a:lnTo>
                    <a:pt x="6" y="0"/>
                  </a:lnTo>
                  <a:lnTo>
                    <a:pt x="6" y="2"/>
                  </a:lnTo>
                  <a:lnTo>
                    <a:pt x="5" y="5"/>
                  </a:lnTo>
                  <a:lnTo>
                    <a:pt x="5" y="11"/>
                  </a:lnTo>
                  <a:lnTo>
                    <a:pt x="5" y="13"/>
                  </a:lnTo>
                  <a:lnTo>
                    <a:pt x="3" y="18"/>
                  </a:lnTo>
                  <a:lnTo>
                    <a:pt x="3" y="19"/>
                  </a:lnTo>
                  <a:lnTo>
                    <a:pt x="0" y="22"/>
                  </a:lnTo>
                  <a:lnTo>
                    <a:pt x="0" y="26"/>
                  </a:lnTo>
                  <a:lnTo>
                    <a:pt x="3" y="26"/>
                  </a:lnTo>
                  <a:lnTo>
                    <a:pt x="3" y="22"/>
                  </a:lnTo>
                  <a:lnTo>
                    <a:pt x="3" y="21"/>
                  </a:lnTo>
                  <a:lnTo>
                    <a:pt x="5" y="18"/>
                  </a:lnTo>
                  <a:lnTo>
                    <a:pt x="5" y="14"/>
                  </a:lnTo>
                  <a:lnTo>
                    <a:pt x="5" y="11"/>
                  </a:lnTo>
                  <a:lnTo>
                    <a:pt x="6" y="5"/>
                  </a:lnTo>
                  <a:lnTo>
                    <a:pt x="6" y="2"/>
                  </a:lnTo>
                  <a:lnTo>
                    <a:pt x="6" y="0"/>
                  </a:lnTo>
                  <a:lnTo>
                    <a:pt x="6" y="0"/>
                  </a:lnTo>
                  <a:lnTo>
                    <a:pt x="6" y="0"/>
                  </a:lnTo>
                  <a:lnTo>
                    <a:pt x="6" y="0"/>
                  </a:lnTo>
                </a:path>
              </a:pathLst>
            </a:custGeom>
            <a:solidFill>
              <a:srgbClr val="82c168"/>
            </a:solidFill>
            <a:ln w="0">
              <a:noFill/>
            </a:ln>
          </p:spPr>
          <p:style>
            <a:lnRef idx="0"/>
            <a:fillRef idx="0"/>
            <a:effectRef idx="0"/>
            <a:fontRef idx="minor"/>
          </p:style>
          <p:txBody>
            <a:bodyPr lIns="90000" rIns="90000" tIns="-3600" bIns="-3600" anchor="t">
              <a:noAutofit/>
            </a:bodyPr>
            <a:p>
              <a:endParaRPr b="0" lang="en-IN" sz="2400" strike="noStrike" u="none">
                <a:solidFill>
                  <a:srgbClr val="ffffff"/>
                </a:solidFill>
                <a:effectLst/>
                <a:uFillTx/>
                <a:latin typeface="Times New Roman"/>
              </a:endParaRPr>
            </a:p>
          </p:txBody>
        </p:sp>
        <p:sp>
          <p:nvSpPr>
            <p:cNvPr id="2082" name=""/>
            <p:cNvSpPr/>
            <p:nvPr/>
          </p:nvSpPr>
          <p:spPr>
            <a:xfrm>
              <a:off x="3701880" y="4197240"/>
              <a:ext cx="11160" cy="60480"/>
            </a:xfrm>
            <a:custGeom>
              <a:avLst/>
              <a:gdLst/>
              <a:ahLst/>
              <a:rect l="l" t="t" r="r" b="b"/>
              <a:pathLst>
                <a:path w="7" h="38">
                  <a:moveTo>
                    <a:pt x="6" y="4"/>
                  </a:moveTo>
                  <a:lnTo>
                    <a:pt x="6" y="4"/>
                  </a:lnTo>
                  <a:lnTo>
                    <a:pt x="6" y="0"/>
                  </a:lnTo>
                  <a:lnTo>
                    <a:pt x="0" y="4"/>
                  </a:lnTo>
                  <a:lnTo>
                    <a:pt x="0" y="8"/>
                  </a:lnTo>
                  <a:lnTo>
                    <a:pt x="0" y="14"/>
                  </a:lnTo>
                  <a:lnTo>
                    <a:pt x="0" y="17"/>
                  </a:lnTo>
                  <a:lnTo>
                    <a:pt x="0" y="26"/>
                  </a:lnTo>
                  <a:lnTo>
                    <a:pt x="0" y="32"/>
                  </a:lnTo>
                  <a:lnTo>
                    <a:pt x="0" y="37"/>
                  </a:lnTo>
                  <a:lnTo>
                    <a:pt x="0" y="37"/>
                  </a:lnTo>
                  <a:lnTo>
                    <a:pt x="0" y="32"/>
                  </a:lnTo>
                  <a:lnTo>
                    <a:pt x="0" y="26"/>
                  </a:lnTo>
                  <a:lnTo>
                    <a:pt x="0" y="17"/>
                  </a:lnTo>
                  <a:lnTo>
                    <a:pt x="0" y="14"/>
                  </a:lnTo>
                  <a:lnTo>
                    <a:pt x="0" y="8"/>
                  </a:lnTo>
                  <a:lnTo>
                    <a:pt x="6" y="4"/>
                  </a:lnTo>
                  <a:lnTo>
                    <a:pt x="6" y="2"/>
                  </a:lnTo>
                  <a:lnTo>
                    <a:pt x="6" y="4"/>
                  </a:lnTo>
                  <a:lnTo>
                    <a:pt x="6" y="4"/>
                  </a:lnTo>
                  <a:lnTo>
                    <a:pt x="6" y="4"/>
                  </a:lnTo>
                  <a:lnTo>
                    <a:pt x="6" y="4"/>
                  </a:lnTo>
                </a:path>
              </a:pathLst>
            </a:custGeom>
            <a:solidFill>
              <a:srgbClr val="82c168"/>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2083" name=""/>
            <p:cNvSpPr/>
            <p:nvPr/>
          </p:nvSpPr>
          <p:spPr>
            <a:xfrm>
              <a:off x="2960640" y="3549600"/>
              <a:ext cx="14400" cy="22320"/>
            </a:xfrm>
            <a:custGeom>
              <a:avLst/>
              <a:gdLst/>
              <a:ahLst/>
              <a:rect l="l" t="t" r="r" b="b"/>
              <a:pathLst>
                <a:path w="9" h="14">
                  <a:moveTo>
                    <a:pt x="3" y="10"/>
                  </a:moveTo>
                  <a:lnTo>
                    <a:pt x="3" y="7"/>
                  </a:lnTo>
                  <a:lnTo>
                    <a:pt x="3" y="7"/>
                  </a:lnTo>
                  <a:lnTo>
                    <a:pt x="3" y="5"/>
                  </a:lnTo>
                  <a:lnTo>
                    <a:pt x="0" y="4"/>
                  </a:lnTo>
                  <a:lnTo>
                    <a:pt x="0" y="4"/>
                  </a:lnTo>
                  <a:lnTo>
                    <a:pt x="0" y="3"/>
                  </a:lnTo>
                  <a:lnTo>
                    <a:pt x="0" y="3"/>
                  </a:lnTo>
                  <a:lnTo>
                    <a:pt x="0" y="3"/>
                  </a:lnTo>
                  <a:lnTo>
                    <a:pt x="0" y="2"/>
                  </a:lnTo>
                  <a:lnTo>
                    <a:pt x="0" y="1"/>
                  </a:lnTo>
                  <a:lnTo>
                    <a:pt x="0" y="1"/>
                  </a:lnTo>
                  <a:lnTo>
                    <a:pt x="0" y="1"/>
                  </a:lnTo>
                  <a:lnTo>
                    <a:pt x="0" y="1"/>
                  </a:lnTo>
                  <a:lnTo>
                    <a:pt x="0" y="1"/>
                  </a:lnTo>
                  <a:lnTo>
                    <a:pt x="0" y="0"/>
                  </a:lnTo>
                  <a:lnTo>
                    <a:pt x="0" y="0"/>
                  </a:lnTo>
                  <a:lnTo>
                    <a:pt x="0" y="0"/>
                  </a:lnTo>
                  <a:lnTo>
                    <a:pt x="0" y="1"/>
                  </a:lnTo>
                  <a:lnTo>
                    <a:pt x="0" y="1"/>
                  </a:lnTo>
                  <a:lnTo>
                    <a:pt x="0" y="1"/>
                  </a:lnTo>
                  <a:lnTo>
                    <a:pt x="0" y="1"/>
                  </a:lnTo>
                  <a:lnTo>
                    <a:pt x="0" y="2"/>
                  </a:lnTo>
                  <a:lnTo>
                    <a:pt x="0" y="3"/>
                  </a:lnTo>
                  <a:lnTo>
                    <a:pt x="3" y="3"/>
                  </a:lnTo>
                  <a:lnTo>
                    <a:pt x="3" y="4"/>
                  </a:lnTo>
                  <a:lnTo>
                    <a:pt x="5" y="4"/>
                  </a:lnTo>
                  <a:lnTo>
                    <a:pt x="8" y="4"/>
                  </a:lnTo>
                  <a:lnTo>
                    <a:pt x="8" y="7"/>
                  </a:lnTo>
                  <a:lnTo>
                    <a:pt x="8" y="7"/>
                  </a:lnTo>
                  <a:lnTo>
                    <a:pt x="8" y="9"/>
                  </a:lnTo>
                  <a:lnTo>
                    <a:pt x="8" y="12"/>
                  </a:lnTo>
                  <a:lnTo>
                    <a:pt x="8" y="13"/>
                  </a:lnTo>
                  <a:lnTo>
                    <a:pt x="3" y="10"/>
                  </a:lnTo>
                  <a:lnTo>
                    <a:pt x="3" y="1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084" name=""/>
            <p:cNvSpPr/>
            <p:nvPr/>
          </p:nvSpPr>
          <p:spPr>
            <a:xfrm>
              <a:off x="3003480" y="3649680"/>
              <a:ext cx="1800" cy="23760"/>
            </a:xfrm>
            <a:custGeom>
              <a:avLst/>
              <a:gdLst/>
              <a:ahLst/>
              <a:rect l="l" t="t" r="r" b="b"/>
              <a:pathLst>
                <a:path w="1" h="15">
                  <a:moveTo>
                    <a:pt x="0" y="0"/>
                  </a:moveTo>
                  <a:lnTo>
                    <a:pt x="0" y="0"/>
                  </a:lnTo>
                  <a:lnTo>
                    <a:pt x="0" y="0"/>
                  </a:lnTo>
                  <a:lnTo>
                    <a:pt x="0" y="0"/>
                  </a:lnTo>
                  <a:lnTo>
                    <a:pt x="0" y="5"/>
                  </a:lnTo>
                  <a:lnTo>
                    <a:pt x="0" y="6"/>
                  </a:lnTo>
                  <a:lnTo>
                    <a:pt x="0" y="6"/>
                  </a:lnTo>
                  <a:lnTo>
                    <a:pt x="0" y="7"/>
                  </a:lnTo>
                  <a:lnTo>
                    <a:pt x="0" y="10"/>
                  </a:lnTo>
                  <a:lnTo>
                    <a:pt x="0" y="10"/>
                  </a:lnTo>
                  <a:lnTo>
                    <a:pt x="0" y="10"/>
                  </a:lnTo>
                  <a:lnTo>
                    <a:pt x="0" y="11"/>
                  </a:lnTo>
                  <a:lnTo>
                    <a:pt x="0" y="13"/>
                  </a:lnTo>
                  <a:lnTo>
                    <a:pt x="0" y="14"/>
                  </a:lnTo>
                  <a:lnTo>
                    <a:pt x="0" y="14"/>
                  </a:lnTo>
                  <a:lnTo>
                    <a:pt x="0" y="13"/>
                  </a:lnTo>
                  <a:lnTo>
                    <a:pt x="0" y="11"/>
                  </a:lnTo>
                  <a:lnTo>
                    <a:pt x="0" y="10"/>
                  </a:lnTo>
                  <a:lnTo>
                    <a:pt x="0" y="8"/>
                  </a:lnTo>
                  <a:lnTo>
                    <a:pt x="0" y="6"/>
                  </a:lnTo>
                  <a:lnTo>
                    <a:pt x="0" y="0"/>
                  </a:lnTo>
                  <a:lnTo>
                    <a:pt x="0"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085" name=""/>
            <p:cNvSpPr/>
            <p:nvPr/>
          </p:nvSpPr>
          <p:spPr>
            <a:xfrm>
              <a:off x="3006720" y="3686040"/>
              <a:ext cx="9360" cy="32040"/>
            </a:xfrm>
            <a:custGeom>
              <a:avLst/>
              <a:gdLst/>
              <a:ahLst/>
              <a:rect l="l" t="t" r="r" b="b"/>
              <a:pathLst>
                <a:path w="6" h="20">
                  <a:moveTo>
                    <a:pt x="5" y="2"/>
                  </a:moveTo>
                  <a:lnTo>
                    <a:pt x="5" y="0"/>
                  </a:lnTo>
                  <a:lnTo>
                    <a:pt x="5" y="0"/>
                  </a:lnTo>
                  <a:lnTo>
                    <a:pt x="5" y="2"/>
                  </a:lnTo>
                  <a:lnTo>
                    <a:pt x="5" y="6"/>
                  </a:lnTo>
                  <a:lnTo>
                    <a:pt x="5" y="7"/>
                  </a:lnTo>
                  <a:lnTo>
                    <a:pt x="5" y="9"/>
                  </a:lnTo>
                  <a:lnTo>
                    <a:pt x="5" y="9"/>
                  </a:lnTo>
                  <a:lnTo>
                    <a:pt x="4" y="9"/>
                  </a:lnTo>
                  <a:lnTo>
                    <a:pt x="4" y="12"/>
                  </a:lnTo>
                  <a:lnTo>
                    <a:pt x="0" y="12"/>
                  </a:lnTo>
                  <a:lnTo>
                    <a:pt x="0" y="16"/>
                  </a:lnTo>
                  <a:lnTo>
                    <a:pt x="0" y="18"/>
                  </a:lnTo>
                  <a:lnTo>
                    <a:pt x="0" y="18"/>
                  </a:lnTo>
                  <a:lnTo>
                    <a:pt x="0" y="18"/>
                  </a:lnTo>
                  <a:lnTo>
                    <a:pt x="0" y="18"/>
                  </a:lnTo>
                  <a:lnTo>
                    <a:pt x="0" y="19"/>
                  </a:lnTo>
                  <a:lnTo>
                    <a:pt x="0" y="19"/>
                  </a:lnTo>
                  <a:lnTo>
                    <a:pt x="0" y="18"/>
                  </a:lnTo>
                  <a:lnTo>
                    <a:pt x="0" y="18"/>
                  </a:lnTo>
                  <a:lnTo>
                    <a:pt x="4" y="17"/>
                  </a:lnTo>
                  <a:lnTo>
                    <a:pt x="5" y="12"/>
                  </a:lnTo>
                  <a:lnTo>
                    <a:pt x="5" y="9"/>
                  </a:lnTo>
                  <a:lnTo>
                    <a:pt x="5" y="7"/>
                  </a:lnTo>
                  <a:lnTo>
                    <a:pt x="5" y="2"/>
                  </a:lnTo>
                  <a:lnTo>
                    <a:pt x="5" y="2"/>
                  </a:lnTo>
                </a:path>
              </a:pathLst>
            </a:custGeom>
            <a:solidFill>
              <a:srgbClr val="ffc0b6"/>
            </a:solidFill>
            <a:ln w="0">
              <a:noFill/>
            </a:ln>
          </p:spPr>
          <p:style>
            <a:lnRef idx="0"/>
            <a:fillRef idx="0"/>
            <a:effectRef idx="0"/>
            <a:fontRef idx="minor"/>
          </p:style>
          <p:txBody>
            <a:bodyPr lIns="90000" rIns="90000" tIns="-14760" bIns="-14760" anchor="t">
              <a:noAutofit/>
            </a:bodyPr>
            <a:p>
              <a:endParaRPr b="0" lang="en-IN" sz="2400" strike="noStrike" u="none">
                <a:solidFill>
                  <a:srgbClr val="ffffff"/>
                </a:solidFill>
                <a:effectLst/>
                <a:uFillTx/>
                <a:latin typeface="Times New Roman"/>
              </a:endParaRPr>
            </a:p>
          </p:txBody>
        </p:sp>
        <p:sp>
          <p:nvSpPr>
            <p:cNvPr id="2086" name=""/>
            <p:cNvSpPr/>
            <p:nvPr/>
          </p:nvSpPr>
          <p:spPr>
            <a:xfrm>
              <a:off x="2960640" y="4057560"/>
              <a:ext cx="180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087" name=""/>
            <p:cNvSpPr/>
            <p:nvPr/>
          </p:nvSpPr>
          <p:spPr>
            <a:xfrm>
              <a:off x="2960640" y="4051440"/>
              <a:ext cx="19080" cy="9360"/>
            </a:xfrm>
            <a:custGeom>
              <a:avLst/>
              <a:gdLst/>
              <a:ahLst/>
              <a:rect l="l" t="t" r="r" b="b"/>
              <a:pathLst>
                <a:path w="12" h="6">
                  <a:moveTo>
                    <a:pt x="9" y="0"/>
                  </a:moveTo>
                  <a:lnTo>
                    <a:pt x="9" y="0"/>
                  </a:lnTo>
                  <a:lnTo>
                    <a:pt x="8" y="1"/>
                  </a:lnTo>
                  <a:lnTo>
                    <a:pt x="8" y="4"/>
                  </a:lnTo>
                  <a:lnTo>
                    <a:pt x="8" y="4"/>
                  </a:lnTo>
                  <a:lnTo>
                    <a:pt x="3" y="4"/>
                  </a:lnTo>
                  <a:lnTo>
                    <a:pt x="0" y="4"/>
                  </a:lnTo>
                  <a:lnTo>
                    <a:pt x="0" y="4"/>
                  </a:lnTo>
                  <a:lnTo>
                    <a:pt x="0" y="4"/>
                  </a:lnTo>
                  <a:lnTo>
                    <a:pt x="0" y="4"/>
                  </a:lnTo>
                  <a:lnTo>
                    <a:pt x="0" y="5"/>
                  </a:lnTo>
                  <a:lnTo>
                    <a:pt x="0" y="5"/>
                  </a:lnTo>
                  <a:lnTo>
                    <a:pt x="0" y="5"/>
                  </a:lnTo>
                  <a:lnTo>
                    <a:pt x="0" y="5"/>
                  </a:lnTo>
                  <a:lnTo>
                    <a:pt x="3" y="5"/>
                  </a:lnTo>
                  <a:lnTo>
                    <a:pt x="8" y="5"/>
                  </a:lnTo>
                  <a:lnTo>
                    <a:pt x="8" y="4"/>
                  </a:lnTo>
                  <a:lnTo>
                    <a:pt x="9" y="4"/>
                  </a:lnTo>
                  <a:lnTo>
                    <a:pt x="11" y="1"/>
                  </a:lnTo>
                  <a:lnTo>
                    <a:pt x="11" y="1"/>
                  </a:lnTo>
                  <a:lnTo>
                    <a:pt x="9" y="0"/>
                  </a:lnTo>
                  <a:lnTo>
                    <a:pt x="9"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088" name=""/>
            <p:cNvSpPr/>
            <p:nvPr/>
          </p:nvSpPr>
          <p:spPr>
            <a:xfrm>
              <a:off x="2975040" y="4040280"/>
              <a:ext cx="20520" cy="14040"/>
            </a:xfrm>
            <a:custGeom>
              <a:avLst/>
              <a:gdLst/>
              <a:ahLst/>
              <a:rect l="l" t="t" r="r" b="b"/>
              <a:pathLst>
                <a:path w="13" h="9">
                  <a:moveTo>
                    <a:pt x="11" y="0"/>
                  </a:moveTo>
                  <a:lnTo>
                    <a:pt x="11" y="0"/>
                  </a:lnTo>
                  <a:lnTo>
                    <a:pt x="11" y="0"/>
                  </a:lnTo>
                  <a:lnTo>
                    <a:pt x="8" y="0"/>
                  </a:lnTo>
                  <a:lnTo>
                    <a:pt x="5" y="0"/>
                  </a:lnTo>
                  <a:lnTo>
                    <a:pt x="5" y="1"/>
                  </a:lnTo>
                  <a:lnTo>
                    <a:pt x="3" y="4"/>
                  </a:lnTo>
                  <a:lnTo>
                    <a:pt x="3" y="6"/>
                  </a:lnTo>
                  <a:lnTo>
                    <a:pt x="2" y="6"/>
                  </a:lnTo>
                  <a:lnTo>
                    <a:pt x="0" y="7"/>
                  </a:lnTo>
                  <a:lnTo>
                    <a:pt x="2" y="8"/>
                  </a:lnTo>
                  <a:lnTo>
                    <a:pt x="3" y="7"/>
                  </a:lnTo>
                  <a:lnTo>
                    <a:pt x="5" y="6"/>
                  </a:lnTo>
                  <a:lnTo>
                    <a:pt x="5" y="6"/>
                  </a:lnTo>
                  <a:lnTo>
                    <a:pt x="5" y="4"/>
                  </a:lnTo>
                  <a:lnTo>
                    <a:pt x="6" y="0"/>
                  </a:lnTo>
                  <a:lnTo>
                    <a:pt x="11" y="0"/>
                  </a:lnTo>
                  <a:lnTo>
                    <a:pt x="11" y="0"/>
                  </a:lnTo>
                  <a:lnTo>
                    <a:pt x="12" y="0"/>
                  </a:lnTo>
                  <a:lnTo>
                    <a:pt x="12" y="0"/>
                  </a:lnTo>
                  <a:lnTo>
                    <a:pt x="11" y="0"/>
                  </a:lnTo>
                  <a:lnTo>
                    <a:pt x="11" y="0"/>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2089" name=""/>
            <p:cNvSpPr/>
            <p:nvPr/>
          </p:nvSpPr>
          <p:spPr>
            <a:xfrm>
              <a:off x="2992320" y="4008600"/>
              <a:ext cx="32040" cy="33120"/>
            </a:xfrm>
            <a:custGeom>
              <a:avLst/>
              <a:gdLst/>
              <a:ahLst/>
              <a:rect l="l" t="t" r="r" b="b"/>
              <a:pathLst>
                <a:path w="20" h="21">
                  <a:moveTo>
                    <a:pt x="16" y="0"/>
                  </a:moveTo>
                  <a:lnTo>
                    <a:pt x="16" y="0"/>
                  </a:lnTo>
                  <a:lnTo>
                    <a:pt x="16" y="2"/>
                  </a:lnTo>
                  <a:lnTo>
                    <a:pt x="14" y="2"/>
                  </a:lnTo>
                  <a:lnTo>
                    <a:pt x="14" y="2"/>
                  </a:lnTo>
                  <a:lnTo>
                    <a:pt x="14" y="3"/>
                  </a:lnTo>
                  <a:lnTo>
                    <a:pt x="14" y="6"/>
                  </a:lnTo>
                  <a:lnTo>
                    <a:pt x="13" y="7"/>
                  </a:lnTo>
                  <a:lnTo>
                    <a:pt x="9" y="9"/>
                  </a:lnTo>
                  <a:lnTo>
                    <a:pt x="9" y="10"/>
                  </a:lnTo>
                  <a:lnTo>
                    <a:pt x="9" y="10"/>
                  </a:lnTo>
                  <a:lnTo>
                    <a:pt x="7" y="11"/>
                  </a:lnTo>
                  <a:lnTo>
                    <a:pt x="7" y="11"/>
                  </a:lnTo>
                  <a:lnTo>
                    <a:pt x="2" y="12"/>
                  </a:lnTo>
                  <a:lnTo>
                    <a:pt x="2" y="12"/>
                  </a:lnTo>
                  <a:lnTo>
                    <a:pt x="1" y="13"/>
                  </a:lnTo>
                  <a:lnTo>
                    <a:pt x="1" y="16"/>
                  </a:lnTo>
                  <a:lnTo>
                    <a:pt x="0" y="20"/>
                  </a:lnTo>
                  <a:lnTo>
                    <a:pt x="1" y="20"/>
                  </a:lnTo>
                  <a:lnTo>
                    <a:pt x="1" y="20"/>
                  </a:lnTo>
                  <a:lnTo>
                    <a:pt x="2" y="16"/>
                  </a:lnTo>
                  <a:lnTo>
                    <a:pt x="2" y="13"/>
                  </a:lnTo>
                  <a:lnTo>
                    <a:pt x="2" y="12"/>
                  </a:lnTo>
                  <a:lnTo>
                    <a:pt x="7" y="12"/>
                  </a:lnTo>
                  <a:lnTo>
                    <a:pt x="7" y="11"/>
                  </a:lnTo>
                  <a:lnTo>
                    <a:pt x="9" y="11"/>
                  </a:lnTo>
                  <a:lnTo>
                    <a:pt x="9" y="10"/>
                  </a:lnTo>
                  <a:lnTo>
                    <a:pt x="9" y="10"/>
                  </a:lnTo>
                  <a:lnTo>
                    <a:pt x="13" y="9"/>
                  </a:lnTo>
                  <a:lnTo>
                    <a:pt x="14" y="6"/>
                  </a:lnTo>
                  <a:lnTo>
                    <a:pt x="14" y="4"/>
                  </a:lnTo>
                  <a:lnTo>
                    <a:pt x="16" y="2"/>
                  </a:lnTo>
                  <a:lnTo>
                    <a:pt x="17" y="2"/>
                  </a:lnTo>
                  <a:lnTo>
                    <a:pt x="19" y="2"/>
                  </a:lnTo>
                  <a:lnTo>
                    <a:pt x="19" y="0"/>
                  </a:lnTo>
                  <a:lnTo>
                    <a:pt x="19" y="0"/>
                  </a:lnTo>
                  <a:lnTo>
                    <a:pt x="16" y="0"/>
                  </a:lnTo>
                  <a:lnTo>
                    <a:pt x="16" y="0"/>
                  </a:lnTo>
                </a:path>
              </a:pathLst>
            </a:custGeom>
            <a:solidFill>
              <a:srgbClr val="ffc0b6"/>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2090" name=""/>
            <p:cNvSpPr/>
            <p:nvPr/>
          </p:nvSpPr>
          <p:spPr>
            <a:xfrm>
              <a:off x="3017880" y="3986280"/>
              <a:ext cx="14400" cy="23760"/>
            </a:xfrm>
            <a:custGeom>
              <a:avLst/>
              <a:gdLst/>
              <a:ahLst/>
              <a:rect l="l" t="t" r="r" b="b"/>
              <a:pathLst>
                <a:path w="9" h="15">
                  <a:moveTo>
                    <a:pt x="8" y="0"/>
                  </a:moveTo>
                  <a:lnTo>
                    <a:pt x="7" y="0"/>
                  </a:lnTo>
                  <a:lnTo>
                    <a:pt x="4" y="1"/>
                  </a:lnTo>
                  <a:lnTo>
                    <a:pt x="3" y="3"/>
                  </a:lnTo>
                  <a:lnTo>
                    <a:pt x="3" y="3"/>
                  </a:lnTo>
                  <a:lnTo>
                    <a:pt x="3" y="5"/>
                  </a:lnTo>
                  <a:lnTo>
                    <a:pt x="3" y="9"/>
                  </a:lnTo>
                  <a:lnTo>
                    <a:pt x="0" y="13"/>
                  </a:lnTo>
                  <a:lnTo>
                    <a:pt x="0" y="14"/>
                  </a:lnTo>
                  <a:lnTo>
                    <a:pt x="3" y="14"/>
                  </a:lnTo>
                  <a:lnTo>
                    <a:pt x="3" y="13"/>
                  </a:lnTo>
                  <a:lnTo>
                    <a:pt x="3" y="10"/>
                  </a:lnTo>
                  <a:lnTo>
                    <a:pt x="3" y="5"/>
                  </a:lnTo>
                  <a:lnTo>
                    <a:pt x="3" y="3"/>
                  </a:lnTo>
                  <a:lnTo>
                    <a:pt x="4" y="3"/>
                  </a:lnTo>
                  <a:lnTo>
                    <a:pt x="8" y="3"/>
                  </a:lnTo>
                  <a:lnTo>
                    <a:pt x="8" y="1"/>
                  </a:lnTo>
                  <a:lnTo>
                    <a:pt x="8" y="1"/>
                  </a:lnTo>
                  <a:lnTo>
                    <a:pt x="8" y="0"/>
                  </a:lnTo>
                  <a:lnTo>
                    <a:pt x="8"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091" name=""/>
            <p:cNvSpPr/>
            <p:nvPr/>
          </p:nvSpPr>
          <p:spPr>
            <a:xfrm>
              <a:off x="3017880" y="4008600"/>
              <a:ext cx="6480" cy="4680"/>
            </a:xfrm>
            <a:custGeom>
              <a:avLst/>
              <a:gdLst/>
              <a:ahLst/>
              <a:rect l="l" t="t" r="r" b="b"/>
              <a:pathLst>
                <a:path w="4" h="3">
                  <a:moveTo>
                    <a:pt x="3" y="2"/>
                  </a:moveTo>
                  <a:lnTo>
                    <a:pt x="3" y="0"/>
                  </a:lnTo>
                  <a:lnTo>
                    <a:pt x="3" y="0"/>
                  </a:lnTo>
                  <a:lnTo>
                    <a:pt x="1" y="0"/>
                  </a:lnTo>
                  <a:lnTo>
                    <a:pt x="0" y="0"/>
                  </a:lnTo>
                  <a:lnTo>
                    <a:pt x="3" y="2"/>
                  </a:lnTo>
                  <a:lnTo>
                    <a:pt x="3"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092" name=""/>
            <p:cNvSpPr/>
            <p:nvPr/>
          </p:nvSpPr>
          <p:spPr>
            <a:xfrm>
              <a:off x="2979720" y="4017960"/>
              <a:ext cx="1440" cy="3240"/>
            </a:xfrm>
            <a:custGeom>
              <a:avLst/>
              <a:gdLst/>
              <a:ahLst/>
              <a:rect l="l" t="t" r="r" b="b"/>
              <a:pathLst>
                <a:path w="1" h="2">
                  <a:moveTo>
                    <a:pt x="0" y="0"/>
                  </a:moveTo>
                  <a:lnTo>
                    <a:pt x="0" y="0"/>
                  </a:lnTo>
                  <a:lnTo>
                    <a:pt x="0" y="0"/>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093" name=""/>
            <p:cNvSpPr/>
            <p:nvPr/>
          </p:nvSpPr>
          <p:spPr>
            <a:xfrm>
              <a:off x="2979720" y="4008600"/>
              <a:ext cx="17640" cy="12600"/>
            </a:xfrm>
            <a:custGeom>
              <a:avLst/>
              <a:gdLst/>
              <a:ahLst/>
              <a:rect l="l" t="t" r="r" b="b"/>
              <a:pathLst>
                <a:path w="11" h="8">
                  <a:moveTo>
                    <a:pt x="10" y="0"/>
                  </a:moveTo>
                  <a:lnTo>
                    <a:pt x="10" y="0"/>
                  </a:lnTo>
                  <a:lnTo>
                    <a:pt x="10" y="2"/>
                  </a:lnTo>
                  <a:lnTo>
                    <a:pt x="9" y="2"/>
                  </a:lnTo>
                  <a:lnTo>
                    <a:pt x="8" y="2"/>
                  </a:lnTo>
                  <a:lnTo>
                    <a:pt x="8" y="3"/>
                  </a:lnTo>
                  <a:lnTo>
                    <a:pt x="3" y="4"/>
                  </a:lnTo>
                  <a:lnTo>
                    <a:pt x="2" y="6"/>
                  </a:lnTo>
                  <a:lnTo>
                    <a:pt x="2" y="6"/>
                  </a:lnTo>
                  <a:lnTo>
                    <a:pt x="0" y="6"/>
                  </a:lnTo>
                  <a:lnTo>
                    <a:pt x="0" y="7"/>
                  </a:lnTo>
                  <a:lnTo>
                    <a:pt x="2" y="7"/>
                  </a:lnTo>
                  <a:lnTo>
                    <a:pt x="2" y="7"/>
                  </a:lnTo>
                  <a:lnTo>
                    <a:pt x="5" y="6"/>
                  </a:lnTo>
                  <a:lnTo>
                    <a:pt x="8" y="6"/>
                  </a:lnTo>
                  <a:lnTo>
                    <a:pt x="9" y="3"/>
                  </a:lnTo>
                  <a:lnTo>
                    <a:pt x="10" y="2"/>
                  </a:lnTo>
                  <a:lnTo>
                    <a:pt x="10" y="2"/>
                  </a:lnTo>
                  <a:lnTo>
                    <a:pt x="10" y="2"/>
                  </a:lnTo>
                  <a:lnTo>
                    <a:pt x="10" y="2"/>
                  </a:lnTo>
                  <a:lnTo>
                    <a:pt x="10" y="0"/>
                  </a:lnTo>
                  <a:lnTo>
                    <a:pt x="10"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094" name=""/>
            <p:cNvSpPr/>
            <p:nvPr/>
          </p:nvSpPr>
          <p:spPr>
            <a:xfrm>
              <a:off x="2995560" y="3990960"/>
              <a:ext cx="12600" cy="22320"/>
            </a:xfrm>
            <a:custGeom>
              <a:avLst/>
              <a:gdLst/>
              <a:ahLst/>
              <a:rect l="l" t="t" r="r" b="b"/>
              <a:pathLst>
                <a:path w="8" h="14">
                  <a:moveTo>
                    <a:pt x="7" y="0"/>
                  </a:moveTo>
                  <a:lnTo>
                    <a:pt x="7" y="0"/>
                  </a:lnTo>
                  <a:lnTo>
                    <a:pt x="7" y="0"/>
                  </a:lnTo>
                  <a:lnTo>
                    <a:pt x="7" y="0"/>
                  </a:lnTo>
                  <a:lnTo>
                    <a:pt x="5" y="0"/>
                  </a:lnTo>
                  <a:lnTo>
                    <a:pt x="5" y="2"/>
                  </a:lnTo>
                  <a:lnTo>
                    <a:pt x="2" y="2"/>
                  </a:lnTo>
                  <a:lnTo>
                    <a:pt x="0" y="7"/>
                  </a:lnTo>
                  <a:lnTo>
                    <a:pt x="0" y="10"/>
                  </a:lnTo>
                  <a:lnTo>
                    <a:pt x="0" y="11"/>
                  </a:lnTo>
                  <a:lnTo>
                    <a:pt x="0" y="13"/>
                  </a:lnTo>
                  <a:lnTo>
                    <a:pt x="0" y="10"/>
                  </a:lnTo>
                  <a:lnTo>
                    <a:pt x="2" y="7"/>
                  </a:lnTo>
                  <a:lnTo>
                    <a:pt x="5" y="5"/>
                  </a:lnTo>
                  <a:lnTo>
                    <a:pt x="5" y="2"/>
                  </a:lnTo>
                  <a:lnTo>
                    <a:pt x="7" y="1"/>
                  </a:lnTo>
                  <a:lnTo>
                    <a:pt x="7" y="0"/>
                  </a:lnTo>
                  <a:lnTo>
                    <a:pt x="7" y="0"/>
                  </a:lnTo>
                  <a:lnTo>
                    <a:pt x="7" y="0"/>
                  </a:lnTo>
                  <a:lnTo>
                    <a:pt x="7" y="0"/>
                  </a:lnTo>
                  <a:lnTo>
                    <a:pt x="7" y="0"/>
                  </a:lnTo>
                  <a:lnTo>
                    <a:pt x="7"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095" name=""/>
            <p:cNvSpPr/>
            <p:nvPr/>
          </p:nvSpPr>
          <p:spPr>
            <a:xfrm>
              <a:off x="3006720" y="3965400"/>
              <a:ext cx="17640" cy="27000"/>
            </a:xfrm>
            <a:custGeom>
              <a:avLst/>
              <a:gdLst/>
              <a:ahLst/>
              <a:rect l="l" t="t" r="r" b="b"/>
              <a:pathLst>
                <a:path w="11" h="17">
                  <a:moveTo>
                    <a:pt x="7" y="0"/>
                  </a:moveTo>
                  <a:lnTo>
                    <a:pt x="5" y="4"/>
                  </a:lnTo>
                  <a:lnTo>
                    <a:pt x="5" y="6"/>
                  </a:lnTo>
                  <a:lnTo>
                    <a:pt x="5" y="7"/>
                  </a:lnTo>
                  <a:lnTo>
                    <a:pt x="4" y="11"/>
                  </a:lnTo>
                  <a:lnTo>
                    <a:pt x="0" y="12"/>
                  </a:lnTo>
                  <a:lnTo>
                    <a:pt x="0" y="14"/>
                  </a:lnTo>
                  <a:lnTo>
                    <a:pt x="0" y="16"/>
                  </a:lnTo>
                  <a:lnTo>
                    <a:pt x="0" y="16"/>
                  </a:lnTo>
                  <a:lnTo>
                    <a:pt x="0" y="16"/>
                  </a:lnTo>
                  <a:lnTo>
                    <a:pt x="0" y="16"/>
                  </a:lnTo>
                  <a:lnTo>
                    <a:pt x="0" y="14"/>
                  </a:lnTo>
                  <a:lnTo>
                    <a:pt x="4" y="13"/>
                  </a:lnTo>
                  <a:lnTo>
                    <a:pt x="5" y="11"/>
                  </a:lnTo>
                  <a:lnTo>
                    <a:pt x="5" y="8"/>
                  </a:lnTo>
                  <a:lnTo>
                    <a:pt x="5" y="6"/>
                  </a:lnTo>
                  <a:lnTo>
                    <a:pt x="8" y="4"/>
                  </a:lnTo>
                  <a:lnTo>
                    <a:pt x="10" y="0"/>
                  </a:lnTo>
                  <a:lnTo>
                    <a:pt x="7" y="0"/>
                  </a:lnTo>
                  <a:lnTo>
                    <a:pt x="7"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096" name=""/>
            <p:cNvSpPr/>
            <p:nvPr/>
          </p:nvSpPr>
          <p:spPr>
            <a:xfrm>
              <a:off x="3006720" y="399096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097" name=""/>
            <p:cNvSpPr/>
            <p:nvPr/>
          </p:nvSpPr>
          <p:spPr>
            <a:xfrm>
              <a:off x="2965320" y="4027320"/>
              <a:ext cx="5040" cy="1800"/>
            </a:xfrm>
            <a:custGeom>
              <a:avLst/>
              <a:gdLst/>
              <a:ahLst/>
              <a:rect l="l" t="t" r="r" b="b"/>
              <a:pathLst>
                <a:path w="3" h="1">
                  <a:moveTo>
                    <a:pt x="2" y="0"/>
                  </a:moveTo>
                  <a:lnTo>
                    <a:pt x="2" y="0"/>
                  </a:lnTo>
                  <a:lnTo>
                    <a:pt x="2"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098" name=""/>
            <p:cNvSpPr/>
            <p:nvPr/>
          </p:nvSpPr>
          <p:spPr>
            <a:xfrm>
              <a:off x="2948040" y="4027320"/>
              <a:ext cx="22320" cy="14400"/>
            </a:xfrm>
            <a:custGeom>
              <a:avLst/>
              <a:gdLst/>
              <a:ahLst/>
              <a:rect l="l" t="t" r="r" b="b"/>
              <a:pathLst>
                <a:path w="14" h="9">
                  <a:moveTo>
                    <a:pt x="0" y="8"/>
                  </a:moveTo>
                  <a:lnTo>
                    <a:pt x="3" y="8"/>
                  </a:lnTo>
                  <a:lnTo>
                    <a:pt x="8" y="8"/>
                  </a:lnTo>
                  <a:lnTo>
                    <a:pt x="8" y="8"/>
                  </a:lnTo>
                  <a:lnTo>
                    <a:pt x="8" y="8"/>
                  </a:lnTo>
                  <a:lnTo>
                    <a:pt x="8" y="4"/>
                  </a:lnTo>
                  <a:lnTo>
                    <a:pt x="11" y="1"/>
                  </a:lnTo>
                  <a:lnTo>
                    <a:pt x="13" y="1"/>
                  </a:lnTo>
                  <a:lnTo>
                    <a:pt x="13" y="0"/>
                  </a:lnTo>
                  <a:lnTo>
                    <a:pt x="11" y="0"/>
                  </a:lnTo>
                  <a:lnTo>
                    <a:pt x="11" y="0"/>
                  </a:lnTo>
                  <a:lnTo>
                    <a:pt x="11" y="0"/>
                  </a:lnTo>
                  <a:lnTo>
                    <a:pt x="8" y="1"/>
                  </a:lnTo>
                  <a:lnTo>
                    <a:pt x="8" y="4"/>
                  </a:lnTo>
                  <a:lnTo>
                    <a:pt x="8" y="7"/>
                  </a:lnTo>
                  <a:lnTo>
                    <a:pt x="7" y="8"/>
                  </a:lnTo>
                  <a:lnTo>
                    <a:pt x="3" y="8"/>
                  </a:lnTo>
                  <a:lnTo>
                    <a:pt x="0" y="8"/>
                  </a:lnTo>
                  <a:lnTo>
                    <a:pt x="0" y="8"/>
                  </a:lnTo>
                  <a:lnTo>
                    <a:pt x="0" y="8"/>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099" name=""/>
            <p:cNvSpPr/>
            <p:nvPr/>
          </p:nvSpPr>
          <p:spPr>
            <a:xfrm>
              <a:off x="2965320" y="4027320"/>
              <a:ext cx="180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00" name=""/>
            <p:cNvSpPr/>
            <p:nvPr/>
          </p:nvSpPr>
          <p:spPr>
            <a:xfrm>
              <a:off x="2944800" y="402588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101" name=""/>
            <p:cNvSpPr/>
            <p:nvPr/>
          </p:nvSpPr>
          <p:spPr>
            <a:xfrm>
              <a:off x="2944800" y="4014720"/>
              <a:ext cx="22320" cy="12600"/>
            </a:xfrm>
            <a:custGeom>
              <a:avLst/>
              <a:gdLst/>
              <a:ahLst/>
              <a:rect l="l" t="t" r="r" b="b"/>
              <a:pathLst>
                <a:path w="14" h="8">
                  <a:moveTo>
                    <a:pt x="10" y="0"/>
                  </a:moveTo>
                  <a:lnTo>
                    <a:pt x="10" y="0"/>
                  </a:lnTo>
                  <a:lnTo>
                    <a:pt x="10" y="3"/>
                  </a:lnTo>
                  <a:lnTo>
                    <a:pt x="10" y="5"/>
                  </a:lnTo>
                  <a:lnTo>
                    <a:pt x="10" y="6"/>
                  </a:lnTo>
                  <a:lnTo>
                    <a:pt x="7" y="6"/>
                  </a:lnTo>
                  <a:lnTo>
                    <a:pt x="5" y="6"/>
                  </a:lnTo>
                  <a:lnTo>
                    <a:pt x="2" y="6"/>
                  </a:lnTo>
                  <a:lnTo>
                    <a:pt x="0" y="6"/>
                  </a:lnTo>
                  <a:lnTo>
                    <a:pt x="0" y="7"/>
                  </a:lnTo>
                  <a:lnTo>
                    <a:pt x="0" y="7"/>
                  </a:lnTo>
                  <a:lnTo>
                    <a:pt x="0" y="7"/>
                  </a:lnTo>
                  <a:lnTo>
                    <a:pt x="2" y="7"/>
                  </a:lnTo>
                  <a:lnTo>
                    <a:pt x="5" y="7"/>
                  </a:lnTo>
                  <a:lnTo>
                    <a:pt x="9" y="7"/>
                  </a:lnTo>
                  <a:lnTo>
                    <a:pt x="10" y="6"/>
                  </a:lnTo>
                  <a:lnTo>
                    <a:pt x="10" y="6"/>
                  </a:lnTo>
                  <a:lnTo>
                    <a:pt x="13" y="3"/>
                  </a:lnTo>
                  <a:lnTo>
                    <a:pt x="13" y="0"/>
                  </a:lnTo>
                  <a:lnTo>
                    <a:pt x="13" y="0"/>
                  </a:lnTo>
                  <a:lnTo>
                    <a:pt x="10" y="0"/>
                  </a:lnTo>
                  <a:lnTo>
                    <a:pt x="10"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102" name=""/>
            <p:cNvSpPr/>
            <p:nvPr/>
          </p:nvSpPr>
          <p:spPr>
            <a:xfrm>
              <a:off x="2960640" y="4002120"/>
              <a:ext cx="15840" cy="14400"/>
            </a:xfrm>
            <a:custGeom>
              <a:avLst/>
              <a:gdLst/>
              <a:ahLst/>
              <a:rect l="l" t="t" r="r" b="b"/>
              <a:pathLst>
                <a:path w="10" h="9">
                  <a:moveTo>
                    <a:pt x="8" y="0"/>
                  </a:moveTo>
                  <a:lnTo>
                    <a:pt x="9" y="0"/>
                  </a:lnTo>
                  <a:lnTo>
                    <a:pt x="8" y="3"/>
                  </a:lnTo>
                  <a:lnTo>
                    <a:pt x="8" y="3"/>
                  </a:lnTo>
                  <a:lnTo>
                    <a:pt x="8" y="3"/>
                  </a:lnTo>
                  <a:lnTo>
                    <a:pt x="8" y="4"/>
                  </a:lnTo>
                  <a:lnTo>
                    <a:pt x="5" y="6"/>
                  </a:lnTo>
                  <a:lnTo>
                    <a:pt x="3" y="6"/>
                  </a:lnTo>
                  <a:lnTo>
                    <a:pt x="0" y="6"/>
                  </a:lnTo>
                  <a:lnTo>
                    <a:pt x="0" y="8"/>
                  </a:lnTo>
                  <a:lnTo>
                    <a:pt x="3" y="8"/>
                  </a:lnTo>
                  <a:lnTo>
                    <a:pt x="3" y="6"/>
                  </a:lnTo>
                  <a:lnTo>
                    <a:pt x="5" y="6"/>
                  </a:lnTo>
                  <a:lnTo>
                    <a:pt x="8" y="6"/>
                  </a:lnTo>
                  <a:lnTo>
                    <a:pt x="8" y="6"/>
                  </a:lnTo>
                  <a:lnTo>
                    <a:pt x="8" y="4"/>
                  </a:lnTo>
                  <a:lnTo>
                    <a:pt x="8" y="3"/>
                  </a:lnTo>
                  <a:lnTo>
                    <a:pt x="9" y="3"/>
                  </a:lnTo>
                  <a:lnTo>
                    <a:pt x="9" y="3"/>
                  </a:lnTo>
                  <a:lnTo>
                    <a:pt x="9" y="3"/>
                  </a:lnTo>
                  <a:lnTo>
                    <a:pt x="8" y="0"/>
                  </a:lnTo>
                  <a:lnTo>
                    <a:pt x="8"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103" name=""/>
            <p:cNvSpPr/>
            <p:nvPr/>
          </p:nvSpPr>
          <p:spPr>
            <a:xfrm>
              <a:off x="2973240" y="3987720"/>
              <a:ext cx="22320" cy="20880"/>
            </a:xfrm>
            <a:custGeom>
              <a:avLst/>
              <a:gdLst/>
              <a:ahLst/>
              <a:rect l="l" t="t" r="r" b="b"/>
              <a:pathLst>
                <a:path w="14" h="13">
                  <a:moveTo>
                    <a:pt x="13" y="2"/>
                  </a:moveTo>
                  <a:lnTo>
                    <a:pt x="13" y="0"/>
                  </a:lnTo>
                  <a:lnTo>
                    <a:pt x="0" y="9"/>
                  </a:lnTo>
                  <a:lnTo>
                    <a:pt x="1" y="12"/>
                  </a:lnTo>
                  <a:lnTo>
                    <a:pt x="13" y="2"/>
                  </a:lnTo>
                  <a:lnTo>
                    <a:pt x="13" y="2"/>
                  </a:lnTo>
                  <a:lnTo>
                    <a:pt x="13" y="2"/>
                  </a:lnTo>
                  <a:lnTo>
                    <a:pt x="13" y="2"/>
                  </a:lnTo>
                </a:path>
              </a:pathLst>
            </a:custGeom>
            <a:solidFill>
              <a:srgbClr val="ffc0b6"/>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2104" name=""/>
            <p:cNvSpPr/>
            <p:nvPr/>
          </p:nvSpPr>
          <p:spPr>
            <a:xfrm>
              <a:off x="2994120" y="3987720"/>
              <a:ext cx="1440" cy="4680"/>
            </a:xfrm>
            <a:custGeom>
              <a:avLst/>
              <a:gdLst/>
              <a:ahLst/>
              <a:rect l="l" t="t" r="r" b="b"/>
              <a:pathLst>
                <a:path w="1" h="3">
                  <a:moveTo>
                    <a:pt x="0" y="2"/>
                  </a:moveTo>
                  <a:lnTo>
                    <a:pt x="0" y="2"/>
                  </a:lnTo>
                  <a:lnTo>
                    <a:pt x="0" y="0"/>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105" name=""/>
            <p:cNvSpPr/>
            <p:nvPr/>
          </p:nvSpPr>
          <p:spPr>
            <a:xfrm>
              <a:off x="2982960" y="3968640"/>
              <a:ext cx="11160" cy="5040"/>
            </a:xfrm>
            <a:custGeom>
              <a:avLst/>
              <a:gdLst/>
              <a:ahLst/>
              <a:rect l="l" t="t" r="r" b="b"/>
              <a:pathLst>
                <a:path w="7" h="3">
                  <a:moveTo>
                    <a:pt x="3" y="2"/>
                  </a:moveTo>
                  <a:lnTo>
                    <a:pt x="6" y="2"/>
                  </a:lnTo>
                  <a:lnTo>
                    <a:pt x="3" y="0"/>
                  </a:lnTo>
                  <a:lnTo>
                    <a:pt x="1" y="0"/>
                  </a:lnTo>
                  <a:lnTo>
                    <a:pt x="0" y="0"/>
                  </a:lnTo>
                  <a:lnTo>
                    <a:pt x="3" y="2"/>
                  </a:lnTo>
                  <a:lnTo>
                    <a:pt x="3" y="2"/>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2106" name=""/>
            <p:cNvSpPr/>
            <p:nvPr/>
          </p:nvSpPr>
          <p:spPr>
            <a:xfrm>
              <a:off x="2960640" y="3968640"/>
              <a:ext cx="28800" cy="19080"/>
            </a:xfrm>
            <a:custGeom>
              <a:avLst/>
              <a:gdLst/>
              <a:ahLst/>
              <a:rect l="l" t="t" r="r" b="b"/>
              <a:pathLst>
                <a:path w="18" h="12">
                  <a:moveTo>
                    <a:pt x="0" y="11"/>
                  </a:moveTo>
                  <a:lnTo>
                    <a:pt x="0" y="11"/>
                  </a:lnTo>
                  <a:lnTo>
                    <a:pt x="3" y="11"/>
                  </a:lnTo>
                  <a:lnTo>
                    <a:pt x="8" y="10"/>
                  </a:lnTo>
                  <a:lnTo>
                    <a:pt x="8" y="9"/>
                  </a:lnTo>
                  <a:lnTo>
                    <a:pt x="9" y="5"/>
                  </a:lnTo>
                  <a:lnTo>
                    <a:pt x="12" y="4"/>
                  </a:lnTo>
                  <a:lnTo>
                    <a:pt x="14" y="2"/>
                  </a:lnTo>
                  <a:lnTo>
                    <a:pt x="15" y="2"/>
                  </a:lnTo>
                  <a:lnTo>
                    <a:pt x="17" y="2"/>
                  </a:lnTo>
                  <a:lnTo>
                    <a:pt x="14" y="0"/>
                  </a:lnTo>
                  <a:lnTo>
                    <a:pt x="14" y="2"/>
                  </a:lnTo>
                  <a:lnTo>
                    <a:pt x="14" y="2"/>
                  </a:lnTo>
                  <a:lnTo>
                    <a:pt x="11" y="4"/>
                  </a:lnTo>
                  <a:lnTo>
                    <a:pt x="9" y="4"/>
                  </a:lnTo>
                  <a:lnTo>
                    <a:pt x="8" y="9"/>
                  </a:lnTo>
                  <a:lnTo>
                    <a:pt x="8" y="9"/>
                  </a:lnTo>
                  <a:lnTo>
                    <a:pt x="3" y="10"/>
                  </a:lnTo>
                  <a:lnTo>
                    <a:pt x="0" y="10"/>
                  </a:lnTo>
                  <a:lnTo>
                    <a:pt x="0" y="10"/>
                  </a:lnTo>
                  <a:lnTo>
                    <a:pt x="0" y="11"/>
                  </a:lnTo>
                  <a:lnTo>
                    <a:pt x="0" y="11"/>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107" name=""/>
            <p:cNvSpPr/>
            <p:nvPr/>
          </p:nvSpPr>
          <p:spPr>
            <a:xfrm>
              <a:off x="2944800" y="3984480"/>
              <a:ext cx="17640" cy="19080"/>
            </a:xfrm>
            <a:custGeom>
              <a:avLst/>
              <a:gdLst/>
              <a:ahLst/>
              <a:rect l="l" t="t" r="r" b="b"/>
              <a:pathLst>
                <a:path w="11" h="12">
                  <a:moveTo>
                    <a:pt x="0" y="11"/>
                  </a:moveTo>
                  <a:lnTo>
                    <a:pt x="5" y="11"/>
                  </a:lnTo>
                  <a:lnTo>
                    <a:pt x="5" y="6"/>
                  </a:lnTo>
                  <a:lnTo>
                    <a:pt x="7" y="6"/>
                  </a:lnTo>
                  <a:lnTo>
                    <a:pt x="10" y="4"/>
                  </a:lnTo>
                  <a:lnTo>
                    <a:pt x="10" y="4"/>
                  </a:lnTo>
                  <a:lnTo>
                    <a:pt x="10" y="1"/>
                  </a:lnTo>
                  <a:lnTo>
                    <a:pt x="10" y="1"/>
                  </a:lnTo>
                  <a:lnTo>
                    <a:pt x="10" y="1"/>
                  </a:lnTo>
                  <a:lnTo>
                    <a:pt x="10" y="0"/>
                  </a:lnTo>
                  <a:lnTo>
                    <a:pt x="10" y="0"/>
                  </a:lnTo>
                  <a:lnTo>
                    <a:pt x="10" y="1"/>
                  </a:lnTo>
                  <a:lnTo>
                    <a:pt x="10" y="2"/>
                  </a:lnTo>
                  <a:lnTo>
                    <a:pt x="7" y="4"/>
                  </a:lnTo>
                  <a:lnTo>
                    <a:pt x="5" y="5"/>
                  </a:lnTo>
                  <a:lnTo>
                    <a:pt x="5" y="6"/>
                  </a:lnTo>
                  <a:lnTo>
                    <a:pt x="2" y="9"/>
                  </a:lnTo>
                  <a:lnTo>
                    <a:pt x="0" y="10"/>
                  </a:lnTo>
                  <a:lnTo>
                    <a:pt x="0" y="11"/>
                  </a:lnTo>
                  <a:lnTo>
                    <a:pt x="0" y="11"/>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108" name=""/>
            <p:cNvSpPr/>
            <p:nvPr/>
          </p:nvSpPr>
          <p:spPr>
            <a:xfrm>
              <a:off x="2960640" y="3984480"/>
              <a:ext cx="1800" cy="3240"/>
            </a:xfrm>
            <a:custGeom>
              <a:avLst/>
              <a:gdLst/>
              <a:ahLst/>
              <a:rect l="l" t="t" r="r" b="b"/>
              <a:pathLst>
                <a:path w="1" h="2">
                  <a:moveTo>
                    <a:pt x="0" y="0"/>
                  </a:moveTo>
                  <a:lnTo>
                    <a:pt x="0" y="0"/>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09" name=""/>
            <p:cNvSpPr/>
            <p:nvPr/>
          </p:nvSpPr>
          <p:spPr>
            <a:xfrm>
              <a:off x="2992320" y="4078440"/>
              <a:ext cx="1800" cy="2880"/>
            </a:xfrm>
            <a:custGeom>
              <a:avLst/>
              <a:gdLst/>
              <a:ahLst/>
              <a:rect l="l" t="t" r="r" b="b"/>
              <a:pathLst>
                <a:path w="1" h="2">
                  <a:moveTo>
                    <a:pt x="0" y="0"/>
                  </a:moveTo>
                  <a:lnTo>
                    <a:pt x="0" y="0"/>
                  </a:lnTo>
                  <a:lnTo>
                    <a:pt x="0" y="0"/>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110" name=""/>
            <p:cNvSpPr/>
            <p:nvPr/>
          </p:nvSpPr>
          <p:spPr>
            <a:xfrm>
              <a:off x="2992320" y="4064040"/>
              <a:ext cx="15840" cy="17280"/>
            </a:xfrm>
            <a:custGeom>
              <a:avLst/>
              <a:gdLst/>
              <a:ahLst/>
              <a:rect l="l" t="t" r="r" b="b"/>
              <a:pathLst>
                <a:path w="10" h="11">
                  <a:moveTo>
                    <a:pt x="9" y="0"/>
                  </a:moveTo>
                  <a:lnTo>
                    <a:pt x="9" y="0"/>
                  </a:lnTo>
                  <a:lnTo>
                    <a:pt x="9" y="0"/>
                  </a:lnTo>
                  <a:lnTo>
                    <a:pt x="7" y="2"/>
                  </a:lnTo>
                  <a:lnTo>
                    <a:pt x="7" y="3"/>
                  </a:lnTo>
                  <a:lnTo>
                    <a:pt x="2" y="5"/>
                  </a:lnTo>
                  <a:lnTo>
                    <a:pt x="2" y="7"/>
                  </a:lnTo>
                  <a:lnTo>
                    <a:pt x="1" y="7"/>
                  </a:lnTo>
                  <a:lnTo>
                    <a:pt x="0" y="9"/>
                  </a:lnTo>
                  <a:lnTo>
                    <a:pt x="0" y="9"/>
                  </a:lnTo>
                  <a:lnTo>
                    <a:pt x="0" y="10"/>
                  </a:lnTo>
                  <a:lnTo>
                    <a:pt x="0" y="10"/>
                  </a:lnTo>
                  <a:lnTo>
                    <a:pt x="1" y="9"/>
                  </a:lnTo>
                  <a:lnTo>
                    <a:pt x="2" y="9"/>
                  </a:lnTo>
                  <a:lnTo>
                    <a:pt x="2" y="7"/>
                  </a:lnTo>
                  <a:lnTo>
                    <a:pt x="7" y="5"/>
                  </a:lnTo>
                  <a:lnTo>
                    <a:pt x="9" y="3"/>
                  </a:lnTo>
                  <a:lnTo>
                    <a:pt x="9" y="2"/>
                  </a:lnTo>
                  <a:lnTo>
                    <a:pt x="9" y="0"/>
                  </a:lnTo>
                  <a:lnTo>
                    <a:pt x="9" y="0"/>
                  </a:lnTo>
                  <a:lnTo>
                    <a:pt x="9" y="0"/>
                  </a:lnTo>
                  <a:lnTo>
                    <a:pt x="9" y="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111" name=""/>
            <p:cNvSpPr/>
            <p:nvPr/>
          </p:nvSpPr>
          <p:spPr>
            <a:xfrm>
              <a:off x="3006720" y="4049640"/>
              <a:ext cx="17640" cy="15840"/>
            </a:xfrm>
            <a:custGeom>
              <a:avLst/>
              <a:gdLst/>
              <a:ahLst/>
              <a:rect l="l" t="t" r="r" b="b"/>
              <a:pathLst>
                <a:path w="11" h="10">
                  <a:moveTo>
                    <a:pt x="10" y="0"/>
                  </a:moveTo>
                  <a:lnTo>
                    <a:pt x="10" y="0"/>
                  </a:lnTo>
                  <a:lnTo>
                    <a:pt x="10" y="1"/>
                  </a:lnTo>
                  <a:lnTo>
                    <a:pt x="7" y="2"/>
                  </a:lnTo>
                  <a:lnTo>
                    <a:pt x="5" y="2"/>
                  </a:lnTo>
                  <a:lnTo>
                    <a:pt x="5" y="5"/>
                  </a:lnTo>
                  <a:lnTo>
                    <a:pt x="4" y="5"/>
                  </a:lnTo>
                  <a:lnTo>
                    <a:pt x="0" y="6"/>
                  </a:lnTo>
                  <a:lnTo>
                    <a:pt x="0" y="7"/>
                  </a:lnTo>
                  <a:lnTo>
                    <a:pt x="0" y="9"/>
                  </a:lnTo>
                  <a:lnTo>
                    <a:pt x="0" y="9"/>
                  </a:lnTo>
                  <a:lnTo>
                    <a:pt x="0" y="9"/>
                  </a:lnTo>
                  <a:lnTo>
                    <a:pt x="4" y="6"/>
                  </a:lnTo>
                  <a:lnTo>
                    <a:pt x="5" y="6"/>
                  </a:lnTo>
                  <a:lnTo>
                    <a:pt x="5" y="5"/>
                  </a:lnTo>
                  <a:lnTo>
                    <a:pt x="5" y="4"/>
                  </a:lnTo>
                  <a:lnTo>
                    <a:pt x="10" y="2"/>
                  </a:lnTo>
                  <a:lnTo>
                    <a:pt x="10" y="1"/>
                  </a:lnTo>
                  <a:lnTo>
                    <a:pt x="10" y="0"/>
                  </a:lnTo>
                  <a:lnTo>
                    <a:pt x="10" y="0"/>
                  </a:lnTo>
                  <a:lnTo>
                    <a:pt x="10" y="0"/>
                  </a:lnTo>
                  <a:lnTo>
                    <a:pt x="10"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112" name=""/>
            <p:cNvSpPr/>
            <p:nvPr/>
          </p:nvSpPr>
          <p:spPr>
            <a:xfrm>
              <a:off x="3022560" y="4027320"/>
              <a:ext cx="9720" cy="24120"/>
            </a:xfrm>
            <a:custGeom>
              <a:avLst/>
              <a:gdLst/>
              <a:ahLst/>
              <a:rect l="l" t="t" r="r" b="b"/>
              <a:pathLst>
                <a:path w="6" h="15">
                  <a:moveTo>
                    <a:pt x="4" y="0"/>
                  </a:moveTo>
                  <a:lnTo>
                    <a:pt x="4" y="0"/>
                  </a:lnTo>
                  <a:lnTo>
                    <a:pt x="1" y="1"/>
                  </a:lnTo>
                  <a:lnTo>
                    <a:pt x="0" y="7"/>
                  </a:lnTo>
                  <a:lnTo>
                    <a:pt x="0" y="8"/>
                  </a:lnTo>
                  <a:lnTo>
                    <a:pt x="0" y="8"/>
                  </a:lnTo>
                  <a:lnTo>
                    <a:pt x="0" y="9"/>
                  </a:lnTo>
                  <a:lnTo>
                    <a:pt x="0" y="14"/>
                  </a:lnTo>
                  <a:lnTo>
                    <a:pt x="0" y="14"/>
                  </a:lnTo>
                  <a:lnTo>
                    <a:pt x="0" y="14"/>
                  </a:lnTo>
                  <a:lnTo>
                    <a:pt x="0" y="14"/>
                  </a:lnTo>
                  <a:lnTo>
                    <a:pt x="0" y="9"/>
                  </a:lnTo>
                  <a:lnTo>
                    <a:pt x="0" y="8"/>
                  </a:lnTo>
                  <a:lnTo>
                    <a:pt x="4" y="8"/>
                  </a:lnTo>
                  <a:lnTo>
                    <a:pt x="5" y="8"/>
                  </a:lnTo>
                  <a:lnTo>
                    <a:pt x="5" y="1"/>
                  </a:lnTo>
                  <a:lnTo>
                    <a:pt x="5" y="0"/>
                  </a:lnTo>
                  <a:lnTo>
                    <a:pt x="5" y="0"/>
                  </a:lnTo>
                  <a:lnTo>
                    <a:pt x="4" y="0"/>
                  </a:lnTo>
                  <a:lnTo>
                    <a:pt x="4" y="0"/>
                  </a:lnTo>
                </a:path>
              </a:pathLst>
            </a:custGeom>
            <a:solidFill>
              <a:srgbClr val="ffc0b6"/>
            </a:solidFill>
            <a:ln w="0">
              <a:noFill/>
            </a:ln>
          </p:spPr>
          <p:style>
            <a:lnRef idx="0"/>
            <a:fillRef idx="0"/>
            <a:effectRef idx="0"/>
            <a:fontRef idx="minor"/>
          </p:style>
          <p:txBody>
            <a:bodyPr lIns="90000" rIns="90000" tIns="-22680" bIns="-22680" anchor="t">
              <a:noAutofit/>
            </a:bodyPr>
            <a:p>
              <a:endParaRPr b="0" lang="en-IN" sz="2400" strike="noStrike" u="none">
                <a:solidFill>
                  <a:srgbClr val="ffffff"/>
                </a:solidFill>
                <a:effectLst/>
                <a:uFillTx/>
                <a:latin typeface="Times New Roman"/>
              </a:endParaRPr>
            </a:p>
          </p:txBody>
        </p:sp>
        <p:sp>
          <p:nvSpPr>
            <p:cNvPr id="2113" name=""/>
            <p:cNvSpPr/>
            <p:nvPr/>
          </p:nvSpPr>
          <p:spPr>
            <a:xfrm>
              <a:off x="3022560" y="404964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114" name=""/>
            <p:cNvSpPr/>
            <p:nvPr/>
          </p:nvSpPr>
          <p:spPr>
            <a:xfrm>
              <a:off x="3003480" y="4049640"/>
              <a:ext cx="1800" cy="3240"/>
            </a:xfrm>
            <a:custGeom>
              <a:avLst/>
              <a:gdLst/>
              <a:ahLst/>
              <a:rect l="l" t="t" r="r" b="b"/>
              <a:pathLst>
                <a:path w="1" h="2">
                  <a:moveTo>
                    <a:pt x="0" y="1"/>
                  </a:moveTo>
                  <a:lnTo>
                    <a:pt x="0" y="0"/>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15" name=""/>
            <p:cNvSpPr/>
            <p:nvPr/>
          </p:nvSpPr>
          <p:spPr>
            <a:xfrm>
              <a:off x="2975040" y="4049640"/>
              <a:ext cx="30240" cy="19080"/>
            </a:xfrm>
            <a:custGeom>
              <a:avLst/>
              <a:gdLst/>
              <a:ahLst/>
              <a:rect l="l" t="t" r="r" b="b"/>
              <a:pathLst>
                <a:path w="19" h="12">
                  <a:moveTo>
                    <a:pt x="0" y="11"/>
                  </a:moveTo>
                  <a:lnTo>
                    <a:pt x="2" y="11"/>
                  </a:lnTo>
                  <a:lnTo>
                    <a:pt x="3" y="11"/>
                  </a:lnTo>
                  <a:lnTo>
                    <a:pt x="5" y="9"/>
                  </a:lnTo>
                  <a:lnTo>
                    <a:pt x="6" y="9"/>
                  </a:lnTo>
                  <a:lnTo>
                    <a:pt x="11" y="9"/>
                  </a:lnTo>
                  <a:lnTo>
                    <a:pt x="11" y="7"/>
                  </a:lnTo>
                  <a:lnTo>
                    <a:pt x="12" y="6"/>
                  </a:lnTo>
                  <a:lnTo>
                    <a:pt x="12" y="5"/>
                  </a:lnTo>
                  <a:lnTo>
                    <a:pt x="13" y="5"/>
                  </a:lnTo>
                  <a:lnTo>
                    <a:pt x="13" y="2"/>
                  </a:lnTo>
                  <a:lnTo>
                    <a:pt x="13" y="2"/>
                  </a:lnTo>
                  <a:lnTo>
                    <a:pt x="17" y="2"/>
                  </a:lnTo>
                  <a:lnTo>
                    <a:pt x="18" y="1"/>
                  </a:lnTo>
                  <a:lnTo>
                    <a:pt x="18" y="1"/>
                  </a:lnTo>
                  <a:lnTo>
                    <a:pt x="18" y="1"/>
                  </a:lnTo>
                  <a:lnTo>
                    <a:pt x="18" y="1"/>
                  </a:lnTo>
                  <a:lnTo>
                    <a:pt x="18" y="0"/>
                  </a:lnTo>
                  <a:lnTo>
                    <a:pt x="18" y="0"/>
                  </a:lnTo>
                  <a:lnTo>
                    <a:pt x="18" y="0"/>
                  </a:lnTo>
                  <a:lnTo>
                    <a:pt x="15" y="1"/>
                  </a:lnTo>
                  <a:lnTo>
                    <a:pt x="13" y="1"/>
                  </a:lnTo>
                  <a:lnTo>
                    <a:pt x="13" y="2"/>
                  </a:lnTo>
                  <a:lnTo>
                    <a:pt x="13" y="2"/>
                  </a:lnTo>
                  <a:lnTo>
                    <a:pt x="13" y="4"/>
                  </a:lnTo>
                  <a:lnTo>
                    <a:pt x="12" y="5"/>
                  </a:lnTo>
                  <a:lnTo>
                    <a:pt x="11" y="6"/>
                  </a:lnTo>
                  <a:lnTo>
                    <a:pt x="11" y="6"/>
                  </a:lnTo>
                  <a:lnTo>
                    <a:pt x="11" y="7"/>
                  </a:lnTo>
                  <a:lnTo>
                    <a:pt x="5" y="9"/>
                  </a:lnTo>
                  <a:lnTo>
                    <a:pt x="5" y="9"/>
                  </a:lnTo>
                  <a:lnTo>
                    <a:pt x="3" y="9"/>
                  </a:lnTo>
                  <a:lnTo>
                    <a:pt x="2" y="9"/>
                  </a:lnTo>
                  <a:lnTo>
                    <a:pt x="0" y="9"/>
                  </a:lnTo>
                  <a:lnTo>
                    <a:pt x="0" y="11"/>
                  </a:lnTo>
                  <a:lnTo>
                    <a:pt x="0" y="11"/>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116" name=""/>
            <p:cNvSpPr/>
            <p:nvPr/>
          </p:nvSpPr>
          <p:spPr>
            <a:xfrm>
              <a:off x="3003480" y="4049640"/>
              <a:ext cx="1800" cy="3240"/>
            </a:xfrm>
            <a:custGeom>
              <a:avLst/>
              <a:gdLst/>
              <a:ahLst/>
              <a:rect l="l" t="t" r="r" b="b"/>
              <a:pathLst>
                <a:path w="1" h="2">
                  <a:moveTo>
                    <a:pt x="0" y="0"/>
                  </a:moveTo>
                  <a:lnTo>
                    <a:pt x="0" y="0"/>
                  </a:lnTo>
                  <a:lnTo>
                    <a:pt x="0" y="0"/>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17" name=""/>
            <p:cNvSpPr/>
            <p:nvPr/>
          </p:nvSpPr>
          <p:spPr>
            <a:xfrm>
              <a:off x="3032280" y="4068720"/>
              <a:ext cx="7920" cy="4680"/>
            </a:xfrm>
            <a:custGeom>
              <a:avLst/>
              <a:gdLst/>
              <a:ahLst/>
              <a:rect l="l" t="t" r="r" b="b"/>
              <a:pathLst>
                <a:path w="5" h="3">
                  <a:moveTo>
                    <a:pt x="4" y="0"/>
                  </a:moveTo>
                  <a:lnTo>
                    <a:pt x="1" y="0"/>
                  </a:lnTo>
                  <a:lnTo>
                    <a:pt x="0" y="0"/>
                  </a:lnTo>
                  <a:lnTo>
                    <a:pt x="1" y="0"/>
                  </a:lnTo>
                  <a:lnTo>
                    <a:pt x="4" y="2"/>
                  </a:lnTo>
                  <a:lnTo>
                    <a:pt x="4" y="0"/>
                  </a:lnTo>
                  <a:lnTo>
                    <a:pt x="4"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118" name=""/>
            <p:cNvSpPr/>
            <p:nvPr/>
          </p:nvSpPr>
          <p:spPr>
            <a:xfrm>
              <a:off x="3038400" y="4064040"/>
              <a:ext cx="12600" cy="9360"/>
            </a:xfrm>
            <a:custGeom>
              <a:avLst/>
              <a:gdLst/>
              <a:ahLst/>
              <a:rect l="l" t="t" r="r" b="b"/>
              <a:pathLst>
                <a:path w="8" h="6">
                  <a:moveTo>
                    <a:pt x="7" y="0"/>
                  </a:moveTo>
                  <a:lnTo>
                    <a:pt x="7" y="2"/>
                  </a:lnTo>
                  <a:lnTo>
                    <a:pt x="6" y="2"/>
                  </a:lnTo>
                  <a:lnTo>
                    <a:pt x="5" y="3"/>
                  </a:lnTo>
                  <a:lnTo>
                    <a:pt x="4" y="3"/>
                  </a:lnTo>
                  <a:lnTo>
                    <a:pt x="3" y="3"/>
                  </a:lnTo>
                  <a:lnTo>
                    <a:pt x="2" y="3"/>
                  </a:lnTo>
                  <a:lnTo>
                    <a:pt x="1" y="3"/>
                  </a:lnTo>
                  <a:lnTo>
                    <a:pt x="1" y="3"/>
                  </a:lnTo>
                  <a:lnTo>
                    <a:pt x="0" y="3"/>
                  </a:lnTo>
                  <a:lnTo>
                    <a:pt x="0" y="5"/>
                  </a:lnTo>
                  <a:lnTo>
                    <a:pt x="1" y="5"/>
                  </a:lnTo>
                  <a:lnTo>
                    <a:pt x="1" y="5"/>
                  </a:lnTo>
                  <a:lnTo>
                    <a:pt x="2" y="5"/>
                  </a:lnTo>
                  <a:lnTo>
                    <a:pt x="3" y="5"/>
                  </a:lnTo>
                  <a:lnTo>
                    <a:pt x="4" y="3"/>
                  </a:lnTo>
                  <a:lnTo>
                    <a:pt x="5" y="3"/>
                  </a:lnTo>
                  <a:lnTo>
                    <a:pt x="7" y="3"/>
                  </a:lnTo>
                  <a:lnTo>
                    <a:pt x="7" y="2"/>
                  </a:lnTo>
                  <a:lnTo>
                    <a:pt x="7" y="2"/>
                  </a:lnTo>
                  <a:lnTo>
                    <a:pt x="7" y="0"/>
                  </a:lnTo>
                  <a:lnTo>
                    <a:pt x="7"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119" name=""/>
            <p:cNvSpPr/>
            <p:nvPr/>
          </p:nvSpPr>
          <p:spPr>
            <a:xfrm>
              <a:off x="3049560" y="4051440"/>
              <a:ext cx="19080" cy="17280"/>
            </a:xfrm>
            <a:custGeom>
              <a:avLst/>
              <a:gdLst/>
              <a:ahLst/>
              <a:rect l="l" t="t" r="r" b="b"/>
              <a:pathLst>
                <a:path w="12" h="11">
                  <a:moveTo>
                    <a:pt x="10" y="0"/>
                  </a:moveTo>
                  <a:lnTo>
                    <a:pt x="10" y="0"/>
                  </a:lnTo>
                  <a:lnTo>
                    <a:pt x="8" y="0"/>
                  </a:lnTo>
                  <a:lnTo>
                    <a:pt x="8" y="0"/>
                  </a:lnTo>
                  <a:lnTo>
                    <a:pt x="6" y="1"/>
                  </a:lnTo>
                  <a:lnTo>
                    <a:pt x="6" y="4"/>
                  </a:lnTo>
                  <a:lnTo>
                    <a:pt x="3" y="5"/>
                  </a:lnTo>
                  <a:lnTo>
                    <a:pt x="3" y="5"/>
                  </a:lnTo>
                  <a:lnTo>
                    <a:pt x="0" y="8"/>
                  </a:lnTo>
                  <a:lnTo>
                    <a:pt x="0" y="8"/>
                  </a:lnTo>
                  <a:lnTo>
                    <a:pt x="0" y="10"/>
                  </a:lnTo>
                  <a:lnTo>
                    <a:pt x="3" y="8"/>
                  </a:lnTo>
                  <a:lnTo>
                    <a:pt x="3" y="6"/>
                  </a:lnTo>
                  <a:lnTo>
                    <a:pt x="6" y="5"/>
                  </a:lnTo>
                  <a:lnTo>
                    <a:pt x="6" y="4"/>
                  </a:lnTo>
                  <a:lnTo>
                    <a:pt x="7" y="1"/>
                  </a:lnTo>
                  <a:lnTo>
                    <a:pt x="8" y="1"/>
                  </a:lnTo>
                  <a:lnTo>
                    <a:pt x="11" y="0"/>
                  </a:lnTo>
                  <a:lnTo>
                    <a:pt x="11" y="0"/>
                  </a:lnTo>
                  <a:lnTo>
                    <a:pt x="11" y="0"/>
                  </a:lnTo>
                  <a:lnTo>
                    <a:pt x="10" y="0"/>
                  </a:lnTo>
                  <a:lnTo>
                    <a:pt x="10" y="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120" name=""/>
            <p:cNvSpPr/>
            <p:nvPr/>
          </p:nvSpPr>
          <p:spPr>
            <a:xfrm>
              <a:off x="3065400" y="4040280"/>
              <a:ext cx="14400" cy="12600"/>
            </a:xfrm>
            <a:custGeom>
              <a:avLst/>
              <a:gdLst/>
              <a:ahLst/>
              <a:rect l="l" t="t" r="r" b="b"/>
              <a:pathLst>
                <a:path w="9" h="8">
                  <a:moveTo>
                    <a:pt x="8" y="0"/>
                  </a:moveTo>
                  <a:lnTo>
                    <a:pt x="7" y="0"/>
                  </a:lnTo>
                  <a:lnTo>
                    <a:pt x="0" y="7"/>
                  </a:lnTo>
                  <a:lnTo>
                    <a:pt x="1" y="7"/>
                  </a:lnTo>
                  <a:lnTo>
                    <a:pt x="8"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121" name=""/>
            <p:cNvSpPr/>
            <p:nvPr/>
          </p:nvSpPr>
          <p:spPr>
            <a:xfrm>
              <a:off x="3076560" y="4040280"/>
              <a:ext cx="3240" cy="1440"/>
            </a:xfrm>
            <a:custGeom>
              <a:avLst/>
              <a:gdLst/>
              <a:ahLst/>
              <a:rect l="l" t="t" r="r" b="b"/>
              <a:pathLst>
                <a:path w="2" h="1">
                  <a:moveTo>
                    <a:pt x="1" y="0"/>
                  </a:moveTo>
                  <a:lnTo>
                    <a:pt x="1" y="0"/>
                  </a:lnTo>
                  <a:lnTo>
                    <a:pt x="1" y="0"/>
                  </a:lnTo>
                  <a:lnTo>
                    <a:pt x="1"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122" name=""/>
            <p:cNvSpPr/>
            <p:nvPr/>
          </p:nvSpPr>
          <p:spPr>
            <a:xfrm>
              <a:off x="3043080" y="4049640"/>
              <a:ext cx="3240" cy="3240"/>
            </a:xfrm>
            <a:custGeom>
              <a:avLst/>
              <a:gdLst/>
              <a:ahLst/>
              <a:rect l="l" t="t" r="r" b="b"/>
              <a:pathLst>
                <a:path w="2" h="2">
                  <a:moveTo>
                    <a:pt x="0" y="0"/>
                  </a:moveTo>
                  <a:lnTo>
                    <a:pt x="0" y="0"/>
                  </a:lnTo>
                  <a:lnTo>
                    <a:pt x="1" y="1"/>
                  </a:lnTo>
                  <a:lnTo>
                    <a:pt x="1" y="1"/>
                  </a:lnTo>
                  <a:lnTo>
                    <a:pt x="1"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23" name=""/>
            <p:cNvSpPr/>
            <p:nvPr/>
          </p:nvSpPr>
          <p:spPr>
            <a:xfrm>
              <a:off x="3043080" y="4025880"/>
              <a:ext cx="12960" cy="25560"/>
            </a:xfrm>
            <a:custGeom>
              <a:avLst/>
              <a:gdLst/>
              <a:ahLst/>
              <a:rect l="l" t="t" r="r" b="b"/>
              <a:pathLst>
                <a:path w="8" h="16">
                  <a:moveTo>
                    <a:pt x="7" y="0"/>
                  </a:moveTo>
                  <a:lnTo>
                    <a:pt x="7" y="1"/>
                  </a:lnTo>
                  <a:lnTo>
                    <a:pt x="0" y="15"/>
                  </a:lnTo>
                  <a:lnTo>
                    <a:pt x="1" y="15"/>
                  </a:lnTo>
                  <a:lnTo>
                    <a:pt x="7" y="1"/>
                  </a:lnTo>
                  <a:lnTo>
                    <a:pt x="7" y="1"/>
                  </a:lnTo>
                  <a:lnTo>
                    <a:pt x="7" y="0"/>
                  </a:lnTo>
                  <a:lnTo>
                    <a:pt x="7" y="0"/>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2124" name=""/>
            <p:cNvSpPr/>
            <p:nvPr/>
          </p:nvSpPr>
          <p:spPr>
            <a:xfrm>
              <a:off x="3054240" y="4017960"/>
              <a:ext cx="19080" cy="11160"/>
            </a:xfrm>
            <a:custGeom>
              <a:avLst/>
              <a:gdLst/>
              <a:ahLst/>
              <a:rect l="l" t="t" r="r" b="b"/>
              <a:pathLst>
                <a:path w="12" h="7">
                  <a:moveTo>
                    <a:pt x="11" y="0"/>
                  </a:moveTo>
                  <a:lnTo>
                    <a:pt x="11" y="0"/>
                  </a:lnTo>
                  <a:lnTo>
                    <a:pt x="10" y="3"/>
                  </a:lnTo>
                  <a:lnTo>
                    <a:pt x="8" y="4"/>
                  </a:lnTo>
                  <a:lnTo>
                    <a:pt x="5" y="4"/>
                  </a:lnTo>
                  <a:lnTo>
                    <a:pt x="4" y="5"/>
                  </a:lnTo>
                  <a:lnTo>
                    <a:pt x="3" y="5"/>
                  </a:lnTo>
                  <a:lnTo>
                    <a:pt x="3" y="5"/>
                  </a:lnTo>
                  <a:lnTo>
                    <a:pt x="0" y="5"/>
                  </a:lnTo>
                  <a:lnTo>
                    <a:pt x="0" y="5"/>
                  </a:lnTo>
                  <a:lnTo>
                    <a:pt x="0" y="6"/>
                  </a:lnTo>
                  <a:lnTo>
                    <a:pt x="0" y="6"/>
                  </a:lnTo>
                  <a:lnTo>
                    <a:pt x="3" y="6"/>
                  </a:lnTo>
                  <a:lnTo>
                    <a:pt x="3" y="5"/>
                  </a:lnTo>
                  <a:lnTo>
                    <a:pt x="4" y="5"/>
                  </a:lnTo>
                  <a:lnTo>
                    <a:pt x="7" y="5"/>
                  </a:lnTo>
                  <a:lnTo>
                    <a:pt x="8" y="4"/>
                  </a:lnTo>
                  <a:lnTo>
                    <a:pt x="11" y="3"/>
                  </a:lnTo>
                  <a:lnTo>
                    <a:pt x="11" y="0"/>
                  </a:lnTo>
                  <a:lnTo>
                    <a:pt x="11" y="0"/>
                  </a:lnTo>
                  <a:lnTo>
                    <a:pt x="11" y="0"/>
                  </a:lnTo>
                  <a:lnTo>
                    <a:pt x="11"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125" name=""/>
            <p:cNvSpPr/>
            <p:nvPr/>
          </p:nvSpPr>
          <p:spPr>
            <a:xfrm>
              <a:off x="3071880" y="4002120"/>
              <a:ext cx="7920" cy="17280"/>
            </a:xfrm>
            <a:custGeom>
              <a:avLst/>
              <a:gdLst/>
              <a:ahLst/>
              <a:rect l="l" t="t" r="r" b="b"/>
              <a:pathLst>
                <a:path w="5" h="11">
                  <a:moveTo>
                    <a:pt x="3" y="0"/>
                  </a:moveTo>
                  <a:lnTo>
                    <a:pt x="3" y="3"/>
                  </a:lnTo>
                  <a:lnTo>
                    <a:pt x="3" y="3"/>
                  </a:lnTo>
                  <a:lnTo>
                    <a:pt x="1" y="3"/>
                  </a:lnTo>
                  <a:lnTo>
                    <a:pt x="1" y="6"/>
                  </a:lnTo>
                  <a:lnTo>
                    <a:pt x="0" y="6"/>
                  </a:lnTo>
                  <a:lnTo>
                    <a:pt x="0" y="6"/>
                  </a:lnTo>
                  <a:lnTo>
                    <a:pt x="0" y="7"/>
                  </a:lnTo>
                  <a:lnTo>
                    <a:pt x="0" y="10"/>
                  </a:lnTo>
                  <a:lnTo>
                    <a:pt x="0" y="10"/>
                  </a:lnTo>
                  <a:lnTo>
                    <a:pt x="0" y="8"/>
                  </a:lnTo>
                  <a:lnTo>
                    <a:pt x="0" y="6"/>
                  </a:lnTo>
                  <a:lnTo>
                    <a:pt x="1" y="6"/>
                  </a:lnTo>
                  <a:lnTo>
                    <a:pt x="1" y="6"/>
                  </a:lnTo>
                  <a:lnTo>
                    <a:pt x="1" y="4"/>
                  </a:lnTo>
                  <a:lnTo>
                    <a:pt x="3" y="3"/>
                  </a:lnTo>
                  <a:lnTo>
                    <a:pt x="4" y="3"/>
                  </a:lnTo>
                  <a:lnTo>
                    <a:pt x="4" y="3"/>
                  </a:lnTo>
                  <a:lnTo>
                    <a:pt x="3" y="0"/>
                  </a:lnTo>
                  <a:lnTo>
                    <a:pt x="3" y="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126" name=""/>
            <p:cNvSpPr/>
            <p:nvPr/>
          </p:nvSpPr>
          <p:spPr>
            <a:xfrm>
              <a:off x="3071880" y="4017960"/>
              <a:ext cx="1440" cy="3240"/>
            </a:xfrm>
            <a:custGeom>
              <a:avLst/>
              <a:gdLst/>
              <a:ahLst/>
              <a:rect l="l" t="t" r="r" b="b"/>
              <a:pathLst>
                <a:path w="1" h="2">
                  <a:moveTo>
                    <a:pt x="0" y="1"/>
                  </a:moveTo>
                  <a:lnTo>
                    <a:pt x="0" y="0"/>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27" name=""/>
            <p:cNvSpPr/>
            <p:nvPr/>
          </p:nvSpPr>
          <p:spPr>
            <a:xfrm>
              <a:off x="3049560" y="4098960"/>
              <a:ext cx="1440" cy="4680"/>
            </a:xfrm>
            <a:custGeom>
              <a:avLst/>
              <a:gdLst/>
              <a:ahLst/>
              <a:rect l="l" t="t" r="r" b="b"/>
              <a:pathLst>
                <a:path w="1" h="3">
                  <a:moveTo>
                    <a:pt x="0" y="0"/>
                  </a:moveTo>
                  <a:lnTo>
                    <a:pt x="0" y="1"/>
                  </a:lnTo>
                  <a:lnTo>
                    <a:pt x="0" y="1"/>
                  </a:lnTo>
                  <a:lnTo>
                    <a:pt x="0" y="1"/>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128" name=""/>
            <p:cNvSpPr/>
            <p:nvPr/>
          </p:nvSpPr>
          <p:spPr>
            <a:xfrm>
              <a:off x="3049560" y="4097160"/>
              <a:ext cx="23760" cy="6480"/>
            </a:xfrm>
            <a:custGeom>
              <a:avLst/>
              <a:gdLst/>
              <a:ahLst/>
              <a:rect l="l" t="t" r="r" b="b"/>
              <a:pathLst>
                <a:path w="15" h="4">
                  <a:moveTo>
                    <a:pt x="11" y="0"/>
                  </a:moveTo>
                  <a:lnTo>
                    <a:pt x="11" y="0"/>
                  </a:lnTo>
                  <a:lnTo>
                    <a:pt x="10" y="1"/>
                  </a:lnTo>
                  <a:lnTo>
                    <a:pt x="8" y="1"/>
                  </a:lnTo>
                  <a:lnTo>
                    <a:pt x="6" y="1"/>
                  </a:lnTo>
                  <a:lnTo>
                    <a:pt x="6" y="1"/>
                  </a:lnTo>
                  <a:lnTo>
                    <a:pt x="3" y="1"/>
                  </a:lnTo>
                  <a:lnTo>
                    <a:pt x="3" y="1"/>
                  </a:lnTo>
                  <a:lnTo>
                    <a:pt x="0" y="1"/>
                  </a:lnTo>
                  <a:lnTo>
                    <a:pt x="0" y="1"/>
                  </a:lnTo>
                  <a:lnTo>
                    <a:pt x="0" y="3"/>
                  </a:lnTo>
                  <a:lnTo>
                    <a:pt x="0" y="3"/>
                  </a:lnTo>
                  <a:lnTo>
                    <a:pt x="3" y="3"/>
                  </a:lnTo>
                  <a:lnTo>
                    <a:pt x="3" y="3"/>
                  </a:lnTo>
                  <a:lnTo>
                    <a:pt x="6" y="3"/>
                  </a:lnTo>
                  <a:lnTo>
                    <a:pt x="6" y="2"/>
                  </a:lnTo>
                  <a:lnTo>
                    <a:pt x="8" y="2"/>
                  </a:lnTo>
                  <a:lnTo>
                    <a:pt x="11" y="1"/>
                  </a:lnTo>
                  <a:lnTo>
                    <a:pt x="14" y="0"/>
                  </a:lnTo>
                  <a:lnTo>
                    <a:pt x="14" y="0"/>
                  </a:lnTo>
                  <a:lnTo>
                    <a:pt x="11" y="0"/>
                  </a:lnTo>
                  <a:lnTo>
                    <a:pt x="11"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129" name=""/>
            <p:cNvSpPr/>
            <p:nvPr/>
          </p:nvSpPr>
          <p:spPr>
            <a:xfrm>
              <a:off x="3067200" y="4084560"/>
              <a:ext cx="19080" cy="14400"/>
            </a:xfrm>
            <a:custGeom>
              <a:avLst/>
              <a:gdLst/>
              <a:ahLst/>
              <a:rect l="l" t="t" r="r" b="b"/>
              <a:pathLst>
                <a:path w="12" h="9">
                  <a:moveTo>
                    <a:pt x="11" y="0"/>
                  </a:moveTo>
                  <a:lnTo>
                    <a:pt x="11" y="0"/>
                  </a:lnTo>
                  <a:lnTo>
                    <a:pt x="10" y="0"/>
                  </a:lnTo>
                  <a:lnTo>
                    <a:pt x="7" y="2"/>
                  </a:lnTo>
                  <a:lnTo>
                    <a:pt x="6" y="4"/>
                  </a:lnTo>
                  <a:lnTo>
                    <a:pt x="4" y="4"/>
                  </a:lnTo>
                  <a:lnTo>
                    <a:pt x="4" y="4"/>
                  </a:lnTo>
                  <a:lnTo>
                    <a:pt x="3" y="5"/>
                  </a:lnTo>
                  <a:lnTo>
                    <a:pt x="3" y="5"/>
                  </a:lnTo>
                  <a:lnTo>
                    <a:pt x="0" y="8"/>
                  </a:lnTo>
                  <a:lnTo>
                    <a:pt x="3" y="8"/>
                  </a:lnTo>
                  <a:lnTo>
                    <a:pt x="3" y="5"/>
                  </a:lnTo>
                  <a:lnTo>
                    <a:pt x="3" y="5"/>
                  </a:lnTo>
                  <a:lnTo>
                    <a:pt x="4" y="4"/>
                  </a:lnTo>
                  <a:lnTo>
                    <a:pt x="4" y="4"/>
                  </a:lnTo>
                  <a:lnTo>
                    <a:pt x="6" y="4"/>
                  </a:lnTo>
                  <a:lnTo>
                    <a:pt x="7" y="4"/>
                  </a:lnTo>
                  <a:lnTo>
                    <a:pt x="10" y="2"/>
                  </a:lnTo>
                  <a:lnTo>
                    <a:pt x="11" y="0"/>
                  </a:lnTo>
                  <a:lnTo>
                    <a:pt x="11" y="0"/>
                  </a:lnTo>
                  <a:lnTo>
                    <a:pt x="11" y="0"/>
                  </a:lnTo>
                  <a:lnTo>
                    <a:pt x="11"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130" name=""/>
            <p:cNvSpPr/>
            <p:nvPr/>
          </p:nvSpPr>
          <p:spPr>
            <a:xfrm>
              <a:off x="3084480" y="4067280"/>
              <a:ext cx="28440" cy="19080"/>
            </a:xfrm>
            <a:custGeom>
              <a:avLst/>
              <a:gdLst/>
              <a:ahLst/>
              <a:rect l="l" t="t" r="r" b="b"/>
              <a:pathLst>
                <a:path w="18" h="12">
                  <a:moveTo>
                    <a:pt x="17" y="0"/>
                  </a:moveTo>
                  <a:lnTo>
                    <a:pt x="16" y="1"/>
                  </a:lnTo>
                  <a:lnTo>
                    <a:pt x="16" y="1"/>
                  </a:lnTo>
                  <a:lnTo>
                    <a:pt x="16" y="1"/>
                  </a:lnTo>
                  <a:lnTo>
                    <a:pt x="14" y="1"/>
                  </a:lnTo>
                  <a:lnTo>
                    <a:pt x="14" y="3"/>
                  </a:lnTo>
                  <a:lnTo>
                    <a:pt x="10" y="5"/>
                  </a:lnTo>
                  <a:lnTo>
                    <a:pt x="10" y="5"/>
                  </a:lnTo>
                  <a:lnTo>
                    <a:pt x="9" y="5"/>
                  </a:lnTo>
                  <a:lnTo>
                    <a:pt x="8" y="7"/>
                  </a:lnTo>
                  <a:lnTo>
                    <a:pt x="8" y="7"/>
                  </a:lnTo>
                  <a:lnTo>
                    <a:pt x="7" y="7"/>
                  </a:lnTo>
                  <a:lnTo>
                    <a:pt x="7" y="8"/>
                  </a:lnTo>
                  <a:lnTo>
                    <a:pt x="2" y="9"/>
                  </a:lnTo>
                  <a:lnTo>
                    <a:pt x="0" y="10"/>
                  </a:lnTo>
                  <a:lnTo>
                    <a:pt x="0" y="10"/>
                  </a:lnTo>
                  <a:lnTo>
                    <a:pt x="0" y="11"/>
                  </a:lnTo>
                  <a:lnTo>
                    <a:pt x="0" y="11"/>
                  </a:lnTo>
                  <a:lnTo>
                    <a:pt x="0" y="11"/>
                  </a:lnTo>
                  <a:lnTo>
                    <a:pt x="0" y="10"/>
                  </a:lnTo>
                  <a:lnTo>
                    <a:pt x="3" y="10"/>
                  </a:lnTo>
                  <a:lnTo>
                    <a:pt x="7" y="9"/>
                  </a:lnTo>
                  <a:lnTo>
                    <a:pt x="8" y="9"/>
                  </a:lnTo>
                  <a:lnTo>
                    <a:pt x="8" y="8"/>
                  </a:lnTo>
                  <a:lnTo>
                    <a:pt x="8" y="7"/>
                  </a:lnTo>
                  <a:lnTo>
                    <a:pt x="10" y="7"/>
                  </a:lnTo>
                  <a:lnTo>
                    <a:pt x="10" y="7"/>
                  </a:lnTo>
                  <a:lnTo>
                    <a:pt x="14" y="7"/>
                  </a:lnTo>
                  <a:lnTo>
                    <a:pt x="14" y="5"/>
                  </a:lnTo>
                  <a:lnTo>
                    <a:pt x="16" y="5"/>
                  </a:lnTo>
                  <a:lnTo>
                    <a:pt x="17" y="5"/>
                  </a:lnTo>
                  <a:lnTo>
                    <a:pt x="17" y="1"/>
                  </a:lnTo>
                  <a:lnTo>
                    <a:pt x="17" y="1"/>
                  </a:lnTo>
                  <a:lnTo>
                    <a:pt x="17" y="0"/>
                  </a:lnTo>
                  <a:lnTo>
                    <a:pt x="17" y="0"/>
                  </a:lnTo>
                  <a:lnTo>
                    <a:pt x="17"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131" name=""/>
            <p:cNvSpPr/>
            <p:nvPr/>
          </p:nvSpPr>
          <p:spPr>
            <a:xfrm>
              <a:off x="3084480" y="408456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132" name=""/>
            <p:cNvSpPr/>
            <p:nvPr/>
          </p:nvSpPr>
          <p:spPr>
            <a:xfrm>
              <a:off x="3071880" y="4081320"/>
              <a:ext cx="1440" cy="3240"/>
            </a:xfrm>
            <a:custGeom>
              <a:avLst/>
              <a:gdLst/>
              <a:ahLst/>
              <a:rect l="l" t="t" r="r" b="b"/>
              <a:pathLst>
                <a:path w="1" h="2">
                  <a:moveTo>
                    <a:pt x="0" y="0"/>
                  </a:moveTo>
                  <a:lnTo>
                    <a:pt x="0" y="1"/>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33" name=""/>
            <p:cNvSpPr/>
            <p:nvPr/>
          </p:nvSpPr>
          <p:spPr>
            <a:xfrm>
              <a:off x="3071880" y="4064040"/>
              <a:ext cx="17280" cy="20520"/>
            </a:xfrm>
            <a:custGeom>
              <a:avLst/>
              <a:gdLst/>
              <a:ahLst/>
              <a:rect l="l" t="t" r="r" b="b"/>
              <a:pathLst>
                <a:path w="11" h="13">
                  <a:moveTo>
                    <a:pt x="10" y="0"/>
                  </a:moveTo>
                  <a:lnTo>
                    <a:pt x="10" y="0"/>
                  </a:lnTo>
                  <a:lnTo>
                    <a:pt x="8" y="0"/>
                  </a:lnTo>
                  <a:lnTo>
                    <a:pt x="8" y="0"/>
                  </a:lnTo>
                  <a:lnTo>
                    <a:pt x="6" y="3"/>
                  </a:lnTo>
                  <a:lnTo>
                    <a:pt x="3" y="5"/>
                  </a:lnTo>
                  <a:lnTo>
                    <a:pt x="1" y="9"/>
                  </a:lnTo>
                  <a:lnTo>
                    <a:pt x="1" y="10"/>
                  </a:lnTo>
                  <a:lnTo>
                    <a:pt x="0" y="11"/>
                  </a:lnTo>
                  <a:lnTo>
                    <a:pt x="0" y="11"/>
                  </a:lnTo>
                  <a:lnTo>
                    <a:pt x="0" y="12"/>
                  </a:lnTo>
                  <a:lnTo>
                    <a:pt x="1" y="12"/>
                  </a:lnTo>
                  <a:lnTo>
                    <a:pt x="1" y="11"/>
                  </a:lnTo>
                  <a:lnTo>
                    <a:pt x="1" y="9"/>
                  </a:lnTo>
                  <a:lnTo>
                    <a:pt x="4" y="7"/>
                  </a:lnTo>
                  <a:lnTo>
                    <a:pt x="7" y="3"/>
                  </a:lnTo>
                  <a:lnTo>
                    <a:pt x="8" y="2"/>
                  </a:lnTo>
                  <a:lnTo>
                    <a:pt x="8" y="0"/>
                  </a:lnTo>
                  <a:lnTo>
                    <a:pt x="10" y="0"/>
                  </a:lnTo>
                  <a:lnTo>
                    <a:pt x="10" y="0"/>
                  </a:lnTo>
                  <a:lnTo>
                    <a:pt x="10" y="0"/>
                  </a:lnTo>
                  <a:lnTo>
                    <a:pt x="10"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134" name=""/>
            <p:cNvSpPr/>
            <p:nvPr/>
          </p:nvSpPr>
          <p:spPr>
            <a:xfrm>
              <a:off x="3087720" y="4052880"/>
              <a:ext cx="14400" cy="12600"/>
            </a:xfrm>
            <a:custGeom>
              <a:avLst/>
              <a:gdLst/>
              <a:ahLst/>
              <a:rect l="l" t="t" r="r" b="b"/>
              <a:pathLst>
                <a:path w="9" h="8">
                  <a:moveTo>
                    <a:pt x="8" y="0"/>
                  </a:moveTo>
                  <a:lnTo>
                    <a:pt x="8" y="0"/>
                  </a:lnTo>
                  <a:lnTo>
                    <a:pt x="8" y="0"/>
                  </a:lnTo>
                  <a:lnTo>
                    <a:pt x="7" y="2"/>
                  </a:lnTo>
                  <a:lnTo>
                    <a:pt x="6" y="3"/>
                  </a:lnTo>
                  <a:lnTo>
                    <a:pt x="6" y="4"/>
                  </a:lnTo>
                  <a:lnTo>
                    <a:pt x="6" y="4"/>
                  </a:lnTo>
                  <a:lnTo>
                    <a:pt x="5" y="5"/>
                  </a:lnTo>
                  <a:lnTo>
                    <a:pt x="3" y="7"/>
                  </a:lnTo>
                  <a:lnTo>
                    <a:pt x="0" y="7"/>
                  </a:lnTo>
                  <a:lnTo>
                    <a:pt x="0" y="7"/>
                  </a:lnTo>
                  <a:lnTo>
                    <a:pt x="5" y="7"/>
                  </a:lnTo>
                  <a:lnTo>
                    <a:pt x="5" y="7"/>
                  </a:lnTo>
                  <a:lnTo>
                    <a:pt x="6" y="5"/>
                  </a:lnTo>
                  <a:lnTo>
                    <a:pt x="6" y="4"/>
                  </a:lnTo>
                  <a:lnTo>
                    <a:pt x="7" y="3"/>
                  </a:lnTo>
                  <a:lnTo>
                    <a:pt x="8" y="3"/>
                  </a:lnTo>
                  <a:lnTo>
                    <a:pt x="8" y="0"/>
                  </a:lnTo>
                  <a:lnTo>
                    <a:pt x="8"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135" name=""/>
            <p:cNvSpPr/>
            <p:nvPr/>
          </p:nvSpPr>
          <p:spPr>
            <a:xfrm>
              <a:off x="3100320" y="4051440"/>
              <a:ext cx="22320" cy="2880"/>
            </a:xfrm>
            <a:custGeom>
              <a:avLst/>
              <a:gdLst/>
              <a:ahLst/>
              <a:rect l="l" t="t" r="r" b="b"/>
              <a:pathLst>
                <a:path w="14" h="2">
                  <a:moveTo>
                    <a:pt x="13" y="1"/>
                  </a:moveTo>
                  <a:lnTo>
                    <a:pt x="13" y="0"/>
                  </a:lnTo>
                  <a:lnTo>
                    <a:pt x="0" y="1"/>
                  </a:lnTo>
                  <a:lnTo>
                    <a:pt x="0" y="1"/>
                  </a:lnTo>
                  <a:lnTo>
                    <a:pt x="13" y="1"/>
                  </a:lnTo>
                  <a:lnTo>
                    <a:pt x="13" y="1"/>
                  </a:lnTo>
                  <a:lnTo>
                    <a:pt x="13" y="1"/>
                  </a:lnTo>
                  <a:lnTo>
                    <a:pt x="13" y="1"/>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136" name=""/>
            <p:cNvSpPr/>
            <p:nvPr/>
          </p:nvSpPr>
          <p:spPr>
            <a:xfrm>
              <a:off x="3121200" y="4051440"/>
              <a:ext cx="2880" cy="2880"/>
            </a:xfrm>
            <a:custGeom>
              <a:avLst/>
              <a:gdLst/>
              <a:ahLst/>
              <a:rect l="l" t="t" r="r" b="b"/>
              <a:pathLst>
                <a:path w="2" h="2">
                  <a:moveTo>
                    <a:pt x="0" y="1"/>
                  </a:moveTo>
                  <a:lnTo>
                    <a:pt x="1" y="1"/>
                  </a:lnTo>
                  <a:lnTo>
                    <a:pt x="1" y="1"/>
                  </a:lnTo>
                  <a:lnTo>
                    <a:pt x="1"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137" name=""/>
            <p:cNvSpPr/>
            <p:nvPr/>
          </p:nvSpPr>
          <p:spPr>
            <a:xfrm>
              <a:off x="3059280" y="4124160"/>
              <a:ext cx="1440" cy="5040"/>
            </a:xfrm>
            <a:custGeom>
              <a:avLst/>
              <a:gdLst/>
              <a:ahLst/>
              <a:rect l="l" t="t" r="r" b="b"/>
              <a:pathLst>
                <a:path w="1" h="3">
                  <a:moveTo>
                    <a:pt x="0" y="0"/>
                  </a:moveTo>
                  <a:lnTo>
                    <a:pt x="0" y="1"/>
                  </a:lnTo>
                  <a:lnTo>
                    <a:pt x="0" y="1"/>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2138" name=""/>
            <p:cNvSpPr/>
            <p:nvPr/>
          </p:nvSpPr>
          <p:spPr>
            <a:xfrm>
              <a:off x="3059280" y="4122720"/>
              <a:ext cx="39600" cy="6480"/>
            </a:xfrm>
            <a:custGeom>
              <a:avLst/>
              <a:gdLst/>
              <a:ahLst/>
              <a:rect l="l" t="t" r="r" b="b"/>
              <a:pathLst>
                <a:path w="25" h="4">
                  <a:moveTo>
                    <a:pt x="24" y="0"/>
                  </a:moveTo>
                  <a:lnTo>
                    <a:pt x="24" y="0"/>
                  </a:lnTo>
                  <a:lnTo>
                    <a:pt x="23" y="0"/>
                  </a:lnTo>
                  <a:lnTo>
                    <a:pt x="23" y="0"/>
                  </a:lnTo>
                  <a:lnTo>
                    <a:pt x="21" y="0"/>
                  </a:lnTo>
                  <a:lnTo>
                    <a:pt x="16" y="0"/>
                  </a:lnTo>
                  <a:lnTo>
                    <a:pt x="16" y="0"/>
                  </a:lnTo>
                  <a:lnTo>
                    <a:pt x="16" y="0"/>
                  </a:lnTo>
                  <a:lnTo>
                    <a:pt x="14" y="0"/>
                  </a:lnTo>
                  <a:lnTo>
                    <a:pt x="11" y="0"/>
                  </a:lnTo>
                  <a:lnTo>
                    <a:pt x="9" y="0"/>
                  </a:lnTo>
                  <a:lnTo>
                    <a:pt x="8" y="0"/>
                  </a:lnTo>
                  <a:lnTo>
                    <a:pt x="8" y="0"/>
                  </a:lnTo>
                  <a:lnTo>
                    <a:pt x="5" y="1"/>
                  </a:lnTo>
                  <a:lnTo>
                    <a:pt x="2" y="1"/>
                  </a:lnTo>
                  <a:lnTo>
                    <a:pt x="1" y="1"/>
                  </a:lnTo>
                  <a:lnTo>
                    <a:pt x="1" y="1"/>
                  </a:lnTo>
                  <a:lnTo>
                    <a:pt x="0" y="1"/>
                  </a:lnTo>
                  <a:lnTo>
                    <a:pt x="0" y="3"/>
                  </a:lnTo>
                  <a:lnTo>
                    <a:pt x="1" y="3"/>
                  </a:lnTo>
                  <a:lnTo>
                    <a:pt x="1" y="3"/>
                  </a:lnTo>
                  <a:lnTo>
                    <a:pt x="2" y="3"/>
                  </a:lnTo>
                  <a:lnTo>
                    <a:pt x="5" y="3"/>
                  </a:lnTo>
                  <a:lnTo>
                    <a:pt x="8" y="3"/>
                  </a:lnTo>
                  <a:lnTo>
                    <a:pt x="8" y="2"/>
                  </a:lnTo>
                  <a:lnTo>
                    <a:pt x="9" y="2"/>
                  </a:lnTo>
                  <a:lnTo>
                    <a:pt x="11" y="2"/>
                  </a:lnTo>
                  <a:lnTo>
                    <a:pt x="14" y="1"/>
                  </a:lnTo>
                  <a:lnTo>
                    <a:pt x="16" y="0"/>
                  </a:lnTo>
                  <a:lnTo>
                    <a:pt x="16" y="0"/>
                  </a:lnTo>
                  <a:lnTo>
                    <a:pt x="18" y="0"/>
                  </a:lnTo>
                  <a:lnTo>
                    <a:pt x="21" y="0"/>
                  </a:lnTo>
                  <a:lnTo>
                    <a:pt x="23" y="0"/>
                  </a:lnTo>
                  <a:lnTo>
                    <a:pt x="24" y="0"/>
                  </a:lnTo>
                  <a:lnTo>
                    <a:pt x="24" y="0"/>
                  </a:lnTo>
                  <a:lnTo>
                    <a:pt x="24" y="0"/>
                  </a:lnTo>
                  <a:lnTo>
                    <a:pt x="24" y="0"/>
                  </a:lnTo>
                  <a:lnTo>
                    <a:pt x="24"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139" name=""/>
            <p:cNvSpPr/>
            <p:nvPr/>
          </p:nvSpPr>
          <p:spPr>
            <a:xfrm>
              <a:off x="3097080" y="4111560"/>
              <a:ext cx="22320" cy="12600"/>
            </a:xfrm>
            <a:custGeom>
              <a:avLst/>
              <a:gdLst/>
              <a:ahLst/>
              <a:rect l="l" t="t" r="r" b="b"/>
              <a:pathLst>
                <a:path w="14" h="8">
                  <a:moveTo>
                    <a:pt x="13" y="0"/>
                  </a:moveTo>
                  <a:lnTo>
                    <a:pt x="10" y="0"/>
                  </a:lnTo>
                  <a:lnTo>
                    <a:pt x="9" y="0"/>
                  </a:lnTo>
                  <a:lnTo>
                    <a:pt x="8" y="0"/>
                  </a:lnTo>
                  <a:lnTo>
                    <a:pt x="6" y="2"/>
                  </a:lnTo>
                  <a:lnTo>
                    <a:pt x="2" y="2"/>
                  </a:lnTo>
                  <a:lnTo>
                    <a:pt x="0" y="3"/>
                  </a:lnTo>
                  <a:lnTo>
                    <a:pt x="0" y="4"/>
                  </a:lnTo>
                  <a:lnTo>
                    <a:pt x="0" y="7"/>
                  </a:lnTo>
                  <a:lnTo>
                    <a:pt x="0" y="7"/>
                  </a:lnTo>
                  <a:lnTo>
                    <a:pt x="0" y="7"/>
                  </a:lnTo>
                  <a:lnTo>
                    <a:pt x="1" y="4"/>
                  </a:lnTo>
                  <a:lnTo>
                    <a:pt x="2" y="3"/>
                  </a:lnTo>
                  <a:lnTo>
                    <a:pt x="6" y="3"/>
                  </a:lnTo>
                  <a:lnTo>
                    <a:pt x="9" y="3"/>
                  </a:lnTo>
                  <a:lnTo>
                    <a:pt x="9" y="2"/>
                  </a:lnTo>
                  <a:lnTo>
                    <a:pt x="10" y="2"/>
                  </a:lnTo>
                  <a:lnTo>
                    <a:pt x="13" y="2"/>
                  </a:lnTo>
                  <a:lnTo>
                    <a:pt x="13" y="0"/>
                  </a:lnTo>
                  <a:lnTo>
                    <a:pt x="13"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140" name=""/>
            <p:cNvSpPr/>
            <p:nvPr/>
          </p:nvSpPr>
          <p:spPr>
            <a:xfrm>
              <a:off x="3097080" y="4118040"/>
              <a:ext cx="1800" cy="6120"/>
            </a:xfrm>
            <a:custGeom>
              <a:avLst/>
              <a:gdLst/>
              <a:ahLst/>
              <a:rect l="l" t="t" r="r" b="b"/>
              <a:pathLst>
                <a:path w="1" h="4">
                  <a:moveTo>
                    <a:pt x="0" y="3"/>
                  </a:moveTo>
                  <a:lnTo>
                    <a:pt x="0" y="3"/>
                  </a:lnTo>
                  <a:lnTo>
                    <a:pt x="0" y="3"/>
                  </a:lnTo>
                  <a:lnTo>
                    <a:pt x="0" y="3"/>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141" name=""/>
            <p:cNvSpPr/>
            <p:nvPr/>
          </p:nvSpPr>
          <p:spPr>
            <a:xfrm>
              <a:off x="3073320" y="4116240"/>
              <a:ext cx="1800" cy="3240"/>
            </a:xfrm>
            <a:custGeom>
              <a:avLst/>
              <a:gdLst/>
              <a:ahLst/>
              <a:rect l="l" t="t" r="r" b="b"/>
              <a:pathLst>
                <a:path w="1" h="2">
                  <a:moveTo>
                    <a:pt x="0" y="0"/>
                  </a:moveTo>
                  <a:lnTo>
                    <a:pt x="0" y="0"/>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42" name=""/>
            <p:cNvSpPr/>
            <p:nvPr/>
          </p:nvSpPr>
          <p:spPr>
            <a:xfrm>
              <a:off x="3073320" y="4102200"/>
              <a:ext cx="12960" cy="17280"/>
            </a:xfrm>
            <a:custGeom>
              <a:avLst/>
              <a:gdLst/>
              <a:ahLst/>
              <a:rect l="l" t="t" r="r" b="b"/>
              <a:pathLst>
                <a:path w="8" h="11">
                  <a:moveTo>
                    <a:pt x="7" y="0"/>
                  </a:moveTo>
                  <a:lnTo>
                    <a:pt x="7" y="0"/>
                  </a:lnTo>
                  <a:lnTo>
                    <a:pt x="7" y="0"/>
                  </a:lnTo>
                  <a:lnTo>
                    <a:pt x="7" y="2"/>
                  </a:lnTo>
                  <a:lnTo>
                    <a:pt x="6" y="4"/>
                  </a:lnTo>
                  <a:lnTo>
                    <a:pt x="3" y="6"/>
                  </a:lnTo>
                  <a:lnTo>
                    <a:pt x="2" y="6"/>
                  </a:lnTo>
                  <a:lnTo>
                    <a:pt x="0" y="8"/>
                  </a:lnTo>
                  <a:lnTo>
                    <a:pt x="0" y="9"/>
                  </a:lnTo>
                  <a:lnTo>
                    <a:pt x="0" y="9"/>
                  </a:lnTo>
                  <a:lnTo>
                    <a:pt x="0" y="10"/>
                  </a:lnTo>
                  <a:lnTo>
                    <a:pt x="0" y="9"/>
                  </a:lnTo>
                  <a:lnTo>
                    <a:pt x="0" y="9"/>
                  </a:lnTo>
                  <a:lnTo>
                    <a:pt x="3" y="8"/>
                  </a:lnTo>
                  <a:lnTo>
                    <a:pt x="5" y="6"/>
                  </a:lnTo>
                  <a:lnTo>
                    <a:pt x="7" y="6"/>
                  </a:lnTo>
                  <a:lnTo>
                    <a:pt x="7" y="4"/>
                  </a:lnTo>
                  <a:lnTo>
                    <a:pt x="7" y="2"/>
                  </a:lnTo>
                  <a:lnTo>
                    <a:pt x="7" y="2"/>
                  </a:lnTo>
                  <a:lnTo>
                    <a:pt x="7" y="2"/>
                  </a:lnTo>
                  <a:lnTo>
                    <a:pt x="7" y="0"/>
                  </a:lnTo>
                  <a:lnTo>
                    <a:pt x="7" y="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143" name=""/>
            <p:cNvSpPr/>
            <p:nvPr/>
          </p:nvSpPr>
          <p:spPr>
            <a:xfrm>
              <a:off x="3084480" y="4097160"/>
              <a:ext cx="34920" cy="9720"/>
            </a:xfrm>
            <a:custGeom>
              <a:avLst/>
              <a:gdLst/>
              <a:ahLst/>
              <a:rect l="l" t="t" r="r" b="b"/>
              <a:pathLst>
                <a:path w="22" h="6">
                  <a:moveTo>
                    <a:pt x="20" y="0"/>
                  </a:moveTo>
                  <a:lnTo>
                    <a:pt x="18" y="0"/>
                  </a:lnTo>
                  <a:lnTo>
                    <a:pt x="18" y="0"/>
                  </a:lnTo>
                  <a:lnTo>
                    <a:pt x="18" y="1"/>
                  </a:lnTo>
                  <a:lnTo>
                    <a:pt x="17" y="1"/>
                  </a:lnTo>
                  <a:lnTo>
                    <a:pt x="17" y="1"/>
                  </a:lnTo>
                  <a:lnTo>
                    <a:pt x="16" y="1"/>
                  </a:lnTo>
                  <a:lnTo>
                    <a:pt x="14" y="1"/>
                  </a:lnTo>
                  <a:lnTo>
                    <a:pt x="10" y="1"/>
                  </a:lnTo>
                  <a:lnTo>
                    <a:pt x="10" y="2"/>
                  </a:lnTo>
                  <a:lnTo>
                    <a:pt x="8" y="2"/>
                  </a:lnTo>
                  <a:lnTo>
                    <a:pt x="8" y="3"/>
                  </a:lnTo>
                  <a:lnTo>
                    <a:pt x="7" y="3"/>
                  </a:lnTo>
                  <a:lnTo>
                    <a:pt x="7" y="3"/>
                  </a:lnTo>
                  <a:lnTo>
                    <a:pt x="3" y="3"/>
                  </a:lnTo>
                  <a:lnTo>
                    <a:pt x="2" y="3"/>
                  </a:lnTo>
                  <a:lnTo>
                    <a:pt x="0" y="3"/>
                  </a:lnTo>
                  <a:lnTo>
                    <a:pt x="0" y="5"/>
                  </a:lnTo>
                  <a:lnTo>
                    <a:pt x="2" y="5"/>
                  </a:lnTo>
                  <a:lnTo>
                    <a:pt x="3" y="5"/>
                  </a:lnTo>
                  <a:lnTo>
                    <a:pt x="7" y="5"/>
                  </a:lnTo>
                  <a:lnTo>
                    <a:pt x="7" y="3"/>
                  </a:lnTo>
                  <a:lnTo>
                    <a:pt x="8" y="3"/>
                  </a:lnTo>
                  <a:lnTo>
                    <a:pt x="8" y="3"/>
                  </a:lnTo>
                  <a:lnTo>
                    <a:pt x="10" y="3"/>
                  </a:lnTo>
                  <a:lnTo>
                    <a:pt x="10" y="3"/>
                  </a:lnTo>
                  <a:lnTo>
                    <a:pt x="14" y="2"/>
                  </a:lnTo>
                  <a:lnTo>
                    <a:pt x="16" y="2"/>
                  </a:lnTo>
                  <a:lnTo>
                    <a:pt x="17" y="1"/>
                  </a:lnTo>
                  <a:lnTo>
                    <a:pt x="18" y="1"/>
                  </a:lnTo>
                  <a:lnTo>
                    <a:pt x="18" y="1"/>
                  </a:lnTo>
                  <a:lnTo>
                    <a:pt x="18" y="1"/>
                  </a:lnTo>
                  <a:lnTo>
                    <a:pt x="20" y="1"/>
                  </a:lnTo>
                  <a:lnTo>
                    <a:pt x="21" y="1"/>
                  </a:lnTo>
                  <a:lnTo>
                    <a:pt x="20" y="0"/>
                  </a:lnTo>
                  <a:lnTo>
                    <a:pt x="20"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144" name=""/>
            <p:cNvSpPr/>
            <p:nvPr/>
          </p:nvSpPr>
          <p:spPr>
            <a:xfrm>
              <a:off x="3084480" y="4102200"/>
              <a:ext cx="4680" cy="4680"/>
            </a:xfrm>
            <a:custGeom>
              <a:avLst/>
              <a:gdLst/>
              <a:ahLst/>
              <a:rect l="l" t="t" r="r" b="b"/>
              <a:pathLst>
                <a:path w="3" h="3">
                  <a:moveTo>
                    <a:pt x="0" y="2"/>
                  </a:moveTo>
                  <a:lnTo>
                    <a:pt x="2" y="2"/>
                  </a:lnTo>
                  <a:lnTo>
                    <a:pt x="2" y="0"/>
                  </a:lnTo>
                  <a:lnTo>
                    <a:pt x="2"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145" name=""/>
            <p:cNvSpPr/>
            <p:nvPr/>
          </p:nvSpPr>
          <p:spPr>
            <a:xfrm>
              <a:off x="3067200" y="4149720"/>
              <a:ext cx="6120" cy="3240"/>
            </a:xfrm>
            <a:custGeom>
              <a:avLst/>
              <a:gdLst/>
              <a:ahLst/>
              <a:rect l="l" t="t" r="r" b="b"/>
              <a:pathLst>
                <a:path w="4" h="2">
                  <a:moveTo>
                    <a:pt x="3" y="0"/>
                  </a:moveTo>
                  <a:lnTo>
                    <a:pt x="2" y="0"/>
                  </a:lnTo>
                  <a:lnTo>
                    <a:pt x="0" y="1"/>
                  </a:lnTo>
                  <a:lnTo>
                    <a:pt x="0" y="1"/>
                  </a:lnTo>
                  <a:lnTo>
                    <a:pt x="2" y="1"/>
                  </a:lnTo>
                  <a:lnTo>
                    <a:pt x="3" y="0"/>
                  </a:lnTo>
                  <a:lnTo>
                    <a:pt x="3"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46" name=""/>
            <p:cNvSpPr/>
            <p:nvPr/>
          </p:nvSpPr>
          <p:spPr>
            <a:xfrm>
              <a:off x="3070080" y="4149720"/>
              <a:ext cx="16200" cy="3240"/>
            </a:xfrm>
            <a:custGeom>
              <a:avLst/>
              <a:gdLst/>
              <a:ahLst/>
              <a:rect l="l" t="t" r="r" b="b"/>
              <a:pathLst>
                <a:path w="10" h="2">
                  <a:moveTo>
                    <a:pt x="9" y="1"/>
                  </a:moveTo>
                  <a:lnTo>
                    <a:pt x="9" y="1"/>
                  </a:lnTo>
                  <a:lnTo>
                    <a:pt x="7" y="1"/>
                  </a:lnTo>
                  <a:lnTo>
                    <a:pt x="4" y="1"/>
                  </a:lnTo>
                  <a:lnTo>
                    <a:pt x="2" y="1"/>
                  </a:lnTo>
                  <a:lnTo>
                    <a:pt x="2" y="1"/>
                  </a:lnTo>
                  <a:lnTo>
                    <a:pt x="1" y="1"/>
                  </a:lnTo>
                  <a:lnTo>
                    <a:pt x="1" y="1"/>
                  </a:lnTo>
                  <a:lnTo>
                    <a:pt x="1" y="0"/>
                  </a:lnTo>
                  <a:lnTo>
                    <a:pt x="1" y="0"/>
                  </a:lnTo>
                  <a:lnTo>
                    <a:pt x="0" y="1"/>
                  </a:lnTo>
                  <a:lnTo>
                    <a:pt x="1" y="1"/>
                  </a:lnTo>
                  <a:lnTo>
                    <a:pt x="1" y="1"/>
                  </a:lnTo>
                  <a:lnTo>
                    <a:pt x="1" y="1"/>
                  </a:lnTo>
                  <a:lnTo>
                    <a:pt x="2" y="1"/>
                  </a:lnTo>
                  <a:lnTo>
                    <a:pt x="2" y="1"/>
                  </a:lnTo>
                  <a:lnTo>
                    <a:pt x="4" y="1"/>
                  </a:lnTo>
                  <a:lnTo>
                    <a:pt x="7" y="1"/>
                  </a:lnTo>
                  <a:lnTo>
                    <a:pt x="9" y="1"/>
                  </a:lnTo>
                  <a:lnTo>
                    <a:pt x="9" y="1"/>
                  </a:lnTo>
                  <a:lnTo>
                    <a:pt x="9" y="1"/>
                  </a:lnTo>
                  <a:lnTo>
                    <a:pt x="9"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47" name=""/>
            <p:cNvSpPr/>
            <p:nvPr/>
          </p:nvSpPr>
          <p:spPr>
            <a:xfrm>
              <a:off x="3084480" y="4149720"/>
              <a:ext cx="17640" cy="3240"/>
            </a:xfrm>
            <a:custGeom>
              <a:avLst/>
              <a:gdLst/>
              <a:ahLst/>
              <a:rect l="l" t="t" r="r" b="b"/>
              <a:pathLst>
                <a:path w="11" h="2">
                  <a:moveTo>
                    <a:pt x="10" y="0"/>
                  </a:moveTo>
                  <a:lnTo>
                    <a:pt x="10" y="0"/>
                  </a:lnTo>
                  <a:lnTo>
                    <a:pt x="10" y="0"/>
                  </a:lnTo>
                  <a:lnTo>
                    <a:pt x="8" y="0"/>
                  </a:lnTo>
                  <a:lnTo>
                    <a:pt x="8" y="0"/>
                  </a:lnTo>
                  <a:lnTo>
                    <a:pt x="7" y="0"/>
                  </a:lnTo>
                  <a:lnTo>
                    <a:pt x="7" y="1"/>
                  </a:lnTo>
                  <a:lnTo>
                    <a:pt x="0" y="1"/>
                  </a:lnTo>
                  <a:lnTo>
                    <a:pt x="0" y="1"/>
                  </a:lnTo>
                  <a:lnTo>
                    <a:pt x="0" y="1"/>
                  </a:lnTo>
                  <a:lnTo>
                    <a:pt x="0" y="1"/>
                  </a:lnTo>
                  <a:lnTo>
                    <a:pt x="0" y="1"/>
                  </a:lnTo>
                  <a:lnTo>
                    <a:pt x="0" y="1"/>
                  </a:lnTo>
                  <a:lnTo>
                    <a:pt x="7" y="1"/>
                  </a:lnTo>
                  <a:lnTo>
                    <a:pt x="7" y="1"/>
                  </a:lnTo>
                  <a:lnTo>
                    <a:pt x="8" y="1"/>
                  </a:lnTo>
                  <a:lnTo>
                    <a:pt x="8" y="1"/>
                  </a:lnTo>
                  <a:lnTo>
                    <a:pt x="10" y="1"/>
                  </a:lnTo>
                  <a:lnTo>
                    <a:pt x="10" y="1"/>
                  </a:lnTo>
                  <a:lnTo>
                    <a:pt x="10" y="1"/>
                  </a:lnTo>
                  <a:lnTo>
                    <a:pt x="10" y="0"/>
                  </a:lnTo>
                  <a:lnTo>
                    <a:pt x="1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48" name=""/>
            <p:cNvSpPr/>
            <p:nvPr/>
          </p:nvSpPr>
          <p:spPr>
            <a:xfrm>
              <a:off x="3100320" y="4149720"/>
              <a:ext cx="23760" cy="3240"/>
            </a:xfrm>
            <a:custGeom>
              <a:avLst/>
              <a:gdLst/>
              <a:ahLst/>
              <a:rect l="l" t="t" r="r" b="b"/>
              <a:pathLst>
                <a:path w="15" h="2">
                  <a:moveTo>
                    <a:pt x="14" y="0"/>
                  </a:moveTo>
                  <a:lnTo>
                    <a:pt x="14" y="0"/>
                  </a:lnTo>
                  <a:lnTo>
                    <a:pt x="13" y="0"/>
                  </a:lnTo>
                  <a:lnTo>
                    <a:pt x="11" y="0"/>
                  </a:lnTo>
                  <a:lnTo>
                    <a:pt x="8" y="0"/>
                  </a:lnTo>
                  <a:lnTo>
                    <a:pt x="7" y="0"/>
                  </a:lnTo>
                  <a:lnTo>
                    <a:pt x="6" y="0"/>
                  </a:lnTo>
                  <a:lnTo>
                    <a:pt x="4" y="0"/>
                  </a:lnTo>
                  <a:lnTo>
                    <a:pt x="0" y="0"/>
                  </a:lnTo>
                  <a:lnTo>
                    <a:pt x="0" y="1"/>
                  </a:lnTo>
                  <a:lnTo>
                    <a:pt x="4" y="1"/>
                  </a:lnTo>
                  <a:lnTo>
                    <a:pt x="6" y="1"/>
                  </a:lnTo>
                  <a:lnTo>
                    <a:pt x="7" y="1"/>
                  </a:lnTo>
                  <a:lnTo>
                    <a:pt x="8" y="1"/>
                  </a:lnTo>
                  <a:lnTo>
                    <a:pt x="11" y="0"/>
                  </a:lnTo>
                  <a:lnTo>
                    <a:pt x="13" y="0"/>
                  </a:lnTo>
                  <a:lnTo>
                    <a:pt x="14" y="0"/>
                  </a:lnTo>
                  <a:lnTo>
                    <a:pt x="14" y="0"/>
                  </a:lnTo>
                  <a:lnTo>
                    <a:pt x="14" y="0"/>
                  </a:lnTo>
                  <a:lnTo>
                    <a:pt x="14"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49" name=""/>
            <p:cNvSpPr/>
            <p:nvPr/>
          </p:nvSpPr>
          <p:spPr>
            <a:xfrm>
              <a:off x="3100320" y="4149720"/>
              <a:ext cx="7920" cy="3240"/>
            </a:xfrm>
            <a:custGeom>
              <a:avLst/>
              <a:gdLst/>
              <a:ahLst/>
              <a:rect l="l" t="t" r="r" b="b"/>
              <a:pathLst>
                <a:path w="5" h="2">
                  <a:moveTo>
                    <a:pt x="0" y="1"/>
                  </a:moveTo>
                  <a:lnTo>
                    <a:pt x="0" y="1"/>
                  </a:lnTo>
                  <a:lnTo>
                    <a:pt x="4" y="1"/>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50" name=""/>
            <p:cNvSpPr/>
            <p:nvPr/>
          </p:nvSpPr>
          <p:spPr>
            <a:xfrm>
              <a:off x="3073320" y="416232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151" name=""/>
            <p:cNvSpPr/>
            <p:nvPr/>
          </p:nvSpPr>
          <p:spPr>
            <a:xfrm>
              <a:off x="3073320" y="4162320"/>
              <a:ext cx="27000" cy="9720"/>
            </a:xfrm>
            <a:custGeom>
              <a:avLst/>
              <a:gdLst/>
              <a:ahLst/>
              <a:rect l="l" t="t" r="r" b="b"/>
              <a:pathLst>
                <a:path w="17" h="6">
                  <a:moveTo>
                    <a:pt x="16" y="2"/>
                  </a:moveTo>
                  <a:lnTo>
                    <a:pt x="16" y="2"/>
                  </a:lnTo>
                  <a:lnTo>
                    <a:pt x="15" y="2"/>
                  </a:lnTo>
                  <a:lnTo>
                    <a:pt x="15" y="2"/>
                  </a:lnTo>
                  <a:lnTo>
                    <a:pt x="15" y="2"/>
                  </a:lnTo>
                  <a:lnTo>
                    <a:pt x="14" y="2"/>
                  </a:lnTo>
                  <a:lnTo>
                    <a:pt x="10" y="1"/>
                  </a:lnTo>
                  <a:lnTo>
                    <a:pt x="7" y="1"/>
                  </a:lnTo>
                  <a:lnTo>
                    <a:pt x="7" y="0"/>
                  </a:lnTo>
                  <a:lnTo>
                    <a:pt x="7" y="0"/>
                  </a:lnTo>
                  <a:lnTo>
                    <a:pt x="6" y="0"/>
                  </a:lnTo>
                  <a:lnTo>
                    <a:pt x="3" y="0"/>
                  </a:lnTo>
                  <a:lnTo>
                    <a:pt x="3" y="0"/>
                  </a:lnTo>
                  <a:lnTo>
                    <a:pt x="2" y="0"/>
                  </a:lnTo>
                  <a:lnTo>
                    <a:pt x="0" y="0"/>
                  </a:lnTo>
                  <a:lnTo>
                    <a:pt x="0" y="0"/>
                  </a:lnTo>
                  <a:lnTo>
                    <a:pt x="0" y="0"/>
                  </a:lnTo>
                  <a:lnTo>
                    <a:pt x="0" y="0"/>
                  </a:lnTo>
                  <a:lnTo>
                    <a:pt x="0" y="0"/>
                  </a:lnTo>
                  <a:lnTo>
                    <a:pt x="0" y="0"/>
                  </a:lnTo>
                  <a:lnTo>
                    <a:pt x="0" y="0"/>
                  </a:lnTo>
                  <a:lnTo>
                    <a:pt x="0" y="0"/>
                  </a:lnTo>
                  <a:lnTo>
                    <a:pt x="0" y="0"/>
                  </a:lnTo>
                  <a:lnTo>
                    <a:pt x="2" y="0"/>
                  </a:lnTo>
                  <a:lnTo>
                    <a:pt x="3" y="0"/>
                  </a:lnTo>
                  <a:lnTo>
                    <a:pt x="6" y="1"/>
                  </a:lnTo>
                  <a:lnTo>
                    <a:pt x="7" y="1"/>
                  </a:lnTo>
                  <a:lnTo>
                    <a:pt x="7" y="2"/>
                  </a:lnTo>
                  <a:lnTo>
                    <a:pt x="7" y="2"/>
                  </a:lnTo>
                  <a:lnTo>
                    <a:pt x="10" y="5"/>
                  </a:lnTo>
                  <a:lnTo>
                    <a:pt x="14" y="5"/>
                  </a:lnTo>
                  <a:lnTo>
                    <a:pt x="15" y="5"/>
                  </a:lnTo>
                  <a:lnTo>
                    <a:pt x="15" y="5"/>
                  </a:lnTo>
                  <a:lnTo>
                    <a:pt x="15" y="5"/>
                  </a:lnTo>
                  <a:lnTo>
                    <a:pt x="16" y="5"/>
                  </a:lnTo>
                  <a:lnTo>
                    <a:pt x="16" y="5"/>
                  </a:lnTo>
                  <a:lnTo>
                    <a:pt x="16" y="2"/>
                  </a:lnTo>
                  <a:lnTo>
                    <a:pt x="16" y="2"/>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152" name=""/>
            <p:cNvSpPr/>
            <p:nvPr/>
          </p:nvSpPr>
          <p:spPr>
            <a:xfrm>
              <a:off x="3098880" y="4162320"/>
              <a:ext cx="20520" cy="9720"/>
            </a:xfrm>
            <a:custGeom>
              <a:avLst/>
              <a:gdLst/>
              <a:ahLst/>
              <a:rect l="l" t="t" r="r" b="b"/>
              <a:pathLst>
                <a:path w="13" h="6">
                  <a:moveTo>
                    <a:pt x="11" y="0"/>
                  </a:moveTo>
                  <a:lnTo>
                    <a:pt x="9" y="0"/>
                  </a:lnTo>
                  <a:lnTo>
                    <a:pt x="9" y="0"/>
                  </a:lnTo>
                  <a:lnTo>
                    <a:pt x="9" y="1"/>
                  </a:lnTo>
                  <a:lnTo>
                    <a:pt x="8" y="1"/>
                  </a:lnTo>
                  <a:lnTo>
                    <a:pt x="7" y="1"/>
                  </a:lnTo>
                  <a:lnTo>
                    <a:pt x="5" y="2"/>
                  </a:lnTo>
                  <a:lnTo>
                    <a:pt x="1" y="2"/>
                  </a:lnTo>
                  <a:lnTo>
                    <a:pt x="0" y="2"/>
                  </a:lnTo>
                  <a:lnTo>
                    <a:pt x="0" y="5"/>
                  </a:lnTo>
                  <a:lnTo>
                    <a:pt x="1" y="5"/>
                  </a:lnTo>
                  <a:lnTo>
                    <a:pt x="5" y="5"/>
                  </a:lnTo>
                  <a:lnTo>
                    <a:pt x="8" y="5"/>
                  </a:lnTo>
                  <a:lnTo>
                    <a:pt x="8" y="2"/>
                  </a:lnTo>
                  <a:lnTo>
                    <a:pt x="9" y="2"/>
                  </a:lnTo>
                  <a:lnTo>
                    <a:pt x="9" y="2"/>
                  </a:lnTo>
                  <a:lnTo>
                    <a:pt x="11" y="2"/>
                  </a:lnTo>
                  <a:lnTo>
                    <a:pt x="12" y="2"/>
                  </a:lnTo>
                  <a:lnTo>
                    <a:pt x="11" y="0"/>
                  </a:lnTo>
                  <a:lnTo>
                    <a:pt x="11"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153" name=""/>
            <p:cNvSpPr/>
            <p:nvPr/>
          </p:nvSpPr>
          <p:spPr>
            <a:xfrm>
              <a:off x="3098880" y="4165560"/>
              <a:ext cx="3240" cy="6480"/>
            </a:xfrm>
            <a:custGeom>
              <a:avLst/>
              <a:gdLst/>
              <a:ahLst/>
              <a:rect l="l" t="t" r="r" b="b"/>
              <a:pathLst>
                <a:path w="2" h="4">
                  <a:moveTo>
                    <a:pt x="0" y="3"/>
                  </a:moveTo>
                  <a:lnTo>
                    <a:pt x="1" y="3"/>
                  </a:lnTo>
                  <a:lnTo>
                    <a:pt x="1" y="3"/>
                  </a:lnTo>
                  <a:lnTo>
                    <a:pt x="1" y="0"/>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154" name=""/>
            <p:cNvSpPr/>
            <p:nvPr/>
          </p:nvSpPr>
          <p:spPr>
            <a:xfrm>
              <a:off x="3097080" y="4156200"/>
              <a:ext cx="1800" cy="6120"/>
            </a:xfrm>
            <a:custGeom>
              <a:avLst/>
              <a:gdLst/>
              <a:ahLst/>
              <a:rect l="l" t="t" r="r" b="b"/>
              <a:pathLst>
                <a:path w="1" h="4">
                  <a:moveTo>
                    <a:pt x="0" y="0"/>
                  </a:moveTo>
                  <a:lnTo>
                    <a:pt x="0" y="0"/>
                  </a:lnTo>
                  <a:lnTo>
                    <a:pt x="0" y="1"/>
                  </a:lnTo>
                  <a:lnTo>
                    <a:pt x="0" y="3"/>
                  </a:lnTo>
                  <a:lnTo>
                    <a:pt x="0" y="3"/>
                  </a:lnTo>
                  <a:lnTo>
                    <a:pt x="0" y="0"/>
                  </a:lnTo>
                  <a:lnTo>
                    <a:pt x="0"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155" name=""/>
            <p:cNvSpPr/>
            <p:nvPr/>
          </p:nvSpPr>
          <p:spPr>
            <a:xfrm>
              <a:off x="3097080" y="4154400"/>
              <a:ext cx="22320" cy="9720"/>
            </a:xfrm>
            <a:custGeom>
              <a:avLst/>
              <a:gdLst/>
              <a:ahLst/>
              <a:rect l="l" t="t" r="r" b="b"/>
              <a:pathLst>
                <a:path w="14" h="6">
                  <a:moveTo>
                    <a:pt x="13" y="0"/>
                  </a:moveTo>
                  <a:lnTo>
                    <a:pt x="10" y="1"/>
                  </a:lnTo>
                  <a:lnTo>
                    <a:pt x="9" y="2"/>
                  </a:lnTo>
                  <a:lnTo>
                    <a:pt x="6" y="2"/>
                  </a:lnTo>
                  <a:lnTo>
                    <a:pt x="2" y="2"/>
                  </a:lnTo>
                  <a:lnTo>
                    <a:pt x="1" y="2"/>
                  </a:lnTo>
                  <a:lnTo>
                    <a:pt x="0" y="1"/>
                  </a:lnTo>
                  <a:lnTo>
                    <a:pt x="0" y="1"/>
                  </a:lnTo>
                  <a:lnTo>
                    <a:pt x="0" y="1"/>
                  </a:lnTo>
                  <a:lnTo>
                    <a:pt x="0" y="4"/>
                  </a:lnTo>
                  <a:lnTo>
                    <a:pt x="0" y="4"/>
                  </a:lnTo>
                  <a:lnTo>
                    <a:pt x="0" y="4"/>
                  </a:lnTo>
                  <a:lnTo>
                    <a:pt x="1" y="4"/>
                  </a:lnTo>
                  <a:lnTo>
                    <a:pt x="2" y="5"/>
                  </a:lnTo>
                  <a:lnTo>
                    <a:pt x="6" y="5"/>
                  </a:lnTo>
                  <a:lnTo>
                    <a:pt x="9" y="4"/>
                  </a:lnTo>
                  <a:lnTo>
                    <a:pt x="10" y="4"/>
                  </a:lnTo>
                  <a:lnTo>
                    <a:pt x="13" y="1"/>
                  </a:lnTo>
                  <a:lnTo>
                    <a:pt x="13" y="0"/>
                  </a:lnTo>
                  <a:lnTo>
                    <a:pt x="13"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156" name=""/>
            <p:cNvSpPr/>
            <p:nvPr/>
          </p:nvSpPr>
          <p:spPr>
            <a:xfrm>
              <a:off x="3097080" y="4156200"/>
              <a:ext cx="1800" cy="6120"/>
            </a:xfrm>
            <a:custGeom>
              <a:avLst/>
              <a:gdLst/>
              <a:ahLst/>
              <a:rect l="l" t="t" r="r" b="b"/>
              <a:pathLst>
                <a:path w="1" h="4">
                  <a:moveTo>
                    <a:pt x="0" y="3"/>
                  </a:moveTo>
                  <a:lnTo>
                    <a:pt x="0" y="1"/>
                  </a:lnTo>
                  <a:lnTo>
                    <a:pt x="0" y="1"/>
                  </a:lnTo>
                  <a:lnTo>
                    <a:pt x="0" y="0"/>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157" name=""/>
            <p:cNvSpPr/>
            <p:nvPr/>
          </p:nvSpPr>
          <p:spPr>
            <a:xfrm>
              <a:off x="3067200" y="4132440"/>
              <a:ext cx="1440" cy="7920"/>
            </a:xfrm>
            <a:custGeom>
              <a:avLst/>
              <a:gdLst/>
              <a:ahLst/>
              <a:rect l="l" t="t" r="r" b="b"/>
              <a:pathLst>
                <a:path w="1" h="5">
                  <a:moveTo>
                    <a:pt x="0" y="0"/>
                  </a:moveTo>
                  <a:lnTo>
                    <a:pt x="0" y="0"/>
                  </a:lnTo>
                  <a:lnTo>
                    <a:pt x="0" y="1"/>
                  </a:lnTo>
                  <a:lnTo>
                    <a:pt x="0" y="4"/>
                  </a:lnTo>
                  <a:lnTo>
                    <a:pt x="0" y="4"/>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158" name=""/>
            <p:cNvSpPr/>
            <p:nvPr/>
          </p:nvSpPr>
          <p:spPr>
            <a:xfrm>
              <a:off x="3067200" y="4132440"/>
              <a:ext cx="23760" cy="7920"/>
            </a:xfrm>
            <a:custGeom>
              <a:avLst/>
              <a:gdLst/>
              <a:ahLst/>
              <a:rect l="l" t="t" r="r" b="b"/>
              <a:pathLst>
                <a:path w="15" h="5">
                  <a:moveTo>
                    <a:pt x="14" y="0"/>
                  </a:moveTo>
                  <a:lnTo>
                    <a:pt x="11" y="1"/>
                  </a:lnTo>
                  <a:lnTo>
                    <a:pt x="11" y="4"/>
                  </a:lnTo>
                  <a:lnTo>
                    <a:pt x="7" y="4"/>
                  </a:lnTo>
                  <a:lnTo>
                    <a:pt x="4" y="4"/>
                  </a:lnTo>
                  <a:lnTo>
                    <a:pt x="4" y="1"/>
                  </a:lnTo>
                  <a:lnTo>
                    <a:pt x="3" y="0"/>
                  </a:lnTo>
                  <a:lnTo>
                    <a:pt x="0" y="0"/>
                  </a:lnTo>
                  <a:lnTo>
                    <a:pt x="0" y="0"/>
                  </a:lnTo>
                  <a:lnTo>
                    <a:pt x="0" y="4"/>
                  </a:lnTo>
                  <a:lnTo>
                    <a:pt x="0" y="4"/>
                  </a:lnTo>
                  <a:lnTo>
                    <a:pt x="3" y="4"/>
                  </a:lnTo>
                  <a:lnTo>
                    <a:pt x="4" y="4"/>
                  </a:lnTo>
                  <a:lnTo>
                    <a:pt x="4" y="4"/>
                  </a:lnTo>
                  <a:lnTo>
                    <a:pt x="7" y="4"/>
                  </a:lnTo>
                  <a:lnTo>
                    <a:pt x="11" y="4"/>
                  </a:lnTo>
                  <a:lnTo>
                    <a:pt x="11" y="4"/>
                  </a:lnTo>
                  <a:lnTo>
                    <a:pt x="14" y="4"/>
                  </a:lnTo>
                  <a:lnTo>
                    <a:pt x="14" y="0"/>
                  </a:lnTo>
                  <a:lnTo>
                    <a:pt x="14"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159" name=""/>
            <p:cNvSpPr/>
            <p:nvPr/>
          </p:nvSpPr>
          <p:spPr>
            <a:xfrm>
              <a:off x="3067200" y="4132440"/>
              <a:ext cx="1440" cy="7920"/>
            </a:xfrm>
            <a:custGeom>
              <a:avLst/>
              <a:gdLst/>
              <a:ahLst/>
              <a:rect l="l" t="t" r="r" b="b"/>
              <a:pathLst>
                <a:path w="1" h="5">
                  <a:moveTo>
                    <a:pt x="0" y="4"/>
                  </a:moveTo>
                  <a:lnTo>
                    <a:pt x="0" y="4"/>
                  </a:lnTo>
                  <a:lnTo>
                    <a:pt x="0" y="0"/>
                  </a:lnTo>
                  <a:lnTo>
                    <a:pt x="0" y="0"/>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160" name=""/>
            <p:cNvSpPr/>
            <p:nvPr/>
          </p:nvSpPr>
          <p:spPr>
            <a:xfrm>
              <a:off x="3006720" y="4105440"/>
              <a:ext cx="1440" cy="4680"/>
            </a:xfrm>
            <a:custGeom>
              <a:avLst/>
              <a:gdLst/>
              <a:ahLst/>
              <a:rect l="l" t="t" r="r" b="b"/>
              <a:pathLst>
                <a:path w="1" h="3">
                  <a:moveTo>
                    <a:pt x="0" y="0"/>
                  </a:moveTo>
                  <a:lnTo>
                    <a:pt x="0" y="0"/>
                  </a:lnTo>
                  <a:lnTo>
                    <a:pt x="0" y="0"/>
                  </a:lnTo>
                  <a:lnTo>
                    <a:pt x="0" y="0"/>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161" name=""/>
            <p:cNvSpPr/>
            <p:nvPr/>
          </p:nvSpPr>
          <p:spPr>
            <a:xfrm>
              <a:off x="3006720" y="4105440"/>
              <a:ext cx="28440" cy="7920"/>
            </a:xfrm>
            <a:custGeom>
              <a:avLst/>
              <a:gdLst/>
              <a:ahLst/>
              <a:rect l="l" t="t" r="r" b="b"/>
              <a:pathLst>
                <a:path w="18" h="5">
                  <a:moveTo>
                    <a:pt x="16" y="4"/>
                  </a:moveTo>
                  <a:lnTo>
                    <a:pt x="16" y="4"/>
                  </a:lnTo>
                  <a:lnTo>
                    <a:pt x="16" y="4"/>
                  </a:lnTo>
                  <a:lnTo>
                    <a:pt x="15" y="4"/>
                  </a:lnTo>
                  <a:lnTo>
                    <a:pt x="15" y="4"/>
                  </a:lnTo>
                  <a:lnTo>
                    <a:pt x="10" y="4"/>
                  </a:lnTo>
                  <a:lnTo>
                    <a:pt x="10" y="4"/>
                  </a:lnTo>
                  <a:lnTo>
                    <a:pt x="8" y="2"/>
                  </a:lnTo>
                  <a:lnTo>
                    <a:pt x="5" y="2"/>
                  </a:lnTo>
                  <a:lnTo>
                    <a:pt x="5" y="2"/>
                  </a:lnTo>
                  <a:lnTo>
                    <a:pt x="5" y="0"/>
                  </a:lnTo>
                  <a:lnTo>
                    <a:pt x="4" y="0"/>
                  </a:lnTo>
                  <a:lnTo>
                    <a:pt x="0" y="0"/>
                  </a:lnTo>
                  <a:lnTo>
                    <a:pt x="0" y="0"/>
                  </a:lnTo>
                  <a:lnTo>
                    <a:pt x="0" y="0"/>
                  </a:lnTo>
                  <a:lnTo>
                    <a:pt x="0" y="0"/>
                  </a:lnTo>
                  <a:lnTo>
                    <a:pt x="0" y="0"/>
                  </a:lnTo>
                  <a:lnTo>
                    <a:pt x="0" y="2"/>
                  </a:lnTo>
                  <a:lnTo>
                    <a:pt x="0" y="2"/>
                  </a:lnTo>
                  <a:lnTo>
                    <a:pt x="0" y="2"/>
                  </a:lnTo>
                  <a:lnTo>
                    <a:pt x="0" y="2"/>
                  </a:lnTo>
                  <a:lnTo>
                    <a:pt x="0" y="2"/>
                  </a:lnTo>
                  <a:lnTo>
                    <a:pt x="4" y="4"/>
                  </a:lnTo>
                  <a:lnTo>
                    <a:pt x="4" y="4"/>
                  </a:lnTo>
                  <a:lnTo>
                    <a:pt x="5" y="4"/>
                  </a:lnTo>
                  <a:lnTo>
                    <a:pt x="5" y="4"/>
                  </a:lnTo>
                  <a:lnTo>
                    <a:pt x="8" y="4"/>
                  </a:lnTo>
                  <a:lnTo>
                    <a:pt x="10" y="4"/>
                  </a:lnTo>
                  <a:lnTo>
                    <a:pt x="10" y="4"/>
                  </a:lnTo>
                  <a:lnTo>
                    <a:pt x="15" y="4"/>
                  </a:lnTo>
                  <a:lnTo>
                    <a:pt x="15" y="4"/>
                  </a:lnTo>
                  <a:lnTo>
                    <a:pt x="16" y="4"/>
                  </a:lnTo>
                  <a:lnTo>
                    <a:pt x="16" y="4"/>
                  </a:lnTo>
                  <a:lnTo>
                    <a:pt x="17" y="4"/>
                  </a:lnTo>
                  <a:lnTo>
                    <a:pt x="16" y="4"/>
                  </a:lnTo>
                  <a:lnTo>
                    <a:pt x="16"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162" name=""/>
            <p:cNvSpPr/>
            <p:nvPr/>
          </p:nvSpPr>
          <p:spPr>
            <a:xfrm>
              <a:off x="3006720" y="4105440"/>
              <a:ext cx="1440" cy="4680"/>
            </a:xfrm>
            <a:custGeom>
              <a:avLst/>
              <a:gdLst/>
              <a:ahLst/>
              <a:rect l="l" t="t" r="r" b="b"/>
              <a:pathLst>
                <a:path w="1" h="3">
                  <a:moveTo>
                    <a:pt x="0" y="2"/>
                  </a:moveTo>
                  <a:lnTo>
                    <a:pt x="0" y="0"/>
                  </a:lnTo>
                  <a:lnTo>
                    <a:pt x="0" y="0"/>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163" name=""/>
            <p:cNvSpPr/>
            <p:nvPr/>
          </p:nvSpPr>
          <p:spPr>
            <a:xfrm>
              <a:off x="3043080" y="4118040"/>
              <a:ext cx="1800" cy="6120"/>
            </a:xfrm>
            <a:custGeom>
              <a:avLst/>
              <a:gdLst/>
              <a:ahLst/>
              <a:rect l="l" t="t" r="r" b="b"/>
              <a:pathLst>
                <a:path w="1" h="4">
                  <a:moveTo>
                    <a:pt x="0" y="3"/>
                  </a:moveTo>
                  <a:lnTo>
                    <a:pt x="0" y="3"/>
                  </a:lnTo>
                  <a:lnTo>
                    <a:pt x="0" y="3"/>
                  </a:lnTo>
                  <a:lnTo>
                    <a:pt x="0" y="3"/>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164" name=""/>
            <p:cNvSpPr/>
            <p:nvPr/>
          </p:nvSpPr>
          <p:spPr>
            <a:xfrm>
              <a:off x="3022560" y="4118040"/>
              <a:ext cx="22320" cy="6120"/>
            </a:xfrm>
            <a:custGeom>
              <a:avLst/>
              <a:gdLst/>
              <a:ahLst/>
              <a:rect l="l" t="t" r="r" b="b"/>
              <a:pathLst>
                <a:path w="14" h="4">
                  <a:moveTo>
                    <a:pt x="4" y="3"/>
                  </a:moveTo>
                  <a:lnTo>
                    <a:pt x="1" y="3"/>
                  </a:lnTo>
                  <a:lnTo>
                    <a:pt x="13" y="3"/>
                  </a:lnTo>
                  <a:lnTo>
                    <a:pt x="13" y="0"/>
                  </a:lnTo>
                  <a:lnTo>
                    <a:pt x="0" y="3"/>
                  </a:lnTo>
                  <a:lnTo>
                    <a:pt x="0" y="3"/>
                  </a:lnTo>
                  <a:lnTo>
                    <a:pt x="4" y="3"/>
                  </a:lnTo>
                  <a:lnTo>
                    <a:pt x="4"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165" name=""/>
            <p:cNvSpPr/>
            <p:nvPr/>
          </p:nvSpPr>
          <p:spPr>
            <a:xfrm>
              <a:off x="3017880" y="4122720"/>
              <a:ext cx="12600" cy="6480"/>
            </a:xfrm>
            <a:custGeom>
              <a:avLst/>
              <a:gdLst/>
              <a:ahLst/>
              <a:rect l="l" t="t" r="r" b="b"/>
              <a:pathLst>
                <a:path w="8" h="4">
                  <a:moveTo>
                    <a:pt x="0" y="3"/>
                  </a:moveTo>
                  <a:lnTo>
                    <a:pt x="1" y="3"/>
                  </a:lnTo>
                  <a:lnTo>
                    <a:pt x="7" y="0"/>
                  </a:lnTo>
                  <a:lnTo>
                    <a:pt x="3" y="0"/>
                  </a:lnTo>
                  <a:lnTo>
                    <a:pt x="0" y="2"/>
                  </a:lnTo>
                  <a:lnTo>
                    <a:pt x="0" y="3"/>
                  </a:lnTo>
                  <a:lnTo>
                    <a:pt x="0" y="3"/>
                  </a:lnTo>
                  <a:lnTo>
                    <a:pt x="0"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166" name=""/>
            <p:cNvSpPr/>
            <p:nvPr/>
          </p:nvSpPr>
          <p:spPr>
            <a:xfrm>
              <a:off x="3017880" y="4125960"/>
              <a:ext cx="3240" cy="3240"/>
            </a:xfrm>
            <a:custGeom>
              <a:avLst/>
              <a:gdLst/>
              <a:ahLst/>
              <a:rect l="l" t="t" r="r" b="b"/>
              <a:pathLst>
                <a:path w="2" h="2">
                  <a:moveTo>
                    <a:pt x="0" y="0"/>
                  </a:moveTo>
                  <a:lnTo>
                    <a:pt x="0" y="1"/>
                  </a:lnTo>
                  <a:lnTo>
                    <a:pt x="0" y="1"/>
                  </a:lnTo>
                  <a:lnTo>
                    <a:pt x="0" y="1"/>
                  </a:lnTo>
                  <a:lnTo>
                    <a:pt x="1"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67" name=""/>
            <p:cNvSpPr/>
            <p:nvPr/>
          </p:nvSpPr>
          <p:spPr>
            <a:xfrm>
              <a:off x="3017880" y="4138560"/>
              <a:ext cx="6480" cy="1800"/>
            </a:xfrm>
            <a:custGeom>
              <a:avLst/>
              <a:gdLst/>
              <a:ahLst/>
              <a:rect l="l" t="t" r="r" b="b"/>
              <a:pathLst>
                <a:path w="4" h="1">
                  <a:moveTo>
                    <a:pt x="3" y="0"/>
                  </a:moveTo>
                  <a:lnTo>
                    <a:pt x="1" y="0"/>
                  </a:lnTo>
                  <a:lnTo>
                    <a:pt x="0" y="0"/>
                  </a:lnTo>
                  <a:lnTo>
                    <a:pt x="0" y="0"/>
                  </a:lnTo>
                  <a:lnTo>
                    <a:pt x="1" y="0"/>
                  </a:lnTo>
                  <a:lnTo>
                    <a:pt x="3" y="0"/>
                  </a:lnTo>
                  <a:lnTo>
                    <a:pt x="3"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168" name=""/>
            <p:cNvSpPr/>
            <p:nvPr/>
          </p:nvSpPr>
          <p:spPr>
            <a:xfrm>
              <a:off x="3019320" y="4138560"/>
              <a:ext cx="14400" cy="3240"/>
            </a:xfrm>
            <a:custGeom>
              <a:avLst/>
              <a:gdLst/>
              <a:ahLst/>
              <a:rect l="l" t="t" r="r" b="b"/>
              <a:pathLst>
                <a:path w="9" h="2">
                  <a:moveTo>
                    <a:pt x="8" y="0"/>
                  </a:moveTo>
                  <a:lnTo>
                    <a:pt x="8" y="0"/>
                  </a:lnTo>
                  <a:lnTo>
                    <a:pt x="8" y="0"/>
                  </a:lnTo>
                  <a:lnTo>
                    <a:pt x="7" y="0"/>
                  </a:lnTo>
                  <a:lnTo>
                    <a:pt x="7" y="0"/>
                  </a:lnTo>
                  <a:lnTo>
                    <a:pt x="2" y="0"/>
                  </a:lnTo>
                  <a:lnTo>
                    <a:pt x="2" y="0"/>
                  </a:lnTo>
                  <a:lnTo>
                    <a:pt x="2" y="0"/>
                  </a:lnTo>
                  <a:lnTo>
                    <a:pt x="2" y="0"/>
                  </a:lnTo>
                  <a:lnTo>
                    <a:pt x="2" y="0"/>
                  </a:lnTo>
                  <a:lnTo>
                    <a:pt x="0" y="0"/>
                  </a:lnTo>
                  <a:lnTo>
                    <a:pt x="2" y="0"/>
                  </a:lnTo>
                  <a:lnTo>
                    <a:pt x="2" y="0"/>
                  </a:lnTo>
                  <a:lnTo>
                    <a:pt x="2" y="0"/>
                  </a:lnTo>
                  <a:lnTo>
                    <a:pt x="2" y="0"/>
                  </a:lnTo>
                  <a:lnTo>
                    <a:pt x="7" y="1"/>
                  </a:lnTo>
                  <a:lnTo>
                    <a:pt x="7" y="1"/>
                  </a:lnTo>
                  <a:lnTo>
                    <a:pt x="8" y="1"/>
                  </a:lnTo>
                  <a:lnTo>
                    <a:pt x="8"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69" name=""/>
            <p:cNvSpPr/>
            <p:nvPr/>
          </p:nvSpPr>
          <p:spPr>
            <a:xfrm>
              <a:off x="3032280" y="4138560"/>
              <a:ext cx="18720" cy="1800"/>
            </a:xfrm>
            <a:custGeom>
              <a:avLst/>
              <a:gdLst/>
              <a:ahLst/>
              <a:rect l="l" t="t" r="r" b="b"/>
              <a:pathLst>
                <a:path w="12" h="1">
                  <a:moveTo>
                    <a:pt x="11" y="0"/>
                  </a:moveTo>
                  <a:lnTo>
                    <a:pt x="10" y="0"/>
                  </a:lnTo>
                  <a:lnTo>
                    <a:pt x="9" y="0"/>
                  </a:lnTo>
                  <a:lnTo>
                    <a:pt x="8" y="0"/>
                  </a:lnTo>
                  <a:lnTo>
                    <a:pt x="7" y="0"/>
                  </a:lnTo>
                  <a:lnTo>
                    <a:pt x="6" y="0"/>
                  </a:lnTo>
                  <a:lnTo>
                    <a:pt x="5" y="0"/>
                  </a:lnTo>
                  <a:lnTo>
                    <a:pt x="1" y="0"/>
                  </a:lnTo>
                  <a:lnTo>
                    <a:pt x="0" y="0"/>
                  </a:lnTo>
                  <a:lnTo>
                    <a:pt x="0" y="0"/>
                  </a:lnTo>
                  <a:lnTo>
                    <a:pt x="4" y="0"/>
                  </a:lnTo>
                  <a:lnTo>
                    <a:pt x="5" y="0"/>
                  </a:lnTo>
                  <a:lnTo>
                    <a:pt x="6" y="0"/>
                  </a:lnTo>
                  <a:lnTo>
                    <a:pt x="7" y="0"/>
                  </a:lnTo>
                  <a:lnTo>
                    <a:pt x="8" y="0"/>
                  </a:lnTo>
                  <a:lnTo>
                    <a:pt x="9" y="0"/>
                  </a:lnTo>
                  <a:lnTo>
                    <a:pt x="10" y="0"/>
                  </a:lnTo>
                  <a:lnTo>
                    <a:pt x="11" y="0"/>
                  </a:lnTo>
                  <a:lnTo>
                    <a:pt x="11" y="0"/>
                  </a:lnTo>
                  <a:lnTo>
                    <a:pt x="11"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170" name=""/>
            <p:cNvSpPr/>
            <p:nvPr/>
          </p:nvSpPr>
          <p:spPr>
            <a:xfrm>
              <a:off x="3032280" y="413856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171" name=""/>
            <p:cNvSpPr/>
            <p:nvPr/>
          </p:nvSpPr>
          <p:spPr>
            <a:xfrm>
              <a:off x="3030480" y="4151160"/>
              <a:ext cx="3240" cy="5040"/>
            </a:xfrm>
            <a:custGeom>
              <a:avLst/>
              <a:gdLst/>
              <a:ahLst/>
              <a:rect l="l" t="t" r="r" b="b"/>
              <a:pathLst>
                <a:path w="2" h="3">
                  <a:moveTo>
                    <a:pt x="1" y="0"/>
                  </a:moveTo>
                  <a:lnTo>
                    <a:pt x="1" y="0"/>
                  </a:lnTo>
                  <a:lnTo>
                    <a:pt x="1" y="0"/>
                  </a:lnTo>
                  <a:lnTo>
                    <a:pt x="0" y="0"/>
                  </a:lnTo>
                  <a:lnTo>
                    <a:pt x="1" y="2"/>
                  </a:lnTo>
                  <a:lnTo>
                    <a:pt x="1" y="0"/>
                  </a:lnTo>
                  <a:lnTo>
                    <a:pt x="1"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2172" name=""/>
            <p:cNvSpPr/>
            <p:nvPr/>
          </p:nvSpPr>
          <p:spPr>
            <a:xfrm>
              <a:off x="3032280" y="4151160"/>
              <a:ext cx="12600" cy="7920"/>
            </a:xfrm>
            <a:custGeom>
              <a:avLst/>
              <a:gdLst/>
              <a:ahLst/>
              <a:rect l="l" t="t" r="r" b="b"/>
              <a:pathLst>
                <a:path w="8" h="5">
                  <a:moveTo>
                    <a:pt x="6" y="2"/>
                  </a:moveTo>
                  <a:lnTo>
                    <a:pt x="7" y="2"/>
                  </a:lnTo>
                  <a:lnTo>
                    <a:pt x="5" y="2"/>
                  </a:lnTo>
                  <a:lnTo>
                    <a:pt x="5" y="2"/>
                  </a:lnTo>
                  <a:lnTo>
                    <a:pt x="4" y="2"/>
                  </a:lnTo>
                  <a:lnTo>
                    <a:pt x="0" y="2"/>
                  </a:lnTo>
                  <a:lnTo>
                    <a:pt x="0" y="0"/>
                  </a:lnTo>
                  <a:lnTo>
                    <a:pt x="0" y="0"/>
                  </a:lnTo>
                  <a:lnTo>
                    <a:pt x="0" y="0"/>
                  </a:lnTo>
                  <a:lnTo>
                    <a:pt x="0" y="0"/>
                  </a:lnTo>
                  <a:lnTo>
                    <a:pt x="0" y="2"/>
                  </a:lnTo>
                  <a:lnTo>
                    <a:pt x="0" y="2"/>
                  </a:lnTo>
                  <a:lnTo>
                    <a:pt x="0" y="2"/>
                  </a:lnTo>
                  <a:lnTo>
                    <a:pt x="0" y="2"/>
                  </a:lnTo>
                  <a:lnTo>
                    <a:pt x="0" y="3"/>
                  </a:lnTo>
                  <a:lnTo>
                    <a:pt x="4" y="3"/>
                  </a:lnTo>
                  <a:lnTo>
                    <a:pt x="5" y="4"/>
                  </a:lnTo>
                  <a:lnTo>
                    <a:pt x="5" y="4"/>
                  </a:lnTo>
                  <a:lnTo>
                    <a:pt x="7" y="3"/>
                  </a:lnTo>
                  <a:lnTo>
                    <a:pt x="7" y="3"/>
                  </a:lnTo>
                  <a:lnTo>
                    <a:pt x="6" y="2"/>
                  </a:lnTo>
                  <a:lnTo>
                    <a:pt x="6" y="2"/>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173" name=""/>
            <p:cNvSpPr/>
            <p:nvPr/>
          </p:nvSpPr>
          <p:spPr>
            <a:xfrm>
              <a:off x="3041640" y="4151160"/>
              <a:ext cx="19080" cy="7920"/>
            </a:xfrm>
            <a:custGeom>
              <a:avLst/>
              <a:gdLst/>
              <a:ahLst/>
              <a:rect l="l" t="t" r="r" b="b"/>
              <a:pathLst>
                <a:path w="12" h="5">
                  <a:moveTo>
                    <a:pt x="11" y="2"/>
                  </a:moveTo>
                  <a:lnTo>
                    <a:pt x="11" y="2"/>
                  </a:lnTo>
                  <a:lnTo>
                    <a:pt x="8" y="2"/>
                  </a:lnTo>
                  <a:lnTo>
                    <a:pt x="8" y="2"/>
                  </a:lnTo>
                  <a:lnTo>
                    <a:pt x="5" y="2"/>
                  </a:lnTo>
                  <a:lnTo>
                    <a:pt x="4" y="0"/>
                  </a:lnTo>
                  <a:lnTo>
                    <a:pt x="2" y="0"/>
                  </a:lnTo>
                  <a:lnTo>
                    <a:pt x="1" y="2"/>
                  </a:lnTo>
                  <a:lnTo>
                    <a:pt x="0" y="2"/>
                  </a:lnTo>
                  <a:lnTo>
                    <a:pt x="1" y="3"/>
                  </a:lnTo>
                  <a:lnTo>
                    <a:pt x="1" y="3"/>
                  </a:lnTo>
                  <a:lnTo>
                    <a:pt x="2" y="3"/>
                  </a:lnTo>
                  <a:lnTo>
                    <a:pt x="4" y="3"/>
                  </a:lnTo>
                  <a:lnTo>
                    <a:pt x="5" y="3"/>
                  </a:lnTo>
                  <a:lnTo>
                    <a:pt x="8" y="3"/>
                  </a:lnTo>
                  <a:lnTo>
                    <a:pt x="8" y="4"/>
                  </a:lnTo>
                  <a:lnTo>
                    <a:pt x="11" y="4"/>
                  </a:lnTo>
                  <a:lnTo>
                    <a:pt x="11" y="4"/>
                  </a:lnTo>
                  <a:lnTo>
                    <a:pt x="11" y="2"/>
                  </a:lnTo>
                  <a:lnTo>
                    <a:pt x="11" y="2"/>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174" name=""/>
            <p:cNvSpPr/>
            <p:nvPr/>
          </p:nvSpPr>
          <p:spPr>
            <a:xfrm>
              <a:off x="3043080" y="4154400"/>
              <a:ext cx="1800" cy="3240"/>
            </a:xfrm>
            <a:custGeom>
              <a:avLst/>
              <a:gdLst/>
              <a:ahLst/>
              <a:rect l="l" t="t" r="r" b="b"/>
              <a:pathLst>
                <a:path w="1" h="2">
                  <a:moveTo>
                    <a:pt x="0" y="1"/>
                  </a:moveTo>
                  <a:lnTo>
                    <a:pt x="0" y="1"/>
                  </a:lnTo>
                  <a:lnTo>
                    <a:pt x="0" y="1"/>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75" name=""/>
            <p:cNvSpPr/>
            <p:nvPr/>
          </p:nvSpPr>
          <p:spPr>
            <a:xfrm>
              <a:off x="3054240" y="4129200"/>
              <a:ext cx="1800" cy="3240"/>
            </a:xfrm>
            <a:custGeom>
              <a:avLst/>
              <a:gdLst/>
              <a:ahLst/>
              <a:rect l="l" t="t" r="r" b="b"/>
              <a:pathLst>
                <a:path w="1" h="2">
                  <a:moveTo>
                    <a:pt x="0" y="1"/>
                  </a:moveTo>
                  <a:lnTo>
                    <a:pt x="0" y="1"/>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76" name=""/>
            <p:cNvSpPr/>
            <p:nvPr/>
          </p:nvSpPr>
          <p:spPr>
            <a:xfrm>
              <a:off x="3032280" y="4127400"/>
              <a:ext cx="23760" cy="5040"/>
            </a:xfrm>
            <a:custGeom>
              <a:avLst/>
              <a:gdLst/>
              <a:ahLst/>
              <a:rect l="l" t="t" r="r" b="b"/>
              <a:pathLst>
                <a:path w="15" h="3">
                  <a:moveTo>
                    <a:pt x="4" y="2"/>
                  </a:moveTo>
                  <a:lnTo>
                    <a:pt x="5" y="2"/>
                  </a:lnTo>
                  <a:lnTo>
                    <a:pt x="5" y="2"/>
                  </a:lnTo>
                  <a:lnTo>
                    <a:pt x="7" y="2"/>
                  </a:lnTo>
                  <a:lnTo>
                    <a:pt x="8" y="2"/>
                  </a:lnTo>
                  <a:lnTo>
                    <a:pt x="10" y="2"/>
                  </a:lnTo>
                  <a:lnTo>
                    <a:pt x="11" y="2"/>
                  </a:lnTo>
                  <a:lnTo>
                    <a:pt x="14" y="2"/>
                  </a:lnTo>
                  <a:lnTo>
                    <a:pt x="14" y="2"/>
                  </a:lnTo>
                  <a:lnTo>
                    <a:pt x="14" y="1"/>
                  </a:lnTo>
                  <a:lnTo>
                    <a:pt x="14" y="1"/>
                  </a:lnTo>
                  <a:lnTo>
                    <a:pt x="11" y="1"/>
                  </a:lnTo>
                  <a:lnTo>
                    <a:pt x="10" y="1"/>
                  </a:lnTo>
                  <a:lnTo>
                    <a:pt x="8" y="0"/>
                  </a:lnTo>
                  <a:lnTo>
                    <a:pt x="7" y="0"/>
                  </a:lnTo>
                  <a:lnTo>
                    <a:pt x="5" y="1"/>
                  </a:lnTo>
                  <a:lnTo>
                    <a:pt x="5" y="1"/>
                  </a:lnTo>
                  <a:lnTo>
                    <a:pt x="0" y="1"/>
                  </a:lnTo>
                  <a:lnTo>
                    <a:pt x="4" y="2"/>
                  </a:lnTo>
                  <a:lnTo>
                    <a:pt x="4" y="2"/>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2177" name=""/>
            <p:cNvSpPr/>
            <p:nvPr/>
          </p:nvSpPr>
          <p:spPr>
            <a:xfrm>
              <a:off x="3054240" y="4129200"/>
              <a:ext cx="1800" cy="3240"/>
            </a:xfrm>
            <a:custGeom>
              <a:avLst/>
              <a:gdLst/>
              <a:ahLst/>
              <a:rect l="l" t="t" r="r" b="b"/>
              <a:pathLst>
                <a:path w="1" h="2">
                  <a:moveTo>
                    <a:pt x="0" y="0"/>
                  </a:moveTo>
                  <a:lnTo>
                    <a:pt x="0" y="0"/>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78" name=""/>
            <p:cNvSpPr/>
            <p:nvPr/>
          </p:nvSpPr>
          <p:spPr>
            <a:xfrm>
              <a:off x="3030480" y="4165560"/>
              <a:ext cx="3240" cy="6480"/>
            </a:xfrm>
            <a:custGeom>
              <a:avLst/>
              <a:gdLst/>
              <a:ahLst/>
              <a:rect l="l" t="t" r="r" b="b"/>
              <a:pathLst>
                <a:path w="2" h="4">
                  <a:moveTo>
                    <a:pt x="1" y="0"/>
                  </a:moveTo>
                  <a:lnTo>
                    <a:pt x="0" y="0"/>
                  </a:lnTo>
                  <a:lnTo>
                    <a:pt x="0" y="3"/>
                  </a:lnTo>
                  <a:lnTo>
                    <a:pt x="0" y="3"/>
                  </a:lnTo>
                  <a:lnTo>
                    <a:pt x="0" y="3"/>
                  </a:lnTo>
                  <a:lnTo>
                    <a:pt x="1" y="0"/>
                  </a:lnTo>
                  <a:lnTo>
                    <a:pt x="1"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179" name=""/>
            <p:cNvSpPr/>
            <p:nvPr/>
          </p:nvSpPr>
          <p:spPr>
            <a:xfrm>
              <a:off x="3030480" y="4165560"/>
              <a:ext cx="25560" cy="12600"/>
            </a:xfrm>
            <a:custGeom>
              <a:avLst/>
              <a:gdLst/>
              <a:ahLst/>
              <a:rect l="l" t="t" r="r" b="b"/>
              <a:pathLst>
                <a:path w="16" h="8">
                  <a:moveTo>
                    <a:pt x="15" y="7"/>
                  </a:moveTo>
                  <a:lnTo>
                    <a:pt x="15" y="7"/>
                  </a:lnTo>
                  <a:lnTo>
                    <a:pt x="12" y="7"/>
                  </a:lnTo>
                  <a:lnTo>
                    <a:pt x="9" y="5"/>
                  </a:lnTo>
                  <a:lnTo>
                    <a:pt x="8" y="5"/>
                  </a:lnTo>
                  <a:lnTo>
                    <a:pt x="6" y="3"/>
                  </a:lnTo>
                  <a:lnTo>
                    <a:pt x="1" y="3"/>
                  </a:lnTo>
                  <a:lnTo>
                    <a:pt x="1" y="0"/>
                  </a:lnTo>
                  <a:lnTo>
                    <a:pt x="1" y="0"/>
                  </a:lnTo>
                  <a:lnTo>
                    <a:pt x="0" y="3"/>
                  </a:lnTo>
                  <a:lnTo>
                    <a:pt x="1" y="3"/>
                  </a:lnTo>
                  <a:lnTo>
                    <a:pt x="1" y="3"/>
                  </a:lnTo>
                  <a:lnTo>
                    <a:pt x="6" y="5"/>
                  </a:lnTo>
                  <a:lnTo>
                    <a:pt x="8" y="7"/>
                  </a:lnTo>
                  <a:lnTo>
                    <a:pt x="9" y="7"/>
                  </a:lnTo>
                  <a:lnTo>
                    <a:pt x="12" y="7"/>
                  </a:lnTo>
                  <a:lnTo>
                    <a:pt x="15" y="7"/>
                  </a:lnTo>
                  <a:lnTo>
                    <a:pt x="15" y="7"/>
                  </a:lnTo>
                  <a:lnTo>
                    <a:pt x="15" y="7"/>
                  </a:lnTo>
                  <a:lnTo>
                    <a:pt x="15" y="7"/>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180" name=""/>
            <p:cNvSpPr/>
            <p:nvPr/>
          </p:nvSpPr>
          <p:spPr>
            <a:xfrm>
              <a:off x="3030480" y="4165560"/>
              <a:ext cx="3240" cy="6480"/>
            </a:xfrm>
            <a:custGeom>
              <a:avLst/>
              <a:gdLst/>
              <a:ahLst/>
              <a:rect l="l" t="t" r="r" b="b"/>
              <a:pathLst>
                <a:path w="2" h="4">
                  <a:moveTo>
                    <a:pt x="1" y="3"/>
                  </a:moveTo>
                  <a:lnTo>
                    <a:pt x="1" y="3"/>
                  </a:lnTo>
                  <a:lnTo>
                    <a:pt x="1" y="3"/>
                  </a:lnTo>
                  <a:lnTo>
                    <a:pt x="1" y="0"/>
                  </a:lnTo>
                  <a:lnTo>
                    <a:pt x="0" y="0"/>
                  </a:lnTo>
                  <a:lnTo>
                    <a:pt x="1" y="3"/>
                  </a:lnTo>
                  <a:lnTo>
                    <a:pt x="1"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181" name=""/>
            <p:cNvSpPr/>
            <p:nvPr/>
          </p:nvSpPr>
          <p:spPr>
            <a:xfrm>
              <a:off x="3184560" y="4203720"/>
              <a:ext cx="3240" cy="3240"/>
            </a:xfrm>
            <a:custGeom>
              <a:avLst/>
              <a:gdLst/>
              <a:ahLst/>
              <a:rect l="l" t="t" r="r" b="b"/>
              <a:pathLst>
                <a:path w="2" h="2">
                  <a:moveTo>
                    <a:pt x="1" y="1"/>
                  </a:moveTo>
                  <a:lnTo>
                    <a:pt x="1" y="1"/>
                  </a:lnTo>
                  <a:lnTo>
                    <a:pt x="1" y="0"/>
                  </a:lnTo>
                  <a:lnTo>
                    <a:pt x="1" y="0"/>
                  </a:lnTo>
                  <a:lnTo>
                    <a:pt x="0" y="0"/>
                  </a:lnTo>
                  <a:lnTo>
                    <a:pt x="1" y="1"/>
                  </a:lnTo>
                  <a:lnTo>
                    <a:pt x="1"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82" name=""/>
            <p:cNvSpPr/>
            <p:nvPr/>
          </p:nvSpPr>
          <p:spPr>
            <a:xfrm>
              <a:off x="3170160" y="4203720"/>
              <a:ext cx="17640" cy="3240"/>
            </a:xfrm>
            <a:custGeom>
              <a:avLst/>
              <a:gdLst/>
              <a:ahLst/>
              <a:rect l="l" t="t" r="r" b="b"/>
              <a:pathLst>
                <a:path w="11" h="2">
                  <a:moveTo>
                    <a:pt x="0" y="0"/>
                  </a:moveTo>
                  <a:lnTo>
                    <a:pt x="0" y="0"/>
                  </a:lnTo>
                  <a:lnTo>
                    <a:pt x="2" y="1"/>
                  </a:lnTo>
                  <a:lnTo>
                    <a:pt x="2" y="1"/>
                  </a:lnTo>
                  <a:lnTo>
                    <a:pt x="2" y="1"/>
                  </a:lnTo>
                  <a:lnTo>
                    <a:pt x="7" y="1"/>
                  </a:lnTo>
                  <a:lnTo>
                    <a:pt x="7" y="1"/>
                  </a:lnTo>
                  <a:lnTo>
                    <a:pt x="7" y="1"/>
                  </a:lnTo>
                  <a:lnTo>
                    <a:pt x="9" y="1"/>
                  </a:lnTo>
                  <a:lnTo>
                    <a:pt x="10" y="1"/>
                  </a:lnTo>
                  <a:lnTo>
                    <a:pt x="9" y="0"/>
                  </a:lnTo>
                  <a:lnTo>
                    <a:pt x="9" y="0"/>
                  </a:lnTo>
                  <a:lnTo>
                    <a:pt x="7" y="0"/>
                  </a:lnTo>
                  <a:lnTo>
                    <a:pt x="7" y="0"/>
                  </a:lnTo>
                  <a:lnTo>
                    <a:pt x="7" y="0"/>
                  </a:lnTo>
                  <a:lnTo>
                    <a:pt x="2" y="0"/>
                  </a:lnTo>
                  <a:lnTo>
                    <a:pt x="2" y="0"/>
                  </a:lnTo>
                  <a:lnTo>
                    <a:pt x="2"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83" name=""/>
            <p:cNvSpPr/>
            <p:nvPr/>
          </p:nvSpPr>
          <p:spPr>
            <a:xfrm>
              <a:off x="3156120" y="4197240"/>
              <a:ext cx="15840" cy="7920"/>
            </a:xfrm>
            <a:custGeom>
              <a:avLst/>
              <a:gdLst/>
              <a:ahLst/>
              <a:rect l="l" t="t" r="r" b="b"/>
              <a:pathLst>
                <a:path w="10" h="5">
                  <a:moveTo>
                    <a:pt x="0" y="4"/>
                  </a:moveTo>
                  <a:lnTo>
                    <a:pt x="0" y="4"/>
                  </a:lnTo>
                  <a:lnTo>
                    <a:pt x="0" y="4"/>
                  </a:lnTo>
                  <a:lnTo>
                    <a:pt x="1" y="4"/>
                  </a:lnTo>
                  <a:lnTo>
                    <a:pt x="1" y="4"/>
                  </a:lnTo>
                  <a:lnTo>
                    <a:pt x="7" y="4"/>
                  </a:lnTo>
                  <a:lnTo>
                    <a:pt x="8" y="4"/>
                  </a:lnTo>
                  <a:lnTo>
                    <a:pt x="8" y="4"/>
                  </a:lnTo>
                  <a:lnTo>
                    <a:pt x="9" y="4"/>
                  </a:lnTo>
                  <a:lnTo>
                    <a:pt x="9" y="4"/>
                  </a:lnTo>
                  <a:lnTo>
                    <a:pt x="8" y="4"/>
                  </a:lnTo>
                  <a:lnTo>
                    <a:pt x="8" y="2"/>
                  </a:lnTo>
                  <a:lnTo>
                    <a:pt x="7" y="2"/>
                  </a:lnTo>
                  <a:lnTo>
                    <a:pt x="1" y="2"/>
                  </a:lnTo>
                  <a:lnTo>
                    <a:pt x="1" y="0"/>
                  </a:lnTo>
                  <a:lnTo>
                    <a:pt x="0" y="0"/>
                  </a:lnTo>
                  <a:lnTo>
                    <a:pt x="0" y="0"/>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184" name=""/>
            <p:cNvSpPr/>
            <p:nvPr/>
          </p:nvSpPr>
          <p:spPr>
            <a:xfrm>
              <a:off x="3170160" y="420372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185" name=""/>
            <p:cNvSpPr/>
            <p:nvPr/>
          </p:nvSpPr>
          <p:spPr>
            <a:xfrm>
              <a:off x="3197160" y="416232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186" name=""/>
            <p:cNvSpPr/>
            <p:nvPr/>
          </p:nvSpPr>
          <p:spPr>
            <a:xfrm>
              <a:off x="3181320" y="4157640"/>
              <a:ext cx="17640" cy="6480"/>
            </a:xfrm>
            <a:custGeom>
              <a:avLst/>
              <a:gdLst/>
              <a:ahLst/>
              <a:rect l="l" t="t" r="r" b="b"/>
              <a:pathLst>
                <a:path w="11" h="4">
                  <a:moveTo>
                    <a:pt x="0" y="3"/>
                  </a:moveTo>
                  <a:lnTo>
                    <a:pt x="0" y="3"/>
                  </a:lnTo>
                  <a:lnTo>
                    <a:pt x="0" y="3"/>
                  </a:lnTo>
                  <a:lnTo>
                    <a:pt x="0" y="3"/>
                  </a:lnTo>
                  <a:lnTo>
                    <a:pt x="2" y="3"/>
                  </a:lnTo>
                  <a:lnTo>
                    <a:pt x="3" y="3"/>
                  </a:lnTo>
                  <a:lnTo>
                    <a:pt x="7" y="3"/>
                  </a:lnTo>
                  <a:lnTo>
                    <a:pt x="10" y="3"/>
                  </a:lnTo>
                  <a:lnTo>
                    <a:pt x="10" y="3"/>
                  </a:lnTo>
                  <a:lnTo>
                    <a:pt x="10" y="3"/>
                  </a:lnTo>
                  <a:lnTo>
                    <a:pt x="10" y="3"/>
                  </a:lnTo>
                  <a:lnTo>
                    <a:pt x="10" y="3"/>
                  </a:lnTo>
                  <a:lnTo>
                    <a:pt x="10" y="3"/>
                  </a:lnTo>
                  <a:lnTo>
                    <a:pt x="7" y="3"/>
                  </a:lnTo>
                  <a:lnTo>
                    <a:pt x="4" y="2"/>
                  </a:lnTo>
                  <a:lnTo>
                    <a:pt x="3" y="2"/>
                  </a:lnTo>
                  <a:lnTo>
                    <a:pt x="0" y="0"/>
                  </a:lnTo>
                  <a:lnTo>
                    <a:pt x="0" y="0"/>
                  </a:lnTo>
                  <a:lnTo>
                    <a:pt x="0" y="0"/>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187" name=""/>
            <p:cNvSpPr/>
            <p:nvPr/>
          </p:nvSpPr>
          <p:spPr>
            <a:xfrm>
              <a:off x="3168720" y="4151160"/>
              <a:ext cx="14040" cy="12960"/>
            </a:xfrm>
            <a:custGeom>
              <a:avLst/>
              <a:gdLst/>
              <a:ahLst/>
              <a:rect l="l" t="t" r="r" b="b"/>
              <a:pathLst>
                <a:path w="9" h="8">
                  <a:moveTo>
                    <a:pt x="0" y="2"/>
                  </a:moveTo>
                  <a:lnTo>
                    <a:pt x="1" y="0"/>
                  </a:lnTo>
                  <a:lnTo>
                    <a:pt x="3" y="0"/>
                  </a:lnTo>
                  <a:lnTo>
                    <a:pt x="3" y="2"/>
                  </a:lnTo>
                  <a:lnTo>
                    <a:pt x="3" y="2"/>
                  </a:lnTo>
                  <a:lnTo>
                    <a:pt x="3" y="3"/>
                  </a:lnTo>
                  <a:lnTo>
                    <a:pt x="6" y="4"/>
                  </a:lnTo>
                  <a:lnTo>
                    <a:pt x="7" y="6"/>
                  </a:lnTo>
                  <a:lnTo>
                    <a:pt x="8" y="7"/>
                  </a:lnTo>
                  <a:lnTo>
                    <a:pt x="8" y="4"/>
                  </a:lnTo>
                  <a:lnTo>
                    <a:pt x="8" y="4"/>
                  </a:lnTo>
                  <a:lnTo>
                    <a:pt x="7" y="3"/>
                  </a:lnTo>
                  <a:lnTo>
                    <a:pt x="6" y="2"/>
                  </a:lnTo>
                  <a:lnTo>
                    <a:pt x="3" y="0"/>
                  </a:lnTo>
                  <a:lnTo>
                    <a:pt x="3" y="0"/>
                  </a:lnTo>
                  <a:lnTo>
                    <a:pt x="3" y="0"/>
                  </a:lnTo>
                  <a:lnTo>
                    <a:pt x="1"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188" name=""/>
            <p:cNvSpPr/>
            <p:nvPr/>
          </p:nvSpPr>
          <p:spPr>
            <a:xfrm>
              <a:off x="3181320" y="4157640"/>
              <a:ext cx="1440" cy="6480"/>
            </a:xfrm>
            <a:custGeom>
              <a:avLst/>
              <a:gdLst/>
              <a:ahLst/>
              <a:rect l="l" t="t" r="r" b="b"/>
              <a:pathLst>
                <a:path w="1" h="4">
                  <a:moveTo>
                    <a:pt x="0" y="0"/>
                  </a:moveTo>
                  <a:lnTo>
                    <a:pt x="0" y="2"/>
                  </a:lnTo>
                  <a:lnTo>
                    <a:pt x="0" y="2"/>
                  </a:lnTo>
                  <a:lnTo>
                    <a:pt x="0" y="3"/>
                  </a:lnTo>
                  <a:lnTo>
                    <a:pt x="0" y="3"/>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189" name=""/>
            <p:cNvSpPr/>
            <p:nvPr/>
          </p:nvSpPr>
          <p:spPr>
            <a:xfrm>
              <a:off x="3197160" y="4130640"/>
              <a:ext cx="4680" cy="3240"/>
            </a:xfrm>
            <a:custGeom>
              <a:avLst/>
              <a:gdLst/>
              <a:ahLst/>
              <a:rect l="l" t="t" r="r" b="b"/>
              <a:pathLst>
                <a:path w="3" h="2">
                  <a:moveTo>
                    <a:pt x="0" y="1"/>
                  </a:moveTo>
                  <a:lnTo>
                    <a:pt x="1" y="1"/>
                  </a:lnTo>
                  <a:lnTo>
                    <a:pt x="2" y="0"/>
                  </a:lnTo>
                  <a:lnTo>
                    <a:pt x="1"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90" name=""/>
            <p:cNvSpPr/>
            <p:nvPr/>
          </p:nvSpPr>
          <p:spPr>
            <a:xfrm>
              <a:off x="3186000" y="4127400"/>
              <a:ext cx="12960" cy="6480"/>
            </a:xfrm>
            <a:custGeom>
              <a:avLst/>
              <a:gdLst/>
              <a:ahLst/>
              <a:rect l="l" t="t" r="r" b="b"/>
              <a:pathLst>
                <a:path w="8" h="4">
                  <a:moveTo>
                    <a:pt x="0" y="0"/>
                  </a:moveTo>
                  <a:lnTo>
                    <a:pt x="0" y="0"/>
                  </a:lnTo>
                  <a:lnTo>
                    <a:pt x="4" y="1"/>
                  </a:lnTo>
                  <a:lnTo>
                    <a:pt x="7" y="2"/>
                  </a:lnTo>
                  <a:lnTo>
                    <a:pt x="7" y="2"/>
                  </a:lnTo>
                  <a:lnTo>
                    <a:pt x="7" y="2"/>
                  </a:lnTo>
                  <a:lnTo>
                    <a:pt x="7" y="2"/>
                  </a:lnTo>
                  <a:lnTo>
                    <a:pt x="7" y="3"/>
                  </a:lnTo>
                  <a:lnTo>
                    <a:pt x="7" y="3"/>
                  </a:lnTo>
                  <a:lnTo>
                    <a:pt x="7" y="3"/>
                  </a:lnTo>
                  <a:lnTo>
                    <a:pt x="7" y="2"/>
                  </a:lnTo>
                  <a:lnTo>
                    <a:pt x="7" y="2"/>
                  </a:lnTo>
                  <a:lnTo>
                    <a:pt x="7" y="2"/>
                  </a:lnTo>
                  <a:lnTo>
                    <a:pt x="7" y="2"/>
                  </a:lnTo>
                  <a:lnTo>
                    <a:pt x="7" y="2"/>
                  </a:lnTo>
                  <a:lnTo>
                    <a:pt x="7" y="1"/>
                  </a:lnTo>
                  <a:lnTo>
                    <a:pt x="7" y="1"/>
                  </a:lnTo>
                  <a:lnTo>
                    <a:pt x="4"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191" name=""/>
            <p:cNvSpPr/>
            <p:nvPr/>
          </p:nvSpPr>
          <p:spPr>
            <a:xfrm>
              <a:off x="3166920" y="4122720"/>
              <a:ext cx="22320" cy="6480"/>
            </a:xfrm>
            <a:custGeom>
              <a:avLst/>
              <a:gdLst/>
              <a:ahLst/>
              <a:rect l="l" t="t" r="r" b="b"/>
              <a:pathLst>
                <a:path w="14" h="4">
                  <a:moveTo>
                    <a:pt x="0" y="0"/>
                  </a:moveTo>
                  <a:lnTo>
                    <a:pt x="1" y="0"/>
                  </a:lnTo>
                  <a:lnTo>
                    <a:pt x="1" y="0"/>
                  </a:lnTo>
                  <a:lnTo>
                    <a:pt x="2" y="1"/>
                  </a:lnTo>
                  <a:lnTo>
                    <a:pt x="4" y="2"/>
                  </a:lnTo>
                  <a:lnTo>
                    <a:pt x="7" y="2"/>
                  </a:lnTo>
                  <a:lnTo>
                    <a:pt x="9" y="3"/>
                  </a:lnTo>
                  <a:lnTo>
                    <a:pt x="9" y="3"/>
                  </a:lnTo>
                  <a:lnTo>
                    <a:pt x="12" y="3"/>
                  </a:lnTo>
                  <a:lnTo>
                    <a:pt x="13" y="3"/>
                  </a:lnTo>
                  <a:lnTo>
                    <a:pt x="11" y="3"/>
                  </a:lnTo>
                  <a:lnTo>
                    <a:pt x="9" y="1"/>
                  </a:lnTo>
                  <a:lnTo>
                    <a:pt x="7" y="0"/>
                  </a:lnTo>
                  <a:lnTo>
                    <a:pt x="4" y="0"/>
                  </a:lnTo>
                  <a:lnTo>
                    <a:pt x="2" y="0"/>
                  </a:lnTo>
                  <a:lnTo>
                    <a:pt x="1" y="0"/>
                  </a:lnTo>
                  <a:lnTo>
                    <a:pt x="1"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192" name=""/>
            <p:cNvSpPr/>
            <p:nvPr/>
          </p:nvSpPr>
          <p:spPr>
            <a:xfrm>
              <a:off x="3186000" y="412740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193" name=""/>
            <p:cNvSpPr/>
            <p:nvPr/>
          </p:nvSpPr>
          <p:spPr>
            <a:xfrm>
              <a:off x="3181320" y="413856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194" name=""/>
            <p:cNvSpPr/>
            <p:nvPr/>
          </p:nvSpPr>
          <p:spPr>
            <a:xfrm>
              <a:off x="3168720" y="4133880"/>
              <a:ext cx="14040" cy="6480"/>
            </a:xfrm>
            <a:custGeom>
              <a:avLst/>
              <a:gdLst/>
              <a:ahLst/>
              <a:rect l="l" t="t" r="r" b="b"/>
              <a:pathLst>
                <a:path w="9" h="4">
                  <a:moveTo>
                    <a:pt x="0" y="3"/>
                  </a:moveTo>
                  <a:lnTo>
                    <a:pt x="1" y="3"/>
                  </a:lnTo>
                  <a:lnTo>
                    <a:pt x="1" y="3"/>
                  </a:lnTo>
                  <a:lnTo>
                    <a:pt x="3" y="3"/>
                  </a:lnTo>
                  <a:lnTo>
                    <a:pt x="3" y="3"/>
                  </a:lnTo>
                  <a:lnTo>
                    <a:pt x="7" y="3"/>
                  </a:lnTo>
                  <a:lnTo>
                    <a:pt x="8" y="3"/>
                  </a:lnTo>
                  <a:lnTo>
                    <a:pt x="8" y="3"/>
                  </a:lnTo>
                  <a:lnTo>
                    <a:pt x="8" y="3"/>
                  </a:lnTo>
                  <a:lnTo>
                    <a:pt x="8" y="3"/>
                  </a:lnTo>
                  <a:lnTo>
                    <a:pt x="8" y="3"/>
                  </a:lnTo>
                  <a:lnTo>
                    <a:pt x="8" y="3"/>
                  </a:lnTo>
                  <a:lnTo>
                    <a:pt x="7" y="3"/>
                  </a:lnTo>
                  <a:lnTo>
                    <a:pt x="3" y="3"/>
                  </a:lnTo>
                  <a:lnTo>
                    <a:pt x="3" y="3"/>
                  </a:lnTo>
                  <a:lnTo>
                    <a:pt x="1" y="3"/>
                  </a:lnTo>
                  <a:lnTo>
                    <a:pt x="1" y="3"/>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195" name=""/>
            <p:cNvSpPr/>
            <p:nvPr/>
          </p:nvSpPr>
          <p:spPr>
            <a:xfrm>
              <a:off x="3181320" y="413856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196" name=""/>
            <p:cNvSpPr/>
            <p:nvPr/>
          </p:nvSpPr>
          <p:spPr>
            <a:xfrm>
              <a:off x="3213000" y="4097160"/>
              <a:ext cx="6480" cy="3240"/>
            </a:xfrm>
            <a:custGeom>
              <a:avLst/>
              <a:gdLst/>
              <a:ahLst/>
              <a:rect l="l" t="t" r="r" b="b"/>
              <a:pathLst>
                <a:path w="4" h="2">
                  <a:moveTo>
                    <a:pt x="0" y="0"/>
                  </a:moveTo>
                  <a:lnTo>
                    <a:pt x="0" y="1"/>
                  </a:lnTo>
                  <a:lnTo>
                    <a:pt x="0" y="1"/>
                  </a:lnTo>
                  <a:lnTo>
                    <a:pt x="0" y="1"/>
                  </a:lnTo>
                  <a:lnTo>
                    <a:pt x="3"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197" name=""/>
            <p:cNvSpPr/>
            <p:nvPr/>
          </p:nvSpPr>
          <p:spPr>
            <a:xfrm>
              <a:off x="3211560" y="4081320"/>
              <a:ext cx="7920" cy="17640"/>
            </a:xfrm>
            <a:custGeom>
              <a:avLst/>
              <a:gdLst/>
              <a:ahLst/>
              <a:rect l="l" t="t" r="r" b="b"/>
              <a:pathLst>
                <a:path w="5" h="11">
                  <a:moveTo>
                    <a:pt x="0" y="1"/>
                  </a:moveTo>
                  <a:lnTo>
                    <a:pt x="0" y="1"/>
                  </a:lnTo>
                  <a:lnTo>
                    <a:pt x="0" y="2"/>
                  </a:lnTo>
                  <a:lnTo>
                    <a:pt x="0" y="2"/>
                  </a:lnTo>
                  <a:lnTo>
                    <a:pt x="1" y="4"/>
                  </a:lnTo>
                  <a:lnTo>
                    <a:pt x="1" y="6"/>
                  </a:lnTo>
                  <a:lnTo>
                    <a:pt x="1" y="7"/>
                  </a:lnTo>
                  <a:lnTo>
                    <a:pt x="1" y="7"/>
                  </a:lnTo>
                  <a:lnTo>
                    <a:pt x="1" y="10"/>
                  </a:lnTo>
                  <a:lnTo>
                    <a:pt x="1" y="10"/>
                  </a:lnTo>
                  <a:lnTo>
                    <a:pt x="4" y="10"/>
                  </a:lnTo>
                  <a:lnTo>
                    <a:pt x="4" y="10"/>
                  </a:lnTo>
                  <a:lnTo>
                    <a:pt x="4" y="7"/>
                  </a:lnTo>
                  <a:lnTo>
                    <a:pt x="4" y="7"/>
                  </a:lnTo>
                  <a:lnTo>
                    <a:pt x="1" y="6"/>
                  </a:lnTo>
                  <a:lnTo>
                    <a:pt x="1" y="4"/>
                  </a:lnTo>
                  <a:lnTo>
                    <a:pt x="1" y="2"/>
                  </a:lnTo>
                  <a:lnTo>
                    <a:pt x="0" y="1"/>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198" name=""/>
            <p:cNvSpPr/>
            <p:nvPr/>
          </p:nvSpPr>
          <p:spPr>
            <a:xfrm>
              <a:off x="3197160" y="4059360"/>
              <a:ext cx="15840" cy="25200"/>
            </a:xfrm>
            <a:custGeom>
              <a:avLst/>
              <a:gdLst/>
              <a:ahLst/>
              <a:rect l="l" t="t" r="r" b="b"/>
              <a:pathLst>
                <a:path w="10" h="16">
                  <a:moveTo>
                    <a:pt x="0" y="1"/>
                  </a:moveTo>
                  <a:lnTo>
                    <a:pt x="0" y="1"/>
                  </a:lnTo>
                  <a:lnTo>
                    <a:pt x="0" y="3"/>
                  </a:lnTo>
                  <a:lnTo>
                    <a:pt x="0" y="3"/>
                  </a:lnTo>
                  <a:lnTo>
                    <a:pt x="1" y="5"/>
                  </a:lnTo>
                  <a:lnTo>
                    <a:pt x="2" y="6"/>
                  </a:lnTo>
                  <a:lnTo>
                    <a:pt x="5" y="10"/>
                  </a:lnTo>
                  <a:lnTo>
                    <a:pt x="7" y="12"/>
                  </a:lnTo>
                  <a:lnTo>
                    <a:pt x="8" y="14"/>
                  </a:lnTo>
                  <a:lnTo>
                    <a:pt x="9" y="15"/>
                  </a:lnTo>
                  <a:lnTo>
                    <a:pt x="9" y="14"/>
                  </a:lnTo>
                  <a:lnTo>
                    <a:pt x="9" y="13"/>
                  </a:lnTo>
                  <a:lnTo>
                    <a:pt x="7" y="12"/>
                  </a:lnTo>
                  <a:lnTo>
                    <a:pt x="7" y="10"/>
                  </a:lnTo>
                  <a:lnTo>
                    <a:pt x="5" y="6"/>
                  </a:lnTo>
                  <a:lnTo>
                    <a:pt x="2" y="5"/>
                  </a:lnTo>
                  <a:lnTo>
                    <a:pt x="1" y="3"/>
                  </a:lnTo>
                  <a:lnTo>
                    <a:pt x="0" y="1"/>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2199" name=""/>
            <p:cNvSpPr/>
            <p:nvPr/>
          </p:nvSpPr>
          <p:spPr>
            <a:xfrm>
              <a:off x="3181320" y="4049640"/>
              <a:ext cx="17640" cy="12600"/>
            </a:xfrm>
            <a:custGeom>
              <a:avLst/>
              <a:gdLst/>
              <a:ahLst/>
              <a:rect l="l" t="t" r="r" b="b"/>
              <a:pathLst>
                <a:path w="11" h="8">
                  <a:moveTo>
                    <a:pt x="0" y="1"/>
                  </a:moveTo>
                  <a:lnTo>
                    <a:pt x="0" y="1"/>
                  </a:lnTo>
                  <a:lnTo>
                    <a:pt x="0" y="1"/>
                  </a:lnTo>
                  <a:lnTo>
                    <a:pt x="0" y="2"/>
                  </a:lnTo>
                  <a:lnTo>
                    <a:pt x="0" y="2"/>
                  </a:lnTo>
                  <a:lnTo>
                    <a:pt x="2" y="5"/>
                  </a:lnTo>
                  <a:lnTo>
                    <a:pt x="4" y="5"/>
                  </a:lnTo>
                  <a:lnTo>
                    <a:pt x="9" y="6"/>
                  </a:lnTo>
                  <a:lnTo>
                    <a:pt x="10" y="7"/>
                  </a:lnTo>
                  <a:lnTo>
                    <a:pt x="10" y="6"/>
                  </a:lnTo>
                  <a:lnTo>
                    <a:pt x="10" y="6"/>
                  </a:lnTo>
                  <a:lnTo>
                    <a:pt x="5" y="5"/>
                  </a:lnTo>
                  <a:lnTo>
                    <a:pt x="3" y="2"/>
                  </a:lnTo>
                  <a:lnTo>
                    <a:pt x="2" y="2"/>
                  </a:lnTo>
                  <a:lnTo>
                    <a:pt x="0" y="1"/>
                  </a:lnTo>
                  <a:lnTo>
                    <a:pt x="0" y="1"/>
                  </a:lnTo>
                  <a:lnTo>
                    <a:pt x="0" y="1"/>
                  </a:lnTo>
                  <a:lnTo>
                    <a:pt x="0" y="0"/>
                  </a:lnTo>
                  <a:lnTo>
                    <a:pt x="0" y="1"/>
                  </a:lnTo>
                  <a:lnTo>
                    <a:pt x="0" y="1"/>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200" name=""/>
            <p:cNvSpPr/>
            <p:nvPr/>
          </p:nvSpPr>
          <p:spPr>
            <a:xfrm>
              <a:off x="3197160" y="4059360"/>
              <a:ext cx="1800" cy="288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201" name=""/>
            <p:cNvSpPr/>
            <p:nvPr/>
          </p:nvSpPr>
          <p:spPr>
            <a:xfrm>
              <a:off x="3224160" y="4081320"/>
              <a:ext cx="3240" cy="3240"/>
            </a:xfrm>
            <a:custGeom>
              <a:avLst/>
              <a:gdLst/>
              <a:ahLst/>
              <a:rect l="l" t="t" r="r" b="b"/>
              <a:pathLst>
                <a:path w="2" h="2">
                  <a:moveTo>
                    <a:pt x="0" y="0"/>
                  </a:moveTo>
                  <a:lnTo>
                    <a:pt x="0" y="1"/>
                  </a:lnTo>
                  <a:lnTo>
                    <a:pt x="1" y="1"/>
                  </a:lnTo>
                  <a:lnTo>
                    <a:pt x="1" y="1"/>
                  </a:lnTo>
                  <a:lnTo>
                    <a:pt x="1"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202" name=""/>
            <p:cNvSpPr/>
            <p:nvPr/>
          </p:nvSpPr>
          <p:spPr>
            <a:xfrm>
              <a:off x="3224160" y="4059360"/>
              <a:ext cx="3240" cy="25200"/>
            </a:xfrm>
            <a:custGeom>
              <a:avLst/>
              <a:gdLst/>
              <a:ahLst/>
              <a:rect l="l" t="t" r="r" b="b"/>
              <a:pathLst>
                <a:path w="2" h="16">
                  <a:moveTo>
                    <a:pt x="0" y="1"/>
                  </a:moveTo>
                  <a:lnTo>
                    <a:pt x="0" y="1"/>
                  </a:lnTo>
                  <a:lnTo>
                    <a:pt x="0" y="3"/>
                  </a:lnTo>
                  <a:lnTo>
                    <a:pt x="1" y="5"/>
                  </a:lnTo>
                  <a:lnTo>
                    <a:pt x="1" y="6"/>
                  </a:lnTo>
                  <a:lnTo>
                    <a:pt x="1" y="10"/>
                  </a:lnTo>
                  <a:lnTo>
                    <a:pt x="1" y="12"/>
                  </a:lnTo>
                  <a:lnTo>
                    <a:pt x="0" y="13"/>
                  </a:lnTo>
                  <a:lnTo>
                    <a:pt x="0" y="14"/>
                  </a:lnTo>
                  <a:lnTo>
                    <a:pt x="0" y="14"/>
                  </a:lnTo>
                  <a:lnTo>
                    <a:pt x="1" y="15"/>
                  </a:lnTo>
                  <a:lnTo>
                    <a:pt x="1" y="14"/>
                  </a:lnTo>
                  <a:lnTo>
                    <a:pt x="1" y="13"/>
                  </a:lnTo>
                  <a:lnTo>
                    <a:pt x="1" y="12"/>
                  </a:lnTo>
                  <a:lnTo>
                    <a:pt x="1" y="10"/>
                  </a:lnTo>
                  <a:lnTo>
                    <a:pt x="1" y="6"/>
                  </a:lnTo>
                  <a:lnTo>
                    <a:pt x="1" y="5"/>
                  </a:lnTo>
                  <a:lnTo>
                    <a:pt x="1" y="3"/>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2203" name=""/>
            <p:cNvSpPr/>
            <p:nvPr/>
          </p:nvSpPr>
          <p:spPr>
            <a:xfrm>
              <a:off x="3211560" y="4051440"/>
              <a:ext cx="14400" cy="10800"/>
            </a:xfrm>
            <a:custGeom>
              <a:avLst/>
              <a:gdLst/>
              <a:ahLst/>
              <a:rect l="l" t="t" r="r" b="b"/>
              <a:pathLst>
                <a:path w="9" h="7">
                  <a:moveTo>
                    <a:pt x="0" y="0"/>
                  </a:moveTo>
                  <a:lnTo>
                    <a:pt x="0" y="0"/>
                  </a:lnTo>
                  <a:lnTo>
                    <a:pt x="0" y="1"/>
                  </a:lnTo>
                  <a:lnTo>
                    <a:pt x="0" y="1"/>
                  </a:lnTo>
                  <a:lnTo>
                    <a:pt x="0" y="3"/>
                  </a:lnTo>
                  <a:lnTo>
                    <a:pt x="1" y="4"/>
                  </a:lnTo>
                  <a:lnTo>
                    <a:pt x="1" y="4"/>
                  </a:lnTo>
                  <a:lnTo>
                    <a:pt x="4" y="5"/>
                  </a:lnTo>
                  <a:lnTo>
                    <a:pt x="7" y="5"/>
                  </a:lnTo>
                  <a:lnTo>
                    <a:pt x="8" y="6"/>
                  </a:lnTo>
                  <a:lnTo>
                    <a:pt x="8" y="5"/>
                  </a:lnTo>
                  <a:lnTo>
                    <a:pt x="7" y="5"/>
                  </a:lnTo>
                  <a:lnTo>
                    <a:pt x="5" y="4"/>
                  </a:lnTo>
                  <a:lnTo>
                    <a:pt x="1" y="4"/>
                  </a:lnTo>
                  <a:lnTo>
                    <a:pt x="1" y="1"/>
                  </a:lnTo>
                  <a:lnTo>
                    <a:pt x="1" y="1"/>
                  </a:lnTo>
                  <a:lnTo>
                    <a:pt x="0" y="1"/>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36000" bIns="-36000" anchor="t">
              <a:noAutofit/>
            </a:bodyPr>
            <a:p>
              <a:endParaRPr b="0" lang="en-IN" sz="2400" strike="noStrike" u="none">
                <a:solidFill>
                  <a:srgbClr val="ffffff"/>
                </a:solidFill>
                <a:effectLst/>
                <a:uFillTx/>
                <a:latin typeface="Times New Roman"/>
              </a:endParaRPr>
            </a:p>
          </p:txBody>
        </p:sp>
        <p:sp>
          <p:nvSpPr>
            <p:cNvPr id="2204" name=""/>
            <p:cNvSpPr/>
            <p:nvPr/>
          </p:nvSpPr>
          <p:spPr>
            <a:xfrm>
              <a:off x="3211560" y="4033800"/>
              <a:ext cx="1440" cy="19080"/>
            </a:xfrm>
            <a:custGeom>
              <a:avLst/>
              <a:gdLst/>
              <a:ahLst/>
              <a:rect l="l" t="t" r="r" b="b"/>
              <a:pathLst>
                <a:path w="1" h="12">
                  <a:moveTo>
                    <a:pt x="0" y="4"/>
                  </a:moveTo>
                  <a:lnTo>
                    <a:pt x="0" y="4"/>
                  </a:lnTo>
                  <a:lnTo>
                    <a:pt x="0" y="4"/>
                  </a:lnTo>
                  <a:lnTo>
                    <a:pt x="0" y="8"/>
                  </a:lnTo>
                  <a:lnTo>
                    <a:pt x="0" y="11"/>
                  </a:lnTo>
                  <a:lnTo>
                    <a:pt x="0" y="11"/>
                  </a:lnTo>
                  <a:lnTo>
                    <a:pt x="0" y="8"/>
                  </a:lnTo>
                  <a:lnTo>
                    <a:pt x="0" y="4"/>
                  </a:lnTo>
                  <a:lnTo>
                    <a:pt x="0" y="4"/>
                  </a:lnTo>
                  <a:lnTo>
                    <a:pt x="0" y="0"/>
                  </a:lnTo>
                  <a:lnTo>
                    <a:pt x="0" y="4"/>
                  </a:lnTo>
                  <a:lnTo>
                    <a:pt x="0" y="4"/>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205" name=""/>
            <p:cNvSpPr/>
            <p:nvPr/>
          </p:nvSpPr>
          <p:spPr>
            <a:xfrm>
              <a:off x="3211560" y="4049640"/>
              <a:ext cx="1440" cy="3240"/>
            </a:xfrm>
            <a:custGeom>
              <a:avLst/>
              <a:gdLst/>
              <a:ahLst/>
              <a:rect l="l" t="t" r="r" b="b"/>
              <a:pathLst>
                <a:path w="1" h="2">
                  <a:moveTo>
                    <a:pt x="0" y="0"/>
                  </a:moveTo>
                  <a:lnTo>
                    <a:pt x="0" y="0"/>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206" name=""/>
            <p:cNvSpPr/>
            <p:nvPr/>
          </p:nvSpPr>
          <p:spPr>
            <a:xfrm>
              <a:off x="3233880" y="4068720"/>
              <a:ext cx="2880" cy="7920"/>
            </a:xfrm>
            <a:custGeom>
              <a:avLst/>
              <a:gdLst/>
              <a:ahLst/>
              <a:rect l="l" t="t" r="r" b="b"/>
              <a:pathLst>
                <a:path w="2" h="5">
                  <a:moveTo>
                    <a:pt x="0" y="0"/>
                  </a:moveTo>
                  <a:lnTo>
                    <a:pt x="0" y="2"/>
                  </a:lnTo>
                  <a:lnTo>
                    <a:pt x="0" y="4"/>
                  </a:lnTo>
                  <a:lnTo>
                    <a:pt x="1" y="4"/>
                  </a:lnTo>
                  <a:lnTo>
                    <a:pt x="1" y="2"/>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207" name=""/>
            <p:cNvSpPr/>
            <p:nvPr/>
          </p:nvSpPr>
          <p:spPr>
            <a:xfrm>
              <a:off x="3233880" y="4056120"/>
              <a:ext cx="7920" cy="17280"/>
            </a:xfrm>
            <a:custGeom>
              <a:avLst/>
              <a:gdLst/>
              <a:ahLst/>
              <a:rect l="l" t="t" r="r" b="b"/>
              <a:pathLst>
                <a:path w="5" h="11">
                  <a:moveTo>
                    <a:pt x="2" y="1"/>
                  </a:moveTo>
                  <a:lnTo>
                    <a:pt x="2" y="1"/>
                  </a:lnTo>
                  <a:lnTo>
                    <a:pt x="4" y="1"/>
                  </a:lnTo>
                  <a:lnTo>
                    <a:pt x="4" y="2"/>
                  </a:lnTo>
                  <a:lnTo>
                    <a:pt x="4" y="5"/>
                  </a:lnTo>
                  <a:lnTo>
                    <a:pt x="2" y="5"/>
                  </a:lnTo>
                  <a:lnTo>
                    <a:pt x="1" y="7"/>
                  </a:lnTo>
                  <a:lnTo>
                    <a:pt x="1" y="8"/>
                  </a:lnTo>
                  <a:lnTo>
                    <a:pt x="0" y="8"/>
                  </a:lnTo>
                  <a:lnTo>
                    <a:pt x="0" y="8"/>
                  </a:lnTo>
                  <a:lnTo>
                    <a:pt x="1" y="10"/>
                  </a:lnTo>
                  <a:lnTo>
                    <a:pt x="1" y="8"/>
                  </a:lnTo>
                  <a:lnTo>
                    <a:pt x="2" y="8"/>
                  </a:lnTo>
                  <a:lnTo>
                    <a:pt x="4" y="7"/>
                  </a:lnTo>
                  <a:lnTo>
                    <a:pt x="4" y="5"/>
                  </a:lnTo>
                  <a:lnTo>
                    <a:pt x="4" y="5"/>
                  </a:lnTo>
                  <a:lnTo>
                    <a:pt x="4" y="2"/>
                  </a:lnTo>
                  <a:lnTo>
                    <a:pt x="4" y="1"/>
                  </a:lnTo>
                  <a:lnTo>
                    <a:pt x="4" y="0"/>
                  </a:lnTo>
                  <a:lnTo>
                    <a:pt x="4" y="0"/>
                  </a:lnTo>
                  <a:lnTo>
                    <a:pt x="2" y="1"/>
                  </a:lnTo>
                  <a:lnTo>
                    <a:pt x="2" y="1"/>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208" name=""/>
            <p:cNvSpPr/>
            <p:nvPr/>
          </p:nvSpPr>
          <p:spPr>
            <a:xfrm>
              <a:off x="3233880" y="4046400"/>
              <a:ext cx="7920" cy="12960"/>
            </a:xfrm>
            <a:custGeom>
              <a:avLst/>
              <a:gdLst/>
              <a:ahLst/>
              <a:rect l="l" t="t" r="r" b="b"/>
              <a:pathLst>
                <a:path w="5" h="8">
                  <a:moveTo>
                    <a:pt x="1" y="0"/>
                  </a:moveTo>
                  <a:lnTo>
                    <a:pt x="1" y="0"/>
                  </a:lnTo>
                  <a:lnTo>
                    <a:pt x="0" y="2"/>
                  </a:lnTo>
                  <a:lnTo>
                    <a:pt x="0" y="2"/>
                  </a:lnTo>
                  <a:lnTo>
                    <a:pt x="1" y="4"/>
                  </a:lnTo>
                  <a:lnTo>
                    <a:pt x="2" y="7"/>
                  </a:lnTo>
                  <a:lnTo>
                    <a:pt x="4" y="6"/>
                  </a:lnTo>
                  <a:lnTo>
                    <a:pt x="2" y="4"/>
                  </a:lnTo>
                  <a:lnTo>
                    <a:pt x="2" y="2"/>
                  </a:lnTo>
                  <a:lnTo>
                    <a:pt x="2" y="2"/>
                  </a:lnTo>
                  <a:lnTo>
                    <a:pt x="2" y="0"/>
                  </a:lnTo>
                  <a:lnTo>
                    <a:pt x="2" y="0"/>
                  </a:lnTo>
                  <a:lnTo>
                    <a:pt x="1" y="0"/>
                  </a:lnTo>
                  <a:lnTo>
                    <a:pt x="1" y="0"/>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209" name=""/>
            <p:cNvSpPr/>
            <p:nvPr/>
          </p:nvSpPr>
          <p:spPr>
            <a:xfrm>
              <a:off x="3235320" y="4024440"/>
              <a:ext cx="6480" cy="23760"/>
            </a:xfrm>
            <a:custGeom>
              <a:avLst/>
              <a:gdLst/>
              <a:ahLst/>
              <a:rect l="l" t="t" r="r" b="b"/>
              <a:pathLst>
                <a:path w="4" h="15">
                  <a:moveTo>
                    <a:pt x="0" y="0"/>
                  </a:moveTo>
                  <a:lnTo>
                    <a:pt x="1" y="1"/>
                  </a:lnTo>
                  <a:lnTo>
                    <a:pt x="2" y="1"/>
                  </a:lnTo>
                  <a:lnTo>
                    <a:pt x="2" y="2"/>
                  </a:lnTo>
                  <a:lnTo>
                    <a:pt x="2" y="6"/>
                  </a:lnTo>
                  <a:lnTo>
                    <a:pt x="1" y="10"/>
                  </a:lnTo>
                  <a:lnTo>
                    <a:pt x="0" y="10"/>
                  </a:lnTo>
                  <a:lnTo>
                    <a:pt x="0" y="10"/>
                  </a:lnTo>
                  <a:lnTo>
                    <a:pt x="0" y="14"/>
                  </a:lnTo>
                  <a:lnTo>
                    <a:pt x="1" y="14"/>
                  </a:lnTo>
                  <a:lnTo>
                    <a:pt x="2" y="11"/>
                  </a:lnTo>
                  <a:lnTo>
                    <a:pt x="3" y="10"/>
                  </a:lnTo>
                  <a:lnTo>
                    <a:pt x="3" y="10"/>
                  </a:lnTo>
                  <a:lnTo>
                    <a:pt x="3" y="6"/>
                  </a:lnTo>
                  <a:lnTo>
                    <a:pt x="3" y="2"/>
                  </a:lnTo>
                  <a:lnTo>
                    <a:pt x="3" y="1"/>
                  </a:lnTo>
                  <a:lnTo>
                    <a:pt x="3" y="1"/>
                  </a:lnTo>
                  <a:lnTo>
                    <a:pt x="1" y="0"/>
                  </a:lnTo>
                  <a:lnTo>
                    <a:pt x="0" y="0"/>
                  </a:lnTo>
                  <a:lnTo>
                    <a:pt x="0"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210" name=""/>
            <p:cNvSpPr/>
            <p:nvPr/>
          </p:nvSpPr>
          <p:spPr>
            <a:xfrm>
              <a:off x="3235320" y="4041720"/>
              <a:ext cx="3240" cy="6480"/>
            </a:xfrm>
            <a:custGeom>
              <a:avLst/>
              <a:gdLst/>
              <a:ahLst/>
              <a:rect l="l" t="t" r="r" b="b"/>
              <a:pathLst>
                <a:path w="2" h="4">
                  <a:moveTo>
                    <a:pt x="1" y="0"/>
                  </a:moveTo>
                  <a:lnTo>
                    <a:pt x="0" y="0"/>
                  </a:lnTo>
                  <a:lnTo>
                    <a:pt x="0" y="0"/>
                  </a:lnTo>
                  <a:lnTo>
                    <a:pt x="0" y="3"/>
                  </a:lnTo>
                  <a:lnTo>
                    <a:pt x="0" y="3"/>
                  </a:lnTo>
                  <a:lnTo>
                    <a:pt x="1" y="0"/>
                  </a:lnTo>
                  <a:lnTo>
                    <a:pt x="1"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211" name=""/>
            <p:cNvSpPr/>
            <p:nvPr/>
          </p:nvSpPr>
          <p:spPr>
            <a:xfrm>
              <a:off x="3225960" y="4040280"/>
              <a:ext cx="1440" cy="3240"/>
            </a:xfrm>
            <a:custGeom>
              <a:avLst/>
              <a:gdLst/>
              <a:ahLst/>
              <a:rect l="l" t="t" r="r" b="b"/>
              <a:pathLst>
                <a:path w="1" h="2">
                  <a:moveTo>
                    <a:pt x="0" y="0"/>
                  </a:moveTo>
                  <a:lnTo>
                    <a:pt x="0" y="1"/>
                  </a:lnTo>
                  <a:lnTo>
                    <a:pt x="0" y="1"/>
                  </a:lnTo>
                  <a:lnTo>
                    <a:pt x="0" y="1"/>
                  </a:lnTo>
                  <a:lnTo>
                    <a:pt x="0"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212" name=""/>
            <p:cNvSpPr/>
            <p:nvPr/>
          </p:nvSpPr>
          <p:spPr>
            <a:xfrm>
              <a:off x="3213000" y="4011480"/>
              <a:ext cx="15840" cy="30240"/>
            </a:xfrm>
            <a:custGeom>
              <a:avLst/>
              <a:gdLst/>
              <a:ahLst/>
              <a:rect l="l" t="t" r="r" b="b"/>
              <a:pathLst>
                <a:path w="10" h="19">
                  <a:moveTo>
                    <a:pt x="0" y="0"/>
                  </a:moveTo>
                  <a:lnTo>
                    <a:pt x="6" y="0"/>
                  </a:lnTo>
                  <a:lnTo>
                    <a:pt x="7" y="4"/>
                  </a:lnTo>
                  <a:lnTo>
                    <a:pt x="7" y="8"/>
                  </a:lnTo>
                  <a:lnTo>
                    <a:pt x="8" y="9"/>
                  </a:lnTo>
                  <a:lnTo>
                    <a:pt x="8" y="14"/>
                  </a:lnTo>
                  <a:lnTo>
                    <a:pt x="8" y="18"/>
                  </a:lnTo>
                  <a:lnTo>
                    <a:pt x="8" y="18"/>
                  </a:lnTo>
                  <a:lnTo>
                    <a:pt x="8" y="18"/>
                  </a:lnTo>
                  <a:lnTo>
                    <a:pt x="8" y="18"/>
                  </a:lnTo>
                  <a:lnTo>
                    <a:pt x="8" y="18"/>
                  </a:lnTo>
                  <a:lnTo>
                    <a:pt x="8" y="18"/>
                  </a:lnTo>
                  <a:lnTo>
                    <a:pt x="9" y="14"/>
                  </a:lnTo>
                  <a:lnTo>
                    <a:pt x="8" y="9"/>
                  </a:lnTo>
                  <a:lnTo>
                    <a:pt x="8" y="8"/>
                  </a:lnTo>
                  <a:lnTo>
                    <a:pt x="8" y="4"/>
                  </a:lnTo>
                  <a:lnTo>
                    <a:pt x="7"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2213" name=""/>
            <p:cNvSpPr/>
            <p:nvPr/>
          </p:nvSpPr>
          <p:spPr>
            <a:xfrm>
              <a:off x="3225960" y="4040280"/>
              <a:ext cx="144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214" name=""/>
            <p:cNvSpPr/>
            <p:nvPr/>
          </p:nvSpPr>
          <p:spPr>
            <a:xfrm>
              <a:off x="3247920" y="405288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215" name=""/>
            <p:cNvSpPr/>
            <p:nvPr/>
          </p:nvSpPr>
          <p:spPr>
            <a:xfrm>
              <a:off x="3246480" y="4040280"/>
              <a:ext cx="3240" cy="14040"/>
            </a:xfrm>
            <a:custGeom>
              <a:avLst/>
              <a:gdLst/>
              <a:ahLst/>
              <a:rect l="l" t="t" r="r" b="b"/>
              <a:pathLst>
                <a:path w="2" h="9">
                  <a:moveTo>
                    <a:pt x="0" y="0"/>
                  </a:moveTo>
                  <a:lnTo>
                    <a:pt x="0" y="0"/>
                  </a:lnTo>
                  <a:lnTo>
                    <a:pt x="0" y="0"/>
                  </a:lnTo>
                  <a:lnTo>
                    <a:pt x="0" y="6"/>
                  </a:lnTo>
                  <a:lnTo>
                    <a:pt x="1" y="7"/>
                  </a:lnTo>
                  <a:lnTo>
                    <a:pt x="1" y="8"/>
                  </a:lnTo>
                  <a:lnTo>
                    <a:pt x="1" y="8"/>
                  </a:lnTo>
                  <a:lnTo>
                    <a:pt x="1" y="7"/>
                  </a:lnTo>
                  <a:lnTo>
                    <a:pt x="1" y="6"/>
                  </a:lnTo>
                  <a:lnTo>
                    <a:pt x="1"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2216" name=""/>
            <p:cNvSpPr/>
            <p:nvPr/>
          </p:nvSpPr>
          <p:spPr>
            <a:xfrm>
              <a:off x="3246480" y="4014720"/>
              <a:ext cx="9360" cy="27000"/>
            </a:xfrm>
            <a:custGeom>
              <a:avLst/>
              <a:gdLst/>
              <a:ahLst/>
              <a:rect l="l" t="t" r="r" b="b"/>
              <a:pathLst>
                <a:path w="6" h="17">
                  <a:moveTo>
                    <a:pt x="1" y="2"/>
                  </a:moveTo>
                  <a:lnTo>
                    <a:pt x="1" y="3"/>
                  </a:lnTo>
                  <a:lnTo>
                    <a:pt x="1" y="5"/>
                  </a:lnTo>
                  <a:lnTo>
                    <a:pt x="1" y="6"/>
                  </a:lnTo>
                  <a:lnTo>
                    <a:pt x="1" y="7"/>
                  </a:lnTo>
                  <a:lnTo>
                    <a:pt x="1" y="8"/>
                  </a:lnTo>
                  <a:lnTo>
                    <a:pt x="1" y="8"/>
                  </a:lnTo>
                  <a:lnTo>
                    <a:pt x="0" y="12"/>
                  </a:lnTo>
                  <a:lnTo>
                    <a:pt x="0" y="16"/>
                  </a:lnTo>
                  <a:lnTo>
                    <a:pt x="1" y="16"/>
                  </a:lnTo>
                  <a:lnTo>
                    <a:pt x="1" y="12"/>
                  </a:lnTo>
                  <a:lnTo>
                    <a:pt x="1" y="9"/>
                  </a:lnTo>
                  <a:lnTo>
                    <a:pt x="2" y="8"/>
                  </a:lnTo>
                  <a:lnTo>
                    <a:pt x="3" y="7"/>
                  </a:lnTo>
                  <a:lnTo>
                    <a:pt x="5" y="6"/>
                  </a:lnTo>
                  <a:lnTo>
                    <a:pt x="5" y="5"/>
                  </a:lnTo>
                  <a:lnTo>
                    <a:pt x="3" y="3"/>
                  </a:lnTo>
                  <a:lnTo>
                    <a:pt x="2" y="0"/>
                  </a:lnTo>
                  <a:lnTo>
                    <a:pt x="1" y="2"/>
                  </a:lnTo>
                  <a:lnTo>
                    <a:pt x="1" y="2"/>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217" name=""/>
            <p:cNvSpPr/>
            <p:nvPr/>
          </p:nvSpPr>
          <p:spPr>
            <a:xfrm>
              <a:off x="3246480" y="4033800"/>
              <a:ext cx="3240" cy="7920"/>
            </a:xfrm>
            <a:custGeom>
              <a:avLst/>
              <a:gdLst/>
              <a:ahLst/>
              <a:rect l="l" t="t" r="r" b="b"/>
              <a:pathLst>
                <a:path w="2" h="5">
                  <a:moveTo>
                    <a:pt x="1" y="3"/>
                  </a:moveTo>
                  <a:lnTo>
                    <a:pt x="0" y="0"/>
                  </a:lnTo>
                  <a:lnTo>
                    <a:pt x="0" y="3"/>
                  </a:lnTo>
                  <a:lnTo>
                    <a:pt x="0" y="4"/>
                  </a:lnTo>
                  <a:lnTo>
                    <a:pt x="0" y="4"/>
                  </a:lnTo>
                  <a:lnTo>
                    <a:pt x="1" y="3"/>
                  </a:lnTo>
                  <a:lnTo>
                    <a:pt x="1" y="3"/>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218" name=""/>
            <p:cNvSpPr/>
            <p:nvPr/>
          </p:nvSpPr>
          <p:spPr>
            <a:xfrm>
              <a:off x="3246480" y="4098960"/>
              <a:ext cx="3240" cy="3240"/>
            </a:xfrm>
            <a:custGeom>
              <a:avLst/>
              <a:gdLst/>
              <a:ahLst/>
              <a:rect l="l" t="t" r="r" b="b"/>
              <a:pathLst>
                <a:path w="2" h="2">
                  <a:moveTo>
                    <a:pt x="1" y="0"/>
                  </a:moveTo>
                  <a:lnTo>
                    <a:pt x="0" y="1"/>
                  </a:lnTo>
                  <a:lnTo>
                    <a:pt x="0" y="1"/>
                  </a:lnTo>
                  <a:lnTo>
                    <a:pt x="1" y="1"/>
                  </a:lnTo>
                  <a:lnTo>
                    <a:pt x="1" y="1"/>
                  </a:lnTo>
                  <a:lnTo>
                    <a:pt x="1" y="0"/>
                  </a:lnTo>
                  <a:lnTo>
                    <a:pt x="1"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219" name=""/>
            <p:cNvSpPr/>
            <p:nvPr/>
          </p:nvSpPr>
          <p:spPr>
            <a:xfrm>
              <a:off x="3247920" y="4084560"/>
              <a:ext cx="25560" cy="17640"/>
            </a:xfrm>
            <a:custGeom>
              <a:avLst/>
              <a:gdLst/>
              <a:ahLst/>
              <a:rect l="l" t="t" r="r" b="b"/>
              <a:pathLst>
                <a:path w="16" h="11">
                  <a:moveTo>
                    <a:pt x="14" y="0"/>
                  </a:moveTo>
                  <a:lnTo>
                    <a:pt x="14" y="0"/>
                  </a:lnTo>
                  <a:lnTo>
                    <a:pt x="13" y="2"/>
                  </a:lnTo>
                  <a:lnTo>
                    <a:pt x="10" y="4"/>
                  </a:lnTo>
                  <a:lnTo>
                    <a:pt x="9" y="5"/>
                  </a:lnTo>
                  <a:lnTo>
                    <a:pt x="7" y="6"/>
                  </a:lnTo>
                  <a:lnTo>
                    <a:pt x="4" y="8"/>
                  </a:lnTo>
                  <a:lnTo>
                    <a:pt x="2" y="9"/>
                  </a:lnTo>
                  <a:lnTo>
                    <a:pt x="0" y="9"/>
                  </a:lnTo>
                  <a:lnTo>
                    <a:pt x="0" y="9"/>
                  </a:lnTo>
                  <a:lnTo>
                    <a:pt x="0" y="10"/>
                  </a:lnTo>
                  <a:lnTo>
                    <a:pt x="0" y="10"/>
                  </a:lnTo>
                  <a:lnTo>
                    <a:pt x="2" y="9"/>
                  </a:lnTo>
                  <a:lnTo>
                    <a:pt x="4" y="9"/>
                  </a:lnTo>
                  <a:lnTo>
                    <a:pt x="7" y="8"/>
                  </a:lnTo>
                  <a:lnTo>
                    <a:pt x="9" y="5"/>
                  </a:lnTo>
                  <a:lnTo>
                    <a:pt x="12" y="4"/>
                  </a:lnTo>
                  <a:lnTo>
                    <a:pt x="14" y="4"/>
                  </a:lnTo>
                  <a:lnTo>
                    <a:pt x="15" y="0"/>
                  </a:lnTo>
                  <a:lnTo>
                    <a:pt x="15" y="0"/>
                  </a:lnTo>
                  <a:lnTo>
                    <a:pt x="14" y="0"/>
                  </a:lnTo>
                  <a:lnTo>
                    <a:pt x="14" y="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220" name=""/>
            <p:cNvSpPr/>
            <p:nvPr/>
          </p:nvSpPr>
          <p:spPr>
            <a:xfrm>
              <a:off x="3270240" y="4067280"/>
              <a:ext cx="6480" cy="19080"/>
            </a:xfrm>
            <a:custGeom>
              <a:avLst/>
              <a:gdLst/>
              <a:ahLst/>
              <a:rect l="l" t="t" r="r" b="b"/>
              <a:pathLst>
                <a:path w="4" h="12">
                  <a:moveTo>
                    <a:pt x="2" y="0"/>
                  </a:moveTo>
                  <a:lnTo>
                    <a:pt x="2" y="0"/>
                  </a:lnTo>
                  <a:lnTo>
                    <a:pt x="2" y="0"/>
                  </a:lnTo>
                  <a:lnTo>
                    <a:pt x="2" y="1"/>
                  </a:lnTo>
                  <a:lnTo>
                    <a:pt x="2" y="5"/>
                  </a:lnTo>
                  <a:lnTo>
                    <a:pt x="1" y="5"/>
                  </a:lnTo>
                  <a:lnTo>
                    <a:pt x="1" y="8"/>
                  </a:lnTo>
                  <a:lnTo>
                    <a:pt x="1" y="9"/>
                  </a:lnTo>
                  <a:lnTo>
                    <a:pt x="1" y="11"/>
                  </a:lnTo>
                  <a:lnTo>
                    <a:pt x="0" y="11"/>
                  </a:lnTo>
                  <a:lnTo>
                    <a:pt x="1" y="11"/>
                  </a:lnTo>
                  <a:lnTo>
                    <a:pt x="2" y="11"/>
                  </a:lnTo>
                  <a:lnTo>
                    <a:pt x="2" y="10"/>
                  </a:lnTo>
                  <a:lnTo>
                    <a:pt x="2" y="8"/>
                  </a:lnTo>
                  <a:lnTo>
                    <a:pt x="2" y="7"/>
                  </a:lnTo>
                  <a:lnTo>
                    <a:pt x="2" y="5"/>
                  </a:lnTo>
                  <a:lnTo>
                    <a:pt x="2" y="1"/>
                  </a:lnTo>
                  <a:lnTo>
                    <a:pt x="2" y="1"/>
                  </a:lnTo>
                  <a:lnTo>
                    <a:pt x="3" y="0"/>
                  </a:lnTo>
                  <a:lnTo>
                    <a:pt x="3" y="0"/>
                  </a:lnTo>
                  <a:lnTo>
                    <a:pt x="2" y="0"/>
                  </a:lnTo>
                  <a:lnTo>
                    <a:pt x="2"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221" name=""/>
            <p:cNvSpPr/>
            <p:nvPr/>
          </p:nvSpPr>
          <p:spPr>
            <a:xfrm>
              <a:off x="3273480" y="4033800"/>
              <a:ext cx="30240" cy="34920"/>
            </a:xfrm>
            <a:custGeom>
              <a:avLst/>
              <a:gdLst/>
              <a:ahLst/>
              <a:rect l="l" t="t" r="r" b="b"/>
              <a:pathLst>
                <a:path w="19" h="22">
                  <a:moveTo>
                    <a:pt x="17" y="0"/>
                  </a:moveTo>
                  <a:lnTo>
                    <a:pt x="15" y="4"/>
                  </a:lnTo>
                  <a:lnTo>
                    <a:pt x="15" y="5"/>
                  </a:lnTo>
                  <a:lnTo>
                    <a:pt x="13" y="10"/>
                  </a:lnTo>
                  <a:lnTo>
                    <a:pt x="12" y="12"/>
                  </a:lnTo>
                  <a:lnTo>
                    <a:pt x="9" y="15"/>
                  </a:lnTo>
                  <a:lnTo>
                    <a:pt x="8" y="17"/>
                  </a:lnTo>
                  <a:lnTo>
                    <a:pt x="1" y="19"/>
                  </a:lnTo>
                  <a:lnTo>
                    <a:pt x="0" y="21"/>
                  </a:lnTo>
                  <a:lnTo>
                    <a:pt x="1" y="21"/>
                  </a:lnTo>
                  <a:lnTo>
                    <a:pt x="4" y="21"/>
                  </a:lnTo>
                  <a:lnTo>
                    <a:pt x="8" y="19"/>
                  </a:lnTo>
                  <a:lnTo>
                    <a:pt x="9" y="16"/>
                  </a:lnTo>
                  <a:lnTo>
                    <a:pt x="12" y="12"/>
                  </a:lnTo>
                  <a:lnTo>
                    <a:pt x="13" y="11"/>
                  </a:lnTo>
                  <a:lnTo>
                    <a:pt x="15" y="8"/>
                  </a:lnTo>
                  <a:lnTo>
                    <a:pt x="17" y="4"/>
                  </a:lnTo>
                  <a:lnTo>
                    <a:pt x="18" y="0"/>
                  </a:lnTo>
                  <a:lnTo>
                    <a:pt x="17" y="0"/>
                  </a:lnTo>
                  <a:lnTo>
                    <a:pt x="17" y="0"/>
                  </a:lnTo>
                </a:path>
              </a:pathLst>
            </a:custGeom>
            <a:solidFill>
              <a:srgbClr val="ffc0b6"/>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2222" name=""/>
            <p:cNvSpPr/>
            <p:nvPr/>
          </p:nvSpPr>
          <p:spPr>
            <a:xfrm>
              <a:off x="3273480" y="4067280"/>
              <a:ext cx="3240" cy="1440"/>
            </a:xfrm>
            <a:custGeom>
              <a:avLst/>
              <a:gdLst/>
              <a:ahLst/>
              <a:rect l="l" t="t" r="r" b="b"/>
              <a:pathLst>
                <a:path w="2" h="1">
                  <a:moveTo>
                    <a:pt x="1" y="0"/>
                  </a:moveTo>
                  <a:lnTo>
                    <a:pt x="1" y="0"/>
                  </a:lnTo>
                  <a:lnTo>
                    <a:pt x="1" y="0"/>
                  </a:lnTo>
                  <a:lnTo>
                    <a:pt x="0"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223" name=""/>
            <p:cNvSpPr/>
            <p:nvPr/>
          </p:nvSpPr>
          <p:spPr>
            <a:xfrm>
              <a:off x="3287880" y="4084560"/>
              <a:ext cx="1440" cy="4680"/>
            </a:xfrm>
            <a:custGeom>
              <a:avLst/>
              <a:gdLst/>
              <a:ahLst/>
              <a:rect l="l" t="t" r="r" b="b"/>
              <a:pathLst>
                <a:path w="1" h="3">
                  <a:moveTo>
                    <a:pt x="0" y="0"/>
                  </a:moveTo>
                  <a:lnTo>
                    <a:pt x="0" y="2"/>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224" name=""/>
            <p:cNvSpPr/>
            <p:nvPr/>
          </p:nvSpPr>
          <p:spPr>
            <a:xfrm>
              <a:off x="3287880" y="4075200"/>
              <a:ext cx="15840" cy="14040"/>
            </a:xfrm>
            <a:custGeom>
              <a:avLst/>
              <a:gdLst/>
              <a:ahLst/>
              <a:rect l="l" t="t" r="r" b="b"/>
              <a:pathLst>
                <a:path w="10" h="9">
                  <a:moveTo>
                    <a:pt x="8" y="0"/>
                  </a:moveTo>
                  <a:lnTo>
                    <a:pt x="8" y="0"/>
                  </a:lnTo>
                  <a:lnTo>
                    <a:pt x="8" y="2"/>
                  </a:lnTo>
                  <a:lnTo>
                    <a:pt x="6" y="3"/>
                  </a:lnTo>
                  <a:lnTo>
                    <a:pt x="6" y="4"/>
                  </a:lnTo>
                  <a:lnTo>
                    <a:pt x="4" y="5"/>
                  </a:lnTo>
                  <a:lnTo>
                    <a:pt x="3" y="6"/>
                  </a:lnTo>
                  <a:lnTo>
                    <a:pt x="2" y="6"/>
                  </a:lnTo>
                  <a:lnTo>
                    <a:pt x="0" y="6"/>
                  </a:lnTo>
                  <a:lnTo>
                    <a:pt x="0" y="6"/>
                  </a:lnTo>
                  <a:lnTo>
                    <a:pt x="0" y="8"/>
                  </a:lnTo>
                  <a:lnTo>
                    <a:pt x="2" y="8"/>
                  </a:lnTo>
                  <a:lnTo>
                    <a:pt x="3" y="8"/>
                  </a:lnTo>
                  <a:lnTo>
                    <a:pt x="4" y="6"/>
                  </a:lnTo>
                  <a:lnTo>
                    <a:pt x="4" y="6"/>
                  </a:lnTo>
                  <a:lnTo>
                    <a:pt x="6" y="5"/>
                  </a:lnTo>
                  <a:lnTo>
                    <a:pt x="8" y="4"/>
                  </a:lnTo>
                  <a:lnTo>
                    <a:pt x="9" y="2"/>
                  </a:lnTo>
                  <a:lnTo>
                    <a:pt x="9" y="0"/>
                  </a:lnTo>
                  <a:lnTo>
                    <a:pt x="9" y="0"/>
                  </a:lnTo>
                  <a:lnTo>
                    <a:pt x="8" y="0"/>
                  </a:lnTo>
                  <a:lnTo>
                    <a:pt x="8" y="0"/>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2225" name=""/>
            <p:cNvSpPr/>
            <p:nvPr/>
          </p:nvSpPr>
          <p:spPr>
            <a:xfrm>
              <a:off x="3300480" y="4057560"/>
              <a:ext cx="9360" cy="19080"/>
            </a:xfrm>
            <a:custGeom>
              <a:avLst/>
              <a:gdLst/>
              <a:ahLst/>
              <a:rect l="l" t="t" r="r" b="b"/>
              <a:pathLst>
                <a:path w="6" h="12">
                  <a:moveTo>
                    <a:pt x="5" y="0"/>
                  </a:moveTo>
                  <a:lnTo>
                    <a:pt x="5" y="0"/>
                  </a:lnTo>
                  <a:lnTo>
                    <a:pt x="5" y="0"/>
                  </a:lnTo>
                  <a:lnTo>
                    <a:pt x="2" y="1"/>
                  </a:lnTo>
                  <a:lnTo>
                    <a:pt x="1" y="1"/>
                  </a:lnTo>
                  <a:lnTo>
                    <a:pt x="1" y="4"/>
                  </a:lnTo>
                  <a:lnTo>
                    <a:pt x="1" y="4"/>
                  </a:lnTo>
                  <a:lnTo>
                    <a:pt x="1" y="6"/>
                  </a:lnTo>
                  <a:lnTo>
                    <a:pt x="0" y="7"/>
                  </a:lnTo>
                  <a:lnTo>
                    <a:pt x="0" y="11"/>
                  </a:lnTo>
                  <a:lnTo>
                    <a:pt x="1" y="11"/>
                  </a:lnTo>
                  <a:lnTo>
                    <a:pt x="1" y="7"/>
                  </a:lnTo>
                  <a:lnTo>
                    <a:pt x="1" y="7"/>
                  </a:lnTo>
                  <a:lnTo>
                    <a:pt x="1" y="6"/>
                  </a:lnTo>
                  <a:lnTo>
                    <a:pt x="2" y="4"/>
                  </a:lnTo>
                  <a:lnTo>
                    <a:pt x="5" y="2"/>
                  </a:lnTo>
                  <a:lnTo>
                    <a:pt x="5" y="1"/>
                  </a:lnTo>
                  <a:lnTo>
                    <a:pt x="5" y="1"/>
                  </a:lnTo>
                  <a:lnTo>
                    <a:pt x="5" y="0"/>
                  </a:lnTo>
                  <a:lnTo>
                    <a:pt x="5" y="0"/>
                  </a:lnTo>
                  <a:lnTo>
                    <a:pt x="5" y="0"/>
                  </a:lnTo>
                  <a:lnTo>
                    <a:pt x="5"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226" name=""/>
            <p:cNvSpPr/>
            <p:nvPr/>
          </p:nvSpPr>
          <p:spPr>
            <a:xfrm>
              <a:off x="3308400" y="4025880"/>
              <a:ext cx="15840" cy="33480"/>
            </a:xfrm>
            <a:custGeom>
              <a:avLst/>
              <a:gdLst/>
              <a:ahLst/>
              <a:rect l="l" t="t" r="r" b="b"/>
              <a:pathLst>
                <a:path w="10" h="21">
                  <a:moveTo>
                    <a:pt x="9" y="0"/>
                  </a:moveTo>
                  <a:lnTo>
                    <a:pt x="9" y="1"/>
                  </a:lnTo>
                  <a:lnTo>
                    <a:pt x="6" y="9"/>
                  </a:lnTo>
                  <a:lnTo>
                    <a:pt x="6" y="9"/>
                  </a:lnTo>
                  <a:lnTo>
                    <a:pt x="3" y="15"/>
                  </a:lnTo>
                  <a:lnTo>
                    <a:pt x="0" y="16"/>
                  </a:lnTo>
                  <a:lnTo>
                    <a:pt x="0" y="17"/>
                  </a:lnTo>
                  <a:lnTo>
                    <a:pt x="0" y="20"/>
                  </a:lnTo>
                  <a:lnTo>
                    <a:pt x="0" y="20"/>
                  </a:lnTo>
                  <a:lnTo>
                    <a:pt x="0" y="20"/>
                  </a:lnTo>
                  <a:lnTo>
                    <a:pt x="0" y="20"/>
                  </a:lnTo>
                  <a:lnTo>
                    <a:pt x="0" y="17"/>
                  </a:lnTo>
                  <a:lnTo>
                    <a:pt x="2" y="16"/>
                  </a:lnTo>
                  <a:lnTo>
                    <a:pt x="3" y="15"/>
                  </a:lnTo>
                  <a:lnTo>
                    <a:pt x="6" y="9"/>
                  </a:lnTo>
                  <a:lnTo>
                    <a:pt x="9" y="9"/>
                  </a:lnTo>
                  <a:lnTo>
                    <a:pt x="9" y="1"/>
                  </a:lnTo>
                  <a:lnTo>
                    <a:pt x="9" y="0"/>
                  </a:lnTo>
                  <a:lnTo>
                    <a:pt x="9" y="0"/>
                  </a:lnTo>
                  <a:lnTo>
                    <a:pt x="9" y="0"/>
                  </a:lnTo>
                </a:path>
              </a:pathLst>
            </a:custGeom>
            <a:solidFill>
              <a:srgbClr val="ffc0b6"/>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2227" name=""/>
            <p:cNvSpPr/>
            <p:nvPr/>
          </p:nvSpPr>
          <p:spPr>
            <a:xfrm>
              <a:off x="3308400" y="405756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228" name=""/>
            <p:cNvSpPr/>
            <p:nvPr/>
          </p:nvSpPr>
          <p:spPr>
            <a:xfrm>
              <a:off x="3359160" y="4049640"/>
              <a:ext cx="7920" cy="1800"/>
            </a:xfrm>
            <a:custGeom>
              <a:avLst/>
              <a:gdLst/>
              <a:ahLst/>
              <a:rect l="l" t="t" r="r" b="b"/>
              <a:pathLst>
                <a:path w="5" h="1">
                  <a:moveTo>
                    <a:pt x="4" y="0"/>
                  </a:moveTo>
                  <a:lnTo>
                    <a:pt x="3" y="0"/>
                  </a:lnTo>
                  <a:lnTo>
                    <a:pt x="1" y="0"/>
                  </a:lnTo>
                  <a:lnTo>
                    <a:pt x="1" y="0"/>
                  </a:lnTo>
                  <a:lnTo>
                    <a:pt x="0" y="0"/>
                  </a:lnTo>
                  <a:lnTo>
                    <a:pt x="4" y="0"/>
                  </a:lnTo>
                  <a:lnTo>
                    <a:pt x="4"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229" name=""/>
            <p:cNvSpPr/>
            <p:nvPr/>
          </p:nvSpPr>
          <p:spPr>
            <a:xfrm>
              <a:off x="3359160" y="4049640"/>
              <a:ext cx="7920" cy="12600"/>
            </a:xfrm>
            <a:custGeom>
              <a:avLst/>
              <a:gdLst/>
              <a:ahLst/>
              <a:rect l="l" t="t" r="r" b="b"/>
              <a:pathLst>
                <a:path w="5" h="8">
                  <a:moveTo>
                    <a:pt x="0" y="7"/>
                  </a:moveTo>
                  <a:lnTo>
                    <a:pt x="0" y="7"/>
                  </a:lnTo>
                  <a:lnTo>
                    <a:pt x="1" y="6"/>
                  </a:lnTo>
                  <a:lnTo>
                    <a:pt x="4" y="5"/>
                  </a:lnTo>
                  <a:lnTo>
                    <a:pt x="4" y="5"/>
                  </a:lnTo>
                  <a:lnTo>
                    <a:pt x="4" y="2"/>
                  </a:lnTo>
                  <a:lnTo>
                    <a:pt x="4" y="1"/>
                  </a:lnTo>
                  <a:lnTo>
                    <a:pt x="4" y="1"/>
                  </a:lnTo>
                  <a:lnTo>
                    <a:pt x="4" y="0"/>
                  </a:lnTo>
                  <a:lnTo>
                    <a:pt x="4" y="0"/>
                  </a:lnTo>
                  <a:lnTo>
                    <a:pt x="0" y="0"/>
                  </a:lnTo>
                  <a:lnTo>
                    <a:pt x="1" y="1"/>
                  </a:lnTo>
                  <a:lnTo>
                    <a:pt x="1" y="1"/>
                  </a:lnTo>
                  <a:lnTo>
                    <a:pt x="1" y="1"/>
                  </a:lnTo>
                  <a:lnTo>
                    <a:pt x="1" y="2"/>
                  </a:lnTo>
                  <a:lnTo>
                    <a:pt x="1" y="5"/>
                  </a:lnTo>
                  <a:lnTo>
                    <a:pt x="1" y="5"/>
                  </a:lnTo>
                  <a:lnTo>
                    <a:pt x="0" y="6"/>
                  </a:lnTo>
                  <a:lnTo>
                    <a:pt x="0" y="6"/>
                  </a:lnTo>
                  <a:lnTo>
                    <a:pt x="0" y="6"/>
                  </a:lnTo>
                  <a:lnTo>
                    <a:pt x="0" y="7"/>
                  </a:lnTo>
                  <a:lnTo>
                    <a:pt x="0" y="7"/>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230" name=""/>
            <p:cNvSpPr/>
            <p:nvPr/>
          </p:nvSpPr>
          <p:spPr>
            <a:xfrm>
              <a:off x="3348000" y="4059360"/>
              <a:ext cx="12600" cy="11160"/>
            </a:xfrm>
            <a:custGeom>
              <a:avLst/>
              <a:gdLst/>
              <a:ahLst/>
              <a:rect l="l" t="t" r="r" b="b"/>
              <a:pathLst>
                <a:path w="8" h="7">
                  <a:moveTo>
                    <a:pt x="2" y="6"/>
                  </a:moveTo>
                  <a:lnTo>
                    <a:pt x="2" y="6"/>
                  </a:lnTo>
                  <a:lnTo>
                    <a:pt x="2" y="5"/>
                  </a:lnTo>
                  <a:lnTo>
                    <a:pt x="2" y="5"/>
                  </a:lnTo>
                  <a:lnTo>
                    <a:pt x="2" y="5"/>
                  </a:lnTo>
                  <a:lnTo>
                    <a:pt x="4" y="3"/>
                  </a:lnTo>
                  <a:lnTo>
                    <a:pt x="4" y="3"/>
                  </a:lnTo>
                  <a:lnTo>
                    <a:pt x="4" y="3"/>
                  </a:lnTo>
                  <a:lnTo>
                    <a:pt x="6" y="3"/>
                  </a:lnTo>
                  <a:lnTo>
                    <a:pt x="7" y="1"/>
                  </a:lnTo>
                  <a:lnTo>
                    <a:pt x="7" y="0"/>
                  </a:lnTo>
                  <a:lnTo>
                    <a:pt x="4" y="1"/>
                  </a:lnTo>
                  <a:lnTo>
                    <a:pt x="4" y="3"/>
                  </a:lnTo>
                  <a:lnTo>
                    <a:pt x="4" y="3"/>
                  </a:lnTo>
                  <a:lnTo>
                    <a:pt x="2" y="3"/>
                  </a:lnTo>
                  <a:lnTo>
                    <a:pt x="2" y="3"/>
                  </a:lnTo>
                  <a:lnTo>
                    <a:pt x="1" y="3"/>
                  </a:lnTo>
                  <a:lnTo>
                    <a:pt x="0" y="5"/>
                  </a:lnTo>
                  <a:lnTo>
                    <a:pt x="0" y="6"/>
                  </a:lnTo>
                  <a:lnTo>
                    <a:pt x="0" y="6"/>
                  </a:lnTo>
                  <a:lnTo>
                    <a:pt x="2" y="6"/>
                  </a:lnTo>
                  <a:lnTo>
                    <a:pt x="2" y="6"/>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231" name=""/>
            <p:cNvSpPr/>
            <p:nvPr/>
          </p:nvSpPr>
          <p:spPr>
            <a:xfrm>
              <a:off x="3335400" y="4068720"/>
              <a:ext cx="17280" cy="17640"/>
            </a:xfrm>
            <a:custGeom>
              <a:avLst/>
              <a:gdLst/>
              <a:ahLst/>
              <a:rect l="l" t="t" r="r" b="b"/>
              <a:pathLst>
                <a:path w="11" h="11">
                  <a:moveTo>
                    <a:pt x="0" y="10"/>
                  </a:moveTo>
                  <a:lnTo>
                    <a:pt x="1" y="10"/>
                  </a:lnTo>
                  <a:lnTo>
                    <a:pt x="5" y="10"/>
                  </a:lnTo>
                  <a:lnTo>
                    <a:pt x="6" y="9"/>
                  </a:lnTo>
                  <a:lnTo>
                    <a:pt x="6" y="8"/>
                  </a:lnTo>
                  <a:lnTo>
                    <a:pt x="8" y="6"/>
                  </a:lnTo>
                  <a:lnTo>
                    <a:pt x="8" y="4"/>
                  </a:lnTo>
                  <a:lnTo>
                    <a:pt x="10" y="2"/>
                  </a:lnTo>
                  <a:lnTo>
                    <a:pt x="10" y="0"/>
                  </a:lnTo>
                  <a:lnTo>
                    <a:pt x="8" y="0"/>
                  </a:lnTo>
                  <a:lnTo>
                    <a:pt x="8" y="0"/>
                  </a:lnTo>
                  <a:lnTo>
                    <a:pt x="8" y="4"/>
                  </a:lnTo>
                  <a:lnTo>
                    <a:pt x="6" y="6"/>
                  </a:lnTo>
                  <a:lnTo>
                    <a:pt x="6" y="7"/>
                  </a:lnTo>
                  <a:lnTo>
                    <a:pt x="6" y="8"/>
                  </a:lnTo>
                  <a:lnTo>
                    <a:pt x="5" y="9"/>
                  </a:lnTo>
                  <a:lnTo>
                    <a:pt x="0" y="9"/>
                  </a:lnTo>
                  <a:lnTo>
                    <a:pt x="0" y="9"/>
                  </a:lnTo>
                  <a:lnTo>
                    <a:pt x="0" y="10"/>
                  </a:lnTo>
                  <a:lnTo>
                    <a:pt x="0" y="1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232" name=""/>
            <p:cNvSpPr/>
            <p:nvPr/>
          </p:nvSpPr>
          <p:spPr>
            <a:xfrm>
              <a:off x="3348000" y="4067280"/>
              <a:ext cx="3240" cy="3240"/>
            </a:xfrm>
            <a:custGeom>
              <a:avLst/>
              <a:gdLst/>
              <a:ahLst/>
              <a:rect l="l" t="t" r="r" b="b"/>
              <a:pathLst>
                <a:path w="2" h="2">
                  <a:moveTo>
                    <a:pt x="1" y="0"/>
                  </a:moveTo>
                  <a:lnTo>
                    <a:pt x="0" y="1"/>
                  </a:lnTo>
                  <a:lnTo>
                    <a:pt x="0" y="1"/>
                  </a:lnTo>
                  <a:lnTo>
                    <a:pt x="0" y="1"/>
                  </a:lnTo>
                  <a:lnTo>
                    <a:pt x="1" y="1"/>
                  </a:lnTo>
                  <a:lnTo>
                    <a:pt x="1" y="0"/>
                  </a:lnTo>
                  <a:lnTo>
                    <a:pt x="1"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233" name=""/>
            <p:cNvSpPr/>
            <p:nvPr/>
          </p:nvSpPr>
          <p:spPr>
            <a:xfrm>
              <a:off x="3375000" y="408132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234" name=""/>
            <p:cNvSpPr/>
            <p:nvPr/>
          </p:nvSpPr>
          <p:spPr>
            <a:xfrm>
              <a:off x="3375000" y="4057560"/>
              <a:ext cx="15840" cy="25560"/>
            </a:xfrm>
            <a:custGeom>
              <a:avLst/>
              <a:gdLst/>
              <a:ahLst/>
              <a:rect l="l" t="t" r="r" b="b"/>
              <a:pathLst>
                <a:path w="10" h="16">
                  <a:moveTo>
                    <a:pt x="9" y="0"/>
                  </a:moveTo>
                  <a:lnTo>
                    <a:pt x="9" y="0"/>
                  </a:lnTo>
                  <a:lnTo>
                    <a:pt x="7" y="0"/>
                  </a:lnTo>
                  <a:lnTo>
                    <a:pt x="6" y="1"/>
                  </a:lnTo>
                  <a:lnTo>
                    <a:pt x="5" y="4"/>
                  </a:lnTo>
                  <a:lnTo>
                    <a:pt x="3" y="6"/>
                  </a:lnTo>
                  <a:lnTo>
                    <a:pt x="0" y="11"/>
                  </a:lnTo>
                  <a:lnTo>
                    <a:pt x="0" y="13"/>
                  </a:lnTo>
                  <a:lnTo>
                    <a:pt x="0" y="14"/>
                  </a:lnTo>
                  <a:lnTo>
                    <a:pt x="0" y="15"/>
                  </a:lnTo>
                  <a:lnTo>
                    <a:pt x="0" y="15"/>
                  </a:lnTo>
                  <a:lnTo>
                    <a:pt x="0" y="14"/>
                  </a:lnTo>
                  <a:lnTo>
                    <a:pt x="0" y="13"/>
                  </a:lnTo>
                  <a:lnTo>
                    <a:pt x="1" y="11"/>
                  </a:lnTo>
                  <a:lnTo>
                    <a:pt x="5" y="7"/>
                  </a:lnTo>
                  <a:lnTo>
                    <a:pt x="6" y="4"/>
                  </a:lnTo>
                  <a:lnTo>
                    <a:pt x="7" y="2"/>
                  </a:lnTo>
                  <a:lnTo>
                    <a:pt x="7" y="1"/>
                  </a:lnTo>
                  <a:lnTo>
                    <a:pt x="9" y="0"/>
                  </a:lnTo>
                  <a:lnTo>
                    <a:pt x="9" y="0"/>
                  </a:lnTo>
                  <a:lnTo>
                    <a:pt x="9" y="0"/>
                  </a:lnTo>
                  <a:lnTo>
                    <a:pt x="9" y="0"/>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2235" name=""/>
            <p:cNvSpPr/>
            <p:nvPr/>
          </p:nvSpPr>
          <p:spPr>
            <a:xfrm>
              <a:off x="3389400" y="4040280"/>
              <a:ext cx="14040" cy="19080"/>
            </a:xfrm>
            <a:custGeom>
              <a:avLst/>
              <a:gdLst/>
              <a:ahLst/>
              <a:rect l="l" t="t" r="r" b="b"/>
              <a:pathLst>
                <a:path w="9" h="12">
                  <a:moveTo>
                    <a:pt x="8" y="0"/>
                  </a:moveTo>
                  <a:lnTo>
                    <a:pt x="8" y="0"/>
                  </a:lnTo>
                  <a:lnTo>
                    <a:pt x="5" y="0"/>
                  </a:lnTo>
                  <a:lnTo>
                    <a:pt x="5" y="0"/>
                  </a:lnTo>
                  <a:lnTo>
                    <a:pt x="5" y="1"/>
                  </a:lnTo>
                  <a:lnTo>
                    <a:pt x="3" y="6"/>
                  </a:lnTo>
                  <a:lnTo>
                    <a:pt x="3" y="6"/>
                  </a:lnTo>
                  <a:lnTo>
                    <a:pt x="2" y="8"/>
                  </a:lnTo>
                  <a:lnTo>
                    <a:pt x="0" y="8"/>
                  </a:lnTo>
                  <a:lnTo>
                    <a:pt x="0" y="11"/>
                  </a:lnTo>
                  <a:lnTo>
                    <a:pt x="0" y="11"/>
                  </a:lnTo>
                  <a:lnTo>
                    <a:pt x="2" y="10"/>
                  </a:lnTo>
                  <a:lnTo>
                    <a:pt x="3" y="8"/>
                  </a:lnTo>
                  <a:lnTo>
                    <a:pt x="3" y="7"/>
                  </a:lnTo>
                  <a:lnTo>
                    <a:pt x="5" y="6"/>
                  </a:lnTo>
                  <a:lnTo>
                    <a:pt x="8" y="4"/>
                  </a:lnTo>
                  <a:lnTo>
                    <a:pt x="8" y="0"/>
                  </a:lnTo>
                  <a:lnTo>
                    <a:pt x="8" y="0"/>
                  </a:lnTo>
                  <a:lnTo>
                    <a:pt x="8"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236" name=""/>
            <p:cNvSpPr/>
            <p:nvPr/>
          </p:nvSpPr>
          <p:spPr>
            <a:xfrm>
              <a:off x="3402000" y="4011480"/>
              <a:ext cx="17640" cy="30240"/>
            </a:xfrm>
            <a:custGeom>
              <a:avLst/>
              <a:gdLst/>
              <a:ahLst/>
              <a:rect l="l" t="t" r="r" b="b"/>
              <a:pathLst>
                <a:path w="11" h="19">
                  <a:moveTo>
                    <a:pt x="10" y="0"/>
                  </a:moveTo>
                  <a:lnTo>
                    <a:pt x="10" y="0"/>
                  </a:lnTo>
                  <a:lnTo>
                    <a:pt x="9" y="0"/>
                  </a:lnTo>
                  <a:lnTo>
                    <a:pt x="6" y="4"/>
                  </a:lnTo>
                  <a:lnTo>
                    <a:pt x="4" y="7"/>
                  </a:lnTo>
                  <a:lnTo>
                    <a:pt x="3" y="9"/>
                  </a:lnTo>
                  <a:lnTo>
                    <a:pt x="2" y="9"/>
                  </a:lnTo>
                  <a:lnTo>
                    <a:pt x="0" y="10"/>
                  </a:lnTo>
                  <a:lnTo>
                    <a:pt x="0" y="14"/>
                  </a:lnTo>
                  <a:lnTo>
                    <a:pt x="0" y="18"/>
                  </a:lnTo>
                  <a:lnTo>
                    <a:pt x="0" y="18"/>
                  </a:lnTo>
                  <a:lnTo>
                    <a:pt x="0" y="17"/>
                  </a:lnTo>
                  <a:lnTo>
                    <a:pt x="2" y="11"/>
                  </a:lnTo>
                  <a:lnTo>
                    <a:pt x="3" y="10"/>
                  </a:lnTo>
                  <a:lnTo>
                    <a:pt x="4" y="9"/>
                  </a:lnTo>
                  <a:lnTo>
                    <a:pt x="4" y="8"/>
                  </a:lnTo>
                  <a:lnTo>
                    <a:pt x="9" y="4"/>
                  </a:lnTo>
                  <a:lnTo>
                    <a:pt x="10" y="0"/>
                  </a:lnTo>
                  <a:lnTo>
                    <a:pt x="10" y="0"/>
                  </a:lnTo>
                  <a:lnTo>
                    <a:pt x="10" y="0"/>
                  </a:lnTo>
                  <a:lnTo>
                    <a:pt x="10" y="0"/>
                  </a:lnTo>
                  <a:lnTo>
                    <a:pt x="10" y="0"/>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2237" name=""/>
            <p:cNvSpPr/>
            <p:nvPr/>
          </p:nvSpPr>
          <p:spPr>
            <a:xfrm>
              <a:off x="3417840" y="3978360"/>
              <a:ext cx="7920" cy="34920"/>
            </a:xfrm>
            <a:custGeom>
              <a:avLst/>
              <a:gdLst/>
              <a:ahLst/>
              <a:rect l="l" t="t" r="r" b="b"/>
              <a:pathLst>
                <a:path w="5" h="22">
                  <a:moveTo>
                    <a:pt x="0" y="3"/>
                  </a:moveTo>
                  <a:lnTo>
                    <a:pt x="0" y="3"/>
                  </a:lnTo>
                  <a:lnTo>
                    <a:pt x="0" y="4"/>
                  </a:lnTo>
                  <a:lnTo>
                    <a:pt x="0" y="5"/>
                  </a:lnTo>
                  <a:lnTo>
                    <a:pt x="0" y="8"/>
                  </a:lnTo>
                  <a:lnTo>
                    <a:pt x="0" y="9"/>
                  </a:lnTo>
                  <a:lnTo>
                    <a:pt x="0" y="14"/>
                  </a:lnTo>
                  <a:lnTo>
                    <a:pt x="0" y="18"/>
                  </a:lnTo>
                  <a:lnTo>
                    <a:pt x="0" y="21"/>
                  </a:lnTo>
                  <a:lnTo>
                    <a:pt x="0" y="21"/>
                  </a:lnTo>
                  <a:lnTo>
                    <a:pt x="0" y="18"/>
                  </a:lnTo>
                  <a:lnTo>
                    <a:pt x="0" y="15"/>
                  </a:lnTo>
                  <a:lnTo>
                    <a:pt x="0" y="10"/>
                  </a:lnTo>
                  <a:lnTo>
                    <a:pt x="3" y="8"/>
                  </a:lnTo>
                  <a:lnTo>
                    <a:pt x="3" y="5"/>
                  </a:lnTo>
                  <a:lnTo>
                    <a:pt x="3" y="4"/>
                  </a:lnTo>
                  <a:lnTo>
                    <a:pt x="4" y="3"/>
                  </a:lnTo>
                  <a:lnTo>
                    <a:pt x="3" y="0"/>
                  </a:lnTo>
                  <a:lnTo>
                    <a:pt x="0" y="3"/>
                  </a:lnTo>
                  <a:lnTo>
                    <a:pt x="0" y="3"/>
                  </a:lnTo>
                </a:path>
              </a:pathLst>
            </a:custGeom>
            <a:solidFill>
              <a:srgbClr val="ffc0b6"/>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2238" name=""/>
            <p:cNvSpPr/>
            <p:nvPr/>
          </p:nvSpPr>
          <p:spPr>
            <a:xfrm>
              <a:off x="3417840" y="401148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239" name=""/>
            <p:cNvSpPr/>
            <p:nvPr/>
          </p:nvSpPr>
          <p:spPr>
            <a:xfrm>
              <a:off x="3417840" y="4087800"/>
              <a:ext cx="1800" cy="4680"/>
            </a:xfrm>
            <a:custGeom>
              <a:avLst/>
              <a:gdLst/>
              <a:ahLst/>
              <a:rect l="l" t="t" r="r" b="b"/>
              <a:pathLst>
                <a:path w="1" h="3">
                  <a:moveTo>
                    <a:pt x="0" y="0"/>
                  </a:moveTo>
                  <a:lnTo>
                    <a:pt x="0" y="2"/>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240" name=""/>
            <p:cNvSpPr/>
            <p:nvPr/>
          </p:nvSpPr>
          <p:spPr>
            <a:xfrm>
              <a:off x="3417840" y="4068720"/>
              <a:ext cx="14400" cy="23760"/>
            </a:xfrm>
            <a:custGeom>
              <a:avLst/>
              <a:gdLst/>
              <a:ahLst/>
              <a:rect l="l" t="t" r="r" b="b"/>
              <a:pathLst>
                <a:path w="9" h="15">
                  <a:moveTo>
                    <a:pt x="8" y="0"/>
                  </a:moveTo>
                  <a:lnTo>
                    <a:pt x="8" y="0"/>
                  </a:lnTo>
                  <a:lnTo>
                    <a:pt x="8" y="4"/>
                  </a:lnTo>
                  <a:lnTo>
                    <a:pt x="5" y="7"/>
                  </a:lnTo>
                  <a:lnTo>
                    <a:pt x="4" y="9"/>
                  </a:lnTo>
                  <a:lnTo>
                    <a:pt x="4" y="10"/>
                  </a:lnTo>
                  <a:lnTo>
                    <a:pt x="3" y="10"/>
                  </a:lnTo>
                  <a:lnTo>
                    <a:pt x="0" y="12"/>
                  </a:lnTo>
                  <a:lnTo>
                    <a:pt x="0" y="12"/>
                  </a:lnTo>
                  <a:lnTo>
                    <a:pt x="0" y="12"/>
                  </a:lnTo>
                  <a:lnTo>
                    <a:pt x="0" y="14"/>
                  </a:lnTo>
                  <a:lnTo>
                    <a:pt x="0" y="14"/>
                  </a:lnTo>
                  <a:lnTo>
                    <a:pt x="3" y="12"/>
                  </a:lnTo>
                  <a:lnTo>
                    <a:pt x="4" y="12"/>
                  </a:lnTo>
                  <a:lnTo>
                    <a:pt x="4" y="10"/>
                  </a:lnTo>
                  <a:lnTo>
                    <a:pt x="5" y="9"/>
                  </a:lnTo>
                  <a:lnTo>
                    <a:pt x="8" y="7"/>
                  </a:lnTo>
                  <a:lnTo>
                    <a:pt x="8" y="6"/>
                  </a:lnTo>
                  <a:lnTo>
                    <a:pt x="8"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241" name=""/>
            <p:cNvSpPr/>
            <p:nvPr/>
          </p:nvSpPr>
          <p:spPr>
            <a:xfrm>
              <a:off x="3430440" y="4052880"/>
              <a:ext cx="7920" cy="17640"/>
            </a:xfrm>
            <a:custGeom>
              <a:avLst/>
              <a:gdLst/>
              <a:ahLst/>
              <a:rect l="l" t="t" r="r" b="b"/>
              <a:pathLst>
                <a:path w="5" h="11">
                  <a:moveTo>
                    <a:pt x="3" y="0"/>
                  </a:moveTo>
                  <a:lnTo>
                    <a:pt x="3" y="0"/>
                  </a:lnTo>
                  <a:lnTo>
                    <a:pt x="3" y="3"/>
                  </a:lnTo>
                  <a:lnTo>
                    <a:pt x="3" y="3"/>
                  </a:lnTo>
                  <a:lnTo>
                    <a:pt x="0" y="4"/>
                  </a:lnTo>
                  <a:lnTo>
                    <a:pt x="0" y="4"/>
                  </a:lnTo>
                  <a:lnTo>
                    <a:pt x="0" y="5"/>
                  </a:lnTo>
                  <a:lnTo>
                    <a:pt x="0" y="7"/>
                  </a:lnTo>
                  <a:lnTo>
                    <a:pt x="0" y="9"/>
                  </a:lnTo>
                  <a:lnTo>
                    <a:pt x="0" y="10"/>
                  </a:lnTo>
                  <a:lnTo>
                    <a:pt x="0" y="10"/>
                  </a:lnTo>
                  <a:lnTo>
                    <a:pt x="0" y="9"/>
                  </a:lnTo>
                  <a:lnTo>
                    <a:pt x="0" y="7"/>
                  </a:lnTo>
                  <a:lnTo>
                    <a:pt x="0" y="7"/>
                  </a:lnTo>
                  <a:lnTo>
                    <a:pt x="0" y="4"/>
                  </a:lnTo>
                  <a:lnTo>
                    <a:pt x="3" y="4"/>
                  </a:lnTo>
                  <a:lnTo>
                    <a:pt x="3" y="4"/>
                  </a:lnTo>
                  <a:lnTo>
                    <a:pt x="3" y="3"/>
                  </a:lnTo>
                  <a:lnTo>
                    <a:pt x="4" y="3"/>
                  </a:lnTo>
                  <a:lnTo>
                    <a:pt x="4" y="3"/>
                  </a:lnTo>
                  <a:lnTo>
                    <a:pt x="3" y="0"/>
                  </a:lnTo>
                  <a:lnTo>
                    <a:pt x="3" y="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242" name=""/>
            <p:cNvSpPr/>
            <p:nvPr/>
          </p:nvSpPr>
          <p:spPr>
            <a:xfrm>
              <a:off x="3435480" y="4040280"/>
              <a:ext cx="15840" cy="19080"/>
            </a:xfrm>
            <a:custGeom>
              <a:avLst/>
              <a:gdLst/>
              <a:ahLst/>
              <a:rect l="l" t="t" r="r" b="b"/>
              <a:pathLst>
                <a:path w="10" h="12">
                  <a:moveTo>
                    <a:pt x="9" y="0"/>
                  </a:moveTo>
                  <a:lnTo>
                    <a:pt x="9" y="0"/>
                  </a:lnTo>
                  <a:lnTo>
                    <a:pt x="9" y="0"/>
                  </a:lnTo>
                  <a:lnTo>
                    <a:pt x="9" y="4"/>
                  </a:lnTo>
                  <a:lnTo>
                    <a:pt x="9" y="6"/>
                  </a:lnTo>
                  <a:lnTo>
                    <a:pt x="6" y="7"/>
                  </a:lnTo>
                  <a:lnTo>
                    <a:pt x="4" y="7"/>
                  </a:lnTo>
                  <a:lnTo>
                    <a:pt x="1" y="8"/>
                  </a:lnTo>
                  <a:lnTo>
                    <a:pt x="0" y="8"/>
                  </a:lnTo>
                  <a:lnTo>
                    <a:pt x="1" y="11"/>
                  </a:lnTo>
                  <a:lnTo>
                    <a:pt x="2" y="8"/>
                  </a:lnTo>
                  <a:lnTo>
                    <a:pt x="4" y="8"/>
                  </a:lnTo>
                  <a:lnTo>
                    <a:pt x="9" y="7"/>
                  </a:lnTo>
                  <a:lnTo>
                    <a:pt x="9" y="6"/>
                  </a:lnTo>
                  <a:lnTo>
                    <a:pt x="9" y="5"/>
                  </a:lnTo>
                  <a:lnTo>
                    <a:pt x="9" y="0"/>
                  </a:lnTo>
                  <a:lnTo>
                    <a:pt x="9" y="0"/>
                  </a:lnTo>
                  <a:lnTo>
                    <a:pt x="9" y="0"/>
                  </a:lnTo>
                  <a:lnTo>
                    <a:pt x="9" y="0"/>
                  </a:lnTo>
                  <a:lnTo>
                    <a:pt x="9"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243" name=""/>
            <p:cNvSpPr/>
            <p:nvPr/>
          </p:nvSpPr>
          <p:spPr>
            <a:xfrm>
              <a:off x="3435480" y="4052880"/>
              <a:ext cx="2880" cy="6480"/>
            </a:xfrm>
            <a:custGeom>
              <a:avLst/>
              <a:gdLst/>
              <a:ahLst/>
              <a:rect l="l" t="t" r="r" b="b"/>
              <a:pathLst>
                <a:path w="2" h="4">
                  <a:moveTo>
                    <a:pt x="1" y="2"/>
                  </a:moveTo>
                  <a:lnTo>
                    <a:pt x="1" y="0"/>
                  </a:lnTo>
                  <a:lnTo>
                    <a:pt x="1" y="0"/>
                  </a:lnTo>
                  <a:lnTo>
                    <a:pt x="0" y="2"/>
                  </a:lnTo>
                  <a:lnTo>
                    <a:pt x="0" y="3"/>
                  </a:lnTo>
                  <a:lnTo>
                    <a:pt x="1" y="2"/>
                  </a:lnTo>
                  <a:lnTo>
                    <a:pt x="1" y="2"/>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244" name=""/>
            <p:cNvSpPr/>
            <p:nvPr/>
          </p:nvSpPr>
          <p:spPr>
            <a:xfrm>
              <a:off x="3449520" y="4081320"/>
              <a:ext cx="5040" cy="3240"/>
            </a:xfrm>
            <a:custGeom>
              <a:avLst/>
              <a:gdLst/>
              <a:ahLst/>
              <a:rect l="l" t="t" r="r" b="b"/>
              <a:pathLst>
                <a:path w="3" h="2">
                  <a:moveTo>
                    <a:pt x="0" y="0"/>
                  </a:moveTo>
                  <a:lnTo>
                    <a:pt x="0" y="1"/>
                  </a:lnTo>
                  <a:lnTo>
                    <a:pt x="0" y="1"/>
                  </a:lnTo>
                  <a:lnTo>
                    <a:pt x="2" y="1"/>
                  </a:lnTo>
                  <a:lnTo>
                    <a:pt x="2"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245" name=""/>
            <p:cNvSpPr/>
            <p:nvPr/>
          </p:nvSpPr>
          <p:spPr>
            <a:xfrm>
              <a:off x="3449520" y="4057560"/>
              <a:ext cx="15840" cy="27000"/>
            </a:xfrm>
            <a:custGeom>
              <a:avLst/>
              <a:gdLst/>
              <a:ahLst/>
              <a:rect l="l" t="t" r="r" b="b"/>
              <a:pathLst>
                <a:path w="10" h="17">
                  <a:moveTo>
                    <a:pt x="9" y="0"/>
                  </a:moveTo>
                  <a:lnTo>
                    <a:pt x="9" y="0"/>
                  </a:lnTo>
                  <a:lnTo>
                    <a:pt x="9" y="1"/>
                  </a:lnTo>
                  <a:lnTo>
                    <a:pt x="9" y="2"/>
                  </a:lnTo>
                  <a:lnTo>
                    <a:pt x="9" y="4"/>
                  </a:lnTo>
                  <a:lnTo>
                    <a:pt x="5" y="7"/>
                  </a:lnTo>
                  <a:lnTo>
                    <a:pt x="4" y="11"/>
                  </a:lnTo>
                  <a:lnTo>
                    <a:pt x="2" y="13"/>
                  </a:lnTo>
                  <a:lnTo>
                    <a:pt x="2" y="15"/>
                  </a:lnTo>
                  <a:lnTo>
                    <a:pt x="0" y="15"/>
                  </a:lnTo>
                  <a:lnTo>
                    <a:pt x="2" y="16"/>
                  </a:lnTo>
                  <a:lnTo>
                    <a:pt x="2" y="16"/>
                  </a:lnTo>
                  <a:lnTo>
                    <a:pt x="3" y="15"/>
                  </a:lnTo>
                  <a:lnTo>
                    <a:pt x="5" y="13"/>
                  </a:lnTo>
                  <a:lnTo>
                    <a:pt x="9" y="7"/>
                  </a:lnTo>
                  <a:lnTo>
                    <a:pt x="9" y="6"/>
                  </a:lnTo>
                  <a:lnTo>
                    <a:pt x="9" y="4"/>
                  </a:lnTo>
                  <a:lnTo>
                    <a:pt x="9" y="1"/>
                  </a:lnTo>
                  <a:lnTo>
                    <a:pt x="9" y="0"/>
                  </a:lnTo>
                  <a:lnTo>
                    <a:pt x="9" y="0"/>
                  </a:lnTo>
                  <a:lnTo>
                    <a:pt x="9" y="0"/>
                  </a:lnTo>
                  <a:lnTo>
                    <a:pt x="9"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246" name=""/>
            <p:cNvSpPr/>
            <p:nvPr/>
          </p:nvSpPr>
          <p:spPr>
            <a:xfrm>
              <a:off x="3463920" y="4040280"/>
              <a:ext cx="9360" cy="19080"/>
            </a:xfrm>
            <a:custGeom>
              <a:avLst/>
              <a:gdLst/>
              <a:ahLst/>
              <a:rect l="l" t="t" r="r" b="b"/>
              <a:pathLst>
                <a:path w="6" h="12">
                  <a:moveTo>
                    <a:pt x="4" y="0"/>
                  </a:moveTo>
                  <a:lnTo>
                    <a:pt x="4" y="0"/>
                  </a:lnTo>
                  <a:lnTo>
                    <a:pt x="3" y="1"/>
                  </a:lnTo>
                  <a:lnTo>
                    <a:pt x="2" y="1"/>
                  </a:lnTo>
                  <a:lnTo>
                    <a:pt x="2" y="4"/>
                  </a:lnTo>
                  <a:lnTo>
                    <a:pt x="0" y="6"/>
                  </a:lnTo>
                  <a:lnTo>
                    <a:pt x="0" y="6"/>
                  </a:lnTo>
                  <a:lnTo>
                    <a:pt x="0" y="7"/>
                  </a:lnTo>
                  <a:lnTo>
                    <a:pt x="0" y="8"/>
                  </a:lnTo>
                  <a:lnTo>
                    <a:pt x="0" y="11"/>
                  </a:lnTo>
                  <a:lnTo>
                    <a:pt x="0" y="11"/>
                  </a:lnTo>
                  <a:lnTo>
                    <a:pt x="0" y="8"/>
                  </a:lnTo>
                  <a:lnTo>
                    <a:pt x="0" y="7"/>
                  </a:lnTo>
                  <a:lnTo>
                    <a:pt x="0" y="6"/>
                  </a:lnTo>
                  <a:lnTo>
                    <a:pt x="2" y="6"/>
                  </a:lnTo>
                  <a:lnTo>
                    <a:pt x="2" y="6"/>
                  </a:lnTo>
                  <a:lnTo>
                    <a:pt x="4" y="4"/>
                  </a:lnTo>
                  <a:lnTo>
                    <a:pt x="5" y="4"/>
                  </a:lnTo>
                  <a:lnTo>
                    <a:pt x="5" y="4"/>
                  </a:lnTo>
                  <a:lnTo>
                    <a:pt x="5" y="4"/>
                  </a:lnTo>
                  <a:lnTo>
                    <a:pt x="4" y="0"/>
                  </a:lnTo>
                  <a:lnTo>
                    <a:pt x="4"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247" name=""/>
            <p:cNvSpPr/>
            <p:nvPr/>
          </p:nvSpPr>
          <p:spPr>
            <a:xfrm>
              <a:off x="3470400" y="4025880"/>
              <a:ext cx="14040" cy="22320"/>
            </a:xfrm>
            <a:custGeom>
              <a:avLst/>
              <a:gdLst/>
              <a:ahLst/>
              <a:rect l="l" t="t" r="r" b="b"/>
              <a:pathLst>
                <a:path w="9" h="14">
                  <a:moveTo>
                    <a:pt x="6" y="0"/>
                  </a:moveTo>
                  <a:lnTo>
                    <a:pt x="6" y="0"/>
                  </a:lnTo>
                  <a:lnTo>
                    <a:pt x="6" y="0"/>
                  </a:lnTo>
                  <a:lnTo>
                    <a:pt x="6" y="2"/>
                  </a:lnTo>
                  <a:lnTo>
                    <a:pt x="3" y="8"/>
                  </a:lnTo>
                  <a:lnTo>
                    <a:pt x="3" y="9"/>
                  </a:lnTo>
                  <a:lnTo>
                    <a:pt x="1" y="9"/>
                  </a:lnTo>
                  <a:lnTo>
                    <a:pt x="1" y="9"/>
                  </a:lnTo>
                  <a:lnTo>
                    <a:pt x="1" y="9"/>
                  </a:lnTo>
                  <a:lnTo>
                    <a:pt x="0" y="9"/>
                  </a:lnTo>
                  <a:lnTo>
                    <a:pt x="1" y="13"/>
                  </a:lnTo>
                  <a:lnTo>
                    <a:pt x="1" y="10"/>
                  </a:lnTo>
                  <a:lnTo>
                    <a:pt x="1" y="9"/>
                  </a:lnTo>
                  <a:lnTo>
                    <a:pt x="3" y="9"/>
                  </a:lnTo>
                  <a:lnTo>
                    <a:pt x="3" y="9"/>
                  </a:lnTo>
                  <a:lnTo>
                    <a:pt x="6" y="9"/>
                  </a:lnTo>
                  <a:lnTo>
                    <a:pt x="6" y="2"/>
                  </a:lnTo>
                  <a:lnTo>
                    <a:pt x="8" y="1"/>
                  </a:lnTo>
                  <a:lnTo>
                    <a:pt x="8" y="0"/>
                  </a:lnTo>
                  <a:lnTo>
                    <a:pt x="8" y="0"/>
                  </a:lnTo>
                  <a:lnTo>
                    <a:pt x="6" y="0"/>
                  </a:lnTo>
                  <a:lnTo>
                    <a:pt x="6"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248" name=""/>
            <p:cNvSpPr/>
            <p:nvPr/>
          </p:nvSpPr>
          <p:spPr>
            <a:xfrm>
              <a:off x="3479760" y="4002120"/>
              <a:ext cx="6480" cy="25200"/>
            </a:xfrm>
            <a:custGeom>
              <a:avLst/>
              <a:gdLst/>
              <a:ahLst/>
              <a:rect l="l" t="t" r="r" b="b"/>
              <a:pathLst>
                <a:path w="4" h="16">
                  <a:moveTo>
                    <a:pt x="3" y="0"/>
                  </a:moveTo>
                  <a:lnTo>
                    <a:pt x="2" y="3"/>
                  </a:lnTo>
                  <a:lnTo>
                    <a:pt x="2" y="6"/>
                  </a:lnTo>
                  <a:lnTo>
                    <a:pt x="2" y="10"/>
                  </a:lnTo>
                  <a:lnTo>
                    <a:pt x="0" y="15"/>
                  </a:lnTo>
                  <a:lnTo>
                    <a:pt x="2" y="15"/>
                  </a:lnTo>
                  <a:lnTo>
                    <a:pt x="2" y="10"/>
                  </a:lnTo>
                  <a:lnTo>
                    <a:pt x="3" y="6"/>
                  </a:lnTo>
                  <a:lnTo>
                    <a:pt x="3" y="3"/>
                  </a:lnTo>
                  <a:lnTo>
                    <a:pt x="3" y="0"/>
                  </a:lnTo>
                  <a:lnTo>
                    <a:pt x="3" y="0"/>
                  </a:lnTo>
                  <a:lnTo>
                    <a:pt x="3" y="0"/>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2249" name=""/>
            <p:cNvSpPr/>
            <p:nvPr/>
          </p:nvSpPr>
          <p:spPr>
            <a:xfrm>
              <a:off x="3479760" y="4025880"/>
              <a:ext cx="4680" cy="1440"/>
            </a:xfrm>
            <a:custGeom>
              <a:avLst/>
              <a:gdLst/>
              <a:ahLst/>
              <a:rect l="l" t="t" r="r" b="b"/>
              <a:pathLst>
                <a:path w="3" h="1">
                  <a:moveTo>
                    <a:pt x="2" y="0"/>
                  </a:moveTo>
                  <a:lnTo>
                    <a:pt x="2" y="0"/>
                  </a:lnTo>
                  <a:lnTo>
                    <a:pt x="2"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250" name=""/>
            <p:cNvSpPr/>
            <p:nvPr/>
          </p:nvSpPr>
          <p:spPr>
            <a:xfrm>
              <a:off x="3365640" y="4116240"/>
              <a:ext cx="1440" cy="3240"/>
            </a:xfrm>
            <a:custGeom>
              <a:avLst/>
              <a:gdLst/>
              <a:ahLst/>
              <a:rect l="l" t="t" r="r" b="b"/>
              <a:pathLst>
                <a:path w="1" h="2">
                  <a:moveTo>
                    <a:pt x="0" y="0"/>
                  </a:moveTo>
                  <a:lnTo>
                    <a:pt x="0" y="0"/>
                  </a:lnTo>
                  <a:lnTo>
                    <a:pt x="0" y="0"/>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251" name=""/>
            <p:cNvSpPr/>
            <p:nvPr/>
          </p:nvSpPr>
          <p:spPr>
            <a:xfrm>
              <a:off x="3365640" y="4097160"/>
              <a:ext cx="28440" cy="22320"/>
            </a:xfrm>
            <a:custGeom>
              <a:avLst/>
              <a:gdLst/>
              <a:ahLst/>
              <a:rect l="l" t="t" r="r" b="b"/>
              <a:pathLst>
                <a:path w="18" h="14">
                  <a:moveTo>
                    <a:pt x="15" y="0"/>
                  </a:moveTo>
                  <a:lnTo>
                    <a:pt x="15" y="1"/>
                  </a:lnTo>
                  <a:lnTo>
                    <a:pt x="15" y="1"/>
                  </a:lnTo>
                  <a:lnTo>
                    <a:pt x="14" y="2"/>
                  </a:lnTo>
                  <a:lnTo>
                    <a:pt x="13" y="3"/>
                  </a:lnTo>
                  <a:lnTo>
                    <a:pt x="13" y="3"/>
                  </a:lnTo>
                  <a:lnTo>
                    <a:pt x="12" y="5"/>
                  </a:lnTo>
                  <a:lnTo>
                    <a:pt x="11" y="7"/>
                  </a:lnTo>
                  <a:lnTo>
                    <a:pt x="7" y="9"/>
                  </a:lnTo>
                  <a:lnTo>
                    <a:pt x="6" y="9"/>
                  </a:lnTo>
                  <a:lnTo>
                    <a:pt x="6" y="9"/>
                  </a:lnTo>
                  <a:lnTo>
                    <a:pt x="4" y="9"/>
                  </a:lnTo>
                  <a:lnTo>
                    <a:pt x="3" y="11"/>
                  </a:lnTo>
                  <a:lnTo>
                    <a:pt x="1" y="11"/>
                  </a:lnTo>
                  <a:lnTo>
                    <a:pt x="0" y="12"/>
                  </a:lnTo>
                  <a:lnTo>
                    <a:pt x="0" y="12"/>
                  </a:lnTo>
                  <a:lnTo>
                    <a:pt x="0" y="12"/>
                  </a:lnTo>
                  <a:lnTo>
                    <a:pt x="0" y="13"/>
                  </a:lnTo>
                  <a:lnTo>
                    <a:pt x="0" y="13"/>
                  </a:lnTo>
                  <a:lnTo>
                    <a:pt x="0" y="13"/>
                  </a:lnTo>
                  <a:lnTo>
                    <a:pt x="1" y="12"/>
                  </a:lnTo>
                  <a:lnTo>
                    <a:pt x="3" y="12"/>
                  </a:lnTo>
                  <a:lnTo>
                    <a:pt x="4" y="12"/>
                  </a:lnTo>
                  <a:lnTo>
                    <a:pt x="6" y="11"/>
                  </a:lnTo>
                  <a:lnTo>
                    <a:pt x="6" y="9"/>
                  </a:lnTo>
                  <a:lnTo>
                    <a:pt x="9" y="9"/>
                  </a:lnTo>
                  <a:lnTo>
                    <a:pt x="12" y="9"/>
                  </a:lnTo>
                  <a:lnTo>
                    <a:pt x="12" y="7"/>
                  </a:lnTo>
                  <a:lnTo>
                    <a:pt x="13" y="5"/>
                  </a:lnTo>
                  <a:lnTo>
                    <a:pt x="14" y="3"/>
                  </a:lnTo>
                  <a:lnTo>
                    <a:pt x="15" y="3"/>
                  </a:lnTo>
                  <a:lnTo>
                    <a:pt x="15" y="1"/>
                  </a:lnTo>
                  <a:lnTo>
                    <a:pt x="17" y="1"/>
                  </a:lnTo>
                  <a:lnTo>
                    <a:pt x="17" y="0"/>
                  </a:lnTo>
                  <a:lnTo>
                    <a:pt x="15" y="0"/>
                  </a:lnTo>
                  <a:lnTo>
                    <a:pt x="15"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252" name=""/>
            <p:cNvSpPr/>
            <p:nvPr/>
          </p:nvSpPr>
          <p:spPr>
            <a:xfrm>
              <a:off x="3365640" y="411624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253" name=""/>
            <p:cNvSpPr/>
            <p:nvPr/>
          </p:nvSpPr>
          <p:spPr>
            <a:xfrm>
              <a:off x="3479760" y="4071960"/>
              <a:ext cx="1800" cy="4680"/>
            </a:xfrm>
            <a:custGeom>
              <a:avLst/>
              <a:gdLst/>
              <a:ahLst/>
              <a:rect l="l" t="t" r="r" b="b"/>
              <a:pathLst>
                <a:path w="1" h="3">
                  <a:moveTo>
                    <a:pt x="0" y="0"/>
                  </a:moveTo>
                  <a:lnTo>
                    <a:pt x="0" y="2"/>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254" name=""/>
            <p:cNvSpPr/>
            <p:nvPr/>
          </p:nvSpPr>
          <p:spPr>
            <a:xfrm>
              <a:off x="3479760" y="4051440"/>
              <a:ext cx="19080" cy="25200"/>
            </a:xfrm>
            <a:custGeom>
              <a:avLst/>
              <a:gdLst/>
              <a:ahLst/>
              <a:rect l="l" t="t" r="r" b="b"/>
              <a:pathLst>
                <a:path w="12" h="16">
                  <a:moveTo>
                    <a:pt x="11" y="0"/>
                  </a:moveTo>
                  <a:lnTo>
                    <a:pt x="11" y="0"/>
                  </a:lnTo>
                  <a:lnTo>
                    <a:pt x="0" y="13"/>
                  </a:lnTo>
                  <a:lnTo>
                    <a:pt x="0" y="15"/>
                  </a:lnTo>
                  <a:lnTo>
                    <a:pt x="11" y="0"/>
                  </a:lnTo>
                  <a:lnTo>
                    <a:pt x="11" y="0"/>
                  </a:lnTo>
                  <a:lnTo>
                    <a:pt x="11" y="0"/>
                  </a:lnTo>
                  <a:lnTo>
                    <a:pt x="11" y="0"/>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2255" name=""/>
            <p:cNvSpPr/>
            <p:nvPr/>
          </p:nvSpPr>
          <p:spPr>
            <a:xfrm>
              <a:off x="3497400" y="4029120"/>
              <a:ext cx="12600" cy="23760"/>
            </a:xfrm>
            <a:custGeom>
              <a:avLst/>
              <a:gdLst/>
              <a:ahLst/>
              <a:rect l="l" t="t" r="r" b="b"/>
              <a:pathLst>
                <a:path w="8" h="15">
                  <a:moveTo>
                    <a:pt x="7" y="0"/>
                  </a:moveTo>
                  <a:lnTo>
                    <a:pt x="7" y="0"/>
                  </a:lnTo>
                  <a:lnTo>
                    <a:pt x="7" y="7"/>
                  </a:lnTo>
                  <a:lnTo>
                    <a:pt x="4" y="7"/>
                  </a:lnTo>
                  <a:lnTo>
                    <a:pt x="4" y="7"/>
                  </a:lnTo>
                  <a:lnTo>
                    <a:pt x="1" y="11"/>
                  </a:lnTo>
                  <a:lnTo>
                    <a:pt x="0" y="13"/>
                  </a:lnTo>
                  <a:lnTo>
                    <a:pt x="0" y="13"/>
                  </a:lnTo>
                  <a:lnTo>
                    <a:pt x="0" y="13"/>
                  </a:lnTo>
                  <a:lnTo>
                    <a:pt x="0" y="14"/>
                  </a:lnTo>
                  <a:lnTo>
                    <a:pt x="0" y="14"/>
                  </a:lnTo>
                  <a:lnTo>
                    <a:pt x="0" y="14"/>
                  </a:lnTo>
                  <a:lnTo>
                    <a:pt x="0" y="14"/>
                  </a:lnTo>
                  <a:lnTo>
                    <a:pt x="0" y="13"/>
                  </a:lnTo>
                  <a:lnTo>
                    <a:pt x="3" y="12"/>
                  </a:lnTo>
                  <a:lnTo>
                    <a:pt x="4" y="7"/>
                  </a:lnTo>
                  <a:lnTo>
                    <a:pt x="7" y="7"/>
                  </a:lnTo>
                  <a:lnTo>
                    <a:pt x="7" y="7"/>
                  </a:lnTo>
                  <a:lnTo>
                    <a:pt x="7" y="0"/>
                  </a:lnTo>
                  <a:lnTo>
                    <a:pt x="7" y="0"/>
                  </a:lnTo>
                  <a:lnTo>
                    <a:pt x="7" y="0"/>
                  </a:lnTo>
                  <a:lnTo>
                    <a:pt x="7"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256" name=""/>
            <p:cNvSpPr/>
            <p:nvPr/>
          </p:nvSpPr>
          <p:spPr>
            <a:xfrm>
              <a:off x="3508200" y="4014720"/>
              <a:ext cx="5040" cy="15840"/>
            </a:xfrm>
            <a:custGeom>
              <a:avLst/>
              <a:gdLst/>
              <a:ahLst/>
              <a:rect l="l" t="t" r="r" b="b"/>
              <a:pathLst>
                <a:path w="3" h="10">
                  <a:moveTo>
                    <a:pt x="0" y="0"/>
                  </a:moveTo>
                  <a:lnTo>
                    <a:pt x="0" y="0"/>
                  </a:lnTo>
                  <a:lnTo>
                    <a:pt x="0" y="2"/>
                  </a:lnTo>
                  <a:lnTo>
                    <a:pt x="0" y="3"/>
                  </a:lnTo>
                  <a:lnTo>
                    <a:pt x="0" y="5"/>
                  </a:lnTo>
                  <a:lnTo>
                    <a:pt x="0" y="6"/>
                  </a:lnTo>
                  <a:lnTo>
                    <a:pt x="0" y="7"/>
                  </a:lnTo>
                  <a:lnTo>
                    <a:pt x="0" y="8"/>
                  </a:lnTo>
                  <a:lnTo>
                    <a:pt x="0" y="9"/>
                  </a:lnTo>
                  <a:lnTo>
                    <a:pt x="0" y="9"/>
                  </a:lnTo>
                  <a:lnTo>
                    <a:pt x="0" y="8"/>
                  </a:lnTo>
                  <a:lnTo>
                    <a:pt x="0" y="7"/>
                  </a:lnTo>
                  <a:lnTo>
                    <a:pt x="0" y="6"/>
                  </a:lnTo>
                  <a:lnTo>
                    <a:pt x="0" y="5"/>
                  </a:lnTo>
                  <a:lnTo>
                    <a:pt x="0" y="3"/>
                  </a:lnTo>
                  <a:lnTo>
                    <a:pt x="0" y="2"/>
                  </a:lnTo>
                  <a:lnTo>
                    <a:pt x="2" y="2"/>
                  </a:lnTo>
                  <a:lnTo>
                    <a:pt x="2" y="2"/>
                  </a:lnTo>
                  <a:lnTo>
                    <a:pt x="0" y="0"/>
                  </a:lnTo>
                  <a:lnTo>
                    <a:pt x="0"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257" name=""/>
            <p:cNvSpPr/>
            <p:nvPr/>
          </p:nvSpPr>
          <p:spPr>
            <a:xfrm>
              <a:off x="3508200" y="402912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258" name=""/>
            <p:cNvSpPr/>
            <p:nvPr/>
          </p:nvSpPr>
          <p:spPr>
            <a:xfrm>
              <a:off x="3425760" y="3666960"/>
              <a:ext cx="6480" cy="5040"/>
            </a:xfrm>
            <a:custGeom>
              <a:avLst/>
              <a:gdLst/>
              <a:ahLst/>
              <a:rect l="l" t="t" r="r" b="b"/>
              <a:pathLst>
                <a:path w="4" h="3">
                  <a:moveTo>
                    <a:pt x="3" y="0"/>
                  </a:moveTo>
                  <a:lnTo>
                    <a:pt x="0" y="0"/>
                  </a:lnTo>
                  <a:lnTo>
                    <a:pt x="0" y="0"/>
                  </a:lnTo>
                  <a:lnTo>
                    <a:pt x="0" y="2"/>
                  </a:lnTo>
                  <a:lnTo>
                    <a:pt x="0" y="2"/>
                  </a:lnTo>
                  <a:lnTo>
                    <a:pt x="3" y="0"/>
                  </a:lnTo>
                  <a:lnTo>
                    <a:pt x="3"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2259" name=""/>
            <p:cNvSpPr/>
            <p:nvPr/>
          </p:nvSpPr>
          <p:spPr>
            <a:xfrm>
              <a:off x="3425760" y="3666960"/>
              <a:ext cx="17640" cy="22320"/>
            </a:xfrm>
            <a:custGeom>
              <a:avLst/>
              <a:gdLst/>
              <a:ahLst/>
              <a:rect l="l" t="t" r="r" b="b"/>
              <a:pathLst>
                <a:path w="11" h="14">
                  <a:moveTo>
                    <a:pt x="10" y="13"/>
                  </a:moveTo>
                  <a:lnTo>
                    <a:pt x="10" y="13"/>
                  </a:lnTo>
                  <a:lnTo>
                    <a:pt x="10" y="10"/>
                  </a:lnTo>
                  <a:lnTo>
                    <a:pt x="7" y="9"/>
                  </a:lnTo>
                  <a:lnTo>
                    <a:pt x="7" y="7"/>
                  </a:lnTo>
                  <a:lnTo>
                    <a:pt x="6" y="6"/>
                  </a:lnTo>
                  <a:lnTo>
                    <a:pt x="3" y="4"/>
                  </a:lnTo>
                  <a:lnTo>
                    <a:pt x="3" y="2"/>
                  </a:lnTo>
                  <a:lnTo>
                    <a:pt x="3" y="2"/>
                  </a:lnTo>
                  <a:lnTo>
                    <a:pt x="3" y="0"/>
                  </a:lnTo>
                  <a:lnTo>
                    <a:pt x="0" y="2"/>
                  </a:lnTo>
                  <a:lnTo>
                    <a:pt x="0" y="2"/>
                  </a:lnTo>
                  <a:lnTo>
                    <a:pt x="3" y="3"/>
                  </a:lnTo>
                  <a:lnTo>
                    <a:pt x="3" y="4"/>
                  </a:lnTo>
                  <a:lnTo>
                    <a:pt x="6" y="6"/>
                  </a:lnTo>
                  <a:lnTo>
                    <a:pt x="6" y="9"/>
                  </a:lnTo>
                  <a:lnTo>
                    <a:pt x="7" y="9"/>
                  </a:lnTo>
                  <a:lnTo>
                    <a:pt x="7" y="10"/>
                  </a:lnTo>
                  <a:lnTo>
                    <a:pt x="7" y="13"/>
                  </a:lnTo>
                  <a:lnTo>
                    <a:pt x="7" y="13"/>
                  </a:lnTo>
                  <a:lnTo>
                    <a:pt x="10" y="13"/>
                  </a:lnTo>
                  <a:lnTo>
                    <a:pt x="10" y="13"/>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260" name=""/>
            <p:cNvSpPr/>
            <p:nvPr/>
          </p:nvSpPr>
          <p:spPr>
            <a:xfrm>
              <a:off x="3436920" y="3687840"/>
              <a:ext cx="14400" cy="14040"/>
            </a:xfrm>
            <a:custGeom>
              <a:avLst/>
              <a:gdLst/>
              <a:ahLst/>
              <a:rect l="l" t="t" r="r" b="b"/>
              <a:pathLst>
                <a:path w="9" h="9">
                  <a:moveTo>
                    <a:pt x="8" y="8"/>
                  </a:moveTo>
                  <a:lnTo>
                    <a:pt x="8" y="8"/>
                  </a:lnTo>
                  <a:lnTo>
                    <a:pt x="8" y="8"/>
                  </a:lnTo>
                  <a:lnTo>
                    <a:pt x="5" y="8"/>
                  </a:lnTo>
                  <a:lnTo>
                    <a:pt x="3" y="5"/>
                  </a:lnTo>
                  <a:lnTo>
                    <a:pt x="3" y="0"/>
                  </a:lnTo>
                  <a:lnTo>
                    <a:pt x="0" y="0"/>
                  </a:lnTo>
                  <a:lnTo>
                    <a:pt x="1" y="5"/>
                  </a:lnTo>
                  <a:lnTo>
                    <a:pt x="2" y="8"/>
                  </a:lnTo>
                  <a:lnTo>
                    <a:pt x="3" y="8"/>
                  </a:lnTo>
                  <a:lnTo>
                    <a:pt x="3" y="8"/>
                  </a:lnTo>
                  <a:lnTo>
                    <a:pt x="3" y="8"/>
                  </a:lnTo>
                  <a:lnTo>
                    <a:pt x="8" y="8"/>
                  </a:lnTo>
                  <a:lnTo>
                    <a:pt x="8" y="8"/>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2261" name=""/>
            <p:cNvSpPr/>
            <p:nvPr/>
          </p:nvSpPr>
          <p:spPr>
            <a:xfrm>
              <a:off x="3441600" y="3700440"/>
              <a:ext cx="9720" cy="19080"/>
            </a:xfrm>
            <a:custGeom>
              <a:avLst/>
              <a:gdLst/>
              <a:ahLst/>
              <a:rect l="l" t="t" r="r" b="b"/>
              <a:pathLst>
                <a:path w="6" h="12">
                  <a:moveTo>
                    <a:pt x="5" y="11"/>
                  </a:moveTo>
                  <a:lnTo>
                    <a:pt x="5" y="11"/>
                  </a:lnTo>
                  <a:lnTo>
                    <a:pt x="5" y="9"/>
                  </a:lnTo>
                  <a:lnTo>
                    <a:pt x="5" y="9"/>
                  </a:lnTo>
                  <a:lnTo>
                    <a:pt x="5" y="7"/>
                  </a:lnTo>
                  <a:lnTo>
                    <a:pt x="5" y="3"/>
                  </a:lnTo>
                  <a:lnTo>
                    <a:pt x="5" y="2"/>
                  </a:lnTo>
                  <a:lnTo>
                    <a:pt x="5" y="0"/>
                  </a:lnTo>
                  <a:lnTo>
                    <a:pt x="5" y="0"/>
                  </a:lnTo>
                  <a:lnTo>
                    <a:pt x="0" y="0"/>
                  </a:lnTo>
                  <a:lnTo>
                    <a:pt x="2" y="0"/>
                  </a:lnTo>
                  <a:lnTo>
                    <a:pt x="5" y="3"/>
                  </a:lnTo>
                  <a:lnTo>
                    <a:pt x="5" y="3"/>
                  </a:lnTo>
                  <a:lnTo>
                    <a:pt x="5" y="8"/>
                  </a:lnTo>
                  <a:lnTo>
                    <a:pt x="5" y="9"/>
                  </a:lnTo>
                  <a:lnTo>
                    <a:pt x="5" y="9"/>
                  </a:lnTo>
                  <a:lnTo>
                    <a:pt x="5" y="11"/>
                  </a:lnTo>
                  <a:lnTo>
                    <a:pt x="5" y="11"/>
                  </a:lnTo>
                  <a:lnTo>
                    <a:pt x="5" y="11"/>
                  </a:lnTo>
                  <a:lnTo>
                    <a:pt x="5" y="11"/>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262" name=""/>
            <p:cNvSpPr/>
            <p:nvPr/>
          </p:nvSpPr>
          <p:spPr>
            <a:xfrm>
              <a:off x="3441600" y="3700440"/>
              <a:ext cx="9720" cy="1440"/>
            </a:xfrm>
            <a:custGeom>
              <a:avLst/>
              <a:gdLst/>
              <a:ahLst/>
              <a:rect l="l" t="t" r="r" b="b"/>
              <a:pathLst>
                <a:path w="6" h="1">
                  <a:moveTo>
                    <a:pt x="0" y="0"/>
                  </a:moveTo>
                  <a:lnTo>
                    <a:pt x="0" y="0"/>
                  </a:lnTo>
                  <a:lnTo>
                    <a:pt x="2" y="0"/>
                  </a:lnTo>
                  <a:lnTo>
                    <a:pt x="5" y="0"/>
                  </a:lnTo>
                  <a:lnTo>
                    <a:pt x="5"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263" name=""/>
            <p:cNvSpPr/>
            <p:nvPr/>
          </p:nvSpPr>
          <p:spPr>
            <a:xfrm>
              <a:off x="3544920" y="4067280"/>
              <a:ext cx="6480" cy="3240"/>
            </a:xfrm>
            <a:custGeom>
              <a:avLst/>
              <a:gdLst/>
              <a:ahLst/>
              <a:rect l="l" t="t" r="r" b="b"/>
              <a:pathLst>
                <a:path w="4" h="2">
                  <a:moveTo>
                    <a:pt x="0" y="0"/>
                  </a:moveTo>
                  <a:lnTo>
                    <a:pt x="0" y="0"/>
                  </a:lnTo>
                  <a:lnTo>
                    <a:pt x="0" y="1"/>
                  </a:lnTo>
                  <a:lnTo>
                    <a:pt x="0" y="1"/>
                  </a:lnTo>
                  <a:lnTo>
                    <a:pt x="3"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264" name=""/>
            <p:cNvSpPr/>
            <p:nvPr/>
          </p:nvSpPr>
          <p:spPr>
            <a:xfrm>
              <a:off x="3544920" y="4049640"/>
              <a:ext cx="19080" cy="20880"/>
            </a:xfrm>
            <a:custGeom>
              <a:avLst/>
              <a:gdLst/>
              <a:ahLst/>
              <a:rect l="l" t="t" r="r" b="b"/>
              <a:pathLst>
                <a:path w="12" h="13">
                  <a:moveTo>
                    <a:pt x="11" y="0"/>
                  </a:moveTo>
                  <a:lnTo>
                    <a:pt x="11" y="0"/>
                  </a:lnTo>
                  <a:lnTo>
                    <a:pt x="11" y="1"/>
                  </a:lnTo>
                  <a:lnTo>
                    <a:pt x="6" y="2"/>
                  </a:lnTo>
                  <a:lnTo>
                    <a:pt x="5" y="5"/>
                  </a:lnTo>
                  <a:lnTo>
                    <a:pt x="5" y="6"/>
                  </a:lnTo>
                  <a:lnTo>
                    <a:pt x="3" y="9"/>
                  </a:lnTo>
                  <a:lnTo>
                    <a:pt x="3" y="9"/>
                  </a:lnTo>
                  <a:lnTo>
                    <a:pt x="0" y="11"/>
                  </a:lnTo>
                  <a:lnTo>
                    <a:pt x="0" y="11"/>
                  </a:lnTo>
                  <a:lnTo>
                    <a:pt x="3" y="12"/>
                  </a:lnTo>
                  <a:lnTo>
                    <a:pt x="3" y="11"/>
                  </a:lnTo>
                  <a:lnTo>
                    <a:pt x="3" y="11"/>
                  </a:lnTo>
                  <a:lnTo>
                    <a:pt x="4" y="9"/>
                  </a:lnTo>
                  <a:lnTo>
                    <a:pt x="5" y="7"/>
                  </a:lnTo>
                  <a:lnTo>
                    <a:pt x="6" y="5"/>
                  </a:lnTo>
                  <a:lnTo>
                    <a:pt x="11" y="2"/>
                  </a:lnTo>
                  <a:lnTo>
                    <a:pt x="11" y="1"/>
                  </a:lnTo>
                  <a:lnTo>
                    <a:pt x="11" y="0"/>
                  </a:lnTo>
                  <a:lnTo>
                    <a:pt x="11" y="0"/>
                  </a:lnTo>
                  <a:lnTo>
                    <a:pt x="11" y="0"/>
                  </a:lnTo>
                  <a:lnTo>
                    <a:pt x="11" y="0"/>
                  </a:lnTo>
                </a:path>
              </a:pathLst>
            </a:custGeom>
            <a:solidFill>
              <a:srgbClr val="ffc0b6"/>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2265" name=""/>
            <p:cNvSpPr/>
            <p:nvPr/>
          </p:nvSpPr>
          <p:spPr>
            <a:xfrm>
              <a:off x="3562200" y="4025880"/>
              <a:ext cx="1800" cy="25560"/>
            </a:xfrm>
            <a:custGeom>
              <a:avLst/>
              <a:gdLst/>
              <a:ahLst/>
              <a:rect l="l" t="t" r="r" b="b"/>
              <a:pathLst>
                <a:path w="1" h="16">
                  <a:moveTo>
                    <a:pt x="0" y="0"/>
                  </a:moveTo>
                  <a:lnTo>
                    <a:pt x="0" y="1"/>
                  </a:lnTo>
                  <a:lnTo>
                    <a:pt x="0" y="5"/>
                  </a:lnTo>
                  <a:lnTo>
                    <a:pt x="0" y="9"/>
                  </a:lnTo>
                  <a:lnTo>
                    <a:pt x="0" y="15"/>
                  </a:lnTo>
                  <a:lnTo>
                    <a:pt x="0" y="15"/>
                  </a:lnTo>
                  <a:lnTo>
                    <a:pt x="0" y="9"/>
                  </a:lnTo>
                  <a:lnTo>
                    <a:pt x="0" y="5"/>
                  </a:lnTo>
                  <a:lnTo>
                    <a:pt x="0" y="1"/>
                  </a:lnTo>
                  <a:lnTo>
                    <a:pt x="0" y="0"/>
                  </a:lnTo>
                  <a:lnTo>
                    <a:pt x="0" y="0"/>
                  </a:lnTo>
                  <a:lnTo>
                    <a:pt x="0" y="0"/>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2266" name=""/>
            <p:cNvSpPr/>
            <p:nvPr/>
          </p:nvSpPr>
          <p:spPr>
            <a:xfrm>
              <a:off x="3562200" y="404964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267" name=""/>
            <p:cNvSpPr/>
            <p:nvPr/>
          </p:nvSpPr>
          <p:spPr>
            <a:xfrm>
              <a:off x="3541680" y="4025880"/>
              <a:ext cx="4680" cy="1440"/>
            </a:xfrm>
            <a:custGeom>
              <a:avLst/>
              <a:gdLst/>
              <a:ahLst/>
              <a:rect l="l" t="t" r="r" b="b"/>
              <a:pathLst>
                <a:path w="3" h="1">
                  <a:moveTo>
                    <a:pt x="0" y="0"/>
                  </a:moveTo>
                  <a:lnTo>
                    <a:pt x="0" y="0"/>
                  </a:lnTo>
                  <a:lnTo>
                    <a:pt x="0" y="0"/>
                  </a:lnTo>
                  <a:lnTo>
                    <a:pt x="2"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268" name=""/>
            <p:cNvSpPr/>
            <p:nvPr/>
          </p:nvSpPr>
          <p:spPr>
            <a:xfrm>
              <a:off x="3541680" y="3994200"/>
              <a:ext cx="12600" cy="33120"/>
            </a:xfrm>
            <a:custGeom>
              <a:avLst/>
              <a:gdLst/>
              <a:ahLst/>
              <a:rect l="l" t="t" r="r" b="b"/>
              <a:pathLst>
                <a:path w="8" h="21">
                  <a:moveTo>
                    <a:pt x="7" y="3"/>
                  </a:moveTo>
                  <a:lnTo>
                    <a:pt x="7" y="3"/>
                  </a:lnTo>
                  <a:lnTo>
                    <a:pt x="7" y="5"/>
                  </a:lnTo>
                  <a:lnTo>
                    <a:pt x="7" y="8"/>
                  </a:lnTo>
                  <a:lnTo>
                    <a:pt x="5" y="11"/>
                  </a:lnTo>
                  <a:lnTo>
                    <a:pt x="5" y="12"/>
                  </a:lnTo>
                  <a:lnTo>
                    <a:pt x="2" y="16"/>
                  </a:lnTo>
                  <a:lnTo>
                    <a:pt x="2" y="19"/>
                  </a:lnTo>
                  <a:lnTo>
                    <a:pt x="0" y="20"/>
                  </a:lnTo>
                  <a:lnTo>
                    <a:pt x="0" y="20"/>
                  </a:lnTo>
                  <a:lnTo>
                    <a:pt x="2" y="20"/>
                  </a:lnTo>
                  <a:lnTo>
                    <a:pt x="2" y="20"/>
                  </a:lnTo>
                  <a:lnTo>
                    <a:pt x="2" y="19"/>
                  </a:lnTo>
                  <a:lnTo>
                    <a:pt x="5" y="18"/>
                  </a:lnTo>
                  <a:lnTo>
                    <a:pt x="5" y="13"/>
                  </a:lnTo>
                  <a:lnTo>
                    <a:pt x="7" y="11"/>
                  </a:lnTo>
                  <a:lnTo>
                    <a:pt x="7" y="8"/>
                  </a:lnTo>
                  <a:lnTo>
                    <a:pt x="7" y="5"/>
                  </a:lnTo>
                  <a:lnTo>
                    <a:pt x="7" y="0"/>
                  </a:lnTo>
                  <a:lnTo>
                    <a:pt x="7" y="0"/>
                  </a:lnTo>
                  <a:lnTo>
                    <a:pt x="7" y="3"/>
                  </a:lnTo>
                  <a:lnTo>
                    <a:pt x="7" y="3"/>
                  </a:lnTo>
                </a:path>
              </a:pathLst>
            </a:custGeom>
            <a:solidFill>
              <a:srgbClr val="ffc0b6"/>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2269" name=""/>
            <p:cNvSpPr/>
            <p:nvPr/>
          </p:nvSpPr>
          <p:spPr>
            <a:xfrm>
              <a:off x="3551400" y="3983040"/>
              <a:ext cx="9360" cy="17640"/>
            </a:xfrm>
            <a:custGeom>
              <a:avLst/>
              <a:gdLst/>
              <a:ahLst/>
              <a:rect l="l" t="t" r="r" b="b"/>
              <a:pathLst>
                <a:path w="6" h="11">
                  <a:moveTo>
                    <a:pt x="2" y="0"/>
                  </a:moveTo>
                  <a:lnTo>
                    <a:pt x="1" y="0"/>
                  </a:lnTo>
                  <a:lnTo>
                    <a:pt x="1" y="0"/>
                  </a:lnTo>
                  <a:lnTo>
                    <a:pt x="1" y="0"/>
                  </a:lnTo>
                  <a:lnTo>
                    <a:pt x="1" y="1"/>
                  </a:lnTo>
                  <a:lnTo>
                    <a:pt x="1" y="2"/>
                  </a:lnTo>
                  <a:lnTo>
                    <a:pt x="0" y="5"/>
                  </a:lnTo>
                  <a:lnTo>
                    <a:pt x="0" y="5"/>
                  </a:lnTo>
                  <a:lnTo>
                    <a:pt x="0" y="7"/>
                  </a:lnTo>
                  <a:lnTo>
                    <a:pt x="1" y="10"/>
                  </a:lnTo>
                  <a:lnTo>
                    <a:pt x="1" y="7"/>
                  </a:lnTo>
                  <a:lnTo>
                    <a:pt x="1" y="7"/>
                  </a:lnTo>
                  <a:lnTo>
                    <a:pt x="1" y="5"/>
                  </a:lnTo>
                  <a:lnTo>
                    <a:pt x="1" y="5"/>
                  </a:lnTo>
                  <a:lnTo>
                    <a:pt x="1" y="3"/>
                  </a:lnTo>
                  <a:lnTo>
                    <a:pt x="1" y="2"/>
                  </a:lnTo>
                  <a:lnTo>
                    <a:pt x="2" y="1"/>
                  </a:lnTo>
                  <a:lnTo>
                    <a:pt x="2" y="0"/>
                  </a:lnTo>
                  <a:lnTo>
                    <a:pt x="5" y="0"/>
                  </a:lnTo>
                  <a:lnTo>
                    <a:pt x="2" y="0"/>
                  </a:lnTo>
                  <a:lnTo>
                    <a:pt x="2" y="0"/>
                  </a:lnTo>
                  <a:lnTo>
                    <a:pt x="2" y="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270" name=""/>
            <p:cNvSpPr/>
            <p:nvPr/>
          </p:nvSpPr>
          <p:spPr>
            <a:xfrm>
              <a:off x="3554280" y="3971880"/>
              <a:ext cx="15840" cy="12600"/>
            </a:xfrm>
            <a:custGeom>
              <a:avLst/>
              <a:gdLst/>
              <a:ahLst/>
              <a:rect l="l" t="t" r="r" b="b"/>
              <a:pathLst>
                <a:path w="10" h="8">
                  <a:moveTo>
                    <a:pt x="8" y="0"/>
                  </a:moveTo>
                  <a:lnTo>
                    <a:pt x="8" y="0"/>
                  </a:lnTo>
                  <a:lnTo>
                    <a:pt x="8" y="1"/>
                  </a:lnTo>
                  <a:lnTo>
                    <a:pt x="6" y="2"/>
                  </a:lnTo>
                  <a:lnTo>
                    <a:pt x="5" y="2"/>
                  </a:lnTo>
                  <a:lnTo>
                    <a:pt x="5" y="3"/>
                  </a:lnTo>
                  <a:lnTo>
                    <a:pt x="3" y="4"/>
                  </a:lnTo>
                  <a:lnTo>
                    <a:pt x="0" y="7"/>
                  </a:lnTo>
                  <a:lnTo>
                    <a:pt x="0" y="7"/>
                  </a:lnTo>
                  <a:lnTo>
                    <a:pt x="0" y="7"/>
                  </a:lnTo>
                  <a:lnTo>
                    <a:pt x="3" y="7"/>
                  </a:lnTo>
                  <a:lnTo>
                    <a:pt x="5" y="7"/>
                  </a:lnTo>
                  <a:lnTo>
                    <a:pt x="5" y="4"/>
                  </a:lnTo>
                  <a:lnTo>
                    <a:pt x="5" y="3"/>
                  </a:lnTo>
                  <a:lnTo>
                    <a:pt x="8" y="2"/>
                  </a:lnTo>
                  <a:lnTo>
                    <a:pt x="8" y="2"/>
                  </a:lnTo>
                  <a:lnTo>
                    <a:pt x="8" y="0"/>
                  </a:lnTo>
                  <a:lnTo>
                    <a:pt x="9" y="0"/>
                  </a:lnTo>
                  <a:lnTo>
                    <a:pt x="8" y="0"/>
                  </a:lnTo>
                  <a:lnTo>
                    <a:pt x="8"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271" name=""/>
            <p:cNvSpPr/>
            <p:nvPr/>
          </p:nvSpPr>
          <p:spPr>
            <a:xfrm>
              <a:off x="3552840" y="3983040"/>
              <a:ext cx="7920" cy="1440"/>
            </a:xfrm>
            <a:custGeom>
              <a:avLst/>
              <a:gdLst/>
              <a:ahLst/>
              <a:rect l="l" t="t" r="r" b="b"/>
              <a:pathLst>
                <a:path w="5" h="1">
                  <a:moveTo>
                    <a:pt x="4" y="0"/>
                  </a:moveTo>
                  <a:lnTo>
                    <a:pt x="4" y="0"/>
                  </a:lnTo>
                  <a:lnTo>
                    <a:pt x="1" y="0"/>
                  </a:lnTo>
                  <a:lnTo>
                    <a:pt x="0" y="0"/>
                  </a:lnTo>
                  <a:lnTo>
                    <a:pt x="0" y="0"/>
                  </a:lnTo>
                  <a:lnTo>
                    <a:pt x="4" y="0"/>
                  </a:lnTo>
                  <a:lnTo>
                    <a:pt x="4"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272" name=""/>
            <p:cNvSpPr/>
            <p:nvPr/>
          </p:nvSpPr>
          <p:spPr>
            <a:xfrm>
              <a:off x="3613320" y="3720960"/>
              <a:ext cx="1440" cy="5040"/>
            </a:xfrm>
            <a:custGeom>
              <a:avLst/>
              <a:gdLst/>
              <a:ahLst/>
              <a:rect l="l" t="t" r="r" b="b"/>
              <a:pathLst>
                <a:path w="1" h="3">
                  <a:moveTo>
                    <a:pt x="0" y="0"/>
                  </a:moveTo>
                  <a:lnTo>
                    <a:pt x="0" y="2"/>
                  </a:lnTo>
                  <a:lnTo>
                    <a:pt x="0" y="2"/>
                  </a:lnTo>
                  <a:lnTo>
                    <a:pt x="0" y="2"/>
                  </a:lnTo>
                  <a:lnTo>
                    <a:pt x="0" y="0"/>
                  </a:lnTo>
                  <a:lnTo>
                    <a:pt x="0" y="0"/>
                  </a:lnTo>
                  <a:lnTo>
                    <a:pt x="0"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2273" name=""/>
            <p:cNvSpPr/>
            <p:nvPr/>
          </p:nvSpPr>
          <p:spPr>
            <a:xfrm>
              <a:off x="3605040" y="3700440"/>
              <a:ext cx="9720" cy="22320"/>
            </a:xfrm>
            <a:custGeom>
              <a:avLst/>
              <a:gdLst/>
              <a:ahLst/>
              <a:rect l="l" t="t" r="r" b="b"/>
              <a:pathLst>
                <a:path w="6" h="14">
                  <a:moveTo>
                    <a:pt x="0" y="0"/>
                  </a:moveTo>
                  <a:lnTo>
                    <a:pt x="0" y="0"/>
                  </a:lnTo>
                  <a:lnTo>
                    <a:pt x="0" y="3"/>
                  </a:lnTo>
                  <a:lnTo>
                    <a:pt x="1" y="3"/>
                  </a:lnTo>
                  <a:lnTo>
                    <a:pt x="5" y="9"/>
                  </a:lnTo>
                  <a:lnTo>
                    <a:pt x="5" y="9"/>
                  </a:lnTo>
                  <a:lnTo>
                    <a:pt x="5" y="11"/>
                  </a:lnTo>
                  <a:lnTo>
                    <a:pt x="5" y="11"/>
                  </a:lnTo>
                  <a:lnTo>
                    <a:pt x="5" y="13"/>
                  </a:lnTo>
                  <a:lnTo>
                    <a:pt x="5" y="13"/>
                  </a:lnTo>
                  <a:lnTo>
                    <a:pt x="5" y="13"/>
                  </a:lnTo>
                  <a:lnTo>
                    <a:pt x="5" y="13"/>
                  </a:lnTo>
                  <a:lnTo>
                    <a:pt x="5" y="11"/>
                  </a:lnTo>
                  <a:lnTo>
                    <a:pt x="5" y="11"/>
                  </a:lnTo>
                  <a:lnTo>
                    <a:pt x="5" y="9"/>
                  </a:lnTo>
                  <a:lnTo>
                    <a:pt x="5" y="9"/>
                  </a:lnTo>
                  <a:lnTo>
                    <a:pt x="5" y="3"/>
                  </a:lnTo>
                  <a:lnTo>
                    <a:pt x="5" y="2"/>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274" name=""/>
            <p:cNvSpPr/>
            <p:nvPr/>
          </p:nvSpPr>
          <p:spPr>
            <a:xfrm>
              <a:off x="3595680" y="3686040"/>
              <a:ext cx="11160" cy="15840"/>
            </a:xfrm>
            <a:custGeom>
              <a:avLst/>
              <a:gdLst/>
              <a:ahLst/>
              <a:rect l="l" t="t" r="r" b="b"/>
              <a:pathLst>
                <a:path w="7" h="10">
                  <a:moveTo>
                    <a:pt x="0" y="1"/>
                  </a:moveTo>
                  <a:lnTo>
                    <a:pt x="0" y="2"/>
                  </a:lnTo>
                  <a:lnTo>
                    <a:pt x="3" y="2"/>
                  </a:lnTo>
                  <a:lnTo>
                    <a:pt x="3" y="6"/>
                  </a:lnTo>
                  <a:lnTo>
                    <a:pt x="4" y="6"/>
                  </a:lnTo>
                  <a:lnTo>
                    <a:pt x="4" y="8"/>
                  </a:lnTo>
                  <a:lnTo>
                    <a:pt x="4" y="9"/>
                  </a:lnTo>
                  <a:lnTo>
                    <a:pt x="6" y="9"/>
                  </a:lnTo>
                  <a:lnTo>
                    <a:pt x="6" y="9"/>
                  </a:lnTo>
                  <a:lnTo>
                    <a:pt x="6" y="9"/>
                  </a:lnTo>
                  <a:lnTo>
                    <a:pt x="6" y="9"/>
                  </a:lnTo>
                  <a:lnTo>
                    <a:pt x="6" y="9"/>
                  </a:lnTo>
                  <a:lnTo>
                    <a:pt x="4" y="7"/>
                  </a:lnTo>
                  <a:lnTo>
                    <a:pt x="4" y="6"/>
                  </a:lnTo>
                  <a:lnTo>
                    <a:pt x="4" y="6"/>
                  </a:lnTo>
                  <a:lnTo>
                    <a:pt x="3" y="2"/>
                  </a:lnTo>
                  <a:lnTo>
                    <a:pt x="3" y="0"/>
                  </a:lnTo>
                  <a:lnTo>
                    <a:pt x="3" y="0"/>
                  </a:lnTo>
                  <a:lnTo>
                    <a:pt x="0" y="1"/>
                  </a:lnTo>
                  <a:lnTo>
                    <a:pt x="0" y="1"/>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275" name=""/>
            <p:cNvSpPr/>
            <p:nvPr/>
          </p:nvSpPr>
          <p:spPr>
            <a:xfrm>
              <a:off x="3605040" y="370044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276" name=""/>
            <p:cNvSpPr/>
            <p:nvPr/>
          </p:nvSpPr>
          <p:spPr>
            <a:xfrm>
              <a:off x="3630600" y="4025880"/>
              <a:ext cx="4680" cy="1440"/>
            </a:xfrm>
            <a:custGeom>
              <a:avLst/>
              <a:gdLst/>
              <a:ahLst/>
              <a:rect l="l" t="t" r="r" b="b"/>
              <a:pathLst>
                <a:path w="3" h="1">
                  <a:moveTo>
                    <a:pt x="0" y="0"/>
                  </a:moveTo>
                  <a:lnTo>
                    <a:pt x="1" y="0"/>
                  </a:lnTo>
                  <a:lnTo>
                    <a:pt x="1" y="0"/>
                  </a:lnTo>
                  <a:lnTo>
                    <a:pt x="1"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277" name=""/>
            <p:cNvSpPr/>
            <p:nvPr/>
          </p:nvSpPr>
          <p:spPr>
            <a:xfrm>
              <a:off x="3629160" y="4014720"/>
              <a:ext cx="6120" cy="12600"/>
            </a:xfrm>
            <a:custGeom>
              <a:avLst/>
              <a:gdLst/>
              <a:ahLst/>
              <a:rect l="l" t="t" r="r" b="b"/>
              <a:pathLst>
                <a:path w="4" h="8">
                  <a:moveTo>
                    <a:pt x="3" y="0"/>
                  </a:moveTo>
                  <a:lnTo>
                    <a:pt x="3" y="0"/>
                  </a:lnTo>
                  <a:lnTo>
                    <a:pt x="1" y="3"/>
                  </a:lnTo>
                  <a:lnTo>
                    <a:pt x="0" y="6"/>
                  </a:lnTo>
                  <a:lnTo>
                    <a:pt x="1" y="7"/>
                  </a:lnTo>
                  <a:lnTo>
                    <a:pt x="1" y="7"/>
                  </a:lnTo>
                  <a:lnTo>
                    <a:pt x="3" y="7"/>
                  </a:lnTo>
                  <a:lnTo>
                    <a:pt x="2" y="7"/>
                  </a:lnTo>
                  <a:lnTo>
                    <a:pt x="2" y="6"/>
                  </a:lnTo>
                  <a:lnTo>
                    <a:pt x="3" y="5"/>
                  </a:lnTo>
                  <a:lnTo>
                    <a:pt x="3" y="2"/>
                  </a:lnTo>
                  <a:lnTo>
                    <a:pt x="3" y="2"/>
                  </a:lnTo>
                  <a:lnTo>
                    <a:pt x="3" y="0"/>
                  </a:lnTo>
                  <a:lnTo>
                    <a:pt x="3"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278" name=""/>
            <p:cNvSpPr/>
            <p:nvPr/>
          </p:nvSpPr>
          <p:spPr>
            <a:xfrm>
              <a:off x="3633840" y="4006800"/>
              <a:ext cx="3240" cy="12600"/>
            </a:xfrm>
            <a:custGeom>
              <a:avLst/>
              <a:gdLst/>
              <a:ahLst/>
              <a:rect l="l" t="t" r="r" b="b"/>
              <a:pathLst>
                <a:path w="2" h="8">
                  <a:moveTo>
                    <a:pt x="1" y="0"/>
                  </a:moveTo>
                  <a:lnTo>
                    <a:pt x="1" y="0"/>
                  </a:lnTo>
                  <a:lnTo>
                    <a:pt x="1" y="0"/>
                  </a:lnTo>
                  <a:lnTo>
                    <a:pt x="1" y="1"/>
                  </a:lnTo>
                  <a:lnTo>
                    <a:pt x="0" y="3"/>
                  </a:lnTo>
                  <a:lnTo>
                    <a:pt x="0" y="3"/>
                  </a:lnTo>
                  <a:lnTo>
                    <a:pt x="0" y="3"/>
                  </a:lnTo>
                  <a:lnTo>
                    <a:pt x="0" y="3"/>
                  </a:lnTo>
                  <a:lnTo>
                    <a:pt x="0" y="4"/>
                  </a:lnTo>
                  <a:lnTo>
                    <a:pt x="0" y="5"/>
                  </a:lnTo>
                  <a:lnTo>
                    <a:pt x="0" y="7"/>
                  </a:lnTo>
                  <a:lnTo>
                    <a:pt x="0" y="5"/>
                  </a:lnTo>
                  <a:lnTo>
                    <a:pt x="0" y="4"/>
                  </a:lnTo>
                  <a:lnTo>
                    <a:pt x="1" y="3"/>
                  </a:lnTo>
                  <a:lnTo>
                    <a:pt x="1" y="3"/>
                  </a:lnTo>
                  <a:lnTo>
                    <a:pt x="1" y="3"/>
                  </a:lnTo>
                  <a:lnTo>
                    <a:pt x="1" y="1"/>
                  </a:lnTo>
                  <a:lnTo>
                    <a:pt x="1" y="0"/>
                  </a:lnTo>
                  <a:lnTo>
                    <a:pt x="1" y="0"/>
                  </a:lnTo>
                  <a:lnTo>
                    <a:pt x="1" y="0"/>
                  </a:lnTo>
                  <a:lnTo>
                    <a:pt x="1" y="0"/>
                  </a:lnTo>
                  <a:lnTo>
                    <a:pt x="1"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279" name=""/>
            <p:cNvSpPr/>
            <p:nvPr/>
          </p:nvSpPr>
          <p:spPr>
            <a:xfrm>
              <a:off x="3635280" y="3990960"/>
              <a:ext cx="7920" cy="17640"/>
            </a:xfrm>
            <a:custGeom>
              <a:avLst/>
              <a:gdLst/>
              <a:ahLst/>
              <a:rect l="l" t="t" r="r" b="b"/>
              <a:pathLst>
                <a:path w="5" h="11">
                  <a:moveTo>
                    <a:pt x="0" y="0"/>
                  </a:moveTo>
                  <a:lnTo>
                    <a:pt x="3" y="0"/>
                  </a:lnTo>
                  <a:lnTo>
                    <a:pt x="3" y="0"/>
                  </a:lnTo>
                  <a:lnTo>
                    <a:pt x="3" y="2"/>
                  </a:lnTo>
                  <a:lnTo>
                    <a:pt x="0" y="2"/>
                  </a:lnTo>
                  <a:lnTo>
                    <a:pt x="0" y="5"/>
                  </a:lnTo>
                  <a:lnTo>
                    <a:pt x="0" y="7"/>
                  </a:lnTo>
                  <a:lnTo>
                    <a:pt x="0" y="7"/>
                  </a:lnTo>
                  <a:lnTo>
                    <a:pt x="0" y="10"/>
                  </a:lnTo>
                  <a:lnTo>
                    <a:pt x="0" y="10"/>
                  </a:lnTo>
                  <a:lnTo>
                    <a:pt x="0" y="7"/>
                  </a:lnTo>
                  <a:lnTo>
                    <a:pt x="0" y="7"/>
                  </a:lnTo>
                  <a:lnTo>
                    <a:pt x="3" y="6"/>
                  </a:lnTo>
                  <a:lnTo>
                    <a:pt x="4" y="2"/>
                  </a:lnTo>
                  <a:lnTo>
                    <a:pt x="4" y="2"/>
                  </a:lnTo>
                  <a:lnTo>
                    <a:pt x="4" y="0"/>
                  </a:lnTo>
                  <a:lnTo>
                    <a:pt x="4" y="0"/>
                  </a:lnTo>
                  <a:lnTo>
                    <a:pt x="3" y="0"/>
                  </a:lnTo>
                  <a:lnTo>
                    <a:pt x="0" y="0"/>
                  </a:lnTo>
                  <a:lnTo>
                    <a:pt x="0" y="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280" name=""/>
            <p:cNvSpPr/>
            <p:nvPr/>
          </p:nvSpPr>
          <p:spPr>
            <a:xfrm>
              <a:off x="3635280" y="4002120"/>
              <a:ext cx="1800" cy="6480"/>
            </a:xfrm>
            <a:custGeom>
              <a:avLst/>
              <a:gdLst/>
              <a:ahLst/>
              <a:rect l="l" t="t" r="r" b="b"/>
              <a:pathLst>
                <a:path w="1" h="4">
                  <a:moveTo>
                    <a:pt x="0" y="0"/>
                  </a:moveTo>
                  <a:lnTo>
                    <a:pt x="0" y="0"/>
                  </a:lnTo>
                  <a:lnTo>
                    <a:pt x="0" y="0"/>
                  </a:lnTo>
                  <a:lnTo>
                    <a:pt x="0" y="3"/>
                  </a:lnTo>
                  <a:lnTo>
                    <a:pt x="0" y="3"/>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281" name=""/>
            <p:cNvSpPr/>
            <p:nvPr/>
          </p:nvSpPr>
          <p:spPr>
            <a:xfrm>
              <a:off x="3648240" y="4025880"/>
              <a:ext cx="4680" cy="1440"/>
            </a:xfrm>
            <a:custGeom>
              <a:avLst/>
              <a:gdLst/>
              <a:ahLst/>
              <a:rect l="l" t="t" r="r" b="b"/>
              <a:pathLst>
                <a:path w="3" h="1">
                  <a:moveTo>
                    <a:pt x="0" y="0"/>
                  </a:moveTo>
                  <a:lnTo>
                    <a:pt x="0" y="0"/>
                  </a:lnTo>
                  <a:lnTo>
                    <a:pt x="0" y="0"/>
                  </a:lnTo>
                  <a:lnTo>
                    <a:pt x="2"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282" name=""/>
            <p:cNvSpPr/>
            <p:nvPr/>
          </p:nvSpPr>
          <p:spPr>
            <a:xfrm>
              <a:off x="3648240" y="4013280"/>
              <a:ext cx="4680" cy="14040"/>
            </a:xfrm>
            <a:custGeom>
              <a:avLst/>
              <a:gdLst/>
              <a:ahLst/>
              <a:rect l="l" t="t" r="r" b="b"/>
              <a:pathLst>
                <a:path w="3" h="9">
                  <a:moveTo>
                    <a:pt x="2" y="0"/>
                  </a:moveTo>
                  <a:lnTo>
                    <a:pt x="2" y="0"/>
                  </a:lnTo>
                  <a:lnTo>
                    <a:pt x="0" y="3"/>
                  </a:lnTo>
                  <a:lnTo>
                    <a:pt x="0" y="6"/>
                  </a:lnTo>
                  <a:lnTo>
                    <a:pt x="0" y="7"/>
                  </a:lnTo>
                  <a:lnTo>
                    <a:pt x="0" y="8"/>
                  </a:lnTo>
                  <a:lnTo>
                    <a:pt x="2" y="8"/>
                  </a:lnTo>
                  <a:lnTo>
                    <a:pt x="2" y="7"/>
                  </a:lnTo>
                  <a:lnTo>
                    <a:pt x="0" y="6"/>
                  </a:lnTo>
                  <a:lnTo>
                    <a:pt x="2" y="3"/>
                  </a:lnTo>
                  <a:lnTo>
                    <a:pt x="2" y="1"/>
                  </a:lnTo>
                  <a:lnTo>
                    <a:pt x="2" y="1"/>
                  </a:lnTo>
                  <a:lnTo>
                    <a:pt x="2" y="0"/>
                  </a:lnTo>
                  <a:lnTo>
                    <a:pt x="2" y="0"/>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2283" name=""/>
            <p:cNvSpPr/>
            <p:nvPr/>
          </p:nvSpPr>
          <p:spPr>
            <a:xfrm>
              <a:off x="3651120" y="4006800"/>
              <a:ext cx="11160" cy="9720"/>
            </a:xfrm>
            <a:custGeom>
              <a:avLst/>
              <a:gdLst/>
              <a:ahLst/>
              <a:rect l="l" t="t" r="r" b="b"/>
              <a:pathLst>
                <a:path w="7" h="6">
                  <a:moveTo>
                    <a:pt x="6" y="0"/>
                  </a:moveTo>
                  <a:lnTo>
                    <a:pt x="6" y="0"/>
                  </a:lnTo>
                  <a:lnTo>
                    <a:pt x="6" y="0"/>
                  </a:lnTo>
                  <a:lnTo>
                    <a:pt x="5" y="1"/>
                  </a:lnTo>
                  <a:lnTo>
                    <a:pt x="5" y="3"/>
                  </a:lnTo>
                  <a:lnTo>
                    <a:pt x="5" y="3"/>
                  </a:lnTo>
                  <a:lnTo>
                    <a:pt x="3" y="3"/>
                  </a:lnTo>
                  <a:lnTo>
                    <a:pt x="2" y="3"/>
                  </a:lnTo>
                  <a:lnTo>
                    <a:pt x="2" y="3"/>
                  </a:lnTo>
                  <a:lnTo>
                    <a:pt x="0" y="4"/>
                  </a:lnTo>
                  <a:lnTo>
                    <a:pt x="0" y="5"/>
                  </a:lnTo>
                  <a:lnTo>
                    <a:pt x="2" y="4"/>
                  </a:lnTo>
                  <a:lnTo>
                    <a:pt x="3" y="3"/>
                  </a:lnTo>
                  <a:lnTo>
                    <a:pt x="5" y="3"/>
                  </a:lnTo>
                  <a:lnTo>
                    <a:pt x="5" y="3"/>
                  </a:lnTo>
                  <a:lnTo>
                    <a:pt x="6" y="3"/>
                  </a:lnTo>
                  <a:lnTo>
                    <a:pt x="6" y="3"/>
                  </a:lnTo>
                  <a:lnTo>
                    <a:pt x="6" y="0"/>
                  </a:lnTo>
                  <a:lnTo>
                    <a:pt x="6" y="0"/>
                  </a:lnTo>
                  <a:lnTo>
                    <a:pt x="6" y="0"/>
                  </a:lnTo>
                  <a:lnTo>
                    <a:pt x="6" y="0"/>
                  </a:lnTo>
                  <a:lnTo>
                    <a:pt x="6"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284" name=""/>
            <p:cNvSpPr/>
            <p:nvPr/>
          </p:nvSpPr>
          <p:spPr>
            <a:xfrm>
              <a:off x="3660840" y="3978360"/>
              <a:ext cx="9360" cy="30240"/>
            </a:xfrm>
            <a:custGeom>
              <a:avLst/>
              <a:gdLst/>
              <a:ahLst/>
              <a:rect l="l" t="t" r="r" b="b"/>
              <a:pathLst>
                <a:path w="6" h="19">
                  <a:moveTo>
                    <a:pt x="5" y="0"/>
                  </a:moveTo>
                  <a:lnTo>
                    <a:pt x="5" y="0"/>
                  </a:lnTo>
                  <a:lnTo>
                    <a:pt x="3" y="3"/>
                  </a:lnTo>
                  <a:lnTo>
                    <a:pt x="3" y="4"/>
                  </a:lnTo>
                  <a:lnTo>
                    <a:pt x="1" y="6"/>
                  </a:lnTo>
                  <a:lnTo>
                    <a:pt x="1" y="8"/>
                  </a:lnTo>
                  <a:lnTo>
                    <a:pt x="0" y="10"/>
                  </a:lnTo>
                  <a:lnTo>
                    <a:pt x="0" y="13"/>
                  </a:lnTo>
                  <a:lnTo>
                    <a:pt x="0" y="15"/>
                  </a:lnTo>
                  <a:lnTo>
                    <a:pt x="0" y="18"/>
                  </a:lnTo>
                  <a:lnTo>
                    <a:pt x="0" y="18"/>
                  </a:lnTo>
                  <a:lnTo>
                    <a:pt x="0" y="15"/>
                  </a:lnTo>
                  <a:lnTo>
                    <a:pt x="0" y="14"/>
                  </a:lnTo>
                  <a:lnTo>
                    <a:pt x="1" y="10"/>
                  </a:lnTo>
                  <a:lnTo>
                    <a:pt x="1" y="8"/>
                  </a:lnTo>
                  <a:lnTo>
                    <a:pt x="3" y="8"/>
                  </a:lnTo>
                  <a:lnTo>
                    <a:pt x="5" y="5"/>
                  </a:lnTo>
                  <a:lnTo>
                    <a:pt x="5" y="3"/>
                  </a:lnTo>
                  <a:lnTo>
                    <a:pt x="5" y="0"/>
                  </a:lnTo>
                  <a:lnTo>
                    <a:pt x="5" y="0"/>
                  </a:lnTo>
                  <a:lnTo>
                    <a:pt x="5" y="0"/>
                  </a:lnTo>
                  <a:lnTo>
                    <a:pt x="5" y="0"/>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2285" name=""/>
            <p:cNvSpPr/>
            <p:nvPr/>
          </p:nvSpPr>
          <p:spPr>
            <a:xfrm>
              <a:off x="3668760" y="3965400"/>
              <a:ext cx="4680" cy="14400"/>
            </a:xfrm>
            <a:custGeom>
              <a:avLst/>
              <a:gdLst/>
              <a:ahLst/>
              <a:rect l="l" t="t" r="r" b="b"/>
              <a:pathLst>
                <a:path w="3" h="9">
                  <a:moveTo>
                    <a:pt x="2" y="0"/>
                  </a:moveTo>
                  <a:lnTo>
                    <a:pt x="0" y="0"/>
                  </a:lnTo>
                  <a:lnTo>
                    <a:pt x="0" y="2"/>
                  </a:lnTo>
                  <a:lnTo>
                    <a:pt x="0" y="5"/>
                  </a:lnTo>
                  <a:lnTo>
                    <a:pt x="0" y="8"/>
                  </a:lnTo>
                  <a:lnTo>
                    <a:pt x="0" y="8"/>
                  </a:lnTo>
                  <a:lnTo>
                    <a:pt x="0" y="6"/>
                  </a:lnTo>
                  <a:lnTo>
                    <a:pt x="2" y="4"/>
                  </a:lnTo>
                  <a:lnTo>
                    <a:pt x="2" y="0"/>
                  </a:lnTo>
                  <a:lnTo>
                    <a:pt x="2" y="0"/>
                  </a:lnTo>
                  <a:lnTo>
                    <a:pt x="2" y="0"/>
                  </a:lnTo>
                  <a:lnTo>
                    <a:pt x="2"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286" name=""/>
            <p:cNvSpPr/>
            <p:nvPr/>
          </p:nvSpPr>
          <p:spPr>
            <a:xfrm>
              <a:off x="3668760" y="3976560"/>
              <a:ext cx="1440" cy="3240"/>
            </a:xfrm>
            <a:custGeom>
              <a:avLst/>
              <a:gdLst/>
              <a:ahLst/>
              <a:rect l="l" t="t" r="r" b="b"/>
              <a:pathLst>
                <a:path w="1" h="2">
                  <a:moveTo>
                    <a:pt x="0" y="1"/>
                  </a:moveTo>
                  <a:lnTo>
                    <a:pt x="0" y="1"/>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287" name=""/>
            <p:cNvSpPr/>
            <p:nvPr/>
          </p:nvSpPr>
          <p:spPr>
            <a:xfrm>
              <a:off x="3665520" y="4029120"/>
              <a:ext cx="4680" cy="6480"/>
            </a:xfrm>
            <a:custGeom>
              <a:avLst/>
              <a:gdLst/>
              <a:ahLst/>
              <a:rect l="l" t="t" r="r" b="b"/>
              <a:pathLst>
                <a:path w="3" h="4">
                  <a:moveTo>
                    <a:pt x="0" y="0"/>
                  </a:moveTo>
                  <a:lnTo>
                    <a:pt x="0" y="0"/>
                  </a:lnTo>
                  <a:lnTo>
                    <a:pt x="0" y="0"/>
                  </a:lnTo>
                  <a:lnTo>
                    <a:pt x="2" y="3"/>
                  </a:lnTo>
                  <a:lnTo>
                    <a:pt x="2" y="0"/>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288" name=""/>
            <p:cNvSpPr/>
            <p:nvPr/>
          </p:nvSpPr>
          <p:spPr>
            <a:xfrm>
              <a:off x="3665520" y="4025880"/>
              <a:ext cx="11160" cy="4680"/>
            </a:xfrm>
            <a:custGeom>
              <a:avLst/>
              <a:gdLst/>
              <a:ahLst/>
              <a:rect l="l" t="t" r="r" b="b"/>
              <a:pathLst>
                <a:path w="7" h="3">
                  <a:moveTo>
                    <a:pt x="5" y="0"/>
                  </a:moveTo>
                  <a:lnTo>
                    <a:pt x="5" y="0"/>
                  </a:lnTo>
                  <a:lnTo>
                    <a:pt x="4" y="0"/>
                  </a:lnTo>
                  <a:lnTo>
                    <a:pt x="4" y="0"/>
                  </a:lnTo>
                  <a:lnTo>
                    <a:pt x="2" y="0"/>
                  </a:lnTo>
                  <a:lnTo>
                    <a:pt x="2" y="1"/>
                  </a:lnTo>
                  <a:lnTo>
                    <a:pt x="2" y="1"/>
                  </a:lnTo>
                  <a:lnTo>
                    <a:pt x="2" y="1"/>
                  </a:lnTo>
                  <a:lnTo>
                    <a:pt x="0" y="2"/>
                  </a:lnTo>
                  <a:lnTo>
                    <a:pt x="0" y="2"/>
                  </a:lnTo>
                  <a:lnTo>
                    <a:pt x="2" y="2"/>
                  </a:lnTo>
                  <a:lnTo>
                    <a:pt x="2" y="2"/>
                  </a:lnTo>
                  <a:lnTo>
                    <a:pt x="2" y="2"/>
                  </a:lnTo>
                  <a:lnTo>
                    <a:pt x="2" y="2"/>
                  </a:lnTo>
                  <a:lnTo>
                    <a:pt x="2" y="1"/>
                  </a:lnTo>
                  <a:lnTo>
                    <a:pt x="4" y="1"/>
                  </a:lnTo>
                  <a:lnTo>
                    <a:pt x="4" y="1"/>
                  </a:lnTo>
                  <a:lnTo>
                    <a:pt x="5" y="0"/>
                  </a:lnTo>
                  <a:lnTo>
                    <a:pt x="6" y="0"/>
                  </a:lnTo>
                  <a:lnTo>
                    <a:pt x="6" y="0"/>
                  </a:lnTo>
                  <a:lnTo>
                    <a:pt x="5" y="0"/>
                  </a:lnTo>
                  <a:lnTo>
                    <a:pt x="5"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289" name=""/>
            <p:cNvSpPr/>
            <p:nvPr/>
          </p:nvSpPr>
          <p:spPr>
            <a:xfrm>
              <a:off x="3673440" y="4022640"/>
              <a:ext cx="15840" cy="4680"/>
            </a:xfrm>
            <a:custGeom>
              <a:avLst/>
              <a:gdLst/>
              <a:ahLst/>
              <a:rect l="l" t="t" r="r" b="b"/>
              <a:pathLst>
                <a:path w="10" h="3">
                  <a:moveTo>
                    <a:pt x="5" y="0"/>
                  </a:moveTo>
                  <a:lnTo>
                    <a:pt x="5" y="0"/>
                  </a:lnTo>
                  <a:lnTo>
                    <a:pt x="5" y="1"/>
                  </a:lnTo>
                  <a:lnTo>
                    <a:pt x="5" y="1"/>
                  </a:lnTo>
                  <a:lnTo>
                    <a:pt x="5" y="1"/>
                  </a:lnTo>
                  <a:lnTo>
                    <a:pt x="3" y="1"/>
                  </a:lnTo>
                  <a:lnTo>
                    <a:pt x="1" y="1"/>
                  </a:lnTo>
                  <a:lnTo>
                    <a:pt x="1" y="2"/>
                  </a:lnTo>
                  <a:lnTo>
                    <a:pt x="1" y="2"/>
                  </a:lnTo>
                  <a:lnTo>
                    <a:pt x="0" y="2"/>
                  </a:lnTo>
                  <a:lnTo>
                    <a:pt x="1" y="2"/>
                  </a:lnTo>
                  <a:lnTo>
                    <a:pt x="1" y="2"/>
                  </a:lnTo>
                  <a:lnTo>
                    <a:pt x="1" y="2"/>
                  </a:lnTo>
                  <a:lnTo>
                    <a:pt x="1" y="2"/>
                  </a:lnTo>
                  <a:lnTo>
                    <a:pt x="5" y="2"/>
                  </a:lnTo>
                  <a:lnTo>
                    <a:pt x="5" y="2"/>
                  </a:lnTo>
                  <a:lnTo>
                    <a:pt x="5" y="1"/>
                  </a:lnTo>
                  <a:lnTo>
                    <a:pt x="8" y="1"/>
                  </a:lnTo>
                  <a:lnTo>
                    <a:pt x="9" y="0"/>
                  </a:lnTo>
                  <a:lnTo>
                    <a:pt x="9" y="0"/>
                  </a:lnTo>
                  <a:lnTo>
                    <a:pt x="5" y="0"/>
                  </a:lnTo>
                  <a:lnTo>
                    <a:pt x="5"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290" name=""/>
            <p:cNvSpPr/>
            <p:nvPr/>
          </p:nvSpPr>
          <p:spPr>
            <a:xfrm>
              <a:off x="3681360" y="4008600"/>
              <a:ext cx="17640" cy="15840"/>
            </a:xfrm>
            <a:custGeom>
              <a:avLst/>
              <a:gdLst/>
              <a:ahLst/>
              <a:rect l="l" t="t" r="r" b="b"/>
              <a:pathLst>
                <a:path w="11" h="10">
                  <a:moveTo>
                    <a:pt x="10" y="0"/>
                  </a:moveTo>
                  <a:lnTo>
                    <a:pt x="10" y="0"/>
                  </a:lnTo>
                  <a:lnTo>
                    <a:pt x="7" y="2"/>
                  </a:lnTo>
                  <a:lnTo>
                    <a:pt x="7" y="2"/>
                  </a:lnTo>
                  <a:lnTo>
                    <a:pt x="4" y="2"/>
                  </a:lnTo>
                  <a:lnTo>
                    <a:pt x="4" y="2"/>
                  </a:lnTo>
                  <a:lnTo>
                    <a:pt x="4" y="2"/>
                  </a:lnTo>
                  <a:lnTo>
                    <a:pt x="4" y="3"/>
                  </a:lnTo>
                  <a:lnTo>
                    <a:pt x="0" y="6"/>
                  </a:lnTo>
                  <a:lnTo>
                    <a:pt x="0" y="9"/>
                  </a:lnTo>
                  <a:lnTo>
                    <a:pt x="4" y="9"/>
                  </a:lnTo>
                  <a:lnTo>
                    <a:pt x="4" y="6"/>
                  </a:lnTo>
                  <a:lnTo>
                    <a:pt x="4" y="4"/>
                  </a:lnTo>
                  <a:lnTo>
                    <a:pt x="4" y="3"/>
                  </a:lnTo>
                  <a:lnTo>
                    <a:pt x="4" y="2"/>
                  </a:lnTo>
                  <a:lnTo>
                    <a:pt x="6" y="2"/>
                  </a:lnTo>
                  <a:lnTo>
                    <a:pt x="7" y="2"/>
                  </a:lnTo>
                  <a:lnTo>
                    <a:pt x="10" y="2"/>
                  </a:lnTo>
                  <a:lnTo>
                    <a:pt x="10" y="2"/>
                  </a:lnTo>
                  <a:lnTo>
                    <a:pt x="10" y="2"/>
                  </a:lnTo>
                  <a:lnTo>
                    <a:pt x="10" y="0"/>
                  </a:lnTo>
                  <a:lnTo>
                    <a:pt x="10"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291" name=""/>
            <p:cNvSpPr/>
            <p:nvPr/>
          </p:nvSpPr>
          <p:spPr>
            <a:xfrm>
              <a:off x="3697200" y="3994200"/>
              <a:ext cx="15840" cy="19080"/>
            </a:xfrm>
            <a:custGeom>
              <a:avLst/>
              <a:gdLst/>
              <a:ahLst/>
              <a:rect l="l" t="t" r="r" b="b"/>
              <a:pathLst>
                <a:path w="10" h="12">
                  <a:moveTo>
                    <a:pt x="9" y="0"/>
                  </a:moveTo>
                  <a:lnTo>
                    <a:pt x="9" y="0"/>
                  </a:lnTo>
                  <a:lnTo>
                    <a:pt x="6" y="4"/>
                  </a:lnTo>
                  <a:lnTo>
                    <a:pt x="3" y="5"/>
                  </a:lnTo>
                  <a:lnTo>
                    <a:pt x="2" y="5"/>
                  </a:lnTo>
                  <a:lnTo>
                    <a:pt x="2" y="8"/>
                  </a:lnTo>
                  <a:lnTo>
                    <a:pt x="2" y="8"/>
                  </a:lnTo>
                  <a:lnTo>
                    <a:pt x="0" y="9"/>
                  </a:lnTo>
                  <a:lnTo>
                    <a:pt x="0" y="9"/>
                  </a:lnTo>
                  <a:lnTo>
                    <a:pt x="0" y="11"/>
                  </a:lnTo>
                  <a:lnTo>
                    <a:pt x="2" y="11"/>
                  </a:lnTo>
                  <a:lnTo>
                    <a:pt x="2" y="9"/>
                  </a:lnTo>
                  <a:lnTo>
                    <a:pt x="2" y="8"/>
                  </a:lnTo>
                  <a:lnTo>
                    <a:pt x="3" y="8"/>
                  </a:lnTo>
                  <a:lnTo>
                    <a:pt x="3" y="5"/>
                  </a:lnTo>
                  <a:lnTo>
                    <a:pt x="9" y="5"/>
                  </a:lnTo>
                  <a:lnTo>
                    <a:pt x="9" y="0"/>
                  </a:lnTo>
                  <a:lnTo>
                    <a:pt x="9" y="0"/>
                  </a:lnTo>
                  <a:lnTo>
                    <a:pt x="9" y="0"/>
                  </a:lnTo>
                  <a:lnTo>
                    <a:pt x="9"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292" name=""/>
            <p:cNvSpPr/>
            <p:nvPr/>
          </p:nvSpPr>
          <p:spPr>
            <a:xfrm>
              <a:off x="3697200" y="4008600"/>
              <a:ext cx="1800" cy="4680"/>
            </a:xfrm>
            <a:custGeom>
              <a:avLst/>
              <a:gdLst/>
              <a:ahLst/>
              <a:rect l="l" t="t" r="r" b="b"/>
              <a:pathLst>
                <a:path w="1" h="3">
                  <a:moveTo>
                    <a:pt x="0" y="2"/>
                  </a:moveTo>
                  <a:lnTo>
                    <a:pt x="0" y="0"/>
                  </a:lnTo>
                  <a:lnTo>
                    <a:pt x="0" y="0"/>
                  </a:lnTo>
                  <a:lnTo>
                    <a:pt x="0" y="0"/>
                  </a:lnTo>
                  <a:lnTo>
                    <a:pt x="0" y="2"/>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293" name=""/>
            <p:cNvSpPr/>
            <p:nvPr/>
          </p:nvSpPr>
          <p:spPr>
            <a:xfrm>
              <a:off x="3675240" y="4006800"/>
              <a:ext cx="4680" cy="1800"/>
            </a:xfrm>
            <a:custGeom>
              <a:avLst/>
              <a:gdLst/>
              <a:ahLst/>
              <a:rect l="l" t="t" r="r" b="b"/>
              <a:pathLst>
                <a:path w="3" h="1">
                  <a:moveTo>
                    <a:pt x="0" y="0"/>
                  </a:moveTo>
                  <a:lnTo>
                    <a:pt x="0" y="0"/>
                  </a:lnTo>
                  <a:lnTo>
                    <a:pt x="0" y="0"/>
                  </a:lnTo>
                  <a:lnTo>
                    <a:pt x="0"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294" name=""/>
            <p:cNvSpPr/>
            <p:nvPr/>
          </p:nvSpPr>
          <p:spPr>
            <a:xfrm>
              <a:off x="3675240" y="3990960"/>
              <a:ext cx="14040" cy="17640"/>
            </a:xfrm>
            <a:custGeom>
              <a:avLst/>
              <a:gdLst/>
              <a:ahLst/>
              <a:rect l="l" t="t" r="r" b="b"/>
              <a:pathLst>
                <a:path w="9" h="11">
                  <a:moveTo>
                    <a:pt x="8" y="0"/>
                  </a:moveTo>
                  <a:lnTo>
                    <a:pt x="8" y="0"/>
                  </a:lnTo>
                  <a:lnTo>
                    <a:pt x="4" y="1"/>
                  </a:lnTo>
                  <a:lnTo>
                    <a:pt x="4" y="2"/>
                  </a:lnTo>
                  <a:lnTo>
                    <a:pt x="4" y="5"/>
                  </a:lnTo>
                  <a:lnTo>
                    <a:pt x="2" y="7"/>
                  </a:lnTo>
                  <a:lnTo>
                    <a:pt x="0" y="7"/>
                  </a:lnTo>
                  <a:lnTo>
                    <a:pt x="0" y="10"/>
                  </a:lnTo>
                  <a:lnTo>
                    <a:pt x="0" y="10"/>
                  </a:lnTo>
                  <a:lnTo>
                    <a:pt x="0" y="10"/>
                  </a:lnTo>
                  <a:lnTo>
                    <a:pt x="2" y="10"/>
                  </a:lnTo>
                  <a:lnTo>
                    <a:pt x="2" y="10"/>
                  </a:lnTo>
                  <a:lnTo>
                    <a:pt x="2" y="10"/>
                  </a:lnTo>
                  <a:lnTo>
                    <a:pt x="2" y="7"/>
                  </a:lnTo>
                  <a:lnTo>
                    <a:pt x="4" y="7"/>
                  </a:lnTo>
                  <a:lnTo>
                    <a:pt x="4" y="7"/>
                  </a:lnTo>
                  <a:lnTo>
                    <a:pt x="4" y="2"/>
                  </a:lnTo>
                  <a:lnTo>
                    <a:pt x="7" y="2"/>
                  </a:lnTo>
                  <a:lnTo>
                    <a:pt x="8"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295" name=""/>
            <p:cNvSpPr/>
            <p:nvPr/>
          </p:nvSpPr>
          <p:spPr>
            <a:xfrm>
              <a:off x="3687840" y="3983040"/>
              <a:ext cx="14040" cy="9360"/>
            </a:xfrm>
            <a:custGeom>
              <a:avLst/>
              <a:gdLst/>
              <a:ahLst/>
              <a:rect l="l" t="t" r="r" b="b"/>
              <a:pathLst>
                <a:path w="9" h="6">
                  <a:moveTo>
                    <a:pt x="8" y="0"/>
                  </a:moveTo>
                  <a:lnTo>
                    <a:pt x="8" y="0"/>
                  </a:lnTo>
                  <a:lnTo>
                    <a:pt x="8" y="0"/>
                  </a:lnTo>
                  <a:lnTo>
                    <a:pt x="6" y="1"/>
                  </a:lnTo>
                  <a:lnTo>
                    <a:pt x="6" y="2"/>
                  </a:lnTo>
                  <a:lnTo>
                    <a:pt x="3" y="2"/>
                  </a:lnTo>
                  <a:lnTo>
                    <a:pt x="3" y="2"/>
                  </a:lnTo>
                  <a:lnTo>
                    <a:pt x="0" y="3"/>
                  </a:lnTo>
                  <a:lnTo>
                    <a:pt x="0" y="5"/>
                  </a:lnTo>
                  <a:lnTo>
                    <a:pt x="0" y="5"/>
                  </a:lnTo>
                  <a:lnTo>
                    <a:pt x="0" y="5"/>
                  </a:lnTo>
                  <a:lnTo>
                    <a:pt x="0" y="5"/>
                  </a:lnTo>
                  <a:lnTo>
                    <a:pt x="1" y="5"/>
                  </a:lnTo>
                  <a:lnTo>
                    <a:pt x="3" y="3"/>
                  </a:lnTo>
                  <a:lnTo>
                    <a:pt x="6" y="3"/>
                  </a:lnTo>
                  <a:lnTo>
                    <a:pt x="6" y="2"/>
                  </a:lnTo>
                  <a:lnTo>
                    <a:pt x="8" y="1"/>
                  </a:lnTo>
                  <a:lnTo>
                    <a:pt x="8" y="0"/>
                  </a:lnTo>
                  <a:lnTo>
                    <a:pt x="8"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296" name=""/>
            <p:cNvSpPr/>
            <p:nvPr/>
          </p:nvSpPr>
          <p:spPr>
            <a:xfrm>
              <a:off x="3700440" y="3962520"/>
              <a:ext cx="3240" cy="21960"/>
            </a:xfrm>
            <a:custGeom>
              <a:avLst/>
              <a:gdLst/>
              <a:ahLst/>
              <a:rect l="l" t="t" r="r" b="b"/>
              <a:pathLst>
                <a:path w="2" h="14">
                  <a:moveTo>
                    <a:pt x="0" y="0"/>
                  </a:moveTo>
                  <a:lnTo>
                    <a:pt x="0" y="2"/>
                  </a:lnTo>
                  <a:lnTo>
                    <a:pt x="0" y="6"/>
                  </a:lnTo>
                  <a:lnTo>
                    <a:pt x="0" y="8"/>
                  </a:lnTo>
                  <a:lnTo>
                    <a:pt x="0" y="13"/>
                  </a:lnTo>
                  <a:lnTo>
                    <a:pt x="0" y="13"/>
                  </a:lnTo>
                  <a:lnTo>
                    <a:pt x="0" y="8"/>
                  </a:lnTo>
                  <a:lnTo>
                    <a:pt x="0" y="6"/>
                  </a:lnTo>
                  <a:lnTo>
                    <a:pt x="1" y="2"/>
                  </a:lnTo>
                  <a:lnTo>
                    <a:pt x="1" y="2"/>
                  </a:lnTo>
                  <a:lnTo>
                    <a:pt x="0" y="0"/>
                  </a:lnTo>
                  <a:lnTo>
                    <a:pt x="0" y="0"/>
                  </a:lnTo>
                </a:path>
              </a:pathLst>
            </a:custGeom>
            <a:solidFill>
              <a:srgbClr val="ffc0b6"/>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2297" name=""/>
            <p:cNvSpPr/>
            <p:nvPr/>
          </p:nvSpPr>
          <p:spPr>
            <a:xfrm>
              <a:off x="3700440" y="398304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298" name=""/>
            <p:cNvSpPr/>
            <p:nvPr/>
          </p:nvSpPr>
          <p:spPr>
            <a:xfrm>
              <a:off x="3681360" y="405756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299" name=""/>
            <p:cNvSpPr/>
            <p:nvPr/>
          </p:nvSpPr>
          <p:spPr>
            <a:xfrm>
              <a:off x="3681360" y="4057560"/>
              <a:ext cx="17640" cy="3240"/>
            </a:xfrm>
            <a:custGeom>
              <a:avLst/>
              <a:gdLst/>
              <a:ahLst/>
              <a:rect l="l" t="t" r="r" b="b"/>
              <a:pathLst>
                <a:path w="11" h="2">
                  <a:moveTo>
                    <a:pt x="10" y="1"/>
                  </a:moveTo>
                  <a:lnTo>
                    <a:pt x="10" y="1"/>
                  </a:lnTo>
                  <a:lnTo>
                    <a:pt x="7" y="1"/>
                  </a:lnTo>
                  <a:lnTo>
                    <a:pt x="4" y="1"/>
                  </a:lnTo>
                  <a:lnTo>
                    <a:pt x="4" y="1"/>
                  </a:lnTo>
                  <a:lnTo>
                    <a:pt x="4" y="0"/>
                  </a:lnTo>
                  <a:lnTo>
                    <a:pt x="3" y="0"/>
                  </a:lnTo>
                  <a:lnTo>
                    <a:pt x="0" y="0"/>
                  </a:lnTo>
                  <a:lnTo>
                    <a:pt x="0" y="0"/>
                  </a:lnTo>
                  <a:lnTo>
                    <a:pt x="0" y="0"/>
                  </a:lnTo>
                  <a:lnTo>
                    <a:pt x="0" y="0"/>
                  </a:lnTo>
                  <a:lnTo>
                    <a:pt x="0" y="1"/>
                  </a:lnTo>
                  <a:lnTo>
                    <a:pt x="0" y="1"/>
                  </a:lnTo>
                  <a:lnTo>
                    <a:pt x="0" y="1"/>
                  </a:lnTo>
                  <a:lnTo>
                    <a:pt x="4" y="1"/>
                  </a:lnTo>
                  <a:lnTo>
                    <a:pt x="4" y="1"/>
                  </a:lnTo>
                  <a:lnTo>
                    <a:pt x="4" y="1"/>
                  </a:lnTo>
                  <a:lnTo>
                    <a:pt x="7" y="1"/>
                  </a:lnTo>
                  <a:lnTo>
                    <a:pt x="10" y="1"/>
                  </a:lnTo>
                  <a:lnTo>
                    <a:pt x="10" y="1"/>
                  </a:lnTo>
                  <a:lnTo>
                    <a:pt x="10" y="1"/>
                  </a:lnTo>
                  <a:lnTo>
                    <a:pt x="1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300" name=""/>
            <p:cNvSpPr/>
            <p:nvPr/>
          </p:nvSpPr>
          <p:spPr>
            <a:xfrm>
              <a:off x="3697200" y="4051440"/>
              <a:ext cx="22320" cy="9360"/>
            </a:xfrm>
            <a:custGeom>
              <a:avLst/>
              <a:gdLst/>
              <a:ahLst/>
              <a:rect l="l" t="t" r="r" b="b"/>
              <a:pathLst>
                <a:path w="14" h="6">
                  <a:moveTo>
                    <a:pt x="13" y="0"/>
                  </a:moveTo>
                  <a:lnTo>
                    <a:pt x="13" y="0"/>
                  </a:lnTo>
                  <a:lnTo>
                    <a:pt x="12" y="0"/>
                  </a:lnTo>
                  <a:lnTo>
                    <a:pt x="10" y="0"/>
                  </a:lnTo>
                  <a:lnTo>
                    <a:pt x="9" y="1"/>
                  </a:lnTo>
                  <a:lnTo>
                    <a:pt x="3" y="1"/>
                  </a:lnTo>
                  <a:lnTo>
                    <a:pt x="3" y="1"/>
                  </a:lnTo>
                  <a:lnTo>
                    <a:pt x="2" y="4"/>
                  </a:lnTo>
                  <a:lnTo>
                    <a:pt x="2" y="4"/>
                  </a:lnTo>
                  <a:lnTo>
                    <a:pt x="0" y="5"/>
                  </a:lnTo>
                  <a:lnTo>
                    <a:pt x="0" y="5"/>
                  </a:lnTo>
                  <a:lnTo>
                    <a:pt x="2" y="5"/>
                  </a:lnTo>
                  <a:lnTo>
                    <a:pt x="2" y="4"/>
                  </a:lnTo>
                  <a:lnTo>
                    <a:pt x="3" y="4"/>
                  </a:lnTo>
                  <a:lnTo>
                    <a:pt x="9" y="1"/>
                  </a:lnTo>
                  <a:lnTo>
                    <a:pt x="9" y="1"/>
                  </a:lnTo>
                  <a:lnTo>
                    <a:pt x="10" y="1"/>
                  </a:lnTo>
                  <a:lnTo>
                    <a:pt x="12" y="0"/>
                  </a:lnTo>
                  <a:lnTo>
                    <a:pt x="13" y="0"/>
                  </a:lnTo>
                  <a:lnTo>
                    <a:pt x="13" y="0"/>
                  </a:lnTo>
                  <a:lnTo>
                    <a:pt x="13" y="0"/>
                  </a:lnTo>
                  <a:lnTo>
                    <a:pt x="13"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301" name=""/>
            <p:cNvSpPr/>
            <p:nvPr/>
          </p:nvSpPr>
          <p:spPr>
            <a:xfrm>
              <a:off x="3718080" y="4046400"/>
              <a:ext cx="27000" cy="6480"/>
            </a:xfrm>
            <a:custGeom>
              <a:avLst/>
              <a:gdLst/>
              <a:ahLst/>
              <a:rect l="l" t="t" r="r" b="b"/>
              <a:pathLst>
                <a:path w="17" h="4">
                  <a:moveTo>
                    <a:pt x="13" y="0"/>
                  </a:moveTo>
                  <a:lnTo>
                    <a:pt x="13" y="0"/>
                  </a:lnTo>
                  <a:lnTo>
                    <a:pt x="12" y="0"/>
                  </a:lnTo>
                  <a:lnTo>
                    <a:pt x="12" y="1"/>
                  </a:lnTo>
                  <a:lnTo>
                    <a:pt x="8" y="2"/>
                  </a:lnTo>
                  <a:lnTo>
                    <a:pt x="8" y="2"/>
                  </a:lnTo>
                  <a:lnTo>
                    <a:pt x="4" y="2"/>
                  </a:lnTo>
                  <a:lnTo>
                    <a:pt x="4" y="2"/>
                  </a:lnTo>
                  <a:lnTo>
                    <a:pt x="1" y="3"/>
                  </a:lnTo>
                  <a:lnTo>
                    <a:pt x="0" y="3"/>
                  </a:lnTo>
                  <a:lnTo>
                    <a:pt x="0" y="3"/>
                  </a:lnTo>
                  <a:lnTo>
                    <a:pt x="1" y="3"/>
                  </a:lnTo>
                  <a:lnTo>
                    <a:pt x="4" y="3"/>
                  </a:lnTo>
                  <a:lnTo>
                    <a:pt x="4" y="3"/>
                  </a:lnTo>
                  <a:lnTo>
                    <a:pt x="8" y="2"/>
                  </a:lnTo>
                  <a:lnTo>
                    <a:pt x="8" y="2"/>
                  </a:lnTo>
                  <a:lnTo>
                    <a:pt x="12" y="2"/>
                  </a:lnTo>
                  <a:lnTo>
                    <a:pt x="13" y="2"/>
                  </a:lnTo>
                  <a:lnTo>
                    <a:pt x="16" y="2"/>
                  </a:lnTo>
                  <a:lnTo>
                    <a:pt x="16" y="2"/>
                  </a:lnTo>
                  <a:lnTo>
                    <a:pt x="13" y="0"/>
                  </a:lnTo>
                  <a:lnTo>
                    <a:pt x="13"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302" name=""/>
            <p:cNvSpPr/>
            <p:nvPr/>
          </p:nvSpPr>
          <p:spPr>
            <a:xfrm>
              <a:off x="3738600" y="4033800"/>
              <a:ext cx="19080" cy="17640"/>
            </a:xfrm>
            <a:custGeom>
              <a:avLst/>
              <a:gdLst/>
              <a:ahLst/>
              <a:rect l="l" t="t" r="r" b="b"/>
              <a:pathLst>
                <a:path w="12" h="11">
                  <a:moveTo>
                    <a:pt x="8" y="0"/>
                  </a:moveTo>
                  <a:lnTo>
                    <a:pt x="8" y="0"/>
                  </a:lnTo>
                  <a:lnTo>
                    <a:pt x="0" y="8"/>
                  </a:lnTo>
                  <a:lnTo>
                    <a:pt x="3" y="10"/>
                  </a:lnTo>
                  <a:lnTo>
                    <a:pt x="11" y="4"/>
                  </a:lnTo>
                  <a:lnTo>
                    <a:pt x="8" y="0"/>
                  </a:lnTo>
                  <a:lnTo>
                    <a:pt x="8" y="0"/>
                  </a:lnTo>
                  <a:lnTo>
                    <a:pt x="8" y="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303" name=""/>
            <p:cNvSpPr/>
            <p:nvPr/>
          </p:nvSpPr>
          <p:spPr>
            <a:xfrm>
              <a:off x="3751200" y="4033800"/>
              <a:ext cx="6480" cy="7920"/>
            </a:xfrm>
            <a:custGeom>
              <a:avLst/>
              <a:gdLst/>
              <a:ahLst/>
              <a:rect l="l" t="t" r="r" b="b"/>
              <a:pathLst>
                <a:path w="4" h="5">
                  <a:moveTo>
                    <a:pt x="3" y="4"/>
                  </a:moveTo>
                  <a:lnTo>
                    <a:pt x="3" y="3"/>
                  </a:lnTo>
                  <a:lnTo>
                    <a:pt x="3" y="0"/>
                  </a:lnTo>
                  <a:lnTo>
                    <a:pt x="3" y="0"/>
                  </a:lnTo>
                  <a:lnTo>
                    <a:pt x="0" y="0"/>
                  </a:lnTo>
                  <a:lnTo>
                    <a:pt x="3" y="4"/>
                  </a:lnTo>
                  <a:lnTo>
                    <a:pt x="3"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304" name=""/>
            <p:cNvSpPr/>
            <p:nvPr/>
          </p:nvSpPr>
          <p:spPr>
            <a:xfrm>
              <a:off x="3711600" y="4040280"/>
              <a:ext cx="3240" cy="1440"/>
            </a:xfrm>
            <a:custGeom>
              <a:avLst/>
              <a:gdLst/>
              <a:ahLst/>
              <a:rect l="l" t="t" r="r" b="b"/>
              <a:pathLst>
                <a:path w="2" h="1">
                  <a:moveTo>
                    <a:pt x="1" y="0"/>
                  </a:moveTo>
                  <a:lnTo>
                    <a:pt x="0" y="0"/>
                  </a:lnTo>
                  <a:lnTo>
                    <a:pt x="1" y="0"/>
                  </a:lnTo>
                  <a:lnTo>
                    <a:pt x="1" y="0"/>
                  </a:lnTo>
                  <a:lnTo>
                    <a:pt x="1" y="0"/>
                  </a:lnTo>
                  <a:lnTo>
                    <a:pt x="1" y="0"/>
                  </a:lnTo>
                  <a:lnTo>
                    <a:pt x="1"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305" name=""/>
            <p:cNvSpPr/>
            <p:nvPr/>
          </p:nvSpPr>
          <p:spPr>
            <a:xfrm>
              <a:off x="3713040" y="4025880"/>
              <a:ext cx="12960" cy="15840"/>
            </a:xfrm>
            <a:custGeom>
              <a:avLst/>
              <a:gdLst/>
              <a:ahLst/>
              <a:rect l="l" t="t" r="r" b="b"/>
              <a:pathLst>
                <a:path w="8" h="10">
                  <a:moveTo>
                    <a:pt x="7" y="0"/>
                  </a:moveTo>
                  <a:lnTo>
                    <a:pt x="7" y="0"/>
                  </a:lnTo>
                  <a:lnTo>
                    <a:pt x="7" y="0"/>
                  </a:lnTo>
                  <a:lnTo>
                    <a:pt x="4" y="1"/>
                  </a:lnTo>
                  <a:lnTo>
                    <a:pt x="4" y="1"/>
                  </a:lnTo>
                  <a:lnTo>
                    <a:pt x="2" y="1"/>
                  </a:lnTo>
                  <a:lnTo>
                    <a:pt x="2" y="2"/>
                  </a:lnTo>
                  <a:lnTo>
                    <a:pt x="0" y="8"/>
                  </a:lnTo>
                  <a:lnTo>
                    <a:pt x="0" y="9"/>
                  </a:lnTo>
                  <a:lnTo>
                    <a:pt x="0" y="9"/>
                  </a:lnTo>
                  <a:lnTo>
                    <a:pt x="0" y="9"/>
                  </a:lnTo>
                  <a:lnTo>
                    <a:pt x="0" y="9"/>
                  </a:lnTo>
                  <a:lnTo>
                    <a:pt x="2" y="9"/>
                  </a:lnTo>
                  <a:lnTo>
                    <a:pt x="2" y="8"/>
                  </a:lnTo>
                  <a:lnTo>
                    <a:pt x="2" y="2"/>
                  </a:lnTo>
                  <a:lnTo>
                    <a:pt x="4" y="2"/>
                  </a:lnTo>
                  <a:lnTo>
                    <a:pt x="4" y="1"/>
                  </a:lnTo>
                  <a:lnTo>
                    <a:pt x="7" y="1"/>
                  </a:lnTo>
                  <a:lnTo>
                    <a:pt x="7" y="0"/>
                  </a:lnTo>
                  <a:lnTo>
                    <a:pt x="7" y="0"/>
                  </a:lnTo>
                  <a:lnTo>
                    <a:pt x="7" y="0"/>
                  </a:lnTo>
                  <a:lnTo>
                    <a:pt x="7"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306" name=""/>
            <p:cNvSpPr/>
            <p:nvPr/>
          </p:nvSpPr>
          <p:spPr>
            <a:xfrm>
              <a:off x="3724200" y="4011480"/>
              <a:ext cx="23760" cy="15840"/>
            </a:xfrm>
            <a:custGeom>
              <a:avLst/>
              <a:gdLst/>
              <a:ahLst/>
              <a:rect l="l" t="t" r="r" b="b"/>
              <a:pathLst>
                <a:path w="15" h="10">
                  <a:moveTo>
                    <a:pt x="13" y="0"/>
                  </a:moveTo>
                  <a:lnTo>
                    <a:pt x="13" y="2"/>
                  </a:lnTo>
                  <a:lnTo>
                    <a:pt x="12" y="5"/>
                  </a:lnTo>
                  <a:lnTo>
                    <a:pt x="9" y="7"/>
                  </a:lnTo>
                  <a:lnTo>
                    <a:pt x="8" y="8"/>
                  </a:lnTo>
                  <a:lnTo>
                    <a:pt x="4" y="8"/>
                  </a:lnTo>
                  <a:lnTo>
                    <a:pt x="4" y="9"/>
                  </a:lnTo>
                  <a:lnTo>
                    <a:pt x="3" y="9"/>
                  </a:lnTo>
                  <a:lnTo>
                    <a:pt x="0" y="9"/>
                  </a:lnTo>
                  <a:lnTo>
                    <a:pt x="0" y="9"/>
                  </a:lnTo>
                  <a:lnTo>
                    <a:pt x="3" y="9"/>
                  </a:lnTo>
                  <a:lnTo>
                    <a:pt x="4" y="9"/>
                  </a:lnTo>
                  <a:lnTo>
                    <a:pt x="4" y="9"/>
                  </a:lnTo>
                  <a:lnTo>
                    <a:pt x="8" y="8"/>
                  </a:lnTo>
                  <a:lnTo>
                    <a:pt x="12" y="8"/>
                  </a:lnTo>
                  <a:lnTo>
                    <a:pt x="13" y="5"/>
                  </a:lnTo>
                  <a:lnTo>
                    <a:pt x="13" y="4"/>
                  </a:lnTo>
                  <a:lnTo>
                    <a:pt x="14" y="1"/>
                  </a:lnTo>
                  <a:lnTo>
                    <a:pt x="13" y="0"/>
                  </a:lnTo>
                  <a:lnTo>
                    <a:pt x="13"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307" name=""/>
            <p:cNvSpPr/>
            <p:nvPr/>
          </p:nvSpPr>
          <p:spPr>
            <a:xfrm>
              <a:off x="3724200" y="402588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308" name=""/>
            <p:cNvSpPr/>
            <p:nvPr/>
          </p:nvSpPr>
          <p:spPr>
            <a:xfrm>
              <a:off x="3700440" y="4083120"/>
              <a:ext cx="3240" cy="3240"/>
            </a:xfrm>
            <a:custGeom>
              <a:avLst/>
              <a:gdLst/>
              <a:ahLst/>
              <a:rect l="l" t="t" r="r" b="b"/>
              <a:pathLst>
                <a:path w="2" h="2">
                  <a:moveTo>
                    <a:pt x="1" y="0"/>
                  </a:moveTo>
                  <a:lnTo>
                    <a:pt x="1" y="0"/>
                  </a:lnTo>
                  <a:lnTo>
                    <a:pt x="0" y="0"/>
                  </a:lnTo>
                  <a:lnTo>
                    <a:pt x="1" y="0"/>
                  </a:lnTo>
                  <a:lnTo>
                    <a:pt x="1" y="1"/>
                  </a:lnTo>
                  <a:lnTo>
                    <a:pt x="1" y="0"/>
                  </a:lnTo>
                  <a:lnTo>
                    <a:pt x="1"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309" name=""/>
            <p:cNvSpPr/>
            <p:nvPr/>
          </p:nvSpPr>
          <p:spPr>
            <a:xfrm>
              <a:off x="3701880" y="4083120"/>
              <a:ext cx="19080" cy="3240"/>
            </a:xfrm>
            <a:custGeom>
              <a:avLst/>
              <a:gdLst/>
              <a:ahLst/>
              <a:rect l="l" t="t" r="r" b="b"/>
              <a:pathLst>
                <a:path w="12" h="2">
                  <a:moveTo>
                    <a:pt x="11" y="0"/>
                  </a:moveTo>
                  <a:lnTo>
                    <a:pt x="10" y="0"/>
                  </a:lnTo>
                  <a:lnTo>
                    <a:pt x="9" y="0"/>
                  </a:lnTo>
                  <a:lnTo>
                    <a:pt x="9" y="0"/>
                  </a:lnTo>
                  <a:lnTo>
                    <a:pt x="7" y="0"/>
                  </a:lnTo>
                  <a:lnTo>
                    <a:pt x="6" y="0"/>
                  </a:lnTo>
                  <a:lnTo>
                    <a:pt x="6" y="0"/>
                  </a:lnTo>
                  <a:lnTo>
                    <a:pt x="0" y="0"/>
                  </a:lnTo>
                  <a:lnTo>
                    <a:pt x="0" y="0"/>
                  </a:lnTo>
                  <a:lnTo>
                    <a:pt x="0" y="0"/>
                  </a:lnTo>
                  <a:lnTo>
                    <a:pt x="0" y="1"/>
                  </a:lnTo>
                  <a:lnTo>
                    <a:pt x="0" y="1"/>
                  </a:lnTo>
                  <a:lnTo>
                    <a:pt x="0" y="1"/>
                  </a:lnTo>
                  <a:lnTo>
                    <a:pt x="6" y="1"/>
                  </a:lnTo>
                  <a:lnTo>
                    <a:pt x="6" y="1"/>
                  </a:lnTo>
                  <a:lnTo>
                    <a:pt x="7" y="1"/>
                  </a:lnTo>
                  <a:lnTo>
                    <a:pt x="9" y="1"/>
                  </a:lnTo>
                  <a:lnTo>
                    <a:pt x="9" y="1"/>
                  </a:lnTo>
                  <a:lnTo>
                    <a:pt x="11" y="1"/>
                  </a:lnTo>
                  <a:lnTo>
                    <a:pt x="11" y="1"/>
                  </a:lnTo>
                  <a:lnTo>
                    <a:pt x="11" y="0"/>
                  </a:lnTo>
                  <a:lnTo>
                    <a:pt x="11"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310" name=""/>
            <p:cNvSpPr/>
            <p:nvPr/>
          </p:nvSpPr>
          <p:spPr>
            <a:xfrm>
              <a:off x="3719520" y="4078440"/>
              <a:ext cx="12600" cy="7920"/>
            </a:xfrm>
            <a:custGeom>
              <a:avLst/>
              <a:gdLst/>
              <a:ahLst/>
              <a:rect l="l" t="t" r="r" b="b"/>
              <a:pathLst>
                <a:path w="8" h="5">
                  <a:moveTo>
                    <a:pt x="7" y="0"/>
                  </a:moveTo>
                  <a:lnTo>
                    <a:pt x="7" y="0"/>
                  </a:lnTo>
                  <a:lnTo>
                    <a:pt x="7" y="0"/>
                  </a:lnTo>
                  <a:lnTo>
                    <a:pt x="6" y="0"/>
                  </a:lnTo>
                  <a:lnTo>
                    <a:pt x="3" y="0"/>
                  </a:lnTo>
                  <a:lnTo>
                    <a:pt x="3" y="1"/>
                  </a:lnTo>
                  <a:lnTo>
                    <a:pt x="3" y="2"/>
                  </a:lnTo>
                  <a:lnTo>
                    <a:pt x="0" y="2"/>
                  </a:lnTo>
                  <a:lnTo>
                    <a:pt x="0" y="2"/>
                  </a:lnTo>
                  <a:lnTo>
                    <a:pt x="0" y="3"/>
                  </a:lnTo>
                  <a:lnTo>
                    <a:pt x="0" y="4"/>
                  </a:lnTo>
                  <a:lnTo>
                    <a:pt x="0" y="3"/>
                  </a:lnTo>
                  <a:lnTo>
                    <a:pt x="2" y="3"/>
                  </a:lnTo>
                  <a:lnTo>
                    <a:pt x="3" y="3"/>
                  </a:lnTo>
                  <a:lnTo>
                    <a:pt x="3" y="2"/>
                  </a:lnTo>
                  <a:lnTo>
                    <a:pt x="3" y="2"/>
                  </a:lnTo>
                  <a:lnTo>
                    <a:pt x="6" y="1"/>
                  </a:lnTo>
                  <a:lnTo>
                    <a:pt x="7" y="1"/>
                  </a:lnTo>
                  <a:lnTo>
                    <a:pt x="7" y="1"/>
                  </a:lnTo>
                  <a:lnTo>
                    <a:pt x="7" y="1"/>
                  </a:lnTo>
                  <a:lnTo>
                    <a:pt x="7" y="0"/>
                  </a:lnTo>
                  <a:lnTo>
                    <a:pt x="7"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311" name=""/>
            <p:cNvSpPr/>
            <p:nvPr/>
          </p:nvSpPr>
          <p:spPr>
            <a:xfrm>
              <a:off x="3730680" y="4071960"/>
              <a:ext cx="27000" cy="9360"/>
            </a:xfrm>
            <a:custGeom>
              <a:avLst/>
              <a:gdLst/>
              <a:ahLst/>
              <a:rect l="l" t="t" r="r" b="b"/>
              <a:pathLst>
                <a:path w="17" h="6">
                  <a:moveTo>
                    <a:pt x="16" y="0"/>
                  </a:moveTo>
                  <a:lnTo>
                    <a:pt x="16" y="0"/>
                  </a:lnTo>
                  <a:lnTo>
                    <a:pt x="13" y="2"/>
                  </a:lnTo>
                  <a:lnTo>
                    <a:pt x="13" y="4"/>
                  </a:lnTo>
                  <a:lnTo>
                    <a:pt x="12" y="4"/>
                  </a:lnTo>
                  <a:lnTo>
                    <a:pt x="12" y="4"/>
                  </a:lnTo>
                  <a:lnTo>
                    <a:pt x="9" y="4"/>
                  </a:lnTo>
                  <a:lnTo>
                    <a:pt x="8" y="4"/>
                  </a:lnTo>
                  <a:lnTo>
                    <a:pt x="4" y="4"/>
                  </a:lnTo>
                  <a:lnTo>
                    <a:pt x="0" y="4"/>
                  </a:lnTo>
                  <a:lnTo>
                    <a:pt x="0" y="5"/>
                  </a:lnTo>
                  <a:lnTo>
                    <a:pt x="4" y="5"/>
                  </a:lnTo>
                  <a:lnTo>
                    <a:pt x="8" y="5"/>
                  </a:lnTo>
                  <a:lnTo>
                    <a:pt x="9" y="5"/>
                  </a:lnTo>
                  <a:lnTo>
                    <a:pt x="12" y="5"/>
                  </a:lnTo>
                  <a:lnTo>
                    <a:pt x="13" y="5"/>
                  </a:lnTo>
                  <a:lnTo>
                    <a:pt x="13" y="4"/>
                  </a:lnTo>
                  <a:lnTo>
                    <a:pt x="13" y="4"/>
                  </a:lnTo>
                  <a:lnTo>
                    <a:pt x="16" y="2"/>
                  </a:lnTo>
                  <a:lnTo>
                    <a:pt x="16" y="2"/>
                  </a:lnTo>
                  <a:lnTo>
                    <a:pt x="16" y="0"/>
                  </a:lnTo>
                  <a:lnTo>
                    <a:pt x="16"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312" name=""/>
            <p:cNvSpPr/>
            <p:nvPr/>
          </p:nvSpPr>
          <p:spPr>
            <a:xfrm>
              <a:off x="3755880" y="4064040"/>
              <a:ext cx="16200" cy="12600"/>
            </a:xfrm>
            <a:custGeom>
              <a:avLst/>
              <a:gdLst/>
              <a:ahLst/>
              <a:rect l="l" t="t" r="r" b="b"/>
              <a:pathLst>
                <a:path w="10" h="8">
                  <a:moveTo>
                    <a:pt x="9" y="0"/>
                  </a:moveTo>
                  <a:lnTo>
                    <a:pt x="8" y="0"/>
                  </a:lnTo>
                  <a:lnTo>
                    <a:pt x="7" y="0"/>
                  </a:lnTo>
                  <a:lnTo>
                    <a:pt x="7" y="0"/>
                  </a:lnTo>
                  <a:lnTo>
                    <a:pt x="5" y="0"/>
                  </a:lnTo>
                  <a:lnTo>
                    <a:pt x="2" y="2"/>
                  </a:lnTo>
                  <a:lnTo>
                    <a:pt x="2" y="2"/>
                  </a:lnTo>
                  <a:lnTo>
                    <a:pt x="1" y="3"/>
                  </a:lnTo>
                  <a:lnTo>
                    <a:pt x="0" y="5"/>
                  </a:lnTo>
                  <a:lnTo>
                    <a:pt x="0" y="7"/>
                  </a:lnTo>
                  <a:lnTo>
                    <a:pt x="1" y="3"/>
                  </a:lnTo>
                  <a:lnTo>
                    <a:pt x="2" y="3"/>
                  </a:lnTo>
                  <a:lnTo>
                    <a:pt x="4" y="2"/>
                  </a:lnTo>
                  <a:lnTo>
                    <a:pt x="7" y="2"/>
                  </a:lnTo>
                  <a:lnTo>
                    <a:pt x="7" y="2"/>
                  </a:lnTo>
                  <a:lnTo>
                    <a:pt x="7" y="0"/>
                  </a:lnTo>
                  <a:lnTo>
                    <a:pt x="9" y="0"/>
                  </a:lnTo>
                  <a:lnTo>
                    <a:pt x="9" y="0"/>
                  </a:lnTo>
                  <a:lnTo>
                    <a:pt x="9" y="0"/>
                  </a:lnTo>
                  <a:lnTo>
                    <a:pt x="9"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313" name=""/>
            <p:cNvSpPr/>
            <p:nvPr/>
          </p:nvSpPr>
          <p:spPr>
            <a:xfrm>
              <a:off x="3755880" y="4068720"/>
              <a:ext cx="3240" cy="7920"/>
            </a:xfrm>
            <a:custGeom>
              <a:avLst/>
              <a:gdLst/>
              <a:ahLst/>
              <a:rect l="l" t="t" r="r" b="b"/>
              <a:pathLst>
                <a:path w="2" h="5">
                  <a:moveTo>
                    <a:pt x="0" y="4"/>
                  </a:moveTo>
                  <a:lnTo>
                    <a:pt x="0" y="4"/>
                  </a:lnTo>
                  <a:lnTo>
                    <a:pt x="1" y="4"/>
                  </a:lnTo>
                  <a:lnTo>
                    <a:pt x="0" y="2"/>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314" name=""/>
            <p:cNvSpPr/>
            <p:nvPr/>
          </p:nvSpPr>
          <p:spPr>
            <a:xfrm>
              <a:off x="3743280" y="4059360"/>
              <a:ext cx="3240" cy="2880"/>
            </a:xfrm>
            <a:custGeom>
              <a:avLst/>
              <a:gdLst/>
              <a:ahLst/>
              <a:rect l="l" t="t" r="r" b="b"/>
              <a:pathLst>
                <a:path w="2" h="2">
                  <a:moveTo>
                    <a:pt x="1" y="0"/>
                  </a:moveTo>
                  <a:lnTo>
                    <a:pt x="0" y="0"/>
                  </a:lnTo>
                  <a:lnTo>
                    <a:pt x="0" y="0"/>
                  </a:lnTo>
                  <a:lnTo>
                    <a:pt x="0" y="1"/>
                  </a:lnTo>
                  <a:lnTo>
                    <a:pt x="1" y="1"/>
                  </a:lnTo>
                  <a:lnTo>
                    <a:pt x="1" y="0"/>
                  </a:lnTo>
                  <a:lnTo>
                    <a:pt x="1"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315" name=""/>
            <p:cNvSpPr/>
            <p:nvPr/>
          </p:nvSpPr>
          <p:spPr>
            <a:xfrm>
              <a:off x="3745080" y="4052880"/>
              <a:ext cx="20520" cy="9360"/>
            </a:xfrm>
            <a:custGeom>
              <a:avLst/>
              <a:gdLst/>
              <a:ahLst/>
              <a:rect l="l" t="t" r="r" b="b"/>
              <a:pathLst>
                <a:path w="13" h="6">
                  <a:moveTo>
                    <a:pt x="9" y="0"/>
                  </a:moveTo>
                  <a:lnTo>
                    <a:pt x="9" y="0"/>
                  </a:lnTo>
                  <a:lnTo>
                    <a:pt x="9" y="3"/>
                  </a:lnTo>
                  <a:lnTo>
                    <a:pt x="8" y="3"/>
                  </a:lnTo>
                  <a:lnTo>
                    <a:pt x="7" y="3"/>
                  </a:lnTo>
                  <a:lnTo>
                    <a:pt x="4" y="4"/>
                  </a:lnTo>
                  <a:lnTo>
                    <a:pt x="3" y="4"/>
                  </a:lnTo>
                  <a:lnTo>
                    <a:pt x="0" y="4"/>
                  </a:lnTo>
                  <a:lnTo>
                    <a:pt x="0" y="4"/>
                  </a:lnTo>
                  <a:lnTo>
                    <a:pt x="0" y="4"/>
                  </a:lnTo>
                  <a:lnTo>
                    <a:pt x="0" y="5"/>
                  </a:lnTo>
                  <a:lnTo>
                    <a:pt x="0" y="5"/>
                  </a:lnTo>
                  <a:lnTo>
                    <a:pt x="0" y="5"/>
                  </a:lnTo>
                  <a:lnTo>
                    <a:pt x="3" y="5"/>
                  </a:lnTo>
                  <a:lnTo>
                    <a:pt x="4" y="4"/>
                  </a:lnTo>
                  <a:lnTo>
                    <a:pt x="7" y="4"/>
                  </a:lnTo>
                  <a:lnTo>
                    <a:pt x="9" y="4"/>
                  </a:lnTo>
                  <a:lnTo>
                    <a:pt x="9" y="3"/>
                  </a:lnTo>
                  <a:lnTo>
                    <a:pt x="12" y="2"/>
                  </a:lnTo>
                  <a:lnTo>
                    <a:pt x="12" y="2"/>
                  </a:lnTo>
                  <a:lnTo>
                    <a:pt x="9" y="0"/>
                  </a:lnTo>
                  <a:lnTo>
                    <a:pt x="9"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316" name=""/>
            <p:cNvSpPr/>
            <p:nvPr/>
          </p:nvSpPr>
          <p:spPr>
            <a:xfrm>
              <a:off x="3759120" y="4048200"/>
              <a:ext cx="27000" cy="9360"/>
            </a:xfrm>
            <a:custGeom>
              <a:avLst/>
              <a:gdLst/>
              <a:ahLst/>
              <a:rect l="l" t="t" r="r" b="b"/>
              <a:pathLst>
                <a:path w="17" h="6">
                  <a:moveTo>
                    <a:pt x="16" y="0"/>
                  </a:moveTo>
                  <a:lnTo>
                    <a:pt x="16" y="0"/>
                  </a:lnTo>
                  <a:lnTo>
                    <a:pt x="14" y="1"/>
                  </a:lnTo>
                  <a:lnTo>
                    <a:pt x="14" y="1"/>
                  </a:lnTo>
                  <a:lnTo>
                    <a:pt x="13" y="1"/>
                  </a:lnTo>
                  <a:lnTo>
                    <a:pt x="6" y="1"/>
                  </a:lnTo>
                  <a:lnTo>
                    <a:pt x="5" y="2"/>
                  </a:lnTo>
                  <a:lnTo>
                    <a:pt x="3" y="3"/>
                  </a:lnTo>
                  <a:lnTo>
                    <a:pt x="0" y="3"/>
                  </a:lnTo>
                  <a:lnTo>
                    <a:pt x="3" y="5"/>
                  </a:lnTo>
                  <a:lnTo>
                    <a:pt x="3" y="3"/>
                  </a:lnTo>
                  <a:lnTo>
                    <a:pt x="5" y="3"/>
                  </a:lnTo>
                  <a:lnTo>
                    <a:pt x="7" y="2"/>
                  </a:lnTo>
                  <a:lnTo>
                    <a:pt x="13" y="2"/>
                  </a:lnTo>
                  <a:lnTo>
                    <a:pt x="14" y="1"/>
                  </a:lnTo>
                  <a:lnTo>
                    <a:pt x="14" y="1"/>
                  </a:lnTo>
                  <a:lnTo>
                    <a:pt x="16" y="1"/>
                  </a:lnTo>
                  <a:lnTo>
                    <a:pt x="16" y="1"/>
                  </a:lnTo>
                  <a:lnTo>
                    <a:pt x="16" y="0"/>
                  </a:lnTo>
                  <a:lnTo>
                    <a:pt x="16"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317" name=""/>
            <p:cNvSpPr/>
            <p:nvPr/>
          </p:nvSpPr>
          <p:spPr>
            <a:xfrm>
              <a:off x="3762360" y="4052880"/>
              <a:ext cx="3240" cy="6480"/>
            </a:xfrm>
            <a:custGeom>
              <a:avLst/>
              <a:gdLst/>
              <a:ahLst/>
              <a:rect l="l" t="t" r="r" b="b"/>
              <a:pathLst>
                <a:path w="2" h="4">
                  <a:moveTo>
                    <a:pt x="0" y="3"/>
                  </a:moveTo>
                  <a:lnTo>
                    <a:pt x="1" y="2"/>
                  </a:lnTo>
                  <a:lnTo>
                    <a:pt x="1" y="0"/>
                  </a:lnTo>
                  <a:lnTo>
                    <a:pt x="1" y="0"/>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318" name=""/>
            <p:cNvSpPr/>
            <p:nvPr/>
          </p:nvSpPr>
          <p:spPr>
            <a:xfrm>
              <a:off x="3181320" y="4091040"/>
              <a:ext cx="4680" cy="1440"/>
            </a:xfrm>
            <a:custGeom>
              <a:avLst/>
              <a:gdLst/>
              <a:ahLst/>
              <a:rect l="l" t="t" r="r" b="b"/>
              <a:pathLst>
                <a:path w="3" h="1">
                  <a:moveTo>
                    <a:pt x="0" y="0"/>
                  </a:moveTo>
                  <a:lnTo>
                    <a:pt x="2" y="0"/>
                  </a:lnTo>
                  <a:lnTo>
                    <a:pt x="2" y="0"/>
                  </a:lnTo>
                  <a:lnTo>
                    <a:pt x="2"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319" name=""/>
            <p:cNvSpPr/>
            <p:nvPr/>
          </p:nvSpPr>
          <p:spPr>
            <a:xfrm>
              <a:off x="3170160" y="4084560"/>
              <a:ext cx="15840" cy="7920"/>
            </a:xfrm>
            <a:custGeom>
              <a:avLst/>
              <a:gdLst/>
              <a:ahLst/>
              <a:rect l="l" t="t" r="r" b="b"/>
              <a:pathLst>
                <a:path w="10" h="5">
                  <a:moveTo>
                    <a:pt x="2" y="0"/>
                  </a:moveTo>
                  <a:lnTo>
                    <a:pt x="2" y="0"/>
                  </a:lnTo>
                  <a:lnTo>
                    <a:pt x="2" y="0"/>
                  </a:lnTo>
                  <a:lnTo>
                    <a:pt x="2" y="2"/>
                  </a:lnTo>
                  <a:lnTo>
                    <a:pt x="5" y="2"/>
                  </a:lnTo>
                  <a:lnTo>
                    <a:pt x="7" y="2"/>
                  </a:lnTo>
                  <a:lnTo>
                    <a:pt x="7" y="4"/>
                  </a:lnTo>
                  <a:lnTo>
                    <a:pt x="7" y="4"/>
                  </a:lnTo>
                  <a:lnTo>
                    <a:pt x="7" y="4"/>
                  </a:lnTo>
                  <a:lnTo>
                    <a:pt x="7" y="4"/>
                  </a:lnTo>
                  <a:lnTo>
                    <a:pt x="9" y="4"/>
                  </a:lnTo>
                  <a:lnTo>
                    <a:pt x="9" y="4"/>
                  </a:lnTo>
                  <a:lnTo>
                    <a:pt x="7" y="4"/>
                  </a:lnTo>
                  <a:lnTo>
                    <a:pt x="7" y="2"/>
                  </a:lnTo>
                  <a:lnTo>
                    <a:pt x="7" y="2"/>
                  </a:lnTo>
                  <a:lnTo>
                    <a:pt x="6" y="0"/>
                  </a:lnTo>
                  <a:lnTo>
                    <a:pt x="2" y="0"/>
                  </a:lnTo>
                  <a:lnTo>
                    <a:pt x="2"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320" name=""/>
            <p:cNvSpPr/>
            <p:nvPr/>
          </p:nvSpPr>
          <p:spPr>
            <a:xfrm>
              <a:off x="3156120" y="4084560"/>
              <a:ext cx="18720" cy="7920"/>
            </a:xfrm>
            <a:custGeom>
              <a:avLst/>
              <a:gdLst/>
              <a:ahLst/>
              <a:rect l="l" t="t" r="r" b="b"/>
              <a:pathLst>
                <a:path w="12" h="5">
                  <a:moveTo>
                    <a:pt x="0" y="4"/>
                  </a:moveTo>
                  <a:lnTo>
                    <a:pt x="0" y="4"/>
                  </a:lnTo>
                  <a:lnTo>
                    <a:pt x="1" y="4"/>
                  </a:lnTo>
                  <a:lnTo>
                    <a:pt x="4" y="4"/>
                  </a:lnTo>
                  <a:lnTo>
                    <a:pt x="7" y="4"/>
                  </a:lnTo>
                  <a:lnTo>
                    <a:pt x="8" y="4"/>
                  </a:lnTo>
                  <a:lnTo>
                    <a:pt x="8" y="4"/>
                  </a:lnTo>
                  <a:lnTo>
                    <a:pt x="9" y="2"/>
                  </a:lnTo>
                  <a:lnTo>
                    <a:pt x="9" y="2"/>
                  </a:lnTo>
                  <a:lnTo>
                    <a:pt x="11" y="0"/>
                  </a:lnTo>
                  <a:lnTo>
                    <a:pt x="9" y="0"/>
                  </a:lnTo>
                  <a:lnTo>
                    <a:pt x="9" y="0"/>
                  </a:lnTo>
                  <a:lnTo>
                    <a:pt x="8" y="0"/>
                  </a:lnTo>
                  <a:lnTo>
                    <a:pt x="8" y="2"/>
                  </a:lnTo>
                  <a:lnTo>
                    <a:pt x="8" y="2"/>
                  </a:lnTo>
                  <a:lnTo>
                    <a:pt x="7" y="2"/>
                  </a:lnTo>
                  <a:lnTo>
                    <a:pt x="4" y="4"/>
                  </a:lnTo>
                  <a:lnTo>
                    <a:pt x="1" y="4"/>
                  </a:lnTo>
                  <a:lnTo>
                    <a:pt x="0" y="2"/>
                  </a:lnTo>
                  <a:lnTo>
                    <a:pt x="0" y="2"/>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321" name=""/>
            <p:cNvSpPr/>
            <p:nvPr/>
          </p:nvSpPr>
          <p:spPr>
            <a:xfrm>
              <a:off x="3133800" y="4084560"/>
              <a:ext cx="23760" cy="7920"/>
            </a:xfrm>
            <a:custGeom>
              <a:avLst/>
              <a:gdLst/>
              <a:ahLst/>
              <a:rect l="l" t="t" r="r" b="b"/>
              <a:pathLst>
                <a:path w="15" h="5">
                  <a:moveTo>
                    <a:pt x="0" y="4"/>
                  </a:moveTo>
                  <a:lnTo>
                    <a:pt x="2" y="2"/>
                  </a:lnTo>
                  <a:lnTo>
                    <a:pt x="5" y="2"/>
                  </a:lnTo>
                  <a:lnTo>
                    <a:pt x="5" y="2"/>
                  </a:lnTo>
                  <a:lnTo>
                    <a:pt x="6" y="2"/>
                  </a:lnTo>
                  <a:lnTo>
                    <a:pt x="10" y="2"/>
                  </a:lnTo>
                  <a:lnTo>
                    <a:pt x="10" y="2"/>
                  </a:lnTo>
                  <a:lnTo>
                    <a:pt x="13" y="4"/>
                  </a:lnTo>
                  <a:lnTo>
                    <a:pt x="14" y="4"/>
                  </a:lnTo>
                  <a:lnTo>
                    <a:pt x="14" y="2"/>
                  </a:lnTo>
                  <a:lnTo>
                    <a:pt x="13" y="2"/>
                  </a:lnTo>
                  <a:lnTo>
                    <a:pt x="10" y="0"/>
                  </a:lnTo>
                  <a:lnTo>
                    <a:pt x="10" y="0"/>
                  </a:lnTo>
                  <a:lnTo>
                    <a:pt x="6" y="0"/>
                  </a:lnTo>
                  <a:lnTo>
                    <a:pt x="5" y="0"/>
                  </a:lnTo>
                  <a:lnTo>
                    <a:pt x="4" y="0"/>
                  </a:lnTo>
                  <a:lnTo>
                    <a:pt x="2" y="0"/>
                  </a:lnTo>
                  <a:lnTo>
                    <a:pt x="0" y="2"/>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322" name=""/>
            <p:cNvSpPr/>
            <p:nvPr/>
          </p:nvSpPr>
          <p:spPr>
            <a:xfrm>
              <a:off x="3156120" y="4087800"/>
              <a:ext cx="1440" cy="4680"/>
            </a:xfrm>
            <a:custGeom>
              <a:avLst/>
              <a:gdLst/>
              <a:ahLst/>
              <a:rect l="l" t="t" r="r" b="b"/>
              <a:pathLst>
                <a:path w="1" h="3">
                  <a:moveTo>
                    <a:pt x="0" y="0"/>
                  </a:moveTo>
                  <a:lnTo>
                    <a:pt x="0" y="2"/>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323" name=""/>
            <p:cNvSpPr/>
            <p:nvPr/>
          </p:nvSpPr>
          <p:spPr>
            <a:xfrm>
              <a:off x="3149640" y="412740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324" name=""/>
            <p:cNvSpPr/>
            <p:nvPr/>
          </p:nvSpPr>
          <p:spPr>
            <a:xfrm>
              <a:off x="3129120" y="4127400"/>
              <a:ext cx="21960" cy="5040"/>
            </a:xfrm>
            <a:custGeom>
              <a:avLst/>
              <a:gdLst/>
              <a:ahLst/>
              <a:rect l="l" t="t" r="r" b="b"/>
              <a:pathLst>
                <a:path w="14" h="3">
                  <a:moveTo>
                    <a:pt x="0" y="1"/>
                  </a:moveTo>
                  <a:lnTo>
                    <a:pt x="0" y="1"/>
                  </a:lnTo>
                  <a:lnTo>
                    <a:pt x="2" y="2"/>
                  </a:lnTo>
                  <a:lnTo>
                    <a:pt x="3" y="2"/>
                  </a:lnTo>
                  <a:lnTo>
                    <a:pt x="6" y="2"/>
                  </a:lnTo>
                  <a:lnTo>
                    <a:pt x="8" y="2"/>
                  </a:lnTo>
                  <a:lnTo>
                    <a:pt x="9" y="1"/>
                  </a:lnTo>
                  <a:lnTo>
                    <a:pt x="11" y="1"/>
                  </a:lnTo>
                  <a:lnTo>
                    <a:pt x="13" y="0"/>
                  </a:lnTo>
                  <a:lnTo>
                    <a:pt x="13" y="0"/>
                  </a:lnTo>
                  <a:lnTo>
                    <a:pt x="13" y="0"/>
                  </a:lnTo>
                  <a:lnTo>
                    <a:pt x="13" y="0"/>
                  </a:lnTo>
                  <a:lnTo>
                    <a:pt x="11" y="0"/>
                  </a:lnTo>
                  <a:lnTo>
                    <a:pt x="9" y="0"/>
                  </a:lnTo>
                  <a:lnTo>
                    <a:pt x="8" y="1"/>
                  </a:lnTo>
                  <a:lnTo>
                    <a:pt x="6" y="1"/>
                  </a:lnTo>
                  <a:lnTo>
                    <a:pt x="3" y="1"/>
                  </a:lnTo>
                  <a:lnTo>
                    <a:pt x="2" y="1"/>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2325" name=""/>
            <p:cNvSpPr/>
            <p:nvPr/>
          </p:nvSpPr>
          <p:spPr>
            <a:xfrm>
              <a:off x="3111480" y="4127400"/>
              <a:ext cx="19080" cy="3240"/>
            </a:xfrm>
            <a:custGeom>
              <a:avLst/>
              <a:gdLst/>
              <a:ahLst/>
              <a:rect l="l" t="t" r="r" b="b"/>
              <a:pathLst>
                <a:path w="12" h="2">
                  <a:moveTo>
                    <a:pt x="0" y="0"/>
                  </a:moveTo>
                  <a:lnTo>
                    <a:pt x="0" y="0"/>
                  </a:lnTo>
                  <a:lnTo>
                    <a:pt x="1" y="0"/>
                  </a:lnTo>
                  <a:lnTo>
                    <a:pt x="1" y="0"/>
                  </a:lnTo>
                  <a:lnTo>
                    <a:pt x="4" y="0"/>
                  </a:lnTo>
                  <a:lnTo>
                    <a:pt x="4" y="0"/>
                  </a:lnTo>
                  <a:lnTo>
                    <a:pt x="6" y="0"/>
                  </a:lnTo>
                  <a:lnTo>
                    <a:pt x="7" y="0"/>
                  </a:lnTo>
                  <a:lnTo>
                    <a:pt x="11" y="1"/>
                  </a:lnTo>
                  <a:lnTo>
                    <a:pt x="11" y="0"/>
                  </a:lnTo>
                  <a:lnTo>
                    <a:pt x="7" y="0"/>
                  </a:lnTo>
                  <a:lnTo>
                    <a:pt x="6" y="0"/>
                  </a:lnTo>
                  <a:lnTo>
                    <a:pt x="4" y="0"/>
                  </a:lnTo>
                  <a:lnTo>
                    <a:pt x="4" y="0"/>
                  </a:lnTo>
                  <a:lnTo>
                    <a:pt x="1" y="0"/>
                  </a:lnTo>
                  <a:lnTo>
                    <a:pt x="1"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326" name=""/>
            <p:cNvSpPr/>
            <p:nvPr/>
          </p:nvSpPr>
          <p:spPr>
            <a:xfrm>
              <a:off x="3129120" y="4127400"/>
              <a:ext cx="1440" cy="3240"/>
            </a:xfrm>
            <a:custGeom>
              <a:avLst/>
              <a:gdLst/>
              <a:ahLst/>
              <a:rect l="l" t="t" r="r" b="b"/>
              <a:pathLst>
                <a:path w="1" h="2">
                  <a:moveTo>
                    <a:pt x="0" y="0"/>
                  </a:moveTo>
                  <a:lnTo>
                    <a:pt x="0" y="0"/>
                  </a:lnTo>
                  <a:lnTo>
                    <a:pt x="0" y="0"/>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327" name=""/>
            <p:cNvSpPr/>
            <p:nvPr/>
          </p:nvSpPr>
          <p:spPr>
            <a:xfrm>
              <a:off x="2994120" y="372420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328" name=""/>
            <p:cNvSpPr/>
            <p:nvPr/>
          </p:nvSpPr>
          <p:spPr>
            <a:xfrm>
              <a:off x="2975040" y="3724200"/>
              <a:ext cx="20520" cy="23760"/>
            </a:xfrm>
            <a:custGeom>
              <a:avLst/>
              <a:gdLst/>
              <a:ahLst/>
              <a:rect l="l" t="t" r="r" b="b"/>
              <a:pathLst>
                <a:path w="13" h="15">
                  <a:moveTo>
                    <a:pt x="0" y="14"/>
                  </a:moveTo>
                  <a:lnTo>
                    <a:pt x="0" y="14"/>
                  </a:lnTo>
                  <a:lnTo>
                    <a:pt x="3" y="13"/>
                  </a:lnTo>
                  <a:lnTo>
                    <a:pt x="6" y="9"/>
                  </a:lnTo>
                  <a:lnTo>
                    <a:pt x="11" y="9"/>
                  </a:lnTo>
                  <a:lnTo>
                    <a:pt x="11" y="7"/>
                  </a:lnTo>
                  <a:lnTo>
                    <a:pt x="12" y="4"/>
                  </a:lnTo>
                  <a:lnTo>
                    <a:pt x="12" y="3"/>
                  </a:lnTo>
                  <a:lnTo>
                    <a:pt x="12" y="2"/>
                  </a:lnTo>
                  <a:lnTo>
                    <a:pt x="12" y="0"/>
                  </a:lnTo>
                  <a:lnTo>
                    <a:pt x="12" y="0"/>
                  </a:lnTo>
                  <a:lnTo>
                    <a:pt x="12" y="2"/>
                  </a:lnTo>
                  <a:lnTo>
                    <a:pt x="11" y="3"/>
                  </a:lnTo>
                  <a:lnTo>
                    <a:pt x="11" y="4"/>
                  </a:lnTo>
                  <a:lnTo>
                    <a:pt x="11" y="7"/>
                  </a:lnTo>
                  <a:lnTo>
                    <a:pt x="11" y="9"/>
                  </a:lnTo>
                  <a:lnTo>
                    <a:pt x="5" y="9"/>
                  </a:lnTo>
                  <a:lnTo>
                    <a:pt x="3" y="13"/>
                  </a:lnTo>
                  <a:lnTo>
                    <a:pt x="0" y="13"/>
                  </a:lnTo>
                  <a:lnTo>
                    <a:pt x="0" y="13"/>
                  </a:lnTo>
                  <a:lnTo>
                    <a:pt x="0" y="14"/>
                  </a:lnTo>
                  <a:lnTo>
                    <a:pt x="0" y="14"/>
                  </a:lnTo>
                </a:path>
              </a:pathLst>
            </a:custGeom>
            <a:solidFill>
              <a:srgbClr val="a1e2ff"/>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329" name=""/>
            <p:cNvSpPr/>
            <p:nvPr/>
          </p:nvSpPr>
          <p:spPr>
            <a:xfrm>
              <a:off x="2948040" y="3745080"/>
              <a:ext cx="28440" cy="6120"/>
            </a:xfrm>
            <a:custGeom>
              <a:avLst/>
              <a:gdLst/>
              <a:ahLst/>
              <a:rect l="l" t="t" r="r" b="b"/>
              <a:pathLst>
                <a:path w="18" h="4">
                  <a:moveTo>
                    <a:pt x="3" y="3"/>
                  </a:moveTo>
                  <a:lnTo>
                    <a:pt x="3" y="1"/>
                  </a:lnTo>
                  <a:lnTo>
                    <a:pt x="3" y="1"/>
                  </a:lnTo>
                  <a:lnTo>
                    <a:pt x="3" y="1"/>
                  </a:lnTo>
                  <a:lnTo>
                    <a:pt x="3" y="1"/>
                  </a:lnTo>
                  <a:lnTo>
                    <a:pt x="5" y="1"/>
                  </a:lnTo>
                  <a:lnTo>
                    <a:pt x="8" y="1"/>
                  </a:lnTo>
                  <a:lnTo>
                    <a:pt x="8" y="1"/>
                  </a:lnTo>
                  <a:lnTo>
                    <a:pt x="8" y="1"/>
                  </a:lnTo>
                  <a:lnTo>
                    <a:pt x="8" y="1"/>
                  </a:lnTo>
                  <a:lnTo>
                    <a:pt x="8" y="1"/>
                  </a:lnTo>
                  <a:lnTo>
                    <a:pt x="8" y="1"/>
                  </a:lnTo>
                  <a:lnTo>
                    <a:pt x="11" y="1"/>
                  </a:lnTo>
                  <a:lnTo>
                    <a:pt x="16" y="1"/>
                  </a:lnTo>
                  <a:lnTo>
                    <a:pt x="16" y="1"/>
                  </a:lnTo>
                  <a:lnTo>
                    <a:pt x="16" y="1"/>
                  </a:lnTo>
                  <a:lnTo>
                    <a:pt x="17" y="1"/>
                  </a:lnTo>
                  <a:lnTo>
                    <a:pt x="17" y="0"/>
                  </a:lnTo>
                  <a:lnTo>
                    <a:pt x="16" y="0"/>
                  </a:lnTo>
                  <a:lnTo>
                    <a:pt x="16" y="0"/>
                  </a:lnTo>
                  <a:lnTo>
                    <a:pt x="16" y="0"/>
                  </a:lnTo>
                  <a:lnTo>
                    <a:pt x="11" y="0"/>
                  </a:lnTo>
                  <a:lnTo>
                    <a:pt x="8" y="0"/>
                  </a:lnTo>
                  <a:lnTo>
                    <a:pt x="8" y="1"/>
                  </a:lnTo>
                  <a:lnTo>
                    <a:pt x="8" y="1"/>
                  </a:lnTo>
                  <a:lnTo>
                    <a:pt x="8" y="1"/>
                  </a:lnTo>
                  <a:lnTo>
                    <a:pt x="8" y="1"/>
                  </a:lnTo>
                  <a:lnTo>
                    <a:pt x="7" y="1"/>
                  </a:lnTo>
                  <a:lnTo>
                    <a:pt x="5" y="1"/>
                  </a:lnTo>
                  <a:lnTo>
                    <a:pt x="3" y="1"/>
                  </a:lnTo>
                  <a:lnTo>
                    <a:pt x="3" y="1"/>
                  </a:lnTo>
                  <a:lnTo>
                    <a:pt x="3" y="1"/>
                  </a:lnTo>
                  <a:lnTo>
                    <a:pt x="3" y="1"/>
                  </a:lnTo>
                  <a:lnTo>
                    <a:pt x="0" y="1"/>
                  </a:lnTo>
                  <a:lnTo>
                    <a:pt x="3" y="3"/>
                  </a:lnTo>
                  <a:lnTo>
                    <a:pt x="3" y="3"/>
                  </a:lnTo>
                </a:path>
              </a:pathLst>
            </a:custGeom>
            <a:solidFill>
              <a:srgbClr val="a1e2ff"/>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330" name=""/>
            <p:cNvSpPr/>
            <p:nvPr/>
          </p:nvSpPr>
          <p:spPr>
            <a:xfrm>
              <a:off x="2973240" y="3745080"/>
              <a:ext cx="3240" cy="2880"/>
            </a:xfrm>
            <a:custGeom>
              <a:avLst/>
              <a:gdLst/>
              <a:ahLst/>
              <a:rect l="l" t="t" r="r" b="b"/>
              <a:pathLst>
                <a:path w="2" h="2">
                  <a:moveTo>
                    <a:pt x="0" y="0"/>
                  </a:moveTo>
                  <a:lnTo>
                    <a:pt x="0" y="1"/>
                  </a:lnTo>
                  <a:lnTo>
                    <a:pt x="1" y="1"/>
                  </a:lnTo>
                  <a:lnTo>
                    <a:pt x="1" y="1"/>
                  </a:lnTo>
                  <a:lnTo>
                    <a:pt x="1" y="1"/>
                  </a:lnTo>
                  <a:lnTo>
                    <a:pt x="0" y="0"/>
                  </a:lnTo>
                  <a:lnTo>
                    <a:pt x="0" y="0"/>
                  </a:lnTo>
                </a:path>
              </a:pathLst>
            </a:custGeom>
            <a:solidFill>
              <a:srgbClr val="a1e2ff"/>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331" name=""/>
            <p:cNvSpPr/>
            <p:nvPr/>
          </p:nvSpPr>
          <p:spPr>
            <a:xfrm>
              <a:off x="2879640" y="3762360"/>
              <a:ext cx="3240" cy="1440"/>
            </a:xfrm>
            <a:custGeom>
              <a:avLst/>
              <a:gdLst/>
              <a:ahLst/>
              <a:rect l="l" t="t" r="r" b="b"/>
              <a:pathLst>
                <a:path w="2" h="1">
                  <a:moveTo>
                    <a:pt x="1" y="0"/>
                  </a:moveTo>
                  <a:lnTo>
                    <a:pt x="0" y="0"/>
                  </a:lnTo>
                  <a:lnTo>
                    <a:pt x="0" y="0"/>
                  </a:lnTo>
                  <a:lnTo>
                    <a:pt x="0" y="0"/>
                  </a:lnTo>
                  <a:lnTo>
                    <a:pt x="1" y="0"/>
                  </a:lnTo>
                  <a:lnTo>
                    <a:pt x="1" y="0"/>
                  </a:lnTo>
                  <a:lnTo>
                    <a:pt x="1"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332" name=""/>
            <p:cNvSpPr/>
            <p:nvPr/>
          </p:nvSpPr>
          <p:spPr>
            <a:xfrm>
              <a:off x="2881440" y="3757680"/>
              <a:ext cx="14040" cy="6120"/>
            </a:xfrm>
            <a:custGeom>
              <a:avLst/>
              <a:gdLst/>
              <a:ahLst/>
              <a:rect l="l" t="t" r="r" b="b"/>
              <a:pathLst>
                <a:path w="9" h="4">
                  <a:moveTo>
                    <a:pt x="3" y="0"/>
                  </a:moveTo>
                  <a:lnTo>
                    <a:pt x="3" y="0"/>
                  </a:lnTo>
                  <a:lnTo>
                    <a:pt x="3" y="0"/>
                  </a:lnTo>
                  <a:lnTo>
                    <a:pt x="3" y="3"/>
                  </a:lnTo>
                  <a:lnTo>
                    <a:pt x="3" y="3"/>
                  </a:lnTo>
                  <a:lnTo>
                    <a:pt x="1" y="3"/>
                  </a:lnTo>
                  <a:lnTo>
                    <a:pt x="1" y="3"/>
                  </a:lnTo>
                  <a:lnTo>
                    <a:pt x="0" y="3"/>
                  </a:lnTo>
                  <a:lnTo>
                    <a:pt x="0" y="3"/>
                  </a:lnTo>
                  <a:lnTo>
                    <a:pt x="0" y="3"/>
                  </a:lnTo>
                  <a:lnTo>
                    <a:pt x="0" y="3"/>
                  </a:lnTo>
                  <a:lnTo>
                    <a:pt x="0" y="3"/>
                  </a:lnTo>
                  <a:lnTo>
                    <a:pt x="0" y="3"/>
                  </a:lnTo>
                  <a:lnTo>
                    <a:pt x="1" y="3"/>
                  </a:lnTo>
                  <a:lnTo>
                    <a:pt x="1" y="3"/>
                  </a:lnTo>
                  <a:lnTo>
                    <a:pt x="3" y="3"/>
                  </a:lnTo>
                  <a:lnTo>
                    <a:pt x="3" y="3"/>
                  </a:lnTo>
                  <a:lnTo>
                    <a:pt x="8" y="3"/>
                  </a:lnTo>
                  <a:lnTo>
                    <a:pt x="8" y="0"/>
                  </a:lnTo>
                  <a:lnTo>
                    <a:pt x="8" y="0"/>
                  </a:lnTo>
                  <a:lnTo>
                    <a:pt x="3" y="0"/>
                  </a:lnTo>
                  <a:lnTo>
                    <a:pt x="3" y="0"/>
                  </a:lnTo>
                </a:path>
              </a:pathLst>
            </a:custGeom>
            <a:solidFill>
              <a:srgbClr val="a1e2ff"/>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333" name=""/>
            <p:cNvSpPr/>
            <p:nvPr/>
          </p:nvSpPr>
          <p:spPr>
            <a:xfrm>
              <a:off x="2886120" y="3753000"/>
              <a:ext cx="9360" cy="6120"/>
            </a:xfrm>
            <a:custGeom>
              <a:avLst/>
              <a:gdLst/>
              <a:ahLst/>
              <a:rect l="l" t="t" r="r" b="b"/>
              <a:pathLst>
                <a:path w="6" h="4">
                  <a:moveTo>
                    <a:pt x="5" y="0"/>
                  </a:moveTo>
                  <a:lnTo>
                    <a:pt x="5" y="0"/>
                  </a:lnTo>
                  <a:lnTo>
                    <a:pt x="5" y="0"/>
                  </a:lnTo>
                  <a:lnTo>
                    <a:pt x="5" y="1"/>
                  </a:lnTo>
                  <a:lnTo>
                    <a:pt x="0" y="2"/>
                  </a:lnTo>
                  <a:lnTo>
                    <a:pt x="0" y="3"/>
                  </a:lnTo>
                  <a:lnTo>
                    <a:pt x="5" y="3"/>
                  </a:lnTo>
                  <a:lnTo>
                    <a:pt x="5" y="3"/>
                  </a:lnTo>
                  <a:lnTo>
                    <a:pt x="5" y="1"/>
                  </a:lnTo>
                  <a:lnTo>
                    <a:pt x="5" y="0"/>
                  </a:lnTo>
                  <a:lnTo>
                    <a:pt x="5" y="0"/>
                  </a:lnTo>
                  <a:lnTo>
                    <a:pt x="5" y="0"/>
                  </a:lnTo>
                  <a:lnTo>
                    <a:pt x="5" y="0"/>
                  </a:lnTo>
                  <a:lnTo>
                    <a:pt x="5" y="0"/>
                  </a:lnTo>
                </a:path>
              </a:pathLst>
            </a:custGeom>
            <a:solidFill>
              <a:srgbClr val="a1e2ff"/>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334" name=""/>
            <p:cNvSpPr/>
            <p:nvPr/>
          </p:nvSpPr>
          <p:spPr>
            <a:xfrm>
              <a:off x="2894040" y="3745080"/>
              <a:ext cx="1440" cy="9360"/>
            </a:xfrm>
            <a:custGeom>
              <a:avLst/>
              <a:gdLst/>
              <a:ahLst/>
              <a:rect l="l" t="t" r="r" b="b"/>
              <a:pathLst>
                <a:path w="1" h="6">
                  <a:moveTo>
                    <a:pt x="0" y="0"/>
                  </a:moveTo>
                  <a:lnTo>
                    <a:pt x="0" y="0"/>
                  </a:lnTo>
                  <a:lnTo>
                    <a:pt x="0" y="5"/>
                  </a:lnTo>
                  <a:lnTo>
                    <a:pt x="0" y="5"/>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335" name=""/>
            <p:cNvSpPr/>
            <p:nvPr/>
          </p:nvSpPr>
          <p:spPr>
            <a:xfrm>
              <a:off x="2894040" y="374508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336" name=""/>
            <p:cNvSpPr/>
            <p:nvPr/>
          </p:nvSpPr>
          <p:spPr>
            <a:xfrm>
              <a:off x="2921040" y="3745080"/>
              <a:ext cx="6480" cy="1440"/>
            </a:xfrm>
            <a:custGeom>
              <a:avLst/>
              <a:gdLst/>
              <a:ahLst/>
              <a:rect l="l" t="t" r="r" b="b"/>
              <a:pathLst>
                <a:path w="4" h="1">
                  <a:moveTo>
                    <a:pt x="3" y="0"/>
                  </a:moveTo>
                  <a:lnTo>
                    <a:pt x="3" y="0"/>
                  </a:lnTo>
                  <a:lnTo>
                    <a:pt x="3" y="0"/>
                  </a:lnTo>
                  <a:lnTo>
                    <a:pt x="3" y="0"/>
                  </a:lnTo>
                  <a:lnTo>
                    <a:pt x="0" y="0"/>
                  </a:lnTo>
                  <a:lnTo>
                    <a:pt x="3" y="0"/>
                  </a:lnTo>
                  <a:lnTo>
                    <a:pt x="3"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337" name=""/>
            <p:cNvSpPr/>
            <p:nvPr/>
          </p:nvSpPr>
          <p:spPr>
            <a:xfrm>
              <a:off x="2917800" y="3745080"/>
              <a:ext cx="9720" cy="2880"/>
            </a:xfrm>
            <a:custGeom>
              <a:avLst/>
              <a:gdLst/>
              <a:ahLst/>
              <a:rect l="l" t="t" r="r" b="b"/>
              <a:pathLst>
                <a:path w="6" h="2">
                  <a:moveTo>
                    <a:pt x="1" y="1"/>
                  </a:moveTo>
                  <a:lnTo>
                    <a:pt x="1" y="1"/>
                  </a:lnTo>
                  <a:lnTo>
                    <a:pt x="2" y="1"/>
                  </a:lnTo>
                  <a:lnTo>
                    <a:pt x="5" y="1"/>
                  </a:lnTo>
                  <a:lnTo>
                    <a:pt x="5" y="0"/>
                  </a:lnTo>
                  <a:lnTo>
                    <a:pt x="5" y="0"/>
                  </a:lnTo>
                  <a:lnTo>
                    <a:pt x="2" y="0"/>
                  </a:lnTo>
                  <a:lnTo>
                    <a:pt x="2" y="0"/>
                  </a:lnTo>
                  <a:lnTo>
                    <a:pt x="2" y="1"/>
                  </a:lnTo>
                  <a:lnTo>
                    <a:pt x="1" y="1"/>
                  </a:lnTo>
                  <a:lnTo>
                    <a:pt x="0" y="1"/>
                  </a:lnTo>
                  <a:lnTo>
                    <a:pt x="0" y="1"/>
                  </a:lnTo>
                  <a:lnTo>
                    <a:pt x="1" y="1"/>
                  </a:lnTo>
                  <a:lnTo>
                    <a:pt x="1" y="1"/>
                  </a:lnTo>
                </a:path>
              </a:pathLst>
            </a:custGeom>
            <a:solidFill>
              <a:srgbClr val="a1e2ff"/>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338" name=""/>
            <p:cNvSpPr/>
            <p:nvPr/>
          </p:nvSpPr>
          <p:spPr>
            <a:xfrm>
              <a:off x="2909880" y="3746520"/>
              <a:ext cx="11160" cy="17280"/>
            </a:xfrm>
            <a:custGeom>
              <a:avLst/>
              <a:gdLst/>
              <a:ahLst/>
              <a:rect l="l" t="t" r="r" b="b"/>
              <a:pathLst>
                <a:path w="7" h="11">
                  <a:moveTo>
                    <a:pt x="0" y="10"/>
                  </a:moveTo>
                  <a:lnTo>
                    <a:pt x="2" y="10"/>
                  </a:lnTo>
                  <a:lnTo>
                    <a:pt x="3" y="7"/>
                  </a:lnTo>
                  <a:lnTo>
                    <a:pt x="4" y="7"/>
                  </a:lnTo>
                  <a:lnTo>
                    <a:pt x="5" y="5"/>
                  </a:lnTo>
                  <a:lnTo>
                    <a:pt x="5" y="5"/>
                  </a:lnTo>
                  <a:lnTo>
                    <a:pt x="5" y="4"/>
                  </a:lnTo>
                  <a:lnTo>
                    <a:pt x="5" y="4"/>
                  </a:lnTo>
                  <a:lnTo>
                    <a:pt x="6" y="0"/>
                  </a:lnTo>
                  <a:lnTo>
                    <a:pt x="5" y="0"/>
                  </a:lnTo>
                  <a:lnTo>
                    <a:pt x="5" y="0"/>
                  </a:lnTo>
                  <a:lnTo>
                    <a:pt x="5" y="4"/>
                  </a:lnTo>
                  <a:lnTo>
                    <a:pt x="5" y="4"/>
                  </a:lnTo>
                  <a:lnTo>
                    <a:pt x="4" y="5"/>
                  </a:lnTo>
                  <a:lnTo>
                    <a:pt x="2" y="7"/>
                  </a:lnTo>
                  <a:lnTo>
                    <a:pt x="2" y="7"/>
                  </a:lnTo>
                  <a:lnTo>
                    <a:pt x="0" y="10"/>
                  </a:lnTo>
                  <a:lnTo>
                    <a:pt x="0" y="10"/>
                  </a:lnTo>
                  <a:lnTo>
                    <a:pt x="0" y="10"/>
                  </a:lnTo>
                  <a:lnTo>
                    <a:pt x="0" y="10"/>
                  </a:lnTo>
                </a:path>
              </a:pathLst>
            </a:custGeom>
            <a:solidFill>
              <a:srgbClr val="a1e2ff"/>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339" name=""/>
            <p:cNvSpPr/>
            <p:nvPr/>
          </p:nvSpPr>
          <p:spPr>
            <a:xfrm>
              <a:off x="2917800" y="3746520"/>
              <a:ext cx="3240" cy="1440"/>
            </a:xfrm>
            <a:custGeom>
              <a:avLst/>
              <a:gdLst/>
              <a:ahLst/>
              <a:rect l="l" t="t" r="r" b="b"/>
              <a:pathLst>
                <a:path w="2" h="1">
                  <a:moveTo>
                    <a:pt x="0" y="0"/>
                  </a:moveTo>
                  <a:lnTo>
                    <a:pt x="0" y="0"/>
                  </a:lnTo>
                  <a:lnTo>
                    <a:pt x="0" y="0"/>
                  </a:lnTo>
                  <a:lnTo>
                    <a:pt x="0" y="0"/>
                  </a:lnTo>
                  <a:lnTo>
                    <a:pt x="1" y="0"/>
                  </a:lnTo>
                  <a:lnTo>
                    <a:pt x="0" y="0"/>
                  </a:lnTo>
                  <a:lnTo>
                    <a:pt x="0"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340" name=""/>
            <p:cNvSpPr/>
            <p:nvPr/>
          </p:nvSpPr>
          <p:spPr>
            <a:xfrm>
              <a:off x="2948040" y="3735360"/>
              <a:ext cx="6120" cy="1440"/>
            </a:xfrm>
            <a:custGeom>
              <a:avLst/>
              <a:gdLst/>
              <a:ahLst/>
              <a:rect l="l" t="t" r="r" b="b"/>
              <a:pathLst>
                <a:path w="4" h="1">
                  <a:moveTo>
                    <a:pt x="3" y="0"/>
                  </a:moveTo>
                  <a:lnTo>
                    <a:pt x="3" y="0"/>
                  </a:lnTo>
                  <a:lnTo>
                    <a:pt x="3" y="0"/>
                  </a:lnTo>
                  <a:lnTo>
                    <a:pt x="3" y="0"/>
                  </a:lnTo>
                  <a:lnTo>
                    <a:pt x="0" y="0"/>
                  </a:lnTo>
                  <a:lnTo>
                    <a:pt x="3" y="0"/>
                  </a:lnTo>
                  <a:lnTo>
                    <a:pt x="3"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341" name=""/>
            <p:cNvSpPr/>
            <p:nvPr/>
          </p:nvSpPr>
          <p:spPr>
            <a:xfrm>
              <a:off x="2941560" y="3735360"/>
              <a:ext cx="12600" cy="19080"/>
            </a:xfrm>
            <a:custGeom>
              <a:avLst/>
              <a:gdLst/>
              <a:ahLst/>
              <a:rect l="l" t="t" r="r" b="b"/>
              <a:pathLst>
                <a:path w="8" h="12">
                  <a:moveTo>
                    <a:pt x="2" y="11"/>
                  </a:moveTo>
                  <a:lnTo>
                    <a:pt x="2" y="7"/>
                  </a:lnTo>
                  <a:lnTo>
                    <a:pt x="2" y="7"/>
                  </a:lnTo>
                  <a:lnTo>
                    <a:pt x="2" y="7"/>
                  </a:lnTo>
                  <a:lnTo>
                    <a:pt x="4" y="6"/>
                  </a:lnTo>
                  <a:lnTo>
                    <a:pt x="4" y="2"/>
                  </a:lnTo>
                  <a:lnTo>
                    <a:pt x="7" y="2"/>
                  </a:lnTo>
                  <a:lnTo>
                    <a:pt x="7" y="2"/>
                  </a:lnTo>
                  <a:lnTo>
                    <a:pt x="7" y="0"/>
                  </a:lnTo>
                  <a:lnTo>
                    <a:pt x="4" y="0"/>
                  </a:lnTo>
                  <a:lnTo>
                    <a:pt x="4" y="0"/>
                  </a:lnTo>
                  <a:lnTo>
                    <a:pt x="4" y="2"/>
                  </a:lnTo>
                  <a:lnTo>
                    <a:pt x="2" y="2"/>
                  </a:lnTo>
                  <a:lnTo>
                    <a:pt x="2" y="2"/>
                  </a:lnTo>
                  <a:lnTo>
                    <a:pt x="2" y="6"/>
                  </a:lnTo>
                  <a:lnTo>
                    <a:pt x="2" y="7"/>
                  </a:lnTo>
                  <a:lnTo>
                    <a:pt x="2" y="7"/>
                  </a:lnTo>
                  <a:lnTo>
                    <a:pt x="0" y="7"/>
                  </a:lnTo>
                  <a:lnTo>
                    <a:pt x="2" y="11"/>
                  </a:lnTo>
                  <a:lnTo>
                    <a:pt x="2" y="11"/>
                  </a:lnTo>
                </a:path>
              </a:pathLst>
            </a:custGeom>
            <a:solidFill>
              <a:srgbClr val="a1e2ff"/>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342" name=""/>
            <p:cNvSpPr/>
            <p:nvPr/>
          </p:nvSpPr>
          <p:spPr>
            <a:xfrm>
              <a:off x="2948040" y="3735360"/>
              <a:ext cx="6120" cy="4680"/>
            </a:xfrm>
            <a:custGeom>
              <a:avLst/>
              <a:gdLst/>
              <a:ahLst/>
              <a:rect l="l" t="t" r="r" b="b"/>
              <a:pathLst>
                <a:path w="4" h="3">
                  <a:moveTo>
                    <a:pt x="3" y="0"/>
                  </a:moveTo>
                  <a:lnTo>
                    <a:pt x="0" y="0"/>
                  </a:lnTo>
                  <a:lnTo>
                    <a:pt x="3" y="0"/>
                  </a:lnTo>
                  <a:lnTo>
                    <a:pt x="3" y="2"/>
                  </a:lnTo>
                  <a:lnTo>
                    <a:pt x="3" y="2"/>
                  </a:lnTo>
                  <a:lnTo>
                    <a:pt x="3" y="0"/>
                  </a:lnTo>
                  <a:lnTo>
                    <a:pt x="3" y="0"/>
                  </a:lnTo>
                </a:path>
              </a:pathLst>
            </a:custGeom>
            <a:solidFill>
              <a:srgbClr val="a1e2ff"/>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343" name=""/>
            <p:cNvSpPr/>
            <p:nvPr/>
          </p:nvSpPr>
          <p:spPr>
            <a:xfrm>
              <a:off x="3059280" y="362412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344" name=""/>
            <p:cNvSpPr/>
            <p:nvPr/>
          </p:nvSpPr>
          <p:spPr>
            <a:xfrm>
              <a:off x="3059280" y="3624120"/>
              <a:ext cx="1440" cy="19080"/>
            </a:xfrm>
            <a:custGeom>
              <a:avLst/>
              <a:gdLst/>
              <a:ahLst/>
              <a:rect l="l" t="t" r="r" b="b"/>
              <a:pathLst>
                <a:path w="1" h="12">
                  <a:moveTo>
                    <a:pt x="0" y="11"/>
                  </a:moveTo>
                  <a:lnTo>
                    <a:pt x="0" y="11"/>
                  </a:lnTo>
                  <a:lnTo>
                    <a:pt x="0" y="9"/>
                  </a:lnTo>
                  <a:lnTo>
                    <a:pt x="0" y="7"/>
                  </a:lnTo>
                  <a:lnTo>
                    <a:pt x="0" y="3"/>
                  </a:lnTo>
                  <a:lnTo>
                    <a:pt x="0" y="0"/>
                  </a:lnTo>
                  <a:lnTo>
                    <a:pt x="0" y="0"/>
                  </a:lnTo>
                  <a:lnTo>
                    <a:pt x="0" y="3"/>
                  </a:lnTo>
                  <a:lnTo>
                    <a:pt x="0" y="7"/>
                  </a:lnTo>
                  <a:lnTo>
                    <a:pt x="0" y="9"/>
                  </a:lnTo>
                  <a:lnTo>
                    <a:pt x="0" y="11"/>
                  </a:lnTo>
                  <a:lnTo>
                    <a:pt x="0" y="11"/>
                  </a:lnTo>
                  <a:lnTo>
                    <a:pt x="0" y="11"/>
                  </a:lnTo>
                  <a:lnTo>
                    <a:pt x="0" y="11"/>
                  </a:lnTo>
                </a:path>
              </a:pathLst>
            </a:custGeom>
            <a:solidFill>
              <a:srgbClr val="a1e2ff"/>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345" name=""/>
            <p:cNvSpPr/>
            <p:nvPr/>
          </p:nvSpPr>
          <p:spPr>
            <a:xfrm>
              <a:off x="3059280" y="3641760"/>
              <a:ext cx="4680" cy="20520"/>
            </a:xfrm>
            <a:custGeom>
              <a:avLst/>
              <a:gdLst/>
              <a:ahLst/>
              <a:rect l="l" t="t" r="r" b="b"/>
              <a:pathLst>
                <a:path w="3" h="13">
                  <a:moveTo>
                    <a:pt x="0" y="11"/>
                  </a:moveTo>
                  <a:lnTo>
                    <a:pt x="0" y="12"/>
                  </a:lnTo>
                  <a:lnTo>
                    <a:pt x="1" y="11"/>
                  </a:lnTo>
                  <a:lnTo>
                    <a:pt x="2" y="11"/>
                  </a:lnTo>
                  <a:lnTo>
                    <a:pt x="2" y="5"/>
                  </a:lnTo>
                  <a:lnTo>
                    <a:pt x="2" y="5"/>
                  </a:lnTo>
                  <a:lnTo>
                    <a:pt x="2" y="5"/>
                  </a:lnTo>
                  <a:lnTo>
                    <a:pt x="2" y="4"/>
                  </a:lnTo>
                  <a:lnTo>
                    <a:pt x="1" y="0"/>
                  </a:lnTo>
                  <a:lnTo>
                    <a:pt x="0" y="0"/>
                  </a:lnTo>
                  <a:lnTo>
                    <a:pt x="0" y="0"/>
                  </a:lnTo>
                  <a:lnTo>
                    <a:pt x="0" y="1"/>
                  </a:lnTo>
                  <a:lnTo>
                    <a:pt x="0" y="4"/>
                  </a:lnTo>
                  <a:lnTo>
                    <a:pt x="1" y="5"/>
                  </a:lnTo>
                  <a:lnTo>
                    <a:pt x="1" y="5"/>
                  </a:lnTo>
                  <a:lnTo>
                    <a:pt x="1" y="5"/>
                  </a:lnTo>
                  <a:lnTo>
                    <a:pt x="0" y="10"/>
                  </a:lnTo>
                  <a:lnTo>
                    <a:pt x="0" y="11"/>
                  </a:lnTo>
                  <a:lnTo>
                    <a:pt x="0" y="11"/>
                  </a:lnTo>
                  <a:lnTo>
                    <a:pt x="0" y="12"/>
                  </a:lnTo>
                  <a:lnTo>
                    <a:pt x="0" y="11"/>
                  </a:lnTo>
                  <a:lnTo>
                    <a:pt x="0" y="11"/>
                  </a:lnTo>
                  <a:lnTo>
                    <a:pt x="0" y="12"/>
                  </a:lnTo>
                  <a:lnTo>
                    <a:pt x="0" y="11"/>
                  </a:lnTo>
                  <a:lnTo>
                    <a:pt x="0" y="11"/>
                  </a:lnTo>
                </a:path>
              </a:pathLst>
            </a:custGeom>
            <a:solidFill>
              <a:srgbClr val="a1e2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346" name=""/>
            <p:cNvSpPr/>
            <p:nvPr/>
          </p:nvSpPr>
          <p:spPr>
            <a:xfrm>
              <a:off x="3059280" y="3659040"/>
              <a:ext cx="2880" cy="19080"/>
            </a:xfrm>
            <a:custGeom>
              <a:avLst/>
              <a:gdLst/>
              <a:ahLst/>
              <a:rect l="l" t="t" r="r" b="b"/>
              <a:pathLst>
                <a:path w="2" h="12">
                  <a:moveTo>
                    <a:pt x="0" y="11"/>
                  </a:moveTo>
                  <a:lnTo>
                    <a:pt x="1" y="7"/>
                  </a:lnTo>
                  <a:lnTo>
                    <a:pt x="1" y="4"/>
                  </a:lnTo>
                  <a:lnTo>
                    <a:pt x="0" y="1"/>
                  </a:lnTo>
                  <a:lnTo>
                    <a:pt x="0" y="0"/>
                  </a:lnTo>
                  <a:lnTo>
                    <a:pt x="0" y="1"/>
                  </a:lnTo>
                  <a:lnTo>
                    <a:pt x="0" y="1"/>
                  </a:lnTo>
                  <a:lnTo>
                    <a:pt x="0" y="4"/>
                  </a:lnTo>
                  <a:lnTo>
                    <a:pt x="0" y="7"/>
                  </a:lnTo>
                  <a:lnTo>
                    <a:pt x="0" y="9"/>
                  </a:lnTo>
                  <a:lnTo>
                    <a:pt x="0" y="11"/>
                  </a:lnTo>
                  <a:lnTo>
                    <a:pt x="0" y="11"/>
                  </a:lnTo>
                </a:path>
              </a:pathLst>
            </a:custGeom>
            <a:solidFill>
              <a:srgbClr val="a1e2ff"/>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347" name=""/>
            <p:cNvSpPr/>
            <p:nvPr/>
          </p:nvSpPr>
          <p:spPr>
            <a:xfrm>
              <a:off x="3059280" y="3659040"/>
              <a:ext cx="1440" cy="3240"/>
            </a:xfrm>
            <a:custGeom>
              <a:avLst/>
              <a:gdLst/>
              <a:ahLst/>
              <a:rect l="l" t="t" r="r" b="b"/>
              <a:pathLst>
                <a:path w="1" h="2">
                  <a:moveTo>
                    <a:pt x="0" y="0"/>
                  </a:moveTo>
                  <a:lnTo>
                    <a:pt x="0" y="0"/>
                  </a:lnTo>
                  <a:lnTo>
                    <a:pt x="0" y="1"/>
                  </a:lnTo>
                  <a:lnTo>
                    <a:pt x="0" y="1"/>
                  </a:lnTo>
                  <a:lnTo>
                    <a:pt x="0" y="1"/>
                  </a:lnTo>
                  <a:lnTo>
                    <a:pt x="0" y="0"/>
                  </a:lnTo>
                  <a:lnTo>
                    <a:pt x="0" y="0"/>
                  </a:lnTo>
                </a:path>
              </a:pathLst>
            </a:custGeom>
            <a:solidFill>
              <a:srgbClr val="a1e2ff"/>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348" name=""/>
            <p:cNvSpPr/>
            <p:nvPr/>
          </p:nvSpPr>
          <p:spPr>
            <a:xfrm>
              <a:off x="3097080" y="3660840"/>
              <a:ext cx="1800" cy="6120"/>
            </a:xfrm>
            <a:custGeom>
              <a:avLst/>
              <a:gdLst/>
              <a:ahLst/>
              <a:rect l="l" t="t" r="r" b="b"/>
              <a:pathLst>
                <a:path w="1" h="4">
                  <a:moveTo>
                    <a:pt x="0" y="0"/>
                  </a:moveTo>
                  <a:lnTo>
                    <a:pt x="0" y="0"/>
                  </a:lnTo>
                  <a:lnTo>
                    <a:pt x="0" y="1"/>
                  </a:lnTo>
                  <a:lnTo>
                    <a:pt x="0" y="3"/>
                  </a:lnTo>
                  <a:lnTo>
                    <a:pt x="0" y="3"/>
                  </a:lnTo>
                  <a:lnTo>
                    <a:pt x="0" y="0"/>
                  </a:lnTo>
                  <a:lnTo>
                    <a:pt x="0" y="0"/>
                  </a:lnTo>
                </a:path>
              </a:pathLst>
            </a:custGeom>
            <a:solidFill>
              <a:srgbClr val="a1e2ff"/>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349" name=""/>
            <p:cNvSpPr/>
            <p:nvPr/>
          </p:nvSpPr>
          <p:spPr>
            <a:xfrm>
              <a:off x="3097080" y="3660840"/>
              <a:ext cx="5040" cy="14400"/>
            </a:xfrm>
            <a:custGeom>
              <a:avLst/>
              <a:gdLst/>
              <a:ahLst/>
              <a:rect l="l" t="t" r="r" b="b"/>
              <a:pathLst>
                <a:path w="3" h="9">
                  <a:moveTo>
                    <a:pt x="2" y="8"/>
                  </a:moveTo>
                  <a:lnTo>
                    <a:pt x="2" y="8"/>
                  </a:lnTo>
                  <a:lnTo>
                    <a:pt x="2" y="7"/>
                  </a:lnTo>
                  <a:lnTo>
                    <a:pt x="2" y="6"/>
                  </a:lnTo>
                  <a:lnTo>
                    <a:pt x="1" y="3"/>
                  </a:lnTo>
                  <a:lnTo>
                    <a:pt x="0" y="3"/>
                  </a:lnTo>
                  <a:lnTo>
                    <a:pt x="0" y="3"/>
                  </a:lnTo>
                  <a:lnTo>
                    <a:pt x="0" y="3"/>
                  </a:lnTo>
                  <a:lnTo>
                    <a:pt x="0" y="1"/>
                  </a:lnTo>
                  <a:lnTo>
                    <a:pt x="0" y="0"/>
                  </a:lnTo>
                  <a:lnTo>
                    <a:pt x="0" y="3"/>
                  </a:lnTo>
                  <a:lnTo>
                    <a:pt x="0" y="3"/>
                  </a:lnTo>
                  <a:lnTo>
                    <a:pt x="0" y="3"/>
                  </a:lnTo>
                  <a:lnTo>
                    <a:pt x="0" y="3"/>
                  </a:lnTo>
                  <a:lnTo>
                    <a:pt x="0" y="3"/>
                  </a:lnTo>
                  <a:lnTo>
                    <a:pt x="0" y="3"/>
                  </a:lnTo>
                  <a:lnTo>
                    <a:pt x="0" y="6"/>
                  </a:lnTo>
                  <a:lnTo>
                    <a:pt x="1" y="7"/>
                  </a:lnTo>
                  <a:lnTo>
                    <a:pt x="0" y="8"/>
                  </a:lnTo>
                  <a:lnTo>
                    <a:pt x="0" y="8"/>
                  </a:lnTo>
                  <a:lnTo>
                    <a:pt x="2" y="8"/>
                  </a:lnTo>
                  <a:lnTo>
                    <a:pt x="2" y="8"/>
                  </a:lnTo>
                </a:path>
              </a:pathLst>
            </a:custGeom>
            <a:solidFill>
              <a:srgbClr val="a1e2ff"/>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350" name=""/>
            <p:cNvSpPr/>
            <p:nvPr/>
          </p:nvSpPr>
          <p:spPr>
            <a:xfrm>
              <a:off x="3097080" y="3673440"/>
              <a:ext cx="5040" cy="25560"/>
            </a:xfrm>
            <a:custGeom>
              <a:avLst/>
              <a:gdLst/>
              <a:ahLst/>
              <a:rect l="l" t="t" r="r" b="b"/>
              <a:pathLst>
                <a:path w="3" h="16">
                  <a:moveTo>
                    <a:pt x="2" y="15"/>
                  </a:moveTo>
                  <a:lnTo>
                    <a:pt x="2" y="15"/>
                  </a:lnTo>
                  <a:lnTo>
                    <a:pt x="2" y="14"/>
                  </a:lnTo>
                  <a:lnTo>
                    <a:pt x="2" y="14"/>
                  </a:lnTo>
                  <a:lnTo>
                    <a:pt x="2" y="9"/>
                  </a:lnTo>
                  <a:lnTo>
                    <a:pt x="2" y="6"/>
                  </a:lnTo>
                  <a:lnTo>
                    <a:pt x="2" y="5"/>
                  </a:lnTo>
                  <a:lnTo>
                    <a:pt x="2" y="5"/>
                  </a:lnTo>
                  <a:lnTo>
                    <a:pt x="2" y="3"/>
                  </a:lnTo>
                  <a:lnTo>
                    <a:pt x="2" y="0"/>
                  </a:lnTo>
                  <a:lnTo>
                    <a:pt x="0" y="0"/>
                  </a:lnTo>
                  <a:lnTo>
                    <a:pt x="0" y="3"/>
                  </a:lnTo>
                  <a:lnTo>
                    <a:pt x="0" y="5"/>
                  </a:lnTo>
                  <a:lnTo>
                    <a:pt x="1" y="5"/>
                  </a:lnTo>
                  <a:lnTo>
                    <a:pt x="1" y="6"/>
                  </a:lnTo>
                  <a:lnTo>
                    <a:pt x="2" y="9"/>
                  </a:lnTo>
                  <a:lnTo>
                    <a:pt x="2" y="14"/>
                  </a:lnTo>
                  <a:lnTo>
                    <a:pt x="2" y="14"/>
                  </a:lnTo>
                  <a:lnTo>
                    <a:pt x="1" y="14"/>
                  </a:lnTo>
                  <a:lnTo>
                    <a:pt x="1" y="14"/>
                  </a:lnTo>
                  <a:lnTo>
                    <a:pt x="2" y="15"/>
                  </a:lnTo>
                  <a:lnTo>
                    <a:pt x="2" y="15"/>
                  </a:lnTo>
                </a:path>
              </a:pathLst>
            </a:custGeom>
            <a:solidFill>
              <a:srgbClr val="a1e2ff"/>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2351" name=""/>
            <p:cNvSpPr/>
            <p:nvPr/>
          </p:nvSpPr>
          <p:spPr>
            <a:xfrm>
              <a:off x="3097080" y="3695760"/>
              <a:ext cx="5040" cy="11160"/>
            </a:xfrm>
            <a:custGeom>
              <a:avLst/>
              <a:gdLst/>
              <a:ahLst/>
              <a:rect l="l" t="t" r="r" b="b"/>
              <a:pathLst>
                <a:path w="3" h="7">
                  <a:moveTo>
                    <a:pt x="0" y="6"/>
                  </a:moveTo>
                  <a:lnTo>
                    <a:pt x="0" y="6"/>
                  </a:lnTo>
                  <a:lnTo>
                    <a:pt x="0" y="3"/>
                  </a:lnTo>
                  <a:lnTo>
                    <a:pt x="0" y="3"/>
                  </a:lnTo>
                  <a:lnTo>
                    <a:pt x="2" y="1"/>
                  </a:lnTo>
                  <a:lnTo>
                    <a:pt x="1" y="0"/>
                  </a:lnTo>
                  <a:lnTo>
                    <a:pt x="0" y="3"/>
                  </a:lnTo>
                  <a:lnTo>
                    <a:pt x="0" y="3"/>
                  </a:lnTo>
                  <a:lnTo>
                    <a:pt x="0" y="6"/>
                  </a:lnTo>
                  <a:lnTo>
                    <a:pt x="0" y="6"/>
                  </a:lnTo>
                  <a:lnTo>
                    <a:pt x="0" y="6"/>
                  </a:lnTo>
                  <a:lnTo>
                    <a:pt x="0" y="6"/>
                  </a:lnTo>
                </a:path>
              </a:pathLst>
            </a:custGeom>
            <a:solidFill>
              <a:srgbClr val="a1e2ff"/>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352" name=""/>
            <p:cNvSpPr/>
            <p:nvPr/>
          </p:nvSpPr>
          <p:spPr>
            <a:xfrm>
              <a:off x="3097080" y="3695760"/>
              <a:ext cx="5040" cy="3240"/>
            </a:xfrm>
            <a:custGeom>
              <a:avLst/>
              <a:gdLst/>
              <a:ahLst/>
              <a:rect l="l" t="t" r="r" b="b"/>
              <a:pathLst>
                <a:path w="3" h="2">
                  <a:moveTo>
                    <a:pt x="0" y="0"/>
                  </a:moveTo>
                  <a:lnTo>
                    <a:pt x="1" y="1"/>
                  </a:lnTo>
                  <a:lnTo>
                    <a:pt x="1" y="1"/>
                  </a:lnTo>
                  <a:lnTo>
                    <a:pt x="2" y="1"/>
                  </a:lnTo>
                  <a:lnTo>
                    <a:pt x="2" y="0"/>
                  </a:lnTo>
                  <a:lnTo>
                    <a:pt x="0" y="0"/>
                  </a:lnTo>
                  <a:lnTo>
                    <a:pt x="0" y="0"/>
                  </a:lnTo>
                </a:path>
              </a:pathLst>
            </a:custGeom>
            <a:solidFill>
              <a:srgbClr val="a1e2ff"/>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353" name=""/>
            <p:cNvSpPr/>
            <p:nvPr/>
          </p:nvSpPr>
          <p:spPr>
            <a:xfrm>
              <a:off x="2975040" y="3951360"/>
              <a:ext cx="4680" cy="1440"/>
            </a:xfrm>
            <a:custGeom>
              <a:avLst/>
              <a:gdLst/>
              <a:ahLst/>
              <a:rect l="l" t="t" r="r" b="b"/>
              <a:pathLst>
                <a:path w="3" h="1">
                  <a:moveTo>
                    <a:pt x="2" y="0"/>
                  </a:moveTo>
                  <a:lnTo>
                    <a:pt x="0" y="0"/>
                  </a:lnTo>
                  <a:lnTo>
                    <a:pt x="2" y="0"/>
                  </a:lnTo>
                  <a:lnTo>
                    <a:pt x="2" y="0"/>
                  </a:lnTo>
                  <a:lnTo>
                    <a:pt x="2" y="0"/>
                  </a:lnTo>
                  <a:lnTo>
                    <a:pt x="2" y="0"/>
                  </a:lnTo>
                  <a:lnTo>
                    <a:pt x="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354" name=""/>
            <p:cNvSpPr/>
            <p:nvPr/>
          </p:nvSpPr>
          <p:spPr>
            <a:xfrm>
              <a:off x="2978280" y="3944880"/>
              <a:ext cx="15840" cy="7920"/>
            </a:xfrm>
            <a:custGeom>
              <a:avLst/>
              <a:gdLst/>
              <a:ahLst/>
              <a:rect l="l" t="t" r="r" b="b"/>
              <a:pathLst>
                <a:path w="10" h="5">
                  <a:moveTo>
                    <a:pt x="9" y="0"/>
                  </a:moveTo>
                  <a:lnTo>
                    <a:pt x="9" y="0"/>
                  </a:lnTo>
                  <a:lnTo>
                    <a:pt x="9" y="2"/>
                  </a:lnTo>
                  <a:lnTo>
                    <a:pt x="3" y="2"/>
                  </a:lnTo>
                  <a:lnTo>
                    <a:pt x="3" y="2"/>
                  </a:lnTo>
                  <a:lnTo>
                    <a:pt x="1" y="2"/>
                  </a:lnTo>
                  <a:lnTo>
                    <a:pt x="1" y="4"/>
                  </a:lnTo>
                  <a:lnTo>
                    <a:pt x="0" y="4"/>
                  </a:lnTo>
                  <a:lnTo>
                    <a:pt x="0" y="4"/>
                  </a:lnTo>
                  <a:lnTo>
                    <a:pt x="0" y="4"/>
                  </a:lnTo>
                  <a:lnTo>
                    <a:pt x="0" y="4"/>
                  </a:lnTo>
                  <a:lnTo>
                    <a:pt x="1" y="4"/>
                  </a:lnTo>
                  <a:lnTo>
                    <a:pt x="1" y="4"/>
                  </a:lnTo>
                  <a:lnTo>
                    <a:pt x="1" y="4"/>
                  </a:lnTo>
                  <a:lnTo>
                    <a:pt x="3" y="4"/>
                  </a:lnTo>
                  <a:lnTo>
                    <a:pt x="3" y="2"/>
                  </a:lnTo>
                  <a:lnTo>
                    <a:pt x="4" y="2"/>
                  </a:lnTo>
                  <a:lnTo>
                    <a:pt x="9" y="2"/>
                  </a:lnTo>
                  <a:lnTo>
                    <a:pt x="9" y="2"/>
                  </a:lnTo>
                  <a:lnTo>
                    <a:pt x="9" y="2"/>
                  </a:lnTo>
                  <a:lnTo>
                    <a:pt x="9" y="0"/>
                  </a:lnTo>
                  <a:lnTo>
                    <a:pt x="9"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355" name=""/>
            <p:cNvSpPr/>
            <p:nvPr/>
          </p:nvSpPr>
          <p:spPr>
            <a:xfrm>
              <a:off x="2992320" y="3936960"/>
              <a:ext cx="12960" cy="12600"/>
            </a:xfrm>
            <a:custGeom>
              <a:avLst/>
              <a:gdLst/>
              <a:ahLst/>
              <a:rect l="l" t="t" r="r" b="b"/>
              <a:pathLst>
                <a:path w="8" h="8">
                  <a:moveTo>
                    <a:pt x="6" y="0"/>
                  </a:moveTo>
                  <a:lnTo>
                    <a:pt x="4" y="3"/>
                  </a:lnTo>
                  <a:lnTo>
                    <a:pt x="2" y="4"/>
                  </a:lnTo>
                  <a:lnTo>
                    <a:pt x="2" y="4"/>
                  </a:lnTo>
                  <a:lnTo>
                    <a:pt x="2" y="4"/>
                  </a:lnTo>
                  <a:lnTo>
                    <a:pt x="2" y="4"/>
                  </a:lnTo>
                  <a:lnTo>
                    <a:pt x="1" y="4"/>
                  </a:lnTo>
                  <a:lnTo>
                    <a:pt x="0" y="5"/>
                  </a:lnTo>
                  <a:lnTo>
                    <a:pt x="0" y="5"/>
                  </a:lnTo>
                  <a:lnTo>
                    <a:pt x="0" y="7"/>
                  </a:lnTo>
                  <a:lnTo>
                    <a:pt x="0" y="7"/>
                  </a:lnTo>
                  <a:lnTo>
                    <a:pt x="1" y="7"/>
                  </a:lnTo>
                  <a:lnTo>
                    <a:pt x="2" y="7"/>
                  </a:lnTo>
                  <a:lnTo>
                    <a:pt x="2" y="4"/>
                  </a:lnTo>
                  <a:lnTo>
                    <a:pt x="2" y="4"/>
                  </a:lnTo>
                  <a:lnTo>
                    <a:pt x="7" y="4"/>
                  </a:lnTo>
                  <a:lnTo>
                    <a:pt x="7" y="4"/>
                  </a:lnTo>
                  <a:lnTo>
                    <a:pt x="7" y="0"/>
                  </a:lnTo>
                  <a:lnTo>
                    <a:pt x="6" y="0"/>
                  </a:lnTo>
                  <a:lnTo>
                    <a:pt x="6"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356" name=""/>
            <p:cNvSpPr/>
            <p:nvPr/>
          </p:nvSpPr>
          <p:spPr>
            <a:xfrm>
              <a:off x="2992320" y="3944880"/>
              <a:ext cx="1800" cy="4680"/>
            </a:xfrm>
            <a:custGeom>
              <a:avLst/>
              <a:gdLst/>
              <a:ahLst/>
              <a:rect l="l" t="t" r="r" b="b"/>
              <a:pathLst>
                <a:path w="1" h="3">
                  <a:moveTo>
                    <a:pt x="0" y="2"/>
                  </a:moveTo>
                  <a:lnTo>
                    <a:pt x="0" y="2"/>
                  </a:lnTo>
                  <a:lnTo>
                    <a:pt x="0" y="0"/>
                  </a:lnTo>
                  <a:lnTo>
                    <a:pt x="0" y="2"/>
                  </a:lnTo>
                  <a:lnTo>
                    <a:pt x="0" y="2"/>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357" name=""/>
            <p:cNvSpPr/>
            <p:nvPr/>
          </p:nvSpPr>
          <p:spPr>
            <a:xfrm>
              <a:off x="2994120" y="3921120"/>
              <a:ext cx="3240" cy="1440"/>
            </a:xfrm>
            <a:custGeom>
              <a:avLst/>
              <a:gdLst/>
              <a:ahLst/>
              <a:rect l="l" t="t" r="r" b="b"/>
              <a:pathLst>
                <a:path w="2" h="1">
                  <a:moveTo>
                    <a:pt x="0" y="0"/>
                  </a:moveTo>
                  <a:lnTo>
                    <a:pt x="0" y="0"/>
                  </a:lnTo>
                  <a:lnTo>
                    <a:pt x="1"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358" name=""/>
            <p:cNvSpPr/>
            <p:nvPr/>
          </p:nvSpPr>
          <p:spPr>
            <a:xfrm>
              <a:off x="2994120" y="3914640"/>
              <a:ext cx="11160" cy="7920"/>
            </a:xfrm>
            <a:custGeom>
              <a:avLst/>
              <a:gdLst/>
              <a:ahLst/>
              <a:rect l="l" t="t" r="r" b="b"/>
              <a:pathLst>
                <a:path w="7" h="5">
                  <a:moveTo>
                    <a:pt x="6" y="0"/>
                  </a:moveTo>
                  <a:lnTo>
                    <a:pt x="6" y="0"/>
                  </a:lnTo>
                  <a:lnTo>
                    <a:pt x="6" y="0"/>
                  </a:lnTo>
                  <a:lnTo>
                    <a:pt x="3" y="0"/>
                  </a:lnTo>
                  <a:lnTo>
                    <a:pt x="1" y="0"/>
                  </a:lnTo>
                  <a:lnTo>
                    <a:pt x="1" y="0"/>
                  </a:lnTo>
                  <a:lnTo>
                    <a:pt x="1" y="1"/>
                  </a:lnTo>
                  <a:lnTo>
                    <a:pt x="1" y="4"/>
                  </a:lnTo>
                  <a:lnTo>
                    <a:pt x="1" y="4"/>
                  </a:lnTo>
                  <a:lnTo>
                    <a:pt x="0" y="4"/>
                  </a:lnTo>
                  <a:lnTo>
                    <a:pt x="1" y="4"/>
                  </a:lnTo>
                  <a:lnTo>
                    <a:pt x="1" y="4"/>
                  </a:lnTo>
                  <a:lnTo>
                    <a:pt x="1" y="4"/>
                  </a:lnTo>
                  <a:lnTo>
                    <a:pt x="1" y="4"/>
                  </a:lnTo>
                  <a:lnTo>
                    <a:pt x="1" y="4"/>
                  </a:lnTo>
                  <a:lnTo>
                    <a:pt x="1" y="1"/>
                  </a:lnTo>
                  <a:lnTo>
                    <a:pt x="6" y="0"/>
                  </a:lnTo>
                  <a:lnTo>
                    <a:pt x="6" y="0"/>
                  </a:lnTo>
                  <a:lnTo>
                    <a:pt x="6" y="0"/>
                  </a:lnTo>
                  <a:lnTo>
                    <a:pt x="6" y="0"/>
                  </a:lnTo>
                  <a:lnTo>
                    <a:pt x="6" y="0"/>
                  </a:lnTo>
                  <a:lnTo>
                    <a:pt x="6"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359" name=""/>
            <p:cNvSpPr/>
            <p:nvPr/>
          </p:nvSpPr>
          <p:spPr>
            <a:xfrm>
              <a:off x="3003480" y="3909960"/>
              <a:ext cx="12600" cy="6480"/>
            </a:xfrm>
            <a:custGeom>
              <a:avLst/>
              <a:gdLst/>
              <a:ahLst/>
              <a:rect l="l" t="t" r="r" b="b"/>
              <a:pathLst>
                <a:path w="8" h="4">
                  <a:moveTo>
                    <a:pt x="7" y="0"/>
                  </a:moveTo>
                  <a:lnTo>
                    <a:pt x="7" y="2"/>
                  </a:lnTo>
                  <a:lnTo>
                    <a:pt x="7" y="2"/>
                  </a:lnTo>
                  <a:lnTo>
                    <a:pt x="7" y="2"/>
                  </a:lnTo>
                  <a:lnTo>
                    <a:pt x="6" y="3"/>
                  </a:lnTo>
                  <a:lnTo>
                    <a:pt x="2" y="3"/>
                  </a:lnTo>
                  <a:lnTo>
                    <a:pt x="2" y="3"/>
                  </a:lnTo>
                  <a:lnTo>
                    <a:pt x="2" y="3"/>
                  </a:lnTo>
                  <a:lnTo>
                    <a:pt x="0" y="3"/>
                  </a:lnTo>
                  <a:lnTo>
                    <a:pt x="0" y="3"/>
                  </a:lnTo>
                  <a:lnTo>
                    <a:pt x="2" y="3"/>
                  </a:lnTo>
                  <a:lnTo>
                    <a:pt x="2" y="3"/>
                  </a:lnTo>
                  <a:lnTo>
                    <a:pt x="2" y="3"/>
                  </a:lnTo>
                  <a:lnTo>
                    <a:pt x="6" y="3"/>
                  </a:lnTo>
                  <a:lnTo>
                    <a:pt x="7" y="3"/>
                  </a:lnTo>
                  <a:lnTo>
                    <a:pt x="7" y="3"/>
                  </a:lnTo>
                  <a:lnTo>
                    <a:pt x="7" y="2"/>
                  </a:lnTo>
                  <a:lnTo>
                    <a:pt x="7" y="2"/>
                  </a:lnTo>
                  <a:lnTo>
                    <a:pt x="7" y="0"/>
                  </a:lnTo>
                  <a:lnTo>
                    <a:pt x="7"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360" name=""/>
            <p:cNvSpPr/>
            <p:nvPr/>
          </p:nvSpPr>
          <p:spPr>
            <a:xfrm>
              <a:off x="3003480" y="391464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361" name=""/>
            <p:cNvSpPr/>
            <p:nvPr/>
          </p:nvSpPr>
          <p:spPr>
            <a:xfrm>
              <a:off x="3003480" y="3902040"/>
              <a:ext cx="1800" cy="3240"/>
            </a:xfrm>
            <a:custGeom>
              <a:avLst/>
              <a:gdLst/>
              <a:ahLst/>
              <a:rect l="l" t="t" r="r" b="b"/>
              <a:pathLst>
                <a:path w="1" h="2">
                  <a:moveTo>
                    <a:pt x="0" y="1"/>
                  </a:moveTo>
                  <a:lnTo>
                    <a:pt x="0" y="1"/>
                  </a:lnTo>
                  <a:lnTo>
                    <a:pt x="0" y="1"/>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362" name=""/>
            <p:cNvSpPr/>
            <p:nvPr/>
          </p:nvSpPr>
          <p:spPr>
            <a:xfrm>
              <a:off x="2992320" y="3902040"/>
              <a:ext cx="12960" cy="3240"/>
            </a:xfrm>
            <a:custGeom>
              <a:avLst/>
              <a:gdLst/>
              <a:ahLst/>
              <a:rect l="l" t="t" r="r" b="b"/>
              <a:pathLst>
                <a:path w="8" h="2">
                  <a:moveTo>
                    <a:pt x="0" y="1"/>
                  </a:moveTo>
                  <a:lnTo>
                    <a:pt x="0" y="1"/>
                  </a:lnTo>
                  <a:lnTo>
                    <a:pt x="0" y="1"/>
                  </a:lnTo>
                  <a:lnTo>
                    <a:pt x="1" y="1"/>
                  </a:lnTo>
                  <a:lnTo>
                    <a:pt x="1" y="1"/>
                  </a:lnTo>
                  <a:lnTo>
                    <a:pt x="2" y="1"/>
                  </a:lnTo>
                  <a:lnTo>
                    <a:pt x="2" y="1"/>
                  </a:lnTo>
                  <a:lnTo>
                    <a:pt x="6" y="1"/>
                  </a:lnTo>
                  <a:lnTo>
                    <a:pt x="7" y="1"/>
                  </a:lnTo>
                  <a:lnTo>
                    <a:pt x="7" y="1"/>
                  </a:lnTo>
                  <a:lnTo>
                    <a:pt x="7" y="0"/>
                  </a:lnTo>
                  <a:lnTo>
                    <a:pt x="7" y="0"/>
                  </a:lnTo>
                  <a:lnTo>
                    <a:pt x="6" y="0"/>
                  </a:lnTo>
                  <a:lnTo>
                    <a:pt x="2" y="0"/>
                  </a:lnTo>
                  <a:lnTo>
                    <a:pt x="2" y="0"/>
                  </a:lnTo>
                  <a:lnTo>
                    <a:pt x="1" y="0"/>
                  </a:lnTo>
                  <a:lnTo>
                    <a:pt x="1" y="1"/>
                  </a:lnTo>
                  <a:lnTo>
                    <a:pt x="0" y="1"/>
                  </a:lnTo>
                  <a:lnTo>
                    <a:pt x="0" y="1"/>
                  </a:lnTo>
                  <a:lnTo>
                    <a:pt x="0" y="1"/>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363" name=""/>
            <p:cNvSpPr/>
            <p:nvPr/>
          </p:nvSpPr>
          <p:spPr>
            <a:xfrm>
              <a:off x="2975040" y="3903840"/>
              <a:ext cx="19080" cy="12600"/>
            </a:xfrm>
            <a:custGeom>
              <a:avLst/>
              <a:gdLst/>
              <a:ahLst/>
              <a:rect l="l" t="t" r="r" b="b"/>
              <a:pathLst>
                <a:path w="12" h="8">
                  <a:moveTo>
                    <a:pt x="0" y="7"/>
                  </a:moveTo>
                  <a:lnTo>
                    <a:pt x="0" y="7"/>
                  </a:lnTo>
                  <a:lnTo>
                    <a:pt x="2" y="7"/>
                  </a:lnTo>
                  <a:lnTo>
                    <a:pt x="3" y="7"/>
                  </a:lnTo>
                  <a:lnTo>
                    <a:pt x="5" y="6"/>
                  </a:lnTo>
                  <a:lnTo>
                    <a:pt x="5" y="6"/>
                  </a:lnTo>
                  <a:lnTo>
                    <a:pt x="6" y="4"/>
                  </a:lnTo>
                  <a:lnTo>
                    <a:pt x="11" y="1"/>
                  </a:lnTo>
                  <a:lnTo>
                    <a:pt x="11" y="0"/>
                  </a:lnTo>
                  <a:lnTo>
                    <a:pt x="11" y="0"/>
                  </a:lnTo>
                  <a:lnTo>
                    <a:pt x="11" y="0"/>
                  </a:lnTo>
                  <a:lnTo>
                    <a:pt x="6" y="0"/>
                  </a:lnTo>
                  <a:lnTo>
                    <a:pt x="5" y="4"/>
                  </a:lnTo>
                  <a:lnTo>
                    <a:pt x="3" y="4"/>
                  </a:lnTo>
                  <a:lnTo>
                    <a:pt x="2" y="6"/>
                  </a:lnTo>
                  <a:lnTo>
                    <a:pt x="2" y="6"/>
                  </a:lnTo>
                  <a:lnTo>
                    <a:pt x="0" y="6"/>
                  </a:lnTo>
                  <a:lnTo>
                    <a:pt x="0" y="6"/>
                  </a:lnTo>
                  <a:lnTo>
                    <a:pt x="0" y="7"/>
                  </a:lnTo>
                  <a:lnTo>
                    <a:pt x="0" y="7"/>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364" name=""/>
            <p:cNvSpPr/>
            <p:nvPr/>
          </p:nvSpPr>
          <p:spPr>
            <a:xfrm>
              <a:off x="2992320" y="390384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365" name=""/>
            <p:cNvSpPr/>
            <p:nvPr/>
          </p:nvSpPr>
          <p:spPr>
            <a:xfrm>
              <a:off x="2992320" y="3892680"/>
              <a:ext cx="1800" cy="468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366" name=""/>
            <p:cNvSpPr/>
            <p:nvPr/>
          </p:nvSpPr>
          <p:spPr>
            <a:xfrm>
              <a:off x="2992320" y="3886200"/>
              <a:ext cx="5040" cy="11160"/>
            </a:xfrm>
            <a:custGeom>
              <a:avLst/>
              <a:gdLst/>
              <a:ahLst/>
              <a:rect l="l" t="t" r="r" b="b"/>
              <a:pathLst>
                <a:path w="3" h="7">
                  <a:moveTo>
                    <a:pt x="2" y="0"/>
                  </a:moveTo>
                  <a:lnTo>
                    <a:pt x="2" y="0"/>
                  </a:lnTo>
                  <a:lnTo>
                    <a:pt x="2" y="1"/>
                  </a:lnTo>
                  <a:lnTo>
                    <a:pt x="2" y="1"/>
                  </a:lnTo>
                  <a:lnTo>
                    <a:pt x="1" y="1"/>
                  </a:lnTo>
                  <a:lnTo>
                    <a:pt x="1" y="1"/>
                  </a:lnTo>
                  <a:lnTo>
                    <a:pt x="0" y="3"/>
                  </a:lnTo>
                  <a:lnTo>
                    <a:pt x="0" y="3"/>
                  </a:lnTo>
                  <a:lnTo>
                    <a:pt x="0" y="4"/>
                  </a:lnTo>
                  <a:lnTo>
                    <a:pt x="0" y="4"/>
                  </a:lnTo>
                  <a:lnTo>
                    <a:pt x="0" y="6"/>
                  </a:lnTo>
                  <a:lnTo>
                    <a:pt x="0" y="4"/>
                  </a:lnTo>
                  <a:lnTo>
                    <a:pt x="0" y="4"/>
                  </a:lnTo>
                  <a:lnTo>
                    <a:pt x="1" y="3"/>
                  </a:lnTo>
                  <a:lnTo>
                    <a:pt x="1" y="3"/>
                  </a:lnTo>
                  <a:lnTo>
                    <a:pt x="2" y="1"/>
                  </a:lnTo>
                  <a:lnTo>
                    <a:pt x="2" y="1"/>
                  </a:lnTo>
                  <a:lnTo>
                    <a:pt x="2" y="1"/>
                  </a:lnTo>
                  <a:lnTo>
                    <a:pt x="2" y="1"/>
                  </a:lnTo>
                  <a:lnTo>
                    <a:pt x="2" y="1"/>
                  </a:lnTo>
                  <a:lnTo>
                    <a:pt x="2" y="0"/>
                  </a:lnTo>
                  <a:lnTo>
                    <a:pt x="2"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367" name=""/>
            <p:cNvSpPr/>
            <p:nvPr/>
          </p:nvSpPr>
          <p:spPr>
            <a:xfrm>
              <a:off x="2995560" y="3882960"/>
              <a:ext cx="28800" cy="6480"/>
            </a:xfrm>
            <a:custGeom>
              <a:avLst/>
              <a:gdLst/>
              <a:ahLst/>
              <a:rect l="l" t="t" r="r" b="b"/>
              <a:pathLst>
                <a:path w="18" h="4">
                  <a:moveTo>
                    <a:pt x="14" y="0"/>
                  </a:moveTo>
                  <a:lnTo>
                    <a:pt x="12" y="0"/>
                  </a:lnTo>
                  <a:lnTo>
                    <a:pt x="12" y="0"/>
                  </a:lnTo>
                  <a:lnTo>
                    <a:pt x="11" y="0"/>
                  </a:lnTo>
                  <a:lnTo>
                    <a:pt x="7" y="0"/>
                  </a:lnTo>
                  <a:lnTo>
                    <a:pt x="7" y="0"/>
                  </a:lnTo>
                  <a:lnTo>
                    <a:pt x="5" y="0"/>
                  </a:lnTo>
                  <a:lnTo>
                    <a:pt x="5" y="2"/>
                  </a:lnTo>
                  <a:lnTo>
                    <a:pt x="0" y="2"/>
                  </a:lnTo>
                  <a:lnTo>
                    <a:pt x="0" y="3"/>
                  </a:lnTo>
                  <a:lnTo>
                    <a:pt x="5" y="3"/>
                  </a:lnTo>
                  <a:lnTo>
                    <a:pt x="5" y="3"/>
                  </a:lnTo>
                  <a:lnTo>
                    <a:pt x="7" y="3"/>
                  </a:lnTo>
                  <a:lnTo>
                    <a:pt x="7" y="3"/>
                  </a:lnTo>
                  <a:lnTo>
                    <a:pt x="12" y="0"/>
                  </a:lnTo>
                  <a:lnTo>
                    <a:pt x="12" y="0"/>
                  </a:lnTo>
                  <a:lnTo>
                    <a:pt x="14" y="0"/>
                  </a:lnTo>
                  <a:lnTo>
                    <a:pt x="17" y="0"/>
                  </a:lnTo>
                  <a:lnTo>
                    <a:pt x="14" y="0"/>
                  </a:lnTo>
                  <a:lnTo>
                    <a:pt x="14"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368" name=""/>
            <p:cNvSpPr/>
            <p:nvPr/>
          </p:nvSpPr>
          <p:spPr>
            <a:xfrm>
              <a:off x="2995560" y="3887640"/>
              <a:ext cx="4680" cy="1800"/>
            </a:xfrm>
            <a:custGeom>
              <a:avLst/>
              <a:gdLst/>
              <a:ahLst/>
              <a:rect l="l" t="t" r="r" b="b"/>
              <a:pathLst>
                <a:path w="3" h="1">
                  <a:moveTo>
                    <a:pt x="2" y="0"/>
                  </a:moveTo>
                  <a:lnTo>
                    <a:pt x="2" y="0"/>
                  </a:lnTo>
                  <a:lnTo>
                    <a:pt x="2"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369" name=""/>
            <p:cNvSpPr/>
            <p:nvPr/>
          </p:nvSpPr>
          <p:spPr>
            <a:xfrm>
              <a:off x="3003480" y="386856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370" name=""/>
            <p:cNvSpPr/>
            <p:nvPr/>
          </p:nvSpPr>
          <p:spPr>
            <a:xfrm>
              <a:off x="2992320" y="3868560"/>
              <a:ext cx="12960" cy="11160"/>
            </a:xfrm>
            <a:custGeom>
              <a:avLst/>
              <a:gdLst/>
              <a:ahLst/>
              <a:rect l="l" t="t" r="r" b="b"/>
              <a:pathLst>
                <a:path w="8" h="7">
                  <a:moveTo>
                    <a:pt x="0" y="6"/>
                  </a:moveTo>
                  <a:lnTo>
                    <a:pt x="0" y="6"/>
                  </a:lnTo>
                  <a:lnTo>
                    <a:pt x="0" y="4"/>
                  </a:lnTo>
                  <a:lnTo>
                    <a:pt x="1" y="4"/>
                  </a:lnTo>
                  <a:lnTo>
                    <a:pt x="2" y="0"/>
                  </a:lnTo>
                  <a:lnTo>
                    <a:pt x="2" y="0"/>
                  </a:lnTo>
                  <a:lnTo>
                    <a:pt x="2" y="0"/>
                  </a:lnTo>
                  <a:lnTo>
                    <a:pt x="7" y="0"/>
                  </a:lnTo>
                  <a:lnTo>
                    <a:pt x="7" y="0"/>
                  </a:lnTo>
                  <a:lnTo>
                    <a:pt x="7" y="0"/>
                  </a:lnTo>
                  <a:lnTo>
                    <a:pt x="7" y="0"/>
                  </a:lnTo>
                  <a:lnTo>
                    <a:pt x="7" y="0"/>
                  </a:lnTo>
                  <a:lnTo>
                    <a:pt x="6" y="0"/>
                  </a:lnTo>
                  <a:lnTo>
                    <a:pt x="2" y="0"/>
                  </a:lnTo>
                  <a:lnTo>
                    <a:pt x="2" y="0"/>
                  </a:lnTo>
                  <a:lnTo>
                    <a:pt x="2" y="0"/>
                  </a:lnTo>
                  <a:lnTo>
                    <a:pt x="1" y="0"/>
                  </a:lnTo>
                  <a:lnTo>
                    <a:pt x="0" y="0"/>
                  </a:lnTo>
                  <a:lnTo>
                    <a:pt x="0" y="4"/>
                  </a:lnTo>
                  <a:lnTo>
                    <a:pt x="0" y="4"/>
                  </a:lnTo>
                  <a:lnTo>
                    <a:pt x="0" y="6"/>
                  </a:lnTo>
                  <a:lnTo>
                    <a:pt x="0" y="6"/>
                  </a:lnTo>
                </a:path>
              </a:pathLst>
            </a:custGeom>
            <a:solidFill>
              <a:srgbClr val="c0c27c"/>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371" name=""/>
            <p:cNvSpPr/>
            <p:nvPr/>
          </p:nvSpPr>
          <p:spPr>
            <a:xfrm>
              <a:off x="2975040" y="3875040"/>
              <a:ext cx="19080" cy="9720"/>
            </a:xfrm>
            <a:custGeom>
              <a:avLst/>
              <a:gdLst/>
              <a:ahLst/>
              <a:rect l="l" t="t" r="r" b="b"/>
              <a:pathLst>
                <a:path w="12" h="6">
                  <a:moveTo>
                    <a:pt x="0" y="5"/>
                  </a:moveTo>
                  <a:lnTo>
                    <a:pt x="0" y="5"/>
                  </a:lnTo>
                  <a:lnTo>
                    <a:pt x="2" y="5"/>
                  </a:lnTo>
                  <a:lnTo>
                    <a:pt x="3" y="5"/>
                  </a:lnTo>
                  <a:lnTo>
                    <a:pt x="3" y="5"/>
                  </a:lnTo>
                  <a:lnTo>
                    <a:pt x="5" y="4"/>
                  </a:lnTo>
                  <a:lnTo>
                    <a:pt x="6" y="2"/>
                  </a:lnTo>
                  <a:lnTo>
                    <a:pt x="11" y="2"/>
                  </a:lnTo>
                  <a:lnTo>
                    <a:pt x="11" y="2"/>
                  </a:lnTo>
                  <a:lnTo>
                    <a:pt x="11" y="0"/>
                  </a:lnTo>
                  <a:lnTo>
                    <a:pt x="8" y="2"/>
                  </a:lnTo>
                  <a:lnTo>
                    <a:pt x="5" y="2"/>
                  </a:lnTo>
                  <a:lnTo>
                    <a:pt x="5" y="2"/>
                  </a:lnTo>
                  <a:lnTo>
                    <a:pt x="3" y="4"/>
                  </a:lnTo>
                  <a:lnTo>
                    <a:pt x="2" y="4"/>
                  </a:lnTo>
                  <a:lnTo>
                    <a:pt x="2" y="5"/>
                  </a:lnTo>
                  <a:lnTo>
                    <a:pt x="0" y="5"/>
                  </a:lnTo>
                  <a:lnTo>
                    <a:pt x="0" y="5"/>
                  </a:lnTo>
                  <a:lnTo>
                    <a:pt x="0" y="5"/>
                  </a:lnTo>
                  <a:lnTo>
                    <a:pt x="0" y="5"/>
                  </a:lnTo>
                </a:path>
              </a:pathLst>
            </a:custGeom>
            <a:solidFill>
              <a:srgbClr val="c0c27c"/>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372" name=""/>
            <p:cNvSpPr/>
            <p:nvPr/>
          </p:nvSpPr>
          <p:spPr>
            <a:xfrm>
              <a:off x="2992320" y="3875040"/>
              <a:ext cx="1800" cy="468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c0c27c"/>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373" name=""/>
            <p:cNvSpPr/>
            <p:nvPr/>
          </p:nvSpPr>
          <p:spPr>
            <a:xfrm>
              <a:off x="2987640" y="3857760"/>
              <a:ext cx="6480" cy="1440"/>
            </a:xfrm>
            <a:custGeom>
              <a:avLst/>
              <a:gdLst/>
              <a:ahLst/>
              <a:rect l="l" t="t" r="r" b="b"/>
              <a:pathLst>
                <a:path w="4" h="1">
                  <a:moveTo>
                    <a:pt x="3" y="0"/>
                  </a:moveTo>
                  <a:lnTo>
                    <a:pt x="0" y="0"/>
                  </a:lnTo>
                  <a:lnTo>
                    <a:pt x="3" y="0"/>
                  </a:lnTo>
                  <a:lnTo>
                    <a:pt x="3" y="0"/>
                  </a:lnTo>
                  <a:lnTo>
                    <a:pt x="3" y="0"/>
                  </a:lnTo>
                  <a:lnTo>
                    <a:pt x="3" y="0"/>
                  </a:lnTo>
                  <a:lnTo>
                    <a:pt x="3" y="0"/>
                  </a:lnTo>
                </a:path>
              </a:pathLst>
            </a:custGeom>
            <a:solidFill>
              <a:srgbClr val="c0c27c"/>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374" name=""/>
            <p:cNvSpPr/>
            <p:nvPr/>
          </p:nvSpPr>
          <p:spPr>
            <a:xfrm>
              <a:off x="2992320" y="3849840"/>
              <a:ext cx="12960" cy="9360"/>
            </a:xfrm>
            <a:custGeom>
              <a:avLst/>
              <a:gdLst/>
              <a:ahLst/>
              <a:rect l="l" t="t" r="r" b="b"/>
              <a:pathLst>
                <a:path w="8" h="6">
                  <a:moveTo>
                    <a:pt x="7" y="0"/>
                  </a:moveTo>
                  <a:lnTo>
                    <a:pt x="7" y="0"/>
                  </a:lnTo>
                  <a:lnTo>
                    <a:pt x="2" y="0"/>
                  </a:lnTo>
                  <a:lnTo>
                    <a:pt x="2" y="1"/>
                  </a:lnTo>
                  <a:lnTo>
                    <a:pt x="1" y="3"/>
                  </a:lnTo>
                  <a:lnTo>
                    <a:pt x="0" y="3"/>
                  </a:lnTo>
                  <a:lnTo>
                    <a:pt x="0" y="3"/>
                  </a:lnTo>
                  <a:lnTo>
                    <a:pt x="0" y="5"/>
                  </a:lnTo>
                  <a:lnTo>
                    <a:pt x="0" y="5"/>
                  </a:lnTo>
                  <a:lnTo>
                    <a:pt x="0" y="5"/>
                  </a:lnTo>
                  <a:lnTo>
                    <a:pt x="0" y="5"/>
                  </a:lnTo>
                  <a:lnTo>
                    <a:pt x="0" y="5"/>
                  </a:lnTo>
                  <a:lnTo>
                    <a:pt x="0" y="5"/>
                  </a:lnTo>
                  <a:lnTo>
                    <a:pt x="1" y="3"/>
                  </a:lnTo>
                  <a:lnTo>
                    <a:pt x="2" y="3"/>
                  </a:lnTo>
                  <a:lnTo>
                    <a:pt x="2" y="1"/>
                  </a:lnTo>
                  <a:lnTo>
                    <a:pt x="7" y="1"/>
                  </a:lnTo>
                  <a:lnTo>
                    <a:pt x="7" y="1"/>
                  </a:lnTo>
                  <a:lnTo>
                    <a:pt x="7" y="0"/>
                  </a:lnTo>
                  <a:lnTo>
                    <a:pt x="7" y="0"/>
                  </a:lnTo>
                </a:path>
              </a:pathLst>
            </a:custGeom>
            <a:solidFill>
              <a:srgbClr val="c0c27c"/>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375" name=""/>
            <p:cNvSpPr/>
            <p:nvPr/>
          </p:nvSpPr>
          <p:spPr>
            <a:xfrm>
              <a:off x="2992320" y="385776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c0c27c"/>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376" name=""/>
            <p:cNvSpPr/>
            <p:nvPr/>
          </p:nvSpPr>
          <p:spPr>
            <a:xfrm>
              <a:off x="2987640" y="3846600"/>
              <a:ext cx="6480" cy="3240"/>
            </a:xfrm>
            <a:custGeom>
              <a:avLst/>
              <a:gdLst/>
              <a:ahLst/>
              <a:rect l="l" t="t" r="r" b="b"/>
              <a:pathLst>
                <a:path w="4" h="2">
                  <a:moveTo>
                    <a:pt x="0" y="1"/>
                  </a:moveTo>
                  <a:lnTo>
                    <a:pt x="3" y="1"/>
                  </a:lnTo>
                  <a:lnTo>
                    <a:pt x="3" y="1"/>
                  </a:lnTo>
                  <a:lnTo>
                    <a:pt x="3" y="0"/>
                  </a:lnTo>
                  <a:lnTo>
                    <a:pt x="0" y="0"/>
                  </a:lnTo>
                  <a:lnTo>
                    <a:pt x="0" y="1"/>
                  </a:lnTo>
                  <a:lnTo>
                    <a:pt x="0" y="1"/>
                  </a:lnTo>
                </a:path>
              </a:pathLst>
            </a:custGeom>
            <a:solidFill>
              <a:srgbClr val="c0c27c"/>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377" name=""/>
            <p:cNvSpPr/>
            <p:nvPr/>
          </p:nvSpPr>
          <p:spPr>
            <a:xfrm>
              <a:off x="2973240" y="3846600"/>
              <a:ext cx="16200" cy="4680"/>
            </a:xfrm>
            <a:custGeom>
              <a:avLst/>
              <a:gdLst/>
              <a:ahLst/>
              <a:rect l="l" t="t" r="r" b="b"/>
              <a:pathLst>
                <a:path w="10" h="3">
                  <a:moveTo>
                    <a:pt x="0" y="2"/>
                  </a:moveTo>
                  <a:lnTo>
                    <a:pt x="0" y="2"/>
                  </a:lnTo>
                  <a:lnTo>
                    <a:pt x="1" y="1"/>
                  </a:lnTo>
                  <a:lnTo>
                    <a:pt x="3" y="1"/>
                  </a:lnTo>
                  <a:lnTo>
                    <a:pt x="4" y="1"/>
                  </a:lnTo>
                  <a:lnTo>
                    <a:pt x="6" y="1"/>
                  </a:lnTo>
                  <a:lnTo>
                    <a:pt x="6" y="1"/>
                  </a:lnTo>
                  <a:lnTo>
                    <a:pt x="7" y="1"/>
                  </a:lnTo>
                  <a:lnTo>
                    <a:pt x="9" y="1"/>
                  </a:lnTo>
                  <a:lnTo>
                    <a:pt x="9" y="0"/>
                  </a:lnTo>
                  <a:lnTo>
                    <a:pt x="7" y="0"/>
                  </a:lnTo>
                  <a:lnTo>
                    <a:pt x="6" y="0"/>
                  </a:lnTo>
                  <a:lnTo>
                    <a:pt x="6" y="0"/>
                  </a:lnTo>
                  <a:lnTo>
                    <a:pt x="4" y="0"/>
                  </a:lnTo>
                  <a:lnTo>
                    <a:pt x="3" y="1"/>
                  </a:lnTo>
                  <a:lnTo>
                    <a:pt x="1" y="1"/>
                  </a:lnTo>
                  <a:lnTo>
                    <a:pt x="0" y="1"/>
                  </a:lnTo>
                  <a:lnTo>
                    <a:pt x="0" y="2"/>
                  </a:lnTo>
                  <a:lnTo>
                    <a:pt x="0" y="2"/>
                  </a:lnTo>
                  <a:lnTo>
                    <a:pt x="0" y="2"/>
                  </a:lnTo>
                </a:path>
              </a:pathLst>
            </a:custGeom>
            <a:solidFill>
              <a:srgbClr val="c0c27c"/>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378" name=""/>
            <p:cNvSpPr/>
            <p:nvPr/>
          </p:nvSpPr>
          <p:spPr>
            <a:xfrm>
              <a:off x="2984400" y="3846600"/>
              <a:ext cx="9720" cy="3240"/>
            </a:xfrm>
            <a:custGeom>
              <a:avLst/>
              <a:gdLst/>
              <a:ahLst/>
              <a:rect l="l" t="t" r="r" b="b"/>
              <a:pathLst>
                <a:path w="6" h="2">
                  <a:moveTo>
                    <a:pt x="0" y="0"/>
                  </a:moveTo>
                  <a:lnTo>
                    <a:pt x="0" y="1"/>
                  </a:lnTo>
                  <a:lnTo>
                    <a:pt x="2" y="1"/>
                  </a:lnTo>
                  <a:lnTo>
                    <a:pt x="5" y="1"/>
                  </a:lnTo>
                  <a:lnTo>
                    <a:pt x="5" y="1"/>
                  </a:lnTo>
                  <a:lnTo>
                    <a:pt x="0" y="0"/>
                  </a:lnTo>
                  <a:lnTo>
                    <a:pt x="0" y="0"/>
                  </a:lnTo>
                </a:path>
              </a:pathLst>
            </a:custGeom>
            <a:solidFill>
              <a:srgbClr val="c0c27c"/>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379" name=""/>
            <p:cNvSpPr/>
            <p:nvPr/>
          </p:nvSpPr>
          <p:spPr>
            <a:xfrm>
              <a:off x="2982960" y="3832200"/>
              <a:ext cx="1440" cy="3240"/>
            </a:xfrm>
            <a:custGeom>
              <a:avLst/>
              <a:gdLst/>
              <a:ahLst/>
              <a:rect l="l" t="t" r="r" b="b"/>
              <a:pathLst>
                <a:path w="1" h="2">
                  <a:moveTo>
                    <a:pt x="0" y="0"/>
                  </a:moveTo>
                  <a:lnTo>
                    <a:pt x="0" y="1"/>
                  </a:lnTo>
                  <a:lnTo>
                    <a:pt x="0" y="1"/>
                  </a:lnTo>
                  <a:lnTo>
                    <a:pt x="0" y="1"/>
                  </a:lnTo>
                  <a:lnTo>
                    <a:pt x="0" y="1"/>
                  </a:lnTo>
                  <a:lnTo>
                    <a:pt x="0" y="0"/>
                  </a:lnTo>
                  <a:lnTo>
                    <a:pt x="0" y="0"/>
                  </a:lnTo>
                </a:path>
              </a:pathLst>
            </a:custGeom>
            <a:solidFill>
              <a:srgbClr val="c0c27c"/>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380" name=""/>
            <p:cNvSpPr/>
            <p:nvPr/>
          </p:nvSpPr>
          <p:spPr>
            <a:xfrm>
              <a:off x="2982960" y="3827520"/>
              <a:ext cx="12600" cy="7920"/>
            </a:xfrm>
            <a:custGeom>
              <a:avLst/>
              <a:gdLst/>
              <a:ahLst/>
              <a:rect l="l" t="t" r="r" b="b"/>
              <a:pathLst>
                <a:path w="8" h="5">
                  <a:moveTo>
                    <a:pt x="7" y="0"/>
                  </a:moveTo>
                  <a:lnTo>
                    <a:pt x="7" y="0"/>
                  </a:lnTo>
                  <a:lnTo>
                    <a:pt x="6" y="0"/>
                  </a:lnTo>
                  <a:lnTo>
                    <a:pt x="6" y="0"/>
                  </a:lnTo>
                  <a:lnTo>
                    <a:pt x="6" y="1"/>
                  </a:lnTo>
                  <a:lnTo>
                    <a:pt x="1" y="3"/>
                  </a:lnTo>
                  <a:lnTo>
                    <a:pt x="0" y="3"/>
                  </a:lnTo>
                  <a:lnTo>
                    <a:pt x="0" y="3"/>
                  </a:lnTo>
                  <a:lnTo>
                    <a:pt x="0" y="3"/>
                  </a:lnTo>
                  <a:lnTo>
                    <a:pt x="0" y="3"/>
                  </a:lnTo>
                  <a:lnTo>
                    <a:pt x="0" y="4"/>
                  </a:lnTo>
                  <a:lnTo>
                    <a:pt x="0" y="4"/>
                  </a:lnTo>
                  <a:lnTo>
                    <a:pt x="1" y="4"/>
                  </a:lnTo>
                  <a:lnTo>
                    <a:pt x="1" y="3"/>
                  </a:lnTo>
                  <a:lnTo>
                    <a:pt x="6" y="3"/>
                  </a:lnTo>
                  <a:lnTo>
                    <a:pt x="6" y="3"/>
                  </a:lnTo>
                  <a:lnTo>
                    <a:pt x="6" y="3"/>
                  </a:lnTo>
                  <a:lnTo>
                    <a:pt x="6" y="3"/>
                  </a:lnTo>
                  <a:lnTo>
                    <a:pt x="7" y="3"/>
                  </a:lnTo>
                  <a:lnTo>
                    <a:pt x="7" y="3"/>
                  </a:lnTo>
                  <a:lnTo>
                    <a:pt x="7" y="0"/>
                  </a:lnTo>
                  <a:lnTo>
                    <a:pt x="7" y="0"/>
                  </a:lnTo>
                </a:path>
              </a:pathLst>
            </a:custGeom>
            <a:solidFill>
              <a:srgbClr val="c0c27c"/>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381" name=""/>
            <p:cNvSpPr/>
            <p:nvPr/>
          </p:nvSpPr>
          <p:spPr>
            <a:xfrm>
              <a:off x="2994120" y="3827520"/>
              <a:ext cx="11160" cy="6120"/>
            </a:xfrm>
            <a:custGeom>
              <a:avLst/>
              <a:gdLst/>
              <a:ahLst/>
              <a:rect l="l" t="t" r="r" b="b"/>
              <a:pathLst>
                <a:path w="7" h="4">
                  <a:moveTo>
                    <a:pt x="6" y="0"/>
                  </a:moveTo>
                  <a:lnTo>
                    <a:pt x="6" y="0"/>
                  </a:lnTo>
                  <a:lnTo>
                    <a:pt x="6" y="0"/>
                  </a:lnTo>
                  <a:lnTo>
                    <a:pt x="3" y="0"/>
                  </a:lnTo>
                  <a:lnTo>
                    <a:pt x="1" y="0"/>
                  </a:lnTo>
                  <a:lnTo>
                    <a:pt x="1" y="0"/>
                  </a:lnTo>
                  <a:lnTo>
                    <a:pt x="1" y="0"/>
                  </a:lnTo>
                  <a:lnTo>
                    <a:pt x="0" y="0"/>
                  </a:lnTo>
                  <a:lnTo>
                    <a:pt x="0" y="0"/>
                  </a:lnTo>
                  <a:lnTo>
                    <a:pt x="0" y="3"/>
                  </a:lnTo>
                  <a:lnTo>
                    <a:pt x="0" y="3"/>
                  </a:lnTo>
                  <a:lnTo>
                    <a:pt x="1" y="3"/>
                  </a:lnTo>
                  <a:lnTo>
                    <a:pt x="1" y="1"/>
                  </a:lnTo>
                  <a:lnTo>
                    <a:pt x="1" y="0"/>
                  </a:lnTo>
                  <a:lnTo>
                    <a:pt x="6" y="0"/>
                  </a:lnTo>
                  <a:lnTo>
                    <a:pt x="6" y="0"/>
                  </a:lnTo>
                  <a:lnTo>
                    <a:pt x="6" y="0"/>
                  </a:lnTo>
                  <a:lnTo>
                    <a:pt x="6" y="0"/>
                  </a:lnTo>
                  <a:lnTo>
                    <a:pt x="6" y="0"/>
                  </a:lnTo>
                  <a:lnTo>
                    <a:pt x="6" y="0"/>
                  </a:lnTo>
                </a:path>
              </a:pathLst>
            </a:custGeom>
            <a:solidFill>
              <a:srgbClr val="c0c27c"/>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382" name=""/>
            <p:cNvSpPr/>
            <p:nvPr/>
          </p:nvSpPr>
          <p:spPr>
            <a:xfrm>
              <a:off x="2994120" y="3827520"/>
              <a:ext cx="1440" cy="6120"/>
            </a:xfrm>
            <a:custGeom>
              <a:avLst/>
              <a:gdLst/>
              <a:ahLst/>
              <a:rect l="l" t="t" r="r" b="b"/>
              <a:pathLst>
                <a:path w="1" h="4">
                  <a:moveTo>
                    <a:pt x="0" y="3"/>
                  </a:moveTo>
                  <a:lnTo>
                    <a:pt x="0" y="3"/>
                  </a:lnTo>
                  <a:lnTo>
                    <a:pt x="0" y="0"/>
                  </a:lnTo>
                  <a:lnTo>
                    <a:pt x="0" y="0"/>
                  </a:lnTo>
                  <a:lnTo>
                    <a:pt x="0" y="0"/>
                  </a:lnTo>
                  <a:lnTo>
                    <a:pt x="0" y="3"/>
                  </a:lnTo>
                  <a:lnTo>
                    <a:pt x="0" y="3"/>
                  </a:lnTo>
                </a:path>
              </a:pathLst>
            </a:custGeom>
            <a:solidFill>
              <a:srgbClr val="c0c27c"/>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383" name=""/>
            <p:cNvSpPr/>
            <p:nvPr/>
          </p:nvSpPr>
          <p:spPr>
            <a:xfrm>
              <a:off x="2978280" y="3813120"/>
              <a:ext cx="2880" cy="1800"/>
            </a:xfrm>
            <a:custGeom>
              <a:avLst/>
              <a:gdLst/>
              <a:ahLst/>
              <a:rect l="l" t="t" r="r" b="b"/>
              <a:pathLst>
                <a:path w="2" h="1">
                  <a:moveTo>
                    <a:pt x="0" y="0"/>
                  </a:moveTo>
                  <a:lnTo>
                    <a:pt x="0" y="0"/>
                  </a:lnTo>
                  <a:lnTo>
                    <a:pt x="1" y="0"/>
                  </a:lnTo>
                  <a:lnTo>
                    <a:pt x="0" y="0"/>
                  </a:lnTo>
                  <a:lnTo>
                    <a:pt x="0" y="0"/>
                  </a:lnTo>
                  <a:lnTo>
                    <a:pt x="0" y="0"/>
                  </a:lnTo>
                  <a:lnTo>
                    <a:pt x="0"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384" name=""/>
            <p:cNvSpPr/>
            <p:nvPr/>
          </p:nvSpPr>
          <p:spPr>
            <a:xfrm>
              <a:off x="2965320" y="3813120"/>
              <a:ext cx="14400" cy="1800"/>
            </a:xfrm>
            <a:custGeom>
              <a:avLst/>
              <a:gdLst/>
              <a:ahLst/>
              <a:rect l="l" t="t" r="r" b="b"/>
              <a:pathLst>
                <a:path w="9" h="1">
                  <a:moveTo>
                    <a:pt x="2" y="0"/>
                  </a:moveTo>
                  <a:lnTo>
                    <a:pt x="2" y="0"/>
                  </a:lnTo>
                  <a:lnTo>
                    <a:pt x="5" y="0"/>
                  </a:lnTo>
                  <a:lnTo>
                    <a:pt x="5" y="0"/>
                  </a:lnTo>
                  <a:lnTo>
                    <a:pt x="5" y="0"/>
                  </a:lnTo>
                  <a:lnTo>
                    <a:pt x="5" y="0"/>
                  </a:lnTo>
                  <a:lnTo>
                    <a:pt x="6" y="0"/>
                  </a:lnTo>
                  <a:lnTo>
                    <a:pt x="6" y="0"/>
                  </a:lnTo>
                  <a:lnTo>
                    <a:pt x="8" y="0"/>
                  </a:lnTo>
                  <a:lnTo>
                    <a:pt x="8" y="0"/>
                  </a:lnTo>
                  <a:lnTo>
                    <a:pt x="8" y="0"/>
                  </a:lnTo>
                  <a:lnTo>
                    <a:pt x="8" y="0"/>
                  </a:lnTo>
                  <a:lnTo>
                    <a:pt x="6" y="0"/>
                  </a:lnTo>
                  <a:lnTo>
                    <a:pt x="6" y="0"/>
                  </a:lnTo>
                  <a:lnTo>
                    <a:pt x="5" y="0"/>
                  </a:lnTo>
                  <a:lnTo>
                    <a:pt x="5" y="0"/>
                  </a:lnTo>
                  <a:lnTo>
                    <a:pt x="5" y="0"/>
                  </a:lnTo>
                  <a:lnTo>
                    <a:pt x="2" y="0"/>
                  </a:lnTo>
                  <a:lnTo>
                    <a:pt x="0" y="0"/>
                  </a:lnTo>
                  <a:lnTo>
                    <a:pt x="0" y="0"/>
                  </a:lnTo>
                  <a:lnTo>
                    <a:pt x="2" y="0"/>
                  </a:lnTo>
                  <a:lnTo>
                    <a:pt x="2"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385" name=""/>
            <p:cNvSpPr/>
            <p:nvPr/>
          </p:nvSpPr>
          <p:spPr>
            <a:xfrm>
              <a:off x="2960640" y="3813120"/>
              <a:ext cx="9720" cy="11160"/>
            </a:xfrm>
            <a:custGeom>
              <a:avLst/>
              <a:gdLst/>
              <a:ahLst/>
              <a:rect l="l" t="t" r="r" b="b"/>
              <a:pathLst>
                <a:path w="6" h="7">
                  <a:moveTo>
                    <a:pt x="0" y="6"/>
                  </a:moveTo>
                  <a:lnTo>
                    <a:pt x="0" y="6"/>
                  </a:lnTo>
                  <a:lnTo>
                    <a:pt x="0" y="6"/>
                  </a:lnTo>
                  <a:lnTo>
                    <a:pt x="0" y="5"/>
                  </a:lnTo>
                  <a:lnTo>
                    <a:pt x="0" y="5"/>
                  </a:lnTo>
                  <a:lnTo>
                    <a:pt x="3" y="5"/>
                  </a:lnTo>
                  <a:lnTo>
                    <a:pt x="3" y="1"/>
                  </a:lnTo>
                  <a:lnTo>
                    <a:pt x="5" y="1"/>
                  </a:lnTo>
                  <a:lnTo>
                    <a:pt x="5" y="0"/>
                  </a:lnTo>
                  <a:lnTo>
                    <a:pt x="3" y="0"/>
                  </a:lnTo>
                  <a:lnTo>
                    <a:pt x="3" y="1"/>
                  </a:lnTo>
                  <a:lnTo>
                    <a:pt x="3" y="1"/>
                  </a:lnTo>
                  <a:lnTo>
                    <a:pt x="0" y="1"/>
                  </a:lnTo>
                  <a:lnTo>
                    <a:pt x="0" y="5"/>
                  </a:lnTo>
                  <a:lnTo>
                    <a:pt x="0" y="5"/>
                  </a:lnTo>
                  <a:lnTo>
                    <a:pt x="0" y="5"/>
                  </a:lnTo>
                  <a:lnTo>
                    <a:pt x="0" y="5"/>
                  </a:lnTo>
                  <a:lnTo>
                    <a:pt x="0" y="5"/>
                  </a:lnTo>
                  <a:lnTo>
                    <a:pt x="0" y="6"/>
                  </a:lnTo>
                  <a:lnTo>
                    <a:pt x="0" y="6"/>
                  </a:lnTo>
                </a:path>
              </a:pathLst>
            </a:custGeom>
            <a:solidFill>
              <a:srgbClr val="c0c27c"/>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386" name=""/>
            <p:cNvSpPr/>
            <p:nvPr/>
          </p:nvSpPr>
          <p:spPr>
            <a:xfrm>
              <a:off x="2965320" y="3813120"/>
              <a:ext cx="5040" cy="3240"/>
            </a:xfrm>
            <a:custGeom>
              <a:avLst/>
              <a:gdLst/>
              <a:ahLst/>
              <a:rect l="l" t="t" r="r" b="b"/>
              <a:pathLst>
                <a:path w="3" h="2">
                  <a:moveTo>
                    <a:pt x="2" y="0"/>
                  </a:moveTo>
                  <a:lnTo>
                    <a:pt x="0" y="0"/>
                  </a:lnTo>
                  <a:lnTo>
                    <a:pt x="0" y="0"/>
                  </a:lnTo>
                  <a:lnTo>
                    <a:pt x="2" y="1"/>
                  </a:lnTo>
                  <a:lnTo>
                    <a:pt x="2" y="1"/>
                  </a:lnTo>
                  <a:lnTo>
                    <a:pt x="2" y="0"/>
                  </a:lnTo>
                  <a:lnTo>
                    <a:pt x="2" y="0"/>
                  </a:lnTo>
                </a:path>
              </a:pathLst>
            </a:custGeom>
            <a:solidFill>
              <a:srgbClr val="c0c27c"/>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387" name=""/>
            <p:cNvSpPr/>
            <p:nvPr/>
          </p:nvSpPr>
          <p:spPr>
            <a:xfrm>
              <a:off x="2973240" y="3800520"/>
              <a:ext cx="1800" cy="6480"/>
            </a:xfrm>
            <a:custGeom>
              <a:avLst/>
              <a:gdLst/>
              <a:ahLst/>
              <a:rect l="l" t="t" r="r" b="b"/>
              <a:pathLst>
                <a:path w="1" h="4">
                  <a:moveTo>
                    <a:pt x="0" y="0"/>
                  </a:moveTo>
                  <a:lnTo>
                    <a:pt x="0" y="0"/>
                  </a:lnTo>
                  <a:lnTo>
                    <a:pt x="0" y="3"/>
                  </a:lnTo>
                  <a:lnTo>
                    <a:pt x="0" y="3"/>
                  </a:lnTo>
                  <a:lnTo>
                    <a:pt x="0" y="3"/>
                  </a:lnTo>
                  <a:lnTo>
                    <a:pt x="0" y="0"/>
                  </a:lnTo>
                  <a:lnTo>
                    <a:pt x="0" y="0"/>
                  </a:lnTo>
                </a:path>
              </a:pathLst>
            </a:custGeom>
            <a:solidFill>
              <a:srgbClr val="c0c27c"/>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388" name=""/>
            <p:cNvSpPr/>
            <p:nvPr/>
          </p:nvSpPr>
          <p:spPr>
            <a:xfrm>
              <a:off x="2973240" y="3790800"/>
              <a:ext cx="16200" cy="16200"/>
            </a:xfrm>
            <a:custGeom>
              <a:avLst/>
              <a:gdLst/>
              <a:ahLst/>
              <a:rect l="l" t="t" r="r" b="b"/>
              <a:pathLst>
                <a:path w="10" h="10">
                  <a:moveTo>
                    <a:pt x="9" y="0"/>
                  </a:moveTo>
                  <a:lnTo>
                    <a:pt x="9" y="0"/>
                  </a:lnTo>
                  <a:lnTo>
                    <a:pt x="6" y="0"/>
                  </a:lnTo>
                  <a:lnTo>
                    <a:pt x="6" y="0"/>
                  </a:lnTo>
                  <a:lnTo>
                    <a:pt x="4" y="4"/>
                  </a:lnTo>
                  <a:lnTo>
                    <a:pt x="1" y="4"/>
                  </a:lnTo>
                  <a:lnTo>
                    <a:pt x="0" y="5"/>
                  </a:lnTo>
                  <a:lnTo>
                    <a:pt x="0" y="6"/>
                  </a:lnTo>
                  <a:lnTo>
                    <a:pt x="0" y="6"/>
                  </a:lnTo>
                  <a:lnTo>
                    <a:pt x="0" y="6"/>
                  </a:lnTo>
                  <a:lnTo>
                    <a:pt x="0" y="9"/>
                  </a:lnTo>
                  <a:lnTo>
                    <a:pt x="0" y="9"/>
                  </a:lnTo>
                  <a:lnTo>
                    <a:pt x="0" y="6"/>
                  </a:lnTo>
                  <a:lnTo>
                    <a:pt x="1" y="6"/>
                  </a:lnTo>
                  <a:lnTo>
                    <a:pt x="3" y="6"/>
                  </a:lnTo>
                  <a:lnTo>
                    <a:pt x="4" y="4"/>
                  </a:lnTo>
                  <a:lnTo>
                    <a:pt x="6" y="4"/>
                  </a:lnTo>
                  <a:lnTo>
                    <a:pt x="6" y="4"/>
                  </a:lnTo>
                  <a:lnTo>
                    <a:pt x="9" y="4"/>
                  </a:lnTo>
                  <a:lnTo>
                    <a:pt x="9" y="4"/>
                  </a:lnTo>
                  <a:lnTo>
                    <a:pt x="9" y="0"/>
                  </a:lnTo>
                  <a:lnTo>
                    <a:pt x="9" y="0"/>
                  </a:lnTo>
                </a:path>
              </a:pathLst>
            </a:custGeom>
            <a:solidFill>
              <a:srgbClr val="c0c27c"/>
            </a:solidFill>
            <a:ln w="0">
              <a:noFill/>
            </a:ln>
          </p:spPr>
          <p:style>
            <a:lnRef idx="0"/>
            <a:fillRef idx="0"/>
            <a:effectRef idx="0"/>
            <a:fontRef idx="minor"/>
          </p:style>
          <p:txBody>
            <a:bodyPr lIns="90000" rIns="90000" tIns="-30600" bIns="-30600" anchor="t">
              <a:noAutofit/>
            </a:bodyPr>
            <a:p>
              <a:endParaRPr b="0" lang="en-IN" sz="2400" strike="noStrike" u="none">
                <a:solidFill>
                  <a:srgbClr val="ffffff"/>
                </a:solidFill>
                <a:effectLst/>
                <a:uFillTx/>
                <a:latin typeface="Times New Roman"/>
              </a:endParaRPr>
            </a:p>
          </p:txBody>
        </p:sp>
        <p:sp>
          <p:nvSpPr>
            <p:cNvPr id="2389" name=""/>
            <p:cNvSpPr/>
            <p:nvPr/>
          </p:nvSpPr>
          <p:spPr>
            <a:xfrm>
              <a:off x="2987640" y="3789360"/>
              <a:ext cx="9720" cy="9360"/>
            </a:xfrm>
            <a:custGeom>
              <a:avLst/>
              <a:gdLst/>
              <a:ahLst/>
              <a:rect l="l" t="t" r="r" b="b"/>
              <a:pathLst>
                <a:path w="6" h="6">
                  <a:moveTo>
                    <a:pt x="5" y="0"/>
                  </a:moveTo>
                  <a:lnTo>
                    <a:pt x="5" y="0"/>
                  </a:lnTo>
                  <a:lnTo>
                    <a:pt x="5" y="0"/>
                  </a:lnTo>
                  <a:lnTo>
                    <a:pt x="4" y="0"/>
                  </a:lnTo>
                  <a:lnTo>
                    <a:pt x="4" y="0"/>
                  </a:lnTo>
                  <a:lnTo>
                    <a:pt x="3" y="1"/>
                  </a:lnTo>
                  <a:lnTo>
                    <a:pt x="3" y="1"/>
                  </a:lnTo>
                  <a:lnTo>
                    <a:pt x="3" y="1"/>
                  </a:lnTo>
                  <a:lnTo>
                    <a:pt x="0" y="1"/>
                  </a:lnTo>
                  <a:lnTo>
                    <a:pt x="0" y="5"/>
                  </a:lnTo>
                  <a:lnTo>
                    <a:pt x="3" y="1"/>
                  </a:lnTo>
                  <a:lnTo>
                    <a:pt x="3" y="1"/>
                  </a:lnTo>
                  <a:lnTo>
                    <a:pt x="4" y="1"/>
                  </a:lnTo>
                  <a:lnTo>
                    <a:pt x="4" y="1"/>
                  </a:lnTo>
                  <a:lnTo>
                    <a:pt x="5" y="0"/>
                  </a:lnTo>
                  <a:lnTo>
                    <a:pt x="5" y="0"/>
                  </a:lnTo>
                  <a:lnTo>
                    <a:pt x="5" y="0"/>
                  </a:lnTo>
                  <a:lnTo>
                    <a:pt x="5" y="0"/>
                  </a:lnTo>
                  <a:lnTo>
                    <a:pt x="5" y="0"/>
                  </a:lnTo>
                  <a:lnTo>
                    <a:pt x="5" y="0"/>
                  </a:lnTo>
                </a:path>
              </a:pathLst>
            </a:custGeom>
            <a:solidFill>
              <a:srgbClr val="c0c27c"/>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390" name=""/>
            <p:cNvSpPr/>
            <p:nvPr/>
          </p:nvSpPr>
          <p:spPr>
            <a:xfrm>
              <a:off x="2984400" y="3790800"/>
              <a:ext cx="9720" cy="1800"/>
            </a:xfrm>
            <a:custGeom>
              <a:avLst/>
              <a:gdLst/>
              <a:ahLst/>
              <a:rect l="l" t="t" r="r" b="b"/>
              <a:pathLst>
                <a:path w="6" h="1">
                  <a:moveTo>
                    <a:pt x="5" y="0"/>
                  </a:moveTo>
                  <a:lnTo>
                    <a:pt x="5" y="0"/>
                  </a:lnTo>
                  <a:lnTo>
                    <a:pt x="5" y="0"/>
                  </a:lnTo>
                  <a:lnTo>
                    <a:pt x="2" y="0"/>
                  </a:lnTo>
                  <a:lnTo>
                    <a:pt x="0" y="0"/>
                  </a:lnTo>
                  <a:lnTo>
                    <a:pt x="5" y="0"/>
                  </a:lnTo>
                  <a:lnTo>
                    <a:pt x="5"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391" name=""/>
            <p:cNvSpPr/>
            <p:nvPr/>
          </p:nvSpPr>
          <p:spPr>
            <a:xfrm>
              <a:off x="2973240" y="3780000"/>
              <a:ext cx="1800" cy="7920"/>
            </a:xfrm>
            <a:custGeom>
              <a:avLst/>
              <a:gdLst/>
              <a:ahLst/>
              <a:rect l="l" t="t" r="r" b="b"/>
              <a:pathLst>
                <a:path w="1" h="5">
                  <a:moveTo>
                    <a:pt x="0" y="4"/>
                  </a:moveTo>
                  <a:lnTo>
                    <a:pt x="0" y="4"/>
                  </a:lnTo>
                  <a:lnTo>
                    <a:pt x="0" y="4"/>
                  </a:lnTo>
                  <a:lnTo>
                    <a:pt x="0" y="0"/>
                  </a:lnTo>
                  <a:lnTo>
                    <a:pt x="0" y="0"/>
                  </a:lnTo>
                  <a:lnTo>
                    <a:pt x="0" y="4"/>
                  </a:lnTo>
                  <a:lnTo>
                    <a:pt x="0" y="4"/>
                  </a:lnTo>
                </a:path>
              </a:pathLst>
            </a:custGeom>
            <a:solidFill>
              <a:srgbClr val="c0c27c"/>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392" name=""/>
            <p:cNvSpPr/>
            <p:nvPr/>
          </p:nvSpPr>
          <p:spPr>
            <a:xfrm>
              <a:off x="2960640" y="3780000"/>
              <a:ext cx="14400" cy="10800"/>
            </a:xfrm>
            <a:custGeom>
              <a:avLst/>
              <a:gdLst/>
              <a:ahLst/>
              <a:rect l="l" t="t" r="r" b="b"/>
              <a:pathLst>
                <a:path w="9" h="7">
                  <a:moveTo>
                    <a:pt x="0" y="6"/>
                  </a:moveTo>
                  <a:lnTo>
                    <a:pt x="0" y="6"/>
                  </a:lnTo>
                  <a:lnTo>
                    <a:pt x="0" y="6"/>
                  </a:lnTo>
                  <a:lnTo>
                    <a:pt x="3" y="5"/>
                  </a:lnTo>
                  <a:lnTo>
                    <a:pt x="3" y="5"/>
                  </a:lnTo>
                  <a:lnTo>
                    <a:pt x="5" y="4"/>
                  </a:lnTo>
                  <a:lnTo>
                    <a:pt x="8" y="4"/>
                  </a:lnTo>
                  <a:lnTo>
                    <a:pt x="8" y="4"/>
                  </a:lnTo>
                  <a:lnTo>
                    <a:pt x="8" y="4"/>
                  </a:lnTo>
                  <a:lnTo>
                    <a:pt x="8" y="4"/>
                  </a:lnTo>
                  <a:lnTo>
                    <a:pt x="8" y="0"/>
                  </a:lnTo>
                  <a:lnTo>
                    <a:pt x="8" y="0"/>
                  </a:lnTo>
                  <a:lnTo>
                    <a:pt x="8" y="0"/>
                  </a:lnTo>
                  <a:lnTo>
                    <a:pt x="8" y="4"/>
                  </a:lnTo>
                  <a:lnTo>
                    <a:pt x="5" y="4"/>
                  </a:lnTo>
                  <a:lnTo>
                    <a:pt x="3" y="4"/>
                  </a:lnTo>
                  <a:lnTo>
                    <a:pt x="0" y="4"/>
                  </a:lnTo>
                  <a:lnTo>
                    <a:pt x="0" y="5"/>
                  </a:lnTo>
                  <a:lnTo>
                    <a:pt x="0" y="6"/>
                  </a:lnTo>
                  <a:lnTo>
                    <a:pt x="0" y="6"/>
                  </a:lnTo>
                  <a:lnTo>
                    <a:pt x="0" y="6"/>
                  </a:lnTo>
                  <a:lnTo>
                    <a:pt x="0" y="6"/>
                  </a:lnTo>
                </a:path>
              </a:pathLst>
            </a:custGeom>
            <a:solidFill>
              <a:srgbClr val="c0c27c"/>
            </a:solidFill>
            <a:ln w="0">
              <a:noFill/>
            </a:ln>
          </p:spPr>
          <p:style>
            <a:lnRef idx="0"/>
            <a:fillRef idx="0"/>
            <a:effectRef idx="0"/>
            <a:fontRef idx="minor"/>
          </p:style>
          <p:txBody>
            <a:bodyPr lIns="90000" rIns="90000" tIns="-36000" bIns="-36000" anchor="t">
              <a:noAutofit/>
            </a:bodyPr>
            <a:p>
              <a:endParaRPr b="0" lang="en-IN" sz="2400" strike="noStrike" u="none">
                <a:solidFill>
                  <a:srgbClr val="ffffff"/>
                </a:solidFill>
                <a:effectLst/>
                <a:uFillTx/>
                <a:latin typeface="Times New Roman"/>
              </a:endParaRPr>
            </a:p>
          </p:txBody>
        </p:sp>
        <p:sp>
          <p:nvSpPr>
            <p:cNvPr id="2393" name=""/>
            <p:cNvSpPr/>
            <p:nvPr/>
          </p:nvSpPr>
          <p:spPr>
            <a:xfrm>
              <a:off x="2952720" y="3789360"/>
              <a:ext cx="9720" cy="3240"/>
            </a:xfrm>
            <a:custGeom>
              <a:avLst/>
              <a:gdLst/>
              <a:ahLst/>
              <a:rect l="l" t="t" r="r" b="b"/>
              <a:pathLst>
                <a:path w="6" h="2">
                  <a:moveTo>
                    <a:pt x="2" y="1"/>
                  </a:moveTo>
                  <a:lnTo>
                    <a:pt x="2" y="1"/>
                  </a:lnTo>
                  <a:lnTo>
                    <a:pt x="4" y="1"/>
                  </a:lnTo>
                  <a:lnTo>
                    <a:pt x="5" y="1"/>
                  </a:lnTo>
                  <a:lnTo>
                    <a:pt x="5" y="1"/>
                  </a:lnTo>
                  <a:lnTo>
                    <a:pt x="5" y="0"/>
                  </a:lnTo>
                  <a:lnTo>
                    <a:pt x="5" y="0"/>
                  </a:lnTo>
                  <a:lnTo>
                    <a:pt x="5" y="0"/>
                  </a:lnTo>
                  <a:lnTo>
                    <a:pt x="5" y="0"/>
                  </a:lnTo>
                  <a:lnTo>
                    <a:pt x="5" y="0"/>
                  </a:lnTo>
                  <a:lnTo>
                    <a:pt x="5" y="0"/>
                  </a:lnTo>
                  <a:lnTo>
                    <a:pt x="5" y="0"/>
                  </a:lnTo>
                  <a:lnTo>
                    <a:pt x="5" y="0"/>
                  </a:lnTo>
                  <a:lnTo>
                    <a:pt x="5" y="0"/>
                  </a:lnTo>
                  <a:lnTo>
                    <a:pt x="4" y="0"/>
                  </a:lnTo>
                  <a:lnTo>
                    <a:pt x="2" y="1"/>
                  </a:lnTo>
                  <a:lnTo>
                    <a:pt x="0" y="1"/>
                  </a:lnTo>
                  <a:lnTo>
                    <a:pt x="0" y="1"/>
                  </a:lnTo>
                  <a:lnTo>
                    <a:pt x="2" y="1"/>
                  </a:lnTo>
                  <a:lnTo>
                    <a:pt x="2" y="1"/>
                  </a:lnTo>
                </a:path>
              </a:pathLst>
            </a:custGeom>
            <a:solidFill>
              <a:srgbClr val="c0c27c"/>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394" name=""/>
            <p:cNvSpPr/>
            <p:nvPr/>
          </p:nvSpPr>
          <p:spPr>
            <a:xfrm>
              <a:off x="2960640" y="3787920"/>
              <a:ext cx="1800" cy="2880"/>
            </a:xfrm>
            <a:custGeom>
              <a:avLst/>
              <a:gdLst/>
              <a:ahLst/>
              <a:rect l="l" t="t" r="r" b="b"/>
              <a:pathLst>
                <a:path w="1" h="2">
                  <a:moveTo>
                    <a:pt x="0" y="0"/>
                  </a:moveTo>
                  <a:lnTo>
                    <a:pt x="0" y="1"/>
                  </a:lnTo>
                  <a:lnTo>
                    <a:pt x="0" y="1"/>
                  </a:lnTo>
                  <a:lnTo>
                    <a:pt x="0" y="1"/>
                  </a:lnTo>
                  <a:lnTo>
                    <a:pt x="0" y="1"/>
                  </a:lnTo>
                  <a:lnTo>
                    <a:pt x="0" y="0"/>
                  </a:lnTo>
                  <a:lnTo>
                    <a:pt x="0" y="0"/>
                  </a:lnTo>
                </a:path>
              </a:pathLst>
            </a:custGeom>
            <a:solidFill>
              <a:srgbClr val="c0c27c"/>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395" name=""/>
            <p:cNvSpPr/>
            <p:nvPr/>
          </p:nvSpPr>
          <p:spPr>
            <a:xfrm>
              <a:off x="3006720" y="380520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396" name=""/>
            <p:cNvSpPr/>
            <p:nvPr/>
          </p:nvSpPr>
          <p:spPr>
            <a:xfrm>
              <a:off x="3006720" y="3789360"/>
              <a:ext cx="27000" cy="17640"/>
            </a:xfrm>
            <a:custGeom>
              <a:avLst/>
              <a:gdLst/>
              <a:ahLst/>
              <a:rect l="l" t="t" r="r" b="b"/>
              <a:pathLst>
                <a:path w="17" h="11">
                  <a:moveTo>
                    <a:pt x="16" y="0"/>
                  </a:moveTo>
                  <a:lnTo>
                    <a:pt x="15" y="0"/>
                  </a:lnTo>
                  <a:lnTo>
                    <a:pt x="15" y="1"/>
                  </a:lnTo>
                  <a:lnTo>
                    <a:pt x="10" y="5"/>
                  </a:lnTo>
                  <a:lnTo>
                    <a:pt x="8" y="7"/>
                  </a:lnTo>
                  <a:lnTo>
                    <a:pt x="5" y="10"/>
                  </a:lnTo>
                  <a:lnTo>
                    <a:pt x="4" y="10"/>
                  </a:lnTo>
                  <a:lnTo>
                    <a:pt x="0" y="10"/>
                  </a:lnTo>
                  <a:lnTo>
                    <a:pt x="0" y="10"/>
                  </a:lnTo>
                  <a:lnTo>
                    <a:pt x="0" y="10"/>
                  </a:lnTo>
                  <a:lnTo>
                    <a:pt x="0" y="10"/>
                  </a:lnTo>
                  <a:lnTo>
                    <a:pt x="4" y="10"/>
                  </a:lnTo>
                  <a:lnTo>
                    <a:pt x="5" y="10"/>
                  </a:lnTo>
                  <a:lnTo>
                    <a:pt x="10" y="7"/>
                  </a:lnTo>
                  <a:lnTo>
                    <a:pt x="10" y="7"/>
                  </a:lnTo>
                  <a:lnTo>
                    <a:pt x="15" y="1"/>
                  </a:lnTo>
                  <a:lnTo>
                    <a:pt x="16" y="1"/>
                  </a:lnTo>
                  <a:lnTo>
                    <a:pt x="16" y="0"/>
                  </a:lnTo>
                  <a:lnTo>
                    <a:pt x="16" y="0"/>
                  </a:lnTo>
                  <a:lnTo>
                    <a:pt x="16" y="0"/>
                  </a:lnTo>
                </a:path>
              </a:pathLst>
            </a:custGeom>
            <a:solidFill>
              <a:srgbClr val="c0c27c"/>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397" name=""/>
            <p:cNvSpPr/>
            <p:nvPr/>
          </p:nvSpPr>
          <p:spPr>
            <a:xfrm>
              <a:off x="3006720" y="380520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398" name=""/>
            <p:cNvSpPr/>
            <p:nvPr/>
          </p:nvSpPr>
          <p:spPr>
            <a:xfrm>
              <a:off x="2995560" y="375300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399" name=""/>
            <p:cNvSpPr/>
            <p:nvPr/>
          </p:nvSpPr>
          <p:spPr>
            <a:xfrm>
              <a:off x="2995560" y="3738600"/>
              <a:ext cx="20520" cy="15840"/>
            </a:xfrm>
            <a:custGeom>
              <a:avLst/>
              <a:gdLst/>
              <a:ahLst/>
              <a:rect l="l" t="t" r="r" b="b"/>
              <a:pathLst>
                <a:path w="13" h="10">
                  <a:moveTo>
                    <a:pt x="12" y="0"/>
                  </a:moveTo>
                  <a:lnTo>
                    <a:pt x="12" y="0"/>
                  </a:lnTo>
                  <a:lnTo>
                    <a:pt x="12" y="4"/>
                  </a:lnTo>
                  <a:lnTo>
                    <a:pt x="11" y="5"/>
                  </a:lnTo>
                  <a:lnTo>
                    <a:pt x="7" y="5"/>
                  </a:lnTo>
                  <a:lnTo>
                    <a:pt x="7" y="5"/>
                  </a:lnTo>
                  <a:lnTo>
                    <a:pt x="5" y="5"/>
                  </a:lnTo>
                  <a:lnTo>
                    <a:pt x="0" y="7"/>
                  </a:lnTo>
                  <a:lnTo>
                    <a:pt x="0" y="9"/>
                  </a:lnTo>
                  <a:lnTo>
                    <a:pt x="0" y="9"/>
                  </a:lnTo>
                  <a:lnTo>
                    <a:pt x="0" y="9"/>
                  </a:lnTo>
                  <a:lnTo>
                    <a:pt x="0" y="9"/>
                  </a:lnTo>
                  <a:lnTo>
                    <a:pt x="2" y="9"/>
                  </a:lnTo>
                  <a:lnTo>
                    <a:pt x="5" y="9"/>
                  </a:lnTo>
                  <a:lnTo>
                    <a:pt x="7" y="5"/>
                  </a:lnTo>
                  <a:lnTo>
                    <a:pt x="7" y="5"/>
                  </a:lnTo>
                  <a:lnTo>
                    <a:pt x="11" y="5"/>
                  </a:lnTo>
                  <a:lnTo>
                    <a:pt x="12" y="4"/>
                  </a:lnTo>
                  <a:lnTo>
                    <a:pt x="12" y="0"/>
                  </a:lnTo>
                  <a:lnTo>
                    <a:pt x="12" y="0"/>
                  </a:lnTo>
                  <a:lnTo>
                    <a:pt x="12" y="0"/>
                  </a:lnTo>
                  <a:lnTo>
                    <a:pt x="12" y="0"/>
                  </a:lnTo>
                </a:path>
              </a:pathLst>
            </a:custGeom>
            <a:solidFill>
              <a:srgbClr val="a1e2ff"/>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400" name=""/>
            <p:cNvSpPr/>
            <p:nvPr/>
          </p:nvSpPr>
          <p:spPr>
            <a:xfrm>
              <a:off x="3014640" y="3728880"/>
              <a:ext cx="11160" cy="11160"/>
            </a:xfrm>
            <a:custGeom>
              <a:avLst/>
              <a:gdLst/>
              <a:ahLst/>
              <a:rect l="l" t="t" r="r" b="b"/>
              <a:pathLst>
                <a:path w="7" h="7">
                  <a:moveTo>
                    <a:pt x="5" y="0"/>
                  </a:moveTo>
                  <a:lnTo>
                    <a:pt x="5" y="0"/>
                  </a:lnTo>
                  <a:lnTo>
                    <a:pt x="5" y="0"/>
                  </a:lnTo>
                  <a:lnTo>
                    <a:pt x="5" y="1"/>
                  </a:lnTo>
                  <a:lnTo>
                    <a:pt x="5" y="3"/>
                  </a:lnTo>
                  <a:lnTo>
                    <a:pt x="3" y="4"/>
                  </a:lnTo>
                  <a:lnTo>
                    <a:pt x="0" y="4"/>
                  </a:lnTo>
                  <a:lnTo>
                    <a:pt x="0" y="6"/>
                  </a:lnTo>
                  <a:lnTo>
                    <a:pt x="0" y="6"/>
                  </a:lnTo>
                  <a:lnTo>
                    <a:pt x="0" y="6"/>
                  </a:lnTo>
                  <a:lnTo>
                    <a:pt x="0" y="6"/>
                  </a:lnTo>
                  <a:lnTo>
                    <a:pt x="2" y="6"/>
                  </a:lnTo>
                  <a:lnTo>
                    <a:pt x="5" y="4"/>
                  </a:lnTo>
                  <a:lnTo>
                    <a:pt x="5" y="4"/>
                  </a:lnTo>
                  <a:lnTo>
                    <a:pt x="5" y="3"/>
                  </a:lnTo>
                  <a:lnTo>
                    <a:pt x="5" y="1"/>
                  </a:lnTo>
                  <a:lnTo>
                    <a:pt x="6" y="1"/>
                  </a:lnTo>
                  <a:lnTo>
                    <a:pt x="6" y="1"/>
                  </a:lnTo>
                  <a:lnTo>
                    <a:pt x="5" y="0"/>
                  </a:lnTo>
                  <a:lnTo>
                    <a:pt x="5" y="0"/>
                  </a:lnTo>
                </a:path>
              </a:pathLst>
            </a:custGeom>
            <a:solidFill>
              <a:srgbClr val="a1e2ff"/>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401" name=""/>
            <p:cNvSpPr/>
            <p:nvPr/>
          </p:nvSpPr>
          <p:spPr>
            <a:xfrm>
              <a:off x="3014640" y="3738600"/>
              <a:ext cx="1440" cy="7920"/>
            </a:xfrm>
            <a:custGeom>
              <a:avLst/>
              <a:gdLst/>
              <a:ahLst/>
              <a:rect l="l" t="t" r="r" b="b"/>
              <a:pathLst>
                <a:path w="1" h="5">
                  <a:moveTo>
                    <a:pt x="0" y="4"/>
                  </a:moveTo>
                  <a:lnTo>
                    <a:pt x="0" y="0"/>
                  </a:lnTo>
                  <a:lnTo>
                    <a:pt x="0" y="0"/>
                  </a:lnTo>
                  <a:lnTo>
                    <a:pt x="0" y="0"/>
                  </a:lnTo>
                  <a:lnTo>
                    <a:pt x="0" y="0"/>
                  </a:lnTo>
                  <a:lnTo>
                    <a:pt x="0" y="4"/>
                  </a:lnTo>
                  <a:lnTo>
                    <a:pt x="0" y="4"/>
                  </a:lnTo>
                </a:path>
              </a:pathLst>
            </a:custGeom>
            <a:solidFill>
              <a:srgbClr val="a1e2ff"/>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402" name=""/>
            <p:cNvSpPr/>
            <p:nvPr/>
          </p:nvSpPr>
          <p:spPr>
            <a:xfrm>
              <a:off x="2862360" y="3649680"/>
              <a:ext cx="33120" cy="41400"/>
            </a:xfrm>
            <a:custGeom>
              <a:avLst/>
              <a:gdLst/>
              <a:ahLst/>
              <a:rect l="l" t="t" r="r" b="b"/>
              <a:pathLst>
                <a:path w="21" h="26">
                  <a:moveTo>
                    <a:pt x="20" y="2"/>
                  </a:moveTo>
                  <a:lnTo>
                    <a:pt x="20" y="2"/>
                  </a:lnTo>
                  <a:lnTo>
                    <a:pt x="15" y="2"/>
                  </a:lnTo>
                  <a:lnTo>
                    <a:pt x="13" y="2"/>
                  </a:lnTo>
                  <a:lnTo>
                    <a:pt x="12" y="2"/>
                  </a:lnTo>
                  <a:lnTo>
                    <a:pt x="11" y="2"/>
                  </a:lnTo>
                  <a:lnTo>
                    <a:pt x="10" y="0"/>
                  </a:lnTo>
                  <a:lnTo>
                    <a:pt x="5" y="0"/>
                  </a:lnTo>
                  <a:lnTo>
                    <a:pt x="5" y="0"/>
                  </a:lnTo>
                  <a:lnTo>
                    <a:pt x="5" y="0"/>
                  </a:lnTo>
                  <a:lnTo>
                    <a:pt x="5" y="0"/>
                  </a:lnTo>
                  <a:lnTo>
                    <a:pt x="2" y="0"/>
                  </a:lnTo>
                  <a:lnTo>
                    <a:pt x="2" y="0"/>
                  </a:lnTo>
                  <a:lnTo>
                    <a:pt x="2" y="0"/>
                  </a:lnTo>
                  <a:lnTo>
                    <a:pt x="1" y="0"/>
                  </a:lnTo>
                  <a:lnTo>
                    <a:pt x="0" y="2"/>
                  </a:lnTo>
                  <a:lnTo>
                    <a:pt x="0" y="5"/>
                  </a:lnTo>
                  <a:lnTo>
                    <a:pt x="0" y="6"/>
                  </a:lnTo>
                  <a:lnTo>
                    <a:pt x="0" y="6"/>
                  </a:lnTo>
                  <a:lnTo>
                    <a:pt x="0" y="7"/>
                  </a:lnTo>
                  <a:lnTo>
                    <a:pt x="0" y="8"/>
                  </a:lnTo>
                  <a:lnTo>
                    <a:pt x="0" y="10"/>
                  </a:lnTo>
                  <a:lnTo>
                    <a:pt x="0" y="10"/>
                  </a:lnTo>
                  <a:lnTo>
                    <a:pt x="0" y="10"/>
                  </a:lnTo>
                  <a:lnTo>
                    <a:pt x="0" y="13"/>
                  </a:lnTo>
                  <a:lnTo>
                    <a:pt x="0" y="15"/>
                  </a:lnTo>
                  <a:lnTo>
                    <a:pt x="0" y="18"/>
                  </a:lnTo>
                  <a:lnTo>
                    <a:pt x="0" y="20"/>
                  </a:lnTo>
                  <a:lnTo>
                    <a:pt x="0" y="20"/>
                  </a:lnTo>
                  <a:lnTo>
                    <a:pt x="0" y="20"/>
                  </a:lnTo>
                  <a:lnTo>
                    <a:pt x="0" y="21"/>
                  </a:lnTo>
                  <a:lnTo>
                    <a:pt x="0" y="23"/>
                  </a:lnTo>
                  <a:lnTo>
                    <a:pt x="0" y="24"/>
                  </a:lnTo>
                  <a:lnTo>
                    <a:pt x="0" y="25"/>
                  </a:lnTo>
                  <a:lnTo>
                    <a:pt x="2" y="25"/>
                  </a:lnTo>
                  <a:lnTo>
                    <a:pt x="2" y="25"/>
                  </a:lnTo>
                  <a:lnTo>
                    <a:pt x="5" y="23"/>
                  </a:lnTo>
                  <a:lnTo>
                    <a:pt x="5" y="21"/>
                  </a:lnTo>
                  <a:lnTo>
                    <a:pt x="5" y="21"/>
                  </a:lnTo>
                  <a:lnTo>
                    <a:pt x="5" y="20"/>
                  </a:lnTo>
                  <a:lnTo>
                    <a:pt x="8" y="20"/>
                  </a:lnTo>
                  <a:lnTo>
                    <a:pt x="8" y="20"/>
                  </a:lnTo>
                  <a:lnTo>
                    <a:pt x="10" y="20"/>
                  </a:lnTo>
                  <a:lnTo>
                    <a:pt x="10" y="18"/>
                  </a:lnTo>
                  <a:lnTo>
                    <a:pt x="10" y="17"/>
                  </a:lnTo>
                  <a:lnTo>
                    <a:pt x="10" y="15"/>
                  </a:lnTo>
                  <a:lnTo>
                    <a:pt x="10" y="15"/>
                  </a:lnTo>
                  <a:lnTo>
                    <a:pt x="10" y="15"/>
                  </a:lnTo>
                  <a:lnTo>
                    <a:pt x="10" y="14"/>
                  </a:lnTo>
                  <a:lnTo>
                    <a:pt x="11" y="13"/>
                  </a:lnTo>
                  <a:lnTo>
                    <a:pt x="11" y="13"/>
                  </a:lnTo>
                  <a:lnTo>
                    <a:pt x="12" y="13"/>
                  </a:lnTo>
                  <a:lnTo>
                    <a:pt x="12" y="13"/>
                  </a:lnTo>
                  <a:lnTo>
                    <a:pt x="13" y="11"/>
                  </a:lnTo>
                  <a:lnTo>
                    <a:pt x="13" y="10"/>
                  </a:lnTo>
                  <a:lnTo>
                    <a:pt x="13" y="10"/>
                  </a:lnTo>
                  <a:lnTo>
                    <a:pt x="15" y="7"/>
                  </a:lnTo>
                  <a:lnTo>
                    <a:pt x="15" y="6"/>
                  </a:lnTo>
                  <a:lnTo>
                    <a:pt x="15" y="5"/>
                  </a:lnTo>
                  <a:lnTo>
                    <a:pt x="15" y="5"/>
                  </a:lnTo>
                  <a:lnTo>
                    <a:pt x="20" y="2"/>
                  </a:lnTo>
                  <a:lnTo>
                    <a:pt x="20" y="2"/>
                  </a:lnTo>
                </a:path>
              </a:pathLst>
            </a:custGeom>
            <a:solidFill>
              <a:srgbClr val="ffe0f5"/>
            </a:solidFill>
            <a:ln w="0">
              <a:noFill/>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2403" name=""/>
            <p:cNvSpPr/>
            <p:nvPr/>
          </p:nvSpPr>
          <p:spPr>
            <a:xfrm>
              <a:off x="3354480" y="401148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404" name=""/>
            <p:cNvSpPr/>
            <p:nvPr/>
          </p:nvSpPr>
          <p:spPr>
            <a:xfrm>
              <a:off x="3354480" y="3990960"/>
              <a:ext cx="12600" cy="22320"/>
            </a:xfrm>
            <a:custGeom>
              <a:avLst/>
              <a:gdLst/>
              <a:ahLst/>
              <a:rect l="l" t="t" r="r" b="b"/>
              <a:pathLst>
                <a:path w="8" h="14">
                  <a:moveTo>
                    <a:pt x="7" y="0"/>
                  </a:moveTo>
                  <a:lnTo>
                    <a:pt x="7" y="0"/>
                  </a:lnTo>
                  <a:lnTo>
                    <a:pt x="7" y="0"/>
                  </a:lnTo>
                  <a:lnTo>
                    <a:pt x="6" y="2"/>
                  </a:lnTo>
                  <a:lnTo>
                    <a:pt x="3" y="7"/>
                  </a:lnTo>
                  <a:lnTo>
                    <a:pt x="3" y="10"/>
                  </a:lnTo>
                  <a:lnTo>
                    <a:pt x="2" y="10"/>
                  </a:lnTo>
                  <a:lnTo>
                    <a:pt x="0" y="11"/>
                  </a:lnTo>
                  <a:lnTo>
                    <a:pt x="0" y="13"/>
                  </a:lnTo>
                  <a:lnTo>
                    <a:pt x="0" y="13"/>
                  </a:lnTo>
                  <a:lnTo>
                    <a:pt x="0" y="13"/>
                  </a:lnTo>
                  <a:lnTo>
                    <a:pt x="0" y="13"/>
                  </a:lnTo>
                  <a:lnTo>
                    <a:pt x="2" y="13"/>
                  </a:lnTo>
                  <a:lnTo>
                    <a:pt x="3" y="11"/>
                  </a:lnTo>
                  <a:lnTo>
                    <a:pt x="3" y="10"/>
                  </a:lnTo>
                  <a:lnTo>
                    <a:pt x="7" y="7"/>
                  </a:lnTo>
                  <a:lnTo>
                    <a:pt x="7" y="2"/>
                  </a:lnTo>
                  <a:lnTo>
                    <a:pt x="7" y="0"/>
                  </a:lnTo>
                  <a:lnTo>
                    <a:pt x="7" y="0"/>
                  </a:lnTo>
                  <a:lnTo>
                    <a:pt x="7" y="0"/>
                  </a:lnTo>
                  <a:lnTo>
                    <a:pt x="7" y="0"/>
                  </a:lnTo>
                  <a:lnTo>
                    <a:pt x="7"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405" name=""/>
            <p:cNvSpPr/>
            <p:nvPr/>
          </p:nvSpPr>
          <p:spPr>
            <a:xfrm>
              <a:off x="3365640" y="3954600"/>
              <a:ext cx="7920" cy="37800"/>
            </a:xfrm>
            <a:custGeom>
              <a:avLst/>
              <a:gdLst/>
              <a:ahLst/>
              <a:rect l="l" t="t" r="r" b="b"/>
              <a:pathLst>
                <a:path w="5" h="24">
                  <a:moveTo>
                    <a:pt x="1" y="0"/>
                  </a:moveTo>
                  <a:lnTo>
                    <a:pt x="1" y="3"/>
                  </a:lnTo>
                  <a:lnTo>
                    <a:pt x="1" y="3"/>
                  </a:lnTo>
                  <a:lnTo>
                    <a:pt x="1" y="7"/>
                  </a:lnTo>
                  <a:lnTo>
                    <a:pt x="0" y="11"/>
                  </a:lnTo>
                  <a:lnTo>
                    <a:pt x="0" y="13"/>
                  </a:lnTo>
                  <a:lnTo>
                    <a:pt x="0" y="15"/>
                  </a:lnTo>
                  <a:lnTo>
                    <a:pt x="0" y="19"/>
                  </a:lnTo>
                  <a:lnTo>
                    <a:pt x="0" y="23"/>
                  </a:lnTo>
                  <a:lnTo>
                    <a:pt x="0" y="23"/>
                  </a:lnTo>
                  <a:lnTo>
                    <a:pt x="0" y="19"/>
                  </a:lnTo>
                  <a:lnTo>
                    <a:pt x="0" y="15"/>
                  </a:lnTo>
                  <a:lnTo>
                    <a:pt x="0" y="13"/>
                  </a:lnTo>
                  <a:lnTo>
                    <a:pt x="1" y="11"/>
                  </a:lnTo>
                  <a:lnTo>
                    <a:pt x="3" y="7"/>
                  </a:lnTo>
                  <a:lnTo>
                    <a:pt x="4" y="3"/>
                  </a:lnTo>
                  <a:lnTo>
                    <a:pt x="4" y="3"/>
                  </a:lnTo>
                  <a:lnTo>
                    <a:pt x="4" y="0"/>
                  </a:lnTo>
                  <a:lnTo>
                    <a:pt x="1" y="0"/>
                  </a:lnTo>
                  <a:lnTo>
                    <a:pt x="1" y="0"/>
                  </a:lnTo>
                </a:path>
              </a:pathLst>
            </a:custGeom>
            <a:solidFill>
              <a:srgbClr val="ffc0b6"/>
            </a:solidFill>
            <a:ln w="0">
              <a:noFill/>
            </a:ln>
          </p:spPr>
          <p:style>
            <a:lnRef idx="0"/>
            <a:fillRef idx="0"/>
            <a:effectRef idx="0"/>
            <a:fontRef idx="minor"/>
          </p:style>
          <p:txBody>
            <a:bodyPr lIns="90000" rIns="90000" tIns="-9000" bIns="-9000" anchor="t">
              <a:noAutofit/>
            </a:bodyPr>
            <a:p>
              <a:endParaRPr b="0" lang="en-IN" sz="2400" strike="noStrike" u="none">
                <a:solidFill>
                  <a:srgbClr val="ffffff"/>
                </a:solidFill>
                <a:effectLst/>
                <a:uFillTx/>
                <a:latin typeface="Times New Roman"/>
              </a:endParaRPr>
            </a:p>
          </p:txBody>
        </p:sp>
        <p:sp>
          <p:nvSpPr>
            <p:cNvPr id="2406" name=""/>
            <p:cNvSpPr/>
            <p:nvPr/>
          </p:nvSpPr>
          <p:spPr>
            <a:xfrm>
              <a:off x="3365640" y="3987720"/>
              <a:ext cx="1440" cy="4680"/>
            </a:xfrm>
            <a:custGeom>
              <a:avLst/>
              <a:gdLst/>
              <a:ahLst/>
              <a:rect l="l" t="t" r="r" b="b"/>
              <a:pathLst>
                <a:path w="1" h="3">
                  <a:moveTo>
                    <a:pt x="0" y="0"/>
                  </a:moveTo>
                  <a:lnTo>
                    <a:pt x="0" y="0"/>
                  </a:lnTo>
                  <a:lnTo>
                    <a:pt x="0" y="0"/>
                  </a:lnTo>
                  <a:lnTo>
                    <a:pt x="0" y="0"/>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407" name=""/>
            <p:cNvSpPr/>
            <p:nvPr/>
          </p:nvSpPr>
          <p:spPr>
            <a:xfrm>
              <a:off x="3449520" y="400212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08" name=""/>
            <p:cNvSpPr/>
            <p:nvPr/>
          </p:nvSpPr>
          <p:spPr>
            <a:xfrm>
              <a:off x="3449520" y="3984480"/>
              <a:ext cx="1800" cy="19080"/>
            </a:xfrm>
            <a:custGeom>
              <a:avLst/>
              <a:gdLst/>
              <a:ahLst/>
              <a:rect l="l" t="t" r="r" b="b"/>
              <a:pathLst>
                <a:path w="1" h="12">
                  <a:moveTo>
                    <a:pt x="0" y="0"/>
                  </a:moveTo>
                  <a:lnTo>
                    <a:pt x="0" y="0"/>
                  </a:lnTo>
                  <a:lnTo>
                    <a:pt x="0" y="2"/>
                  </a:lnTo>
                  <a:lnTo>
                    <a:pt x="0" y="4"/>
                  </a:lnTo>
                  <a:lnTo>
                    <a:pt x="0" y="4"/>
                  </a:lnTo>
                  <a:lnTo>
                    <a:pt x="0" y="6"/>
                  </a:lnTo>
                  <a:lnTo>
                    <a:pt x="0" y="6"/>
                  </a:lnTo>
                  <a:lnTo>
                    <a:pt x="0" y="10"/>
                  </a:lnTo>
                  <a:lnTo>
                    <a:pt x="0" y="11"/>
                  </a:lnTo>
                  <a:lnTo>
                    <a:pt x="0" y="11"/>
                  </a:lnTo>
                  <a:lnTo>
                    <a:pt x="0" y="11"/>
                  </a:lnTo>
                  <a:lnTo>
                    <a:pt x="0" y="10"/>
                  </a:lnTo>
                  <a:lnTo>
                    <a:pt x="0" y="6"/>
                  </a:lnTo>
                  <a:lnTo>
                    <a:pt x="0" y="6"/>
                  </a:lnTo>
                  <a:lnTo>
                    <a:pt x="0" y="6"/>
                  </a:lnTo>
                  <a:lnTo>
                    <a:pt x="0" y="4"/>
                  </a:lnTo>
                  <a:lnTo>
                    <a:pt x="0" y="4"/>
                  </a:lnTo>
                  <a:lnTo>
                    <a:pt x="0" y="2"/>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409" name=""/>
            <p:cNvSpPr/>
            <p:nvPr/>
          </p:nvSpPr>
          <p:spPr>
            <a:xfrm>
              <a:off x="3449520" y="3954600"/>
              <a:ext cx="7920" cy="33120"/>
            </a:xfrm>
            <a:custGeom>
              <a:avLst/>
              <a:gdLst/>
              <a:ahLst/>
              <a:rect l="l" t="t" r="r" b="b"/>
              <a:pathLst>
                <a:path w="5" h="21">
                  <a:moveTo>
                    <a:pt x="0" y="0"/>
                  </a:moveTo>
                  <a:lnTo>
                    <a:pt x="2" y="3"/>
                  </a:lnTo>
                  <a:lnTo>
                    <a:pt x="2" y="3"/>
                  </a:lnTo>
                  <a:lnTo>
                    <a:pt x="2" y="9"/>
                  </a:lnTo>
                  <a:lnTo>
                    <a:pt x="2" y="11"/>
                  </a:lnTo>
                  <a:lnTo>
                    <a:pt x="0" y="13"/>
                  </a:lnTo>
                  <a:lnTo>
                    <a:pt x="0" y="15"/>
                  </a:lnTo>
                  <a:lnTo>
                    <a:pt x="0" y="18"/>
                  </a:lnTo>
                  <a:lnTo>
                    <a:pt x="0" y="19"/>
                  </a:lnTo>
                  <a:lnTo>
                    <a:pt x="0" y="20"/>
                  </a:lnTo>
                  <a:lnTo>
                    <a:pt x="0" y="18"/>
                  </a:lnTo>
                  <a:lnTo>
                    <a:pt x="0" y="15"/>
                  </a:lnTo>
                  <a:lnTo>
                    <a:pt x="2" y="13"/>
                  </a:lnTo>
                  <a:lnTo>
                    <a:pt x="3" y="11"/>
                  </a:lnTo>
                  <a:lnTo>
                    <a:pt x="3" y="9"/>
                  </a:lnTo>
                  <a:lnTo>
                    <a:pt x="4" y="3"/>
                  </a:lnTo>
                  <a:lnTo>
                    <a:pt x="3" y="3"/>
                  </a:lnTo>
                  <a:lnTo>
                    <a:pt x="2" y="0"/>
                  </a:lnTo>
                  <a:lnTo>
                    <a:pt x="0" y="0"/>
                  </a:lnTo>
                  <a:lnTo>
                    <a:pt x="0" y="0"/>
                  </a:lnTo>
                </a:path>
              </a:pathLst>
            </a:custGeom>
            <a:solidFill>
              <a:srgbClr val="ffc0b6"/>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2410" name=""/>
            <p:cNvSpPr/>
            <p:nvPr/>
          </p:nvSpPr>
          <p:spPr>
            <a:xfrm>
              <a:off x="3449520" y="3984480"/>
              <a:ext cx="180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411" name=""/>
            <p:cNvSpPr/>
            <p:nvPr/>
          </p:nvSpPr>
          <p:spPr>
            <a:xfrm>
              <a:off x="3297240" y="3994200"/>
              <a:ext cx="1440" cy="7920"/>
            </a:xfrm>
            <a:custGeom>
              <a:avLst/>
              <a:gdLst/>
              <a:ahLst/>
              <a:rect l="l" t="t" r="r" b="b"/>
              <a:pathLst>
                <a:path w="1" h="5">
                  <a:moveTo>
                    <a:pt x="0" y="0"/>
                  </a:moveTo>
                  <a:lnTo>
                    <a:pt x="0" y="0"/>
                  </a:lnTo>
                  <a:lnTo>
                    <a:pt x="0" y="3"/>
                  </a:lnTo>
                  <a:lnTo>
                    <a:pt x="0" y="4"/>
                  </a:lnTo>
                  <a:lnTo>
                    <a:pt x="0" y="3"/>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412" name=""/>
            <p:cNvSpPr/>
            <p:nvPr/>
          </p:nvSpPr>
          <p:spPr>
            <a:xfrm>
              <a:off x="3297240" y="3976560"/>
              <a:ext cx="12600" cy="24120"/>
            </a:xfrm>
            <a:custGeom>
              <a:avLst/>
              <a:gdLst/>
              <a:ahLst/>
              <a:rect l="l" t="t" r="r" b="b"/>
              <a:pathLst>
                <a:path w="8" h="15">
                  <a:moveTo>
                    <a:pt x="7" y="0"/>
                  </a:moveTo>
                  <a:lnTo>
                    <a:pt x="7" y="0"/>
                  </a:lnTo>
                  <a:lnTo>
                    <a:pt x="7" y="4"/>
                  </a:lnTo>
                  <a:lnTo>
                    <a:pt x="7" y="6"/>
                  </a:lnTo>
                  <a:lnTo>
                    <a:pt x="4" y="9"/>
                  </a:lnTo>
                  <a:lnTo>
                    <a:pt x="3" y="9"/>
                  </a:lnTo>
                  <a:lnTo>
                    <a:pt x="3" y="10"/>
                  </a:lnTo>
                  <a:lnTo>
                    <a:pt x="2" y="11"/>
                  </a:lnTo>
                  <a:lnTo>
                    <a:pt x="0" y="11"/>
                  </a:lnTo>
                  <a:lnTo>
                    <a:pt x="0" y="11"/>
                  </a:lnTo>
                  <a:lnTo>
                    <a:pt x="0" y="14"/>
                  </a:lnTo>
                  <a:lnTo>
                    <a:pt x="2" y="14"/>
                  </a:lnTo>
                  <a:lnTo>
                    <a:pt x="3" y="11"/>
                  </a:lnTo>
                  <a:lnTo>
                    <a:pt x="3" y="11"/>
                  </a:lnTo>
                  <a:lnTo>
                    <a:pt x="4" y="9"/>
                  </a:lnTo>
                  <a:lnTo>
                    <a:pt x="7" y="9"/>
                  </a:lnTo>
                  <a:lnTo>
                    <a:pt x="7" y="6"/>
                  </a:lnTo>
                  <a:lnTo>
                    <a:pt x="7" y="4"/>
                  </a:lnTo>
                  <a:lnTo>
                    <a:pt x="7" y="0"/>
                  </a:lnTo>
                  <a:lnTo>
                    <a:pt x="7" y="0"/>
                  </a:lnTo>
                  <a:lnTo>
                    <a:pt x="7" y="0"/>
                  </a:lnTo>
                  <a:lnTo>
                    <a:pt x="7" y="0"/>
                  </a:lnTo>
                </a:path>
              </a:pathLst>
            </a:custGeom>
            <a:solidFill>
              <a:srgbClr val="ffc0b6"/>
            </a:solidFill>
            <a:ln w="0">
              <a:noFill/>
            </a:ln>
          </p:spPr>
          <p:style>
            <a:lnRef idx="0"/>
            <a:fillRef idx="0"/>
            <a:effectRef idx="0"/>
            <a:fontRef idx="minor"/>
          </p:style>
          <p:txBody>
            <a:bodyPr lIns="90000" rIns="90000" tIns="-22680" bIns="-22680" anchor="t">
              <a:noAutofit/>
            </a:bodyPr>
            <a:p>
              <a:endParaRPr b="0" lang="en-IN" sz="2400" strike="noStrike" u="none">
                <a:solidFill>
                  <a:srgbClr val="ffffff"/>
                </a:solidFill>
                <a:effectLst/>
                <a:uFillTx/>
                <a:latin typeface="Times New Roman"/>
              </a:endParaRPr>
            </a:p>
          </p:txBody>
        </p:sp>
        <p:sp>
          <p:nvSpPr>
            <p:cNvPr id="2413" name=""/>
            <p:cNvSpPr/>
            <p:nvPr/>
          </p:nvSpPr>
          <p:spPr>
            <a:xfrm>
              <a:off x="3308400" y="3954600"/>
              <a:ext cx="1440" cy="23760"/>
            </a:xfrm>
            <a:custGeom>
              <a:avLst/>
              <a:gdLst/>
              <a:ahLst/>
              <a:rect l="l" t="t" r="r" b="b"/>
              <a:pathLst>
                <a:path w="1" h="15">
                  <a:moveTo>
                    <a:pt x="0" y="0"/>
                  </a:moveTo>
                  <a:lnTo>
                    <a:pt x="0" y="0"/>
                  </a:lnTo>
                  <a:lnTo>
                    <a:pt x="0" y="3"/>
                  </a:lnTo>
                  <a:lnTo>
                    <a:pt x="0" y="11"/>
                  </a:lnTo>
                  <a:lnTo>
                    <a:pt x="0" y="14"/>
                  </a:lnTo>
                  <a:lnTo>
                    <a:pt x="0" y="14"/>
                  </a:lnTo>
                  <a:lnTo>
                    <a:pt x="0" y="11"/>
                  </a:lnTo>
                  <a:lnTo>
                    <a:pt x="0" y="3"/>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414" name=""/>
            <p:cNvSpPr/>
            <p:nvPr/>
          </p:nvSpPr>
          <p:spPr>
            <a:xfrm>
              <a:off x="3308400" y="3975120"/>
              <a:ext cx="1440" cy="3240"/>
            </a:xfrm>
            <a:custGeom>
              <a:avLst/>
              <a:gdLst/>
              <a:ahLst/>
              <a:rect l="l" t="t" r="r" b="b"/>
              <a:pathLst>
                <a:path w="1" h="2">
                  <a:moveTo>
                    <a:pt x="0" y="1"/>
                  </a:moveTo>
                  <a:lnTo>
                    <a:pt x="0" y="1"/>
                  </a:lnTo>
                  <a:lnTo>
                    <a:pt x="0" y="0"/>
                  </a:lnTo>
                  <a:lnTo>
                    <a:pt x="0" y="1"/>
                  </a:lnTo>
                  <a:lnTo>
                    <a:pt x="0" y="1"/>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415" name=""/>
            <p:cNvSpPr/>
            <p:nvPr/>
          </p:nvSpPr>
          <p:spPr>
            <a:xfrm>
              <a:off x="3268800" y="3994200"/>
              <a:ext cx="4680" cy="7920"/>
            </a:xfrm>
            <a:custGeom>
              <a:avLst/>
              <a:gdLst/>
              <a:ahLst/>
              <a:rect l="l" t="t" r="r" b="b"/>
              <a:pathLst>
                <a:path w="3" h="5">
                  <a:moveTo>
                    <a:pt x="0" y="3"/>
                  </a:moveTo>
                  <a:lnTo>
                    <a:pt x="1" y="4"/>
                  </a:lnTo>
                  <a:lnTo>
                    <a:pt x="2" y="3"/>
                  </a:lnTo>
                  <a:lnTo>
                    <a:pt x="2" y="3"/>
                  </a:lnTo>
                  <a:lnTo>
                    <a:pt x="2" y="0"/>
                  </a:lnTo>
                  <a:lnTo>
                    <a:pt x="0" y="3"/>
                  </a:lnTo>
                  <a:lnTo>
                    <a:pt x="0" y="3"/>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416" name=""/>
            <p:cNvSpPr/>
            <p:nvPr/>
          </p:nvSpPr>
          <p:spPr>
            <a:xfrm>
              <a:off x="3268800" y="3983040"/>
              <a:ext cx="6120" cy="17640"/>
            </a:xfrm>
            <a:custGeom>
              <a:avLst/>
              <a:gdLst/>
              <a:ahLst/>
              <a:rect l="l" t="t" r="r" b="b"/>
              <a:pathLst>
                <a:path w="4" h="11">
                  <a:moveTo>
                    <a:pt x="2" y="0"/>
                  </a:moveTo>
                  <a:lnTo>
                    <a:pt x="2" y="0"/>
                  </a:lnTo>
                  <a:lnTo>
                    <a:pt x="0" y="1"/>
                  </a:lnTo>
                  <a:lnTo>
                    <a:pt x="0" y="3"/>
                  </a:lnTo>
                  <a:lnTo>
                    <a:pt x="0" y="5"/>
                  </a:lnTo>
                  <a:lnTo>
                    <a:pt x="0" y="5"/>
                  </a:lnTo>
                  <a:lnTo>
                    <a:pt x="0" y="7"/>
                  </a:lnTo>
                  <a:lnTo>
                    <a:pt x="0" y="7"/>
                  </a:lnTo>
                  <a:lnTo>
                    <a:pt x="0" y="7"/>
                  </a:lnTo>
                  <a:lnTo>
                    <a:pt x="0" y="10"/>
                  </a:lnTo>
                  <a:lnTo>
                    <a:pt x="2" y="7"/>
                  </a:lnTo>
                  <a:lnTo>
                    <a:pt x="2" y="7"/>
                  </a:lnTo>
                  <a:lnTo>
                    <a:pt x="2" y="7"/>
                  </a:lnTo>
                  <a:lnTo>
                    <a:pt x="1" y="7"/>
                  </a:lnTo>
                  <a:lnTo>
                    <a:pt x="1" y="5"/>
                  </a:lnTo>
                  <a:lnTo>
                    <a:pt x="1" y="5"/>
                  </a:lnTo>
                  <a:lnTo>
                    <a:pt x="2" y="3"/>
                  </a:lnTo>
                  <a:lnTo>
                    <a:pt x="2" y="2"/>
                  </a:lnTo>
                  <a:lnTo>
                    <a:pt x="3" y="0"/>
                  </a:lnTo>
                  <a:lnTo>
                    <a:pt x="3" y="0"/>
                  </a:lnTo>
                  <a:lnTo>
                    <a:pt x="2" y="0"/>
                  </a:lnTo>
                  <a:lnTo>
                    <a:pt x="2" y="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417" name=""/>
            <p:cNvSpPr/>
            <p:nvPr/>
          </p:nvSpPr>
          <p:spPr>
            <a:xfrm>
              <a:off x="3271680" y="3962520"/>
              <a:ext cx="7920" cy="21960"/>
            </a:xfrm>
            <a:custGeom>
              <a:avLst/>
              <a:gdLst/>
              <a:ahLst/>
              <a:rect l="l" t="t" r="r" b="b"/>
              <a:pathLst>
                <a:path w="5" h="14">
                  <a:moveTo>
                    <a:pt x="2" y="0"/>
                  </a:moveTo>
                  <a:lnTo>
                    <a:pt x="2" y="2"/>
                  </a:lnTo>
                  <a:lnTo>
                    <a:pt x="2" y="2"/>
                  </a:lnTo>
                  <a:lnTo>
                    <a:pt x="2" y="4"/>
                  </a:lnTo>
                  <a:lnTo>
                    <a:pt x="1" y="6"/>
                  </a:lnTo>
                  <a:lnTo>
                    <a:pt x="1" y="6"/>
                  </a:lnTo>
                  <a:lnTo>
                    <a:pt x="1" y="8"/>
                  </a:lnTo>
                  <a:lnTo>
                    <a:pt x="1" y="9"/>
                  </a:lnTo>
                  <a:lnTo>
                    <a:pt x="0" y="13"/>
                  </a:lnTo>
                  <a:lnTo>
                    <a:pt x="1" y="13"/>
                  </a:lnTo>
                  <a:lnTo>
                    <a:pt x="1" y="9"/>
                  </a:lnTo>
                  <a:lnTo>
                    <a:pt x="1" y="8"/>
                  </a:lnTo>
                  <a:lnTo>
                    <a:pt x="2" y="6"/>
                  </a:lnTo>
                  <a:lnTo>
                    <a:pt x="2" y="6"/>
                  </a:lnTo>
                  <a:lnTo>
                    <a:pt x="2" y="4"/>
                  </a:lnTo>
                  <a:lnTo>
                    <a:pt x="4" y="2"/>
                  </a:lnTo>
                  <a:lnTo>
                    <a:pt x="4" y="2"/>
                  </a:lnTo>
                  <a:lnTo>
                    <a:pt x="4" y="2"/>
                  </a:lnTo>
                  <a:lnTo>
                    <a:pt x="2" y="0"/>
                  </a:lnTo>
                  <a:lnTo>
                    <a:pt x="2" y="0"/>
                  </a:lnTo>
                </a:path>
              </a:pathLst>
            </a:custGeom>
            <a:solidFill>
              <a:srgbClr val="ffc0b6"/>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2418" name=""/>
            <p:cNvSpPr/>
            <p:nvPr/>
          </p:nvSpPr>
          <p:spPr>
            <a:xfrm>
              <a:off x="3271680" y="3983040"/>
              <a:ext cx="3240" cy="1440"/>
            </a:xfrm>
            <a:custGeom>
              <a:avLst/>
              <a:gdLst/>
              <a:ahLst/>
              <a:rect l="l" t="t" r="r" b="b"/>
              <a:pathLst>
                <a:path w="2" h="1">
                  <a:moveTo>
                    <a:pt x="1" y="0"/>
                  </a:moveTo>
                  <a:lnTo>
                    <a:pt x="1" y="0"/>
                  </a:lnTo>
                  <a:lnTo>
                    <a:pt x="0" y="0"/>
                  </a:lnTo>
                  <a:lnTo>
                    <a:pt x="0"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19" name=""/>
            <p:cNvSpPr/>
            <p:nvPr/>
          </p:nvSpPr>
          <p:spPr>
            <a:xfrm>
              <a:off x="3054240" y="3986280"/>
              <a:ext cx="6480" cy="3240"/>
            </a:xfrm>
            <a:custGeom>
              <a:avLst/>
              <a:gdLst/>
              <a:ahLst/>
              <a:rect l="l" t="t" r="r" b="b"/>
              <a:pathLst>
                <a:path w="4" h="2">
                  <a:moveTo>
                    <a:pt x="0" y="0"/>
                  </a:moveTo>
                  <a:lnTo>
                    <a:pt x="0" y="1"/>
                  </a:lnTo>
                  <a:lnTo>
                    <a:pt x="3" y="1"/>
                  </a:lnTo>
                  <a:lnTo>
                    <a:pt x="3" y="1"/>
                  </a:lnTo>
                  <a:lnTo>
                    <a:pt x="3"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420" name=""/>
            <p:cNvSpPr/>
            <p:nvPr/>
          </p:nvSpPr>
          <p:spPr>
            <a:xfrm>
              <a:off x="3054240" y="3975120"/>
              <a:ext cx="14400" cy="12600"/>
            </a:xfrm>
            <a:custGeom>
              <a:avLst/>
              <a:gdLst/>
              <a:ahLst/>
              <a:rect l="l" t="t" r="r" b="b"/>
              <a:pathLst>
                <a:path w="9" h="8">
                  <a:moveTo>
                    <a:pt x="7" y="0"/>
                  </a:moveTo>
                  <a:lnTo>
                    <a:pt x="7" y="0"/>
                  </a:lnTo>
                  <a:lnTo>
                    <a:pt x="4" y="0"/>
                  </a:lnTo>
                  <a:lnTo>
                    <a:pt x="3" y="1"/>
                  </a:lnTo>
                  <a:lnTo>
                    <a:pt x="3" y="2"/>
                  </a:lnTo>
                  <a:lnTo>
                    <a:pt x="3" y="5"/>
                  </a:lnTo>
                  <a:lnTo>
                    <a:pt x="0" y="6"/>
                  </a:lnTo>
                  <a:lnTo>
                    <a:pt x="0" y="7"/>
                  </a:lnTo>
                  <a:lnTo>
                    <a:pt x="0" y="7"/>
                  </a:lnTo>
                  <a:lnTo>
                    <a:pt x="0" y="7"/>
                  </a:lnTo>
                  <a:lnTo>
                    <a:pt x="3" y="7"/>
                  </a:lnTo>
                  <a:lnTo>
                    <a:pt x="3" y="7"/>
                  </a:lnTo>
                  <a:lnTo>
                    <a:pt x="3" y="7"/>
                  </a:lnTo>
                  <a:lnTo>
                    <a:pt x="3" y="6"/>
                  </a:lnTo>
                  <a:lnTo>
                    <a:pt x="3" y="5"/>
                  </a:lnTo>
                  <a:lnTo>
                    <a:pt x="3" y="5"/>
                  </a:lnTo>
                  <a:lnTo>
                    <a:pt x="3" y="1"/>
                  </a:lnTo>
                  <a:lnTo>
                    <a:pt x="5" y="0"/>
                  </a:lnTo>
                  <a:lnTo>
                    <a:pt x="8" y="0"/>
                  </a:lnTo>
                  <a:lnTo>
                    <a:pt x="8" y="0"/>
                  </a:lnTo>
                  <a:lnTo>
                    <a:pt x="7" y="0"/>
                  </a:lnTo>
                  <a:lnTo>
                    <a:pt x="7"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421" name=""/>
            <p:cNvSpPr/>
            <p:nvPr/>
          </p:nvSpPr>
          <p:spPr>
            <a:xfrm>
              <a:off x="3065400" y="3959280"/>
              <a:ext cx="19080" cy="17280"/>
            </a:xfrm>
            <a:custGeom>
              <a:avLst/>
              <a:gdLst/>
              <a:ahLst/>
              <a:rect l="l" t="t" r="r" b="b"/>
              <a:pathLst>
                <a:path w="12" h="11">
                  <a:moveTo>
                    <a:pt x="8" y="0"/>
                  </a:moveTo>
                  <a:lnTo>
                    <a:pt x="8" y="0"/>
                  </a:lnTo>
                  <a:lnTo>
                    <a:pt x="8" y="0"/>
                  </a:lnTo>
                  <a:lnTo>
                    <a:pt x="7" y="4"/>
                  </a:lnTo>
                  <a:lnTo>
                    <a:pt x="5" y="4"/>
                  </a:lnTo>
                  <a:lnTo>
                    <a:pt x="5" y="6"/>
                  </a:lnTo>
                  <a:lnTo>
                    <a:pt x="4" y="8"/>
                  </a:lnTo>
                  <a:lnTo>
                    <a:pt x="4" y="8"/>
                  </a:lnTo>
                  <a:lnTo>
                    <a:pt x="0" y="10"/>
                  </a:lnTo>
                  <a:lnTo>
                    <a:pt x="1" y="10"/>
                  </a:lnTo>
                  <a:lnTo>
                    <a:pt x="4" y="10"/>
                  </a:lnTo>
                  <a:lnTo>
                    <a:pt x="5" y="8"/>
                  </a:lnTo>
                  <a:lnTo>
                    <a:pt x="5" y="8"/>
                  </a:lnTo>
                  <a:lnTo>
                    <a:pt x="7" y="6"/>
                  </a:lnTo>
                  <a:lnTo>
                    <a:pt x="8" y="4"/>
                  </a:lnTo>
                  <a:lnTo>
                    <a:pt x="8" y="2"/>
                  </a:lnTo>
                  <a:lnTo>
                    <a:pt x="10" y="0"/>
                  </a:lnTo>
                  <a:lnTo>
                    <a:pt x="11" y="0"/>
                  </a:lnTo>
                  <a:lnTo>
                    <a:pt x="8" y="0"/>
                  </a:lnTo>
                  <a:lnTo>
                    <a:pt x="8" y="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422" name=""/>
            <p:cNvSpPr/>
            <p:nvPr/>
          </p:nvSpPr>
          <p:spPr>
            <a:xfrm>
              <a:off x="3062160" y="3975120"/>
              <a:ext cx="6480" cy="1440"/>
            </a:xfrm>
            <a:custGeom>
              <a:avLst/>
              <a:gdLst/>
              <a:ahLst/>
              <a:rect l="l" t="t" r="r" b="b"/>
              <a:pathLst>
                <a:path w="4" h="1">
                  <a:moveTo>
                    <a:pt x="3" y="0"/>
                  </a:moveTo>
                  <a:lnTo>
                    <a:pt x="3" y="0"/>
                  </a:lnTo>
                  <a:lnTo>
                    <a:pt x="3" y="0"/>
                  </a:lnTo>
                  <a:lnTo>
                    <a:pt x="3" y="0"/>
                  </a:lnTo>
                  <a:lnTo>
                    <a:pt x="0" y="0"/>
                  </a:lnTo>
                  <a:lnTo>
                    <a:pt x="3" y="0"/>
                  </a:lnTo>
                  <a:lnTo>
                    <a:pt x="3"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23" name=""/>
            <p:cNvSpPr/>
            <p:nvPr/>
          </p:nvSpPr>
          <p:spPr>
            <a:xfrm>
              <a:off x="3040200" y="3962520"/>
              <a:ext cx="1440" cy="4680"/>
            </a:xfrm>
            <a:custGeom>
              <a:avLst/>
              <a:gdLst/>
              <a:ahLst/>
              <a:rect l="l" t="t" r="r" b="b"/>
              <a:pathLst>
                <a:path w="1" h="3">
                  <a:moveTo>
                    <a:pt x="0" y="2"/>
                  </a:moveTo>
                  <a:lnTo>
                    <a:pt x="0" y="2"/>
                  </a:lnTo>
                  <a:lnTo>
                    <a:pt x="0" y="2"/>
                  </a:lnTo>
                  <a:lnTo>
                    <a:pt x="0" y="2"/>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424" name=""/>
            <p:cNvSpPr/>
            <p:nvPr/>
          </p:nvSpPr>
          <p:spPr>
            <a:xfrm>
              <a:off x="3040200" y="3951360"/>
              <a:ext cx="6120" cy="15840"/>
            </a:xfrm>
            <a:custGeom>
              <a:avLst/>
              <a:gdLst/>
              <a:ahLst/>
              <a:rect l="l" t="t" r="r" b="b"/>
              <a:pathLst>
                <a:path w="4" h="10">
                  <a:moveTo>
                    <a:pt x="3" y="0"/>
                  </a:moveTo>
                  <a:lnTo>
                    <a:pt x="3" y="0"/>
                  </a:lnTo>
                  <a:lnTo>
                    <a:pt x="2" y="0"/>
                  </a:lnTo>
                  <a:lnTo>
                    <a:pt x="0" y="0"/>
                  </a:lnTo>
                  <a:lnTo>
                    <a:pt x="0" y="2"/>
                  </a:lnTo>
                  <a:lnTo>
                    <a:pt x="0" y="5"/>
                  </a:lnTo>
                  <a:lnTo>
                    <a:pt x="0" y="5"/>
                  </a:lnTo>
                  <a:lnTo>
                    <a:pt x="0" y="5"/>
                  </a:lnTo>
                  <a:lnTo>
                    <a:pt x="0" y="5"/>
                  </a:lnTo>
                  <a:lnTo>
                    <a:pt x="0" y="9"/>
                  </a:lnTo>
                  <a:lnTo>
                    <a:pt x="0" y="7"/>
                  </a:lnTo>
                  <a:lnTo>
                    <a:pt x="0" y="5"/>
                  </a:lnTo>
                  <a:lnTo>
                    <a:pt x="0" y="5"/>
                  </a:lnTo>
                  <a:lnTo>
                    <a:pt x="0" y="5"/>
                  </a:lnTo>
                  <a:lnTo>
                    <a:pt x="0" y="5"/>
                  </a:lnTo>
                  <a:lnTo>
                    <a:pt x="0" y="2"/>
                  </a:lnTo>
                  <a:lnTo>
                    <a:pt x="1" y="2"/>
                  </a:lnTo>
                  <a:lnTo>
                    <a:pt x="2" y="0"/>
                  </a:lnTo>
                  <a:lnTo>
                    <a:pt x="3" y="0"/>
                  </a:lnTo>
                  <a:lnTo>
                    <a:pt x="3" y="0"/>
                  </a:lnTo>
                  <a:lnTo>
                    <a:pt x="3" y="0"/>
                  </a:lnTo>
                  <a:lnTo>
                    <a:pt x="3"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425" name=""/>
            <p:cNvSpPr/>
            <p:nvPr/>
          </p:nvSpPr>
          <p:spPr>
            <a:xfrm>
              <a:off x="3044880" y="3943440"/>
              <a:ext cx="17280" cy="9360"/>
            </a:xfrm>
            <a:custGeom>
              <a:avLst/>
              <a:gdLst/>
              <a:ahLst/>
              <a:rect l="l" t="t" r="r" b="b"/>
              <a:pathLst>
                <a:path w="11" h="6">
                  <a:moveTo>
                    <a:pt x="10" y="0"/>
                  </a:moveTo>
                  <a:lnTo>
                    <a:pt x="10" y="0"/>
                  </a:lnTo>
                  <a:lnTo>
                    <a:pt x="9" y="0"/>
                  </a:lnTo>
                  <a:lnTo>
                    <a:pt x="9" y="0"/>
                  </a:lnTo>
                  <a:lnTo>
                    <a:pt x="9" y="0"/>
                  </a:lnTo>
                  <a:lnTo>
                    <a:pt x="6" y="0"/>
                  </a:lnTo>
                  <a:lnTo>
                    <a:pt x="3" y="3"/>
                  </a:lnTo>
                  <a:lnTo>
                    <a:pt x="1" y="3"/>
                  </a:lnTo>
                  <a:lnTo>
                    <a:pt x="0" y="5"/>
                  </a:lnTo>
                  <a:lnTo>
                    <a:pt x="0" y="5"/>
                  </a:lnTo>
                  <a:lnTo>
                    <a:pt x="2" y="3"/>
                  </a:lnTo>
                  <a:lnTo>
                    <a:pt x="3" y="3"/>
                  </a:lnTo>
                  <a:lnTo>
                    <a:pt x="6" y="3"/>
                  </a:lnTo>
                  <a:lnTo>
                    <a:pt x="9" y="1"/>
                  </a:lnTo>
                  <a:lnTo>
                    <a:pt x="9" y="0"/>
                  </a:lnTo>
                  <a:lnTo>
                    <a:pt x="9" y="0"/>
                  </a:lnTo>
                  <a:lnTo>
                    <a:pt x="10" y="0"/>
                  </a:lnTo>
                  <a:lnTo>
                    <a:pt x="10" y="0"/>
                  </a:lnTo>
                  <a:lnTo>
                    <a:pt x="10" y="0"/>
                  </a:lnTo>
                  <a:lnTo>
                    <a:pt x="10"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426" name=""/>
            <p:cNvSpPr/>
            <p:nvPr/>
          </p:nvSpPr>
          <p:spPr>
            <a:xfrm>
              <a:off x="3044880" y="395136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27" name=""/>
            <p:cNvSpPr/>
            <p:nvPr/>
          </p:nvSpPr>
          <p:spPr>
            <a:xfrm>
              <a:off x="3071880" y="395136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28" name=""/>
            <p:cNvSpPr/>
            <p:nvPr/>
          </p:nvSpPr>
          <p:spPr>
            <a:xfrm>
              <a:off x="3071880" y="3943440"/>
              <a:ext cx="27000" cy="9360"/>
            </a:xfrm>
            <a:custGeom>
              <a:avLst/>
              <a:gdLst/>
              <a:ahLst/>
              <a:rect l="l" t="t" r="r" b="b"/>
              <a:pathLst>
                <a:path w="17" h="6">
                  <a:moveTo>
                    <a:pt x="16" y="0"/>
                  </a:moveTo>
                  <a:lnTo>
                    <a:pt x="16" y="0"/>
                  </a:lnTo>
                  <a:lnTo>
                    <a:pt x="16" y="0"/>
                  </a:lnTo>
                  <a:lnTo>
                    <a:pt x="15" y="0"/>
                  </a:lnTo>
                  <a:lnTo>
                    <a:pt x="15" y="1"/>
                  </a:lnTo>
                  <a:lnTo>
                    <a:pt x="11" y="3"/>
                  </a:lnTo>
                  <a:lnTo>
                    <a:pt x="8" y="3"/>
                  </a:lnTo>
                  <a:lnTo>
                    <a:pt x="8" y="3"/>
                  </a:lnTo>
                  <a:lnTo>
                    <a:pt x="8" y="3"/>
                  </a:lnTo>
                  <a:lnTo>
                    <a:pt x="6" y="5"/>
                  </a:lnTo>
                  <a:lnTo>
                    <a:pt x="4" y="5"/>
                  </a:lnTo>
                  <a:lnTo>
                    <a:pt x="3" y="5"/>
                  </a:lnTo>
                  <a:lnTo>
                    <a:pt x="1" y="5"/>
                  </a:lnTo>
                  <a:lnTo>
                    <a:pt x="1" y="5"/>
                  </a:lnTo>
                  <a:lnTo>
                    <a:pt x="0" y="5"/>
                  </a:lnTo>
                  <a:lnTo>
                    <a:pt x="0" y="5"/>
                  </a:lnTo>
                  <a:lnTo>
                    <a:pt x="0" y="5"/>
                  </a:lnTo>
                  <a:lnTo>
                    <a:pt x="0" y="5"/>
                  </a:lnTo>
                  <a:lnTo>
                    <a:pt x="0" y="5"/>
                  </a:lnTo>
                  <a:lnTo>
                    <a:pt x="1" y="5"/>
                  </a:lnTo>
                  <a:lnTo>
                    <a:pt x="1" y="5"/>
                  </a:lnTo>
                  <a:lnTo>
                    <a:pt x="1" y="5"/>
                  </a:lnTo>
                  <a:lnTo>
                    <a:pt x="3" y="5"/>
                  </a:lnTo>
                  <a:lnTo>
                    <a:pt x="4" y="5"/>
                  </a:lnTo>
                  <a:lnTo>
                    <a:pt x="7" y="5"/>
                  </a:lnTo>
                  <a:lnTo>
                    <a:pt x="8" y="5"/>
                  </a:lnTo>
                  <a:lnTo>
                    <a:pt x="8" y="5"/>
                  </a:lnTo>
                  <a:lnTo>
                    <a:pt x="8" y="3"/>
                  </a:lnTo>
                  <a:lnTo>
                    <a:pt x="11" y="3"/>
                  </a:lnTo>
                  <a:lnTo>
                    <a:pt x="15" y="3"/>
                  </a:lnTo>
                  <a:lnTo>
                    <a:pt x="16" y="3"/>
                  </a:lnTo>
                  <a:lnTo>
                    <a:pt x="16" y="0"/>
                  </a:lnTo>
                  <a:lnTo>
                    <a:pt x="16" y="0"/>
                  </a:lnTo>
                  <a:lnTo>
                    <a:pt x="16" y="0"/>
                  </a:lnTo>
                  <a:lnTo>
                    <a:pt x="16" y="0"/>
                  </a:lnTo>
                  <a:lnTo>
                    <a:pt x="16"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429" name=""/>
            <p:cNvSpPr/>
            <p:nvPr/>
          </p:nvSpPr>
          <p:spPr>
            <a:xfrm>
              <a:off x="3071880" y="3951360"/>
              <a:ext cx="3240" cy="1440"/>
            </a:xfrm>
            <a:custGeom>
              <a:avLst/>
              <a:gdLst/>
              <a:ahLst/>
              <a:rect l="l" t="t" r="r" b="b"/>
              <a:pathLst>
                <a:path w="2" h="1">
                  <a:moveTo>
                    <a:pt x="0" y="0"/>
                  </a:moveTo>
                  <a:lnTo>
                    <a:pt x="1"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30" name=""/>
            <p:cNvSpPr/>
            <p:nvPr/>
          </p:nvSpPr>
          <p:spPr>
            <a:xfrm>
              <a:off x="3032280" y="3925800"/>
              <a:ext cx="9360" cy="1800"/>
            </a:xfrm>
            <a:custGeom>
              <a:avLst/>
              <a:gdLst/>
              <a:ahLst/>
              <a:rect l="l" t="t" r="r" b="b"/>
              <a:pathLst>
                <a:path w="6" h="1">
                  <a:moveTo>
                    <a:pt x="1" y="0"/>
                  </a:moveTo>
                  <a:lnTo>
                    <a:pt x="0" y="0"/>
                  </a:lnTo>
                  <a:lnTo>
                    <a:pt x="1" y="0"/>
                  </a:lnTo>
                  <a:lnTo>
                    <a:pt x="4" y="0"/>
                  </a:lnTo>
                  <a:lnTo>
                    <a:pt x="5" y="0"/>
                  </a:lnTo>
                  <a:lnTo>
                    <a:pt x="1" y="0"/>
                  </a:lnTo>
                  <a:lnTo>
                    <a:pt x="1"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431" name=""/>
            <p:cNvSpPr/>
            <p:nvPr/>
          </p:nvSpPr>
          <p:spPr>
            <a:xfrm>
              <a:off x="3033720" y="3914640"/>
              <a:ext cx="27000" cy="12960"/>
            </a:xfrm>
            <a:custGeom>
              <a:avLst/>
              <a:gdLst/>
              <a:ahLst/>
              <a:rect l="l" t="t" r="r" b="b"/>
              <a:pathLst>
                <a:path w="17" h="8">
                  <a:moveTo>
                    <a:pt x="16" y="0"/>
                  </a:moveTo>
                  <a:lnTo>
                    <a:pt x="10" y="0"/>
                  </a:lnTo>
                  <a:lnTo>
                    <a:pt x="8" y="0"/>
                  </a:lnTo>
                  <a:lnTo>
                    <a:pt x="6" y="0"/>
                  </a:lnTo>
                  <a:lnTo>
                    <a:pt x="6" y="4"/>
                  </a:lnTo>
                  <a:lnTo>
                    <a:pt x="4" y="4"/>
                  </a:lnTo>
                  <a:lnTo>
                    <a:pt x="4" y="6"/>
                  </a:lnTo>
                  <a:lnTo>
                    <a:pt x="3" y="7"/>
                  </a:lnTo>
                  <a:lnTo>
                    <a:pt x="0" y="7"/>
                  </a:lnTo>
                  <a:lnTo>
                    <a:pt x="4" y="7"/>
                  </a:lnTo>
                  <a:lnTo>
                    <a:pt x="4" y="7"/>
                  </a:lnTo>
                  <a:lnTo>
                    <a:pt x="4" y="7"/>
                  </a:lnTo>
                  <a:lnTo>
                    <a:pt x="5" y="6"/>
                  </a:lnTo>
                  <a:lnTo>
                    <a:pt x="6" y="4"/>
                  </a:lnTo>
                  <a:lnTo>
                    <a:pt x="7" y="4"/>
                  </a:lnTo>
                  <a:lnTo>
                    <a:pt x="9" y="0"/>
                  </a:lnTo>
                  <a:lnTo>
                    <a:pt x="13" y="0"/>
                  </a:lnTo>
                  <a:lnTo>
                    <a:pt x="16" y="0"/>
                  </a:lnTo>
                  <a:lnTo>
                    <a:pt x="16" y="0"/>
                  </a:lnTo>
                  <a:lnTo>
                    <a:pt x="16" y="0"/>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432" name=""/>
            <p:cNvSpPr/>
            <p:nvPr/>
          </p:nvSpPr>
          <p:spPr>
            <a:xfrm>
              <a:off x="3038400" y="3925800"/>
              <a:ext cx="3240" cy="1800"/>
            </a:xfrm>
            <a:custGeom>
              <a:avLst/>
              <a:gdLst/>
              <a:ahLst/>
              <a:rect l="l" t="t" r="r" b="b"/>
              <a:pathLst>
                <a:path w="2" h="1">
                  <a:moveTo>
                    <a:pt x="0" y="0"/>
                  </a:moveTo>
                  <a:lnTo>
                    <a:pt x="1" y="0"/>
                  </a:lnTo>
                  <a:lnTo>
                    <a:pt x="1" y="0"/>
                  </a:lnTo>
                  <a:lnTo>
                    <a:pt x="1"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433" name=""/>
            <p:cNvSpPr/>
            <p:nvPr/>
          </p:nvSpPr>
          <p:spPr>
            <a:xfrm>
              <a:off x="3141720" y="4022640"/>
              <a:ext cx="1440" cy="3240"/>
            </a:xfrm>
            <a:custGeom>
              <a:avLst/>
              <a:gdLst/>
              <a:ahLst/>
              <a:rect l="l" t="t" r="r" b="b"/>
              <a:pathLst>
                <a:path w="1" h="2">
                  <a:moveTo>
                    <a:pt x="0" y="0"/>
                  </a:moveTo>
                  <a:lnTo>
                    <a:pt x="0" y="1"/>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434" name=""/>
            <p:cNvSpPr/>
            <p:nvPr/>
          </p:nvSpPr>
          <p:spPr>
            <a:xfrm>
              <a:off x="3141720" y="4013280"/>
              <a:ext cx="28440" cy="12600"/>
            </a:xfrm>
            <a:custGeom>
              <a:avLst/>
              <a:gdLst/>
              <a:ahLst/>
              <a:rect l="l" t="t" r="r" b="b"/>
              <a:pathLst>
                <a:path w="18" h="8">
                  <a:moveTo>
                    <a:pt x="17" y="3"/>
                  </a:moveTo>
                  <a:lnTo>
                    <a:pt x="17" y="3"/>
                  </a:lnTo>
                  <a:lnTo>
                    <a:pt x="16" y="1"/>
                  </a:lnTo>
                  <a:lnTo>
                    <a:pt x="10" y="1"/>
                  </a:lnTo>
                  <a:lnTo>
                    <a:pt x="10" y="0"/>
                  </a:lnTo>
                  <a:lnTo>
                    <a:pt x="9" y="0"/>
                  </a:lnTo>
                  <a:lnTo>
                    <a:pt x="8" y="1"/>
                  </a:lnTo>
                  <a:lnTo>
                    <a:pt x="8" y="1"/>
                  </a:lnTo>
                  <a:lnTo>
                    <a:pt x="5" y="1"/>
                  </a:lnTo>
                  <a:lnTo>
                    <a:pt x="5" y="3"/>
                  </a:lnTo>
                  <a:lnTo>
                    <a:pt x="5" y="3"/>
                  </a:lnTo>
                  <a:lnTo>
                    <a:pt x="3" y="3"/>
                  </a:lnTo>
                  <a:lnTo>
                    <a:pt x="1" y="4"/>
                  </a:lnTo>
                  <a:lnTo>
                    <a:pt x="0" y="4"/>
                  </a:lnTo>
                  <a:lnTo>
                    <a:pt x="0" y="6"/>
                  </a:lnTo>
                  <a:lnTo>
                    <a:pt x="0" y="6"/>
                  </a:lnTo>
                  <a:lnTo>
                    <a:pt x="0" y="6"/>
                  </a:lnTo>
                  <a:lnTo>
                    <a:pt x="0" y="6"/>
                  </a:lnTo>
                  <a:lnTo>
                    <a:pt x="0" y="7"/>
                  </a:lnTo>
                  <a:lnTo>
                    <a:pt x="0" y="7"/>
                  </a:lnTo>
                  <a:lnTo>
                    <a:pt x="0" y="7"/>
                  </a:lnTo>
                  <a:lnTo>
                    <a:pt x="0" y="7"/>
                  </a:lnTo>
                  <a:lnTo>
                    <a:pt x="0" y="6"/>
                  </a:lnTo>
                  <a:lnTo>
                    <a:pt x="1" y="6"/>
                  </a:lnTo>
                  <a:lnTo>
                    <a:pt x="3" y="4"/>
                  </a:lnTo>
                  <a:lnTo>
                    <a:pt x="5" y="4"/>
                  </a:lnTo>
                  <a:lnTo>
                    <a:pt x="5" y="4"/>
                  </a:lnTo>
                  <a:lnTo>
                    <a:pt x="5" y="3"/>
                  </a:lnTo>
                  <a:lnTo>
                    <a:pt x="8" y="3"/>
                  </a:lnTo>
                  <a:lnTo>
                    <a:pt x="8" y="3"/>
                  </a:lnTo>
                  <a:lnTo>
                    <a:pt x="9" y="3"/>
                  </a:lnTo>
                  <a:lnTo>
                    <a:pt x="10" y="3"/>
                  </a:lnTo>
                  <a:lnTo>
                    <a:pt x="10" y="3"/>
                  </a:lnTo>
                  <a:lnTo>
                    <a:pt x="16" y="3"/>
                  </a:lnTo>
                  <a:lnTo>
                    <a:pt x="17" y="4"/>
                  </a:lnTo>
                  <a:lnTo>
                    <a:pt x="17" y="4"/>
                  </a:lnTo>
                  <a:lnTo>
                    <a:pt x="17" y="3"/>
                  </a:lnTo>
                  <a:lnTo>
                    <a:pt x="17" y="3"/>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435" name=""/>
            <p:cNvSpPr/>
            <p:nvPr/>
          </p:nvSpPr>
          <p:spPr>
            <a:xfrm>
              <a:off x="3168720" y="4017960"/>
              <a:ext cx="17280" cy="9360"/>
            </a:xfrm>
            <a:custGeom>
              <a:avLst/>
              <a:gdLst/>
              <a:ahLst/>
              <a:rect l="l" t="t" r="r" b="b"/>
              <a:pathLst>
                <a:path w="11" h="6">
                  <a:moveTo>
                    <a:pt x="10" y="5"/>
                  </a:moveTo>
                  <a:lnTo>
                    <a:pt x="10" y="4"/>
                  </a:lnTo>
                  <a:lnTo>
                    <a:pt x="8" y="4"/>
                  </a:lnTo>
                  <a:lnTo>
                    <a:pt x="8" y="4"/>
                  </a:lnTo>
                  <a:lnTo>
                    <a:pt x="8" y="4"/>
                  </a:lnTo>
                  <a:lnTo>
                    <a:pt x="6" y="4"/>
                  </a:lnTo>
                  <a:lnTo>
                    <a:pt x="3" y="3"/>
                  </a:lnTo>
                  <a:lnTo>
                    <a:pt x="1" y="1"/>
                  </a:lnTo>
                  <a:lnTo>
                    <a:pt x="0" y="0"/>
                  </a:lnTo>
                  <a:lnTo>
                    <a:pt x="0" y="1"/>
                  </a:lnTo>
                  <a:lnTo>
                    <a:pt x="1" y="3"/>
                  </a:lnTo>
                  <a:lnTo>
                    <a:pt x="3" y="4"/>
                  </a:lnTo>
                  <a:lnTo>
                    <a:pt x="3" y="4"/>
                  </a:lnTo>
                  <a:lnTo>
                    <a:pt x="8" y="5"/>
                  </a:lnTo>
                  <a:lnTo>
                    <a:pt x="8" y="5"/>
                  </a:lnTo>
                  <a:lnTo>
                    <a:pt x="8" y="5"/>
                  </a:lnTo>
                  <a:lnTo>
                    <a:pt x="10" y="5"/>
                  </a:lnTo>
                  <a:lnTo>
                    <a:pt x="10" y="5"/>
                  </a:lnTo>
                  <a:lnTo>
                    <a:pt x="10" y="5"/>
                  </a:lnTo>
                  <a:lnTo>
                    <a:pt x="10" y="5"/>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436" name=""/>
            <p:cNvSpPr/>
            <p:nvPr/>
          </p:nvSpPr>
          <p:spPr>
            <a:xfrm>
              <a:off x="3168720" y="4017960"/>
              <a:ext cx="1440" cy="3240"/>
            </a:xfrm>
            <a:custGeom>
              <a:avLst/>
              <a:gdLst/>
              <a:ahLst/>
              <a:rect l="l" t="t" r="r" b="b"/>
              <a:pathLst>
                <a:path w="1" h="2">
                  <a:moveTo>
                    <a:pt x="0" y="1"/>
                  </a:moveTo>
                  <a:lnTo>
                    <a:pt x="0" y="1"/>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437" name=""/>
            <p:cNvSpPr/>
            <p:nvPr/>
          </p:nvSpPr>
          <p:spPr>
            <a:xfrm>
              <a:off x="3529080" y="4006800"/>
              <a:ext cx="1440" cy="3240"/>
            </a:xfrm>
            <a:custGeom>
              <a:avLst/>
              <a:gdLst/>
              <a:ahLst/>
              <a:rect l="l" t="t" r="r" b="b"/>
              <a:pathLst>
                <a:path w="1" h="2">
                  <a:moveTo>
                    <a:pt x="0" y="0"/>
                  </a:moveTo>
                  <a:lnTo>
                    <a:pt x="0" y="0"/>
                  </a:lnTo>
                  <a:lnTo>
                    <a:pt x="0" y="1"/>
                  </a:lnTo>
                  <a:lnTo>
                    <a:pt x="0" y="1"/>
                  </a:lnTo>
                  <a:lnTo>
                    <a:pt x="0"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438" name=""/>
            <p:cNvSpPr/>
            <p:nvPr/>
          </p:nvSpPr>
          <p:spPr>
            <a:xfrm>
              <a:off x="3529080" y="3983040"/>
              <a:ext cx="6120" cy="25560"/>
            </a:xfrm>
            <a:custGeom>
              <a:avLst/>
              <a:gdLst/>
              <a:ahLst/>
              <a:rect l="l" t="t" r="r" b="b"/>
              <a:pathLst>
                <a:path w="4" h="16">
                  <a:moveTo>
                    <a:pt x="3" y="0"/>
                  </a:moveTo>
                  <a:lnTo>
                    <a:pt x="3" y="0"/>
                  </a:lnTo>
                  <a:lnTo>
                    <a:pt x="3" y="3"/>
                  </a:lnTo>
                  <a:lnTo>
                    <a:pt x="2" y="5"/>
                  </a:lnTo>
                  <a:lnTo>
                    <a:pt x="2" y="7"/>
                  </a:lnTo>
                  <a:lnTo>
                    <a:pt x="2" y="10"/>
                  </a:lnTo>
                  <a:lnTo>
                    <a:pt x="0" y="12"/>
                  </a:lnTo>
                  <a:lnTo>
                    <a:pt x="0" y="12"/>
                  </a:lnTo>
                  <a:lnTo>
                    <a:pt x="0" y="15"/>
                  </a:lnTo>
                  <a:lnTo>
                    <a:pt x="0" y="15"/>
                  </a:lnTo>
                  <a:lnTo>
                    <a:pt x="0" y="15"/>
                  </a:lnTo>
                  <a:lnTo>
                    <a:pt x="0" y="15"/>
                  </a:lnTo>
                  <a:lnTo>
                    <a:pt x="1" y="15"/>
                  </a:lnTo>
                  <a:lnTo>
                    <a:pt x="2" y="12"/>
                  </a:lnTo>
                  <a:lnTo>
                    <a:pt x="2" y="11"/>
                  </a:lnTo>
                  <a:lnTo>
                    <a:pt x="2" y="7"/>
                  </a:lnTo>
                  <a:lnTo>
                    <a:pt x="3" y="5"/>
                  </a:lnTo>
                  <a:lnTo>
                    <a:pt x="3" y="3"/>
                  </a:lnTo>
                  <a:lnTo>
                    <a:pt x="3" y="0"/>
                  </a:lnTo>
                  <a:lnTo>
                    <a:pt x="3" y="0"/>
                  </a:lnTo>
                  <a:lnTo>
                    <a:pt x="3" y="0"/>
                  </a:lnTo>
                  <a:lnTo>
                    <a:pt x="3" y="0"/>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2439" name=""/>
            <p:cNvSpPr/>
            <p:nvPr/>
          </p:nvSpPr>
          <p:spPr>
            <a:xfrm>
              <a:off x="3533760" y="3951360"/>
              <a:ext cx="9720" cy="33120"/>
            </a:xfrm>
            <a:custGeom>
              <a:avLst/>
              <a:gdLst/>
              <a:ahLst/>
              <a:rect l="l" t="t" r="r" b="b"/>
              <a:pathLst>
                <a:path w="6" h="21">
                  <a:moveTo>
                    <a:pt x="4" y="0"/>
                  </a:moveTo>
                  <a:lnTo>
                    <a:pt x="4" y="2"/>
                  </a:lnTo>
                  <a:lnTo>
                    <a:pt x="4" y="5"/>
                  </a:lnTo>
                  <a:lnTo>
                    <a:pt x="4" y="7"/>
                  </a:lnTo>
                  <a:lnTo>
                    <a:pt x="2" y="11"/>
                  </a:lnTo>
                  <a:lnTo>
                    <a:pt x="2" y="13"/>
                  </a:lnTo>
                  <a:lnTo>
                    <a:pt x="0" y="15"/>
                  </a:lnTo>
                  <a:lnTo>
                    <a:pt x="0" y="17"/>
                  </a:lnTo>
                  <a:lnTo>
                    <a:pt x="0" y="20"/>
                  </a:lnTo>
                  <a:lnTo>
                    <a:pt x="0" y="20"/>
                  </a:lnTo>
                  <a:lnTo>
                    <a:pt x="0" y="17"/>
                  </a:lnTo>
                  <a:lnTo>
                    <a:pt x="2" y="15"/>
                  </a:lnTo>
                  <a:lnTo>
                    <a:pt x="2" y="13"/>
                  </a:lnTo>
                  <a:lnTo>
                    <a:pt x="4" y="11"/>
                  </a:lnTo>
                  <a:lnTo>
                    <a:pt x="5" y="9"/>
                  </a:lnTo>
                  <a:lnTo>
                    <a:pt x="5" y="5"/>
                  </a:lnTo>
                  <a:lnTo>
                    <a:pt x="5" y="2"/>
                  </a:lnTo>
                  <a:lnTo>
                    <a:pt x="5" y="0"/>
                  </a:lnTo>
                  <a:lnTo>
                    <a:pt x="4" y="0"/>
                  </a:lnTo>
                  <a:lnTo>
                    <a:pt x="4" y="0"/>
                  </a:lnTo>
                </a:path>
              </a:pathLst>
            </a:custGeom>
            <a:solidFill>
              <a:srgbClr val="ffc0b6"/>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2440" name=""/>
            <p:cNvSpPr/>
            <p:nvPr/>
          </p:nvSpPr>
          <p:spPr>
            <a:xfrm>
              <a:off x="3533760" y="3983040"/>
              <a:ext cx="144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441" name=""/>
            <p:cNvSpPr/>
            <p:nvPr/>
          </p:nvSpPr>
          <p:spPr>
            <a:xfrm>
              <a:off x="3635280" y="3968640"/>
              <a:ext cx="6480" cy="1800"/>
            </a:xfrm>
            <a:custGeom>
              <a:avLst/>
              <a:gdLst/>
              <a:ahLst/>
              <a:rect l="l" t="t" r="r" b="b"/>
              <a:pathLst>
                <a:path w="4" h="1">
                  <a:moveTo>
                    <a:pt x="0" y="0"/>
                  </a:moveTo>
                  <a:lnTo>
                    <a:pt x="0" y="0"/>
                  </a:lnTo>
                  <a:lnTo>
                    <a:pt x="0" y="0"/>
                  </a:lnTo>
                  <a:lnTo>
                    <a:pt x="3" y="0"/>
                  </a:lnTo>
                  <a:lnTo>
                    <a:pt x="3"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442" name=""/>
            <p:cNvSpPr/>
            <p:nvPr/>
          </p:nvSpPr>
          <p:spPr>
            <a:xfrm>
              <a:off x="3635280" y="3948120"/>
              <a:ext cx="12960" cy="22320"/>
            </a:xfrm>
            <a:custGeom>
              <a:avLst/>
              <a:gdLst/>
              <a:ahLst/>
              <a:rect l="l" t="t" r="r" b="b"/>
              <a:pathLst>
                <a:path w="8" h="14">
                  <a:moveTo>
                    <a:pt x="7" y="0"/>
                  </a:moveTo>
                  <a:lnTo>
                    <a:pt x="7" y="0"/>
                  </a:lnTo>
                  <a:lnTo>
                    <a:pt x="7" y="0"/>
                  </a:lnTo>
                  <a:lnTo>
                    <a:pt x="7" y="2"/>
                  </a:lnTo>
                  <a:lnTo>
                    <a:pt x="7" y="4"/>
                  </a:lnTo>
                  <a:lnTo>
                    <a:pt x="7" y="7"/>
                  </a:lnTo>
                  <a:lnTo>
                    <a:pt x="6" y="7"/>
                  </a:lnTo>
                  <a:lnTo>
                    <a:pt x="3" y="11"/>
                  </a:lnTo>
                  <a:lnTo>
                    <a:pt x="0" y="11"/>
                  </a:lnTo>
                  <a:lnTo>
                    <a:pt x="0" y="13"/>
                  </a:lnTo>
                  <a:lnTo>
                    <a:pt x="3" y="13"/>
                  </a:lnTo>
                  <a:lnTo>
                    <a:pt x="3" y="13"/>
                  </a:lnTo>
                  <a:lnTo>
                    <a:pt x="4" y="11"/>
                  </a:lnTo>
                  <a:lnTo>
                    <a:pt x="6" y="7"/>
                  </a:lnTo>
                  <a:lnTo>
                    <a:pt x="7" y="7"/>
                  </a:lnTo>
                  <a:lnTo>
                    <a:pt x="7" y="4"/>
                  </a:lnTo>
                  <a:lnTo>
                    <a:pt x="7" y="2"/>
                  </a:lnTo>
                  <a:lnTo>
                    <a:pt x="7" y="0"/>
                  </a:lnTo>
                  <a:lnTo>
                    <a:pt x="7" y="0"/>
                  </a:lnTo>
                  <a:lnTo>
                    <a:pt x="7" y="0"/>
                  </a:lnTo>
                  <a:lnTo>
                    <a:pt x="7" y="0"/>
                  </a:lnTo>
                  <a:lnTo>
                    <a:pt x="7"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443" name=""/>
            <p:cNvSpPr/>
            <p:nvPr/>
          </p:nvSpPr>
          <p:spPr>
            <a:xfrm>
              <a:off x="3646440" y="3927600"/>
              <a:ext cx="3240" cy="21960"/>
            </a:xfrm>
            <a:custGeom>
              <a:avLst/>
              <a:gdLst/>
              <a:ahLst/>
              <a:rect l="l" t="t" r="r" b="b"/>
              <a:pathLst>
                <a:path w="2" h="14">
                  <a:moveTo>
                    <a:pt x="0" y="0"/>
                  </a:moveTo>
                  <a:lnTo>
                    <a:pt x="0" y="1"/>
                  </a:lnTo>
                  <a:lnTo>
                    <a:pt x="0" y="1"/>
                  </a:lnTo>
                  <a:lnTo>
                    <a:pt x="0" y="3"/>
                  </a:lnTo>
                  <a:lnTo>
                    <a:pt x="0" y="5"/>
                  </a:lnTo>
                  <a:lnTo>
                    <a:pt x="0" y="9"/>
                  </a:lnTo>
                  <a:lnTo>
                    <a:pt x="0" y="10"/>
                  </a:lnTo>
                  <a:lnTo>
                    <a:pt x="0" y="11"/>
                  </a:lnTo>
                  <a:lnTo>
                    <a:pt x="0" y="13"/>
                  </a:lnTo>
                  <a:lnTo>
                    <a:pt x="0" y="13"/>
                  </a:lnTo>
                  <a:lnTo>
                    <a:pt x="0" y="10"/>
                  </a:lnTo>
                  <a:lnTo>
                    <a:pt x="0" y="10"/>
                  </a:lnTo>
                  <a:lnTo>
                    <a:pt x="0" y="9"/>
                  </a:lnTo>
                  <a:lnTo>
                    <a:pt x="0" y="6"/>
                  </a:lnTo>
                  <a:lnTo>
                    <a:pt x="0" y="3"/>
                  </a:lnTo>
                  <a:lnTo>
                    <a:pt x="0" y="3"/>
                  </a:lnTo>
                  <a:lnTo>
                    <a:pt x="1" y="1"/>
                  </a:lnTo>
                  <a:lnTo>
                    <a:pt x="1" y="1"/>
                  </a:lnTo>
                  <a:lnTo>
                    <a:pt x="0" y="0"/>
                  </a:lnTo>
                  <a:lnTo>
                    <a:pt x="0" y="0"/>
                  </a:lnTo>
                </a:path>
              </a:pathLst>
            </a:custGeom>
            <a:solidFill>
              <a:srgbClr val="ffc0b6"/>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2444" name=""/>
            <p:cNvSpPr/>
            <p:nvPr/>
          </p:nvSpPr>
          <p:spPr>
            <a:xfrm>
              <a:off x="3646440" y="394812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45" name=""/>
            <p:cNvSpPr/>
            <p:nvPr/>
          </p:nvSpPr>
          <p:spPr>
            <a:xfrm>
              <a:off x="3635280" y="3921120"/>
              <a:ext cx="6480" cy="1440"/>
            </a:xfrm>
            <a:custGeom>
              <a:avLst/>
              <a:gdLst/>
              <a:ahLst/>
              <a:rect l="l" t="t" r="r" b="b"/>
              <a:pathLst>
                <a:path w="4" h="1">
                  <a:moveTo>
                    <a:pt x="0" y="0"/>
                  </a:moveTo>
                  <a:lnTo>
                    <a:pt x="0" y="0"/>
                  </a:lnTo>
                  <a:lnTo>
                    <a:pt x="0" y="0"/>
                  </a:lnTo>
                  <a:lnTo>
                    <a:pt x="3" y="0"/>
                  </a:lnTo>
                  <a:lnTo>
                    <a:pt x="3"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46" name=""/>
            <p:cNvSpPr/>
            <p:nvPr/>
          </p:nvSpPr>
          <p:spPr>
            <a:xfrm>
              <a:off x="3635280" y="3898800"/>
              <a:ext cx="11160" cy="23760"/>
            </a:xfrm>
            <a:custGeom>
              <a:avLst/>
              <a:gdLst/>
              <a:ahLst/>
              <a:rect l="l" t="t" r="r" b="b"/>
              <a:pathLst>
                <a:path w="7" h="15">
                  <a:moveTo>
                    <a:pt x="3" y="0"/>
                  </a:moveTo>
                  <a:lnTo>
                    <a:pt x="3" y="3"/>
                  </a:lnTo>
                  <a:lnTo>
                    <a:pt x="3" y="10"/>
                  </a:lnTo>
                  <a:lnTo>
                    <a:pt x="0" y="11"/>
                  </a:lnTo>
                  <a:lnTo>
                    <a:pt x="0" y="14"/>
                  </a:lnTo>
                  <a:lnTo>
                    <a:pt x="3" y="14"/>
                  </a:lnTo>
                  <a:lnTo>
                    <a:pt x="4" y="11"/>
                  </a:lnTo>
                  <a:lnTo>
                    <a:pt x="6" y="10"/>
                  </a:lnTo>
                  <a:lnTo>
                    <a:pt x="6" y="3"/>
                  </a:lnTo>
                  <a:lnTo>
                    <a:pt x="6" y="0"/>
                  </a:lnTo>
                  <a:lnTo>
                    <a:pt x="3" y="0"/>
                  </a:lnTo>
                  <a:lnTo>
                    <a:pt x="3"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447" name=""/>
            <p:cNvSpPr/>
            <p:nvPr/>
          </p:nvSpPr>
          <p:spPr>
            <a:xfrm>
              <a:off x="3635280" y="3921120"/>
              <a:ext cx="6480" cy="1440"/>
            </a:xfrm>
            <a:custGeom>
              <a:avLst/>
              <a:gdLst/>
              <a:ahLst/>
              <a:rect l="l" t="t" r="r" b="b"/>
              <a:pathLst>
                <a:path w="4" h="1">
                  <a:moveTo>
                    <a:pt x="3" y="0"/>
                  </a:moveTo>
                  <a:lnTo>
                    <a:pt x="3" y="0"/>
                  </a:lnTo>
                  <a:lnTo>
                    <a:pt x="0" y="0"/>
                  </a:lnTo>
                  <a:lnTo>
                    <a:pt x="0" y="0"/>
                  </a:lnTo>
                  <a:lnTo>
                    <a:pt x="0" y="0"/>
                  </a:lnTo>
                  <a:lnTo>
                    <a:pt x="3" y="0"/>
                  </a:lnTo>
                  <a:lnTo>
                    <a:pt x="3"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48" name=""/>
            <p:cNvSpPr/>
            <p:nvPr/>
          </p:nvSpPr>
          <p:spPr>
            <a:xfrm>
              <a:off x="3681360" y="3932280"/>
              <a:ext cx="1800" cy="4680"/>
            </a:xfrm>
            <a:custGeom>
              <a:avLst/>
              <a:gdLst/>
              <a:ahLst/>
              <a:rect l="l" t="t" r="r" b="b"/>
              <a:pathLst>
                <a:path w="1" h="3">
                  <a:moveTo>
                    <a:pt x="0" y="0"/>
                  </a:moveTo>
                  <a:lnTo>
                    <a:pt x="0" y="1"/>
                  </a:lnTo>
                  <a:lnTo>
                    <a:pt x="0" y="2"/>
                  </a:lnTo>
                  <a:lnTo>
                    <a:pt x="0" y="2"/>
                  </a:lnTo>
                  <a:lnTo>
                    <a:pt x="0" y="1"/>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449" name=""/>
            <p:cNvSpPr/>
            <p:nvPr/>
          </p:nvSpPr>
          <p:spPr>
            <a:xfrm>
              <a:off x="3681360" y="3914640"/>
              <a:ext cx="7920" cy="20880"/>
            </a:xfrm>
            <a:custGeom>
              <a:avLst/>
              <a:gdLst/>
              <a:ahLst/>
              <a:rect l="l" t="t" r="r" b="b"/>
              <a:pathLst>
                <a:path w="5" h="13">
                  <a:moveTo>
                    <a:pt x="4" y="0"/>
                  </a:moveTo>
                  <a:lnTo>
                    <a:pt x="4" y="0"/>
                  </a:lnTo>
                  <a:lnTo>
                    <a:pt x="4" y="1"/>
                  </a:lnTo>
                  <a:lnTo>
                    <a:pt x="4" y="4"/>
                  </a:lnTo>
                  <a:lnTo>
                    <a:pt x="4" y="6"/>
                  </a:lnTo>
                  <a:lnTo>
                    <a:pt x="0" y="7"/>
                  </a:lnTo>
                  <a:lnTo>
                    <a:pt x="0" y="8"/>
                  </a:lnTo>
                  <a:lnTo>
                    <a:pt x="0" y="9"/>
                  </a:lnTo>
                  <a:lnTo>
                    <a:pt x="0" y="11"/>
                  </a:lnTo>
                  <a:lnTo>
                    <a:pt x="0" y="11"/>
                  </a:lnTo>
                  <a:lnTo>
                    <a:pt x="0" y="12"/>
                  </a:lnTo>
                  <a:lnTo>
                    <a:pt x="0" y="11"/>
                  </a:lnTo>
                  <a:lnTo>
                    <a:pt x="3" y="11"/>
                  </a:lnTo>
                  <a:lnTo>
                    <a:pt x="4" y="8"/>
                  </a:lnTo>
                  <a:lnTo>
                    <a:pt x="4" y="7"/>
                  </a:lnTo>
                  <a:lnTo>
                    <a:pt x="4" y="6"/>
                  </a:lnTo>
                  <a:lnTo>
                    <a:pt x="4" y="4"/>
                  </a:lnTo>
                  <a:lnTo>
                    <a:pt x="4" y="1"/>
                  </a:lnTo>
                  <a:lnTo>
                    <a:pt x="4" y="0"/>
                  </a:lnTo>
                  <a:lnTo>
                    <a:pt x="4" y="0"/>
                  </a:lnTo>
                  <a:lnTo>
                    <a:pt x="4" y="0"/>
                  </a:lnTo>
                  <a:lnTo>
                    <a:pt x="4" y="0"/>
                  </a:lnTo>
                </a:path>
              </a:pathLst>
            </a:custGeom>
            <a:solidFill>
              <a:srgbClr val="ffc0b6"/>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2450" name=""/>
            <p:cNvSpPr/>
            <p:nvPr/>
          </p:nvSpPr>
          <p:spPr>
            <a:xfrm>
              <a:off x="3686040" y="3898800"/>
              <a:ext cx="3240" cy="17640"/>
            </a:xfrm>
            <a:custGeom>
              <a:avLst/>
              <a:gdLst/>
              <a:ahLst/>
              <a:rect l="l" t="t" r="r" b="b"/>
              <a:pathLst>
                <a:path w="2" h="11">
                  <a:moveTo>
                    <a:pt x="1" y="0"/>
                  </a:moveTo>
                  <a:lnTo>
                    <a:pt x="1" y="0"/>
                  </a:lnTo>
                  <a:lnTo>
                    <a:pt x="1" y="3"/>
                  </a:lnTo>
                  <a:lnTo>
                    <a:pt x="0" y="9"/>
                  </a:lnTo>
                  <a:lnTo>
                    <a:pt x="1" y="10"/>
                  </a:lnTo>
                  <a:lnTo>
                    <a:pt x="1" y="10"/>
                  </a:lnTo>
                  <a:lnTo>
                    <a:pt x="1" y="9"/>
                  </a:lnTo>
                  <a:lnTo>
                    <a:pt x="1" y="3"/>
                  </a:lnTo>
                  <a:lnTo>
                    <a:pt x="1" y="2"/>
                  </a:lnTo>
                  <a:lnTo>
                    <a:pt x="1" y="0"/>
                  </a:lnTo>
                  <a:lnTo>
                    <a:pt x="1" y="0"/>
                  </a:lnTo>
                  <a:lnTo>
                    <a:pt x="1" y="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451" name=""/>
            <p:cNvSpPr/>
            <p:nvPr/>
          </p:nvSpPr>
          <p:spPr>
            <a:xfrm>
              <a:off x="3687840" y="391464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452" name=""/>
            <p:cNvSpPr/>
            <p:nvPr/>
          </p:nvSpPr>
          <p:spPr>
            <a:xfrm>
              <a:off x="3687840" y="3867120"/>
              <a:ext cx="1440" cy="3240"/>
            </a:xfrm>
            <a:custGeom>
              <a:avLst/>
              <a:gdLst/>
              <a:ahLst/>
              <a:rect l="l" t="t" r="r" b="b"/>
              <a:pathLst>
                <a:path w="1" h="2">
                  <a:moveTo>
                    <a:pt x="0" y="0"/>
                  </a:moveTo>
                  <a:lnTo>
                    <a:pt x="0" y="0"/>
                  </a:lnTo>
                  <a:lnTo>
                    <a:pt x="0" y="0"/>
                  </a:lnTo>
                  <a:lnTo>
                    <a:pt x="0" y="1"/>
                  </a:lnTo>
                  <a:lnTo>
                    <a:pt x="0"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453" name=""/>
            <p:cNvSpPr/>
            <p:nvPr/>
          </p:nvSpPr>
          <p:spPr>
            <a:xfrm>
              <a:off x="3687840" y="3854520"/>
              <a:ext cx="6120" cy="14040"/>
            </a:xfrm>
            <a:custGeom>
              <a:avLst/>
              <a:gdLst/>
              <a:ahLst/>
              <a:rect l="l" t="t" r="r" b="b"/>
              <a:pathLst>
                <a:path w="4" h="9">
                  <a:moveTo>
                    <a:pt x="0" y="0"/>
                  </a:moveTo>
                  <a:lnTo>
                    <a:pt x="0" y="2"/>
                  </a:lnTo>
                  <a:lnTo>
                    <a:pt x="1" y="2"/>
                  </a:lnTo>
                  <a:lnTo>
                    <a:pt x="1" y="5"/>
                  </a:lnTo>
                  <a:lnTo>
                    <a:pt x="1" y="5"/>
                  </a:lnTo>
                  <a:lnTo>
                    <a:pt x="0" y="5"/>
                  </a:lnTo>
                  <a:lnTo>
                    <a:pt x="0" y="7"/>
                  </a:lnTo>
                  <a:lnTo>
                    <a:pt x="0" y="8"/>
                  </a:lnTo>
                  <a:lnTo>
                    <a:pt x="0" y="8"/>
                  </a:lnTo>
                  <a:lnTo>
                    <a:pt x="0" y="8"/>
                  </a:lnTo>
                  <a:lnTo>
                    <a:pt x="0" y="8"/>
                  </a:lnTo>
                  <a:lnTo>
                    <a:pt x="2" y="8"/>
                  </a:lnTo>
                  <a:lnTo>
                    <a:pt x="3" y="7"/>
                  </a:lnTo>
                  <a:lnTo>
                    <a:pt x="3" y="5"/>
                  </a:lnTo>
                  <a:lnTo>
                    <a:pt x="3" y="5"/>
                  </a:lnTo>
                  <a:lnTo>
                    <a:pt x="3" y="2"/>
                  </a:lnTo>
                  <a:lnTo>
                    <a:pt x="3" y="2"/>
                  </a:lnTo>
                  <a:lnTo>
                    <a:pt x="0" y="0"/>
                  </a:lnTo>
                  <a:lnTo>
                    <a:pt x="0" y="0"/>
                  </a:lnTo>
                  <a:lnTo>
                    <a:pt x="0" y="0"/>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2454" name=""/>
            <p:cNvSpPr/>
            <p:nvPr/>
          </p:nvSpPr>
          <p:spPr>
            <a:xfrm>
              <a:off x="3687840" y="3865680"/>
              <a:ext cx="1440" cy="2880"/>
            </a:xfrm>
            <a:custGeom>
              <a:avLst/>
              <a:gdLst/>
              <a:ahLst/>
              <a:rect l="l" t="t" r="r" b="b"/>
              <a:pathLst>
                <a:path w="1" h="2">
                  <a:moveTo>
                    <a:pt x="0" y="1"/>
                  </a:moveTo>
                  <a:lnTo>
                    <a:pt x="0" y="0"/>
                  </a:lnTo>
                  <a:lnTo>
                    <a:pt x="0" y="1"/>
                  </a:lnTo>
                  <a:lnTo>
                    <a:pt x="0" y="1"/>
                  </a:lnTo>
                  <a:lnTo>
                    <a:pt x="0" y="1"/>
                  </a:lnTo>
                  <a:lnTo>
                    <a:pt x="0" y="1"/>
                  </a:lnTo>
                  <a:lnTo>
                    <a:pt x="0" y="1"/>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455" name=""/>
            <p:cNvSpPr/>
            <p:nvPr/>
          </p:nvSpPr>
          <p:spPr>
            <a:xfrm>
              <a:off x="3713040" y="3862440"/>
              <a:ext cx="5040" cy="1440"/>
            </a:xfrm>
            <a:custGeom>
              <a:avLst/>
              <a:gdLst/>
              <a:ahLst/>
              <a:rect l="l" t="t" r="r" b="b"/>
              <a:pathLst>
                <a:path w="3" h="1">
                  <a:moveTo>
                    <a:pt x="0" y="0"/>
                  </a:moveTo>
                  <a:lnTo>
                    <a:pt x="0" y="0"/>
                  </a:lnTo>
                  <a:lnTo>
                    <a:pt x="0" y="0"/>
                  </a:lnTo>
                  <a:lnTo>
                    <a:pt x="2"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56" name=""/>
            <p:cNvSpPr/>
            <p:nvPr/>
          </p:nvSpPr>
          <p:spPr>
            <a:xfrm>
              <a:off x="3713040" y="3846600"/>
              <a:ext cx="7920" cy="17280"/>
            </a:xfrm>
            <a:custGeom>
              <a:avLst/>
              <a:gdLst/>
              <a:ahLst/>
              <a:rect l="l" t="t" r="r" b="b"/>
              <a:pathLst>
                <a:path w="5" h="11">
                  <a:moveTo>
                    <a:pt x="4" y="0"/>
                  </a:moveTo>
                  <a:lnTo>
                    <a:pt x="4" y="1"/>
                  </a:lnTo>
                  <a:lnTo>
                    <a:pt x="4" y="1"/>
                  </a:lnTo>
                  <a:lnTo>
                    <a:pt x="3" y="3"/>
                  </a:lnTo>
                  <a:lnTo>
                    <a:pt x="2" y="5"/>
                  </a:lnTo>
                  <a:lnTo>
                    <a:pt x="2" y="7"/>
                  </a:lnTo>
                  <a:lnTo>
                    <a:pt x="2" y="9"/>
                  </a:lnTo>
                  <a:lnTo>
                    <a:pt x="0" y="10"/>
                  </a:lnTo>
                  <a:lnTo>
                    <a:pt x="0" y="10"/>
                  </a:lnTo>
                  <a:lnTo>
                    <a:pt x="2" y="10"/>
                  </a:lnTo>
                  <a:lnTo>
                    <a:pt x="2" y="10"/>
                  </a:lnTo>
                  <a:lnTo>
                    <a:pt x="2" y="9"/>
                  </a:lnTo>
                  <a:lnTo>
                    <a:pt x="2" y="7"/>
                  </a:lnTo>
                  <a:lnTo>
                    <a:pt x="4" y="5"/>
                  </a:lnTo>
                  <a:lnTo>
                    <a:pt x="4" y="3"/>
                  </a:lnTo>
                  <a:lnTo>
                    <a:pt x="4" y="1"/>
                  </a:lnTo>
                  <a:lnTo>
                    <a:pt x="4" y="1"/>
                  </a:lnTo>
                  <a:lnTo>
                    <a:pt x="4" y="0"/>
                  </a:lnTo>
                  <a:lnTo>
                    <a:pt x="4" y="0"/>
                  </a:lnTo>
                  <a:lnTo>
                    <a:pt x="4" y="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457" name=""/>
            <p:cNvSpPr/>
            <p:nvPr/>
          </p:nvSpPr>
          <p:spPr>
            <a:xfrm>
              <a:off x="3713040" y="3862440"/>
              <a:ext cx="5040" cy="1440"/>
            </a:xfrm>
            <a:custGeom>
              <a:avLst/>
              <a:gdLst/>
              <a:ahLst/>
              <a:rect l="l" t="t" r="r" b="b"/>
              <a:pathLst>
                <a:path w="3" h="1">
                  <a:moveTo>
                    <a:pt x="2" y="0"/>
                  </a:moveTo>
                  <a:lnTo>
                    <a:pt x="2" y="0"/>
                  </a:lnTo>
                  <a:lnTo>
                    <a:pt x="0"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58" name=""/>
            <p:cNvSpPr/>
            <p:nvPr/>
          </p:nvSpPr>
          <p:spPr>
            <a:xfrm>
              <a:off x="3594240" y="3965400"/>
              <a:ext cx="7920" cy="1800"/>
            </a:xfrm>
            <a:custGeom>
              <a:avLst/>
              <a:gdLst/>
              <a:ahLst/>
              <a:rect l="l" t="t" r="r" b="b"/>
              <a:pathLst>
                <a:path w="5" h="1">
                  <a:moveTo>
                    <a:pt x="1" y="0"/>
                  </a:moveTo>
                  <a:lnTo>
                    <a:pt x="0" y="0"/>
                  </a:lnTo>
                  <a:lnTo>
                    <a:pt x="1" y="0"/>
                  </a:lnTo>
                  <a:lnTo>
                    <a:pt x="1" y="0"/>
                  </a:lnTo>
                  <a:lnTo>
                    <a:pt x="4" y="0"/>
                  </a:lnTo>
                  <a:lnTo>
                    <a:pt x="1" y="0"/>
                  </a:lnTo>
                  <a:lnTo>
                    <a:pt x="1"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459" name=""/>
            <p:cNvSpPr/>
            <p:nvPr/>
          </p:nvSpPr>
          <p:spPr>
            <a:xfrm>
              <a:off x="3595680" y="3943440"/>
              <a:ext cx="11160" cy="23760"/>
            </a:xfrm>
            <a:custGeom>
              <a:avLst/>
              <a:gdLst/>
              <a:ahLst/>
              <a:rect l="l" t="t" r="r" b="b"/>
              <a:pathLst>
                <a:path w="7" h="15">
                  <a:moveTo>
                    <a:pt x="4" y="0"/>
                  </a:moveTo>
                  <a:lnTo>
                    <a:pt x="4" y="3"/>
                  </a:lnTo>
                  <a:lnTo>
                    <a:pt x="4" y="5"/>
                  </a:lnTo>
                  <a:lnTo>
                    <a:pt x="4" y="5"/>
                  </a:lnTo>
                  <a:lnTo>
                    <a:pt x="4" y="7"/>
                  </a:lnTo>
                  <a:lnTo>
                    <a:pt x="3" y="10"/>
                  </a:lnTo>
                  <a:lnTo>
                    <a:pt x="3" y="10"/>
                  </a:lnTo>
                  <a:lnTo>
                    <a:pt x="0" y="14"/>
                  </a:lnTo>
                  <a:lnTo>
                    <a:pt x="0" y="14"/>
                  </a:lnTo>
                  <a:lnTo>
                    <a:pt x="3" y="14"/>
                  </a:lnTo>
                  <a:lnTo>
                    <a:pt x="3" y="14"/>
                  </a:lnTo>
                  <a:lnTo>
                    <a:pt x="3" y="12"/>
                  </a:lnTo>
                  <a:lnTo>
                    <a:pt x="4" y="10"/>
                  </a:lnTo>
                  <a:lnTo>
                    <a:pt x="4" y="10"/>
                  </a:lnTo>
                  <a:lnTo>
                    <a:pt x="6" y="5"/>
                  </a:lnTo>
                  <a:lnTo>
                    <a:pt x="6" y="5"/>
                  </a:lnTo>
                  <a:lnTo>
                    <a:pt x="6" y="3"/>
                  </a:lnTo>
                  <a:lnTo>
                    <a:pt x="6" y="0"/>
                  </a:lnTo>
                  <a:lnTo>
                    <a:pt x="4" y="0"/>
                  </a:lnTo>
                  <a:lnTo>
                    <a:pt x="4"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460" name=""/>
            <p:cNvSpPr/>
            <p:nvPr/>
          </p:nvSpPr>
          <p:spPr>
            <a:xfrm>
              <a:off x="3594240" y="3965400"/>
              <a:ext cx="7920" cy="1800"/>
            </a:xfrm>
            <a:custGeom>
              <a:avLst/>
              <a:gdLst/>
              <a:ahLst/>
              <a:rect l="l" t="t" r="r" b="b"/>
              <a:pathLst>
                <a:path w="5" h="1">
                  <a:moveTo>
                    <a:pt x="4" y="0"/>
                  </a:moveTo>
                  <a:lnTo>
                    <a:pt x="4" y="0"/>
                  </a:lnTo>
                  <a:lnTo>
                    <a:pt x="1" y="0"/>
                  </a:lnTo>
                  <a:lnTo>
                    <a:pt x="1" y="0"/>
                  </a:lnTo>
                  <a:lnTo>
                    <a:pt x="0" y="0"/>
                  </a:lnTo>
                  <a:lnTo>
                    <a:pt x="4" y="0"/>
                  </a:lnTo>
                  <a:lnTo>
                    <a:pt x="4"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461" name=""/>
            <p:cNvSpPr/>
            <p:nvPr/>
          </p:nvSpPr>
          <p:spPr>
            <a:xfrm>
              <a:off x="3730680" y="399096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62" name=""/>
            <p:cNvSpPr/>
            <p:nvPr/>
          </p:nvSpPr>
          <p:spPr>
            <a:xfrm>
              <a:off x="3730680" y="3983040"/>
              <a:ext cx="20520" cy="9360"/>
            </a:xfrm>
            <a:custGeom>
              <a:avLst/>
              <a:gdLst/>
              <a:ahLst/>
              <a:rect l="l" t="t" r="r" b="b"/>
              <a:pathLst>
                <a:path w="13" h="6">
                  <a:moveTo>
                    <a:pt x="9" y="0"/>
                  </a:moveTo>
                  <a:lnTo>
                    <a:pt x="9" y="0"/>
                  </a:lnTo>
                  <a:lnTo>
                    <a:pt x="9" y="1"/>
                  </a:lnTo>
                  <a:lnTo>
                    <a:pt x="8" y="2"/>
                  </a:lnTo>
                  <a:lnTo>
                    <a:pt x="5" y="3"/>
                  </a:lnTo>
                  <a:lnTo>
                    <a:pt x="4" y="5"/>
                  </a:lnTo>
                  <a:lnTo>
                    <a:pt x="4" y="5"/>
                  </a:lnTo>
                  <a:lnTo>
                    <a:pt x="0" y="5"/>
                  </a:lnTo>
                  <a:lnTo>
                    <a:pt x="0" y="5"/>
                  </a:lnTo>
                  <a:lnTo>
                    <a:pt x="0" y="5"/>
                  </a:lnTo>
                  <a:lnTo>
                    <a:pt x="0" y="5"/>
                  </a:lnTo>
                  <a:lnTo>
                    <a:pt x="0" y="5"/>
                  </a:lnTo>
                  <a:lnTo>
                    <a:pt x="0" y="5"/>
                  </a:lnTo>
                  <a:lnTo>
                    <a:pt x="4" y="5"/>
                  </a:lnTo>
                  <a:lnTo>
                    <a:pt x="4" y="5"/>
                  </a:lnTo>
                  <a:lnTo>
                    <a:pt x="8" y="5"/>
                  </a:lnTo>
                  <a:lnTo>
                    <a:pt x="9" y="3"/>
                  </a:lnTo>
                  <a:lnTo>
                    <a:pt x="9" y="1"/>
                  </a:lnTo>
                  <a:lnTo>
                    <a:pt x="10" y="0"/>
                  </a:lnTo>
                  <a:lnTo>
                    <a:pt x="12" y="0"/>
                  </a:lnTo>
                  <a:lnTo>
                    <a:pt x="9" y="0"/>
                  </a:lnTo>
                  <a:lnTo>
                    <a:pt x="9"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463" name=""/>
            <p:cNvSpPr/>
            <p:nvPr/>
          </p:nvSpPr>
          <p:spPr>
            <a:xfrm>
              <a:off x="3745080" y="3959280"/>
              <a:ext cx="14040" cy="25200"/>
            </a:xfrm>
            <a:custGeom>
              <a:avLst/>
              <a:gdLst/>
              <a:ahLst/>
              <a:rect l="l" t="t" r="r" b="b"/>
              <a:pathLst>
                <a:path w="9" h="16">
                  <a:moveTo>
                    <a:pt x="8" y="0"/>
                  </a:moveTo>
                  <a:lnTo>
                    <a:pt x="7" y="4"/>
                  </a:lnTo>
                  <a:lnTo>
                    <a:pt x="4" y="4"/>
                  </a:lnTo>
                  <a:lnTo>
                    <a:pt x="4" y="6"/>
                  </a:lnTo>
                  <a:lnTo>
                    <a:pt x="4" y="8"/>
                  </a:lnTo>
                  <a:lnTo>
                    <a:pt x="3" y="8"/>
                  </a:lnTo>
                  <a:lnTo>
                    <a:pt x="3" y="10"/>
                  </a:lnTo>
                  <a:lnTo>
                    <a:pt x="1" y="11"/>
                  </a:lnTo>
                  <a:lnTo>
                    <a:pt x="0" y="15"/>
                  </a:lnTo>
                  <a:lnTo>
                    <a:pt x="3" y="15"/>
                  </a:lnTo>
                  <a:lnTo>
                    <a:pt x="3" y="12"/>
                  </a:lnTo>
                  <a:lnTo>
                    <a:pt x="3" y="10"/>
                  </a:lnTo>
                  <a:lnTo>
                    <a:pt x="4" y="9"/>
                  </a:lnTo>
                  <a:lnTo>
                    <a:pt x="4" y="8"/>
                  </a:lnTo>
                  <a:lnTo>
                    <a:pt x="4" y="6"/>
                  </a:lnTo>
                  <a:lnTo>
                    <a:pt x="7" y="6"/>
                  </a:lnTo>
                  <a:lnTo>
                    <a:pt x="7" y="4"/>
                  </a:lnTo>
                  <a:lnTo>
                    <a:pt x="8" y="4"/>
                  </a:lnTo>
                  <a:lnTo>
                    <a:pt x="8" y="0"/>
                  </a:lnTo>
                  <a:lnTo>
                    <a:pt x="8" y="0"/>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2464" name=""/>
            <p:cNvSpPr/>
            <p:nvPr/>
          </p:nvSpPr>
          <p:spPr>
            <a:xfrm>
              <a:off x="3745080" y="3983040"/>
              <a:ext cx="6120" cy="1440"/>
            </a:xfrm>
            <a:custGeom>
              <a:avLst/>
              <a:gdLst/>
              <a:ahLst/>
              <a:rect l="l" t="t" r="r" b="b"/>
              <a:pathLst>
                <a:path w="4" h="1">
                  <a:moveTo>
                    <a:pt x="0" y="0"/>
                  </a:moveTo>
                  <a:lnTo>
                    <a:pt x="3" y="0"/>
                  </a:lnTo>
                  <a:lnTo>
                    <a:pt x="3" y="0"/>
                  </a:lnTo>
                  <a:lnTo>
                    <a:pt x="1"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65" name=""/>
            <p:cNvSpPr/>
            <p:nvPr/>
          </p:nvSpPr>
          <p:spPr>
            <a:xfrm>
              <a:off x="3759120" y="4019400"/>
              <a:ext cx="1800" cy="504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2466" name=""/>
            <p:cNvSpPr/>
            <p:nvPr/>
          </p:nvSpPr>
          <p:spPr>
            <a:xfrm>
              <a:off x="3759120" y="4008600"/>
              <a:ext cx="22320" cy="15840"/>
            </a:xfrm>
            <a:custGeom>
              <a:avLst/>
              <a:gdLst/>
              <a:ahLst/>
              <a:rect l="l" t="t" r="r" b="b"/>
              <a:pathLst>
                <a:path w="14" h="10">
                  <a:moveTo>
                    <a:pt x="7" y="0"/>
                  </a:moveTo>
                  <a:lnTo>
                    <a:pt x="7" y="0"/>
                  </a:lnTo>
                  <a:lnTo>
                    <a:pt x="6" y="2"/>
                  </a:lnTo>
                  <a:lnTo>
                    <a:pt x="5" y="2"/>
                  </a:lnTo>
                  <a:lnTo>
                    <a:pt x="5" y="2"/>
                  </a:lnTo>
                  <a:lnTo>
                    <a:pt x="5" y="4"/>
                  </a:lnTo>
                  <a:lnTo>
                    <a:pt x="3" y="6"/>
                  </a:lnTo>
                  <a:lnTo>
                    <a:pt x="0" y="7"/>
                  </a:lnTo>
                  <a:lnTo>
                    <a:pt x="0" y="7"/>
                  </a:lnTo>
                  <a:lnTo>
                    <a:pt x="0" y="7"/>
                  </a:lnTo>
                  <a:lnTo>
                    <a:pt x="0" y="9"/>
                  </a:lnTo>
                  <a:lnTo>
                    <a:pt x="2" y="9"/>
                  </a:lnTo>
                  <a:lnTo>
                    <a:pt x="3" y="7"/>
                  </a:lnTo>
                  <a:lnTo>
                    <a:pt x="3" y="7"/>
                  </a:lnTo>
                  <a:lnTo>
                    <a:pt x="5" y="6"/>
                  </a:lnTo>
                  <a:lnTo>
                    <a:pt x="5" y="3"/>
                  </a:lnTo>
                  <a:lnTo>
                    <a:pt x="6" y="2"/>
                  </a:lnTo>
                  <a:lnTo>
                    <a:pt x="7" y="2"/>
                  </a:lnTo>
                  <a:lnTo>
                    <a:pt x="13" y="2"/>
                  </a:lnTo>
                  <a:lnTo>
                    <a:pt x="13" y="2"/>
                  </a:lnTo>
                  <a:lnTo>
                    <a:pt x="7" y="0"/>
                  </a:lnTo>
                  <a:lnTo>
                    <a:pt x="7"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467" name=""/>
            <p:cNvSpPr/>
            <p:nvPr/>
          </p:nvSpPr>
          <p:spPr>
            <a:xfrm>
              <a:off x="3770280" y="3990960"/>
              <a:ext cx="23760" cy="22320"/>
            </a:xfrm>
            <a:custGeom>
              <a:avLst/>
              <a:gdLst/>
              <a:ahLst/>
              <a:rect l="l" t="t" r="r" b="b"/>
              <a:pathLst>
                <a:path w="15" h="14">
                  <a:moveTo>
                    <a:pt x="13" y="0"/>
                  </a:moveTo>
                  <a:lnTo>
                    <a:pt x="12" y="0"/>
                  </a:lnTo>
                  <a:lnTo>
                    <a:pt x="12" y="0"/>
                  </a:lnTo>
                  <a:lnTo>
                    <a:pt x="10" y="1"/>
                  </a:lnTo>
                  <a:lnTo>
                    <a:pt x="9" y="2"/>
                  </a:lnTo>
                  <a:lnTo>
                    <a:pt x="7" y="5"/>
                  </a:lnTo>
                  <a:lnTo>
                    <a:pt x="7" y="7"/>
                  </a:lnTo>
                  <a:lnTo>
                    <a:pt x="6" y="10"/>
                  </a:lnTo>
                  <a:lnTo>
                    <a:pt x="0" y="11"/>
                  </a:lnTo>
                  <a:lnTo>
                    <a:pt x="6" y="13"/>
                  </a:lnTo>
                  <a:lnTo>
                    <a:pt x="6" y="10"/>
                  </a:lnTo>
                  <a:lnTo>
                    <a:pt x="7" y="7"/>
                  </a:lnTo>
                  <a:lnTo>
                    <a:pt x="8" y="7"/>
                  </a:lnTo>
                  <a:lnTo>
                    <a:pt x="10" y="2"/>
                  </a:lnTo>
                  <a:lnTo>
                    <a:pt x="10" y="2"/>
                  </a:lnTo>
                  <a:lnTo>
                    <a:pt x="12" y="1"/>
                  </a:lnTo>
                  <a:lnTo>
                    <a:pt x="13" y="0"/>
                  </a:lnTo>
                  <a:lnTo>
                    <a:pt x="14" y="0"/>
                  </a:lnTo>
                  <a:lnTo>
                    <a:pt x="13" y="0"/>
                  </a:lnTo>
                  <a:lnTo>
                    <a:pt x="13"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468" name=""/>
            <p:cNvSpPr/>
            <p:nvPr/>
          </p:nvSpPr>
          <p:spPr>
            <a:xfrm>
              <a:off x="3774960" y="4008600"/>
              <a:ext cx="6480" cy="4680"/>
            </a:xfrm>
            <a:custGeom>
              <a:avLst/>
              <a:gdLst/>
              <a:ahLst/>
              <a:rect l="l" t="t" r="r" b="b"/>
              <a:pathLst>
                <a:path w="4" h="3">
                  <a:moveTo>
                    <a:pt x="0" y="2"/>
                  </a:moveTo>
                  <a:lnTo>
                    <a:pt x="3" y="2"/>
                  </a:lnTo>
                  <a:lnTo>
                    <a:pt x="3" y="0"/>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469" name=""/>
            <p:cNvSpPr/>
            <p:nvPr/>
          </p:nvSpPr>
          <p:spPr>
            <a:xfrm>
              <a:off x="3770280" y="4033800"/>
              <a:ext cx="6480" cy="7920"/>
            </a:xfrm>
            <a:custGeom>
              <a:avLst/>
              <a:gdLst/>
              <a:ahLst/>
              <a:rect l="l" t="t" r="r" b="b"/>
              <a:pathLst>
                <a:path w="4" h="5">
                  <a:moveTo>
                    <a:pt x="3" y="0"/>
                  </a:moveTo>
                  <a:lnTo>
                    <a:pt x="0" y="0"/>
                  </a:lnTo>
                  <a:lnTo>
                    <a:pt x="3" y="3"/>
                  </a:lnTo>
                  <a:lnTo>
                    <a:pt x="3" y="4"/>
                  </a:lnTo>
                  <a:lnTo>
                    <a:pt x="3" y="4"/>
                  </a:lnTo>
                  <a:lnTo>
                    <a:pt x="3" y="0"/>
                  </a:lnTo>
                  <a:lnTo>
                    <a:pt x="3"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470" name=""/>
            <p:cNvSpPr/>
            <p:nvPr/>
          </p:nvSpPr>
          <p:spPr>
            <a:xfrm>
              <a:off x="3774960" y="4025880"/>
              <a:ext cx="12960" cy="15840"/>
            </a:xfrm>
            <a:custGeom>
              <a:avLst/>
              <a:gdLst/>
              <a:ahLst/>
              <a:rect l="l" t="t" r="r" b="b"/>
              <a:pathLst>
                <a:path w="8" h="10">
                  <a:moveTo>
                    <a:pt x="7" y="1"/>
                  </a:moveTo>
                  <a:lnTo>
                    <a:pt x="6" y="0"/>
                  </a:lnTo>
                  <a:lnTo>
                    <a:pt x="0" y="5"/>
                  </a:lnTo>
                  <a:lnTo>
                    <a:pt x="0" y="9"/>
                  </a:lnTo>
                  <a:lnTo>
                    <a:pt x="7" y="1"/>
                  </a:lnTo>
                  <a:lnTo>
                    <a:pt x="7" y="1"/>
                  </a:lnTo>
                  <a:lnTo>
                    <a:pt x="7" y="1"/>
                  </a:lnTo>
                  <a:lnTo>
                    <a:pt x="7" y="1"/>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471" name=""/>
            <p:cNvSpPr/>
            <p:nvPr/>
          </p:nvSpPr>
          <p:spPr>
            <a:xfrm>
              <a:off x="3784680" y="4025880"/>
              <a:ext cx="3240" cy="3240"/>
            </a:xfrm>
            <a:custGeom>
              <a:avLst/>
              <a:gdLst/>
              <a:ahLst/>
              <a:rect l="l" t="t" r="r" b="b"/>
              <a:pathLst>
                <a:path w="2" h="2">
                  <a:moveTo>
                    <a:pt x="1" y="1"/>
                  </a:moveTo>
                  <a:lnTo>
                    <a:pt x="1" y="1"/>
                  </a:lnTo>
                  <a:lnTo>
                    <a:pt x="1" y="1"/>
                  </a:lnTo>
                  <a:lnTo>
                    <a:pt x="1" y="0"/>
                  </a:lnTo>
                  <a:lnTo>
                    <a:pt x="0" y="0"/>
                  </a:lnTo>
                  <a:lnTo>
                    <a:pt x="1" y="1"/>
                  </a:lnTo>
                  <a:lnTo>
                    <a:pt x="1"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472" name=""/>
            <p:cNvSpPr/>
            <p:nvPr/>
          </p:nvSpPr>
          <p:spPr>
            <a:xfrm>
              <a:off x="3751200" y="4098960"/>
              <a:ext cx="1800" cy="3240"/>
            </a:xfrm>
            <a:custGeom>
              <a:avLst/>
              <a:gdLst/>
              <a:ahLst/>
              <a:rect l="l" t="t" r="r" b="b"/>
              <a:pathLst>
                <a:path w="1" h="2">
                  <a:moveTo>
                    <a:pt x="0" y="0"/>
                  </a:moveTo>
                  <a:lnTo>
                    <a:pt x="0" y="0"/>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473" name=""/>
            <p:cNvSpPr/>
            <p:nvPr/>
          </p:nvSpPr>
          <p:spPr>
            <a:xfrm>
              <a:off x="3751200" y="4098960"/>
              <a:ext cx="17640" cy="4680"/>
            </a:xfrm>
            <a:custGeom>
              <a:avLst/>
              <a:gdLst/>
              <a:ahLst/>
              <a:rect l="l" t="t" r="r" b="b"/>
              <a:pathLst>
                <a:path w="11" h="3">
                  <a:moveTo>
                    <a:pt x="8" y="0"/>
                  </a:moveTo>
                  <a:lnTo>
                    <a:pt x="8" y="0"/>
                  </a:lnTo>
                  <a:lnTo>
                    <a:pt x="8" y="1"/>
                  </a:lnTo>
                  <a:lnTo>
                    <a:pt x="5" y="1"/>
                  </a:lnTo>
                  <a:lnTo>
                    <a:pt x="5" y="2"/>
                  </a:lnTo>
                  <a:lnTo>
                    <a:pt x="4" y="2"/>
                  </a:lnTo>
                  <a:lnTo>
                    <a:pt x="3" y="1"/>
                  </a:lnTo>
                  <a:lnTo>
                    <a:pt x="0" y="1"/>
                  </a:lnTo>
                  <a:lnTo>
                    <a:pt x="0" y="0"/>
                  </a:lnTo>
                  <a:lnTo>
                    <a:pt x="0" y="0"/>
                  </a:lnTo>
                  <a:lnTo>
                    <a:pt x="0" y="1"/>
                  </a:lnTo>
                  <a:lnTo>
                    <a:pt x="0" y="2"/>
                  </a:lnTo>
                  <a:lnTo>
                    <a:pt x="0" y="2"/>
                  </a:lnTo>
                  <a:lnTo>
                    <a:pt x="3" y="2"/>
                  </a:lnTo>
                  <a:lnTo>
                    <a:pt x="4" y="2"/>
                  </a:lnTo>
                  <a:lnTo>
                    <a:pt x="5" y="2"/>
                  </a:lnTo>
                  <a:lnTo>
                    <a:pt x="5" y="2"/>
                  </a:lnTo>
                  <a:lnTo>
                    <a:pt x="8" y="2"/>
                  </a:lnTo>
                  <a:lnTo>
                    <a:pt x="10" y="0"/>
                  </a:lnTo>
                  <a:lnTo>
                    <a:pt x="10" y="0"/>
                  </a:lnTo>
                  <a:lnTo>
                    <a:pt x="8" y="0"/>
                  </a:lnTo>
                  <a:lnTo>
                    <a:pt x="8"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474" name=""/>
            <p:cNvSpPr/>
            <p:nvPr/>
          </p:nvSpPr>
          <p:spPr>
            <a:xfrm>
              <a:off x="3763800" y="4091040"/>
              <a:ext cx="24120" cy="9360"/>
            </a:xfrm>
            <a:custGeom>
              <a:avLst/>
              <a:gdLst/>
              <a:ahLst/>
              <a:rect l="l" t="t" r="r" b="b"/>
              <a:pathLst>
                <a:path w="15" h="6">
                  <a:moveTo>
                    <a:pt x="14" y="0"/>
                  </a:moveTo>
                  <a:lnTo>
                    <a:pt x="13" y="0"/>
                  </a:lnTo>
                  <a:lnTo>
                    <a:pt x="13" y="0"/>
                  </a:lnTo>
                  <a:lnTo>
                    <a:pt x="11" y="0"/>
                  </a:lnTo>
                  <a:lnTo>
                    <a:pt x="10" y="1"/>
                  </a:lnTo>
                  <a:lnTo>
                    <a:pt x="7" y="1"/>
                  </a:lnTo>
                  <a:lnTo>
                    <a:pt x="2" y="1"/>
                  </a:lnTo>
                  <a:lnTo>
                    <a:pt x="2" y="4"/>
                  </a:lnTo>
                  <a:lnTo>
                    <a:pt x="0" y="5"/>
                  </a:lnTo>
                  <a:lnTo>
                    <a:pt x="2" y="5"/>
                  </a:lnTo>
                  <a:lnTo>
                    <a:pt x="2" y="5"/>
                  </a:lnTo>
                  <a:lnTo>
                    <a:pt x="3" y="4"/>
                  </a:lnTo>
                  <a:lnTo>
                    <a:pt x="7" y="1"/>
                  </a:lnTo>
                  <a:lnTo>
                    <a:pt x="11" y="1"/>
                  </a:lnTo>
                  <a:lnTo>
                    <a:pt x="11" y="1"/>
                  </a:lnTo>
                  <a:lnTo>
                    <a:pt x="13" y="1"/>
                  </a:lnTo>
                  <a:lnTo>
                    <a:pt x="13" y="1"/>
                  </a:lnTo>
                  <a:lnTo>
                    <a:pt x="14" y="1"/>
                  </a:lnTo>
                  <a:lnTo>
                    <a:pt x="14" y="0"/>
                  </a:lnTo>
                  <a:lnTo>
                    <a:pt x="14"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475" name=""/>
            <p:cNvSpPr/>
            <p:nvPr/>
          </p:nvSpPr>
          <p:spPr>
            <a:xfrm>
              <a:off x="3767040" y="409896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76" name=""/>
            <p:cNvSpPr/>
            <p:nvPr/>
          </p:nvSpPr>
          <p:spPr>
            <a:xfrm>
              <a:off x="3076560" y="3673440"/>
              <a:ext cx="3240" cy="1800"/>
            </a:xfrm>
            <a:custGeom>
              <a:avLst/>
              <a:gdLst/>
              <a:ahLst/>
              <a:rect l="l" t="t" r="r" b="b"/>
              <a:pathLst>
                <a:path w="2" h="1">
                  <a:moveTo>
                    <a:pt x="1" y="0"/>
                  </a:moveTo>
                  <a:lnTo>
                    <a:pt x="1" y="0"/>
                  </a:lnTo>
                  <a:lnTo>
                    <a:pt x="1" y="0"/>
                  </a:lnTo>
                  <a:lnTo>
                    <a:pt x="0" y="0"/>
                  </a:lnTo>
                  <a:lnTo>
                    <a:pt x="0" y="0"/>
                  </a:lnTo>
                  <a:lnTo>
                    <a:pt x="1" y="0"/>
                  </a:lnTo>
                  <a:lnTo>
                    <a:pt x="1" y="0"/>
                  </a:lnTo>
                </a:path>
              </a:pathLst>
            </a:custGeom>
            <a:solidFill>
              <a:srgbClr val="a1e2ff"/>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477" name=""/>
            <p:cNvSpPr/>
            <p:nvPr/>
          </p:nvSpPr>
          <p:spPr>
            <a:xfrm>
              <a:off x="3073320" y="3673440"/>
              <a:ext cx="6480" cy="23760"/>
            </a:xfrm>
            <a:custGeom>
              <a:avLst/>
              <a:gdLst/>
              <a:ahLst/>
              <a:rect l="l" t="t" r="r" b="b"/>
              <a:pathLst>
                <a:path w="4" h="15">
                  <a:moveTo>
                    <a:pt x="0" y="14"/>
                  </a:moveTo>
                  <a:lnTo>
                    <a:pt x="0" y="14"/>
                  </a:lnTo>
                  <a:lnTo>
                    <a:pt x="0" y="14"/>
                  </a:lnTo>
                  <a:lnTo>
                    <a:pt x="2" y="10"/>
                  </a:lnTo>
                  <a:lnTo>
                    <a:pt x="3" y="6"/>
                  </a:lnTo>
                  <a:lnTo>
                    <a:pt x="3" y="5"/>
                  </a:lnTo>
                  <a:lnTo>
                    <a:pt x="3" y="3"/>
                  </a:lnTo>
                  <a:lnTo>
                    <a:pt x="3" y="2"/>
                  </a:lnTo>
                  <a:lnTo>
                    <a:pt x="3" y="0"/>
                  </a:lnTo>
                  <a:lnTo>
                    <a:pt x="3" y="0"/>
                  </a:lnTo>
                  <a:lnTo>
                    <a:pt x="2" y="0"/>
                  </a:lnTo>
                  <a:lnTo>
                    <a:pt x="2" y="0"/>
                  </a:lnTo>
                  <a:lnTo>
                    <a:pt x="2" y="2"/>
                  </a:lnTo>
                  <a:lnTo>
                    <a:pt x="2" y="3"/>
                  </a:lnTo>
                  <a:lnTo>
                    <a:pt x="2" y="5"/>
                  </a:lnTo>
                  <a:lnTo>
                    <a:pt x="2" y="6"/>
                  </a:lnTo>
                  <a:lnTo>
                    <a:pt x="0" y="9"/>
                  </a:lnTo>
                  <a:lnTo>
                    <a:pt x="0" y="14"/>
                  </a:lnTo>
                  <a:lnTo>
                    <a:pt x="0" y="14"/>
                  </a:lnTo>
                  <a:lnTo>
                    <a:pt x="0" y="14"/>
                  </a:lnTo>
                  <a:lnTo>
                    <a:pt x="0" y="14"/>
                  </a:lnTo>
                  <a:lnTo>
                    <a:pt x="0" y="14"/>
                  </a:lnTo>
                </a:path>
              </a:pathLst>
            </a:custGeom>
            <a:solidFill>
              <a:srgbClr val="a1e2ff"/>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478" name=""/>
            <p:cNvSpPr/>
            <p:nvPr/>
          </p:nvSpPr>
          <p:spPr>
            <a:xfrm>
              <a:off x="3071880" y="3695760"/>
              <a:ext cx="3240" cy="12600"/>
            </a:xfrm>
            <a:custGeom>
              <a:avLst/>
              <a:gdLst/>
              <a:ahLst/>
              <a:rect l="l" t="t" r="r" b="b"/>
              <a:pathLst>
                <a:path w="2" h="8">
                  <a:moveTo>
                    <a:pt x="1" y="6"/>
                  </a:moveTo>
                  <a:lnTo>
                    <a:pt x="1" y="6"/>
                  </a:lnTo>
                  <a:lnTo>
                    <a:pt x="1" y="6"/>
                  </a:lnTo>
                  <a:lnTo>
                    <a:pt x="1" y="5"/>
                  </a:lnTo>
                  <a:lnTo>
                    <a:pt x="0" y="3"/>
                  </a:lnTo>
                  <a:lnTo>
                    <a:pt x="0" y="3"/>
                  </a:lnTo>
                  <a:lnTo>
                    <a:pt x="0" y="2"/>
                  </a:lnTo>
                  <a:lnTo>
                    <a:pt x="0" y="2"/>
                  </a:lnTo>
                  <a:lnTo>
                    <a:pt x="1" y="0"/>
                  </a:lnTo>
                  <a:lnTo>
                    <a:pt x="1" y="0"/>
                  </a:lnTo>
                  <a:lnTo>
                    <a:pt x="0" y="0"/>
                  </a:lnTo>
                  <a:lnTo>
                    <a:pt x="0" y="2"/>
                  </a:lnTo>
                  <a:lnTo>
                    <a:pt x="0" y="3"/>
                  </a:lnTo>
                  <a:lnTo>
                    <a:pt x="0" y="3"/>
                  </a:lnTo>
                  <a:lnTo>
                    <a:pt x="0" y="5"/>
                  </a:lnTo>
                  <a:lnTo>
                    <a:pt x="0" y="6"/>
                  </a:lnTo>
                  <a:lnTo>
                    <a:pt x="0" y="6"/>
                  </a:lnTo>
                  <a:lnTo>
                    <a:pt x="1" y="7"/>
                  </a:lnTo>
                  <a:lnTo>
                    <a:pt x="1" y="6"/>
                  </a:lnTo>
                  <a:lnTo>
                    <a:pt x="1" y="6"/>
                  </a:lnTo>
                </a:path>
              </a:pathLst>
            </a:custGeom>
            <a:solidFill>
              <a:srgbClr val="a1e2ff"/>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479" name=""/>
            <p:cNvSpPr/>
            <p:nvPr/>
          </p:nvSpPr>
          <p:spPr>
            <a:xfrm>
              <a:off x="3073320" y="369576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80" name=""/>
            <p:cNvSpPr/>
            <p:nvPr/>
          </p:nvSpPr>
          <p:spPr>
            <a:xfrm>
              <a:off x="3022560" y="3665520"/>
              <a:ext cx="1800" cy="6480"/>
            </a:xfrm>
            <a:custGeom>
              <a:avLst/>
              <a:gdLst/>
              <a:ahLst/>
              <a:rect l="l" t="t" r="r" b="b"/>
              <a:pathLst>
                <a:path w="1" h="4">
                  <a:moveTo>
                    <a:pt x="0" y="0"/>
                  </a:moveTo>
                  <a:lnTo>
                    <a:pt x="0" y="1"/>
                  </a:lnTo>
                  <a:lnTo>
                    <a:pt x="0" y="3"/>
                  </a:lnTo>
                  <a:lnTo>
                    <a:pt x="0" y="3"/>
                  </a:lnTo>
                  <a:lnTo>
                    <a:pt x="0" y="1"/>
                  </a:lnTo>
                  <a:lnTo>
                    <a:pt x="0" y="0"/>
                  </a:lnTo>
                  <a:lnTo>
                    <a:pt x="0" y="0"/>
                  </a:lnTo>
                </a:path>
              </a:pathLst>
            </a:custGeom>
            <a:solidFill>
              <a:srgbClr val="a1e2ff"/>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481" name=""/>
            <p:cNvSpPr/>
            <p:nvPr/>
          </p:nvSpPr>
          <p:spPr>
            <a:xfrm>
              <a:off x="3022560" y="3649680"/>
              <a:ext cx="9720" cy="19080"/>
            </a:xfrm>
            <a:custGeom>
              <a:avLst/>
              <a:gdLst/>
              <a:ahLst/>
              <a:rect l="l" t="t" r="r" b="b"/>
              <a:pathLst>
                <a:path w="6" h="12">
                  <a:moveTo>
                    <a:pt x="5" y="0"/>
                  </a:moveTo>
                  <a:lnTo>
                    <a:pt x="4" y="0"/>
                  </a:lnTo>
                  <a:lnTo>
                    <a:pt x="0" y="10"/>
                  </a:lnTo>
                  <a:lnTo>
                    <a:pt x="0" y="11"/>
                  </a:lnTo>
                  <a:lnTo>
                    <a:pt x="5" y="0"/>
                  </a:lnTo>
                  <a:lnTo>
                    <a:pt x="5" y="0"/>
                  </a:lnTo>
                  <a:lnTo>
                    <a:pt x="5" y="0"/>
                  </a:lnTo>
                  <a:lnTo>
                    <a:pt x="5" y="0"/>
                  </a:lnTo>
                </a:path>
              </a:pathLst>
            </a:custGeom>
            <a:solidFill>
              <a:srgbClr val="a1e2ff"/>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482" name=""/>
            <p:cNvSpPr/>
            <p:nvPr/>
          </p:nvSpPr>
          <p:spPr>
            <a:xfrm>
              <a:off x="3029040" y="3649680"/>
              <a:ext cx="3240" cy="1440"/>
            </a:xfrm>
            <a:custGeom>
              <a:avLst/>
              <a:gdLst/>
              <a:ahLst/>
              <a:rect l="l" t="t" r="r" b="b"/>
              <a:pathLst>
                <a:path w="2" h="1">
                  <a:moveTo>
                    <a:pt x="1" y="0"/>
                  </a:moveTo>
                  <a:lnTo>
                    <a:pt x="1" y="0"/>
                  </a:lnTo>
                  <a:lnTo>
                    <a:pt x="1" y="0"/>
                  </a:lnTo>
                  <a:lnTo>
                    <a:pt x="1" y="0"/>
                  </a:lnTo>
                  <a:lnTo>
                    <a:pt x="0" y="0"/>
                  </a:lnTo>
                  <a:lnTo>
                    <a:pt x="1" y="0"/>
                  </a:lnTo>
                  <a:lnTo>
                    <a:pt x="1"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83" name=""/>
            <p:cNvSpPr/>
            <p:nvPr/>
          </p:nvSpPr>
          <p:spPr>
            <a:xfrm>
              <a:off x="2909880" y="374508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84" name=""/>
            <p:cNvSpPr/>
            <p:nvPr/>
          </p:nvSpPr>
          <p:spPr>
            <a:xfrm>
              <a:off x="2909880" y="3728880"/>
              <a:ext cx="9360" cy="17640"/>
            </a:xfrm>
            <a:custGeom>
              <a:avLst/>
              <a:gdLst/>
              <a:ahLst/>
              <a:rect l="l" t="t" r="r" b="b"/>
              <a:pathLst>
                <a:path w="6" h="11">
                  <a:moveTo>
                    <a:pt x="4" y="0"/>
                  </a:moveTo>
                  <a:lnTo>
                    <a:pt x="4" y="1"/>
                  </a:lnTo>
                  <a:lnTo>
                    <a:pt x="4" y="3"/>
                  </a:lnTo>
                  <a:lnTo>
                    <a:pt x="3" y="4"/>
                  </a:lnTo>
                  <a:lnTo>
                    <a:pt x="2" y="6"/>
                  </a:lnTo>
                  <a:lnTo>
                    <a:pt x="2" y="6"/>
                  </a:lnTo>
                  <a:lnTo>
                    <a:pt x="0" y="6"/>
                  </a:lnTo>
                  <a:lnTo>
                    <a:pt x="0" y="10"/>
                  </a:lnTo>
                  <a:lnTo>
                    <a:pt x="0" y="10"/>
                  </a:lnTo>
                  <a:lnTo>
                    <a:pt x="0" y="10"/>
                  </a:lnTo>
                  <a:lnTo>
                    <a:pt x="2" y="10"/>
                  </a:lnTo>
                  <a:lnTo>
                    <a:pt x="2" y="10"/>
                  </a:lnTo>
                  <a:lnTo>
                    <a:pt x="2" y="6"/>
                  </a:lnTo>
                  <a:lnTo>
                    <a:pt x="4" y="6"/>
                  </a:lnTo>
                  <a:lnTo>
                    <a:pt x="5" y="4"/>
                  </a:lnTo>
                  <a:lnTo>
                    <a:pt x="5" y="4"/>
                  </a:lnTo>
                  <a:lnTo>
                    <a:pt x="5" y="1"/>
                  </a:lnTo>
                  <a:lnTo>
                    <a:pt x="5" y="0"/>
                  </a:lnTo>
                  <a:lnTo>
                    <a:pt x="4" y="0"/>
                  </a:lnTo>
                  <a:lnTo>
                    <a:pt x="4" y="0"/>
                  </a:lnTo>
                </a:path>
              </a:pathLst>
            </a:custGeom>
            <a:solidFill>
              <a:srgbClr val="a1e2ff"/>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485" name=""/>
            <p:cNvSpPr/>
            <p:nvPr/>
          </p:nvSpPr>
          <p:spPr>
            <a:xfrm>
              <a:off x="2909880" y="3745080"/>
              <a:ext cx="4680" cy="1440"/>
            </a:xfrm>
            <a:custGeom>
              <a:avLst/>
              <a:gdLst/>
              <a:ahLst/>
              <a:rect l="l" t="t" r="r" b="b"/>
              <a:pathLst>
                <a:path w="3" h="1">
                  <a:moveTo>
                    <a:pt x="2" y="0"/>
                  </a:moveTo>
                  <a:lnTo>
                    <a:pt x="0" y="0"/>
                  </a:lnTo>
                  <a:lnTo>
                    <a:pt x="0" y="0"/>
                  </a:lnTo>
                  <a:lnTo>
                    <a:pt x="0" y="0"/>
                  </a:lnTo>
                  <a:lnTo>
                    <a:pt x="0" y="0"/>
                  </a:lnTo>
                  <a:lnTo>
                    <a:pt x="2" y="0"/>
                  </a:lnTo>
                  <a:lnTo>
                    <a:pt x="2"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486" name=""/>
            <p:cNvSpPr/>
            <p:nvPr/>
          </p:nvSpPr>
          <p:spPr>
            <a:xfrm>
              <a:off x="3348000" y="4059360"/>
              <a:ext cx="39600" cy="42840"/>
            </a:xfrm>
            <a:custGeom>
              <a:avLst/>
              <a:gdLst/>
              <a:ahLst/>
              <a:rect l="l" t="t" r="r" b="b"/>
              <a:pathLst>
                <a:path w="25" h="27">
                  <a:moveTo>
                    <a:pt x="24" y="0"/>
                  </a:moveTo>
                  <a:lnTo>
                    <a:pt x="24" y="1"/>
                  </a:lnTo>
                  <a:lnTo>
                    <a:pt x="23" y="3"/>
                  </a:lnTo>
                  <a:lnTo>
                    <a:pt x="22" y="6"/>
                  </a:lnTo>
                  <a:lnTo>
                    <a:pt x="17" y="13"/>
                  </a:lnTo>
                  <a:lnTo>
                    <a:pt x="17" y="16"/>
                  </a:lnTo>
                  <a:lnTo>
                    <a:pt x="14" y="20"/>
                  </a:lnTo>
                  <a:lnTo>
                    <a:pt x="11" y="20"/>
                  </a:lnTo>
                  <a:lnTo>
                    <a:pt x="11" y="21"/>
                  </a:lnTo>
                  <a:lnTo>
                    <a:pt x="11" y="21"/>
                  </a:lnTo>
                  <a:lnTo>
                    <a:pt x="8" y="21"/>
                  </a:lnTo>
                  <a:lnTo>
                    <a:pt x="7" y="21"/>
                  </a:lnTo>
                  <a:lnTo>
                    <a:pt x="4" y="24"/>
                  </a:lnTo>
                  <a:lnTo>
                    <a:pt x="4" y="24"/>
                  </a:lnTo>
                  <a:lnTo>
                    <a:pt x="2" y="25"/>
                  </a:lnTo>
                  <a:lnTo>
                    <a:pt x="1" y="25"/>
                  </a:lnTo>
                  <a:lnTo>
                    <a:pt x="0" y="26"/>
                  </a:lnTo>
                </a:path>
              </a:pathLst>
            </a:custGeom>
            <a:noFill/>
            <a:ln w="9360">
              <a:solidFill>
                <a:srgbClr val="82c168"/>
              </a:solidFill>
              <a:round/>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2487" name=""/>
            <p:cNvSpPr/>
            <p:nvPr/>
          </p:nvSpPr>
          <p:spPr>
            <a:xfrm>
              <a:off x="3308400" y="405756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488" name=""/>
            <p:cNvSpPr/>
            <p:nvPr/>
          </p:nvSpPr>
          <p:spPr>
            <a:xfrm>
              <a:off x="3297240" y="4057560"/>
              <a:ext cx="12600" cy="25560"/>
            </a:xfrm>
            <a:custGeom>
              <a:avLst/>
              <a:gdLst/>
              <a:ahLst/>
              <a:rect l="l" t="t" r="r" b="b"/>
              <a:pathLst>
                <a:path w="8" h="16">
                  <a:moveTo>
                    <a:pt x="0" y="15"/>
                  </a:moveTo>
                  <a:lnTo>
                    <a:pt x="2" y="14"/>
                  </a:lnTo>
                  <a:lnTo>
                    <a:pt x="3" y="11"/>
                  </a:lnTo>
                  <a:lnTo>
                    <a:pt x="3" y="7"/>
                  </a:lnTo>
                  <a:lnTo>
                    <a:pt x="4" y="6"/>
                  </a:lnTo>
                  <a:lnTo>
                    <a:pt x="7" y="4"/>
                  </a:lnTo>
                  <a:lnTo>
                    <a:pt x="7" y="1"/>
                  </a:lnTo>
                  <a:lnTo>
                    <a:pt x="7" y="0"/>
                  </a:lnTo>
                  <a:lnTo>
                    <a:pt x="7" y="0"/>
                  </a:lnTo>
                  <a:lnTo>
                    <a:pt x="7" y="0"/>
                  </a:lnTo>
                  <a:lnTo>
                    <a:pt x="7" y="0"/>
                  </a:lnTo>
                  <a:lnTo>
                    <a:pt x="4" y="1"/>
                  </a:lnTo>
                  <a:lnTo>
                    <a:pt x="3" y="2"/>
                  </a:lnTo>
                  <a:lnTo>
                    <a:pt x="3" y="4"/>
                  </a:lnTo>
                  <a:lnTo>
                    <a:pt x="3" y="7"/>
                  </a:lnTo>
                  <a:lnTo>
                    <a:pt x="2" y="11"/>
                  </a:lnTo>
                  <a:lnTo>
                    <a:pt x="0" y="13"/>
                  </a:lnTo>
                  <a:lnTo>
                    <a:pt x="0" y="14"/>
                  </a:lnTo>
                  <a:lnTo>
                    <a:pt x="0" y="15"/>
                  </a:lnTo>
                  <a:lnTo>
                    <a:pt x="0" y="15"/>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2489" name=""/>
            <p:cNvSpPr/>
            <p:nvPr/>
          </p:nvSpPr>
          <p:spPr>
            <a:xfrm>
              <a:off x="3308400" y="405756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490" name=""/>
            <p:cNvSpPr/>
            <p:nvPr/>
          </p:nvSpPr>
          <p:spPr>
            <a:xfrm>
              <a:off x="3233880" y="4092480"/>
              <a:ext cx="31680" cy="17640"/>
            </a:xfrm>
            <a:custGeom>
              <a:avLst/>
              <a:gdLst/>
              <a:ahLst/>
              <a:rect l="l" t="t" r="r" b="b"/>
              <a:pathLst>
                <a:path w="20" h="11">
                  <a:moveTo>
                    <a:pt x="19" y="0"/>
                  </a:moveTo>
                  <a:lnTo>
                    <a:pt x="19" y="0"/>
                  </a:lnTo>
                  <a:lnTo>
                    <a:pt x="18" y="0"/>
                  </a:lnTo>
                  <a:lnTo>
                    <a:pt x="18" y="0"/>
                  </a:lnTo>
                  <a:lnTo>
                    <a:pt x="16" y="2"/>
                  </a:lnTo>
                  <a:lnTo>
                    <a:pt x="16" y="3"/>
                  </a:lnTo>
                  <a:lnTo>
                    <a:pt x="16" y="4"/>
                  </a:lnTo>
                  <a:lnTo>
                    <a:pt x="13" y="4"/>
                  </a:lnTo>
                  <a:lnTo>
                    <a:pt x="11" y="5"/>
                  </a:lnTo>
                  <a:lnTo>
                    <a:pt x="9" y="5"/>
                  </a:lnTo>
                  <a:lnTo>
                    <a:pt x="8" y="6"/>
                  </a:lnTo>
                  <a:lnTo>
                    <a:pt x="7" y="6"/>
                  </a:lnTo>
                  <a:lnTo>
                    <a:pt x="4" y="8"/>
                  </a:lnTo>
                  <a:lnTo>
                    <a:pt x="4" y="8"/>
                  </a:lnTo>
                  <a:lnTo>
                    <a:pt x="1" y="10"/>
                  </a:lnTo>
                  <a:lnTo>
                    <a:pt x="0" y="10"/>
                  </a:lnTo>
                  <a:lnTo>
                    <a:pt x="0" y="10"/>
                  </a:lnTo>
                </a:path>
              </a:pathLst>
            </a:custGeom>
            <a:noFill/>
            <a:ln w="9360">
              <a:solidFill>
                <a:srgbClr val="82c168"/>
              </a:solidFill>
              <a:round/>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491" name=""/>
            <p:cNvSpPr/>
            <p:nvPr/>
          </p:nvSpPr>
          <p:spPr>
            <a:xfrm>
              <a:off x="3274920" y="4118040"/>
              <a:ext cx="1800" cy="6120"/>
            </a:xfrm>
            <a:custGeom>
              <a:avLst/>
              <a:gdLst/>
              <a:ahLst/>
              <a:rect l="l" t="t" r="r" b="b"/>
              <a:pathLst>
                <a:path w="1" h="4">
                  <a:moveTo>
                    <a:pt x="0" y="0"/>
                  </a:moveTo>
                  <a:lnTo>
                    <a:pt x="0" y="0"/>
                  </a:lnTo>
                  <a:lnTo>
                    <a:pt x="0" y="3"/>
                  </a:lnTo>
                  <a:lnTo>
                    <a:pt x="0" y="3"/>
                  </a:lnTo>
                  <a:lnTo>
                    <a:pt x="0" y="3"/>
                  </a:lnTo>
                  <a:lnTo>
                    <a:pt x="0" y="0"/>
                  </a:lnTo>
                  <a:lnTo>
                    <a:pt x="0"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492" name=""/>
            <p:cNvSpPr/>
            <p:nvPr/>
          </p:nvSpPr>
          <p:spPr>
            <a:xfrm>
              <a:off x="3274920" y="4111560"/>
              <a:ext cx="23760" cy="12600"/>
            </a:xfrm>
            <a:custGeom>
              <a:avLst/>
              <a:gdLst/>
              <a:ahLst/>
              <a:rect l="l" t="t" r="r" b="b"/>
              <a:pathLst>
                <a:path w="15" h="8">
                  <a:moveTo>
                    <a:pt x="12" y="0"/>
                  </a:moveTo>
                  <a:lnTo>
                    <a:pt x="12" y="0"/>
                  </a:lnTo>
                  <a:lnTo>
                    <a:pt x="12" y="0"/>
                  </a:lnTo>
                  <a:lnTo>
                    <a:pt x="12" y="2"/>
                  </a:lnTo>
                  <a:lnTo>
                    <a:pt x="11" y="3"/>
                  </a:lnTo>
                  <a:lnTo>
                    <a:pt x="8" y="3"/>
                  </a:lnTo>
                  <a:lnTo>
                    <a:pt x="7" y="4"/>
                  </a:lnTo>
                  <a:lnTo>
                    <a:pt x="3" y="4"/>
                  </a:lnTo>
                  <a:lnTo>
                    <a:pt x="2" y="4"/>
                  </a:lnTo>
                  <a:lnTo>
                    <a:pt x="0" y="4"/>
                  </a:lnTo>
                  <a:lnTo>
                    <a:pt x="0" y="7"/>
                  </a:lnTo>
                  <a:lnTo>
                    <a:pt x="2" y="7"/>
                  </a:lnTo>
                  <a:lnTo>
                    <a:pt x="3" y="7"/>
                  </a:lnTo>
                  <a:lnTo>
                    <a:pt x="7" y="7"/>
                  </a:lnTo>
                  <a:lnTo>
                    <a:pt x="8" y="4"/>
                  </a:lnTo>
                  <a:lnTo>
                    <a:pt x="11" y="4"/>
                  </a:lnTo>
                  <a:lnTo>
                    <a:pt x="12" y="3"/>
                  </a:lnTo>
                  <a:lnTo>
                    <a:pt x="12" y="2"/>
                  </a:lnTo>
                  <a:lnTo>
                    <a:pt x="14" y="0"/>
                  </a:lnTo>
                  <a:lnTo>
                    <a:pt x="14" y="0"/>
                  </a:lnTo>
                  <a:lnTo>
                    <a:pt x="12" y="0"/>
                  </a:lnTo>
                  <a:lnTo>
                    <a:pt x="12"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493" name=""/>
            <p:cNvSpPr/>
            <p:nvPr/>
          </p:nvSpPr>
          <p:spPr>
            <a:xfrm>
              <a:off x="3294000" y="4100400"/>
              <a:ext cx="15840" cy="12960"/>
            </a:xfrm>
            <a:custGeom>
              <a:avLst/>
              <a:gdLst/>
              <a:ahLst/>
              <a:rect l="l" t="t" r="r" b="b"/>
              <a:pathLst>
                <a:path w="10" h="8">
                  <a:moveTo>
                    <a:pt x="9" y="0"/>
                  </a:moveTo>
                  <a:lnTo>
                    <a:pt x="9" y="0"/>
                  </a:lnTo>
                  <a:lnTo>
                    <a:pt x="9" y="1"/>
                  </a:lnTo>
                  <a:lnTo>
                    <a:pt x="6" y="1"/>
                  </a:lnTo>
                  <a:lnTo>
                    <a:pt x="5" y="1"/>
                  </a:lnTo>
                  <a:lnTo>
                    <a:pt x="5" y="1"/>
                  </a:lnTo>
                  <a:lnTo>
                    <a:pt x="4" y="3"/>
                  </a:lnTo>
                  <a:lnTo>
                    <a:pt x="2" y="3"/>
                  </a:lnTo>
                  <a:lnTo>
                    <a:pt x="2" y="5"/>
                  </a:lnTo>
                  <a:lnTo>
                    <a:pt x="0" y="7"/>
                  </a:lnTo>
                  <a:lnTo>
                    <a:pt x="2" y="7"/>
                  </a:lnTo>
                  <a:lnTo>
                    <a:pt x="2" y="7"/>
                  </a:lnTo>
                  <a:lnTo>
                    <a:pt x="2" y="7"/>
                  </a:lnTo>
                  <a:lnTo>
                    <a:pt x="4" y="5"/>
                  </a:lnTo>
                  <a:lnTo>
                    <a:pt x="5" y="3"/>
                  </a:lnTo>
                  <a:lnTo>
                    <a:pt x="5" y="3"/>
                  </a:lnTo>
                  <a:lnTo>
                    <a:pt x="9" y="3"/>
                  </a:lnTo>
                  <a:lnTo>
                    <a:pt x="9" y="1"/>
                  </a:lnTo>
                  <a:lnTo>
                    <a:pt x="9" y="1"/>
                  </a:lnTo>
                  <a:lnTo>
                    <a:pt x="9" y="1"/>
                  </a:lnTo>
                  <a:lnTo>
                    <a:pt x="9" y="0"/>
                  </a:lnTo>
                  <a:lnTo>
                    <a:pt x="9" y="0"/>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494" name=""/>
            <p:cNvSpPr/>
            <p:nvPr/>
          </p:nvSpPr>
          <p:spPr>
            <a:xfrm>
              <a:off x="3308400" y="4092480"/>
              <a:ext cx="11160" cy="11160"/>
            </a:xfrm>
            <a:custGeom>
              <a:avLst/>
              <a:gdLst/>
              <a:ahLst/>
              <a:rect l="l" t="t" r="r" b="b"/>
              <a:pathLst>
                <a:path w="7" h="7">
                  <a:moveTo>
                    <a:pt x="3" y="0"/>
                  </a:moveTo>
                  <a:lnTo>
                    <a:pt x="3" y="0"/>
                  </a:lnTo>
                  <a:lnTo>
                    <a:pt x="3" y="0"/>
                  </a:lnTo>
                  <a:lnTo>
                    <a:pt x="3" y="1"/>
                  </a:lnTo>
                  <a:lnTo>
                    <a:pt x="0" y="3"/>
                  </a:lnTo>
                  <a:lnTo>
                    <a:pt x="0" y="3"/>
                  </a:lnTo>
                  <a:lnTo>
                    <a:pt x="0" y="4"/>
                  </a:lnTo>
                  <a:lnTo>
                    <a:pt x="0" y="4"/>
                  </a:lnTo>
                  <a:lnTo>
                    <a:pt x="0" y="5"/>
                  </a:lnTo>
                  <a:lnTo>
                    <a:pt x="0" y="6"/>
                  </a:lnTo>
                  <a:lnTo>
                    <a:pt x="0" y="5"/>
                  </a:lnTo>
                  <a:lnTo>
                    <a:pt x="0" y="4"/>
                  </a:lnTo>
                  <a:lnTo>
                    <a:pt x="0" y="4"/>
                  </a:lnTo>
                  <a:lnTo>
                    <a:pt x="3" y="3"/>
                  </a:lnTo>
                  <a:lnTo>
                    <a:pt x="3" y="3"/>
                  </a:lnTo>
                  <a:lnTo>
                    <a:pt x="3" y="2"/>
                  </a:lnTo>
                  <a:lnTo>
                    <a:pt x="6" y="1"/>
                  </a:lnTo>
                  <a:lnTo>
                    <a:pt x="6" y="1"/>
                  </a:lnTo>
                  <a:lnTo>
                    <a:pt x="3" y="0"/>
                  </a:lnTo>
                  <a:lnTo>
                    <a:pt x="3"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495" name=""/>
            <p:cNvSpPr/>
            <p:nvPr/>
          </p:nvSpPr>
          <p:spPr>
            <a:xfrm>
              <a:off x="3308400" y="4100400"/>
              <a:ext cx="1440" cy="3240"/>
            </a:xfrm>
            <a:custGeom>
              <a:avLst/>
              <a:gdLst/>
              <a:ahLst/>
              <a:rect l="l" t="t" r="r" b="b"/>
              <a:pathLst>
                <a:path w="1" h="2">
                  <a:moveTo>
                    <a:pt x="0" y="1"/>
                  </a:moveTo>
                  <a:lnTo>
                    <a:pt x="0" y="1"/>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496" name=""/>
            <p:cNvSpPr/>
            <p:nvPr/>
          </p:nvSpPr>
          <p:spPr>
            <a:xfrm>
              <a:off x="3406680" y="4122720"/>
              <a:ext cx="3240" cy="3240"/>
            </a:xfrm>
            <a:custGeom>
              <a:avLst/>
              <a:gdLst/>
              <a:ahLst/>
              <a:rect l="l" t="t" r="r" b="b"/>
              <a:pathLst>
                <a:path w="2" h="2">
                  <a:moveTo>
                    <a:pt x="1" y="0"/>
                  </a:moveTo>
                  <a:lnTo>
                    <a:pt x="0" y="0"/>
                  </a:lnTo>
                  <a:lnTo>
                    <a:pt x="0" y="0"/>
                  </a:lnTo>
                  <a:lnTo>
                    <a:pt x="0" y="1"/>
                  </a:lnTo>
                  <a:lnTo>
                    <a:pt x="1" y="1"/>
                  </a:lnTo>
                  <a:lnTo>
                    <a:pt x="1" y="0"/>
                  </a:lnTo>
                  <a:lnTo>
                    <a:pt x="1"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497" name=""/>
            <p:cNvSpPr/>
            <p:nvPr/>
          </p:nvSpPr>
          <p:spPr>
            <a:xfrm>
              <a:off x="3408480" y="4118040"/>
              <a:ext cx="15840" cy="7920"/>
            </a:xfrm>
            <a:custGeom>
              <a:avLst/>
              <a:gdLst/>
              <a:ahLst/>
              <a:rect l="l" t="t" r="r" b="b"/>
              <a:pathLst>
                <a:path w="10" h="5">
                  <a:moveTo>
                    <a:pt x="6" y="0"/>
                  </a:moveTo>
                  <a:lnTo>
                    <a:pt x="6" y="0"/>
                  </a:lnTo>
                  <a:lnTo>
                    <a:pt x="6" y="3"/>
                  </a:lnTo>
                  <a:lnTo>
                    <a:pt x="6" y="3"/>
                  </a:lnTo>
                  <a:lnTo>
                    <a:pt x="6" y="3"/>
                  </a:lnTo>
                  <a:lnTo>
                    <a:pt x="3" y="3"/>
                  </a:lnTo>
                  <a:lnTo>
                    <a:pt x="0" y="3"/>
                  </a:lnTo>
                  <a:lnTo>
                    <a:pt x="0" y="3"/>
                  </a:lnTo>
                  <a:lnTo>
                    <a:pt x="0" y="3"/>
                  </a:lnTo>
                  <a:lnTo>
                    <a:pt x="0" y="3"/>
                  </a:lnTo>
                  <a:lnTo>
                    <a:pt x="0" y="4"/>
                  </a:lnTo>
                  <a:lnTo>
                    <a:pt x="0" y="4"/>
                  </a:lnTo>
                  <a:lnTo>
                    <a:pt x="0" y="4"/>
                  </a:lnTo>
                  <a:lnTo>
                    <a:pt x="0" y="3"/>
                  </a:lnTo>
                  <a:lnTo>
                    <a:pt x="3" y="3"/>
                  </a:lnTo>
                  <a:lnTo>
                    <a:pt x="6" y="3"/>
                  </a:lnTo>
                  <a:lnTo>
                    <a:pt x="6" y="3"/>
                  </a:lnTo>
                  <a:lnTo>
                    <a:pt x="9" y="3"/>
                  </a:lnTo>
                  <a:lnTo>
                    <a:pt x="9" y="3"/>
                  </a:lnTo>
                  <a:lnTo>
                    <a:pt x="9" y="3"/>
                  </a:lnTo>
                  <a:lnTo>
                    <a:pt x="6" y="0"/>
                  </a:lnTo>
                  <a:lnTo>
                    <a:pt x="6"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498" name=""/>
            <p:cNvSpPr/>
            <p:nvPr/>
          </p:nvSpPr>
          <p:spPr>
            <a:xfrm>
              <a:off x="3417840" y="4102200"/>
              <a:ext cx="33480" cy="21960"/>
            </a:xfrm>
            <a:custGeom>
              <a:avLst/>
              <a:gdLst/>
              <a:ahLst/>
              <a:rect l="l" t="t" r="r" b="b"/>
              <a:pathLst>
                <a:path w="21" h="14">
                  <a:moveTo>
                    <a:pt x="17" y="0"/>
                  </a:moveTo>
                  <a:lnTo>
                    <a:pt x="15" y="2"/>
                  </a:lnTo>
                  <a:lnTo>
                    <a:pt x="12" y="6"/>
                  </a:lnTo>
                  <a:lnTo>
                    <a:pt x="11" y="6"/>
                  </a:lnTo>
                  <a:lnTo>
                    <a:pt x="8" y="6"/>
                  </a:lnTo>
                  <a:lnTo>
                    <a:pt x="5" y="8"/>
                  </a:lnTo>
                  <a:lnTo>
                    <a:pt x="4" y="9"/>
                  </a:lnTo>
                  <a:lnTo>
                    <a:pt x="4" y="10"/>
                  </a:lnTo>
                  <a:lnTo>
                    <a:pt x="0" y="10"/>
                  </a:lnTo>
                  <a:lnTo>
                    <a:pt x="3" y="13"/>
                  </a:lnTo>
                  <a:lnTo>
                    <a:pt x="4" y="10"/>
                  </a:lnTo>
                  <a:lnTo>
                    <a:pt x="4" y="10"/>
                  </a:lnTo>
                  <a:lnTo>
                    <a:pt x="5" y="9"/>
                  </a:lnTo>
                  <a:lnTo>
                    <a:pt x="8" y="9"/>
                  </a:lnTo>
                  <a:lnTo>
                    <a:pt x="11" y="6"/>
                  </a:lnTo>
                  <a:lnTo>
                    <a:pt x="12" y="6"/>
                  </a:lnTo>
                  <a:lnTo>
                    <a:pt x="15" y="4"/>
                  </a:lnTo>
                  <a:lnTo>
                    <a:pt x="20" y="0"/>
                  </a:lnTo>
                  <a:lnTo>
                    <a:pt x="17" y="0"/>
                  </a:lnTo>
                  <a:lnTo>
                    <a:pt x="17" y="0"/>
                  </a:lnTo>
                </a:path>
              </a:pathLst>
            </a:custGeom>
            <a:solidFill>
              <a:srgbClr val="ffc0b6"/>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2499" name=""/>
            <p:cNvSpPr/>
            <p:nvPr/>
          </p:nvSpPr>
          <p:spPr>
            <a:xfrm>
              <a:off x="3417840" y="4118040"/>
              <a:ext cx="6480" cy="6120"/>
            </a:xfrm>
            <a:custGeom>
              <a:avLst/>
              <a:gdLst/>
              <a:ahLst/>
              <a:rect l="l" t="t" r="r" b="b"/>
              <a:pathLst>
                <a:path w="4" h="4">
                  <a:moveTo>
                    <a:pt x="3" y="3"/>
                  </a:moveTo>
                  <a:lnTo>
                    <a:pt x="3" y="0"/>
                  </a:lnTo>
                  <a:lnTo>
                    <a:pt x="3" y="0"/>
                  </a:lnTo>
                  <a:lnTo>
                    <a:pt x="3" y="0"/>
                  </a:lnTo>
                  <a:lnTo>
                    <a:pt x="0" y="0"/>
                  </a:lnTo>
                  <a:lnTo>
                    <a:pt x="3" y="3"/>
                  </a:lnTo>
                  <a:lnTo>
                    <a:pt x="3"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500" name=""/>
            <p:cNvSpPr/>
            <p:nvPr/>
          </p:nvSpPr>
          <p:spPr>
            <a:xfrm>
              <a:off x="3059280" y="4098960"/>
              <a:ext cx="1440" cy="3240"/>
            </a:xfrm>
            <a:custGeom>
              <a:avLst/>
              <a:gdLst/>
              <a:ahLst/>
              <a:rect l="l" t="t" r="r" b="b"/>
              <a:pathLst>
                <a:path w="1" h="2">
                  <a:moveTo>
                    <a:pt x="0" y="0"/>
                  </a:moveTo>
                  <a:lnTo>
                    <a:pt x="0" y="0"/>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501" name=""/>
            <p:cNvSpPr/>
            <p:nvPr/>
          </p:nvSpPr>
          <p:spPr>
            <a:xfrm>
              <a:off x="3059280" y="4094280"/>
              <a:ext cx="14040" cy="7920"/>
            </a:xfrm>
            <a:custGeom>
              <a:avLst/>
              <a:gdLst/>
              <a:ahLst/>
              <a:rect l="l" t="t" r="r" b="b"/>
              <a:pathLst>
                <a:path w="9" h="5">
                  <a:moveTo>
                    <a:pt x="5" y="0"/>
                  </a:moveTo>
                  <a:lnTo>
                    <a:pt x="5" y="0"/>
                  </a:lnTo>
                  <a:lnTo>
                    <a:pt x="5" y="2"/>
                  </a:lnTo>
                  <a:lnTo>
                    <a:pt x="2" y="2"/>
                  </a:lnTo>
                  <a:lnTo>
                    <a:pt x="2" y="3"/>
                  </a:lnTo>
                  <a:lnTo>
                    <a:pt x="1" y="3"/>
                  </a:lnTo>
                  <a:lnTo>
                    <a:pt x="1" y="3"/>
                  </a:lnTo>
                  <a:lnTo>
                    <a:pt x="0" y="3"/>
                  </a:lnTo>
                  <a:lnTo>
                    <a:pt x="0" y="3"/>
                  </a:lnTo>
                  <a:lnTo>
                    <a:pt x="0" y="3"/>
                  </a:lnTo>
                  <a:lnTo>
                    <a:pt x="0" y="4"/>
                  </a:lnTo>
                  <a:lnTo>
                    <a:pt x="0" y="4"/>
                  </a:lnTo>
                  <a:lnTo>
                    <a:pt x="1" y="4"/>
                  </a:lnTo>
                  <a:lnTo>
                    <a:pt x="1" y="4"/>
                  </a:lnTo>
                  <a:lnTo>
                    <a:pt x="2" y="3"/>
                  </a:lnTo>
                  <a:lnTo>
                    <a:pt x="2" y="3"/>
                  </a:lnTo>
                  <a:lnTo>
                    <a:pt x="5" y="3"/>
                  </a:lnTo>
                  <a:lnTo>
                    <a:pt x="5" y="3"/>
                  </a:lnTo>
                  <a:lnTo>
                    <a:pt x="8" y="2"/>
                  </a:lnTo>
                  <a:lnTo>
                    <a:pt x="8" y="2"/>
                  </a:lnTo>
                  <a:lnTo>
                    <a:pt x="5" y="0"/>
                  </a:lnTo>
                  <a:lnTo>
                    <a:pt x="5"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502" name=""/>
            <p:cNvSpPr/>
            <p:nvPr/>
          </p:nvSpPr>
          <p:spPr>
            <a:xfrm>
              <a:off x="3067200" y="4087800"/>
              <a:ext cx="12600" cy="11160"/>
            </a:xfrm>
            <a:custGeom>
              <a:avLst/>
              <a:gdLst/>
              <a:ahLst/>
              <a:rect l="l" t="t" r="r" b="b"/>
              <a:pathLst>
                <a:path w="8" h="7">
                  <a:moveTo>
                    <a:pt x="7" y="0"/>
                  </a:moveTo>
                  <a:lnTo>
                    <a:pt x="6" y="0"/>
                  </a:lnTo>
                  <a:lnTo>
                    <a:pt x="4" y="2"/>
                  </a:lnTo>
                  <a:lnTo>
                    <a:pt x="4" y="2"/>
                  </a:lnTo>
                  <a:lnTo>
                    <a:pt x="4" y="2"/>
                  </a:lnTo>
                  <a:lnTo>
                    <a:pt x="3" y="3"/>
                  </a:lnTo>
                  <a:lnTo>
                    <a:pt x="3" y="3"/>
                  </a:lnTo>
                  <a:lnTo>
                    <a:pt x="0" y="3"/>
                  </a:lnTo>
                  <a:lnTo>
                    <a:pt x="0" y="4"/>
                  </a:lnTo>
                  <a:lnTo>
                    <a:pt x="3" y="6"/>
                  </a:lnTo>
                  <a:lnTo>
                    <a:pt x="3" y="6"/>
                  </a:lnTo>
                  <a:lnTo>
                    <a:pt x="3" y="3"/>
                  </a:lnTo>
                  <a:lnTo>
                    <a:pt x="4" y="3"/>
                  </a:lnTo>
                  <a:lnTo>
                    <a:pt x="4" y="3"/>
                  </a:lnTo>
                  <a:lnTo>
                    <a:pt x="4" y="2"/>
                  </a:lnTo>
                  <a:lnTo>
                    <a:pt x="6" y="2"/>
                  </a:lnTo>
                  <a:lnTo>
                    <a:pt x="7" y="2"/>
                  </a:lnTo>
                  <a:lnTo>
                    <a:pt x="7" y="2"/>
                  </a:lnTo>
                  <a:lnTo>
                    <a:pt x="7" y="0"/>
                  </a:lnTo>
                  <a:lnTo>
                    <a:pt x="7"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503" name=""/>
            <p:cNvSpPr/>
            <p:nvPr/>
          </p:nvSpPr>
          <p:spPr>
            <a:xfrm>
              <a:off x="3067200" y="4094280"/>
              <a:ext cx="6120" cy="4680"/>
            </a:xfrm>
            <a:custGeom>
              <a:avLst/>
              <a:gdLst/>
              <a:ahLst/>
              <a:rect l="l" t="t" r="r" b="b"/>
              <a:pathLst>
                <a:path w="4" h="3">
                  <a:moveTo>
                    <a:pt x="0" y="2"/>
                  </a:moveTo>
                  <a:lnTo>
                    <a:pt x="3" y="2"/>
                  </a:lnTo>
                  <a:lnTo>
                    <a:pt x="3" y="2"/>
                  </a:lnTo>
                  <a:lnTo>
                    <a:pt x="3"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504" name=""/>
            <p:cNvSpPr/>
            <p:nvPr/>
          </p:nvSpPr>
          <p:spPr>
            <a:xfrm>
              <a:off x="3095640" y="4059360"/>
              <a:ext cx="3240" cy="6120"/>
            </a:xfrm>
            <a:custGeom>
              <a:avLst/>
              <a:gdLst/>
              <a:ahLst/>
              <a:rect l="l" t="t" r="r" b="b"/>
              <a:pathLst>
                <a:path w="2" h="4">
                  <a:moveTo>
                    <a:pt x="1" y="3"/>
                  </a:moveTo>
                  <a:lnTo>
                    <a:pt x="1" y="3"/>
                  </a:lnTo>
                  <a:lnTo>
                    <a:pt x="1" y="1"/>
                  </a:lnTo>
                  <a:lnTo>
                    <a:pt x="1" y="0"/>
                  </a:lnTo>
                  <a:lnTo>
                    <a:pt x="0" y="0"/>
                  </a:lnTo>
                  <a:lnTo>
                    <a:pt x="1" y="3"/>
                  </a:lnTo>
                  <a:lnTo>
                    <a:pt x="1"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505" name=""/>
            <p:cNvSpPr/>
            <p:nvPr/>
          </p:nvSpPr>
          <p:spPr>
            <a:xfrm>
              <a:off x="3078000" y="4059360"/>
              <a:ext cx="20880" cy="17280"/>
            </a:xfrm>
            <a:custGeom>
              <a:avLst/>
              <a:gdLst/>
              <a:ahLst/>
              <a:rect l="l" t="t" r="r" b="b"/>
              <a:pathLst>
                <a:path w="13" h="11">
                  <a:moveTo>
                    <a:pt x="0" y="10"/>
                  </a:moveTo>
                  <a:lnTo>
                    <a:pt x="3" y="6"/>
                  </a:lnTo>
                  <a:lnTo>
                    <a:pt x="4" y="6"/>
                  </a:lnTo>
                  <a:lnTo>
                    <a:pt x="4" y="5"/>
                  </a:lnTo>
                  <a:lnTo>
                    <a:pt x="4" y="5"/>
                  </a:lnTo>
                  <a:lnTo>
                    <a:pt x="9" y="3"/>
                  </a:lnTo>
                  <a:lnTo>
                    <a:pt x="11" y="3"/>
                  </a:lnTo>
                  <a:lnTo>
                    <a:pt x="12" y="3"/>
                  </a:lnTo>
                  <a:lnTo>
                    <a:pt x="12" y="3"/>
                  </a:lnTo>
                  <a:lnTo>
                    <a:pt x="11" y="0"/>
                  </a:lnTo>
                  <a:lnTo>
                    <a:pt x="11" y="0"/>
                  </a:lnTo>
                  <a:lnTo>
                    <a:pt x="11" y="1"/>
                  </a:lnTo>
                  <a:lnTo>
                    <a:pt x="7" y="3"/>
                  </a:lnTo>
                  <a:lnTo>
                    <a:pt x="4" y="3"/>
                  </a:lnTo>
                  <a:lnTo>
                    <a:pt x="4" y="3"/>
                  </a:lnTo>
                  <a:lnTo>
                    <a:pt x="3" y="5"/>
                  </a:lnTo>
                  <a:lnTo>
                    <a:pt x="0" y="6"/>
                  </a:lnTo>
                  <a:lnTo>
                    <a:pt x="0" y="6"/>
                  </a:lnTo>
                  <a:lnTo>
                    <a:pt x="0" y="10"/>
                  </a:lnTo>
                  <a:lnTo>
                    <a:pt x="0" y="1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506" name=""/>
            <p:cNvSpPr/>
            <p:nvPr/>
          </p:nvSpPr>
          <p:spPr>
            <a:xfrm>
              <a:off x="3095640" y="4059360"/>
              <a:ext cx="3240" cy="6120"/>
            </a:xfrm>
            <a:custGeom>
              <a:avLst/>
              <a:gdLst/>
              <a:ahLst/>
              <a:rect l="l" t="t" r="r" b="b"/>
              <a:pathLst>
                <a:path w="2" h="4">
                  <a:moveTo>
                    <a:pt x="0" y="0"/>
                  </a:moveTo>
                  <a:lnTo>
                    <a:pt x="0" y="1"/>
                  </a:lnTo>
                  <a:lnTo>
                    <a:pt x="0" y="3"/>
                  </a:lnTo>
                  <a:lnTo>
                    <a:pt x="0" y="3"/>
                  </a:lnTo>
                  <a:lnTo>
                    <a:pt x="1" y="3"/>
                  </a:lnTo>
                  <a:lnTo>
                    <a:pt x="0" y="0"/>
                  </a:lnTo>
                  <a:lnTo>
                    <a:pt x="0"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507" name=""/>
            <p:cNvSpPr/>
            <p:nvPr/>
          </p:nvSpPr>
          <p:spPr>
            <a:xfrm>
              <a:off x="3097080" y="4118040"/>
              <a:ext cx="1800" cy="6120"/>
            </a:xfrm>
            <a:custGeom>
              <a:avLst/>
              <a:gdLst/>
              <a:ahLst/>
              <a:rect l="l" t="t" r="r" b="b"/>
              <a:pathLst>
                <a:path w="1" h="4">
                  <a:moveTo>
                    <a:pt x="0" y="3"/>
                  </a:moveTo>
                  <a:lnTo>
                    <a:pt x="0" y="3"/>
                  </a:lnTo>
                  <a:lnTo>
                    <a:pt x="0" y="3"/>
                  </a:lnTo>
                  <a:lnTo>
                    <a:pt x="0" y="0"/>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508" name=""/>
            <p:cNvSpPr/>
            <p:nvPr/>
          </p:nvSpPr>
          <p:spPr>
            <a:xfrm>
              <a:off x="3078000" y="4118040"/>
              <a:ext cx="20880" cy="9360"/>
            </a:xfrm>
            <a:custGeom>
              <a:avLst/>
              <a:gdLst/>
              <a:ahLst/>
              <a:rect l="l" t="t" r="r" b="b"/>
              <a:pathLst>
                <a:path w="13" h="6">
                  <a:moveTo>
                    <a:pt x="0" y="5"/>
                  </a:moveTo>
                  <a:lnTo>
                    <a:pt x="3" y="5"/>
                  </a:lnTo>
                  <a:lnTo>
                    <a:pt x="4" y="4"/>
                  </a:lnTo>
                  <a:lnTo>
                    <a:pt x="4" y="3"/>
                  </a:lnTo>
                  <a:lnTo>
                    <a:pt x="6" y="3"/>
                  </a:lnTo>
                  <a:lnTo>
                    <a:pt x="11" y="3"/>
                  </a:lnTo>
                  <a:lnTo>
                    <a:pt x="11" y="3"/>
                  </a:lnTo>
                  <a:lnTo>
                    <a:pt x="12" y="3"/>
                  </a:lnTo>
                  <a:lnTo>
                    <a:pt x="12" y="3"/>
                  </a:lnTo>
                  <a:lnTo>
                    <a:pt x="12" y="0"/>
                  </a:lnTo>
                  <a:lnTo>
                    <a:pt x="12" y="0"/>
                  </a:lnTo>
                  <a:lnTo>
                    <a:pt x="11" y="3"/>
                  </a:lnTo>
                  <a:lnTo>
                    <a:pt x="9" y="3"/>
                  </a:lnTo>
                  <a:lnTo>
                    <a:pt x="6" y="3"/>
                  </a:lnTo>
                  <a:lnTo>
                    <a:pt x="4" y="3"/>
                  </a:lnTo>
                  <a:lnTo>
                    <a:pt x="4" y="3"/>
                  </a:lnTo>
                  <a:lnTo>
                    <a:pt x="3" y="3"/>
                  </a:lnTo>
                  <a:lnTo>
                    <a:pt x="2" y="3"/>
                  </a:lnTo>
                  <a:lnTo>
                    <a:pt x="0" y="5"/>
                  </a:lnTo>
                  <a:lnTo>
                    <a:pt x="0" y="5"/>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509" name=""/>
            <p:cNvSpPr/>
            <p:nvPr/>
          </p:nvSpPr>
          <p:spPr>
            <a:xfrm>
              <a:off x="3095640" y="4118040"/>
              <a:ext cx="3240" cy="6120"/>
            </a:xfrm>
            <a:custGeom>
              <a:avLst/>
              <a:gdLst/>
              <a:ahLst/>
              <a:rect l="l" t="t" r="r" b="b"/>
              <a:pathLst>
                <a:path w="2" h="4">
                  <a:moveTo>
                    <a:pt x="1" y="0"/>
                  </a:moveTo>
                  <a:lnTo>
                    <a:pt x="1" y="0"/>
                  </a:lnTo>
                  <a:lnTo>
                    <a:pt x="0" y="3"/>
                  </a:lnTo>
                  <a:lnTo>
                    <a:pt x="0" y="3"/>
                  </a:lnTo>
                  <a:lnTo>
                    <a:pt x="1" y="3"/>
                  </a:lnTo>
                  <a:lnTo>
                    <a:pt x="1" y="0"/>
                  </a:lnTo>
                  <a:lnTo>
                    <a:pt x="1"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510" name=""/>
            <p:cNvSpPr/>
            <p:nvPr/>
          </p:nvSpPr>
          <p:spPr>
            <a:xfrm>
              <a:off x="2982960" y="4068720"/>
              <a:ext cx="25200" cy="14400"/>
            </a:xfrm>
            <a:custGeom>
              <a:avLst/>
              <a:gdLst/>
              <a:ahLst/>
              <a:rect l="l" t="t" r="r" b="b"/>
              <a:pathLst>
                <a:path w="16" h="9">
                  <a:moveTo>
                    <a:pt x="0" y="8"/>
                  </a:moveTo>
                  <a:lnTo>
                    <a:pt x="0" y="8"/>
                  </a:lnTo>
                  <a:lnTo>
                    <a:pt x="1" y="7"/>
                  </a:lnTo>
                  <a:lnTo>
                    <a:pt x="6" y="6"/>
                  </a:lnTo>
                  <a:lnTo>
                    <a:pt x="7" y="6"/>
                  </a:lnTo>
                  <a:lnTo>
                    <a:pt x="8" y="4"/>
                  </a:lnTo>
                  <a:lnTo>
                    <a:pt x="13" y="4"/>
                  </a:lnTo>
                  <a:lnTo>
                    <a:pt x="13" y="0"/>
                  </a:lnTo>
                  <a:lnTo>
                    <a:pt x="15" y="0"/>
                  </a:lnTo>
                </a:path>
              </a:pathLst>
            </a:custGeom>
            <a:noFill/>
            <a:ln w="9360">
              <a:solidFill>
                <a:srgbClr val="82c168"/>
              </a:solidFill>
              <a:round/>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511" name=""/>
            <p:cNvSpPr/>
            <p:nvPr/>
          </p:nvSpPr>
          <p:spPr>
            <a:xfrm>
              <a:off x="2973240" y="4024440"/>
              <a:ext cx="34920" cy="36360"/>
            </a:xfrm>
            <a:custGeom>
              <a:avLst/>
              <a:gdLst/>
              <a:ahLst/>
              <a:rect l="l" t="t" r="r" b="b"/>
              <a:pathLst>
                <a:path w="22" h="23">
                  <a:moveTo>
                    <a:pt x="21" y="0"/>
                  </a:moveTo>
                  <a:lnTo>
                    <a:pt x="21" y="0"/>
                  </a:lnTo>
                  <a:lnTo>
                    <a:pt x="21" y="0"/>
                  </a:lnTo>
                  <a:lnTo>
                    <a:pt x="21" y="1"/>
                  </a:lnTo>
                  <a:lnTo>
                    <a:pt x="19" y="1"/>
                  </a:lnTo>
                  <a:lnTo>
                    <a:pt x="14" y="2"/>
                  </a:lnTo>
                  <a:lnTo>
                    <a:pt x="14" y="3"/>
                  </a:lnTo>
                  <a:lnTo>
                    <a:pt x="13" y="6"/>
                  </a:lnTo>
                  <a:lnTo>
                    <a:pt x="13" y="10"/>
                  </a:lnTo>
                  <a:lnTo>
                    <a:pt x="12" y="10"/>
                  </a:lnTo>
                  <a:lnTo>
                    <a:pt x="12" y="10"/>
                  </a:lnTo>
                  <a:lnTo>
                    <a:pt x="12" y="10"/>
                  </a:lnTo>
                  <a:lnTo>
                    <a:pt x="6" y="15"/>
                  </a:lnTo>
                  <a:lnTo>
                    <a:pt x="6" y="16"/>
                  </a:lnTo>
                  <a:lnTo>
                    <a:pt x="4" y="17"/>
                  </a:lnTo>
                  <a:lnTo>
                    <a:pt x="3" y="17"/>
                  </a:lnTo>
                  <a:lnTo>
                    <a:pt x="3" y="18"/>
                  </a:lnTo>
                  <a:lnTo>
                    <a:pt x="0" y="22"/>
                  </a:lnTo>
                </a:path>
              </a:pathLst>
            </a:custGeom>
            <a:noFill/>
            <a:ln w="9360">
              <a:solidFill>
                <a:srgbClr val="82c168"/>
              </a:solidFill>
              <a:round/>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2512" name=""/>
            <p:cNvSpPr/>
            <p:nvPr/>
          </p:nvSpPr>
          <p:spPr>
            <a:xfrm>
              <a:off x="2992320" y="3990960"/>
              <a:ext cx="15840" cy="23760"/>
            </a:xfrm>
            <a:custGeom>
              <a:avLst/>
              <a:gdLst/>
              <a:ahLst/>
              <a:rect l="l" t="t" r="r" b="b"/>
              <a:pathLst>
                <a:path w="10" h="15">
                  <a:moveTo>
                    <a:pt x="0" y="14"/>
                  </a:moveTo>
                  <a:lnTo>
                    <a:pt x="0" y="13"/>
                  </a:lnTo>
                  <a:lnTo>
                    <a:pt x="1" y="13"/>
                  </a:lnTo>
                  <a:lnTo>
                    <a:pt x="1" y="13"/>
                  </a:lnTo>
                  <a:lnTo>
                    <a:pt x="2" y="13"/>
                  </a:lnTo>
                  <a:lnTo>
                    <a:pt x="2" y="13"/>
                  </a:lnTo>
                  <a:lnTo>
                    <a:pt x="2" y="11"/>
                  </a:lnTo>
                  <a:lnTo>
                    <a:pt x="2" y="10"/>
                  </a:lnTo>
                  <a:lnTo>
                    <a:pt x="2" y="10"/>
                  </a:lnTo>
                  <a:lnTo>
                    <a:pt x="2" y="7"/>
                  </a:lnTo>
                  <a:lnTo>
                    <a:pt x="2" y="7"/>
                  </a:lnTo>
                  <a:lnTo>
                    <a:pt x="6" y="2"/>
                  </a:lnTo>
                  <a:lnTo>
                    <a:pt x="7" y="2"/>
                  </a:lnTo>
                  <a:lnTo>
                    <a:pt x="7" y="0"/>
                  </a:lnTo>
                  <a:lnTo>
                    <a:pt x="9" y="0"/>
                  </a:lnTo>
                  <a:lnTo>
                    <a:pt x="9" y="0"/>
                  </a:lnTo>
                  <a:lnTo>
                    <a:pt x="9" y="0"/>
                  </a:lnTo>
                </a:path>
              </a:pathLst>
            </a:custGeom>
            <a:noFill/>
            <a:ln w="9360">
              <a:solidFill>
                <a:srgbClr val="82c168"/>
              </a:solidFill>
              <a:round/>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513" name=""/>
            <p:cNvSpPr/>
            <p:nvPr/>
          </p:nvSpPr>
          <p:spPr>
            <a:xfrm>
              <a:off x="2959200" y="4006800"/>
              <a:ext cx="15840" cy="19080"/>
            </a:xfrm>
            <a:custGeom>
              <a:avLst/>
              <a:gdLst/>
              <a:ahLst/>
              <a:rect l="l" t="t" r="r" b="b"/>
              <a:pathLst>
                <a:path w="10" h="12">
                  <a:moveTo>
                    <a:pt x="9" y="0"/>
                  </a:moveTo>
                  <a:lnTo>
                    <a:pt x="4" y="4"/>
                  </a:lnTo>
                  <a:lnTo>
                    <a:pt x="0" y="11"/>
                  </a:lnTo>
                </a:path>
              </a:pathLst>
            </a:custGeom>
            <a:noFill/>
            <a:ln w="9360">
              <a:solidFill>
                <a:srgbClr val="82c168"/>
              </a:solidFill>
              <a:round/>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514" name=""/>
            <p:cNvSpPr/>
            <p:nvPr/>
          </p:nvSpPr>
          <p:spPr>
            <a:xfrm>
              <a:off x="2925720" y="3975120"/>
              <a:ext cx="1800" cy="4680"/>
            </a:xfrm>
            <a:custGeom>
              <a:avLst/>
              <a:gdLst/>
              <a:ahLst/>
              <a:rect l="l" t="t" r="r" b="b"/>
              <a:pathLst>
                <a:path w="1" h="3">
                  <a:moveTo>
                    <a:pt x="0" y="0"/>
                  </a:moveTo>
                  <a:lnTo>
                    <a:pt x="0" y="1"/>
                  </a:lnTo>
                  <a:lnTo>
                    <a:pt x="0" y="1"/>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515" name=""/>
            <p:cNvSpPr/>
            <p:nvPr/>
          </p:nvSpPr>
          <p:spPr>
            <a:xfrm>
              <a:off x="2925720" y="3975120"/>
              <a:ext cx="11160" cy="4680"/>
            </a:xfrm>
            <a:custGeom>
              <a:avLst/>
              <a:gdLst/>
              <a:ahLst/>
              <a:rect l="l" t="t" r="r" b="b"/>
              <a:pathLst>
                <a:path w="7" h="3">
                  <a:moveTo>
                    <a:pt x="5" y="0"/>
                  </a:moveTo>
                  <a:lnTo>
                    <a:pt x="5" y="0"/>
                  </a:lnTo>
                  <a:lnTo>
                    <a:pt x="5" y="0"/>
                  </a:lnTo>
                  <a:lnTo>
                    <a:pt x="4" y="0"/>
                  </a:lnTo>
                  <a:lnTo>
                    <a:pt x="4" y="0"/>
                  </a:lnTo>
                  <a:lnTo>
                    <a:pt x="4" y="0"/>
                  </a:lnTo>
                  <a:lnTo>
                    <a:pt x="3" y="0"/>
                  </a:lnTo>
                  <a:lnTo>
                    <a:pt x="3" y="0"/>
                  </a:lnTo>
                  <a:lnTo>
                    <a:pt x="2" y="0"/>
                  </a:lnTo>
                  <a:lnTo>
                    <a:pt x="0" y="0"/>
                  </a:lnTo>
                  <a:lnTo>
                    <a:pt x="0" y="2"/>
                  </a:lnTo>
                  <a:lnTo>
                    <a:pt x="2" y="2"/>
                  </a:lnTo>
                  <a:lnTo>
                    <a:pt x="3" y="2"/>
                  </a:lnTo>
                  <a:lnTo>
                    <a:pt x="3" y="2"/>
                  </a:lnTo>
                  <a:lnTo>
                    <a:pt x="4" y="2"/>
                  </a:lnTo>
                  <a:lnTo>
                    <a:pt x="4" y="1"/>
                  </a:lnTo>
                  <a:lnTo>
                    <a:pt x="4" y="1"/>
                  </a:lnTo>
                  <a:lnTo>
                    <a:pt x="5" y="1"/>
                  </a:lnTo>
                  <a:lnTo>
                    <a:pt x="6" y="0"/>
                  </a:lnTo>
                  <a:lnTo>
                    <a:pt x="6" y="0"/>
                  </a:lnTo>
                  <a:lnTo>
                    <a:pt x="5" y="0"/>
                  </a:lnTo>
                  <a:lnTo>
                    <a:pt x="5"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516" name=""/>
            <p:cNvSpPr/>
            <p:nvPr/>
          </p:nvSpPr>
          <p:spPr>
            <a:xfrm>
              <a:off x="2933640" y="3968640"/>
              <a:ext cx="12600" cy="7920"/>
            </a:xfrm>
            <a:custGeom>
              <a:avLst/>
              <a:gdLst/>
              <a:ahLst/>
              <a:rect l="l" t="t" r="r" b="b"/>
              <a:pathLst>
                <a:path w="8" h="5">
                  <a:moveTo>
                    <a:pt x="7" y="0"/>
                  </a:moveTo>
                  <a:lnTo>
                    <a:pt x="7" y="0"/>
                  </a:lnTo>
                  <a:lnTo>
                    <a:pt x="7" y="0"/>
                  </a:lnTo>
                  <a:lnTo>
                    <a:pt x="5" y="2"/>
                  </a:lnTo>
                  <a:lnTo>
                    <a:pt x="5" y="2"/>
                  </a:lnTo>
                  <a:lnTo>
                    <a:pt x="3" y="2"/>
                  </a:lnTo>
                  <a:lnTo>
                    <a:pt x="2" y="4"/>
                  </a:lnTo>
                  <a:lnTo>
                    <a:pt x="1" y="4"/>
                  </a:lnTo>
                  <a:lnTo>
                    <a:pt x="0" y="4"/>
                  </a:lnTo>
                  <a:lnTo>
                    <a:pt x="1" y="4"/>
                  </a:lnTo>
                  <a:lnTo>
                    <a:pt x="2" y="4"/>
                  </a:lnTo>
                  <a:lnTo>
                    <a:pt x="4" y="4"/>
                  </a:lnTo>
                  <a:lnTo>
                    <a:pt x="5" y="3"/>
                  </a:lnTo>
                  <a:lnTo>
                    <a:pt x="5" y="2"/>
                  </a:lnTo>
                  <a:lnTo>
                    <a:pt x="7" y="2"/>
                  </a:lnTo>
                  <a:lnTo>
                    <a:pt x="7" y="2"/>
                  </a:lnTo>
                  <a:lnTo>
                    <a:pt x="7" y="2"/>
                  </a:lnTo>
                  <a:lnTo>
                    <a:pt x="7" y="2"/>
                  </a:lnTo>
                  <a:lnTo>
                    <a:pt x="7" y="0"/>
                  </a:lnTo>
                  <a:lnTo>
                    <a:pt x="7"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517" name=""/>
            <p:cNvSpPr/>
            <p:nvPr/>
          </p:nvSpPr>
          <p:spPr>
            <a:xfrm>
              <a:off x="2933640" y="3975120"/>
              <a:ext cx="4680" cy="1440"/>
            </a:xfrm>
            <a:custGeom>
              <a:avLst/>
              <a:gdLst/>
              <a:ahLst/>
              <a:rect l="l" t="t" r="r" b="b"/>
              <a:pathLst>
                <a:path w="3" h="1">
                  <a:moveTo>
                    <a:pt x="0" y="0"/>
                  </a:moveTo>
                  <a:lnTo>
                    <a:pt x="1" y="0"/>
                  </a:lnTo>
                  <a:lnTo>
                    <a:pt x="2" y="0"/>
                  </a:lnTo>
                  <a:lnTo>
                    <a:pt x="1"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518" name=""/>
            <p:cNvSpPr/>
            <p:nvPr/>
          </p:nvSpPr>
          <p:spPr>
            <a:xfrm>
              <a:off x="2925720" y="395136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519" name=""/>
            <p:cNvSpPr/>
            <p:nvPr/>
          </p:nvSpPr>
          <p:spPr>
            <a:xfrm>
              <a:off x="2925720" y="3943440"/>
              <a:ext cx="14400" cy="9360"/>
            </a:xfrm>
            <a:custGeom>
              <a:avLst/>
              <a:gdLst/>
              <a:ahLst/>
              <a:rect l="l" t="t" r="r" b="b"/>
              <a:pathLst>
                <a:path w="9" h="6">
                  <a:moveTo>
                    <a:pt x="8" y="0"/>
                  </a:moveTo>
                  <a:lnTo>
                    <a:pt x="8" y="0"/>
                  </a:lnTo>
                  <a:lnTo>
                    <a:pt x="6" y="0"/>
                  </a:lnTo>
                  <a:lnTo>
                    <a:pt x="5" y="1"/>
                  </a:lnTo>
                  <a:lnTo>
                    <a:pt x="4" y="3"/>
                  </a:lnTo>
                  <a:lnTo>
                    <a:pt x="4" y="3"/>
                  </a:lnTo>
                  <a:lnTo>
                    <a:pt x="3" y="3"/>
                  </a:lnTo>
                  <a:lnTo>
                    <a:pt x="0" y="5"/>
                  </a:lnTo>
                  <a:lnTo>
                    <a:pt x="0" y="5"/>
                  </a:lnTo>
                  <a:lnTo>
                    <a:pt x="0" y="5"/>
                  </a:lnTo>
                  <a:lnTo>
                    <a:pt x="0" y="5"/>
                  </a:lnTo>
                  <a:lnTo>
                    <a:pt x="0" y="5"/>
                  </a:lnTo>
                  <a:lnTo>
                    <a:pt x="3" y="5"/>
                  </a:lnTo>
                  <a:lnTo>
                    <a:pt x="3" y="5"/>
                  </a:lnTo>
                  <a:lnTo>
                    <a:pt x="4" y="3"/>
                  </a:lnTo>
                  <a:lnTo>
                    <a:pt x="4" y="3"/>
                  </a:lnTo>
                  <a:lnTo>
                    <a:pt x="5" y="3"/>
                  </a:lnTo>
                  <a:lnTo>
                    <a:pt x="7" y="3"/>
                  </a:lnTo>
                  <a:lnTo>
                    <a:pt x="8" y="1"/>
                  </a:lnTo>
                  <a:lnTo>
                    <a:pt x="8" y="1"/>
                  </a:lnTo>
                  <a:lnTo>
                    <a:pt x="8" y="0"/>
                  </a:lnTo>
                  <a:lnTo>
                    <a:pt x="8"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520" name=""/>
            <p:cNvSpPr/>
            <p:nvPr/>
          </p:nvSpPr>
          <p:spPr>
            <a:xfrm>
              <a:off x="2938320" y="3936960"/>
              <a:ext cx="15840" cy="9720"/>
            </a:xfrm>
            <a:custGeom>
              <a:avLst/>
              <a:gdLst/>
              <a:ahLst/>
              <a:rect l="l" t="t" r="r" b="b"/>
              <a:pathLst>
                <a:path w="10" h="6">
                  <a:moveTo>
                    <a:pt x="9" y="0"/>
                  </a:moveTo>
                  <a:lnTo>
                    <a:pt x="9" y="0"/>
                  </a:lnTo>
                  <a:lnTo>
                    <a:pt x="6" y="3"/>
                  </a:lnTo>
                  <a:lnTo>
                    <a:pt x="6" y="3"/>
                  </a:lnTo>
                  <a:lnTo>
                    <a:pt x="4" y="4"/>
                  </a:lnTo>
                  <a:lnTo>
                    <a:pt x="4" y="4"/>
                  </a:lnTo>
                  <a:lnTo>
                    <a:pt x="4" y="4"/>
                  </a:lnTo>
                  <a:lnTo>
                    <a:pt x="2" y="4"/>
                  </a:lnTo>
                  <a:lnTo>
                    <a:pt x="0" y="4"/>
                  </a:lnTo>
                  <a:lnTo>
                    <a:pt x="0" y="5"/>
                  </a:lnTo>
                  <a:lnTo>
                    <a:pt x="2" y="5"/>
                  </a:lnTo>
                  <a:lnTo>
                    <a:pt x="4" y="4"/>
                  </a:lnTo>
                  <a:lnTo>
                    <a:pt x="4" y="4"/>
                  </a:lnTo>
                  <a:lnTo>
                    <a:pt x="4" y="4"/>
                  </a:lnTo>
                  <a:lnTo>
                    <a:pt x="6" y="4"/>
                  </a:lnTo>
                  <a:lnTo>
                    <a:pt x="9" y="4"/>
                  </a:lnTo>
                  <a:lnTo>
                    <a:pt x="9" y="4"/>
                  </a:lnTo>
                  <a:lnTo>
                    <a:pt x="9" y="4"/>
                  </a:lnTo>
                  <a:lnTo>
                    <a:pt x="9" y="0"/>
                  </a:lnTo>
                  <a:lnTo>
                    <a:pt x="9"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521" name=""/>
            <p:cNvSpPr/>
            <p:nvPr/>
          </p:nvSpPr>
          <p:spPr>
            <a:xfrm>
              <a:off x="2936880" y="3943440"/>
              <a:ext cx="6480" cy="3240"/>
            </a:xfrm>
            <a:custGeom>
              <a:avLst/>
              <a:gdLst/>
              <a:ahLst/>
              <a:rect l="l" t="t" r="r" b="b"/>
              <a:pathLst>
                <a:path w="4" h="2">
                  <a:moveTo>
                    <a:pt x="2" y="1"/>
                  </a:moveTo>
                  <a:lnTo>
                    <a:pt x="3" y="0"/>
                  </a:lnTo>
                  <a:lnTo>
                    <a:pt x="3" y="0"/>
                  </a:lnTo>
                  <a:lnTo>
                    <a:pt x="2" y="0"/>
                  </a:lnTo>
                  <a:lnTo>
                    <a:pt x="0" y="0"/>
                  </a:lnTo>
                  <a:lnTo>
                    <a:pt x="2" y="1"/>
                  </a:lnTo>
                  <a:lnTo>
                    <a:pt x="2"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522" name=""/>
            <p:cNvSpPr/>
            <p:nvPr/>
          </p:nvSpPr>
          <p:spPr>
            <a:xfrm>
              <a:off x="2933640" y="3954600"/>
              <a:ext cx="4680" cy="1440"/>
            </a:xfrm>
            <a:custGeom>
              <a:avLst/>
              <a:gdLst/>
              <a:ahLst/>
              <a:rect l="l" t="t" r="r" b="b"/>
              <a:pathLst>
                <a:path w="3" h="1">
                  <a:moveTo>
                    <a:pt x="1" y="0"/>
                  </a:moveTo>
                  <a:lnTo>
                    <a:pt x="0" y="0"/>
                  </a:lnTo>
                  <a:lnTo>
                    <a:pt x="0" y="0"/>
                  </a:lnTo>
                  <a:lnTo>
                    <a:pt x="1" y="0"/>
                  </a:lnTo>
                  <a:lnTo>
                    <a:pt x="2" y="0"/>
                  </a:lnTo>
                  <a:lnTo>
                    <a:pt x="1" y="0"/>
                  </a:lnTo>
                  <a:lnTo>
                    <a:pt x="1"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523" name=""/>
            <p:cNvSpPr/>
            <p:nvPr/>
          </p:nvSpPr>
          <p:spPr>
            <a:xfrm>
              <a:off x="2935440" y="3951360"/>
              <a:ext cx="18720" cy="4680"/>
            </a:xfrm>
            <a:custGeom>
              <a:avLst/>
              <a:gdLst/>
              <a:ahLst/>
              <a:rect l="l" t="t" r="r" b="b"/>
              <a:pathLst>
                <a:path w="12" h="3">
                  <a:moveTo>
                    <a:pt x="8" y="0"/>
                  </a:moveTo>
                  <a:lnTo>
                    <a:pt x="8" y="0"/>
                  </a:lnTo>
                  <a:lnTo>
                    <a:pt x="0" y="2"/>
                  </a:lnTo>
                  <a:lnTo>
                    <a:pt x="1" y="2"/>
                  </a:lnTo>
                  <a:lnTo>
                    <a:pt x="11"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524" name=""/>
            <p:cNvSpPr/>
            <p:nvPr/>
          </p:nvSpPr>
          <p:spPr>
            <a:xfrm>
              <a:off x="2948040" y="3951360"/>
              <a:ext cx="6120" cy="1440"/>
            </a:xfrm>
            <a:custGeom>
              <a:avLst/>
              <a:gdLst/>
              <a:ahLst/>
              <a:rect l="l" t="t" r="r" b="b"/>
              <a:pathLst>
                <a:path w="4" h="1">
                  <a:moveTo>
                    <a:pt x="3" y="0"/>
                  </a:moveTo>
                  <a:lnTo>
                    <a:pt x="3" y="0"/>
                  </a:lnTo>
                  <a:lnTo>
                    <a:pt x="3" y="0"/>
                  </a:lnTo>
                  <a:lnTo>
                    <a:pt x="3" y="0"/>
                  </a:lnTo>
                  <a:lnTo>
                    <a:pt x="0" y="0"/>
                  </a:lnTo>
                  <a:lnTo>
                    <a:pt x="3" y="0"/>
                  </a:lnTo>
                  <a:lnTo>
                    <a:pt x="3"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525" name=""/>
            <p:cNvSpPr/>
            <p:nvPr/>
          </p:nvSpPr>
          <p:spPr>
            <a:xfrm>
              <a:off x="3043080" y="4154400"/>
              <a:ext cx="25560" cy="4680"/>
            </a:xfrm>
            <a:custGeom>
              <a:avLst/>
              <a:gdLst/>
              <a:ahLst/>
              <a:rect l="l" t="t" r="r" b="b"/>
              <a:pathLst>
                <a:path w="16" h="3">
                  <a:moveTo>
                    <a:pt x="0" y="0"/>
                  </a:moveTo>
                  <a:lnTo>
                    <a:pt x="0" y="1"/>
                  </a:lnTo>
                  <a:lnTo>
                    <a:pt x="1" y="1"/>
                  </a:lnTo>
                  <a:lnTo>
                    <a:pt x="3" y="1"/>
                  </a:lnTo>
                  <a:lnTo>
                    <a:pt x="7" y="2"/>
                  </a:lnTo>
                  <a:lnTo>
                    <a:pt x="10" y="2"/>
                  </a:lnTo>
                  <a:lnTo>
                    <a:pt x="11" y="2"/>
                  </a:lnTo>
                  <a:lnTo>
                    <a:pt x="12" y="2"/>
                  </a:lnTo>
                  <a:lnTo>
                    <a:pt x="15" y="2"/>
                  </a:lnTo>
                </a:path>
              </a:pathLst>
            </a:custGeom>
            <a:noFill/>
            <a:ln w="9360">
              <a:solidFill>
                <a:srgbClr val="82c168"/>
              </a:solidFill>
              <a:round/>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526" name=""/>
            <p:cNvSpPr/>
            <p:nvPr/>
          </p:nvSpPr>
          <p:spPr>
            <a:xfrm>
              <a:off x="3040200" y="4138560"/>
              <a:ext cx="21960" cy="3240"/>
            </a:xfrm>
            <a:custGeom>
              <a:avLst/>
              <a:gdLst/>
              <a:ahLst/>
              <a:rect l="l" t="t" r="r" b="b"/>
              <a:pathLst>
                <a:path w="14" h="2">
                  <a:moveTo>
                    <a:pt x="13" y="1"/>
                  </a:moveTo>
                  <a:lnTo>
                    <a:pt x="13" y="0"/>
                  </a:lnTo>
                  <a:lnTo>
                    <a:pt x="12" y="0"/>
                  </a:lnTo>
                  <a:lnTo>
                    <a:pt x="12" y="0"/>
                  </a:lnTo>
                  <a:lnTo>
                    <a:pt x="9" y="0"/>
                  </a:lnTo>
                  <a:lnTo>
                    <a:pt x="5" y="0"/>
                  </a:lnTo>
                  <a:lnTo>
                    <a:pt x="3" y="0"/>
                  </a:lnTo>
                  <a:lnTo>
                    <a:pt x="2" y="0"/>
                  </a:lnTo>
                  <a:lnTo>
                    <a:pt x="0" y="0"/>
                  </a:lnTo>
                </a:path>
              </a:pathLst>
            </a:custGeom>
            <a:noFill/>
            <a:ln w="9360">
              <a:solidFill>
                <a:srgbClr val="82c168"/>
              </a:solidFill>
              <a:round/>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527" name=""/>
            <p:cNvSpPr/>
            <p:nvPr/>
          </p:nvSpPr>
          <p:spPr>
            <a:xfrm>
              <a:off x="3032280" y="4122720"/>
              <a:ext cx="18720" cy="1440"/>
            </a:xfrm>
            <a:custGeom>
              <a:avLst/>
              <a:gdLst/>
              <a:ahLst/>
              <a:rect l="l" t="t" r="r" b="b"/>
              <a:pathLst>
                <a:path w="12" h="1">
                  <a:moveTo>
                    <a:pt x="0" y="0"/>
                  </a:moveTo>
                  <a:lnTo>
                    <a:pt x="0" y="0"/>
                  </a:lnTo>
                  <a:lnTo>
                    <a:pt x="1" y="0"/>
                  </a:lnTo>
                  <a:lnTo>
                    <a:pt x="5" y="0"/>
                  </a:lnTo>
                  <a:lnTo>
                    <a:pt x="6" y="0"/>
                  </a:lnTo>
                  <a:lnTo>
                    <a:pt x="7" y="0"/>
                  </a:lnTo>
                  <a:lnTo>
                    <a:pt x="8" y="0"/>
                  </a:lnTo>
                  <a:lnTo>
                    <a:pt x="10" y="0"/>
                  </a:lnTo>
                  <a:lnTo>
                    <a:pt x="11" y="0"/>
                  </a:lnTo>
                </a:path>
              </a:pathLst>
            </a:custGeom>
            <a:noFill/>
            <a:ln w="9360">
              <a:solidFill>
                <a:srgbClr val="82c168"/>
              </a:solidFill>
              <a:round/>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528" name=""/>
            <p:cNvSpPr/>
            <p:nvPr/>
          </p:nvSpPr>
          <p:spPr>
            <a:xfrm>
              <a:off x="3078000" y="4149720"/>
              <a:ext cx="20880" cy="3240"/>
            </a:xfrm>
            <a:custGeom>
              <a:avLst/>
              <a:gdLst/>
              <a:ahLst/>
              <a:rect l="l" t="t" r="r" b="b"/>
              <a:pathLst>
                <a:path w="13" h="2">
                  <a:moveTo>
                    <a:pt x="0" y="1"/>
                  </a:moveTo>
                  <a:lnTo>
                    <a:pt x="0" y="1"/>
                  </a:lnTo>
                  <a:lnTo>
                    <a:pt x="3" y="1"/>
                  </a:lnTo>
                  <a:lnTo>
                    <a:pt x="4" y="1"/>
                  </a:lnTo>
                  <a:lnTo>
                    <a:pt x="4" y="1"/>
                  </a:lnTo>
                  <a:lnTo>
                    <a:pt x="4" y="1"/>
                  </a:lnTo>
                  <a:lnTo>
                    <a:pt x="7" y="1"/>
                  </a:lnTo>
                  <a:lnTo>
                    <a:pt x="11" y="1"/>
                  </a:lnTo>
                  <a:lnTo>
                    <a:pt x="12" y="0"/>
                  </a:lnTo>
                </a:path>
              </a:pathLst>
            </a:custGeom>
            <a:noFill/>
            <a:ln w="9360">
              <a:solidFill>
                <a:srgbClr val="82c168"/>
              </a:solidFill>
              <a:round/>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529" name=""/>
            <p:cNvSpPr/>
            <p:nvPr/>
          </p:nvSpPr>
          <p:spPr>
            <a:xfrm>
              <a:off x="3170160" y="4203720"/>
              <a:ext cx="12600" cy="3240"/>
            </a:xfrm>
            <a:custGeom>
              <a:avLst/>
              <a:gdLst/>
              <a:ahLst/>
              <a:rect l="l" t="t" r="r" b="b"/>
              <a:pathLst>
                <a:path w="8" h="2">
                  <a:moveTo>
                    <a:pt x="7" y="1"/>
                  </a:moveTo>
                  <a:lnTo>
                    <a:pt x="7" y="1"/>
                  </a:lnTo>
                  <a:lnTo>
                    <a:pt x="7" y="1"/>
                  </a:lnTo>
                  <a:lnTo>
                    <a:pt x="6" y="1"/>
                  </a:lnTo>
                  <a:lnTo>
                    <a:pt x="2" y="1"/>
                  </a:lnTo>
                  <a:lnTo>
                    <a:pt x="2" y="1"/>
                  </a:lnTo>
                  <a:lnTo>
                    <a:pt x="2" y="0"/>
                  </a:lnTo>
                  <a:lnTo>
                    <a:pt x="0" y="0"/>
                  </a:lnTo>
                  <a:lnTo>
                    <a:pt x="0" y="0"/>
                  </a:lnTo>
                </a:path>
              </a:pathLst>
            </a:custGeom>
            <a:noFill/>
            <a:ln w="9360">
              <a:solidFill>
                <a:srgbClr val="82c168"/>
              </a:solidFill>
              <a:round/>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530" name=""/>
            <p:cNvSpPr/>
            <p:nvPr/>
          </p:nvSpPr>
          <p:spPr>
            <a:xfrm>
              <a:off x="3211560" y="4081320"/>
              <a:ext cx="1440" cy="3240"/>
            </a:xfrm>
            <a:custGeom>
              <a:avLst/>
              <a:gdLst/>
              <a:ahLst/>
              <a:rect l="l" t="t" r="r" b="b"/>
              <a:pathLst>
                <a:path w="1" h="2">
                  <a:moveTo>
                    <a:pt x="0" y="1"/>
                  </a:moveTo>
                  <a:lnTo>
                    <a:pt x="0" y="1"/>
                  </a:lnTo>
                  <a:lnTo>
                    <a:pt x="0" y="1"/>
                  </a:lnTo>
                  <a:lnTo>
                    <a:pt x="0" y="1"/>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531" name=""/>
            <p:cNvSpPr/>
            <p:nvPr/>
          </p:nvSpPr>
          <p:spPr>
            <a:xfrm>
              <a:off x="3205080" y="4068720"/>
              <a:ext cx="7920" cy="15840"/>
            </a:xfrm>
            <a:custGeom>
              <a:avLst/>
              <a:gdLst/>
              <a:ahLst/>
              <a:rect l="l" t="t" r="r" b="b"/>
              <a:pathLst>
                <a:path w="5" h="10">
                  <a:moveTo>
                    <a:pt x="0" y="0"/>
                  </a:moveTo>
                  <a:lnTo>
                    <a:pt x="0" y="0"/>
                  </a:lnTo>
                  <a:lnTo>
                    <a:pt x="0" y="4"/>
                  </a:lnTo>
                  <a:lnTo>
                    <a:pt x="2" y="6"/>
                  </a:lnTo>
                  <a:lnTo>
                    <a:pt x="2" y="6"/>
                  </a:lnTo>
                  <a:lnTo>
                    <a:pt x="3" y="7"/>
                  </a:lnTo>
                  <a:lnTo>
                    <a:pt x="4" y="8"/>
                  </a:lnTo>
                  <a:lnTo>
                    <a:pt x="4" y="9"/>
                  </a:lnTo>
                  <a:lnTo>
                    <a:pt x="4" y="9"/>
                  </a:lnTo>
                  <a:lnTo>
                    <a:pt x="4" y="9"/>
                  </a:lnTo>
                  <a:lnTo>
                    <a:pt x="4" y="8"/>
                  </a:lnTo>
                  <a:lnTo>
                    <a:pt x="4" y="8"/>
                  </a:lnTo>
                  <a:lnTo>
                    <a:pt x="4" y="8"/>
                  </a:lnTo>
                  <a:lnTo>
                    <a:pt x="4" y="7"/>
                  </a:lnTo>
                  <a:lnTo>
                    <a:pt x="4" y="6"/>
                  </a:lnTo>
                  <a:lnTo>
                    <a:pt x="3" y="4"/>
                  </a:lnTo>
                  <a:lnTo>
                    <a:pt x="2" y="4"/>
                  </a:lnTo>
                  <a:lnTo>
                    <a:pt x="2" y="0"/>
                  </a:lnTo>
                  <a:lnTo>
                    <a:pt x="2"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532" name=""/>
            <p:cNvSpPr/>
            <p:nvPr/>
          </p:nvSpPr>
          <p:spPr>
            <a:xfrm>
              <a:off x="3197160" y="4059360"/>
              <a:ext cx="12600" cy="11160"/>
            </a:xfrm>
            <a:custGeom>
              <a:avLst/>
              <a:gdLst/>
              <a:ahLst/>
              <a:rect l="l" t="t" r="r" b="b"/>
              <a:pathLst>
                <a:path w="8" h="7">
                  <a:moveTo>
                    <a:pt x="0" y="0"/>
                  </a:moveTo>
                  <a:lnTo>
                    <a:pt x="0" y="1"/>
                  </a:lnTo>
                  <a:lnTo>
                    <a:pt x="0" y="1"/>
                  </a:lnTo>
                  <a:lnTo>
                    <a:pt x="0" y="3"/>
                  </a:lnTo>
                  <a:lnTo>
                    <a:pt x="0" y="3"/>
                  </a:lnTo>
                  <a:lnTo>
                    <a:pt x="0" y="3"/>
                  </a:lnTo>
                  <a:lnTo>
                    <a:pt x="1" y="5"/>
                  </a:lnTo>
                  <a:lnTo>
                    <a:pt x="2" y="6"/>
                  </a:lnTo>
                  <a:lnTo>
                    <a:pt x="5" y="6"/>
                  </a:lnTo>
                  <a:lnTo>
                    <a:pt x="7" y="6"/>
                  </a:lnTo>
                  <a:lnTo>
                    <a:pt x="5" y="5"/>
                  </a:lnTo>
                  <a:lnTo>
                    <a:pt x="2" y="5"/>
                  </a:lnTo>
                  <a:lnTo>
                    <a:pt x="2" y="3"/>
                  </a:lnTo>
                  <a:lnTo>
                    <a:pt x="0" y="3"/>
                  </a:lnTo>
                  <a:lnTo>
                    <a:pt x="0" y="1"/>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533" name=""/>
            <p:cNvSpPr/>
            <p:nvPr/>
          </p:nvSpPr>
          <p:spPr>
            <a:xfrm>
              <a:off x="3200400" y="4068720"/>
              <a:ext cx="9360" cy="4680"/>
            </a:xfrm>
            <a:custGeom>
              <a:avLst/>
              <a:gdLst/>
              <a:ahLst/>
              <a:rect l="l" t="t" r="r" b="b"/>
              <a:pathLst>
                <a:path w="6" h="3">
                  <a:moveTo>
                    <a:pt x="5" y="0"/>
                  </a:moveTo>
                  <a:lnTo>
                    <a:pt x="3" y="0"/>
                  </a:lnTo>
                  <a:lnTo>
                    <a:pt x="3" y="0"/>
                  </a:lnTo>
                  <a:lnTo>
                    <a:pt x="0" y="0"/>
                  </a:lnTo>
                  <a:lnTo>
                    <a:pt x="3" y="2"/>
                  </a:lnTo>
                  <a:lnTo>
                    <a:pt x="5" y="0"/>
                  </a:lnTo>
                  <a:lnTo>
                    <a:pt x="5"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534" name=""/>
            <p:cNvSpPr/>
            <p:nvPr/>
          </p:nvSpPr>
          <p:spPr>
            <a:xfrm>
              <a:off x="3117960" y="4249800"/>
              <a:ext cx="6120" cy="7920"/>
            </a:xfrm>
            <a:custGeom>
              <a:avLst/>
              <a:gdLst/>
              <a:ahLst/>
              <a:rect l="l" t="t" r="r" b="b"/>
              <a:pathLst>
                <a:path w="4" h="5">
                  <a:moveTo>
                    <a:pt x="3" y="0"/>
                  </a:moveTo>
                  <a:lnTo>
                    <a:pt x="2" y="0"/>
                  </a:lnTo>
                  <a:lnTo>
                    <a:pt x="2" y="0"/>
                  </a:lnTo>
                  <a:lnTo>
                    <a:pt x="0" y="0"/>
                  </a:lnTo>
                  <a:lnTo>
                    <a:pt x="0" y="0"/>
                  </a:lnTo>
                  <a:lnTo>
                    <a:pt x="0" y="0"/>
                  </a:lnTo>
                  <a:lnTo>
                    <a:pt x="0" y="4"/>
                  </a:lnTo>
                  <a:lnTo>
                    <a:pt x="0" y="4"/>
                  </a:lnTo>
                  <a:lnTo>
                    <a:pt x="0" y="4"/>
                  </a:lnTo>
                  <a:lnTo>
                    <a:pt x="3" y="0"/>
                  </a:lnTo>
                  <a:lnTo>
                    <a:pt x="3" y="0"/>
                  </a:lnTo>
                </a:path>
              </a:pathLst>
            </a:custGeom>
            <a:solidFill>
              <a:srgbClr val="626200"/>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535" name=""/>
            <p:cNvSpPr/>
            <p:nvPr/>
          </p:nvSpPr>
          <p:spPr>
            <a:xfrm>
              <a:off x="3117960" y="4249800"/>
              <a:ext cx="29880" cy="25200"/>
            </a:xfrm>
            <a:custGeom>
              <a:avLst/>
              <a:gdLst/>
              <a:ahLst/>
              <a:rect l="l" t="t" r="r" b="b"/>
              <a:pathLst>
                <a:path w="19" h="16">
                  <a:moveTo>
                    <a:pt x="18" y="10"/>
                  </a:moveTo>
                  <a:lnTo>
                    <a:pt x="18" y="10"/>
                  </a:lnTo>
                  <a:lnTo>
                    <a:pt x="16" y="10"/>
                  </a:lnTo>
                  <a:lnTo>
                    <a:pt x="15" y="9"/>
                  </a:lnTo>
                  <a:lnTo>
                    <a:pt x="14" y="9"/>
                  </a:lnTo>
                  <a:lnTo>
                    <a:pt x="10" y="9"/>
                  </a:lnTo>
                  <a:lnTo>
                    <a:pt x="10" y="6"/>
                  </a:lnTo>
                  <a:lnTo>
                    <a:pt x="9" y="6"/>
                  </a:lnTo>
                  <a:lnTo>
                    <a:pt x="7" y="5"/>
                  </a:lnTo>
                  <a:lnTo>
                    <a:pt x="3" y="0"/>
                  </a:lnTo>
                  <a:lnTo>
                    <a:pt x="0" y="4"/>
                  </a:lnTo>
                  <a:lnTo>
                    <a:pt x="3" y="6"/>
                  </a:lnTo>
                  <a:lnTo>
                    <a:pt x="7" y="6"/>
                  </a:lnTo>
                  <a:lnTo>
                    <a:pt x="9" y="9"/>
                  </a:lnTo>
                  <a:lnTo>
                    <a:pt x="10" y="10"/>
                  </a:lnTo>
                  <a:lnTo>
                    <a:pt x="13" y="15"/>
                  </a:lnTo>
                  <a:lnTo>
                    <a:pt x="15" y="15"/>
                  </a:lnTo>
                  <a:lnTo>
                    <a:pt x="15" y="15"/>
                  </a:lnTo>
                  <a:lnTo>
                    <a:pt x="18" y="15"/>
                  </a:lnTo>
                  <a:lnTo>
                    <a:pt x="18" y="15"/>
                  </a:lnTo>
                  <a:lnTo>
                    <a:pt x="18" y="10"/>
                  </a:lnTo>
                  <a:lnTo>
                    <a:pt x="18" y="10"/>
                  </a:lnTo>
                </a:path>
              </a:pathLst>
            </a:custGeom>
            <a:solidFill>
              <a:srgbClr val="626200"/>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2536" name=""/>
            <p:cNvSpPr/>
            <p:nvPr/>
          </p:nvSpPr>
          <p:spPr>
            <a:xfrm>
              <a:off x="3146400" y="4264200"/>
              <a:ext cx="22320" cy="10800"/>
            </a:xfrm>
            <a:custGeom>
              <a:avLst/>
              <a:gdLst/>
              <a:ahLst/>
              <a:rect l="l" t="t" r="r" b="b"/>
              <a:pathLst>
                <a:path w="14" h="7">
                  <a:moveTo>
                    <a:pt x="7" y="0"/>
                  </a:moveTo>
                  <a:lnTo>
                    <a:pt x="7" y="0"/>
                  </a:lnTo>
                  <a:lnTo>
                    <a:pt x="7" y="0"/>
                  </a:lnTo>
                  <a:lnTo>
                    <a:pt x="6" y="1"/>
                  </a:lnTo>
                  <a:lnTo>
                    <a:pt x="6" y="1"/>
                  </a:lnTo>
                  <a:lnTo>
                    <a:pt x="5" y="1"/>
                  </a:lnTo>
                  <a:lnTo>
                    <a:pt x="2" y="1"/>
                  </a:lnTo>
                  <a:lnTo>
                    <a:pt x="2" y="1"/>
                  </a:lnTo>
                  <a:lnTo>
                    <a:pt x="2" y="1"/>
                  </a:lnTo>
                  <a:lnTo>
                    <a:pt x="0" y="1"/>
                  </a:lnTo>
                  <a:lnTo>
                    <a:pt x="0" y="6"/>
                  </a:lnTo>
                  <a:lnTo>
                    <a:pt x="2" y="6"/>
                  </a:lnTo>
                  <a:lnTo>
                    <a:pt x="2" y="6"/>
                  </a:lnTo>
                  <a:lnTo>
                    <a:pt x="2" y="6"/>
                  </a:lnTo>
                  <a:lnTo>
                    <a:pt x="5" y="6"/>
                  </a:lnTo>
                  <a:lnTo>
                    <a:pt x="6" y="6"/>
                  </a:lnTo>
                  <a:lnTo>
                    <a:pt x="7" y="6"/>
                  </a:lnTo>
                  <a:lnTo>
                    <a:pt x="7" y="6"/>
                  </a:lnTo>
                  <a:lnTo>
                    <a:pt x="13" y="1"/>
                  </a:lnTo>
                  <a:lnTo>
                    <a:pt x="10" y="1"/>
                  </a:lnTo>
                  <a:lnTo>
                    <a:pt x="7" y="0"/>
                  </a:lnTo>
                  <a:lnTo>
                    <a:pt x="7" y="0"/>
                  </a:lnTo>
                </a:path>
              </a:pathLst>
            </a:custGeom>
            <a:solidFill>
              <a:srgbClr val="626200"/>
            </a:solidFill>
            <a:ln w="0">
              <a:noFill/>
            </a:ln>
          </p:spPr>
          <p:style>
            <a:lnRef idx="0"/>
            <a:fillRef idx="0"/>
            <a:effectRef idx="0"/>
            <a:fontRef idx="minor"/>
          </p:style>
          <p:txBody>
            <a:bodyPr lIns="90000" rIns="90000" tIns="-36000" bIns="-36000" anchor="t">
              <a:noAutofit/>
            </a:bodyPr>
            <a:p>
              <a:endParaRPr b="0" lang="en-IN" sz="2400" strike="noStrike" u="none">
                <a:solidFill>
                  <a:srgbClr val="ffffff"/>
                </a:solidFill>
                <a:effectLst/>
                <a:uFillTx/>
                <a:latin typeface="Times New Roman"/>
              </a:endParaRPr>
            </a:p>
          </p:txBody>
        </p:sp>
        <p:sp>
          <p:nvSpPr>
            <p:cNvPr id="2537" name=""/>
            <p:cNvSpPr/>
            <p:nvPr/>
          </p:nvSpPr>
          <p:spPr>
            <a:xfrm>
              <a:off x="3157560" y="4255920"/>
              <a:ext cx="25200" cy="11160"/>
            </a:xfrm>
            <a:custGeom>
              <a:avLst/>
              <a:gdLst/>
              <a:ahLst/>
              <a:rect l="l" t="t" r="r" b="b"/>
              <a:pathLst>
                <a:path w="16" h="7">
                  <a:moveTo>
                    <a:pt x="13" y="0"/>
                  </a:moveTo>
                  <a:lnTo>
                    <a:pt x="10" y="1"/>
                  </a:lnTo>
                  <a:lnTo>
                    <a:pt x="10" y="2"/>
                  </a:lnTo>
                  <a:lnTo>
                    <a:pt x="10" y="2"/>
                  </a:lnTo>
                  <a:lnTo>
                    <a:pt x="8" y="2"/>
                  </a:lnTo>
                  <a:lnTo>
                    <a:pt x="7" y="2"/>
                  </a:lnTo>
                  <a:lnTo>
                    <a:pt x="7" y="2"/>
                  </a:lnTo>
                  <a:lnTo>
                    <a:pt x="6" y="2"/>
                  </a:lnTo>
                  <a:lnTo>
                    <a:pt x="0" y="5"/>
                  </a:lnTo>
                  <a:lnTo>
                    <a:pt x="3" y="6"/>
                  </a:lnTo>
                  <a:lnTo>
                    <a:pt x="6" y="5"/>
                  </a:lnTo>
                  <a:lnTo>
                    <a:pt x="7" y="5"/>
                  </a:lnTo>
                  <a:lnTo>
                    <a:pt x="8" y="4"/>
                  </a:lnTo>
                  <a:lnTo>
                    <a:pt x="10" y="2"/>
                  </a:lnTo>
                  <a:lnTo>
                    <a:pt x="10" y="2"/>
                  </a:lnTo>
                  <a:lnTo>
                    <a:pt x="10" y="2"/>
                  </a:lnTo>
                  <a:lnTo>
                    <a:pt x="15" y="2"/>
                  </a:lnTo>
                  <a:lnTo>
                    <a:pt x="15" y="0"/>
                  </a:lnTo>
                  <a:lnTo>
                    <a:pt x="13" y="0"/>
                  </a:lnTo>
                  <a:lnTo>
                    <a:pt x="13" y="0"/>
                  </a:lnTo>
                </a:path>
              </a:pathLst>
            </a:custGeom>
            <a:solidFill>
              <a:srgbClr val="626200"/>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538" name=""/>
            <p:cNvSpPr/>
            <p:nvPr/>
          </p:nvSpPr>
          <p:spPr>
            <a:xfrm>
              <a:off x="3157560" y="4264200"/>
              <a:ext cx="11160" cy="2880"/>
            </a:xfrm>
            <a:custGeom>
              <a:avLst/>
              <a:gdLst/>
              <a:ahLst/>
              <a:rect l="l" t="t" r="r" b="b"/>
              <a:pathLst>
                <a:path w="7" h="2">
                  <a:moveTo>
                    <a:pt x="6" y="1"/>
                  </a:moveTo>
                  <a:lnTo>
                    <a:pt x="6" y="1"/>
                  </a:lnTo>
                  <a:lnTo>
                    <a:pt x="6" y="0"/>
                  </a:lnTo>
                  <a:lnTo>
                    <a:pt x="6" y="0"/>
                  </a:lnTo>
                  <a:lnTo>
                    <a:pt x="0" y="0"/>
                  </a:lnTo>
                  <a:lnTo>
                    <a:pt x="0" y="0"/>
                  </a:lnTo>
                  <a:lnTo>
                    <a:pt x="0" y="0"/>
                  </a:lnTo>
                  <a:lnTo>
                    <a:pt x="0" y="0"/>
                  </a:lnTo>
                  <a:lnTo>
                    <a:pt x="0" y="0"/>
                  </a:lnTo>
                  <a:lnTo>
                    <a:pt x="6" y="1"/>
                  </a:lnTo>
                  <a:lnTo>
                    <a:pt x="6" y="1"/>
                  </a:lnTo>
                </a:path>
              </a:pathLst>
            </a:custGeom>
            <a:solidFill>
              <a:srgbClr val="626200"/>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539" name=""/>
            <p:cNvSpPr/>
            <p:nvPr/>
          </p:nvSpPr>
          <p:spPr>
            <a:xfrm>
              <a:off x="3117960" y="4248000"/>
              <a:ext cx="4680" cy="3240"/>
            </a:xfrm>
            <a:custGeom>
              <a:avLst/>
              <a:gdLst/>
              <a:ahLst/>
              <a:rect l="l" t="t" r="r" b="b"/>
              <a:pathLst>
                <a:path w="3" h="2">
                  <a:moveTo>
                    <a:pt x="2" y="0"/>
                  </a:moveTo>
                  <a:lnTo>
                    <a:pt x="2" y="0"/>
                  </a:lnTo>
                  <a:lnTo>
                    <a:pt x="0" y="0"/>
                  </a:lnTo>
                  <a:lnTo>
                    <a:pt x="0" y="0"/>
                  </a:lnTo>
                  <a:lnTo>
                    <a:pt x="0" y="0"/>
                  </a:lnTo>
                  <a:lnTo>
                    <a:pt x="0" y="0"/>
                  </a:lnTo>
                  <a:lnTo>
                    <a:pt x="0" y="0"/>
                  </a:lnTo>
                  <a:lnTo>
                    <a:pt x="0" y="0"/>
                  </a:lnTo>
                  <a:lnTo>
                    <a:pt x="0" y="1"/>
                  </a:lnTo>
                  <a:lnTo>
                    <a:pt x="2" y="0"/>
                  </a:lnTo>
                  <a:lnTo>
                    <a:pt x="2" y="0"/>
                  </a:lnTo>
                </a:path>
              </a:pathLst>
            </a:custGeom>
            <a:solidFill>
              <a:srgbClr val="82c168"/>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540" name=""/>
            <p:cNvSpPr/>
            <p:nvPr/>
          </p:nvSpPr>
          <p:spPr>
            <a:xfrm>
              <a:off x="3117960" y="4248000"/>
              <a:ext cx="29880" cy="19080"/>
            </a:xfrm>
            <a:custGeom>
              <a:avLst/>
              <a:gdLst/>
              <a:ahLst/>
              <a:rect l="l" t="t" r="r" b="b"/>
              <a:pathLst>
                <a:path w="19" h="12">
                  <a:moveTo>
                    <a:pt x="18" y="9"/>
                  </a:moveTo>
                  <a:lnTo>
                    <a:pt x="18" y="9"/>
                  </a:lnTo>
                  <a:lnTo>
                    <a:pt x="16" y="9"/>
                  </a:lnTo>
                  <a:lnTo>
                    <a:pt x="15" y="9"/>
                  </a:lnTo>
                  <a:lnTo>
                    <a:pt x="14" y="7"/>
                  </a:lnTo>
                  <a:lnTo>
                    <a:pt x="10" y="7"/>
                  </a:lnTo>
                  <a:lnTo>
                    <a:pt x="10" y="7"/>
                  </a:lnTo>
                  <a:lnTo>
                    <a:pt x="9" y="6"/>
                  </a:lnTo>
                  <a:lnTo>
                    <a:pt x="6" y="5"/>
                  </a:lnTo>
                  <a:lnTo>
                    <a:pt x="2" y="0"/>
                  </a:lnTo>
                  <a:lnTo>
                    <a:pt x="0" y="1"/>
                  </a:lnTo>
                  <a:lnTo>
                    <a:pt x="3" y="5"/>
                  </a:lnTo>
                  <a:lnTo>
                    <a:pt x="7" y="7"/>
                  </a:lnTo>
                  <a:lnTo>
                    <a:pt x="9" y="7"/>
                  </a:lnTo>
                  <a:lnTo>
                    <a:pt x="10" y="10"/>
                  </a:lnTo>
                  <a:lnTo>
                    <a:pt x="12" y="10"/>
                  </a:lnTo>
                  <a:lnTo>
                    <a:pt x="15" y="11"/>
                  </a:lnTo>
                  <a:lnTo>
                    <a:pt x="16" y="11"/>
                  </a:lnTo>
                  <a:lnTo>
                    <a:pt x="18" y="11"/>
                  </a:lnTo>
                  <a:lnTo>
                    <a:pt x="18" y="11"/>
                  </a:lnTo>
                  <a:lnTo>
                    <a:pt x="18" y="9"/>
                  </a:lnTo>
                  <a:lnTo>
                    <a:pt x="18" y="9"/>
                  </a:lnTo>
                </a:path>
              </a:pathLst>
            </a:custGeom>
            <a:solidFill>
              <a:srgbClr val="82c168"/>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541" name=""/>
            <p:cNvSpPr/>
            <p:nvPr/>
          </p:nvSpPr>
          <p:spPr>
            <a:xfrm>
              <a:off x="3146400" y="4259160"/>
              <a:ext cx="22320" cy="7920"/>
            </a:xfrm>
            <a:custGeom>
              <a:avLst/>
              <a:gdLst/>
              <a:ahLst/>
              <a:rect l="l" t="t" r="r" b="b"/>
              <a:pathLst>
                <a:path w="14" h="5">
                  <a:moveTo>
                    <a:pt x="7" y="0"/>
                  </a:moveTo>
                  <a:lnTo>
                    <a:pt x="7" y="0"/>
                  </a:lnTo>
                  <a:lnTo>
                    <a:pt x="7" y="0"/>
                  </a:lnTo>
                  <a:lnTo>
                    <a:pt x="6" y="2"/>
                  </a:lnTo>
                  <a:lnTo>
                    <a:pt x="6" y="2"/>
                  </a:lnTo>
                  <a:lnTo>
                    <a:pt x="5" y="2"/>
                  </a:lnTo>
                  <a:lnTo>
                    <a:pt x="2" y="2"/>
                  </a:lnTo>
                  <a:lnTo>
                    <a:pt x="2" y="2"/>
                  </a:lnTo>
                  <a:lnTo>
                    <a:pt x="2" y="2"/>
                  </a:lnTo>
                  <a:lnTo>
                    <a:pt x="0" y="2"/>
                  </a:lnTo>
                  <a:lnTo>
                    <a:pt x="0" y="4"/>
                  </a:lnTo>
                  <a:lnTo>
                    <a:pt x="2" y="4"/>
                  </a:lnTo>
                  <a:lnTo>
                    <a:pt x="2" y="4"/>
                  </a:lnTo>
                  <a:lnTo>
                    <a:pt x="2" y="4"/>
                  </a:lnTo>
                  <a:lnTo>
                    <a:pt x="5" y="4"/>
                  </a:lnTo>
                  <a:lnTo>
                    <a:pt x="6" y="4"/>
                  </a:lnTo>
                  <a:lnTo>
                    <a:pt x="7" y="4"/>
                  </a:lnTo>
                  <a:lnTo>
                    <a:pt x="7" y="3"/>
                  </a:lnTo>
                  <a:lnTo>
                    <a:pt x="13" y="3"/>
                  </a:lnTo>
                  <a:lnTo>
                    <a:pt x="13" y="3"/>
                  </a:lnTo>
                  <a:lnTo>
                    <a:pt x="7" y="0"/>
                  </a:lnTo>
                  <a:lnTo>
                    <a:pt x="7" y="0"/>
                  </a:lnTo>
                </a:path>
              </a:pathLst>
            </a:custGeom>
            <a:solidFill>
              <a:srgbClr val="82c168"/>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542" name=""/>
            <p:cNvSpPr/>
            <p:nvPr/>
          </p:nvSpPr>
          <p:spPr>
            <a:xfrm>
              <a:off x="3157560" y="4248000"/>
              <a:ext cx="25200" cy="17640"/>
            </a:xfrm>
            <a:custGeom>
              <a:avLst/>
              <a:gdLst/>
              <a:ahLst/>
              <a:rect l="l" t="t" r="r" b="b"/>
              <a:pathLst>
                <a:path w="16" h="11">
                  <a:moveTo>
                    <a:pt x="14" y="0"/>
                  </a:moveTo>
                  <a:lnTo>
                    <a:pt x="10" y="5"/>
                  </a:lnTo>
                  <a:lnTo>
                    <a:pt x="10" y="5"/>
                  </a:lnTo>
                  <a:lnTo>
                    <a:pt x="10" y="5"/>
                  </a:lnTo>
                  <a:lnTo>
                    <a:pt x="8" y="6"/>
                  </a:lnTo>
                  <a:lnTo>
                    <a:pt x="7" y="6"/>
                  </a:lnTo>
                  <a:lnTo>
                    <a:pt x="7" y="7"/>
                  </a:lnTo>
                  <a:lnTo>
                    <a:pt x="6" y="7"/>
                  </a:lnTo>
                  <a:lnTo>
                    <a:pt x="0" y="7"/>
                  </a:lnTo>
                  <a:lnTo>
                    <a:pt x="6" y="10"/>
                  </a:lnTo>
                  <a:lnTo>
                    <a:pt x="6" y="7"/>
                  </a:lnTo>
                  <a:lnTo>
                    <a:pt x="7" y="7"/>
                  </a:lnTo>
                  <a:lnTo>
                    <a:pt x="8" y="7"/>
                  </a:lnTo>
                  <a:lnTo>
                    <a:pt x="10" y="7"/>
                  </a:lnTo>
                  <a:lnTo>
                    <a:pt x="10" y="7"/>
                  </a:lnTo>
                  <a:lnTo>
                    <a:pt x="13" y="7"/>
                  </a:lnTo>
                  <a:lnTo>
                    <a:pt x="15" y="5"/>
                  </a:lnTo>
                  <a:lnTo>
                    <a:pt x="15" y="1"/>
                  </a:lnTo>
                  <a:lnTo>
                    <a:pt x="14" y="0"/>
                  </a:lnTo>
                  <a:lnTo>
                    <a:pt x="14" y="0"/>
                  </a:lnTo>
                </a:path>
              </a:pathLst>
            </a:custGeom>
            <a:solidFill>
              <a:srgbClr val="82c168"/>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543" name=""/>
            <p:cNvSpPr/>
            <p:nvPr/>
          </p:nvSpPr>
          <p:spPr>
            <a:xfrm>
              <a:off x="3157560" y="4259160"/>
              <a:ext cx="11160" cy="6480"/>
            </a:xfrm>
            <a:custGeom>
              <a:avLst/>
              <a:gdLst/>
              <a:ahLst/>
              <a:rect l="l" t="t" r="r" b="b"/>
              <a:pathLst>
                <a:path w="7" h="4">
                  <a:moveTo>
                    <a:pt x="6" y="3"/>
                  </a:moveTo>
                  <a:lnTo>
                    <a:pt x="6" y="2"/>
                  </a:lnTo>
                  <a:lnTo>
                    <a:pt x="6" y="0"/>
                  </a:lnTo>
                  <a:lnTo>
                    <a:pt x="6" y="0"/>
                  </a:lnTo>
                  <a:lnTo>
                    <a:pt x="3" y="0"/>
                  </a:lnTo>
                  <a:lnTo>
                    <a:pt x="0" y="0"/>
                  </a:lnTo>
                  <a:lnTo>
                    <a:pt x="0" y="0"/>
                  </a:lnTo>
                  <a:lnTo>
                    <a:pt x="0" y="0"/>
                  </a:lnTo>
                  <a:lnTo>
                    <a:pt x="0" y="0"/>
                  </a:lnTo>
                  <a:lnTo>
                    <a:pt x="6" y="3"/>
                  </a:lnTo>
                  <a:lnTo>
                    <a:pt x="6" y="3"/>
                  </a:lnTo>
                </a:path>
              </a:pathLst>
            </a:custGeom>
            <a:solidFill>
              <a:srgbClr val="82c168"/>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544" name=""/>
            <p:cNvSpPr/>
            <p:nvPr/>
          </p:nvSpPr>
          <p:spPr>
            <a:xfrm>
              <a:off x="3117960" y="4238640"/>
              <a:ext cx="4680" cy="7920"/>
            </a:xfrm>
            <a:custGeom>
              <a:avLst/>
              <a:gdLst/>
              <a:ahLst/>
              <a:rect l="l" t="t" r="r" b="b"/>
              <a:pathLst>
                <a:path w="3" h="5">
                  <a:moveTo>
                    <a:pt x="2" y="3"/>
                  </a:moveTo>
                  <a:lnTo>
                    <a:pt x="2" y="0"/>
                  </a:lnTo>
                  <a:lnTo>
                    <a:pt x="0" y="0"/>
                  </a:lnTo>
                  <a:lnTo>
                    <a:pt x="0" y="0"/>
                  </a:lnTo>
                  <a:lnTo>
                    <a:pt x="0" y="0"/>
                  </a:lnTo>
                  <a:lnTo>
                    <a:pt x="0" y="3"/>
                  </a:lnTo>
                  <a:lnTo>
                    <a:pt x="0" y="4"/>
                  </a:lnTo>
                  <a:lnTo>
                    <a:pt x="0" y="4"/>
                  </a:lnTo>
                  <a:lnTo>
                    <a:pt x="0" y="4"/>
                  </a:lnTo>
                  <a:lnTo>
                    <a:pt x="2" y="3"/>
                  </a:lnTo>
                  <a:lnTo>
                    <a:pt x="2" y="3"/>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545" name=""/>
            <p:cNvSpPr/>
            <p:nvPr/>
          </p:nvSpPr>
          <p:spPr>
            <a:xfrm>
              <a:off x="3117960" y="4243320"/>
              <a:ext cx="29880" cy="22320"/>
            </a:xfrm>
            <a:custGeom>
              <a:avLst/>
              <a:gdLst/>
              <a:ahLst/>
              <a:rect l="l" t="t" r="r" b="b"/>
              <a:pathLst>
                <a:path w="19" h="14">
                  <a:moveTo>
                    <a:pt x="18" y="10"/>
                  </a:moveTo>
                  <a:lnTo>
                    <a:pt x="18" y="10"/>
                  </a:lnTo>
                  <a:lnTo>
                    <a:pt x="16" y="10"/>
                  </a:lnTo>
                  <a:lnTo>
                    <a:pt x="16" y="10"/>
                  </a:lnTo>
                  <a:lnTo>
                    <a:pt x="15" y="10"/>
                  </a:lnTo>
                  <a:lnTo>
                    <a:pt x="15" y="10"/>
                  </a:lnTo>
                  <a:lnTo>
                    <a:pt x="15" y="10"/>
                  </a:lnTo>
                  <a:lnTo>
                    <a:pt x="14" y="10"/>
                  </a:lnTo>
                  <a:lnTo>
                    <a:pt x="12" y="10"/>
                  </a:lnTo>
                  <a:lnTo>
                    <a:pt x="10" y="10"/>
                  </a:lnTo>
                  <a:lnTo>
                    <a:pt x="10" y="10"/>
                  </a:lnTo>
                  <a:lnTo>
                    <a:pt x="9" y="9"/>
                  </a:lnTo>
                  <a:lnTo>
                    <a:pt x="9" y="8"/>
                  </a:lnTo>
                  <a:lnTo>
                    <a:pt x="9" y="8"/>
                  </a:lnTo>
                  <a:lnTo>
                    <a:pt x="7" y="4"/>
                  </a:lnTo>
                  <a:lnTo>
                    <a:pt x="3" y="3"/>
                  </a:lnTo>
                  <a:lnTo>
                    <a:pt x="3" y="3"/>
                  </a:lnTo>
                  <a:lnTo>
                    <a:pt x="2" y="0"/>
                  </a:lnTo>
                  <a:lnTo>
                    <a:pt x="0" y="1"/>
                  </a:lnTo>
                  <a:lnTo>
                    <a:pt x="0" y="3"/>
                  </a:lnTo>
                  <a:lnTo>
                    <a:pt x="2" y="8"/>
                  </a:lnTo>
                  <a:lnTo>
                    <a:pt x="3" y="8"/>
                  </a:lnTo>
                  <a:lnTo>
                    <a:pt x="7" y="9"/>
                  </a:lnTo>
                  <a:lnTo>
                    <a:pt x="7" y="10"/>
                  </a:lnTo>
                  <a:lnTo>
                    <a:pt x="9" y="10"/>
                  </a:lnTo>
                  <a:lnTo>
                    <a:pt x="9" y="10"/>
                  </a:lnTo>
                  <a:lnTo>
                    <a:pt x="10" y="10"/>
                  </a:lnTo>
                  <a:lnTo>
                    <a:pt x="10" y="10"/>
                  </a:lnTo>
                  <a:lnTo>
                    <a:pt x="12" y="12"/>
                  </a:lnTo>
                  <a:lnTo>
                    <a:pt x="14" y="12"/>
                  </a:lnTo>
                  <a:lnTo>
                    <a:pt x="15" y="12"/>
                  </a:lnTo>
                  <a:lnTo>
                    <a:pt x="15" y="13"/>
                  </a:lnTo>
                  <a:lnTo>
                    <a:pt x="16" y="13"/>
                  </a:lnTo>
                  <a:lnTo>
                    <a:pt x="16" y="13"/>
                  </a:lnTo>
                  <a:lnTo>
                    <a:pt x="18" y="13"/>
                  </a:lnTo>
                  <a:lnTo>
                    <a:pt x="18" y="13"/>
                  </a:lnTo>
                  <a:lnTo>
                    <a:pt x="18" y="10"/>
                  </a:lnTo>
                  <a:lnTo>
                    <a:pt x="18" y="1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546" name=""/>
            <p:cNvSpPr/>
            <p:nvPr/>
          </p:nvSpPr>
          <p:spPr>
            <a:xfrm>
              <a:off x="3146400" y="4259160"/>
              <a:ext cx="22320" cy="6480"/>
            </a:xfrm>
            <a:custGeom>
              <a:avLst/>
              <a:gdLst/>
              <a:ahLst/>
              <a:rect l="l" t="t" r="r" b="b"/>
              <a:pathLst>
                <a:path w="14" h="4">
                  <a:moveTo>
                    <a:pt x="7" y="0"/>
                  </a:moveTo>
                  <a:lnTo>
                    <a:pt x="7" y="0"/>
                  </a:lnTo>
                  <a:lnTo>
                    <a:pt x="7" y="0"/>
                  </a:lnTo>
                  <a:lnTo>
                    <a:pt x="7" y="0"/>
                  </a:lnTo>
                  <a:lnTo>
                    <a:pt x="6" y="0"/>
                  </a:lnTo>
                  <a:lnTo>
                    <a:pt x="5" y="0"/>
                  </a:lnTo>
                  <a:lnTo>
                    <a:pt x="2" y="0"/>
                  </a:lnTo>
                  <a:lnTo>
                    <a:pt x="2" y="0"/>
                  </a:lnTo>
                  <a:lnTo>
                    <a:pt x="2" y="0"/>
                  </a:lnTo>
                  <a:lnTo>
                    <a:pt x="0" y="0"/>
                  </a:lnTo>
                  <a:lnTo>
                    <a:pt x="0" y="3"/>
                  </a:lnTo>
                  <a:lnTo>
                    <a:pt x="2" y="3"/>
                  </a:lnTo>
                  <a:lnTo>
                    <a:pt x="2" y="3"/>
                  </a:lnTo>
                  <a:lnTo>
                    <a:pt x="2" y="3"/>
                  </a:lnTo>
                  <a:lnTo>
                    <a:pt x="5" y="3"/>
                  </a:lnTo>
                  <a:lnTo>
                    <a:pt x="6" y="3"/>
                  </a:lnTo>
                  <a:lnTo>
                    <a:pt x="7" y="2"/>
                  </a:lnTo>
                  <a:lnTo>
                    <a:pt x="7" y="0"/>
                  </a:lnTo>
                  <a:lnTo>
                    <a:pt x="13" y="0"/>
                  </a:lnTo>
                  <a:lnTo>
                    <a:pt x="13" y="0"/>
                  </a:lnTo>
                  <a:lnTo>
                    <a:pt x="7" y="0"/>
                  </a:lnTo>
                  <a:lnTo>
                    <a:pt x="7"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547" name=""/>
            <p:cNvSpPr/>
            <p:nvPr/>
          </p:nvSpPr>
          <p:spPr>
            <a:xfrm>
              <a:off x="3157560" y="4248000"/>
              <a:ext cx="25200" cy="12960"/>
            </a:xfrm>
            <a:custGeom>
              <a:avLst/>
              <a:gdLst/>
              <a:ahLst/>
              <a:rect l="l" t="t" r="r" b="b"/>
              <a:pathLst>
                <a:path w="16" h="8">
                  <a:moveTo>
                    <a:pt x="14" y="0"/>
                  </a:moveTo>
                  <a:lnTo>
                    <a:pt x="13" y="0"/>
                  </a:lnTo>
                  <a:lnTo>
                    <a:pt x="10" y="1"/>
                  </a:lnTo>
                  <a:lnTo>
                    <a:pt x="10" y="1"/>
                  </a:lnTo>
                  <a:lnTo>
                    <a:pt x="8" y="5"/>
                  </a:lnTo>
                  <a:lnTo>
                    <a:pt x="7" y="5"/>
                  </a:lnTo>
                  <a:lnTo>
                    <a:pt x="7" y="5"/>
                  </a:lnTo>
                  <a:lnTo>
                    <a:pt x="6" y="6"/>
                  </a:lnTo>
                  <a:lnTo>
                    <a:pt x="0" y="7"/>
                  </a:lnTo>
                  <a:lnTo>
                    <a:pt x="6" y="7"/>
                  </a:lnTo>
                  <a:lnTo>
                    <a:pt x="6" y="7"/>
                  </a:lnTo>
                  <a:lnTo>
                    <a:pt x="7" y="7"/>
                  </a:lnTo>
                  <a:lnTo>
                    <a:pt x="8" y="6"/>
                  </a:lnTo>
                  <a:lnTo>
                    <a:pt x="10" y="6"/>
                  </a:lnTo>
                  <a:lnTo>
                    <a:pt x="10" y="5"/>
                  </a:lnTo>
                  <a:lnTo>
                    <a:pt x="13" y="5"/>
                  </a:lnTo>
                  <a:lnTo>
                    <a:pt x="15" y="1"/>
                  </a:lnTo>
                  <a:lnTo>
                    <a:pt x="15" y="0"/>
                  </a:lnTo>
                  <a:lnTo>
                    <a:pt x="14" y="0"/>
                  </a:lnTo>
                  <a:lnTo>
                    <a:pt x="14" y="0"/>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548" name=""/>
            <p:cNvSpPr/>
            <p:nvPr/>
          </p:nvSpPr>
          <p:spPr>
            <a:xfrm>
              <a:off x="3157560" y="4259160"/>
              <a:ext cx="11160" cy="1800"/>
            </a:xfrm>
            <a:custGeom>
              <a:avLst/>
              <a:gdLst/>
              <a:ahLst/>
              <a:rect l="l" t="t" r="r" b="b"/>
              <a:pathLst>
                <a:path w="7" h="1">
                  <a:moveTo>
                    <a:pt x="6" y="0"/>
                  </a:moveTo>
                  <a:lnTo>
                    <a:pt x="6" y="0"/>
                  </a:lnTo>
                  <a:lnTo>
                    <a:pt x="6" y="0"/>
                  </a:lnTo>
                  <a:lnTo>
                    <a:pt x="6" y="0"/>
                  </a:lnTo>
                  <a:lnTo>
                    <a:pt x="6" y="0"/>
                  </a:lnTo>
                  <a:lnTo>
                    <a:pt x="0" y="0"/>
                  </a:lnTo>
                  <a:lnTo>
                    <a:pt x="0" y="0"/>
                  </a:lnTo>
                  <a:lnTo>
                    <a:pt x="0" y="0"/>
                  </a:lnTo>
                  <a:lnTo>
                    <a:pt x="0" y="0"/>
                  </a:lnTo>
                  <a:lnTo>
                    <a:pt x="6" y="0"/>
                  </a:lnTo>
                  <a:lnTo>
                    <a:pt x="6"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549" name=""/>
            <p:cNvSpPr/>
            <p:nvPr/>
          </p:nvSpPr>
          <p:spPr>
            <a:xfrm>
              <a:off x="3117960" y="4238640"/>
              <a:ext cx="4680" cy="1440"/>
            </a:xfrm>
            <a:custGeom>
              <a:avLst/>
              <a:gdLst/>
              <a:ahLst/>
              <a:rect l="l" t="t" r="r" b="b"/>
              <a:pathLst>
                <a:path w="3" h="1">
                  <a:moveTo>
                    <a:pt x="2" y="0"/>
                  </a:moveTo>
                  <a:lnTo>
                    <a:pt x="0" y="0"/>
                  </a:lnTo>
                  <a:lnTo>
                    <a:pt x="0" y="0"/>
                  </a:lnTo>
                  <a:lnTo>
                    <a:pt x="0" y="0"/>
                  </a:lnTo>
                  <a:lnTo>
                    <a:pt x="0" y="0"/>
                  </a:lnTo>
                  <a:lnTo>
                    <a:pt x="0" y="0"/>
                  </a:lnTo>
                  <a:lnTo>
                    <a:pt x="0"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550" name=""/>
            <p:cNvSpPr/>
            <p:nvPr/>
          </p:nvSpPr>
          <p:spPr>
            <a:xfrm>
              <a:off x="3117960" y="4238640"/>
              <a:ext cx="29880" cy="22320"/>
            </a:xfrm>
            <a:custGeom>
              <a:avLst/>
              <a:gdLst/>
              <a:ahLst/>
              <a:rect l="l" t="t" r="r" b="b"/>
              <a:pathLst>
                <a:path w="19" h="14">
                  <a:moveTo>
                    <a:pt x="18" y="13"/>
                  </a:moveTo>
                  <a:lnTo>
                    <a:pt x="18" y="13"/>
                  </a:lnTo>
                  <a:lnTo>
                    <a:pt x="16" y="13"/>
                  </a:lnTo>
                  <a:lnTo>
                    <a:pt x="16" y="13"/>
                  </a:lnTo>
                  <a:lnTo>
                    <a:pt x="15" y="13"/>
                  </a:lnTo>
                  <a:lnTo>
                    <a:pt x="15" y="13"/>
                  </a:lnTo>
                  <a:lnTo>
                    <a:pt x="15" y="12"/>
                  </a:lnTo>
                  <a:lnTo>
                    <a:pt x="14" y="12"/>
                  </a:lnTo>
                  <a:lnTo>
                    <a:pt x="12" y="12"/>
                  </a:lnTo>
                  <a:lnTo>
                    <a:pt x="10" y="11"/>
                  </a:lnTo>
                  <a:lnTo>
                    <a:pt x="10" y="11"/>
                  </a:lnTo>
                  <a:lnTo>
                    <a:pt x="9" y="11"/>
                  </a:lnTo>
                  <a:lnTo>
                    <a:pt x="9" y="7"/>
                  </a:lnTo>
                  <a:lnTo>
                    <a:pt x="9" y="7"/>
                  </a:lnTo>
                  <a:lnTo>
                    <a:pt x="7" y="6"/>
                  </a:lnTo>
                  <a:lnTo>
                    <a:pt x="3" y="4"/>
                  </a:lnTo>
                  <a:lnTo>
                    <a:pt x="3" y="0"/>
                  </a:lnTo>
                  <a:lnTo>
                    <a:pt x="2" y="0"/>
                  </a:lnTo>
                  <a:lnTo>
                    <a:pt x="0" y="0"/>
                  </a:lnTo>
                  <a:lnTo>
                    <a:pt x="0" y="4"/>
                  </a:lnTo>
                  <a:lnTo>
                    <a:pt x="2" y="6"/>
                  </a:lnTo>
                  <a:lnTo>
                    <a:pt x="3" y="7"/>
                  </a:lnTo>
                  <a:lnTo>
                    <a:pt x="6" y="11"/>
                  </a:lnTo>
                  <a:lnTo>
                    <a:pt x="7" y="11"/>
                  </a:lnTo>
                  <a:lnTo>
                    <a:pt x="9" y="12"/>
                  </a:lnTo>
                  <a:lnTo>
                    <a:pt x="9" y="13"/>
                  </a:lnTo>
                  <a:lnTo>
                    <a:pt x="10" y="13"/>
                  </a:lnTo>
                  <a:lnTo>
                    <a:pt x="10" y="13"/>
                  </a:lnTo>
                  <a:lnTo>
                    <a:pt x="12" y="13"/>
                  </a:lnTo>
                  <a:lnTo>
                    <a:pt x="14" y="13"/>
                  </a:lnTo>
                  <a:lnTo>
                    <a:pt x="15" y="13"/>
                  </a:lnTo>
                  <a:lnTo>
                    <a:pt x="15" y="13"/>
                  </a:lnTo>
                  <a:lnTo>
                    <a:pt x="16" y="13"/>
                  </a:lnTo>
                  <a:lnTo>
                    <a:pt x="16" y="13"/>
                  </a:lnTo>
                  <a:lnTo>
                    <a:pt x="18" y="13"/>
                  </a:lnTo>
                  <a:lnTo>
                    <a:pt x="18" y="13"/>
                  </a:lnTo>
                  <a:lnTo>
                    <a:pt x="18" y="13"/>
                  </a:lnTo>
                  <a:lnTo>
                    <a:pt x="18" y="13"/>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551" name=""/>
            <p:cNvSpPr/>
            <p:nvPr/>
          </p:nvSpPr>
          <p:spPr>
            <a:xfrm>
              <a:off x="3146400" y="4255920"/>
              <a:ext cx="22320" cy="5040"/>
            </a:xfrm>
            <a:custGeom>
              <a:avLst/>
              <a:gdLst/>
              <a:ahLst/>
              <a:rect l="l" t="t" r="r" b="b"/>
              <a:pathLst>
                <a:path w="14" h="3">
                  <a:moveTo>
                    <a:pt x="7" y="0"/>
                  </a:moveTo>
                  <a:lnTo>
                    <a:pt x="7" y="0"/>
                  </a:lnTo>
                  <a:lnTo>
                    <a:pt x="7" y="1"/>
                  </a:lnTo>
                  <a:lnTo>
                    <a:pt x="7" y="1"/>
                  </a:lnTo>
                  <a:lnTo>
                    <a:pt x="6" y="1"/>
                  </a:lnTo>
                  <a:lnTo>
                    <a:pt x="5" y="1"/>
                  </a:lnTo>
                  <a:lnTo>
                    <a:pt x="2" y="1"/>
                  </a:lnTo>
                  <a:lnTo>
                    <a:pt x="2" y="1"/>
                  </a:lnTo>
                  <a:lnTo>
                    <a:pt x="2" y="2"/>
                  </a:lnTo>
                  <a:lnTo>
                    <a:pt x="0" y="2"/>
                  </a:lnTo>
                  <a:lnTo>
                    <a:pt x="0" y="2"/>
                  </a:lnTo>
                  <a:lnTo>
                    <a:pt x="2" y="2"/>
                  </a:lnTo>
                  <a:lnTo>
                    <a:pt x="2" y="2"/>
                  </a:lnTo>
                  <a:lnTo>
                    <a:pt x="2" y="2"/>
                  </a:lnTo>
                  <a:lnTo>
                    <a:pt x="5" y="2"/>
                  </a:lnTo>
                  <a:lnTo>
                    <a:pt x="6" y="2"/>
                  </a:lnTo>
                  <a:lnTo>
                    <a:pt x="7" y="2"/>
                  </a:lnTo>
                  <a:lnTo>
                    <a:pt x="7" y="2"/>
                  </a:lnTo>
                  <a:lnTo>
                    <a:pt x="13" y="2"/>
                  </a:lnTo>
                  <a:lnTo>
                    <a:pt x="13" y="2"/>
                  </a:lnTo>
                  <a:lnTo>
                    <a:pt x="7" y="0"/>
                  </a:lnTo>
                  <a:lnTo>
                    <a:pt x="7"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2552" name=""/>
            <p:cNvSpPr/>
            <p:nvPr/>
          </p:nvSpPr>
          <p:spPr>
            <a:xfrm>
              <a:off x="3157560" y="4238640"/>
              <a:ext cx="25200" cy="22320"/>
            </a:xfrm>
            <a:custGeom>
              <a:avLst/>
              <a:gdLst/>
              <a:ahLst/>
              <a:rect l="l" t="t" r="r" b="b"/>
              <a:pathLst>
                <a:path w="16" h="14">
                  <a:moveTo>
                    <a:pt x="14" y="0"/>
                  </a:moveTo>
                  <a:lnTo>
                    <a:pt x="13" y="4"/>
                  </a:lnTo>
                  <a:lnTo>
                    <a:pt x="10" y="6"/>
                  </a:lnTo>
                  <a:lnTo>
                    <a:pt x="10" y="6"/>
                  </a:lnTo>
                  <a:lnTo>
                    <a:pt x="8" y="6"/>
                  </a:lnTo>
                  <a:lnTo>
                    <a:pt x="7" y="6"/>
                  </a:lnTo>
                  <a:lnTo>
                    <a:pt x="7" y="7"/>
                  </a:lnTo>
                  <a:lnTo>
                    <a:pt x="6" y="11"/>
                  </a:lnTo>
                  <a:lnTo>
                    <a:pt x="0" y="11"/>
                  </a:lnTo>
                  <a:lnTo>
                    <a:pt x="6" y="13"/>
                  </a:lnTo>
                  <a:lnTo>
                    <a:pt x="6" y="12"/>
                  </a:lnTo>
                  <a:lnTo>
                    <a:pt x="7" y="11"/>
                  </a:lnTo>
                  <a:lnTo>
                    <a:pt x="8" y="11"/>
                  </a:lnTo>
                  <a:lnTo>
                    <a:pt x="10" y="11"/>
                  </a:lnTo>
                  <a:lnTo>
                    <a:pt x="10" y="7"/>
                  </a:lnTo>
                  <a:lnTo>
                    <a:pt x="13" y="7"/>
                  </a:lnTo>
                  <a:lnTo>
                    <a:pt x="15" y="6"/>
                  </a:lnTo>
                  <a:lnTo>
                    <a:pt x="15" y="4"/>
                  </a:lnTo>
                  <a:lnTo>
                    <a:pt x="14" y="0"/>
                  </a:lnTo>
                  <a:lnTo>
                    <a:pt x="14"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553" name=""/>
            <p:cNvSpPr/>
            <p:nvPr/>
          </p:nvSpPr>
          <p:spPr>
            <a:xfrm>
              <a:off x="3157560" y="4255920"/>
              <a:ext cx="11160" cy="5040"/>
            </a:xfrm>
            <a:custGeom>
              <a:avLst/>
              <a:gdLst/>
              <a:ahLst/>
              <a:rect l="l" t="t" r="r" b="b"/>
              <a:pathLst>
                <a:path w="7" h="3">
                  <a:moveTo>
                    <a:pt x="6" y="2"/>
                  </a:moveTo>
                  <a:lnTo>
                    <a:pt x="6" y="1"/>
                  </a:lnTo>
                  <a:lnTo>
                    <a:pt x="6" y="1"/>
                  </a:lnTo>
                  <a:lnTo>
                    <a:pt x="6" y="0"/>
                  </a:lnTo>
                  <a:lnTo>
                    <a:pt x="6" y="0"/>
                  </a:lnTo>
                  <a:lnTo>
                    <a:pt x="0" y="0"/>
                  </a:lnTo>
                  <a:lnTo>
                    <a:pt x="0" y="0"/>
                  </a:lnTo>
                  <a:lnTo>
                    <a:pt x="0" y="0"/>
                  </a:lnTo>
                  <a:lnTo>
                    <a:pt x="0" y="1"/>
                  </a:lnTo>
                  <a:lnTo>
                    <a:pt x="6" y="2"/>
                  </a:lnTo>
                  <a:lnTo>
                    <a:pt x="6" y="2"/>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2554" name=""/>
            <p:cNvSpPr/>
            <p:nvPr/>
          </p:nvSpPr>
          <p:spPr>
            <a:xfrm>
              <a:off x="3117960" y="4237200"/>
              <a:ext cx="1440" cy="2880"/>
            </a:xfrm>
            <a:custGeom>
              <a:avLst/>
              <a:gdLst/>
              <a:ahLst/>
              <a:rect l="l" t="t" r="r" b="b"/>
              <a:pathLst>
                <a:path w="1" h="2">
                  <a:moveTo>
                    <a:pt x="0" y="0"/>
                  </a:moveTo>
                  <a:lnTo>
                    <a:pt x="0" y="0"/>
                  </a:lnTo>
                  <a:lnTo>
                    <a:pt x="0" y="0"/>
                  </a:lnTo>
                  <a:lnTo>
                    <a:pt x="0" y="0"/>
                  </a:lnTo>
                  <a:lnTo>
                    <a:pt x="0" y="0"/>
                  </a:lnTo>
                  <a:lnTo>
                    <a:pt x="0" y="0"/>
                  </a:lnTo>
                  <a:lnTo>
                    <a:pt x="0" y="0"/>
                  </a:lnTo>
                  <a:lnTo>
                    <a:pt x="0" y="1"/>
                  </a:lnTo>
                  <a:lnTo>
                    <a:pt x="0" y="1"/>
                  </a:lnTo>
                  <a:lnTo>
                    <a:pt x="0" y="0"/>
                  </a:lnTo>
                  <a:lnTo>
                    <a:pt x="0" y="0"/>
                  </a:lnTo>
                </a:path>
              </a:pathLst>
            </a:custGeom>
            <a:solidFill>
              <a:srgbClr val="a1e2ff"/>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555" name=""/>
            <p:cNvSpPr/>
            <p:nvPr/>
          </p:nvSpPr>
          <p:spPr>
            <a:xfrm>
              <a:off x="3117960" y="4237200"/>
              <a:ext cx="29880" cy="23760"/>
            </a:xfrm>
            <a:custGeom>
              <a:avLst/>
              <a:gdLst/>
              <a:ahLst/>
              <a:rect l="l" t="t" r="r" b="b"/>
              <a:pathLst>
                <a:path w="19" h="15">
                  <a:moveTo>
                    <a:pt x="18" y="12"/>
                  </a:moveTo>
                  <a:lnTo>
                    <a:pt x="18" y="12"/>
                  </a:lnTo>
                  <a:lnTo>
                    <a:pt x="16" y="12"/>
                  </a:lnTo>
                  <a:lnTo>
                    <a:pt x="16" y="12"/>
                  </a:lnTo>
                  <a:lnTo>
                    <a:pt x="15" y="12"/>
                  </a:lnTo>
                  <a:lnTo>
                    <a:pt x="15" y="12"/>
                  </a:lnTo>
                  <a:lnTo>
                    <a:pt x="15" y="12"/>
                  </a:lnTo>
                  <a:lnTo>
                    <a:pt x="14" y="12"/>
                  </a:lnTo>
                  <a:lnTo>
                    <a:pt x="12" y="12"/>
                  </a:lnTo>
                  <a:lnTo>
                    <a:pt x="10" y="8"/>
                  </a:lnTo>
                  <a:lnTo>
                    <a:pt x="10" y="8"/>
                  </a:lnTo>
                  <a:lnTo>
                    <a:pt x="9" y="7"/>
                  </a:lnTo>
                  <a:lnTo>
                    <a:pt x="9" y="7"/>
                  </a:lnTo>
                  <a:lnTo>
                    <a:pt x="7" y="5"/>
                  </a:lnTo>
                  <a:lnTo>
                    <a:pt x="7" y="4"/>
                  </a:lnTo>
                  <a:lnTo>
                    <a:pt x="3" y="1"/>
                  </a:lnTo>
                  <a:lnTo>
                    <a:pt x="3" y="1"/>
                  </a:lnTo>
                  <a:lnTo>
                    <a:pt x="0" y="0"/>
                  </a:lnTo>
                  <a:lnTo>
                    <a:pt x="0" y="1"/>
                  </a:lnTo>
                  <a:lnTo>
                    <a:pt x="0" y="1"/>
                  </a:lnTo>
                  <a:lnTo>
                    <a:pt x="2" y="5"/>
                  </a:lnTo>
                  <a:lnTo>
                    <a:pt x="3" y="7"/>
                  </a:lnTo>
                  <a:lnTo>
                    <a:pt x="3" y="7"/>
                  </a:lnTo>
                  <a:lnTo>
                    <a:pt x="7" y="8"/>
                  </a:lnTo>
                  <a:lnTo>
                    <a:pt x="9" y="12"/>
                  </a:lnTo>
                  <a:lnTo>
                    <a:pt x="9" y="12"/>
                  </a:lnTo>
                  <a:lnTo>
                    <a:pt x="10" y="12"/>
                  </a:lnTo>
                  <a:lnTo>
                    <a:pt x="10" y="13"/>
                  </a:lnTo>
                  <a:lnTo>
                    <a:pt x="12" y="13"/>
                  </a:lnTo>
                  <a:lnTo>
                    <a:pt x="14" y="14"/>
                  </a:lnTo>
                  <a:lnTo>
                    <a:pt x="15" y="14"/>
                  </a:lnTo>
                  <a:lnTo>
                    <a:pt x="15" y="14"/>
                  </a:lnTo>
                  <a:lnTo>
                    <a:pt x="16" y="14"/>
                  </a:lnTo>
                  <a:lnTo>
                    <a:pt x="16" y="14"/>
                  </a:lnTo>
                  <a:lnTo>
                    <a:pt x="18" y="14"/>
                  </a:lnTo>
                  <a:lnTo>
                    <a:pt x="18" y="14"/>
                  </a:lnTo>
                  <a:lnTo>
                    <a:pt x="18" y="12"/>
                  </a:lnTo>
                  <a:lnTo>
                    <a:pt x="18" y="12"/>
                  </a:lnTo>
                </a:path>
              </a:pathLst>
            </a:custGeom>
            <a:solidFill>
              <a:srgbClr val="a1e2ff"/>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556" name=""/>
            <p:cNvSpPr/>
            <p:nvPr/>
          </p:nvSpPr>
          <p:spPr>
            <a:xfrm>
              <a:off x="3146400" y="4249800"/>
              <a:ext cx="22320" cy="11160"/>
            </a:xfrm>
            <a:custGeom>
              <a:avLst/>
              <a:gdLst/>
              <a:ahLst/>
              <a:rect l="l" t="t" r="r" b="b"/>
              <a:pathLst>
                <a:path w="14" h="7">
                  <a:moveTo>
                    <a:pt x="7" y="0"/>
                  </a:moveTo>
                  <a:lnTo>
                    <a:pt x="7" y="0"/>
                  </a:lnTo>
                  <a:lnTo>
                    <a:pt x="7" y="4"/>
                  </a:lnTo>
                  <a:lnTo>
                    <a:pt x="7" y="4"/>
                  </a:lnTo>
                  <a:lnTo>
                    <a:pt x="6" y="4"/>
                  </a:lnTo>
                  <a:lnTo>
                    <a:pt x="5" y="4"/>
                  </a:lnTo>
                  <a:lnTo>
                    <a:pt x="2" y="4"/>
                  </a:lnTo>
                  <a:lnTo>
                    <a:pt x="2" y="4"/>
                  </a:lnTo>
                  <a:lnTo>
                    <a:pt x="2" y="4"/>
                  </a:lnTo>
                  <a:lnTo>
                    <a:pt x="0" y="4"/>
                  </a:lnTo>
                  <a:lnTo>
                    <a:pt x="0" y="6"/>
                  </a:lnTo>
                  <a:lnTo>
                    <a:pt x="2" y="6"/>
                  </a:lnTo>
                  <a:lnTo>
                    <a:pt x="2" y="6"/>
                  </a:lnTo>
                  <a:lnTo>
                    <a:pt x="2" y="6"/>
                  </a:lnTo>
                  <a:lnTo>
                    <a:pt x="5" y="6"/>
                  </a:lnTo>
                  <a:lnTo>
                    <a:pt x="6" y="6"/>
                  </a:lnTo>
                  <a:lnTo>
                    <a:pt x="7" y="5"/>
                  </a:lnTo>
                  <a:lnTo>
                    <a:pt x="7" y="5"/>
                  </a:lnTo>
                  <a:lnTo>
                    <a:pt x="13" y="4"/>
                  </a:lnTo>
                  <a:lnTo>
                    <a:pt x="13" y="4"/>
                  </a:lnTo>
                  <a:lnTo>
                    <a:pt x="7" y="0"/>
                  </a:lnTo>
                  <a:lnTo>
                    <a:pt x="7" y="0"/>
                  </a:lnTo>
                </a:path>
              </a:pathLst>
            </a:custGeom>
            <a:solidFill>
              <a:srgbClr val="a1e2ff"/>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557" name=""/>
            <p:cNvSpPr/>
            <p:nvPr/>
          </p:nvSpPr>
          <p:spPr>
            <a:xfrm>
              <a:off x="3157560" y="4238640"/>
              <a:ext cx="25200" cy="19080"/>
            </a:xfrm>
            <a:custGeom>
              <a:avLst/>
              <a:gdLst/>
              <a:ahLst/>
              <a:rect l="l" t="t" r="r" b="b"/>
              <a:pathLst>
                <a:path w="16" h="12">
                  <a:moveTo>
                    <a:pt x="15" y="0"/>
                  </a:moveTo>
                  <a:lnTo>
                    <a:pt x="14" y="0"/>
                  </a:lnTo>
                  <a:lnTo>
                    <a:pt x="10" y="0"/>
                  </a:lnTo>
                  <a:lnTo>
                    <a:pt x="10" y="3"/>
                  </a:lnTo>
                  <a:lnTo>
                    <a:pt x="8" y="4"/>
                  </a:lnTo>
                  <a:lnTo>
                    <a:pt x="7" y="4"/>
                  </a:lnTo>
                  <a:lnTo>
                    <a:pt x="7" y="6"/>
                  </a:lnTo>
                  <a:lnTo>
                    <a:pt x="6" y="6"/>
                  </a:lnTo>
                  <a:lnTo>
                    <a:pt x="0" y="7"/>
                  </a:lnTo>
                  <a:lnTo>
                    <a:pt x="6" y="11"/>
                  </a:lnTo>
                  <a:lnTo>
                    <a:pt x="6" y="11"/>
                  </a:lnTo>
                  <a:lnTo>
                    <a:pt x="7" y="7"/>
                  </a:lnTo>
                  <a:lnTo>
                    <a:pt x="8" y="7"/>
                  </a:lnTo>
                  <a:lnTo>
                    <a:pt x="10" y="6"/>
                  </a:lnTo>
                  <a:lnTo>
                    <a:pt x="10" y="6"/>
                  </a:lnTo>
                  <a:lnTo>
                    <a:pt x="14" y="6"/>
                  </a:lnTo>
                  <a:lnTo>
                    <a:pt x="15" y="4"/>
                  </a:lnTo>
                  <a:lnTo>
                    <a:pt x="15" y="0"/>
                  </a:lnTo>
                  <a:lnTo>
                    <a:pt x="15" y="0"/>
                  </a:lnTo>
                  <a:lnTo>
                    <a:pt x="15" y="0"/>
                  </a:lnTo>
                </a:path>
              </a:pathLst>
            </a:custGeom>
            <a:solidFill>
              <a:srgbClr val="a1e2ff"/>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558" name=""/>
            <p:cNvSpPr/>
            <p:nvPr/>
          </p:nvSpPr>
          <p:spPr>
            <a:xfrm>
              <a:off x="3157560" y="4249800"/>
              <a:ext cx="11160" cy="7920"/>
            </a:xfrm>
            <a:custGeom>
              <a:avLst/>
              <a:gdLst/>
              <a:ahLst/>
              <a:rect l="l" t="t" r="r" b="b"/>
              <a:pathLst>
                <a:path w="7" h="5">
                  <a:moveTo>
                    <a:pt x="6" y="4"/>
                  </a:moveTo>
                  <a:lnTo>
                    <a:pt x="6" y="4"/>
                  </a:lnTo>
                  <a:lnTo>
                    <a:pt x="6" y="4"/>
                  </a:lnTo>
                  <a:lnTo>
                    <a:pt x="6" y="4"/>
                  </a:lnTo>
                  <a:lnTo>
                    <a:pt x="6" y="0"/>
                  </a:lnTo>
                  <a:lnTo>
                    <a:pt x="3" y="0"/>
                  </a:lnTo>
                  <a:lnTo>
                    <a:pt x="0" y="0"/>
                  </a:lnTo>
                  <a:lnTo>
                    <a:pt x="0" y="0"/>
                  </a:lnTo>
                  <a:lnTo>
                    <a:pt x="0" y="4"/>
                  </a:lnTo>
                  <a:lnTo>
                    <a:pt x="6" y="4"/>
                  </a:lnTo>
                  <a:lnTo>
                    <a:pt x="6" y="4"/>
                  </a:lnTo>
                </a:path>
              </a:pathLst>
            </a:custGeom>
            <a:solidFill>
              <a:srgbClr val="a1e2ff"/>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559" name=""/>
            <p:cNvSpPr/>
            <p:nvPr/>
          </p:nvSpPr>
          <p:spPr>
            <a:xfrm>
              <a:off x="3117960" y="4233960"/>
              <a:ext cx="1440" cy="3240"/>
            </a:xfrm>
            <a:custGeom>
              <a:avLst/>
              <a:gdLst/>
              <a:ahLst/>
              <a:rect l="l" t="t" r="r" b="b"/>
              <a:pathLst>
                <a:path w="1" h="2">
                  <a:moveTo>
                    <a:pt x="0" y="0"/>
                  </a:moveTo>
                  <a:lnTo>
                    <a:pt x="0" y="0"/>
                  </a:lnTo>
                  <a:lnTo>
                    <a:pt x="0" y="0"/>
                  </a:lnTo>
                  <a:lnTo>
                    <a:pt x="0" y="0"/>
                  </a:lnTo>
                  <a:lnTo>
                    <a:pt x="0" y="0"/>
                  </a:lnTo>
                  <a:lnTo>
                    <a:pt x="0" y="0"/>
                  </a:lnTo>
                  <a:lnTo>
                    <a:pt x="0" y="0"/>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560" name=""/>
            <p:cNvSpPr/>
            <p:nvPr/>
          </p:nvSpPr>
          <p:spPr>
            <a:xfrm>
              <a:off x="3117960" y="4233960"/>
              <a:ext cx="29880" cy="23760"/>
            </a:xfrm>
            <a:custGeom>
              <a:avLst/>
              <a:gdLst/>
              <a:ahLst/>
              <a:rect l="l" t="t" r="r" b="b"/>
              <a:pathLst>
                <a:path w="19" h="15">
                  <a:moveTo>
                    <a:pt x="16" y="10"/>
                  </a:moveTo>
                  <a:lnTo>
                    <a:pt x="16" y="10"/>
                  </a:lnTo>
                  <a:lnTo>
                    <a:pt x="16" y="10"/>
                  </a:lnTo>
                  <a:lnTo>
                    <a:pt x="16" y="10"/>
                  </a:lnTo>
                  <a:lnTo>
                    <a:pt x="15" y="10"/>
                  </a:lnTo>
                  <a:lnTo>
                    <a:pt x="15" y="10"/>
                  </a:lnTo>
                  <a:lnTo>
                    <a:pt x="15" y="10"/>
                  </a:lnTo>
                  <a:lnTo>
                    <a:pt x="13" y="9"/>
                  </a:lnTo>
                  <a:lnTo>
                    <a:pt x="12" y="9"/>
                  </a:lnTo>
                  <a:lnTo>
                    <a:pt x="10" y="9"/>
                  </a:lnTo>
                  <a:lnTo>
                    <a:pt x="10" y="9"/>
                  </a:lnTo>
                  <a:lnTo>
                    <a:pt x="9" y="7"/>
                  </a:lnTo>
                  <a:lnTo>
                    <a:pt x="9" y="6"/>
                  </a:lnTo>
                  <a:lnTo>
                    <a:pt x="7" y="3"/>
                  </a:lnTo>
                  <a:lnTo>
                    <a:pt x="6" y="3"/>
                  </a:lnTo>
                  <a:lnTo>
                    <a:pt x="3" y="3"/>
                  </a:lnTo>
                  <a:lnTo>
                    <a:pt x="2" y="2"/>
                  </a:lnTo>
                  <a:lnTo>
                    <a:pt x="0" y="0"/>
                  </a:lnTo>
                  <a:lnTo>
                    <a:pt x="0" y="1"/>
                  </a:lnTo>
                  <a:lnTo>
                    <a:pt x="0" y="3"/>
                  </a:lnTo>
                  <a:lnTo>
                    <a:pt x="2" y="3"/>
                  </a:lnTo>
                  <a:lnTo>
                    <a:pt x="3" y="3"/>
                  </a:lnTo>
                  <a:lnTo>
                    <a:pt x="3" y="7"/>
                  </a:lnTo>
                  <a:lnTo>
                    <a:pt x="7" y="9"/>
                  </a:lnTo>
                  <a:lnTo>
                    <a:pt x="9" y="9"/>
                  </a:lnTo>
                  <a:lnTo>
                    <a:pt x="9" y="10"/>
                  </a:lnTo>
                  <a:lnTo>
                    <a:pt x="10" y="10"/>
                  </a:lnTo>
                  <a:lnTo>
                    <a:pt x="10" y="14"/>
                  </a:lnTo>
                  <a:lnTo>
                    <a:pt x="12" y="14"/>
                  </a:lnTo>
                  <a:lnTo>
                    <a:pt x="14" y="14"/>
                  </a:lnTo>
                  <a:lnTo>
                    <a:pt x="15" y="14"/>
                  </a:lnTo>
                  <a:lnTo>
                    <a:pt x="15" y="14"/>
                  </a:lnTo>
                  <a:lnTo>
                    <a:pt x="16" y="14"/>
                  </a:lnTo>
                  <a:lnTo>
                    <a:pt x="16" y="14"/>
                  </a:lnTo>
                  <a:lnTo>
                    <a:pt x="18" y="14"/>
                  </a:lnTo>
                  <a:lnTo>
                    <a:pt x="18" y="14"/>
                  </a:lnTo>
                  <a:lnTo>
                    <a:pt x="16" y="10"/>
                  </a:lnTo>
                  <a:lnTo>
                    <a:pt x="16" y="1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561" name=""/>
            <p:cNvSpPr/>
            <p:nvPr/>
          </p:nvSpPr>
          <p:spPr>
            <a:xfrm>
              <a:off x="3143160" y="4248000"/>
              <a:ext cx="25560" cy="9720"/>
            </a:xfrm>
            <a:custGeom>
              <a:avLst/>
              <a:gdLst/>
              <a:ahLst/>
              <a:rect l="l" t="t" r="r" b="b"/>
              <a:pathLst>
                <a:path w="16" h="6">
                  <a:moveTo>
                    <a:pt x="9" y="0"/>
                  </a:moveTo>
                  <a:lnTo>
                    <a:pt x="9" y="0"/>
                  </a:lnTo>
                  <a:lnTo>
                    <a:pt x="9" y="0"/>
                  </a:lnTo>
                  <a:lnTo>
                    <a:pt x="9" y="0"/>
                  </a:lnTo>
                  <a:lnTo>
                    <a:pt x="8" y="1"/>
                  </a:lnTo>
                  <a:lnTo>
                    <a:pt x="7" y="1"/>
                  </a:lnTo>
                  <a:lnTo>
                    <a:pt x="4" y="1"/>
                  </a:lnTo>
                  <a:lnTo>
                    <a:pt x="4" y="1"/>
                  </a:lnTo>
                  <a:lnTo>
                    <a:pt x="4" y="1"/>
                  </a:lnTo>
                  <a:lnTo>
                    <a:pt x="0" y="1"/>
                  </a:lnTo>
                  <a:lnTo>
                    <a:pt x="2" y="5"/>
                  </a:lnTo>
                  <a:lnTo>
                    <a:pt x="4" y="5"/>
                  </a:lnTo>
                  <a:lnTo>
                    <a:pt x="4" y="5"/>
                  </a:lnTo>
                  <a:lnTo>
                    <a:pt x="4" y="5"/>
                  </a:lnTo>
                  <a:lnTo>
                    <a:pt x="7" y="5"/>
                  </a:lnTo>
                  <a:lnTo>
                    <a:pt x="8" y="5"/>
                  </a:lnTo>
                  <a:lnTo>
                    <a:pt x="9" y="5"/>
                  </a:lnTo>
                  <a:lnTo>
                    <a:pt x="9" y="5"/>
                  </a:lnTo>
                  <a:lnTo>
                    <a:pt x="15" y="1"/>
                  </a:lnTo>
                  <a:lnTo>
                    <a:pt x="15" y="1"/>
                  </a:lnTo>
                  <a:lnTo>
                    <a:pt x="9" y="0"/>
                  </a:lnTo>
                  <a:lnTo>
                    <a:pt x="9"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562" name=""/>
            <p:cNvSpPr/>
            <p:nvPr/>
          </p:nvSpPr>
          <p:spPr>
            <a:xfrm>
              <a:off x="3157560" y="4237200"/>
              <a:ext cx="25200" cy="14040"/>
            </a:xfrm>
            <a:custGeom>
              <a:avLst/>
              <a:gdLst/>
              <a:ahLst/>
              <a:rect l="l" t="t" r="r" b="b"/>
              <a:pathLst>
                <a:path w="16" h="9">
                  <a:moveTo>
                    <a:pt x="15" y="0"/>
                  </a:moveTo>
                  <a:lnTo>
                    <a:pt x="14" y="1"/>
                  </a:lnTo>
                  <a:lnTo>
                    <a:pt x="10" y="1"/>
                  </a:lnTo>
                  <a:lnTo>
                    <a:pt x="10" y="1"/>
                  </a:lnTo>
                  <a:lnTo>
                    <a:pt x="8" y="1"/>
                  </a:lnTo>
                  <a:lnTo>
                    <a:pt x="7" y="1"/>
                  </a:lnTo>
                  <a:lnTo>
                    <a:pt x="7" y="4"/>
                  </a:lnTo>
                  <a:lnTo>
                    <a:pt x="6" y="5"/>
                  </a:lnTo>
                  <a:lnTo>
                    <a:pt x="0" y="7"/>
                  </a:lnTo>
                  <a:lnTo>
                    <a:pt x="6" y="8"/>
                  </a:lnTo>
                  <a:lnTo>
                    <a:pt x="6" y="7"/>
                  </a:lnTo>
                  <a:lnTo>
                    <a:pt x="7" y="7"/>
                  </a:lnTo>
                  <a:lnTo>
                    <a:pt x="8" y="7"/>
                  </a:lnTo>
                  <a:lnTo>
                    <a:pt x="10" y="5"/>
                  </a:lnTo>
                  <a:lnTo>
                    <a:pt x="10" y="4"/>
                  </a:lnTo>
                  <a:lnTo>
                    <a:pt x="14" y="1"/>
                  </a:lnTo>
                  <a:lnTo>
                    <a:pt x="15" y="1"/>
                  </a:lnTo>
                  <a:lnTo>
                    <a:pt x="15" y="1"/>
                  </a:lnTo>
                  <a:lnTo>
                    <a:pt x="15" y="0"/>
                  </a:lnTo>
                  <a:lnTo>
                    <a:pt x="15" y="0"/>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2563" name=""/>
            <p:cNvSpPr/>
            <p:nvPr/>
          </p:nvSpPr>
          <p:spPr>
            <a:xfrm>
              <a:off x="3157560" y="4248000"/>
              <a:ext cx="11160" cy="3240"/>
            </a:xfrm>
            <a:custGeom>
              <a:avLst/>
              <a:gdLst/>
              <a:ahLst/>
              <a:rect l="l" t="t" r="r" b="b"/>
              <a:pathLst>
                <a:path w="7" h="2">
                  <a:moveTo>
                    <a:pt x="6" y="1"/>
                  </a:moveTo>
                  <a:lnTo>
                    <a:pt x="6" y="0"/>
                  </a:lnTo>
                  <a:lnTo>
                    <a:pt x="6" y="0"/>
                  </a:lnTo>
                  <a:lnTo>
                    <a:pt x="6" y="0"/>
                  </a:lnTo>
                  <a:lnTo>
                    <a:pt x="6" y="0"/>
                  </a:lnTo>
                  <a:lnTo>
                    <a:pt x="6" y="0"/>
                  </a:lnTo>
                  <a:lnTo>
                    <a:pt x="0" y="0"/>
                  </a:lnTo>
                  <a:lnTo>
                    <a:pt x="0" y="0"/>
                  </a:lnTo>
                  <a:lnTo>
                    <a:pt x="0" y="0"/>
                  </a:lnTo>
                  <a:lnTo>
                    <a:pt x="6" y="1"/>
                  </a:lnTo>
                  <a:lnTo>
                    <a:pt x="6"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564" name=""/>
            <p:cNvSpPr/>
            <p:nvPr/>
          </p:nvSpPr>
          <p:spPr>
            <a:xfrm>
              <a:off x="3116160" y="4224240"/>
              <a:ext cx="3240" cy="11160"/>
            </a:xfrm>
            <a:custGeom>
              <a:avLst/>
              <a:gdLst/>
              <a:ahLst/>
              <a:rect l="l" t="t" r="r" b="b"/>
              <a:pathLst>
                <a:path w="2" h="7">
                  <a:moveTo>
                    <a:pt x="1" y="0"/>
                  </a:moveTo>
                  <a:lnTo>
                    <a:pt x="1" y="0"/>
                  </a:lnTo>
                  <a:lnTo>
                    <a:pt x="1" y="0"/>
                  </a:lnTo>
                  <a:lnTo>
                    <a:pt x="1" y="0"/>
                  </a:lnTo>
                  <a:lnTo>
                    <a:pt x="1" y="0"/>
                  </a:lnTo>
                  <a:lnTo>
                    <a:pt x="1" y="0"/>
                  </a:lnTo>
                  <a:lnTo>
                    <a:pt x="0" y="2"/>
                  </a:lnTo>
                  <a:lnTo>
                    <a:pt x="0" y="2"/>
                  </a:lnTo>
                  <a:lnTo>
                    <a:pt x="1" y="6"/>
                  </a:lnTo>
                  <a:lnTo>
                    <a:pt x="1" y="0"/>
                  </a:lnTo>
                  <a:lnTo>
                    <a:pt x="1"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565" name=""/>
            <p:cNvSpPr/>
            <p:nvPr/>
          </p:nvSpPr>
          <p:spPr>
            <a:xfrm>
              <a:off x="3117960" y="4224240"/>
              <a:ext cx="29880" cy="27000"/>
            </a:xfrm>
            <a:custGeom>
              <a:avLst/>
              <a:gdLst/>
              <a:ahLst/>
              <a:rect l="l" t="t" r="r" b="b"/>
              <a:pathLst>
                <a:path w="19" h="17">
                  <a:moveTo>
                    <a:pt x="16" y="15"/>
                  </a:moveTo>
                  <a:lnTo>
                    <a:pt x="16" y="15"/>
                  </a:lnTo>
                  <a:lnTo>
                    <a:pt x="16" y="15"/>
                  </a:lnTo>
                  <a:lnTo>
                    <a:pt x="15" y="15"/>
                  </a:lnTo>
                  <a:lnTo>
                    <a:pt x="15" y="15"/>
                  </a:lnTo>
                  <a:lnTo>
                    <a:pt x="15" y="15"/>
                  </a:lnTo>
                  <a:lnTo>
                    <a:pt x="15" y="15"/>
                  </a:lnTo>
                  <a:lnTo>
                    <a:pt x="13" y="13"/>
                  </a:lnTo>
                  <a:lnTo>
                    <a:pt x="12" y="13"/>
                  </a:lnTo>
                  <a:lnTo>
                    <a:pt x="10" y="13"/>
                  </a:lnTo>
                  <a:lnTo>
                    <a:pt x="10" y="9"/>
                  </a:lnTo>
                  <a:lnTo>
                    <a:pt x="9" y="9"/>
                  </a:lnTo>
                  <a:lnTo>
                    <a:pt x="9" y="9"/>
                  </a:lnTo>
                  <a:lnTo>
                    <a:pt x="7" y="9"/>
                  </a:lnTo>
                  <a:lnTo>
                    <a:pt x="6" y="8"/>
                  </a:lnTo>
                  <a:lnTo>
                    <a:pt x="3" y="7"/>
                  </a:lnTo>
                  <a:lnTo>
                    <a:pt x="2" y="6"/>
                  </a:lnTo>
                  <a:lnTo>
                    <a:pt x="0" y="0"/>
                  </a:lnTo>
                  <a:lnTo>
                    <a:pt x="0" y="6"/>
                  </a:lnTo>
                  <a:lnTo>
                    <a:pt x="0" y="7"/>
                  </a:lnTo>
                  <a:lnTo>
                    <a:pt x="0" y="8"/>
                  </a:lnTo>
                  <a:lnTo>
                    <a:pt x="3" y="9"/>
                  </a:lnTo>
                  <a:lnTo>
                    <a:pt x="3" y="9"/>
                  </a:lnTo>
                  <a:lnTo>
                    <a:pt x="7" y="12"/>
                  </a:lnTo>
                  <a:lnTo>
                    <a:pt x="9" y="13"/>
                  </a:lnTo>
                  <a:lnTo>
                    <a:pt x="9" y="15"/>
                  </a:lnTo>
                  <a:lnTo>
                    <a:pt x="10" y="15"/>
                  </a:lnTo>
                  <a:lnTo>
                    <a:pt x="10" y="15"/>
                  </a:lnTo>
                  <a:lnTo>
                    <a:pt x="12" y="16"/>
                  </a:lnTo>
                  <a:lnTo>
                    <a:pt x="13" y="16"/>
                  </a:lnTo>
                  <a:lnTo>
                    <a:pt x="15" y="16"/>
                  </a:lnTo>
                  <a:lnTo>
                    <a:pt x="15" y="16"/>
                  </a:lnTo>
                  <a:lnTo>
                    <a:pt x="15" y="16"/>
                  </a:lnTo>
                  <a:lnTo>
                    <a:pt x="16" y="16"/>
                  </a:lnTo>
                  <a:lnTo>
                    <a:pt x="18" y="16"/>
                  </a:lnTo>
                  <a:lnTo>
                    <a:pt x="18" y="16"/>
                  </a:lnTo>
                  <a:lnTo>
                    <a:pt x="16" y="15"/>
                  </a:lnTo>
                  <a:lnTo>
                    <a:pt x="16" y="15"/>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566" name=""/>
            <p:cNvSpPr/>
            <p:nvPr/>
          </p:nvSpPr>
          <p:spPr>
            <a:xfrm>
              <a:off x="3143160" y="4245120"/>
              <a:ext cx="25560" cy="6120"/>
            </a:xfrm>
            <a:custGeom>
              <a:avLst/>
              <a:gdLst/>
              <a:ahLst/>
              <a:rect l="l" t="t" r="r" b="b"/>
              <a:pathLst>
                <a:path w="16" h="4">
                  <a:moveTo>
                    <a:pt x="9" y="0"/>
                  </a:moveTo>
                  <a:lnTo>
                    <a:pt x="9" y="0"/>
                  </a:lnTo>
                  <a:lnTo>
                    <a:pt x="9" y="0"/>
                  </a:lnTo>
                  <a:lnTo>
                    <a:pt x="9" y="0"/>
                  </a:lnTo>
                  <a:lnTo>
                    <a:pt x="8" y="0"/>
                  </a:lnTo>
                  <a:lnTo>
                    <a:pt x="7" y="0"/>
                  </a:lnTo>
                  <a:lnTo>
                    <a:pt x="4" y="0"/>
                  </a:lnTo>
                  <a:lnTo>
                    <a:pt x="4" y="0"/>
                  </a:lnTo>
                  <a:lnTo>
                    <a:pt x="4" y="2"/>
                  </a:lnTo>
                  <a:lnTo>
                    <a:pt x="0" y="2"/>
                  </a:lnTo>
                  <a:lnTo>
                    <a:pt x="2" y="3"/>
                  </a:lnTo>
                  <a:lnTo>
                    <a:pt x="4" y="3"/>
                  </a:lnTo>
                  <a:lnTo>
                    <a:pt x="4" y="3"/>
                  </a:lnTo>
                  <a:lnTo>
                    <a:pt x="4" y="3"/>
                  </a:lnTo>
                  <a:lnTo>
                    <a:pt x="7" y="3"/>
                  </a:lnTo>
                  <a:lnTo>
                    <a:pt x="8" y="3"/>
                  </a:lnTo>
                  <a:lnTo>
                    <a:pt x="9" y="3"/>
                  </a:lnTo>
                  <a:lnTo>
                    <a:pt x="12" y="2"/>
                  </a:lnTo>
                  <a:lnTo>
                    <a:pt x="15" y="2"/>
                  </a:lnTo>
                  <a:lnTo>
                    <a:pt x="15" y="2"/>
                  </a:lnTo>
                  <a:lnTo>
                    <a:pt x="9" y="0"/>
                  </a:lnTo>
                  <a:lnTo>
                    <a:pt x="9"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567" name=""/>
            <p:cNvSpPr/>
            <p:nvPr/>
          </p:nvSpPr>
          <p:spPr>
            <a:xfrm>
              <a:off x="3157560" y="4233960"/>
              <a:ext cx="25200" cy="15840"/>
            </a:xfrm>
            <a:custGeom>
              <a:avLst/>
              <a:gdLst/>
              <a:ahLst/>
              <a:rect l="l" t="t" r="r" b="b"/>
              <a:pathLst>
                <a:path w="16" h="10">
                  <a:moveTo>
                    <a:pt x="15" y="0"/>
                  </a:moveTo>
                  <a:lnTo>
                    <a:pt x="15" y="1"/>
                  </a:lnTo>
                  <a:lnTo>
                    <a:pt x="13" y="2"/>
                  </a:lnTo>
                  <a:lnTo>
                    <a:pt x="10" y="2"/>
                  </a:lnTo>
                  <a:lnTo>
                    <a:pt x="8" y="3"/>
                  </a:lnTo>
                  <a:lnTo>
                    <a:pt x="7" y="3"/>
                  </a:lnTo>
                  <a:lnTo>
                    <a:pt x="7" y="3"/>
                  </a:lnTo>
                  <a:lnTo>
                    <a:pt x="6" y="3"/>
                  </a:lnTo>
                  <a:lnTo>
                    <a:pt x="0" y="7"/>
                  </a:lnTo>
                  <a:lnTo>
                    <a:pt x="6" y="9"/>
                  </a:lnTo>
                  <a:lnTo>
                    <a:pt x="6" y="7"/>
                  </a:lnTo>
                  <a:lnTo>
                    <a:pt x="7" y="7"/>
                  </a:lnTo>
                  <a:lnTo>
                    <a:pt x="8" y="3"/>
                  </a:lnTo>
                  <a:lnTo>
                    <a:pt x="10" y="3"/>
                  </a:lnTo>
                  <a:lnTo>
                    <a:pt x="10" y="3"/>
                  </a:lnTo>
                  <a:lnTo>
                    <a:pt x="14" y="3"/>
                  </a:lnTo>
                  <a:lnTo>
                    <a:pt x="15" y="3"/>
                  </a:lnTo>
                  <a:lnTo>
                    <a:pt x="15" y="2"/>
                  </a:lnTo>
                  <a:lnTo>
                    <a:pt x="15" y="0"/>
                  </a:lnTo>
                  <a:lnTo>
                    <a:pt x="15"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568" name=""/>
            <p:cNvSpPr/>
            <p:nvPr/>
          </p:nvSpPr>
          <p:spPr>
            <a:xfrm>
              <a:off x="3157560" y="4238640"/>
              <a:ext cx="11160" cy="11160"/>
            </a:xfrm>
            <a:custGeom>
              <a:avLst/>
              <a:gdLst/>
              <a:ahLst/>
              <a:rect l="l" t="t" r="r" b="b"/>
              <a:pathLst>
                <a:path w="7" h="7">
                  <a:moveTo>
                    <a:pt x="6" y="6"/>
                  </a:moveTo>
                  <a:lnTo>
                    <a:pt x="6" y="4"/>
                  </a:lnTo>
                  <a:lnTo>
                    <a:pt x="6" y="4"/>
                  </a:lnTo>
                  <a:lnTo>
                    <a:pt x="6" y="4"/>
                  </a:lnTo>
                  <a:lnTo>
                    <a:pt x="6" y="3"/>
                  </a:lnTo>
                  <a:lnTo>
                    <a:pt x="6" y="0"/>
                  </a:lnTo>
                  <a:lnTo>
                    <a:pt x="3" y="0"/>
                  </a:lnTo>
                  <a:lnTo>
                    <a:pt x="0" y="3"/>
                  </a:lnTo>
                  <a:lnTo>
                    <a:pt x="0" y="4"/>
                  </a:lnTo>
                  <a:lnTo>
                    <a:pt x="6" y="6"/>
                  </a:lnTo>
                  <a:lnTo>
                    <a:pt x="6" y="6"/>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569" name=""/>
            <p:cNvSpPr/>
            <p:nvPr/>
          </p:nvSpPr>
          <p:spPr>
            <a:xfrm>
              <a:off x="3112920" y="4224240"/>
              <a:ext cx="6480" cy="1800"/>
            </a:xfrm>
            <a:custGeom>
              <a:avLst/>
              <a:gdLst/>
              <a:ahLst/>
              <a:rect l="l" t="t" r="r" b="b"/>
              <a:pathLst>
                <a:path w="4" h="1">
                  <a:moveTo>
                    <a:pt x="3" y="0"/>
                  </a:moveTo>
                  <a:lnTo>
                    <a:pt x="3" y="0"/>
                  </a:lnTo>
                  <a:lnTo>
                    <a:pt x="3" y="0"/>
                  </a:lnTo>
                  <a:lnTo>
                    <a:pt x="3" y="0"/>
                  </a:lnTo>
                  <a:lnTo>
                    <a:pt x="3" y="0"/>
                  </a:lnTo>
                  <a:lnTo>
                    <a:pt x="2" y="0"/>
                  </a:lnTo>
                  <a:lnTo>
                    <a:pt x="0" y="0"/>
                  </a:lnTo>
                  <a:lnTo>
                    <a:pt x="0" y="0"/>
                  </a:lnTo>
                  <a:lnTo>
                    <a:pt x="2" y="0"/>
                  </a:lnTo>
                  <a:lnTo>
                    <a:pt x="3" y="0"/>
                  </a:lnTo>
                  <a:lnTo>
                    <a:pt x="3" y="0"/>
                  </a:lnTo>
                </a:path>
              </a:pathLst>
            </a:custGeom>
            <a:solidFill>
              <a:srgbClr val="ffe0e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570" name=""/>
            <p:cNvSpPr/>
            <p:nvPr/>
          </p:nvSpPr>
          <p:spPr>
            <a:xfrm>
              <a:off x="3116160" y="4224240"/>
              <a:ext cx="31680" cy="25560"/>
            </a:xfrm>
            <a:custGeom>
              <a:avLst/>
              <a:gdLst/>
              <a:ahLst/>
              <a:rect l="l" t="t" r="r" b="b"/>
              <a:pathLst>
                <a:path w="20" h="16">
                  <a:moveTo>
                    <a:pt x="17" y="12"/>
                  </a:moveTo>
                  <a:lnTo>
                    <a:pt x="17" y="12"/>
                  </a:lnTo>
                  <a:lnTo>
                    <a:pt x="17" y="12"/>
                  </a:lnTo>
                  <a:lnTo>
                    <a:pt x="16" y="12"/>
                  </a:lnTo>
                  <a:lnTo>
                    <a:pt x="16" y="12"/>
                  </a:lnTo>
                  <a:lnTo>
                    <a:pt x="16" y="12"/>
                  </a:lnTo>
                  <a:lnTo>
                    <a:pt x="16" y="9"/>
                  </a:lnTo>
                  <a:lnTo>
                    <a:pt x="14" y="9"/>
                  </a:lnTo>
                  <a:lnTo>
                    <a:pt x="13" y="9"/>
                  </a:lnTo>
                  <a:lnTo>
                    <a:pt x="11" y="9"/>
                  </a:lnTo>
                  <a:lnTo>
                    <a:pt x="11" y="9"/>
                  </a:lnTo>
                  <a:lnTo>
                    <a:pt x="10" y="9"/>
                  </a:lnTo>
                  <a:lnTo>
                    <a:pt x="10" y="8"/>
                  </a:lnTo>
                  <a:lnTo>
                    <a:pt x="8" y="7"/>
                  </a:lnTo>
                  <a:lnTo>
                    <a:pt x="4" y="6"/>
                  </a:lnTo>
                  <a:lnTo>
                    <a:pt x="4" y="2"/>
                  </a:lnTo>
                  <a:lnTo>
                    <a:pt x="3" y="0"/>
                  </a:lnTo>
                  <a:lnTo>
                    <a:pt x="1" y="0"/>
                  </a:lnTo>
                  <a:lnTo>
                    <a:pt x="0" y="0"/>
                  </a:lnTo>
                  <a:lnTo>
                    <a:pt x="1" y="2"/>
                  </a:lnTo>
                  <a:lnTo>
                    <a:pt x="1" y="6"/>
                  </a:lnTo>
                  <a:lnTo>
                    <a:pt x="3" y="8"/>
                  </a:lnTo>
                  <a:lnTo>
                    <a:pt x="4" y="9"/>
                  </a:lnTo>
                  <a:lnTo>
                    <a:pt x="8" y="9"/>
                  </a:lnTo>
                  <a:lnTo>
                    <a:pt x="10" y="9"/>
                  </a:lnTo>
                  <a:lnTo>
                    <a:pt x="10" y="9"/>
                  </a:lnTo>
                  <a:lnTo>
                    <a:pt x="11" y="13"/>
                  </a:lnTo>
                  <a:lnTo>
                    <a:pt x="11" y="13"/>
                  </a:lnTo>
                  <a:lnTo>
                    <a:pt x="13" y="15"/>
                  </a:lnTo>
                  <a:lnTo>
                    <a:pt x="14" y="15"/>
                  </a:lnTo>
                  <a:lnTo>
                    <a:pt x="16" y="15"/>
                  </a:lnTo>
                  <a:lnTo>
                    <a:pt x="16" y="15"/>
                  </a:lnTo>
                  <a:lnTo>
                    <a:pt x="16" y="15"/>
                  </a:lnTo>
                  <a:lnTo>
                    <a:pt x="19" y="15"/>
                  </a:lnTo>
                  <a:lnTo>
                    <a:pt x="19" y="15"/>
                  </a:lnTo>
                  <a:lnTo>
                    <a:pt x="19" y="15"/>
                  </a:lnTo>
                  <a:lnTo>
                    <a:pt x="17" y="12"/>
                  </a:lnTo>
                  <a:lnTo>
                    <a:pt x="17" y="12"/>
                  </a:lnTo>
                </a:path>
              </a:pathLst>
            </a:custGeom>
            <a:solidFill>
              <a:srgbClr val="ffe0e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2571" name=""/>
            <p:cNvSpPr/>
            <p:nvPr/>
          </p:nvSpPr>
          <p:spPr>
            <a:xfrm>
              <a:off x="3143160" y="4238640"/>
              <a:ext cx="25560" cy="11160"/>
            </a:xfrm>
            <a:custGeom>
              <a:avLst/>
              <a:gdLst/>
              <a:ahLst/>
              <a:rect l="l" t="t" r="r" b="b"/>
              <a:pathLst>
                <a:path w="16" h="7">
                  <a:moveTo>
                    <a:pt x="9" y="0"/>
                  </a:moveTo>
                  <a:lnTo>
                    <a:pt x="9" y="0"/>
                  </a:lnTo>
                  <a:lnTo>
                    <a:pt x="9" y="0"/>
                  </a:lnTo>
                  <a:lnTo>
                    <a:pt x="9" y="0"/>
                  </a:lnTo>
                  <a:lnTo>
                    <a:pt x="8" y="0"/>
                  </a:lnTo>
                  <a:lnTo>
                    <a:pt x="7" y="0"/>
                  </a:lnTo>
                  <a:lnTo>
                    <a:pt x="4" y="0"/>
                  </a:lnTo>
                  <a:lnTo>
                    <a:pt x="4" y="0"/>
                  </a:lnTo>
                  <a:lnTo>
                    <a:pt x="2" y="0"/>
                  </a:lnTo>
                  <a:lnTo>
                    <a:pt x="0" y="3"/>
                  </a:lnTo>
                  <a:lnTo>
                    <a:pt x="2" y="6"/>
                  </a:lnTo>
                  <a:lnTo>
                    <a:pt x="4" y="6"/>
                  </a:lnTo>
                  <a:lnTo>
                    <a:pt x="4" y="6"/>
                  </a:lnTo>
                  <a:lnTo>
                    <a:pt x="4" y="6"/>
                  </a:lnTo>
                  <a:lnTo>
                    <a:pt x="7" y="6"/>
                  </a:lnTo>
                  <a:lnTo>
                    <a:pt x="8" y="4"/>
                  </a:lnTo>
                  <a:lnTo>
                    <a:pt x="9" y="4"/>
                  </a:lnTo>
                  <a:lnTo>
                    <a:pt x="15" y="4"/>
                  </a:lnTo>
                  <a:lnTo>
                    <a:pt x="15" y="0"/>
                  </a:lnTo>
                  <a:lnTo>
                    <a:pt x="15" y="0"/>
                  </a:lnTo>
                  <a:lnTo>
                    <a:pt x="9" y="0"/>
                  </a:lnTo>
                  <a:lnTo>
                    <a:pt x="9" y="0"/>
                  </a:lnTo>
                </a:path>
              </a:pathLst>
            </a:custGeom>
            <a:solidFill>
              <a:srgbClr val="ffe0e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572" name=""/>
            <p:cNvSpPr/>
            <p:nvPr/>
          </p:nvSpPr>
          <p:spPr>
            <a:xfrm>
              <a:off x="3157560" y="4227480"/>
              <a:ext cx="25200" cy="12600"/>
            </a:xfrm>
            <a:custGeom>
              <a:avLst/>
              <a:gdLst/>
              <a:ahLst/>
              <a:rect l="l" t="t" r="r" b="b"/>
              <a:pathLst>
                <a:path w="16" h="8">
                  <a:moveTo>
                    <a:pt x="15" y="0"/>
                  </a:moveTo>
                  <a:lnTo>
                    <a:pt x="15" y="0"/>
                  </a:lnTo>
                  <a:lnTo>
                    <a:pt x="13" y="4"/>
                  </a:lnTo>
                  <a:lnTo>
                    <a:pt x="10" y="4"/>
                  </a:lnTo>
                  <a:lnTo>
                    <a:pt x="10" y="5"/>
                  </a:lnTo>
                  <a:lnTo>
                    <a:pt x="7" y="6"/>
                  </a:lnTo>
                  <a:lnTo>
                    <a:pt x="7" y="6"/>
                  </a:lnTo>
                  <a:lnTo>
                    <a:pt x="6" y="7"/>
                  </a:lnTo>
                  <a:lnTo>
                    <a:pt x="0" y="7"/>
                  </a:lnTo>
                  <a:lnTo>
                    <a:pt x="6" y="7"/>
                  </a:lnTo>
                  <a:lnTo>
                    <a:pt x="6" y="7"/>
                  </a:lnTo>
                  <a:lnTo>
                    <a:pt x="7" y="7"/>
                  </a:lnTo>
                  <a:lnTo>
                    <a:pt x="8" y="7"/>
                  </a:lnTo>
                  <a:lnTo>
                    <a:pt x="10" y="7"/>
                  </a:lnTo>
                  <a:lnTo>
                    <a:pt x="10" y="6"/>
                  </a:lnTo>
                  <a:lnTo>
                    <a:pt x="15" y="6"/>
                  </a:lnTo>
                  <a:lnTo>
                    <a:pt x="15" y="5"/>
                  </a:lnTo>
                  <a:lnTo>
                    <a:pt x="15" y="4"/>
                  </a:lnTo>
                  <a:lnTo>
                    <a:pt x="15" y="0"/>
                  </a:lnTo>
                  <a:lnTo>
                    <a:pt x="15" y="0"/>
                  </a:lnTo>
                </a:path>
              </a:pathLst>
            </a:custGeom>
            <a:solidFill>
              <a:srgbClr val="ffe0e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573" name=""/>
            <p:cNvSpPr/>
            <p:nvPr/>
          </p:nvSpPr>
          <p:spPr>
            <a:xfrm>
              <a:off x="3157560" y="4238640"/>
              <a:ext cx="11160" cy="1440"/>
            </a:xfrm>
            <a:custGeom>
              <a:avLst/>
              <a:gdLst/>
              <a:ahLst/>
              <a:rect l="l" t="t" r="r" b="b"/>
              <a:pathLst>
                <a:path w="7" h="1">
                  <a:moveTo>
                    <a:pt x="6" y="0"/>
                  </a:moveTo>
                  <a:lnTo>
                    <a:pt x="6" y="0"/>
                  </a:lnTo>
                  <a:lnTo>
                    <a:pt x="6" y="0"/>
                  </a:lnTo>
                  <a:lnTo>
                    <a:pt x="6" y="0"/>
                  </a:lnTo>
                  <a:lnTo>
                    <a:pt x="6" y="0"/>
                  </a:lnTo>
                  <a:lnTo>
                    <a:pt x="6" y="0"/>
                  </a:lnTo>
                  <a:lnTo>
                    <a:pt x="6" y="0"/>
                  </a:lnTo>
                  <a:lnTo>
                    <a:pt x="0" y="0"/>
                  </a:lnTo>
                  <a:lnTo>
                    <a:pt x="0" y="0"/>
                  </a:lnTo>
                  <a:lnTo>
                    <a:pt x="6" y="0"/>
                  </a:lnTo>
                  <a:lnTo>
                    <a:pt x="6" y="0"/>
                  </a:lnTo>
                </a:path>
              </a:pathLst>
            </a:custGeom>
            <a:solidFill>
              <a:srgbClr val="ffe0e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574" name=""/>
            <p:cNvSpPr/>
            <p:nvPr/>
          </p:nvSpPr>
          <p:spPr>
            <a:xfrm>
              <a:off x="3043080" y="4203720"/>
              <a:ext cx="3240" cy="3240"/>
            </a:xfrm>
            <a:custGeom>
              <a:avLst/>
              <a:gdLst/>
              <a:ahLst/>
              <a:rect l="l" t="t" r="r" b="b"/>
              <a:pathLst>
                <a:path w="2" h="2">
                  <a:moveTo>
                    <a:pt x="1" y="0"/>
                  </a:moveTo>
                  <a:lnTo>
                    <a:pt x="1" y="0"/>
                  </a:lnTo>
                  <a:lnTo>
                    <a:pt x="1" y="0"/>
                  </a:lnTo>
                  <a:lnTo>
                    <a:pt x="0" y="0"/>
                  </a:lnTo>
                  <a:lnTo>
                    <a:pt x="0" y="0"/>
                  </a:lnTo>
                  <a:lnTo>
                    <a:pt x="0" y="0"/>
                  </a:lnTo>
                  <a:lnTo>
                    <a:pt x="0" y="1"/>
                  </a:lnTo>
                  <a:lnTo>
                    <a:pt x="0" y="1"/>
                  </a:lnTo>
                  <a:lnTo>
                    <a:pt x="0" y="1"/>
                  </a:lnTo>
                  <a:lnTo>
                    <a:pt x="1" y="0"/>
                  </a:lnTo>
                  <a:lnTo>
                    <a:pt x="1" y="0"/>
                  </a:lnTo>
                </a:path>
              </a:pathLst>
            </a:custGeom>
            <a:solidFill>
              <a:srgbClr val="626200"/>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575" name=""/>
            <p:cNvSpPr/>
            <p:nvPr/>
          </p:nvSpPr>
          <p:spPr>
            <a:xfrm>
              <a:off x="3043080" y="4203720"/>
              <a:ext cx="30240" cy="17280"/>
            </a:xfrm>
            <a:custGeom>
              <a:avLst/>
              <a:gdLst/>
              <a:ahLst/>
              <a:rect l="l" t="t" r="r" b="b"/>
              <a:pathLst>
                <a:path w="19" h="11">
                  <a:moveTo>
                    <a:pt x="18" y="4"/>
                  </a:moveTo>
                  <a:lnTo>
                    <a:pt x="18" y="4"/>
                  </a:lnTo>
                  <a:lnTo>
                    <a:pt x="15" y="4"/>
                  </a:lnTo>
                  <a:lnTo>
                    <a:pt x="12" y="4"/>
                  </a:lnTo>
                  <a:lnTo>
                    <a:pt x="11" y="4"/>
                  </a:lnTo>
                  <a:lnTo>
                    <a:pt x="10" y="4"/>
                  </a:lnTo>
                  <a:lnTo>
                    <a:pt x="10" y="4"/>
                  </a:lnTo>
                  <a:lnTo>
                    <a:pt x="7" y="4"/>
                  </a:lnTo>
                  <a:lnTo>
                    <a:pt x="4" y="4"/>
                  </a:lnTo>
                  <a:lnTo>
                    <a:pt x="1" y="0"/>
                  </a:lnTo>
                  <a:lnTo>
                    <a:pt x="0" y="1"/>
                  </a:lnTo>
                  <a:lnTo>
                    <a:pt x="1" y="4"/>
                  </a:lnTo>
                  <a:lnTo>
                    <a:pt x="4" y="10"/>
                  </a:lnTo>
                  <a:lnTo>
                    <a:pt x="7" y="10"/>
                  </a:lnTo>
                  <a:lnTo>
                    <a:pt x="10" y="10"/>
                  </a:lnTo>
                  <a:lnTo>
                    <a:pt x="12" y="10"/>
                  </a:lnTo>
                  <a:lnTo>
                    <a:pt x="15" y="10"/>
                  </a:lnTo>
                  <a:lnTo>
                    <a:pt x="17" y="10"/>
                  </a:lnTo>
                  <a:lnTo>
                    <a:pt x="18" y="6"/>
                  </a:lnTo>
                  <a:lnTo>
                    <a:pt x="18" y="6"/>
                  </a:lnTo>
                  <a:lnTo>
                    <a:pt x="18" y="4"/>
                  </a:lnTo>
                  <a:lnTo>
                    <a:pt x="18" y="4"/>
                  </a:lnTo>
                </a:path>
              </a:pathLst>
            </a:custGeom>
            <a:solidFill>
              <a:srgbClr val="626200"/>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576" name=""/>
            <p:cNvSpPr/>
            <p:nvPr/>
          </p:nvSpPr>
          <p:spPr>
            <a:xfrm>
              <a:off x="3071880" y="4195800"/>
              <a:ext cx="14400" cy="19080"/>
            </a:xfrm>
            <a:custGeom>
              <a:avLst/>
              <a:gdLst/>
              <a:ahLst/>
              <a:rect l="l" t="t" r="r" b="b"/>
              <a:pathLst>
                <a:path w="9" h="12">
                  <a:moveTo>
                    <a:pt x="4" y="0"/>
                  </a:moveTo>
                  <a:lnTo>
                    <a:pt x="4" y="1"/>
                  </a:lnTo>
                  <a:lnTo>
                    <a:pt x="3" y="5"/>
                  </a:lnTo>
                  <a:lnTo>
                    <a:pt x="1" y="5"/>
                  </a:lnTo>
                  <a:lnTo>
                    <a:pt x="1" y="6"/>
                  </a:lnTo>
                  <a:lnTo>
                    <a:pt x="1" y="8"/>
                  </a:lnTo>
                  <a:lnTo>
                    <a:pt x="0" y="9"/>
                  </a:lnTo>
                  <a:lnTo>
                    <a:pt x="0" y="9"/>
                  </a:lnTo>
                  <a:lnTo>
                    <a:pt x="0" y="9"/>
                  </a:lnTo>
                  <a:lnTo>
                    <a:pt x="0" y="11"/>
                  </a:lnTo>
                  <a:lnTo>
                    <a:pt x="1" y="11"/>
                  </a:lnTo>
                  <a:lnTo>
                    <a:pt x="1" y="9"/>
                  </a:lnTo>
                  <a:lnTo>
                    <a:pt x="1" y="9"/>
                  </a:lnTo>
                  <a:lnTo>
                    <a:pt x="3" y="9"/>
                  </a:lnTo>
                  <a:lnTo>
                    <a:pt x="4" y="6"/>
                  </a:lnTo>
                  <a:lnTo>
                    <a:pt x="4" y="5"/>
                  </a:lnTo>
                  <a:lnTo>
                    <a:pt x="7" y="5"/>
                  </a:lnTo>
                  <a:lnTo>
                    <a:pt x="8" y="3"/>
                  </a:lnTo>
                  <a:lnTo>
                    <a:pt x="4" y="0"/>
                  </a:lnTo>
                  <a:lnTo>
                    <a:pt x="4" y="0"/>
                  </a:lnTo>
                </a:path>
              </a:pathLst>
            </a:custGeom>
            <a:solidFill>
              <a:srgbClr val="626200"/>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577" name=""/>
            <p:cNvSpPr/>
            <p:nvPr/>
          </p:nvSpPr>
          <p:spPr>
            <a:xfrm>
              <a:off x="3071880" y="4210200"/>
              <a:ext cx="1440" cy="4680"/>
            </a:xfrm>
            <a:custGeom>
              <a:avLst/>
              <a:gdLst/>
              <a:ahLst/>
              <a:rect l="l" t="t" r="r" b="b"/>
              <a:pathLst>
                <a:path w="1" h="3">
                  <a:moveTo>
                    <a:pt x="0" y="2"/>
                  </a:moveTo>
                  <a:lnTo>
                    <a:pt x="0" y="1"/>
                  </a:lnTo>
                  <a:lnTo>
                    <a:pt x="0" y="0"/>
                  </a:lnTo>
                  <a:lnTo>
                    <a:pt x="0" y="0"/>
                  </a:lnTo>
                  <a:lnTo>
                    <a:pt x="0" y="0"/>
                  </a:lnTo>
                  <a:lnTo>
                    <a:pt x="0" y="0"/>
                  </a:lnTo>
                  <a:lnTo>
                    <a:pt x="0" y="0"/>
                  </a:lnTo>
                  <a:lnTo>
                    <a:pt x="0" y="0"/>
                  </a:lnTo>
                  <a:lnTo>
                    <a:pt x="0" y="0"/>
                  </a:lnTo>
                  <a:lnTo>
                    <a:pt x="0" y="2"/>
                  </a:lnTo>
                  <a:lnTo>
                    <a:pt x="0" y="2"/>
                  </a:lnTo>
                </a:path>
              </a:pathLst>
            </a:custGeom>
            <a:solidFill>
              <a:srgbClr val="626200"/>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578" name=""/>
            <p:cNvSpPr/>
            <p:nvPr/>
          </p:nvSpPr>
          <p:spPr>
            <a:xfrm>
              <a:off x="3043080" y="4200480"/>
              <a:ext cx="3240" cy="4680"/>
            </a:xfrm>
            <a:custGeom>
              <a:avLst/>
              <a:gdLst/>
              <a:ahLst/>
              <a:rect l="l" t="t" r="r" b="b"/>
              <a:pathLst>
                <a:path w="2" h="3">
                  <a:moveTo>
                    <a:pt x="1" y="2"/>
                  </a:moveTo>
                  <a:lnTo>
                    <a:pt x="1" y="0"/>
                  </a:lnTo>
                  <a:lnTo>
                    <a:pt x="1" y="0"/>
                  </a:lnTo>
                  <a:lnTo>
                    <a:pt x="0" y="0"/>
                  </a:lnTo>
                  <a:lnTo>
                    <a:pt x="0" y="0"/>
                  </a:lnTo>
                  <a:lnTo>
                    <a:pt x="0" y="2"/>
                  </a:lnTo>
                  <a:lnTo>
                    <a:pt x="0" y="2"/>
                  </a:lnTo>
                  <a:lnTo>
                    <a:pt x="0" y="2"/>
                  </a:lnTo>
                  <a:lnTo>
                    <a:pt x="0" y="2"/>
                  </a:lnTo>
                  <a:lnTo>
                    <a:pt x="1" y="2"/>
                  </a:lnTo>
                  <a:lnTo>
                    <a:pt x="1" y="2"/>
                  </a:lnTo>
                </a:path>
              </a:pathLst>
            </a:custGeom>
            <a:solidFill>
              <a:srgbClr val="82c168"/>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579" name=""/>
            <p:cNvSpPr/>
            <p:nvPr/>
          </p:nvSpPr>
          <p:spPr>
            <a:xfrm>
              <a:off x="3043080" y="4203720"/>
              <a:ext cx="28800" cy="11160"/>
            </a:xfrm>
            <a:custGeom>
              <a:avLst/>
              <a:gdLst/>
              <a:ahLst/>
              <a:rect l="l" t="t" r="r" b="b"/>
              <a:pathLst>
                <a:path w="18" h="7">
                  <a:moveTo>
                    <a:pt x="17" y="3"/>
                  </a:moveTo>
                  <a:lnTo>
                    <a:pt x="17" y="3"/>
                  </a:lnTo>
                  <a:lnTo>
                    <a:pt x="15" y="3"/>
                  </a:lnTo>
                  <a:lnTo>
                    <a:pt x="12" y="4"/>
                  </a:lnTo>
                  <a:lnTo>
                    <a:pt x="10" y="4"/>
                  </a:lnTo>
                  <a:lnTo>
                    <a:pt x="10" y="4"/>
                  </a:lnTo>
                  <a:lnTo>
                    <a:pt x="7" y="4"/>
                  </a:lnTo>
                  <a:lnTo>
                    <a:pt x="7" y="4"/>
                  </a:lnTo>
                  <a:lnTo>
                    <a:pt x="4" y="1"/>
                  </a:lnTo>
                  <a:lnTo>
                    <a:pt x="1" y="0"/>
                  </a:lnTo>
                  <a:lnTo>
                    <a:pt x="0" y="0"/>
                  </a:lnTo>
                  <a:lnTo>
                    <a:pt x="1" y="4"/>
                  </a:lnTo>
                  <a:lnTo>
                    <a:pt x="4" y="4"/>
                  </a:lnTo>
                  <a:lnTo>
                    <a:pt x="7" y="5"/>
                  </a:lnTo>
                  <a:lnTo>
                    <a:pt x="10" y="6"/>
                  </a:lnTo>
                  <a:lnTo>
                    <a:pt x="11" y="5"/>
                  </a:lnTo>
                  <a:lnTo>
                    <a:pt x="12" y="4"/>
                  </a:lnTo>
                  <a:lnTo>
                    <a:pt x="15" y="4"/>
                  </a:lnTo>
                  <a:lnTo>
                    <a:pt x="17" y="4"/>
                  </a:lnTo>
                  <a:lnTo>
                    <a:pt x="17" y="4"/>
                  </a:lnTo>
                  <a:lnTo>
                    <a:pt x="17" y="3"/>
                  </a:lnTo>
                  <a:lnTo>
                    <a:pt x="17" y="3"/>
                  </a:lnTo>
                </a:path>
              </a:pathLst>
            </a:custGeom>
            <a:solidFill>
              <a:srgbClr val="82c168"/>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580" name=""/>
            <p:cNvSpPr/>
            <p:nvPr/>
          </p:nvSpPr>
          <p:spPr>
            <a:xfrm>
              <a:off x="3070080" y="4195800"/>
              <a:ext cx="14400" cy="15840"/>
            </a:xfrm>
            <a:custGeom>
              <a:avLst/>
              <a:gdLst/>
              <a:ahLst/>
              <a:rect l="l" t="t" r="r" b="b"/>
              <a:pathLst>
                <a:path w="9" h="10">
                  <a:moveTo>
                    <a:pt x="5" y="0"/>
                  </a:moveTo>
                  <a:lnTo>
                    <a:pt x="4" y="0"/>
                  </a:lnTo>
                  <a:lnTo>
                    <a:pt x="2" y="3"/>
                  </a:lnTo>
                  <a:lnTo>
                    <a:pt x="2" y="5"/>
                  </a:lnTo>
                  <a:lnTo>
                    <a:pt x="2" y="5"/>
                  </a:lnTo>
                  <a:lnTo>
                    <a:pt x="1" y="6"/>
                  </a:lnTo>
                  <a:lnTo>
                    <a:pt x="1" y="6"/>
                  </a:lnTo>
                  <a:lnTo>
                    <a:pt x="1" y="8"/>
                  </a:lnTo>
                  <a:lnTo>
                    <a:pt x="0" y="8"/>
                  </a:lnTo>
                  <a:lnTo>
                    <a:pt x="0" y="9"/>
                  </a:lnTo>
                  <a:lnTo>
                    <a:pt x="1" y="9"/>
                  </a:lnTo>
                  <a:lnTo>
                    <a:pt x="1" y="9"/>
                  </a:lnTo>
                  <a:lnTo>
                    <a:pt x="2" y="8"/>
                  </a:lnTo>
                  <a:lnTo>
                    <a:pt x="2" y="6"/>
                  </a:lnTo>
                  <a:lnTo>
                    <a:pt x="4" y="6"/>
                  </a:lnTo>
                  <a:lnTo>
                    <a:pt x="5" y="5"/>
                  </a:lnTo>
                  <a:lnTo>
                    <a:pt x="5" y="3"/>
                  </a:lnTo>
                  <a:lnTo>
                    <a:pt x="8" y="1"/>
                  </a:lnTo>
                  <a:lnTo>
                    <a:pt x="5" y="0"/>
                  </a:lnTo>
                  <a:lnTo>
                    <a:pt x="5" y="0"/>
                  </a:lnTo>
                </a:path>
              </a:pathLst>
            </a:custGeom>
            <a:solidFill>
              <a:srgbClr val="82c168"/>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581" name=""/>
            <p:cNvSpPr/>
            <p:nvPr/>
          </p:nvSpPr>
          <p:spPr>
            <a:xfrm>
              <a:off x="3067200" y="4208400"/>
              <a:ext cx="6120" cy="3240"/>
            </a:xfrm>
            <a:custGeom>
              <a:avLst/>
              <a:gdLst/>
              <a:ahLst/>
              <a:rect l="l" t="t" r="r" b="b"/>
              <a:pathLst>
                <a:path w="4" h="2">
                  <a:moveTo>
                    <a:pt x="3" y="1"/>
                  </a:moveTo>
                  <a:lnTo>
                    <a:pt x="3" y="1"/>
                  </a:lnTo>
                  <a:lnTo>
                    <a:pt x="3" y="1"/>
                  </a:lnTo>
                  <a:lnTo>
                    <a:pt x="3" y="1"/>
                  </a:lnTo>
                  <a:lnTo>
                    <a:pt x="3" y="0"/>
                  </a:lnTo>
                  <a:lnTo>
                    <a:pt x="3" y="0"/>
                  </a:lnTo>
                  <a:lnTo>
                    <a:pt x="2" y="0"/>
                  </a:lnTo>
                  <a:lnTo>
                    <a:pt x="0" y="0"/>
                  </a:lnTo>
                  <a:lnTo>
                    <a:pt x="0" y="0"/>
                  </a:lnTo>
                  <a:lnTo>
                    <a:pt x="3" y="1"/>
                  </a:lnTo>
                  <a:lnTo>
                    <a:pt x="3" y="1"/>
                  </a:lnTo>
                </a:path>
              </a:pathLst>
            </a:custGeom>
            <a:solidFill>
              <a:srgbClr val="82c168"/>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582" name=""/>
            <p:cNvSpPr/>
            <p:nvPr/>
          </p:nvSpPr>
          <p:spPr>
            <a:xfrm>
              <a:off x="3043080" y="4195800"/>
              <a:ext cx="3240" cy="6480"/>
            </a:xfrm>
            <a:custGeom>
              <a:avLst/>
              <a:gdLst/>
              <a:ahLst/>
              <a:rect l="l" t="t" r="r" b="b"/>
              <a:pathLst>
                <a:path w="2" h="4">
                  <a:moveTo>
                    <a:pt x="1" y="0"/>
                  </a:moveTo>
                  <a:lnTo>
                    <a:pt x="1" y="0"/>
                  </a:lnTo>
                  <a:lnTo>
                    <a:pt x="0" y="0"/>
                  </a:lnTo>
                  <a:lnTo>
                    <a:pt x="0" y="0"/>
                  </a:lnTo>
                  <a:lnTo>
                    <a:pt x="0" y="0"/>
                  </a:lnTo>
                  <a:lnTo>
                    <a:pt x="0" y="0"/>
                  </a:lnTo>
                  <a:lnTo>
                    <a:pt x="0" y="1"/>
                  </a:lnTo>
                  <a:lnTo>
                    <a:pt x="0" y="3"/>
                  </a:lnTo>
                  <a:lnTo>
                    <a:pt x="0" y="3"/>
                  </a:lnTo>
                  <a:lnTo>
                    <a:pt x="1" y="0"/>
                  </a:lnTo>
                  <a:lnTo>
                    <a:pt x="1"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583" name=""/>
            <p:cNvSpPr/>
            <p:nvPr/>
          </p:nvSpPr>
          <p:spPr>
            <a:xfrm>
              <a:off x="3043080" y="4195800"/>
              <a:ext cx="25560" cy="15840"/>
            </a:xfrm>
            <a:custGeom>
              <a:avLst/>
              <a:gdLst/>
              <a:ahLst/>
              <a:rect l="l" t="t" r="r" b="b"/>
              <a:pathLst>
                <a:path w="16" h="10">
                  <a:moveTo>
                    <a:pt x="15" y="5"/>
                  </a:moveTo>
                  <a:lnTo>
                    <a:pt x="15" y="5"/>
                  </a:lnTo>
                  <a:lnTo>
                    <a:pt x="12" y="6"/>
                  </a:lnTo>
                  <a:lnTo>
                    <a:pt x="11" y="6"/>
                  </a:lnTo>
                  <a:lnTo>
                    <a:pt x="10" y="6"/>
                  </a:lnTo>
                  <a:lnTo>
                    <a:pt x="10" y="6"/>
                  </a:lnTo>
                  <a:lnTo>
                    <a:pt x="7" y="6"/>
                  </a:lnTo>
                  <a:lnTo>
                    <a:pt x="4" y="6"/>
                  </a:lnTo>
                  <a:lnTo>
                    <a:pt x="3" y="5"/>
                  </a:lnTo>
                  <a:lnTo>
                    <a:pt x="1" y="0"/>
                  </a:lnTo>
                  <a:lnTo>
                    <a:pt x="0" y="3"/>
                  </a:lnTo>
                  <a:lnTo>
                    <a:pt x="1" y="6"/>
                  </a:lnTo>
                  <a:lnTo>
                    <a:pt x="4" y="9"/>
                  </a:lnTo>
                  <a:lnTo>
                    <a:pt x="7" y="9"/>
                  </a:lnTo>
                  <a:lnTo>
                    <a:pt x="10" y="9"/>
                  </a:lnTo>
                  <a:lnTo>
                    <a:pt x="10" y="9"/>
                  </a:lnTo>
                  <a:lnTo>
                    <a:pt x="12" y="9"/>
                  </a:lnTo>
                  <a:lnTo>
                    <a:pt x="12" y="9"/>
                  </a:lnTo>
                  <a:lnTo>
                    <a:pt x="15" y="8"/>
                  </a:lnTo>
                  <a:lnTo>
                    <a:pt x="15" y="8"/>
                  </a:lnTo>
                  <a:lnTo>
                    <a:pt x="15" y="5"/>
                  </a:lnTo>
                  <a:lnTo>
                    <a:pt x="15" y="5"/>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584" name=""/>
            <p:cNvSpPr/>
            <p:nvPr/>
          </p:nvSpPr>
          <p:spPr>
            <a:xfrm>
              <a:off x="3067200" y="4192560"/>
              <a:ext cx="12600" cy="17640"/>
            </a:xfrm>
            <a:custGeom>
              <a:avLst/>
              <a:gdLst/>
              <a:ahLst/>
              <a:rect l="l" t="t" r="r" b="b"/>
              <a:pathLst>
                <a:path w="8" h="11">
                  <a:moveTo>
                    <a:pt x="6" y="0"/>
                  </a:moveTo>
                  <a:lnTo>
                    <a:pt x="4" y="2"/>
                  </a:lnTo>
                  <a:lnTo>
                    <a:pt x="4" y="2"/>
                  </a:lnTo>
                  <a:lnTo>
                    <a:pt x="4" y="5"/>
                  </a:lnTo>
                  <a:lnTo>
                    <a:pt x="3" y="5"/>
                  </a:lnTo>
                  <a:lnTo>
                    <a:pt x="3" y="7"/>
                  </a:lnTo>
                  <a:lnTo>
                    <a:pt x="2" y="7"/>
                  </a:lnTo>
                  <a:lnTo>
                    <a:pt x="0" y="7"/>
                  </a:lnTo>
                  <a:lnTo>
                    <a:pt x="0" y="7"/>
                  </a:lnTo>
                  <a:lnTo>
                    <a:pt x="0" y="10"/>
                  </a:lnTo>
                  <a:lnTo>
                    <a:pt x="3" y="10"/>
                  </a:lnTo>
                  <a:lnTo>
                    <a:pt x="3" y="10"/>
                  </a:lnTo>
                  <a:lnTo>
                    <a:pt x="3" y="8"/>
                  </a:lnTo>
                  <a:lnTo>
                    <a:pt x="4" y="7"/>
                  </a:lnTo>
                  <a:lnTo>
                    <a:pt x="4" y="7"/>
                  </a:lnTo>
                  <a:lnTo>
                    <a:pt x="6" y="5"/>
                  </a:lnTo>
                  <a:lnTo>
                    <a:pt x="7" y="3"/>
                  </a:lnTo>
                  <a:lnTo>
                    <a:pt x="7" y="2"/>
                  </a:lnTo>
                  <a:lnTo>
                    <a:pt x="6" y="0"/>
                  </a:lnTo>
                  <a:lnTo>
                    <a:pt x="6" y="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585" name=""/>
            <p:cNvSpPr/>
            <p:nvPr/>
          </p:nvSpPr>
          <p:spPr>
            <a:xfrm>
              <a:off x="3062160" y="4203720"/>
              <a:ext cx="11160" cy="6480"/>
            </a:xfrm>
            <a:custGeom>
              <a:avLst/>
              <a:gdLst/>
              <a:ahLst/>
              <a:rect l="l" t="t" r="r" b="b"/>
              <a:pathLst>
                <a:path w="7" h="4">
                  <a:moveTo>
                    <a:pt x="5" y="3"/>
                  </a:moveTo>
                  <a:lnTo>
                    <a:pt x="6" y="3"/>
                  </a:lnTo>
                  <a:lnTo>
                    <a:pt x="6" y="1"/>
                  </a:lnTo>
                  <a:lnTo>
                    <a:pt x="5" y="1"/>
                  </a:lnTo>
                  <a:lnTo>
                    <a:pt x="3" y="1"/>
                  </a:lnTo>
                  <a:lnTo>
                    <a:pt x="3" y="0"/>
                  </a:lnTo>
                  <a:lnTo>
                    <a:pt x="3" y="0"/>
                  </a:lnTo>
                  <a:lnTo>
                    <a:pt x="2" y="0"/>
                  </a:lnTo>
                  <a:lnTo>
                    <a:pt x="0" y="1"/>
                  </a:lnTo>
                  <a:lnTo>
                    <a:pt x="5" y="3"/>
                  </a:lnTo>
                  <a:lnTo>
                    <a:pt x="5"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586" name=""/>
            <p:cNvSpPr/>
            <p:nvPr/>
          </p:nvSpPr>
          <p:spPr>
            <a:xfrm>
              <a:off x="3041640" y="4192560"/>
              <a:ext cx="4680" cy="4680"/>
            </a:xfrm>
            <a:custGeom>
              <a:avLst/>
              <a:gdLst/>
              <a:ahLst/>
              <a:rect l="l" t="t" r="r" b="b"/>
              <a:pathLst>
                <a:path w="3" h="3">
                  <a:moveTo>
                    <a:pt x="2" y="0"/>
                  </a:moveTo>
                  <a:lnTo>
                    <a:pt x="1" y="0"/>
                  </a:lnTo>
                  <a:lnTo>
                    <a:pt x="1" y="0"/>
                  </a:lnTo>
                  <a:lnTo>
                    <a:pt x="1" y="0"/>
                  </a:lnTo>
                  <a:lnTo>
                    <a:pt x="1" y="0"/>
                  </a:lnTo>
                  <a:lnTo>
                    <a:pt x="1" y="0"/>
                  </a:lnTo>
                  <a:lnTo>
                    <a:pt x="0" y="0"/>
                  </a:lnTo>
                  <a:lnTo>
                    <a:pt x="0" y="2"/>
                  </a:lnTo>
                  <a:lnTo>
                    <a:pt x="1" y="2"/>
                  </a:lnTo>
                  <a:lnTo>
                    <a:pt x="2" y="0"/>
                  </a:lnTo>
                  <a:lnTo>
                    <a:pt x="2" y="0"/>
                  </a:lnTo>
                </a:path>
              </a:pathLst>
            </a:custGeom>
            <a:solidFill>
              <a:srgbClr val="c0c27c"/>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587" name=""/>
            <p:cNvSpPr/>
            <p:nvPr/>
          </p:nvSpPr>
          <p:spPr>
            <a:xfrm>
              <a:off x="3043080" y="4192560"/>
              <a:ext cx="20880" cy="17640"/>
            </a:xfrm>
            <a:custGeom>
              <a:avLst/>
              <a:gdLst/>
              <a:ahLst/>
              <a:rect l="l" t="t" r="r" b="b"/>
              <a:pathLst>
                <a:path w="13" h="11">
                  <a:moveTo>
                    <a:pt x="12" y="5"/>
                  </a:moveTo>
                  <a:lnTo>
                    <a:pt x="12" y="5"/>
                  </a:lnTo>
                  <a:lnTo>
                    <a:pt x="11" y="7"/>
                  </a:lnTo>
                  <a:lnTo>
                    <a:pt x="10" y="7"/>
                  </a:lnTo>
                  <a:lnTo>
                    <a:pt x="10" y="7"/>
                  </a:lnTo>
                  <a:lnTo>
                    <a:pt x="10" y="7"/>
                  </a:lnTo>
                  <a:lnTo>
                    <a:pt x="7" y="7"/>
                  </a:lnTo>
                  <a:lnTo>
                    <a:pt x="4" y="7"/>
                  </a:lnTo>
                  <a:lnTo>
                    <a:pt x="3" y="3"/>
                  </a:lnTo>
                  <a:lnTo>
                    <a:pt x="1" y="0"/>
                  </a:lnTo>
                  <a:lnTo>
                    <a:pt x="0" y="2"/>
                  </a:lnTo>
                  <a:lnTo>
                    <a:pt x="1" y="7"/>
                  </a:lnTo>
                  <a:lnTo>
                    <a:pt x="4" y="8"/>
                  </a:lnTo>
                  <a:lnTo>
                    <a:pt x="7" y="10"/>
                  </a:lnTo>
                  <a:lnTo>
                    <a:pt x="10" y="10"/>
                  </a:lnTo>
                  <a:lnTo>
                    <a:pt x="10" y="10"/>
                  </a:lnTo>
                  <a:lnTo>
                    <a:pt x="11" y="8"/>
                  </a:lnTo>
                  <a:lnTo>
                    <a:pt x="12" y="8"/>
                  </a:lnTo>
                  <a:lnTo>
                    <a:pt x="12" y="8"/>
                  </a:lnTo>
                  <a:lnTo>
                    <a:pt x="12" y="8"/>
                  </a:lnTo>
                  <a:lnTo>
                    <a:pt x="12" y="5"/>
                  </a:lnTo>
                  <a:lnTo>
                    <a:pt x="12" y="5"/>
                  </a:lnTo>
                </a:path>
              </a:pathLst>
            </a:custGeom>
            <a:solidFill>
              <a:srgbClr val="c0c27c"/>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588" name=""/>
            <p:cNvSpPr/>
            <p:nvPr/>
          </p:nvSpPr>
          <p:spPr>
            <a:xfrm>
              <a:off x="3062160" y="4192560"/>
              <a:ext cx="17640" cy="14400"/>
            </a:xfrm>
            <a:custGeom>
              <a:avLst/>
              <a:gdLst/>
              <a:ahLst/>
              <a:rect l="l" t="t" r="r" b="b"/>
              <a:pathLst>
                <a:path w="11" h="9">
                  <a:moveTo>
                    <a:pt x="7" y="0"/>
                  </a:moveTo>
                  <a:lnTo>
                    <a:pt x="7" y="0"/>
                  </a:lnTo>
                  <a:lnTo>
                    <a:pt x="7" y="2"/>
                  </a:lnTo>
                  <a:lnTo>
                    <a:pt x="6" y="2"/>
                  </a:lnTo>
                  <a:lnTo>
                    <a:pt x="6" y="2"/>
                  </a:lnTo>
                  <a:lnTo>
                    <a:pt x="6" y="3"/>
                  </a:lnTo>
                  <a:lnTo>
                    <a:pt x="3" y="5"/>
                  </a:lnTo>
                  <a:lnTo>
                    <a:pt x="2" y="5"/>
                  </a:lnTo>
                  <a:lnTo>
                    <a:pt x="0" y="5"/>
                  </a:lnTo>
                  <a:lnTo>
                    <a:pt x="0" y="8"/>
                  </a:lnTo>
                  <a:lnTo>
                    <a:pt x="3" y="8"/>
                  </a:lnTo>
                  <a:lnTo>
                    <a:pt x="5" y="7"/>
                  </a:lnTo>
                  <a:lnTo>
                    <a:pt x="6" y="7"/>
                  </a:lnTo>
                  <a:lnTo>
                    <a:pt x="6" y="7"/>
                  </a:lnTo>
                  <a:lnTo>
                    <a:pt x="7" y="5"/>
                  </a:lnTo>
                  <a:lnTo>
                    <a:pt x="7" y="5"/>
                  </a:lnTo>
                  <a:lnTo>
                    <a:pt x="9" y="2"/>
                  </a:lnTo>
                  <a:lnTo>
                    <a:pt x="10" y="2"/>
                  </a:lnTo>
                  <a:lnTo>
                    <a:pt x="7" y="0"/>
                  </a:lnTo>
                  <a:lnTo>
                    <a:pt x="7" y="0"/>
                  </a:lnTo>
                </a:path>
              </a:pathLst>
            </a:custGeom>
            <a:solidFill>
              <a:srgbClr val="c0c27c"/>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589" name=""/>
            <p:cNvSpPr/>
            <p:nvPr/>
          </p:nvSpPr>
          <p:spPr>
            <a:xfrm>
              <a:off x="3060720" y="4200480"/>
              <a:ext cx="7920" cy="4680"/>
            </a:xfrm>
            <a:custGeom>
              <a:avLst/>
              <a:gdLst/>
              <a:ahLst/>
              <a:rect l="l" t="t" r="r" b="b"/>
              <a:pathLst>
                <a:path w="5" h="3">
                  <a:moveTo>
                    <a:pt x="4" y="2"/>
                  </a:moveTo>
                  <a:lnTo>
                    <a:pt x="4" y="2"/>
                  </a:lnTo>
                  <a:lnTo>
                    <a:pt x="4" y="2"/>
                  </a:lnTo>
                  <a:lnTo>
                    <a:pt x="4" y="2"/>
                  </a:lnTo>
                  <a:lnTo>
                    <a:pt x="4" y="2"/>
                  </a:lnTo>
                  <a:lnTo>
                    <a:pt x="3" y="0"/>
                  </a:lnTo>
                  <a:lnTo>
                    <a:pt x="1" y="0"/>
                  </a:lnTo>
                  <a:lnTo>
                    <a:pt x="1" y="0"/>
                  </a:lnTo>
                  <a:lnTo>
                    <a:pt x="0" y="2"/>
                  </a:lnTo>
                  <a:lnTo>
                    <a:pt x="4" y="2"/>
                  </a:lnTo>
                  <a:lnTo>
                    <a:pt x="4" y="2"/>
                  </a:lnTo>
                </a:path>
              </a:pathLst>
            </a:custGeom>
            <a:solidFill>
              <a:srgbClr val="c0c27c"/>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590" name=""/>
            <p:cNvSpPr/>
            <p:nvPr/>
          </p:nvSpPr>
          <p:spPr>
            <a:xfrm>
              <a:off x="3041640" y="4189320"/>
              <a:ext cx="3240" cy="4680"/>
            </a:xfrm>
            <a:custGeom>
              <a:avLst/>
              <a:gdLst/>
              <a:ahLst/>
              <a:rect l="l" t="t" r="r" b="b"/>
              <a:pathLst>
                <a:path w="2" h="3">
                  <a:moveTo>
                    <a:pt x="1" y="0"/>
                  </a:moveTo>
                  <a:lnTo>
                    <a:pt x="1" y="0"/>
                  </a:lnTo>
                  <a:lnTo>
                    <a:pt x="1" y="0"/>
                  </a:lnTo>
                  <a:lnTo>
                    <a:pt x="1" y="0"/>
                  </a:lnTo>
                  <a:lnTo>
                    <a:pt x="0" y="0"/>
                  </a:lnTo>
                  <a:lnTo>
                    <a:pt x="0" y="0"/>
                  </a:lnTo>
                  <a:lnTo>
                    <a:pt x="0" y="0"/>
                  </a:lnTo>
                  <a:lnTo>
                    <a:pt x="0" y="2"/>
                  </a:lnTo>
                  <a:lnTo>
                    <a:pt x="0" y="2"/>
                  </a:lnTo>
                  <a:lnTo>
                    <a:pt x="1" y="0"/>
                  </a:lnTo>
                  <a:lnTo>
                    <a:pt x="1"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591" name=""/>
            <p:cNvSpPr/>
            <p:nvPr/>
          </p:nvSpPr>
          <p:spPr>
            <a:xfrm>
              <a:off x="3041640" y="4189320"/>
              <a:ext cx="22320" cy="15840"/>
            </a:xfrm>
            <a:custGeom>
              <a:avLst/>
              <a:gdLst/>
              <a:ahLst/>
              <a:rect l="l" t="t" r="r" b="b"/>
              <a:pathLst>
                <a:path w="14" h="10">
                  <a:moveTo>
                    <a:pt x="12" y="4"/>
                  </a:moveTo>
                  <a:lnTo>
                    <a:pt x="12" y="4"/>
                  </a:lnTo>
                  <a:lnTo>
                    <a:pt x="11" y="4"/>
                  </a:lnTo>
                  <a:lnTo>
                    <a:pt x="11" y="5"/>
                  </a:lnTo>
                  <a:lnTo>
                    <a:pt x="11" y="5"/>
                  </a:lnTo>
                  <a:lnTo>
                    <a:pt x="8" y="5"/>
                  </a:lnTo>
                  <a:lnTo>
                    <a:pt x="8" y="5"/>
                  </a:lnTo>
                  <a:lnTo>
                    <a:pt x="5" y="4"/>
                  </a:lnTo>
                  <a:lnTo>
                    <a:pt x="3" y="2"/>
                  </a:lnTo>
                  <a:lnTo>
                    <a:pt x="1" y="0"/>
                  </a:lnTo>
                  <a:lnTo>
                    <a:pt x="0" y="2"/>
                  </a:lnTo>
                  <a:lnTo>
                    <a:pt x="2" y="5"/>
                  </a:lnTo>
                  <a:lnTo>
                    <a:pt x="4" y="9"/>
                  </a:lnTo>
                  <a:lnTo>
                    <a:pt x="5" y="9"/>
                  </a:lnTo>
                  <a:lnTo>
                    <a:pt x="8" y="9"/>
                  </a:lnTo>
                  <a:lnTo>
                    <a:pt x="11" y="9"/>
                  </a:lnTo>
                  <a:lnTo>
                    <a:pt x="11" y="9"/>
                  </a:lnTo>
                  <a:lnTo>
                    <a:pt x="12" y="9"/>
                  </a:lnTo>
                  <a:lnTo>
                    <a:pt x="13" y="9"/>
                  </a:lnTo>
                  <a:lnTo>
                    <a:pt x="13" y="9"/>
                  </a:lnTo>
                  <a:lnTo>
                    <a:pt x="12" y="4"/>
                  </a:lnTo>
                  <a:lnTo>
                    <a:pt x="12" y="4"/>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592" name=""/>
            <p:cNvSpPr/>
            <p:nvPr/>
          </p:nvSpPr>
          <p:spPr>
            <a:xfrm>
              <a:off x="3060720" y="4189320"/>
              <a:ext cx="17280" cy="15840"/>
            </a:xfrm>
            <a:custGeom>
              <a:avLst/>
              <a:gdLst/>
              <a:ahLst/>
              <a:rect l="l" t="t" r="r" b="b"/>
              <a:pathLst>
                <a:path w="11" h="10">
                  <a:moveTo>
                    <a:pt x="8" y="0"/>
                  </a:moveTo>
                  <a:lnTo>
                    <a:pt x="8" y="2"/>
                  </a:lnTo>
                  <a:lnTo>
                    <a:pt x="7" y="2"/>
                  </a:lnTo>
                  <a:lnTo>
                    <a:pt x="7" y="2"/>
                  </a:lnTo>
                  <a:lnTo>
                    <a:pt x="7" y="2"/>
                  </a:lnTo>
                  <a:lnTo>
                    <a:pt x="4" y="4"/>
                  </a:lnTo>
                  <a:lnTo>
                    <a:pt x="3" y="4"/>
                  </a:lnTo>
                  <a:lnTo>
                    <a:pt x="1" y="4"/>
                  </a:lnTo>
                  <a:lnTo>
                    <a:pt x="0" y="4"/>
                  </a:lnTo>
                  <a:lnTo>
                    <a:pt x="1" y="9"/>
                  </a:lnTo>
                  <a:lnTo>
                    <a:pt x="1" y="7"/>
                  </a:lnTo>
                  <a:lnTo>
                    <a:pt x="4" y="7"/>
                  </a:lnTo>
                  <a:lnTo>
                    <a:pt x="6" y="7"/>
                  </a:lnTo>
                  <a:lnTo>
                    <a:pt x="7" y="7"/>
                  </a:lnTo>
                  <a:lnTo>
                    <a:pt x="7" y="5"/>
                  </a:lnTo>
                  <a:lnTo>
                    <a:pt x="8" y="4"/>
                  </a:lnTo>
                  <a:lnTo>
                    <a:pt x="8" y="4"/>
                  </a:lnTo>
                  <a:lnTo>
                    <a:pt x="10" y="2"/>
                  </a:lnTo>
                  <a:lnTo>
                    <a:pt x="8" y="0"/>
                  </a:lnTo>
                  <a:lnTo>
                    <a:pt x="8"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593" name=""/>
            <p:cNvSpPr/>
            <p:nvPr/>
          </p:nvSpPr>
          <p:spPr>
            <a:xfrm>
              <a:off x="3059280" y="4195800"/>
              <a:ext cx="4680" cy="6480"/>
            </a:xfrm>
            <a:custGeom>
              <a:avLst/>
              <a:gdLst/>
              <a:ahLst/>
              <a:rect l="l" t="t" r="r" b="b"/>
              <a:pathLst>
                <a:path w="3" h="4">
                  <a:moveTo>
                    <a:pt x="2" y="3"/>
                  </a:moveTo>
                  <a:lnTo>
                    <a:pt x="2" y="3"/>
                  </a:lnTo>
                  <a:lnTo>
                    <a:pt x="2" y="1"/>
                  </a:lnTo>
                  <a:lnTo>
                    <a:pt x="2" y="0"/>
                  </a:lnTo>
                  <a:lnTo>
                    <a:pt x="2" y="0"/>
                  </a:lnTo>
                  <a:lnTo>
                    <a:pt x="2" y="0"/>
                  </a:lnTo>
                  <a:lnTo>
                    <a:pt x="1" y="0"/>
                  </a:lnTo>
                  <a:lnTo>
                    <a:pt x="1" y="0"/>
                  </a:lnTo>
                  <a:lnTo>
                    <a:pt x="0" y="0"/>
                  </a:lnTo>
                  <a:lnTo>
                    <a:pt x="2" y="3"/>
                  </a:lnTo>
                  <a:lnTo>
                    <a:pt x="2"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594" name=""/>
            <p:cNvSpPr/>
            <p:nvPr/>
          </p:nvSpPr>
          <p:spPr>
            <a:xfrm>
              <a:off x="3041640" y="4189320"/>
              <a:ext cx="3240" cy="1800"/>
            </a:xfrm>
            <a:custGeom>
              <a:avLst/>
              <a:gdLst/>
              <a:ahLst/>
              <a:rect l="l" t="t" r="r" b="b"/>
              <a:pathLst>
                <a:path w="2" h="1">
                  <a:moveTo>
                    <a:pt x="1" y="0"/>
                  </a:moveTo>
                  <a:lnTo>
                    <a:pt x="1" y="0"/>
                  </a:lnTo>
                  <a:lnTo>
                    <a:pt x="1" y="0"/>
                  </a:lnTo>
                  <a:lnTo>
                    <a:pt x="0" y="0"/>
                  </a:lnTo>
                  <a:lnTo>
                    <a:pt x="0" y="0"/>
                  </a:lnTo>
                  <a:lnTo>
                    <a:pt x="0" y="0"/>
                  </a:lnTo>
                  <a:lnTo>
                    <a:pt x="0" y="0"/>
                  </a:lnTo>
                  <a:lnTo>
                    <a:pt x="0"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595" name=""/>
            <p:cNvSpPr/>
            <p:nvPr/>
          </p:nvSpPr>
          <p:spPr>
            <a:xfrm>
              <a:off x="3041640" y="4189320"/>
              <a:ext cx="20520" cy="12960"/>
            </a:xfrm>
            <a:custGeom>
              <a:avLst/>
              <a:gdLst/>
              <a:ahLst/>
              <a:rect l="l" t="t" r="r" b="b"/>
              <a:pathLst>
                <a:path w="13" h="8">
                  <a:moveTo>
                    <a:pt x="11" y="2"/>
                  </a:moveTo>
                  <a:lnTo>
                    <a:pt x="11" y="2"/>
                  </a:lnTo>
                  <a:lnTo>
                    <a:pt x="11" y="2"/>
                  </a:lnTo>
                  <a:lnTo>
                    <a:pt x="11" y="2"/>
                  </a:lnTo>
                  <a:lnTo>
                    <a:pt x="8" y="2"/>
                  </a:lnTo>
                  <a:lnTo>
                    <a:pt x="8" y="4"/>
                  </a:lnTo>
                  <a:lnTo>
                    <a:pt x="8" y="2"/>
                  </a:lnTo>
                  <a:lnTo>
                    <a:pt x="5" y="2"/>
                  </a:lnTo>
                  <a:lnTo>
                    <a:pt x="3" y="0"/>
                  </a:lnTo>
                  <a:lnTo>
                    <a:pt x="1" y="0"/>
                  </a:lnTo>
                  <a:lnTo>
                    <a:pt x="0" y="0"/>
                  </a:lnTo>
                  <a:lnTo>
                    <a:pt x="2" y="2"/>
                  </a:lnTo>
                  <a:lnTo>
                    <a:pt x="4" y="4"/>
                  </a:lnTo>
                  <a:lnTo>
                    <a:pt x="5" y="7"/>
                  </a:lnTo>
                  <a:lnTo>
                    <a:pt x="8" y="7"/>
                  </a:lnTo>
                  <a:lnTo>
                    <a:pt x="11" y="7"/>
                  </a:lnTo>
                  <a:lnTo>
                    <a:pt x="11" y="7"/>
                  </a:lnTo>
                  <a:lnTo>
                    <a:pt x="11" y="5"/>
                  </a:lnTo>
                  <a:lnTo>
                    <a:pt x="12" y="4"/>
                  </a:lnTo>
                  <a:lnTo>
                    <a:pt x="12" y="4"/>
                  </a:lnTo>
                  <a:lnTo>
                    <a:pt x="11" y="2"/>
                  </a:lnTo>
                  <a:lnTo>
                    <a:pt x="11" y="2"/>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596" name=""/>
            <p:cNvSpPr/>
            <p:nvPr/>
          </p:nvSpPr>
          <p:spPr>
            <a:xfrm>
              <a:off x="3059280" y="4189320"/>
              <a:ext cx="15840" cy="7920"/>
            </a:xfrm>
            <a:custGeom>
              <a:avLst/>
              <a:gdLst/>
              <a:ahLst/>
              <a:rect l="l" t="t" r="r" b="b"/>
              <a:pathLst>
                <a:path w="10" h="5">
                  <a:moveTo>
                    <a:pt x="9" y="0"/>
                  </a:moveTo>
                  <a:lnTo>
                    <a:pt x="8" y="0"/>
                  </a:lnTo>
                  <a:lnTo>
                    <a:pt x="8" y="0"/>
                  </a:lnTo>
                  <a:lnTo>
                    <a:pt x="8" y="0"/>
                  </a:lnTo>
                  <a:lnTo>
                    <a:pt x="7" y="0"/>
                  </a:lnTo>
                  <a:lnTo>
                    <a:pt x="5" y="0"/>
                  </a:lnTo>
                  <a:lnTo>
                    <a:pt x="2" y="0"/>
                  </a:lnTo>
                  <a:lnTo>
                    <a:pt x="1" y="2"/>
                  </a:lnTo>
                  <a:lnTo>
                    <a:pt x="0" y="2"/>
                  </a:lnTo>
                  <a:lnTo>
                    <a:pt x="1" y="4"/>
                  </a:lnTo>
                  <a:lnTo>
                    <a:pt x="1" y="4"/>
                  </a:lnTo>
                  <a:lnTo>
                    <a:pt x="2" y="4"/>
                  </a:lnTo>
                  <a:lnTo>
                    <a:pt x="5" y="4"/>
                  </a:lnTo>
                  <a:lnTo>
                    <a:pt x="7" y="4"/>
                  </a:lnTo>
                  <a:lnTo>
                    <a:pt x="8" y="4"/>
                  </a:lnTo>
                  <a:lnTo>
                    <a:pt x="9" y="4"/>
                  </a:lnTo>
                  <a:lnTo>
                    <a:pt x="9" y="2"/>
                  </a:lnTo>
                  <a:lnTo>
                    <a:pt x="9" y="2"/>
                  </a:lnTo>
                  <a:lnTo>
                    <a:pt x="9" y="0"/>
                  </a:lnTo>
                  <a:lnTo>
                    <a:pt x="9"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597" name=""/>
            <p:cNvSpPr/>
            <p:nvPr/>
          </p:nvSpPr>
          <p:spPr>
            <a:xfrm>
              <a:off x="3059280" y="4192560"/>
              <a:ext cx="2880" cy="4680"/>
            </a:xfrm>
            <a:custGeom>
              <a:avLst/>
              <a:gdLst/>
              <a:ahLst/>
              <a:rect l="l" t="t" r="r" b="b"/>
              <a:pathLst>
                <a:path w="2" h="3">
                  <a:moveTo>
                    <a:pt x="1" y="2"/>
                  </a:moveTo>
                  <a:lnTo>
                    <a:pt x="1" y="2"/>
                  </a:lnTo>
                  <a:lnTo>
                    <a:pt x="1" y="0"/>
                  </a:lnTo>
                  <a:lnTo>
                    <a:pt x="1" y="0"/>
                  </a:lnTo>
                  <a:lnTo>
                    <a:pt x="1" y="0"/>
                  </a:lnTo>
                  <a:lnTo>
                    <a:pt x="0" y="0"/>
                  </a:lnTo>
                  <a:lnTo>
                    <a:pt x="0" y="0"/>
                  </a:lnTo>
                  <a:lnTo>
                    <a:pt x="0" y="0"/>
                  </a:lnTo>
                  <a:lnTo>
                    <a:pt x="0" y="0"/>
                  </a:lnTo>
                  <a:lnTo>
                    <a:pt x="1" y="2"/>
                  </a:lnTo>
                  <a:lnTo>
                    <a:pt x="1"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598" name=""/>
            <p:cNvSpPr/>
            <p:nvPr/>
          </p:nvSpPr>
          <p:spPr>
            <a:xfrm>
              <a:off x="3040200" y="4184640"/>
              <a:ext cx="4680" cy="6480"/>
            </a:xfrm>
            <a:custGeom>
              <a:avLst/>
              <a:gdLst/>
              <a:ahLst/>
              <a:rect l="l" t="t" r="r" b="b"/>
              <a:pathLst>
                <a:path w="3" h="4">
                  <a:moveTo>
                    <a:pt x="2" y="1"/>
                  </a:moveTo>
                  <a:lnTo>
                    <a:pt x="2" y="0"/>
                  </a:lnTo>
                  <a:lnTo>
                    <a:pt x="2" y="0"/>
                  </a:lnTo>
                  <a:lnTo>
                    <a:pt x="1" y="0"/>
                  </a:lnTo>
                  <a:lnTo>
                    <a:pt x="1" y="1"/>
                  </a:lnTo>
                  <a:lnTo>
                    <a:pt x="0" y="1"/>
                  </a:lnTo>
                  <a:lnTo>
                    <a:pt x="0" y="1"/>
                  </a:lnTo>
                  <a:lnTo>
                    <a:pt x="0" y="3"/>
                  </a:lnTo>
                  <a:lnTo>
                    <a:pt x="1" y="3"/>
                  </a:lnTo>
                  <a:lnTo>
                    <a:pt x="2" y="1"/>
                  </a:lnTo>
                  <a:lnTo>
                    <a:pt x="2" y="1"/>
                  </a:lnTo>
                </a:path>
              </a:pathLst>
            </a:custGeom>
            <a:solidFill>
              <a:srgbClr val="ffe0e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599" name=""/>
            <p:cNvSpPr/>
            <p:nvPr/>
          </p:nvSpPr>
          <p:spPr>
            <a:xfrm>
              <a:off x="3041640" y="4186080"/>
              <a:ext cx="19080" cy="11160"/>
            </a:xfrm>
            <a:custGeom>
              <a:avLst/>
              <a:gdLst/>
              <a:ahLst/>
              <a:rect l="l" t="t" r="r" b="b"/>
              <a:pathLst>
                <a:path w="12" h="7">
                  <a:moveTo>
                    <a:pt x="11" y="2"/>
                  </a:moveTo>
                  <a:lnTo>
                    <a:pt x="11" y="2"/>
                  </a:lnTo>
                  <a:lnTo>
                    <a:pt x="8" y="2"/>
                  </a:lnTo>
                  <a:lnTo>
                    <a:pt x="8" y="2"/>
                  </a:lnTo>
                  <a:lnTo>
                    <a:pt x="8" y="2"/>
                  </a:lnTo>
                  <a:lnTo>
                    <a:pt x="8" y="2"/>
                  </a:lnTo>
                  <a:lnTo>
                    <a:pt x="5" y="2"/>
                  </a:lnTo>
                  <a:lnTo>
                    <a:pt x="5" y="2"/>
                  </a:lnTo>
                  <a:lnTo>
                    <a:pt x="2" y="2"/>
                  </a:lnTo>
                  <a:lnTo>
                    <a:pt x="1" y="0"/>
                  </a:lnTo>
                  <a:lnTo>
                    <a:pt x="0" y="2"/>
                  </a:lnTo>
                  <a:lnTo>
                    <a:pt x="1" y="2"/>
                  </a:lnTo>
                  <a:lnTo>
                    <a:pt x="3" y="4"/>
                  </a:lnTo>
                  <a:lnTo>
                    <a:pt x="5" y="6"/>
                  </a:lnTo>
                  <a:lnTo>
                    <a:pt x="8" y="6"/>
                  </a:lnTo>
                  <a:lnTo>
                    <a:pt x="8" y="6"/>
                  </a:lnTo>
                  <a:lnTo>
                    <a:pt x="11" y="6"/>
                  </a:lnTo>
                  <a:lnTo>
                    <a:pt x="11" y="4"/>
                  </a:lnTo>
                  <a:lnTo>
                    <a:pt x="11" y="4"/>
                  </a:lnTo>
                  <a:lnTo>
                    <a:pt x="11" y="4"/>
                  </a:lnTo>
                  <a:lnTo>
                    <a:pt x="11" y="2"/>
                  </a:lnTo>
                  <a:lnTo>
                    <a:pt x="11" y="2"/>
                  </a:lnTo>
                </a:path>
              </a:pathLst>
            </a:custGeom>
            <a:solidFill>
              <a:srgbClr val="ffe0e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600" name=""/>
            <p:cNvSpPr/>
            <p:nvPr/>
          </p:nvSpPr>
          <p:spPr>
            <a:xfrm>
              <a:off x="3059280" y="4189320"/>
              <a:ext cx="15840" cy="4680"/>
            </a:xfrm>
            <a:custGeom>
              <a:avLst/>
              <a:gdLst/>
              <a:ahLst/>
              <a:rect l="l" t="t" r="r" b="b"/>
              <a:pathLst>
                <a:path w="10" h="3">
                  <a:moveTo>
                    <a:pt x="8" y="0"/>
                  </a:moveTo>
                  <a:lnTo>
                    <a:pt x="8" y="0"/>
                  </a:lnTo>
                  <a:lnTo>
                    <a:pt x="8" y="0"/>
                  </a:lnTo>
                  <a:lnTo>
                    <a:pt x="8" y="0"/>
                  </a:lnTo>
                  <a:lnTo>
                    <a:pt x="5" y="0"/>
                  </a:lnTo>
                  <a:lnTo>
                    <a:pt x="2" y="0"/>
                  </a:lnTo>
                  <a:lnTo>
                    <a:pt x="1" y="0"/>
                  </a:lnTo>
                  <a:lnTo>
                    <a:pt x="0" y="0"/>
                  </a:lnTo>
                  <a:lnTo>
                    <a:pt x="0" y="0"/>
                  </a:lnTo>
                  <a:lnTo>
                    <a:pt x="0" y="2"/>
                  </a:lnTo>
                  <a:lnTo>
                    <a:pt x="0" y="2"/>
                  </a:lnTo>
                  <a:lnTo>
                    <a:pt x="1" y="2"/>
                  </a:lnTo>
                  <a:lnTo>
                    <a:pt x="2" y="2"/>
                  </a:lnTo>
                  <a:lnTo>
                    <a:pt x="5" y="2"/>
                  </a:lnTo>
                  <a:lnTo>
                    <a:pt x="7" y="2"/>
                  </a:lnTo>
                  <a:lnTo>
                    <a:pt x="8" y="2"/>
                  </a:lnTo>
                  <a:lnTo>
                    <a:pt x="9" y="2"/>
                  </a:lnTo>
                  <a:lnTo>
                    <a:pt x="9" y="0"/>
                  </a:lnTo>
                  <a:lnTo>
                    <a:pt x="8" y="0"/>
                  </a:lnTo>
                  <a:lnTo>
                    <a:pt x="8" y="0"/>
                  </a:lnTo>
                </a:path>
              </a:pathLst>
            </a:custGeom>
            <a:solidFill>
              <a:srgbClr val="ffe0e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601" name=""/>
            <p:cNvSpPr/>
            <p:nvPr/>
          </p:nvSpPr>
          <p:spPr>
            <a:xfrm>
              <a:off x="3059280" y="4189320"/>
              <a:ext cx="1440" cy="4680"/>
            </a:xfrm>
            <a:custGeom>
              <a:avLst/>
              <a:gdLst/>
              <a:ahLst/>
              <a:rect l="l" t="t" r="r" b="b"/>
              <a:pathLst>
                <a:path w="1" h="3">
                  <a:moveTo>
                    <a:pt x="0" y="2"/>
                  </a:moveTo>
                  <a:lnTo>
                    <a:pt x="0" y="0"/>
                  </a:lnTo>
                  <a:lnTo>
                    <a:pt x="0" y="0"/>
                  </a:lnTo>
                  <a:lnTo>
                    <a:pt x="0" y="0"/>
                  </a:lnTo>
                  <a:lnTo>
                    <a:pt x="0" y="0"/>
                  </a:lnTo>
                  <a:lnTo>
                    <a:pt x="0" y="0"/>
                  </a:lnTo>
                  <a:lnTo>
                    <a:pt x="0" y="0"/>
                  </a:lnTo>
                  <a:lnTo>
                    <a:pt x="0" y="0"/>
                  </a:lnTo>
                  <a:lnTo>
                    <a:pt x="0" y="0"/>
                  </a:lnTo>
                  <a:lnTo>
                    <a:pt x="0" y="2"/>
                  </a:lnTo>
                  <a:lnTo>
                    <a:pt x="0" y="2"/>
                  </a:lnTo>
                </a:path>
              </a:pathLst>
            </a:custGeom>
            <a:solidFill>
              <a:srgbClr val="ffe0e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602" name=""/>
            <p:cNvSpPr/>
            <p:nvPr/>
          </p:nvSpPr>
          <p:spPr>
            <a:xfrm>
              <a:off x="3790800" y="4192560"/>
              <a:ext cx="6480" cy="4680"/>
            </a:xfrm>
            <a:custGeom>
              <a:avLst/>
              <a:gdLst/>
              <a:ahLst/>
              <a:rect l="l" t="t" r="r" b="b"/>
              <a:pathLst>
                <a:path w="4" h="3">
                  <a:moveTo>
                    <a:pt x="3" y="0"/>
                  </a:moveTo>
                  <a:lnTo>
                    <a:pt x="3" y="0"/>
                  </a:lnTo>
                  <a:lnTo>
                    <a:pt x="3" y="0"/>
                  </a:lnTo>
                  <a:lnTo>
                    <a:pt x="1" y="0"/>
                  </a:lnTo>
                  <a:lnTo>
                    <a:pt x="1" y="0"/>
                  </a:lnTo>
                  <a:lnTo>
                    <a:pt x="1" y="0"/>
                  </a:lnTo>
                  <a:lnTo>
                    <a:pt x="1" y="0"/>
                  </a:lnTo>
                  <a:lnTo>
                    <a:pt x="0" y="2"/>
                  </a:lnTo>
                  <a:lnTo>
                    <a:pt x="1" y="2"/>
                  </a:lnTo>
                  <a:lnTo>
                    <a:pt x="3" y="0"/>
                  </a:lnTo>
                  <a:lnTo>
                    <a:pt x="3" y="0"/>
                  </a:lnTo>
                </a:path>
              </a:pathLst>
            </a:custGeom>
            <a:solidFill>
              <a:srgbClr val="626200"/>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603" name=""/>
            <p:cNvSpPr/>
            <p:nvPr/>
          </p:nvSpPr>
          <p:spPr>
            <a:xfrm>
              <a:off x="3792600" y="4192560"/>
              <a:ext cx="31680" cy="19080"/>
            </a:xfrm>
            <a:custGeom>
              <a:avLst/>
              <a:gdLst/>
              <a:ahLst/>
              <a:rect l="l" t="t" r="r" b="b"/>
              <a:pathLst>
                <a:path w="20" h="12">
                  <a:moveTo>
                    <a:pt x="19" y="8"/>
                  </a:moveTo>
                  <a:lnTo>
                    <a:pt x="19" y="8"/>
                  </a:lnTo>
                  <a:lnTo>
                    <a:pt x="19" y="8"/>
                  </a:lnTo>
                  <a:lnTo>
                    <a:pt x="19" y="8"/>
                  </a:lnTo>
                  <a:lnTo>
                    <a:pt x="18" y="8"/>
                  </a:lnTo>
                  <a:lnTo>
                    <a:pt x="15" y="8"/>
                  </a:lnTo>
                  <a:lnTo>
                    <a:pt x="15" y="8"/>
                  </a:lnTo>
                  <a:lnTo>
                    <a:pt x="13" y="8"/>
                  </a:lnTo>
                  <a:lnTo>
                    <a:pt x="12" y="8"/>
                  </a:lnTo>
                  <a:lnTo>
                    <a:pt x="12" y="8"/>
                  </a:lnTo>
                  <a:lnTo>
                    <a:pt x="12" y="8"/>
                  </a:lnTo>
                  <a:lnTo>
                    <a:pt x="12" y="8"/>
                  </a:lnTo>
                  <a:lnTo>
                    <a:pt x="9" y="8"/>
                  </a:lnTo>
                  <a:lnTo>
                    <a:pt x="6" y="7"/>
                  </a:lnTo>
                  <a:lnTo>
                    <a:pt x="4" y="7"/>
                  </a:lnTo>
                  <a:lnTo>
                    <a:pt x="4" y="5"/>
                  </a:lnTo>
                  <a:lnTo>
                    <a:pt x="4" y="2"/>
                  </a:lnTo>
                  <a:lnTo>
                    <a:pt x="2" y="0"/>
                  </a:lnTo>
                  <a:lnTo>
                    <a:pt x="0" y="2"/>
                  </a:lnTo>
                  <a:lnTo>
                    <a:pt x="2" y="5"/>
                  </a:lnTo>
                  <a:lnTo>
                    <a:pt x="4" y="7"/>
                  </a:lnTo>
                  <a:lnTo>
                    <a:pt x="4" y="8"/>
                  </a:lnTo>
                  <a:lnTo>
                    <a:pt x="4" y="10"/>
                  </a:lnTo>
                  <a:lnTo>
                    <a:pt x="6" y="11"/>
                  </a:lnTo>
                  <a:lnTo>
                    <a:pt x="9" y="11"/>
                  </a:lnTo>
                  <a:lnTo>
                    <a:pt x="12" y="11"/>
                  </a:lnTo>
                  <a:lnTo>
                    <a:pt x="12" y="11"/>
                  </a:lnTo>
                  <a:lnTo>
                    <a:pt x="12" y="11"/>
                  </a:lnTo>
                  <a:lnTo>
                    <a:pt x="13" y="11"/>
                  </a:lnTo>
                  <a:lnTo>
                    <a:pt x="15" y="11"/>
                  </a:lnTo>
                  <a:lnTo>
                    <a:pt x="15" y="11"/>
                  </a:lnTo>
                  <a:lnTo>
                    <a:pt x="18" y="11"/>
                  </a:lnTo>
                  <a:lnTo>
                    <a:pt x="19" y="11"/>
                  </a:lnTo>
                  <a:lnTo>
                    <a:pt x="19" y="11"/>
                  </a:lnTo>
                  <a:lnTo>
                    <a:pt x="19" y="11"/>
                  </a:lnTo>
                  <a:lnTo>
                    <a:pt x="19" y="11"/>
                  </a:lnTo>
                  <a:lnTo>
                    <a:pt x="19" y="8"/>
                  </a:lnTo>
                  <a:lnTo>
                    <a:pt x="19" y="8"/>
                  </a:lnTo>
                </a:path>
              </a:pathLst>
            </a:custGeom>
            <a:solidFill>
              <a:srgbClr val="626200"/>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604" name=""/>
            <p:cNvSpPr/>
            <p:nvPr/>
          </p:nvSpPr>
          <p:spPr>
            <a:xfrm>
              <a:off x="3822840" y="4205160"/>
              <a:ext cx="19080" cy="15840"/>
            </a:xfrm>
            <a:custGeom>
              <a:avLst/>
              <a:gdLst/>
              <a:ahLst/>
              <a:rect l="l" t="t" r="r" b="b"/>
              <a:pathLst>
                <a:path w="12" h="10">
                  <a:moveTo>
                    <a:pt x="9" y="3"/>
                  </a:moveTo>
                  <a:lnTo>
                    <a:pt x="9" y="3"/>
                  </a:lnTo>
                  <a:lnTo>
                    <a:pt x="9" y="3"/>
                  </a:lnTo>
                  <a:lnTo>
                    <a:pt x="8" y="3"/>
                  </a:lnTo>
                  <a:lnTo>
                    <a:pt x="7" y="3"/>
                  </a:lnTo>
                  <a:lnTo>
                    <a:pt x="6" y="3"/>
                  </a:lnTo>
                  <a:lnTo>
                    <a:pt x="1" y="3"/>
                  </a:lnTo>
                  <a:lnTo>
                    <a:pt x="1" y="2"/>
                  </a:lnTo>
                  <a:lnTo>
                    <a:pt x="0" y="0"/>
                  </a:lnTo>
                  <a:lnTo>
                    <a:pt x="0" y="0"/>
                  </a:lnTo>
                  <a:lnTo>
                    <a:pt x="0" y="3"/>
                  </a:lnTo>
                  <a:lnTo>
                    <a:pt x="0" y="3"/>
                  </a:lnTo>
                  <a:lnTo>
                    <a:pt x="0" y="3"/>
                  </a:lnTo>
                  <a:lnTo>
                    <a:pt x="1" y="3"/>
                  </a:lnTo>
                  <a:lnTo>
                    <a:pt x="1" y="4"/>
                  </a:lnTo>
                  <a:lnTo>
                    <a:pt x="6" y="5"/>
                  </a:lnTo>
                  <a:lnTo>
                    <a:pt x="7" y="9"/>
                  </a:lnTo>
                  <a:lnTo>
                    <a:pt x="9" y="9"/>
                  </a:lnTo>
                  <a:lnTo>
                    <a:pt x="11" y="4"/>
                  </a:lnTo>
                  <a:lnTo>
                    <a:pt x="11" y="4"/>
                  </a:lnTo>
                  <a:lnTo>
                    <a:pt x="9" y="3"/>
                  </a:lnTo>
                  <a:lnTo>
                    <a:pt x="9" y="3"/>
                  </a:lnTo>
                </a:path>
              </a:pathLst>
            </a:custGeom>
            <a:solidFill>
              <a:srgbClr val="626200"/>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605" name=""/>
            <p:cNvSpPr/>
            <p:nvPr/>
          </p:nvSpPr>
          <p:spPr>
            <a:xfrm>
              <a:off x="3836880" y="4203720"/>
              <a:ext cx="20880" cy="9360"/>
            </a:xfrm>
            <a:custGeom>
              <a:avLst/>
              <a:gdLst/>
              <a:ahLst/>
              <a:rect l="l" t="t" r="r" b="b"/>
              <a:pathLst>
                <a:path w="13" h="6">
                  <a:moveTo>
                    <a:pt x="6" y="0"/>
                  </a:moveTo>
                  <a:lnTo>
                    <a:pt x="6" y="1"/>
                  </a:lnTo>
                  <a:lnTo>
                    <a:pt x="6" y="1"/>
                  </a:lnTo>
                  <a:lnTo>
                    <a:pt x="6" y="1"/>
                  </a:lnTo>
                  <a:lnTo>
                    <a:pt x="6" y="1"/>
                  </a:lnTo>
                  <a:lnTo>
                    <a:pt x="5" y="1"/>
                  </a:lnTo>
                  <a:lnTo>
                    <a:pt x="3" y="1"/>
                  </a:lnTo>
                  <a:lnTo>
                    <a:pt x="2" y="3"/>
                  </a:lnTo>
                  <a:lnTo>
                    <a:pt x="0" y="4"/>
                  </a:lnTo>
                  <a:lnTo>
                    <a:pt x="2" y="5"/>
                  </a:lnTo>
                  <a:lnTo>
                    <a:pt x="3" y="4"/>
                  </a:lnTo>
                  <a:lnTo>
                    <a:pt x="4" y="4"/>
                  </a:lnTo>
                  <a:lnTo>
                    <a:pt x="5" y="4"/>
                  </a:lnTo>
                  <a:lnTo>
                    <a:pt x="6" y="4"/>
                  </a:lnTo>
                  <a:lnTo>
                    <a:pt x="6" y="4"/>
                  </a:lnTo>
                  <a:lnTo>
                    <a:pt x="6" y="4"/>
                  </a:lnTo>
                  <a:lnTo>
                    <a:pt x="9" y="3"/>
                  </a:lnTo>
                  <a:lnTo>
                    <a:pt x="12" y="0"/>
                  </a:lnTo>
                  <a:lnTo>
                    <a:pt x="6" y="0"/>
                  </a:lnTo>
                  <a:lnTo>
                    <a:pt x="6" y="0"/>
                  </a:lnTo>
                </a:path>
              </a:pathLst>
            </a:custGeom>
            <a:solidFill>
              <a:srgbClr val="626200"/>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606" name=""/>
            <p:cNvSpPr/>
            <p:nvPr/>
          </p:nvSpPr>
          <p:spPr>
            <a:xfrm>
              <a:off x="3836880" y="4210200"/>
              <a:ext cx="5040" cy="1440"/>
            </a:xfrm>
            <a:custGeom>
              <a:avLst/>
              <a:gdLst/>
              <a:ahLst/>
              <a:rect l="l" t="t" r="r" b="b"/>
              <a:pathLst>
                <a:path w="3" h="1">
                  <a:moveTo>
                    <a:pt x="2" y="0"/>
                  </a:moveTo>
                  <a:lnTo>
                    <a:pt x="2" y="0"/>
                  </a:lnTo>
                  <a:lnTo>
                    <a:pt x="2" y="0"/>
                  </a:lnTo>
                  <a:lnTo>
                    <a:pt x="2" y="0"/>
                  </a:lnTo>
                  <a:lnTo>
                    <a:pt x="2" y="0"/>
                  </a:lnTo>
                  <a:lnTo>
                    <a:pt x="0" y="0"/>
                  </a:lnTo>
                  <a:lnTo>
                    <a:pt x="0" y="0"/>
                  </a:lnTo>
                  <a:lnTo>
                    <a:pt x="0" y="0"/>
                  </a:lnTo>
                  <a:lnTo>
                    <a:pt x="0" y="0"/>
                  </a:lnTo>
                  <a:lnTo>
                    <a:pt x="2" y="0"/>
                  </a:lnTo>
                  <a:lnTo>
                    <a:pt x="2" y="0"/>
                  </a:lnTo>
                </a:path>
              </a:pathLst>
            </a:custGeom>
            <a:solidFill>
              <a:srgbClr val="626200"/>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607" name=""/>
            <p:cNvSpPr/>
            <p:nvPr/>
          </p:nvSpPr>
          <p:spPr>
            <a:xfrm>
              <a:off x="3790800" y="4189320"/>
              <a:ext cx="6480" cy="4680"/>
            </a:xfrm>
            <a:custGeom>
              <a:avLst/>
              <a:gdLst/>
              <a:ahLst/>
              <a:rect l="l" t="t" r="r" b="b"/>
              <a:pathLst>
                <a:path w="4" h="3">
                  <a:moveTo>
                    <a:pt x="3" y="0"/>
                  </a:moveTo>
                  <a:lnTo>
                    <a:pt x="3" y="0"/>
                  </a:lnTo>
                  <a:lnTo>
                    <a:pt x="1" y="0"/>
                  </a:lnTo>
                  <a:lnTo>
                    <a:pt x="1" y="0"/>
                  </a:lnTo>
                  <a:lnTo>
                    <a:pt x="1" y="0"/>
                  </a:lnTo>
                  <a:lnTo>
                    <a:pt x="1" y="0"/>
                  </a:lnTo>
                  <a:lnTo>
                    <a:pt x="0" y="0"/>
                  </a:lnTo>
                  <a:lnTo>
                    <a:pt x="0" y="2"/>
                  </a:lnTo>
                  <a:lnTo>
                    <a:pt x="0" y="2"/>
                  </a:lnTo>
                  <a:lnTo>
                    <a:pt x="3" y="0"/>
                  </a:lnTo>
                  <a:lnTo>
                    <a:pt x="3" y="0"/>
                  </a:lnTo>
                </a:path>
              </a:pathLst>
            </a:custGeom>
            <a:solidFill>
              <a:srgbClr val="82c168"/>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608" name=""/>
            <p:cNvSpPr/>
            <p:nvPr/>
          </p:nvSpPr>
          <p:spPr>
            <a:xfrm>
              <a:off x="3790800" y="4189320"/>
              <a:ext cx="33480" cy="20880"/>
            </a:xfrm>
            <a:custGeom>
              <a:avLst/>
              <a:gdLst/>
              <a:ahLst/>
              <a:rect l="l" t="t" r="r" b="b"/>
              <a:pathLst>
                <a:path w="21" h="13">
                  <a:moveTo>
                    <a:pt x="20" y="9"/>
                  </a:moveTo>
                  <a:lnTo>
                    <a:pt x="20" y="9"/>
                  </a:lnTo>
                  <a:lnTo>
                    <a:pt x="20" y="9"/>
                  </a:lnTo>
                  <a:lnTo>
                    <a:pt x="19" y="9"/>
                  </a:lnTo>
                  <a:lnTo>
                    <a:pt x="19" y="9"/>
                  </a:lnTo>
                  <a:lnTo>
                    <a:pt x="16" y="9"/>
                  </a:lnTo>
                  <a:lnTo>
                    <a:pt x="16" y="9"/>
                  </a:lnTo>
                  <a:lnTo>
                    <a:pt x="13" y="9"/>
                  </a:lnTo>
                  <a:lnTo>
                    <a:pt x="13" y="9"/>
                  </a:lnTo>
                  <a:lnTo>
                    <a:pt x="13" y="9"/>
                  </a:lnTo>
                  <a:lnTo>
                    <a:pt x="13" y="9"/>
                  </a:lnTo>
                  <a:lnTo>
                    <a:pt x="11" y="9"/>
                  </a:lnTo>
                  <a:lnTo>
                    <a:pt x="9" y="7"/>
                  </a:lnTo>
                  <a:lnTo>
                    <a:pt x="7" y="7"/>
                  </a:lnTo>
                  <a:lnTo>
                    <a:pt x="5" y="4"/>
                  </a:lnTo>
                  <a:lnTo>
                    <a:pt x="5" y="4"/>
                  </a:lnTo>
                  <a:lnTo>
                    <a:pt x="5" y="2"/>
                  </a:lnTo>
                  <a:lnTo>
                    <a:pt x="3" y="0"/>
                  </a:lnTo>
                  <a:lnTo>
                    <a:pt x="0" y="2"/>
                  </a:lnTo>
                  <a:lnTo>
                    <a:pt x="1" y="4"/>
                  </a:lnTo>
                  <a:lnTo>
                    <a:pt x="3" y="7"/>
                  </a:lnTo>
                  <a:lnTo>
                    <a:pt x="5" y="9"/>
                  </a:lnTo>
                  <a:lnTo>
                    <a:pt x="5" y="9"/>
                  </a:lnTo>
                  <a:lnTo>
                    <a:pt x="7" y="10"/>
                  </a:lnTo>
                  <a:lnTo>
                    <a:pt x="10" y="10"/>
                  </a:lnTo>
                  <a:lnTo>
                    <a:pt x="13" y="10"/>
                  </a:lnTo>
                  <a:lnTo>
                    <a:pt x="13" y="10"/>
                  </a:lnTo>
                  <a:lnTo>
                    <a:pt x="13" y="10"/>
                  </a:lnTo>
                  <a:lnTo>
                    <a:pt x="13" y="12"/>
                  </a:lnTo>
                  <a:lnTo>
                    <a:pt x="16" y="10"/>
                  </a:lnTo>
                  <a:lnTo>
                    <a:pt x="16" y="10"/>
                  </a:lnTo>
                  <a:lnTo>
                    <a:pt x="19" y="10"/>
                  </a:lnTo>
                  <a:lnTo>
                    <a:pt x="19" y="10"/>
                  </a:lnTo>
                  <a:lnTo>
                    <a:pt x="20" y="10"/>
                  </a:lnTo>
                  <a:lnTo>
                    <a:pt x="20" y="10"/>
                  </a:lnTo>
                  <a:lnTo>
                    <a:pt x="20" y="10"/>
                  </a:lnTo>
                  <a:lnTo>
                    <a:pt x="20" y="9"/>
                  </a:lnTo>
                  <a:lnTo>
                    <a:pt x="20" y="9"/>
                  </a:lnTo>
                </a:path>
              </a:pathLst>
            </a:custGeom>
            <a:solidFill>
              <a:srgbClr val="82c168"/>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2609" name=""/>
            <p:cNvSpPr/>
            <p:nvPr/>
          </p:nvSpPr>
          <p:spPr>
            <a:xfrm>
              <a:off x="3822840" y="4203720"/>
              <a:ext cx="15840" cy="7920"/>
            </a:xfrm>
            <a:custGeom>
              <a:avLst/>
              <a:gdLst/>
              <a:ahLst/>
              <a:rect l="l" t="t" r="r" b="b"/>
              <a:pathLst>
                <a:path w="10" h="5">
                  <a:moveTo>
                    <a:pt x="9" y="4"/>
                  </a:moveTo>
                  <a:lnTo>
                    <a:pt x="9" y="4"/>
                  </a:lnTo>
                  <a:lnTo>
                    <a:pt x="9" y="4"/>
                  </a:lnTo>
                  <a:lnTo>
                    <a:pt x="7" y="4"/>
                  </a:lnTo>
                  <a:lnTo>
                    <a:pt x="6" y="3"/>
                  </a:lnTo>
                  <a:lnTo>
                    <a:pt x="1" y="1"/>
                  </a:lnTo>
                  <a:lnTo>
                    <a:pt x="1" y="1"/>
                  </a:lnTo>
                  <a:lnTo>
                    <a:pt x="0" y="0"/>
                  </a:lnTo>
                  <a:lnTo>
                    <a:pt x="0" y="0"/>
                  </a:lnTo>
                  <a:lnTo>
                    <a:pt x="0" y="0"/>
                  </a:lnTo>
                  <a:lnTo>
                    <a:pt x="0" y="1"/>
                  </a:lnTo>
                  <a:lnTo>
                    <a:pt x="0" y="1"/>
                  </a:lnTo>
                  <a:lnTo>
                    <a:pt x="0" y="3"/>
                  </a:lnTo>
                  <a:lnTo>
                    <a:pt x="0" y="4"/>
                  </a:lnTo>
                  <a:lnTo>
                    <a:pt x="1" y="4"/>
                  </a:lnTo>
                  <a:lnTo>
                    <a:pt x="4" y="4"/>
                  </a:lnTo>
                  <a:lnTo>
                    <a:pt x="7" y="4"/>
                  </a:lnTo>
                  <a:lnTo>
                    <a:pt x="9" y="4"/>
                  </a:lnTo>
                  <a:lnTo>
                    <a:pt x="9" y="4"/>
                  </a:lnTo>
                  <a:lnTo>
                    <a:pt x="9" y="4"/>
                  </a:lnTo>
                  <a:lnTo>
                    <a:pt x="9" y="4"/>
                  </a:lnTo>
                  <a:lnTo>
                    <a:pt x="9" y="4"/>
                  </a:lnTo>
                </a:path>
              </a:pathLst>
            </a:custGeom>
            <a:solidFill>
              <a:srgbClr val="82c168"/>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610" name=""/>
            <p:cNvSpPr/>
            <p:nvPr/>
          </p:nvSpPr>
          <p:spPr>
            <a:xfrm>
              <a:off x="3836880" y="4200480"/>
              <a:ext cx="20880" cy="11160"/>
            </a:xfrm>
            <a:custGeom>
              <a:avLst/>
              <a:gdLst/>
              <a:ahLst/>
              <a:rect l="l" t="t" r="r" b="b"/>
              <a:pathLst>
                <a:path w="13" h="7">
                  <a:moveTo>
                    <a:pt x="6" y="0"/>
                  </a:moveTo>
                  <a:lnTo>
                    <a:pt x="6" y="2"/>
                  </a:lnTo>
                  <a:lnTo>
                    <a:pt x="6" y="2"/>
                  </a:lnTo>
                  <a:lnTo>
                    <a:pt x="6" y="2"/>
                  </a:lnTo>
                  <a:lnTo>
                    <a:pt x="6" y="2"/>
                  </a:lnTo>
                  <a:lnTo>
                    <a:pt x="4" y="2"/>
                  </a:lnTo>
                  <a:lnTo>
                    <a:pt x="3" y="2"/>
                  </a:lnTo>
                  <a:lnTo>
                    <a:pt x="0" y="3"/>
                  </a:lnTo>
                  <a:lnTo>
                    <a:pt x="0" y="6"/>
                  </a:lnTo>
                  <a:lnTo>
                    <a:pt x="0" y="6"/>
                  </a:lnTo>
                  <a:lnTo>
                    <a:pt x="3" y="6"/>
                  </a:lnTo>
                  <a:lnTo>
                    <a:pt x="3" y="5"/>
                  </a:lnTo>
                  <a:lnTo>
                    <a:pt x="4" y="5"/>
                  </a:lnTo>
                  <a:lnTo>
                    <a:pt x="6" y="6"/>
                  </a:lnTo>
                  <a:lnTo>
                    <a:pt x="6" y="5"/>
                  </a:lnTo>
                  <a:lnTo>
                    <a:pt x="6" y="5"/>
                  </a:lnTo>
                  <a:lnTo>
                    <a:pt x="9" y="3"/>
                  </a:lnTo>
                  <a:lnTo>
                    <a:pt x="12" y="2"/>
                  </a:lnTo>
                  <a:lnTo>
                    <a:pt x="6" y="0"/>
                  </a:lnTo>
                  <a:lnTo>
                    <a:pt x="6" y="0"/>
                  </a:lnTo>
                </a:path>
              </a:pathLst>
            </a:custGeom>
            <a:solidFill>
              <a:srgbClr val="82c168"/>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611" name=""/>
            <p:cNvSpPr/>
            <p:nvPr/>
          </p:nvSpPr>
          <p:spPr>
            <a:xfrm>
              <a:off x="3836880" y="4208400"/>
              <a:ext cx="5040" cy="3240"/>
            </a:xfrm>
            <a:custGeom>
              <a:avLst/>
              <a:gdLst/>
              <a:ahLst/>
              <a:rect l="l" t="t" r="r" b="b"/>
              <a:pathLst>
                <a:path w="3" h="2">
                  <a:moveTo>
                    <a:pt x="2" y="1"/>
                  </a:moveTo>
                  <a:lnTo>
                    <a:pt x="2" y="1"/>
                  </a:lnTo>
                  <a:lnTo>
                    <a:pt x="2" y="1"/>
                  </a:lnTo>
                  <a:lnTo>
                    <a:pt x="0" y="1"/>
                  </a:lnTo>
                  <a:lnTo>
                    <a:pt x="0" y="0"/>
                  </a:lnTo>
                  <a:lnTo>
                    <a:pt x="0" y="0"/>
                  </a:lnTo>
                  <a:lnTo>
                    <a:pt x="0" y="0"/>
                  </a:lnTo>
                  <a:lnTo>
                    <a:pt x="0" y="0"/>
                  </a:lnTo>
                  <a:lnTo>
                    <a:pt x="0" y="1"/>
                  </a:lnTo>
                  <a:lnTo>
                    <a:pt x="2" y="1"/>
                  </a:lnTo>
                  <a:lnTo>
                    <a:pt x="2" y="1"/>
                  </a:lnTo>
                </a:path>
              </a:pathLst>
            </a:custGeom>
            <a:solidFill>
              <a:srgbClr val="82c168"/>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612" name=""/>
            <p:cNvSpPr/>
            <p:nvPr/>
          </p:nvSpPr>
          <p:spPr>
            <a:xfrm>
              <a:off x="3790800" y="4187880"/>
              <a:ext cx="6480" cy="3240"/>
            </a:xfrm>
            <a:custGeom>
              <a:avLst/>
              <a:gdLst/>
              <a:ahLst/>
              <a:rect l="l" t="t" r="r" b="b"/>
              <a:pathLst>
                <a:path w="4" h="2">
                  <a:moveTo>
                    <a:pt x="3" y="1"/>
                  </a:moveTo>
                  <a:lnTo>
                    <a:pt x="3" y="1"/>
                  </a:lnTo>
                  <a:lnTo>
                    <a:pt x="1" y="0"/>
                  </a:lnTo>
                  <a:lnTo>
                    <a:pt x="1" y="0"/>
                  </a:lnTo>
                  <a:lnTo>
                    <a:pt x="1" y="1"/>
                  </a:lnTo>
                  <a:lnTo>
                    <a:pt x="0" y="1"/>
                  </a:lnTo>
                  <a:lnTo>
                    <a:pt x="0" y="1"/>
                  </a:lnTo>
                  <a:lnTo>
                    <a:pt x="0" y="1"/>
                  </a:lnTo>
                  <a:lnTo>
                    <a:pt x="0" y="1"/>
                  </a:lnTo>
                  <a:lnTo>
                    <a:pt x="3" y="1"/>
                  </a:lnTo>
                  <a:lnTo>
                    <a:pt x="3"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613" name=""/>
            <p:cNvSpPr/>
            <p:nvPr/>
          </p:nvSpPr>
          <p:spPr>
            <a:xfrm>
              <a:off x="3790800" y="4189320"/>
              <a:ext cx="33480" cy="15840"/>
            </a:xfrm>
            <a:custGeom>
              <a:avLst/>
              <a:gdLst/>
              <a:ahLst/>
              <a:rect l="l" t="t" r="r" b="b"/>
              <a:pathLst>
                <a:path w="21" h="10">
                  <a:moveTo>
                    <a:pt x="20" y="4"/>
                  </a:moveTo>
                  <a:lnTo>
                    <a:pt x="20" y="4"/>
                  </a:lnTo>
                  <a:lnTo>
                    <a:pt x="19" y="4"/>
                  </a:lnTo>
                  <a:lnTo>
                    <a:pt x="19" y="4"/>
                  </a:lnTo>
                  <a:lnTo>
                    <a:pt x="16" y="4"/>
                  </a:lnTo>
                  <a:lnTo>
                    <a:pt x="16" y="4"/>
                  </a:lnTo>
                  <a:lnTo>
                    <a:pt x="14" y="4"/>
                  </a:lnTo>
                  <a:lnTo>
                    <a:pt x="13" y="4"/>
                  </a:lnTo>
                  <a:lnTo>
                    <a:pt x="13" y="4"/>
                  </a:lnTo>
                  <a:lnTo>
                    <a:pt x="13" y="4"/>
                  </a:lnTo>
                  <a:lnTo>
                    <a:pt x="13" y="4"/>
                  </a:lnTo>
                  <a:lnTo>
                    <a:pt x="10" y="4"/>
                  </a:lnTo>
                  <a:lnTo>
                    <a:pt x="9" y="4"/>
                  </a:lnTo>
                  <a:lnTo>
                    <a:pt x="6" y="2"/>
                  </a:lnTo>
                  <a:lnTo>
                    <a:pt x="5" y="2"/>
                  </a:lnTo>
                  <a:lnTo>
                    <a:pt x="5" y="0"/>
                  </a:lnTo>
                  <a:lnTo>
                    <a:pt x="5" y="0"/>
                  </a:lnTo>
                  <a:lnTo>
                    <a:pt x="3" y="0"/>
                  </a:lnTo>
                  <a:lnTo>
                    <a:pt x="0" y="0"/>
                  </a:lnTo>
                  <a:lnTo>
                    <a:pt x="1" y="2"/>
                  </a:lnTo>
                  <a:lnTo>
                    <a:pt x="3" y="2"/>
                  </a:lnTo>
                  <a:lnTo>
                    <a:pt x="5" y="4"/>
                  </a:lnTo>
                  <a:lnTo>
                    <a:pt x="5" y="5"/>
                  </a:lnTo>
                  <a:lnTo>
                    <a:pt x="6" y="7"/>
                  </a:lnTo>
                  <a:lnTo>
                    <a:pt x="9" y="9"/>
                  </a:lnTo>
                  <a:lnTo>
                    <a:pt x="11" y="9"/>
                  </a:lnTo>
                  <a:lnTo>
                    <a:pt x="13" y="9"/>
                  </a:lnTo>
                  <a:lnTo>
                    <a:pt x="13" y="9"/>
                  </a:lnTo>
                  <a:lnTo>
                    <a:pt x="13" y="9"/>
                  </a:lnTo>
                  <a:lnTo>
                    <a:pt x="14" y="9"/>
                  </a:lnTo>
                  <a:lnTo>
                    <a:pt x="16" y="9"/>
                  </a:lnTo>
                  <a:lnTo>
                    <a:pt x="16" y="9"/>
                  </a:lnTo>
                  <a:lnTo>
                    <a:pt x="19" y="9"/>
                  </a:lnTo>
                  <a:lnTo>
                    <a:pt x="20" y="9"/>
                  </a:lnTo>
                  <a:lnTo>
                    <a:pt x="20" y="9"/>
                  </a:lnTo>
                  <a:lnTo>
                    <a:pt x="20" y="9"/>
                  </a:lnTo>
                  <a:lnTo>
                    <a:pt x="20" y="4"/>
                  </a:lnTo>
                  <a:lnTo>
                    <a:pt x="20" y="4"/>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614" name=""/>
            <p:cNvSpPr/>
            <p:nvPr/>
          </p:nvSpPr>
          <p:spPr>
            <a:xfrm>
              <a:off x="3822840" y="4195800"/>
              <a:ext cx="15840" cy="15840"/>
            </a:xfrm>
            <a:custGeom>
              <a:avLst/>
              <a:gdLst/>
              <a:ahLst/>
              <a:rect l="l" t="t" r="r" b="b"/>
              <a:pathLst>
                <a:path w="10" h="10">
                  <a:moveTo>
                    <a:pt x="8" y="6"/>
                  </a:moveTo>
                  <a:lnTo>
                    <a:pt x="8" y="6"/>
                  </a:lnTo>
                  <a:lnTo>
                    <a:pt x="8" y="6"/>
                  </a:lnTo>
                  <a:lnTo>
                    <a:pt x="7" y="6"/>
                  </a:lnTo>
                  <a:lnTo>
                    <a:pt x="6" y="6"/>
                  </a:lnTo>
                  <a:lnTo>
                    <a:pt x="1" y="5"/>
                  </a:lnTo>
                  <a:lnTo>
                    <a:pt x="1" y="5"/>
                  </a:lnTo>
                  <a:lnTo>
                    <a:pt x="0" y="3"/>
                  </a:lnTo>
                  <a:lnTo>
                    <a:pt x="0" y="0"/>
                  </a:lnTo>
                  <a:lnTo>
                    <a:pt x="0" y="0"/>
                  </a:lnTo>
                  <a:lnTo>
                    <a:pt x="0" y="5"/>
                  </a:lnTo>
                  <a:lnTo>
                    <a:pt x="0" y="5"/>
                  </a:lnTo>
                  <a:lnTo>
                    <a:pt x="0" y="5"/>
                  </a:lnTo>
                  <a:lnTo>
                    <a:pt x="0" y="6"/>
                  </a:lnTo>
                  <a:lnTo>
                    <a:pt x="1" y="8"/>
                  </a:lnTo>
                  <a:lnTo>
                    <a:pt x="1" y="9"/>
                  </a:lnTo>
                  <a:lnTo>
                    <a:pt x="6" y="9"/>
                  </a:lnTo>
                  <a:lnTo>
                    <a:pt x="8" y="9"/>
                  </a:lnTo>
                  <a:lnTo>
                    <a:pt x="9" y="9"/>
                  </a:lnTo>
                  <a:lnTo>
                    <a:pt x="9" y="9"/>
                  </a:lnTo>
                  <a:lnTo>
                    <a:pt x="8" y="6"/>
                  </a:lnTo>
                  <a:lnTo>
                    <a:pt x="8" y="6"/>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615" name=""/>
            <p:cNvSpPr/>
            <p:nvPr/>
          </p:nvSpPr>
          <p:spPr>
            <a:xfrm>
              <a:off x="3835440" y="4195800"/>
              <a:ext cx="22320" cy="15840"/>
            </a:xfrm>
            <a:custGeom>
              <a:avLst/>
              <a:gdLst/>
              <a:ahLst/>
              <a:rect l="l" t="t" r="r" b="b"/>
              <a:pathLst>
                <a:path w="14" h="10">
                  <a:moveTo>
                    <a:pt x="7" y="0"/>
                  </a:moveTo>
                  <a:lnTo>
                    <a:pt x="7" y="3"/>
                  </a:lnTo>
                  <a:lnTo>
                    <a:pt x="7" y="5"/>
                  </a:lnTo>
                  <a:lnTo>
                    <a:pt x="7" y="5"/>
                  </a:lnTo>
                  <a:lnTo>
                    <a:pt x="5" y="5"/>
                  </a:lnTo>
                  <a:lnTo>
                    <a:pt x="4" y="5"/>
                  </a:lnTo>
                  <a:lnTo>
                    <a:pt x="4" y="5"/>
                  </a:lnTo>
                  <a:lnTo>
                    <a:pt x="1" y="5"/>
                  </a:lnTo>
                  <a:lnTo>
                    <a:pt x="0" y="6"/>
                  </a:lnTo>
                  <a:lnTo>
                    <a:pt x="1" y="9"/>
                  </a:lnTo>
                  <a:lnTo>
                    <a:pt x="3" y="8"/>
                  </a:lnTo>
                  <a:lnTo>
                    <a:pt x="4" y="6"/>
                  </a:lnTo>
                  <a:lnTo>
                    <a:pt x="4" y="6"/>
                  </a:lnTo>
                  <a:lnTo>
                    <a:pt x="5" y="6"/>
                  </a:lnTo>
                  <a:lnTo>
                    <a:pt x="7" y="6"/>
                  </a:lnTo>
                  <a:lnTo>
                    <a:pt x="7" y="6"/>
                  </a:lnTo>
                  <a:lnTo>
                    <a:pt x="10" y="5"/>
                  </a:lnTo>
                  <a:lnTo>
                    <a:pt x="13" y="3"/>
                  </a:lnTo>
                  <a:lnTo>
                    <a:pt x="7" y="0"/>
                  </a:lnTo>
                  <a:lnTo>
                    <a:pt x="7"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616" name=""/>
            <p:cNvSpPr/>
            <p:nvPr/>
          </p:nvSpPr>
          <p:spPr>
            <a:xfrm>
              <a:off x="3833640" y="4205160"/>
              <a:ext cx="5040" cy="5040"/>
            </a:xfrm>
            <a:custGeom>
              <a:avLst/>
              <a:gdLst/>
              <a:ahLst/>
              <a:rect l="l" t="t" r="r" b="b"/>
              <a:pathLst>
                <a:path w="3" h="3">
                  <a:moveTo>
                    <a:pt x="2" y="2"/>
                  </a:moveTo>
                  <a:lnTo>
                    <a:pt x="2" y="2"/>
                  </a:lnTo>
                  <a:lnTo>
                    <a:pt x="2" y="0"/>
                  </a:lnTo>
                  <a:lnTo>
                    <a:pt x="2" y="0"/>
                  </a:lnTo>
                  <a:lnTo>
                    <a:pt x="2" y="0"/>
                  </a:lnTo>
                  <a:lnTo>
                    <a:pt x="2" y="0"/>
                  </a:lnTo>
                  <a:lnTo>
                    <a:pt x="2" y="0"/>
                  </a:lnTo>
                  <a:lnTo>
                    <a:pt x="1" y="0"/>
                  </a:lnTo>
                  <a:lnTo>
                    <a:pt x="0" y="0"/>
                  </a:lnTo>
                  <a:lnTo>
                    <a:pt x="2" y="2"/>
                  </a:lnTo>
                  <a:lnTo>
                    <a:pt x="2" y="2"/>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2617" name=""/>
            <p:cNvSpPr/>
            <p:nvPr/>
          </p:nvSpPr>
          <p:spPr>
            <a:xfrm>
              <a:off x="3789360" y="4184640"/>
              <a:ext cx="7920" cy="4680"/>
            </a:xfrm>
            <a:custGeom>
              <a:avLst/>
              <a:gdLst/>
              <a:ahLst/>
              <a:rect l="l" t="t" r="r" b="b"/>
              <a:pathLst>
                <a:path w="5" h="3">
                  <a:moveTo>
                    <a:pt x="4" y="0"/>
                  </a:moveTo>
                  <a:lnTo>
                    <a:pt x="2" y="0"/>
                  </a:lnTo>
                  <a:lnTo>
                    <a:pt x="2" y="0"/>
                  </a:lnTo>
                  <a:lnTo>
                    <a:pt x="2" y="0"/>
                  </a:lnTo>
                  <a:lnTo>
                    <a:pt x="1" y="0"/>
                  </a:lnTo>
                  <a:lnTo>
                    <a:pt x="1" y="0"/>
                  </a:lnTo>
                  <a:lnTo>
                    <a:pt x="0" y="1"/>
                  </a:lnTo>
                  <a:lnTo>
                    <a:pt x="0" y="1"/>
                  </a:lnTo>
                  <a:lnTo>
                    <a:pt x="1" y="2"/>
                  </a:lnTo>
                  <a:lnTo>
                    <a:pt x="4" y="0"/>
                  </a:lnTo>
                  <a:lnTo>
                    <a:pt x="4"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618" name=""/>
            <p:cNvSpPr/>
            <p:nvPr/>
          </p:nvSpPr>
          <p:spPr>
            <a:xfrm>
              <a:off x="3790800" y="4184640"/>
              <a:ext cx="33480" cy="17640"/>
            </a:xfrm>
            <a:custGeom>
              <a:avLst/>
              <a:gdLst/>
              <a:ahLst/>
              <a:rect l="l" t="t" r="r" b="b"/>
              <a:pathLst>
                <a:path w="21" h="11">
                  <a:moveTo>
                    <a:pt x="19" y="5"/>
                  </a:moveTo>
                  <a:lnTo>
                    <a:pt x="20" y="5"/>
                  </a:lnTo>
                  <a:lnTo>
                    <a:pt x="19" y="5"/>
                  </a:lnTo>
                  <a:lnTo>
                    <a:pt x="19" y="5"/>
                  </a:lnTo>
                  <a:lnTo>
                    <a:pt x="16" y="5"/>
                  </a:lnTo>
                  <a:lnTo>
                    <a:pt x="16" y="5"/>
                  </a:lnTo>
                  <a:lnTo>
                    <a:pt x="13" y="5"/>
                  </a:lnTo>
                  <a:lnTo>
                    <a:pt x="13" y="5"/>
                  </a:lnTo>
                  <a:lnTo>
                    <a:pt x="13" y="5"/>
                  </a:lnTo>
                  <a:lnTo>
                    <a:pt x="13" y="5"/>
                  </a:lnTo>
                  <a:lnTo>
                    <a:pt x="13" y="5"/>
                  </a:lnTo>
                  <a:lnTo>
                    <a:pt x="10" y="5"/>
                  </a:lnTo>
                  <a:lnTo>
                    <a:pt x="9" y="3"/>
                  </a:lnTo>
                  <a:lnTo>
                    <a:pt x="5" y="3"/>
                  </a:lnTo>
                  <a:lnTo>
                    <a:pt x="5" y="3"/>
                  </a:lnTo>
                  <a:lnTo>
                    <a:pt x="5" y="3"/>
                  </a:lnTo>
                  <a:lnTo>
                    <a:pt x="3" y="1"/>
                  </a:lnTo>
                  <a:lnTo>
                    <a:pt x="3" y="0"/>
                  </a:lnTo>
                  <a:lnTo>
                    <a:pt x="0" y="2"/>
                  </a:lnTo>
                  <a:lnTo>
                    <a:pt x="1" y="3"/>
                  </a:lnTo>
                  <a:lnTo>
                    <a:pt x="3" y="3"/>
                  </a:lnTo>
                  <a:lnTo>
                    <a:pt x="5" y="5"/>
                  </a:lnTo>
                  <a:lnTo>
                    <a:pt x="5" y="5"/>
                  </a:lnTo>
                  <a:lnTo>
                    <a:pt x="5" y="7"/>
                  </a:lnTo>
                  <a:lnTo>
                    <a:pt x="9" y="7"/>
                  </a:lnTo>
                  <a:lnTo>
                    <a:pt x="10" y="7"/>
                  </a:lnTo>
                  <a:lnTo>
                    <a:pt x="13" y="8"/>
                  </a:lnTo>
                  <a:lnTo>
                    <a:pt x="13" y="8"/>
                  </a:lnTo>
                  <a:lnTo>
                    <a:pt x="13" y="8"/>
                  </a:lnTo>
                  <a:lnTo>
                    <a:pt x="13" y="10"/>
                  </a:lnTo>
                  <a:lnTo>
                    <a:pt x="16" y="8"/>
                  </a:lnTo>
                  <a:lnTo>
                    <a:pt x="16" y="8"/>
                  </a:lnTo>
                  <a:lnTo>
                    <a:pt x="19" y="8"/>
                  </a:lnTo>
                  <a:lnTo>
                    <a:pt x="19" y="8"/>
                  </a:lnTo>
                  <a:lnTo>
                    <a:pt x="20" y="7"/>
                  </a:lnTo>
                  <a:lnTo>
                    <a:pt x="20" y="7"/>
                  </a:lnTo>
                  <a:lnTo>
                    <a:pt x="19" y="5"/>
                  </a:lnTo>
                  <a:lnTo>
                    <a:pt x="19" y="5"/>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619" name=""/>
            <p:cNvSpPr/>
            <p:nvPr/>
          </p:nvSpPr>
          <p:spPr>
            <a:xfrm>
              <a:off x="3821040" y="4192560"/>
              <a:ext cx="17640" cy="17640"/>
            </a:xfrm>
            <a:custGeom>
              <a:avLst/>
              <a:gdLst/>
              <a:ahLst/>
              <a:rect l="l" t="t" r="r" b="b"/>
              <a:pathLst>
                <a:path w="11" h="11">
                  <a:moveTo>
                    <a:pt x="8" y="7"/>
                  </a:moveTo>
                  <a:lnTo>
                    <a:pt x="8" y="7"/>
                  </a:lnTo>
                  <a:lnTo>
                    <a:pt x="8" y="7"/>
                  </a:lnTo>
                  <a:lnTo>
                    <a:pt x="7" y="7"/>
                  </a:lnTo>
                  <a:lnTo>
                    <a:pt x="5" y="7"/>
                  </a:lnTo>
                  <a:lnTo>
                    <a:pt x="2" y="5"/>
                  </a:lnTo>
                  <a:lnTo>
                    <a:pt x="2" y="2"/>
                  </a:lnTo>
                  <a:lnTo>
                    <a:pt x="1" y="2"/>
                  </a:lnTo>
                  <a:lnTo>
                    <a:pt x="1" y="0"/>
                  </a:lnTo>
                  <a:lnTo>
                    <a:pt x="0" y="0"/>
                  </a:lnTo>
                  <a:lnTo>
                    <a:pt x="1" y="2"/>
                  </a:lnTo>
                  <a:lnTo>
                    <a:pt x="1" y="3"/>
                  </a:lnTo>
                  <a:lnTo>
                    <a:pt x="1" y="5"/>
                  </a:lnTo>
                  <a:lnTo>
                    <a:pt x="1" y="7"/>
                  </a:lnTo>
                  <a:lnTo>
                    <a:pt x="1" y="7"/>
                  </a:lnTo>
                  <a:lnTo>
                    <a:pt x="2" y="8"/>
                  </a:lnTo>
                  <a:lnTo>
                    <a:pt x="5" y="10"/>
                  </a:lnTo>
                  <a:lnTo>
                    <a:pt x="8" y="10"/>
                  </a:lnTo>
                  <a:lnTo>
                    <a:pt x="10" y="8"/>
                  </a:lnTo>
                  <a:lnTo>
                    <a:pt x="10" y="8"/>
                  </a:lnTo>
                  <a:lnTo>
                    <a:pt x="8" y="7"/>
                  </a:lnTo>
                  <a:lnTo>
                    <a:pt x="8" y="7"/>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620" name=""/>
            <p:cNvSpPr/>
            <p:nvPr/>
          </p:nvSpPr>
          <p:spPr>
            <a:xfrm>
              <a:off x="3833640" y="4192560"/>
              <a:ext cx="24120" cy="14400"/>
            </a:xfrm>
            <a:custGeom>
              <a:avLst/>
              <a:gdLst/>
              <a:ahLst/>
              <a:rect l="l" t="t" r="r" b="b"/>
              <a:pathLst>
                <a:path w="15" h="9">
                  <a:moveTo>
                    <a:pt x="8" y="0"/>
                  </a:moveTo>
                  <a:lnTo>
                    <a:pt x="8" y="3"/>
                  </a:lnTo>
                  <a:lnTo>
                    <a:pt x="8" y="5"/>
                  </a:lnTo>
                  <a:lnTo>
                    <a:pt x="8" y="5"/>
                  </a:lnTo>
                  <a:lnTo>
                    <a:pt x="6" y="5"/>
                  </a:lnTo>
                  <a:lnTo>
                    <a:pt x="5" y="5"/>
                  </a:lnTo>
                  <a:lnTo>
                    <a:pt x="4" y="5"/>
                  </a:lnTo>
                  <a:lnTo>
                    <a:pt x="2" y="5"/>
                  </a:lnTo>
                  <a:lnTo>
                    <a:pt x="0" y="7"/>
                  </a:lnTo>
                  <a:lnTo>
                    <a:pt x="2" y="8"/>
                  </a:lnTo>
                  <a:lnTo>
                    <a:pt x="2" y="8"/>
                  </a:lnTo>
                  <a:lnTo>
                    <a:pt x="4" y="7"/>
                  </a:lnTo>
                  <a:lnTo>
                    <a:pt x="5" y="7"/>
                  </a:lnTo>
                  <a:lnTo>
                    <a:pt x="6" y="8"/>
                  </a:lnTo>
                  <a:lnTo>
                    <a:pt x="8" y="8"/>
                  </a:lnTo>
                  <a:lnTo>
                    <a:pt x="8" y="7"/>
                  </a:lnTo>
                  <a:lnTo>
                    <a:pt x="11" y="7"/>
                  </a:lnTo>
                  <a:lnTo>
                    <a:pt x="14" y="2"/>
                  </a:lnTo>
                  <a:lnTo>
                    <a:pt x="8" y="0"/>
                  </a:lnTo>
                  <a:lnTo>
                    <a:pt x="8"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621" name=""/>
            <p:cNvSpPr/>
            <p:nvPr/>
          </p:nvSpPr>
          <p:spPr>
            <a:xfrm>
              <a:off x="3833640" y="4203720"/>
              <a:ext cx="5040" cy="3240"/>
            </a:xfrm>
            <a:custGeom>
              <a:avLst/>
              <a:gdLst/>
              <a:ahLst/>
              <a:rect l="l" t="t" r="r" b="b"/>
              <a:pathLst>
                <a:path w="3" h="2">
                  <a:moveTo>
                    <a:pt x="2" y="1"/>
                  </a:moveTo>
                  <a:lnTo>
                    <a:pt x="2" y="1"/>
                  </a:lnTo>
                  <a:lnTo>
                    <a:pt x="2" y="0"/>
                  </a:lnTo>
                  <a:lnTo>
                    <a:pt x="2" y="0"/>
                  </a:lnTo>
                  <a:lnTo>
                    <a:pt x="2" y="0"/>
                  </a:lnTo>
                  <a:lnTo>
                    <a:pt x="2" y="0"/>
                  </a:lnTo>
                  <a:lnTo>
                    <a:pt x="1" y="0"/>
                  </a:lnTo>
                  <a:lnTo>
                    <a:pt x="0" y="0"/>
                  </a:lnTo>
                  <a:lnTo>
                    <a:pt x="0" y="0"/>
                  </a:lnTo>
                  <a:lnTo>
                    <a:pt x="2" y="1"/>
                  </a:lnTo>
                  <a:lnTo>
                    <a:pt x="2"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622" name=""/>
            <p:cNvSpPr/>
            <p:nvPr/>
          </p:nvSpPr>
          <p:spPr>
            <a:xfrm>
              <a:off x="3789360" y="4179960"/>
              <a:ext cx="7920" cy="6120"/>
            </a:xfrm>
            <a:custGeom>
              <a:avLst/>
              <a:gdLst/>
              <a:ahLst/>
              <a:rect l="l" t="t" r="r" b="b"/>
              <a:pathLst>
                <a:path w="5" h="4">
                  <a:moveTo>
                    <a:pt x="4" y="0"/>
                  </a:moveTo>
                  <a:lnTo>
                    <a:pt x="2" y="0"/>
                  </a:lnTo>
                  <a:lnTo>
                    <a:pt x="2" y="0"/>
                  </a:lnTo>
                  <a:lnTo>
                    <a:pt x="2" y="0"/>
                  </a:lnTo>
                  <a:lnTo>
                    <a:pt x="1" y="0"/>
                  </a:lnTo>
                  <a:lnTo>
                    <a:pt x="0" y="3"/>
                  </a:lnTo>
                  <a:lnTo>
                    <a:pt x="0" y="3"/>
                  </a:lnTo>
                  <a:lnTo>
                    <a:pt x="0" y="3"/>
                  </a:lnTo>
                  <a:lnTo>
                    <a:pt x="0" y="3"/>
                  </a:lnTo>
                  <a:lnTo>
                    <a:pt x="4" y="0"/>
                  </a:lnTo>
                  <a:lnTo>
                    <a:pt x="4" y="0"/>
                  </a:lnTo>
                </a:path>
              </a:pathLst>
            </a:custGeom>
            <a:solidFill>
              <a:srgbClr val="a1e2ff"/>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623" name=""/>
            <p:cNvSpPr/>
            <p:nvPr/>
          </p:nvSpPr>
          <p:spPr>
            <a:xfrm>
              <a:off x="3789360" y="4179960"/>
              <a:ext cx="33480" cy="14040"/>
            </a:xfrm>
            <a:custGeom>
              <a:avLst/>
              <a:gdLst/>
              <a:ahLst/>
              <a:rect l="l" t="t" r="r" b="b"/>
              <a:pathLst>
                <a:path w="21" h="9">
                  <a:moveTo>
                    <a:pt x="20" y="6"/>
                  </a:moveTo>
                  <a:lnTo>
                    <a:pt x="20" y="6"/>
                  </a:lnTo>
                  <a:lnTo>
                    <a:pt x="20" y="6"/>
                  </a:lnTo>
                  <a:lnTo>
                    <a:pt x="17" y="6"/>
                  </a:lnTo>
                  <a:lnTo>
                    <a:pt x="17" y="6"/>
                  </a:lnTo>
                  <a:lnTo>
                    <a:pt x="15" y="6"/>
                  </a:lnTo>
                  <a:lnTo>
                    <a:pt x="14" y="6"/>
                  </a:lnTo>
                  <a:lnTo>
                    <a:pt x="14" y="6"/>
                  </a:lnTo>
                  <a:lnTo>
                    <a:pt x="14" y="6"/>
                  </a:lnTo>
                  <a:lnTo>
                    <a:pt x="14" y="6"/>
                  </a:lnTo>
                  <a:lnTo>
                    <a:pt x="12" y="6"/>
                  </a:lnTo>
                  <a:lnTo>
                    <a:pt x="10" y="6"/>
                  </a:lnTo>
                  <a:lnTo>
                    <a:pt x="8" y="6"/>
                  </a:lnTo>
                  <a:lnTo>
                    <a:pt x="6" y="6"/>
                  </a:lnTo>
                  <a:lnTo>
                    <a:pt x="6" y="4"/>
                  </a:lnTo>
                  <a:lnTo>
                    <a:pt x="6" y="3"/>
                  </a:lnTo>
                  <a:lnTo>
                    <a:pt x="4" y="3"/>
                  </a:lnTo>
                  <a:lnTo>
                    <a:pt x="4" y="0"/>
                  </a:lnTo>
                  <a:lnTo>
                    <a:pt x="0" y="3"/>
                  </a:lnTo>
                  <a:lnTo>
                    <a:pt x="2" y="4"/>
                  </a:lnTo>
                  <a:lnTo>
                    <a:pt x="4" y="6"/>
                  </a:lnTo>
                  <a:lnTo>
                    <a:pt x="6" y="6"/>
                  </a:lnTo>
                  <a:lnTo>
                    <a:pt x="6" y="6"/>
                  </a:lnTo>
                  <a:lnTo>
                    <a:pt x="6" y="6"/>
                  </a:lnTo>
                  <a:lnTo>
                    <a:pt x="8" y="8"/>
                  </a:lnTo>
                  <a:lnTo>
                    <a:pt x="11" y="8"/>
                  </a:lnTo>
                  <a:lnTo>
                    <a:pt x="14" y="8"/>
                  </a:lnTo>
                  <a:lnTo>
                    <a:pt x="14" y="8"/>
                  </a:lnTo>
                  <a:lnTo>
                    <a:pt x="14" y="8"/>
                  </a:lnTo>
                  <a:lnTo>
                    <a:pt x="14" y="8"/>
                  </a:lnTo>
                  <a:lnTo>
                    <a:pt x="15" y="8"/>
                  </a:lnTo>
                  <a:lnTo>
                    <a:pt x="17" y="8"/>
                  </a:lnTo>
                  <a:lnTo>
                    <a:pt x="17" y="8"/>
                  </a:lnTo>
                  <a:lnTo>
                    <a:pt x="20" y="8"/>
                  </a:lnTo>
                  <a:lnTo>
                    <a:pt x="20" y="8"/>
                  </a:lnTo>
                  <a:lnTo>
                    <a:pt x="20" y="8"/>
                  </a:lnTo>
                  <a:lnTo>
                    <a:pt x="20" y="6"/>
                  </a:lnTo>
                  <a:lnTo>
                    <a:pt x="20" y="6"/>
                  </a:lnTo>
                </a:path>
              </a:pathLst>
            </a:custGeom>
            <a:solidFill>
              <a:srgbClr val="a1e2ff"/>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2624" name=""/>
            <p:cNvSpPr/>
            <p:nvPr/>
          </p:nvSpPr>
          <p:spPr>
            <a:xfrm>
              <a:off x="3821040" y="4189320"/>
              <a:ext cx="17640" cy="17640"/>
            </a:xfrm>
            <a:custGeom>
              <a:avLst/>
              <a:gdLst/>
              <a:ahLst/>
              <a:rect l="l" t="t" r="r" b="b"/>
              <a:pathLst>
                <a:path w="11" h="11">
                  <a:moveTo>
                    <a:pt x="7" y="7"/>
                  </a:moveTo>
                  <a:lnTo>
                    <a:pt x="7" y="7"/>
                  </a:lnTo>
                  <a:lnTo>
                    <a:pt x="7" y="7"/>
                  </a:lnTo>
                  <a:lnTo>
                    <a:pt x="7" y="7"/>
                  </a:lnTo>
                  <a:lnTo>
                    <a:pt x="2" y="5"/>
                  </a:lnTo>
                  <a:lnTo>
                    <a:pt x="2" y="4"/>
                  </a:lnTo>
                  <a:lnTo>
                    <a:pt x="1" y="2"/>
                  </a:lnTo>
                  <a:lnTo>
                    <a:pt x="1" y="0"/>
                  </a:lnTo>
                  <a:lnTo>
                    <a:pt x="1" y="0"/>
                  </a:lnTo>
                  <a:lnTo>
                    <a:pt x="0" y="0"/>
                  </a:lnTo>
                  <a:lnTo>
                    <a:pt x="0" y="2"/>
                  </a:lnTo>
                  <a:lnTo>
                    <a:pt x="1" y="2"/>
                  </a:lnTo>
                  <a:lnTo>
                    <a:pt x="1" y="4"/>
                  </a:lnTo>
                  <a:lnTo>
                    <a:pt x="1" y="4"/>
                  </a:lnTo>
                  <a:lnTo>
                    <a:pt x="1" y="7"/>
                  </a:lnTo>
                  <a:lnTo>
                    <a:pt x="2" y="9"/>
                  </a:lnTo>
                  <a:lnTo>
                    <a:pt x="2" y="10"/>
                  </a:lnTo>
                  <a:lnTo>
                    <a:pt x="7" y="10"/>
                  </a:lnTo>
                  <a:lnTo>
                    <a:pt x="10" y="9"/>
                  </a:lnTo>
                  <a:lnTo>
                    <a:pt x="10" y="9"/>
                  </a:lnTo>
                  <a:lnTo>
                    <a:pt x="7" y="7"/>
                  </a:lnTo>
                  <a:lnTo>
                    <a:pt x="7" y="7"/>
                  </a:lnTo>
                </a:path>
              </a:pathLst>
            </a:custGeom>
            <a:solidFill>
              <a:srgbClr val="a1e2ff"/>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625" name=""/>
            <p:cNvSpPr/>
            <p:nvPr/>
          </p:nvSpPr>
          <p:spPr>
            <a:xfrm>
              <a:off x="3832200" y="4192560"/>
              <a:ext cx="25560" cy="12600"/>
            </a:xfrm>
            <a:custGeom>
              <a:avLst/>
              <a:gdLst/>
              <a:ahLst/>
              <a:rect l="l" t="t" r="r" b="b"/>
              <a:pathLst>
                <a:path w="16" h="8">
                  <a:moveTo>
                    <a:pt x="9" y="0"/>
                  </a:moveTo>
                  <a:lnTo>
                    <a:pt x="9" y="2"/>
                  </a:lnTo>
                  <a:lnTo>
                    <a:pt x="9" y="2"/>
                  </a:lnTo>
                  <a:lnTo>
                    <a:pt x="8" y="2"/>
                  </a:lnTo>
                  <a:lnTo>
                    <a:pt x="6" y="2"/>
                  </a:lnTo>
                  <a:lnTo>
                    <a:pt x="6" y="2"/>
                  </a:lnTo>
                  <a:lnTo>
                    <a:pt x="3" y="2"/>
                  </a:lnTo>
                  <a:lnTo>
                    <a:pt x="3" y="2"/>
                  </a:lnTo>
                  <a:lnTo>
                    <a:pt x="0" y="5"/>
                  </a:lnTo>
                  <a:lnTo>
                    <a:pt x="3" y="7"/>
                  </a:lnTo>
                  <a:lnTo>
                    <a:pt x="3" y="7"/>
                  </a:lnTo>
                  <a:lnTo>
                    <a:pt x="3" y="7"/>
                  </a:lnTo>
                  <a:lnTo>
                    <a:pt x="6" y="7"/>
                  </a:lnTo>
                  <a:lnTo>
                    <a:pt x="6" y="7"/>
                  </a:lnTo>
                  <a:lnTo>
                    <a:pt x="8" y="7"/>
                  </a:lnTo>
                  <a:lnTo>
                    <a:pt x="9" y="7"/>
                  </a:lnTo>
                  <a:lnTo>
                    <a:pt x="12" y="5"/>
                  </a:lnTo>
                  <a:lnTo>
                    <a:pt x="15" y="0"/>
                  </a:lnTo>
                  <a:lnTo>
                    <a:pt x="9" y="0"/>
                  </a:lnTo>
                  <a:lnTo>
                    <a:pt x="9" y="0"/>
                  </a:lnTo>
                </a:path>
              </a:pathLst>
            </a:custGeom>
            <a:solidFill>
              <a:srgbClr val="a1e2ff"/>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626" name=""/>
            <p:cNvSpPr/>
            <p:nvPr/>
          </p:nvSpPr>
          <p:spPr>
            <a:xfrm>
              <a:off x="3832200" y="4200480"/>
              <a:ext cx="6480" cy="4680"/>
            </a:xfrm>
            <a:custGeom>
              <a:avLst/>
              <a:gdLst/>
              <a:ahLst/>
              <a:rect l="l" t="t" r="r" b="b"/>
              <a:pathLst>
                <a:path w="4" h="3">
                  <a:moveTo>
                    <a:pt x="3" y="2"/>
                  </a:moveTo>
                  <a:lnTo>
                    <a:pt x="3" y="2"/>
                  </a:lnTo>
                  <a:lnTo>
                    <a:pt x="3" y="2"/>
                  </a:lnTo>
                  <a:lnTo>
                    <a:pt x="3" y="0"/>
                  </a:lnTo>
                  <a:lnTo>
                    <a:pt x="3" y="0"/>
                  </a:lnTo>
                  <a:lnTo>
                    <a:pt x="1" y="0"/>
                  </a:lnTo>
                  <a:lnTo>
                    <a:pt x="1" y="0"/>
                  </a:lnTo>
                  <a:lnTo>
                    <a:pt x="1" y="0"/>
                  </a:lnTo>
                  <a:lnTo>
                    <a:pt x="0" y="2"/>
                  </a:lnTo>
                  <a:lnTo>
                    <a:pt x="3" y="2"/>
                  </a:lnTo>
                  <a:lnTo>
                    <a:pt x="3" y="2"/>
                  </a:lnTo>
                </a:path>
              </a:pathLst>
            </a:custGeom>
            <a:solidFill>
              <a:srgbClr val="a1e2ff"/>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627" name=""/>
            <p:cNvSpPr/>
            <p:nvPr/>
          </p:nvSpPr>
          <p:spPr>
            <a:xfrm>
              <a:off x="3789360" y="4176720"/>
              <a:ext cx="4680" cy="4680"/>
            </a:xfrm>
            <a:custGeom>
              <a:avLst/>
              <a:gdLst/>
              <a:ahLst/>
              <a:rect l="l" t="t" r="r" b="b"/>
              <a:pathLst>
                <a:path w="3" h="3">
                  <a:moveTo>
                    <a:pt x="2" y="1"/>
                  </a:moveTo>
                  <a:lnTo>
                    <a:pt x="2" y="0"/>
                  </a:lnTo>
                  <a:lnTo>
                    <a:pt x="2" y="0"/>
                  </a:lnTo>
                  <a:lnTo>
                    <a:pt x="1" y="0"/>
                  </a:lnTo>
                  <a:lnTo>
                    <a:pt x="0" y="1"/>
                  </a:lnTo>
                  <a:lnTo>
                    <a:pt x="0" y="1"/>
                  </a:lnTo>
                  <a:lnTo>
                    <a:pt x="0" y="1"/>
                  </a:lnTo>
                  <a:lnTo>
                    <a:pt x="0" y="2"/>
                  </a:lnTo>
                  <a:lnTo>
                    <a:pt x="0" y="2"/>
                  </a:lnTo>
                  <a:lnTo>
                    <a:pt x="2" y="1"/>
                  </a:lnTo>
                  <a:lnTo>
                    <a:pt x="2" y="1"/>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628" name=""/>
            <p:cNvSpPr/>
            <p:nvPr/>
          </p:nvSpPr>
          <p:spPr>
            <a:xfrm>
              <a:off x="3789360" y="4178160"/>
              <a:ext cx="33480" cy="12960"/>
            </a:xfrm>
            <a:custGeom>
              <a:avLst/>
              <a:gdLst/>
              <a:ahLst/>
              <a:rect l="l" t="t" r="r" b="b"/>
              <a:pathLst>
                <a:path w="21" h="8">
                  <a:moveTo>
                    <a:pt x="20" y="6"/>
                  </a:moveTo>
                  <a:lnTo>
                    <a:pt x="20" y="6"/>
                  </a:lnTo>
                  <a:lnTo>
                    <a:pt x="17" y="6"/>
                  </a:lnTo>
                  <a:lnTo>
                    <a:pt x="17" y="6"/>
                  </a:lnTo>
                  <a:lnTo>
                    <a:pt x="17" y="6"/>
                  </a:lnTo>
                  <a:lnTo>
                    <a:pt x="14" y="6"/>
                  </a:lnTo>
                  <a:lnTo>
                    <a:pt x="14" y="6"/>
                  </a:lnTo>
                  <a:lnTo>
                    <a:pt x="14" y="6"/>
                  </a:lnTo>
                  <a:lnTo>
                    <a:pt x="14" y="6"/>
                  </a:lnTo>
                  <a:lnTo>
                    <a:pt x="14" y="5"/>
                  </a:lnTo>
                  <a:lnTo>
                    <a:pt x="11" y="5"/>
                  </a:lnTo>
                  <a:lnTo>
                    <a:pt x="10" y="5"/>
                  </a:lnTo>
                  <a:lnTo>
                    <a:pt x="7" y="4"/>
                  </a:lnTo>
                  <a:lnTo>
                    <a:pt x="6" y="4"/>
                  </a:lnTo>
                  <a:lnTo>
                    <a:pt x="6" y="4"/>
                  </a:lnTo>
                  <a:lnTo>
                    <a:pt x="6" y="1"/>
                  </a:lnTo>
                  <a:lnTo>
                    <a:pt x="4" y="1"/>
                  </a:lnTo>
                  <a:lnTo>
                    <a:pt x="2" y="0"/>
                  </a:lnTo>
                  <a:lnTo>
                    <a:pt x="0" y="1"/>
                  </a:lnTo>
                  <a:lnTo>
                    <a:pt x="2" y="4"/>
                  </a:lnTo>
                  <a:lnTo>
                    <a:pt x="2" y="4"/>
                  </a:lnTo>
                  <a:lnTo>
                    <a:pt x="4" y="5"/>
                  </a:lnTo>
                  <a:lnTo>
                    <a:pt x="6" y="6"/>
                  </a:lnTo>
                  <a:lnTo>
                    <a:pt x="6" y="7"/>
                  </a:lnTo>
                  <a:lnTo>
                    <a:pt x="7" y="7"/>
                  </a:lnTo>
                  <a:lnTo>
                    <a:pt x="10" y="7"/>
                  </a:lnTo>
                  <a:lnTo>
                    <a:pt x="12" y="7"/>
                  </a:lnTo>
                  <a:lnTo>
                    <a:pt x="14" y="7"/>
                  </a:lnTo>
                  <a:lnTo>
                    <a:pt x="14" y="7"/>
                  </a:lnTo>
                  <a:lnTo>
                    <a:pt x="14" y="7"/>
                  </a:lnTo>
                  <a:lnTo>
                    <a:pt x="14" y="7"/>
                  </a:lnTo>
                  <a:lnTo>
                    <a:pt x="17" y="7"/>
                  </a:lnTo>
                  <a:lnTo>
                    <a:pt x="17" y="7"/>
                  </a:lnTo>
                  <a:lnTo>
                    <a:pt x="20" y="7"/>
                  </a:lnTo>
                  <a:lnTo>
                    <a:pt x="20" y="7"/>
                  </a:lnTo>
                  <a:lnTo>
                    <a:pt x="20" y="7"/>
                  </a:lnTo>
                  <a:lnTo>
                    <a:pt x="20" y="6"/>
                  </a:lnTo>
                  <a:lnTo>
                    <a:pt x="20" y="6"/>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629" name=""/>
            <p:cNvSpPr/>
            <p:nvPr/>
          </p:nvSpPr>
          <p:spPr>
            <a:xfrm>
              <a:off x="3821040" y="4187880"/>
              <a:ext cx="15840" cy="17280"/>
            </a:xfrm>
            <a:custGeom>
              <a:avLst/>
              <a:gdLst/>
              <a:ahLst/>
              <a:rect l="l" t="t" r="r" b="b"/>
              <a:pathLst>
                <a:path w="10" h="11">
                  <a:moveTo>
                    <a:pt x="7" y="5"/>
                  </a:moveTo>
                  <a:lnTo>
                    <a:pt x="7" y="5"/>
                  </a:lnTo>
                  <a:lnTo>
                    <a:pt x="7" y="5"/>
                  </a:lnTo>
                  <a:lnTo>
                    <a:pt x="5" y="5"/>
                  </a:lnTo>
                  <a:lnTo>
                    <a:pt x="2" y="5"/>
                  </a:lnTo>
                  <a:lnTo>
                    <a:pt x="2" y="3"/>
                  </a:lnTo>
                  <a:lnTo>
                    <a:pt x="1" y="1"/>
                  </a:lnTo>
                  <a:lnTo>
                    <a:pt x="1" y="1"/>
                  </a:lnTo>
                  <a:lnTo>
                    <a:pt x="1" y="0"/>
                  </a:lnTo>
                  <a:lnTo>
                    <a:pt x="0" y="0"/>
                  </a:lnTo>
                  <a:lnTo>
                    <a:pt x="0" y="1"/>
                  </a:lnTo>
                  <a:lnTo>
                    <a:pt x="0" y="1"/>
                  </a:lnTo>
                  <a:lnTo>
                    <a:pt x="1" y="1"/>
                  </a:lnTo>
                  <a:lnTo>
                    <a:pt x="1" y="3"/>
                  </a:lnTo>
                  <a:lnTo>
                    <a:pt x="1" y="5"/>
                  </a:lnTo>
                  <a:lnTo>
                    <a:pt x="1" y="6"/>
                  </a:lnTo>
                  <a:lnTo>
                    <a:pt x="2" y="10"/>
                  </a:lnTo>
                  <a:lnTo>
                    <a:pt x="7" y="10"/>
                  </a:lnTo>
                  <a:lnTo>
                    <a:pt x="9" y="10"/>
                  </a:lnTo>
                  <a:lnTo>
                    <a:pt x="9" y="10"/>
                  </a:lnTo>
                  <a:lnTo>
                    <a:pt x="7" y="5"/>
                  </a:lnTo>
                  <a:lnTo>
                    <a:pt x="7" y="5"/>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630" name=""/>
            <p:cNvSpPr/>
            <p:nvPr/>
          </p:nvSpPr>
          <p:spPr>
            <a:xfrm>
              <a:off x="3832200" y="4189320"/>
              <a:ext cx="25560" cy="15840"/>
            </a:xfrm>
            <a:custGeom>
              <a:avLst/>
              <a:gdLst/>
              <a:ahLst/>
              <a:rect l="l" t="t" r="r" b="b"/>
              <a:pathLst>
                <a:path w="16" h="10">
                  <a:moveTo>
                    <a:pt x="12" y="0"/>
                  </a:moveTo>
                  <a:lnTo>
                    <a:pt x="9" y="2"/>
                  </a:lnTo>
                  <a:lnTo>
                    <a:pt x="9" y="4"/>
                  </a:lnTo>
                  <a:lnTo>
                    <a:pt x="8" y="4"/>
                  </a:lnTo>
                  <a:lnTo>
                    <a:pt x="6" y="4"/>
                  </a:lnTo>
                  <a:lnTo>
                    <a:pt x="5" y="4"/>
                  </a:lnTo>
                  <a:lnTo>
                    <a:pt x="3" y="2"/>
                  </a:lnTo>
                  <a:lnTo>
                    <a:pt x="2" y="4"/>
                  </a:lnTo>
                  <a:lnTo>
                    <a:pt x="0" y="4"/>
                  </a:lnTo>
                  <a:lnTo>
                    <a:pt x="2" y="9"/>
                  </a:lnTo>
                  <a:lnTo>
                    <a:pt x="3" y="7"/>
                  </a:lnTo>
                  <a:lnTo>
                    <a:pt x="3" y="7"/>
                  </a:lnTo>
                  <a:lnTo>
                    <a:pt x="5" y="7"/>
                  </a:lnTo>
                  <a:lnTo>
                    <a:pt x="6" y="7"/>
                  </a:lnTo>
                  <a:lnTo>
                    <a:pt x="8" y="7"/>
                  </a:lnTo>
                  <a:lnTo>
                    <a:pt x="9" y="7"/>
                  </a:lnTo>
                  <a:lnTo>
                    <a:pt x="12" y="4"/>
                  </a:lnTo>
                  <a:lnTo>
                    <a:pt x="15" y="2"/>
                  </a:lnTo>
                  <a:lnTo>
                    <a:pt x="12" y="0"/>
                  </a:lnTo>
                  <a:lnTo>
                    <a:pt x="12"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631" name=""/>
            <p:cNvSpPr/>
            <p:nvPr/>
          </p:nvSpPr>
          <p:spPr>
            <a:xfrm>
              <a:off x="3832200" y="4195800"/>
              <a:ext cx="6480" cy="6480"/>
            </a:xfrm>
            <a:custGeom>
              <a:avLst/>
              <a:gdLst/>
              <a:ahLst/>
              <a:rect l="l" t="t" r="r" b="b"/>
              <a:pathLst>
                <a:path w="4" h="4">
                  <a:moveTo>
                    <a:pt x="3" y="3"/>
                  </a:moveTo>
                  <a:lnTo>
                    <a:pt x="3" y="3"/>
                  </a:lnTo>
                  <a:lnTo>
                    <a:pt x="3" y="1"/>
                  </a:lnTo>
                  <a:lnTo>
                    <a:pt x="2" y="0"/>
                  </a:lnTo>
                  <a:lnTo>
                    <a:pt x="1" y="0"/>
                  </a:lnTo>
                  <a:lnTo>
                    <a:pt x="1" y="0"/>
                  </a:lnTo>
                  <a:lnTo>
                    <a:pt x="0" y="0"/>
                  </a:lnTo>
                  <a:lnTo>
                    <a:pt x="0" y="0"/>
                  </a:lnTo>
                  <a:lnTo>
                    <a:pt x="0" y="0"/>
                  </a:lnTo>
                  <a:lnTo>
                    <a:pt x="3" y="3"/>
                  </a:lnTo>
                  <a:lnTo>
                    <a:pt x="3"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632" name=""/>
            <p:cNvSpPr/>
            <p:nvPr/>
          </p:nvSpPr>
          <p:spPr>
            <a:xfrm>
              <a:off x="3789360" y="4176720"/>
              <a:ext cx="4680" cy="1440"/>
            </a:xfrm>
            <a:custGeom>
              <a:avLst/>
              <a:gdLst/>
              <a:ahLst/>
              <a:rect l="l" t="t" r="r" b="b"/>
              <a:pathLst>
                <a:path w="3" h="1">
                  <a:moveTo>
                    <a:pt x="2" y="0"/>
                  </a:moveTo>
                  <a:lnTo>
                    <a:pt x="2" y="0"/>
                  </a:lnTo>
                  <a:lnTo>
                    <a:pt x="1" y="0"/>
                  </a:lnTo>
                  <a:lnTo>
                    <a:pt x="0" y="0"/>
                  </a:lnTo>
                  <a:lnTo>
                    <a:pt x="0" y="0"/>
                  </a:lnTo>
                  <a:lnTo>
                    <a:pt x="0" y="0"/>
                  </a:lnTo>
                  <a:lnTo>
                    <a:pt x="0"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633" name=""/>
            <p:cNvSpPr/>
            <p:nvPr/>
          </p:nvSpPr>
          <p:spPr>
            <a:xfrm>
              <a:off x="3789360" y="4176720"/>
              <a:ext cx="33480" cy="14400"/>
            </a:xfrm>
            <a:custGeom>
              <a:avLst/>
              <a:gdLst/>
              <a:ahLst/>
              <a:rect l="l" t="t" r="r" b="b"/>
              <a:pathLst>
                <a:path w="21" h="9">
                  <a:moveTo>
                    <a:pt x="17" y="5"/>
                  </a:moveTo>
                  <a:lnTo>
                    <a:pt x="17" y="5"/>
                  </a:lnTo>
                  <a:lnTo>
                    <a:pt x="17" y="5"/>
                  </a:lnTo>
                  <a:lnTo>
                    <a:pt x="17" y="5"/>
                  </a:lnTo>
                  <a:lnTo>
                    <a:pt x="15" y="5"/>
                  </a:lnTo>
                  <a:lnTo>
                    <a:pt x="14" y="5"/>
                  </a:lnTo>
                  <a:lnTo>
                    <a:pt x="14" y="5"/>
                  </a:lnTo>
                  <a:lnTo>
                    <a:pt x="14" y="5"/>
                  </a:lnTo>
                  <a:lnTo>
                    <a:pt x="14" y="5"/>
                  </a:lnTo>
                  <a:lnTo>
                    <a:pt x="14" y="5"/>
                  </a:lnTo>
                  <a:lnTo>
                    <a:pt x="11" y="5"/>
                  </a:lnTo>
                  <a:lnTo>
                    <a:pt x="8" y="5"/>
                  </a:lnTo>
                  <a:lnTo>
                    <a:pt x="6" y="2"/>
                  </a:lnTo>
                  <a:lnTo>
                    <a:pt x="6" y="2"/>
                  </a:lnTo>
                  <a:lnTo>
                    <a:pt x="6" y="1"/>
                  </a:lnTo>
                  <a:lnTo>
                    <a:pt x="4" y="0"/>
                  </a:lnTo>
                  <a:lnTo>
                    <a:pt x="4" y="0"/>
                  </a:lnTo>
                  <a:lnTo>
                    <a:pt x="2" y="0"/>
                  </a:lnTo>
                  <a:lnTo>
                    <a:pt x="0" y="0"/>
                  </a:lnTo>
                  <a:lnTo>
                    <a:pt x="1" y="1"/>
                  </a:lnTo>
                  <a:lnTo>
                    <a:pt x="2" y="2"/>
                  </a:lnTo>
                  <a:lnTo>
                    <a:pt x="4" y="5"/>
                  </a:lnTo>
                  <a:lnTo>
                    <a:pt x="6" y="5"/>
                  </a:lnTo>
                  <a:lnTo>
                    <a:pt x="6" y="5"/>
                  </a:lnTo>
                  <a:lnTo>
                    <a:pt x="6" y="6"/>
                  </a:lnTo>
                  <a:lnTo>
                    <a:pt x="10" y="6"/>
                  </a:lnTo>
                  <a:lnTo>
                    <a:pt x="11" y="7"/>
                  </a:lnTo>
                  <a:lnTo>
                    <a:pt x="14" y="7"/>
                  </a:lnTo>
                  <a:lnTo>
                    <a:pt x="14" y="8"/>
                  </a:lnTo>
                  <a:lnTo>
                    <a:pt x="14" y="8"/>
                  </a:lnTo>
                  <a:lnTo>
                    <a:pt x="14" y="8"/>
                  </a:lnTo>
                  <a:lnTo>
                    <a:pt x="15" y="8"/>
                  </a:lnTo>
                  <a:lnTo>
                    <a:pt x="17" y="8"/>
                  </a:lnTo>
                  <a:lnTo>
                    <a:pt x="17" y="8"/>
                  </a:lnTo>
                  <a:lnTo>
                    <a:pt x="20" y="7"/>
                  </a:lnTo>
                  <a:lnTo>
                    <a:pt x="20" y="7"/>
                  </a:lnTo>
                  <a:lnTo>
                    <a:pt x="17" y="5"/>
                  </a:lnTo>
                  <a:lnTo>
                    <a:pt x="17" y="5"/>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634" name=""/>
            <p:cNvSpPr/>
            <p:nvPr/>
          </p:nvSpPr>
          <p:spPr>
            <a:xfrm>
              <a:off x="3816360" y="4184640"/>
              <a:ext cx="19080" cy="17640"/>
            </a:xfrm>
            <a:custGeom>
              <a:avLst/>
              <a:gdLst/>
              <a:ahLst/>
              <a:rect l="l" t="t" r="r" b="b"/>
              <a:pathLst>
                <a:path w="12" h="11">
                  <a:moveTo>
                    <a:pt x="5" y="5"/>
                  </a:moveTo>
                  <a:lnTo>
                    <a:pt x="5" y="5"/>
                  </a:lnTo>
                  <a:lnTo>
                    <a:pt x="8" y="5"/>
                  </a:lnTo>
                  <a:lnTo>
                    <a:pt x="5" y="5"/>
                  </a:lnTo>
                  <a:lnTo>
                    <a:pt x="5" y="5"/>
                  </a:lnTo>
                  <a:lnTo>
                    <a:pt x="5" y="3"/>
                  </a:lnTo>
                  <a:lnTo>
                    <a:pt x="4" y="3"/>
                  </a:lnTo>
                  <a:lnTo>
                    <a:pt x="4" y="1"/>
                  </a:lnTo>
                  <a:lnTo>
                    <a:pt x="4" y="0"/>
                  </a:lnTo>
                  <a:lnTo>
                    <a:pt x="0" y="0"/>
                  </a:lnTo>
                  <a:lnTo>
                    <a:pt x="3" y="2"/>
                  </a:lnTo>
                  <a:lnTo>
                    <a:pt x="3" y="2"/>
                  </a:lnTo>
                  <a:lnTo>
                    <a:pt x="3" y="3"/>
                  </a:lnTo>
                  <a:lnTo>
                    <a:pt x="4" y="3"/>
                  </a:lnTo>
                  <a:lnTo>
                    <a:pt x="4" y="5"/>
                  </a:lnTo>
                  <a:lnTo>
                    <a:pt x="4" y="7"/>
                  </a:lnTo>
                  <a:lnTo>
                    <a:pt x="5" y="7"/>
                  </a:lnTo>
                  <a:lnTo>
                    <a:pt x="8" y="10"/>
                  </a:lnTo>
                  <a:lnTo>
                    <a:pt x="11" y="7"/>
                  </a:lnTo>
                  <a:lnTo>
                    <a:pt x="11" y="7"/>
                  </a:lnTo>
                  <a:lnTo>
                    <a:pt x="5" y="5"/>
                  </a:lnTo>
                  <a:lnTo>
                    <a:pt x="5" y="5"/>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2635" name=""/>
            <p:cNvSpPr/>
            <p:nvPr/>
          </p:nvSpPr>
          <p:spPr>
            <a:xfrm>
              <a:off x="3824280" y="4189320"/>
              <a:ext cx="33480" cy="9720"/>
            </a:xfrm>
            <a:custGeom>
              <a:avLst/>
              <a:gdLst/>
              <a:ahLst/>
              <a:rect l="l" t="t" r="r" b="b"/>
              <a:pathLst>
                <a:path w="21" h="6">
                  <a:moveTo>
                    <a:pt x="17" y="0"/>
                  </a:moveTo>
                  <a:lnTo>
                    <a:pt x="14" y="0"/>
                  </a:lnTo>
                  <a:lnTo>
                    <a:pt x="14" y="2"/>
                  </a:lnTo>
                  <a:lnTo>
                    <a:pt x="12" y="2"/>
                  </a:lnTo>
                  <a:lnTo>
                    <a:pt x="11" y="2"/>
                  </a:lnTo>
                  <a:lnTo>
                    <a:pt x="10" y="2"/>
                  </a:lnTo>
                  <a:lnTo>
                    <a:pt x="8" y="2"/>
                  </a:lnTo>
                  <a:lnTo>
                    <a:pt x="6" y="2"/>
                  </a:lnTo>
                  <a:lnTo>
                    <a:pt x="0" y="2"/>
                  </a:lnTo>
                  <a:lnTo>
                    <a:pt x="6" y="4"/>
                  </a:lnTo>
                  <a:lnTo>
                    <a:pt x="7" y="4"/>
                  </a:lnTo>
                  <a:lnTo>
                    <a:pt x="8" y="4"/>
                  </a:lnTo>
                  <a:lnTo>
                    <a:pt x="8" y="4"/>
                  </a:lnTo>
                  <a:lnTo>
                    <a:pt x="11" y="5"/>
                  </a:lnTo>
                  <a:lnTo>
                    <a:pt x="12" y="5"/>
                  </a:lnTo>
                  <a:lnTo>
                    <a:pt x="14" y="4"/>
                  </a:lnTo>
                  <a:lnTo>
                    <a:pt x="17" y="2"/>
                  </a:lnTo>
                  <a:lnTo>
                    <a:pt x="20" y="0"/>
                  </a:lnTo>
                  <a:lnTo>
                    <a:pt x="17" y="0"/>
                  </a:lnTo>
                  <a:lnTo>
                    <a:pt x="17"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636" name=""/>
            <p:cNvSpPr/>
            <p:nvPr/>
          </p:nvSpPr>
          <p:spPr>
            <a:xfrm>
              <a:off x="3824280" y="4192560"/>
              <a:ext cx="11160" cy="4680"/>
            </a:xfrm>
            <a:custGeom>
              <a:avLst/>
              <a:gdLst/>
              <a:ahLst/>
              <a:rect l="l" t="t" r="r" b="b"/>
              <a:pathLst>
                <a:path w="7" h="3">
                  <a:moveTo>
                    <a:pt x="6" y="2"/>
                  </a:moveTo>
                  <a:lnTo>
                    <a:pt x="6" y="2"/>
                  </a:lnTo>
                  <a:lnTo>
                    <a:pt x="6" y="2"/>
                  </a:lnTo>
                  <a:lnTo>
                    <a:pt x="6" y="0"/>
                  </a:lnTo>
                  <a:lnTo>
                    <a:pt x="6" y="0"/>
                  </a:lnTo>
                  <a:lnTo>
                    <a:pt x="5" y="0"/>
                  </a:lnTo>
                  <a:lnTo>
                    <a:pt x="5" y="0"/>
                  </a:lnTo>
                  <a:lnTo>
                    <a:pt x="3" y="0"/>
                  </a:lnTo>
                  <a:lnTo>
                    <a:pt x="0" y="2"/>
                  </a:lnTo>
                  <a:lnTo>
                    <a:pt x="6" y="2"/>
                  </a:lnTo>
                  <a:lnTo>
                    <a:pt x="6"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637" name=""/>
            <p:cNvSpPr/>
            <p:nvPr/>
          </p:nvSpPr>
          <p:spPr>
            <a:xfrm>
              <a:off x="3789360" y="4170240"/>
              <a:ext cx="4680" cy="7920"/>
            </a:xfrm>
            <a:custGeom>
              <a:avLst/>
              <a:gdLst/>
              <a:ahLst/>
              <a:rect l="l" t="t" r="r" b="b"/>
              <a:pathLst>
                <a:path w="3" h="5">
                  <a:moveTo>
                    <a:pt x="2" y="0"/>
                  </a:moveTo>
                  <a:lnTo>
                    <a:pt x="2" y="0"/>
                  </a:lnTo>
                  <a:lnTo>
                    <a:pt x="1" y="0"/>
                  </a:lnTo>
                  <a:lnTo>
                    <a:pt x="0" y="0"/>
                  </a:lnTo>
                  <a:lnTo>
                    <a:pt x="0" y="0"/>
                  </a:lnTo>
                  <a:lnTo>
                    <a:pt x="0" y="2"/>
                  </a:lnTo>
                  <a:lnTo>
                    <a:pt x="0" y="2"/>
                  </a:lnTo>
                  <a:lnTo>
                    <a:pt x="0" y="2"/>
                  </a:lnTo>
                  <a:lnTo>
                    <a:pt x="0" y="4"/>
                  </a:lnTo>
                  <a:lnTo>
                    <a:pt x="2" y="0"/>
                  </a:lnTo>
                  <a:lnTo>
                    <a:pt x="2" y="0"/>
                  </a:lnTo>
                </a:path>
              </a:pathLst>
            </a:custGeom>
            <a:solidFill>
              <a:srgbClr val="ffe0e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638" name=""/>
            <p:cNvSpPr/>
            <p:nvPr/>
          </p:nvSpPr>
          <p:spPr>
            <a:xfrm>
              <a:off x="3789360" y="4170240"/>
              <a:ext cx="33480" cy="15840"/>
            </a:xfrm>
            <a:custGeom>
              <a:avLst/>
              <a:gdLst/>
              <a:ahLst/>
              <a:rect l="l" t="t" r="r" b="b"/>
              <a:pathLst>
                <a:path w="21" h="10">
                  <a:moveTo>
                    <a:pt x="17" y="6"/>
                  </a:moveTo>
                  <a:lnTo>
                    <a:pt x="17" y="6"/>
                  </a:lnTo>
                  <a:lnTo>
                    <a:pt x="17" y="6"/>
                  </a:lnTo>
                  <a:lnTo>
                    <a:pt x="17" y="6"/>
                  </a:lnTo>
                  <a:lnTo>
                    <a:pt x="14" y="6"/>
                  </a:lnTo>
                  <a:lnTo>
                    <a:pt x="14" y="6"/>
                  </a:lnTo>
                  <a:lnTo>
                    <a:pt x="14" y="6"/>
                  </a:lnTo>
                  <a:lnTo>
                    <a:pt x="14" y="6"/>
                  </a:lnTo>
                  <a:lnTo>
                    <a:pt x="14" y="5"/>
                  </a:lnTo>
                  <a:lnTo>
                    <a:pt x="12" y="5"/>
                  </a:lnTo>
                  <a:lnTo>
                    <a:pt x="10" y="5"/>
                  </a:lnTo>
                  <a:lnTo>
                    <a:pt x="8" y="5"/>
                  </a:lnTo>
                  <a:lnTo>
                    <a:pt x="6" y="4"/>
                  </a:lnTo>
                  <a:lnTo>
                    <a:pt x="6" y="4"/>
                  </a:lnTo>
                  <a:lnTo>
                    <a:pt x="6" y="4"/>
                  </a:lnTo>
                  <a:lnTo>
                    <a:pt x="4" y="4"/>
                  </a:lnTo>
                  <a:lnTo>
                    <a:pt x="4" y="2"/>
                  </a:lnTo>
                  <a:lnTo>
                    <a:pt x="2" y="0"/>
                  </a:lnTo>
                  <a:lnTo>
                    <a:pt x="0" y="4"/>
                  </a:lnTo>
                  <a:lnTo>
                    <a:pt x="1" y="4"/>
                  </a:lnTo>
                  <a:lnTo>
                    <a:pt x="2" y="4"/>
                  </a:lnTo>
                  <a:lnTo>
                    <a:pt x="4" y="5"/>
                  </a:lnTo>
                  <a:lnTo>
                    <a:pt x="6" y="6"/>
                  </a:lnTo>
                  <a:lnTo>
                    <a:pt x="6" y="6"/>
                  </a:lnTo>
                  <a:lnTo>
                    <a:pt x="6" y="9"/>
                  </a:lnTo>
                  <a:lnTo>
                    <a:pt x="8" y="9"/>
                  </a:lnTo>
                  <a:lnTo>
                    <a:pt x="11" y="9"/>
                  </a:lnTo>
                  <a:lnTo>
                    <a:pt x="14" y="9"/>
                  </a:lnTo>
                  <a:lnTo>
                    <a:pt x="14" y="9"/>
                  </a:lnTo>
                  <a:lnTo>
                    <a:pt x="14" y="9"/>
                  </a:lnTo>
                  <a:lnTo>
                    <a:pt x="14" y="9"/>
                  </a:lnTo>
                  <a:lnTo>
                    <a:pt x="14" y="9"/>
                  </a:lnTo>
                  <a:lnTo>
                    <a:pt x="17" y="9"/>
                  </a:lnTo>
                  <a:lnTo>
                    <a:pt x="17" y="9"/>
                  </a:lnTo>
                  <a:lnTo>
                    <a:pt x="20" y="9"/>
                  </a:lnTo>
                  <a:lnTo>
                    <a:pt x="20" y="9"/>
                  </a:lnTo>
                  <a:lnTo>
                    <a:pt x="17" y="6"/>
                  </a:lnTo>
                  <a:lnTo>
                    <a:pt x="17" y="6"/>
                  </a:lnTo>
                </a:path>
              </a:pathLst>
            </a:custGeom>
            <a:solidFill>
              <a:srgbClr val="ffe0e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639" name=""/>
            <p:cNvSpPr/>
            <p:nvPr/>
          </p:nvSpPr>
          <p:spPr>
            <a:xfrm>
              <a:off x="3816360" y="4179960"/>
              <a:ext cx="17280" cy="17280"/>
            </a:xfrm>
            <a:custGeom>
              <a:avLst/>
              <a:gdLst/>
              <a:ahLst/>
              <a:rect l="l" t="t" r="r" b="b"/>
              <a:pathLst>
                <a:path w="11" h="11">
                  <a:moveTo>
                    <a:pt x="5" y="6"/>
                  </a:moveTo>
                  <a:lnTo>
                    <a:pt x="5" y="6"/>
                  </a:lnTo>
                  <a:lnTo>
                    <a:pt x="5" y="6"/>
                  </a:lnTo>
                  <a:lnTo>
                    <a:pt x="5" y="6"/>
                  </a:lnTo>
                  <a:lnTo>
                    <a:pt x="5" y="6"/>
                  </a:lnTo>
                  <a:lnTo>
                    <a:pt x="4" y="6"/>
                  </a:lnTo>
                  <a:lnTo>
                    <a:pt x="4" y="3"/>
                  </a:lnTo>
                  <a:lnTo>
                    <a:pt x="4" y="3"/>
                  </a:lnTo>
                  <a:lnTo>
                    <a:pt x="3" y="0"/>
                  </a:lnTo>
                  <a:lnTo>
                    <a:pt x="0" y="0"/>
                  </a:lnTo>
                  <a:lnTo>
                    <a:pt x="3" y="3"/>
                  </a:lnTo>
                  <a:lnTo>
                    <a:pt x="0" y="3"/>
                  </a:lnTo>
                  <a:lnTo>
                    <a:pt x="3" y="3"/>
                  </a:lnTo>
                  <a:lnTo>
                    <a:pt x="4" y="5"/>
                  </a:lnTo>
                  <a:lnTo>
                    <a:pt x="4" y="6"/>
                  </a:lnTo>
                  <a:lnTo>
                    <a:pt x="4" y="6"/>
                  </a:lnTo>
                  <a:lnTo>
                    <a:pt x="4" y="8"/>
                  </a:lnTo>
                  <a:lnTo>
                    <a:pt x="5" y="10"/>
                  </a:lnTo>
                  <a:lnTo>
                    <a:pt x="10" y="10"/>
                  </a:lnTo>
                  <a:lnTo>
                    <a:pt x="10" y="10"/>
                  </a:lnTo>
                  <a:lnTo>
                    <a:pt x="5" y="6"/>
                  </a:lnTo>
                  <a:lnTo>
                    <a:pt x="5" y="6"/>
                  </a:lnTo>
                </a:path>
              </a:pathLst>
            </a:custGeom>
            <a:solidFill>
              <a:srgbClr val="ffe0e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640" name=""/>
            <p:cNvSpPr/>
            <p:nvPr/>
          </p:nvSpPr>
          <p:spPr>
            <a:xfrm>
              <a:off x="3824280" y="4189320"/>
              <a:ext cx="33480" cy="7920"/>
            </a:xfrm>
            <a:custGeom>
              <a:avLst/>
              <a:gdLst/>
              <a:ahLst/>
              <a:rect l="l" t="t" r="r" b="b"/>
              <a:pathLst>
                <a:path w="21" h="5">
                  <a:moveTo>
                    <a:pt x="17" y="0"/>
                  </a:moveTo>
                  <a:lnTo>
                    <a:pt x="14" y="0"/>
                  </a:lnTo>
                  <a:lnTo>
                    <a:pt x="14" y="0"/>
                  </a:lnTo>
                  <a:lnTo>
                    <a:pt x="12" y="0"/>
                  </a:lnTo>
                  <a:lnTo>
                    <a:pt x="11" y="0"/>
                  </a:lnTo>
                  <a:lnTo>
                    <a:pt x="8" y="0"/>
                  </a:lnTo>
                  <a:lnTo>
                    <a:pt x="8" y="0"/>
                  </a:lnTo>
                  <a:lnTo>
                    <a:pt x="5" y="0"/>
                  </a:lnTo>
                  <a:lnTo>
                    <a:pt x="0" y="0"/>
                  </a:lnTo>
                  <a:lnTo>
                    <a:pt x="5" y="4"/>
                  </a:lnTo>
                  <a:lnTo>
                    <a:pt x="6" y="2"/>
                  </a:lnTo>
                  <a:lnTo>
                    <a:pt x="8" y="2"/>
                  </a:lnTo>
                  <a:lnTo>
                    <a:pt x="8" y="4"/>
                  </a:lnTo>
                  <a:lnTo>
                    <a:pt x="11" y="4"/>
                  </a:lnTo>
                  <a:lnTo>
                    <a:pt x="12" y="4"/>
                  </a:lnTo>
                  <a:lnTo>
                    <a:pt x="14" y="4"/>
                  </a:lnTo>
                  <a:lnTo>
                    <a:pt x="17" y="2"/>
                  </a:lnTo>
                  <a:lnTo>
                    <a:pt x="20" y="0"/>
                  </a:lnTo>
                  <a:lnTo>
                    <a:pt x="17" y="0"/>
                  </a:lnTo>
                  <a:lnTo>
                    <a:pt x="17" y="0"/>
                  </a:lnTo>
                </a:path>
              </a:pathLst>
            </a:custGeom>
            <a:solidFill>
              <a:srgbClr val="ffe0e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641" name=""/>
            <p:cNvSpPr/>
            <p:nvPr/>
          </p:nvSpPr>
          <p:spPr>
            <a:xfrm>
              <a:off x="3824280" y="4189320"/>
              <a:ext cx="11160" cy="4680"/>
            </a:xfrm>
            <a:custGeom>
              <a:avLst/>
              <a:gdLst/>
              <a:ahLst/>
              <a:rect l="l" t="t" r="r" b="b"/>
              <a:pathLst>
                <a:path w="7" h="3">
                  <a:moveTo>
                    <a:pt x="6" y="2"/>
                  </a:moveTo>
                  <a:lnTo>
                    <a:pt x="6" y="2"/>
                  </a:lnTo>
                  <a:lnTo>
                    <a:pt x="6" y="2"/>
                  </a:lnTo>
                  <a:lnTo>
                    <a:pt x="5" y="0"/>
                  </a:lnTo>
                  <a:lnTo>
                    <a:pt x="5" y="0"/>
                  </a:lnTo>
                  <a:lnTo>
                    <a:pt x="5" y="0"/>
                  </a:lnTo>
                  <a:lnTo>
                    <a:pt x="0" y="0"/>
                  </a:lnTo>
                  <a:lnTo>
                    <a:pt x="0" y="0"/>
                  </a:lnTo>
                  <a:lnTo>
                    <a:pt x="0" y="2"/>
                  </a:lnTo>
                  <a:lnTo>
                    <a:pt x="6" y="2"/>
                  </a:lnTo>
                  <a:lnTo>
                    <a:pt x="6" y="2"/>
                  </a:lnTo>
                </a:path>
              </a:pathLst>
            </a:custGeom>
            <a:solidFill>
              <a:srgbClr val="ffe0e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642" name=""/>
            <p:cNvSpPr/>
            <p:nvPr/>
          </p:nvSpPr>
          <p:spPr>
            <a:xfrm>
              <a:off x="3648240" y="4025880"/>
              <a:ext cx="109440" cy="117360"/>
            </a:xfrm>
            <a:custGeom>
              <a:avLst/>
              <a:gdLst/>
              <a:ahLst/>
              <a:rect l="l" t="t" r="r" b="b"/>
              <a:pathLst>
                <a:path w="69" h="74">
                  <a:moveTo>
                    <a:pt x="68" y="73"/>
                  </a:moveTo>
                  <a:lnTo>
                    <a:pt x="68" y="73"/>
                  </a:lnTo>
                  <a:lnTo>
                    <a:pt x="65" y="72"/>
                  </a:lnTo>
                  <a:lnTo>
                    <a:pt x="65" y="71"/>
                  </a:lnTo>
                  <a:lnTo>
                    <a:pt x="65" y="71"/>
                  </a:lnTo>
                  <a:lnTo>
                    <a:pt x="65" y="71"/>
                  </a:lnTo>
                  <a:lnTo>
                    <a:pt x="65" y="71"/>
                  </a:lnTo>
                  <a:lnTo>
                    <a:pt x="65" y="71"/>
                  </a:lnTo>
                  <a:lnTo>
                    <a:pt x="64" y="68"/>
                  </a:lnTo>
                  <a:lnTo>
                    <a:pt x="64" y="67"/>
                  </a:lnTo>
                  <a:lnTo>
                    <a:pt x="64" y="66"/>
                  </a:lnTo>
                  <a:lnTo>
                    <a:pt x="61" y="65"/>
                  </a:lnTo>
                  <a:lnTo>
                    <a:pt x="60" y="64"/>
                  </a:lnTo>
                  <a:lnTo>
                    <a:pt x="60" y="61"/>
                  </a:lnTo>
                  <a:lnTo>
                    <a:pt x="56" y="61"/>
                  </a:lnTo>
                  <a:lnTo>
                    <a:pt x="52" y="61"/>
                  </a:lnTo>
                  <a:lnTo>
                    <a:pt x="52" y="58"/>
                  </a:lnTo>
                  <a:lnTo>
                    <a:pt x="52" y="58"/>
                  </a:lnTo>
                  <a:lnTo>
                    <a:pt x="51" y="57"/>
                  </a:lnTo>
                  <a:lnTo>
                    <a:pt x="51" y="57"/>
                  </a:lnTo>
                  <a:lnTo>
                    <a:pt x="51" y="57"/>
                  </a:lnTo>
                  <a:lnTo>
                    <a:pt x="48" y="57"/>
                  </a:lnTo>
                  <a:lnTo>
                    <a:pt x="48" y="56"/>
                  </a:lnTo>
                  <a:lnTo>
                    <a:pt x="48" y="54"/>
                  </a:lnTo>
                  <a:lnTo>
                    <a:pt x="48" y="54"/>
                  </a:lnTo>
                  <a:lnTo>
                    <a:pt x="47" y="54"/>
                  </a:lnTo>
                  <a:lnTo>
                    <a:pt x="45" y="52"/>
                  </a:lnTo>
                  <a:lnTo>
                    <a:pt x="45" y="50"/>
                  </a:lnTo>
                  <a:lnTo>
                    <a:pt x="43" y="48"/>
                  </a:lnTo>
                  <a:lnTo>
                    <a:pt x="43" y="47"/>
                  </a:lnTo>
                  <a:lnTo>
                    <a:pt x="43" y="46"/>
                  </a:lnTo>
                  <a:lnTo>
                    <a:pt x="41" y="46"/>
                  </a:lnTo>
                  <a:lnTo>
                    <a:pt x="41" y="45"/>
                  </a:lnTo>
                  <a:lnTo>
                    <a:pt x="41" y="44"/>
                  </a:lnTo>
                  <a:lnTo>
                    <a:pt x="41" y="42"/>
                  </a:lnTo>
                  <a:lnTo>
                    <a:pt x="40" y="42"/>
                  </a:lnTo>
                  <a:lnTo>
                    <a:pt x="40" y="42"/>
                  </a:lnTo>
                  <a:lnTo>
                    <a:pt x="40" y="42"/>
                  </a:lnTo>
                  <a:lnTo>
                    <a:pt x="40" y="41"/>
                  </a:lnTo>
                  <a:lnTo>
                    <a:pt x="34" y="41"/>
                  </a:lnTo>
                  <a:lnTo>
                    <a:pt x="34" y="41"/>
                  </a:lnTo>
                  <a:lnTo>
                    <a:pt x="33" y="39"/>
                  </a:lnTo>
                  <a:lnTo>
                    <a:pt x="33" y="37"/>
                  </a:lnTo>
                  <a:lnTo>
                    <a:pt x="33" y="36"/>
                  </a:lnTo>
                  <a:lnTo>
                    <a:pt x="33" y="36"/>
                  </a:lnTo>
                  <a:lnTo>
                    <a:pt x="33" y="35"/>
                  </a:lnTo>
                  <a:lnTo>
                    <a:pt x="33" y="34"/>
                  </a:lnTo>
                  <a:lnTo>
                    <a:pt x="31" y="33"/>
                  </a:lnTo>
                  <a:lnTo>
                    <a:pt x="31" y="33"/>
                  </a:lnTo>
                  <a:lnTo>
                    <a:pt x="31" y="31"/>
                  </a:lnTo>
                  <a:lnTo>
                    <a:pt x="28" y="31"/>
                  </a:lnTo>
                  <a:lnTo>
                    <a:pt x="28" y="31"/>
                  </a:lnTo>
                  <a:lnTo>
                    <a:pt x="27" y="29"/>
                  </a:lnTo>
                  <a:lnTo>
                    <a:pt x="26" y="27"/>
                  </a:lnTo>
                  <a:lnTo>
                    <a:pt x="25" y="27"/>
                  </a:lnTo>
                  <a:lnTo>
                    <a:pt x="25" y="27"/>
                  </a:lnTo>
                  <a:lnTo>
                    <a:pt x="25" y="27"/>
                  </a:lnTo>
                  <a:lnTo>
                    <a:pt x="25" y="27"/>
                  </a:lnTo>
                  <a:lnTo>
                    <a:pt x="25" y="26"/>
                  </a:lnTo>
                  <a:lnTo>
                    <a:pt x="25" y="26"/>
                  </a:lnTo>
                  <a:lnTo>
                    <a:pt x="25" y="24"/>
                  </a:lnTo>
                  <a:lnTo>
                    <a:pt x="25" y="24"/>
                  </a:lnTo>
                  <a:lnTo>
                    <a:pt x="24" y="24"/>
                  </a:lnTo>
                  <a:lnTo>
                    <a:pt x="21" y="22"/>
                  </a:lnTo>
                  <a:lnTo>
                    <a:pt x="21" y="21"/>
                  </a:lnTo>
                  <a:lnTo>
                    <a:pt x="21" y="21"/>
                  </a:lnTo>
                  <a:lnTo>
                    <a:pt x="21" y="21"/>
                  </a:lnTo>
                  <a:lnTo>
                    <a:pt x="21" y="20"/>
                  </a:lnTo>
                  <a:lnTo>
                    <a:pt x="21" y="20"/>
                  </a:lnTo>
                  <a:lnTo>
                    <a:pt x="21" y="19"/>
                  </a:lnTo>
                  <a:lnTo>
                    <a:pt x="19" y="17"/>
                  </a:lnTo>
                  <a:lnTo>
                    <a:pt x="17" y="16"/>
                  </a:lnTo>
                  <a:lnTo>
                    <a:pt x="17" y="15"/>
                  </a:lnTo>
                  <a:lnTo>
                    <a:pt x="17" y="15"/>
                  </a:lnTo>
                  <a:lnTo>
                    <a:pt x="17" y="13"/>
                  </a:lnTo>
                  <a:lnTo>
                    <a:pt x="17" y="10"/>
                  </a:lnTo>
                  <a:lnTo>
                    <a:pt x="16" y="10"/>
                  </a:lnTo>
                  <a:lnTo>
                    <a:pt x="16" y="9"/>
                  </a:lnTo>
                  <a:lnTo>
                    <a:pt x="15" y="9"/>
                  </a:lnTo>
                  <a:lnTo>
                    <a:pt x="15" y="9"/>
                  </a:lnTo>
                  <a:lnTo>
                    <a:pt x="13" y="9"/>
                  </a:lnTo>
                  <a:lnTo>
                    <a:pt x="13" y="8"/>
                  </a:lnTo>
                  <a:lnTo>
                    <a:pt x="13" y="2"/>
                  </a:lnTo>
                  <a:lnTo>
                    <a:pt x="11" y="1"/>
                  </a:lnTo>
                  <a:lnTo>
                    <a:pt x="11" y="1"/>
                  </a:lnTo>
                  <a:lnTo>
                    <a:pt x="9" y="0"/>
                  </a:lnTo>
                  <a:lnTo>
                    <a:pt x="9" y="0"/>
                  </a:lnTo>
                  <a:lnTo>
                    <a:pt x="8" y="0"/>
                  </a:lnTo>
                  <a:lnTo>
                    <a:pt x="7" y="0"/>
                  </a:lnTo>
                  <a:lnTo>
                    <a:pt x="4" y="0"/>
                  </a:lnTo>
                  <a:lnTo>
                    <a:pt x="2" y="0"/>
                  </a:lnTo>
                  <a:lnTo>
                    <a:pt x="0" y="0"/>
                  </a:lnTo>
                  <a:lnTo>
                    <a:pt x="0" y="0"/>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643" name=""/>
            <p:cNvSpPr/>
            <p:nvPr/>
          </p:nvSpPr>
          <p:spPr>
            <a:xfrm>
              <a:off x="3622680" y="4078440"/>
              <a:ext cx="79200" cy="7920"/>
            </a:xfrm>
            <a:custGeom>
              <a:avLst/>
              <a:gdLst/>
              <a:ahLst/>
              <a:rect l="l" t="t" r="r" b="b"/>
              <a:pathLst>
                <a:path w="50" h="5">
                  <a:moveTo>
                    <a:pt x="49" y="1"/>
                  </a:moveTo>
                  <a:lnTo>
                    <a:pt x="47" y="1"/>
                  </a:lnTo>
                  <a:lnTo>
                    <a:pt x="47" y="1"/>
                  </a:lnTo>
                  <a:lnTo>
                    <a:pt x="44" y="1"/>
                  </a:lnTo>
                  <a:lnTo>
                    <a:pt x="44" y="0"/>
                  </a:lnTo>
                  <a:lnTo>
                    <a:pt x="41" y="0"/>
                  </a:lnTo>
                  <a:lnTo>
                    <a:pt x="41" y="0"/>
                  </a:lnTo>
                  <a:lnTo>
                    <a:pt x="41" y="0"/>
                  </a:lnTo>
                  <a:lnTo>
                    <a:pt x="41" y="0"/>
                  </a:lnTo>
                  <a:lnTo>
                    <a:pt x="41" y="0"/>
                  </a:lnTo>
                  <a:lnTo>
                    <a:pt x="37" y="0"/>
                  </a:lnTo>
                  <a:lnTo>
                    <a:pt x="37" y="0"/>
                  </a:lnTo>
                  <a:lnTo>
                    <a:pt x="37" y="0"/>
                  </a:lnTo>
                  <a:lnTo>
                    <a:pt x="37" y="0"/>
                  </a:lnTo>
                  <a:lnTo>
                    <a:pt x="35" y="0"/>
                  </a:lnTo>
                  <a:lnTo>
                    <a:pt x="33" y="0"/>
                  </a:lnTo>
                  <a:lnTo>
                    <a:pt x="33" y="0"/>
                  </a:lnTo>
                  <a:lnTo>
                    <a:pt x="33" y="0"/>
                  </a:lnTo>
                  <a:lnTo>
                    <a:pt x="33" y="0"/>
                  </a:lnTo>
                  <a:lnTo>
                    <a:pt x="31" y="0"/>
                  </a:lnTo>
                  <a:lnTo>
                    <a:pt x="31" y="0"/>
                  </a:lnTo>
                  <a:lnTo>
                    <a:pt x="29" y="0"/>
                  </a:lnTo>
                  <a:lnTo>
                    <a:pt x="27" y="0"/>
                  </a:lnTo>
                  <a:lnTo>
                    <a:pt x="25" y="1"/>
                  </a:lnTo>
                  <a:lnTo>
                    <a:pt x="25" y="1"/>
                  </a:lnTo>
                  <a:lnTo>
                    <a:pt x="25" y="1"/>
                  </a:lnTo>
                  <a:lnTo>
                    <a:pt x="24" y="1"/>
                  </a:lnTo>
                  <a:lnTo>
                    <a:pt x="24" y="1"/>
                  </a:lnTo>
                  <a:lnTo>
                    <a:pt x="23" y="1"/>
                  </a:lnTo>
                  <a:lnTo>
                    <a:pt x="23" y="1"/>
                  </a:lnTo>
                  <a:lnTo>
                    <a:pt x="20" y="1"/>
                  </a:lnTo>
                  <a:lnTo>
                    <a:pt x="20" y="1"/>
                  </a:lnTo>
                  <a:lnTo>
                    <a:pt x="18" y="1"/>
                  </a:lnTo>
                  <a:lnTo>
                    <a:pt x="16" y="0"/>
                  </a:lnTo>
                  <a:lnTo>
                    <a:pt x="16" y="0"/>
                  </a:lnTo>
                  <a:lnTo>
                    <a:pt x="16" y="1"/>
                  </a:lnTo>
                  <a:lnTo>
                    <a:pt x="15" y="1"/>
                  </a:lnTo>
                  <a:lnTo>
                    <a:pt x="15" y="1"/>
                  </a:lnTo>
                  <a:lnTo>
                    <a:pt x="15" y="2"/>
                  </a:lnTo>
                  <a:lnTo>
                    <a:pt x="15" y="2"/>
                  </a:lnTo>
                  <a:lnTo>
                    <a:pt x="15" y="2"/>
                  </a:lnTo>
                  <a:lnTo>
                    <a:pt x="15" y="2"/>
                  </a:lnTo>
                  <a:lnTo>
                    <a:pt x="15" y="2"/>
                  </a:lnTo>
                  <a:lnTo>
                    <a:pt x="15" y="2"/>
                  </a:lnTo>
                  <a:lnTo>
                    <a:pt x="14" y="2"/>
                  </a:lnTo>
                  <a:lnTo>
                    <a:pt x="12" y="2"/>
                  </a:lnTo>
                  <a:lnTo>
                    <a:pt x="11" y="2"/>
                  </a:lnTo>
                  <a:lnTo>
                    <a:pt x="8" y="2"/>
                  </a:lnTo>
                  <a:lnTo>
                    <a:pt x="8" y="2"/>
                  </a:lnTo>
                  <a:lnTo>
                    <a:pt x="8" y="3"/>
                  </a:lnTo>
                  <a:lnTo>
                    <a:pt x="7" y="3"/>
                  </a:lnTo>
                  <a:lnTo>
                    <a:pt x="7" y="3"/>
                  </a:lnTo>
                  <a:lnTo>
                    <a:pt x="7" y="3"/>
                  </a:lnTo>
                  <a:lnTo>
                    <a:pt x="6" y="4"/>
                  </a:lnTo>
                  <a:lnTo>
                    <a:pt x="3" y="4"/>
                  </a:lnTo>
                  <a:lnTo>
                    <a:pt x="0" y="4"/>
                  </a:lnTo>
                  <a:lnTo>
                    <a:pt x="0" y="4"/>
                  </a:lnTo>
                </a:path>
              </a:pathLst>
            </a:custGeom>
            <a:noFill/>
            <a:ln w="9360">
              <a:solidFill>
                <a:srgbClr val="000000"/>
              </a:solidFill>
              <a:round/>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644" name=""/>
            <p:cNvSpPr/>
            <p:nvPr/>
          </p:nvSpPr>
          <p:spPr>
            <a:xfrm>
              <a:off x="3038400" y="4075200"/>
              <a:ext cx="47880" cy="118800"/>
            </a:xfrm>
            <a:custGeom>
              <a:avLst/>
              <a:gdLst/>
              <a:ahLst/>
              <a:rect l="l" t="t" r="r" b="b"/>
              <a:pathLst>
                <a:path w="30" h="75">
                  <a:moveTo>
                    <a:pt x="29" y="74"/>
                  </a:moveTo>
                  <a:lnTo>
                    <a:pt x="29" y="74"/>
                  </a:lnTo>
                  <a:lnTo>
                    <a:pt x="29" y="74"/>
                  </a:lnTo>
                  <a:lnTo>
                    <a:pt x="29" y="74"/>
                  </a:lnTo>
                  <a:lnTo>
                    <a:pt x="29" y="74"/>
                  </a:lnTo>
                  <a:lnTo>
                    <a:pt x="29" y="72"/>
                  </a:lnTo>
                  <a:lnTo>
                    <a:pt x="29" y="72"/>
                  </a:lnTo>
                  <a:lnTo>
                    <a:pt x="28" y="72"/>
                  </a:lnTo>
                  <a:lnTo>
                    <a:pt x="28" y="72"/>
                  </a:lnTo>
                  <a:lnTo>
                    <a:pt x="27" y="70"/>
                  </a:lnTo>
                  <a:lnTo>
                    <a:pt x="25" y="69"/>
                  </a:lnTo>
                  <a:lnTo>
                    <a:pt x="25" y="69"/>
                  </a:lnTo>
                  <a:lnTo>
                    <a:pt x="25" y="69"/>
                  </a:lnTo>
                  <a:lnTo>
                    <a:pt x="25" y="66"/>
                  </a:lnTo>
                  <a:lnTo>
                    <a:pt x="24" y="66"/>
                  </a:lnTo>
                  <a:lnTo>
                    <a:pt x="24" y="65"/>
                  </a:lnTo>
                  <a:lnTo>
                    <a:pt x="22" y="64"/>
                  </a:lnTo>
                  <a:lnTo>
                    <a:pt x="22" y="64"/>
                  </a:lnTo>
                  <a:lnTo>
                    <a:pt x="22" y="62"/>
                  </a:lnTo>
                  <a:lnTo>
                    <a:pt x="21" y="60"/>
                  </a:lnTo>
                  <a:lnTo>
                    <a:pt x="21" y="56"/>
                  </a:lnTo>
                  <a:lnTo>
                    <a:pt x="21" y="55"/>
                  </a:lnTo>
                  <a:lnTo>
                    <a:pt x="18" y="55"/>
                  </a:lnTo>
                  <a:lnTo>
                    <a:pt x="18" y="51"/>
                  </a:lnTo>
                  <a:lnTo>
                    <a:pt x="17" y="48"/>
                  </a:lnTo>
                  <a:lnTo>
                    <a:pt x="15" y="48"/>
                  </a:lnTo>
                  <a:lnTo>
                    <a:pt x="15" y="47"/>
                  </a:lnTo>
                  <a:lnTo>
                    <a:pt x="15" y="47"/>
                  </a:lnTo>
                  <a:lnTo>
                    <a:pt x="15" y="40"/>
                  </a:lnTo>
                  <a:lnTo>
                    <a:pt x="15" y="40"/>
                  </a:lnTo>
                  <a:lnTo>
                    <a:pt x="14" y="40"/>
                  </a:lnTo>
                  <a:lnTo>
                    <a:pt x="14" y="37"/>
                  </a:lnTo>
                  <a:lnTo>
                    <a:pt x="13" y="35"/>
                  </a:lnTo>
                  <a:lnTo>
                    <a:pt x="13" y="35"/>
                  </a:lnTo>
                  <a:lnTo>
                    <a:pt x="13" y="34"/>
                  </a:lnTo>
                  <a:lnTo>
                    <a:pt x="13" y="33"/>
                  </a:lnTo>
                  <a:lnTo>
                    <a:pt x="13" y="33"/>
                  </a:lnTo>
                  <a:lnTo>
                    <a:pt x="13" y="30"/>
                  </a:lnTo>
                  <a:lnTo>
                    <a:pt x="13" y="30"/>
                  </a:lnTo>
                  <a:lnTo>
                    <a:pt x="10" y="30"/>
                  </a:lnTo>
                  <a:lnTo>
                    <a:pt x="10" y="26"/>
                  </a:lnTo>
                  <a:lnTo>
                    <a:pt x="10" y="25"/>
                  </a:lnTo>
                  <a:lnTo>
                    <a:pt x="10" y="23"/>
                  </a:lnTo>
                  <a:lnTo>
                    <a:pt x="10" y="23"/>
                  </a:lnTo>
                  <a:lnTo>
                    <a:pt x="10" y="21"/>
                  </a:lnTo>
                  <a:lnTo>
                    <a:pt x="7" y="19"/>
                  </a:lnTo>
                  <a:lnTo>
                    <a:pt x="7" y="17"/>
                  </a:lnTo>
                  <a:lnTo>
                    <a:pt x="7" y="17"/>
                  </a:lnTo>
                  <a:lnTo>
                    <a:pt x="6" y="17"/>
                  </a:lnTo>
                  <a:lnTo>
                    <a:pt x="6" y="16"/>
                  </a:lnTo>
                  <a:lnTo>
                    <a:pt x="5" y="16"/>
                  </a:lnTo>
                  <a:lnTo>
                    <a:pt x="5" y="15"/>
                  </a:lnTo>
                  <a:lnTo>
                    <a:pt x="4" y="15"/>
                  </a:lnTo>
                  <a:lnTo>
                    <a:pt x="4" y="15"/>
                  </a:lnTo>
                  <a:lnTo>
                    <a:pt x="4" y="14"/>
                  </a:lnTo>
                  <a:lnTo>
                    <a:pt x="3" y="12"/>
                  </a:lnTo>
                  <a:lnTo>
                    <a:pt x="3" y="11"/>
                  </a:lnTo>
                  <a:lnTo>
                    <a:pt x="3" y="11"/>
                  </a:lnTo>
                  <a:lnTo>
                    <a:pt x="3" y="10"/>
                  </a:lnTo>
                  <a:lnTo>
                    <a:pt x="3" y="8"/>
                  </a:lnTo>
                  <a:lnTo>
                    <a:pt x="2" y="6"/>
                  </a:lnTo>
                  <a:lnTo>
                    <a:pt x="1" y="5"/>
                  </a:lnTo>
                  <a:lnTo>
                    <a:pt x="1" y="3"/>
                  </a:lnTo>
                  <a:lnTo>
                    <a:pt x="1" y="2"/>
                  </a:lnTo>
                  <a:lnTo>
                    <a:pt x="0" y="0"/>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645" name=""/>
            <p:cNvSpPr/>
            <p:nvPr/>
          </p:nvSpPr>
          <p:spPr>
            <a:xfrm>
              <a:off x="3030480" y="4091040"/>
              <a:ext cx="30240" cy="33120"/>
            </a:xfrm>
            <a:custGeom>
              <a:avLst/>
              <a:gdLst/>
              <a:ahLst/>
              <a:rect l="l" t="t" r="r" b="b"/>
              <a:pathLst>
                <a:path w="19" h="21">
                  <a:moveTo>
                    <a:pt x="18" y="20"/>
                  </a:moveTo>
                  <a:lnTo>
                    <a:pt x="15" y="20"/>
                  </a:lnTo>
                  <a:lnTo>
                    <a:pt x="15" y="20"/>
                  </a:lnTo>
                  <a:lnTo>
                    <a:pt x="15" y="20"/>
                  </a:lnTo>
                  <a:lnTo>
                    <a:pt x="12" y="17"/>
                  </a:lnTo>
                  <a:lnTo>
                    <a:pt x="12" y="16"/>
                  </a:lnTo>
                  <a:lnTo>
                    <a:pt x="11" y="13"/>
                  </a:lnTo>
                  <a:lnTo>
                    <a:pt x="10" y="13"/>
                  </a:lnTo>
                  <a:lnTo>
                    <a:pt x="10" y="13"/>
                  </a:lnTo>
                  <a:lnTo>
                    <a:pt x="10" y="11"/>
                  </a:lnTo>
                  <a:lnTo>
                    <a:pt x="10" y="9"/>
                  </a:lnTo>
                  <a:lnTo>
                    <a:pt x="9" y="9"/>
                  </a:lnTo>
                  <a:lnTo>
                    <a:pt x="9" y="7"/>
                  </a:lnTo>
                  <a:lnTo>
                    <a:pt x="8" y="7"/>
                  </a:lnTo>
                  <a:lnTo>
                    <a:pt x="8" y="7"/>
                  </a:lnTo>
                  <a:lnTo>
                    <a:pt x="8" y="6"/>
                  </a:lnTo>
                  <a:lnTo>
                    <a:pt x="7" y="6"/>
                  </a:lnTo>
                  <a:lnTo>
                    <a:pt x="7" y="5"/>
                  </a:lnTo>
                  <a:lnTo>
                    <a:pt x="6" y="5"/>
                  </a:lnTo>
                  <a:lnTo>
                    <a:pt x="6" y="4"/>
                  </a:lnTo>
                  <a:lnTo>
                    <a:pt x="6" y="3"/>
                  </a:lnTo>
                  <a:lnTo>
                    <a:pt x="1" y="1"/>
                  </a:lnTo>
                  <a:lnTo>
                    <a:pt x="1" y="1"/>
                  </a:lnTo>
                  <a:lnTo>
                    <a:pt x="0" y="1"/>
                  </a:lnTo>
                  <a:lnTo>
                    <a:pt x="0" y="0"/>
                  </a:lnTo>
                </a:path>
              </a:pathLst>
            </a:custGeom>
            <a:noFill/>
            <a:ln w="9360">
              <a:solidFill>
                <a:srgbClr val="000000"/>
              </a:solidFill>
              <a:round/>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2646" name=""/>
            <p:cNvSpPr/>
            <p:nvPr/>
          </p:nvSpPr>
          <p:spPr>
            <a:xfrm>
              <a:off x="2743200" y="3735360"/>
              <a:ext cx="52560" cy="28440"/>
            </a:xfrm>
            <a:custGeom>
              <a:avLst/>
              <a:gdLst/>
              <a:ahLst/>
              <a:rect l="l" t="t" r="r" b="b"/>
              <a:pathLst>
                <a:path w="33" h="18">
                  <a:moveTo>
                    <a:pt x="30" y="0"/>
                  </a:moveTo>
                  <a:lnTo>
                    <a:pt x="30" y="0"/>
                  </a:lnTo>
                  <a:lnTo>
                    <a:pt x="30" y="0"/>
                  </a:lnTo>
                  <a:lnTo>
                    <a:pt x="30" y="0"/>
                  </a:lnTo>
                  <a:lnTo>
                    <a:pt x="30" y="0"/>
                  </a:lnTo>
                  <a:lnTo>
                    <a:pt x="30" y="0"/>
                  </a:lnTo>
                  <a:lnTo>
                    <a:pt x="30" y="0"/>
                  </a:lnTo>
                  <a:lnTo>
                    <a:pt x="29" y="0"/>
                  </a:lnTo>
                  <a:lnTo>
                    <a:pt x="29" y="2"/>
                  </a:lnTo>
                  <a:lnTo>
                    <a:pt x="27" y="2"/>
                  </a:lnTo>
                  <a:lnTo>
                    <a:pt x="27" y="2"/>
                  </a:lnTo>
                  <a:lnTo>
                    <a:pt x="25" y="2"/>
                  </a:lnTo>
                  <a:lnTo>
                    <a:pt x="25" y="2"/>
                  </a:lnTo>
                  <a:lnTo>
                    <a:pt x="25" y="6"/>
                  </a:lnTo>
                  <a:lnTo>
                    <a:pt x="23" y="6"/>
                  </a:lnTo>
                  <a:lnTo>
                    <a:pt x="21" y="7"/>
                  </a:lnTo>
                  <a:lnTo>
                    <a:pt x="20" y="7"/>
                  </a:lnTo>
                  <a:lnTo>
                    <a:pt x="18" y="7"/>
                  </a:lnTo>
                  <a:lnTo>
                    <a:pt x="17" y="11"/>
                  </a:lnTo>
                  <a:lnTo>
                    <a:pt x="12" y="11"/>
                  </a:lnTo>
                  <a:lnTo>
                    <a:pt x="12" y="12"/>
                  </a:lnTo>
                  <a:lnTo>
                    <a:pt x="11" y="12"/>
                  </a:lnTo>
                  <a:lnTo>
                    <a:pt x="7" y="13"/>
                  </a:lnTo>
                  <a:lnTo>
                    <a:pt x="7" y="14"/>
                  </a:lnTo>
                  <a:lnTo>
                    <a:pt x="7" y="14"/>
                  </a:lnTo>
                  <a:lnTo>
                    <a:pt x="5" y="14"/>
                  </a:lnTo>
                  <a:lnTo>
                    <a:pt x="5" y="14"/>
                  </a:lnTo>
                  <a:lnTo>
                    <a:pt x="4" y="17"/>
                  </a:lnTo>
                  <a:lnTo>
                    <a:pt x="2" y="17"/>
                  </a:lnTo>
                  <a:lnTo>
                    <a:pt x="2" y="17"/>
                  </a:lnTo>
                  <a:lnTo>
                    <a:pt x="2" y="17"/>
                  </a:lnTo>
                  <a:lnTo>
                    <a:pt x="0" y="17"/>
                  </a:lnTo>
                  <a:lnTo>
                    <a:pt x="0" y="17"/>
                  </a:lnTo>
                  <a:lnTo>
                    <a:pt x="0" y="17"/>
                  </a:lnTo>
                  <a:lnTo>
                    <a:pt x="2" y="17"/>
                  </a:lnTo>
                  <a:lnTo>
                    <a:pt x="2" y="17"/>
                  </a:lnTo>
                  <a:lnTo>
                    <a:pt x="5" y="17"/>
                  </a:lnTo>
                  <a:lnTo>
                    <a:pt x="5" y="17"/>
                  </a:lnTo>
                  <a:lnTo>
                    <a:pt x="5" y="14"/>
                  </a:lnTo>
                  <a:lnTo>
                    <a:pt x="7" y="14"/>
                  </a:lnTo>
                  <a:lnTo>
                    <a:pt x="7" y="14"/>
                  </a:lnTo>
                  <a:lnTo>
                    <a:pt x="7" y="14"/>
                  </a:lnTo>
                  <a:lnTo>
                    <a:pt x="11" y="12"/>
                  </a:lnTo>
                  <a:lnTo>
                    <a:pt x="12" y="11"/>
                  </a:lnTo>
                  <a:lnTo>
                    <a:pt x="18" y="11"/>
                  </a:lnTo>
                  <a:lnTo>
                    <a:pt x="20" y="7"/>
                  </a:lnTo>
                  <a:lnTo>
                    <a:pt x="23" y="7"/>
                  </a:lnTo>
                  <a:lnTo>
                    <a:pt x="23" y="6"/>
                  </a:lnTo>
                  <a:lnTo>
                    <a:pt x="25" y="6"/>
                  </a:lnTo>
                  <a:lnTo>
                    <a:pt x="25" y="6"/>
                  </a:lnTo>
                  <a:lnTo>
                    <a:pt x="25" y="6"/>
                  </a:lnTo>
                  <a:lnTo>
                    <a:pt x="25" y="2"/>
                  </a:lnTo>
                  <a:lnTo>
                    <a:pt x="27" y="2"/>
                  </a:lnTo>
                  <a:lnTo>
                    <a:pt x="29" y="2"/>
                  </a:lnTo>
                  <a:lnTo>
                    <a:pt x="29" y="2"/>
                  </a:lnTo>
                  <a:lnTo>
                    <a:pt x="30" y="2"/>
                  </a:lnTo>
                  <a:lnTo>
                    <a:pt x="30" y="2"/>
                  </a:lnTo>
                  <a:lnTo>
                    <a:pt x="30" y="2"/>
                  </a:lnTo>
                  <a:lnTo>
                    <a:pt x="30" y="2"/>
                  </a:lnTo>
                  <a:lnTo>
                    <a:pt x="30" y="2"/>
                  </a:lnTo>
                  <a:lnTo>
                    <a:pt x="30" y="2"/>
                  </a:lnTo>
                  <a:lnTo>
                    <a:pt x="30" y="2"/>
                  </a:lnTo>
                  <a:lnTo>
                    <a:pt x="32" y="2"/>
                  </a:lnTo>
                  <a:lnTo>
                    <a:pt x="32" y="2"/>
                  </a:lnTo>
                  <a:lnTo>
                    <a:pt x="30" y="0"/>
                  </a:lnTo>
                  <a:lnTo>
                    <a:pt x="30" y="0"/>
                  </a:lnTo>
                </a:path>
              </a:pathLst>
            </a:custGeom>
            <a:solidFill>
              <a:srgbClr val="003100"/>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2647" name=""/>
            <p:cNvSpPr/>
            <p:nvPr/>
          </p:nvSpPr>
          <p:spPr>
            <a:xfrm>
              <a:off x="2973240" y="3598920"/>
              <a:ext cx="22320" cy="15840"/>
            </a:xfrm>
            <a:custGeom>
              <a:avLst/>
              <a:gdLst/>
              <a:ahLst/>
              <a:rect l="l" t="t" r="r" b="b"/>
              <a:pathLst>
                <a:path w="14" h="10">
                  <a:moveTo>
                    <a:pt x="13" y="0"/>
                  </a:moveTo>
                  <a:lnTo>
                    <a:pt x="13" y="0"/>
                  </a:lnTo>
                  <a:lnTo>
                    <a:pt x="13" y="0"/>
                  </a:lnTo>
                  <a:lnTo>
                    <a:pt x="13" y="0"/>
                  </a:lnTo>
                  <a:lnTo>
                    <a:pt x="12" y="2"/>
                  </a:lnTo>
                  <a:lnTo>
                    <a:pt x="12" y="2"/>
                  </a:lnTo>
                  <a:lnTo>
                    <a:pt x="12" y="2"/>
                  </a:lnTo>
                  <a:lnTo>
                    <a:pt x="12" y="2"/>
                  </a:lnTo>
                  <a:lnTo>
                    <a:pt x="12" y="2"/>
                  </a:lnTo>
                  <a:lnTo>
                    <a:pt x="9" y="2"/>
                  </a:lnTo>
                  <a:lnTo>
                    <a:pt x="6" y="4"/>
                  </a:lnTo>
                  <a:lnTo>
                    <a:pt x="6" y="7"/>
                  </a:lnTo>
                  <a:lnTo>
                    <a:pt x="3" y="8"/>
                  </a:lnTo>
                  <a:lnTo>
                    <a:pt x="1" y="8"/>
                  </a:lnTo>
                  <a:lnTo>
                    <a:pt x="0" y="9"/>
                  </a:lnTo>
                  <a:lnTo>
                    <a:pt x="0" y="9"/>
                  </a:lnTo>
                  <a:lnTo>
                    <a:pt x="0" y="9"/>
                  </a:lnTo>
                  <a:lnTo>
                    <a:pt x="0" y="9"/>
                  </a:lnTo>
                  <a:lnTo>
                    <a:pt x="0" y="8"/>
                  </a:lnTo>
                  <a:lnTo>
                    <a:pt x="1" y="7"/>
                  </a:lnTo>
                  <a:lnTo>
                    <a:pt x="3" y="4"/>
                  </a:lnTo>
                  <a:lnTo>
                    <a:pt x="6" y="2"/>
                  </a:lnTo>
                  <a:lnTo>
                    <a:pt x="12" y="2"/>
                  </a:lnTo>
                  <a:lnTo>
                    <a:pt x="12" y="0"/>
                  </a:lnTo>
                  <a:lnTo>
                    <a:pt x="13" y="0"/>
                  </a:lnTo>
                  <a:lnTo>
                    <a:pt x="13" y="0"/>
                  </a:lnTo>
                </a:path>
              </a:pathLst>
            </a:custGeom>
            <a:solidFill>
              <a:srgbClr val="003100"/>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648" name=""/>
            <p:cNvSpPr/>
            <p:nvPr/>
          </p:nvSpPr>
          <p:spPr>
            <a:xfrm>
              <a:off x="3836880" y="4118040"/>
              <a:ext cx="20880" cy="60120"/>
            </a:xfrm>
            <a:custGeom>
              <a:avLst/>
              <a:gdLst/>
              <a:ahLst/>
              <a:rect l="l" t="t" r="r" b="b"/>
              <a:pathLst>
                <a:path w="13" h="38">
                  <a:moveTo>
                    <a:pt x="6" y="27"/>
                  </a:moveTo>
                  <a:lnTo>
                    <a:pt x="6" y="27"/>
                  </a:lnTo>
                  <a:lnTo>
                    <a:pt x="6" y="24"/>
                  </a:lnTo>
                  <a:lnTo>
                    <a:pt x="9" y="23"/>
                  </a:lnTo>
                  <a:lnTo>
                    <a:pt x="9" y="21"/>
                  </a:lnTo>
                  <a:lnTo>
                    <a:pt x="9" y="21"/>
                  </a:lnTo>
                  <a:lnTo>
                    <a:pt x="12" y="20"/>
                  </a:lnTo>
                  <a:lnTo>
                    <a:pt x="9" y="20"/>
                  </a:lnTo>
                  <a:lnTo>
                    <a:pt x="9" y="13"/>
                  </a:lnTo>
                  <a:lnTo>
                    <a:pt x="6" y="13"/>
                  </a:lnTo>
                  <a:lnTo>
                    <a:pt x="6" y="13"/>
                  </a:lnTo>
                  <a:lnTo>
                    <a:pt x="6" y="13"/>
                  </a:lnTo>
                  <a:lnTo>
                    <a:pt x="6" y="13"/>
                  </a:lnTo>
                  <a:lnTo>
                    <a:pt x="6" y="13"/>
                  </a:lnTo>
                  <a:lnTo>
                    <a:pt x="6" y="13"/>
                  </a:lnTo>
                  <a:lnTo>
                    <a:pt x="6" y="13"/>
                  </a:lnTo>
                  <a:lnTo>
                    <a:pt x="6" y="9"/>
                  </a:lnTo>
                  <a:lnTo>
                    <a:pt x="4" y="8"/>
                  </a:lnTo>
                  <a:lnTo>
                    <a:pt x="4" y="7"/>
                  </a:lnTo>
                  <a:lnTo>
                    <a:pt x="3" y="6"/>
                  </a:lnTo>
                  <a:lnTo>
                    <a:pt x="3" y="4"/>
                  </a:lnTo>
                  <a:lnTo>
                    <a:pt x="3" y="3"/>
                  </a:lnTo>
                  <a:lnTo>
                    <a:pt x="3" y="3"/>
                  </a:lnTo>
                  <a:lnTo>
                    <a:pt x="2" y="3"/>
                  </a:lnTo>
                  <a:lnTo>
                    <a:pt x="2" y="0"/>
                  </a:lnTo>
                  <a:lnTo>
                    <a:pt x="0" y="3"/>
                  </a:lnTo>
                  <a:lnTo>
                    <a:pt x="0" y="3"/>
                  </a:lnTo>
                  <a:lnTo>
                    <a:pt x="0" y="3"/>
                  </a:lnTo>
                  <a:lnTo>
                    <a:pt x="0" y="3"/>
                  </a:lnTo>
                  <a:lnTo>
                    <a:pt x="0" y="3"/>
                  </a:lnTo>
                  <a:lnTo>
                    <a:pt x="2" y="4"/>
                  </a:lnTo>
                  <a:lnTo>
                    <a:pt x="2" y="6"/>
                  </a:lnTo>
                  <a:lnTo>
                    <a:pt x="2" y="6"/>
                  </a:lnTo>
                  <a:lnTo>
                    <a:pt x="0" y="7"/>
                  </a:lnTo>
                  <a:lnTo>
                    <a:pt x="2" y="8"/>
                  </a:lnTo>
                  <a:lnTo>
                    <a:pt x="3" y="9"/>
                  </a:lnTo>
                  <a:lnTo>
                    <a:pt x="3" y="13"/>
                  </a:lnTo>
                  <a:lnTo>
                    <a:pt x="4" y="13"/>
                  </a:lnTo>
                  <a:lnTo>
                    <a:pt x="4" y="15"/>
                  </a:lnTo>
                  <a:lnTo>
                    <a:pt x="4" y="20"/>
                  </a:lnTo>
                  <a:lnTo>
                    <a:pt x="3" y="20"/>
                  </a:lnTo>
                  <a:lnTo>
                    <a:pt x="3" y="21"/>
                  </a:lnTo>
                  <a:lnTo>
                    <a:pt x="3" y="23"/>
                  </a:lnTo>
                  <a:lnTo>
                    <a:pt x="3" y="28"/>
                  </a:lnTo>
                  <a:lnTo>
                    <a:pt x="3" y="28"/>
                  </a:lnTo>
                  <a:lnTo>
                    <a:pt x="3" y="30"/>
                  </a:lnTo>
                  <a:lnTo>
                    <a:pt x="3" y="33"/>
                  </a:lnTo>
                  <a:lnTo>
                    <a:pt x="3" y="35"/>
                  </a:lnTo>
                  <a:lnTo>
                    <a:pt x="3" y="37"/>
                  </a:lnTo>
                  <a:lnTo>
                    <a:pt x="6" y="27"/>
                  </a:lnTo>
                  <a:lnTo>
                    <a:pt x="6" y="27"/>
                  </a:lnTo>
                </a:path>
              </a:pathLst>
            </a:custGeom>
            <a:solidFill>
              <a:srgbClr val="a1e2ff"/>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2649" name=""/>
            <p:cNvSpPr/>
            <p:nvPr/>
          </p:nvSpPr>
          <p:spPr>
            <a:xfrm>
              <a:off x="3273480" y="3735360"/>
              <a:ext cx="3240" cy="4680"/>
            </a:xfrm>
            <a:custGeom>
              <a:avLst/>
              <a:gdLst/>
              <a:ahLst/>
              <a:rect l="l" t="t" r="r" b="b"/>
              <a:pathLst>
                <a:path w="2" h="3">
                  <a:moveTo>
                    <a:pt x="0" y="2"/>
                  </a:moveTo>
                  <a:lnTo>
                    <a:pt x="0" y="2"/>
                  </a:lnTo>
                  <a:lnTo>
                    <a:pt x="0" y="2"/>
                  </a:lnTo>
                  <a:lnTo>
                    <a:pt x="1" y="2"/>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650" name=""/>
            <p:cNvSpPr/>
            <p:nvPr/>
          </p:nvSpPr>
          <p:spPr>
            <a:xfrm>
              <a:off x="3270240" y="3714840"/>
              <a:ext cx="4680" cy="25200"/>
            </a:xfrm>
            <a:custGeom>
              <a:avLst/>
              <a:gdLst/>
              <a:ahLst/>
              <a:rect l="l" t="t" r="r" b="b"/>
              <a:pathLst>
                <a:path w="3" h="16">
                  <a:moveTo>
                    <a:pt x="0" y="0"/>
                  </a:moveTo>
                  <a:lnTo>
                    <a:pt x="0" y="0"/>
                  </a:lnTo>
                  <a:lnTo>
                    <a:pt x="0" y="2"/>
                  </a:lnTo>
                  <a:lnTo>
                    <a:pt x="1" y="6"/>
                  </a:lnTo>
                  <a:lnTo>
                    <a:pt x="1" y="9"/>
                  </a:lnTo>
                  <a:lnTo>
                    <a:pt x="2" y="10"/>
                  </a:lnTo>
                  <a:lnTo>
                    <a:pt x="2" y="13"/>
                  </a:lnTo>
                  <a:lnTo>
                    <a:pt x="2" y="13"/>
                  </a:lnTo>
                  <a:lnTo>
                    <a:pt x="2" y="15"/>
                  </a:lnTo>
                  <a:lnTo>
                    <a:pt x="2" y="15"/>
                  </a:lnTo>
                  <a:lnTo>
                    <a:pt x="2" y="13"/>
                  </a:lnTo>
                  <a:lnTo>
                    <a:pt x="2" y="13"/>
                  </a:lnTo>
                  <a:lnTo>
                    <a:pt x="2" y="13"/>
                  </a:lnTo>
                  <a:lnTo>
                    <a:pt x="2" y="12"/>
                  </a:lnTo>
                  <a:lnTo>
                    <a:pt x="2" y="10"/>
                  </a:lnTo>
                  <a:lnTo>
                    <a:pt x="2" y="9"/>
                  </a:lnTo>
                  <a:lnTo>
                    <a:pt x="2" y="6"/>
                  </a:lnTo>
                  <a:lnTo>
                    <a:pt x="1" y="2"/>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2651" name=""/>
            <p:cNvSpPr/>
            <p:nvPr/>
          </p:nvSpPr>
          <p:spPr>
            <a:xfrm>
              <a:off x="3254400" y="3681360"/>
              <a:ext cx="19080" cy="34920"/>
            </a:xfrm>
            <a:custGeom>
              <a:avLst/>
              <a:gdLst/>
              <a:ahLst/>
              <a:rect l="l" t="t" r="r" b="b"/>
              <a:pathLst>
                <a:path w="12" h="22">
                  <a:moveTo>
                    <a:pt x="0" y="0"/>
                  </a:moveTo>
                  <a:lnTo>
                    <a:pt x="3" y="3"/>
                  </a:lnTo>
                  <a:lnTo>
                    <a:pt x="3" y="5"/>
                  </a:lnTo>
                  <a:lnTo>
                    <a:pt x="5" y="9"/>
                  </a:lnTo>
                  <a:lnTo>
                    <a:pt x="6" y="11"/>
                  </a:lnTo>
                  <a:lnTo>
                    <a:pt x="8" y="12"/>
                  </a:lnTo>
                  <a:lnTo>
                    <a:pt x="9" y="14"/>
                  </a:lnTo>
                  <a:lnTo>
                    <a:pt x="10" y="20"/>
                  </a:lnTo>
                  <a:lnTo>
                    <a:pt x="10" y="21"/>
                  </a:lnTo>
                  <a:lnTo>
                    <a:pt x="11" y="21"/>
                  </a:lnTo>
                  <a:lnTo>
                    <a:pt x="11" y="20"/>
                  </a:lnTo>
                  <a:lnTo>
                    <a:pt x="11" y="14"/>
                  </a:lnTo>
                  <a:lnTo>
                    <a:pt x="9" y="12"/>
                  </a:lnTo>
                  <a:lnTo>
                    <a:pt x="8" y="11"/>
                  </a:lnTo>
                  <a:lnTo>
                    <a:pt x="6" y="9"/>
                  </a:lnTo>
                  <a:lnTo>
                    <a:pt x="3" y="5"/>
                  </a:lnTo>
                  <a:lnTo>
                    <a:pt x="3" y="1"/>
                  </a:lnTo>
                  <a:lnTo>
                    <a:pt x="0" y="0"/>
                  </a:lnTo>
                  <a:lnTo>
                    <a:pt x="0" y="0"/>
                  </a:lnTo>
                  <a:lnTo>
                    <a:pt x="0" y="0"/>
                  </a:lnTo>
                </a:path>
              </a:pathLst>
            </a:custGeom>
            <a:solidFill>
              <a:srgbClr val="ffc0b6"/>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2652" name=""/>
            <p:cNvSpPr/>
            <p:nvPr/>
          </p:nvSpPr>
          <p:spPr>
            <a:xfrm>
              <a:off x="3270240" y="3714840"/>
              <a:ext cx="3240" cy="1440"/>
            </a:xfrm>
            <a:custGeom>
              <a:avLst/>
              <a:gdLst/>
              <a:ahLst/>
              <a:rect l="l" t="t" r="r" b="b"/>
              <a:pathLst>
                <a:path w="2" h="1">
                  <a:moveTo>
                    <a:pt x="1" y="0"/>
                  </a:moveTo>
                  <a:lnTo>
                    <a:pt x="1" y="0"/>
                  </a:lnTo>
                  <a:lnTo>
                    <a:pt x="1" y="0"/>
                  </a:lnTo>
                  <a:lnTo>
                    <a:pt x="0" y="0"/>
                  </a:lnTo>
                  <a:lnTo>
                    <a:pt x="1" y="0"/>
                  </a:lnTo>
                  <a:lnTo>
                    <a:pt x="1" y="0"/>
                  </a:lnTo>
                  <a:lnTo>
                    <a:pt x="1"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653" name=""/>
            <p:cNvSpPr/>
            <p:nvPr/>
          </p:nvSpPr>
          <p:spPr>
            <a:xfrm>
              <a:off x="3371760" y="3700440"/>
              <a:ext cx="4680" cy="1440"/>
            </a:xfrm>
            <a:custGeom>
              <a:avLst/>
              <a:gdLst/>
              <a:ahLst/>
              <a:rect l="l" t="t" r="r" b="b"/>
              <a:pathLst>
                <a:path w="3" h="1">
                  <a:moveTo>
                    <a:pt x="2" y="0"/>
                  </a:moveTo>
                  <a:lnTo>
                    <a:pt x="2" y="0"/>
                  </a:lnTo>
                  <a:lnTo>
                    <a:pt x="2"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654" name=""/>
            <p:cNvSpPr/>
            <p:nvPr/>
          </p:nvSpPr>
          <p:spPr>
            <a:xfrm>
              <a:off x="3371760" y="3700440"/>
              <a:ext cx="15840" cy="31680"/>
            </a:xfrm>
            <a:custGeom>
              <a:avLst/>
              <a:gdLst/>
              <a:ahLst/>
              <a:rect l="l" t="t" r="r" b="b"/>
              <a:pathLst>
                <a:path w="10" h="20">
                  <a:moveTo>
                    <a:pt x="9" y="18"/>
                  </a:moveTo>
                  <a:lnTo>
                    <a:pt x="9" y="18"/>
                  </a:lnTo>
                  <a:lnTo>
                    <a:pt x="8" y="18"/>
                  </a:lnTo>
                  <a:lnTo>
                    <a:pt x="7" y="15"/>
                  </a:lnTo>
                  <a:lnTo>
                    <a:pt x="5" y="11"/>
                  </a:lnTo>
                  <a:lnTo>
                    <a:pt x="2" y="9"/>
                  </a:lnTo>
                  <a:lnTo>
                    <a:pt x="2" y="8"/>
                  </a:lnTo>
                  <a:lnTo>
                    <a:pt x="2" y="3"/>
                  </a:lnTo>
                  <a:lnTo>
                    <a:pt x="2" y="0"/>
                  </a:lnTo>
                  <a:lnTo>
                    <a:pt x="2" y="0"/>
                  </a:lnTo>
                  <a:lnTo>
                    <a:pt x="0" y="0"/>
                  </a:lnTo>
                  <a:lnTo>
                    <a:pt x="0" y="0"/>
                  </a:lnTo>
                  <a:lnTo>
                    <a:pt x="1" y="3"/>
                  </a:lnTo>
                  <a:lnTo>
                    <a:pt x="2" y="8"/>
                  </a:lnTo>
                  <a:lnTo>
                    <a:pt x="2" y="9"/>
                  </a:lnTo>
                  <a:lnTo>
                    <a:pt x="2" y="11"/>
                  </a:lnTo>
                  <a:lnTo>
                    <a:pt x="5" y="15"/>
                  </a:lnTo>
                  <a:lnTo>
                    <a:pt x="8" y="18"/>
                  </a:lnTo>
                  <a:lnTo>
                    <a:pt x="9" y="19"/>
                  </a:lnTo>
                  <a:lnTo>
                    <a:pt x="9" y="19"/>
                  </a:lnTo>
                  <a:lnTo>
                    <a:pt x="9" y="18"/>
                  </a:lnTo>
                  <a:lnTo>
                    <a:pt x="9" y="18"/>
                  </a:lnTo>
                </a:path>
              </a:pathLst>
            </a:custGeom>
            <a:solidFill>
              <a:srgbClr val="ffc0b6"/>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2655" name=""/>
            <p:cNvSpPr/>
            <p:nvPr/>
          </p:nvSpPr>
          <p:spPr>
            <a:xfrm>
              <a:off x="3386160" y="3728880"/>
              <a:ext cx="9360" cy="19080"/>
            </a:xfrm>
            <a:custGeom>
              <a:avLst/>
              <a:gdLst/>
              <a:ahLst/>
              <a:rect l="l" t="t" r="r" b="b"/>
              <a:pathLst>
                <a:path w="6" h="12">
                  <a:moveTo>
                    <a:pt x="5" y="11"/>
                  </a:moveTo>
                  <a:lnTo>
                    <a:pt x="5" y="11"/>
                  </a:lnTo>
                  <a:lnTo>
                    <a:pt x="5" y="10"/>
                  </a:lnTo>
                  <a:lnTo>
                    <a:pt x="5" y="10"/>
                  </a:lnTo>
                  <a:lnTo>
                    <a:pt x="5" y="6"/>
                  </a:lnTo>
                  <a:lnTo>
                    <a:pt x="4" y="6"/>
                  </a:lnTo>
                  <a:lnTo>
                    <a:pt x="2" y="6"/>
                  </a:lnTo>
                  <a:lnTo>
                    <a:pt x="2" y="4"/>
                  </a:lnTo>
                  <a:lnTo>
                    <a:pt x="1" y="1"/>
                  </a:lnTo>
                  <a:lnTo>
                    <a:pt x="0" y="0"/>
                  </a:lnTo>
                  <a:lnTo>
                    <a:pt x="0" y="1"/>
                  </a:lnTo>
                  <a:lnTo>
                    <a:pt x="0" y="3"/>
                  </a:lnTo>
                  <a:lnTo>
                    <a:pt x="2" y="4"/>
                  </a:lnTo>
                  <a:lnTo>
                    <a:pt x="2" y="6"/>
                  </a:lnTo>
                  <a:lnTo>
                    <a:pt x="2" y="6"/>
                  </a:lnTo>
                  <a:lnTo>
                    <a:pt x="2" y="10"/>
                  </a:lnTo>
                  <a:lnTo>
                    <a:pt x="4" y="10"/>
                  </a:lnTo>
                  <a:lnTo>
                    <a:pt x="4" y="11"/>
                  </a:lnTo>
                  <a:lnTo>
                    <a:pt x="4" y="11"/>
                  </a:lnTo>
                  <a:lnTo>
                    <a:pt x="4" y="11"/>
                  </a:lnTo>
                  <a:lnTo>
                    <a:pt x="5" y="11"/>
                  </a:lnTo>
                  <a:lnTo>
                    <a:pt x="5" y="11"/>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656" name=""/>
            <p:cNvSpPr/>
            <p:nvPr/>
          </p:nvSpPr>
          <p:spPr>
            <a:xfrm>
              <a:off x="3389400" y="3746520"/>
              <a:ext cx="6120" cy="17280"/>
            </a:xfrm>
            <a:custGeom>
              <a:avLst/>
              <a:gdLst/>
              <a:ahLst/>
              <a:rect l="l" t="t" r="r" b="b"/>
              <a:pathLst>
                <a:path w="4" h="11">
                  <a:moveTo>
                    <a:pt x="3" y="10"/>
                  </a:moveTo>
                  <a:lnTo>
                    <a:pt x="2" y="7"/>
                  </a:lnTo>
                  <a:lnTo>
                    <a:pt x="2" y="4"/>
                  </a:lnTo>
                  <a:lnTo>
                    <a:pt x="3" y="0"/>
                  </a:lnTo>
                  <a:lnTo>
                    <a:pt x="3" y="0"/>
                  </a:lnTo>
                  <a:lnTo>
                    <a:pt x="2" y="0"/>
                  </a:lnTo>
                  <a:lnTo>
                    <a:pt x="2" y="0"/>
                  </a:lnTo>
                  <a:lnTo>
                    <a:pt x="0" y="4"/>
                  </a:lnTo>
                  <a:lnTo>
                    <a:pt x="0" y="7"/>
                  </a:lnTo>
                  <a:lnTo>
                    <a:pt x="2" y="10"/>
                  </a:lnTo>
                  <a:lnTo>
                    <a:pt x="3" y="10"/>
                  </a:lnTo>
                  <a:lnTo>
                    <a:pt x="3" y="1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657" name=""/>
            <p:cNvSpPr/>
            <p:nvPr/>
          </p:nvSpPr>
          <p:spPr>
            <a:xfrm>
              <a:off x="3392640" y="3745080"/>
              <a:ext cx="2880" cy="2880"/>
            </a:xfrm>
            <a:custGeom>
              <a:avLst/>
              <a:gdLst/>
              <a:ahLst/>
              <a:rect l="l" t="t" r="r" b="b"/>
              <a:pathLst>
                <a:path w="2" h="2">
                  <a:moveTo>
                    <a:pt x="0" y="1"/>
                  </a:moveTo>
                  <a:lnTo>
                    <a:pt x="0" y="1"/>
                  </a:lnTo>
                  <a:lnTo>
                    <a:pt x="1" y="1"/>
                  </a:lnTo>
                  <a:lnTo>
                    <a:pt x="1" y="1"/>
                  </a:lnTo>
                  <a:lnTo>
                    <a:pt x="1" y="0"/>
                  </a:lnTo>
                  <a:lnTo>
                    <a:pt x="0" y="1"/>
                  </a:lnTo>
                  <a:lnTo>
                    <a:pt x="0" y="1"/>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658" name=""/>
            <p:cNvSpPr/>
            <p:nvPr/>
          </p:nvSpPr>
          <p:spPr>
            <a:xfrm>
              <a:off x="3322800" y="3700440"/>
              <a:ext cx="1440" cy="4680"/>
            </a:xfrm>
            <a:custGeom>
              <a:avLst/>
              <a:gdLst/>
              <a:ahLst/>
              <a:rect l="l" t="t" r="r" b="b"/>
              <a:pathLst>
                <a:path w="1" h="3">
                  <a:moveTo>
                    <a:pt x="0" y="2"/>
                  </a:moveTo>
                  <a:lnTo>
                    <a:pt x="0" y="2"/>
                  </a:lnTo>
                  <a:lnTo>
                    <a:pt x="0" y="2"/>
                  </a:lnTo>
                  <a:lnTo>
                    <a:pt x="0" y="2"/>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659" name=""/>
            <p:cNvSpPr/>
            <p:nvPr/>
          </p:nvSpPr>
          <p:spPr>
            <a:xfrm>
              <a:off x="3308400" y="3676680"/>
              <a:ext cx="15840" cy="28440"/>
            </a:xfrm>
            <a:custGeom>
              <a:avLst/>
              <a:gdLst/>
              <a:ahLst/>
              <a:rect l="l" t="t" r="r" b="b"/>
              <a:pathLst>
                <a:path w="10" h="18">
                  <a:moveTo>
                    <a:pt x="0" y="1"/>
                  </a:moveTo>
                  <a:lnTo>
                    <a:pt x="0" y="3"/>
                  </a:lnTo>
                  <a:lnTo>
                    <a:pt x="2" y="3"/>
                  </a:lnTo>
                  <a:lnTo>
                    <a:pt x="6" y="6"/>
                  </a:lnTo>
                  <a:lnTo>
                    <a:pt x="8" y="12"/>
                  </a:lnTo>
                  <a:lnTo>
                    <a:pt x="9" y="14"/>
                  </a:lnTo>
                  <a:lnTo>
                    <a:pt x="9" y="15"/>
                  </a:lnTo>
                  <a:lnTo>
                    <a:pt x="9" y="15"/>
                  </a:lnTo>
                  <a:lnTo>
                    <a:pt x="9" y="17"/>
                  </a:lnTo>
                  <a:lnTo>
                    <a:pt x="9" y="15"/>
                  </a:lnTo>
                  <a:lnTo>
                    <a:pt x="9" y="15"/>
                  </a:lnTo>
                  <a:lnTo>
                    <a:pt x="9" y="15"/>
                  </a:lnTo>
                  <a:lnTo>
                    <a:pt x="9" y="14"/>
                  </a:lnTo>
                  <a:lnTo>
                    <a:pt x="9" y="12"/>
                  </a:lnTo>
                  <a:lnTo>
                    <a:pt x="6" y="4"/>
                  </a:lnTo>
                  <a:lnTo>
                    <a:pt x="3" y="3"/>
                  </a:lnTo>
                  <a:lnTo>
                    <a:pt x="0" y="1"/>
                  </a:lnTo>
                  <a:lnTo>
                    <a:pt x="0" y="0"/>
                  </a:lnTo>
                  <a:lnTo>
                    <a:pt x="0" y="1"/>
                  </a:lnTo>
                  <a:lnTo>
                    <a:pt x="0" y="1"/>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2660" name=""/>
            <p:cNvSpPr/>
            <p:nvPr/>
          </p:nvSpPr>
          <p:spPr>
            <a:xfrm>
              <a:off x="3322800" y="3700440"/>
              <a:ext cx="1440" cy="4680"/>
            </a:xfrm>
            <a:custGeom>
              <a:avLst/>
              <a:gdLst/>
              <a:ahLst/>
              <a:rect l="l" t="t" r="r" b="b"/>
              <a:pathLst>
                <a:path w="1" h="3">
                  <a:moveTo>
                    <a:pt x="0" y="0"/>
                  </a:moveTo>
                  <a:lnTo>
                    <a:pt x="0" y="0"/>
                  </a:lnTo>
                  <a:lnTo>
                    <a:pt x="0" y="0"/>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661" name=""/>
            <p:cNvSpPr/>
            <p:nvPr/>
          </p:nvSpPr>
          <p:spPr>
            <a:xfrm>
              <a:off x="3502080" y="3762360"/>
              <a:ext cx="3240" cy="4680"/>
            </a:xfrm>
            <a:custGeom>
              <a:avLst/>
              <a:gdLst/>
              <a:ahLst/>
              <a:rect l="l" t="t" r="r" b="b"/>
              <a:pathLst>
                <a:path w="2" h="3">
                  <a:moveTo>
                    <a:pt x="0" y="0"/>
                  </a:moveTo>
                  <a:lnTo>
                    <a:pt x="0" y="2"/>
                  </a:lnTo>
                  <a:lnTo>
                    <a:pt x="1" y="2"/>
                  </a:lnTo>
                  <a:lnTo>
                    <a:pt x="1" y="2"/>
                  </a:lnTo>
                  <a:lnTo>
                    <a:pt x="1" y="0"/>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662" name=""/>
            <p:cNvSpPr/>
            <p:nvPr/>
          </p:nvSpPr>
          <p:spPr>
            <a:xfrm>
              <a:off x="3497400" y="3745080"/>
              <a:ext cx="7920" cy="18720"/>
            </a:xfrm>
            <a:custGeom>
              <a:avLst/>
              <a:gdLst/>
              <a:ahLst/>
              <a:rect l="l" t="t" r="r" b="b"/>
              <a:pathLst>
                <a:path w="5" h="12">
                  <a:moveTo>
                    <a:pt x="0" y="1"/>
                  </a:moveTo>
                  <a:lnTo>
                    <a:pt x="0" y="1"/>
                  </a:lnTo>
                  <a:lnTo>
                    <a:pt x="3" y="1"/>
                  </a:lnTo>
                  <a:lnTo>
                    <a:pt x="4" y="5"/>
                  </a:lnTo>
                  <a:lnTo>
                    <a:pt x="4" y="6"/>
                  </a:lnTo>
                  <a:lnTo>
                    <a:pt x="4" y="8"/>
                  </a:lnTo>
                  <a:lnTo>
                    <a:pt x="4" y="8"/>
                  </a:lnTo>
                  <a:lnTo>
                    <a:pt x="4" y="11"/>
                  </a:lnTo>
                  <a:lnTo>
                    <a:pt x="3" y="11"/>
                  </a:lnTo>
                  <a:lnTo>
                    <a:pt x="3" y="11"/>
                  </a:lnTo>
                  <a:lnTo>
                    <a:pt x="4" y="11"/>
                  </a:lnTo>
                  <a:lnTo>
                    <a:pt x="4" y="11"/>
                  </a:lnTo>
                  <a:lnTo>
                    <a:pt x="4" y="11"/>
                  </a:lnTo>
                  <a:lnTo>
                    <a:pt x="4" y="8"/>
                  </a:lnTo>
                  <a:lnTo>
                    <a:pt x="4" y="8"/>
                  </a:lnTo>
                  <a:lnTo>
                    <a:pt x="4" y="6"/>
                  </a:lnTo>
                  <a:lnTo>
                    <a:pt x="4" y="5"/>
                  </a:lnTo>
                  <a:lnTo>
                    <a:pt x="4" y="1"/>
                  </a:lnTo>
                  <a:lnTo>
                    <a:pt x="2" y="0"/>
                  </a:lnTo>
                  <a:lnTo>
                    <a:pt x="2" y="0"/>
                  </a:lnTo>
                  <a:lnTo>
                    <a:pt x="0" y="1"/>
                  </a:lnTo>
                  <a:lnTo>
                    <a:pt x="0" y="1"/>
                  </a:lnTo>
                </a:path>
              </a:pathLst>
            </a:custGeom>
            <a:solidFill>
              <a:srgbClr val="ffc0b6"/>
            </a:solidFill>
            <a:ln w="0">
              <a:noFill/>
            </a:ln>
          </p:spPr>
          <p:style>
            <a:lnRef idx="0"/>
            <a:fillRef idx="0"/>
            <a:effectRef idx="0"/>
            <a:fontRef idx="minor"/>
          </p:style>
          <p:txBody>
            <a:bodyPr lIns="90000" rIns="90000" tIns="-28080" bIns="-28080" anchor="t">
              <a:noAutofit/>
            </a:bodyPr>
            <a:p>
              <a:endParaRPr b="0" lang="en-IN" sz="2400" strike="noStrike" u="none">
                <a:solidFill>
                  <a:srgbClr val="ffffff"/>
                </a:solidFill>
                <a:effectLst/>
                <a:uFillTx/>
                <a:latin typeface="Times New Roman"/>
              </a:endParaRPr>
            </a:p>
          </p:txBody>
        </p:sp>
        <p:sp>
          <p:nvSpPr>
            <p:cNvPr id="2663" name=""/>
            <p:cNvSpPr/>
            <p:nvPr/>
          </p:nvSpPr>
          <p:spPr>
            <a:xfrm>
              <a:off x="3497400" y="3728880"/>
              <a:ext cx="4680" cy="19080"/>
            </a:xfrm>
            <a:custGeom>
              <a:avLst/>
              <a:gdLst/>
              <a:ahLst/>
              <a:rect l="l" t="t" r="r" b="b"/>
              <a:pathLst>
                <a:path w="3" h="12">
                  <a:moveTo>
                    <a:pt x="0" y="0"/>
                  </a:moveTo>
                  <a:lnTo>
                    <a:pt x="0" y="0"/>
                  </a:lnTo>
                  <a:lnTo>
                    <a:pt x="0" y="1"/>
                  </a:lnTo>
                  <a:lnTo>
                    <a:pt x="0" y="4"/>
                  </a:lnTo>
                  <a:lnTo>
                    <a:pt x="0" y="4"/>
                  </a:lnTo>
                  <a:lnTo>
                    <a:pt x="0" y="6"/>
                  </a:lnTo>
                  <a:lnTo>
                    <a:pt x="0" y="6"/>
                  </a:lnTo>
                  <a:lnTo>
                    <a:pt x="0" y="6"/>
                  </a:lnTo>
                  <a:lnTo>
                    <a:pt x="0" y="10"/>
                  </a:lnTo>
                  <a:lnTo>
                    <a:pt x="0" y="11"/>
                  </a:lnTo>
                  <a:lnTo>
                    <a:pt x="2" y="10"/>
                  </a:lnTo>
                  <a:lnTo>
                    <a:pt x="0" y="10"/>
                  </a:lnTo>
                  <a:lnTo>
                    <a:pt x="0" y="6"/>
                  </a:lnTo>
                  <a:lnTo>
                    <a:pt x="0" y="6"/>
                  </a:lnTo>
                  <a:lnTo>
                    <a:pt x="0" y="6"/>
                  </a:lnTo>
                  <a:lnTo>
                    <a:pt x="0" y="4"/>
                  </a:lnTo>
                  <a:lnTo>
                    <a:pt x="0" y="4"/>
                  </a:lnTo>
                  <a:lnTo>
                    <a:pt x="0" y="1"/>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664" name=""/>
            <p:cNvSpPr/>
            <p:nvPr/>
          </p:nvSpPr>
          <p:spPr>
            <a:xfrm>
              <a:off x="3490920" y="3705120"/>
              <a:ext cx="7920" cy="25560"/>
            </a:xfrm>
            <a:custGeom>
              <a:avLst/>
              <a:gdLst/>
              <a:ahLst/>
              <a:rect l="l" t="t" r="r" b="b"/>
              <a:pathLst>
                <a:path w="5" h="16">
                  <a:moveTo>
                    <a:pt x="0" y="4"/>
                  </a:moveTo>
                  <a:lnTo>
                    <a:pt x="1" y="5"/>
                  </a:lnTo>
                  <a:lnTo>
                    <a:pt x="2" y="6"/>
                  </a:lnTo>
                  <a:lnTo>
                    <a:pt x="4" y="6"/>
                  </a:lnTo>
                  <a:lnTo>
                    <a:pt x="4" y="8"/>
                  </a:lnTo>
                  <a:lnTo>
                    <a:pt x="4" y="8"/>
                  </a:lnTo>
                  <a:lnTo>
                    <a:pt x="4" y="12"/>
                  </a:lnTo>
                  <a:lnTo>
                    <a:pt x="4" y="14"/>
                  </a:lnTo>
                  <a:lnTo>
                    <a:pt x="4" y="15"/>
                  </a:lnTo>
                  <a:lnTo>
                    <a:pt x="4" y="15"/>
                  </a:lnTo>
                  <a:lnTo>
                    <a:pt x="4" y="14"/>
                  </a:lnTo>
                  <a:lnTo>
                    <a:pt x="4" y="12"/>
                  </a:lnTo>
                  <a:lnTo>
                    <a:pt x="4" y="8"/>
                  </a:lnTo>
                  <a:lnTo>
                    <a:pt x="4" y="8"/>
                  </a:lnTo>
                  <a:lnTo>
                    <a:pt x="4" y="6"/>
                  </a:lnTo>
                  <a:lnTo>
                    <a:pt x="4" y="6"/>
                  </a:lnTo>
                  <a:lnTo>
                    <a:pt x="2" y="4"/>
                  </a:lnTo>
                  <a:lnTo>
                    <a:pt x="1" y="0"/>
                  </a:lnTo>
                  <a:lnTo>
                    <a:pt x="0" y="4"/>
                  </a:lnTo>
                  <a:lnTo>
                    <a:pt x="0" y="4"/>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2665" name=""/>
            <p:cNvSpPr/>
            <p:nvPr/>
          </p:nvSpPr>
          <p:spPr>
            <a:xfrm>
              <a:off x="3497400" y="3728880"/>
              <a:ext cx="144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666" name=""/>
            <p:cNvSpPr/>
            <p:nvPr/>
          </p:nvSpPr>
          <p:spPr>
            <a:xfrm>
              <a:off x="3549600" y="3699000"/>
              <a:ext cx="1800" cy="2880"/>
            </a:xfrm>
            <a:custGeom>
              <a:avLst/>
              <a:gdLst/>
              <a:ahLst/>
              <a:rect l="l" t="t" r="r" b="b"/>
              <a:pathLst>
                <a:path w="1" h="2">
                  <a:moveTo>
                    <a:pt x="0" y="0"/>
                  </a:moveTo>
                  <a:lnTo>
                    <a:pt x="0" y="1"/>
                  </a:lnTo>
                  <a:lnTo>
                    <a:pt x="0" y="1"/>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667" name=""/>
            <p:cNvSpPr/>
            <p:nvPr/>
          </p:nvSpPr>
          <p:spPr>
            <a:xfrm>
              <a:off x="3537000" y="3681360"/>
              <a:ext cx="14400" cy="19080"/>
            </a:xfrm>
            <a:custGeom>
              <a:avLst/>
              <a:gdLst/>
              <a:ahLst/>
              <a:rect l="l" t="t" r="r" b="b"/>
              <a:pathLst>
                <a:path w="9" h="12">
                  <a:moveTo>
                    <a:pt x="0" y="0"/>
                  </a:moveTo>
                  <a:lnTo>
                    <a:pt x="0" y="0"/>
                  </a:lnTo>
                  <a:lnTo>
                    <a:pt x="0" y="0"/>
                  </a:lnTo>
                  <a:lnTo>
                    <a:pt x="2" y="0"/>
                  </a:lnTo>
                  <a:lnTo>
                    <a:pt x="3" y="2"/>
                  </a:lnTo>
                  <a:lnTo>
                    <a:pt x="5" y="5"/>
                  </a:lnTo>
                  <a:lnTo>
                    <a:pt x="5" y="9"/>
                  </a:lnTo>
                  <a:lnTo>
                    <a:pt x="5" y="10"/>
                  </a:lnTo>
                  <a:lnTo>
                    <a:pt x="8" y="11"/>
                  </a:lnTo>
                  <a:lnTo>
                    <a:pt x="8" y="11"/>
                  </a:lnTo>
                  <a:lnTo>
                    <a:pt x="8" y="11"/>
                  </a:lnTo>
                  <a:lnTo>
                    <a:pt x="8" y="11"/>
                  </a:lnTo>
                  <a:lnTo>
                    <a:pt x="8" y="9"/>
                  </a:lnTo>
                  <a:lnTo>
                    <a:pt x="8" y="9"/>
                  </a:lnTo>
                  <a:lnTo>
                    <a:pt x="5" y="5"/>
                  </a:lnTo>
                  <a:lnTo>
                    <a:pt x="5" y="1"/>
                  </a:lnTo>
                  <a:lnTo>
                    <a:pt x="3" y="0"/>
                  </a:lnTo>
                  <a:lnTo>
                    <a:pt x="2"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668" name=""/>
            <p:cNvSpPr/>
            <p:nvPr/>
          </p:nvSpPr>
          <p:spPr>
            <a:xfrm>
              <a:off x="3529080" y="3670200"/>
              <a:ext cx="9360" cy="12960"/>
            </a:xfrm>
            <a:custGeom>
              <a:avLst/>
              <a:gdLst/>
              <a:ahLst/>
              <a:rect l="l" t="t" r="r" b="b"/>
              <a:pathLst>
                <a:path w="6" h="8">
                  <a:moveTo>
                    <a:pt x="0" y="1"/>
                  </a:moveTo>
                  <a:lnTo>
                    <a:pt x="0" y="1"/>
                  </a:lnTo>
                  <a:lnTo>
                    <a:pt x="0" y="2"/>
                  </a:lnTo>
                  <a:lnTo>
                    <a:pt x="1" y="2"/>
                  </a:lnTo>
                  <a:lnTo>
                    <a:pt x="2" y="2"/>
                  </a:lnTo>
                  <a:lnTo>
                    <a:pt x="2" y="4"/>
                  </a:lnTo>
                  <a:lnTo>
                    <a:pt x="2" y="5"/>
                  </a:lnTo>
                  <a:lnTo>
                    <a:pt x="2" y="7"/>
                  </a:lnTo>
                  <a:lnTo>
                    <a:pt x="3" y="7"/>
                  </a:lnTo>
                  <a:lnTo>
                    <a:pt x="5" y="7"/>
                  </a:lnTo>
                  <a:lnTo>
                    <a:pt x="5" y="7"/>
                  </a:lnTo>
                  <a:lnTo>
                    <a:pt x="3" y="7"/>
                  </a:lnTo>
                  <a:lnTo>
                    <a:pt x="3" y="5"/>
                  </a:lnTo>
                  <a:lnTo>
                    <a:pt x="3" y="5"/>
                  </a:lnTo>
                  <a:lnTo>
                    <a:pt x="2" y="4"/>
                  </a:lnTo>
                  <a:lnTo>
                    <a:pt x="2" y="2"/>
                  </a:lnTo>
                  <a:lnTo>
                    <a:pt x="2" y="2"/>
                  </a:lnTo>
                  <a:lnTo>
                    <a:pt x="1"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669" name=""/>
            <p:cNvSpPr/>
            <p:nvPr/>
          </p:nvSpPr>
          <p:spPr>
            <a:xfrm>
              <a:off x="3517920" y="3665520"/>
              <a:ext cx="12600" cy="7920"/>
            </a:xfrm>
            <a:custGeom>
              <a:avLst/>
              <a:gdLst/>
              <a:ahLst/>
              <a:rect l="l" t="t" r="r" b="b"/>
              <a:pathLst>
                <a:path w="8" h="5">
                  <a:moveTo>
                    <a:pt x="0" y="0"/>
                  </a:moveTo>
                  <a:lnTo>
                    <a:pt x="1" y="0"/>
                  </a:lnTo>
                  <a:lnTo>
                    <a:pt x="1" y="0"/>
                  </a:lnTo>
                  <a:lnTo>
                    <a:pt x="1" y="0"/>
                  </a:lnTo>
                  <a:lnTo>
                    <a:pt x="1" y="1"/>
                  </a:lnTo>
                  <a:lnTo>
                    <a:pt x="1" y="3"/>
                  </a:lnTo>
                  <a:lnTo>
                    <a:pt x="5" y="3"/>
                  </a:lnTo>
                  <a:lnTo>
                    <a:pt x="7" y="3"/>
                  </a:lnTo>
                  <a:lnTo>
                    <a:pt x="7" y="4"/>
                  </a:lnTo>
                  <a:lnTo>
                    <a:pt x="7" y="3"/>
                  </a:lnTo>
                  <a:lnTo>
                    <a:pt x="7" y="3"/>
                  </a:lnTo>
                  <a:lnTo>
                    <a:pt x="7" y="1"/>
                  </a:lnTo>
                  <a:lnTo>
                    <a:pt x="3" y="1"/>
                  </a:lnTo>
                  <a:lnTo>
                    <a:pt x="1" y="0"/>
                  </a:lnTo>
                  <a:lnTo>
                    <a:pt x="1" y="0"/>
                  </a:lnTo>
                  <a:lnTo>
                    <a:pt x="1"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670" name=""/>
            <p:cNvSpPr/>
            <p:nvPr/>
          </p:nvSpPr>
          <p:spPr>
            <a:xfrm>
              <a:off x="3529080" y="367020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671" name=""/>
            <p:cNvSpPr/>
            <p:nvPr/>
          </p:nvSpPr>
          <p:spPr>
            <a:xfrm>
              <a:off x="3192480" y="3695760"/>
              <a:ext cx="144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672" name=""/>
            <p:cNvSpPr/>
            <p:nvPr/>
          </p:nvSpPr>
          <p:spPr>
            <a:xfrm>
              <a:off x="3192480" y="3695760"/>
              <a:ext cx="19080" cy="11160"/>
            </a:xfrm>
            <a:custGeom>
              <a:avLst/>
              <a:gdLst/>
              <a:ahLst/>
              <a:rect l="l" t="t" r="r" b="b"/>
              <a:pathLst>
                <a:path w="12" h="7">
                  <a:moveTo>
                    <a:pt x="11" y="6"/>
                  </a:moveTo>
                  <a:lnTo>
                    <a:pt x="11" y="6"/>
                  </a:lnTo>
                  <a:lnTo>
                    <a:pt x="10" y="3"/>
                  </a:lnTo>
                  <a:lnTo>
                    <a:pt x="8" y="3"/>
                  </a:lnTo>
                  <a:lnTo>
                    <a:pt x="4" y="1"/>
                  </a:lnTo>
                  <a:lnTo>
                    <a:pt x="3" y="0"/>
                  </a:lnTo>
                  <a:lnTo>
                    <a:pt x="3" y="0"/>
                  </a:lnTo>
                  <a:lnTo>
                    <a:pt x="3" y="0"/>
                  </a:lnTo>
                  <a:lnTo>
                    <a:pt x="2" y="0"/>
                  </a:lnTo>
                  <a:lnTo>
                    <a:pt x="0" y="0"/>
                  </a:lnTo>
                  <a:lnTo>
                    <a:pt x="0" y="1"/>
                  </a:lnTo>
                  <a:lnTo>
                    <a:pt x="2" y="1"/>
                  </a:lnTo>
                  <a:lnTo>
                    <a:pt x="3" y="1"/>
                  </a:lnTo>
                  <a:lnTo>
                    <a:pt x="3" y="1"/>
                  </a:lnTo>
                  <a:lnTo>
                    <a:pt x="3" y="2"/>
                  </a:lnTo>
                  <a:lnTo>
                    <a:pt x="3" y="2"/>
                  </a:lnTo>
                  <a:lnTo>
                    <a:pt x="5" y="3"/>
                  </a:lnTo>
                  <a:lnTo>
                    <a:pt x="10" y="3"/>
                  </a:lnTo>
                  <a:lnTo>
                    <a:pt x="10" y="6"/>
                  </a:lnTo>
                  <a:lnTo>
                    <a:pt x="10" y="6"/>
                  </a:lnTo>
                  <a:lnTo>
                    <a:pt x="11" y="6"/>
                  </a:lnTo>
                  <a:lnTo>
                    <a:pt x="11" y="6"/>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673" name=""/>
            <p:cNvSpPr/>
            <p:nvPr/>
          </p:nvSpPr>
          <p:spPr>
            <a:xfrm>
              <a:off x="3208320" y="3705120"/>
              <a:ext cx="6480" cy="23760"/>
            </a:xfrm>
            <a:custGeom>
              <a:avLst/>
              <a:gdLst/>
              <a:ahLst/>
              <a:rect l="l" t="t" r="r" b="b"/>
              <a:pathLst>
                <a:path w="4" h="15">
                  <a:moveTo>
                    <a:pt x="3" y="12"/>
                  </a:moveTo>
                  <a:lnTo>
                    <a:pt x="3" y="12"/>
                  </a:lnTo>
                  <a:lnTo>
                    <a:pt x="3" y="12"/>
                  </a:lnTo>
                  <a:lnTo>
                    <a:pt x="3" y="10"/>
                  </a:lnTo>
                  <a:lnTo>
                    <a:pt x="2" y="8"/>
                  </a:lnTo>
                  <a:lnTo>
                    <a:pt x="2" y="8"/>
                  </a:lnTo>
                  <a:lnTo>
                    <a:pt x="2" y="6"/>
                  </a:lnTo>
                  <a:lnTo>
                    <a:pt x="2" y="5"/>
                  </a:lnTo>
                  <a:lnTo>
                    <a:pt x="1" y="0"/>
                  </a:lnTo>
                  <a:lnTo>
                    <a:pt x="0" y="0"/>
                  </a:lnTo>
                  <a:lnTo>
                    <a:pt x="2" y="6"/>
                  </a:lnTo>
                  <a:lnTo>
                    <a:pt x="2" y="6"/>
                  </a:lnTo>
                  <a:lnTo>
                    <a:pt x="2" y="8"/>
                  </a:lnTo>
                  <a:lnTo>
                    <a:pt x="2" y="8"/>
                  </a:lnTo>
                  <a:lnTo>
                    <a:pt x="2" y="10"/>
                  </a:lnTo>
                  <a:lnTo>
                    <a:pt x="2" y="12"/>
                  </a:lnTo>
                  <a:lnTo>
                    <a:pt x="2" y="14"/>
                  </a:lnTo>
                  <a:lnTo>
                    <a:pt x="3" y="14"/>
                  </a:lnTo>
                  <a:lnTo>
                    <a:pt x="3" y="12"/>
                  </a:lnTo>
                  <a:lnTo>
                    <a:pt x="3" y="12"/>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674" name=""/>
            <p:cNvSpPr/>
            <p:nvPr/>
          </p:nvSpPr>
          <p:spPr>
            <a:xfrm>
              <a:off x="3208320" y="3705120"/>
              <a:ext cx="3240" cy="1800"/>
            </a:xfrm>
            <a:custGeom>
              <a:avLst/>
              <a:gdLst/>
              <a:ahLst/>
              <a:rect l="l" t="t" r="r" b="b"/>
              <a:pathLst>
                <a:path w="2" h="1">
                  <a:moveTo>
                    <a:pt x="0" y="0"/>
                  </a:moveTo>
                  <a:lnTo>
                    <a:pt x="1" y="0"/>
                  </a:lnTo>
                  <a:lnTo>
                    <a:pt x="1"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675" name=""/>
            <p:cNvSpPr/>
            <p:nvPr/>
          </p:nvSpPr>
          <p:spPr>
            <a:xfrm>
              <a:off x="3724200" y="3728880"/>
              <a:ext cx="6480" cy="3240"/>
            </a:xfrm>
            <a:custGeom>
              <a:avLst/>
              <a:gdLst/>
              <a:ahLst/>
              <a:rect l="l" t="t" r="r" b="b"/>
              <a:pathLst>
                <a:path w="4" h="2">
                  <a:moveTo>
                    <a:pt x="0" y="1"/>
                  </a:moveTo>
                  <a:lnTo>
                    <a:pt x="3" y="1"/>
                  </a:lnTo>
                  <a:lnTo>
                    <a:pt x="3" y="1"/>
                  </a:lnTo>
                  <a:lnTo>
                    <a:pt x="3" y="1"/>
                  </a:lnTo>
                  <a:lnTo>
                    <a:pt x="3"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676" name=""/>
            <p:cNvSpPr/>
            <p:nvPr/>
          </p:nvSpPr>
          <p:spPr>
            <a:xfrm>
              <a:off x="3718080" y="3714840"/>
              <a:ext cx="12600" cy="17280"/>
            </a:xfrm>
            <a:custGeom>
              <a:avLst/>
              <a:gdLst/>
              <a:ahLst/>
              <a:rect l="l" t="t" r="r" b="b"/>
              <a:pathLst>
                <a:path w="8" h="11">
                  <a:moveTo>
                    <a:pt x="0" y="0"/>
                  </a:moveTo>
                  <a:lnTo>
                    <a:pt x="1" y="0"/>
                  </a:lnTo>
                  <a:lnTo>
                    <a:pt x="1" y="2"/>
                  </a:lnTo>
                  <a:lnTo>
                    <a:pt x="3" y="2"/>
                  </a:lnTo>
                  <a:lnTo>
                    <a:pt x="4" y="4"/>
                  </a:lnTo>
                  <a:lnTo>
                    <a:pt x="4" y="8"/>
                  </a:lnTo>
                  <a:lnTo>
                    <a:pt x="4" y="9"/>
                  </a:lnTo>
                  <a:lnTo>
                    <a:pt x="4" y="9"/>
                  </a:lnTo>
                  <a:lnTo>
                    <a:pt x="4" y="10"/>
                  </a:lnTo>
                  <a:lnTo>
                    <a:pt x="7" y="9"/>
                  </a:lnTo>
                  <a:lnTo>
                    <a:pt x="7" y="9"/>
                  </a:lnTo>
                  <a:lnTo>
                    <a:pt x="7" y="9"/>
                  </a:lnTo>
                  <a:lnTo>
                    <a:pt x="4" y="6"/>
                  </a:lnTo>
                  <a:lnTo>
                    <a:pt x="4" y="4"/>
                  </a:lnTo>
                  <a:lnTo>
                    <a:pt x="4" y="2"/>
                  </a:lnTo>
                  <a:lnTo>
                    <a:pt x="3" y="1"/>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677" name=""/>
            <p:cNvSpPr/>
            <p:nvPr/>
          </p:nvSpPr>
          <p:spPr>
            <a:xfrm>
              <a:off x="3724200" y="3728880"/>
              <a:ext cx="6480" cy="3240"/>
            </a:xfrm>
            <a:custGeom>
              <a:avLst/>
              <a:gdLst/>
              <a:ahLst/>
              <a:rect l="l" t="t" r="r" b="b"/>
              <a:pathLst>
                <a:path w="4" h="2">
                  <a:moveTo>
                    <a:pt x="3" y="0"/>
                  </a:moveTo>
                  <a:lnTo>
                    <a:pt x="3" y="0"/>
                  </a:lnTo>
                  <a:lnTo>
                    <a:pt x="0" y="0"/>
                  </a:lnTo>
                  <a:lnTo>
                    <a:pt x="0" y="1"/>
                  </a:lnTo>
                  <a:lnTo>
                    <a:pt x="0" y="1"/>
                  </a:lnTo>
                  <a:lnTo>
                    <a:pt x="3" y="0"/>
                  </a:lnTo>
                  <a:lnTo>
                    <a:pt x="3"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678" name=""/>
            <p:cNvSpPr/>
            <p:nvPr/>
          </p:nvSpPr>
          <p:spPr>
            <a:xfrm>
              <a:off x="3192480" y="3813120"/>
              <a:ext cx="6480" cy="1800"/>
            </a:xfrm>
            <a:custGeom>
              <a:avLst/>
              <a:gdLst/>
              <a:ahLst/>
              <a:rect l="l" t="t" r="r" b="b"/>
              <a:pathLst>
                <a:path w="4" h="1">
                  <a:moveTo>
                    <a:pt x="3" y="0"/>
                  </a:moveTo>
                  <a:lnTo>
                    <a:pt x="3" y="0"/>
                  </a:lnTo>
                  <a:lnTo>
                    <a:pt x="2" y="0"/>
                  </a:lnTo>
                  <a:lnTo>
                    <a:pt x="0" y="0"/>
                  </a:lnTo>
                  <a:lnTo>
                    <a:pt x="2" y="0"/>
                  </a:lnTo>
                  <a:lnTo>
                    <a:pt x="3" y="0"/>
                  </a:lnTo>
                  <a:lnTo>
                    <a:pt x="3"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679" name=""/>
            <p:cNvSpPr/>
            <p:nvPr/>
          </p:nvSpPr>
          <p:spPr>
            <a:xfrm>
              <a:off x="3195720" y="3813120"/>
              <a:ext cx="17280" cy="20520"/>
            </a:xfrm>
            <a:custGeom>
              <a:avLst/>
              <a:gdLst/>
              <a:ahLst/>
              <a:rect l="l" t="t" r="r" b="b"/>
              <a:pathLst>
                <a:path w="11" h="13">
                  <a:moveTo>
                    <a:pt x="10" y="12"/>
                  </a:moveTo>
                  <a:lnTo>
                    <a:pt x="10" y="12"/>
                  </a:lnTo>
                  <a:lnTo>
                    <a:pt x="9" y="10"/>
                  </a:lnTo>
                  <a:lnTo>
                    <a:pt x="8" y="9"/>
                  </a:lnTo>
                  <a:lnTo>
                    <a:pt x="6" y="8"/>
                  </a:lnTo>
                  <a:lnTo>
                    <a:pt x="3" y="5"/>
                  </a:lnTo>
                  <a:lnTo>
                    <a:pt x="1" y="1"/>
                  </a:lnTo>
                  <a:lnTo>
                    <a:pt x="1" y="1"/>
                  </a:lnTo>
                  <a:lnTo>
                    <a:pt x="1" y="0"/>
                  </a:lnTo>
                  <a:lnTo>
                    <a:pt x="1" y="0"/>
                  </a:lnTo>
                  <a:lnTo>
                    <a:pt x="0" y="0"/>
                  </a:lnTo>
                  <a:lnTo>
                    <a:pt x="1" y="1"/>
                  </a:lnTo>
                  <a:lnTo>
                    <a:pt x="1" y="1"/>
                  </a:lnTo>
                  <a:lnTo>
                    <a:pt x="1" y="5"/>
                  </a:lnTo>
                  <a:lnTo>
                    <a:pt x="1" y="6"/>
                  </a:lnTo>
                  <a:lnTo>
                    <a:pt x="6" y="9"/>
                  </a:lnTo>
                  <a:lnTo>
                    <a:pt x="8" y="9"/>
                  </a:lnTo>
                  <a:lnTo>
                    <a:pt x="8" y="12"/>
                  </a:lnTo>
                  <a:lnTo>
                    <a:pt x="9" y="12"/>
                  </a:lnTo>
                  <a:lnTo>
                    <a:pt x="9" y="12"/>
                  </a:lnTo>
                  <a:lnTo>
                    <a:pt x="10" y="12"/>
                  </a:lnTo>
                  <a:lnTo>
                    <a:pt x="10" y="12"/>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680" name=""/>
            <p:cNvSpPr/>
            <p:nvPr/>
          </p:nvSpPr>
          <p:spPr>
            <a:xfrm>
              <a:off x="3209760" y="3832200"/>
              <a:ext cx="14400" cy="15840"/>
            </a:xfrm>
            <a:custGeom>
              <a:avLst/>
              <a:gdLst/>
              <a:ahLst/>
              <a:rect l="l" t="t" r="r" b="b"/>
              <a:pathLst>
                <a:path w="9" h="10">
                  <a:moveTo>
                    <a:pt x="8" y="9"/>
                  </a:moveTo>
                  <a:lnTo>
                    <a:pt x="8" y="9"/>
                  </a:lnTo>
                  <a:lnTo>
                    <a:pt x="8" y="9"/>
                  </a:lnTo>
                  <a:lnTo>
                    <a:pt x="5" y="7"/>
                  </a:lnTo>
                  <a:lnTo>
                    <a:pt x="2" y="7"/>
                  </a:lnTo>
                  <a:lnTo>
                    <a:pt x="1" y="4"/>
                  </a:lnTo>
                  <a:lnTo>
                    <a:pt x="1" y="3"/>
                  </a:lnTo>
                  <a:lnTo>
                    <a:pt x="1" y="3"/>
                  </a:lnTo>
                  <a:lnTo>
                    <a:pt x="1" y="1"/>
                  </a:lnTo>
                  <a:lnTo>
                    <a:pt x="1" y="0"/>
                  </a:lnTo>
                  <a:lnTo>
                    <a:pt x="0" y="0"/>
                  </a:lnTo>
                  <a:lnTo>
                    <a:pt x="0" y="1"/>
                  </a:lnTo>
                  <a:lnTo>
                    <a:pt x="1" y="3"/>
                  </a:lnTo>
                  <a:lnTo>
                    <a:pt x="1" y="4"/>
                  </a:lnTo>
                  <a:lnTo>
                    <a:pt x="1" y="7"/>
                  </a:lnTo>
                  <a:lnTo>
                    <a:pt x="2" y="9"/>
                  </a:lnTo>
                  <a:lnTo>
                    <a:pt x="2" y="9"/>
                  </a:lnTo>
                  <a:lnTo>
                    <a:pt x="6" y="9"/>
                  </a:lnTo>
                  <a:lnTo>
                    <a:pt x="6" y="9"/>
                  </a:lnTo>
                  <a:lnTo>
                    <a:pt x="6" y="9"/>
                  </a:lnTo>
                  <a:lnTo>
                    <a:pt x="8" y="9"/>
                  </a:lnTo>
                  <a:lnTo>
                    <a:pt x="8" y="9"/>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681" name=""/>
            <p:cNvSpPr/>
            <p:nvPr/>
          </p:nvSpPr>
          <p:spPr>
            <a:xfrm>
              <a:off x="3219480" y="3846600"/>
              <a:ext cx="6480" cy="17280"/>
            </a:xfrm>
            <a:custGeom>
              <a:avLst/>
              <a:gdLst/>
              <a:ahLst/>
              <a:rect l="l" t="t" r="r" b="b"/>
              <a:pathLst>
                <a:path w="4" h="11">
                  <a:moveTo>
                    <a:pt x="3" y="10"/>
                  </a:moveTo>
                  <a:lnTo>
                    <a:pt x="3" y="10"/>
                  </a:lnTo>
                  <a:lnTo>
                    <a:pt x="2" y="0"/>
                  </a:lnTo>
                  <a:lnTo>
                    <a:pt x="0" y="0"/>
                  </a:lnTo>
                  <a:lnTo>
                    <a:pt x="3" y="10"/>
                  </a:lnTo>
                  <a:lnTo>
                    <a:pt x="3" y="10"/>
                  </a:lnTo>
                  <a:lnTo>
                    <a:pt x="3" y="10"/>
                  </a:lnTo>
                  <a:lnTo>
                    <a:pt x="3" y="1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682" name=""/>
            <p:cNvSpPr/>
            <p:nvPr/>
          </p:nvSpPr>
          <p:spPr>
            <a:xfrm>
              <a:off x="3224160" y="386244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683" name=""/>
            <p:cNvSpPr/>
            <p:nvPr/>
          </p:nvSpPr>
          <p:spPr>
            <a:xfrm>
              <a:off x="3287880" y="3800520"/>
              <a:ext cx="4680" cy="6480"/>
            </a:xfrm>
            <a:custGeom>
              <a:avLst/>
              <a:gdLst/>
              <a:ahLst/>
              <a:rect l="l" t="t" r="r" b="b"/>
              <a:pathLst>
                <a:path w="3" h="4">
                  <a:moveTo>
                    <a:pt x="2" y="0"/>
                  </a:moveTo>
                  <a:lnTo>
                    <a:pt x="2" y="0"/>
                  </a:lnTo>
                  <a:lnTo>
                    <a:pt x="0" y="0"/>
                  </a:lnTo>
                  <a:lnTo>
                    <a:pt x="2" y="3"/>
                  </a:lnTo>
                  <a:lnTo>
                    <a:pt x="2" y="3"/>
                  </a:lnTo>
                  <a:lnTo>
                    <a:pt x="2" y="0"/>
                  </a:lnTo>
                  <a:lnTo>
                    <a:pt x="2"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684" name=""/>
            <p:cNvSpPr/>
            <p:nvPr/>
          </p:nvSpPr>
          <p:spPr>
            <a:xfrm>
              <a:off x="3290760" y="3800520"/>
              <a:ext cx="11160" cy="14400"/>
            </a:xfrm>
            <a:custGeom>
              <a:avLst/>
              <a:gdLst/>
              <a:ahLst/>
              <a:rect l="l" t="t" r="r" b="b"/>
              <a:pathLst>
                <a:path w="7" h="9">
                  <a:moveTo>
                    <a:pt x="6" y="8"/>
                  </a:moveTo>
                  <a:lnTo>
                    <a:pt x="6" y="8"/>
                  </a:lnTo>
                  <a:lnTo>
                    <a:pt x="4" y="5"/>
                  </a:lnTo>
                  <a:lnTo>
                    <a:pt x="4" y="3"/>
                  </a:lnTo>
                  <a:lnTo>
                    <a:pt x="2" y="3"/>
                  </a:lnTo>
                  <a:lnTo>
                    <a:pt x="2" y="3"/>
                  </a:lnTo>
                  <a:lnTo>
                    <a:pt x="1" y="3"/>
                  </a:lnTo>
                  <a:lnTo>
                    <a:pt x="1" y="0"/>
                  </a:lnTo>
                  <a:lnTo>
                    <a:pt x="0" y="0"/>
                  </a:lnTo>
                  <a:lnTo>
                    <a:pt x="0" y="0"/>
                  </a:lnTo>
                  <a:lnTo>
                    <a:pt x="0" y="3"/>
                  </a:lnTo>
                  <a:lnTo>
                    <a:pt x="0" y="3"/>
                  </a:lnTo>
                  <a:lnTo>
                    <a:pt x="1" y="3"/>
                  </a:lnTo>
                  <a:lnTo>
                    <a:pt x="1" y="3"/>
                  </a:lnTo>
                  <a:lnTo>
                    <a:pt x="2" y="3"/>
                  </a:lnTo>
                  <a:lnTo>
                    <a:pt x="2" y="3"/>
                  </a:lnTo>
                  <a:lnTo>
                    <a:pt x="4" y="5"/>
                  </a:lnTo>
                  <a:lnTo>
                    <a:pt x="4" y="5"/>
                  </a:lnTo>
                  <a:lnTo>
                    <a:pt x="4" y="8"/>
                  </a:lnTo>
                  <a:lnTo>
                    <a:pt x="4" y="8"/>
                  </a:lnTo>
                  <a:lnTo>
                    <a:pt x="6" y="8"/>
                  </a:lnTo>
                  <a:lnTo>
                    <a:pt x="6" y="8"/>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685" name=""/>
            <p:cNvSpPr/>
            <p:nvPr/>
          </p:nvSpPr>
          <p:spPr>
            <a:xfrm>
              <a:off x="3297240" y="3813120"/>
              <a:ext cx="6480" cy="20520"/>
            </a:xfrm>
            <a:custGeom>
              <a:avLst/>
              <a:gdLst/>
              <a:ahLst/>
              <a:rect l="l" t="t" r="r" b="b"/>
              <a:pathLst>
                <a:path w="4" h="13">
                  <a:moveTo>
                    <a:pt x="3" y="12"/>
                  </a:moveTo>
                  <a:lnTo>
                    <a:pt x="3" y="10"/>
                  </a:lnTo>
                  <a:lnTo>
                    <a:pt x="2" y="9"/>
                  </a:lnTo>
                  <a:lnTo>
                    <a:pt x="2" y="5"/>
                  </a:lnTo>
                  <a:lnTo>
                    <a:pt x="2" y="0"/>
                  </a:lnTo>
                  <a:lnTo>
                    <a:pt x="0" y="0"/>
                  </a:lnTo>
                  <a:lnTo>
                    <a:pt x="0" y="5"/>
                  </a:lnTo>
                  <a:lnTo>
                    <a:pt x="0" y="9"/>
                  </a:lnTo>
                  <a:lnTo>
                    <a:pt x="0" y="10"/>
                  </a:lnTo>
                  <a:lnTo>
                    <a:pt x="0" y="12"/>
                  </a:lnTo>
                  <a:lnTo>
                    <a:pt x="3" y="12"/>
                  </a:lnTo>
                  <a:lnTo>
                    <a:pt x="3" y="12"/>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686" name=""/>
            <p:cNvSpPr/>
            <p:nvPr/>
          </p:nvSpPr>
          <p:spPr>
            <a:xfrm>
              <a:off x="3297240" y="3813120"/>
              <a:ext cx="4680" cy="1800"/>
            </a:xfrm>
            <a:custGeom>
              <a:avLst/>
              <a:gdLst/>
              <a:ahLst/>
              <a:rect l="l" t="t" r="r" b="b"/>
              <a:pathLst>
                <a:path w="3" h="1">
                  <a:moveTo>
                    <a:pt x="0" y="0"/>
                  </a:moveTo>
                  <a:lnTo>
                    <a:pt x="0" y="0"/>
                  </a:lnTo>
                  <a:lnTo>
                    <a:pt x="0" y="0"/>
                  </a:lnTo>
                  <a:lnTo>
                    <a:pt x="0"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687" name=""/>
            <p:cNvSpPr/>
            <p:nvPr/>
          </p:nvSpPr>
          <p:spPr>
            <a:xfrm>
              <a:off x="3392640" y="3882960"/>
              <a:ext cx="2880" cy="1800"/>
            </a:xfrm>
            <a:custGeom>
              <a:avLst/>
              <a:gdLst/>
              <a:ahLst/>
              <a:rect l="l" t="t" r="r" b="b"/>
              <a:pathLst>
                <a:path w="2" h="1">
                  <a:moveTo>
                    <a:pt x="0" y="0"/>
                  </a:moveTo>
                  <a:lnTo>
                    <a:pt x="0" y="0"/>
                  </a:lnTo>
                  <a:lnTo>
                    <a:pt x="0"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688" name=""/>
            <p:cNvSpPr/>
            <p:nvPr/>
          </p:nvSpPr>
          <p:spPr>
            <a:xfrm>
              <a:off x="3392640" y="3862440"/>
              <a:ext cx="10800" cy="22320"/>
            </a:xfrm>
            <a:custGeom>
              <a:avLst/>
              <a:gdLst/>
              <a:ahLst/>
              <a:rect l="l" t="t" r="r" b="b"/>
              <a:pathLst>
                <a:path w="7" h="14">
                  <a:moveTo>
                    <a:pt x="6" y="0"/>
                  </a:moveTo>
                  <a:lnTo>
                    <a:pt x="6" y="0"/>
                  </a:lnTo>
                  <a:lnTo>
                    <a:pt x="6" y="2"/>
                  </a:lnTo>
                  <a:lnTo>
                    <a:pt x="3" y="4"/>
                  </a:lnTo>
                  <a:lnTo>
                    <a:pt x="3" y="4"/>
                  </a:lnTo>
                  <a:lnTo>
                    <a:pt x="1" y="10"/>
                  </a:lnTo>
                  <a:lnTo>
                    <a:pt x="1" y="12"/>
                  </a:lnTo>
                  <a:lnTo>
                    <a:pt x="1" y="13"/>
                  </a:lnTo>
                  <a:lnTo>
                    <a:pt x="0" y="13"/>
                  </a:lnTo>
                  <a:lnTo>
                    <a:pt x="0" y="13"/>
                  </a:lnTo>
                  <a:lnTo>
                    <a:pt x="1" y="13"/>
                  </a:lnTo>
                  <a:lnTo>
                    <a:pt x="1" y="13"/>
                  </a:lnTo>
                  <a:lnTo>
                    <a:pt x="1" y="13"/>
                  </a:lnTo>
                  <a:lnTo>
                    <a:pt x="1" y="12"/>
                  </a:lnTo>
                  <a:lnTo>
                    <a:pt x="3" y="10"/>
                  </a:lnTo>
                  <a:lnTo>
                    <a:pt x="6" y="8"/>
                  </a:lnTo>
                  <a:lnTo>
                    <a:pt x="6" y="4"/>
                  </a:lnTo>
                  <a:lnTo>
                    <a:pt x="6" y="2"/>
                  </a:lnTo>
                  <a:lnTo>
                    <a:pt x="6" y="0"/>
                  </a:lnTo>
                  <a:lnTo>
                    <a:pt x="6" y="0"/>
                  </a:lnTo>
                  <a:lnTo>
                    <a:pt x="6" y="0"/>
                  </a:lnTo>
                  <a:lnTo>
                    <a:pt x="6"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689" name=""/>
            <p:cNvSpPr/>
            <p:nvPr/>
          </p:nvSpPr>
          <p:spPr>
            <a:xfrm>
              <a:off x="3402000" y="3832200"/>
              <a:ext cx="6480" cy="31680"/>
            </a:xfrm>
            <a:custGeom>
              <a:avLst/>
              <a:gdLst/>
              <a:ahLst/>
              <a:rect l="l" t="t" r="r" b="b"/>
              <a:pathLst>
                <a:path w="4" h="20">
                  <a:moveTo>
                    <a:pt x="2" y="0"/>
                  </a:moveTo>
                  <a:lnTo>
                    <a:pt x="3" y="1"/>
                  </a:lnTo>
                  <a:lnTo>
                    <a:pt x="3" y="4"/>
                  </a:lnTo>
                  <a:lnTo>
                    <a:pt x="2" y="7"/>
                  </a:lnTo>
                  <a:lnTo>
                    <a:pt x="2" y="9"/>
                  </a:lnTo>
                  <a:lnTo>
                    <a:pt x="1" y="10"/>
                  </a:lnTo>
                  <a:lnTo>
                    <a:pt x="0" y="12"/>
                  </a:lnTo>
                  <a:lnTo>
                    <a:pt x="0" y="16"/>
                  </a:lnTo>
                  <a:lnTo>
                    <a:pt x="0" y="19"/>
                  </a:lnTo>
                  <a:lnTo>
                    <a:pt x="0" y="19"/>
                  </a:lnTo>
                  <a:lnTo>
                    <a:pt x="0" y="16"/>
                  </a:lnTo>
                  <a:lnTo>
                    <a:pt x="2" y="14"/>
                  </a:lnTo>
                  <a:lnTo>
                    <a:pt x="2" y="11"/>
                  </a:lnTo>
                  <a:lnTo>
                    <a:pt x="3" y="10"/>
                  </a:lnTo>
                  <a:lnTo>
                    <a:pt x="3" y="7"/>
                  </a:lnTo>
                  <a:lnTo>
                    <a:pt x="3" y="4"/>
                  </a:lnTo>
                  <a:lnTo>
                    <a:pt x="3" y="1"/>
                  </a:lnTo>
                  <a:lnTo>
                    <a:pt x="3" y="0"/>
                  </a:lnTo>
                  <a:lnTo>
                    <a:pt x="2" y="0"/>
                  </a:lnTo>
                  <a:lnTo>
                    <a:pt x="2" y="0"/>
                  </a:lnTo>
                </a:path>
              </a:pathLst>
            </a:custGeom>
            <a:solidFill>
              <a:srgbClr val="ffc0b6"/>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2690" name=""/>
            <p:cNvSpPr/>
            <p:nvPr/>
          </p:nvSpPr>
          <p:spPr>
            <a:xfrm>
              <a:off x="3402000" y="386244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691" name=""/>
            <p:cNvSpPr/>
            <p:nvPr/>
          </p:nvSpPr>
          <p:spPr>
            <a:xfrm>
              <a:off x="3508200" y="391464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692" name=""/>
            <p:cNvSpPr/>
            <p:nvPr/>
          </p:nvSpPr>
          <p:spPr>
            <a:xfrm>
              <a:off x="3508200" y="3887640"/>
              <a:ext cx="12960" cy="28800"/>
            </a:xfrm>
            <a:custGeom>
              <a:avLst/>
              <a:gdLst/>
              <a:ahLst/>
              <a:rect l="l" t="t" r="r" b="b"/>
              <a:pathLst>
                <a:path w="8" h="18">
                  <a:moveTo>
                    <a:pt x="3" y="0"/>
                  </a:moveTo>
                  <a:lnTo>
                    <a:pt x="3" y="3"/>
                  </a:lnTo>
                  <a:lnTo>
                    <a:pt x="3" y="7"/>
                  </a:lnTo>
                  <a:lnTo>
                    <a:pt x="3" y="7"/>
                  </a:lnTo>
                  <a:lnTo>
                    <a:pt x="2" y="10"/>
                  </a:lnTo>
                  <a:lnTo>
                    <a:pt x="0" y="14"/>
                  </a:lnTo>
                  <a:lnTo>
                    <a:pt x="0" y="16"/>
                  </a:lnTo>
                  <a:lnTo>
                    <a:pt x="0" y="17"/>
                  </a:lnTo>
                  <a:lnTo>
                    <a:pt x="0" y="17"/>
                  </a:lnTo>
                  <a:lnTo>
                    <a:pt x="0" y="17"/>
                  </a:lnTo>
                  <a:lnTo>
                    <a:pt x="0" y="17"/>
                  </a:lnTo>
                  <a:lnTo>
                    <a:pt x="0" y="17"/>
                  </a:lnTo>
                  <a:lnTo>
                    <a:pt x="2" y="14"/>
                  </a:lnTo>
                  <a:lnTo>
                    <a:pt x="3" y="10"/>
                  </a:lnTo>
                  <a:lnTo>
                    <a:pt x="3" y="9"/>
                  </a:lnTo>
                  <a:lnTo>
                    <a:pt x="7" y="7"/>
                  </a:lnTo>
                  <a:lnTo>
                    <a:pt x="7" y="3"/>
                  </a:lnTo>
                  <a:lnTo>
                    <a:pt x="6" y="0"/>
                  </a:lnTo>
                  <a:lnTo>
                    <a:pt x="3" y="0"/>
                  </a:lnTo>
                  <a:lnTo>
                    <a:pt x="3" y="0"/>
                  </a:lnTo>
                </a:path>
              </a:pathLst>
            </a:custGeom>
            <a:solidFill>
              <a:srgbClr val="ffc0b6"/>
            </a:solidFill>
            <a:ln w="0">
              <a:noFill/>
            </a:ln>
          </p:spPr>
          <p:style>
            <a:lnRef idx="0"/>
            <a:fillRef idx="0"/>
            <a:effectRef idx="0"/>
            <a:fontRef idx="minor"/>
          </p:style>
          <p:txBody>
            <a:bodyPr lIns="90000" rIns="90000" tIns="-18000" bIns="-18000" anchor="t">
              <a:noAutofit/>
            </a:bodyPr>
            <a:p>
              <a:endParaRPr b="0" lang="en-IN" sz="2400" strike="noStrike" u="none">
                <a:solidFill>
                  <a:srgbClr val="ffffff"/>
                </a:solidFill>
                <a:effectLst/>
                <a:uFillTx/>
                <a:latin typeface="Times New Roman"/>
              </a:endParaRPr>
            </a:p>
          </p:txBody>
        </p:sp>
        <p:sp>
          <p:nvSpPr>
            <p:cNvPr id="2693" name=""/>
            <p:cNvSpPr/>
            <p:nvPr/>
          </p:nvSpPr>
          <p:spPr>
            <a:xfrm>
              <a:off x="3508200" y="391464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694" name=""/>
            <p:cNvSpPr/>
            <p:nvPr/>
          </p:nvSpPr>
          <p:spPr>
            <a:xfrm>
              <a:off x="3292560" y="390384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695" name=""/>
            <p:cNvSpPr/>
            <p:nvPr/>
          </p:nvSpPr>
          <p:spPr>
            <a:xfrm>
              <a:off x="3292560" y="3868560"/>
              <a:ext cx="11160" cy="36720"/>
            </a:xfrm>
            <a:custGeom>
              <a:avLst/>
              <a:gdLst/>
              <a:ahLst/>
              <a:rect l="l" t="t" r="r" b="b"/>
              <a:pathLst>
                <a:path w="7" h="23">
                  <a:moveTo>
                    <a:pt x="3" y="0"/>
                  </a:moveTo>
                  <a:lnTo>
                    <a:pt x="3" y="6"/>
                  </a:lnTo>
                  <a:lnTo>
                    <a:pt x="5" y="9"/>
                  </a:lnTo>
                  <a:lnTo>
                    <a:pt x="3" y="12"/>
                  </a:lnTo>
                  <a:lnTo>
                    <a:pt x="3" y="14"/>
                  </a:lnTo>
                  <a:lnTo>
                    <a:pt x="1" y="19"/>
                  </a:lnTo>
                  <a:lnTo>
                    <a:pt x="1" y="19"/>
                  </a:lnTo>
                  <a:lnTo>
                    <a:pt x="0" y="22"/>
                  </a:lnTo>
                  <a:lnTo>
                    <a:pt x="0" y="22"/>
                  </a:lnTo>
                  <a:lnTo>
                    <a:pt x="0" y="22"/>
                  </a:lnTo>
                  <a:lnTo>
                    <a:pt x="0" y="22"/>
                  </a:lnTo>
                  <a:lnTo>
                    <a:pt x="1" y="21"/>
                  </a:lnTo>
                  <a:lnTo>
                    <a:pt x="3" y="19"/>
                  </a:lnTo>
                  <a:lnTo>
                    <a:pt x="3" y="14"/>
                  </a:lnTo>
                  <a:lnTo>
                    <a:pt x="5" y="12"/>
                  </a:lnTo>
                  <a:lnTo>
                    <a:pt x="6" y="9"/>
                  </a:lnTo>
                  <a:lnTo>
                    <a:pt x="6" y="6"/>
                  </a:lnTo>
                  <a:lnTo>
                    <a:pt x="3" y="0"/>
                  </a:lnTo>
                  <a:lnTo>
                    <a:pt x="3" y="0"/>
                  </a:lnTo>
                  <a:lnTo>
                    <a:pt x="3" y="0"/>
                  </a:lnTo>
                </a:path>
              </a:pathLst>
            </a:custGeom>
            <a:solidFill>
              <a:srgbClr val="ffc0b6"/>
            </a:solidFill>
            <a:ln w="0">
              <a:noFill/>
            </a:ln>
          </p:spPr>
          <p:style>
            <a:lnRef idx="0"/>
            <a:fillRef idx="0"/>
            <a:effectRef idx="0"/>
            <a:fontRef idx="minor"/>
          </p:style>
          <p:txBody>
            <a:bodyPr lIns="90000" rIns="90000" tIns="-10080" bIns="-10080" anchor="t">
              <a:noAutofit/>
            </a:bodyPr>
            <a:p>
              <a:endParaRPr b="0" lang="en-IN" sz="2400" strike="noStrike" u="none">
                <a:solidFill>
                  <a:srgbClr val="ffffff"/>
                </a:solidFill>
                <a:effectLst/>
                <a:uFillTx/>
                <a:latin typeface="Times New Roman"/>
              </a:endParaRPr>
            </a:p>
          </p:txBody>
        </p:sp>
        <p:sp>
          <p:nvSpPr>
            <p:cNvPr id="2696" name=""/>
            <p:cNvSpPr/>
            <p:nvPr/>
          </p:nvSpPr>
          <p:spPr>
            <a:xfrm>
              <a:off x="3292560" y="390384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grpSp>
      <p:grpSp>
        <p:nvGrpSpPr>
          <p:cNvPr id="2697" name=""/>
          <p:cNvGrpSpPr/>
          <p:nvPr/>
        </p:nvGrpSpPr>
        <p:grpSpPr>
          <a:xfrm>
            <a:off x="6357960" y="3533760"/>
            <a:ext cx="1155600" cy="912960"/>
            <a:chOff x="6357960" y="3533760"/>
            <a:chExt cx="1155600" cy="912960"/>
          </a:xfrm>
        </p:grpSpPr>
        <p:sp>
          <p:nvSpPr>
            <p:cNvPr id="2698" name=""/>
            <p:cNvSpPr/>
            <p:nvPr/>
          </p:nvSpPr>
          <p:spPr>
            <a:xfrm>
              <a:off x="6357960" y="3576600"/>
              <a:ext cx="222120" cy="204840"/>
            </a:xfrm>
            <a:custGeom>
              <a:avLst/>
              <a:gdLst/>
              <a:ahLst/>
              <a:rect l="l" t="t" r="r" b="b"/>
              <a:pathLst>
                <a:path w="140" h="129">
                  <a:moveTo>
                    <a:pt x="42" y="29"/>
                  </a:moveTo>
                  <a:lnTo>
                    <a:pt x="40" y="31"/>
                  </a:lnTo>
                  <a:lnTo>
                    <a:pt x="39" y="31"/>
                  </a:lnTo>
                  <a:lnTo>
                    <a:pt x="36" y="31"/>
                  </a:lnTo>
                  <a:lnTo>
                    <a:pt x="36" y="33"/>
                  </a:lnTo>
                  <a:lnTo>
                    <a:pt x="35" y="33"/>
                  </a:lnTo>
                  <a:lnTo>
                    <a:pt x="33" y="37"/>
                  </a:lnTo>
                  <a:lnTo>
                    <a:pt x="31" y="40"/>
                  </a:lnTo>
                  <a:lnTo>
                    <a:pt x="29" y="40"/>
                  </a:lnTo>
                  <a:lnTo>
                    <a:pt x="26" y="42"/>
                  </a:lnTo>
                  <a:lnTo>
                    <a:pt x="26" y="44"/>
                  </a:lnTo>
                  <a:lnTo>
                    <a:pt x="22" y="44"/>
                  </a:lnTo>
                  <a:lnTo>
                    <a:pt x="20" y="50"/>
                  </a:lnTo>
                  <a:lnTo>
                    <a:pt x="18" y="50"/>
                  </a:lnTo>
                  <a:lnTo>
                    <a:pt x="15" y="51"/>
                  </a:lnTo>
                  <a:lnTo>
                    <a:pt x="13" y="55"/>
                  </a:lnTo>
                  <a:lnTo>
                    <a:pt x="13" y="56"/>
                  </a:lnTo>
                  <a:lnTo>
                    <a:pt x="12" y="57"/>
                  </a:lnTo>
                  <a:lnTo>
                    <a:pt x="11" y="59"/>
                  </a:lnTo>
                  <a:lnTo>
                    <a:pt x="11" y="59"/>
                  </a:lnTo>
                  <a:lnTo>
                    <a:pt x="6" y="64"/>
                  </a:lnTo>
                  <a:lnTo>
                    <a:pt x="5" y="65"/>
                  </a:lnTo>
                  <a:lnTo>
                    <a:pt x="4" y="65"/>
                  </a:lnTo>
                  <a:lnTo>
                    <a:pt x="4" y="65"/>
                  </a:lnTo>
                  <a:lnTo>
                    <a:pt x="3" y="69"/>
                  </a:lnTo>
                  <a:lnTo>
                    <a:pt x="3" y="70"/>
                  </a:lnTo>
                  <a:lnTo>
                    <a:pt x="1" y="71"/>
                  </a:lnTo>
                  <a:lnTo>
                    <a:pt x="0" y="75"/>
                  </a:lnTo>
                  <a:lnTo>
                    <a:pt x="0" y="78"/>
                  </a:lnTo>
                  <a:lnTo>
                    <a:pt x="0" y="80"/>
                  </a:lnTo>
                  <a:lnTo>
                    <a:pt x="0" y="81"/>
                  </a:lnTo>
                  <a:lnTo>
                    <a:pt x="0" y="85"/>
                  </a:lnTo>
                  <a:lnTo>
                    <a:pt x="0" y="88"/>
                  </a:lnTo>
                  <a:lnTo>
                    <a:pt x="0" y="90"/>
                  </a:lnTo>
                  <a:lnTo>
                    <a:pt x="0" y="90"/>
                  </a:lnTo>
                  <a:lnTo>
                    <a:pt x="0" y="91"/>
                  </a:lnTo>
                  <a:lnTo>
                    <a:pt x="0" y="94"/>
                  </a:lnTo>
                  <a:lnTo>
                    <a:pt x="0" y="97"/>
                  </a:lnTo>
                  <a:lnTo>
                    <a:pt x="0" y="99"/>
                  </a:lnTo>
                  <a:lnTo>
                    <a:pt x="0" y="100"/>
                  </a:lnTo>
                  <a:lnTo>
                    <a:pt x="0" y="102"/>
                  </a:lnTo>
                  <a:lnTo>
                    <a:pt x="0" y="102"/>
                  </a:lnTo>
                  <a:lnTo>
                    <a:pt x="0" y="104"/>
                  </a:lnTo>
                  <a:lnTo>
                    <a:pt x="0" y="104"/>
                  </a:lnTo>
                  <a:lnTo>
                    <a:pt x="0" y="105"/>
                  </a:lnTo>
                  <a:lnTo>
                    <a:pt x="0" y="109"/>
                  </a:lnTo>
                  <a:lnTo>
                    <a:pt x="0" y="109"/>
                  </a:lnTo>
                  <a:lnTo>
                    <a:pt x="0" y="111"/>
                  </a:lnTo>
                  <a:lnTo>
                    <a:pt x="0" y="111"/>
                  </a:lnTo>
                  <a:lnTo>
                    <a:pt x="0" y="114"/>
                  </a:lnTo>
                  <a:lnTo>
                    <a:pt x="1" y="114"/>
                  </a:lnTo>
                  <a:lnTo>
                    <a:pt x="2" y="116"/>
                  </a:lnTo>
                  <a:lnTo>
                    <a:pt x="3" y="118"/>
                  </a:lnTo>
                  <a:lnTo>
                    <a:pt x="3" y="119"/>
                  </a:lnTo>
                  <a:lnTo>
                    <a:pt x="4" y="119"/>
                  </a:lnTo>
                  <a:lnTo>
                    <a:pt x="6" y="119"/>
                  </a:lnTo>
                  <a:lnTo>
                    <a:pt x="11" y="119"/>
                  </a:lnTo>
                  <a:lnTo>
                    <a:pt x="11" y="119"/>
                  </a:lnTo>
                  <a:lnTo>
                    <a:pt x="11" y="119"/>
                  </a:lnTo>
                  <a:lnTo>
                    <a:pt x="12" y="119"/>
                  </a:lnTo>
                  <a:lnTo>
                    <a:pt x="12" y="119"/>
                  </a:lnTo>
                  <a:lnTo>
                    <a:pt x="13" y="119"/>
                  </a:lnTo>
                  <a:lnTo>
                    <a:pt x="13" y="119"/>
                  </a:lnTo>
                  <a:lnTo>
                    <a:pt x="13" y="119"/>
                  </a:lnTo>
                  <a:lnTo>
                    <a:pt x="13" y="119"/>
                  </a:lnTo>
                  <a:lnTo>
                    <a:pt x="13" y="119"/>
                  </a:lnTo>
                  <a:lnTo>
                    <a:pt x="13" y="119"/>
                  </a:lnTo>
                  <a:lnTo>
                    <a:pt x="13" y="122"/>
                  </a:lnTo>
                  <a:lnTo>
                    <a:pt x="15" y="125"/>
                  </a:lnTo>
                  <a:lnTo>
                    <a:pt x="15" y="125"/>
                  </a:lnTo>
                  <a:lnTo>
                    <a:pt x="18" y="127"/>
                  </a:lnTo>
                  <a:lnTo>
                    <a:pt x="18" y="127"/>
                  </a:lnTo>
                  <a:lnTo>
                    <a:pt x="18" y="127"/>
                  </a:lnTo>
                  <a:lnTo>
                    <a:pt x="19" y="127"/>
                  </a:lnTo>
                  <a:lnTo>
                    <a:pt x="22" y="127"/>
                  </a:lnTo>
                  <a:lnTo>
                    <a:pt x="22" y="127"/>
                  </a:lnTo>
                  <a:lnTo>
                    <a:pt x="22" y="127"/>
                  </a:lnTo>
                  <a:lnTo>
                    <a:pt x="22" y="128"/>
                  </a:lnTo>
                  <a:lnTo>
                    <a:pt x="22" y="128"/>
                  </a:lnTo>
                  <a:lnTo>
                    <a:pt x="22" y="128"/>
                  </a:lnTo>
                  <a:lnTo>
                    <a:pt x="25" y="128"/>
                  </a:lnTo>
                  <a:lnTo>
                    <a:pt x="26" y="128"/>
                  </a:lnTo>
                  <a:lnTo>
                    <a:pt x="26" y="128"/>
                  </a:lnTo>
                  <a:lnTo>
                    <a:pt x="29" y="128"/>
                  </a:lnTo>
                  <a:lnTo>
                    <a:pt x="31" y="128"/>
                  </a:lnTo>
                  <a:lnTo>
                    <a:pt x="31" y="128"/>
                  </a:lnTo>
                  <a:lnTo>
                    <a:pt x="35" y="128"/>
                  </a:lnTo>
                  <a:lnTo>
                    <a:pt x="35" y="128"/>
                  </a:lnTo>
                  <a:lnTo>
                    <a:pt x="36" y="127"/>
                  </a:lnTo>
                  <a:lnTo>
                    <a:pt x="39" y="127"/>
                  </a:lnTo>
                  <a:lnTo>
                    <a:pt x="39" y="127"/>
                  </a:lnTo>
                  <a:lnTo>
                    <a:pt x="42" y="125"/>
                  </a:lnTo>
                  <a:lnTo>
                    <a:pt x="42" y="123"/>
                  </a:lnTo>
                  <a:lnTo>
                    <a:pt x="42" y="122"/>
                  </a:lnTo>
                  <a:lnTo>
                    <a:pt x="43" y="119"/>
                  </a:lnTo>
                  <a:lnTo>
                    <a:pt x="44" y="119"/>
                  </a:lnTo>
                  <a:lnTo>
                    <a:pt x="46" y="119"/>
                  </a:lnTo>
                  <a:lnTo>
                    <a:pt x="49" y="119"/>
                  </a:lnTo>
                  <a:lnTo>
                    <a:pt x="49" y="119"/>
                  </a:lnTo>
                  <a:lnTo>
                    <a:pt x="52" y="119"/>
                  </a:lnTo>
                  <a:lnTo>
                    <a:pt x="52" y="119"/>
                  </a:lnTo>
                  <a:lnTo>
                    <a:pt x="53" y="119"/>
                  </a:lnTo>
                  <a:lnTo>
                    <a:pt x="55" y="119"/>
                  </a:lnTo>
                  <a:lnTo>
                    <a:pt x="55" y="118"/>
                  </a:lnTo>
                  <a:lnTo>
                    <a:pt x="56" y="118"/>
                  </a:lnTo>
                  <a:lnTo>
                    <a:pt x="57" y="118"/>
                  </a:lnTo>
                  <a:lnTo>
                    <a:pt x="59" y="118"/>
                  </a:lnTo>
                  <a:lnTo>
                    <a:pt x="59" y="118"/>
                  </a:lnTo>
                  <a:lnTo>
                    <a:pt x="61" y="118"/>
                  </a:lnTo>
                  <a:lnTo>
                    <a:pt x="63" y="118"/>
                  </a:lnTo>
                  <a:lnTo>
                    <a:pt x="66" y="118"/>
                  </a:lnTo>
                  <a:lnTo>
                    <a:pt x="66" y="118"/>
                  </a:lnTo>
                  <a:lnTo>
                    <a:pt x="68" y="118"/>
                  </a:lnTo>
                  <a:lnTo>
                    <a:pt x="72" y="118"/>
                  </a:lnTo>
                  <a:lnTo>
                    <a:pt x="73" y="118"/>
                  </a:lnTo>
                  <a:lnTo>
                    <a:pt x="75" y="118"/>
                  </a:lnTo>
                  <a:lnTo>
                    <a:pt x="75" y="118"/>
                  </a:lnTo>
                  <a:lnTo>
                    <a:pt x="76" y="118"/>
                  </a:lnTo>
                  <a:lnTo>
                    <a:pt x="80" y="118"/>
                  </a:lnTo>
                  <a:lnTo>
                    <a:pt x="81" y="118"/>
                  </a:lnTo>
                  <a:lnTo>
                    <a:pt x="81" y="118"/>
                  </a:lnTo>
                  <a:lnTo>
                    <a:pt x="84" y="118"/>
                  </a:lnTo>
                  <a:lnTo>
                    <a:pt x="84" y="118"/>
                  </a:lnTo>
                  <a:lnTo>
                    <a:pt x="86" y="119"/>
                  </a:lnTo>
                  <a:lnTo>
                    <a:pt x="87" y="119"/>
                  </a:lnTo>
                  <a:lnTo>
                    <a:pt x="87" y="119"/>
                  </a:lnTo>
                  <a:lnTo>
                    <a:pt x="90" y="119"/>
                  </a:lnTo>
                  <a:lnTo>
                    <a:pt x="93" y="122"/>
                  </a:lnTo>
                  <a:lnTo>
                    <a:pt x="95" y="123"/>
                  </a:lnTo>
                  <a:lnTo>
                    <a:pt x="97" y="125"/>
                  </a:lnTo>
                  <a:lnTo>
                    <a:pt x="103" y="125"/>
                  </a:lnTo>
                  <a:lnTo>
                    <a:pt x="105" y="125"/>
                  </a:lnTo>
                  <a:lnTo>
                    <a:pt x="107" y="125"/>
                  </a:lnTo>
                  <a:lnTo>
                    <a:pt x="112" y="125"/>
                  </a:lnTo>
                  <a:lnTo>
                    <a:pt x="115" y="125"/>
                  </a:lnTo>
                  <a:lnTo>
                    <a:pt x="117" y="123"/>
                  </a:lnTo>
                  <a:lnTo>
                    <a:pt x="122" y="122"/>
                  </a:lnTo>
                  <a:lnTo>
                    <a:pt x="124" y="119"/>
                  </a:lnTo>
                  <a:lnTo>
                    <a:pt x="127" y="119"/>
                  </a:lnTo>
                  <a:lnTo>
                    <a:pt x="127" y="119"/>
                  </a:lnTo>
                  <a:lnTo>
                    <a:pt x="128" y="118"/>
                  </a:lnTo>
                  <a:lnTo>
                    <a:pt x="130" y="116"/>
                  </a:lnTo>
                  <a:lnTo>
                    <a:pt x="132" y="111"/>
                  </a:lnTo>
                  <a:lnTo>
                    <a:pt x="135" y="104"/>
                  </a:lnTo>
                  <a:lnTo>
                    <a:pt x="136" y="99"/>
                  </a:lnTo>
                  <a:lnTo>
                    <a:pt x="136" y="90"/>
                  </a:lnTo>
                  <a:lnTo>
                    <a:pt x="138" y="80"/>
                  </a:lnTo>
                  <a:lnTo>
                    <a:pt x="138" y="70"/>
                  </a:lnTo>
                  <a:lnTo>
                    <a:pt x="139" y="59"/>
                  </a:lnTo>
                  <a:lnTo>
                    <a:pt x="138" y="50"/>
                  </a:lnTo>
                  <a:lnTo>
                    <a:pt x="138" y="40"/>
                  </a:lnTo>
                  <a:lnTo>
                    <a:pt x="136" y="29"/>
                  </a:lnTo>
                  <a:lnTo>
                    <a:pt x="135" y="20"/>
                  </a:lnTo>
                  <a:lnTo>
                    <a:pt x="129" y="13"/>
                  </a:lnTo>
                  <a:lnTo>
                    <a:pt x="126" y="8"/>
                  </a:lnTo>
                  <a:lnTo>
                    <a:pt x="118" y="2"/>
                  </a:lnTo>
                  <a:lnTo>
                    <a:pt x="112" y="0"/>
                  </a:lnTo>
                  <a:lnTo>
                    <a:pt x="106" y="0"/>
                  </a:lnTo>
                  <a:lnTo>
                    <a:pt x="105" y="0"/>
                  </a:lnTo>
                  <a:lnTo>
                    <a:pt x="100" y="0"/>
                  </a:lnTo>
                  <a:lnTo>
                    <a:pt x="95" y="0"/>
                  </a:lnTo>
                  <a:lnTo>
                    <a:pt x="93" y="0"/>
                  </a:lnTo>
                  <a:lnTo>
                    <a:pt x="87" y="0"/>
                  </a:lnTo>
                  <a:lnTo>
                    <a:pt x="86" y="2"/>
                  </a:lnTo>
                  <a:lnTo>
                    <a:pt x="81" y="3"/>
                  </a:lnTo>
                  <a:lnTo>
                    <a:pt x="79" y="3"/>
                  </a:lnTo>
                  <a:lnTo>
                    <a:pt x="75" y="6"/>
                  </a:lnTo>
                  <a:lnTo>
                    <a:pt x="73" y="8"/>
                  </a:lnTo>
                  <a:lnTo>
                    <a:pt x="70" y="9"/>
                  </a:lnTo>
                  <a:lnTo>
                    <a:pt x="66" y="10"/>
                  </a:lnTo>
                  <a:lnTo>
                    <a:pt x="66" y="12"/>
                  </a:lnTo>
                  <a:lnTo>
                    <a:pt x="62" y="13"/>
                  </a:lnTo>
                  <a:lnTo>
                    <a:pt x="59" y="14"/>
                  </a:lnTo>
                  <a:lnTo>
                    <a:pt x="57" y="14"/>
                  </a:lnTo>
                  <a:lnTo>
                    <a:pt x="55" y="16"/>
                  </a:lnTo>
                  <a:lnTo>
                    <a:pt x="54" y="17"/>
                  </a:lnTo>
                  <a:lnTo>
                    <a:pt x="52" y="19"/>
                  </a:lnTo>
                  <a:lnTo>
                    <a:pt x="52" y="20"/>
                  </a:lnTo>
                  <a:lnTo>
                    <a:pt x="49" y="21"/>
                  </a:lnTo>
                  <a:lnTo>
                    <a:pt x="49" y="24"/>
                  </a:lnTo>
                  <a:lnTo>
                    <a:pt x="46" y="26"/>
                  </a:lnTo>
                  <a:lnTo>
                    <a:pt x="46" y="27"/>
                  </a:lnTo>
                  <a:lnTo>
                    <a:pt x="43" y="27"/>
                  </a:lnTo>
                  <a:lnTo>
                    <a:pt x="42" y="27"/>
                  </a:lnTo>
                  <a:lnTo>
                    <a:pt x="42" y="27"/>
                  </a:lnTo>
                  <a:lnTo>
                    <a:pt x="42" y="28"/>
                  </a:lnTo>
                  <a:lnTo>
                    <a:pt x="42" y="29"/>
                  </a:lnTo>
                  <a:lnTo>
                    <a:pt x="42" y="29"/>
                  </a:lnTo>
                  <a:lnTo>
                    <a:pt x="42" y="29"/>
                  </a:lnTo>
                  <a:lnTo>
                    <a:pt x="42" y="29"/>
                  </a:lnTo>
                </a:path>
              </a:pathLst>
            </a:custGeom>
            <a:solidFill>
              <a:srgbClr val="82c168"/>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699" name=""/>
            <p:cNvSpPr/>
            <p:nvPr/>
          </p:nvSpPr>
          <p:spPr>
            <a:xfrm>
              <a:off x="6357960" y="3637080"/>
              <a:ext cx="55440" cy="129960"/>
            </a:xfrm>
            <a:custGeom>
              <a:avLst/>
              <a:gdLst/>
              <a:ahLst/>
              <a:rect l="l" t="t" r="r" b="b"/>
              <a:pathLst>
                <a:path w="35" h="82">
                  <a:moveTo>
                    <a:pt x="34" y="0"/>
                  </a:moveTo>
                  <a:lnTo>
                    <a:pt x="32" y="2"/>
                  </a:lnTo>
                  <a:lnTo>
                    <a:pt x="31" y="2"/>
                  </a:lnTo>
                  <a:lnTo>
                    <a:pt x="29" y="6"/>
                  </a:lnTo>
                  <a:lnTo>
                    <a:pt x="26" y="12"/>
                  </a:lnTo>
                  <a:lnTo>
                    <a:pt x="26" y="17"/>
                  </a:lnTo>
                  <a:lnTo>
                    <a:pt x="22" y="19"/>
                  </a:lnTo>
                  <a:lnTo>
                    <a:pt x="22" y="21"/>
                  </a:lnTo>
                  <a:lnTo>
                    <a:pt x="22" y="27"/>
                  </a:lnTo>
                  <a:lnTo>
                    <a:pt x="23" y="27"/>
                  </a:lnTo>
                  <a:lnTo>
                    <a:pt x="26" y="27"/>
                  </a:lnTo>
                  <a:lnTo>
                    <a:pt x="26" y="27"/>
                  </a:lnTo>
                  <a:lnTo>
                    <a:pt x="26" y="27"/>
                  </a:lnTo>
                  <a:lnTo>
                    <a:pt x="26" y="32"/>
                  </a:lnTo>
                  <a:lnTo>
                    <a:pt x="26" y="32"/>
                  </a:lnTo>
                  <a:lnTo>
                    <a:pt x="26" y="35"/>
                  </a:lnTo>
                  <a:lnTo>
                    <a:pt x="28" y="40"/>
                  </a:lnTo>
                  <a:lnTo>
                    <a:pt x="29" y="43"/>
                  </a:lnTo>
                  <a:lnTo>
                    <a:pt x="29" y="47"/>
                  </a:lnTo>
                  <a:lnTo>
                    <a:pt x="29" y="52"/>
                  </a:lnTo>
                  <a:lnTo>
                    <a:pt x="29" y="53"/>
                  </a:lnTo>
                  <a:lnTo>
                    <a:pt x="26" y="59"/>
                  </a:lnTo>
                  <a:lnTo>
                    <a:pt x="26" y="61"/>
                  </a:lnTo>
                  <a:lnTo>
                    <a:pt x="25" y="62"/>
                  </a:lnTo>
                  <a:lnTo>
                    <a:pt x="22" y="64"/>
                  </a:lnTo>
                  <a:lnTo>
                    <a:pt x="22" y="65"/>
                  </a:lnTo>
                  <a:lnTo>
                    <a:pt x="18" y="66"/>
                  </a:lnTo>
                  <a:lnTo>
                    <a:pt x="15" y="71"/>
                  </a:lnTo>
                  <a:lnTo>
                    <a:pt x="13" y="73"/>
                  </a:lnTo>
                  <a:lnTo>
                    <a:pt x="12" y="76"/>
                  </a:lnTo>
                  <a:lnTo>
                    <a:pt x="12" y="79"/>
                  </a:lnTo>
                  <a:lnTo>
                    <a:pt x="11" y="80"/>
                  </a:lnTo>
                  <a:lnTo>
                    <a:pt x="12" y="81"/>
                  </a:lnTo>
                  <a:lnTo>
                    <a:pt x="11" y="81"/>
                  </a:lnTo>
                  <a:lnTo>
                    <a:pt x="11" y="81"/>
                  </a:lnTo>
                  <a:lnTo>
                    <a:pt x="6" y="81"/>
                  </a:lnTo>
                  <a:lnTo>
                    <a:pt x="6" y="81"/>
                  </a:lnTo>
                  <a:lnTo>
                    <a:pt x="4" y="81"/>
                  </a:lnTo>
                  <a:lnTo>
                    <a:pt x="3" y="80"/>
                  </a:lnTo>
                  <a:lnTo>
                    <a:pt x="3" y="80"/>
                  </a:lnTo>
                  <a:lnTo>
                    <a:pt x="1" y="76"/>
                  </a:lnTo>
                  <a:lnTo>
                    <a:pt x="1" y="73"/>
                  </a:lnTo>
                  <a:lnTo>
                    <a:pt x="0" y="73"/>
                  </a:lnTo>
                  <a:lnTo>
                    <a:pt x="0" y="72"/>
                  </a:lnTo>
                  <a:lnTo>
                    <a:pt x="0" y="71"/>
                  </a:lnTo>
                  <a:lnTo>
                    <a:pt x="0" y="68"/>
                  </a:lnTo>
                  <a:lnTo>
                    <a:pt x="0" y="66"/>
                  </a:lnTo>
                  <a:lnTo>
                    <a:pt x="0" y="66"/>
                  </a:lnTo>
                  <a:lnTo>
                    <a:pt x="0" y="64"/>
                  </a:lnTo>
                  <a:lnTo>
                    <a:pt x="0" y="64"/>
                  </a:lnTo>
                  <a:lnTo>
                    <a:pt x="0" y="62"/>
                  </a:lnTo>
                  <a:lnTo>
                    <a:pt x="0" y="61"/>
                  </a:lnTo>
                  <a:lnTo>
                    <a:pt x="0" y="59"/>
                  </a:lnTo>
                  <a:lnTo>
                    <a:pt x="0" y="56"/>
                  </a:lnTo>
                  <a:lnTo>
                    <a:pt x="0" y="53"/>
                  </a:lnTo>
                  <a:lnTo>
                    <a:pt x="0" y="52"/>
                  </a:lnTo>
                  <a:lnTo>
                    <a:pt x="0" y="52"/>
                  </a:lnTo>
                  <a:lnTo>
                    <a:pt x="0" y="43"/>
                  </a:lnTo>
                  <a:lnTo>
                    <a:pt x="0" y="40"/>
                  </a:lnTo>
                  <a:lnTo>
                    <a:pt x="2" y="35"/>
                  </a:lnTo>
                  <a:lnTo>
                    <a:pt x="3" y="32"/>
                  </a:lnTo>
                  <a:lnTo>
                    <a:pt x="4" y="27"/>
                  </a:lnTo>
                  <a:lnTo>
                    <a:pt x="4" y="27"/>
                  </a:lnTo>
                  <a:lnTo>
                    <a:pt x="6" y="27"/>
                  </a:lnTo>
                  <a:lnTo>
                    <a:pt x="6" y="27"/>
                  </a:lnTo>
                  <a:lnTo>
                    <a:pt x="11" y="25"/>
                  </a:lnTo>
                  <a:lnTo>
                    <a:pt x="11" y="21"/>
                  </a:lnTo>
                  <a:lnTo>
                    <a:pt x="12" y="21"/>
                  </a:lnTo>
                  <a:lnTo>
                    <a:pt x="13" y="18"/>
                  </a:lnTo>
                  <a:lnTo>
                    <a:pt x="15" y="17"/>
                  </a:lnTo>
                  <a:lnTo>
                    <a:pt x="18" y="12"/>
                  </a:lnTo>
                  <a:lnTo>
                    <a:pt x="22" y="12"/>
                  </a:lnTo>
                  <a:lnTo>
                    <a:pt x="22" y="11"/>
                  </a:lnTo>
                  <a:lnTo>
                    <a:pt x="26" y="6"/>
                  </a:lnTo>
                  <a:lnTo>
                    <a:pt x="26" y="4"/>
                  </a:lnTo>
                  <a:lnTo>
                    <a:pt x="29" y="2"/>
                  </a:lnTo>
                  <a:lnTo>
                    <a:pt x="31" y="2"/>
                  </a:lnTo>
                  <a:lnTo>
                    <a:pt x="31" y="2"/>
                  </a:lnTo>
                  <a:lnTo>
                    <a:pt x="31" y="2"/>
                  </a:lnTo>
                  <a:lnTo>
                    <a:pt x="33" y="1"/>
                  </a:lnTo>
                  <a:lnTo>
                    <a:pt x="34" y="0"/>
                  </a:lnTo>
                  <a:lnTo>
                    <a:pt x="34" y="0"/>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00" name=""/>
            <p:cNvSpPr/>
            <p:nvPr/>
          </p:nvSpPr>
          <p:spPr>
            <a:xfrm>
              <a:off x="6462720" y="3719520"/>
              <a:ext cx="36360" cy="12600"/>
            </a:xfrm>
            <a:custGeom>
              <a:avLst/>
              <a:gdLst/>
              <a:ahLst/>
              <a:rect l="l" t="t" r="r" b="b"/>
              <a:pathLst>
                <a:path w="23" h="8">
                  <a:moveTo>
                    <a:pt x="20" y="0"/>
                  </a:moveTo>
                  <a:lnTo>
                    <a:pt x="20" y="0"/>
                  </a:lnTo>
                  <a:lnTo>
                    <a:pt x="18" y="0"/>
                  </a:lnTo>
                  <a:lnTo>
                    <a:pt x="18" y="1"/>
                  </a:lnTo>
                  <a:lnTo>
                    <a:pt x="15" y="1"/>
                  </a:lnTo>
                  <a:lnTo>
                    <a:pt x="15" y="1"/>
                  </a:lnTo>
                  <a:lnTo>
                    <a:pt x="14" y="1"/>
                  </a:lnTo>
                  <a:lnTo>
                    <a:pt x="10" y="1"/>
                  </a:lnTo>
                  <a:lnTo>
                    <a:pt x="10" y="1"/>
                  </a:lnTo>
                  <a:lnTo>
                    <a:pt x="9" y="1"/>
                  </a:lnTo>
                  <a:lnTo>
                    <a:pt x="9" y="1"/>
                  </a:lnTo>
                  <a:lnTo>
                    <a:pt x="7" y="4"/>
                  </a:lnTo>
                  <a:lnTo>
                    <a:pt x="4" y="4"/>
                  </a:lnTo>
                  <a:lnTo>
                    <a:pt x="1" y="7"/>
                  </a:lnTo>
                  <a:lnTo>
                    <a:pt x="0" y="7"/>
                  </a:lnTo>
                  <a:lnTo>
                    <a:pt x="0" y="7"/>
                  </a:lnTo>
                  <a:lnTo>
                    <a:pt x="2" y="7"/>
                  </a:lnTo>
                  <a:lnTo>
                    <a:pt x="4" y="7"/>
                  </a:lnTo>
                  <a:lnTo>
                    <a:pt x="6" y="7"/>
                  </a:lnTo>
                  <a:lnTo>
                    <a:pt x="7" y="7"/>
                  </a:lnTo>
                  <a:lnTo>
                    <a:pt x="9" y="7"/>
                  </a:lnTo>
                  <a:lnTo>
                    <a:pt x="9" y="7"/>
                  </a:lnTo>
                  <a:lnTo>
                    <a:pt x="9" y="7"/>
                  </a:lnTo>
                  <a:lnTo>
                    <a:pt x="10" y="4"/>
                  </a:lnTo>
                  <a:lnTo>
                    <a:pt x="13" y="4"/>
                  </a:lnTo>
                  <a:lnTo>
                    <a:pt x="14" y="4"/>
                  </a:lnTo>
                  <a:lnTo>
                    <a:pt x="15" y="4"/>
                  </a:lnTo>
                  <a:lnTo>
                    <a:pt x="15" y="4"/>
                  </a:lnTo>
                  <a:lnTo>
                    <a:pt x="18" y="4"/>
                  </a:lnTo>
                  <a:lnTo>
                    <a:pt x="20" y="4"/>
                  </a:lnTo>
                  <a:lnTo>
                    <a:pt x="21" y="4"/>
                  </a:lnTo>
                  <a:lnTo>
                    <a:pt x="21" y="4"/>
                  </a:lnTo>
                  <a:lnTo>
                    <a:pt x="22" y="7"/>
                  </a:lnTo>
                  <a:lnTo>
                    <a:pt x="20" y="0"/>
                  </a:lnTo>
                  <a:lnTo>
                    <a:pt x="20" y="0"/>
                  </a:lnTo>
                </a:path>
              </a:pathLst>
            </a:custGeom>
            <a:solidFill>
              <a:srgbClr val="626200"/>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701" name=""/>
            <p:cNvSpPr/>
            <p:nvPr/>
          </p:nvSpPr>
          <p:spPr>
            <a:xfrm>
              <a:off x="6496200" y="3603600"/>
              <a:ext cx="50760" cy="23760"/>
            </a:xfrm>
            <a:custGeom>
              <a:avLst/>
              <a:gdLst/>
              <a:ahLst/>
              <a:rect l="l" t="t" r="r" b="b"/>
              <a:pathLst>
                <a:path w="32" h="15">
                  <a:moveTo>
                    <a:pt x="30" y="4"/>
                  </a:moveTo>
                  <a:lnTo>
                    <a:pt x="30" y="3"/>
                  </a:lnTo>
                  <a:lnTo>
                    <a:pt x="28" y="3"/>
                  </a:lnTo>
                  <a:lnTo>
                    <a:pt x="28" y="2"/>
                  </a:lnTo>
                  <a:lnTo>
                    <a:pt x="25" y="0"/>
                  </a:lnTo>
                  <a:lnTo>
                    <a:pt x="21" y="0"/>
                  </a:lnTo>
                  <a:lnTo>
                    <a:pt x="20" y="0"/>
                  </a:lnTo>
                  <a:lnTo>
                    <a:pt x="18" y="0"/>
                  </a:lnTo>
                  <a:lnTo>
                    <a:pt x="18" y="0"/>
                  </a:lnTo>
                  <a:lnTo>
                    <a:pt x="16" y="0"/>
                  </a:lnTo>
                  <a:lnTo>
                    <a:pt x="16" y="0"/>
                  </a:lnTo>
                  <a:lnTo>
                    <a:pt x="13" y="2"/>
                  </a:lnTo>
                  <a:lnTo>
                    <a:pt x="10" y="2"/>
                  </a:lnTo>
                  <a:lnTo>
                    <a:pt x="10" y="3"/>
                  </a:lnTo>
                  <a:lnTo>
                    <a:pt x="10" y="3"/>
                  </a:lnTo>
                  <a:lnTo>
                    <a:pt x="8" y="4"/>
                  </a:lnTo>
                  <a:lnTo>
                    <a:pt x="8" y="7"/>
                  </a:lnTo>
                  <a:lnTo>
                    <a:pt x="6" y="9"/>
                  </a:lnTo>
                  <a:lnTo>
                    <a:pt x="6" y="10"/>
                  </a:lnTo>
                  <a:lnTo>
                    <a:pt x="3" y="10"/>
                  </a:lnTo>
                  <a:lnTo>
                    <a:pt x="3" y="11"/>
                  </a:lnTo>
                  <a:lnTo>
                    <a:pt x="1" y="12"/>
                  </a:lnTo>
                  <a:lnTo>
                    <a:pt x="0" y="14"/>
                  </a:lnTo>
                  <a:lnTo>
                    <a:pt x="0" y="14"/>
                  </a:lnTo>
                  <a:lnTo>
                    <a:pt x="1" y="14"/>
                  </a:lnTo>
                  <a:lnTo>
                    <a:pt x="3" y="14"/>
                  </a:lnTo>
                  <a:lnTo>
                    <a:pt x="3" y="14"/>
                  </a:lnTo>
                  <a:lnTo>
                    <a:pt x="6" y="14"/>
                  </a:lnTo>
                  <a:lnTo>
                    <a:pt x="6" y="14"/>
                  </a:lnTo>
                  <a:lnTo>
                    <a:pt x="6" y="12"/>
                  </a:lnTo>
                  <a:lnTo>
                    <a:pt x="8" y="12"/>
                  </a:lnTo>
                  <a:lnTo>
                    <a:pt x="8" y="11"/>
                  </a:lnTo>
                  <a:lnTo>
                    <a:pt x="8" y="10"/>
                  </a:lnTo>
                  <a:lnTo>
                    <a:pt x="10" y="10"/>
                  </a:lnTo>
                  <a:lnTo>
                    <a:pt x="10" y="10"/>
                  </a:lnTo>
                  <a:lnTo>
                    <a:pt x="10" y="9"/>
                  </a:lnTo>
                  <a:lnTo>
                    <a:pt x="13" y="6"/>
                  </a:lnTo>
                  <a:lnTo>
                    <a:pt x="16" y="3"/>
                  </a:lnTo>
                  <a:lnTo>
                    <a:pt x="18" y="3"/>
                  </a:lnTo>
                  <a:lnTo>
                    <a:pt x="18" y="3"/>
                  </a:lnTo>
                  <a:lnTo>
                    <a:pt x="20" y="3"/>
                  </a:lnTo>
                  <a:lnTo>
                    <a:pt x="21" y="4"/>
                  </a:lnTo>
                  <a:lnTo>
                    <a:pt x="25" y="7"/>
                  </a:lnTo>
                  <a:lnTo>
                    <a:pt x="28" y="9"/>
                  </a:lnTo>
                  <a:lnTo>
                    <a:pt x="29" y="9"/>
                  </a:lnTo>
                  <a:lnTo>
                    <a:pt x="30" y="9"/>
                  </a:lnTo>
                  <a:lnTo>
                    <a:pt x="31" y="9"/>
                  </a:lnTo>
                  <a:lnTo>
                    <a:pt x="31" y="7"/>
                  </a:lnTo>
                  <a:lnTo>
                    <a:pt x="30" y="4"/>
                  </a:lnTo>
                  <a:lnTo>
                    <a:pt x="30" y="4"/>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702" name=""/>
            <p:cNvSpPr/>
            <p:nvPr/>
          </p:nvSpPr>
          <p:spPr>
            <a:xfrm>
              <a:off x="6524640" y="3600360"/>
              <a:ext cx="22320" cy="11160"/>
            </a:xfrm>
            <a:custGeom>
              <a:avLst/>
              <a:gdLst/>
              <a:ahLst/>
              <a:rect l="l" t="t" r="r" b="b"/>
              <a:pathLst>
                <a:path w="14" h="7">
                  <a:moveTo>
                    <a:pt x="0" y="2"/>
                  </a:moveTo>
                  <a:lnTo>
                    <a:pt x="0" y="2"/>
                  </a:lnTo>
                  <a:lnTo>
                    <a:pt x="0" y="2"/>
                  </a:lnTo>
                  <a:lnTo>
                    <a:pt x="2" y="2"/>
                  </a:lnTo>
                  <a:lnTo>
                    <a:pt x="3" y="2"/>
                  </a:lnTo>
                  <a:lnTo>
                    <a:pt x="7" y="4"/>
                  </a:lnTo>
                  <a:lnTo>
                    <a:pt x="9" y="4"/>
                  </a:lnTo>
                  <a:lnTo>
                    <a:pt x="10" y="5"/>
                  </a:lnTo>
                  <a:lnTo>
                    <a:pt x="12" y="5"/>
                  </a:lnTo>
                  <a:lnTo>
                    <a:pt x="12" y="6"/>
                  </a:lnTo>
                  <a:lnTo>
                    <a:pt x="13" y="5"/>
                  </a:lnTo>
                  <a:lnTo>
                    <a:pt x="12" y="5"/>
                  </a:lnTo>
                  <a:lnTo>
                    <a:pt x="10" y="5"/>
                  </a:lnTo>
                  <a:lnTo>
                    <a:pt x="10" y="4"/>
                  </a:lnTo>
                  <a:lnTo>
                    <a:pt x="7" y="2"/>
                  </a:lnTo>
                  <a:lnTo>
                    <a:pt x="3" y="2"/>
                  </a:lnTo>
                  <a:lnTo>
                    <a:pt x="2" y="1"/>
                  </a:lnTo>
                  <a:lnTo>
                    <a:pt x="0" y="0"/>
                  </a:lnTo>
                  <a:lnTo>
                    <a:pt x="0" y="1"/>
                  </a:lnTo>
                  <a:lnTo>
                    <a:pt x="0" y="1"/>
                  </a:lnTo>
                  <a:lnTo>
                    <a:pt x="0" y="2"/>
                  </a:lnTo>
                  <a:lnTo>
                    <a:pt x="0" y="2"/>
                  </a:lnTo>
                </a:path>
              </a:pathLst>
            </a:custGeom>
            <a:solidFill>
              <a:srgbClr val="82c168"/>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703" name=""/>
            <p:cNvSpPr/>
            <p:nvPr/>
          </p:nvSpPr>
          <p:spPr>
            <a:xfrm>
              <a:off x="6505560" y="3602160"/>
              <a:ext cx="20520" cy="14040"/>
            </a:xfrm>
            <a:custGeom>
              <a:avLst/>
              <a:gdLst/>
              <a:ahLst/>
              <a:rect l="l" t="t" r="r" b="b"/>
              <a:pathLst>
                <a:path w="13" h="9">
                  <a:moveTo>
                    <a:pt x="2" y="8"/>
                  </a:moveTo>
                  <a:lnTo>
                    <a:pt x="2" y="8"/>
                  </a:lnTo>
                  <a:lnTo>
                    <a:pt x="2" y="5"/>
                  </a:lnTo>
                  <a:lnTo>
                    <a:pt x="4" y="4"/>
                  </a:lnTo>
                  <a:lnTo>
                    <a:pt x="4" y="4"/>
                  </a:lnTo>
                  <a:lnTo>
                    <a:pt x="4" y="4"/>
                  </a:lnTo>
                  <a:lnTo>
                    <a:pt x="7" y="3"/>
                  </a:lnTo>
                  <a:lnTo>
                    <a:pt x="10" y="1"/>
                  </a:lnTo>
                  <a:lnTo>
                    <a:pt x="10" y="1"/>
                  </a:lnTo>
                  <a:lnTo>
                    <a:pt x="12" y="1"/>
                  </a:lnTo>
                  <a:lnTo>
                    <a:pt x="12" y="0"/>
                  </a:lnTo>
                  <a:lnTo>
                    <a:pt x="10" y="1"/>
                  </a:lnTo>
                  <a:lnTo>
                    <a:pt x="10" y="1"/>
                  </a:lnTo>
                  <a:lnTo>
                    <a:pt x="7" y="1"/>
                  </a:lnTo>
                  <a:lnTo>
                    <a:pt x="4" y="3"/>
                  </a:lnTo>
                  <a:lnTo>
                    <a:pt x="4" y="4"/>
                  </a:lnTo>
                  <a:lnTo>
                    <a:pt x="4" y="4"/>
                  </a:lnTo>
                  <a:lnTo>
                    <a:pt x="2" y="4"/>
                  </a:lnTo>
                  <a:lnTo>
                    <a:pt x="0" y="7"/>
                  </a:lnTo>
                  <a:lnTo>
                    <a:pt x="0" y="7"/>
                  </a:lnTo>
                  <a:lnTo>
                    <a:pt x="2" y="8"/>
                  </a:lnTo>
                  <a:lnTo>
                    <a:pt x="2" y="8"/>
                  </a:lnTo>
                </a:path>
              </a:pathLst>
            </a:custGeom>
            <a:solidFill>
              <a:srgbClr val="82c168"/>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2704" name=""/>
            <p:cNvSpPr/>
            <p:nvPr/>
          </p:nvSpPr>
          <p:spPr>
            <a:xfrm>
              <a:off x="6496200" y="3613320"/>
              <a:ext cx="14040" cy="14040"/>
            </a:xfrm>
            <a:custGeom>
              <a:avLst/>
              <a:gdLst/>
              <a:ahLst/>
              <a:rect l="l" t="t" r="r" b="b"/>
              <a:pathLst>
                <a:path w="9" h="9">
                  <a:moveTo>
                    <a:pt x="1" y="8"/>
                  </a:moveTo>
                  <a:lnTo>
                    <a:pt x="1" y="8"/>
                  </a:lnTo>
                  <a:lnTo>
                    <a:pt x="0" y="8"/>
                  </a:lnTo>
                  <a:lnTo>
                    <a:pt x="1" y="8"/>
                  </a:lnTo>
                  <a:lnTo>
                    <a:pt x="1" y="8"/>
                  </a:lnTo>
                  <a:lnTo>
                    <a:pt x="3" y="5"/>
                  </a:lnTo>
                  <a:lnTo>
                    <a:pt x="6" y="4"/>
                  </a:lnTo>
                  <a:lnTo>
                    <a:pt x="6" y="4"/>
                  </a:lnTo>
                  <a:lnTo>
                    <a:pt x="6" y="3"/>
                  </a:lnTo>
                  <a:lnTo>
                    <a:pt x="8" y="1"/>
                  </a:lnTo>
                  <a:lnTo>
                    <a:pt x="6" y="0"/>
                  </a:lnTo>
                  <a:lnTo>
                    <a:pt x="6" y="1"/>
                  </a:lnTo>
                  <a:lnTo>
                    <a:pt x="6" y="4"/>
                  </a:lnTo>
                  <a:lnTo>
                    <a:pt x="3" y="4"/>
                  </a:lnTo>
                  <a:lnTo>
                    <a:pt x="3" y="4"/>
                  </a:lnTo>
                  <a:lnTo>
                    <a:pt x="0" y="6"/>
                  </a:lnTo>
                  <a:lnTo>
                    <a:pt x="0" y="8"/>
                  </a:lnTo>
                  <a:lnTo>
                    <a:pt x="0" y="8"/>
                  </a:lnTo>
                  <a:lnTo>
                    <a:pt x="1" y="8"/>
                  </a:lnTo>
                  <a:lnTo>
                    <a:pt x="1" y="8"/>
                  </a:lnTo>
                  <a:lnTo>
                    <a:pt x="1" y="8"/>
                  </a:lnTo>
                  <a:lnTo>
                    <a:pt x="1" y="8"/>
                  </a:lnTo>
                </a:path>
              </a:pathLst>
            </a:custGeom>
            <a:solidFill>
              <a:srgbClr val="82c168"/>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2705" name=""/>
            <p:cNvSpPr/>
            <p:nvPr/>
          </p:nvSpPr>
          <p:spPr>
            <a:xfrm>
              <a:off x="6497640" y="3619440"/>
              <a:ext cx="12600" cy="7920"/>
            </a:xfrm>
            <a:custGeom>
              <a:avLst/>
              <a:gdLst/>
              <a:ahLst/>
              <a:rect l="l" t="t" r="r" b="b"/>
              <a:pathLst>
                <a:path w="8" h="5">
                  <a:moveTo>
                    <a:pt x="7" y="0"/>
                  </a:moveTo>
                  <a:lnTo>
                    <a:pt x="7" y="0"/>
                  </a:lnTo>
                  <a:lnTo>
                    <a:pt x="7" y="0"/>
                  </a:lnTo>
                  <a:lnTo>
                    <a:pt x="6" y="1"/>
                  </a:lnTo>
                  <a:lnTo>
                    <a:pt x="5" y="2"/>
                  </a:lnTo>
                  <a:lnTo>
                    <a:pt x="5" y="4"/>
                  </a:lnTo>
                  <a:lnTo>
                    <a:pt x="5" y="4"/>
                  </a:lnTo>
                  <a:lnTo>
                    <a:pt x="2" y="4"/>
                  </a:lnTo>
                  <a:lnTo>
                    <a:pt x="2" y="4"/>
                  </a:lnTo>
                  <a:lnTo>
                    <a:pt x="0" y="4"/>
                  </a:lnTo>
                  <a:lnTo>
                    <a:pt x="0" y="4"/>
                  </a:lnTo>
                  <a:lnTo>
                    <a:pt x="2" y="4"/>
                  </a:lnTo>
                  <a:lnTo>
                    <a:pt x="2" y="4"/>
                  </a:lnTo>
                  <a:lnTo>
                    <a:pt x="5" y="4"/>
                  </a:lnTo>
                  <a:lnTo>
                    <a:pt x="5" y="4"/>
                  </a:lnTo>
                  <a:lnTo>
                    <a:pt x="5" y="4"/>
                  </a:lnTo>
                  <a:lnTo>
                    <a:pt x="7" y="2"/>
                  </a:lnTo>
                  <a:lnTo>
                    <a:pt x="7" y="1"/>
                  </a:lnTo>
                  <a:lnTo>
                    <a:pt x="7" y="0"/>
                  </a:lnTo>
                  <a:lnTo>
                    <a:pt x="7" y="0"/>
                  </a:lnTo>
                  <a:lnTo>
                    <a:pt x="7" y="0"/>
                  </a:lnTo>
                  <a:lnTo>
                    <a:pt x="7" y="0"/>
                  </a:lnTo>
                </a:path>
              </a:pathLst>
            </a:custGeom>
            <a:solidFill>
              <a:srgbClr val="82c168"/>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706" name=""/>
            <p:cNvSpPr/>
            <p:nvPr/>
          </p:nvSpPr>
          <p:spPr>
            <a:xfrm>
              <a:off x="6508800" y="3608280"/>
              <a:ext cx="20520" cy="12960"/>
            </a:xfrm>
            <a:custGeom>
              <a:avLst/>
              <a:gdLst/>
              <a:ahLst/>
              <a:rect l="l" t="t" r="r" b="b"/>
              <a:pathLst>
                <a:path w="13" h="8">
                  <a:moveTo>
                    <a:pt x="12" y="0"/>
                  </a:moveTo>
                  <a:lnTo>
                    <a:pt x="12" y="0"/>
                  </a:lnTo>
                  <a:lnTo>
                    <a:pt x="10" y="0"/>
                  </a:lnTo>
                  <a:lnTo>
                    <a:pt x="10" y="0"/>
                  </a:lnTo>
                  <a:lnTo>
                    <a:pt x="8" y="0"/>
                  </a:lnTo>
                  <a:lnTo>
                    <a:pt x="5" y="1"/>
                  </a:lnTo>
                  <a:lnTo>
                    <a:pt x="2" y="4"/>
                  </a:lnTo>
                  <a:lnTo>
                    <a:pt x="2" y="6"/>
                  </a:lnTo>
                  <a:lnTo>
                    <a:pt x="0" y="7"/>
                  </a:lnTo>
                  <a:lnTo>
                    <a:pt x="0" y="7"/>
                  </a:lnTo>
                  <a:lnTo>
                    <a:pt x="0" y="7"/>
                  </a:lnTo>
                  <a:lnTo>
                    <a:pt x="2" y="7"/>
                  </a:lnTo>
                  <a:lnTo>
                    <a:pt x="2" y="7"/>
                  </a:lnTo>
                  <a:lnTo>
                    <a:pt x="2" y="6"/>
                  </a:lnTo>
                  <a:lnTo>
                    <a:pt x="5" y="4"/>
                  </a:lnTo>
                  <a:lnTo>
                    <a:pt x="8" y="1"/>
                  </a:lnTo>
                  <a:lnTo>
                    <a:pt x="10" y="0"/>
                  </a:lnTo>
                  <a:lnTo>
                    <a:pt x="10" y="0"/>
                  </a:lnTo>
                  <a:lnTo>
                    <a:pt x="12" y="1"/>
                  </a:lnTo>
                  <a:lnTo>
                    <a:pt x="12" y="1"/>
                  </a:lnTo>
                  <a:lnTo>
                    <a:pt x="12" y="0"/>
                  </a:lnTo>
                  <a:lnTo>
                    <a:pt x="12" y="0"/>
                  </a:lnTo>
                </a:path>
              </a:pathLst>
            </a:custGeom>
            <a:solidFill>
              <a:srgbClr val="82c168"/>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707" name=""/>
            <p:cNvSpPr/>
            <p:nvPr/>
          </p:nvSpPr>
          <p:spPr>
            <a:xfrm>
              <a:off x="6527880" y="3608280"/>
              <a:ext cx="25200" cy="12960"/>
            </a:xfrm>
            <a:custGeom>
              <a:avLst/>
              <a:gdLst/>
              <a:ahLst/>
              <a:rect l="l" t="t" r="r" b="b"/>
              <a:pathLst>
                <a:path w="16" h="8">
                  <a:moveTo>
                    <a:pt x="10" y="1"/>
                  </a:moveTo>
                  <a:lnTo>
                    <a:pt x="10" y="1"/>
                  </a:lnTo>
                  <a:lnTo>
                    <a:pt x="11" y="4"/>
                  </a:lnTo>
                  <a:lnTo>
                    <a:pt x="11" y="6"/>
                  </a:lnTo>
                  <a:lnTo>
                    <a:pt x="10" y="6"/>
                  </a:lnTo>
                  <a:lnTo>
                    <a:pt x="9" y="6"/>
                  </a:lnTo>
                  <a:lnTo>
                    <a:pt x="8" y="4"/>
                  </a:lnTo>
                  <a:lnTo>
                    <a:pt x="5" y="4"/>
                  </a:lnTo>
                  <a:lnTo>
                    <a:pt x="1" y="1"/>
                  </a:lnTo>
                  <a:lnTo>
                    <a:pt x="0" y="0"/>
                  </a:lnTo>
                  <a:lnTo>
                    <a:pt x="0" y="1"/>
                  </a:lnTo>
                  <a:lnTo>
                    <a:pt x="1" y="3"/>
                  </a:lnTo>
                  <a:lnTo>
                    <a:pt x="5" y="4"/>
                  </a:lnTo>
                  <a:lnTo>
                    <a:pt x="8" y="6"/>
                  </a:lnTo>
                  <a:lnTo>
                    <a:pt x="9" y="7"/>
                  </a:lnTo>
                  <a:lnTo>
                    <a:pt x="10" y="7"/>
                  </a:lnTo>
                  <a:lnTo>
                    <a:pt x="15" y="6"/>
                  </a:lnTo>
                  <a:lnTo>
                    <a:pt x="15" y="4"/>
                  </a:lnTo>
                  <a:lnTo>
                    <a:pt x="11" y="0"/>
                  </a:lnTo>
                  <a:lnTo>
                    <a:pt x="11" y="0"/>
                  </a:lnTo>
                  <a:lnTo>
                    <a:pt x="10" y="1"/>
                  </a:lnTo>
                  <a:lnTo>
                    <a:pt x="10" y="1"/>
                  </a:lnTo>
                </a:path>
              </a:pathLst>
            </a:custGeom>
            <a:solidFill>
              <a:srgbClr val="82c168"/>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708" name=""/>
            <p:cNvSpPr/>
            <p:nvPr/>
          </p:nvSpPr>
          <p:spPr>
            <a:xfrm>
              <a:off x="6486480" y="3598920"/>
              <a:ext cx="77760" cy="57240"/>
            </a:xfrm>
            <a:custGeom>
              <a:avLst/>
              <a:gdLst/>
              <a:ahLst/>
              <a:rect l="l" t="t" r="r" b="b"/>
              <a:pathLst>
                <a:path w="49" h="36">
                  <a:moveTo>
                    <a:pt x="41" y="10"/>
                  </a:moveTo>
                  <a:lnTo>
                    <a:pt x="41" y="12"/>
                  </a:lnTo>
                  <a:lnTo>
                    <a:pt x="41" y="12"/>
                  </a:lnTo>
                  <a:lnTo>
                    <a:pt x="41" y="13"/>
                  </a:lnTo>
                  <a:lnTo>
                    <a:pt x="41" y="13"/>
                  </a:lnTo>
                  <a:lnTo>
                    <a:pt x="41" y="13"/>
                  </a:lnTo>
                  <a:lnTo>
                    <a:pt x="41" y="13"/>
                  </a:lnTo>
                  <a:lnTo>
                    <a:pt x="36" y="13"/>
                  </a:lnTo>
                  <a:lnTo>
                    <a:pt x="35" y="13"/>
                  </a:lnTo>
                  <a:lnTo>
                    <a:pt x="34" y="13"/>
                  </a:lnTo>
                  <a:lnTo>
                    <a:pt x="33" y="13"/>
                  </a:lnTo>
                  <a:lnTo>
                    <a:pt x="31" y="12"/>
                  </a:lnTo>
                  <a:lnTo>
                    <a:pt x="27" y="10"/>
                  </a:lnTo>
                  <a:lnTo>
                    <a:pt x="26" y="9"/>
                  </a:lnTo>
                  <a:lnTo>
                    <a:pt x="24" y="7"/>
                  </a:lnTo>
                  <a:lnTo>
                    <a:pt x="24" y="9"/>
                  </a:lnTo>
                  <a:lnTo>
                    <a:pt x="22" y="10"/>
                  </a:lnTo>
                  <a:lnTo>
                    <a:pt x="22" y="12"/>
                  </a:lnTo>
                  <a:lnTo>
                    <a:pt x="19" y="12"/>
                  </a:lnTo>
                  <a:lnTo>
                    <a:pt x="16" y="13"/>
                  </a:lnTo>
                  <a:lnTo>
                    <a:pt x="16" y="13"/>
                  </a:lnTo>
                  <a:lnTo>
                    <a:pt x="16" y="14"/>
                  </a:lnTo>
                  <a:lnTo>
                    <a:pt x="14" y="17"/>
                  </a:lnTo>
                  <a:lnTo>
                    <a:pt x="14" y="17"/>
                  </a:lnTo>
                  <a:lnTo>
                    <a:pt x="13" y="17"/>
                  </a:lnTo>
                  <a:lnTo>
                    <a:pt x="12" y="17"/>
                  </a:lnTo>
                  <a:lnTo>
                    <a:pt x="12" y="19"/>
                  </a:lnTo>
                  <a:lnTo>
                    <a:pt x="9" y="19"/>
                  </a:lnTo>
                  <a:lnTo>
                    <a:pt x="6" y="22"/>
                  </a:lnTo>
                  <a:lnTo>
                    <a:pt x="5" y="23"/>
                  </a:lnTo>
                  <a:lnTo>
                    <a:pt x="3" y="24"/>
                  </a:lnTo>
                  <a:lnTo>
                    <a:pt x="0" y="25"/>
                  </a:lnTo>
                  <a:lnTo>
                    <a:pt x="0" y="26"/>
                  </a:lnTo>
                  <a:lnTo>
                    <a:pt x="3" y="26"/>
                  </a:lnTo>
                  <a:lnTo>
                    <a:pt x="5" y="26"/>
                  </a:lnTo>
                  <a:lnTo>
                    <a:pt x="6" y="24"/>
                  </a:lnTo>
                  <a:lnTo>
                    <a:pt x="6" y="24"/>
                  </a:lnTo>
                  <a:lnTo>
                    <a:pt x="9" y="23"/>
                  </a:lnTo>
                  <a:lnTo>
                    <a:pt x="12" y="22"/>
                  </a:lnTo>
                  <a:lnTo>
                    <a:pt x="12" y="22"/>
                  </a:lnTo>
                  <a:lnTo>
                    <a:pt x="12" y="23"/>
                  </a:lnTo>
                  <a:lnTo>
                    <a:pt x="9" y="24"/>
                  </a:lnTo>
                  <a:lnTo>
                    <a:pt x="9" y="26"/>
                  </a:lnTo>
                  <a:lnTo>
                    <a:pt x="7" y="26"/>
                  </a:lnTo>
                  <a:lnTo>
                    <a:pt x="6" y="26"/>
                  </a:lnTo>
                  <a:lnTo>
                    <a:pt x="6" y="26"/>
                  </a:lnTo>
                  <a:lnTo>
                    <a:pt x="5" y="28"/>
                  </a:lnTo>
                  <a:lnTo>
                    <a:pt x="5" y="28"/>
                  </a:lnTo>
                  <a:lnTo>
                    <a:pt x="5" y="28"/>
                  </a:lnTo>
                  <a:lnTo>
                    <a:pt x="6" y="26"/>
                  </a:lnTo>
                  <a:lnTo>
                    <a:pt x="6" y="26"/>
                  </a:lnTo>
                  <a:lnTo>
                    <a:pt x="9" y="26"/>
                  </a:lnTo>
                  <a:lnTo>
                    <a:pt x="12" y="26"/>
                  </a:lnTo>
                  <a:lnTo>
                    <a:pt x="12" y="26"/>
                  </a:lnTo>
                  <a:lnTo>
                    <a:pt x="12" y="26"/>
                  </a:lnTo>
                  <a:lnTo>
                    <a:pt x="14" y="26"/>
                  </a:lnTo>
                  <a:lnTo>
                    <a:pt x="16" y="26"/>
                  </a:lnTo>
                  <a:lnTo>
                    <a:pt x="16" y="26"/>
                  </a:lnTo>
                  <a:lnTo>
                    <a:pt x="16" y="26"/>
                  </a:lnTo>
                  <a:lnTo>
                    <a:pt x="16" y="26"/>
                  </a:lnTo>
                  <a:lnTo>
                    <a:pt x="19" y="26"/>
                  </a:lnTo>
                  <a:lnTo>
                    <a:pt x="22" y="28"/>
                  </a:lnTo>
                  <a:lnTo>
                    <a:pt x="22" y="28"/>
                  </a:lnTo>
                  <a:lnTo>
                    <a:pt x="24" y="28"/>
                  </a:lnTo>
                  <a:lnTo>
                    <a:pt x="24" y="28"/>
                  </a:lnTo>
                  <a:lnTo>
                    <a:pt x="25" y="28"/>
                  </a:lnTo>
                  <a:lnTo>
                    <a:pt x="26" y="28"/>
                  </a:lnTo>
                  <a:lnTo>
                    <a:pt x="27" y="28"/>
                  </a:lnTo>
                  <a:lnTo>
                    <a:pt x="31" y="28"/>
                  </a:lnTo>
                  <a:lnTo>
                    <a:pt x="31" y="28"/>
                  </a:lnTo>
                  <a:lnTo>
                    <a:pt x="33" y="26"/>
                  </a:lnTo>
                  <a:lnTo>
                    <a:pt x="34" y="26"/>
                  </a:lnTo>
                  <a:lnTo>
                    <a:pt x="34" y="26"/>
                  </a:lnTo>
                  <a:lnTo>
                    <a:pt x="34" y="26"/>
                  </a:lnTo>
                  <a:lnTo>
                    <a:pt x="35" y="26"/>
                  </a:lnTo>
                  <a:lnTo>
                    <a:pt x="36" y="25"/>
                  </a:lnTo>
                  <a:lnTo>
                    <a:pt x="36" y="24"/>
                  </a:lnTo>
                  <a:lnTo>
                    <a:pt x="36" y="24"/>
                  </a:lnTo>
                  <a:lnTo>
                    <a:pt x="37" y="24"/>
                  </a:lnTo>
                  <a:lnTo>
                    <a:pt x="37" y="25"/>
                  </a:lnTo>
                  <a:lnTo>
                    <a:pt x="37" y="26"/>
                  </a:lnTo>
                  <a:lnTo>
                    <a:pt x="36" y="26"/>
                  </a:lnTo>
                  <a:lnTo>
                    <a:pt x="36" y="26"/>
                  </a:lnTo>
                  <a:lnTo>
                    <a:pt x="36" y="26"/>
                  </a:lnTo>
                  <a:lnTo>
                    <a:pt x="36" y="28"/>
                  </a:lnTo>
                  <a:lnTo>
                    <a:pt x="35" y="29"/>
                  </a:lnTo>
                  <a:lnTo>
                    <a:pt x="34" y="30"/>
                  </a:lnTo>
                  <a:lnTo>
                    <a:pt x="34" y="30"/>
                  </a:lnTo>
                  <a:lnTo>
                    <a:pt x="33" y="35"/>
                  </a:lnTo>
                  <a:lnTo>
                    <a:pt x="33" y="35"/>
                  </a:lnTo>
                  <a:lnTo>
                    <a:pt x="33" y="35"/>
                  </a:lnTo>
                  <a:lnTo>
                    <a:pt x="34" y="35"/>
                  </a:lnTo>
                  <a:lnTo>
                    <a:pt x="35" y="35"/>
                  </a:lnTo>
                  <a:lnTo>
                    <a:pt x="37" y="35"/>
                  </a:lnTo>
                  <a:lnTo>
                    <a:pt x="41" y="35"/>
                  </a:lnTo>
                  <a:lnTo>
                    <a:pt x="41" y="30"/>
                  </a:lnTo>
                  <a:lnTo>
                    <a:pt x="43" y="30"/>
                  </a:lnTo>
                  <a:lnTo>
                    <a:pt x="45" y="28"/>
                  </a:lnTo>
                  <a:lnTo>
                    <a:pt x="46" y="26"/>
                  </a:lnTo>
                  <a:lnTo>
                    <a:pt x="46" y="26"/>
                  </a:lnTo>
                  <a:lnTo>
                    <a:pt x="46" y="23"/>
                  </a:lnTo>
                  <a:lnTo>
                    <a:pt x="47" y="19"/>
                  </a:lnTo>
                  <a:lnTo>
                    <a:pt x="48" y="17"/>
                  </a:lnTo>
                  <a:lnTo>
                    <a:pt x="48" y="17"/>
                  </a:lnTo>
                  <a:lnTo>
                    <a:pt x="48" y="15"/>
                  </a:lnTo>
                  <a:lnTo>
                    <a:pt x="47" y="13"/>
                  </a:lnTo>
                  <a:lnTo>
                    <a:pt x="46" y="12"/>
                  </a:lnTo>
                  <a:lnTo>
                    <a:pt x="46" y="6"/>
                  </a:lnTo>
                  <a:lnTo>
                    <a:pt x="46" y="5"/>
                  </a:lnTo>
                  <a:lnTo>
                    <a:pt x="46" y="3"/>
                  </a:lnTo>
                  <a:lnTo>
                    <a:pt x="46" y="3"/>
                  </a:lnTo>
                  <a:lnTo>
                    <a:pt x="45" y="3"/>
                  </a:lnTo>
                  <a:lnTo>
                    <a:pt x="42" y="2"/>
                  </a:lnTo>
                  <a:lnTo>
                    <a:pt x="41" y="1"/>
                  </a:lnTo>
                  <a:lnTo>
                    <a:pt x="36" y="0"/>
                  </a:lnTo>
                  <a:lnTo>
                    <a:pt x="34" y="0"/>
                  </a:lnTo>
                  <a:lnTo>
                    <a:pt x="33" y="0"/>
                  </a:lnTo>
                  <a:lnTo>
                    <a:pt x="31" y="0"/>
                  </a:lnTo>
                  <a:lnTo>
                    <a:pt x="27" y="0"/>
                  </a:lnTo>
                  <a:lnTo>
                    <a:pt x="26" y="0"/>
                  </a:lnTo>
                  <a:lnTo>
                    <a:pt x="25" y="0"/>
                  </a:lnTo>
                  <a:lnTo>
                    <a:pt x="24" y="0"/>
                  </a:lnTo>
                  <a:lnTo>
                    <a:pt x="24" y="0"/>
                  </a:lnTo>
                  <a:lnTo>
                    <a:pt x="24" y="0"/>
                  </a:lnTo>
                  <a:lnTo>
                    <a:pt x="25" y="0"/>
                  </a:lnTo>
                  <a:lnTo>
                    <a:pt x="27" y="0"/>
                  </a:lnTo>
                  <a:lnTo>
                    <a:pt x="31" y="0"/>
                  </a:lnTo>
                  <a:lnTo>
                    <a:pt x="33" y="2"/>
                  </a:lnTo>
                  <a:lnTo>
                    <a:pt x="34" y="3"/>
                  </a:lnTo>
                  <a:lnTo>
                    <a:pt x="36" y="5"/>
                  </a:lnTo>
                  <a:lnTo>
                    <a:pt x="41" y="6"/>
                  </a:lnTo>
                  <a:lnTo>
                    <a:pt x="41" y="6"/>
                  </a:lnTo>
                  <a:lnTo>
                    <a:pt x="41" y="10"/>
                  </a:lnTo>
                  <a:lnTo>
                    <a:pt x="41" y="10"/>
                  </a:lnTo>
                </a:path>
              </a:pathLst>
            </a:custGeom>
            <a:solidFill>
              <a:srgbClr val="626200"/>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2709" name=""/>
            <p:cNvSpPr/>
            <p:nvPr/>
          </p:nvSpPr>
          <p:spPr>
            <a:xfrm>
              <a:off x="6399360" y="3613320"/>
              <a:ext cx="71280" cy="44280"/>
            </a:xfrm>
            <a:custGeom>
              <a:avLst/>
              <a:gdLst/>
              <a:ahLst/>
              <a:rect l="l" t="t" r="r" b="b"/>
              <a:pathLst>
                <a:path w="45" h="28">
                  <a:moveTo>
                    <a:pt x="44" y="4"/>
                  </a:moveTo>
                  <a:lnTo>
                    <a:pt x="44" y="4"/>
                  </a:lnTo>
                  <a:lnTo>
                    <a:pt x="42" y="6"/>
                  </a:lnTo>
                  <a:lnTo>
                    <a:pt x="40" y="8"/>
                  </a:lnTo>
                  <a:lnTo>
                    <a:pt x="40" y="8"/>
                  </a:lnTo>
                  <a:lnTo>
                    <a:pt x="40" y="8"/>
                  </a:lnTo>
                  <a:lnTo>
                    <a:pt x="40" y="10"/>
                  </a:lnTo>
                  <a:lnTo>
                    <a:pt x="37" y="10"/>
                  </a:lnTo>
                  <a:lnTo>
                    <a:pt x="35" y="13"/>
                  </a:lnTo>
                  <a:lnTo>
                    <a:pt x="33" y="14"/>
                  </a:lnTo>
                  <a:lnTo>
                    <a:pt x="31" y="15"/>
                  </a:lnTo>
                  <a:lnTo>
                    <a:pt x="29" y="17"/>
                  </a:lnTo>
                  <a:lnTo>
                    <a:pt x="29" y="17"/>
                  </a:lnTo>
                  <a:lnTo>
                    <a:pt x="26" y="17"/>
                  </a:lnTo>
                  <a:lnTo>
                    <a:pt x="26" y="17"/>
                  </a:lnTo>
                  <a:lnTo>
                    <a:pt x="23" y="19"/>
                  </a:lnTo>
                  <a:lnTo>
                    <a:pt x="23" y="19"/>
                  </a:lnTo>
                  <a:lnTo>
                    <a:pt x="20" y="19"/>
                  </a:lnTo>
                  <a:lnTo>
                    <a:pt x="17" y="19"/>
                  </a:lnTo>
                  <a:lnTo>
                    <a:pt x="16" y="19"/>
                  </a:lnTo>
                  <a:lnTo>
                    <a:pt x="14" y="20"/>
                  </a:lnTo>
                  <a:lnTo>
                    <a:pt x="13" y="21"/>
                  </a:lnTo>
                  <a:lnTo>
                    <a:pt x="10" y="21"/>
                  </a:lnTo>
                  <a:lnTo>
                    <a:pt x="9" y="21"/>
                  </a:lnTo>
                  <a:lnTo>
                    <a:pt x="9" y="26"/>
                  </a:lnTo>
                  <a:lnTo>
                    <a:pt x="6" y="26"/>
                  </a:lnTo>
                  <a:lnTo>
                    <a:pt x="5" y="27"/>
                  </a:lnTo>
                  <a:lnTo>
                    <a:pt x="5" y="27"/>
                  </a:lnTo>
                  <a:lnTo>
                    <a:pt x="3" y="27"/>
                  </a:lnTo>
                  <a:lnTo>
                    <a:pt x="3" y="27"/>
                  </a:lnTo>
                  <a:lnTo>
                    <a:pt x="1" y="27"/>
                  </a:lnTo>
                  <a:lnTo>
                    <a:pt x="0" y="27"/>
                  </a:lnTo>
                  <a:lnTo>
                    <a:pt x="0" y="27"/>
                  </a:lnTo>
                  <a:lnTo>
                    <a:pt x="0" y="27"/>
                  </a:lnTo>
                  <a:lnTo>
                    <a:pt x="0" y="27"/>
                  </a:lnTo>
                  <a:lnTo>
                    <a:pt x="0" y="27"/>
                  </a:lnTo>
                  <a:lnTo>
                    <a:pt x="1" y="27"/>
                  </a:lnTo>
                  <a:lnTo>
                    <a:pt x="2" y="27"/>
                  </a:lnTo>
                  <a:lnTo>
                    <a:pt x="3" y="26"/>
                  </a:lnTo>
                  <a:lnTo>
                    <a:pt x="3" y="21"/>
                  </a:lnTo>
                  <a:lnTo>
                    <a:pt x="5" y="20"/>
                  </a:lnTo>
                  <a:lnTo>
                    <a:pt x="5" y="19"/>
                  </a:lnTo>
                  <a:lnTo>
                    <a:pt x="5" y="17"/>
                  </a:lnTo>
                  <a:lnTo>
                    <a:pt x="8" y="17"/>
                  </a:lnTo>
                  <a:lnTo>
                    <a:pt x="9" y="14"/>
                  </a:lnTo>
                  <a:lnTo>
                    <a:pt x="10" y="10"/>
                  </a:lnTo>
                  <a:lnTo>
                    <a:pt x="13" y="8"/>
                  </a:lnTo>
                  <a:lnTo>
                    <a:pt x="16" y="8"/>
                  </a:lnTo>
                  <a:lnTo>
                    <a:pt x="20" y="4"/>
                  </a:lnTo>
                  <a:lnTo>
                    <a:pt x="23" y="4"/>
                  </a:lnTo>
                  <a:lnTo>
                    <a:pt x="26" y="3"/>
                  </a:lnTo>
                  <a:lnTo>
                    <a:pt x="29" y="1"/>
                  </a:lnTo>
                  <a:lnTo>
                    <a:pt x="31" y="1"/>
                  </a:lnTo>
                  <a:lnTo>
                    <a:pt x="33" y="0"/>
                  </a:lnTo>
                  <a:lnTo>
                    <a:pt x="36" y="0"/>
                  </a:lnTo>
                  <a:lnTo>
                    <a:pt x="38" y="1"/>
                  </a:lnTo>
                  <a:lnTo>
                    <a:pt x="40" y="1"/>
                  </a:lnTo>
                  <a:lnTo>
                    <a:pt x="40" y="3"/>
                  </a:lnTo>
                  <a:lnTo>
                    <a:pt x="40" y="3"/>
                  </a:lnTo>
                  <a:lnTo>
                    <a:pt x="40" y="4"/>
                  </a:lnTo>
                  <a:lnTo>
                    <a:pt x="42" y="4"/>
                  </a:lnTo>
                  <a:lnTo>
                    <a:pt x="42" y="4"/>
                  </a:lnTo>
                  <a:lnTo>
                    <a:pt x="44" y="4"/>
                  </a:lnTo>
                  <a:lnTo>
                    <a:pt x="44" y="4"/>
                  </a:lnTo>
                  <a:lnTo>
                    <a:pt x="44" y="4"/>
                  </a:lnTo>
                  <a:lnTo>
                    <a:pt x="44" y="4"/>
                  </a:lnTo>
                </a:path>
              </a:pathLst>
            </a:custGeom>
            <a:solidFill>
              <a:srgbClr val="ffc0b6"/>
            </a:solidFill>
            <a:ln w="9360">
              <a:solidFill>
                <a:srgbClr val="82c168"/>
              </a:solidFill>
              <a:round/>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2710" name=""/>
            <p:cNvSpPr/>
            <p:nvPr/>
          </p:nvSpPr>
          <p:spPr>
            <a:xfrm>
              <a:off x="6700680" y="4394160"/>
              <a:ext cx="76320" cy="49320"/>
            </a:xfrm>
            <a:custGeom>
              <a:avLst/>
              <a:gdLst/>
              <a:ahLst/>
              <a:rect l="l" t="t" r="r" b="b"/>
              <a:pathLst>
                <a:path w="48" h="31">
                  <a:moveTo>
                    <a:pt x="47" y="14"/>
                  </a:moveTo>
                  <a:lnTo>
                    <a:pt x="47" y="14"/>
                  </a:lnTo>
                  <a:lnTo>
                    <a:pt x="47" y="14"/>
                  </a:lnTo>
                  <a:lnTo>
                    <a:pt x="47" y="14"/>
                  </a:lnTo>
                  <a:lnTo>
                    <a:pt x="47" y="15"/>
                  </a:lnTo>
                  <a:lnTo>
                    <a:pt x="46" y="16"/>
                  </a:lnTo>
                  <a:lnTo>
                    <a:pt x="46" y="18"/>
                  </a:lnTo>
                  <a:lnTo>
                    <a:pt x="45" y="19"/>
                  </a:lnTo>
                  <a:lnTo>
                    <a:pt x="44" y="20"/>
                  </a:lnTo>
                  <a:lnTo>
                    <a:pt x="41" y="21"/>
                  </a:lnTo>
                  <a:lnTo>
                    <a:pt x="41" y="22"/>
                  </a:lnTo>
                  <a:lnTo>
                    <a:pt x="40" y="22"/>
                  </a:lnTo>
                  <a:lnTo>
                    <a:pt x="37" y="22"/>
                  </a:lnTo>
                  <a:lnTo>
                    <a:pt x="34" y="24"/>
                  </a:lnTo>
                  <a:lnTo>
                    <a:pt x="34" y="24"/>
                  </a:lnTo>
                  <a:lnTo>
                    <a:pt x="33" y="24"/>
                  </a:lnTo>
                  <a:lnTo>
                    <a:pt x="29" y="25"/>
                  </a:lnTo>
                  <a:lnTo>
                    <a:pt x="24" y="29"/>
                  </a:lnTo>
                  <a:lnTo>
                    <a:pt x="23" y="30"/>
                  </a:lnTo>
                  <a:lnTo>
                    <a:pt x="22" y="30"/>
                  </a:lnTo>
                  <a:lnTo>
                    <a:pt x="16" y="30"/>
                  </a:lnTo>
                  <a:lnTo>
                    <a:pt x="14" y="30"/>
                  </a:lnTo>
                  <a:lnTo>
                    <a:pt x="9" y="30"/>
                  </a:lnTo>
                  <a:lnTo>
                    <a:pt x="6" y="30"/>
                  </a:lnTo>
                  <a:lnTo>
                    <a:pt x="1" y="29"/>
                  </a:lnTo>
                  <a:lnTo>
                    <a:pt x="1" y="29"/>
                  </a:lnTo>
                  <a:lnTo>
                    <a:pt x="0" y="24"/>
                  </a:lnTo>
                  <a:lnTo>
                    <a:pt x="0" y="24"/>
                  </a:lnTo>
                  <a:lnTo>
                    <a:pt x="0" y="24"/>
                  </a:lnTo>
                  <a:lnTo>
                    <a:pt x="0" y="22"/>
                  </a:lnTo>
                  <a:lnTo>
                    <a:pt x="0" y="19"/>
                  </a:lnTo>
                  <a:lnTo>
                    <a:pt x="1" y="16"/>
                  </a:lnTo>
                  <a:lnTo>
                    <a:pt x="4" y="14"/>
                  </a:lnTo>
                  <a:lnTo>
                    <a:pt x="8" y="11"/>
                  </a:lnTo>
                  <a:lnTo>
                    <a:pt x="9" y="8"/>
                  </a:lnTo>
                  <a:lnTo>
                    <a:pt x="9" y="8"/>
                  </a:lnTo>
                  <a:lnTo>
                    <a:pt x="12" y="6"/>
                  </a:lnTo>
                  <a:lnTo>
                    <a:pt x="15" y="3"/>
                  </a:lnTo>
                  <a:lnTo>
                    <a:pt x="16" y="3"/>
                  </a:lnTo>
                  <a:lnTo>
                    <a:pt x="16" y="3"/>
                  </a:lnTo>
                  <a:lnTo>
                    <a:pt x="16" y="2"/>
                  </a:lnTo>
                  <a:lnTo>
                    <a:pt x="16" y="2"/>
                  </a:lnTo>
                  <a:lnTo>
                    <a:pt x="16" y="1"/>
                  </a:lnTo>
                  <a:lnTo>
                    <a:pt x="16" y="1"/>
                  </a:lnTo>
                  <a:lnTo>
                    <a:pt x="21" y="1"/>
                  </a:lnTo>
                  <a:lnTo>
                    <a:pt x="23" y="0"/>
                  </a:lnTo>
                  <a:lnTo>
                    <a:pt x="23" y="1"/>
                  </a:lnTo>
                  <a:lnTo>
                    <a:pt x="23" y="1"/>
                  </a:lnTo>
                  <a:lnTo>
                    <a:pt x="26" y="2"/>
                  </a:lnTo>
                  <a:lnTo>
                    <a:pt x="29" y="3"/>
                  </a:lnTo>
                  <a:lnTo>
                    <a:pt x="33" y="3"/>
                  </a:lnTo>
                  <a:lnTo>
                    <a:pt x="34" y="3"/>
                  </a:lnTo>
                  <a:lnTo>
                    <a:pt x="37" y="3"/>
                  </a:lnTo>
                  <a:lnTo>
                    <a:pt x="40" y="6"/>
                  </a:lnTo>
                  <a:lnTo>
                    <a:pt x="43" y="8"/>
                  </a:lnTo>
                  <a:lnTo>
                    <a:pt x="46" y="9"/>
                  </a:lnTo>
                  <a:lnTo>
                    <a:pt x="47" y="14"/>
                  </a:lnTo>
                  <a:lnTo>
                    <a:pt x="47" y="14"/>
                  </a:lnTo>
                </a:path>
              </a:pathLst>
            </a:custGeom>
            <a:solidFill>
              <a:srgbClr val="ffc0b6"/>
            </a:solidFill>
            <a:ln w="9360">
              <a:solidFill>
                <a:srgbClr val="000000"/>
              </a:solidFill>
              <a:round/>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2711" name=""/>
            <p:cNvSpPr/>
            <p:nvPr/>
          </p:nvSpPr>
          <p:spPr>
            <a:xfrm>
              <a:off x="6702480" y="4408560"/>
              <a:ext cx="36360" cy="33120"/>
            </a:xfrm>
            <a:custGeom>
              <a:avLst/>
              <a:gdLst/>
              <a:ahLst/>
              <a:rect l="l" t="t" r="r" b="b"/>
              <a:pathLst>
                <a:path w="23" h="21">
                  <a:moveTo>
                    <a:pt x="14" y="0"/>
                  </a:moveTo>
                  <a:lnTo>
                    <a:pt x="14" y="2"/>
                  </a:lnTo>
                  <a:lnTo>
                    <a:pt x="11" y="3"/>
                  </a:lnTo>
                  <a:lnTo>
                    <a:pt x="10" y="5"/>
                  </a:lnTo>
                  <a:lnTo>
                    <a:pt x="8" y="7"/>
                  </a:lnTo>
                  <a:lnTo>
                    <a:pt x="7" y="10"/>
                  </a:lnTo>
                  <a:lnTo>
                    <a:pt x="3" y="13"/>
                  </a:lnTo>
                  <a:lnTo>
                    <a:pt x="0" y="15"/>
                  </a:lnTo>
                  <a:lnTo>
                    <a:pt x="0" y="15"/>
                  </a:lnTo>
                  <a:lnTo>
                    <a:pt x="0" y="16"/>
                  </a:lnTo>
                  <a:lnTo>
                    <a:pt x="2" y="20"/>
                  </a:lnTo>
                  <a:lnTo>
                    <a:pt x="5" y="20"/>
                  </a:lnTo>
                  <a:lnTo>
                    <a:pt x="7" y="20"/>
                  </a:lnTo>
                  <a:lnTo>
                    <a:pt x="8" y="20"/>
                  </a:lnTo>
                  <a:lnTo>
                    <a:pt x="10" y="20"/>
                  </a:lnTo>
                  <a:lnTo>
                    <a:pt x="11" y="20"/>
                  </a:lnTo>
                  <a:lnTo>
                    <a:pt x="14" y="20"/>
                  </a:lnTo>
                  <a:lnTo>
                    <a:pt x="15" y="16"/>
                  </a:lnTo>
                  <a:lnTo>
                    <a:pt x="15" y="15"/>
                  </a:lnTo>
                  <a:lnTo>
                    <a:pt x="15" y="13"/>
                  </a:lnTo>
                  <a:lnTo>
                    <a:pt x="21" y="9"/>
                  </a:lnTo>
                  <a:lnTo>
                    <a:pt x="22" y="6"/>
                  </a:lnTo>
                  <a:lnTo>
                    <a:pt x="22" y="5"/>
                  </a:lnTo>
                  <a:lnTo>
                    <a:pt x="15" y="2"/>
                  </a:lnTo>
                  <a:lnTo>
                    <a:pt x="14" y="0"/>
                  </a:lnTo>
                  <a:lnTo>
                    <a:pt x="14" y="0"/>
                  </a:lnTo>
                </a:path>
              </a:pathLst>
            </a:custGeom>
            <a:solidFill>
              <a:srgbClr val="ffc0b6"/>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2712" name=""/>
            <p:cNvSpPr/>
            <p:nvPr/>
          </p:nvSpPr>
          <p:spPr>
            <a:xfrm>
              <a:off x="6713640" y="4406760"/>
              <a:ext cx="79200" cy="39960"/>
            </a:xfrm>
            <a:custGeom>
              <a:avLst/>
              <a:gdLst/>
              <a:ahLst/>
              <a:rect l="l" t="t" r="r" b="b"/>
              <a:pathLst>
                <a:path w="50" h="25">
                  <a:moveTo>
                    <a:pt x="49" y="10"/>
                  </a:moveTo>
                  <a:lnTo>
                    <a:pt x="49" y="10"/>
                  </a:lnTo>
                  <a:lnTo>
                    <a:pt x="49" y="10"/>
                  </a:lnTo>
                  <a:lnTo>
                    <a:pt x="49" y="10"/>
                  </a:lnTo>
                  <a:lnTo>
                    <a:pt x="48" y="11"/>
                  </a:lnTo>
                  <a:lnTo>
                    <a:pt x="48" y="13"/>
                  </a:lnTo>
                  <a:lnTo>
                    <a:pt x="45" y="14"/>
                  </a:lnTo>
                  <a:lnTo>
                    <a:pt x="43" y="14"/>
                  </a:lnTo>
                  <a:lnTo>
                    <a:pt x="43" y="16"/>
                  </a:lnTo>
                  <a:lnTo>
                    <a:pt x="42" y="16"/>
                  </a:lnTo>
                  <a:lnTo>
                    <a:pt x="39" y="16"/>
                  </a:lnTo>
                  <a:lnTo>
                    <a:pt x="39" y="16"/>
                  </a:lnTo>
                  <a:lnTo>
                    <a:pt x="38" y="21"/>
                  </a:lnTo>
                  <a:lnTo>
                    <a:pt x="36" y="22"/>
                  </a:lnTo>
                  <a:lnTo>
                    <a:pt x="33" y="22"/>
                  </a:lnTo>
                  <a:lnTo>
                    <a:pt x="30" y="24"/>
                  </a:lnTo>
                  <a:lnTo>
                    <a:pt x="28" y="24"/>
                  </a:lnTo>
                  <a:lnTo>
                    <a:pt x="25" y="24"/>
                  </a:lnTo>
                  <a:lnTo>
                    <a:pt x="22" y="24"/>
                  </a:lnTo>
                  <a:lnTo>
                    <a:pt x="18" y="24"/>
                  </a:lnTo>
                  <a:lnTo>
                    <a:pt x="15" y="24"/>
                  </a:lnTo>
                  <a:lnTo>
                    <a:pt x="11" y="24"/>
                  </a:lnTo>
                  <a:lnTo>
                    <a:pt x="8" y="24"/>
                  </a:lnTo>
                  <a:lnTo>
                    <a:pt x="3" y="24"/>
                  </a:lnTo>
                  <a:lnTo>
                    <a:pt x="0" y="24"/>
                  </a:lnTo>
                  <a:lnTo>
                    <a:pt x="0" y="24"/>
                  </a:lnTo>
                  <a:lnTo>
                    <a:pt x="0" y="22"/>
                  </a:lnTo>
                  <a:lnTo>
                    <a:pt x="0" y="21"/>
                  </a:lnTo>
                  <a:lnTo>
                    <a:pt x="1" y="16"/>
                  </a:lnTo>
                  <a:lnTo>
                    <a:pt x="1" y="16"/>
                  </a:lnTo>
                  <a:lnTo>
                    <a:pt x="1" y="14"/>
                  </a:lnTo>
                  <a:lnTo>
                    <a:pt x="4" y="11"/>
                  </a:lnTo>
                  <a:lnTo>
                    <a:pt x="7" y="8"/>
                  </a:lnTo>
                  <a:lnTo>
                    <a:pt x="8" y="6"/>
                  </a:lnTo>
                  <a:lnTo>
                    <a:pt x="8" y="3"/>
                  </a:lnTo>
                  <a:lnTo>
                    <a:pt x="8" y="1"/>
                  </a:lnTo>
                  <a:lnTo>
                    <a:pt x="8" y="0"/>
                  </a:lnTo>
                  <a:lnTo>
                    <a:pt x="8" y="0"/>
                  </a:lnTo>
                  <a:lnTo>
                    <a:pt x="13" y="0"/>
                  </a:lnTo>
                  <a:lnTo>
                    <a:pt x="15" y="0"/>
                  </a:lnTo>
                  <a:lnTo>
                    <a:pt x="15" y="0"/>
                  </a:lnTo>
                  <a:lnTo>
                    <a:pt x="15" y="0"/>
                  </a:lnTo>
                  <a:lnTo>
                    <a:pt x="18" y="0"/>
                  </a:lnTo>
                  <a:lnTo>
                    <a:pt x="21" y="0"/>
                  </a:lnTo>
                  <a:lnTo>
                    <a:pt x="25" y="0"/>
                  </a:lnTo>
                  <a:lnTo>
                    <a:pt x="26" y="0"/>
                  </a:lnTo>
                  <a:lnTo>
                    <a:pt x="29" y="0"/>
                  </a:lnTo>
                  <a:lnTo>
                    <a:pt x="33" y="0"/>
                  </a:lnTo>
                  <a:lnTo>
                    <a:pt x="37" y="1"/>
                  </a:lnTo>
                  <a:lnTo>
                    <a:pt x="39" y="3"/>
                  </a:lnTo>
                  <a:lnTo>
                    <a:pt x="42" y="6"/>
                  </a:lnTo>
                  <a:lnTo>
                    <a:pt x="43" y="6"/>
                  </a:lnTo>
                  <a:lnTo>
                    <a:pt x="49" y="10"/>
                  </a:lnTo>
                  <a:lnTo>
                    <a:pt x="49" y="10"/>
                  </a:lnTo>
                </a:path>
              </a:pathLst>
            </a:custGeom>
            <a:solidFill>
              <a:srgbClr val="ffc0b6"/>
            </a:solidFill>
            <a:ln w="9360">
              <a:solidFill>
                <a:srgbClr val="000000"/>
              </a:solidFill>
              <a:round/>
            </a:ln>
          </p:spPr>
          <p:style>
            <a:lnRef idx="0"/>
            <a:fillRef idx="0"/>
            <a:effectRef idx="0"/>
            <a:fontRef idx="minor"/>
          </p:style>
          <p:txBody>
            <a:bodyPr lIns="90000" rIns="90000" tIns="-6840" bIns="-6840" anchor="t">
              <a:noAutofit/>
            </a:bodyPr>
            <a:p>
              <a:endParaRPr b="0" lang="en-IN" sz="2400" strike="noStrike" u="none">
                <a:solidFill>
                  <a:srgbClr val="ffffff"/>
                </a:solidFill>
                <a:effectLst/>
                <a:uFillTx/>
                <a:latin typeface="Times New Roman"/>
              </a:endParaRPr>
            </a:p>
          </p:txBody>
        </p:sp>
        <p:sp>
          <p:nvSpPr>
            <p:cNvPr id="2713" name=""/>
            <p:cNvSpPr/>
            <p:nvPr/>
          </p:nvSpPr>
          <p:spPr>
            <a:xfrm>
              <a:off x="6759720" y="4416480"/>
              <a:ext cx="31680" cy="27000"/>
            </a:xfrm>
            <a:custGeom>
              <a:avLst/>
              <a:gdLst/>
              <a:ahLst/>
              <a:rect l="l" t="t" r="r" b="b"/>
              <a:pathLst>
                <a:path w="20" h="17">
                  <a:moveTo>
                    <a:pt x="10" y="0"/>
                  </a:moveTo>
                  <a:lnTo>
                    <a:pt x="10" y="0"/>
                  </a:lnTo>
                  <a:lnTo>
                    <a:pt x="9" y="0"/>
                  </a:lnTo>
                  <a:lnTo>
                    <a:pt x="9" y="0"/>
                  </a:lnTo>
                  <a:lnTo>
                    <a:pt x="9" y="0"/>
                  </a:lnTo>
                  <a:lnTo>
                    <a:pt x="8" y="0"/>
                  </a:lnTo>
                  <a:lnTo>
                    <a:pt x="7" y="0"/>
                  </a:lnTo>
                  <a:lnTo>
                    <a:pt x="7" y="0"/>
                  </a:lnTo>
                  <a:lnTo>
                    <a:pt x="7" y="0"/>
                  </a:lnTo>
                  <a:lnTo>
                    <a:pt x="7" y="2"/>
                  </a:lnTo>
                  <a:lnTo>
                    <a:pt x="6" y="4"/>
                  </a:lnTo>
                  <a:lnTo>
                    <a:pt x="4" y="7"/>
                  </a:lnTo>
                  <a:lnTo>
                    <a:pt x="4" y="8"/>
                  </a:lnTo>
                  <a:lnTo>
                    <a:pt x="3" y="8"/>
                  </a:lnTo>
                  <a:lnTo>
                    <a:pt x="1" y="10"/>
                  </a:lnTo>
                  <a:lnTo>
                    <a:pt x="1" y="10"/>
                  </a:lnTo>
                  <a:lnTo>
                    <a:pt x="0" y="10"/>
                  </a:lnTo>
                  <a:lnTo>
                    <a:pt x="0" y="11"/>
                  </a:lnTo>
                  <a:lnTo>
                    <a:pt x="0" y="16"/>
                  </a:lnTo>
                  <a:lnTo>
                    <a:pt x="0" y="16"/>
                  </a:lnTo>
                  <a:lnTo>
                    <a:pt x="0" y="16"/>
                  </a:lnTo>
                  <a:lnTo>
                    <a:pt x="0" y="16"/>
                  </a:lnTo>
                  <a:lnTo>
                    <a:pt x="0" y="16"/>
                  </a:lnTo>
                  <a:lnTo>
                    <a:pt x="1" y="16"/>
                  </a:lnTo>
                  <a:lnTo>
                    <a:pt x="4" y="16"/>
                  </a:lnTo>
                  <a:lnTo>
                    <a:pt x="4" y="15"/>
                  </a:lnTo>
                  <a:lnTo>
                    <a:pt x="7" y="10"/>
                  </a:lnTo>
                  <a:lnTo>
                    <a:pt x="9" y="10"/>
                  </a:lnTo>
                  <a:lnTo>
                    <a:pt x="10" y="10"/>
                  </a:lnTo>
                  <a:lnTo>
                    <a:pt x="10" y="10"/>
                  </a:lnTo>
                  <a:lnTo>
                    <a:pt x="13" y="10"/>
                  </a:lnTo>
                  <a:lnTo>
                    <a:pt x="14" y="8"/>
                  </a:lnTo>
                  <a:lnTo>
                    <a:pt x="14" y="8"/>
                  </a:lnTo>
                  <a:lnTo>
                    <a:pt x="16" y="8"/>
                  </a:lnTo>
                  <a:lnTo>
                    <a:pt x="16" y="6"/>
                  </a:lnTo>
                  <a:lnTo>
                    <a:pt x="19" y="4"/>
                  </a:lnTo>
                  <a:lnTo>
                    <a:pt x="16" y="4"/>
                  </a:lnTo>
                  <a:lnTo>
                    <a:pt x="10" y="0"/>
                  </a:lnTo>
                  <a:lnTo>
                    <a:pt x="10"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714" name=""/>
            <p:cNvSpPr/>
            <p:nvPr/>
          </p:nvSpPr>
          <p:spPr>
            <a:xfrm>
              <a:off x="6718320" y="4178160"/>
              <a:ext cx="111240" cy="246240"/>
            </a:xfrm>
            <a:custGeom>
              <a:avLst/>
              <a:gdLst/>
              <a:ahLst/>
              <a:rect l="l" t="t" r="r" b="b"/>
              <a:pathLst>
                <a:path w="70" h="155">
                  <a:moveTo>
                    <a:pt x="69" y="5"/>
                  </a:moveTo>
                  <a:lnTo>
                    <a:pt x="69" y="6"/>
                  </a:lnTo>
                  <a:lnTo>
                    <a:pt x="69" y="11"/>
                  </a:lnTo>
                  <a:lnTo>
                    <a:pt x="69" y="20"/>
                  </a:lnTo>
                  <a:lnTo>
                    <a:pt x="69" y="28"/>
                  </a:lnTo>
                  <a:lnTo>
                    <a:pt x="69" y="33"/>
                  </a:lnTo>
                  <a:lnTo>
                    <a:pt x="67" y="42"/>
                  </a:lnTo>
                  <a:lnTo>
                    <a:pt x="67" y="52"/>
                  </a:lnTo>
                  <a:lnTo>
                    <a:pt x="67" y="54"/>
                  </a:lnTo>
                  <a:lnTo>
                    <a:pt x="67" y="66"/>
                  </a:lnTo>
                  <a:lnTo>
                    <a:pt x="65" y="78"/>
                  </a:lnTo>
                  <a:lnTo>
                    <a:pt x="65" y="87"/>
                  </a:lnTo>
                  <a:lnTo>
                    <a:pt x="62" y="92"/>
                  </a:lnTo>
                  <a:lnTo>
                    <a:pt x="65" y="97"/>
                  </a:lnTo>
                  <a:lnTo>
                    <a:pt x="66" y="105"/>
                  </a:lnTo>
                  <a:lnTo>
                    <a:pt x="66" y="113"/>
                  </a:lnTo>
                  <a:lnTo>
                    <a:pt x="65" y="117"/>
                  </a:lnTo>
                  <a:lnTo>
                    <a:pt x="65" y="118"/>
                  </a:lnTo>
                  <a:lnTo>
                    <a:pt x="62" y="124"/>
                  </a:lnTo>
                  <a:lnTo>
                    <a:pt x="62" y="124"/>
                  </a:lnTo>
                  <a:lnTo>
                    <a:pt x="62" y="125"/>
                  </a:lnTo>
                  <a:lnTo>
                    <a:pt x="62" y="130"/>
                  </a:lnTo>
                  <a:lnTo>
                    <a:pt x="62" y="131"/>
                  </a:lnTo>
                  <a:lnTo>
                    <a:pt x="62" y="132"/>
                  </a:lnTo>
                  <a:lnTo>
                    <a:pt x="61" y="132"/>
                  </a:lnTo>
                  <a:lnTo>
                    <a:pt x="60" y="134"/>
                  </a:lnTo>
                  <a:lnTo>
                    <a:pt x="60" y="136"/>
                  </a:lnTo>
                  <a:lnTo>
                    <a:pt x="60" y="136"/>
                  </a:lnTo>
                  <a:lnTo>
                    <a:pt x="58" y="139"/>
                  </a:lnTo>
                  <a:lnTo>
                    <a:pt x="57" y="139"/>
                  </a:lnTo>
                  <a:lnTo>
                    <a:pt x="56" y="139"/>
                  </a:lnTo>
                  <a:lnTo>
                    <a:pt x="56" y="142"/>
                  </a:lnTo>
                  <a:lnTo>
                    <a:pt x="51" y="142"/>
                  </a:lnTo>
                  <a:lnTo>
                    <a:pt x="51" y="142"/>
                  </a:lnTo>
                  <a:lnTo>
                    <a:pt x="51" y="142"/>
                  </a:lnTo>
                  <a:lnTo>
                    <a:pt x="51" y="144"/>
                  </a:lnTo>
                  <a:lnTo>
                    <a:pt x="51" y="144"/>
                  </a:lnTo>
                  <a:lnTo>
                    <a:pt x="51" y="147"/>
                  </a:lnTo>
                  <a:lnTo>
                    <a:pt x="51" y="147"/>
                  </a:lnTo>
                  <a:lnTo>
                    <a:pt x="51" y="150"/>
                  </a:lnTo>
                  <a:lnTo>
                    <a:pt x="51" y="150"/>
                  </a:lnTo>
                  <a:lnTo>
                    <a:pt x="50" y="150"/>
                  </a:lnTo>
                  <a:lnTo>
                    <a:pt x="50" y="150"/>
                  </a:lnTo>
                  <a:lnTo>
                    <a:pt x="47" y="151"/>
                  </a:lnTo>
                  <a:lnTo>
                    <a:pt x="47" y="152"/>
                  </a:lnTo>
                  <a:lnTo>
                    <a:pt x="47" y="154"/>
                  </a:lnTo>
                  <a:lnTo>
                    <a:pt x="46" y="154"/>
                  </a:lnTo>
                  <a:lnTo>
                    <a:pt x="45" y="154"/>
                  </a:lnTo>
                  <a:lnTo>
                    <a:pt x="40" y="154"/>
                  </a:lnTo>
                  <a:lnTo>
                    <a:pt x="40" y="154"/>
                  </a:lnTo>
                  <a:lnTo>
                    <a:pt x="40" y="154"/>
                  </a:lnTo>
                  <a:lnTo>
                    <a:pt x="39" y="152"/>
                  </a:lnTo>
                  <a:lnTo>
                    <a:pt x="36" y="152"/>
                  </a:lnTo>
                  <a:lnTo>
                    <a:pt x="36" y="151"/>
                  </a:lnTo>
                  <a:lnTo>
                    <a:pt x="35" y="150"/>
                  </a:lnTo>
                  <a:lnTo>
                    <a:pt x="33" y="150"/>
                  </a:lnTo>
                  <a:lnTo>
                    <a:pt x="30" y="150"/>
                  </a:lnTo>
                  <a:lnTo>
                    <a:pt x="29" y="150"/>
                  </a:lnTo>
                  <a:lnTo>
                    <a:pt x="26" y="150"/>
                  </a:lnTo>
                  <a:lnTo>
                    <a:pt x="23" y="148"/>
                  </a:lnTo>
                  <a:lnTo>
                    <a:pt x="22" y="147"/>
                  </a:lnTo>
                  <a:lnTo>
                    <a:pt x="21" y="147"/>
                  </a:lnTo>
                  <a:lnTo>
                    <a:pt x="18" y="147"/>
                  </a:lnTo>
                  <a:lnTo>
                    <a:pt x="15" y="147"/>
                  </a:lnTo>
                  <a:lnTo>
                    <a:pt x="12" y="147"/>
                  </a:lnTo>
                  <a:lnTo>
                    <a:pt x="12" y="147"/>
                  </a:lnTo>
                  <a:lnTo>
                    <a:pt x="10" y="147"/>
                  </a:lnTo>
                  <a:lnTo>
                    <a:pt x="5" y="148"/>
                  </a:lnTo>
                  <a:lnTo>
                    <a:pt x="5" y="150"/>
                  </a:lnTo>
                  <a:lnTo>
                    <a:pt x="4" y="150"/>
                  </a:lnTo>
                  <a:lnTo>
                    <a:pt x="1" y="150"/>
                  </a:lnTo>
                  <a:lnTo>
                    <a:pt x="1" y="148"/>
                  </a:lnTo>
                  <a:lnTo>
                    <a:pt x="1" y="147"/>
                  </a:lnTo>
                  <a:lnTo>
                    <a:pt x="0" y="145"/>
                  </a:lnTo>
                  <a:lnTo>
                    <a:pt x="0" y="144"/>
                  </a:lnTo>
                  <a:lnTo>
                    <a:pt x="0" y="142"/>
                  </a:lnTo>
                  <a:lnTo>
                    <a:pt x="1" y="139"/>
                  </a:lnTo>
                  <a:lnTo>
                    <a:pt x="3" y="139"/>
                  </a:lnTo>
                  <a:lnTo>
                    <a:pt x="4" y="139"/>
                  </a:lnTo>
                  <a:lnTo>
                    <a:pt x="5" y="136"/>
                  </a:lnTo>
                  <a:lnTo>
                    <a:pt x="5" y="136"/>
                  </a:lnTo>
                  <a:lnTo>
                    <a:pt x="5" y="136"/>
                  </a:lnTo>
                  <a:lnTo>
                    <a:pt x="5" y="134"/>
                  </a:lnTo>
                  <a:lnTo>
                    <a:pt x="5" y="132"/>
                  </a:lnTo>
                  <a:lnTo>
                    <a:pt x="8" y="132"/>
                  </a:lnTo>
                  <a:lnTo>
                    <a:pt x="12" y="131"/>
                  </a:lnTo>
                  <a:lnTo>
                    <a:pt x="12" y="130"/>
                  </a:lnTo>
                  <a:lnTo>
                    <a:pt x="12" y="130"/>
                  </a:lnTo>
                  <a:lnTo>
                    <a:pt x="15" y="130"/>
                  </a:lnTo>
                  <a:lnTo>
                    <a:pt x="15" y="130"/>
                  </a:lnTo>
                  <a:lnTo>
                    <a:pt x="18" y="127"/>
                  </a:lnTo>
                  <a:lnTo>
                    <a:pt x="21" y="125"/>
                  </a:lnTo>
                  <a:lnTo>
                    <a:pt x="22" y="124"/>
                  </a:lnTo>
                  <a:lnTo>
                    <a:pt x="22" y="124"/>
                  </a:lnTo>
                  <a:lnTo>
                    <a:pt x="22" y="124"/>
                  </a:lnTo>
                  <a:lnTo>
                    <a:pt x="22" y="118"/>
                  </a:lnTo>
                  <a:lnTo>
                    <a:pt x="23" y="117"/>
                  </a:lnTo>
                  <a:lnTo>
                    <a:pt x="23" y="117"/>
                  </a:lnTo>
                  <a:lnTo>
                    <a:pt x="23" y="117"/>
                  </a:lnTo>
                  <a:lnTo>
                    <a:pt x="23" y="116"/>
                  </a:lnTo>
                  <a:lnTo>
                    <a:pt x="25" y="113"/>
                  </a:lnTo>
                  <a:lnTo>
                    <a:pt x="26" y="113"/>
                  </a:lnTo>
                  <a:lnTo>
                    <a:pt x="26" y="111"/>
                  </a:lnTo>
                  <a:lnTo>
                    <a:pt x="26" y="109"/>
                  </a:lnTo>
                  <a:lnTo>
                    <a:pt x="27" y="105"/>
                  </a:lnTo>
                  <a:lnTo>
                    <a:pt x="27" y="104"/>
                  </a:lnTo>
                  <a:lnTo>
                    <a:pt x="29" y="99"/>
                  </a:lnTo>
                  <a:lnTo>
                    <a:pt x="29" y="97"/>
                  </a:lnTo>
                  <a:lnTo>
                    <a:pt x="29" y="97"/>
                  </a:lnTo>
                  <a:lnTo>
                    <a:pt x="29" y="90"/>
                  </a:lnTo>
                  <a:lnTo>
                    <a:pt x="27" y="80"/>
                  </a:lnTo>
                  <a:lnTo>
                    <a:pt x="27" y="72"/>
                  </a:lnTo>
                  <a:lnTo>
                    <a:pt x="27" y="66"/>
                  </a:lnTo>
                  <a:lnTo>
                    <a:pt x="27" y="64"/>
                  </a:lnTo>
                  <a:lnTo>
                    <a:pt x="26" y="54"/>
                  </a:lnTo>
                  <a:lnTo>
                    <a:pt x="26" y="48"/>
                  </a:lnTo>
                  <a:lnTo>
                    <a:pt x="23" y="41"/>
                  </a:lnTo>
                  <a:lnTo>
                    <a:pt x="23" y="31"/>
                  </a:lnTo>
                  <a:lnTo>
                    <a:pt x="23" y="23"/>
                  </a:lnTo>
                  <a:lnTo>
                    <a:pt x="22" y="20"/>
                  </a:lnTo>
                  <a:lnTo>
                    <a:pt x="22" y="14"/>
                  </a:lnTo>
                  <a:lnTo>
                    <a:pt x="22" y="13"/>
                  </a:lnTo>
                  <a:lnTo>
                    <a:pt x="23" y="12"/>
                  </a:lnTo>
                  <a:lnTo>
                    <a:pt x="26" y="11"/>
                  </a:lnTo>
                  <a:lnTo>
                    <a:pt x="27" y="11"/>
                  </a:lnTo>
                  <a:lnTo>
                    <a:pt x="30" y="9"/>
                  </a:lnTo>
                  <a:lnTo>
                    <a:pt x="35" y="5"/>
                  </a:lnTo>
                  <a:lnTo>
                    <a:pt x="38" y="5"/>
                  </a:lnTo>
                  <a:lnTo>
                    <a:pt x="40" y="3"/>
                  </a:lnTo>
                  <a:lnTo>
                    <a:pt x="47" y="3"/>
                  </a:lnTo>
                  <a:lnTo>
                    <a:pt x="51" y="2"/>
                  </a:lnTo>
                  <a:lnTo>
                    <a:pt x="56" y="0"/>
                  </a:lnTo>
                  <a:lnTo>
                    <a:pt x="58" y="0"/>
                  </a:lnTo>
                  <a:lnTo>
                    <a:pt x="62" y="0"/>
                  </a:lnTo>
                  <a:lnTo>
                    <a:pt x="66" y="2"/>
                  </a:lnTo>
                  <a:lnTo>
                    <a:pt x="67" y="3"/>
                  </a:lnTo>
                  <a:lnTo>
                    <a:pt x="69" y="5"/>
                  </a:lnTo>
                  <a:lnTo>
                    <a:pt x="69" y="5"/>
                  </a:lnTo>
                </a:path>
              </a:pathLst>
            </a:custGeom>
            <a:solidFill>
              <a:srgbClr val="6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15" name=""/>
            <p:cNvSpPr/>
            <p:nvPr/>
          </p:nvSpPr>
          <p:spPr>
            <a:xfrm>
              <a:off x="6624720" y="4356000"/>
              <a:ext cx="77760" cy="44640"/>
            </a:xfrm>
            <a:custGeom>
              <a:avLst/>
              <a:gdLst/>
              <a:ahLst/>
              <a:rect l="l" t="t" r="r" b="b"/>
              <a:pathLst>
                <a:path w="49" h="28">
                  <a:moveTo>
                    <a:pt x="48" y="12"/>
                  </a:moveTo>
                  <a:lnTo>
                    <a:pt x="48" y="12"/>
                  </a:lnTo>
                  <a:lnTo>
                    <a:pt x="48" y="12"/>
                  </a:lnTo>
                  <a:lnTo>
                    <a:pt x="48" y="13"/>
                  </a:lnTo>
                  <a:lnTo>
                    <a:pt x="48" y="13"/>
                  </a:lnTo>
                  <a:lnTo>
                    <a:pt x="48" y="15"/>
                  </a:lnTo>
                  <a:lnTo>
                    <a:pt x="45" y="18"/>
                  </a:lnTo>
                  <a:lnTo>
                    <a:pt x="45" y="18"/>
                  </a:lnTo>
                  <a:lnTo>
                    <a:pt x="44" y="18"/>
                  </a:lnTo>
                  <a:lnTo>
                    <a:pt x="43" y="19"/>
                  </a:lnTo>
                  <a:lnTo>
                    <a:pt x="40" y="20"/>
                  </a:lnTo>
                  <a:lnTo>
                    <a:pt x="40" y="20"/>
                  </a:lnTo>
                  <a:lnTo>
                    <a:pt x="39" y="22"/>
                  </a:lnTo>
                  <a:lnTo>
                    <a:pt x="37" y="24"/>
                  </a:lnTo>
                  <a:lnTo>
                    <a:pt x="35" y="24"/>
                  </a:lnTo>
                  <a:lnTo>
                    <a:pt x="32" y="24"/>
                  </a:lnTo>
                  <a:lnTo>
                    <a:pt x="30" y="27"/>
                  </a:lnTo>
                  <a:lnTo>
                    <a:pt x="25" y="27"/>
                  </a:lnTo>
                  <a:lnTo>
                    <a:pt x="25" y="27"/>
                  </a:lnTo>
                  <a:lnTo>
                    <a:pt x="20" y="27"/>
                  </a:lnTo>
                  <a:lnTo>
                    <a:pt x="16" y="27"/>
                  </a:lnTo>
                  <a:lnTo>
                    <a:pt x="14" y="27"/>
                  </a:lnTo>
                  <a:lnTo>
                    <a:pt x="7" y="27"/>
                  </a:lnTo>
                  <a:lnTo>
                    <a:pt x="7" y="27"/>
                  </a:lnTo>
                  <a:lnTo>
                    <a:pt x="1" y="27"/>
                  </a:lnTo>
                  <a:lnTo>
                    <a:pt x="1" y="27"/>
                  </a:lnTo>
                  <a:lnTo>
                    <a:pt x="0" y="26"/>
                  </a:lnTo>
                  <a:lnTo>
                    <a:pt x="0" y="24"/>
                  </a:lnTo>
                  <a:lnTo>
                    <a:pt x="0" y="22"/>
                  </a:lnTo>
                  <a:lnTo>
                    <a:pt x="0" y="20"/>
                  </a:lnTo>
                  <a:lnTo>
                    <a:pt x="1" y="18"/>
                  </a:lnTo>
                  <a:lnTo>
                    <a:pt x="5" y="15"/>
                  </a:lnTo>
                  <a:lnTo>
                    <a:pt x="7" y="12"/>
                  </a:lnTo>
                  <a:lnTo>
                    <a:pt x="7" y="10"/>
                  </a:lnTo>
                  <a:lnTo>
                    <a:pt x="7" y="6"/>
                  </a:lnTo>
                  <a:lnTo>
                    <a:pt x="13" y="5"/>
                  </a:lnTo>
                  <a:lnTo>
                    <a:pt x="14" y="5"/>
                  </a:lnTo>
                  <a:lnTo>
                    <a:pt x="16" y="3"/>
                  </a:lnTo>
                  <a:lnTo>
                    <a:pt x="16" y="1"/>
                  </a:lnTo>
                  <a:lnTo>
                    <a:pt x="16" y="1"/>
                  </a:lnTo>
                  <a:lnTo>
                    <a:pt x="16" y="1"/>
                  </a:lnTo>
                  <a:lnTo>
                    <a:pt x="16" y="1"/>
                  </a:lnTo>
                  <a:lnTo>
                    <a:pt x="17" y="0"/>
                  </a:lnTo>
                  <a:lnTo>
                    <a:pt x="20" y="0"/>
                  </a:lnTo>
                  <a:lnTo>
                    <a:pt x="20" y="0"/>
                  </a:lnTo>
                  <a:lnTo>
                    <a:pt x="20" y="0"/>
                  </a:lnTo>
                  <a:lnTo>
                    <a:pt x="24" y="0"/>
                  </a:lnTo>
                  <a:lnTo>
                    <a:pt x="25" y="0"/>
                  </a:lnTo>
                  <a:lnTo>
                    <a:pt x="29" y="1"/>
                  </a:lnTo>
                  <a:lnTo>
                    <a:pt x="30" y="1"/>
                  </a:lnTo>
                  <a:lnTo>
                    <a:pt x="32" y="1"/>
                  </a:lnTo>
                  <a:lnTo>
                    <a:pt x="37" y="1"/>
                  </a:lnTo>
                  <a:lnTo>
                    <a:pt x="39" y="4"/>
                  </a:lnTo>
                  <a:lnTo>
                    <a:pt x="40" y="5"/>
                  </a:lnTo>
                  <a:lnTo>
                    <a:pt x="44" y="5"/>
                  </a:lnTo>
                  <a:lnTo>
                    <a:pt x="45" y="6"/>
                  </a:lnTo>
                  <a:lnTo>
                    <a:pt x="48" y="12"/>
                  </a:lnTo>
                  <a:lnTo>
                    <a:pt x="48" y="12"/>
                  </a:lnTo>
                </a:path>
              </a:pathLst>
            </a:custGeom>
            <a:solidFill>
              <a:srgbClr val="ffc0b6"/>
            </a:solidFill>
            <a:ln w="9360">
              <a:solidFill>
                <a:srgbClr val="000000"/>
              </a:solidFill>
              <a:round/>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2716" name=""/>
            <p:cNvSpPr/>
            <p:nvPr/>
          </p:nvSpPr>
          <p:spPr>
            <a:xfrm>
              <a:off x="6632640" y="4365720"/>
              <a:ext cx="25200" cy="34920"/>
            </a:xfrm>
            <a:custGeom>
              <a:avLst/>
              <a:gdLst/>
              <a:ahLst/>
              <a:rect l="l" t="t" r="r" b="b"/>
              <a:pathLst>
                <a:path w="16" h="22">
                  <a:moveTo>
                    <a:pt x="11" y="0"/>
                  </a:moveTo>
                  <a:lnTo>
                    <a:pt x="11" y="0"/>
                  </a:lnTo>
                  <a:lnTo>
                    <a:pt x="9" y="6"/>
                  </a:lnTo>
                  <a:lnTo>
                    <a:pt x="9" y="6"/>
                  </a:lnTo>
                  <a:lnTo>
                    <a:pt x="2" y="9"/>
                  </a:lnTo>
                  <a:lnTo>
                    <a:pt x="2" y="12"/>
                  </a:lnTo>
                  <a:lnTo>
                    <a:pt x="2" y="14"/>
                  </a:lnTo>
                  <a:lnTo>
                    <a:pt x="0" y="18"/>
                  </a:lnTo>
                  <a:lnTo>
                    <a:pt x="0" y="20"/>
                  </a:lnTo>
                  <a:lnTo>
                    <a:pt x="0" y="21"/>
                  </a:lnTo>
                  <a:lnTo>
                    <a:pt x="0" y="21"/>
                  </a:lnTo>
                  <a:lnTo>
                    <a:pt x="2" y="21"/>
                  </a:lnTo>
                  <a:lnTo>
                    <a:pt x="2" y="21"/>
                  </a:lnTo>
                  <a:lnTo>
                    <a:pt x="2" y="21"/>
                  </a:lnTo>
                  <a:lnTo>
                    <a:pt x="9" y="21"/>
                  </a:lnTo>
                  <a:lnTo>
                    <a:pt x="9" y="21"/>
                  </a:lnTo>
                  <a:lnTo>
                    <a:pt x="11" y="21"/>
                  </a:lnTo>
                  <a:lnTo>
                    <a:pt x="11" y="21"/>
                  </a:lnTo>
                  <a:lnTo>
                    <a:pt x="11" y="18"/>
                  </a:lnTo>
                  <a:lnTo>
                    <a:pt x="15" y="14"/>
                  </a:lnTo>
                  <a:lnTo>
                    <a:pt x="15" y="12"/>
                  </a:lnTo>
                  <a:lnTo>
                    <a:pt x="15" y="7"/>
                  </a:lnTo>
                  <a:lnTo>
                    <a:pt x="15" y="6"/>
                  </a:lnTo>
                  <a:lnTo>
                    <a:pt x="15" y="0"/>
                  </a:lnTo>
                  <a:lnTo>
                    <a:pt x="11" y="0"/>
                  </a:lnTo>
                  <a:lnTo>
                    <a:pt x="11" y="0"/>
                  </a:lnTo>
                </a:path>
              </a:pathLst>
            </a:custGeom>
            <a:solidFill>
              <a:srgbClr val="ffc0b6"/>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2717" name=""/>
            <p:cNvSpPr/>
            <p:nvPr/>
          </p:nvSpPr>
          <p:spPr>
            <a:xfrm>
              <a:off x="6635880" y="4363920"/>
              <a:ext cx="79200" cy="44640"/>
            </a:xfrm>
            <a:custGeom>
              <a:avLst/>
              <a:gdLst/>
              <a:ahLst/>
              <a:rect l="l" t="t" r="r" b="b"/>
              <a:pathLst>
                <a:path w="50" h="28">
                  <a:moveTo>
                    <a:pt x="49" y="13"/>
                  </a:moveTo>
                  <a:lnTo>
                    <a:pt x="49" y="13"/>
                  </a:lnTo>
                  <a:lnTo>
                    <a:pt x="49" y="13"/>
                  </a:lnTo>
                  <a:lnTo>
                    <a:pt x="49" y="13"/>
                  </a:lnTo>
                  <a:lnTo>
                    <a:pt x="49" y="13"/>
                  </a:lnTo>
                  <a:lnTo>
                    <a:pt x="49" y="15"/>
                  </a:lnTo>
                  <a:lnTo>
                    <a:pt x="49" y="15"/>
                  </a:lnTo>
                  <a:lnTo>
                    <a:pt x="45" y="17"/>
                  </a:lnTo>
                  <a:lnTo>
                    <a:pt x="42" y="19"/>
                  </a:lnTo>
                  <a:lnTo>
                    <a:pt x="42" y="19"/>
                  </a:lnTo>
                  <a:lnTo>
                    <a:pt x="41" y="19"/>
                  </a:lnTo>
                  <a:lnTo>
                    <a:pt x="41" y="21"/>
                  </a:lnTo>
                  <a:lnTo>
                    <a:pt x="38" y="22"/>
                  </a:lnTo>
                  <a:lnTo>
                    <a:pt x="37" y="22"/>
                  </a:lnTo>
                  <a:lnTo>
                    <a:pt x="34" y="22"/>
                  </a:lnTo>
                  <a:lnTo>
                    <a:pt x="32" y="25"/>
                  </a:lnTo>
                  <a:lnTo>
                    <a:pt x="31" y="25"/>
                  </a:lnTo>
                  <a:lnTo>
                    <a:pt x="25" y="25"/>
                  </a:lnTo>
                  <a:lnTo>
                    <a:pt x="23" y="27"/>
                  </a:lnTo>
                  <a:lnTo>
                    <a:pt x="19" y="27"/>
                  </a:lnTo>
                  <a:lnTo>
                    <a:pt x="18" y="27"/>
                  </a:lnTo>
                  <a:lnTo>
                    <a:pt x="13" y="27"/>
                  </a:lnTo>
                  <a:lnTo>
                    <a:pt x="9" y="27"/>
                  </a:lnTo>
                  <a:lnTo>
                    <a:pt x="7" y="26"/>
                  </a:lnTo>
                  <a:lnTo>
                    <a:pt x="0" y="25"/>
                  </a:lnTo>
                  <a:lnTo>
                    <a:pt x="0" y="25"/>
                  </a:lnTo>
                  <a:lnTo>
                    <a:pt x="0" y="22"/>
                  </a:lnTo>
                  <a:lnTo>
                    <a:pt x="0" y="22"/>
                  </a:lnTo>
                  <a:lnTo>
                    <a:pt x="0" y="19"/>
                  </a:lnTo>
                  <a:lnTo>
                    <a:pt x="0" y="19"/>
                  </a:lnTo>
                  <a:lnTo>
                    <a:pt x="6" y="15"/>
                  </a:lnTo>
                  <a:lnTo>
                    <a:pt x="7" y="13"/>
                  </a:lnTo>
                  <a:lnTo>
                    <a:pt x="9" y="10"/>
                  </a:lnTo>
                  <a:lnTo>
                    <a:pt x="9" y="7"/>
                  </a:lnTo>
                  <a:lnTo>
                    <a:pt x="9" y="5"/>
                  </a:lnTo>
                  <a:lnTo>
                    <a:pt x="13" y="1"/>
                  </a:lnTo>
                  <a:lnTo>
                    <a:pt x="13" y="0"/>
                  </a:lnTo>
                  <a:lnTo>
                    <a:pt x="13" y="0"/>
                  </a:lnTo>
                  <a:lnTo>
                    <a:pt x="13" y="0"/>
                  </a:lnTo>
                  <a:lnTo>
                    <a:pt x="13" y="0"/>
                  </a:lnTo>
                  <a:lnTo>
                    <a:pt x="16" y="0"/>
                  </a:lnTo>
                  <a:lnTo>
                    <a:pt x="18" y="0"/>
                  </a:lnTo>
                  <a:lnTo>
                    <a:pt x="19" y="0"/>
                  </a:lnTo>
                  <a:lnTo>
                    <a:pt x="23" y="0"/>
                  </a:lnTo>
                  <a:lnTo>
                    <a:pt x="25" y="0"/>
                  </a:lnTo>
                  <a:lnTo>
                    <a:pt x="30" y="0"/>
                  </a:lnTo>
                  <a:lnTo>
                    <a:pt x="32" y="0"/>
                  </a:lnTo>
                  <a:lnTo>
                    <a:pt x="34" y="0"/>
                  </a:lnTo>
                  <a:lnTo>
                    <a:pt x="38" y="1"/>
                  </a:lnTo>
                  <a:lnTo>
                    <a:pt x="41" y="7"/>
                  </a:lnTo>
                  <a:lnTo>
                    <a:pt x="42" y="7"/>
                  </a:lnTo>
                  <a:lnTo>
                    <a:pt x="45" y="8"/>
                  </a:lnTo>
                  <a:lnTo>
                    <a:pt x="49" y="13"/>
                  </a:lnTo>
                  <a:lnTo>
                    <a:pt x="49" y="13"/>
                  </a:lnTo>
                </a:path>
              </a:pathLst>
            </a:custGeom>
            <a:solidFill>
              <a:srgbClr val="ffc0b6"/>
            </a:solidFill>
            <a:ln w="9360">
              <a:solidFill>
                <a:srgbClr val="000000"/>
              </a:solidFill>
              <a:round/>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2718" name=""/>
            <p:cNvSpPr/>
            <p:nvPr/>
          </p:nvSpPr>
          <p:spPr>
            <a:xfrm>
              <a:off x="6684840" y="4375080"/>
              <a:ext cx="30240" cy="25560"/>
            </a:xfrm>
            <a:custGeom>
              <a:avLst/>
              <a:gdLst/>
              <a:ahLst/>
              <a:rect l="l" t="t" r="r" b="b"/>
              <a:pathLst>
                <a:path w="19" h="16">
                  <a:moveTo>
                    <a:pt x="10" y="1"/>
                  </a:moveTo>
                  <a:lnTo>
                    <a:pt x="10" y="1"/>
                  </a:lnTo>
                  <a:lnTo>
                    <a:pt x="10" y="1"/>
                  </a:lnTo>
                  <a:lnTo>
                    <a:pt x="7" y="0"/>
                  </a:lnTo>
                  <a:lnTo>
                    <a:pt x="7" y="0"/>
                  </a:lnTo>
                  <a:lnTo>
                    <a:pt x="7" y="0"/>
                  </a:lnTo>
                  <a:lnTo>
                    <a:pt x="6" y="0"/>
                  </a:lnTo>
                  <a:lnTo>
                    <a:pt x="6" y="0"/>
                  </a:lnTo>
                  <a:lnTo>
                    <a:pt x="6" y="1"/>
                  </a:lnTo>
                  <a:lnTo>
                    <a:pt x="6" y="3"/>
                  </a:lnTo>
                  <a:lnTo>
                    <a:pt x="6" y="6"/>
                  </a:lnTo>
                  <a:lnTo>
                    <a:pt x="4" y="8"/>
                  </a:lnTo>
                  <a:lnTo>
                    <a:pt x="2" y="8"/>
                  </a:lnTo>
                  <a:lnTo>
                    <a:pt x="2" y="10"/>
                  </a:lnTo>
                  <a:lnTo>
                    <a:pt x="2" y="12"/>
                  </a:lnTo>
                  <a:lnTo>
                    <a:pt x="1" y="12"/>
                  </a:lnTo>
                  <a:lnTo>
                    <a:pt x="1" y="13"/>
                  </a:lnTo>
                  <a:lnTo>
                    <a:pt x="1" y="15"/>
                  </a:lnTo>
                  <a:lnTo>
                    <a:pt x="1" y="15"/>
                  </a:lnTo>
                  <a:lnTo>
                    <a:pt x="0" y="15"/>
                  </a:lnTo>
                  <a:lnTo>
                    <a:pt x="0" y="15"/>
                  </a:lnTo>
                  <a:lnTo>
                    <a:pt x="0" y="15"/>
                  </a:lnTo>
                  <a:lnTo>
                    <a:pt x="1" y="15"/>
                  </a:lnTo>
                  <a:lnTo>
                    <a:pt x="1" y="15"/>
                  </a:lnTo>
                  <a:lnTo>
                    <a:pt x="2" y="15"/>
                  </a:lnTo>
                  <a:lnTo>
                    <a:pt x="5" y="15"/>
                  </a:lnTo>
                  <a:lnTo>
                    <a:pt x="7" y="14"/>
                  </a:lnTo>
                  <a:lnTo>
                    <a:pt x="7" y="12"/>
                  </a:lnTo>
                  <a:lnTo>
                    <a:pt x="10" y="12"/>
                  </a:lnTo>
                  <a:lnTo>
                    <a:pt x="10" y="12"/>
                  </a:lnTo>
                  <a:lnTo>
                    <a:pt x="11" y="10"/>
                  </a:lnTo>
                  <a:lnTo>
                    <a:pt x="11" y="8"/>
                  </a:lnTo>
                  <a:lnTo>
                    <a:pt x="14" y="8"/>
                  </a:lnTo>
                  <a:lnTo>
                    <a:pt x="16" y="8"/>
                  </a:lnTo>
                  <a:lnTo>
                    <a:pt x="18" y="6"/>
                  </a:lnTo>
                  <a:lnTo>
                    <a:pt x="18" y="6"/>
                  </a:lnTo>
                  <a:lnTo>
                    <a:pt x="18" y="3"/>
                  </a:lnTo>
                  <a:lnTo>
                    <a:pt x="10" y="1"/>
                  </a:lnTo>
                  <a:lnTo>
                    <a:pt x="10" y="1"/>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2719" name=""/>
            <p:cNvSpPr/>
            <p:nvPr/>
          </p:nvSpPr>
          <p:spPr>
            <a:xfrm>
              <a:off x="6647040" y="4168800"/>
              <a:ext cx="107640" cy="217440"/>
            </a:xfrm>
            <a:custGeom>
              <a:avLst/>
              <a:gdLst/>
              <a:ahLst/>
              <a:rect l="l" t="t" r="r" b="b"/>
              <a:pathLst>
                <a:path w="68" h="137">
                  <a:moveTo>
                    <a:pt x="67" y="9"/>
                  </a:moveTo>
                  <a:lnTo>
                    <a:pt x="67" y="11"/>
                  </a:lnTo>
                  <a:lnTo>
                    <a:pt x="67" y="18"/>
                  </a:lnTo>
                  <a:lnTo>
                    <a:pt x="67" y="28"/>
                  </a:lnTo>
                  <a:lnTo>
                    <a:pt x="66" y="36"/>
                  </a:lnTo>
                  <a:lnTo>
                    <a:pt x="63" y="47"/>
                  </a:lnTo>
                  <a:lnTo>
                    <a:pt x="63" y="58"/>
                  </a:lnTo>
                  <a:lnTo>
                    <a:pt x="60" y="70"/>
                  </a:lnTo>
                  <a:lnTo>
                    <a:pt x="60" y="73"/>
                  </a:lnTo>
                  <a:lnTo>
                    <a:pt x="60" y="79"/>
                  </a:lnTo>
                  <a:lnTo>
                    <a:pt x="63" y="86"/>
                  </a:lnTo>
                  <a:lnTo>
                    <a:pt x="63" y="95"/>
                  </a:lnTo>
                  <a:lnTo>
                    <a:pt x="63" y="99"/>
                  </a:lnTo>
                  <a:lnTo>
                    <a:pt x="60" y="101"/>
                  </a:lnTo>
                  <a:lnTo>
                    <a:pt x="60" y="103"/>
                  </a:lnTo>
                  <a:lnTo>
                    <a:pt x="60" y="103"/>
                  </a:lnTo>
                  <a:lnTo>
                    <a:pt x="60" y="105"/>
                  </a:lnTo>
                  <a:lnTo>
                    <a:pt x="60" y="110"/>
                  </a:lnTo>
                  <a:lnTo>
                    <a:pt x="58" y="111"/>
                  </a:lnTo>
                  <a:lnTo>
                    <a:pt x="58" y="112"/>
                  </a:lnTo>
                  <a:lnTo>
                    <a:pt x="57" y="115"/>
                  </a:lnTo>
                  <a:lnTo>
                    <a:pt x="57" y="115"/>
                  </a:lnTo>
                  <a:lnTo>
                    <a:pt x="57" y="117"/>
                  </a:lnTo>
                  <a:lnTo>
                    <a:pt x="57" y="118"/>
                  </a:lnTo>
                  <a:lnTo>
                    <a:pt x="57" y="119"/>
                  </a:lnTo>
                  <a:lnTo>
                    <a:pt x="57" y="119"/>
                  </a:lnTo>
                  <a:lnTo>
                    <a:pt x="56" y="122"/>
                  </a:lnTo>
                  <a:lnTo>
                    <a:pt x="53" y="123"/>
                  </a:lnTo>
                  <a:lnTo>
                    <a:pt x="50" y="123"/>
                  </a:lnTo>
                  <a:lnTo>
                    <a:pt x="50" y="123"/>
                  </a:lnTo>
                  <a:lnTo>
                    <a:pt x="50" y="123"/>
                  </a:lnTo>
                  <a:lnTo>
                    <a:pt x="50" y="123"/>
                  </a:lnTo>
                  <a:lnTo>
                    <a:pt x="50" y="124"/>
                  </a:lnTo>
                  <a:lnTo>
                    <a:pt x="50" y="127"/>
                  </a:lnTo>
                  <a:lnTo>
                    <a:pt x="50" y="130"/>
                  </a:lnTo>
                  <a:lnTo>
                    <a:pt x="49" y="130"/>
                  </a:lnTo>
                  <a:lnTo>
                    <a:pt x="48" y="130"/>
                  </a:lnTo>
                  <a:lnTo>
                    <a:pt x="46" y="130"/>
                  </a:lnTo>
                  <a:lnTo>
                    <a:pt x="45" y="131"/>
                  </a:lnTo>
                  <a:lnTo>
                    <a:pt x="43" y="131"/>
                  </a:lnTo>
                  <a:lnTo>
                    <a:pt x="43" y="133"/>
                  </a:lnTo>
                  <a:lnTo>
                    <a:pt x="43" y="136"/>
                  </a:lnTo>
                  <a:lnTo>
                    <a:pt x="43" y="136"/>
                  </a:lnTo>
                  <a:lnTo>
                    <a:pt x="42" y="136"/>
                  </a:lnTo>
                  <a:lnTo>
                    <a:pt x="42" y="136"/>
                  </a:lnTo>
                  <a:lnTo>
                    <a:pt x="38" y="136"/>
                  </a:lnTo>
                  <a:lnTo>
                    <a:pt x="37" y="133"/>
                  </a:lnTo>
                  <a:lnTo>
                    <a:pt x="35" y="133"/>
                  </a:lnTo>
                  <a:lnTo>
                    <a:pt x="35" y="131"/>
                  </a:lnTo>
                  <a:lnTo>
                    <a:pt x="34" y="131"/>
                  </a:lnTo>
                  <a:lnTo>
                    <a:pt x="31" y="131"/>
                  </a:lnTo>
                  <a:lnTo>
                    <a:pt x="31" y="131"/>
                  </a:lnTo>
                  <a:lnTo>
                    <a:pt x="29" y="130"/>
                  </a:lnTo>
                  <a:lnTo>
                    <a:pt x="26" y="130"/>
                  </a:lnTo>
                  <a:lnTo>
                    <a:pt x="25" y="130"/>
                  </a:lnTo>
                  <a:lnTo>
                    <a:pt x="23" y="130"/>
                  </a:lnTo>
                  <a:lnTo>
                    <a:pt x="21" y="130"/>
                  </a:lnTo>
                  <a:lnTo>
                    <a:pt x="18" y="130"/>
                  </a:lnTo>
                  <a:lnTo>
                    <a:pt x="16" y="130"/>
                  </a:lnTo>
                  <a:lnTo>
                    <a:pt x="16" y="128"/>
                  </a:lnTo>
                  <a:lnTo>
                    <a:pt x="11" y="128"/>
                  </a:lnTo>
                  <a:lnTo>
                    <a:pt x="10" y="130"/>
                  </a:lnTo>
                  <a:lnTo>
                    <a:pt x="6" y="130"/>
                  </a:lnTo>
                  <a:lnTo>
                    <a:pt x="6" y="130"/>
                  </a:lnTo>
                  <a:lnTo>
                    <a:pt x="2" y="130"/>
                  </a:lnTo>
                  <a:lnTo>
                    <a:pt x="2" y="130"/>
                  </a:lnTo>
                  <a:lnTo>
                    <a:pt x="2" y="130"/>
                  </a:lnTo>
                  <a:lnTo>
                    <a:pt x="0" y="130"/>
                  </a:lnTo>
                  <a:lnTo>
                    <a:pt x="0" y="130"/>
                  </a:lnTo>
                  <a:lnTo>
                    <a:pt x="0" y="124"/>
                  </a:lnTo>
                  <a:lnTo>
                    <a:pt x="0" y="123"/>
                  </a:lnTo>
                  <a:lnTo>
                    <a:pt x="0" y="123"/>
                  </a:lnTo>
                  <a:lnTo>
                    <a:pt x="0" y="122"/>
                  </a:lnTo>
                  <a:lnTo>
                    <a:pt x="2" y="119"/>
                  </a:lnTo>
                  <a:lnTo>
                    <a:pt x="2" y="119"/>
                  </a:lnTo>
                  <a:lnTo>
                    <a:pt x="2" y="118"/>
                  </a:lnTo>
                  <a:lnTo>
                    <a:pt x="2" y="117"/>
                  </a:lnTo>
                  <a:lnTo>
                    <a:pt x="2" y="117"/>
                  </a:lnTo>
                  <a:lnTo>
                    <a:pt x="3" y="115"/>
                  </a:lnTo>
                  <a:lnTo>
                    <a:pt x="6" y="112"/>
                  </a:lnTo>
                  <a:lnTo>
                    <a:pt x="6" y="111"/>
                  </a:lnTo>
                  <a:lnTo>
                    <a:pt x="6" y="111"/>
                  </a:lnTo>
                  <a:lnTo>
                    <a:pt x="11" y="110"/>
                  </a:lnTo>
                  <a:lnTo>
                    <a:pt x="11" y="110"/>
                  </a:lnTo>
                  <a:lnTo>
                    <a:pt x="15" y="110"/>
                  </a:lnTo>
                  <a:lnTo>
                    <a:pt x="16" y="110"/>
                  </a:lnTo>
                  <a:lnTo>
                    <a:pt x="16" y="108"/>
                  </a:lnTo>
                  <a:lnTo>
                    <a:pt x="18" y="105"/>
                  </a:lnTo>
                  <a:lnTo>
                    <a:pt x="18" y="105"/>
                  </a:lnTo>
                  <a:lnTo>
                    <a:pt x="18" y="103"/>
                  </a:lnTo>
                  <a:lnTo>
                    <a:pt x="18" y="103"/>
                  </a:lnTo>
                  <a:lnTo>
                    <a:pt x="21" y="101"/>
                  </a:lnTo>
                  <a:lnTo>
                    <a:pt x="23" y="100"/>
                  </a:lnTo>
                  <a:lnTo>
                    <a:pt x="23" y="99"/>
                  </a:lnTo>
                  <a:lnTo>
                    <a:pt x="23" y="96"/>
                  </a:lnTo>
                  <a:lnTo>
                    <a:pt x="24" y="95"/>
                  </a:lnTo>
                  <a:lnTo>
                    <a:pt x="24" y="95"/>
                  </a:lnTo>
                  <a:lnTo>
                    <a:pt x="24" y="94"/>
                  </a:lnTo>
                  <a:lnTo>
                    <a:pt x="25" y="93"/>
                  </a:lnTo>
                  <a:lnTo>
                    <a:pt x="25" y="86"/>
                  </a:lnTo>
                  <a:lnTo>
                    <a:pt x="25" y="86"/>
                  </a:lnTo>
                  <a:lnTo>
                    <a:pt x="26" y="85"/>
                  </a:lnTo>
                  <a:lnTo>
                    <a:pt x="26" y="83"/>
                  </a:lnTo>
                  <a:lnTo>
                    <a:pt x="26" y="79"/>
                  </a:lnTo>
                  <a:lnTo>
                    <a:pt x="26" y="78"/>
                  </a:lnTo>
                  <a:lnTo>
                    <a:pt x="26" y="72"/>
                  </a:lnTo>
                  <a:lnTo>
                    <a:pt x="26" y="60"/>
                  </a:lnTo>
                  <a:lnTo>
                    <a:pt x="26" y="52"/>
                  </a:lnTo>
                  <a:lnTo>
                    <a:pt x="26" y="48"/>
                  </a:lnTo>
                  <a:lnTo>
                    <a:pt x="26" y="46"/>
                  </a:lnTo>
                  <a:lnTo>
                    <a:pt x="25" y="39"/>
                  </a:lnTo>
                  <a:lnTo>
                    <a:pt x="25" y="34"/>
                  </a:lnTo>
                  <a:lnTo>
                    <a:pt x="25" y="29"/>
                  </a:lnTo>
                  <a:lnTo>
                    <a:pt x="24" y="27"/>
                  </a:lnTo>
                  <a:lnTo>
                    <a:pt x="24" y="20"/>
                  </a:lnTo>
                  <a:lnTo>
                    <a:pt x="23" y="17"/>
                  </a:lnTo>
                  <a:lnTo>
                    <a:pt x="23" y="17"/>
                  </a:lnTo>
                  <a:lnTo>
                    <a:pt x="23" y="16"/>
                  </a:lnTo>
                  <a:lnTo>
                    <a:pt x="24" y="13"/>
                  </a:lnTo>
                  <a:lnTo>
                    <a:pt x="25" y="11"/>
                  </a:lnTo>
                  <a:lnTo>
                    <a:pt x="27" y="11"/>
                  </a:lnTo>
                  <a:lnTo>
                    <a:pt x="30" y="9"/>
                  </a:lnTo>
                  <a:lnTo>
                    <a:pt x="34" y="9"/>
                  </a:lnTo>
                  <a:lnTo>
                    <a:pt x="35" y="8"/>
                  </a:lnTo>
                  <a:lnTo>
                    <a:pt x="40" y="5"/>
                  </a:lnTo>
                  <a:lnTo>
                    <a:pt x="43" y="5"/>
                  </a:lnTo>
                  <a:lnTo>
                    <a:pt x="46" y="2"/>
                  </a:lnTo>
                  <a:lnTo>
                    <a:pt x="50" y="2"/>
                  </a:lnTo>
                  <a:lnTo>
                    <a:pt x="55" y="0"/>
                  </a:lnTo>
                  <a:lnTo>
                    <a:pt x="57" y="2"/>
                  </a:lnTo>
                  <a:lnTo>
                    <a:pt x="60" y="5"/>
                  </a:lnTo>
                  <a:lnTo>
                    <a:pt x="63" y="6"/>
                  </a:lnTo>
                  <a:lnTo>
                    <a:pt x="67" y="9"/>
                  </a:lnTo>
                  <a:lnTo>
                    <a:pt x="67" y="9"/>
                  </a:lnTo>
                </a:path>
              </a:pathLst>
            </a:custGeom>
            <a:solidFill>
              <a:srgbClr val="6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20" name=""/>
            <p:cNvSpPr/>
            <p:nvPr/>
          </p:nvSpPr>
          <p:spPr>
            <a:xfrm>
              <a:off x="6715080" y="4187880"/>
              <a:ext cx="33480" cy="101520"/>
            </a:xfrm>
            <a:custGeom>
              <a:avLst/>
              <a:gdLst/>
              <a:ahLst/>
              <a:rect l="l" t="t" r="r" b="b"/>
              <a:pathLst>
                <a:path w="21" h="64">
                  <a:moveTo>
                    <a:pt x="0" y="1"/>
                  </a:moveTo>
                  <a:lnTo>
                    <a:pt x="0" y="3"/>
                  </a:lnTo>
                  <a:lnTo>
                    <a:pt x="1" y="5"/>
                  </a:lnTo>
                  <a:lnTo>
                    <a:pt x="2" y="5"/>
                  </a:lnTo>
                  <a:lnTo>
                    <a:pt x="3" y="7"/>
                  </a:lnTo>
                  <a:lnTo>
                    <a:pt x="5" y="11"/>
                  </a:lnTo>
                  <a:lnTo>
                    <a:pt x="7" y="15"/>
                  </a:lnTo>
                  <a:lnTo>
                    <a:pt x="7" y="17"/>
                  </a:lnTo>
                  <a:lnTo>
                    <a:pt x="7" y="22"/>
                  </a:lnTo>
                  <a:lnTo>
                    <a:pt x="7" y="26"/>
                  </a:lnTo>
                  <a:lnTo>
                    <a:pt x="7" y="27"/>
                  </a:lnTo>
                  <a:lnTo>
                    <a:pt x="10" y="32"/>
                  </a:lnTo>
                  <a:lnTo>
                    <a:pt x="13" y="35"/>
                  </a:lnTo>
                  <a:lnTo>
                    <a:pt x="14" y="36"/>
                  </a:lnTo>
                  <a:lnTo>
                    <a:pt x="14" y="39"/>
                  </a:lnTo>
                  <a:lnTo>
                    <a:pt x="14" y="42"/>
                  </a:lnTo>
                  <a:lnTo>
                    <a:pt x="14" y="47"/>
                  </a:lnTo>
                  <a:lnTo>
                    <a:pt x="14" y="58"/>
                  </a:lnTo>
                  <a:lnTo>
                    <a:pt x="14" y="63"/>
                  </a:lnTo>
                  <a:lnTo>
                    <a:pt x="14" y="63"/>
                  </a:lnTo>
                  <a:lnTo>
                    <a:pt x="14" y="58"/>
                  </a:lnTo>
                  <a:lnTo>
                    <a:pt x="14" y="46"/>
                  </a:lnTo>
                  <a:lnTo>
                    <a:pt x="14" y="36"/>
                  </a:lnTo>
                  <a:lnTo>
                    <a:pt x="14" y="32"/>
                  </a:lnTo>
                  <a:lnTo>
                    <a:pt x="14" y="27"/>
                  </a:lnTo>
                  <a:lnTo>
                    <a:pt x="15" y="27"/>
                  </a:lnTo>
                  <a:lnTo>
                    <a:pt x="17" y="24"/>
                  </a:lnTo>
                  <a:lnTo>
                    <a:pt x="17" y="22"/>
                  </a:lnTo>
                  <a:lnTo>
                    <a:pt x="17" y="22"/>
                  </a:lnTo>
                  <a:lnTo>
                    <a:pt x="20" y="19"/>
                  </a:lnTo>
                  <a:lnTo>
                    <a:pt x="20" y="17"/>
                  </a:lnTo>
                  <a:lnTo>
                    <a:pt x="20" y="17"/>
                  </a:lnTo>
                  <a:lnTo>
                    <a:pt x="20" y="17"/>
                  </a:lnTo>
                  <a:lnTo>
                    <a:pt x="20" y="17"/>
                  </a:lnTo>
                  <a:lnTo>
                    <a:pt x="20" y="16"/>
                  </a:lnTo>
                  <a:lnTo>
                    <a:pt x="17" y="15"/>
                  </a:lnTo>
                  <a:lnTo>
                    <a:pt x="17" y="14"/>
                  </a:lnTo>
                  <a:lnTo>
                    <a:pt x="17" y="14"/>
                  </a:lnTo>
                  <a:lnTo>
                    <a:pt x="14" y="9"/>
                  </a:lnTo>
                  <a:lnTo>
                    <a:pt x="14" y="7"/>
                  </a:lnTo>
                  <a:lnTo>
                    <a:pt x="14" y="6"/>
                  </a:lnTo>
                  <a:lnTo>
                    <a:pt x="14" y="5"/>
                  </a:lnTo>
                  <a:lnTo>
                    <a:pt x="10" y="5"/>
                  </a:lnTo>
                  <a:lnTo>
                    <a:pt x="7" y="1"/>
                  </a:lnTo>
                  <a:lnTo>
                    <a:pt x="7" y="1"/>
                  </a:lnTo>
                  <a:lnTo>
                    <a:pt x="6" y="0"/>
                  </a:lnTo>
                  <a:lnTo>
                    <a:pt x="3" y="0"/>
                  </a:lnTo>
                  <a:lnTo>
                    <a:pt x="2" y="1"/>
                  </a:lnTo>
                  <a:lnTo>
                    <a:pt x="0" y="1"/>
                  </a:lnTo>
                  <a:lnTo>
                    <a:pt x="0" y="1"/>
                  </a:lnTo>
                </a:path>
              </a:pathLst>
            </a:custGeom>
            <a:solidFill>
              <a:srgbClr val="626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21" name=""/>
            <p:cNvSpPr/>
            <p:nvPr/>
          </p:nvSpPr>
          <p:spPr>
            <a:xfrm>
              <a:off x="7364520" y="4363920"/>
              <a:ext cx="75960" cy="46080"/>
            </a:xfrm>
            <a:custGeom>
              <a:avLst/>
              <a:gdLst/>
              <a:ahLst/>
              <a:rect l="l" t="t" r="r" b="b"/>
              <a:pathLst>
                <a:path w="48" h="29">
                  <a:moveTo>
                    <a:pt x="47" y="13"/>
                  </a:moveTo>
                  <a:lnTo>
                    <a:pt x="47" y="13"/>
                  </a:lnTo>
                  <a:lnTo>
                    <a:pt x="47" y="13"/>
                  </a:lnTo>
                  <a:lnTo>
                    <a:pt x="47" y="14"/>
                  </a:lnTo>
                  <a:lnTo>
                    <a:pt x="47" y="15"/>
                  </a:lnTo>
                  <a:lnTo>
                    <a:pt x="46" y="15"/>
                  </a:lnTo>
                  <a:lnTo>
                    <a:pt x="44" y="17"/>
                  </a:lnTo>
                  <a:lnTo>
                    <a:pt x="42" y="19"/>
                  </a:lnTo>
                  <a:lnTo>
                    <a:pt x="39" y="19"/>
                  </a:lnTo>
                  <a:lnTo>
                    <a:pt x="38" y="21"/>
                  </a:lnTo>
                  <a:lnTo>
                    <a:pt x="38" y="22"/>
                  </a:lnTo>
                  <a:lnTo>
                    <a:pt x="38" y="22"/>
                  </a:lnTo>
                  <a:lnTo>
                    <a:pt x="35" y="22"/>
                  </a:lnTo>
                  <a:lnTo>
                    <a:pt x="35" y="25"/>
                  </a:lnTo>
                  <a:lnTo>
                    <a:pt x="32" y="25"/>
                  </a:lnTo>
                  <a:lnTo>
                    <a:pt x="29" y="26"/>
                  </a:lnTo>
                  <a:lnTo>
                    <a:pt x="28" y="27"/>
                  </a:lnTo>
                  <a:lnTo>
                    <a:pt x="25" y="27"/>
                  </a:lnTo>
                  <a:lnTo>
                    <a:pt x="22" y="27"/>
                  </a:lnTo>
                  <a:lnTo>
                    <a:pt x="16" y="28"/>
                  </a:lnTo>
                  <a:lnTo>
                    <a:pt x="15" y="28"/>
                  </a:lnTo>
                  <a:lnTo>
                    <a:pt x="12" y="27"/>
                  </a:lnTo>
                  <a:lnTo>
                    <a:pt x="6" y="27"/>
                  </a:lnTo>
                  <a:lnTo>
                    <a:pt x="3" y="27"/>
                  </a:lnTo>
                  <a:lnTo>
                    <a:pt x="1" y="26"/>
                  </a:lnTo>
                  <a:lnTo>
                    <a:pt x="0" y="25"/>
                  </a:lnTo>
                  <a:lnTo>
                    <a:pt x="0" y="25"/>
                  </a:lnTo>
                  <a:lnTo>
                    <a:pt x="0" y="22"/>
                  </a:lnTo>
                  <a:lnTo>
                    <a:pt x="0" y="22"/>
                  </a:lnTo>
                  <a:lnTo>
                    <a:pt x="0" y="19"/>
                  </a:lnTo>
                  <a:lnTo>
                    <a:pt x="1" y="17"/>
                  </a:lnTo>
                  <a:lnTo>
                    <a:pt x="3" y="14"/>
                  </a:lnTo>
                  <a:lnTo>
                    <a:pt x="6" y="10"/>
                  </a:lnTo>
                  <a:lnTo>
                    <a:pt x="6" y="8"/>
                  </a:lnTo>
                  <a:lnTo>
                    <a:pt x="6" y="7"/>
                  </a:lnTo>
                  <a:lnTo>
                    <a:pt x="9" y="7"/>
                  </a:lnTo>
                  <a:lnTo>
                    <a:pt x="12" y="4"/>
                  </a:lnTo>
                  <a:lnTo>
                    <a:pt x="13" y="0"/>
                  </a:lnTo>
                  <a:lnTo>
                    <a:pt x="15" y="0"/>
                  </a:lnTo>
                  <a:lnTo>
                    <a:pt x="15" y="0"/>
                  </a:lnTo>
                  <a:lnTo>
                    <a:pt x="15" y="0"/>
                  </a:lnTo>
                  <a:lnTo>
                    <a:pt x="16" y="0"/>
                  </a:lnTo>
                  <a:lnTo>
                    <a:pt x="16" y="0"/>
                  </a:lnTo>
                  <a:lnTo>
                    <a:pt x="16" y="0"/>
                  </a:lnTo>
                  <a:lnTo>
                    <a:pt x="17" y="0"/>
                  </a:lnTo>
                  <a:lnTo>
                    <a:pt x="22" y="0"/>
                  </a:lnTo>
                  <a:lnTo>
                    <a:pt x="22" y="0"/>
                  </a:lnTo>
                  <a:lnTo>
                    <a:pt x="25" y="0"/>
                  </a:lnTo>
                  <a:lnTo>
                    <a:pt x="28" y="0"/>
                  </a:lnTo>
                  <a:lnTo>
                    <a:pt x="29" y="0"/>
                  </a:lnTo>
                  <a:lnTo>
                    <a:pt x="30" y="0"/>
                  </a:lnTo>
                  <a:lnTo>
                    <a:pt x="35" y="1"/>
                  </a:lnTo>
                  <a:lnTo>
                    <a:pt x="35" y="5"/>
                  </a:lnTo>
                  <a:lnTo>
                    <a:pt x="38" y="7"/>
                  </a:lnTo>
                  <a:lnTo>
                    <a:pt x="39" y="8"/>
                  </a:lnTo>
                  <a:lnTo>
                    <a:pt x="44" y="10"/>
                  </a:lnTo>
                  <a:lnTo>
                    <a:pt x="47" y="13"/>
                  </a:lnTo>
                  <a:lnTo>
                    <a:pt x="47" y="13"/>
                  </a:lnTo>
                </a:path>
              </a:pathLst>
            </a:custGeom>
            <a:solidFill>
              <a:srgbClr val="ffc0b6"/>
            </a:solidFill>
            <a:ln w="9360">
              <a:solidFill>
                <a:srgbClr val="000000"/>
              </a:solidFill>
              <a:round/>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2722" name=""/>
            <p:cNvSpPr/>
            <p:nvPr/>
          </p:nvSpPr>
          <p:spPr>
            <a:xfrm>
              <a:off x="7367760" y="4376880"/>
              <a:ext cx="33120" cy="31680"/>
            </a:xfrm>
            <a:custGeom>
              <a:avLst/>
              <a:gdLst/>
              <a:ahLst/>
              <a:rect l="l" t="t" r="r" b="b"/>
              <a:pathLst>
                <a:path w="21" h="20">
                  <a:moveTo>
                    <a:pt x="11" y="0"/>
                  </a:moveTo>
                  <a:lnTo>
                    <a:pt x="11" y="0"/>
                  </a:lnTo>
                  <a:lnTo>
                    <a:pt x="11" y="2"/>
                  </a:lnTo>
                  <a:lnTo>
                    <a:pt x="8" y="5"/>
                  </a:lnTo>
                  <a:lnTo>
                    <a:pt x="6" y="7"/>
                  </a:lnTo>
                  <a:lnTo>
                    <a:pt x="4" y="9"/>
                  </a:lnTo>
                  <a:lnTo>
                    <a:pt x="1" y="11"/>
                  </a:lnTo>
                  <a:lnTo>
                    <a:pt x="1" y="14"/>
                  </a:lnTo>
                  <a:lnTo>
                    <a:pt x="0" y="17"/>
                  </a:lnTo>
                  <a:lnTo>
                    <a:pt x="0" y="17"/>
                  </a:lnTo>
                  <a:lnTo>
                    <a:pt x="1" y="18"/>
                  </a:lnTo>
                  <a:lnTo>
                    <a:pt x="4" y="19"/>
                  </a:lnTo>
                  <a:lnTo>
                    <a:pt x="4" y="19"/>
                  </a:lnTo>
                  <a:lnTo>
                    <a:pt x="4" y="19"/>
                  </a:lnTo>
                  <a:lnTo>
                    <a:pt x="7" y="19"/>
                  </a:lnTo>
                  <a:lnTo>
                    <a:pt x="10" y="19"/>
                  </a:lnTo>
                  <a:lnTo>
                    <a:pt x="11" y="19"/>
                  </a:lnTo>
                  <a:lnTo>
                    <a:pt x="11" y="18"/>
                  </a:lnTo>
                  <a:lnTo>
                    <a:pt x="13" y="14"/>
                  </a:lnTo>
                  <a:lnTo>
                    <a:pt x="14" y="13"/>
                  </a:lnTo>
                  <a:lnTo>
                    <a:pt x="15" y="9"/>
                  </a:lnTo>
                  <a:lnTo>
                    <a:pt x="20" y="6"/>
                  </a:lnTo>
                  <a:lnTo>
                    <a:pt x="20" y="5"/>
                  </a:lnTo>
                  <a:lnTo>
                    <a:pt x="14" y="0"/>
                  </a:lnTo>
                  <a:lnTo>
                    <a:pt x="11" y="0"/>
                  </a:lnTo>
                  <a:lnTo>
                    <a:pt x="11" y="0"/>
                  </a:lnTo>
                </a:path>
              </a:pathLst>
            </a:custGeom>
            <a:solidFill>
              <a:srgbClr val="ffc0b6"/>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2723" name=""/>
            <p:cNvSpPr/>
            <p:nvPr/>
          </p:nvSpPr>
          <p:spPr>
            <a:xfrm>
              <a:off x="7373880" y="4375080"/>
              <a:ext cx="77760" cy="42840"/>
            </a:xfrm>
            <a:custGeom>
              <a:avLst/>
              <a:gdLst/>
              <a:ahLst/>
              <a:rect l="l" t="t" r="r" b="b"/>
              <a:pathLst>
                <a:path w="49" h="27">
                  <a:moveTo>
                    <a:pt x="48" y="12"/>
                  </a:moveTo>
                  <a:lnTo>
                    <a:pt x="48" y="12"/>
                  </a:lnTo>
                  <a:lnTo>
                    <a:pt x="48" y="12"/>
                  </a:lnTo>
                  <a:lnTo>
                    <a:pt x="48" y="12"/>
                  </a:lnTo>
                  <a:lnTo>
                    <a:pt x="48" y="12"/>
                  </a:lnTo>
                  <a:lnTo>
                    <a:pt x="48" y="15"/>
                  </a:lnTo>
                  <a:lnTo>
                    <a:pt x="48" y="15"/>
                  </a:lnTo>
                  <a:lnTo>
                    <a:pt x="46" y="15"/>
                  </a:lnTo>
                  <a:lnTo>
                    <a:pt x="43" y="18"/>
                  </a:lnTo>
                  <a:lnTo>
                    <a:pt x="43" y="18"/>
                  </a:lnTo>
                  <a:lnTo>
                    <a:pt x="41" y="20"/>
                  </a:lnTo>
                  <a:lnTo>
                    <a:pt x="38" y="20"/>
                  </a:lnTo>
                  <a:lnTo>
                    <a:pt x="36" y="21"/>
                  </a:lnTo>
                  <a:lnTo>
                    <a:pt x="33" y="21"/>
                  </a:lnTo>
                  <a:lnTo>
                    <a:pt x="32" y="23"/>
                  </a:lnTo>
                  <a:lnTo>
                    <a:pt x="29" y="23"/>
                  </a:lnTo>
                  <a:lnTo>
                    <a:pt x="29" y="26"/>
                  </a:lnTo>
                  <a:lnTo>
                    <a:pt x="24" y="26"/>
                  </a:lnTo>
                  <a:lnTo>
                    <a:pt x="23" y="26"/>
                  </a:lnTo>
                  <a:lnTo>
                    <a:pt x="19" y="26"/>
                  </a:lnTo>
                  <a:lnTo>
                    <a:pt x="16" y="26"/>
                  </a:lnTo>
                  <a:lnTo>
                    <a:pt x="10" y="26"/>
                  </a:lnTo>
                  <a:lnTo>
                    <a:pt x="7" y="26"/>
                  </a:lnTo>
                  <a:lnTo>
                    <a:pt x="3" y="24"/>
                  </a:lnTo>
                  <a:lnTo>
                    <a:pt x="0" y="23"/>
                  </a:lnTo>
                  <a:lnTo>
                    <a:pt x="0" y="23"/>
                  </a:lnTo>
                  <a:lnTo>
                    <a:pt x="0" y="20"/>
                  </a:lnTo>
                  <a:lnTo>
                    <a:pt x="0" y="19"/>
                  </a:lnTo>
                  <a:lnTo>
                    <a:pt x="0" y="15"/>
                  </a:lnTo>
                  <a:lnTo>
                    <a:pt x="0" y="15"/>
                  </a:lnTo>
                  <a:lnTo>
                    <a:pt x="3" y="12"/>
                  </a:lnTo>
                  <a:lnTo>
                    <a:pt x="6" y="10"/>
                  </a:lnTo>
                  <a:lnTo>
                    <a:pt x="7" y="8"/>
                  </a:lnTo>
                  <a:lnTo>
                    <a:pt x="9" y="6"/>
                  </a:lnTo>
                  <a:lnTo>
                    <a:pt x="10" y="1"/>
                  </a:lnTo>
                  <a:lnTo>
                    <a:pt x="10" y="1"/>
                  </a:lnTo>
                  <a:lnTo>
                    <a:pt x="10" y="0"/>
                  </a:lnTo>
                  <a:lnTo>
                    <a:pt x="10" y="0"/>
                  </a:lnTo>
                  <a:lnTo>
                    <a:pt x="11" y="0"/>
                  </a:lnTo>
                  <a:lnTo>
                    <a:pt x="16" y="0"/>
                  </a:lnTo>
                  <a:lnTo>
                    <a:pt x="16" y="0"/>
                  </a:lnTo>
                  <a:lnTo>
                    <a:pt x="18" y="0"/>
                  </a:lnTo>
                  <a:lnTo>
                    <a:pt x="22" y="0"/>
                  </a:lnTo>
                  <a:lnTo>
                    <a:pt x="23" y="0"/>
                  </a:lnTo>
                  <a:lnTo>
                    <a:pt x="24" y="0"/>
                  </a:lnTo>
                  <a:lnTo>
                    <a:pt x="29" y="0"/>
                  </a:lnTo>
                  <a:lnTo>
                    <a:pt x="31" y="1"/>
                  </a:lnTo>
                  <a:lnTo>
                    <a:pt x="32" y="1"/>
                  </a:lnTo>
                  <a:lnTo>
                    <a:pt x="36" y="3"/>
                  </a:lnTo>
                  <a:lnTo>
                    <a:pt x="41" y="6"/>
                  </a:lnTo>
                  <a:lnTo>
                    <a:pt x="43" y="6"/>
                  </a:lnTo>
                  <a:lnTo>
                    <a:pt x="47" y="8"/>
                  </a:lnTo>
                  <a:lnTo>
                    <a:pt x="48" y="12"/>
                  </a:lnTo>
                  <a:lnTo>
                    <a:pt x="48" y="12"/>
                  </a:lnTo>
                </a:path>
              </a:pathLst>
            </a:custGeom>
            <a:solidFill>
              <a:srgbClr val="ffc0b6"/>
            </a:solidFill>
            <a:ln w="9360">
              <a:solidFill>
                <a:srgbClr val="000000"/>
              </a:solidFill>
              <a:round/>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2724" name=""/>
            <p:cNvSpPr/>
            <p:nvPr/>
          </p:nvSpPr>
          <p:spPr>
            <a:xfrm>
              <a:off x="7419960" y="4386240"/>
              <a:ext cx="31680" cy="27000"/>
            </a:xfrm>
            <a:custGeom>
              <a:avLst/>
              <a:gdLst/>
              <a:ahLst/>
              <a:rect l="l" t="t" r="r" b="b"/>
              <a:pathLst>
                <a:path w="20" h="17">
                  <a:moveTo>
                    <a:pt x="12" y="1"/>
                  </a:moveTo>
                  <a:lnTo>
                    <a:pt x="12" y="1"/>
                  </a:lnTo>
                  <a:lnTo>
                    <a:pt x="11" y="0"/>
                  </a:lnTo>
                  <a:lnTo>
                    <a:pt x="9" y="0"/>
                  </a:lnTo>
                  <a:lnTo>
                    <a:pt x="9" y="0"/>
                  </a:lnTo>
                  <a:lnTo>
                    <a:pt x="7" y="0"/>
                  </a:lnTo>
                  <a:lnTo>
                    <a:pt x="7" y="0"/>
                  </a:lnTo>
                  <a:lnTo>
                    <a:pt x="4" y="0"/>
                  </a:lnTo>
                  <a:lnTo>
                    <a:pt x="4" y="0"/>
                  </a:lnTo>
                  <a:lnTo>
                    <a:pt x="4" y="1"/>
                  </a:lnTo>
                  <a:lnTo>
                    <a:pt x="4" y="1"/>
                  </a:lnTo>
                  <a:lnTo>
                    <a:pt x="4" y="3"/>
                  </a:lnTo>
                  <a:lnTo>
                    <a:pt x="4" y="5"/>
                  </a:lnTo>
                  <a:lnTo>
                    <a:pt x="4" y="5"/>
                  </a:lnTo>
                  <a:lnTo>
                    <a:pt x="3" y="8"/>
                  </a:lnTo>
                  <a:lnTo>
                    <a:pt x="3" y="8"/>
                  </a:lnTo>
                  <a:lnTo>
                    <a:pt x="3" y="8"/>
                  </a:lnTo>
                  <a:lnTo>
                    <a:pt x="3" y="8"/>
                  </a:lnTo>
                  <a:lnTo>
                    <a:pt x="2" y="11"/>
                  </a:lnTo>
                  <a:lnTo>
                    <a:pt x="1" y="11"/>
                  </a:lnTo>
                  <a:lnTo>
                    <a:pt x="0" y="13"/>
                  </a:lnTo>
                  <a:lnTo>
                    <a:pt x="0" y="13"/>
                  </a:lnTo>
                  <a:lnTo>
                    <a:pt x="0" y="14"/>
                  </a:lnTo>
                  <a:lnTo>
                    <a:pt x="0" y="14"/>
                  </a:lnTo>
                  <a:lnTo>
                    <a:pt x="0" y="16"/>
                  </a:lnTo>
                  <a:lnTo>
                    <a:pt x="0" y="16"/>
                  </a:lnTo>
                  <a:lnTo>
                    <a:pt x="0" y="16"/>
                  </a:lnTo>
                  <a:lnTo>
                    <a:pt x="0" y="14"/>
                  </a:lnTo>
                  <a:lnTo>
                    <a:pt x="3" y="14"/>
                  </a:lnTo>
                  <a:lnTo>
                    <a:pt x="3" y="13"/>
                  </a:lnTo>
                  <a:lnTo>
                    <a:pt x="7" y="13"/>
                  </a:lnTo>
                  <a:lnTo>
                    <a:pt x="9" y="13"/>
                  </a:lnTo>
                  <a:lnTo>
                    <a:pt x="11" y="12"/>
                  </a:lnTo>
                  <a:lnTo>
                    <a:pt x="14" y="11"/>
                  </a:lnTo>
                  <a:lnTo>
                    <a:pt x="14" y="11"/>
                  </a:lnTo>
                  <a:lnTo>
                    <a:pt x="14" y="8"/>
                  </a:lnTo>
                  <a:lnTo>
                    <a:pt x="17" y="8"/>
                  </a:lnTo>
                  <a:lnTo>
                    <a:pt x="18" y="8"/>
                  </a:lnTo>
                  <a:lnTo>
                    <a:pt x="19" y="7"/>
                  </a:lnTo>
                  <a:lnTo>
                    <a:pt x="19" y="5"/>
                  </a:lnTo>
                  <a:lnTo>
                    <a:pt x="19" y="3"/>
                  </a:lnTo>
                  <a:lnTo>
                    <a:pt x="12" y="1"/>
                  </a:lnTo>
                  <a:lnTo>
                    <a:pt x="12" y="1"/>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725" name=""/>
            <p:cNvSpPr/>
            <p:nvPr/>
          </p:nvSpPr>
          <p:spPr>
            <a:xfrm>
              <a:off x="7386480" y="4164120"/>
              <a:ext cx="115920" cy="231840"/>
            </a:xfrm>
            <a:custGeom>
              <a:avLst/>
              <a:gdLst/>
              <a:ahLst/>
              <a:rect l="l" t="t" r="r" b="b"/>
              <a:pathLst>
                <a:path w="73" h="146">
                  <a:moveTo>
                    <a:pt x="70" y="8"/>
                  </a:moveTo>
                  <a:lnTo>
                    <a:pt x="70" y="9"/>
                  </a:lnTo>
                  <a:lnTo>
                    <a:pt x="72" y="12"/>
                  </a:lnTo>
                  <a:lnTo>
                    <a:pt x="72" y="14"/>
                  </a:lnTo>
                  <a:lnTo>
                    <a:pt x="70" y="20"/>
                  </a:lnTo>
                  <a:lnTo>
                    <a:pt x="70" y="22"/>
                  </a:lnTo>
                  <a:lnTo>
                    <a:pt x="70" y="30"/>
                  </a:lnTo>
                  <a:lnTo>
                    <a:pt x="67" y="32"/>
                  </a:lnTo>
                  <a:lnTo>
                    <a:pt x="67" y="37"/>
                  </a:lnTo>
                  <a:lnTo>
                    <a:pt x="64" y="42"/>
                  </a:lnTo>
                  <a:lnTo>
                    <a:pt x="64" y="50"/>
                  </a:lnTo>
                  <a:lnTo>
                    <a:pt x="64" y="55"/>
                  </a:lnTo>
                  <a:lnTo>
                    <a:pt x="62" y="62"/>
                  </a:lnTo>
                  <a:lnTo>
                    <a:pt x="62" y="66"/>
                  </a:lnTo>
                  <a:lnTo>
                    <a:pt x="62" y="73"/>
                  </a:lnTo>
                  <a:lnTo>
                    <a:pt x="62" y="75"/>
                  </a:lnTo>
                  <a:lnTo>
                    <a:pt x="62" y="79"/>
                  </a:lnTo>
                  <a:lnTo>
                    <a:pt x="62" y="86"/>
                  </a:lnTo>
                  <a:lnTo>
                    <a:pt x="62" y="95"/>
                  </a:lnTo>
                  <a:lnTo>
                    <a:pt x="62" y="102"/>
                  </a:lnTo>
                  <a:lnTo>
                    <a:pt x="62" y="106"/>
                  </a:lnTo>
                  <a:lnTo>
                    <a:pt x="62" y="108"/>
                  </a:lnTo>
                  <a:lnTo>
                    <a:pt x="61" y="111"/>
                  </a:lnTo>
                  <a:lnTo>
                    <a:pt x="61" y="113"/>
                  </a:lnTo>
                  <a:lnTo>
                    <a:pt x="60" y="114"/>
                  </a:lnTo>
                  <a:lnTo>
                    <a:pt x="60" y="120"/>
                  </a:lnTo>
                  <a:lnTo>
                    <a:pt x="60" y="121"/>
                  </a:lnTo>
                  <a:lnTo>
                    <a:pt x="60" y="122"/>
                  </a:lnTo>
                  <a:lnTo>
                    <a:pt x="59" y="122"/>
                  </a:lnTo>
                  <a:lnTo>
                    <a:pt x="58" y="125"/>
                  </a:lnTo>
                  <a:lnTo>
                    <a:pt x="56" y="125"/>
                  </a:lnTo>
                  <a:lnTo>
                    <a:pt x="54" y="126"/>
                  </a:lnTo>
                  <a:lnTo>
                    <a:pt x="52" y="126"/>
                  </a:lnTo>
                  <a:lnTo>
                    <a:pt x="52" y="127"/>
                  </a:lnTo>
                  <a:lnTo>
                    <a:pt x="51" y="127"/>
                  </a:lnTo>
                  <a:lnTo>
                    <a:pt x="50" y="131"/>
                  </a:lnTo>
                  <a:lnTo>
                    <a:pt x="50" y="131"/>
                  </a:lnTo>
                  <a:lnTo>
                    <a:pt x="50" y="133"/>
                  </a:lnTo>
                  <a:lnTo>
                    <a:pt x="50" y="133"/>
                  </a:lnTo>
                  <a:lnTo>
                    <a:pt x="50" y="133"/>
                  </a:lnTo>
                  <a:lnTo>
                    <a:pt x="49" y="134"/>
                  </a:lnTo>
                  <a:lnTo>
                    <a:pt x="47" y="136"/>
                  </a:lnTo>
                  <a:lnTo>
                    <a:pt x="47" y="139"/>
                  </a:lnTo>
                  <a:lnTo>
                    <a:pt x="45" y="139"/>
                  </a:lnTo>
                  <a:lnTo>
                    <a:pt x="45" y="140"/>
                  </a:lnTo>
                  <a:lnTo>
                    <a:pt x="42" y="141"/>
                  </a:lnTo>
                  <a:lnTo>
                    <a:pt x="40" y="141"/>
                  </a:lnTo>
                  <a:lnTo>
                    <a:pt x="40" y="141"/>
                  </a:lnTo>
                  <a:lnTo>
                    <a:pt x="40" y="143"/>
                  </a:lnTo>
                  <a:lnTo>
                    <a:pt x="40" y="145"/>
                  </a:lnTo>
                  <a:lnTo>
                    <a:pt x="40" y="145"/>
                  </a:lnTo>
                  <a:lnTo>
                    <a:pt x="40" y="145"/>
                  </a:lnTo>
                  <a:lnTo>
                    <a:pt x="40" y="145"/>
                  </a:lnTo>
                  <a:lnTo>
                    <a:pt x="39" y="145"/>
                  </a:lnTo>
                  <a:lnTo>
                    <a:pt x="36" y="143"/>
                  </a:lnTo>
                  <a:lnTo>
                    <a:pt x="35" y="143"/>
                  </a:lnTo>
                  <a:lnTo>
                    <a:pt x="35" y="141"/>
                  </a:lnTo>
                  <a:lnTo>
                    <a:pt x="33" y="141"/>
                  </a:lnTo>
                  <a:lnTo>
                    <a:pt x="30" y="141"/>
                  </a:lnTo>
                  <a:lnTo>
                    <a:pt x="30" y="140"/>
                  </a:lnTo>
                  <a:lnTo>
                    <a:pt x="25" y="139"/>
                  </a:lnTo>
                  <a:lnTo>
                    <a:pt x="24" y="139"/>
                  </a:lnTo>
                  <a:lnTo>
                    <a:pt x="24" y="139"/>
                  </a:lnTo>
                  <a:lnTo>
                    <a:pt x="21" y="139"/>
                  </a:lnTo>
                  <a:lnTo>
                    <a:pt x="21" y="136"/>
                  </a:lnTo>
                  <a:lnTo>
                    <a:pt x="18" y="136"/>
                  </a:lnTo>
                  <a:lnTo>
                    <a:pt x="16" y="136"/>
                  </a:lnTo>
                  <a:lnTo>
                    <a:pt x="15" y="134"/>
                  </a:lnTo>
                  <a:lnTo>
                    <a:pt x="14" y="134"/>
                  </a:lnTo>
                  <a:lnTo>
                    <a:pt x="11" y="136"/>
                  </a:lnTo>
                  <a:lnTo>
                    <a:pt x="8" y="136"/>
                  </a:lnTo>
                  <a:lnTo>
                    <a:pt x="8" y="136"/>
                  </a:lnTo>
                  <a:lnTo>
                    <a:pt x="2" y="136"/>
                  </a:lnTo>
                  <a:lnTo>
                    <a:pt x="2" y="136"/>
                  </a:lnTo>
                  <a:lnTo>
                    <a:pt x="1" y="136"/>
                  </a:lnTo>
                  <a:lnTo>
                    <a:pt x="1" y="136"/>
                  </a:lnTo>
                  <a:lnTo>
                    <a:pt x="1" y="134"/>
                  </a:lnTo>
                  <a:lnTo>
                    <a:pt x="1" y="134"/>
                  </a:lnTo>
                  <a:lnTo>
                    <a:pt x="0" y="133"/>
                  </a:lnTo>
                  <a:lnTo>
                    <a:pt x="1" y="131"/>
                  </a:lnTo>
                  <a:lnTo>
                    <a:pt x="1" y="126"/>
                  </a:lnTo>
                  <a:lnTo>
                    <a:pt x="2" y="126"/>
                  </a:lnTo>
                  <a:lnTo>
                    <a:pt x="2" y="126"/>
                  </a:lnTo>
                  <a:lnTo>
                    <a:pt x="2" y="125"/>
                  </a:lnTo>
                  <a:lnTo>
                    <a:pt x="3" y="124"/>
                  </a:lnTo>
                  <a:lnTo>
                    <a:pt x="4" y="122"/>
                  </a:lnTo>
                  <a:lnTo>
                    <a:pt x="8" y="121"/>
                  </a:lnTo>
                  <a:lnTo>
                    <a:pt x="8" y="120"/>
                  </a:lnTo>
                  <a:lnTo>
                    <a:pt x="8" y="120"/>
                  </a:lnTo>
                  <a:lnTo>
                    <a:pt x="10" y="118"/>
                  </a:lnTo>
                  <a:lnTo>
                    <a:pt x="11" y="118"/>
                  </a:lnTo>
                  <a:lnTo>
                    <a:pt x="15" y="115"/>
                  </a:lnTo>
                  <a:lnTo>
                    <a:pt x="15" y="114"/>
                  </a:lnTo>
                  <a:lnTo>
                    <a:pt x="16" y="114"/>
                  </a:lnTo>
                  <a:lnTo>
                    <a:pt x="18" y="113"/>
                  </a:lnTo>
                  <a:lnTo>
                    <a:pt x="21" y="113"/>
                  </a:lnTo>
                  <a:lnTo>
                    <a:pt x="21" y="112"/>
                  </a:lnTo>
                  <a:lnTo>
                    <a:pt x="21" y="108"/>
                  </a:lnTo>
                  <a:lnTo>
                    <a:pt x="21" y="108"/>
                  </a:lnTo>
                  <a:lnTo>
                    <a:pt x="21" y="106"/>
                  </a:lnTo>
                  <a:lnTo>
                    <a:pt x="21" y="106"/>
                  </a:lnTo>
                  <a:lnTo>
                    <a:pt x="23" y="104"/>
                  </a:lnTo>
                  <a:lnTo>
                    <a:pt x="24" y="103"/>
                  </a:lnTo>
                  <a:lnTo>
                    <a:pt x="24" y="102"/>
                  </a:lnTo>
                  <a:lnTo>
                    <a:pt x="24" y="99"/>
                  </a:lnTo>
                  <a:lnTo>
                    <a:pt x="24" y="98"/>
                  </a:lnTo>
                  <a:lnTo>
                    <a:pt x="24" y="97"/>
                  </a:lnTo>
                  <a:lnTo>
                    <a:pt x="25" y="95"/>
                  </a:lnTo>
                  <a:lnTo>
                    <a:pt x="25" y="89"/>
                  </a:lnTo>
                  <a:lnTo>
                    <a:pt x="28" y="88"/>
                  </a:lnTo>
                  <a:lnTo>
                    <a:pt x="28" y="88"/>
                  </a:lnTo>
                  <a:lnTo>
                    <a:pt x="28" y="84"/>
                  </a:lnTo>
                  <a:lnTo>
                    <a:pt x="28" y="82"/>
                  </a:lnTo>
                  <a:lnTo>
                    <a:pt x="28" y="75"/>
                  </a:lnTo>
                  <a:lnTo>
                    <a:pt x="30" y="63"/>
                  </a:lnTo>
                  <a:lnTo>
                    <a:pt x="30" y="54"/>
                  </a:lnTo>
                  <a:lnTo>
                    <a:pt x="30" y="49"/>
                  </a:lnTo>
                  <a:lnTo>
                    <a:pt x="30" y="43"/>
                  </a:lnTo>
                  <a:lnTo>
                    <a:pt x="30" y="39"/>
                  </a:lnTo>
                  <a:lnTo>
                    <a:pt x="30" y="32"/>
                  </a:lnTo>
                  <a:lnTo>
                    <a:pt x="28" y="29"/>
                  </a:lnTo>
                  <a:lnTo>
                    <a:pt x="28" y="20"/>
                  </a:lnTo>
                  <a:lnTo>
                    <a:pt x="28" y="14"/>
                  </a:lnTo>
                  <a:lnTo>
                    <a:pt x="28" y="12"/>
                  </a:lnTo>
                  <a:lnTo>
                    <a:pt x="25" y="8"/>
                  </a:lnTo>
                  <a:lnTo>
                    <a:pt x="28" y="8"/>
                  </a:lnTo>
                  <a:lnTo>
                    <a:pt x="28" y="5"/>
                  </a:lnTo>
                  <a:lnTo>
                    <a:pt x="30" y="3"/>
                  </a:lnTo>
                  <a:lnTo>
                    <a:pt x="35" y="2"/>
                  </a:lnTo>
                  <a:lnTo>
                    <a:pt x="35" y="2"/>
                  </a:lnTo>
                  <a:lnTo>
                    <a:pt x="40" y="2"/>
                  </a:lnTo>
                  <a:lnTo>
                    <a:pt x="40" y="2"/>
                  </a:lnTo>
                  <a:lnTo>
                    <a:pt x="45" y="1"/>
                  </a:lnTo>
                  <a:lnTo>
                    <a:pt x="50" y="0"/>
                  </a:lnTo>
                  <a:lnTo>
                    <a:pt x="51" y="0"/>
                  </a:lnTo>
                  <a:lnTo>
                    <a:pt x="56" y="0"/>
                  </a:lnTo>
                  <a:lnTo>
                    <a:pt x="60" y="0"/>
                  </a:lnTo>
                  <a:lnTo>
                    <a:pt x="62" y="2"/>
                  </a:lnTo>
                  <a:lnTo>
                    <a:pt x="64" y="2"/>
                  </a:lnTo>
                  <a:lnTo>
                    <a:pt x="67" y="2"/>
                  </a:lnTo>
                  <a:lnTo>
                    <a:pt x="70" y="8"/>
                  </a:lnTo>
                  <a:lnTo>
                    <a:pt x="70" y="8"/>
                  </a:lnTo>
                </a:path>
              </a:pathLst>
            </a:custGeom>
            <a:solidFill>
              <a:srgbClr val="6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26" name=""/>
            <p:cNvSpPr/>
            <p:nvPr/>
          </p:nvSpPr>
          <p:spPr>
            <a:xfrm>
              <a:off x="7467480" y="4219560"/>
              <a:ext cx="17640" cy="87480"/>
            </a:xfrm>
            <a:custGeom>
              <a:avLst/>
              <a:gdLst/>
              <a:ahLst/>
              <a:rect l="l" t="t" r="r" b="b"/>
              <a:pathLst>
                <a:path w="11" h="55">
                  <a:moveTo>
                    <a:pt x="9" y="4"/>
                  </a:moveTo>
                  <a:lnTo>
                    <a:pt x="8" y="4"/>
                  </a:lnTo>
                  <a:lnTo>
                    <a:pt x="7" y="7"/>
                  </a:lnTo>
                  <a:lnTo>
                    <a:pt x="5" y="12"/>
                  </a:lnTo>
                  <a:lnTo>
                    <a:pt x="3" y="16"/>
                  </a:lnTo>
                  <a:lnTo>
                    <a:pt x="1" y="26"/>
                  </a:lnTo>
                  <a:lnTo>
                    <a:pt x="0" y="31"/>
                  </a:lnTo>
                  <a:lnTo>
                    <a:pt x="0" y="40"/>
                  </a:lnTo>
                  <a:lnTo>
                    <a:pt x="1" y="46"/>
                  </a:lnTo>
                  <a:lnTo>
                    <a:pt x="1" y="49"/>
                  </a:lnTo>
                  <a:lnTo>
                    <a:pt x="1" y="53"/>
                  </a:lnTo>
                  <a:lnTo>
                    <a:pt x="3" y="54"/>
                  </a:lnTo>
                  <a:lnTo>
                    <a:pt x="7" y="45"/>
                  </a:lnTo>
                  <a:lnTo>
                    <a:pt x="7" y="38"/>
                  </a:lnTo>
                  <a:lnTo>
                    <a:pt x="8" y="28"/>
                  </a:lnTo>
                  <a:lnTo>
                    <a:pt x="9" y="26"/>
                  </a:lnTo>
                  <a:lnTo>
                    <a:pt x="9" y="16"/>
                  </a:lnTo>
                  <a:lnTo>
                    <a:pt x="9" y="15"/>
                  </a:lnTo>
                  <a:lnTo>
                    <a:pt x="9" y="8"/>
                  </a:lnTo>
                  <a:lnTo>
                    <a:pt x="9" y="7"/>
                  </a:lnTo>
                  <a:lnTo>
                    <a:pt x="10" y="4"/>
                  </a:lnTo>
                  <a:lnTo>
                    <a:pt x="10" y="2"/>
                  </a:lnTo>
                  <a:lnTo>
                    <a:pt x="10" y="2"/>
                  </a:lnTo>
                  <a:lnTo>
                    <a:pt x="10" y="2"/>
                  </a:lnTo>
                  <a:lnTo>
                    <a:pt x="9" y="2"/>
                  </a:lnTo>
                  <a:lnTo>
                    <a:pt x="9" y="0"/>
                  </a:lnTo>
                  <a:lnTo>
                    <a:pt x="9" y="2"/>
                  </a:lnTo>
                  <a:lnTo>
                    <a:pt x="9" y="2"/>
                  </a:lnTo>
                  <a:lnTo>
                    <a:pt x="9" y="4"/>
                  </a:lnTo>
                  <a:lnTo>
                    <a:pt x="9" y="4"/>
                  </a:lnTo>
                </a:path>
              </a:pathLst>
            </a:custGeom>
            <a:solidFill>
              <a:srgbClr val="626200"/>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727" name=""/>
            <p:cNvSpPr/>
            <p:nvPr/>
          </p:nvSpPr>
          <p:spPr>
            <a:xfrm>
              <a:off x="7410600" y="4214880"/>
              <a:ext cx="56880" cy="150840"/>
            </a:xfrm>
            <a:custGeom>
              <a:avLst/>
              <a:gdLst/>
              <a:ahLst/>
              <a:rect l="l" t="t" r="r" b="b"/>
              <a:pathLst>
                <a:path w="36" h="95">
                  <a:moveTo>
                    <a:pt x="32" y="9"/>
                  </a:moveTo>
                  <a:lnTo>
                    <a:pt x="34" y="10"/>
                  </a:lnTo>
                  <a:lnTo>
                    <a:pt x="35" y="15"/>
                  </a:lnTo>
                  <a:lnTo>
                    <a:pt x="35" y="19"/>
                  </a:lnTo>
                  <a:lnTo>
                    <a:pt x="35" y="22"/>
                  </a:lnTo>
                  <a:lnTo>
                    <a:pt x="32" y="30"/>
                  </a:lnTo>
                  <a:lnTo>
                    <a:pt x="32" y="41"/>
                  </a:lnTo>
                  <a:lnTo>
                    <a:pt x="32" y="48"/>
                  </a:lnTo>
                  <a:lnTo>
                    <a:pt x="35" y="56"/>
                  </a:lnTo>
                  <a:lnTo>
                    <a:pt x="35" y="57"/>
                  </a:lnTo>
                  <a:lnTo>
                    <a:pt x="35" y="64"/>
                  </a:lnTo>
                  <a:lnTo>
                    <a:pt x="35" y="67"/>
                  </a:lnTo>
                  <a:lnTo>
                    <a:pt x="34" y="74"/>
                  </a:lnTo>
                  <a:lnTo>
                    <a:pt x="32" y="79"/>
                  </a:lnTo>
                  <a:lnTo>
                    <a:pt x="30" y="81"/>
                  </a:lnTo>
                  <a:lnTo>
                    <a:pt x="30" y="86"/>
                  </a:lnTo>
                  <a:lnTo>
                    <a:pt x="25" y="86"/>
                  </a:lnTo>
                  <a:lnTo>
                    <a:pt x="25" y="86"/>
                  </a:lnTo>
                  <a:lnTo>
                    <a:pt x="25" y="86"/>
                  </a:lnTo>
                  <a:lnTo>
                    <a:pt x="25" y="88"/>
                  </a:lnTo>
                  <a:lnTo>
                    <a:pt x="25" y="88"/>
                  </a:lnTo>
                  <a:lnTo>
                    <a:pt x="25" y="88"/>
                  </a:lnTo>
                  <a:lnTo>
                    <a:pt x="24" y="88"/>
                  </a:lnTo>
                  <a:lnTo>
                    <a:pt x="23" y="88"/>
                  </a:lnTo>
                  <a:lnTo>
                    <a:pt x="20" y="88"/>
                  </a:lnTo>
                  <a:lnTo>
                    <a:pt x="20" y="88"/>
                  </a:lnTo>
                  <a:lnTo>
                    <a:pt x="18" y="88"/>
                  </a:lnTo>
                  <a:lnTo>
                    <a:pt x="17" y="88"/>
                  </a:lnTo>
                  <a:lnTo>
                    <a:pt x="15" y="89"/>
                  </a:lnTo>
                  <a:lnTo>
                    <a:pt x="15" y="90"/>
                  </a:lnTo>
                  <a:lnTo>
                    <a:pt x="15" y="90"/>
                  </a:lnTo>
                  <a:lnTo>
                    <a:pt x="15" y="90"/>
                  </a:lnTo>
                  <a:lnTo>
                    <a:pt x="17" y="92"/>
                  </a:lnTo>
                  <a:lnTo>
                    <a:pt x="18" y="93"/>
                  </a:lnTo>
                  <a:lnTo>
                    <a:pt x="18" y="94"/>
                  </a:lnTo>
                  <a:lnTo>
                    <a:pt x="18" y="94"/>
                  </a:lnTo>
                  <a:lnTo>
                    <a:pt x="18" y="94"/>
                  </a:lnTo>
                  <a:lnTo>
                    <a:pt x="15" y="93"/>
                  </a:lnTo>
                  <a:lnTo>
                    <a:pt x="13" y="93"/>
                  </a:lnTo>
                  <a:lnTo>
                    <a:pt x="10" y="92"/>
                  </a:lnTo>
                  <a:lnTo>
                    <a:pt x="9" y="90"/>
                  </a:lnTo>
                  <a:lnTo>
                    <a:pt x="6" y="90"/>
                  </a:lnTo>
                  <a:lnTo>
                    <a:pt x="6" y="90"/>
                  </a:lnTo>
                  <a:lnTo>
                    <a:pt x="3" y="90"/>
                  </a:lnTo>
                  <a:lnTo>
                    <a:pt x="1" y="90"/>
                  </a:lnTo>
                  <a:lnTo>
                    <a:pt x="0" y="90"/>
                  </a:lnTo>
                  <a:lnTo>
                    <a:pt x="0" y="90"/>
                  </a:lnTo>
                  <a:lnTo>
                    <a:pt x="0" y="89"/>
                  </a:lnTo>
                  <a:lnTo>
                    <a:pt x="0" y="88"/>
                  </a:lnTo>
                  <a:lnTo>
                    <a:pt x="1" y="88"/>
                  </a:lnTo>
                  <a:lnTo>
                    <a:pt x="3" y="88"/>
                  </a:lnTo>
                  <a:lnTo>
                    <a:pt x="6" y="86"/>
                  </a:lnTo>
                  <a:lnTo>
                    <a:pt x="6" y="86"/>
                  </a:lnTo>
                  <a:lnTo>
                    <a:pt x="8" y="86"/>
                  </a:lnTo>
                  <a:lnTo>
                    <a:pt x="9" y="83"/>
                  </a:lnTo>
                  <a:lnTo>
                    <a:pt x="9" y="82"/>
                  </a:lnTo>
                  <a:lnTo>
                    <a:pt x="10" y="82"/>
                  </a:lnTo>
                  <a:lnTo>
                    <a:pt x="10" y="81"/>
                  </a:lnTo>
                  <a:lnTo>
                    <a:pt x="13" y="79"/>
                  </a:lnTo>
                  <a:lnTo>
                    <a:pt x="15" y="74"/>
                  </a:lnTo>
                  <a:lnTo>
                    <a:pt x="17" y="71"/>
                  </a:lnTo>
                  <a:lnTo>
                    <a:pt x="20" y="66"/>
                  </a:lnTo>
                  <a:lnTo>
                    <a:pt x="20" y="63"/>
                  </a:lnTo>
                  <a:lnTo>
                    <a:pt x="20" y="56"/>
                  </a:lnTo>
                  <a:lnTo>
                    <a:pt x="20" y="50"/>
                  </a:lnTo>
                  <a:lnTo>
                    <a:pt x="20" y="46"/>
                  </a:lnTo>
                  <a:lnTo>
                    <a:pt x="20" y="41"/>
                  </a:lnTo>
                  <a:lnTo>
                    <a:pt x="20" y="30"/>
                  </a:lnTo>
                  <a:lnTo>
                    <a:pt x="20" y="22"/>
                  </a:lnTo>
                  <a:lnTo>
                    <a:pt x="20" y="15"/>
                  </a:lnTo>
                  <a:lnTo>
                    <a:pt x="20" y="8"/>
                  </a:lnTo>
                  <a:lnTo>
                    <a:pt x="20" y="5"/>
                  </a:lnTo>
                  <a:lnTo>
                    <a:pt x="20" y="3"/>
                  </a:lnTo>
                  <a:lnTo>
                    <a:pt x="20" y="0"/>
                  </a:lnTo>
                  <a:lnTo>
                    <a:pt x="24" y="0"/>
                  </a:lnTo>
                  <a:lnTo>
                    <a:pt x="25" y="0"/>
                  </a:lnTo>
                  <a:lnTo>
                    <a:pt x="25" y="0"/>
                  </a:lnTo>
                  <a:lnTo>
                    <a:pt x="25" y="0"/>
                  </a:lnTo>
                  <a:lnTo>
                    <a:pt x="30" y="2"/>
                  </a:lnTo>
                  <a:lnTo>
                    <a:pt x="32" y="5"/>
                  </a:lnTo>
                  <a:lnTo>
                    <a:pt x="32" y="9"/>
                  </a:lnTo>
                  <a:lnTo>
                    <a:pt x="32" y="9"/>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28" name=""/>
            <p:cNvSpPr/>
            <p:nvPr/>
          </p:nvSpPr>
          <p:spPr>
            <a:xfrm>
              <a:off x="7461360" y="4229280"/>
              <a:ext cx="6120" cy="21960"/>
            </a:xfrm>
            <a:custGeom>
              <a:avLst/>
              <a:gdLst/>
              <a:ahLst/>
              <a:rect l="l" t="t" r="r" b="b"/>
              <a:pathLst>
                <a:path w="4" h="14">
                  <a:moveTo>
                    <a:pt x="3" y="13"/>
                  </a:moveTo>
                  <a:lnTo>
                    <a:pt x="3" y="13"/>
                  </a:lnTo>
                  <a:lnTo>
                    <a:pt x="3" y="10"/>
                  </a:lnTo>
                  <a:lnTo>
                    <a:pt x="3" y="6"/>
                  </a:lnTo>
                  <a:lnTo>
                    <a:pt x="3" y="1"/>
                  </a:lnTo>
                  <a:lnTo>
                    <a:pt x="3" y="0"/>
                  </a:lnTo>
                  <a:lnTo>
                    <a:pt x="0" y="0"/>
                  </a:lnTo>
                  <a:lnTo>
                    <a:pt x="0" y="1"/>
                  </a:lnTo>
                  <a:lnTo>
                    <a:pt x="2" y="6"/>
                  </a:lnTo>
                  <a:lnTo>
                    <a:pt x="2" y="10"/>
                  </a:lnTo>
                  <a:lnTo>
                    <a:pt x="0" y="13"/>
                  </a:lnTo>
                  <a:lnTo>
                    <a:pt x="0" y="13"/>
                  </a:lnTo>
                  <a:lnTo>
                    <a:pt x="3" y="13"/>
                  </a:lnTo>
                  <a:lnTo>
                    <a:pt x="3" y="13"/>
                  </a:lnTo>
                </a:path>
              </a:pathLst>
            </a:custGeom>
            <a:solidFill>
              <a:srgbClr val="82c168"/>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2729" name=""/>
            <p:cNvSpPr/>
            <p:nvPr/>
          </p:nvSpPr>
          <p:spPr>
            <a:xfrm>
              <a:off x="7461360" y="4249800"/>
              <a:ext cx="6120" cy="55440"/>
            </a:xfrm>
            <a:custGeom>
              <a:avLst/>
              <a:gdLst/>
              <a:ahLst/>
              <a:rect l="l" t="t" r="r" b="b"/>
              <a:pathLst>
                <a:path w="4" h="35">
                  <a:moveTo>
                    <a:pt x="3" y="34"/>
                  </a:moveTo>
                  <a:lnTo>
                    <a:pt x="3" y="34"/>
                  </a:lnTo>
                  <a:lnTo>
                    <a:pt x="3" y="26"/>
                  </a:lnTo>
                  <a:lnTo>
                    <a:pt x="3" y="19"/>
                  </a:lnTo>
                  <a:lnTo>
                    <a:pt x="3" y="8"/>
                  </a:lnTo>
                  <a:lnTo>
                    <a:pt x="3" y="0"/>
                  </a:lnTo>
                  <a:lnTo>
                    <a:pt x="0" y="0"/>
                  </a:lnTo>
                  <a:lnTo>
                    <a:pt x="0" y="8"/>
                  </a:lnTo>
                  <a:lnTo>
                    <a:pt x="0" y="19"/>
                  </a:lnTo>
                  <a:lnTo>
                    <a:pt x="0" y="26"/>
                  </a:lnTo>
                  <a:lnTo>
                    <a:pt x="0" y="34"/>
                  </a:lnTo>
                  <a:lnTo>
                    <a:pt x="0" y="34"/>
                  </a:lnTo>
                  <a:lnTo>
                    <a:pt x="3" y="34"/>
                  </a:lnTo>
                  <a:lnTo>
                    <a:pt x="3" y="34"/>
                  </a:lnTo>
                </a:path>
              </a:pathLst>
            </a:custGeom>
            <a:solidFill>
              <a:srgbClr val="82c168"/>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2730" name=""/>
            <p:cNvSpPr/>
            <p:nvPr/>
          </p:nvSpPr>
          <p:spPr>
            <a:xfrm>
              <a:off x="7450200" y="4303800"/>
              <a:ext cx="17280" cy="52200"/>
            </a:xfrm>
            <a:custGeom>
              <a:avLst/>
              <a:gdLst/>
              <a:ahLst/>
              <a:rect l="l" t="t" r="r" b="b"/>
              <a:pathLst>
                <a:path w="11" h="33">
                  <a:moveTo>
                    <a:pt x="0" y="32"/>
                  </a:moveTo>
                  <a:lnTo>
                    <a:pt x="0" y="32"/>
                  </a:lnTo>
                  <a:lnTo>
                    <a:pt x="5" y="30"/>
                  </a:lnTo>
                  <a:lnTo>
                    <a:pt x="7" y="26"/>
                  </a:lnTo>
                  <a:lnTo>
                    <a:pt x="9" y="23"/>
                  </a:lnTo>
                  <a:lnTo>
                    <a:pt x="10" y="18"/>
                  </a:lnTo>
                  <a:lnTo>
                    <a:pt x="10" y="11"/>
                  </a:lnTo>
                  <a:lnTo>
                    <a:pt x="10" y="8"/>
                  </a:lnTo>
                  <a:lnTo>
                    <a:pt x="10" y="1"/>
                  </a:lnTo>
                  <a:lnTo>
                    <a:pt x="10" y="0"/>
                  </a:lnTo>
                  <a:lnTo>
                    <a:pt x="7" y="0"/>
                  </a:lnTo>
                  <a:lnTo>
                    <a:pt x="9" y="1"/>
                  </a:lnTo>
                  <a:lnTo>
                    <a:pt x="9" y="8"/>
                  </a:lnTo>
                  <a:lnTo>
                    <a:pt x="9" y="11"/>
                  </a:lnTo>
                  <a:lnTo>
                    <a:pt x="7" y="18"/>
                  </a:lnTo>
                  <a:lnTo>
                    <a:pt x="7" y="23"/>
                  </a:lnTo>
                  <a:lnTo>
                    <a:pt x="5" y="25"/>
                  </a:lnTo>
                  <a:lnTo>
                    <a:pt x="5" y="30"/>
                  </a:lnTo>
                  <a:lnTo>
                    <a:pt x="0" y="30"/>
                  </a:lnTo>
                  <a:lnTo>
                    <a:pt x="0" y="30"/>
                  </a:lnTo>
                  <a:lnTo>
                    <a:pt x="0" y="32"/>
                  </a:lnTo>
                  <a:lnTo>
                    <a:pt x="0" y="32"/>
                  </a:lnTo>
                </a:path>
              </a:pathLst>
            </a:custGeom>
            <a:solidFill>
              <a:srgbClr val="82c168"/>
            </a:solidFill>
            <a:ln w="0">
              <a:noFill/>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2731" name=""/>
            <p:cNvSpPr/>
            <p:nvPr/>
          </p:nvSpPr>
          <p:spPr>
            <a:xfrm>
              <a:off x="7442280" y="4351320"/>
              <a:ext cx="9360" cy="4680"/>
            </a:xfrm>
            <a:custGeom>
              <a:avLst/>
              <a:gdLst/>
              <a:ahLst/>
              <a:rect l="l" t="t" r="r" b="b"/>
              <a:pathLst>
                <a:path w="6" h="3">
                  <a:moveTo>
                    <a:pt x="0" y="2"/>
                  </a:moveTo>
                  <a:lnTo>
                    <a:pt x="0" y="2"/>
                  </a:lnTo>
                  <a:lnTo>
                    <a:pt x="3" y="2"/>
                  </a:lnTo>
                  <a:lnTo>
                    <a:pt x="4" y="2"/>
                  </a:lnTo>
                  <a:lnTo>
                    <a:pt x="5" y="2"/>
                  </a:lnTo>
                  <a:lnTo>
                    <a:pt x="5" y="2"/>
                  </a:lnTo>
                  <a:lnTo>
                    <a:pt x="5" y="2"/>
                  </a:lnTo>
                  <a:lnTo>
                    <a:pt x="5" y="2"/>
                  </a:lnTo>
                  <a:lnTo>
                    <a:pt x="5" y="2"/>
                  </a:lnTo>
                  <a:lnTo>
                    <a:pt x="5" y="2"/>
                  </a:lnTo>
                  <a:lnTo>
                    <a:pt x="5" y="0"/>
                  </a:lnTo>
                  <a:lnTo>
                    <a:pt x="5" y="0"/>
                  </a:lnTo>
                  <a:lnTo>
                    <a:pt x="5" y="0"/>
                  </a:lnTo>
                  <a:lnTo>
                    <a:pt x="5" y="0"/>
                  </a:lnTo>
                  <a:lnTo>
                    <a:pt x="5" y="0"/>
                  </a:lnTo>
                  <a:lnTo>
                    <a:pt x="5" y="2"/>
                  </a:lnTo>
                  <a:lnTo>
                    <a:pt x="4" y="2"/>
                  </a:lnTo>
                  <a:lnTo>
                    <a:pt x="3" y="2"/>
                  </a:lnTo>
                  <a:lnTo>
                    <a:pt x="0" y="2"/>
                  </a:lnTo>
                  <a:lnTo>
                    <a:pt x="0" y="2"/>
                  </a:lnTo>
                  <a:lnTo>
                    <a:pt x="0" y="2"/>
                  </a:lnTo>
                  <a:lnTo>
                    <a:pt x="0" y="2"/>
                  </a:lnTo>
                </a:path>
              </a:pathLst>
            </a:custGeom>
            <a:solidFill>
              <a:srgbClr val="82c168"/>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732" name=""/>
            <p:cNvSpPr/>
            <p:nvPr/>
          </p:nvSpPr>
          <p:spPr>
            <a:xfrm>
              <a:off x="7434360" y="4354560"/>
              <a:ext cx="9360" cy="9360"/>
            </a:xfrm>
            <a:custGeom>
              <a:avLst/>
              <a:gdLst/>
              <a:ahLst/>
              <a:rect l="l" t="t" r="r" b="b"/>
              <a:pathLst>
                <a:path w="6" h="6">
                  <a:moveTo>
                    <a:pt x="3" y="4"/>
                  </a:moveTo>
                  <a:lnTo>
                    <a:pt x="3" y="4"/>
                  </a:lnTo>
                  <a:lnTo>
                    <a:pt x="2" y="2"/>
                  </a:lnTo>
                  <a:lnTo>
                    <a:pt x="2" y="2"/>
                  </a:lnTo>
                  <a:lnTo>
                    <a:pt x="2" y="2"/>
                  </a:lnTo>
                  <a:lnTo>
                    <a:pt x="2" y="1"/>
                  </a:lnTo>
                  <a:lnTo>
                    <a:pt x="3" y="0"/>
                  </a:lnTo>
                  <a:lnTo>
                    <a:pt x="3" y="0"/>
                  </a:lnTo>
                  <a:lnTo>
                    <a:pt x="5" y="0"/>
                  </a:lnTo>
                  <a:lnTo>
                    <a:pt x="5" y="0"/>
                  </a:lnTo>
                  <a:lnTo>
                    <a:pt x="5" y="0"/>
                  </a:lnTo>
                  <a:lnTo>
                    <a:pt x="5" y="0"/>
                  </a:lnTo>
                  <a:lnTo>
                    <a:pt x="3" y="0"/>
                  </a:lnTo>
                  <a:lnTo>
                    <a:pt x="0" y="0"/>
                  </a:lnTo>
                  <a:lnTo>
                    <a:pt x="0" y="1"/>
                  </a:lnTo>
                  <a:lnTo>
                    <a:pt x="0" y="2"/>
                  </a:lnTo>
                  <a:lnTo>
                    <a:pt x="0" y="2"/>
                  </a:lnTo>
                  <a:lnTo>
                    <a:pt x="0" y="4"/>
                  </a:lnTo>
                  <a:lnTo>
                    <a:pt x="0" y="5"/>
                  </a:lnTo>
                  <a:lnTo>
                    <a:pt x="0" y="5"/>
                  </a:lnTo>
                  <a:lnTo>
                    <a:pt x="3" y="4"/>
                  </a:lnTo>
                  <a:lnTo>
                    <a:pt x="3" y="4"/>
                  </a:lnTo>
                </a:path>
              </a:pathLst>
            </a:custGeom>
            <a:solidFill>
              <a:srgbClr val="82c168"/>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733" name=""/>
            <p:cNvSpPr/>
            <p:nvPr/>
          </p:nvSpPr>
          <p:spPr>
            <a:xfrm>
              <a:off x="7424640" y="4357800"/>
              <a:ext cx="19080" cy="7920"/>
            </a:xfrm>
            <a:custGeom>
              <a:avLst/>
              <a:gdLst/>
              <a:ahLst/>
              <a:rect l="l" t="t" r="r" b="b"/>
              <a:pathLst>
                <a:path w="12" h="5">
                  <a:moveTo>
                    <a:pt x="0" y="0"/>
                  </a:moveTo>
                  <a:lnTo>
                    <a:pt x="0" y="0"/>
                  </a:lnTo>
                  <a:lnTo>
                    <a:pt x="1" y="2"/>
                  </a:lnTo>
                  <a:lnTo>
                    <a:pt x="4" y="3"/>
                  </a:lnTo>
                  <a:lnTo>
                    <a:pt x="6" y="4"/>
                  </a:lnTo>
                  <a:lnTo>
                    <a:pt x="9" y="4"/>
                  </a:lnTo>
                  <a:lnTo>
                    <a:pt x="9" y="4"/>
                  </a:lnTo>
                  <a:lnTo>
                    <a:pt x="11" y="4"/>
                  </a:lnTo>
                  <a:lnTo>
                    <a:pt x="9" y="3"/>
                  </a:lnTo>
                  <a:lnTo>
                    <a:pt x="9" y="2"/>
                  </a:lnTo>
                  <a:lnTo>
                    <a:pt x="6" y="3"/>
                  </a:lnTo>
                  <a:lnTo>
                    <a:pt x="9" y="4"/>
                  </a:lnTo>
                  <a:lnTo>
                    <a:pt x="9" y="4"/>
                  </a:lnTo>
                  <a:lnTo>
                    <a:pt x="9" y="3"/>
                  </a:lnTo>
                  <a:lnTo>
                    <a:pt x="9" y="3"/>
                  </a:lnTo>
                  <a:lnTo>
                    <a:pt x="6" y="3"/>
                  </a:lnTo>
                  <a:lnTo>
                    <a:pt x="4" y="2"/>
                  </a:lnTo>
                  <a:lnTo>
                    <a:pt x="1" y="0"/>
                  </a:lnTo>
                  <a:lnTo>
                    <a:pt x="0" y="0"/>
                  </a:lnTo>
                  <a:lnTo>
                    <a:pt x="0" y="0"/>
                  </a:lnTo>
                  <a:lnTo>
                    <a:pt x="0" y="0"/>
                  </a:lnTo>
                  <a:lnTo>
                    <a:pt x="0" y="0"/>
                  </a:lnTo>
                </a:path>
              </a:pathLst>
            </a:custGeom>
            <a:solidFill>
              <a:srgbClr val="82c168"/>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734" name=""/>
            <p:cNvSpPr/>
            <p:nvPr/>
          </p:nvSpPr>
          <p:spPr>
            <a:xfrm>
              <a:off x="7410600" y="4354560"/>
              <a:ext cx="15840" cy="4680"/>
            </a:xfrm>
            <a:custGeom>
              <a:avLst/>
              <a:gdLst/>
              <a:ahLst/>
              <a:rect l="l" t="t" r="r" b="b"/>
              <a:pathLst>
                <a:path w="10" h="3">
                  <a:moveTo>
                    <a:pt x="0" y="0"/>
                  </a:moveTo>
                  <a:lnTo>
                    <a:pt x="0" y="0"/>
                  </a:lnTo>
                  <a:lnTo>
                    <a:pt x="0" y="1"/>
                  </a:lnTo>
                  <a:lnTo>
                    <a:pt x="0" y="2"/>
                  </a:lnTo>
                  <a:lnTo>
                    <a:pt x="0" y="2"/>
                  </a:lnTo>
                  <a:lnTo>
                    <a:pt x="1" y="2"/>
                  </a:lnTo>
                  <a:lnTo>
                    <a:pt x="3" y="2"/>
                  </a:lnTo>
                  <a:lnTo>
                    <a:pt x="6" y="2"/>
                  </a:lnTo>
                  <a:lnTo>
                    <a:pt x="6" y="2"/>
                  </a:lnTo>
                  <a:lnTo>
                    <a:pt x="9" y="2"/>
                  </a:lnTo>
                  <a:lnTo>
                    <a:pt x="9" y="2"/>
                  </a:lnTo>
                  <a:lnTo>
                    <a:pt x="6" y="2"/>
                  </a:lnTo>
                  <a:lnTo>
                    <a:pt x="6" y="2"/>
                  </a:lnTo>
                  <a:lnTo>
                    <a:pt x="3" y="2"/>
                  </a:lnTo>
                  <a:lnTo>
                    <a:pt x="1" y="2"/>
                  </a:lnTo>
                  <a:lnTo>
                    <a:pt x="0" y="2"/>
                  </a:lnTo>
                  <a:lnTo>
                    <a:pt x="0" y="1"/>
                  </a:lnTo>
                  <a:lnTo>
                    <a:pt x="0" y="1"/>
                  </a:lnTo>
                  <a:lnTo>
                    <a:pt x="0" y="1"/>
                  </a:lnTo>
                  <a:lnTo>
                    <a:pt x="0" y="1"/>
                  </a:lnTo>
                  <a:lnTo>
                    <a:pt x="0" y="0"/>
                  </a:lnTo>
                  <a:lnTo>
                    <a:pt x="0" y="0"/>
                  </a:lnTo>
                </a:path>
              </a:pathLst>
            </a:custGeom>
            <a:solidFill>
              <a:srgbClr val="82c168"/>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735" name=""/>
            <p:cNvSpPr/>
            <p:nvPr/>
          </p:nvSpPr>
          <p:spPr>
            <a:xfrm>
              <a:off x="7410600" y="4344840"/>
              <a:ext cx="17280" cy="12960"/>
            </a:xfrm>
            <a:custGeom>
              <a:avLst/>
              <a:gdLst/>
              <a:ahLst/>
              <a:rect l="l" t="t" r="r" b="b"/>
              <a:pathLst>
                <a:path w="11" h="8">
                  <a:moveTo>
                    <a:pt x="9" y="0"/>
                  </a:moveTo>
                  <a:lnTo>
                    <a:pt x="9" y="0"/>
                  </a:lnTo>
                  <a:lnTo>
                    <a:pt x="9" y="0"/>
                  </a:lnTo>
                  <a:lnTo>
                    <a:pt x="9" y="1"/>
                  </a:lnTo>
                  <a:lnTo>
                    <a:pt x="8" y="1"/>
                  </a:lnTo>
                  <a:lnTo>
                    <a:pt x="6" y="4"/>
                  </a:lnTo>
                  <a:lnTo>
                    <a:pt x="6" y="4"/>
                  </a:lnTo>
                  <a:lnTo>
                    <a:pt x="3" y="4"/>
                  </a:lnTo>
                  <a:lnTo>
                    <a:pt x="1" y="6"/>
                  </a:lnTo>
                  <a:lnTo>
                    <a:pt x="0" y="6"/>
                  </a:lnTo>
                  <a:lnTo>
                    <a:pt x="0" y="7"/>
                  </a:lnTo>
                  <a:lnTo>
                    <a:pt x="1" y="6"/>
                  </a:lnTo>
                  <a:lnTo>
                    <a:pt x="3" y="6"/>
                  </a:lnTo>
                  <a:lnTo>
                    <a:pt x="6" y="6"/>
                  </a:lnTo>
                  <a:lnTo>
                    <a:pt x="6" y="4"/>
                  </a:lnTo>
                  <a:lnTo>
                    <a:pt x="8" y="4"/>
                  </a:lnTo>
                  <a:lnTo>
                    <a:pt x="9" y="4"/>
                  </a:lnTo>
                  <a:lnTo>
                    <a:pt x="9" y="1"/>
                  </a:lnTo>
                  <a:lnTo>
                    <a:pt x="10" y="0"/>
                  </a:lnTo>
                  <a:lnTo>
                    <a:pt x="10" y="0"/>
                  </a:lnTo>
                  <a:lnTo>
                    <a:pt x="9" y="0"/>
                  </a:lnTo>
                  <a:lnTo>
                    <a:pt x="9" y="0"/>
                  </a:lnTo>
                </a:path>
              </a:pathLst>
            </a:custGeom>
            <a:solidFill>
              <a:srgbClr val="82c168"/>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736" name=""/>
            <p:cNvSpPr/>
            <p:nvPr/>
          </p:nvSpPr>
          <p:spPr>
            <a:xfrm>
              <a:off x="7424640" y="4294080"/>
              <a:ext cx="20880" cy="52560"/>
            </a:xfrm>
            <a:custGeom>
              <a:avLst/>
              <a:gdLst/>
              <a:ahLst/>
              <a:rect l="l" t="t" r="r" b="b"/>
              <a:pathLst>
                <a:path w="13" h="33">
                  <a:moveTo>
                    <a:pt x="11" y="0"/>
                  </a:moveTo>
                  <a:lnTo>
                    <a:pt x="11" y="0"/>
                  </a:lnTo>
                  <a:lnTo>
                    <a:pt x="11" y="6"/>
                  </a:lnTo>
                  <a:lnTo>
                    <a:pt x="11" y="13"/>
                  </a:lnTo>
                  <a:lnTo>
                    <a:pt x="9" y="16"/>
                  </a:lnTo>
                  <a:lnTo>
                    <a:pt x="6" y="21"/>
                  </a:lnTo>
                  <a:lnTo>
                    <a:pt x="6" y="24"/>
                  </a:lnTo>
                  <a:lnTo>
                    <a:pt x="4" y="29"/>
                  </a:lnTo>
                  <a:lnTo>
                    <a:pt x="1" y="31"/>
                  </a:lnTo>
                  <a:lnTo>
                    <a:pt x="0" y="32"/>
                  </a:lnTo>
                  <a:lnTo>
                    <a:pt x="1" y="32"/>
                  </a:lnTo>
                  <a:lnTo>
                    <a:pt x="4" y="31"/>
                  </a:lnTo>
                  <a:lnTo>
                    <a:pt x="4" y="30"/>
                  </a:lnTo>
                  <a:lnTo>
                    <a:pt x="6" y="24"/>
                  </a:lnTo>
                  <a:lnTo>
                    <a:pt x="9" y="21"/>
                  </a:lnTo>
                  <a:lnTo>
                    <a:pt x="11" y="16"/>
                  </a:lnTo>
                  <a:lnTo>
                    <a:pt x="11" y="14"/>
                  </a:lnTo>
                  <a:lnTo>
                    <a:pt x="11" y="6"/>
                  </a:lnTo>
                  <a:lnTo>
                    <a:pt x="12" y="0"/>
                  </a:lnTo>
                  <a:lnTo>
                    <a:pt x="12" y="0"/>
                  </a:lnTo>
                  <a:lnTo>
                    <a:pt x="11" y="0"/>
                  </a:lnTo>
                  <a:lnTo>
                    <a:pt x="11" y="0"/>
                  </a:lnTo>
                </a:path>
              </a:pathLst>
            </a:custGeom>
            <a:solidFill>
              <a:srgbClr val="82c168"/>
            </a:solidFill>
            <a:ln w="0">
              <a:noFill/>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2737" name=""/>
            <p:cNvSpPr/>
            <p:nvPr/>
          </p:nvSpPr>
          <p:spPr>
            <a:xfrm>
              <a:off x="7442280" y="4214880"/>
              <a:ext cx="6120" cy="81000"/>
            </a:xfrm>
            <a:custGeom>
              <a:avLst/>
              <a:gdLst/>
              <a:ahLst/>
              <a:rect l="l" t="t" r="r" b="b"/>
              <a:pathLst>
                <a:path w="4" h="51">
                  <a:moveTo>
                    <a:pt x="0" y="0"/>
                  </a:moveTo>
                  <a:lnTo>
                    <a:pt x="0" y="0"/>
                  </a:lnTo>
                  <a:lnTo>
                    <a:pt x="0" y="5"/>
                  </a:lnTo>
                  <a:lnTo>
                    <a:pt x="0" y="8"/>
                  </a:lnTo>
                  <a:lnTo>
                    <a:pt x="0" y="15"/>
                  </a:lnTo>
                  <a:lnTo>
                    <a:pt x="0" y="22"/>
                  </a:lnTo>
                  <a:lnTo>
                    <a:pt x="0" y="30"/>
                  </a:lnTo>
                  <a:lnTo>
                    <a:pt x="0" y="41"/>
                  </a:lnTo>
                  <a:lnTo>
                    <a:pt x="0" y="46"/>
                  </a:lnTo>
                  <a:lnTo>
                    <a:pt x="0" y="50"/>
                  </a:lnTo>
                  <a:lnTo>
                    <a:pt x="1" y="50"/>
                  </a:lnTo>
                  <a:lnTo>
                    <a:pt x="3" y="46"/>
                  </a:lnTo>
                  <a:lnTo>
                    <a:pt x="1" y="41"/>
                  </a:lnTo>
                  <a:lnTo>
                    <a:pt x="0" y="30"/>
                  </a:lnTo>
                  <a:lnTo>
                    <a:pt x="0" y="22"/>
                  </a:lnTo>
                  <a:lnTo>
                    <a:pt x="0" y="15"/>
                  </a:lnTo>
                  <a:lnTo>
                    <a:pt x="0" y="8"/>
                  </a:lnTo>
                  <a:lnTo>
                    <a:pt x="0" y="5"/>
                  </a:lnTo>
                  <a:lnTo>
                    <a:pt x="0" y="3"/>
                  </a:lnTo>
                  <a:lnTo>
                    <a:pt x="0" y="3"/>
                  </a:lnTo>
                  <a:lnTo>
                    <a:pt x="0" y="0"/>
                  </a:lnTo>
                  <a:lnTo>
                    <a:pt x="0" y="0"/>
                  </a:lnTo>
                </a:path>
              </a:pathLst>
            </a:custGeom>
            <a:solidFill>
              <a:srgbClr val="82c168"/>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738" name=""/>
            <p:cNvSpPr/>
            <p:nvPr/>
          </p:nvSpPr>
          <p:spPr>
            <a:xfrm>
              <a:off x="7442280" y="4214880"/>
              <a:ext cx="25200" cy="15840"/>
            </a:xfrm>
            <a:custGeom>
              <a:avLst/>
              <a:gdLst/>
              <a:ahLst/>
              <a:rect l="l" t="t" r="r" b="b"/>
              <a:pathLst>
                <a:path w="16" h="10">
                  <a:moveTo>
                    <a:pt x="15" y="9"/>
                  </a:moveTo>
                  <a:lnTo>
                    <a:pt x="15" y="9"/>
                  </a:lnTo>
                  <a:lnTo>
                    <a:pt x="12" y="5"/>
                  </a:lnTo>
                  <a:lnTo>
                    <a:pt x="10" y="0"/>
                  </a:lnTo>
                  <a:lnTo>
                    <a:pt x="5" y="0"/>
                  </a:lnTo>
                  <a:lnTo>
                    <a:pt x="5" y="0"/>
                  </a:lnTo>
                  <a:lnTo>
                    <a:pt x="5" y="0"/>
                  </a:lnTo>
                  <a:lnTo>
                    <a:pt x="4" y="0"/>
                  </a:lnTo>
                  <a:lnTo>
                    <a:pt x="0" y="0"/>
                  </a:lnTo>
                  <a:lnTo>
                    <a:pt x="0" y="0"/>
                  </a:lnTo>
                  <a:lnTo>
                    <a:pt x="0" y="3"/>
                  </a:lnTo>
                  <a:lnTo>
                    <a:pt x="1" y="2"/>
                  </a:lnTo>
                  <a:lnTo>
                    <a:pt x="4" y="0"/>
                  </a:lnTo>
                  <a:lnTo>
                    <a:pt x="5" y="0"/>
                  </a:lnTo>
                  <a:lnTo>
                    <a:pt x="5" y="0"/>
                  </a:lnTo>
                  <a:lnTo>
                    <a:pt x="5" y="0"/>
                  </a:lnTo>
                  <a:lnTo>
                    <a:pt x="10" y="3"/>
                  </a:lnTo>
                  <a:lnTo>
                    <a:pt x="10" y="5"/>
                  </a:lnTo>
                  <a:lnTo>
                    <a:pt x="12" y="9"/>
                  </a:lnTo>
                  <a:lnTo>
                    <a:pt x="12" y="9"/>
                  </a:lnTo>
                  <a:lnTo>
                    <a:pt x="15" y="9"/>
                  </a:lnTo>
                  <a:lnTo>
                    <a:pt x="15" y="9"/>
                  </a:lnTo>
                </a:path>
              </a:pathLst>
            </a:custGeom>
            <a:solidFill>
              <a:srgbClr val="82c168"/>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739" name=""/>
            <p:cNvSpPr/>
            <p:nvPr/>
          </p:nvSpPr>
          <p:spPr>
            <a:xfrm>
              <a:off x="7275600" y="4325760"/>
              <a:ext cx="69840" cy="47880"/>
            </a:xfrm>
            <a:custGeom>
              <a:avLst/>
              <a:gdLst/>
              <a:ahLst/>
              <a:rect l="l" t="t" r="r" b="b"/>
              <a:pathLst>
                <a:path w="44" h="30">
                  <a:moveTo>
                    <a:pt x="43" y="11"/>
                  </a:moveTo>
                  <a:lnTo>
                    <a:pt x="43" y="11"/>
                  </a:lnTo>
                  <a:lnTo>
                    <a:pt x="43" y="11"/>
                  </a:lnTo>
                  <a:lnTo>
                    <a:pt x="43" y="12"/>
                  </a:lnTo>
                  <a:lnTo>
                    <a:pt x="43" y="12"/>
                  </a:lnTo>
                  <a:lnTo>
                    <a:pt x="43" y="13"/>
                  </a:lnTo>
                  <a:lnTo>
                    <a:pt x="43" y="16"/>
                  </a:lnTo>
                  <a:lnTo>
                    <a:pt x="42" y="18"/>
                  </a:lnTo>
                  <a:lnTo>
                    <a:pt x="42" y="19"/>
                  </a:lnTo>
                  <a:lnTo>
                    <a:pt x="41" y="20"/>
                  </a:lnTo>
                  <a:lnTo>
                    <a:pt x="41" y="20"/>
                  </a:lnTo>
                  <a:lnTo>
                    <a:pt x="39" y="20"/>
                  </a:lnTo>
                  <a:lnTo>
                    <a:pt x="34" y="23"/>
                  </a:lnTo>
                  <a:lnTo>
                    <a:pt x="34" y="24"/>
                  </a:lnTo>
                  <a:lnTo>
                    <a:pt x="30" y="24"/>
                  </a:lnTo>
                  <a:lnTo>
                    <a:pt x="30" y="24"/>
                  </a:lnTo>
                  <a:lnTo>
                    <a:pt x="27" y="24"/>
                  </a:lnTo>
                  <a:lnTo>
                    <a:pt x="24" y="25"/>
                  </a:lnTo>
                  <a:lnTo>
                    <a:pt x="23" y="25"/>
                  </a:lnTo>
                  <a:lnTo>
                    <a:pt x="19" y="25"/>
                  </a:lnTo>
                  <a:lnTo>
                    <a:pt x="17" y="28"/>
                  </a:lnTo>
                  <a:lnTo>
                    <a:pt x="11" y="29"/>
                  </a:lnTo>
                  <a:lnTo>
                    <a:pt x="8" y="28"/>
                  </a:lnTo>
                  <a:lnTo>
                    <a:pt x="5" y="25"/>
                  </a:lnTo>
                  <a:lnTo>
                    <a:pt x="1" y="25"/>
                  </a:lnTo>
                  <a:lnTo>
                    <a:pt x="1" y="24"/>
                  </a:lnTo>
                  <a:lnTo>
                    <a:pt x="1" y="24"/>
                  </a:lnTo>
                  <a:lnTo>
                    <a:pt x="1" y="24"/>
                  </a:lnTo>
                  <a:lnTo>
                    <a:pt x="0" y="23"/>
                  </a:lnTo>
                  <a:lnTo>
                    <a:pt x="0" y="20"/>
                  </a:lnTo>
                  <a:lnTo>
                    <a:pt x="1" y="18"/>
                  </a:lnTo>
                  <a:lnTo>
                    <a:pt x="1" y="13"/>
                  </a:lnTo>
                  <a:lnTo>
                    <a:pt x="5" y="11"/>
                  </a:lnTo>
                  <a:lnTo>
                    <a:pt x="6" y="11"/>
                  </a:lnTo>
                  <a:lnTo>
                    <a:pt x="7" y="6"/>
                  </a:lnTo>
                  <a:lnTo>
                    <a:pt x="8" y="4"/>
                  </a:lnTo>
                  <a:lnTo>
                    <a:pt x="8" y="4"/>
                  </a:lnTo>
                  <a:lnTo>
                    <a:pt x="11" y="4"/>
                  </a:lnTo>
                  <a:lnTo>
                    <a:pt x="13" y="1"/>
                  </a:lnTo>
                  <a:lnTo>
                    <a:pt x="14" y="1"/>
                  </a:lnTo>
                  <a:lnTo>
                    <a:pt x="17" y="0"/>
                  </a:lnTo>
                  <a:lnTo>
                    <a:pt x="17" y="0"/>
                  </a:lnTo>
                  <a:lnTo>
                    <a:pt x="17" y="0"/>
                  </a:lnTo>
                  <a:lnTo>
                    <a:pt x="18" y="0"/>
                  </a:lnTo>
                  <a:lnTo>
                    <a:pt x="18" y="0"/>
                  </a:lnTo>
                  <a:lnTo>
                    <a:pt x="19" y="0"/>
                  </a:lnTo>
                  <a:lnTo>
                    <a:pt x="22" y="0"/>
                  </a:lnTo>
                  <a:lnTo>
                    <a:pt x="23" y="0"/>
                  </a:lnTo>
                  <a:lnTo>
                    <a:pt x="24" y="0"/>
                  </a:lnTo>
                  <a:lnTo>
                    <a:pt x="27" y="1"/>
                  </a:lnTo>
                  <a:lnTo>
                    <a:pt x="30" y="1"/>
                  </a:lnTo>
                  <a:lnTo>
                    <a:pt x="33" y="2"/>
                  </a:lnTo>
                  <a:lnTo>
                    <a:pt x="34" y="4"/>
                  </a:lnTo>
                  <a:lnTo>
                    <a:pt x="40" y="4"/>
                  </a:lnTo>
                  <a:lnTo>
                    <a:pt x="42" y="6"/>
                  </a:lnTo>
                  <a:lnTo>
                    <a:pt x="42" y="10"/>
                  </a:lnTo>
                  <a:lnTo>
                    <a:pt x="43" y="11"/>
                  </a:lnTo>
                  <a:lnTo>
                    <a:pt x="43" y="11"/>
                  </a:lnTo>
                </a:path>
              </a:pathLst>
            </a:custGeom>
            <a:solidFill>
              <a:srgbClr val="ffc0b6"/>
            </a:solidFill>
            <a:ln w="9360">
              <a:solidFill>
                <a:srgbClr val="000000"/>
              </a:solidFill>
              <a:round/>
            </a:ln>
          </p:spPr>
          <p:style>
            <a:lnRef idx="0"/>
            <a:fillRef idx="0"/>
            <a:effectRef idx="0"/>
            <a:fontRef idx="minor"/>
          </p:style>
          <p:txBody>
            <a:bodyPr lIns="90000" rIns="90000" tIns="1080" bIns="1080" anchor="t">
              <a:noAutofit/>
            </a:bodyPr>
            <a:p>
              <a:endParaRPr b="0" lang="en-IN" sz="2400" strike="noStrike" u="none">
                <a:solidFill>
                  <a:srgbClr val="ffffff"/>
                </a:solidFill>
                <a:effectLst/>
                <a:uFillTx/>
                <a:latin typeface="Times New Roman"/>
              </a:endParaRPr>
            </a:p>
          </p:txBody>
        </p:sp>
        <p:sp>
          <p:nvSpPr>
            <p:cNvPr id="2740" name=""/>
            <p:cNvSpPr/>
            <p:nvPr/>
          </p:nvSpPr>
          <p:spPr>
            <a:xfrm>
              <a:off x="7277040" y="4340160"/>
              <a:ext cx="31680" cy="27000"/>
            </a:xfrm>
            <a:custGeom>
              <a:avLst/>
              <a:gdLst/>
              <a:ahLst/>
              <a:rect l="l" t="t" r="r" b="b"/>
              <a:pathLst>
                <a:path w="20" h="17">
                  <a:moveTo>
                    <a:pt x="12" y="0"/>
                  </a:moveTo>
                  <a:lnTo>
                    <a:pt x="10" y="1"/>
                  </a:lnTo>
                  <a:lnTo>
                    <a:pt x="7" y="2"/>
                  </a:lnTo>
                  <a:lnTo>
                    <a:pt x="7" y="3"/>
                  </a:lnTo>
                  <a:lnTo>
                    <a:pt x="6" y="7"/>
                  </a:lnTo>
                  <a:lnTo>
                    <a:pt x="5" y="9"/>
                  </a:lnTo>
                  <a:lnTo>
                    <a:pt x="0" y="11"/>
                  </a:lnTo>
                  <a:lnTo>
                    <a:pt x="0" y="15"/>
                  </a:lnTo>
                  <a:lnTo>
                    <a:pt x="0" y="15"/>
                  </a:lnTo>
                  <a:lnTo>
                    <a:pt x="0" y="15"/>
                  </a:lnTo>
                  <a:lnTo>
                    <a:pt x="0" y="16"/>
                  </a:lnTo>
                  <a:lnTo>
                    <a:pt x="4" y="16"/>
                  </a:lnTo>
                  <a:lnTo>
                    <a:pt x="5" y="16"/>
                  </a:lnTo>
                  <a:lnTo>
                    <a:pt x="7" y="16"/>
                  </a:lnTo>
                  <a:lnTo>
                    <a:pt x="7" y="16"/>
                  </a:lnTo>
                  <a:lnTo>
                    <a:pt x="10" y="16"/>
                  </a:lnTo>
                  <a:lnTo>
                    <a:pt x="10" y="16"/>
                  </a:lnTo>
                  <a:lnTo>
                    <a:pt x="12" y="15"/>
                  </a:lnTo>
                  <a:lnTo>
                    <a:pt x="16" y="15"/>
                  </a:lnTo>
                  <a:lnTo>
                    <a:pt x="17" y="11"/>
                  </a:lnTo>
                  <a:lnTo>
                    <a:pt x="18" y="9"/>
                  </a:lnTo>
                  <a:lnTo>
                    <a:pt x="19" y="3"/>
                  </a:lnTo>
                  <a:lnTo>
                    <a:pt x="18" y="2"/>
                  </a:lnTo>
                  <a:lnTo>
                    <a:pt x="17" y="1"/>
                  </a:lnTo>
                  <a:lnTo>
                    <a:pt x="12" y="0"/>
                  </a:lnTo>
                  <a:lnTo>
                    <a:pt x="12"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741" name=""/>
            <p:cNvSpPr/>
            <p:nvPr/>
          </p:nvSpPr>
          <p:spPr>
            <a:xfrm>
              <a:off x="7284960" y="4335480"/>
              <a:ext cx="77760" cy="42840"/>
            </a:xfrm>
            <a:custGeom>
              <a:avLst/>
              <a:gdLst/>
              <a:ahLst/>
              <a:rect l="l" t="t" r="r" b="b"/>
              <a:pathLst>
                <a:path w="49" h="27">
                  <a:moveTo>
                    <a:pt x="48" y="10"/>
                  </a:moveTo>
                  <a:lnTo>
                    <a:pt x="48" y="10"/>
                  </a:lnTo>
                  <a:lnTo>
                    <a:pt x="48" y="12"/>
                  </a:lnTo>
                  <a:lnTo>
                    <a:pt x="48" y="12"/>
                  </a:lnTo>
                  <a:lnTo>
                    <a:pt x="47" y="13"/>
                  </a:lnTo>
                  <a:lnTo>
                    <a:pt x="44" y="14"/>
                  </a:lnTo>
                  <a:lnTo>
                    <a:pt x="44" y="14"/>
                  </a:lnTo>
                  <a:lnTo>
                    <a:pt x="44" y="17"/>
                  </a:lnTo>
                  <a:lnTo>
                    <a:pt x="43" y="18"/>
                  </a:lnTo>
                  <a:lnTo>
                    <a:pt x="42" y="18"/>
                  </a:lnTo>
                  <a:lnTo>
                    <a:pt x="42" y="18"/>
                  </a:lnTo>
                  <a:lnTo>
                    <a:pt x="37" y="18"/>
                  </a:lnTo>
                  <a:lnTo>
                    <a:pt x="36" y="19"/>
                  </a:lnTo>
                  <a:lnTo>
                    <a:pt x="36" y="19"/>
                  </a:lnTo>
                  <a:lnTo>
                    <a:pt x="35" y="23"/>
                  </a:lnTo>
                  <a:lnTo>
                    <a:pt x="31" y="25"/>
                  </a:lnTo>
                  <a:lnTo>
                    <a:pt x="28" y="25"/>
                  </a:lnTo>
                  <a:lnTo>
                    <a:pt x="24" y="25"/>
                  </a:lnTo>
                  <a:lnTo>
                    <a:pt x="21" y="25"/>
                  </a:lnTo>
                  <a:lnTo>
                    <a:pt x="18" y="25"/>
                  </a:lnTo>
                  <a:lnTo>
                    <a:pt x="17" y="26"/>
                  </a:lnTo>
                  <a:lnTo>
                    <a:pt x="12" y="26"/>
                  </a:lnTo>
                  <a:lnTo>
                    <a:pt x="7" y="25"/>
                  </a:lnTo>
                  <a:lnTo>
                    <a:pt x="2" y="25"/>
                  </a:lnTo>
                  <a:lnTo>
                    <a:pt x="0" y="25"/>
                  </a:lnTo>
                  <a:lnTo>
                    <a:pt x="0" y="25"/>
                  </a:lnTo>
                  <a:lnTo>
                    <a:pt x="0" y="23"/>
                  </a:lnTo>
                  <a:lnTo>
                    <a:pt x="0" y="19"/>
                  </a:lnTo>
                  <a:lnTo>
                    <a:pt x="1" y="18"/>
                  </a:lnTo>
                  <a:lnTo>
                    <a:pt x="1" y="17"/>
                  </a:lnTo>
                  <a:lnTo>
                    <a:pt x="2" y="14"/>
                  </a:lnTo>
                  <a:lnTo>
                    <a:pt x="2" y="12"/>
                  </a:lnTo>
                  <a:lnTo>
                    <a:pt x="5" y="7"/>
                  </a:lnTo>
                  <a:lnTo>
                    <a:pt x="8" y="5"/>
                  </a:lnTo>
                  <a:lnTo>
                    <a:pt x="11" y="5"/>
                  </a:lnTo>
                  <a:lnTo>
                    <a:pt x="12" y="0"/>
                  </a:lnTo>
                  <a:lnTo>
                    <a:pt x="12" y="0"/>
                  </a:lnTo>
                  <a:lnTo>
                    <a:pt x="12" y="0"/>
                  </a:lnTo>
                  <a:lnTo>
                    <a:pt x="12" y="0"/>
                  </a:lnTo>
                  <a:lnTo>
                    <a:pt x="13" y="0"/>
                  </a:lnTo>
                  <a:lnTo>
                    <a:pt x="16" y="0"/>
                  </a:lnTo>
                  <a:lnTo>
                    <a:pt x="17" y="0"/>
                  </a:lnTo>
                  <a:lnTo>
                    <a:pt x="18" y="0"/>
                  </a:lnTo>
                  <a:lnTo>
                    <a:pt x="21" y="0"/>
                  </a:lnTo>
                  <a:lnTo>
                    <a:pt x="24" y="0"/>
                  </a:lnTo>
                  <a:lnTo>
                    <a:pt x="28" y="0"/>
                  </a:lnTo>
                  <a:lnTo>
                    <a:pt x="28" y="0"/>
                  </a:lnTo>
                  <a:lnTo>
                    <a:pt x="35" y="0"/>
                  </a:lnTo>
                  <a:lnTo>
                    <a:pt x="36" y="3"/>
                  </a:lnTo>
                  <a:lnTo>
                    <a:pt x="37" y="5"/>
                  </a:lnTo>
                  <a:lnTo>
                    <a:pt x="43" y="5"/>
                  </a:lnTo>
                  <a:lnTo>
                    <a:pt x="44" y="6"/>
                  </a:lnTo>
                  <a:lnTo>
                    <a:pt x="48" y="10"/>
                  </a:lnTo>
                  <a:lnTo>
                    <a:pt x="48" y="10"/>
                  </a:lnTo>
                </a:path>
              </a:pathLst>
            </a:custGeom>
            <a:solidFill>
              <a:srgbClr val="ffc0b6"/>
            </a:solidFill>
            <a:ln w="9360">
              <a:solidFill>
                <a:srgbClr val="000000"/>
              </a:solidFill>
              <a:round/>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2742" name=""/>
            <p:cNvSpPr/>
            <p:nvPr/>
          </p:nvSpPr>
          <p:spPr>
            <a:xfrm>
              <a:off x="7329600" y="4343400"/>
              <a:ext cx="27000" cy="30240"/>
            </a:xfrm>
            <a:custGeom>
              <a:avLst/>
              <a:gdLst/>
              <a:ahLst/>
              <a:rect l="l" t="t" r="r" b="b"/>
              <a:pathLst>
                <a:path w="17" h="19">
                  <a:moveTo>
                    <a:pt x="9" y="1"/>
                  </a:moveTo>
                  <a:lnTo>
                    <a:pt x="9" y="1"/>
                  </a:lnTo>
                  <a:lnTo>
                    <a:pt x="9" y="1"/>
                  </a:lnTo>
                  <a:lnTo>
                    <a:pt x="9" y="1"/>
                  </a:lnTo>
                  <a:lnTo>
                    <a:pt x="8" y="0"/>
                  </a:lnTo>
                  <a:lnTo>
                    <a:pt x="8" y="0"/>
                  </a:lnTo>
                  <a:lnTo>
                    <a:pt x="8" y="0"/>
                  </a:lnTo>
                  <a:lnTo>
                    <a:pt x="8" y="1"/>
                  </a:lnTo>
                  <a:lnTo>
                    <a:pt x="8" y="1"/>
                  </a:lnTo>
                  <a:lnTo>
                    <a:pt x="8" y="2"/>
                  </a:lnTo>
                  <a:lnTo>
                    <a:pt x="8" y="7"/>
                  </a:lnTo>
                  <a:lnTo>
                    <a:pt x="7" y="9"/>
                  </a:lnTo>
                  <a:lnTo>
                    <a:pt x="6" y="11"/>
                  </a:lnTo>
                  <a:lnTo>
                    <a:pt x="6" y="12"/>
                  </a:lnTo>
                  <a:lnTo>
                    <a:pt x="5" y="13"/>
                  </a:lnTo>
                  <a:lnTo>
                    <a:pt x="1" y="13"/>
                  </a:lnTo>
                  <a:lnTo>
                    <a:pt x="0" y="13"/>
                  </a:lnTo>
                  <a:lnTo>
                    <a:pt x="0" y="13"/>
                  </a:lnTo>
                  <a:lnTo>
                    <a:pt x="0" y="14"/>
                  </a:lnTo>
                  <a:lnTo>
                    <a:pt x="0" y="14"/>
                  </a:lnTo>
                  <a:lnTo>
                    <a:pt x="0" y="18"/>
                  </a:lnTo>
                  <a:lnTo>
                    <a:pt x="0" y="18"/>
                  </a:lnTo>
                  <a:lnTo>
                    <a:pt x="0" y="17"/>
                  </a:lnTo>
                  <a:lnTo>
                    <a:pt x="1" y="14"/>
                  </a:lnTo>
                  <a:lnTo>
                    <a:pt x="6" y="14"/>
                  </a:lnTo>
                  <a:lnTo>
                    <a:pt x="7" y="14"/>
                  </a:lnTo>
                  <a:lnTo>
                    <a:pt x="8" y="13"/>
                  </a:lnTo>
                  <a:lnTo>
                    <a:pt x="9" y="13"/>
                  </a:lnTo>
                  <a:lnTo>
                    <a:pt x="9" y="13"/>
                  </a:lnTo>
                  <a:lnTo>
                    <a:pt x="14" y="13"/>
                  </a:lnTo>
                  <a:lnTo>
                    <a:pt x="15" y="12"/>
                  </a:lnTo>
                  <a:lnTo>
                    <a:pt x="15" y="11"/>
                  </a:lnTo>
                  <a:lnTo>
                    <a:pt x="15" y="9"/>
                  </a:lnTo>
                  <a:lnTo>
                    <a:pt x="16" y="9"/>
                  </a:lnTo>
                  <a:lnTo>
                    <a:pt x="16" y="8"/>
                  </a:lnTo>
                  <a:lnTo>
                    <a:pt x="16" y="7"/>
                  </a:lnTo>
                  <a:lnTo>
                    <a:pt x="16" y="5"/>
                  </a:lnTo>
                  <a:lnTo>
                    <a:pt x="9" y="1"/>
                  </a:lnTo>
                  <a:lnTo>
                    <a:pt x="9" y="1"/>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2743" name=""/>
            <p:cNvSpPr/>
            <p:nvPr/>
          </p:nvSpPr>
          <p:spPr>
            <a:xfrm>
              <a:off x="7288200" y="4122720"/>
              <a:ext cx="115920" cy="233280"/>
            </a:xfrm>
            <a:custGeom>
              <a:avLst/>
              <a:gdLst/>
              <a:ahLst/>
              <a:rect l="l" t="t" r="r" b="b"/>
              <a:pathLst>
                <a:path w="73" h="147">
                  <a:moveTo>
                    <a:pt x="70" y="5"/>
                  </a:moveTo>
                  <a:lnTo>
                    <a:pt x="70" y="9"/>
                  </a:lnTo>
                  <a:lnTo>
                    <a:pt x="72" y="20"/>
                  </a:lnTo>
                  <a:lnTo>
                    <a:pt x="70" y="26"/>
                  </a:lnTo>
                  <a:lnTo>
                    <a:pt x="70" y="37"/>
                  </a:lnTo>
                  <a:lnTo>
                    <a:pt x="66" y="46"/>
                  </a:lnTo>
                  <a:lnTo>
                    <a:pt x="64" y="58"/>
                  </a:lnTo>
                  <a:lnTo>
                    <a:pt x="64" y="69"/>
                  </a:lnTo>
                  <a:lnTo>
                    <a:pt x="64" y="77"/>
                  </a:lnTo>
                  <a:lnTo>
                    <a:pt x="64" y="83"/>
                  </a:lnTo>
                  <a:lnTo>
                    <a:pt x="65" y="92"/>
                  </a:lnTo>
                  <a:lnTo>
                    <a:pt x="65" y="101"/>
                  </a:lnTo>
                  <a:lnTo>
                    <a:pt x="64" y="106"/>
                  </a:lnTo>
                  <a:lnTo>
                    <a:pt x="64" y="107"/>
                  </a:lnTo>
                  <a:lnTo>
                    <a:pt x="64" y="108"/>
                  </a:lnTo>
                  <a:lnTo>
                    <a:pt x="64" y="114"/>
                  </a:lnTo>
                  <a:lnTo>
                    <a:pt x="64" y="114"/>
                  </a:lnTo>
                  <a:lnTo>
                    <a:pt x="64" y="115"/>
                  </a:lnTo>
                  <a:lnTo>
                    <a:pt x="64" y="117"/>
                  </a:lnTo>
                  <a:lnTo>
                    <a:pt x="63" y="122"/>
                  </a:lnTo>
                  <a:lnTo>
                    <a:pt x="63" y="123"/>
                  </a:lnTo>
                  <a:lnTo>
                    <a:pt x="62" y="124"/>
                  </a:lnTo>
                  <a:lnTo>
                    <a:pt x="61" y="124"/>
                  </a:lnTo>
                  <a:lnTo>
                    <a:pt x="61" y="124"/>
                  </a:lnTo>
                  <a:lnTo>
                    <a:pt x="60" y="125"/>
                  </a:lnTo>
                  <a:lnTo>
                    <a:pt x="60" y="128"/>
                  </a:lnTo>
                  <a:lnTo>
                    <a:pt x="57" y="129"/>
                  </a:lnTo>
                  <a:lnTo>
                    <a:pt x="57" y="130"/>
                  </a:lnTo>
                  <a:lnTo>
                    <a:pt x="54" y="130"/>
                  </a:lnTo>
                  <a:lnTo>
                    <a:pt x="54" y="132"/>
                  </a:lnTo>
                  <a:lnTo>
                    <a:pt x="54" y="132"/>
                  </a:lnTo>
                  <a:lnTo>
                    <a:pt x="54" y="132"/>
                  </a:lnTo>
                  <a:lnTo>
                    <a:pt x="54" y="134"/>
                  </a:lnTo>
                  <a:lnTo>
                    <a:pt x="54" y="134"/>
                  </a:lnTo>
                  <a:lnTo>
                    <a:pt x="54" y="138"/>
                  </a:lnTo>
                  <a:lnTo>
                    <a:pt x="54" y="139"/>
                  </a:lnTo>
                  <a:lnTo>
                    <a:pt x="51" y="139"/>
                  </a:lnTo>
                  <a:lnTo>
                    <a:pt x="51" y="139"/>
                  </a:lnTo>
                  <a:lnTo>
                    <a:pt x="51" y="140"/>
                  </a:lnTo>
                  <a:lnTo>
                    <a:pt x="50" y="140"/>
                  </a:lnTo>
                  <a:lnTo>
                    <a:pt x="49" y="144"/>
                  </a:lnTo>
                  <a:lnTo>
                    <a:pt x="48" y="144"/>
                  </a:lnTo>
                  <a:lnTo>
                    <a:pt x="48" y="146"/>
                  </a:lnTo>
                  <a:lnTo>
                    <a:pt x="46" y="146"/>
                  </a:lnTo>
                  <a:lnTo>
                    <a:pt x="42" y="146"/>
                  </a:lnTo>
                  <a:lnTo>
                    <a:pt x="42" y="144"/>
                  </a:lnTo>
                  <a:lnTo>
                    <a:pt x="41" y="144"/>
                  </a:lnTo>
                  <a:lnTo>
                    <a:pt x="41" y="144"/>
                  </a:lnTo>
                  <a:lnTo>
                    <a:pt x="40" y="141"/>
                  </a:lnTo>
                  <a:lnTo>
                    <a:pt x="37" y="140"/>
                  </a:lnTo>
                  <a:lnTo>
                    <a:pt x="35" y="140"/>
                  </a:lnTo>
                  <a:lnTo>
                    <a:pt x="34" y="139"/>
                  </a:lnTo>
                  <a:lnTo>
                    <a:pt x="34" y="139"/>
                  </a:lnTo>
                  <a:lnTo>
                    <a:pt x="33" y="139"/>
                  </a:lnTo>
                  <a:lnTo>
                    <a:pt x="27" y="139"/>
                  </a:lnTo>
                  <a:lnTo>
                    <a:pt x="26" y="139"/>
                  </a:lnTo>
                  <a:lnTo>
                    <a:pt x="25" y="139"/>
                  </a:lnTo>
                  <a:lnTo>
                    <a:pt x="22" y="138"/>
                  </a:lnTo>
                  <a:lnTo>
                    <a:pt x="19" y="138"/>
                  </a:lnTo>
                  <a:lnTo>
                    <a:pt x="19" y="138"/>
                  </a:lnTo>
                  <a:lnTo>
                    <a:pt x="16" y="138"/>
                  </a:lnTo>
                  <a:lnTo>
                    <a:pt x="15" y="138"/>
                  </a:lnTo>
                  <a:lnTo>
                    <a:pt x="11" y="139"/>
                  </a:lnTo>
                  <a:lnTo>
                    <a:pt x="10" y="139"/>
                  </a:lnTo>
                  <a:lnTo>
                    <a:pt x="9" y="139"/>
                  </a:lnTo>
                  <a:lnTo>
                    <a:pt x="5" y="139"/>
                  </a:lnTo>
                  <a:lnTo>
                    <a:pt x="3" y="139"/>
                  </a:lnTo>
                  <a:lnTo>
                    <a:pt x="3" y="139"/>
                  </a:lnTo>
                  <a:lnTo>
                    <a:pt x="3" y="139"/>
                  </a:lnTo>
                  <a:lnTo>
                    <a:pt x="0" y="134"/>
                  </a:lnTo>
                  <a:lnTo>
                    <a:pt x="0" y="134"/>
                  </a:lnTo>
                  <a:lnTo>
                    <a:pt x="0" y="132"/>
                  </a:lnTo>
                  <a:lnTo>
                    <a:pt x="3" y="130"/>
                  </a:lnTo>
                  <a:lnTo>
                    <a:pt x="5" y="129"/>
                  </a:lnTo>
                  <a:lnTo>
                    <a:pt x="5" y="127"/>
                  </a:lnTo>
                  <a:lnTo>
                    <a:pt x="6" y="125"/>
                  </a:lnTo>
                  <a:lnTo>
                    <a:pt x="9" y="124"/>
                  </a:lnTo>
                  <a:lnTo>
                    <a:pt x="9" y="124"/>
                  </a:lnTo>
                  <a:lnTo>
                    <a:pt x="10" y="124"/>
                  </a:lnTo>
                  <a:lnTo>
                    <a:pt x="10" y="122"/>
                  </a:lnTo>
                  <a:lnTo>
                    <a:pt x="11" y="122"/>
                  </a:lnTo>
                  <a:lnTo>
                    <a:pt x="12" y="117"/>
                  </a:lnTo>
                  <a:lnTo>
                    <a:pt x="15" y="115"/>
                  </a:lnTo>
                  <a:lnTo>
                    <a:pt x="16" y="115"/>
                  </a:lnTo>
                  <a:lnTo>
                    <a:pt x="18" y="115"/>
                  </a:lnTo>
                  <a:lnTo>
                    <a:pt x="19" y="115"/>
                  </a:lnTo>
                  <a:lnTo>
                    <a:pt x="20" y="114"/>
                  </a:lnTo>
                  <a:lnTo>
                    <a:pt x="22" y="114"/>
                  </a:lnTo>
                  <a:lnTo>
                    <a:pt x="22" y="114"/>
                  </a:lnTo>
                  <a:lnTo>
                    <a:pt x="22" y="112"/>
                  </a:lnTo>
                  <a:lnTo>
                    <a:pt x="22" y="108"/>
                  </a:lnTo>
                  <a:lnTo>
                    <a:pt x="22" y="108"/>
                  </a:lnTo>
                  <a:lnTo>
                    <a:pt x="26" y="107"/>
                  </a:lnTo>
                  <a:lnTo>
                    <a:pt x="26" y="105"/>
                  </a:lnTo>
                  <a:lnTo>
                    <a:pt x="26" y="104"/>
                  </a:lnTo>
                  <a:lnTo>
                    <a:pt x="26" y="104"/>
                  </a:lnTo>
                  <a:lnTo>
                    <a:pt x="26" y="101"/>
                  </a:lnTo>
                  <a:lnTo>
                    <a:pt x="26" y="99"/>
                  </a:lnTo>
                  <a:lnTo>
                    <a:pt x="26" y="99"/>
                  </a:lnTo>
                  <a:lnTo>
                    <a:pt x="29" y="93"/>
                  </a:lnTo>
                  <a:lnTo>
                    <a:pt x="31" y="92"/>
                  </a:lnTo>
                  <a:lnTo>
                    <a:pt x="32" y="89"/>
                  </a:lnTo>
                  <a:lnTo>
                    <a:pt x="32" y="88"/>
                  </a:lnTo>
                  <a:lnTo>
                    <a:pt x="33" y="87"/>
                  </a:lnTo>
                  <a:lnTo>
                    <a:pt x="33" y="81"/>
                  </a:lnTo>
                  <a:lnTo>
                    <a:pt x="32" y="76"/>
                  </a:lnTo>
                  <a:lnTo>
                    <a:pt x="32" y="65"/>
                  </a:lnTo>
                  <a:lnTo>
                    <a:pt x="32" y="56"/>
                  </a:lnTo>
                  <a:lnTo>
                    <a:pt x="32" y="47"/>
                  </a:lnTo>
                  <a:lnTo>
                    <a:pt x="32" y="46"/>
                  </a:lnTo>
                  <a:lnTo>
                    <a:pt x="31" y="40"/>
                  </a:lnTo>
                  <a:lnTo>
                    <a:pt x="27" y="35"/>
                  </a:lnTo>
                  <a:lnTo>
                    <a:pt x="26" y="28"/>
                  </a:lnTo>
                  <a:lnTo>
                    <a:pt x="26" y="22"/>
                  </a:lnTo>
                  <a:lnTo>
                    <a:pt x="26" y="20"/>
                  </a:lnTo>
                  <a:lnTo>
                    <a:pt x="26" y="15"/>
                  </a:lnTo>
                  <a:lnTo>
                    <a:pt x="26" y="10"/>
                  </a:lnTo>
                  <a:lnTo>
                    <a:pt x="26" y="9"/>
                  </a:lnTo>
                  <a:lnTo>
                    <a:pt x="26" y="9"/>
                  </a:lnTo>
                  <a:lnTo>
                    <a:pt x="27" y="7"/>
                  </a:lnTo>
                  <a:lnTo>
                    <a:pt x="33" y="7"/>
                  </a:lnTo>
                  <a:lnTo>
                    <a:pt x="34" y="5"/>
                  </a:lnTo>
                  <a:lnTo>
                    <a:pt x="35" y="2"/>
                  </a:lnTo>
                  <a:lnTo>
                    <a:pt x="41" y="2"/>
                  </a:lnTo>
                  <a:lnTo>
                    <a:pt x="42" y="2"/>
                  </a:lnTo>
                  <a:lnTo>
                    <a:pt x="48" y="0"/>
                  </a:lnTo>
                  <a:lnTo>
                    <a:pt x="51" y="0"/>
                  </a:lnTo>
                  <a:lnTo>
                    <a:pt x="54" y="0"/>
                  </a:lnTo>
                  <a:lnTo>
                    <a:pt x="58" y="0"/>
                  </a:lnTo>
                  <a:lnTo>
                    <a:pt x="61" y="0"/>
                  </a:lnTo>
                  <a:lnTo>
                    <a:pt x="64" y="0"/>
                  </a:lnTo>
                  <a:lnTo>
                    <a:pt x="65" y="2"/>
                  </a:lnTo>
                  <a:lnTo>
                    <a:pt x="70" y="5"/>
                  </a:lnTo>
                  <a:lnTo>
                    <a:pt x="70" y="5"/>
                  </a:lnTo>
                </a:path>
              </a:pathLst>
            </a:custGeom>
            <a:solidFill>
              <a:srgbClr val="6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44" name=""/>
            <p:cNvSpPr/>
            <p:nvPr/>
          </p:nvSpPr>
          <p:spPr>
            <a:xfrm>
              <a:off x="7343640" y="4133880"/>
              <a:ext cx="57240" cy="136440"/>
            </a:xfrm>
            <a:custGeom>
              <a:avLst/>
              <a:gdLst/>
              <a:ahLst/>
              <a:rect l="l" t="t" r="r" b="b"/>
              <a:pathLst>
                <a:path w="36" h="86">
                  <a:moveTo>
                    <a:pt x="0" y="3"/>
                  </a:moveTo>
                  <a:lnTo>
                    <a:pt x="0" y="4"/>
                  </a:lnTo>
                  <a:lnTo>
                    <a:pt x="0" y="8"/>
                  </a:lnTo>
                  <a:lnTo>
                    <a:pt x="2" y="8"/>
                  </a:lnTo>
                  <a:lnTo>
                    <a:pt x="5" y="8"/>
                  </a:lnTo>
                  <a:lnTo>
                    <a:pt x="5" y="13"/>
                  </a:lnTo>
                  <a:lnTo>
                    <a:pt x="6" y="13"/>
                  </a:lnTo>
                  <a:lnTo>
                    <a:pt x="6" y="14"/>
                  </a:lnTo>
                  <a:lnTo>
                    <a:pt x="6" y="14"/>
                  </a:lnTo>
                  <a:lnTo>
                    <a:pt x="6" y="15"/>
                  </a:lnTo>
                  <a:lnTo>
                    <a:pt x="6" y="19"/>
                  </a:lnTo>
                  <a:lnTo>
                    <a:pt x="7" y="21"/>
                  </a:lnTo>
                  <a:lnTo>
                    <a:pt x="7" y="21"/>
                  </a:lnTo>
                  <a:lnTo>
                    <a:pt x="7" y="24"/>
                  </a:lnTo>
                  <a:lnTo>
                    <a:pt x="11" y="27"/>
                  </a:lnTo>
                  <a:lnTo>
                    <a:pt x="13" y="30"/>
                  </a:lnTo>
                  <a:lnTo>
                    <a:pt x="13" y="31"/>
                  </a:lnTo>
                  <a:lnTo>
                    <a:pt x="14" y="31"/>
                  </a:lnTo>
                  <a:lnTo>
                    <a:pt x="15" y="31"/>
                  </a:lnTo>
                  <a:lnTo>
                    <a:pt x="16" y="33"/>
                  </a:lnTo>
                  <a:lnTo>
                    <a:pt x="19" y="35"/>
                  </a:lnTo>
                  <a:lnTo>
                    <a:pt x="19" y="39"/>
                  </a:lnTo>
                  <a:lnTo>
                    <a:pt x="19" y="39"/>
                  </a:lnTo>
                  <a:lnTo>
                    <a:pt x="21" y="41"/>
                  </a:lnTo>
                  <a:lnTo>
                    <a:pt x="21" y="48"/>
                  </a:lnTo>
                  <a:lnTo>
                    <a:pt x="19" y="56"/>
                  </a:lnTo>
                  <a:lnTo>
                    <a:pt x="19" y="73"/>
                  </a:lnTo>
                  <a:lnTo>
                    <a:pt x="22" y="85"/>
                  </a:lnTo>
                  <a:lnTo>
                    <a:pt x="22" y="85"/>
                  </a:lnTo>
                  <a:lnTo>
                    <a:pt x="25" y="75"/>
                  </a:lnTo>
                  <a:lnTo>
                    <a:pt x="26" y="70"/>
                  </a:lnTo>
                  <a:lnTo>
                    <a:pt x="26" y="62"/>
                  </a:lnTo>
                  <a:lnTo>
                    <a:pt x="26" y="58"/>
                  </a:lnTo>
                  <a:lnTo>
                    <a:pt x="26" y="56"/>
                  </a:lnTo>
                  <a:lnTo>
                    <a:pt x="26" y="56"/>
                  </a:lnTo>
                  <a:lnTo>
                    <a:pt x="26" y="51"/>
                  </a:lnTo>
                  <a:lnTo>
                    <a:pt x="26" y="49"/>
                  </a:lnTo>
                  <a:lnTo>
                    <a:pt x="27" y="48"/>
                  </a:lnTo>
                  <a:lnTo>
                    <a:pt x="28" y="41"/>
                  </a:lnTo>
                  <a:lnTo>
                    <a:pt x="28" y="40"/>
                  </a:lnTo>
                  <a:lnTo>
                    <a:pt x="29" y="39"/>
                  </a:lnTo>
                  <a:lnTo>
                    <a:pt x="29" y="39"/>
                  </a:lnTo>
                  <a:lnTo>
                    <a:pt x="29" y="33"/>
                  </a:lnTo>
                  <a:lnTo>
                    <a:pt x="29" y="31"/>
                  </a:lnTo>
                  <a:lnTo>
                    <a:pt x="30" y="27"/>
                  </a:lnTo>
                  <a:lnTo>
                    <a:pt x="35" y="21"/>
                  </a:lnTo>
                  <a:lnTo>
                    <a:pt x="35" y="15"/>
                  </a:lnTo>
                  <a:lnTo>
                    <a:pt x="35" y="13"/>
                  </a:lnTo>
                  <a:lnTo>
                    <a:pt x="35" y="8"/>
                  </a:lnTo>
                  <a:lnTo>
                    <a:pt x="35" y="8"/>
                  </a:lnTo>
                  <a:lnTo>
                    <a:pt x="35" y="8"/>
                  </a:lnTo>
                  <a:lnTo>
                    <a:pt x="31" y="7"/>
                  </a:lnTo>
                  <a:lnTo>
                    <a:pt x="29" y="3"/>
                  </a:lnTo>
                  <a:lnTo>
                    <a:pt x="29" y="2"/>
                  </a:lnTo>
                  <a:lnTo>
                    <a:pt x="28" y="2"/>
                  </a:lnTo>
                  <a:lnTo>
                    <a:pt x="26" y="0"/>
                  </a:lnTo>
                  <a:lnTo>
                    <a:pt x="23" y="0"/>
                  </a:lnTo>
                  <a:lnTo>
                    <a:pt x="19" y="0"/>
                  </a:lnTo>
                  <a:lnTo>
                    <a:pt x="19" y="0"/>
                  </a:lnTo>
                  <a:lnTo>
                    <a:pt x="16" y="0"/>
                  </a:lnTo>
                  <a:lnTo>
                    <a:pt x="14" y="0"/>
                  </a:lnTo>
                  <a:lnTo>
                    <a:pt x="10" y="0"/>
                  </a:lnTo>
                  <a:lnTo>
                    <a:pt x="6" y="2"/>
                  </a:lnTo>
                  <a:lnTo>
                    <a:pt x="6" y="2"/>
                  </a:lnTo>
                  <a:lnTo>
                    <a:pt x="0" y="3"/>
                  </a:lnTo>
                  <a:lnTo>
                    <a:pt x="0" y="3"/>
                  </a:lnTo>
                </a:path>
              </a:pathLst>
            </a:custGeom>
            <a:solidFill>
              <a:srgbClr val="626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45" name=""/>
            <p:cNvSpPr/>
            <p:nvPr/>
          </p:nvSpPr>
          <p:spPr>
            <a:xfrm>
              <a:off x="6664320" y="4164120"/>
              <a:ext cx="176040" cy="98280"/>
            </a:xfrm>
            <a:custGeom>
              <a:avLst/>
              <a:gdLst/>
              <a:ahLst/>
              <a:rect l="l" t="t" r="r" b="b"/>
              <a:pathLst>
                <a:path w="111" h="62">
                  <a:moveTo>
                    <a:pt x="110" y="0"/>
                  </a:moveTo>
                  <a:lnTo>
                    <a:pt x="110" y="2"/>
                  </a:lnTo>
                  <a:lnTo>
                    <a:pt x="110" y="8"/>
                  </a:lnTo>
                  <a:lnTo>
                    <a:pt x="110" y="12"/>
                  </a:lnTo>
                  <a:lnTo>
                    <a:pt x="110" y="12"/>
                  </a:lnTo>
                  <a:lnTo>
                    <a:pt x="110" y="14"/>
                  </a:lnTo>
                  <a:lnTo>
                    <a:pt x="110" y="14"/>
                  </a:lnTo>
                  <a:lnTo>
                    <a:pt x="110" y="15"/>
                  </a:lnTo>
                  <a:lnTo>
                    <a:pt x="110" y="20"/>
                  </a:lnTo>
                  <a:lnTo>
                    <a:pt x="110" y="20"/>
                  </a:lnTo>
                  <a:lnTo>
                    <a:pt x="110" y="22"/>
                  </a:lnTo>
                  <a:lnTo>
                    <a:pt x="110" y="24"/>
                  </a:lnTo>
                  <a:lnTo>
                    <a:pt x="110" y="29"/>
                  </a:lnTo>
                  <a:lnTo>
                    <a:pt x="107" y="29"/>
                  </a:lnTo>
                  <a:lnTo>
                    <a:pt x="105" y="30"/>
                  </a:lnTo>
                  <a:lnTo>
                    <a:pt x="107" y="30"/>
                  </a:lnTo>
                  <a:lnTo>
                    <a:pt x="107" y="32"/>
                  </a:lnTo>
                  <a:lnTo>
                    <a:pt x="110" y="32"/>
                  </a:lnTo>
                  <a:lnTo>
                    <a:pt x="110" y="32"/>
                  </a:lnTo>
                  <a:lnTo>
                    <a:pt x="110" y="37"/>
                  </a:lnTo>
                  <a:lnTo>
                    <a:pt x="109" y="37"/>
                  </a:lnTo>
                  <a:lnTo>
                    <a:pt x="105" y="37"/>
                  </a:lnTo>
                  <a:lnTo>
                    <a:pt x="105" y="39"/>
                  </a:lnTo>
                  <a:lnTo>
                    <a:pt x="104" y="41"/>
                  </a:lnTo>
                  <a:lnTo>
                    <a:pt x="103" y="42"/>
                  </a:lnTo>
                  <a:lnTo>
                    <a:pt x="103" y="42"/>
                  </a:lnTo>
                  <a:lnTo>
                    <a:pt x="103" y="44"/>
                  </a:lnTo>
                  <a:lnTo>
                    <a:pt x="103" y="47"/>
                  </a:lnTo>
                  <a:lnTo>
                    <a:pt x="103" y="47"/>
                  </a:lnTo>
                  <a:lnTo>
                    <a:pt x="101" y="49"/>
                  </a:lnTo>
                  <a:lnTo>
                    <a:pt x="101" y="50"/>
                  </a:lnTo>
                  <a:lnTo>
                    <a:pt x="101" y="50"/>
                  </a:lnTo>
                  <a:lnTo>
                    <a:pt x="101" y="51"/>
                  </a:lnTo>
                  <a:lnTo>
                    <a:pt x="100" y="51"/>
                  </a:lnTo>
                  <a:lnTo>
                    <a:pt x="99" y="51"/>
                  </a:lnTo>
                  <a:lnTo>
                    <a:pt x="96" y="51"/>
                  </a:lnTo>
                  <a:lnTo>
                    <a:pt x="96" y="51"/>
                  </a:lnTo>
                  <a:lnTo>
                    <a:pt x="95" y="51"/>
                  </a:lnTo>
                  <a:lnTo>
                    <a:pt x="94" y="51"/>
                  </a:lnTo>
                  <a:lnTo>
                    <a:pt x="94" y="51"/>
                  </a:lnTo>
                  <a:lnTo>
                    <a:pt x="92" y="53"/>
                  </a:lnTo>
                  <a:lnTo>
                    <a:pt x="91" y="54"/>
                  </a:lnTo>
                  <a:lnTo>
                    <a:pt x="90" y="54"/>
                  </a:lnTo>
                  <a:lnTo>
                    <a:pt x="85" y="55"/>
                  </a:lnTo>
                  <a:lnTo>
                    <a:pt x="85" y="55"/>
                  </a:lnTo>
                  <a:lnTo>
                    <a:pt x="84" y="54"/>
                  </a:lnTo>
                  <a:lnTo>
                    <a:pt x="81" y="55"/>
                  </a:lnTo>
                  <a:lnTo>
                    <a:pt x="80" y="55"/>
                  </a:lnTo>
                  <a:lnTo>
                    <a:pt x="79" y="57"/>
                  </a:lnTo>
                  <a:lnTo>
                    <a:pt x="74" y="61"/>
                  </a:lnTo>
                  <a:lnTo>
                    <a:pt x="74" y="61"/>
                  </a:lnTo>
                  <a:lnTo>
                    <a:pt x="73" y="61"/>
                  </a:lnTo>
                  <a:lnTo>
                    <a:pt x="73" y="57"/>
                  </a:lnTo>
                  <a:lnTo>
                    <a:pt x="72" y="57"/>
                  </a:lnTo>
                  <a:lnTo>
                    <a:pt x="70" y="55"/>
                  </a:lnTo>
                  <a:lnTo>
                    <a:pt x="70" y="55"/>
                  </a:lnTo>
                  <a:lnTo>
                    <a:pt x="69" y="55"/>
                  </a:lnTo>
                  <a:lnTo>
                    <a:pt x="69" y="55"/>
                  </a:lnTo>
                  <a:lnTo>
                    <a:pt x="67" y="54"/>
                  </a:lnTo>
                  <a:lnTo>
                    <a:pt x="66" y="53"/>
                  </a:lnTo>
                  <a:lnTo>
                    <a:pt x="64" y="51"/>
                  </a:lnTo>
                  <a:lnTo>
                    <a:pt x="64" y="51"/>
                  </a:lnTo>
                  <a:lnTo>
                    <a:pt x="63" y="50"/>
                  </a:lnTo>
                  <a:lnTo>
                    <a:pt x="60" y="47"/>
                  </a:lnTo>
                  <a:lnTo>
                    <a:pt x="60" y="44"/>
                  </a:lnTo>
                  <a:lnTo>
                    <a:pt x="57" y="42"/>
                  </a:lnTo>
                  <a:lnTo>
                    <a:pt x="56" y="42"/>
                  </a:lnTo>
                  <a:lnTo>
                    <a:pt x="56" y="39"/>
                  </a:lnTo>
                  <a:lnTo>
                    <a:pt x="55" y="37"/>
                  </a:lnTo>
                  <a:lnTo>
                    <a:pt x="52" y="37"/>
                  </a:lnTo>
                  <a:lnTo>
                    <a:pt x="52" y="37"/>
                  </a:lnTo>
                  <a:lnTo>
                    <a:pt x="49" y="37"/>
                  </a:lnTo>
                  <a:lnTo>
                    <a:pt x="49" y="35"/>
                  </a:lnTo>
                  <a:lnTo>
                    <a:pt x="47" y="32"/>
                  </a:lnTo>
                  <a:lnTo>
                    <a:pt x="46" y="32"/>
                  </a:lnTo>
                  <a:lnTo>
                    <a:pt x="46" y="31"/>
                  </a:lnTo>
                  <a:lnTo>
                    <a:pt x="46" y="29"/>
                  </a:lnTo>
                  <a:lnTo>
                    <a:pt x="46" y="24"/>
                  </a:lnTo>
                  <a:lnTo>
                    <a:pt x="44" y="22"/>
                  </a:lnTo>
                  <a:lnTo>
                    <a:pt x="39" y="21"/>
                  </a:lnTo>
                  <a:lnTo>
                    <a:pt x="39" y="21"/>
                  </a:lnTo>
                  <a:lnTo>
                    <a:pt x="39" y="21"/>
                  </a:lnTo>
                  <a:lnTo>
                    <a:pt x="38" y="21"/>
                  </a:lnTo>
                  <a:lnTo>
                    <a:pt x="35" y="21"/>
                  </a:lnTo>
                  <a:lnTo>
                    <a:pt x="34" y="20"/>
                  </a:lnTo>
                  <a:lnTo>
                    <a:pt x="33" y="20"/>
                  </a:lnTo>
                  <a:lnTo>
                    <a:pt x="32" y="20"/>
                  </a:lnTo>
                  <a:lnTo>
                    <a:pt x="32" y="21"/>
                  </a:lnTo>
                  <a:lnTo>
                    <a:pt x="32" y="22"/>
                  </a:lnTo>
                  <a:lnTo>
                    <a:pt x="31" y="23"/>
                  </a:lnTo>
                  <a:lnTo>
                    <a:pt x="31" y="26"/>
                  </a:lnTo>
                  <a:lnTo>
                    <a:pt x="27" y="29"/>
                  </a:lnTo>
                  <a:lnTo>
                    <a:pt x="24" y="26"/>
                  </a:lnTo>
                  <a:lnTo>
                    <a:pt x="24" y="26"/>
                  </a:lnTo>
                  <a:lnTo>
                    <a:pt x="24" y="23"/>
                  </a:lnTo>
                  <a:lnTo>
                    <a:pt x="23" y="23"/>
                  </a:lnTo>
                  <a:lnTo>
                    <a:pt x="23" y="22"/>
                  </a:lnTo>
                  <a:lnTo>
                    <a:pt x="23" y="22"/>
                  </a:lnTo>
                  <a:lnTo>
                    <a:pt x="20" y="22"/>
                  </a:lnTo>
                  <a:lnTo>
                    <a:pt x="20" y="22"/>
                  </a:lnTo>
                  <a:lnTo>
                    <a:pt x="20" y="22"/>
                  </a:lnTo>
                  <a:lnTo>
                    <a:pt x="19" y="23"/>
                  </a:lnTo>
                  <a:lnTo>
                    <a:pt x="18" y="23"/>
                  </a:lnTo>
                  <a:lnTo>
                    <a:pt x="15" y="22"/>
                  </a:lnTo>
                  <a:lnTo>
                    <a:pt x="15" y="22"/>
                  </a:lnTo>
                  <a:lnTo>
                    <a:pt x="14" y="21"/>
                  </a:lnTo>
                  <a:lnTo>
                    <a:pt x="14" y="21"/>
                  </a:lnTo>
                  <a:lnTo>
                    <a:pt x="13" y="20"/>
                  </a:lnTo>
                  <a:lnTo>
                    <a:pt x="12" y="20"/>
                  </a:lnTo>
                  <a:lnTo>
                    <a:pt x="12" y="18"/>
                  </a:lnTo>
                  <a:lnTo>
                    <a:pt x="8" y="15"/>
                  </a:lnTo>
                  <a:lnTo>
                    <a:pt x="7" y="14"/>
                  </a:lnTo>
                  <a:lnTo>
                    <a:pt x="5" y="12"/>
                  </a:lnTo>
                  <a:lnTo>
                    <a:pt x="5" y="12"/>
                  </a:lnTo>
                  <a:lnTo>
                    <a:pt x="1" y="11"/>
                  </a:lnTo>
                  <a:lnTo>
                    <a:pt x="0" y="8"/>
                  </a:lnTo>
                  <a:lnTo>
                    <a:pt x="0" y="5"/>
                  </a:lnTo>
                  <a:lnTo>
                    <a:pt x="0" y="2"/>
                  </a:lnTo>
                  <a:lnTo>
                    <a:pt x="0" y="2"/>
                  </a:lnTo>
                  <a:lnTo>
                    <a:pt x="0" y="2"/>
                  </a:lnTo>
                  <a:lnTo>
                    <a:pt x="0" y="0"/>
                  </a:lnTo>
                  <a:lnTo>
                    <a:pt x="110" y="0"/>
                  </a:lnTo>
                  <a:lnTo>
                    <a:pt x="110"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46" name=""/>
            <p:cNvSpPr/>
            <p:nvPr/>
          </p:nvSpPr>
          <p:spPr>
            <a:xfrm>
              <a:off x="7412040" y="4164120"/>
              <a:ext cx="93600" cy="48960"/>
            </a:xfrm>
            <a:custGeom>
              <a:avLst/>
              <a:gdLst/>
              <a:ahLst/>
              <a:rect l="l" t="t" r="r" b="b"/>
              <a:pathLst>
                <a:path w="59" h="31">
                  <a:moveTo>
                    <a:pt x="58" y="0"/>
                  </a:moveTo>
                  <a:lnTo>
                    <a:pt x="58" y="2"/>
                  </a:lnTo>
                  <a:lnTo>
                    <a:pt x="58" y="2"/>
                  </a:lnTo>
                  <a:lnTo>
                    <a:pt x="58" y="5"/>
                  </a:lnTo>
                  <a:lnTo>
                    <a:pt x="58" y="8"/>
                  </a:lnTo>
                  <a:lnTo>
                    <a:pt x="57" y="9"/>
                  </a:lnTo>
                  <a:lnTo>
                    <a:pt x="57" y="12"/>
                  </a:lnTo>
                  <a:lnTo>
                    <a:pt x="57" y="12"/>
                  </a:lnTo>
                  <a:lnTo>
                    <a:pt x="57" y="14"/>
                  </a:lnTo>
                  <a:lnTo>
                    <a:pt x="57" y="14"/>
                  </a:lnTo>
                  <a:lnTo>
                    <a:pt x="56" y="16"/>
                  </a:lnTo>
                  <a:lnTo>
                    <a:pt x="56" y="20"/>
                  </a:lnTo>
                  <a:lnTo>
                    <a:pt x="54" y="20"/>
                  </a:lnTo>
                  <a:lnTo>
                    <a:pt x="54" y="20"/>
                  </a:lnTo>
                  <a:lnTo>
                    <a:pt x="54" y="20"/>
                  </a:lnTo>
                  <a:lnTo>
                    <a:pt x="54" y="21"/>
                  </a:lnTo>
                  <a:lnTo>
                    <a:pt x="54" y="21"/>
                  </a:lnTo>
                  <a:lnTo>
                    <a:pt x="51" y="22"/>
                  </a:lnTo>
                  <a:lnTo>
                    <a:pt x="51" y="24"/>
                  </a:lnTo>
                  <a:lnTo>
                    <a:pt x="48" y="26"/>
                  </a:lnTo>
                  <a:lnTo>
                    <a:pt x="48" y="29"/>
                  </a:lnTo>
                  <a:lnTo>
                    <a:pt x="46" y="29"/>
                  </a:lnTo>
                  <a:lnTo>
                    <a:pt x="46" y="29"/>
                  </a:lnTo>
                  <a:lnTo>
                    <a:pt x="46" y="30"/>
                  </a:lnTo>
                  <a:lnTo>
                    <a:pt x="46" y="30"/>
                  </a:lnTo>
                  <a:lnTo>
                    <a:pt x="46" y="30"/>
                  </a:lnTo>
                  <a:lnTo>
                    <a:pt x="45" y="30"/>
                  </a:lnTo>
                  <a:lnTo>
                    <a:pt x="44" y="29"/>
                  </a:lnTo>
                  <a:lnTo>
                    <a:pt x="44" y="29"/>
                  </a:lnTo>
                  <a:lnTo>
                    <a:pt x="43" y="26"/>
                  </a:lnTo>
                  <a:lnTo>
                    <a:pt x="42" y="24"/>
                  </a:lnTo>
                  <a:lnTo>
                    <a:pt x="40" y="24"/>
                  </a:lnTo>
                  <a:lnTo>
                    <a:pt x="36" y="26"/>
                  </a:lnTo>
                  <a:lnTo>
                    <a:pt x="35" y="26"/>
                  </a:lnTo>
                  <a:lnTo>
                    <a:pt x="34" y="26"/>
                  </a:lnTo>
                  <a:lnTo>
                    <a:pt x="34" y="26"/>
                  </a:lnTo>
                  <a:lnTo>
                    <a:pt x="34" y="23"/>
                  </a:lnTo>
                  <a:lnTo>
                    <a:pt x="34" y="21"/>
                  </a:lnTo>
                  <a:lnTo>
                    <a:pt x="31" y="20"/>
                  </a:lnTo>
                  <a:lnTo>
                    <a:pt x="31" y="20"/>
                  </a:lnTo>
                  <a:lnTo>
                    <a:pt x="29" y="20"/>
                  </a:lnTo>
                  <a:lnTo>
                    <a:pt x="29" y="18"/>
                  </a:lnTo>
                  <a:lnTo>
                    <a:pt x="29" y="16"/>
                  </a:lnTo>
                  <a:lnTo>
                    <a:pt x="26" y="15"/>
                  </a:lnTo>
                  <a:lnTo>
                    <a:pt x="24" y="14"/>
                  </a:lnTo>
                  <a:lnTo>
                    <a:pt x="24" y="14"/>
                  </a:lnTo>
                  <a:lnTo>
                    <a:pt x="24" y="14"/>
                  </a:lnTo>
                  <a:lnTo>
                    <a:pt x="22" y="14"/>
                  </a:lnTo>
                  <a:lnTo>
                    <a:pt x="19" y="14"/>
                  </a:lnTo>
                  <a:lnTo>
                    <a:pt x="17" y="14"/>
                  </a:lnTo>
                  <a:lnTo>
                    <a:pt x="14" y="12"/>
                  </a:lnTo>
                  <a:lnTo>
                    <a:pt x="12" y="12"/>
                  </a:lnTo>
                  <a:lnTo>
                    <a:pt x="9" y="11"/>
                  </a:lnTo>
                  <a:lnTo>
                    <a:pt x="9" y="8"/>
                  </a:lnTo>
                  <a:lnTo>
                    <a:pt x="9" y="8"/>
                  </a:lnTo>
                  <a:lnTo>
                    <a:pt x="8" y="3"/>
                  </a:lnTo>
                  <a:lnTo>
                    <a:pt x="8" y="2"/>
                  </a:lnTo>
                  <a:lnTo>
                    <a:pt x="8" y="2"/>
                  </a:lnTo>
                  <a:lnTo>
                    <a:pt x="5" y="2"/>
                  </a:lnTo>
                  <a:lnTo>
                    <a:pt x="5" y="2"/>
                  </a:lnTo>
                  <a:lnTo>
                    <a:pt x="5" y="2"/>
                  </a:lnTo>
                  <a:lnTo>
                    <a:pt x="5" y="1"/>
                  </a:lnTo>
                  <a:lnTo>
                    <a:pt x="2" y="1"/>
                  </a:lnTo>
                  <a:lnTo>
                    <a:pt x="0" y="1"/>
                  </a:lnTo>
                  <a:lnTo>
                    <a:pt x="0" y="0"/>
                  </a:lnTo>
                  <a:lnTo>
                    <a:pt x="58" y="0"/>
                  </a:lnTo>
                  <a:lnTo>
                    <a:pt x="58" y="0"/>
                  </a:lnTo>
                </a:path>
              </a:pathLst>
            </a:custGeom>
            <a:solidFill>
              <a:srgbClr val="ffe0e6"/>
            </a:solidFill>
            <a:ln w="0">
              <a:noFill/>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2747" name=""/>
            <p:cNvSpPr/>
            <p:nvPr/>
          </p:nvSpPr>
          <p:spPr>
            <a:xfrm>
              <a:off x="6593040" y="4070520"/>
              <a:ext cx="920520" cy="95040"/>
            </a:xfrm>
            <a:custGeom>
              <a:avLst/>
              <a:gdLst/>
              <a:ahLst/>
              <a:rect l="l" t="t" r="r" b="b"/>
              <a:pathLst>
                <a:path w="580" h="60">
                  <a:moveTo>
                    <a:pt x="45" y="59"/>
                  </a:moveTo>
                  <a:lnTo>
                    <a:pt x="45" y="57"/>
                  </a:lnTo>
                  <a:lnTo>
                    <a:pt x="45" y="55"/>
                  </a:lnTo>
                  <a:lnTo>
                    <a:pt x="45" y="55"/>
                  </a:lnTo>
                  <a:lnTo>
                    <a:pt x="45" y="54"/>
                  </a:lnTo>
                  <a:lnTo>
                    <a:pt x="45" y="54"/>
                  </a:lnTo>
                  <a:lnTo>
                    <a:pt x="44" y="54"/>
                  </a:lnTo>
                  <a:lnTo>
                    <a:pt x="43" y="53"/>
                  </a:lnTo>
                  <a:lnTo>
                    <a:pt x="40" y="53"/>
                  </a:lnTo>
                  <a:lnTo>
                    <a:pt x="40" y="49"/>
                  </a:lnTo>
                  <a:lnTo>
                    <a:pt x="40" y="48"/>
                  </a:lnTo>
                  <a:lnTo>
                    <a:pt x="40" y="44"/>
                  </a:lnTo>
                  <a:lnTo>
                    <a:pt x="40" y="42"/>
                  </a:lnTo>
                  <a:lnTo>
                    <a:pt x="39" y="40"/>
                  </a:lnTo>
                  <a:lnTo>
                    <a:pt x="37" y="40"/>
                  </a:lnTo>
                  <a:lnTo>
                    <a:pt x="36" y="40"/>
                  </a:lnTo>
                  <a:lnTo>
                    <a:pt x="36" y="36"/>
                  </a:lnTo>
                  <a:lnTo>
                    <a:pt x="36" y="35"/>
                  </a:lnTo>
                  <a:lnTo>
                    <a:pt x="34" y="35"/>
                  </a:lnTo>
                  <a:lnTo>
                    <a:pt x="34" y="33"/>
                  </a:lnTo>
                  <a:lnTo>
                    <a:pt x="34" y="33"/>
                  </a:lnTo>
                  <a:lnTo>
                    <a:pt x="34" y="33"/>
                  </a:lnTo>
                  <a:lnTo>
                    <a:pt x="34" y="31"/>
                  </a:lnTo>
                  <a:lnTo>
                    <a:pt x="34" y="29"/>
                  </a:lnTo>
                  <a:lnTo>
                    <a:pt x="34" y="29"/>
                  </a:lnTo>
                  <a:lnTo>
                    <a:pt x="33" y="23"/>
                  </a:lnTo>
                  <a:lnTo>
                    <a:pt x="27" y="22"/>
                  </a:lnTo>
                  <a:lnTo>
                    <a:pt x="27" y="21"/>
                  </a:lnTo>
                  <a:lnTo>
                    <a:pt x="27" y="16"/>
                  </a:lnTo>
                  <a:lnTo>
                    <a:pt x="27" y="16"/>
                  </a:lnTo>
                  <a:lnTo>
                    <a:pt x="27" y="16"/>
                  </a:lnTo>
                  <a:lnTo>
                    <a:pt x="27" y="14"/>
                  </a:lnTo>
                  <a:lnTo>
                    <a:pt x="27" y="13"/>
                  </a:lnTo>
                  <a:lnTo>
                    <a:pt x="27" y="13"/>
                  </a:lnTo>
                  <a:lnTo>
                    <a:pt x="27" y="13"/>
                  </a:lnTo>
                  <a:lnTo>
                    <a:pt x="27" y="13"/>
                  </a:lnTo>
                  <a:lnTo>
                    <a:pt x="25" y="13"/>
                  </a:lnTo>
                  <a:lnTo>
                    <a:pt x="25" y="13"/>
                  </a:lnTo>
                  <a:lnTo>
                    <a:pt x="25" y="13"/>
                  </a:lnTo>
                  <a:lnTo>
                    <a:pt x="21" y="13"/>
                  </a:lnTo>
                  <a:lnTo>
                    <a:pt x="20" y="13"/>
                  </a:lnTo>
                  <a:lnTo>
                    <a:pt x="18" y="13"/>
                  </a:lnTo>
                  <a:lnTo>
                    <a:pt x="18" y="13"/>
                  </a:lnTo>
                  <a:lnTo>
                    <a:pt x="16" y="13"/>
                  </a:lnTo>
                  <a:lnTo>
                    <a:pt x="14" y="12"/>
                  </a:lnTo>
                  <a:lnTo>
                    <a:pt x="14" y="12"/>
                  </a:lnTo>
                  <a:lnTo>
                    <a:pt x="14" y="10"/>
                  </a:lnTo>
                  <a:lnTo>
                    <a:pt x="14" y="8"/>
                  </a:lnTo>
                  <a:lnTo>
                    <a:pt x="12" y="6"/>
                  </a:lnTo>
                  <a:lnTo>
                    <a:pt x="12" y="6"/>
                  </a:lnTo>
                  <a:lnTo>
                    <a:pt x="9" y="6"/>
                  </a:lnTo>
                  <a:lnTo>
                    <a:pt x="6" y="6"/>
                  </a:lnTo>
                  <a:lnTo>
                    <a:pt x="6" y="6"/>
                  </a:lnTo>
                  <a:lnTo>
                    <a:pt x="6" y="6"/>
                  </a:lnTo>
                  <a:lnTo>
                    <a:pt x="5" y="3"/>
                  </a:lnTo>
                  <a:lnTo>
                    <a:pt x="3" y="1"/>
                  </a:lnTo>
                  <a:lnTo>
                    <a:pt x="0" y="0"/>
                  </a:lnTo>
                  <a:lnTo>
                    <a:pt x="564" y="0"/>
                  </a:lnTo>
                  <a:lnTo>
                    <a:pt x="564" y="1"/>
                  </a:lnTo>
                  <a:lnTo>
                    <a:pt x="564" y="3"/>
                  </a:lnTo>
                  <a:lnTo>
                    <a:pt x="564" y="3"/>
                  </a:lnTo>
                  <a:lnTo>
                    <a:pt x="564" y="6"/>
                  </a:lnTo>
                  <a:lnTo>
                    <a:pt x="564" y="10"/>
                  </a:lnTo>
                  <a:lnTo>
                    <a:pt x="564" y="13"/>
                  </a:lnTo>
                  <a:lnTo>
                    <a:pt x="564" y="16"/>
                  </a:lnTo>
                  <a:lnTo>
                    <a:pt x="564" y="16"/>
                  </a:lnTo>
                  <a:lnTo>
                    <a:pt x="564" y="16"/>
                  </a:lnTo>
                  <a:lnTo>
                    <a:pt x="567" y="21"/>
                  </a:lnTo>
                  <a:lnTo>
                    <a:pt x="570" y="22"/>
                  </a:lnTo>
                  <a:lnTo>
                    <a:pt x="570" y="22"/>
                  </a:lnTo>
                  <a:lnTo>
                    <a:pt x="572" y="23"/>
                  </a:lnTo>
                  <a:lnTo>
                    <a:pt x="572" y="23"/>
                  </a:lnTo>
                  <a:lnTo>
                    <a:pt x="572" y="26"/>
                  </a:lnTo>
                  <a:lnTo>
                    <a:pt x="572" y="28"/>
                  </a:lnTo>
                  <a:lnTo>
                    <a:pt x="572" y="29"/>
                  </a:lnTo>
                  <a:lnTo>
                    <a:pt x="572" y="29"/>
                  </a:lnTo>
                  <a:lnTo>
                    <a:pt x="572" y="31"/>
                  </a:lnTo>
                  <a:lnTo>
                    <a:pt x="572" y="33"/>
                  </a:lnTo>
                  <a:lnTo>
                    <a:pt x="574" y="33"/>
                  </a:lnTo>
                  <a:lnTo>
                    <a:pt x="574" y="33"/>
                  </a:lnTo>
                  <a:lnTo>
                    <a:pt x="574" y="33"/>
                  </a:lnTo>
                  <a:lnTo>
                    <a:pt x="574" y="35"/>
                  </a:lnTo>
                  <a:lnTo>
                    <a:pt x="574" y="35"/>
                  </a:lnTo>
                  <a:lnTo>
                    <a:pt x="574" y="35"/>
                  </a:lnTo>
                  <a:lnTo>
                    <a:pt x="575" y="36"/>
                  </a:lnTo>
                  <a:lnTo>
                    <a:pt x="575" y="40"/>
                  </a:lnTo>
                  <a:lnTo>
                    <a:pt x="578" y="40"/>
                  </a:lnTo>
                  <a:lnTo>
                    <a:pt x="578" y="42"/>
                  </a:lnTo>
                  <a:lnTo>
                    <a:pt x="579" y="43"/>
                  </a:lnTo>
                  <a:lnTo>
                    <a:pt x="578" y="48"/>
                  </a:lnTo>
                  <a:lnTo>
                    <a:pt x="578" y="48"/>
                  </a:lnTo>
                  <a:lnTo>
                    <a:pt x="575" y="53"/>
                  </a:lnTo>
                  <a:lnTo>
                    <a:pt x="575" y="54"/>
                  </a:lnTo>
                  <a:lnTo>
                    <a:pt x="574" y="57"/>
                  </a:lnTo>
                  <a:lnTo>
                    <a:pt x="574" y="57"/>
                  </a:lnTo>
                  <a:lnTo>
                    <a:pt x="574" y="59"/>
                  </a:lnTo>
                  <a:lnTo>
                    <a:pt x="574" y="59"/>
                  </a:lnTo>
                  <a:lnTo>
                    <a:pt x="574" y="59"/>
                  </a:lnTo>
                  <a:lnTo>
                    <a:pt x="516" y="59"/>
                  </a:lnTo>
                  <a:lnTo>
                    <a:pt x="515" y="59"/>
                  </a:lnTo>
                  <a:lnTo>
                    <a:pt x="515" y="59"/>
                  </a:lnTo>
                  <a:lnTo>
                    <a:pt x="514" y="57"/>
                  </a:lnTo>
                  <a:lnTo>
                    <a:pt x="514" y="57"/>
                  </a:lnTo>
                  <a:lnTo>
                    <a:pt x="511" y="55"/>
                  </a:lnTo>
                  <a:lnTo>
                    <a:pt x="511" y="55"/>
                  </a:lnTo>
                  <a:lnTo>
                    <a:pt x="510" y="55"/>
                  </a:lnTo>
                  <a:lnTo>
                    <a:pt x="510" y="54"/>
                  </a:lnTo>
                  <a:lnTo>
                    <a:pt x="508" y="54"/>
                  </a:lnTo>
                  <a:lnTo>
                    <a:pt x="508" y="53"/>
                  </a:lnTo>
                  <a:lnTo>
                    <a:pt x="508" y="53"/>
                  </a:lnTo>
                  <a:lnTo>
                    <a:pt x="508" y="53"/>
                  </a:lnTo>
                  <a:lnTo>
                    <a:pt x="508" y="49"/>
                  </a:lnTo>
                  <a:lnTo>
                    <a:pt x="504" y="48"/>
                  </a:lnTo>
                  <a:lnTo>
                    <a:pt x="503" y="48"/>
                  </a:lnTo>
                  <a:lnTo>
                    <a:pt x="502" y="48"/>
                  </a:lnTo>
                  <a:lnTo>
                    <a:pt x="501" y="48"/>
                  </a:lnTo>
                  <a:lnTo>
                    <a:pt x="501" y="48"/>
                  </a:lnTo>
                  <a:lnTo>
                    <a:pt x="500" y="48"/>
                  </a:lnTo>
                  <a:lnTo>
                    <a:pt x="499" y="49"/>
                  </a:lnTo>
                  <a:lnTo>
                    <a:pt x="499" y="53"/>
                  </a:lnTo>
                  <a:lnTo>
                    <a:pt x="499" y="53"/>
                  </a:lnTo>
                  <a:lnTo>
                    <a:pt x="498" y="53"/>
                  </a:lnTo>
                  <a:lnTo>
                    <a:pt x="498" y="53"/>
                  </a:lnTo>
                  <a:lnTo>
                    <a:pt x="496" y="53"/>
                  </a:lnTo>
                  <a:lnTo>
                    <a:pt x="495" y="53"/>
                  </a:lnTo>
                  <a:lnTo>
                    <a:pt x="495" y="53"/>
                  </a:lnTo>
                  <a:lnTo>
                    <a:pt x="492" y="53"/>
                  </a:lnTo>
                  <a:lnTo>
                    <a:pt x="492" y="54"/>
                  </a:lnTo>
                  <a:lnTo>
                    <a:pt x="492" y="54"/>
                  </a:lnTo>
                  <a:lnTo>
                    <a:pt x="489" y="54"/>
                  </a:lnTo>
                  <a:lnTo>
                    <a:pt x="489" y="54"/>
                  </a:lnTo>
                  <a:lnTo>
                    <a:pt x="487" y="54"/>
                  </a:lnTo>
                  <a:lnTo>
                    <a:pt x="486" y="54"/>
                  </a:lnTo>
                  <a:lnTo>
                    <a:pt x="484" y="54"/>
                  </a:lnTo>
                  <a:lnTo>
                    <a:pt x="480" y="54"/>
                  </a:lnTo>
                  <a:lnTo>
                    <a:pt x="480" y="53"/>
                  </a:lnTo>
                  <a:lnTo>
                    <a:pt x="479" y="53"/>
                  </a:lnTo>
                  <a:lnTo>
                    <a:pt x="479" y="53"/>
                  </a:lnTo>
                  <a:lnTo>
                    <a:pt x="479" y="48"/>
                  </a:lnTo>
                  <a:lnTo>
                    <a:pt x="479" y="48"/>
                  </a:lnTo>
                  <a:lnTo>
                    <a:pt x="478" y="48"/>
                  </a:lnTo>
                  <a:lnTo>
                    <a:pt x="473" y="48"/>
                  </a:lnTo>
                  <a:lnTo>
                    <a:pt x="473" y="48"/>
                  </a:lnTo>
                  <a:lnTo>
                    <a:pt x="472" y="47"/>
                  </a:lnTo>
                  <a:lnTo>
                    <a:pt x="471" y="44"/>
                  </a:lnTo>
                  <a:lnTo>
                    <a:pt x="470" y="44"/>
                  </a:lnTo>
                  <a:lnTo>
                    <a:pt x="464" y="48"/>
                  </a:lnTo>
                  <a:lnTo>
                    <a:pt x="464" y="48"/>
                  </a:lnTo>
                  <a:lnTo>
                    <a:pt x="464" y="48"/>
                  </a:lnTo>
                  <a:lnTo>
                    <a:pt x="460" y="48"/>
                  </a:lnTo>
                  <a:lnTo>
                    <a:pt x="460" y="47"/>
                  </a:lnTo>
                  <a:lnTo>
                    <a:pt x="457" y="43"/>
                  </a:lnTo>
                  <a:lnTo>
                    <a:pt x="457" y="42"/>
                  </a:lnTo>
                  <a:lnTo>
                    <a:pt x="457" y="42"/>
                  </a:lnTo>
                  <a:lnTo>
                    <a:pt x="456" y="42"/>
                  </a:lnTo>
                  <a:lnTo>
                    <a:pt x="456" y="40"/>
                  </a:lnTo>
                  <a:lnTo>
                    <a:pt x="456" y="40"/>
                  </a:lnTo>
                  <a:lnTo>
                    <a:pt x="456" y="40"/>
                  </a:lnTo>
                  <a:lnTo>
                    <a:pt x="454" y="40"/>
                  </a:lnTo>
                  <a:lnTo>
                    <a:pt x="454" y="40"/>
                  </a:lnTo>
                  <a:lnTo>
                    <a:pt x="454" y="38"/>
                  </a:lnTo>
                  <a:lnTo>
                    <a:pt x="453" y="36"/>
                  </a:lnTo>
                  <a:lnTo>
                    <a:pt x="453" y="36"/>
                  </a:lnTo>
                  <a:lnTo>
                    <a:pt x="453" y="35"/>
                  </a:lnTo>
                  <a:lnTo>
                    <a:pt x="452" y="35"/>
                  </a:lnTo>
                  <a:lnTo>
                    <a:pt x="452" y="35"/>
                  </a:lnTo>
                  <a:lnTo>
                    <a:pt x="452" y="35"/>
                  </a:lnTo>
                  <a:lnTo>
                    <a:pt x="452" y="35"/>
                  </a:lnTo>
                  <a:lnTo>
                    <a:pt x="452" y="33"/>
                  </a:lnTo>
                  <a:lnTo>
                    <a:pt x="452" y="33"/>
                  </a:lnTo>
                  <a:lnTo>
                    <a:pt x="452" y="31"/>
                  </a:lnTo>
                  <a:lnTo>
                    <a:pt x="450" y="29"/>
                  </a:lnTo>
                  <a:lnTo>
                    <a:pt x="449" y="29"/>
                  </a:lnTo>
                  <a:lnTo>
                    <a:pt x="448" y="29"/>
                  </a:lnTo>
                  <a:lnTo>
                    <a:pt x="447" y="29"/>
                  </a:lnTo>
                  <a:lnTo>
                    <a:pt x="441" y="28"/>
                  </a:lnTo>
                  <a:lnTo>
                    <a:pt x="438" y="26"/>
                  </a:lnTo>
                  <a:lnTo>
                    <a:pt x="438" y="23"/>
                  </a:lnTo>
                  <a:lnTo>
                    <a:pt x="437" y="22"/>
                  </a:lnTo>
                  <a:lnTo>
                    <a:pt x="437" y="22"/>
                  </a:lnTo>
                  <a:lnTo>
                    <a:pt x="436" y="21"/>
                  </a:lnTo>
                  <a:lnTo>
                    <a:pt x="435" y="16"/>
                  </a:lnTo>
                  <a:lnTo>
                    <a:pt x="431" y="16"/>
                  </a:lnTo>
                  <a:lnTo>
                    <a:pt x="431" y="16"/>
                  </a:lnTo>
                  <a:lnTo>
                    <a:pt x="431" y="16"/>
                  </a:lnTo>
                  <a:lnTo>
                    <a:pt x="431" y="16"/>
                  </a:lnTo>
                  <a:lnTo>
                    <a:pt x="430" y="16"/>
                  </a:lnTo>
                  <a:lnTo>
                    <a:pt x="430" y="16"/>
                  </a:lnTo>
                  <a:lnTo>
                    <a:pt x="426" y="14"/>
                  </a:lnTo>
                  <a:lnTo>
                    <a:pt x="423" y="13"/>
                  </a:lnTo>
                  <a:lnTo>
                    <a:pt x="423" y="13"/>
                  </a:lnTo>
                  <a:lnTo>
                    <a:pt x="423" y="13"/>
                  </a:lnTo>
                  <a:lnTo>
                    <a:pt x="423" y="13"/>
                  </a:lnTo>
                  <a:lnTo>
                    <a:pt x="422" y="13"/>
                  </a:lnTo>
                  <a:lnTo>
                    <a:pt x="420" y="13"/>
                  </a:lnTo>
                  <a:lnTo>
                    <a:pt x="420" y="13"/>
                  </a:lnTo>
                  <a:lnTo>
                    <a:pt x="420" y="13"/>
                  </a:lnTo>
                  <a:lnTo>
                    <a:pt x="417" y="13"/>
                  </a:lnTo>
                  <a:lnTo>
                    <a:pt x="416" y="13"/>
                  </a:lnTo>
                  <a:lnTo>
                    <a:pt x="412" y="13"/>
                  </a:lnTo>
                  <a:lnTo>
                    <a:pt x="412" y="14"/>
                  </a:lnTo>
                  <a:lnTo>
                    <a:pt x="409" y="14"/>
                  </a:lnTo>
                  <a:lnTo>
                    <a:pt x="409" y="16"/>
                  </a:lnTo>
                  <a:lnTo>
                    <a:pt x="401" y="16"/>
                  </a:lnTo>
                  <a:lnTo>
                    <a:pt x="401" y="16"/>
                  </a:lnTo>
                  <a:lnTo>
                    <a:pt x="399" y="16"/>
                  </a:lnTo>
                  <a:lnTo>
                    <a:pt x="393" y="20"/>
                  </a:lnTo>
                  <a:lnTo>
                    <a:pt x="393" y="21"/>
                  </a:lnTo>
                  <a:lnTo>
                    <a:pt x="392" y="22"/>
                  </a:lnTo>
                  <a:lnTo>
                    <a:pt x="391" y="22"/>
                  </a:lnTo>
                  <a:lnTo>
                    <a:pt x="387" y="22"/>
                  </a:lnTo>
                  <a:lnTo>
                    <a:pt x="387" y="23"/>
                  </a:lnTo>
                  <a:lnTo>
                    <a:pt x="384" y="23"/>
                  </a:lnTo>
                  <a:lnTo>
                    <a:pt x="384" y="23"/>
                  </a:lnTo>
                  <a:lnTo>
                    <a:pt x="383" y="26"/>
                  </a:lnTo>
                  <a:lnTo>
                    <a:pt x="380" y="26"/>
                  </a:lnTo>
                  <a:lnTo>
                    <a:pt x="377" y="29"/>
                  </a:lnTo>
                  <a:lnTo>
                    <a:pt x="377" y="29"/>
                  </a:lnTo>
                  <a:lnTo>
                    <a:pt x="375" y="29"/>
                  </a:lnTo>
                  <a:lnTo>
                    <a:pt x="372" y="29"/>
                  </a:lnTo>
                  <a:lnTo>
                    <a:pt x="370" y="31"/>
                  </a:lnTo>
                  <a:lnTo>
                    <a:pt x="367" y="33"/>
                  </a:lnTo>
                  <a:lnTo>
                    <a:pt x="366" y="33"/>
                  </a:lnTo>
                  <a:lnTo>
                    <a:pt x="366" y="33"/>
                  </a:lnTo>
                  <a:lnTo>
                    <a:pt x="364" y="33"/>
                  </a:lnTo>
                  <a:lnTo>
                    <a:pt x="364" y="33"/>
                  </a:lnTo>
                  <a:lnTo>
                    <a:pt x="359" y="33"/>
                  </a:lnTo>
                  <a:lnTo>
                    <a:pt x="359" y="33"/>
                  </a:lnTo>
                  <a:lnTo>
                    <a:pt x="358" y="33"/>
                  </a:lnTo>
                  <a:lnTo>
                    <a:pt x="358" y="33"/>
                  </a:lnTo>
                  <a:lnTo>
                    <a:pt x="357" y="33"/>
                  </a:lnTo>
                  <a:lnTo>
                    <a:pt x="355" y="35"/>
                  </a:lnTo>
                  <a:lnTo>
                    <a:pt x="353" y="35"/>
                  </a:lnTo>
                  <a:lnTo>
                    <a:pt x="353" y="35"/>
                  </a:lnTo>
                  <a:lnTo>
                    <a:pt x="352" y="35"/>
                  </a:lnTo>
                  <a:lnTo>
                    <a:pt x="349" y="35"/>
                  </a:lnTo>
                  <a:lnTo>
                    <a:pt x="345" y="35"/>
                  </a:lnTo>
                  <a:lnTo>
                    <a:pt x="345" y="35"/>
                  </a:lnTo>
                  <a:lnTo>
                    <a:pt x="344" y="36"/>
                  </a:lnTo>
                  <a:lnTo>
                    <a:pt x="341" y="37"/>
                  </a:lnTo>
                  <a:lnTo>
                    <a:pt x="340" y="38"/>
                  </a:lnTo>
                  <a:lnTo>
                    <a:pt x="336" y="38"/>
                  </a:lnTo>
                  <a:lnTo>
                    <a:pt x="336" y="37"/>
                  </a:lnTo>
                  <a:lnTo>
                    <a:pt x="335" y="37"/>
                  </a:lnTo>
                  <a:lnTo>
                    <a:pt x="333" y="37"/>
                  </a:lnTo>
                  <a:lnTo>
                    <a:pt x="333" y="38"/>
                  </a:lnTo>
                  <a:lnTo>
                    <a:pt x="331" y="38"/>
                  </a:lnTo>
                  <a:lnTo>
                    <a:pt x="328" y="38"/>
                  </a:lnTo>
                  <a:lnTo>
                    <a:pt x="328" y="40"/>
                  </a:lnTo>
                  <a:lnTo>
                    <a:pt x="324" y="40"/>
                  </a:lnTo>
                  <a:lnTo>
                    <a:pt x="323" y="40"/>
                  </a:lnTo>
                  <a:lnTo>
                    <a:pt x="323" y="40"/>
                  </a:lnTo>
                  <a:lnTo>
                    <a:pt x="318" y="40"/>
                  </a:lnTo>
                  <a:lnTo>
                    <a:pt x="317" y="40"/>
                  </a:lnTo>
                  <a:lnTo>
                    <a:pt x="316" y="40"/>
                  </a:lnTo>
                  <a:lnTo>
                    <a:pt x="315" y="40"/>
                  </a:lnTo>
                  <a:lnTo>
                    <a:pt x="314" y="40"/>
                  </a:lnTo>
                  <a:lnTo>
                    <a:pt x="313" y="40"/>
                  </a:lnTo>
                  <a:lnTo>
                    <a:pt x="311" y="40"/>
                  </a:lnTo>
                  <a:lnTo>
                    <a:pt x="309" y="40"/>
                  </a:lnTo>
                  <a:lnTo>
                    <a:pt x="309" y="40"/>
                  </a:lnTo>
                  <a:lnTo>
                    <a:pt x="307" y="40"/>
                  </a:lnTo>
                  <a:lnTo>
                    <a:pt x="306" y="40"/>
                  </a:lnTo>
                  <a:lnTo>
                    <a:pt x="305" y="40"/>
                  </a:lnTo>
                  <a:lnTo>
                    <a:pt x="305" y="40"/>
                  </a:lnTo>
                  <a:lnTo>
                    <a:pt x="302" y="40"/>
                  </a:lnTo>
                  <a:lnTo>
                    <a:pt x="300" y="40"/>
                  </a:lnTo>
                  <a:lnTo>
                    <a:pt x="299" y="40"/>
                  </a:lnTo>
                  <a:lnTo>
                    <a:pt x="298" y="40"/>
                  </a:lnTo>
                  <a:lnTo>
                    <a:pt x="294" y="40"/>
                  </a:lnTo>
                  <a:lnTo>
                    <a:pt x="294" y="40"/>
                  </a:lnTo>
                  <a:lnTo>
                    <a:pt x="290" y="40"/>
                  </a:lnTo>
                  <a:lnTo>
                    <a:pt x="288" y="40"/>
                  </a:lnTo>
                  <a:lnTo>
                    <a:pt x="288" y="40"/>
                  </a:lnTo>
                  <a:lnTo>
                    <a:pt x="287" y="40"/>
                  </a:lnTo>
                  <a:lnTo>
                    <a:pt x="287" y="40"/>
                  </a:lnTo>
                  <a:lnTo>
                    <a:pt x="287" y="40"/>
                  </a:lnTo>
                  <a:lnTo>
                    <a:pt x="286" y="40"/>
                  </a:lnTo>
                  <a:lnTo>
                    <a:pt x="284" y="40"/>
                  </a:lnTo>
                  <a:lnTo>
                    <a:pt x="284" y="40"/>
                  </a:lnTo>
                  <a:lnTo>
                    <a:pt x="281" y="40"/>
                  </a:lnTo>
                  <a:lnTo>
                    <a:pt x="279" y="40"/>
                  </a:lnTo>
                  <a:lnTo>
                    <a:pt x="278" y="40"/>
                  </a:lnTo>
                  <a:lnTo>
                    <a:pt x="276" y="40"/>
                  </a:lnTo>
                  <a:lnTo>
                    <a:pt x="274" y="40"/>
                  </a:lnTo>
                  <a:lnTo>
                    <a:pt x="274" y="40"/>
                  </a:lnTo>
                  <a:lnTo>
                    <a:pt x="274" y="40"/>
                  </a:lnTo>
                  <a:lnTo>
                    <a:pt x="269" y="40"/>
                  </a:lnTo>
                  <a:lnTo>
                    <a:pt x="267" y="40"/>
                  </a:lnTo>
                  <a:lnTo>
                    <a:pt x="267" y="40"/>
                  </a:lnTo>
                  <a:lnTo>
                    <a:pt x="267" y="40"/>
                  </a:lnTo>
                  <a:lnTo>
                    <a:pt x="264" y="38"/>
                  </a:lnTo>
                  <a:lnTo>
                    <a:pt x="262" y="38"/>
                  </a:lnTo>
                  <a:lnTo>
                    <a:pt x="262" y="38"/>
                  </a:lnTo>
                  <a:lnTo>
                    <a:pt x="257" y="38"/>
                  </a:lnTo>
                  <a:lnTo>
                    <a:pt x="255" y="40"/>
                  </a:lnTo>
                  <a:lnTo>
                    <a:pt x="252" y="40"/>
                  </a:lnTo>
                  <a:lnTo>
                    <a:pt x="249" y="40"/>
                  </a:lnTo>
                  <a:lnTo>
                    <a:pt x="248" y="40"/>
                  </a:lnTo>
                  <a:lnTo>
                    <a:pt x="243" y="40"/>
                  </a:lnTo>
                  <a:lnTo>
                    <a:pt x="242" y="40"/>
                  </a:lnTo>
                  <a:lnTo>
                    <a:pt x="238" y="40"/>
                  </a:lnTo>
                  <a:lnTo>
                    <a:pt x="234" y="40"/>
                  </a:lnTo>
                  <a:lnTo>
                    <a:pt x="234" y="40"/>
                  </a:lnTo>
                  <a:lnTo>
                    <a:pt x="228" y="40"/>
                  </a:lnTo>
                  <a:lnTo>
                    <a:pt x="225" y="40"/>
                  </a:lnTo>
                  <a:lnTo>
                    <a:pt x="225" y="38"/>
                  </a:lnTo>
                  <a:lnTo>
                    <a:pt x="225" y="38"/>
                  </a:lnTo>
                  <a:lnTo>
                    <a:pt x="225" y="38"/>
                  </a:lnTo>
                  <a:lnTo>
                    <a:pt x="224" y="38"/>
                  </a:lnTo>
                  <a:lnTo>
                    <a:pt x="223" y="38"/>
                  </a:lnTo>
                  <a:lnTo>
                    <a:pt x="223" y="37"/>
                  </a:lnTo>
                  <a:lnTo>
                    <a:pt x="223" y="37"/>
                  </a:lnTo>
                  <a:lnTo>
                    <a:pt x="218" y="36"/>
                  </a:lnTo>
                  <a:lnTo>
                    <a:pt x="218" y="36"/>
                  </a:lnTo>
                  <a:lnTo>
                    <a:pt x="215" y="35"/>
                  </a:lnTo>
                  <a:lnTo>
                    <a:pt x="215" y="35"/>
                  </a:lnTo>
                  <a:lnTo>
                    <a:pt x="214" y="35"/>
                  </a:lnTo>
                  <a:lnTo>
                    <a:pt x="212" y="35"/>
                  </a:lnTo>
                  <a:lnTo>
                    <a:pt x="211" y="35"/>
                  </a:lnTo>
                  <a:lnTo>
                    <a:pt x="211" y="35"/>
                  </a:lnTo>
                  <a:lnTo>
                    <a:pt x="206" y="35"/>
                  </a:lnTo>
                  <a:lnTo>
                    <a:pt x="206" y="36"/>
                  </a:lnTo>
                  <a:lnTo>
                    <a:pt x="204" y="37"/>
                  </a:lnTo>
                  <a:lnTo>
                    <a:pt x="204" y="38"/>
                  </a:lnTo>
                  <a:lnTo>
                    <a:pt x="203" y="38"/>
                  </a:lnTo>
                  <a:lnTo>
                    <a:pt x="201" y="38"/>
                  </a:lnTo>
                  <a:lnTo>
                    <a:pt x="201" y="38"/>
                  </a:lnTo>
                  <a:lnTo>
                    <a:pt x="197" y="38"/>
                  </a:lnTo>
                  <a:lnTo>
                    <a:pt x="197" y="36"/>
                  </a:lnTo>
                  <a:lnTo>
                    <a:pt x="196" y="35"/>
                  </a:lnTo>
                  <a:lnTo>
                    <a:pt x="194" y="35"/>
                  </a:lnTo>
                  <a:lnTo>
                    <a:pt x="194" y="35"/>
                  </a:lnTo>
                  <a:lnTo>
                    <a:pt x="192" y="35"/>
                  </a:lnTo>
                  <a:lnTo>
                    <a:pt x="190" y="35"/>
                  </a:lnTo>
                  <a:lnTo>
                    <a:pt x="187" y="35"/>
                  </a:lnTo>
                  <a:lnTo>
                    <a:pt x="187" y="35"/>
                  </a:lnTo>
                  <a:lnTo>
                    <a:pt x="185" y="35"/>
                  </a:lnTo>
                  <a:lnTo>
                    <a:pt x="183" y="35"/>
                  </a:lnTo>
                  <a:lnTo>
                    <a:pt x="183" y="35"/>
                  </a:lnTo>
                  <a:lnTo>
                    <a:pt x="183" y="35"/>
                  </a:lnTo>
                  <a:lnTo>
                    <a:pt x="181" y="35"/>
                  </a:lnTo>
                  <a:lnTo>
                    <a:pt x="179" y="35"/>
                  </a:lnTo>
                  <a:lnTo>
                    <a:pt x="177" y="35"/>
                  </a:lnTo>
                  <a:lnTo>
                    <a:pt x="177" y="33"/>
                  </a:lnTo>
                  <a:lnTo>
                    <a:pt x="174" y="33"/>
                  </a:lnTo>
                  <a:lnTo>
                    <a:pt x="172" y="33"/>
                  </a:lnTo>
                  <a:lnTo>
                    <a:pt x="172" y="33"/>
                  </a:lnTo>
                  <a:lnTo>
                    <a:pt x="171" y="33"/>
                  </a:lnTo>
                  <a:lnTo>
                    <a:pt x="170" y="33"/>
                  </a:lnTo>
                  <a:lnTo>
                    <a:pt x="169" y="33"/>
                  </a:lnTo>
                  <a:lnTo>
                    <a:pt x="167" y="33"/>
                  </a:lnTo>
                  <a:lnTo>
                    <a:pt x="165" y="33"/>
                  </a:lnTo>
                  <a:lnTo>
                    <a:pt x="165" y="33"/>
                  </a:lnTo>
                  <a:lnTo>
                    <a:pt x="165" y="33"/>
                  </a:lnTo>
                  <a:lnTo>
                    <a:pt x="165" y="33"/>
                  </a:lnTo>
                  <a:lnTo>
                    <a:pt x="165" y="35"/>
                  </a:lnTo>
                  <a:lnTo>
                    <a:pt x="165" y="35"/>
                  </a:lnTo>
                  <a:lnTo>
                    <a:pt x="165" y="38"/>
                  </a:lnTo>
                  <a:lnTo>
                    <a:pt x="163" y="40"/>
                  </a:lnTo>
                  <a:lnTo>
                    <a:pt x="162" y="40"/>
                  </a:lnTo>
                  <a:lnTo>
                    <a:pt x="162" y="42"/>
                  </a:lnTo>
                  <a:lnTo>
                    <a:pt x="162" y="43"/>
                  </a:lnTo>
                  <a:lnTo>
                    <a:pt x="162" y="44"/>
                  </a:lnTo>
                  <a:lnTo>
                    <a:pt x="162" y="48"/>
                  </a:lnTo>
                  <a:lnTo>
                    <a:pt x="162" y="48"/>
                  </a:lnTo>
                  <a:lnTo>
                    <a:pt x="162" y="49"/>
                  </a:lnTo>
                  <a:lnTo>
                    <a:pt x="162" y="53"/>
                  </a:lnTo>
                  <a:lnTo>
                    <a:pt x="162" y="54"/>
                  </a:lnTo>
                  <a:lnTo>
                    <a:pt x="161" y="54"/>
                  </a:lnTo>
                  <a:lnTo>
                    <a:pt x="157" y="55"/>
                  </a:lnTo>
                  <a:lnTo>
                    <a:pt x="157" y="55"/>
                  </a:lnTo>
                  <a:lnTo>
                    <a:pt x="157" y="55"/>
                  </a:lnTo>
                  <a:lnTo>
                    <a:pt x="155" y="57"/>
                  </a:lnTo>
                  <a:lnTo>
                    <a:pt x="155" y="59"/>
                  </a:lnTo>
                  <a:lnTo>
                    <a:pt x="45" y="59"/>
                  </a:lnTo>
                  <a:lnTo>
                    <a:pt x="45" y="59"/>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48" name=""/>
            <p:cNvSpPr/>
            <p:nvPr/>
          </p:nvSpPr>
          <p:spPr>
            <a:xfrm>
              <a:off x="6554880" y="3887640"/>
              <a:ext cx="952560" cy="184320"/>
            </a:xfrm>
            <a:custGeom>
              <a:avLst/>
              <a:gdLst/>
              <a:ahLst/>
              <a:rect l="l" t="t" r="r" b="b"/>
              <a:pathLst>
                <a:path w="600" h="116">
                  <a:moveTo>
                    <a:pt x="24" y="115"/>
                  </a:moveTo>
                  <a:lnTo>
                    <a:pt x="24" y="115"/>
                  </a:lnTo>
                  <a:lnTo>
                    <a:pt x="24" y="115"/>
                  </a:lnTo>
                  <a:lnTo>
                    <a:pt x="24" y="114"/>
                  </a:lnTo>
                  <a:lnTo>
                    <a:pt x="24" y="113"/>
                  </a:lnTo>
                  <a:lnTo>
                    <a:pt x="23" y="111"/>
                  </a:lnTo>
                  <a:lnTo>
                    <a:pt x="20" y="107"/>
                  </a:lnTo>
                  <a:lnTo>
                    <a:pt x="20" y="107"/>
                  </a:lnTo>
                  <a:lnTo>
                    <a:pt x="20" y="107"/>
                  </a:lnTo>
                  <a:lnTo>
                    <a:pt x="18" y="104"/>
                  </a:lnTo>
                  <a:lnTo>
                    <a:pt x="15" y="104"/>
                  </a:lnTo>
                  <a:lnTo>
                    <a:pt x="15" y="104"/>
                  </a:lnTo>
                  <a:lnTo>
                    <a:pt x="15" y="104"/>
                  </a:lnTo>
                  <a:lnTo>
                    <a:pt x="14" y="99"/>
                  </a:lnTo>
                  <a:lnTo>
                    <a:pt x="14" y="93"/>
                  </a:lnTo>
                  <a:lnTo>
                    <a:pt x="14" y="90"/>
                  </a:lnTo>
                  <a:lnTo>
                    <a:pt x="12" y="89"/>
                  </a:lnTo>
                  <a:lnTo>
                    <a:pt x="12" y="89"/>
                  </a:lnTo>
                  <a:lnTo>
                    <a:pt x="12" y="85"/>
                  </a:lnTo>
                  <a:lnTo>
                    <a:pt x="12" y="84"/>
                  </a:lnTo>
                  <a:lnTo>
                    <a:pt x="12" y="84"/>
                  </a:lnTo>
                  <a:lnTo>
                    <a:pt x="12" y="82"/>
                  </a:lnTo>
                  <a:lnTo>
                    <a:pt x="12" y="82"/>
                  </a:lnTo>
                  <a:lnTo>
                    <a:pt x="12" y="82"/>
                  </a:lnTo>
                  <a:lnTo>
                    <a:pt x="12" y="78"/>
                  </a:lnTo>
                  <a:lnTo>
                    <a:pt x="12" y="77"/>
                  </a:lnTo>
                  <a:lnTo>
                    <a:pt x="11" y="76"/>
                  </a:lnTo>
                  <a:lnTo>
                    <a:pt x="10" y="74"/>
                  </a:lnTo>
                  <a:lnTo>
                    <a:pt x="8" y="71"/>
                  </a:lnTo>
                  <a:lnTo>
                    <a:pt x="8" y="71"/>
                  </a:lnTo>
                  <a:lnTo>
                    <a:pt x="8" y="71"/>
                  </a:lnTo>
                  <a:lnTo>
                    <a:pt x="6" y="71"/>
                  </a:lnTo>
                  <a:lnTo>
                    <a:pt x="6" y="69"/>
                  </a:lnTo>
                  <a:lnTo>
                    <a:pt x="8" y="64"/>
                  </a:lnTo>
                  <a:lnTo>
                    <a:pt x="8" y="63"/>
                  </a:lnTo>
                  <a:lnTo>
                    <a:pt x="6" y="61"/>
                  </a:lnTo>
                  <a:lnTo>
                    <a:pt x="5" y="60"/>
                  </a:lnTo>
                  <a:lnTo>
                    <a:pt x="4" y="58"/>
                  </a:lnTo>
                  <a:lnTo>
                    <a:pt x="4" y="58"/>
                  </a:lnTo>
                  <a:lnTo>
                    <a:pt x="4" y="56"/>
                  </a:lnTo>
                  <a:lnTo>
                    <a:pt x="4" y="53"/>
                  </a:lnTo>
                  <a:lnTo>
                    <a:pt x="4" y="49"/>
                  </a:lnTo>
                  <a:lnTo>
                    <a:pt x="3" y="43"/>
                  </a:lnTo>
                  <a:lnTo>
                    <a:pt x="3" y="38"/>
                  </a:lnTo>
                  <a:lnTo>
                    <a:pt x="3" y="28"/>
                  </a:lnTo>
                  <a:lnTo>
                    <a:pt x="3" y="27"/>
                  </a:lnTo>
                  <a:lnTo>
                    <a:pt x="3" y="24"/>
                  </a:lnTo>
                  <a:lnTo>
                    <a:pt x="3" y="20"/>
                  </a:lnTo>
                  <a:lnTo>
                    <a:pt x="3" y="20"/>
                  </a:lnTo>
                  <a:lnTo>
                    <a:pt x="2" y="19"/>
                  </a:lnTo>
                  <a:lnTo>
                    <a:pt x="2" y="14"/>
                  </a:lnTo>
                  <a:lnTo>
                    <a:pt x="0" y="13"/>
                  </a:lnTo>
                  <a:lnTo>
                    <a:pt x="2" y="10"/>
                  </a:lnTo>
                  <a:lnTo>
                    <a:pt x="2" y="10"/>
                  </a:lnTo>
                  <a:lnTo>
                    <a:pt x="0" y="7"/>
                  </a:lnTo>
                  <a:lnTo>
                    <a:pt x="0" y="3"/>
                  </a:lnTo>
                  <a:lnTo>
                    <a:pt x="0" y="0"/>
                  </a:lnTo>
                  <a:lnTo>
                    <a:pt x="588" y="0"/>
                  </a:lnTo>
                  <a:lnTo>
                    <a:pt x="588" y="0"/>
                  </a:lnTo>
                  <a:lnTo>
                    <a:pt x="588" y="0"/>
                  </a:lnTo>
                  <a:lnTo>
                    <a:pt x="588" y="0"/>
                  </a:lnTo>
                  <a:lnTo>
                    <a:pt x="588" y="0"/>
                  </a:lnTo>
                  <a:lnTo>
                    <a:pt x="588" y="2"/>
                  </a:lnTo>
                  <a:lnTo>
                    <a:pt x="591" y="3"/>
                  </a:lnTo>
                  <a:lnTo>
                    <a:pt x="591" y="5"/>
                  </a:lnTo>
                  <a:lnTo>
                    <a:pt x="591" y="10"/>
                  </a:lnTo>
                  <a:lnTo>
                    <a:pt x="591" y="10"/>
                  </a:lnTo>
                  <a:lnTo>
                    <a:pt x="591" y="12"/>
                  </a:lnTo>
                  <a:lnTo>
                    <a:pt x="591" y="13"/>
                  </a:lnTo>
                  <a:lnTo>
                    <a:pt x="594" y="14"/>
                  </a:lnTo>
                  <a:lnTo>
                    <a:pt x="594" y="14"/>
                  </a:lnTo>
                  <a:lnTo>
                    <a:pt x="594" y="18"/>
                  </a:lnTo>
                  <a:lnTo>
                    <a:pt x="596" y="19"/>
                  </a:lnTo>
                  <a:lnTo>
                    <a:pt x="596" y="20"/>
                  </a:lnTo>
                  <a:lnTo>
                    <a:pt x="596" y="20"/>
                  </a:lnTo>
                  <a:lnTo>
                    <a:pt x="596" y="24"/>
                  </a:lnTo>
                  <a:lnTo>
                    <a:pt x="596" y="27"/>
                  </a:lnTo>
                  <a:lnTo>
                    <a:pt x="596" y="31"/>
                  </a:lnTo>
                  <a:lnTo>
                    <a:pt x="596" y="32"/>
                  </a:lnTo>
                  <a:lnTo>
                    <a:pt x="596" y="33"/>
                  </a:lnTo>
                  <a:lnTo>
                    <a:pt x="596" y="34"/>
                  </a:lnTo>
                  <a:lnTo>
                    <a:pt x="596" y="38"/>
                  </a:lnTo>
                  <a:lnTo>
                    <a:pt x="596" y="38"/>
                  </a:lnTo>
                  <a:lnTo>
                    <a:pt x="596" y="39"/>
                  </a:lnTo>
                  <a:lnTo>
                    <a:pt x="596" y="40"/>
                  </a:lnTo>
                  <a:lnTo>
                    <a:pt x="596" y="42"/>
                  </a:lnTo>
                  <a:lnTo>
                    <a:pt x="596" y="43"/>
                  </a:lnTo>
                  <a:lnTo>
                    <a:pt x="596" y="43"/>
                  </a:lnTo>
                  <a:lnTo>
                    <a:pt x="597" y="44"/>
                  </a:lnTo>
                  <a:lnTo>
                    <a:pt x="598" y="45"/>
                  </a:lnTo>
                  <a:lnTo>
                    <a:pt x="598" y="49"/>
                  </a:lnTo>
                  <a:lnTo>
                    <a:pt x="598" y="49"/>
                  </a:lnTo>
                  <a:lnTo>
                    <a:pt x="599" y="49"/>
                  </a:lnTo>
                  <a:lnTo>
                    <a:pt x="599" y="51"/>
                  </a:lnTo>
                  <a:lnTo>
                    <a:pt x="599" y="55"/>
                  </a:lnTo>
                  <a:lnTo>
                    <a:pt x="598" y="58"/>
                  </a:lnTo>
                  <a:lnTo>
                    <a:pt x="598" y="58"/>
                  </a:lnTo>
                  <a:lnTo>
                    <a:pt x="598" y="61"/>
                  </a:lnTo>
                  <a:lnTo>
                    <a:pt x="598" y="63"/>
                  </a:lnTo>
                  <a:lnTo>
                    <a:pt x="598" y="63"/>
                  </a:lnTo>
                  <a:lnTo>
                    <a:pt x="598" y="64"/>
                  </a:lnTo>
                  <a:lnTo>
                    <a:pt x="598" y="69"/>
                  </a:lnTo>
                  <a:lnTo>
                    <a:pt x="597" y="69"/>
                  </a:lnTo>
                  <a:lnTo>
                    <a:pt x="597" y="69"/>
                  </a:lnTo>
                  <a:lnTo>
                    <a:pt x="597" y="69"/>
                  </a:lnTo>
                  <a:lnTo>
                    <a:pt x="598" y="71"/>
                  </a:lnTo>
                  <a:lnTo>
                    <a:pt x="598" y="71"/>
                  </a:lnTo>
                  <a:lnTo>
                    <a:pt x="598" y="76"/>
                  </a:lnTo>
                  <a:lnTo>
                    <a:pt x="597" y="77"/>
                  </a:lnTo>
                  <a:lnTo>
                    <a:pt x="596" y="77"/>
                  </a:lnTo>
                  <a:lnTo>
                    <a:pt x="596" y="78"/>
                  </a:lnTo>
                  <a:lnTo>
                    <a:pt x="596" y="82"/>
                  </a:lnTo>
                  <a:lnTo>
                    <a:pt x="596" y="82"/>
                  </a:lnTo>
                  <a:lnTo>
                    <a:pt x="594" y="85"/>
                  </a:lnTo>
                  <a:lnTo>
                    <a:pt x="594" y="90"/>
                  </a:lnTo>
                  <a:lnTo>
                    <a:pt x="594" y="91"/>
                  </a:lnTo>
                  <a:lnTo>
                    <a:pt x="594" y="95"/>
                  </a:lnTo>
                  <a:lnTo>
                    <a:pt x="591" y="99"/>
                  </a:lnTo>
                  <a:lnTo>
                    <a:pt x="588" y="99"/>
                  </a:lnTo>
                  <a:lnTo>
                    <a:pt x="588" y="104"/>
                  </a:lnTo>
                  <a:lnTo>
                    <a:pt x="588" y="104"/>
                  </a:lnTo>
                  <a:lnTo>
                    <a:pt x="588" y="104"/>
                  </a:lnTo>
                  <a:lnTo>
                    <a:pt x="588" y="107"/>
                  </a:lnTo>
                  <a:lnTo>
                    <a:pt x="591" y="107"/>
                  </a:lnTo>
                  <a:lnTo>
                    <a:pt x="591" y="107"/>
                  </a:lnTo>
                  <a:lnTo>
                    <a:pt x="591" y="107"/>
                  </a:lnTo>
                  <a:lnTo>
                    <a:pt x="591" y="110"/>
                  </a:lnTo>
                  <a:lnTo>
                    <a:pt x="588" y="111"/>
                  </a:lnTo>
                  <a:lnTo>
                    <a:pt x="588" y="113"/>
                  </a:lnTo>
                  <a:lnTo>
                    <a:pt x="588" y="115"/>
                  </a:lnTo>
                  <a:lnTo>
                    <a:pt x="24" y="115"/>
                  </a:lnTo>
                  <a:lnTo>
                    <a:pt x="24" y="115"/>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49" name=""/>
            <p:cNvSpPr/>
            <p:nvPr/>
          </p:nvSpPr>
          <p:spPr>
            <a:xfrm>
              <a:off x="6421320" y="3533760"/>
              <a:ext cx="274680" cy="74520"/>
            </a:xfrm>
            <a:custGeom>
              <a:avLst/>
              <a:gdLst/>
              <a:ahLst/>
              <a:rect l="l" t="t" r="r" b="b"/>
              <a:pathLst>
                <a:path w="173" h="47">
                  <a:moveTo>
                    <a:pt x="0" y="46"/>
                  </a:moveTo>
                  <a:lnTo>
                    <a:pt x="0" y="46"/>
                  </a:lnTo>
                  <a:lnTo>
                    <a:pt x="0" y="46"/>
                  </a:lnTo>
                  <a:lnTo>
                    <a:pt x="0" y="46"/>
                  </a:lnTo>
                  <a:lnTo>
                    <a:pt x="0" y="46"/>
                  </a:lnTo>
                  <a:lnTo>
                    <a:pt x="0" y="44"/>
                  </a:lnTo>
                  <a:lnTo>
                    <a:pt x="2" y="44"/>
                  </a:lnTo>
                  <a:lnTo>
                    <a:pt x="2" y="44"/>
                  </a:lnTo>
                  <a:lnTo>
                    <a:pt x="2" y="44"/>
                  </a:lnTo>
                  <a:lnTo>
                    <a:pt x="2" y="42"/>
                  </a:lnTo>
                  <a:lnTo>
                    <a:pt x="3" y="41"/>
                  </a:lnTo>
                  <a:lnTo>
                    <a:pt x="4" y="41"/>
                  </a:lnTo>
                  <a:lnTo>
                    <a:pt x="4" y="41"/>
                  </a:lnTo>
                  <a:lnTo>
                    <a:pt x="4" y="40"/>
                  </a:lnTo>
                  <a:lnTo>
                    <a:pt x="4" y="37"/>
                  </a:lnTo>
                  <a:lnTo>
                    <a:pt x="4" y="36"/>
                  </a:lnTo>
                  <a:lnTo>
                    <a:pt x="6" y="35"/>
                  </a:lnTo>
                  <a:lnTo>
                    <a:pt x="9" y="35"/>
                  </a:lnTo>
                  <a:lnTo>
                    <a:pt x="9" y="33"/>
                  </a:lnTo>
                  <a:lnTo>
                    <a:pt x="9" y="30"/>
                  </a:lnTo>
                  <a:lnTo>
                    <a:pt x="9" y="29"/>
                  </a:lnTo>
                  <a:lnTo>
                    <a:pt x="9" y="27"/>
                  </a:lnTo>
                  <a:lnTo>
                    <a:pt x="9" y="26"/>
                  </a:lnTo>
                  <a:lnTo>
                    <a:pt x="9" y="26"/>
                  </a:lnTo>
                  <a:lnTo>
                    <a:pt x="11" y="26"/>
                  </a:lnTo>
                  <a:lnTo>
                    <a:pt x="12" y="26"/>
                  </a:lnTo>
                  <a:lnTo>
                    <a:pt x="12" y="20"/>
                  </a:lnTo>
                  <a:lnTo>
                    <a:pt x="12" y="20"/>
                  </a:lnTo>
                  <a:lnTo>
                    <a:pt x="12" y="18"/>
                  </a:lnTo>
                  <a:lnTo>
                    <a:pt x="12" y="17"/>
                  </a:lnTo>
                  <a:lnTo>
                    <a:pt x="12" y="17"/>
                  </a:lnTo>
                  <a:lnTo>
                    <a:pt x="14" y="15"/>
                  </a:lnTo>
                  <a:lnTo>
                    <a:pt x="15" y="15"/>
                  </a:lnTo>
                  <a:lnTo>
                    <a:pt x="15" y="14"/>
                  </a:lnTo>
                  <a:lnTo>
                    <a:pt x="17" y="13"/>
                  </a:lnTo>
                  <a:lnTo>
                    <a:pt x="19" y="7"/>
                  </a:lnTo>
                  <a:lnTo>
                    <a:pt x="20" y="7"/>
                  </a:lnTo>
                  <a:lnTo>
                    <a:pt x="21" y="7"/>
                  </a:lnTo>
                  <a:lnTo>
                    <a:pt x="22" y="6"/>
                  </a:lnTo>
                  <a:lnTo>
                    <a:pt x="23" y="5"/>
                  </a:lnTo>
                  <a:lnTo>
                    <a:pt x="24" y="5"/>
                  </a:lnTo>
                  <a:lnTo>
                    <a:pt x="26" y="5"/>
                  </a:lnTo>
                  <a:lnTo>
                    <a:pt x="26" y="5"/>
                  </a:lnTo>
                  <a:lnTo>
                    <a:pt x="26" y="4"/>
                  </a:lnTo>
                  <a:lnTo>
                    <a:pt x="26" y="4"/>
                  </a:lnTo>
                  <a:lnTo>
                    <a:pt x="26" y="4"/>
                  </a:lnTo>
                  <a:lnTo>
                    <a:pt x="26" y="4"/>
                  </a:lnTo>
                  <a:lnTo>
                    <a:pt x="28" y="3"/>
                  </a:lnTo>
                  <a:lnTo>
                    <a:pt x="30" y="3"/>
                  </a:lnTo>
                  <a:lnTo>
                    <a:pt x="33" y="3"/>
                  </a:lnTo>
                  <a:lnTo>
                    <a:pt x="34" y="3"/>
                  </a:lnTo>
                  <a:lnTo>
                    <a:pt x="35" y="3"/>
                  </a:lnTo>
                  <a:lnTo>
                    <a:pt x="36" y="3"/>
                  </a:lnTo>
                  <a:lnTo>
                    <a:pt x="39" y="3"/>
                  </a:lnTo>
                  <a:lnTo>
                    <a:pt x="40" y="3"/>
                  </a:lnTo>
                  <a:lnTo>
                    <a:pt x="41" y="3"/>
                  </a:lnTo>
                  <a:lnTo>
                    <a:pt x="41" y="2"/>
                  </a:lnTo>
                  <a:lnTo>
                    <a:pt x="41" y="2"/>
                  </a:lnTo>
                  <a:lnTo>
                    <a:pt x="44" y="0"/>
                  </a:lnTo>
                  <a:lnTo>
                    <a:pt x="46" y="0"/>
                  </a:lnTo>
                  <a:lnTo>
                    <a:pt x="48" y="0"/>
                  </a:lnTo>
                  <a:lnTo>
                    <a:pt x="53" y="0"/>
                  </a:lnTo>
                  <a:lnTo>
                    <a:pt x="54" y="0"/>
                  </a:lnTo>
                  <a:lnTo>
                    <a:pt x="55" y="0"/>
                  </a:lnTo>
                  <a:lnTo>
                    <a:pt x="57" y="0"/>
                  </a:lnTo>
                  <a:lnTo>
                    <a:pt x="57" y="0"/>
                  </a:lnTo>
                  <a:lnTo>
                    <a:pt x="57" y="0"/>
                  </a:lnTo>
                  <a:lnTo>
                    <a:pt x="57" y="0"/>
                  </a:lnTo>
                  <a:lnTo>
                    <a:pt x="60" y="0"/>
                  </a:lnTo>
                  <a:lnTo>
                    <a:pt x="63" y="0"/>
                  </a:lnTo>
                  <a:lnTo>
                    <a:pt x="63" y="0"/>
                  </a:lnTo>
                  <a:lnTo>
                    <a:pt x="65" y="0"/>
                  </a:lnTo>
                  <a:lnTo>
                    <a:pt x="65" y="0"/>
                  </a:lnTo>
                  <a:lnTo>
                    <a:pt x="65" y="0"/>
                  </a:lnTo>
                  <a:lnTo>
                    <a:pt x="67" y="0"/>
                  </a:lnTo>
                  <a:lnTo>
                    <a:pt x="68" y="0"/>
                  </a:lnTo>
                  <a:lnTo>
                    <a:pt x="72" y="0"/>
                  </a:lnTo>
                  <a:lnTo>
                    <a:pt x="76" y="0"/>
                  </a:lnTo>
                  <a:lnTo>
                    <a:pt x="77" y="0"/>
                  </a:lnTo>
                  <a:lnTo>
                    <a:pt x="77" y="0"/>
                  </a:lnTo>
                  <a:lnTo>
                    <a:pt x="77" y="0"/>
                  </a:lnTo>
                  <a:lnTo>
                    <a:pt x="82" y="0"/>
                  </a:lnTo>
                  <a:lnTo>
                    <a:pt x="82" y="0"/>
                  </a:lnTo>
                  <a:lnTo>
                    <a:pt x="82" y="0"/>
                  </a:lnTo>
                  <a:lnTo>
                    <a:pt x="82" y="0"/>
                  </a:lnTo>
                  <a:lnTo>
                    <a:pt x="84" y="0"/>
                  </a:lnTo>
                  <a:lnTo>
                    <a:pt x="84" y="0"/>
                  </a:lnTo>
                  <a:lnTo>
                    <a:pt x="86" y="0"/>
                  </a:lnTo>
                  <a:lnTo>
                    <a:pt x="86" y="0"/>
                  </a:lnTo>
                  <a:lnTo>
                    <a:pt x="87" y="0"/>
                  </a:lnTo>
                  <a:lnTo>
                    <a:pt x="87" y="0"/>
                  </a:lnTo>
                  <a:lnTo>
                    <a:pt x="87" y="0"/>
                  </a:lnTo>
                  <a:lnTo>
                    <a:pt x="87" y="0"/>
                  </a:lnTo>
                  <a:lnTo>
                    <a:pt x="88" y="0"/>
                  </a:lnTo>
                  <a:lnTo>
                    <a:pt x="89" y="0"/>
                  </a:lnTo>
                  <a:lnTo>
                    <a:pt x="90" y="0"/>
                  </a:lnTo>
                  <a:lnTo>
                    <a:pt x="92" y="0"/>
                  </a:lnTo>
                  <a:lnTo>
                    <a:pt x="94" y="0"/>
                  </a:lnTo>
                  <a:lnTo>
                    <a:pt x="95" y="0"/>
                  </a:lnTo>
                  <a:lnTo>
                    <a:pt x="96" y="1"/>
                  </a:lnTo>
                  <a:lnTo>
                    <a:pt x="96" y="1"/>
                  </a:lnTo>
                  <a:lnTo>
                    <a:pt x="96" y="2"/>
                  </a:lnTo>
                  <a:lnTo>
                    <a:pt x="98" y="2"/>
                  </a:lnTo>
                  <a:lnTo>
                    <a:pt x="98" y="2"/>
                  </a:lnTo>
                  <a:lnTo>
                    <a:pt x="99" y="2"/>
                  </a:lnTo>
                  <a:lnTo>
                    <a:pt x="102" y="2"/>
                  </a:lnTo>
                  <a:lnTo>
                    <a:pt x="104" y="2"/>
                  </a:lnTo>
                  <a:lnTo>
                    <a:pt x="104" y="2"/>
                  </a:lnTo>
                  <a:lnTo>
                    <a:pt x="104" y="3"/>
                  </a:lnTo>
                  <a:lnTo>
                    <a:pt x="105" y="3"/>
                  </a:lnTo>
                  <a:lnTo>
                    <a:pt x="107" y="3"/>
                  </a:lnTo>
                  <a:lnTo>
                    <a:pt x="108" y="3"/>
                  </a:lnTo>
                  <a:lnTo>
                    <a:pt x="108" y="3"/>
                  </a:lnTo>
                  <a:lnTo>
                    <a:pt x="108" y="3"/>
                  </a:lnTo>
                  <a:lnTo>
                    <a:pt x="108" y="3"/>
                  </a:lnTo>
                  <a:lnTo>
                    <a:pt x="113" y="3"/>
                  </a:lnTo>
                  <a:lnTo>
                    <a:pt x="113" y="3"/>
                  </a:lnTo>
                  <a:lnTo>
                    <a:pt x="114" y="3"/>
                  </a:lnTo>
                  <a:lnTo>
                    <a:pt x="114" y="3"/>
                  </a:lnTo>
                  <a:lnTo>
                    <a:pt x="114" y="3"/>
                  </a:lnTo>
                  <a:lnTo>
                    <a:pt x="117" y="3"/>
                  </a:lnTo>
                  <a:lnTo>
                    <a:pt x="117" y="3"/>
                  </a:lnTo>
                  <a:lnTo>
                    <a:pt x="120" y="3"/>
                  </a:lnTo>
                  <a:lnTo>
                    <a:pt x="120" y="3"/>
                  </a:lnTo>
                  <a:lnTo>
                    <a:pt x="120" y="3"/>
                  </a:lnTo>
                  <a:lnTo>
                    <a:pt x="122" y="3"/>
                  </a:lnTo>
                  <a:lnTo>
                    <a:pt x="122" y="3"/>
                  </a:lnTo>
                  <a:lnTo>
                    <a:pt x="122" y="3"/>
                  </a:lnTo>
                  <a:lnTo>
                    <a:pt x="122" y="3"/>
                  </a:lnTo>
                  <a:lnTo>
                    <a:pt x="122" y="4"/>
                  </a:lnTo>
                  <a:lnTo>
                    <a:pt x="122" y="4"/>
                  </a:lnTo>
                  <a:lnTo>
                    <a:pt x="124" y="4"/>
                  </a:lnTo>
                  <a:lnTo>
                    <a:pt x="126" y="4"/>
                  </a:lnTo>
                  <a:lnTo>
                    <a:pt x="126" y="4"/>
                  </a:lnTo>
                  <a:lnTo>
                    <a:pt x="128" y="5"/>
                  </a:lnTo>
                  <a:lnTo>
                    <a:pt x="128" y="5"/>
                  </a:lnTo>
                  <a:lnTo>
                    <a:pt x="131" y="5"/>
                  </a:lnTo>
                  <a:lnTo>
                    <a:pt x="133" y="5"/>
                  </a:lnTo>
                  <a:lnTo>
                    <a:pt x="133" y="5"/>
                  </a:lnTo>
                  <a:lnTo>
                    <a:pt x="135" y="5"/>
                  </a:lnTo>
                  <a:lnTo>
                    <a:pt x="135" y="6"/>
                  </a:lnTo>
                  <a:lnTo>
                    <a:pt x="135" y="6"/>
                  </a:lnTo>
                  <a:lnTo>
                    <a:pt x="135" y="7"/>
                  </a:lnTo>
                  <a:lnTo>
                    <a:pt x="135" y="7"/>
                  </a:lnTo>
                  <a:lnTo>
                    <a:pt x="135" y="13"/>
                  </a:lnTo>
                  <a:lnTo>
                    <a:pt x="135" y="14"/>
                  </a:lnTo>
                  <a:lnTo>
                    <a:pt x="142" y="15"/>
                  </a:lnTo>
                  <a:lnTo>
                    <a:pt x="142" y="15"/>
                  </a:lnTo>
                  <a:lnTo>
                    <a:pt x="142" y="16"/>
                  </a:lnTo>
                  <a:lnTo>
                    <a:pt x="144" y="17"/>
                  </a:lnTo>
                  <a:lnTo>
                    <a:pt x="144" y="17"/>
                  </a:lnTo>
                  <a:lnTo>
                    <a:pt x="144" y="17"/>
                  </a:lnTo>
                  <a:lnTo>
                    <a:pt x="144" y="18"/>
                  </a:lnTo>
                  <a:lnTo>
                    <a:pt x="148" y="18"/>
                  </a:lnTo>
                  <a:lnTo>
                    <a:pt x="148" y="20"/>
                  </a:lnTo>
                  <a:lnTo>
                    <a:pt x="148" y="20"/>
                  </a:lnTo>
                  <a:lnTo>
                    <a:pt x="151" y="20"/>
                  </a:lnTo>
                  <a:lnTo>
                    <a:pt x="151" y="26"/>
                  </a:lnTo>
                  <a:lnTo>
                    <a:pt x="152" y="26"/>
                  </a:lnTo>
                  <a:lnTo>
                    <a:pt x="153" y="26"/>
                  </a:lnTo>
                  <a:lnTo>
                    <a:pt x="153" y="26"/>
                  </a:lnTo>
                  <a:lnTo>
                    <a:pt x="153" y="26"/>
                  </a:lnTo>
                  <a:lnTo>
                    <a:pt x="153" y="26"/>
                  </a:lnTo>
                  <a:lnTo>
                    <a:pt x="158" y="27"/>
                  </a:lnTo>
                  <a:lnTo>
                    <a:pt x="158" y="27"/>
                  </a:lnTo>
                  <a:lnTo>
                    <a:pt x="158" y="29"/>
                  </a:lnTo>
                  <a:lnTo>
                    <a:pt x="159" y="30"/>
                  </a:lnTo>
                  <a:lnTo>
                    <a:pt x="160" y="32"/>
                  </a:lnTo>
                  <a:lnTo>
                    <a:pt x="160" y="33"/>
                  </a:lnTo>
                  <a:lnTo>
                    <a:pt x="165" y="36"/>
                  </a:lnTo>
                  <a:lnTo>
                    <a:pt x="165" y="37"/>
                  </a:lnTo>
                  <a:lnTo>
                    <a:pt x="166" y="39"/>
                  </a:lnTo>
                  <a:lnTo>
                    <a:pt x="167" y="40"/>
                  </a:lnTo>
                  <a:lnTo>
                    <a:pt x="167" y="40"/>
                  </a:lnTo>
                  <a:lnTo>
                    <a:pt x="167" y="41"/>
                  </a:lnTo>
                  <a:lnTo>
                    <a:pt x="167" y="41"/>
                  </a:lnTo>
                  <a:lnTo>
                    <a:pt x="168" y="41"/>
                  </a:lnTo>
                  <a:lnTo>
                    <a:pt x="168" y="43"/>
                  </a:lnTo>
                  <a:lnTo>
                    <a:pt x="169" y="44"/>
                  </a:lnTo>
                  <a:lnTo>
                    <a:pt x="170" y="44"/>
                  </a:lnTo>
                  <a:lnTo>
                    <a:pt x="172" y="46"/>
                  </a:lnTo>
                  <a:lnTo>
                    <a:pt x="172" y="46"/>
                  </a:lnTo>
                  <a:lnTo>
                    <a:pt x="87" y="46"/>
                  </a:lnTo>
                  <a:lnTo>
                    <a:pt x="87" y="46"/>
                  </a:lnTo>
                  <a:lnTo>
                    <a:pt x="87" y="46"/>
                  </a:lnTo>
                  <a:lnTo>
                    <a:pt x="87" y="46"/>
                  </a:lnTo>
                  <a:lnTo>
                    <a:pt x="87" y="46"/>
                  </a:lnTo>
                  <a:lnTo>
                    <a:pt x="87" y="44"/>
                  </a:lnTo>
                  <a:lnTo>
                    <a:pt x="86" y="44"/>
                  </a:lnTo>
                  <a:lnTo>
                    <a:pt x="84" y="44"/>
                  </a:lnTo>
                  <a:lnTo>
                    <a:pt x="82" y="44"/>
                  </a:lnTo>
                  <a:lnTo>
                    <a:pt x="82" y="41"/>
                  </a:lnTo>
                  <a:lnTo>
                    <a:pt x="77" y="41"/>
                  </a:lnTo>
                  <a:lnTo>
                    <a:pt x="75" y="40"/>
                  </a:lnTo>
                  <a:lnTo>
                    <a:pt x="75" y="39"/>
                  </a:lnTo>
                  <a:lnTo>
                    <a:pt x="74" y="37"/>
                  </a:lnTo>
                  <a:lnTo>
                    <a:pt x="72" y="37"/>
                  </a:lnTo>
                  <a:lnTo>
                    <a:pt x="68" y="37"/>
                  </a:lnTo>
                  <a:lnTo>
                    <a:pt x="68" y="37"/>
                  </a:lnTo>
                  <a:lnTo>
                    <a:pt x="67" y="39"/>
                  </a:lnTo>
                  <a:lnTo>
                    <a:pt x="65" y="40"/>
                  </a:lnTo>
                  <a:lnTo>
                    <a:pt x="65" y="40"/>
                  </a:lnTo>
                  <a:lnTo>
                    <a:pt x="63" y="40"/>
                  </a:lnTo>
                  <a:lnTo>
                    <a:pt x="63" y="40"/>
                  </a:lnTo>
                  <a:lnTo>
                    <a:pt x="63" y="40"/>
                  </a:lnTo>
                  <a:lnTo>
                    <a:pt x="63" y="40"/>
                  </a:lnTo>
                  <a:lnTo>
                    <a:pt x="60" y="41"/>
                  </a:lnTo>
                  <a:lnTo>
                    <a:pt x="60" y="41"/>
                  </a:lnTo>
                  <a:lnTo>
                    <a:pt x="57" y="44"/>
                  </a:lnTo>
                  <a:lnTo>
                    <a:pt x="57" y="44"/>
                  </a:lnTo>
                  <a:lnTo>
                    <a:pt x="54" y="46"/>
                  </a:lnTo>
                  <a:lnTo>
                    <a:pt x="53" y="46"/>
                  </a:lnTo>
                  <a:lnTo>
                    <a:pt x="53" y="46"/>
                  </a:lnTo>
                  <a:lnTo>
                    <a:pt x="53" y="46"/>
                  </a:lnTo>
                  <a:lnTo>
                    <a:pt x="53" y="46"/>
                  </a:lnTo>
                  <a:lnTo>
                    <a:pt x="53" y="46"/>
                  </a:lnTo>
                  <a:lnTo>
                    <a:pt x="53" y="46"/>
                  </a:lnTo>
                  <a:lnTo>
                    <a:pt x="53" y="46"/>
                  </a:lnTo>
                  <a:lnTo>
                    <a:pt x="50" y="46"/>
                  </a:lnTo>
                  <a:lnTo>
                    <a:pt x="0" y="46"/>
                  </a:lnTo>
                  <a:lnTo>
                    <a:pt x="0" y="46"/>
                  </a:lnTo>
                </a:path>
              </a:pathLst>
            </a:custGeom>
            <a:solidFill>
              <a:srgbClr val="ffe0e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750" name=""/>
            <p:cNvSpPr/>
            <p:nvPr/>
          </p:nvSpPr>
          <p:spPr>
            <a:xfrm>
              <a:off x="6421320" y="3606840"/>
              <a:ext cx="81000" cy="20520"/>
            </a:xfrm>
            <a:custGeom>
              <a:avLst/>
              <a:gdLst/>
              <a:ahLst/>
              <a:rect l="l" t="t" r="r" b="b"/>
              <a:pathLst>
                <a:path w="51" h="13">
                  <a:moveTo>
                    <a:pt x="50" y="0"/>
                  </a:moveTo>
                  <a:lnTo>
                    <a:pt x="48" y="1"/>
                  </a:lnTo>
                  <a:lnTo>
                    <a:pt x="47" y="1"/>
                  </a:lnTo>
                  <a:lnTo>
                    <a:pt x="47" y="2"/>
                  </a:lnTo>
                  <a:lnTo>
                    <a:pt x="47" y="4"/>
                  </a:lnTo>
                  <a:lnTo>
                    <a:pt x="46" y="5"/>
                  </a:lnTo>
                  <a:lnTo>
                    <a:pt x="46" y="7"/>
                  </a:lnTo>
                  <a:lnTo>
                    <a:pt x="44" y="7"/>
                  </a:lnTo>
                  <a:lnTo>
                    <a:pt x="44" y="7"/>
                  </a:lnTo>
                  <a:lnTo>
                    <a:pt x="41" y="7"/>
                  </a:lnTo>
                  <a:lnTo>
                    <a:pt x="40" y="8"/>
                  </a:lnTo>
                  <a:lnTo>
                    <a:pt x="37" y="8"/>
                  </a:lnTo>
                  <a:lnTo>
                    <a:pt x="35" y="8"/>
                  </a:lnTo>
                  <a:lnTo>
                    <a:pt x="35" y="10"/>
                  </a:lnTo>
                  <a:lnTo>
                    <a:pt x="33" y="12"/>
                  </a:lnTo>
                  <a:lnTo>
                    <a:pt x="33" y="12"/>
                  </a:lnTo>
                  <a:lnTo>
                    <a:pt x="30" y="12"/>
                  </a:lnTo>
                  <a:lnTo>
                    <a:pt x="28" y="12"/>
                  </a:lnTo>
                  <a:lnTo>
                    <a:pt x="26" y="12"/>
                  </a:lnTo>
                  <a:lnTo>
                    <a:pt x="26" y="10"/>
                  </a:lnTo>
                  <a:lnTo>
                    <a:pt x="26" y="10"/>
                  </a:lnTo>
                  <a:lnTo>
                    <a:pt x="26" y="10"/>
                  </a:lnTo>
                  <a:lnTo>
                    <a:pt x="24" y="10"/>
                  </a:lnTo>
                  <a:lnTo>
                    <a:pt x="22" y="12"/>
                  </a:lnTo>
                  <a:lnTo>
                    <a:pt x="21" y="12"/>
                  </a:lnTo>
                  <a:lnTo>
                    <a:pt x="19" y="12"/>
                  </a:lnTo>
                  <a:lnTo>
                    <a:pt x="17" y="12"/>
                  </a:lnTo>
                  <a:lnTo>
                    <a:pt x="16" y="12"/>
                  </a:lnTo>
                  <a:lnTo>
                    <a:pt x="15" y="12"/>
                  </a:lnTo>
                  <a:lnTo>
                    <a:pt x="14" y="12"/>
                  </a:lnTo>
                  <a:lnTo>
                    <a:pt x="12" y="12"/>
                  </a:lnTo>
                  <a:lnTo>
                    <a:pt x="12" y="12"/>
                  </a:lnTo>
                  <a:lnTo>
                    <a:pt x="12" y="12"/>
                  </a:lnTo>
                  <a:lnTo>
                    <a:pt x="11" y="10"/>
                  </a:lnTo>
                  <a:lnTo>
                    <a:pt x="9" y="10"/>
                  </a:lnTo>
                  <a:lnTo>
                    <a:pt x="9" y="10"/>
                  </a:lnTo>
                  <a:lnTo>
                    <a:pt x="6" y="10"/>
                  </a:lnTo>
                  <a:lnTo>
                    <a:pt x="4" y="12"/>
                  </a:lnTo>
                  <a:lnTo>
                    <a:pt x="2" y="12"/>
                  </a:lnTo>
                  <a:lnTo>
                    <a:pt x="2" y="10"/>
                  </a:lnTo>
                  <a:lnTo>
                    <a:pt x="2" y="8"/>
                  </a:lnTo>
                  <a:lnTo>
                    <a:pt x="2" y="8"/>
                  </a:lnTo>
                  <a:lnTo>
                    <a:pt x="2" y="5"/>
                  </a:lnTo>
                  <a:lnTo>
                    <a:pt x="2" y="1"/>
                  </a:lnTo>
                  <a:lnTo>
                    <a:pt x="0" y="0"/>
                  </a:lnTo>
                  <a:lnTo>
                    <a:pt x="50" y="0"/>
                  </a:lnTo>
                  <a:lnTo>
                    <a:pt x="50" y="0"/>
                  </a:lnTo>
                </a:path>
              </a:pathLst>
            </a:custGeom>
            <a:solidFill>
              <a:srgbClr val="ffe0e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751" name=""/>
            <p:cNvSpPr/>
            <p:nvPr/>
          </p:nvSpPr>
          <p:spPr>
            <a:xfrm>
              <a:off x="6491160" y="3606840"/>
              <a:ext cx="889200" cy="96840"/>
            </a:xfrm>
            <a:custGeom>
              <a:avLst/>
              <a:gdLst/>
              <a:ahLst/>
              <a:rect l="l" t="t" r="r" b="b"/>
              <a:pathLst>
                <a:path w="560" h="61">
                  <a:moveTo>
                    <a:pt x="128" y="0"/>
                  </a:moveTo>
                  <a:lnTo>
                    <a:pt x="128" y="1"/>
                  </a:lnTo>
                  <a:lnTo>
                    <a:pt x="128" y="1"/>
                  </a:lnTo>
                  <a:lnTo>
                    <a:pt x="129" y="1"/>
                  </a:lnTo>
                  <a:lnTo>
                    <a:pt x="129" y="1"/>
                  </a:lnTo>
                  <a:lnTo>
                    <a:pt x="129" y="2"/>
                  </a:lnTo>
                  <a:lnTo>
                    <a:pt x="129" y="5"/>
                  </a:lnTo>
                  <a:lnTo>
                    <a:pt x="129" y="7"/>
                  </a:lnTo>
                  <a:lnTo>
                    <a:pt x="129" y="7"/>
                  </a:lnTo>
                  <a:lnTo>
                    <a:pt x="132" y="8"/>
                  </a:lnTo>
                  <a:lnTo>
                    <a:pt x="132" y="8"/>
                  </a:lnTo>
                  <a:lnTo>
                    <a:pt x="132" y="10"/>
                  </a:lnTo>
                  <a:lnTo>
                    <a:pt x="132" y="12"/>
                  </a:lnTo>
                  <a:lnTo>
                    <a:pt x="132" y="12"/>
                  </a:lnTo>
                  <a:lnTo>
                    <a:pt x="132" y="12"/>
                  </a:lnTo>
                  <a:lnTo>
                    <a:pt x="133" y="12"/>
                  </a:lnTo>
                  <a:lnTo>
                    <a:pt x="133" y="12"/>
                  </a:lnTo>
                  <a:lnTo>
                    <a:pt x="133" y="12"/>
                  </a:lnTo>
                  <a:lnTo>
                    <a:pt x="136" y="14"/>
                  </a:lnTo>
                  <a:lnTo>
                    <a:pt x="138" y="14"/>
                  </a:lnTo>
                  <a:lnTo>
                    <a:pt x="140" y="18"/>
                  </a:lnTo>
                  <a:lnTo>
                    <a:pt x="140" y="19"/>
                  </a:lnTo>
                  <a:lnTo>
                    <a:pt x="141" y="21"/>
                  </a:lnTo>
                  <a:lnTo>
                    <a:pt x="141" y="21"/>
                  </a:lnTo>
                  <a:lnTo>
                    <a:pt x="143" y="23"/>
                  </a:lnTo>
                  <a:lnTo>
                    <a:pt x="144" y="23"/>
                  </a:lnTo>
                  <a:lnTo>
                    <a:pt x="144" y="23"/>
                  </a:lnTo>
                  <a:lnTo>
                    <a:pt x="147" y="24"/>
                  </a:lnTo>
                  <a:lnTo>
                    <a:pt x="147" y="24"/>
                  </a:lnTo>
                  <a:lnTo>
                    <a:pt x="147" y="25"/>
                  </a:lnTo>
                  <a:lnTo>
                    <a:pt x="147" y="25"/>
                  </a:lnTo>
                  <a:lnTo>
                    <a:pt x="148" y="25"/>
                  </a:lnTo>
                  <a:lnTo>
                    <a:pt x="148" y="25"/>
                  </a:lnTo>
                  <a:lnTo>
                    <a:pt x="148" y="30"/>
                  </a:lnTo>
                  <a:lnTo>
                    <a:pt x="148" y="30"/>
                  </a:lnTo>
                  <a:lnTo>
                    <a:pt x="151" y="31"/>
                  </a:lnTo>
                  <a:lnTo>
                    <a:pt x="153" y="31"/>
                  </a:lnTo>
                  <a:lnTo>
                    <a:pt x="154" y="31"/>
                  </a:lnTo>
                  <a:lnTo>
                    <a:pt x="155" y="32"/>
                  </a:lnTo>
                  <a:lnTo>
                    <a:pt x="155" y="32"/>
                  </a:lnTo>
                  <a:lnTo>
                    <a:pt x="155" y="36"/>
                  </a:lnTo>
                  <a:lnTo>
                    <a:pt x="155" y="37"/>
                  </a:lnTo>
                  <a:lnTo>
                    <a:pt x="155" y="37"/>
                  </a:lnTo>
                  <a:lnTo>
                    <a:pt x="155" y="37"/>
                  </a:lnTo>
                  <a:lnTo>
                    <a:pt x="155" y="37"/>
                  </a:lnTo>
                  <a:lnTo>
                    <a:pt x="155" y="37"/>
                  </a:lnTo>
                  <a:lnTo>
                    <a:pt x="156" y="37"/>
                  </a:lnTo>
                  <a:lnTo>
                    <a:pt x="158" y="37"/>
                  </a:lnTo>
                  <a:lnTo>
                    <a:pt x="158" y="37"/>
                  </a:lnTo>
                  <a:lnTo>
                    <a:pt x="161" y="38"/>
                  </a:lnTo>
                  <a:lnTo>
                    <a:pt x="162" y="38"/>
                  </a:lnTo>
                  <a:lnTo>
                    <a:pt x="164" y="38"/>
                  </a:lnTo>
                  <a:lnTo>
                    <a:pt x="165" y="40"/>
                  </a:lnTo>
                  <a:lnTo>
                    <a:pt x="165" y="40"/>
                  </a:lnTo>
                  <a:lnTo>
                    <a:pt x="165" y="40"/>
                  </a:lnTo>
                  <a:lnTo>
                    <a:pt x="166" y="40"/>
                  </a:lnTo>
                  <a:lnTo>
                    <a:pt x="168" y="40"/>
                  </a:lnTo>
                  <a:lnTo>
                    <a:pt x="169" y="40"/>
                  </a:lnTo>
                  <a:lnTo>
                    <a:pt x="170" y="40"/>
                  </a:lnTo>
                  <a:lnTo>
                    <a:pt x="172" y="42"/>
                  </a:lnTo>
                  <a:lnTo>
                    <a:pt x="172" y="42"/>
                  </a:lnTo>
                  <a:lnTo>
                    <a:pt x="172" y="42"/>
                  </a:lnTo>
                  <a:lnTo>
                    <a:pt x="173" y="42"/>
                  </a:lnTo>
                  <a:lnTo>
                    <a:pt x="173" y="42"/>
                  </a:lnTo>
                  <a:lnTo>
                    <a:pt x="173" y="44"/>
                  </a:lnTo>
                  <a:lnTo>
                    <a:pt x="176" y="45"/>
                  </a:lnTo>
                  <a:lnTo>
                    <a:pt x="176" y="45"/>
                  </a:lnTo>
                  <a:lnTo>
                    <a:pt x="177" y="46"/>
                  </a:lnTo>
                  <a:lnTo>
                    <a:pt x="178" y="46"/>
                  </a:lnTo>
                  <a:lnTo>
                    <a:pt x="178" y="46"/>
                  </a:lnTo>
                  <a:lnTo>
                    <a:pt x="179" y="46"/>
                  </a:lnTo>
                  <a:lnTo>
                    <a:pt x="179" y="46"/>
                  </a:lnTo>
                  <a:lnTo>
                    <a:pt x="182" y="46"/>
                  </a:lnTo>
                  <a:lnTo>
                    <a:pt x="183" y="50"/>
                  </a:lnTo>
                  <a:lnTo>
                    <a:pt x="185" y="50"/>
                  </a:lnTo>
                  <a:lnTo>
                    <a:pt x="188" y="50"/>
                  </a:lnTo>
                  <a:lnTo>
                    <a:pt x="188" y="50"/>
                  </a:lnTo>
                  <a:lnTo>
                    <a:pt x="189" y="50"/>
                  </a:lnTo>
                  <a:lnTo>
                    <a:pt x="190" y="51"/>
                  </a:lnTo>
                  <a:lnTo>
                    <a:pt x="190" y="51"/>
                  </a:lnTo>
                  <a:lnTo>
                    <a:pt x="193" y="51"/>
                  </a:lnTo>
                  <a:lnTo>
                    <a:pt x="194" y="51"/>
                  </a:lnTo>
                  <a:lnTo>
                    <a:pt x="194" y="51"/>
                  </a:lnTo>
                  <a:lnTo>
                    <a:pt x="199" y="51"/>
                  </a:lnTo>
                  <a:lnTo>
                    <a:pt x="199" y="53"/>
                  </a:lnTo>
                  <a:lnTo>
                    <a:pt x="200" y="54"/>
                  </a:lnTo>
                  <a:lnTo>
                    <a:pt x="200" y="54"/>
                  </a:lnTo>
                  <a:lnTo>
                    <a:pt x="203" y="54"/>
                  </a:lnTo>
                  <a:lnTo>
                    <a:pt x="204" y="56"/>
                  </a:lnTo>
                  <a:lnTo>
                    <a:pt x="205" y="56"/>
                  </a:lnTo>
                  <a:lnTo>
                    <a:pt x="208" y="59"/>
                  </a:lnTo>
                  <a:lnTo>
                    <a:pt x="210" y="59"/>
                  </a:lnTo>
                  <a:lnTo>
                    <a:pt x="210" y="59"/>
                  </a:lnTo>
                  <a:lnTo>
                    <a:pt x="210" y="59"/>
                  </a:lnTo>
                  <a:lnTo>
                    <a:pt x="212" y="56"/>
                  </a:lnTo>
                  <a:lnTo>
                    <a:pt x="212" y="56"/>
                  </a:lnTo>
                  <a:lnTo>
                    <a:pt x="212" y="56"/>
                  </a:lnTo>
                  <a:lnTo>
                    <a:pt x="212" y="56"/>
                  </a:lnTo>
                  <a:lnTo>
                    <a:pt x="212" y="56"/>
                  </a:lnTo>
                  <a:lnTo>
                    <a:pt x="214" y="59"/>
                  </a:lnTo>
                  <a:lnTo>
                    <a:pt x="216" y="59"/>
                  </a:lnTo>
                  <a:lnTo>
                    <a:pt x="216" y="59"/>
                  </a:lnTo>
                  <a:lnTo>
                    <a:pt x="219" y="56"/>
                  </a:lnTo>
                  <a:lnTo>
                    <a:pt x="219" y="54"/>
                  </a:lnTo>
                  <a:lnTo>
                    <a:pt x="219" y="54"/>
                  </a:lnTo>
                  <a:lnTo>
                    <a:pt x="219" y="53"/>
                  </a:lnTo>
                  <a:lnTo>
                    <a:pt x="221" y="52"/>
                  </a:lnTo>
                  <a:lnTo>
                    <a:pt x="225" y="52"/>
                  </a:lnTo>
                  <a:lnTo>
                    <a:pt x="226" y="53"/>
                  </a:lnTo>
                  <a:lnTo>
                    <a:pt x="234" y="52"/>
                  </a:lnTo>
                  <a:lnTo>
                    <a:pt x="234" y="52"/>
                  </a:lnTo>
                  <a:lnTo>
                    <a:pt x="235" y="51"/>
                  </a:lnTo>
                  <a:lnTo>
                    <a:pt x="235" y="51"/>
                  </a:lnTo>
                  <a:lnTo>
                    <a:pt x="236" y="51"/>
                  </a:lnTo>
                  <a:lnTo>
                    <a:pt x="238" y="51"/>
                  </a:lnTo>
                  <a:lnTo>
                    <a:pt x="239" y="51"/>
                  </a:lnTo>
                  <a:lnTo>
                    <a:pt x="241" y="51"/>
                  </a:lnTo>
                  <a:lnTo>
                    <a:pt x="241" y="52"/>
                  </a:lnTo>
                  <a:lnTo>
                    <a:pt x="241" y="51"/>
                  </a:lnTo>
                  <a:lnTo>
                    <a:pt x="243" y="51"/>
                  </a:lnTo>
                  <a:lnTo>
                    <a:pt x="244" y="51"/>
                  </a:lnTo>
                  <a:lnTo>
                    <a:pt x="247" y="51"/>
                  </a:lnTo>
                  <a:lnTo>
                    <a:pt x="247" y="51"/>
                  </a:lnTo>
                  <a:lnTo>
                    <a:pt x="249" y="50"/>
                  </a:lnTo>
                  <a:lnTo>
                    <a:pt x="251" y="50"/>
                  </a:lnTo>
                  <a:lnTo>
                    <a:pt x="254" y="51"/>
                  </a:lnTo>
                  <a:lnTo>
                    <a:pt x="256" y="51"/>
                  </a:lnTo>
                  <a:lnTo>
                    <a:pt x="256" y="51"/>
                  </a:lnTo>
                  <a:lnTo>
                    <a:pt x="256" y="50"/>
                  </a:lnTo>
                  <a:lnTo>
                    <a:pt x="258" y="46"/>
                  </a:lnTo>
                  <a:lnTo>
                    <a:pt x="258" y="46"/>
                  </a:lnTo>
                  <a:lnTo>
                    <a:pt x="260" y="46"/>
                  </a:lnTo>
                  <a:lnTo>
                    <a:pt x="261" y="46"/>
                  </a:lnTo>
                  <a:lnTo>
                    <a:pt x="265" y="46"/>
                  </a:lnTo>
                  <a:lnTo>
                    <a:pt x="265" y="46"/>
                  </a:lnTo>
                  <a:lnTo>
                    <a:pt x="267" y="46"/>
                  </a:lnTo>
                  <a:lnTo>
                    <a:pt x="268" y="46"/>
                  </a:lnTo>
                  <a:lnTo>
                    <a:pt x="268" y="46"/>
                  </a:lnTo>
                  <a:lnTo>
                    <a:pt x="268" y="46"/>
                  </a:lnTo>
                  <a:lnTo>
                    <a:pt x="268" y="46"/>
                  </a:lnTo>
                  <a:lnTo>
                    <a:pt x="270" y="46"/>
                  </a:lnTo>
                  <a:lnTo>
                    <a:pt x="270" y="46"/>
                  </a:lnTo>
                  <a:lnTo>
                    <a:pt x="275" y="46"/>
                  </a:lnTo>
                  <a:lnTo>
                    <a:pt x="275" y="46"/>
                  </a:lnTo>
                  <a:lnTo>
                    <a:pt x="275" y="46"/>
                  </a:lnTo>
                  <a:lnTo>
                    <a:pt x="275" y="46"/>
                  </a:lnTo>
                  <a:lnTo>
                    <a:pt x="276" y="46"/>
                  </a:lnTo>
                  <a:lnTo>
                    <a:pt x="278" y="46"/>
                  </a:lnTo>
                  <a:lnTo>
                    <a:pt x="278" y="46"/>
                  </a:lnTo>
                  <a:lnTo>
                    <a:pt x="279" y="46"/>
                  </a:lnTo>
                  <a:lnTo>
                    <a:pt x="279" y="46"/>
                  </a:lnTo>
                  <a:lnTo>
                    <a:pt x="282" y="46"/>
                  </a:lnTo>
                  <a:lnTo>
                    <a:pt x="282" y="46"/>
                  </a:lnTo>
                  <a:lnTo>
                    <a:pt x="287" y="46"/>
                  </a:lnTo>
                  <a:lnTo>
                    <a:pt x="287" y="46"/>
                  </a:lnTo>
                  <a:lnTo>
                    <a:pt x="287" y="46"/>
                  </a:lnTo>
                  <a:lnTo>
                    <a:pt x="287" y="46"/>
                  </a:lnTo>
                  <a:lnTo>
                    <a:pt x="287" y="46"/>
                  </a:lnTo>
                  <a:lnTo>
                    <a:pt x="291" y="46"/>
                  </a:lnTo>
                  <a:lnTo>
                    <a:pt x="291" y="46"/>
                  </a:lnTo>
                  <a:lnTo>
                    <a:pt x="292" y="46"/>
                  </a:lnTo>
                  <a:lnTo>
                    <a:pt x="294" y="46"/>
                  </a:lnTo>
                  <a:lnTo>
                    <a:pt x="297" y="45"/>
                  </a:lnTo>
                  <a:lnTo>
                    <a:pt x="298" y="45"/>
                  </a:lnTo>
                  <a:lnTo>
                    <a:pt x="298" y="45"/>
                  </a:lnTo>
                  <a:lnTo>
                    <a:pt x="298" y="45"/>
                  </a:lnTo>
                  <a:lnTo>
                    <a:pt x="301" y="44"/>
                  </a:lnTo>
                  <a:lnTo>
                    <a:pt x="302" y="44"/>
                  </a:lnTo>
                  <a:lnTo>
                    <a:pt x="305" y="44"/>
                  </a:lnTo>
                  <a:lnTo>
                    <a:pt x="307" y="44"/>
                  </a:lnTo>
                  <a:lnTo>
                    <a:pt x="307" y="44"/>
                  </a:lnTo>
                  <a:lnTo>
                    <a:pt x="307" y="44"/>
                  </a:lnTo>
                  <a:lnTo>
                    <a:pt x="312" y="44"/>
                  </a:lnTo>
                  <a:lnTo>
                    <a:pt x="313" y="44"/>
                  </a:lnTo>
                  <a:lnTo>
                    <a:pt x="315" y="44"/>
                  </a:lnTo>
                  <a:lnTo>
                    <a:pt x="319" y="45"/>
                  </a:lnTo>
                  <a:lnTo>
                    <a:pt x="319" y="44"/>
                  </a:lnTo>
                  <a:lnTo>
                    <a:pt x="320" y="44"/>
                  </a:lnTo>
                  <a:lnTo>
                    <a:pt x="321" y="42"/>
                  </a:lnTo>
                  <a:lnTo>
                    <a:pt x="322" y="40"/>
                  </a:lnTo>
                  <a:lnTo>
                    <a:pt x="326" y="40"/>
                  </a:lnTo>
                  <a:lnTo>
                    <a:pt x="326" y="40"/>
                  </a:lnTo>
                  <a:lnTo>
                    <a:pt x="327" y="42"/>
                  </a:lnTo>
                  <a:lnTo>
                    <a:pt x="328" y="42"/>
                  </a:lnTo>
                  <a:lnTo>
                    <a:pt x="329" y="40"/>
                  </a:lnTo>
                  <a:lnTo>
                    <a:pt x="331" y="40"/>
                  </a:lnTo>
                  <a:lnTo>
                    <a:pt x="331" y="40"/>
                  </a:lnTo>
                  <a:lnTo>
                    <a:pt x="331" y="40"/>
                  </a:lnTo>
                  <a:lnTo>
                    <a:pt x="338" y="40"/>
                  </a:lnTo>
                  <a:lnTo>
                    <a:pt x="338" y="40"/>
                  </a:lnTo>
                  <a:lnTo>
                    <a:pt x="339" y="40"/>
                  </a:lnTo>
                  <a:lnTo>
                    <a:pt x="340" y="40"/>
                  </a:lnTo>
                  <a:lnTo>
                    <a:pt x="341" y="42"/>
                  </a:lnTo>
                  <a:lnTo>
                    <a:pt x="342" y="44"/>
                  </a:lnTo>
                  <a:lnTo>
                    <a:pt x="343" y="44"/>
                  </a:lnTo>
                  <a:lnTo>
                    <a:pt x="345" y="45"/>
                  </a:lnTo>
                  <a:lnTo>
                    <a:pt x="348" y="45"/>
                  </a:lnTo>
                  <a:lnTo>
                    <a:pt x="348" y="45"/>
                  </a:lnTo>
                  <a:lnTo>
                    <a:pt x="351" y="45"/>
                  </a:lnTo>
                  <a:lnTo>
                    <a:pt x="351" y="44"/>
                  </a:lnTo>
                  <a:lnTo>
                    <a:pt x="351" y="44"/>
                  </a:lnTo>
                  <a:lnTo>
                    <a:pt x="352" y="42"/>
                  </a:lnTo>
                  <a:lnTo>
                    <a:pt x="352" y="40"/>
                  </a:lnTo>
                  <a:lnTo>
                    <a:pt x="358" y="40"/>
                  </a:lnTo>
                  <a:lnTo>
                    <a:pt x="358" y="40"/>
                  </a:lnTo>
                  <a:lnTo>
                    <a:pt x="362" y="40"/>
                  </a:lnTo>
                  <a:lnTo>
                    <a:pt x="363" y="42"/>
                  </a:lnTo>
                  <a:lnTo>
                    <a:pt x="364" y="42"/>
                  </a:lnTo>
                  <a:lnTo>
                    <a:pt x="366" y="42"/>
                  </a:lnTo>
                  <a:lnTo>
                    <a:pt x="366" y="42"/>
                  </a:lnTo>
                  <a:lnTo>
                    <a:pt x="369" y="40"/>
                  </a:lnTo>
                  <a:lnTo>
                    <a:pt x="370" y="40"/>
                  </a:lnTo>
                  <a:lnTo>
                    <a:pt x="370" y="40"/>
                  </a:lnTo>
                  <a:lnTo>
                    <a:pt x="373" y="40"/>
                  </a:lnTo>
                  <a:lnTo>
                    <a:pt x="377" y="40"/>
                  </a:lnTo>
                  <a:lnTo>
                    <a:pt x="377" y="42"/>
                  </a:lnTo>
                  <a:lnTo>
                    <a:pt x="378" y="42"/>
                  </a:lnTo>
                  <a:lnTo>
                    <a:pt x="379" y="44"/>
                  </a:lnTo>
                  <a:lnTo>
                    <a:pt x="380" y="44"/>
                  </a:lnTo>
                  <a:lnTo>
                    <a:pt x="381" y="44"/>
                  </a:lnTo>
                  <a:lnTo>
                    <a:pt x="381" y="44"/>
                  </a:lnTo>
                  <a:lnTo>
                    <a:pt x="382" y="44"/>
                  </a:lnTo>
                  <a:lnTo>
                    <a:pt x="382" y="44"/>
                  </a:lnTo>
                  <a:lnTo>
                    <a:pt x="382" y="44"/>
                  </a:lnTo>
                  <a:lnTo>
                    <a:pt x="382" y="44"/>
                  </a:lnTo>
                  <a:lnTo>
                    <a:pt x="387" y="42"/>
                  </a:lnTo>
                  <a:lnTo>
                    <a:pt x="387" y="40"/>
                  </a:lnTo>
                  <a:lnTo>
                    <a:pt x="387" y="40"/>
                  </a:lnTo>
                  <a:lnTo>
                    <a:pt x="387" y="40"/>
                  </a:lnTo>
                  <a:lnTo>
                    <a:pt x="390" y="40"/>
                  </a:lnTo>
                  <a:lnTo>
                    <a:pt x="391" y="40"/>
                  </a:lnTo>
                  <a:lnTo>
                    <a:pt x="392" y="40"/>
                  </a:lnTo>
                  <a:lnTo>
                    <a:pt x="395" y="40"/>
                  </a:lnTo>
                  <a:lnTo>
                    <a:pt x="395" y="40"/>
                  </a:lnTo>
                  <a:lnTo>
                    <a:pt x="397" y="40"/>
                  </a:lnTo>
                  <a:lnTo>
                    <a:pt x="400" y="40"/>
                  </a:lnTo>
                  <a:lnTo>
                    <a:pt x="400" y="40"/>
                  </a:lnTo>
                  <a:lnTo>
                    <a:pt x="404" y="40"/>
                  </a:lnTo>
                  <a:lnTo>
                    <a:pt x="406" y="40"/>
                  </a:lnTo>
                  <a:lnTo>
                    <a:pt x="408" y="40"/>
                  </a:lnTo>
                  <a:lnTo>
                    <a:pt x="409" y="40"/>
                  </a:lnTo>
                  <a:lnTo>
                    <a:pt x="410" y="40"/>
                  </a:lnTo>
                  <a:lnTo>
                    <a:pt x="413" y="40"/>
                  </a:lnTo>
                  <a:lnTo>
                    <a:pt x="416" y="40"/>
                  </a:lnTo>
                  <a:lnTo>
                    <a:pt x="417" y="40"/>
                  </a:lnTo>
                  <a:lnTo>
                    <a:pt x="417" y="40"/>
                  </a:lnTo>
                  <a:lnTo>
                    <a:pt x="419" y="40"/>
                  </a:lnTo>
                  <a:lnTo>
                    <a:pt x="422" y="40"/>
                  </a:lnTo>
                  <a:lnTo>
                    <a:pt x="422" y="40"/>
                  </a:lnTo>
                  <a:lnTo>
                    <a:pt x="426" y="38"/>
                  </a:lnTo>
                  <a:lnTo>
                    <a:pt x="428" y="38"/>
                  </a:lnTo>
                  <a:lnTo>
                    <a:pt x="430" y="38"/>
                  </a:lnTo>
                  <a:lnTo>
                    <a:pt x="430" y="38"/>
                  </a:lnTo>
                  <a:lnTo>
                    <a:pt x="431" y="40"/>
                  </a:lnTo>
                  <a:lnTo>
                    <a:pt x="435" y="40"/>
                  </a:lnTo>
                  <a:lnTo>
                    <a:pt x="435" y="40"/>
                  </a:lnTo>
                  <a:lnTo>
                    <a:pt x="436" y="40"/>
                  </a:lnTo>
                  <a:lnTo>
                    <a:pt x="439" y="40"/>
                  </a:lnTo>
                  <a:lnTo>
                    <a:pt x="441" y="40"/>
                  </a:lnTo>
                  <a:lnTo>
                    <a:pt x="441" y="40"/>
                  </a:lnTo>
                  <a:lnTo>
                    <a:pt x="444" y="40"/>
                  </a:lnTo>
                  <a:lnTo>
                    <a:pt x="447" y="40"/>
                  </a:lnTo>
                  <a:lnTo>
                    <a:pt x="448" y="40"/>
                  </a:lnTo>
                  <a:lnTo>
                    <a:pt x="448" y="40"/>
                  </a:lnTo>
                  <a:lnTo>
                    <a:pt x="451" y="40"/>
                  </a:lnTo>
                  <a:lnTo>
                    <a:pt x="452" y="40"/>
                  </a:lnTo>
                  <a:lnTo>
                    <a:pt x="455" y="40"/>
                  </a:lnTo>
                  <a:lnTo>
                    <a:pt x="456" y="40"/>
                  </a:lnTo>
                  <a:lnTo>
                    <a:pt x="457" y="40"/>
                  </a:lnTo>
                  <a:lnTo>
                    <a:pt x="457" y="40"/>
                  </a:lnTo>
                  <a:lnTo>
                    <a:pt x="457" y="40"/>
                  </a:lnTo>
                  <a:lnTo>
                    <a:pt x="462" y="40"/>
                  </a:lnTo>
                  <a:lnTo>
                    <a:pt x="463" y="40"/>
                  </a:lnTo>
                  <a:lnTo>
                    <a:pt x="464" y="40"/>
                  </a:lnTo>
                  <a:lnTo>
                    <a:pt x="465" y="40"/>
                  </a:lnTo>
                  <a:lnTo>
                    <a:pt x="465" y="40"/>
                  </a:lnTo>
                  <a:lnTo>
                    <a:pt x="470" y="40"/>
                  </a:lnTo>
                  <a:lnTo>
                    <a:pt x="473" y="40"/>
                  </a:lnTo>
                  <a:lnTo>
                    <a:pt x="473" y="40"/>
                  </a:lnTo>
                  <a:lnTo>
                    <a:pt x="476" y="42"/>
                  </a:lnTo>
                  <a:lnTo>
                    <a:pt x="476" y="44"/>
                  </a:lnTo>
                  <a:lnTo>
                    <a:pt x="480" y="45"/>
                  </a:lnTo>
                  <a:lnTo>
                    <a:pt x="481" y="45"/>
                  </a:lnTo>
                  <a:lnTo>
                    <a:pt x="484" y="44"/>
                  </a:lnTo>
                  <a:lnTo>
                    <a:pt x="484" y="44"/>
                  </a:lnTo>
                  <a:lnTo>
                    <a:pt x="486" y="44"/>
                  </a:lnTo>
                  <a:lnTo>
                    <a:pt x="487" y="44"/>
                  </a:lnTo>
                  <a:lnTo>
                    <a:pt x="487" y="42"/>
                  </a:lnTo>
                  <a:lnTo>
                    <a:pt x="487" y="42"/>
                  </a:lnTo>
                  <a:lnTo>
                    <a:pt x="487" y="40"/>
                  </a:lnTo>
                  <a:lnTo>
                    <a:pt x="491" y="40"/>
                  </a:lnTo>
                  <a:lnTo>
                    <a:pt x="494" y="40"/>
                  </a:lnTo>
                  <a:lnTo>
                    <a:pt x="495" y="40"/>
                  </a:lnTo>
                  <a:lnTo>
                    <a:pt x="495" y="40"/>
                  </a:lnTo>
                  <a:lnTo>
                    <a:pt x="495" y="42"/>
                  </a:lnTo>
                  <a:lnTo>
                    <a:pt x="501" y="42"/>
                  </a:lnTo>
                  <a:lnTo>
                    <a:pt x="502" y="42"/>
                  </a:lnTo>
                  <a:lnTo>
                    <a:pt x="502" y="42"/>
                  </a:lnTo>
                  <a:lnTo>
                    <a:pt x="502" y="42"/>
                  </a:lnTo>
                  <a:lnTo>
                    <a:pt x="502" y="42"/>
                  </a:lnTo>
                  <a:lnTo>
                    <a:pt x="505" y="42"/>
                  </a:lnTo>
                  <a:lnTo>
                    <a:pt x="507" y="42"/>
                  </a:lnTo>
                  <a:lnTo>
                    <a:pt x="511" y="44"/>
                  </a:lnTo>
                  <a:lnTo>
                    <a:pt x="512" y="45"/>
                  </a:lnTo>
                  <a:lnTo>
                    <a:pt x="512" y="46"/>
                  </a:lnTo>
                  <a:lnTo>
                    <a:pt x="513" y="46"/>
                  </a:lnTo>
                  <a:lnTo>
                    <a:pt x="514" y="46"/>
                  </a:lnTo>
                  <a:lnTo>
                    <a:pt x="517" y="46"/>
                  </a:lnTo>
                  <a:lnTo>
                    <a:pt x="517" y="46"/>
                  </a:lnTo>
                  <a:lnTo>
                    <a:pt x="517" y="46"/>
                  </a:lnTo>
                  <a:lnTo>
                    <a:pt x="518" y="46"/>
                  </a:lnTo>
                  <a:lnTo>
                    <a:pt x="518" y="46"/>
                  </a:lnTo>
                  <a:lnTo>
                    <a:pt x="518" y="46"/>
                  </a:lnTo>
                  <a:lnTo>
                    <a:pt x="520" y="46"/>
                  </a:lnTo>
                  <a:lnTo>
                    <a:pt x="521" y="46"/>
                  </a:lnTo>
                  <a:lnTo>
                    <a:pt x="521" y="46"/>
                  </a:lnTo>
                  <a:lnTo>
                    <a:pt x="524" y="46"/>
                  </a:lnTo>
                  <a:lnTo>
                    <a:pt x="524" y="46"/>
                  </a:lnTo>
                  <a:lnTo>
                    <a:pt x="528" y="46"/>
                  </a:lnTo>
                  <a:lnTo>
                    <a:pt x="528" y="46"/>
                  </a:lnTo>
                  <a:lnTo>
                    <a:pt x="528" y="51"/>
                  </a:lnTo>
                  <a:lnTo>
                    <a:pt x="529" y="51"/>
                  </a:lnTo>
                  <a:lnTo>
                    <a:pt x="534" y="51"/>
                  </a:lnTo>
                  <a:lnTo>
                    <a:pt x="535" y="51"/>
                  </a:lnTo>
                  <a:lnTo>
                    <a:pt x="536" y="51"/>
                  </a:lnTo>
                  <a:lnTo>
                    <a:pt x="536" y="51"/>
                  </a:lnTo>
                  <a:lnTo>
                    <a:pt x="536" y="51"/>
                  </a:lnTo>
                  <a:lnTo>
                    <a:pt x="537" y="51"/>
                  </a:lnTo>
                  <a:lnTo>
                    <a:pt x="537" y="51"/>
                  </a:lnTo>
                  <a:lnTo>
                    <a:pt x="537" y="51"/>
                  </a:lnTo>
                  <a:lnTo>
                    <a:pt x="542" y="51"/>
                  </a:lnTo>
                  <a:lnTo>
                    <a:pt x="543" y="51"/>
                  </a:lnTo>
                  <a:lnTo>
                    <a:pt x="543" y="51"/>
                  </a:lnTo>
                  <a:lnTo>
                    <a:pt x="544" y="52"/>
                  </a:lnTo>
                  <a:lnTo>
                    <a:pt x="544" y="52"/>
                  </a:lnTo>
                  <a:lnTo>
                    <a:pt x="547" y="54"/>
                  </a:lnTo>
                  <a:lnTo>
                    <a:pt x="548" y="56"/>
                  </a:lnTo>
                  <a:lnTo>
                    <a:pt x="550" y="59"/>
                  </a:lnTo>
                  <a:lnTo>
                    <a:pt x="551" y="59"/>
                  </a:lnTo>
                  <a:lnTo>
                    <a:pt x="551" y="59"/>
                  </a:lnTo>
                  <a:lnTo>
                    <a:pt x="552" y="59"/>
                  </a:lnTo>
                  <a:lnTo>
                    <a:pt x="552" y="59"/>
                  </a:lnTo>
                  <a:lnTo>
                    <a:pt x="553" y="59"/>
                  </a:lnTo>
                  <a:lnTo>
                    <a:pt x="553" y="59"/>
                  </a:lnTo>
                  <a:lnTo>
                    <a:pt x="553" y="59"/>
                  </a:lnTo>
                  <a:lnTo>
                    <a:pt x="553" y="59"/>
                  </a:lnTo>
                  <a:lnTo>
                    <a:pt x="553" y="59"/>
                  </a:lnTo>
                  <a:lnTo>
                    <a:pt x="556" y="59"/>
                  </a:lnTo>
                  <a:lnTo>
                    <a:pt x="556" y="59"/>
                  </a:lnTo>
                  <a:lnTo>
                    <a:pt x="556" y="59"/>
                  </a:lnTo>
                  <a:lnTo>
                    <a:pt x="559" y="59"/>
                  </a:lnTo>
                  <a:lnTo>
                    <a:pt x="559" y="60"/>
                  </a:lnTo>
                  <a:lnTo>
                    <a:pt x="0" y="60"/>
                  </a:lnTo>
                  <a:lnTo>
                    <a:pt x="0" y="59"/>
                  </a:lnTo>
                  <a:lnTo>
                    <a:pt x="0" y="59"/>
                  </a:lnTo>
                  <a:lnTo>
                    <a:pt x="0" y="59"/>
                  </a:lnTo>
                  <a:lnTo>
                    <a:pt x="0" y="56"/>
                  </a:lnTo>
                  <a:lnTo>
                    <a:pt x="0" y="54"/>
                  </a:lnTo>
                  <a:lnTo>
                    <a:pt x="2" y="53"/>
                  </a:lnTo>
                  <a:lnTo>
                    <a:pt x="2" y="51"/>
                  </a:lnTo>
                  <a:lnTo>
                    <a:pt x="3" y="51"/>
                  </a:lnTo>
                  <a:lnTo>
                    <a:pt x="3" y="51"/>
                  </a:lnTo>
                  <a:lnTo>
                    <a:pt x="4" y="50"/>
                  </a:lnTo>
                  <a:lnTo>
                    <a:pt x="3" y="46"/>
                  </a:lnTo>
                  <a:lnTo>
                    <a:pt x="3" y="46"/>
                  </a:lnTo>
                  <a:lnTo>
                    <a:pt x="3" y="46"/>
                  </a:lnTo>
                  <a:lnTo>
                    <a:pt x="3" y="44"/>
                  </a:lnTo>
                  <a:lnTo>
                    <a:pt x="3" y="40"/>
                  </a:lnTo>
                  <a:lnTo>
                    <a:pt x="3" y="40"/>
                  </a:lnTo>
                  <a:lnTo>
                    <a:pt x="3" y="38"/>
                  </a:lnTo>
                  <a:lnTo>
                    <a:pt x="3" y="37"/>
                  </a:lnTo>
                  <a:lnTo>
                    <a:pt x="3" y="36"/>
                  </a:lnTo>
                  <a:lnTo>
                    <a:pt x="3" y="32"/>
                  </a:lnTo>
                  <a:lnTo>
                    <a:pt x="2" y="31"/>
                  </a:lnTo>
                  <a:lnTo>
                    <a:pt x="2" y="31"/>
                  </a:lnTo>
                  <a:lnTo>
                    <a:pt x="2" y="30"/>
                  </a:lnTo>
                  <a:lnTo>
                    <a:pt x="2" y="25"/>
                  </a:lnTo>
                  <a:lnTo>
                    <a:pt x="3" y="24"/>
                  </a:lnTo>
                  <a:lnTo>
                    <a:pt x="3" y="23"/>
                  </a:lnTo>
                  <a:lnTo>
                    <a:pt x="6" y="23"/>
                  </a:lnTo>
                  <a:lnTo>
                    <a:pt x="9" y="23"/>
                  </a:lnTo>
                  <a:lnTo>
                    <a:pt x="9" y="23"/>
                  </a:lnTo>
                  <a:lnTo>
                    <a:pt x="11" y="23"/>
                  </a:lnTo>
                  <a:lnTo>
                    <a:pt x="11" y="24"/>
                  </a:lnTo>
                  <a:lnTo>
                    <a:pt x="13" y="25"/>
                  </a:lnTo>
                  <a:lnTo>
                    <a:pt x="13" y="25"/>
                  </a:lnTo>
                  <a:lnTo>
                    <a:pt x="13" y="25"/>
                  </a:lnTo>
                  <a:lnTo>
                    <a:pt x="13" y="25"/>
                  </a:lnTo>
                  <a:lnTo>
                    <a:pt x="16" y="30"/>
                  </a:lnTo>
                  <a:lnTo>
                    <a:pt x="16" y="30"/>
                  </a:lnTo>
                  <a:lnTo>
                    <a:pt x="19" y="30"/>
                  </a:lnTo>
                  <a:lnTo>
                    <a:pt x="19" y="31"/>
                  </a:lnTo>
                  <a:lnTo>
                    <a:pt x="21" y="31"/>
                  </a:lnTo>
                  <a:lnTo>
                    <a:pt x="21" y="31"/>
                  </a:lnTo>
                  <a:lnTo>
                    <a:pt x="21" y="31"/>
                  </a:lnTo>
                  <a:lnTo>
                    <a:pt x="21" y="31"/>
                  </a:lnTo>
                  <a:lnTo>
                    <a:pt x="22" y="31"/>
                  </a:lnTo>
                  <a:lnTo>
                    <a:pt x="22" y="30"/>
                  </a:lnTo>
                  <a:lnTo>
                    <a:pt x="23" y="30"/>
                  </a:lnTo>
                  <a:lnTo>
                    <a:pt x="24" y="30"/>
                  </a:lnTo>
                  <a:lnTo>
                    <a:pt x="24" y="30"/>
                  </a:lnTo>
                  <a:lnTo>
                    <a:pt x="24" y="25"/>
                  </a:lnTo>
                  <a:lnTo>
                    <a:pt x="28" y="25"/>
                  </a:lnTo>
                  <a:lnTo>
                    <a:pt x="28" y="25"/>
                  </a:lnTo>
                  <a:lnTo>
                    <a:pt x="30" y="25"/>
                  </a:lnTo>
                  <a:lnTo>
                    <a:pt x="31" y="25"/>
                  </a:lnTo>
                  <a:lnTo>
                    <a:pt x="32" y="25"/>
                  </a:lnTo>
                  <a:lnTo>
                    <a:pt x="34" y="25"/>
                  </a:lnTo>
                  <a:lnTo>
                    <a:pt x="38" y="25"/>
                  </a:lnTo>
                  <a:lnTo>
                    <a:pt x="38" y="25"/>
                  </a:lnTo>
                  <a:lnTo>
                    <a:pt x="38" y="25"/>
                  </a:lnTo>
                  <a:lnTo>
                    <a:pt x="40" y="23"/>
                  </a:lnTo>
                  <a:lnTo>
                    <a:pt x="40" y="21"/>
                  </a:lnTo>
                  <a:lnTo>
                    <a:pt x="40" y="21"/>
                  </a:lnTo>
                  <a:lnTo>
                    <a:pt x="40" y="19"/>
                  </a:lnTo>
                  <a:lnTo>
                    <a:pt x="42" y="18"/>
                  </a:lnTo>
                  <a:lnTo>
                    <a:pt x="43" y="18"/>
                  </a:lnTo>
                  <a:lnTo>
                    <a:pt x="43" y="14"/>
                  </a:lnTo>
                  <a:lnTo>
                    <a:pt x="43" y="12"/>
                  </a:lnTo>
                  <a:lnTo>
                    <a:pt x="43" y="9"/>
                  </a:lnTo>
                  <a:lnTo>
                    <a:pt x="44" y="8"/>
                  </a:lnTo>
                  <a:lnTo>
                    <a:pt x="44" y="8"/>
                  </a:lnTo>
                  <a:lnTo>
                    <a:pt x="44" y="8"/>
                  </a:lnTo>
                  <a:lnTo>
                    <a:pt x="44" y="7"/>
                  </a:lnTo>
                  <a:lnTo>
                    <a:pt x="44" y="5"/>
                  </a:lnTo>
                  <a:lnTo>
                    <a:pt x="43" y="2"/>
                  </a:lnTo>
                  <a:lnTo>
                    <a:pt x="43" y="1"/>
                  </a:lnTo>
                  <a:lnTo>
                    <a:pt x="43" y="1"/>
                  </a:lnTo>
                  <a:lnTo>
                    <a:pt x="43" y="0"/>
                  </a:lnTo>
                  <a:lnTo>
                    <a:pt x="128" y="0"/>
                  </a:lnTo>
                  <a:lnTo>
                    <a:pt x="128"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52" name=""/>
            <p:cNvSpPr/>
            <p:nvPr/>
          </p:nvSpPr>
          <p:spPr>
            <a:xfrm>
              <a:off x="6491160" y="3701880"/>
              <a:ext cx="1003320" cy="187560"/>
            </a:xfrm>
            <a:custGeom>
              <a:avLst/>
              <a:gdLst/>
              <a:ahLst/>
              <a:rect l="l" t="t" r="r" b="b"/>
              <a:pathLst>
                <a:path w="632" h="118">
                  <a:moveTo>
                    <a:pt x="559" y="0"/>
                  </a:moveTo>
                  <a:lnTo>
                    <a:pt x="559" y="0"/>
                  </a:lnTo>
                  <a:lnTo>
                    <a:pt x="560" y="0"/>
                  </a:lnTo>
                  <a:lnTo>
                    <a:pt x="560" y="0"/>
                  </a:lnTo>
                  <a:lnTo>
                    <a:pt x="562" y="0"/>
                  </a:lnTo>
                  <a:lnTo>
                    <a:pt x="562" y="1"/>
                  </a:lnTo>
                  <a:lnTo>
                    <a:pt x="563" y="2"/>
                  </a:lnTo>
                  <a:lnTo>
                    <a:pt x="563" y="2"/>
                  </a:lnTo>
                  <a:lnTo>
                    <a:pt x="565" y="2"/>
                  </a:lnTo>
                  <a:lnTo>
                    <a:pt x="565" y="2"/>
                  </a:lnTo>
                  <a:lnTo>
                    <a:pt x="566" y="2"/>
                  </a:lnTo>
                  <a:lnTo>
                    <a:pt x="566" y="2"/>
                  </a:lnTo>
                  <a:lnTo>
                    <a:pt x="566" y="2"/>
                  </a:lnTo>
                  <a:lnTo>
                    <a:pt x="566" y="2"/>
                  </a:lnTo>
                  <a:lnTo>
                    <a:pt x="567" y="2"/>
                  </a:lnTo>
                  <a:lnTo>
                    <a:pt x="572" y="2"/>
                  </a:lnTo>
                  <a:lnTo>
                    <a:pt x="572" y="2"/>
                  </a:lnTo>
                  <a:lnTo>
                    <a:pt x="574" y="2"/>
                  </a:lnTo>
                  <a:lnTo>
                    <a:pt x="575" y="5"/>
                  </a:lnTo>
                  <a:lnTo>
                    <a:pt x="575" y="5"/>
                  </a:lnTo>
                  <a:lnTo>
                    <a:pt x="578" y="6"/>
                  </a:lnTo>
                  <a:lnTo>
                    <a:pt x="578" y="6"/>
                  </a:lnTo>
                  <a:lnTo>
                    <a:pt x="578" y="9"/>
                  </a:lnTo>
                  <a:lnTo>
                    <a:pt x="579" y="11"/>
                  </a:lnTo>
                  <a:lnTo>
                    <a:pt x="579" y="11"/>
                  </a:lnTo>
                  <a:lnTo>
                    <a:pt x="579" y="11"/>
                  </a:lnTo>
                  <a:lnTo>
                    <a:pt x="579" y="12"/>
                  </a:lnTo>
                  <a:lnTo>
                    <a:pt x="579" y="12"/>
                  </a:lnTo>
                  <a:lnTo>
                    <a:pt x="580" y="12"/>
                  </a:lnTo>
                  <a:lnTo>
                    <a:pt x="582" y="12"/>
                  </a:lnTo>
                  <a:lnTo>
                    <a:pt x="585" y="12"/>
                  </a:lnTo>
                  <a:lnTo>
                    <a:pt x="585" y="12"/>
                  </a:lnTo>
                  <a:lnTo>
                    <a:pt x="585" y="12"/>
                  </a:lnTo>
                  <a:lnTo>
                    <a:pt x="587" y="13"/>
                  </a:lnTo>
                  <a:lnTo>
                    <a:pt x="588" y="15"/>
                  </a:lnTo>
                  <a:lnTo>
                    <a:pt x="588" y="18"/>
                  </a:lnTo>
                  <a:lnTo>
                    <a:pt x="589" y="20"/>
                  </a:lnTo>
                  <a:lnTo>
                    <a:pt x="592" y="21"/>
                  </a:lnTo>
                  <a:lnTo>
                    <a:pt x="594" y="23"/>
                  </a:lnTo>
                  <a:lnTo>
                    <a:pt x="594" y="23"/>
                  </a:lnTo>
                  <a:lnTo>
                    <a:pt x="597" y="23"/>
                  </a:lnTo>
                  <a:lnTo>
                    <a:pt x="599" y="24"/>
                  </a:lnTo>
                  <a:lnTo>
                    <a:pt x="599" y="25"/>
                  </a:lnTo>
                  <a:lnTo>
                    <a:pt x="599" y="25"/>
                  </a:lnTo>
                  <a:lnTo>
                    <a:pt x="599" y="25"/>
                  </a:lnTo>
                  <a:lnTo>
                    <a:pt x="600" y="27"/>
                  </a:lnTo>
                  <a:lnTo>
                    <a:pt x="603" y="30"/>
                  </a:lnTo>
                  <a:lnTo>
                    <a:pt x="603" y="32"/>
                  </a:lnTo>
                  <a:lnTo>
                    <a:pt x="604" y="32"/>
                  </a:lnTo>
                  <a:lnTo>
                    <a:pt x="604" y="33"/>
                  </a:lnTo>
                  <a:lnTo>
                    <a:pt x="604" y="35"/>
                  </a:lnTo>
                  <a:lnTo>
                    <a:pt x="604" y="35"/>
                  </a:lnTo>
                  <a:lnTo>
                    <a:pt x="604" y="35"/>
                  </a:lnTo>
                  <a:lnTo>
                    <a:pt x="604" y="37"/>
                  </a:lnTo>
                  <a:lnTo>
                    <a:pt x="604" y="37"/>
                  </a:lnTo>
                  <a:lnTo>
                    <a:pt x="604" y="37"/>
                  </a:lnTo>
                  <a:lnTo>
                    <a:pt x="604" y="38"/>
                  </a:lnTo>
                  <a:lnTo>
                    <a:pt x="609" y="39"/>
                  </a:lnTo>
                  <a:lnTo>
                    <a:pt x="609" y="39"/>
                  </a:lnTo>
                  <a:lnTo>
                    <a:pt x="611" y="40"/>
                  </a:lnTo>
                  <a:lnTo>
                    <a:pt x="611" y="40"/>
                  </a:lnTo>
                  <a:lnTo>
                    <a:pt x="611" y="43"/>
                  </a:lnTo>
                  <a:lnTo>
                    <a:pt x="614" y="43"/>
                  </a:lnTo>
                  <a:lnTo>
                    <a:pt x="614" y="46"/>
                  </a:lnTo>
                  <a:lnTo>
                    <a:pt x="614" y="48"/>
                  </a:lnTo>
                  <a:lnTo>
                    <a:pt x="614" y="48"/>
                  </a:lnTo>
                  <a:lnTo>
                    <a:pt x="615" y="49"/>
                  </a:lnTo>
                  <a:lnTo>
                    <a:pt x="616" y="49"/>
                  </a:lnTo>
                  <a:lnTo>
                    <a:pt x="616" y="49"/>
                  </a:lnTo>
                  <a:lnTo>
                    <a:pt x="616" y="51"/>
                  </a:lnTo>
                  <a:lnTo>
                    <a:pt x="616" y="55"/>
                  </a:lnTo>
                  <a:lnTo>
                    <a:pt x="616" y="55"/>
                  </a:lnTo>
                  <a:lnTo>
                    <a:pt x="620" y="58"/>
                  </a:lnTo>
                  <a:lnTo>
                    <a:pt x="622" y="59"/>
                  </a:lnTo>
                  <a:lnTo>
                    <a:pt x="622" y="59"/>
                  </a:lnTo>
                  <a:lnTo>
                    <a:pt x="624" y="60"/>
                  </a:lnTo>
                  <a:lnTo>
                    <a:pt x="624" y="62"/>
                  </a:lnTo>
                  <a:lnTo>
                    <a:pt x="625" y="65"/>
                  </a:lnTo>
                  <a:lnTo>
                    <a:pt x="625" y="67"/>
                  </a:lnTo>
                  <a:lnTo>
                    <a:pt x="626" y="69"/>
                  </a:lnTo>
                  <a:lnTo>
                    <a:pt x="625" y="71"/>
                  </a:lnTo>
                  <a:lnTo>
                    <a:pt x="625" y="73"/>
                  </a:lnTo>
                  <a:lnTo>
                    <a:pt x="626" y="75"/>
                  </a:lnTo>
                  <a:lnTo>
                    <a:pt x="626" y="78"/>
                  </a:lnTo>
                  <a:lnTo>
                    <a:pt x="626" y="80"/>
                  </a:lnTo>
                  <a:lnTo>
                    <a:pt x="626" y="82"/>
                  </a:lnTo>
                  <a:lnTo>
                    <a:pt x="626" y="84"/>
                  </a:lnTo>
                  <a:lnTo>
                    <a:pt x="627" y="87"/>
                  </a:lnTo>
                  <a:lnTo>
                    <a:pt x="626" y="92"/>
                  </a:lnTo>
                  <a:lnTo>
                    <a:pt x="626" y="96"/>
                  </a:lnTo>
                  <a:lnTo>
                    <a:pt x="626" y="96"/>
                  </a:lnTo>
                  <a:lnTo>
                    <a:pt x="626" y="97"/>
                  </a:lnTo>
                  <a:lnTo>
                    <a:pt x="626" y="98"/>
                  </a:lnTo>
                  <a:lnTo>
                    <a:pt x="626" y="98"/>
                  </a:lnTo>
                  <a:lnTo>
                    <a:pt x="627" y="98"/>
                  </a:lnTo>
                  <a:lnTo>
                    <a:pt x="628" y="102"/>
                  </a:lnTo>
                  <a:lnTo>
                    <a:pt x="628" y="102"/>
                  </a:lnTo>
                  <a:lnTo>
                    <a:pt x="628" y="105"/>
                  </a:lnTo>
                  <a:lnTo>
                    <a:pt x="628" y="106"/>
                  </a:lnTo>
                  <a:lnTo>
                    <a:pt x="628" y="107"/>
                  </a:lnTo>
                  <a:lnTo>
                    <a:pt x="631" y="109"/>
                  </a:lnTo>
                  <a:lnTo>
                    <a:pt x="628" y="113"/>
                  </a:lnTo>
                  <a:lnTo>
                    <a:pt x="628" y="114"/>
                  </a:lnTo>
                  <a:lnTo>
                    <a:pt x="628" y="116"/>
                  </a:lnTo>
                  <a:lnTo>
                    <a:pt x="628" y="117"/>
                  </a:lnTo>
                  <a:lnTo>
                    <a:pt x="40" y="117"/>
                  </a:lnTo>
                  <a:lnTo>
                    <a:pt x="40" y="116"/>
                  </a:lnTo>
                  <a:lnTo>
                    <a:pt x="40" y="114"/>
                  </a:lnTo>
                  <a:lnTo>
                    <a:pt x="40" y="109"/>
                  </a:lnTo>
                  <a:lnTo>
                    <a:pt x="40" y="109"/>
                  </a:lnTo>
                  <a:lnTo>
                    <a:pt x="40" y="106"/>
                  </a:lnTo>
                  <a:lnTo>
                    <a:pt x="40" y="102"/>
                  </a:lnTo>
                  <a:lnTo>
                    <a:pt x="40" y="97"/>
                  </a:lnTo>
                  <a:lnTo>
                    <a:pt x="38" y="96"/>
                  </a:lnTo>
                  <a:lnTo>
                    <a:pt x="38" y="94"/>
                  </a:lnTo>
                  <a:lnTo>
                    <a:pt x="38" y="94"/>
                  </a:lnTo>
                  <a:lnTo>
                    <a:pt x="38" y="89"/>
                  </a:lnTo>
                  <a:lnTo>
                    <a:pt x="38" y="88"/>
                  </a:lnTo>
                  <a:lnTo>
                    <a:pt x="38" y="87"/>
                  </a:lnTo>
                  <a:lnTo>
                    <a:pt x="38" y="86"/>
                  </a:lnTo>
                  <a:lnTo>
                    <a:pt x="34" y="82"/>
                  </a:lnTo>
                  <a:lnTo>
                    <a:pt x="33" y="82"/>
                  </a:lnTo>
                  <a:lnTo>
                    <a:pt x="32" y="80"/>
                  </a:lnTo>
                  <a:lnTo>
                    <a:pt x="31" y="78"/>
                  </a:lnTo>
                  <a:lnTo>
                    <a:pt x="31" y="75"/>
                  </a:lnTo>
                  <a:lnTo>
                    <a:pt x="30" y="73"/>
                  </a:lnTo>
                  <a:lnTo>
                    <a:pt x="30" y="71"/>
                  </a:lnTo>
                  <a:lnTo>
                    <a:pt x="28" y="70"/>
                  </a:lnTo>
                  <a:lnTo>
                    <a:pt x="28" y="67"/>
                  </a:lnTo>
                  <a:lnTo>
                    <a:pt x="24" y="67"/>
                  </a:lnTo>
                  <a:lnTo>
                    <a:pt x="23" y="65"/>
                  </a:lnTo>
                  <a:lnTo>
                    <a:pt x="21" y="64"/>
                  </a:lnTo>
                  <a:lnTo>
                    <a:pt x="21" y="60"/>
                  </a:lnTo>
                  <a:lnTo>
                    <a:pt x="19" y="60"/>
                  </a:lnTo>
                  <a:lnTo>
                    <a:pt x="16" y="59"/>
                  </a:lnTo>
                  <a:lnTo>
                    <a:pt x="13" y="59"/>
                  </a:lnTo>
                  <a:lnTo>
                    <a:pt x="13" y="57"/>
                  </a:lnTo>
                  <a:lnTo>
                    <a:pt x="11" y="55"/>
                  </a:lnTo>
                  <a:lnTo>
                    <a:pt x="9" y="52"/>
                  </a:lnTo>
                  <a:lnTo>
                    <a:pt x="9" y="50"/>
                  </a:lnTo>
                  <a:lnTo>
                    <a:pt x="9" y="50"/>
                  </a:lnTo>
                  <a:lnTo>
                    <a:pt x="9" y="49"/>
                  </a:lnTo>
                  <a:lnTo>
                    <a:pt x="9" y="49"/>
                  </a:lnTo>
                  <a:lnTo>
                    <a:pt x="6" y="48"/>
                  </a:lnTo>
                  <a:lnTo>
                    <a:pt x="4" y="44"/>
                  </a:lnTo>
                  <a:lnTo>
                    <a:pt x="3" y="40"/>
                  </a:lnTo>
                  <a:lnTo>
                    <a:pt x="2" y="40"/>
                  </a:lnTo>
                  <a:lnTo>
                    <a:pt x="0" y="40"/>
                  </a:lnTo>
                  <a:lnTo>
                    <a:pt x="0" y="39"/>
                  </a:lnTo>
                  <a:lnTo>
                    <a:pt x="0" y="39"/>
                  </a:lnTo>
                  <a:lnTo>
                    <a:pt x="2" y="39"/>
                  </a:lnTo>
                  <a:lnTo>
                    <a:pt x="2" y="39"/>
                  </a:lnTo>
                  <a:lnTo>
                    <a:pt x="3" y="39"/>
                  </a:lnTo>
                  <a:lnTo>
                    <a:pt x="3" y="39"/>
                  </a:lnTo>
                  <a:lnTo>
                    <a:pt x="6" y="40"/>
                  </a:lnTo>
                  <a:lnTo>
                    <a:pt x="9" y="40"/>
                  </a:lnTo>
                  <a:lnTo>
                    <a:pt x="9" y="40"/>
                  </a:lnTo>
                  <a:lnTo>
                    <a:pt x="9" y="40"/>
                  </a:lnTo>
                  <a:lnTo>
                    <a:pt x="10" y="40"/>
                  </a:lnTo>
                  <a:lnTo>
                    <a:pt x="11" y="40"/>
                  </a:lnTo>
                  <a:lnTo>
                    <a:pt x="13" y="40"/>
                  </a:lnTo>
                  <a:lnTo>
                    <a:pt x="13" y="40"/>
                  </a:lnTo>
                  <a:lnTo>
                    <a:pt x="13" y="40"/>
                  </a:lnTo>
                  <a:lnTo>
                    <a:pt x="16" y="40"/>
                  </a:lnTo>
                  <a:lnTo>
                    <a:pt x="19" y="40"/>
                  </a:lnTo>
                  <a:lnTo>
                    <a:pt x="19" y="40"/>
                  </a:lnTo>
                  <a:lnTo>
                    <a:pt x="19" y="40"/>
                  </a:lnTo>
                  <a:lnTo>
                    <a:pt x="19" y="40"/>
                  </a:lnTo>
                  <a:lnTo>
                    <a:pt x="19" y="39"/>
                  </a:lnTo>
                  <a:lnTo>
                    <a:pt x="16" y="39"/>
                  </a:lnTo>
                  <a:lnTo>
                    <a:pt x="16" y="39"/>
                  </a:lnTo>
                  <a:lnTo>
                    <a:pt x="13" y="39"/>
                  </a:lnTo>
                  <a:lnTo>
                    <a:pt x="13" y="38"/>
                  </a:lnTo>
                  <a:lnTo>
                    <a:pt x="13" y="37"/>
                  </a:lnTo>
                  <a:lnTo>
                    <a:pt x="13" y="37"/>
                  </a:lnTo>
                  <a:lnTo>
                    <a:pt x="13" y="35"/>
                  </a:lnTo>
                  <a:lnTo>
                    <a:pt x="13" y="32"/>
                  </a:lnTo>
                  <a:lnTo>
                    <a:pt x="13" y="32"/>
                  </a:lnTo>
                  <a:lnTo>
                    <a:pt x="13" y="30"/>
                  </a:lnTo>
                  <a:lnTo>
                    <a:pt x="13" y="30"/>
                  </a:lnTo>
                  <a:lnTo>
                    <a:pt x="13" y="25"/>
                  </a:lnTo>
                  <a:lnTo>
                    <a:pt x="13" y="25"/>
                  </a:lnTo>
                  <a:lnTo>
                    <a:pt x="16" y="24"/>
                  </a:lnTo>
                  <a:lnTo>
                    <a:pt x="13" y="23"/>
                  </a:lnTo>
                  <a:lnTo>
                    <a:pt x="13" y="23"/>
                  </a:lnTo>
                  <a:lnTo>
                    <a:pt x="13" y="23"/>
                  </a:lnTo>
                  <a:lnTo>
                    <a:pt x="10" y="23"/>
                  </a:lnTo>
                  <a:lnTo>
                    <a:pt x="9" y="21"/>
                  </a:lnTo>
                  <a:lnTo>
                    <a:pt x="9" y="21"/>
                  </a:lnTo>
                  <a:lnTo>
                    <a:pt x="6" y="20"/>
                  </a:lnTo>
                  <a:lnTo>
                    <a:pt x="6" y="20"/>
                  </a:lnTo>
                  <a:lnTo>
                    <a:pt x="6" y="18"/>
                  </a:lnTo>
                  <a:lnTo>
                    <a:pt x="3" y="18"/>
                  </a:lnTo>
                  <a:lnTo>
                    <a:pt x="3" y="13"/>
                  </a:lnTo>
                  <a:lnTo>
                    <a:pt x="2" y="12"/>
                  </a:lnTo>
                  <a:lnTo>
                    <a:pt x="2" y="11"/>
                  </a:lnTo>
                  <a:lnTo>
                    <a:pt x="0" y="11"/>
                  </a:lnTo>
                  <a:lnTo>
                    <a:pt x="2" y="6"/>
                  </a:lnTo>
                  <a:lnTo>
                    <a:pt x="2" y="5"/>
                  </a:lnTo>
                  <a:lnTo>
                    <a:pt x="2" y="2"/>
                  </a:lnTo>
                  <a:lnTo>
                    <a:pt x="2" y="1"/>
                  </a:lnTo>
                  <a:lnTo>
                    <a:pt x="0" y="0"/>
                  </a:lnTo>
                  <a:lnTo>
                    <a:pt x="559" y="0"/>
                  </a:lnTo>
                  <a:lnTo>
                    <a:pt x="559"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53" name=""/>
            <p:cNvSpPr/>
            <p:nvPr/>
          </p:nvSpPr>
          <p:spPr>
            <a:xfrm>
              <a:off x="7254720" y="3765600"/>
              <a:ext cx="155880" cy="258840"/>
            </a:xfrm>
            <a:custGeom>
              <a:avLst/>
              <a:gdLst/>
              <a:ahLst/>
              <a:rect l="l" t="t" r="r" b="b"/>
              <a:pathLst>
                <a:path w="98" h="163">
                  <a:moveTo>
                    <a:pt x="36" y="0"/>
                  </a:moveTo>
                  <a:lnTo>
                    <a:pt x="37" y="0"/>
                  </a:lnTo>
                  <a:lnTo>
                    <a:pt x="39" y="0"/>
                  </a:lnTo>
                  <a:lnTo>
                    <a:pt x="40" y="0"/>
                  </a:lnTo>
                  <a:lnTo>
                    <a:pt x="43" y="0"/>
                  </a:lnTo>
                  <a:lnTo>
                    <a:pt x="47" y="4"/>
                  </a:lnTo>
                  <a:lnTo>
                    <a:pt x="47" y="6"/>
                  </a:lnTo>
                  <a:lnTo>
                    <a:pt x="54" y="8"/>
                  </a:lnTo>
                  <a:lnTo>
                    <a:pt x="55" y="8"/>
                  </a:lnTo>
                  <a:lnTo>
                    <a:pt x="56" y="9"/>
                  </a:lnTo>
                  <a:lnTo>
                    <a:pt x="62" y="9"/>
                  </a:lnTo>
                  <a:lnTo>
                    <a:pt x="63" y="10"/>
                  </a:lnTo>
                  <a:lnTo>
                    <a:pt x="67" y="12"/>
                  </a:lnTo>
                  <a:lnTo>
                    <a:pt x="71" y="15"/>
                  </a:lnTo>
                  <a:lnTo>
                    <a:pt x="72" y="17"/>
                  </a:lnTo>
                  <a:lnTo>
                    <a:pt x="75" y="19"/>
                  </a:lnTo>
                  <a:lnTo>
                    <a:pt x="75" y="19"/>
                  </a:lnTo>
                  <a:lnTo>
                    <a:pt x="75" y="20"/>
                  </a:lnTo>
                  <a:lnTo>
                    <a:pt x="78" y="22"/>
                  </a:lnTo>
                  <a:lnTo>
                    <a:pt x="81" y="25"/>
                  </a:lnTo>
                  <a:lnTo>
                    <a:pt x="82" y="27"/>
                  </a:lnTo>
                  <a:lnTo>
                    <a:pt x="84" y="31"/>
                  </a:lnTo>
                  <a:lnTo>
                    <a:pt x="85" y="33"/>
                  </a:lnTo>
                  <a:lnTo>
                    <a:pt x="91" y="38"/>
                  </a:lnTo>
                  <a:lnTo>
                    <a:pt x="91" y="42"/>
                  </a:lnTo>
                  <a:lnTo>
                    <a:pt x="94" y="45"/>
                  </a:lnTo>
                  <a:lnTo>
                    <a:pt x="94" y="48"/>
                  </a:lnTo>
                  <a:lnTo>
                    <a:pt x="97" y="52"/>
                  </a:lnTo>
                  <a:lnTo>
                    <a:pt x="97" y="56"/>
                  </a:lnTo>
                  <a:lnTo>
                    <a:pt x="97" y="57"/>
                  </a:lnTo>
                  <a:lnTo>
                    <a:pt x="94" y="62"/>
                  </a:lnTo>
                  <a:lnTo>
                    <a:pt x="93" y="66"/>
                  </a:lnTo>
                  <a:lnTo>
                    <a:pt x="91" y="69"/>
                  </a:lnTo>
                  <a:lnTo>
                    <a:pt x="82" y="77"/>
                  </a:lnTo>
                  <a:lnTo>
                    <a:pt x="75" y="82"/>
                  </a:lnTo>
                  <a:lnTo>
                    <a:pt x="71" y="89"/>
                  </a:lnTo>
                  <a:lnTo>
                    <a:pt x="67" y="97"/>
                  </a:lnTo>
                  <a:lnTo>
                    <a:pt x="62" y="101"/>
                  </a:lnTo>
                  <a:lnTo>
                    <a:pt x="61" y="108"/>
                  </a:lnTo>
                  <a:lnTo>
                    <a:pt x="56" y="115"/>
                  </a:lnTo>
                  <a:lnTo>
                    <a:pt x="56" y="118"/>
                  </a:lnTo>
                  <a:lnTo>
                    <a:pt x="55" y="121"/>
                  </a:lnTo>
                  <a:lnTo>
                    <a:pt x="55" y="126"/>
                  </a:lnTo>
                  <a:lnTo>
                    <a:pt x="55" y="133"/>
                  </a:lnTo>
                  <a:lnTo>
                    <a:pt x="55" y="135"/>
                  </a:lnTo>
                  <a:lnTo>
                    <a:pt x="55" y="140"/>
                  </a:lnTo>
                  <a:lnTo>
                    <a:pt x="55" y="141"/>
                  </a:lnTo>
                  <a:lnTo>
                    <a:pt x="54" y="146"/>
                  </a:lnTo>
                  <a:lnTo>
                    <a:pt x="53" y="148"/>
                  </a:lnTo>
                  <a:lnTo>
                    <a:pt x="53" y="148"/>
                  </a:lnTo>
                  <a:lnTo>
                    <a:pt x="52" y="153"/>
                  </a:lnTo>
                  <a:lnTo>
                    <a:pt x="52" y="154"/>
                  </a:lnTo>
                  <a:lnTo>
                    <a:pt x="47" y="159"/>
                  </a:lnTo>
                  <a:lnTo>
                    <a:pt x="47" y="159"/>
                  </a:lnTo>
                  <a:lnTo>
                    <a:pt x="43" y="162"/>
                  </a:lnTo>
                  <a:lnTo>
                    <a:pt x="40" y="162"/>
                  </a:lnTo>
                  <a:lnTo>
                    <a:pt x="37" y="161"/>
                  </a:lnTo>
                  <a:lnTo>
                    <a:pt x="36" y="160"/>
                  </a:lnTo>
                  <a:lnTo>
                    <a:pt x="33" y="159"/>
                  </a:lnTo>
                  <a:lnTo>
                    <a:pt x="31" y="159"/>
                  </a:lnTo>
                  <a:lnTo>
                    <a:pt x="30" y="159"/>
                  </a:lnTo>
                  <a:lnTo>
                    <a:pt x="26" y="159"/>
                  </a:lnTo>
                  <a:lnTo>
                    <a:pt x="21" y="159"/>
                  </a:lnTo>
                  <a:lnTo>
                    <a:pt x="21" y="159"/>
                  </a:lnTo>
                  <a:lnTo>
                    <a:pt x="20" y="159"/>
                  </a:lnTo>
                  <a:lnTo>
                    <a:pt x="19" y="159"/>
                  </a:lnTo>
                  <a:lnTo>
                    <a:pt x="18" y="159"/>
                  </a:lnTo>
                  <a:lnTo>
                    <a:pt x="14" y="159"/>
                  </a:lnTo>
                  <a:lnTo>
                    <a:pt x="14" y="159"/>
                  </a:lnTo>
                  <a:lnTo>
                    <a:pt x="14" y="159"/>
                  </a:lnTo>
                  <a:lnTo>
                    <a:pt x="14" y="159"/>
                  </a:lnTo>
                  <a:lnTo>
                    <a:pt x="13" y="160"/>
                  </a:lnTo>
                  <a:lnTo>
                    <a:pt x="10" y="160"/>
                  </a:lnTo>
                  <a:lnTo>
                    <a:pt x="9" y="160"/>
                  </a:lnTo>
                  <a:lnTo>
                    <a:pt x="9" y="159"/>
                  </a:lnTo>
                  <a:lnTo>
                    <a:pt x="9" y="159"/>
                  </a:lnTo>
                  <a:lnTo>
                    <a:pt x="11" y="159"/>
                  </a:lnTo>
                  <a:lnTo>
                    <a:pt x="13" y="155"/>
                  </a:lnTo>
                  <a:lnTo>
                    <a:pt x="14" y="154"/>
                  </a:lnTo>
                  <a:lnTo>
                    <a:pt x="14" y="148"/>
                  </a:lnTo>
                  <a:lnTo>
                    <a:pt x="14" y="146"/>
                  </a:lnTo>
                  <a:lnTo>
                    <a:pt x="18" y="141"/>
                  </a:lnTo>
                  <a:lnTo>
                    <a:pt x="20" y="138"/>
                  </a:lnTo>
                  <a:lnTo>
                    <a:pt x="21" y="133"/>
                  </a:lnTo>
                  <a:lnTo>
                    <a:pt x="21" y="130"/>
                  </a:lnTo>
                  <a:lnTo>
                    <a:pt x="24" y="126"/>
                  </a:lnTo>
                  <a:lnTo>
                    <a:pt x="26" y="120"/>
                  </a:lnTo>
                  <a:lnTo>
                    <a:pt x="27" y="117"/>
                  </a:lnTo>
                  <a:lnTo>
                    <a:pt x="30" y="115"/>
                  </a:lnTo>
                  <a:lnTo>
                    <a:pt x="31" y="103"/>
                  </a:lnTo>
                  <a:lnTo>
                    <a:pt x="31" y="96"/>
                  </a:lnTo>
                  <a:lnTo>
                    <a:pt x="31" y="82"/>
                  </a:lnTo>
                  <a:lnTo>
                    <a:pt x="31" y="74"/>
                  </a:lnTo>
                  <a:lnTo>
                    <a:pt x="30" y="65"/>
                  </a:lnTo>
                  <a:lnTo>
                    <a:pt x="26" y="56"/>
                  </a:lnTo>
                  <a:lnTo>
                    <a:pt x="21" y="48"/>
                  </a:lnTo>
                  <a:lnTo>
                    <a:pt x="20" y="42"/>
                  </a:lnTo>
                  <a:lnTo>
                    <a:pt x="18" y="39"/>
                  </a:lnTo>
                  <a:lnTo>
                    <a:pt x="14" y="35"/>
                  </a:lnTo>
                  <a:lnTo>
                    <a:pt x="14" y="33"/>
                  </a:lnTo>
                  <a:lnTo>
                    <a:pt x="9" y="29"/>
                  </a:lnTo>
                  <a:lnTo>
                    <a:pt x="6" y="25"/>
                  </a:lnTo>
                  <a:lnTo>
                    <a:pt x="3" y="20"/>
                  </a:lnTo>
                  <a:lnTo>
                    <a:pt x="3" y="19"/>
                  </a:lnTo>
                  <a:lnTo>
                    <a:pt x="1" y="15"/>
                  </a:lnTo>
                  <a:lnTo>
                    <a:pt x="0" y="9"/>
                  </a:lnTo>
                  <a:lnTo>
                    <a:pt x="3" y="8"/>
                  </a:lnTo>
                  <a:lnTo>
                    <a:pt x="3" y="6"/>
                  </a:lnTo>
                  <a:lnTo>
                    <a:pt x="6" y="0"/>
                  </a:lnTo>
                  <a:lnTo>
                    <a:pt x="13" y="0"/>
                  </a:lnTo>
                  <a:lnTo>
                    <a:pt x="18" y="0"/>
                  </a:lnTo>
                  <a:lnTo>
                    <a:pt x="26" y="0"/>
                  </a:lnTo>
                  <a:lnTo>
                    <a:pt x="36" y="0"/>
                  </a:lnTo>
                  <a:lnTo>
                    <a:pt x="36"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54" name=""/>
            <p:cNvSpPr/>
            <p:nvPr/>
          </p:nvSpPr>
          <p:spPr>
            <a:xfrm>
              <a:off x="7259760" y="3765600"/>
              <a:ext cx="144360" cy="258840"/>
            </a:xfrm>
            <a:custGeom>
              <a:avLst/>
              <a:gdLst/>
              <a:ahLst/>
              <a:rect l="l" t="t" r="r" b="b"/>
              <a:pathLst>
                <a:path w="91" h="163">
                  <a:moveTo>
                    <a:pt x="33" y="4"/>
                  </a:moveTo>
                  <a:lnTo>
                    <a:pt x="34" y="4"/>
                  </a:lnTo>
                  <a:lnTo>
                    <a:pt x="37" y="6"/>
                  </a:lnTo>
                  <a:lnTo>
                    <a:pt x="37" y="8"/>
                  </a:lnTo>
                  <a:lnTo>
                    <a:pt x="40" y="8"/>
                  </a:lnTo>
                  <a:lnTo>
                    <a:pt x="44" y="8"/>
                  </a:lnTo>
                  <a:lnTo>
                    <a:pt x="44" y="9"/>
                  </a:lnTo>
                  <a:lnTo>
                    <a:pt x="51" y="9"/>
                  </a:lnTo>
                  <a:lnTo>
                    <a:pt x="52" y="9"/>
                  </a:lnTo>
                  <a:lnTo>
                    <a:pt x="53" y="10"/>
                  </a:lnTo>
                  <a:lnTo>
                    <a:pt x="58" y="12"/>
                  </a:lnTo>
                  <a:lnTo>
                    <a:pt x="59" y="15"/>
                  </a:lnTo>
                  <a:lnTo>
                    <a:pt x="60" y="16"/>
                  </a:lnTo>
                  <a:lnTo>
                    <a:pt x="66" y="18"/>
                  </a:lnTo>
                  <a:lnTo>
                    <a:pt x="68" y="19"/>
                  </a:lnTo>
                  <a:lnTo>
                    <a:pt x="69" y="19"/>
                  </a:lnTo>
                  <a:lnTo>
                    <a:pt x="69" y="20"/>
                  </a:lnTo>
                  <a:lnTo>
                    <a:pt x="72" y="22"/>
                  </a:lnTo>
                  <a:lnTo>
                    <a:pt x="72" y="25"/>
                  </a:lnTo>
                  <a:lnTo>
                    <a:pt x="75" y="27"/>
                  </a:lnTo>
                  <a:lnTo>
                    <a:pt x="78" y="30"/>
                  </a:lnTo>
                  <a:lnTo>
                    <a:pt x="79" y="32"/>
                  </a:lnTo>
                  <a:lnTo>
                    <a:pt x="81" y="33"/>
                  </a:lnTo>
                  <a:lnTo>
                    <a:pt x="82" y="38"/>
                  </a:lnTo>
                  <a:lnTo>
                    <a:pt x="88" y="42"/>
                  </a:lnTo>
                  <a:lnTo>
                    <a:pt x="88" y="46"/>
                  </a:lnTo>
                  <a:lnTo>
                    <a:pt x="90" y="48"/>
                  </a:lnTo>
                  <a:lnTo>
                    <a:pt x="90" y="52"/>
                  </a:lnTo>
                  <a:lnTo>
                    <a:pt x="90" y="56"/>
                  </a:lnTo>
                  <a:lnTo>
                    <a:pt x="90" y="57"/>
                  </a:lnTo>
                  <a:lnTo>
                    <a:pt x="88" y="62"/>
                  </a:lnTo>
                  <a:lnTo>
                    <a:pt x="88" y="66"/>
                  </a:lnTo>
                  <a:lnTo>
                    <a:pt x="82" y="68"/>
                  </a:lnTo>
                  <a:lnTo>
                    <a:pt x="75" y="76"/>
                  </a:lnTo>
                  <a:lnTo>
                    <a:pt x="69" y="80"/>
                  </a:lnTo>
                  <a:lnTo>
                    <a:pt x="66" y="87"/>
                  </a:lnTo>
                  <a:lnTo>
                    <a:pt x="59" y="97"/>
                  </a:lnTo>
                  <a:lnTo>
                    <a:pt x="58" y="101"/>
                  </a:lnTo>
                  <a:lnTo>
                    <a:pt x="53" y="104"/>
                  </a:lnTo>
                  <a:lnTo>
                    <a:pt x="52" y="111"/>
                  </a:lnTo>
                  <a:lnTo>
                    <a:pt x="52" y="117"/>
                  </a:lnTo>
                  <a:lnTo>
                    <a:pt x="51" y="120"/>
                  </a:lnTo>
                  <a:lnTo>
                    <a:pt x="51" y="126"/>
                  </a:lnTo>
                  <a:lnTo>
                    <a:pt x="51" y="130"/>
                  </a:lnTo>
                  <a:lnTo>
                    <a:pt x="51" y="133"/>
                  </a:lnTo>
                  <a:lnTo>
                    <a:pt x="50" y="137"/>
                  </a:lnTo>
                  <a:lnTo>
                    <a:pt x="49" y="140"/>
                  </a:lnTo>
                  <a:lnTo>
                    <a:pt x="47" y="144"/>
                  </a:lnTo>
                  <a:lnTo>
                    <a:pt x="44" y="146"/>
                  </a:lnTo>
                  <a:lnTo>
                    <a:pt x="44" y="148"/>
                  </a:lnTo>
                  <a:lnTo>
                    <a:pt x="44" y="152"/>
                  </a:lnTo>
                  <a:lnTo>
                    <a:pt x="44" y="154"/>
                  </a:lnTo>
                  <a:lnTo>
                    <a:pt x="44" y="157"/>
                  </a:lnTo>
                  <a:lnTo>
                    <a:pt x="43" y="159"/>
                  </a:lnTo>
                  <a:lnTo>
                    <a:pt x="40" y="161"/>
                  </a:lnTo>
                  <a:lnTo>
                    <a:pt x="37" y="162"/>
                  </a:lnTo>
                  <a:lnTo>
                    <a:pt x="33" y="161"/>
                  </a:lnTo>
                  <a:lnTo>
                    <a:pt x="32" y="160"/>
                  </a:lnTo>
                  <a:lnTo>
                    <a:pt x="29" y="159"/>
                  </a:lnTo>
                  <a:lnTo>
                    <a:pt x="28" y="159"/>
                  </a:lnTo>
                  <a:lnTo>
                    <a:pt x="24" y="159"/>
                  </a:lnTo>
                  <a:lnTo>
                    <a:pt x="21" y="159"/>
                  </a:lnTo>
                  <a:lnTo>
                    <a:pt x="18" y="159"/>
                  </a:lnTo>
                  <a:lnTo>
                    <a:pt x="18" y="159"/>
                  </a:lnTo>
                  <a:lnTo>
                    <a:pt x="18" y="159"/>
                  </a:lnTo>
                  <a:lnTo>
                    <a:pt x="17" y="159"/>
                  </a:lnTo>
                  <a:lnTo>
                    <a:pt x="16" y="159"/>
                  </a:lnTo>
                  <a:lnTo>
                    <a:pt x="15" y="159"/>
                  </a:lnTo>
                  <a:lnTo>
                    <a:pt x="11" y="159"/>
                  </a:lnTo>
                  <a:lnTo>
                    <a:pt x="11" y="159"/>
                  </a:lnTo>
                  <a:lnTo>
                    <a:pt x="11" y="159"/>
                  </a:lnTo>
                  <a:lnTo>
                    <a:pt x="11" y="159"/>
                  </a:lnTo>
                  <a:lnTo>
                    <a:pt x="11" y="159"/>
                  </a:lnTo>
                  <a:lnTo>
                    <a:pt x="11" y="159"/>
                  </a:lnTo>
                  <a:lnTo>
                    <a:pt x="11" y="159"/>
                  </a:lnTo>
                  <a:lnTo>
                    <a:pt x="11" y="159"/>
                  </a:lnTo>
                  <a:lnTo>
                    <a:pt x="11" y="157"/>
                  </a:lnTo>
                  <a:lnTo>
                    <a:pt x="11" y="154"/>
                  </a:lnTo>
                  <a:lnTo>
                    <a:pt x="11" y="153"/>
                  </a:lnTo>
                  <a:lnTo>
                    <a:pt x="15" y="148"/>
                  </a:lnTo>
                  <a:lnTo>
                    <a:pt x="16" y="146"/>
                  </a:lnTo>
                  <a:lnTo>
                    <a:pt x="18" y="141"/>
                  </a:lnTo>
                  <a:lnTo>
                    <a:pt x="18" y="137"/>
                  </a:lnTo>
                  <a:lnTo>
                    <a:pt x="21" y="133"/>
                  </a:lnTo>
                  <a:lnTo>
                    <a:pt x="23" y="130"/>
                  </a:lnTo>
                  <a:lnTo>
                    <a:pt x="27" y="126"/>
                  </a:lnTo>
                  <a:lnTo>
                    <a:pt x="28" y="120"/>
                  </a:lnTo>
                  <a:lnTo>
                    <a:pt x="28" y="117"/>
                  </a:lnTo>
                  <a:lnTo>
                    <a:pt x="29" y="111"/>
                  </a:lnTo>
                  <a:lnTo>
                    <a:pt x="30" y="103"/>
                  </a:lnTo>
                  <a:lnTo>
                    <a:pt x="32" y="95"/>
                  </a:lnTo>
                  <a:lnTo>
                    <a:pt x="32" y="82"/>
                  </a:lnTo>
                  <a:lnTo>
                    <a:pt x="30" y="74"/>
                  </a:lnTo>
                  <a:lnTo>
                    <a:pt x="29" y="64"/>
                  </a:lnTo>
                  <a:lnTo>
                    <a:pt x="28" y="54"/>
                  </a:lnTo>
                  <a:lnTo>
                    <a:pt x="24" y="47"/>
                  </a:lnTo>
                  <a:lnTo>
                    <a:pt x="18" y="42"/>
                  </a:lnTo>
                  <a:lnTo>
                    <a:pt x="18" y="38"/>
                  </a:lnTo>
                  <a:lnTo>
                    <a:pt x="15" y="33"/>
                  </a:lnTo>
                  <a:lnTo>
                    <a:pt x="11" y="32"/>
                  </a:lnTo>
                  <a:lnTo>
                    <a:pt x="11" y="29"/>
                  </a:lnTo>
                  <a:lnTo>
                    <a:pt x="6" y="25"/>
                  </a:lnTo>
                  <a:lnTo>
                    <a:pt x="3" y="20"/>
                  </a:lnTo>
                  <a:lnTo>
                    <a:pt x="2" y="19"/>
                  </a:lnTo>
                  <a:lnTo>
                    <a:pt x="0" y="15"/>
                  </a:lnTo>
                  <a:lnTo>
                    <a:pt x="0" y="10"/>
                  </a:lnTo>
                  <a:lnTo>
                    <a:pt x="0" y="9"/>
                  </a:lnTo>
                  <a:lnTo>
                    <a:pt x="3" y="8"/>
                  </a:lnTo>
                  <a:lnTo>
                    <a:pt x="6" y="6"/>
                  </a:lnTo>
                  <a:lnTo>
                    <a:pt x="11" y="3"/>
                  </a:lnTo>
                  <a:lnTo>
                    <a:pt x="16" y="0"/>
                  </a:lnTo>
                  <a:lnTo>
                    <a:pt x="23" y="0"/>
                  </a:lnTo>
                  <a:lnTo>
                    <a:pt x="33" y="4"/>
                  </a:lnTo>
                  <a:lnTo>
                    <a:pt x="33" y="4"/>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55" name=""/>
            <p:cNvSpPr/>
            <p:nvPr/>
          </p:nvSpPr>
          <p:spPr>
            <a:xfrm>
              <a:off x="7264440" y="3778200"/>
              <a:ext cx="136440" cy="246240"/>
            </a:xfrm>
            <a:custGeom>
              <a:avLst/>
              <a:gdLst/>
              <a:ahLst/>
              <a:rect l="l" t="t" r="r" b="b"/>
              <a:pathLst>
                <a:path w="86" h="155">
                  <a:moveTo>
                    <a:pt x="30" y="0"/>
                  </a:moveTo>
                  <a:lnTo>
                    <a:pt x="31" y="0"/>
                  </a:lnTo>
                  <a:lnTo>
                    <a:pt x="34" y="1"/>
                  </a:lnTo>
                  <a:lnTo>
                    <a:pt x="34" y="1"/>
                  </a:lnTo>
                  <a:lnTo>
                    <a:pt x="37" y="1"/>
                  </a:lnTo>
                  <a:lnTo>
                    <a:pt x="41" y="1"/>
                  </a:lnTo>
                  <a:lnTo>
                    <a:pt x="41" y="1"/>
                  </a:lnTo>
                  <a:lnTo>
                    <a:pt x="47" y="2"/>
                  </a:lnTo>
                  <a:lnTo>
                    <a:pt x="49" y="4"/>
                  </a:lnTo>
                  <a:lnTo>
                    <a:pt x="49" y="7"/>
                  </a:lnTo>
                  <a:lnTo>
                    <a:pt x="50" y="7"/>
                  </a:lnTo>
                  <a:lnTo>
                    <a:pt x="56" y="10"/>
                  </a:lnTo>
                  <a:lnTo>
                    <a:pt x="57" y="11"/>
                  </a:lnTo>
                  <a:lnTo>
                    <a:pt x="60" y="11"/>
                  </a:lnTo>
                  <a:lnTo>
                    <a:pt x="63" y="12"/>
                  </a:lnTo>
                  <a:lnTo>
                    <a:pt x="64" y="12"/>
                  </a:lnTo>
                  <a:lnTo>
                    <a:pt x="66" y="16"/>
                  </a:lnTo>
                  <a:lnTo>
                    <a:pt x="66" y="17"/>
                  </a:lnTo>
                  <a:lnTo>
                    <a:pt x="69" y="19"/>
                  </a:lnTo>
                  <a:lnTo>
                    <a:pt x="69" y="21"/>
                  </a:lnTo>
                  <a:lnTo>
                    <a:pt x="72" y="23"/>
                  </a:lnTo>
                  <a:lnTo>
                    <a:pt x="75" y="25"/>
                  </a:lnTo>
                  <a:lnTo>
                    <a:pt x="76" y="27"/>
                  </a:lnTo>
                  <a:lnTo>
                    <a:pt x="78" y="32"/>
                  </a:lnTo>
                  <a:lnTo>
                    <a:pt x="79" y="34"/>
                  </a:lnTo>
                  <a:lnTo>
                    <a:pt x="80" y="38"/>
                  </a:lnTo>
                  <a:lnTo>
                    <a:pt x="85" y="40"/>
                  </a:lnTo>
                  <a:lnTo>
                    <a:pt x="85" y="44"/>
                  </a:lnTo>
                  <a:lnTo>
                    <a:pt x="85" y="47"/>
                  </a:lnTo>
                  <a:lnTo>
                    <a:pt x="85" y="49"/>
                  </a:lnTo>
                  <a:lnTo>
                    <a:pt x="81" y="54"/>
                  </a:lnTo>
                  <a:lnTo>
                    <a:pt x="79" y="57"/>
                  </a:lnTo>
                  <a:lnTo>
                    <a:pt x="77" y="59"/>
                  </a:lnTo>
                  <a:lnTo>
                    <a:pt x="69" y="67"/>
                  </a:lnTo>
                  <a:lnTo>
                    <a:pt x="64" y="72"/>
                  </a:lnTo>
                  <a:lnTo>
                    <a:pt x="57" y="79"/>
                  </a:lnTo>
                  <a:lnTo>
                    <a:pt x="55" y="87"/>
                  </a:lnTo>
                  <a:lnTo>
                    <a:pt x="50" y="89"/>
                  </a:lnTo>
                  <a:lnTo>
                    <a:pt x="49" y="96"/>
                  </a:lnTo>
                  <a:lnTo>
                    <a:pt x="48" y="101"/>
                  </a:lnTo>
                  <a:lnTo>
                    <a:pt x="46" y="107"/>
                  </a:lnTo>
                  <a:lnTo>
                    <a:pt x="44" y="111"/>
                  </a:lnTo>
                  <a:lnTo>
                    <a:pt x="41" y="113"/>
                  </a:lnTo>
                  <a:lnTo>
                    <a:pt x="41" y="118"/>
                  </a:lnTo>
                  <a:lnTo>
                    <a:pt x="41" y="124"/>
                  </a:lnTo>
                  <a:lnTo>
                    <a:pt x="41" y="127"/>
                  </a:lnTo>
                  <a:lnTo>
                    <a:pt x="41" y="132"/>
                  </a:lnTo>
                  <a:lnTo>
                    <a:pt x="41" y="133"/>
                  </a:lnTo>
                  <a:lnTo>
                    <a:pt x="41" y="138"/>
                  </a:lnTo>
                  <a:lnTo>
                    <a:pt x="41" y="138"/>
                  </a:lnTo>
                  <a:lnTo>
                    <a:pt x="41" y="140"/>
                  </a:lnTo>
                  <a:lnTo>
                    <a:pt x="41" y="146"/>
                  </a:lnTo>
                  <a:lnTo>
                    <a:pt x="37" y="149"/>
                  </a:lnTo>
                  <a:lnTo>
                    <a:pt x="37" y="151"/>
                  </a:lnTo>
                  <a:lnTo>
                    <a:pt x="34" y="153"/>
                  </a:lnTo>
                  <a:lnTo>
                    <a:pt x="31" y="154"/>
                  </a:lnTo>
                  <a:lnTo>
                    <a:pt x="29" y="153"/>
                  </a:lnTo>
                  <a:lnTo>
                    <a:pt x="26" y="151"/>
                  </a:lnTo>
                  <a:lnTo>
                    <a:pt x="25" y="151"/>
                  </a:lnTo>
                  <a:lnTo>
                    <a:pt x="24" y="151"/>
                  </a:lnTo>
                  <a:lnTo>
                    <a:pt x="20" y="151"/>
                  </a:lnTo>
                  <a:lnTo>
                    <a:pt x="18" y="151"/>
                  </a:lnTo>
                  <a:lnTo>
                    <a:pt x="15" y="151"/>
                  </a:lnTo>
                  <a:lnTo>
                    <a:pt x="15" y="151"/>
                  </a:lnTo>
                  <a:lnTo>
                    <a:pt x="15" y="151"/>
                  </a:lnTo>
                  <a:lnTo>
                    <a:pt x="15" y="151"/>
                  </a:lnTo>
                  <a:lnTo>
                    <a:pt x="14" y="151"/>
                  </a:lnTo>
                  <a:lnTo>
                    <a:pt x="14" y="151"/>
                  </a:lnTo>
                  <a:lnTo>
                    <a:pt x="13" y="151"/>
                  </a:lnTo>
                  <a:lnTo>
                    <a:pt x="12" y="151"/>
                  </a:lnTo>
                  <a:lnTo>
                    <a:pt x="12" y="151"/>
                  </a:lnTo>
                  <a:lnTo>
                    <a:pt x="12" y="151"/>
                  </a:lnTo>
                  <a:lnTo>
                    <a:pt x="8" y="151"/>
                  </a:lnTo>
                  <a:lnTo>
                    <a:pt x="8" y="151"/>
                  </a:lnTo>
                  <a:lnTo>
                    <a:pt x="8" y="151"/>
                  </a:lnTo>
                  <a:lnTo>
                    <a:pt x="8" y="151"/>
                  </a:lnTo>
                  <a:lnTo>
                    <a:pt x="8" y="149"/>
                  </a:lnTo>
                  <a:lnTo>
                    <a:pt x="12" y="146"/>
                  </a:lnTo>
                  <a:lnTo>
                    <a:pt x="13" y="145"/>
                  </a:lnTo>
                  <a:lnTo>
                    <a:pt x="14" y="140"/>
                  </a:lnTo>
                  <a:lnTo>
                    <a:pt x="15" y="138"/>
                  </a:lnTo>
                  <a:lnTo>
                    <a:pt x="15" y="133"/>
                  </a:lnTo>
                  <a:lnTo>
                    <a:pt x="20" y="129"/>
                  </a:lnTo>
                  <a:lnTo>
                    <a:pt x="24" y="125"/>
                  </a:lnTo>
                  <a:lnTo>
                    <a:pt x="25" y="122"/>
                  </a:lnTo>
                  <a:lnTo>
                    <a:pt x="26" y="114"/>
                  </a:lnTo>
                  <a:lnTo>
                    <a:pt x="27" y="112"/>
                  </a:lnTo>
                  <a:lnTo>
                    <a:pt x="29" y="108"/>
                  </a:lnTo>
                  <a:lnTo>
                    <a:pt x="30" y="103"/>
                  </a:lnTo>
                  <a:lnTo>
                    <a:pt x="30" y="94"/>
                  </a:lnTo>
                  <a:lnTo>
                    <a:pt x="30" y="87"/>
                  </a:lnTo>
                  <a:lnTo>
                    <a:pt x="31" y="74"/>
                  </a:lnTo>
                  <a:lnTo>
                    <a:pt x="30" y="66"/>
                  </a:lnTo>
                  <a:lnTo>
                    <a:pt x="30" y="54"/>
                  </a:lnTo>
                  <a:lnTo>
                    <a:pt x="29" y="46"/>
                  </a:lnTo>
                  <a:lnTo>
                    <a:pt x="25" y="38"/>
                  </a:lnTo>
                  <a:lnTo>
                    <a:pt x="20" y="32"/>
                  </a:lnTo>
                  <a:lnTo>
                    <a:pt x="15" y="30"/>
                  </a:lnTo>
                  <a:lnTo>
                    <a:pt x="15" y="25"/>
                  </a:lnTo>
                  <a:lnTo>
                    <a:pt x="13" y="23"/>
                  </a:lnTo>
                  <a:lnTo>
                    <a:pt x="8" y="19"/>
                  </a:lnTo>
                  <a:lnTo>
                    <a:pt x="8" y="17"/>
                  </a:lnTo>
                  <a:lnTo>
                    <a:pt x="7" y="12"/>
                  </a:lnTo>
                  <a:lnTo>
                    <a:pt x="0" y="11"/>
                  </a:lnTo>
                  <a:lnTo>
                    <a:pt x="0" y="9"/>
                  </a:lnTo>
                  <a:lnTo>
                    <a:pt x="0" y="4"/>
                  </a:lnTo>
                  <a:lnTo>
                    <a:pt x="0" y="2"/>
                  </a:lnTo>
                  <a:lnTo>
                    <a:pt x="0" y="1"/>
                  </a:lnTo>
                  <a:lnTo>
                    <a:pt x="7" y="0"/>
                  </a:lnTo>
                  <a:lnTo>
                    <a:pt x="8" y="0"/>
                  </a:lnTo>
                  <a:lnTo>
                    <a:pt x="15" y="0"/>
                  </a:lnTo>
                  <a:lnTo>
                    <a:pt x="24" y="0"/>
                  </a:lnTo>
                  <a:lnTo>
                    <a:pt x="30" y="0"/>
                  </a:lnTo>
                  <a:lnTo>
                    <a:pt x="30"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56" name=""/>
            <p:cNvSpPr/>
            <p:nvPr/>
          </p:nvSpPr>
          <p:spPr>
            <a:xfrm>
              <a:off x="7270920" y="3780000"/>
              <a:ext cx="120600" cy="242640"/>
            </a:xfrm>
            <a:custGeom>
              <a:avLst/>
              <a:gdLst/>
              <a:ahLst/>
              <a:rect l="l" t="t" r="r" b="b"/>
              <a:pathLst>
                <a:path w="76" h="153">
                  <a:moveTo>
                    <a:pt x="27" y="0"/>
                  </a:moveTo>
                  <a:lnTo>
                    <a:pt x="27" y="0"/>
                  </a:lnTo>
                  <a:lnTo>
                    <a:pt x="30" y="0"/>
                  </a:lnTo>
                  <a:lnTo>
                    <a:pt x="30" y="1"/>
                  </a:lnTo>
                  <a:lnTo>
                    <a:pt x="33" y="1"/>
                  </a:lnTo>
                  <a:lnTo>
                    <a:pt x="36" y="2"/>
                  </a:lnTo>
                  <a:lnTo>
                    <a:pt x="37" y="3"/>
                  </a:lnTo>
                  <a:lnTo>
                    <a:pt x="42" y="6"/>
                  </a:lnTo>
                  <a:lnTo>
                    <a:pt x="44" y="6"/>
                  </a:lnTo>
                  <a:lnTo>
                    <a:pt x="45" y="8"/>
                  </a:lnTo>
                  <a:lnTo>
                    <a:pt x="46" y="10"/>
                  </a:lnTo>
                  <a:lnTo>
                    <a:pt x="51" y="10"/>
                  </a:lnTo>
                  <a:lnTo>
                    <a:pt x="52" y="11"/>
                  </a:lnTo>
                  <a:lnTo>
                    <a:pt x="53" y="11"/>
                  </a:lnTo>
                  <a:lnTo>
                    <a:pt x="56" y="13"/>
                  </a:lnTo>
                  <a:lnTo>
                    <a:pt x="59" y="16"/>
                  </a:lnTo>
                  <a:lnTo>
                    <a:pt x="60" y="18"/>
                  </a:lnTo>
                  <a:lnTo>
                    <a:pt x="61" y="18"/>
                  </a:lnTo>
                  <a:lnTo>
                    <a:pt x="62" y="20"/>
                  </a:lnTo>
                  <a:lnTo>
                    <a:pt x="65" y="22"/>
                  </a:lnTo>
                  <a:lnTo>
                    <a:pt x="65" y="24"/>
                  </a:lnTo>
                  <a:lnTo>
                    <a:pt x="68" y="26"/>
                  </a:lnTo>
                  <a:lnTo>
                    <a:pt x="71" y="29"/>
                  </a:lnTo>
                  <a:lnTo>
                    <a:pt x="72" y="33"/>
                  </a:lnTo>
                  <a:lnTo>
                    <a:pt x="73" y="33"/>
                  </a:lnTo>
                  <a:lnTo>
                    <a:pt x="74" y="37"/>
                  </a:lnTo>
                  <a:lnTo>
                    <a:pt x="75" y="39"/>
                  </a:lnTo>
                  <a:lnTo>
                    <a:pt x="75" y="43"/>
                  </a:lnTo>
                  <a:lnTo>
                    <a:pt x="75" y="45"/>
                  </a:lnTo>
                  <a:lnTo>
                    <a:pt x="75" y="47"/>
                  </a:lnTo>
                  <a:lnTo>
                    <a:pt x="74" y="49"/>
                  </a:lnTo>
                  <a:lnTo>
                    <a:pt x="72" y="55"/>
                  </a:lnTo>
                  <a:lnTo>
                    <a:pt x="71" y="58"/>
                  </a:lnTo>
                  <a:lnTo>
                    <a:pt x="62" y="65"/>
                  </a:lnTo>
                  <a:lnTo>
                    <a:pt x="56" y="70"/>
                  </a:lnTo>
                  <a:lnTo>
                    <a:pt x="52" y="78"/>
                  </a:lnTo>
                  <a:lnTo>
                    <a:pt x="46" y="82"/>
                  </a:lnTo>
                  <a:lnTo>
                    <a:pt x="45" y="88"/>
                  </a:lnTo>
                  <a:lnTo>
                    <a:pt x="43" y="93"/>
                  </a:lnTo>
                  <a:lnTo>
                    <a:pt x="37" y="96"/>
                  </a:lnTo>
                  <a:lnTo>
                    <a:pt x="37" y="106"/>
                  </a:lnTo>
                  <a:lnTo>
                    <a:pt x="37" y="108"/>
                  </a:lnTo>
                  <a:lnTo>
                    <a:pt x="37" y="111"/>
                  </a:lnTo>
                  <a:lnTo>
                    <a:pt x="37" y="117"/>
                  </a:lnTo>
                  <a:lnTo>
                    <a:pt x="37" y="121"/>
                  </a:lnTo>
                  <a:lnTo>
                    <a:pt x="37" y="124"/>
                  </a:lnTo>
                  <a:lnTo>
                    <a:pt x="36" y="126"/>
                  </a:lnTo>
                  <a:lnTo>
                    <a:pt x="33" y="131"/>
                  </a:lnTo>
                  <a:lnTo>
                    <a:pt x="33" y="137"/>
                  </a:lnTo>
                  <a:lnTo>
                    <a:pt x="33" y="137"/>
                  </a:lnTo>
                  <a:lnTo>
                    <a:pt x="33" y="139"/>
                  </a:lnTo>
                  <a:lnTo>
                    <a:pt x="33" y="144"/>
                  </a:lnTo>
                  <a:lnTo>
                    <a:pt x="33" y="146"/>
                  </a:lnTo>
                  <a:lnTo>
                    <a:pt x="31" y="150"/>
                  </a:lnTo>
                  <a:lnTo>
                    <a:pt x="30" y="151"/>
                  </a:lnTo>
                  <a:lnTo>
                    <a:pt x="26" y="152"/>
                  </a:lnTo>
                  <a:lnTo>
                    <a:pt x="23" y="151"/>
                  </a:lnTo>
                  <a:lnTo>
                    <a:pt x="20" y="150"/>
                  </a:lnTo>
                  <a:lnTo>
                    <a:pt x="16" y="150"/>
                  </a:lnTo>
                  <a:lnTo>
                    <a:pt x="11" y="150"/>
                  </a:lnTo>
                  <a:lnTo>
                    <a:pt x="11" y="150"/>
                  </a:lnTo>
                  <a:lnTo>
                    <a:pt x="11" y="150"/>
                  </a:lnTo>
                  <a:lnTo>
                    <a:pt x="11" y="150"/>
                  </a:lnTo>
                  <a:lnTo>
                    <a:pt x="10" y="150"/>
                  </a:lnTo>
                  <a:lnTo>
                    <a:pt x="9" y="150"/>
                  </a:lnTo>
                  <a:lnTo>
                    <a:pt x="9" y="150"/>
                  </a:lnTo>
                  <a:lnTo>
                    <a:pt x="9" y="150"/>
                  </a:lnTo>
                  <a:lnTo>
                    <a:pt x="9" y="150"/>
                  </a:lnTo>
                  <a:lnTo>
                    <a:pt x="10" y="146"/>
                  </a:lnTo>
                  <a:lnTo>
                    <a:pt x="10" y="145"/>
                  </a:lnTo>
                  <a:lnTo>
                    <a:pt x="11" y="143"/>
                  </a:lnTo>
                  <a:lnTo>
                    <a:pt x="11" y="137"/>
                  </a:lnTo>
                  <a:lnTo>
                    <a:pt x="14" y="135"/>
                  </a:lnTo>
                  <a:lnTo>
                    <a:pt x="17" y="131"/>
                  </a:lnTo>
                  <a:lnTo>
                    <a:pt x="21" y="126"/>
                  </a:lnTo>
                  <a:lnTo>
                    <a:pt x="21" y="124"/>
                  </a:lnTo>
                  <a:lnTo>
                    <a:pt x="23" y="119"/>
                  </a:lnTo>
                  <a:lnTo>
                    <a:pt x="26" y="113"/>
                  </a:lnTo>
                  <a:lnTo>
                    <a:pt x="26" y="111"/>
                  </a:lnTo>
                  <a:lnTo>
                    <a:pt x="27" y="106"/>
                  </a:lnTo>
                  <a:lnTo>
                    <a:pt x="27" y="102"/>
                  </a:lnTo>
                  <a:lnTo>
                    <a:pt x="29" y="93"/>
                  </a:lnTo>
                  <a:lnTo>
                    <a:pt x="30" y="82"/>
                  </a:lnTo>
                  <a:lnTo>
                    <a:pt x="30" y="71"/>
                  </a:lnTo>
                  <a:lnTo>
                    <a:pt x="30" y="64"/>
                  </a:lnTo>
                  <a:lnTo>
                    <a:pt x="30" y="53"/>
                  </a:lnTo>
                  <a:lnTo>
                    <a:pt x="27" y="45"/>
                  </a:lnTo>
                  <a:lnTo>
                    <a:pt x="25" y="37"/>
                  </a:lnTo>
                  <a:lnTo>
                    <a:pt x="21" y="29"/>
                  </a:lnTo>
                  <a:lnTo>
                    <a:pt x="17" y="26"/>
                  </a:lnTo>
                  <a:lnTo>
                    <a:pt x="11" y="24"/>
                  </a:lnTo>
                  <a:lnTo>
                    <a:pt x="11" y="22"/>
                  </a:lnTo>
                  <a:lnTo>
                    <a:pt x="9" y="18"/>
                  </a:lnTo>
                  <a:lnTo>
                    <a:pt x="4" y="16"/>
                  </a:lnTo>
                  <a:lnTo>
                    <a:pt x="4" y="11"/>
                  </a:lnTo>
                  <a:lnTo>
                    <a:pt x="4" y="10"/>
                  </a:lnTo>
                  <a:lnTo>
                    <a:pt x="1" y="9"/>
                  </a:lnTo>
                  <a:lnTo>
                    <a:pt x="0" y="6"/>
                  </a:lnTo>
                  <a:lnTo>
                    <a:pt x="0" y="3"/>
                  </a:lnTo>
                  <a:lnTo>
                    <a:pt x="3" y="1"/>
                  </a:lnTo>
                  <a:lnTo>
                    <a:pt x="4" y="0"/>
                  </a:lnTo>
                  <a:lnTo>
                    <a:pt x="8" y="0"/>
                  </a:lnTo>
                  <a:lnTo>
                    <a:pt x="11" y="0"/>
                  </a:lnTo>
                  <a:lnTo>
                    <a:pt x="20" y="0"/>
                  </a:lnTo>
                  <a:lnTo>
                    <a:pt x="27" y="0"/>
                  </a:lnTo>
                  <a:lnTo>
                    <a:pt x="27" y="0"/>
                  </a:lnTo>
                </a:path>
              </a:pathLst>
            </a:custGeom>
            <a:solidFill>
              <a:srgbClr val="ffffd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57" name=""/>
            <p:cNvSpPr/>
            <p:nvPr/>
          </p:nvSpPr>
          <p:spPr>
            <a:xfrm>
              <a:off x="6799320" y="3719520"/>
              <a:ext cx="644400" cy="47520"/>
            </a:xfrm>
            <a:custGeom>
              <a:avLst/>
              <a:gdLst/>
              <a:ahLst/>
              <a:rect l="l" t="t" r="r" b="b"/>
              <a:pathLst>
                <a:path w="406" h="30">
                  <a:moveTo>
                    <a:pt x="385" y="0"/>
                  </a:moveTo>
                  <a:lnTo>
                    <a:pt x="385" y="0"/>
                  </a:lnTo>
                  <a:lnTo>
                    <a:pt x="385" y="0"/>
                  </a:lnTo>
                  <a:lnTo>
                    <a:pt x="385" y="0"/>
                  </a:lnTo>
                  <a:lnTo>
                    <a:pt x="385" y="0"/>
                  </a:lnTo>
                  <a:lnTo>
                    <a:pt x="385" y="1"/>
                  </a:lnTo>
                  <a:lnTo>
                    <a:pt x="385" y="1"/>
                  </a:lnTo>
                  <a:lnTo>
                    <a:pt x="386" y="1"/>
                  </a:lnTo>
                  <a:lnTo>
                    <a:pt x="386" y="1"/>
                  </a:lnTo>
                  <a:lnTo>
                    <a:pt x="388" y="1"/>
                  </a:lnTo>
                  <a:lnTo>
                    <a:pt x="391" y="1"/>
                  </a:lnTo>
                  <a:lnTo>
                    <a:pt x="391" y="1"/>
                  </a:lnTo>
                  <a:lnTo>
                    <a:pt x="391" y="1"/>
                  </a:lnTo>
                  <a:lnTo>
                    <a:pt x="393" y="2"/>
                  </a:lnTo>
                  <a:lnTo>
                    <a:pt x="394" y="4"/>
                  </a:lnTo>
                  <a:lnTo>
                    <a:pt x="394" y="7"/>
                  </a:lnTo>
                  <a:lnTo>
                    <a:pt x="395" y="9"/>
                  </a:lnTo>
                  <a:lnTo>
                    <a:pt x="398" y="10"/>
                  </a:lnTo>
                  <a:lnTo>
                    <a:pt x="400" y="12"/>
                  </a:lnTo>
                  <a:lnTo>
                    <a:pt x="400" y="12"/>
                  </a:lnTo>
                  <a:lnTo>
                    <a:pt x="403" y="12"/>
                  </a:lnTo>
                  <a:lnTo>
                    <a:pt x="405" y="13"/>
                  </a:lnTo>
                  <a:lnTo>
                    <a:pt x="405" y="14"/>
                  </a:lnTo>
                  <a:lnTo>
                    <a:pt x="405" y="14"/>
                  </a:lnTo>
                  <a:lnTo>
                    <a:pt x="405" y="14"/>
                  </a:lnTo>
                  <a:lnTo>
                    <a:pt x="405" y="14"/>
                  </a:lnTo>
                  <a:lnTo>
                    <a:pt x="405" y="14"/>
                  </a:lnTo>
                  <a:lnTo>
                    <a:pt x="403" y="14"/>
                  </a:lnTo>
                  <a:lnTo>
                    <a:pt x="400" y="14"/>
                  </a:lnTo>
                  <a:lnTo>
                    <a:pt x="398" y="13"/>
                  </a:lnTo>
                  <a:lnTo>
                    <a:pt x="395" y="12"/>
                  </a:lnTo>
                  <a:lnTo>
                    <a:pt x="394" y="12"/>
                  </a:lnTo>
                  <a:lnTo>
                    <a:pt x="394" y="12"/>
                  </a:lnTo>
                  <a:lnTo>
                    <a:pt x="393" y="12"/>
                  </a:lnTo>
                  <a:lnTo>
                    <a:pt x="391" y="13"/>
                  </a:lnTo>
                  <a:lnTo>
                    <a:pt x="391" y="13"/>
                  </a:lnTo>
                  <a:lnTo>
                    <a:pt x="391" y="12"/>
                  </a:lnTo>
                  <a:lnTo>
                    <a:pt x="386" y="12"/>
                  </a:lnTo>
                  <a:lnTo>
                    <a:pt x="386" y="12"/>
                  </a:lnTo>
                  <a:lnTo>
                    <a:pt x="385" y="12"/>
                  </a:lnTo>
                  <a:lnTo>
                    <a:pt x="385" y="10"/>
                  </a:lnTo>
                  <a:lnTo>
                    <a:pt x="385" y="9"/>
                  </a:lnTo>
                  <a:lnTo>
                    <a:pt x="385" y="9"/>
                  </a:lnTo>
                  <a:lnTo>
                    <a:pt x="384" y="9"/>
                  </a:lnTo>
                  <a:lnTo>
                    <a:pt x="381" y="7"/>
                  </a:lnTo>
                  <a:lnTo>
                    <a:pt x="381" y="7"/>
                  </a:lnTo>
                  <a:lnTo>
                    <a:pt x="378" y="7"/>
                  </a:lnTo>
                  <a:lnTo>
                    <a:pt x="378" y="7"/>
                  </a:lnTo>
                  <a:lnTo>
                    <a:pt x="373" y="7"/>
                  </a:lnTo>
                  <a:lnTo>
                    <a:pt x="372" y="7"/>
                  </a:lnTo>
                  <a:lnTo>
                    <a:pt x="372" y="7"/>
                  </a:lnTo>
                  <a:lnTo>
                    <a:pt x="371" y="4"/>
                  </a:lnTo>
                  <a:lnTo>
                    <a:pt x="370" y="4"/>
                  </a:lnTo>
                  <a:lnTo>
                    <a:pt x="369" y="4"/>
                  </a:lnTo>
                  <a:lnTo>
                    <a:pt x="368" y="4"/>
                  </a:lnTo>
                  <a:lnTo>
                    <a:pt x="365" y="4"/>
                  </a:lnTo>
                  <a:lnTo>
                    <a:pt x="364" y="4"/>
                  </a:lnTo>
                  <a:lnTo>
                    <a:pt x="362" y="4"/>
                  </a:lnTo>
                  <a:lnTo>
                    <a:pt x="362" y="4"/>
                  </a:lnTo>
                  <a:lnTo>
                    <a:pt x="359" y="4"/>
                  </a:lnTo>
                  <a:lnTo>
                    <a:pt x="359" y="4"/>
                  </a:lnTo>
                  <a:lnTo>
                    <a:pt x="357" y="4"/>
                  </a:lnTo>
                  <a:lnTo>
                    <a:pt x="356" y="4"/>
                  </a:lnTo>
                  <a:lnTo>
                    <a:pt x="354" y="4"/>
                  </a:lnTo>
                  <a:lnTo>
                    <a:pt x="353" y="4"/>
                  </a:lnTo>
                  <a:lnTo>
                    <a:pt x="350" y="7"/>
                  </a:lnTo>
                  <a:lnTo>
                    <a:pt x="349" y="7"/>
                  </a:lnTo>
                  <a:lnTo>
                    <a:pt x="349" y="4"/>
                  </a:lnTo>
                  <a:lnTo>
                    <a:pt x="349" y="4"/>
                  </a:lnTo>
                  <a:lnTo>
                    <a:pt x="348" y="2"/>
                  </a:lnTo>
                  <a:lnTo>
                    <a:pt x="348" y="1"/>
                  </a:lnTo>
                  <a:lnTo>
                    <a:pt x="343" y="1"/>
                  </a:lnTo>
                  <a:lnTo>
                    <a:pt x="342" y="1"/>
                  </a:lnTo>
                  <a:lnTo>
                    <a:pt x="342" y="1"/>
                  </a:lnTo>
                  <a:lnTo>
                    <a:pt x="341" y="1"/>
                  </a:lnTo>
                  <a:lnTo>
                    <a:pt x="340" y="1"/>
                  </a:lnTo>
                  <a:lnTo>
                    <a:pt x="339" y="1"/>
                  </a:lnTo>
                  <a:lnTo>
                    <a:pt x="334" y="1"/>
                  </a:lnTo>
                  <a:lnTo>
                    <a:pt x="334" y="1"/>
                  </a:lnTo>
                  <a:lnTo>
                    <a:pt x="334" y="1"/>
                  </a:lnTo>
                  <a:lnTo>
                    <a:pt x="333" y="1"/>
                  </a:lnTo>
                  <a:lnTo>
                    <a:pt x="330" y="1"/>
                  </a:lnTo>
                  <a:lnTo>
                    <a:pt x="330" y="1"/>
                  </a:lnTo>
                  <a:lnTo>
                    <a:pt x="330" y="1"/>
                  </a:lnTo>
                  <a:lnTo>
                    <a:pt x="327" y="0"/>
                  </a:lnTo>
                  <a:lnTo>
                    <a:pt x="327" y="0"/>
                  </a:lnTo>
                  <a:lnTo>
                    <a:pt x="327" y="0"/>
                  </a:lnTo>
                  <a:lnTo>
                    <a:pt x="327" y="0"/>
                  </a:lnTo>
                  <a:lnTo>
                    <a:pt x="324" y="0"/>
                  </a:lnTo>
                  <a:lnTo>
                    <a:pt x="323" y="0"/>
                  </a:lnTo>
                  <a:lnTo>
                    <a:pt x="323" y="1"/>
                  </a:lnTo>
                  <a:lnTo>
                    <a:pt x="323" y="1"/>
                  </a:lnTo>
                  <a:lnTo>
                    <a:pt x="320" y="1"/>
                  </a:lnTo>
                  <a:lnTo>
                    <a:pt x="319" y="1"/>
                  </a:lnTo>
                  <a:lnTo>
                    <a:pt x="319" y="1"/>
                  </a:lnTo>
                  <a:lnTo>
                    <a:pt x="318" y="1"/>
                  </a:lnTo>
                  <a:lnTo>
                    <a:pt x="318" y="1"/>
                  </a:lnTo>
                  <a:lnTo>
                    <a:pt x="318" y="1"/>
                  </a:lnTo>
                  <a:lnTo>
                    <a:pt x="318" y="1"/>
                  </a:lnTo>
                  <a:lnTo>
                    <a:pt x="317" y="1"/>
                  </a:lnTo>
                  <a:lnTo>
                    <a:pt x="314" y="1"/>
                  </a:lnTo>
                  <a:lnTo>
                    <a:pt x="311" y="1"/>
                  </a:lnTo>
                  <a:lnTo>
                    <a:pt x="308" y="1"/>
                  </a:lnTo>
                  <a:lnTo>
                    <a:pt x="308" y="1"/>
                  </a:lnTo>
                  <a:lnTo>
                    <a:pt x="307" y="1"/>
                  </a:lnTo>
                  <a:lnTo>
                    <a:pt x="305" y="1"/>
                  </a:lnTo>
                  <a:lnTo>
                    <a:pt x="301" y="1"/>
                  </a:lnTo>
                  <a:lnTo>
                    <a:pt x="301" y="1"/>
                  </a:lnTo>
                  <a:lnTo>
                    <a:pt x="298" y="1"/>
                  </a:lnTo>
                  <a:lnTo>
                    <a:pt x="293" y="1"/>
                  </a:lnTo>
                  <a:lnTo>
                    <a:pt x="293" y="1"/>
                  </a:lnTo>
                  <a:lnTo>
                    <a:pt x="292" y="1"/>
                  </a:lnTo>
                  <a:lnTo>
                    <a:pt x="290" y="1"/>
                  </a:lnTo>
                  <a:lnTo>
                    <a:pt x="290" y="1"/>
                  </a:lnTo>
                  <a:lnTo>
                    <a:pt x="288" y="0"/>
                  </a:lnTo>
                  <a:lnTo>
                    <a:pt x="286" y="0"/>
                  </a:lnTo>
                  <a:lnTo>
                    <a:pt x="286" y="0"/>
                  </a:lnTo>
                  <a:lnTo>
                    <a:pt x="283" y="0"/>
                  </a:lnTo>
                  <a:lnTo>
                    <a:pt x="282" y="0"/>
                  </a:lnTo>
                  <a:lnTo>
                    <a:pt x="282" y="0"/>
                  </a:lnTo>
                  <a:lnTo>
                    <a:pt x="279" y="0"/>
                  </a:lnTo>
                  <a:lnTo>
                    <a:pt x="279" y="1"/>
                  </a:lnTo>
                  <a:lnTo>
                    <a:pt x="279" y="1"/>
                  </a:lnTo>
                  <a:lnTo>
                    <a:pt x="275" y="1"/>
                  </a:lnTo>
                  <a:lnTo>
                    <a:pt x="271" y="1"/>
                  </a:lnTo>
                  <a:lnTo>
                    <a:pt x="271" y="1"/>
                  </a:lnTo>
                  <a:lnTo>
                    <a:pt x="271" y="1"/>
                  </a:lnTo>
                  <a:lnTo>
                    <a:pt x="270" y="1"/>
                  </a:lnTo>
                  <a:lnTo>
                    <a:pt x="269" y="1"/>
                  </a:lnTo>
                  <a:lnTo>
                    <a:pt x="268" y="1"/>
                  </a:lnTo>
                  <a:lnTo>
                    <a:pt x="263" y="1"/>
                  </a:lnTo>
                  <a:lnTo>
                    <a:pt x="263" y="1"/>
                  </a:lnTo>
                  <a:lnTo>
                    <a:pt x="263" y="1"/>
                  </a:lnTo>
                  <a:lnTo>
                    <a:pt x="262" y="1"/>
                  </a:lnTo>
                  <a:lnTo>
                    <a:pt x="262" y="1"/>
                  </a:lnTo>
                  <a:lnTo>
                    <a:pt x="262" y="2"/>
                  </a:lnTo>
                  <a:lnTo>
                    <a:pt x="261" y="4"/>
                  </a:lnTo>
                  <a:lnTo>
                    <a:pt x="261" y="4"/>
                  </a:lnTo>
                  <a:lnTo>
                    <a:pt x="257" y="7"/>
                  </a:lnTo>
                  <a:lnTo>
                    <a:pt x="257" y="4"/>
                  </a:lnTo>
                  <a:lnTo>
                    <a:pt x="257" y="4"/>
                  </a:lnTo>
                  <a:lnTo>
                    <a:pt x="254" y="1"/>
                  </a:lnTo>
                  <a:lnTo>
                    <a:pt x="254" y="1"/>
                  </a:lnTo>
                  <a:lnTo>
                    <a:pt x="250" y="1"/>
                  </a:lnTo>
                  <a:lnTo>
                    <a:pt x="248" y="1"/>
                  </a:lnTo>
                  <a:lnTo>
                    <a:pt x="247" y="1"/>
                  </a:lnTo>
                  <a:lnTo>
                    <a:pt x="245" y="1"/>
                  </a:lnTo>
                  <a:lnTo>
                    <a:pt x="242" y="1"/>
                  </a:lnTo>
                  <a:lnTo>
                    <a:pt x="241" y="2"/>
                  </a:lnTo>
                  <a:lnTo>
                    <a:pt x="239" y="4"/>
                  </a:lnTo>
                  <a:lnTo>
                    <a:pt x="237" y="4"/>
                  </a:lnTo>
                  <a:lnTo>
                    <a:pt x="237" y="4"/>
                  </a:lnTo>
                  <a:lnTo>
                    <a:pt x="236" y="4"/>
                  </a:lnTo>
                  <a:lnTo>
                    <a:pt x="236" y="4"/>
                  </a:lnTo>
                  <a:lnTo>
                    <a:pt x="236" y="4"/>
                  </a:lnTo>
                  <a:lnTo>
                    <a:pt x="236" y="4"/>
                  </a:lnTo>
                  <a:lnTo>
                    <a:pt x="234" y="4"/>
                  </a:lnTo>
                  <a:lnTo>
                    <a:pt x="234" y="4"/>
                  </a:lnTo>
                  <a:lnTo>
                    <a:pt x="232" y="4"/>
                  </a:lnTo>
                  <a:lnTo>
                    <a:pt x="229" y="4"/>
                  </a:lnTo>
                  <a:lnTo>
                    <a:pt x="228" y="4"/>
                  </a:lnTo>
                  <a:lnTo>
                    <a:pt x="225" y="4"/>
                  </a:lnTo>
                  <a:lnTo>
                    <a:pt x="223" y="4"/>
                  </a:lnTo>
                  <a:lnTo>
                    <a:pt x="223" y="4"/>
                  </a:lnTo>
                  <a:lnTo>
                    <a:pt x="222" y="4"/>
                  </a:lnTo>
                  <a:lnTo>
                    <a:pt x="219" y="4"/>
                  </a:lnTo>
                  <a:lnTo>
                    <a:pt x="219" y="7"/>
                  </a:lnTo>
                  <a:lnTo>
                    <a:pt x="215" y="7"/>
                  </a:lnTo>
                  <a:lnTo>
                    <a:pt x="215" y="7"/>
                  </a:lnTo>
                  <a:lnTo>
                    <a:pt x="215" y="9"/>
                  </a:lnTo>
                  <a:lnTo>
                    <a:pt x="214" y="10"/>
                  </a:lnTo>
                  <a:lnTo>
                    <a:pt x="214" y="12"/>
                  </a:lnTo>
                  <a:lnTo>
                    <a:pt x="215" y="12"/>
                  </a:lnTo>
                  <a:lnTo>
                    <a:pt x="215" y="14"/>
                  </a:lnTo>
                  <a:lnTo>
                    <a:pt x="215" y="14"/>
                  </a:lnTo>
                  <a:lnTo>
                    <a:pt x="215" y="14"/>
                  </a:lnTo>
                  <a:lnTo>
                    <a:pt x="215" y="14"/>
                  </a:lnTo>
                  <a:lnTo>
                    <a:pt x="215" y="14"/>
                  </a:lnTo>
                  <a:lnTo>
                    <a:pt x="215" y="14"/>
                  </a:lnTo>
                  <a:lnTo>
                    <a:pt x="214" y="12"/>
                  </a:lnTo>
                  <a:lnTo>
                    <a:pt x="214" y="12"/>
                  </a:lnTo>
                  <a:lnTo>
                    <a:pt x="212" y="10"/>
                  </a:lnTo>
                  <a:lnTo>
                    <a:pt x="211" y="10"/>
                  </a:lnTo>
                  <a:lnTo>
                    <a:pt x="208" y="9"/>
                  </a:lnTo>
                  <a:lnTo>
                    <a:pt x="206" y="9"/>
                  </a:lnTo>
                  <a:lnTo>
                    <a:pt x="206" y="9"/>
                  </a:lnTo>
                  <a:lnTo>
                    <a:pt x="205" y="9"/>
                  </a:lnTo>
                  <a:lnTo>
                    <a:pt x="203" y="9"/>
                  </a:lnTo>
                  <a:lnTo>
                    <a:pt x="201" y="9"/>
                  </a:lnTo>
                  <a:lnTo>
                    <a:pt x="201" y="9"/>
                  </a:lnTo>
                  <a:lnTo>
                    <a:pt x="198" y="9"/>
                  </a:lnTo>
                  <a:lnTo>
                    <a:pt x="198" y="9"/>
                  </a:lnTo>
                  <a:lnTo>
                    <a:pt x="196" y="9"/>
                  </a:lnTo>
                  <a:lnTo>
                    <a:pt x="196" y="9"/>
                  </a:lnTo>
                  <a:lnTo>
                    <a:pt x="193" y="10"/>
                  </a:lnTo>
                  <a:lnTo>
                    <a:pt x="193" y="10"/>
                  </a:lnTo>
                  <a:lnTo>
                    <a:pt x="193" y="10"/>
                  </a:lnTo>
                  <a:lnTo>
                    <a:pt x="193" y="10"/>
                  </a:lnTo>
                  <a:lnTo>
                    <a:pt x="188" y="12"/>
                  </a:lnTo>
                  <a:lnTo>
                    <a:pt x="188" y="12"/>
                  </a:lnTo>
                  <a:lnTo>
                    <a:pt x="186" y="12"/>
                  </a:lnTo>
                  <a:lnTo>
                    <a:pt x="186" y="12"/>
                  </a:lnTo>
                  <a:lnTo>
                    <a:pt x="184" y="12"/>
                  </a:lnTo>
                  <a:lnTo>
                    <a:pt x="184" y="12"/>
                  </a:lnTo>
                  <a:lnTo>
                    <a:pt x="183" y="12"/>
                  </a:lnTo>
                  <a:lnTo>
                    <a:pt x="183" y="12"/>
                  </a:lnTo>
                  <a:lnTo>
                    <a:pt x="181" y="12"/>
                  </a:lnTo>
                  <a:lnTo>
                    <a:pt x="179" y="12"/>
                  </a:lnTo>
                  <a:lnTo>
                    <a:pt x="179" y="12"/>
                  </a:lnTo>
                  <a:lnTo>
                    <a:pt x="176" y="12"/>
                  </a:lnTo>
                  <a:lnTo>
                    <a:pt x="176" y="13"/>
                  </a:lnTo>
                  <a:lnTo>
                    <a:pt x="175" y="13"/>
                  </a:lnTo>
                  <a:lnTo>
                    <a:pt x="172" y="13"/>
                  </a:lnTo>
                  <a:lnTo>
                    <a:pt x="172" y="13"/>
                  </a:lnTo>
                  <a:lnTo>
                    <a:pt x="169" y="13"/>
                  </a:lnTo>
                  <a:lnTo>
                    <a:pt x="169" y="12"/>
                  </a:lnTo>
                  <a:lnTo>
                    <a:pt x="165" y="12"/>
                  </a:lnTo>
                  <a:lnTo>
                    <a:pt x="164" y="12"/>
                  </a:lnTo>
                  <a:lnTo>
                    <a:pt x="160" y="12"/>
                  </a:lnTo>
                  <a:lnTo>
                    <a:pt x="158" y="12"/>
                  </a:lnTo>
                  <a:lnTo>
                    <a:pt x="157" y="12"/>
                  </a:lnTo>
                  <a:lnTo>
                    <a:pt x="157" y="12"/>
                  </a:lnTo>
                  <a:lnTo>
                    <a:pt x="154" y="13"/>
                  </a:lnTo>
                  <a:lnTo>
                    <a:pt x="154" y="14"/>
                  </a:lnTo>
                  <a:lnTo>
                    <a:pt x="151" y="14"/>
                  </a:lnTo>
                  <a:lnTo>
                    <a:pt x="149" y="14"/>
                  </a:lnTo>
                  <a:lnTo>
                    <a:pt x="149" y="14"/>
                  </a:lnTo>
                  <a:lnTo>
                    <a:pt x="148" y="16"/>
                  </a:lnTo>
                  <a:lnTo>
                    <a:pt x="147" y="19"/>
                  </a:lnTo>
                  <a:lnTo>
                    <a:pt x="146" y="19"/>
                  </a:lnTo>
                  <a:lnTo>
                    <a:pt x="145" y="19"/>
                  </a:lnTo>
                  <a:lnTo>
                    <a:pt x="145" y="20"/>
                  </a:lnTo>
                  <a:lnTo>
                    <a:pt x="144" y="21"/>
                  </a:lnTo>
                  <a:lnTo>
                    <a:pt x="144" y="20"/>
                  </a:lnTo>
                  <a:lnTo>
                    <a:pt x="144" y="19"/>
                  </a:lnTo>
                  <a:lnTo>
                    <a:pt x="144" y="19"/>
                  </a:lnTo>
                  <a:lnTo>
                    <a:pt x="144" y="19"/>
                  </a:lnTo>
                  <a:lnTo>
                    <a:pt x="144" y="15"/>
                  </a:lnTo>
                  <a:lnTo>
                    <a:pt x="143" y="14"/>
                  </a:lnTo>
                  <a:lnTo>
                    <a:pt x="137" y="14"/>
                  </a:lnTo>
                  <a:lnTo>
                    <a:pt x="137" y="14"/>
                  </a:lnTo>
                  <a:lnTo>
                    <a:pt x="135" y="14"/>
                  </a:lnTo>
                  <a:lnTo>
                    <a:pt x="133" y="14"/>
                  </a:lnTo>
                  <a:lnTo>
                    <a:pt x="132" y="14"/>
                  </a:lnTo>
                  <a:lnTo>
                    <a:pt x="132" y="14"/>
                  </a:lnTo>
                  <a:lnTo>
                    <a:pt x="127" y="14"/>
                  </a:lnTo>
                  <a:lnTo>
                    <a:pt x="127" y="14"/>
                  </a:lnTo>
                  <a:lnTo>
                    <a:pt x="125" y="14"/>
                  </a:lnTo>
                  <a:lnTo>
                    <a:pt x="125" y="14"/>
                  </a:lnTo>
                  <a:lnTo>
                    <a:pt x="122" y="14"/>
                  </a:lnTo>
                  <a:lnTo>
                    <a:pt x="120" y="14"/>
                  </a:lnTo>
                  <a:lnTo>
                    <a:pt x="119" y="14"/>
                  </a:lnTo>
                  <a:lnTo>
                    <a:pt x="119" y="14"/>
                  </a:lnTo>
                  <a:lnTo>
                    <a:pt x="118" y="15"/>
                  </a:lnTo>
                  <a:lnTo>
                    <a:pt x="113" y="16"/>
                  </a:lnTo>
                  <a:lnTo>
                    <a:pt x="113" y="19"/>
                  </a:lnTo>
                  <a:lnTo>
                    <a:pt x="113" y="19"/>
                  </a:lnTo>
                  <a:lnTo>
                    <a:pt x="113" y="19"/>
                  </a:lnTo>
                  <a:lnTo>
                    <a:pt x="113" y="21"/>
                  </a:lnTo>
                  <a:lnTo>
                    <a:pt x="113" y="21"/>
                  </a:lnTo>
                  <a:lnTo>
                    <a:pt x="113" y="21"/>
                  </a:lnTo>
                  <a:lnTo>
                    <a:pt x="113" y="21"/>
                  </a:lnTo>
                  <a:lnTo>
                    <a:pt x="113" y="21"/>
                  </a:lnTo>
                  <a:lnTo>
                    <a:pt x="113" y="21"/>
                  </a:lnTo>
                  <a:lnTo>
                    <a:pt x="113" y="21"/>
                  </a:lnTo>
                  <a:lnTo>
                    <a:pt x="113" y="21"/>
                  </a:lnTo>
                  <a:lnTo>
                    <a:pt x="113" y="21"/>
                  </a:lnTo>
                  <a:lnTo>
                    <a:pt x="113" y="21"/>
                  </a:lnTo>
                  <a:lnTo>
                    <a:pt x="111" y="21"/>
                  </a:lnTo>
                  <a:lnTo>
                    <a:pt x="110" y="21"/>
                  </a:lnTo>
                  <a:lnTo>
                    <a:pt x="107" y="21"/>
                  </a:lnTo>
                  <a:lnTo>
                    <a:pt x="104" y="21"/>
                  </a:lnTo>
                  <a:lnTo>
                    <a:pt x="104" y="21"/>
                  </a:lnTo>
                  <a:lnTo>
                    <a:pt x="104" y="21"/>
                  </a:lnTo>
                  <a:lnTo>
                    <a:pt x="104" y="21"/>
                  </a:lnTo>
                  <a:lnTo>
                    <a:pt x="103" y="21"/>
                  </a:lnTo>
                  <a:lnTo>
                    <a:pt x="100" y="21"/>
                  </a:lnTo>
                  <a:lnTo>
                    <a:pt x="97" y="21"/>
                  </a:lnTo>
                  <a:lnTo>
                    <a:pt x="95" y="21"/>
                  </a:lnTo>
                  <a:lnTo>
                    <a:pt x="95" y="21"/>
                  </a:lnTo>
                  <a:lnTo>
                    <a:pt x="95" y="21"/>
                  </a:lnTo>
                  <a:lnTo>
                    <a:pt x="95" y="26"/>
                  </a:lnTo>
                  <a:lnTo>
                    <a:pt x="95" y="28"/>
                  </a:lnTo>
                  <a:lnTo>
                    <a:pt x="95" y="29"/>
                  </a:lnTo>
                  <a:lnTo>
                    <a:pt x="95" y="29"/>
                  </a:lnTo>
                  <a:lnTo>
                    <a:pt x="95" y="29"/>
                  </a:lnTo>
                  <a:lnTo>
                    <a:pt x="95" y="29"/>
                  </a:lnTo>
                  <a:lnTo>
                    <a:pt x="95" y="28"/>
                  </a:lnTo>
                  <a:lnTo>
                    <a:pt x="95" y="28"/>
                  </a:lnTo>
                  <a:lnTo>
                    <a:pt x="94" y="28"/>
                  </a:lnTo>
                  <a:lnTo>
                    <a:pt x="93" y="26"/>
                  </a:lnTo>
                  <a:lnTo>
                    <a:pt x="93" y="26"/>
                  </a:lnTo>
                  <a:lnTo>
                    <a:pt x="88" y="24"/>
                  </a:lnTo>
                  <a:lnTo>
                    <a:pt x="88" y="24"/>
                  </a:lnTo>
                  <a:lnTo>
                    <a:pt x="85" y="24"/>
                  </a:lnTo>
                  <a:lnTo>
                    <a:pt x="85" y="24"/>
                  </a:lnTo>
                  <a:lnTo>
                    <a:pt x="84" y="21"/>
                  </a:lnTo>
                  <a:lnTo>
                    <a:pt x="84" y="21"/>
                  </a:lnTo>
                  <a:lnTo>
                    <a:pt x="84" y="21"/>
                  </a:lnTo>
                  <a:lnTo>
                    <a:pt x="81" y="21"/>
                  </a:lnTo>
                  <a:lnTo>
                    <a:pt x="81" y="21"/>
                  </a:lnTo>
                  <a:lnTo>
                    <a:pt x="81" y="21"/>
                  </a:lnTo>
                  <a:lnTo>
                    <a:pt x="76" y="21"/>
                  </a:lnTo>
                  <a:lnTo>
                    <a:pt x="76" y="21"/>
                  </a:lnTo>
                  <a:lnTo>
                    <a:pt x="74" y="21"/>
                  </a:lnTo>
                  <a:lnTo>
                    <a:pt x="74" y="21"/>
                  </a:lnTo>
                  <a:lnTo>
                    <a:pt x="74" y="21"/>
                  </a:lnTo>
                  <a:lnTo>
                    <a:pt x="73" y="21"/>
                  </a:lnTo>
                  <a:lnTo>
                    <a:pt x="73" y="21"/>
                  </a:lnTo>
                  <a:lnTo>
                    <a:pt x="71" y="21"/>
                  </a:lnTo>
                  <a:lnTo>
                    <a:pt x="71" y="21"/>
                  </a:lnTo>
                  <a:lnTo>
                    <a:pt x="67" y="21"/>
                  </a:lnTo>
                  <a:lnTo>
                    <a:pt x="67" y="21"/>
                  </a:lnTo>
                  <a:lnTo>
                    <a:pt x="66" y="21"/>
                  </a:lnTo>
                  <a:lnTo>
                    <a:pt x="64" y="21"/>
                  </a:lnTo>
                  <a:lnTo>
                    <a:pt x="64" y="21"/>
                  </a:lnTo>
                  <a:lnTo>
                    <a:pt x="64" y="21"/>
                  </a:lnTo>
                  <a:lnTo>
                    <a:pt x="62" y="20"/>
                  </a:lnTo>
                  <a:lnTo>
                    <a:pt x="62" y="19"/>
                  </a:lnTo>
                  <a:lnTo>
                    <a:pt x="62" y="19"/>
                  </a:lnTo>
                  <a:lnTo>
                    <a:pt x="57" y="19"/>
                  </a:lnTo>
                  <a:lnTo>
                    <a:pt x="57" y="19"/>
                  </a:lnTo>
                  <a:lnTo>
                    <a:pt x="57" y="19"/>
                  </a:lnTo>
                  <a:lnTo>
                    <a:pt x="55" y="19"/>
                  </a:lnTo>
                  <a:lnTo>
                    <a:pt x="53" y="19"/>
                  </a:lnTo>
                  <a:lnTo>
                    <a:pt x="53" y="19"/>
                  </a:lnTo>
                  <a:lnTo>
                    <a:pt x="49" y="20"/>
                  </a:lnTo>
                  <a:lnTo>
                    <a:pt x="47" y="19"/>
                  </a:lnTo>
                  <a:lnTo>
                    <a:pt x="44" y="19"/>
                  </a:lnTo>
                  <a:lnTo>
                    <a:pt x="42" y="19"/>
                  </a:lnTo>
                  <a:lnTo>
                    <a:pt x="41" y="19"/>
                  </a:lnTo>
                  <a:lnTo>
                    <a:pt x="40" y="16"/>
                  </a:lnTo>
                  <a:lnTo>
                    <a:pt x="37" y="14"/>
                  </a:lnTo>
                  <a:lnTo>
                    <a:pt x="35" y="14"/>
                  </a:lnTo>
                  <a:lnTo>
                    <a:pt x="35" y="14"/>
                  </a:lnTo>
                  <a:lnTo>
                    <a:pt x="35" y="12"/>
                  </a:lnTo>
                  <a:lnTo>
                    <a:pt x="35" y="12"/>
                  </a:lnTo>
                  <a:lnTo>
                    <a:pt x="33" y="12"/>
                  </a:lnTo>
                  <a:lnTo>
                    <a:pt x="32" y="12"/>
                  </a:lnTo>
                  <a:lnTo>
                    <a:pt x="31" y="12"/>
                  </a:lnTo>
                  <a:lnTo>
                    <a:pt x="27" y="12"/>
                  </a:lnTo>
                  <a:lnTo>
                    <a:pt x="25" y="10"/>
                  </a:lnTo>
                  <a:lnTo>
                    <a:pt x="25" y="10"/>
                  </a:lnTo>
                  <a:lnTo>
                    <a:pt x="22" y="10"/>
                  </a:lnTo>
                  <a:lnTo>
                    <a:pt x="18" y="10"/>
                  </a:lnTo>
                  <a:lnTo>
                    <a:pt x="18" y="9"/>
                  </a:lnTo>
                  <a:lnTo>
                    <a:pt x="16" y="9"/>
                  </a:lnTo>
                  <a:lnTo>
                    <a:pt x="16" y="9"/>
                  </a:lnTo>
                  <a:lnTo>
                    <a:pt x="15" y="9"/>
                  </a:lnTo>
                  <a:lnTo>
                    <a:pt x="14" y="7"/>
                  </a:lnTo>
                  <a:lnTo>
                    <a:pt x="11" y="7"/>
                  </a:lnTo>
                  <a:lnTo>
                    <a:pt x="11" y="4"/>
                  </a:lnTo>
                  <a:lnTo>
                    <a:pt x="9" y="1"/>
                  </a:lnTo>
                  <a:lnTo>
                    <a:pt x="9" y="1"/>
                  </a:lnTo>
                  <a:lnTo>
                    <a:pt x="6" y="1"/>
                  </a:lnTo>
                  <a:lnTo>
                    <a:pt x="5" y="0"/>
                  </a:lnTo>
                  <a:lnTo>
                    <a:pt x="0" y="0"/>
                  </a:lnTo>
                  <a:lnTo>
                    <a:pt x="0" y="0"/>
                  </a:lnTo>
                  <a:lnTo>
                    <a:pt x="0" y="0"/>
                  </a:lnTo>
                  <a:lnTo>
                    <a:pt x="0" y="0"/>
                  </a:lnTo>
                  <a:lnTo>
                    <a:pt x="0" y="0"/>
                  </a:lnTo>
                  <a:lnTo>
                    <a:pt x="385" y="0"/>
                  </a:lnTo>
                  <a:lnTo>
                    <a:pt x="385" y="0"/>
                  </a:lnTo>
                </a:path>
              </a:pathLst>
            </a:custGeom>
            <a:solidFill>
              <a:srgbClr val="ffe0f5"/>
            </a:solidFill>
            <a:ln w="0">
              <a:noFill/>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2758" name=""/>
            <p:cNvSpPr/>
            <p:nvPr/>
          </p:nvSpPr>
          <p:spPr>
            <a:xfrm>
              <a:off x="6742080" y="3666960"/>
              <a:ext cx="669960" cy="54000"/>
            </a:xfrm>
            <a:custGeom>
              <a:avLst/>
              <a:gdLst/>
              <a:ahLst/>
              <a:rect l="l" t="t" r="r" b="b"/>
              <a:pathLst>
                <a:path w="422" h="34">
                  <a:moveTo>
                    <a:pt x="36" y="33"/>
                  </a:moveTo>
                  <a:lnTo>
                    <a:pt x="35" y="32"/>
                  </a:lnTo>
                  <a:lnTo>
                    <a:pt x="32" y="28"/>
                  </a:lnTo>
                  <a:lnTo>
                    <a:pt x="32" y="28"/>
                  </a:lnTo>
                  <a:lnTo>
                    <a:pt x="30" y="27"/>
                  </a:lnTo>
                  <a:lnTo>
                    <a:pt x="25" y="24"/>
                  </a:lnTo>
                  <a:lnTo>
                    <a:pt x="25" y="24"/>
                  </a:lnTo>
                  <a:lnTo>
                    <a:pt x="24" y="23"/>
                  </a:lnTo>
                  <a:lnTo>
                    <a:pt x="24" y="22"/>
                  </a:lnTo>
                  <a:lnTo>
                    <a:pt x="23" y="22"/>
                  </a:lnTo>
                  <a:lnTo>
                    <a:pt x="21" y="21"/>
                  </a:lnTo>
                  <a:lnTo>
                    <a:pt x="21" y="21"/>
                  </a:lnTo>
                  <a:lnTo>
                    <a:pt x="20" y="21"/>
                  </a:lnTo>
                  <a:lnTo>
                    <a:pt x="20" y="21"/>
                  </a:lnTo>
                  <a:lnTo>
                    <a:pt x="18" y="18"/>
                  </a:lnTo>
                  <a:lnTo>
                    <a:pt x="17" y="16"/>
                  </a:lnTo>
                  <a:lnTo>
                    <a:pt x="15" y="14"/>
                  </a:lnTo>
                  <a:lnTo>
                    <a:pt x="14" y="13"/>
                  </a:lnTo>
                  <a:lnTo>
                    <a:pt x="11" y="13"/>
                  </a:lnTo>
                  <a:lnTo>
                    <a:pt x="11" y="13"/>
                  </a:lnTo>
                  <a:lnTo>
                    <a:pt x="8" y="12"/>
                  </a:lnTo>
                  <a:lnTo>
                    <a:pt x="8" y="8"/>
                  </a:lnTo>
                  <a:lnTo>
                    <a:pt x="7" y="8"/>
                  </a:lnTo>
                  <a:lnTo>
                    <a:pt x="7" y="8"/>
                  </a:lnTo>
                  <a:lnTo>
                    <a:pt x="7" y="8"/>
                  </a:lnTo>
                  <a:lnTo>
                    <a:pt x="6" y="7"/>
                  </a:lnTo>
                  <a:lnTo>
                    <a:pt x="6" y="6"/>
                  </a:lnTo>
                  <a:lnTo>
                    <a:pt x="3" y="2"/>
                  </a:lnTo>
                  <a:lnTo>
                    <a:pt x="3" y="2"/>
                  </a:lnTo>
                  <a:lnTo>
                    <a:pt x="0" y="2"/>
                  </a:lnTo>
                  <a:lnTo>
                    <a:pt x="0" y="0"/>
                  </a:lnTo>
                  <a:lnTo>
                    <a:pt x="0" y="0"/>
                  </a:lnTo>
                  <a:lnTo>
                    <a:pt x="0" y="0"/>
                  </a:lnTo>
                  <a:lnTo>
                    <a:pt x="0" y="0"/>
                  </a:lnTo>
                  <a:lnTo>
                    <a:pt x="3" y="2"/>
                  </a:lnTo>
                  <a:lnTo>
                    <a:pt x="7" y="2"/>
                  </a:lnTo>
                  <a:lnTo>
                    <a:pt x="8" y="2"/>
                  </a:lnTo>
                  <a:lnTo>
                    <a:pt x="10" y="2"/>
                  </a:lnTo>
                  <a:lnTo>
                    <a:pt x="11" y="2"/>
                  </a:lnTo>
                  <a:lnTo>
                    <a:pt x="12" y="4"/>
                  </a:lnTo>
                  <a:lnTo>
                    <a:pt x="14" y="4"/>
                  </a:lnTo>
                  <a:lnTo>
                    <a:pt x="14" y="4"/>
                  </a:lnTo>
                  <a:lnTo>
                    <a:pt x="15" y="4"/>
                  </a:lnTo>
                  <a:lnTo>
                    <a:pt x="15" y="4"/>
                  </a:lnTo>
                  <a:lnTo>
                    <a:pt x="15" y="6"/>
                  </a:lnTo>
                  <a:lnTo>
                    <a:pt x="18" y="7"/>
                  </a:lnTo>
                  <a:lnTo>
                    <a:pt x="18" y="7"/>
                  </a:lnTo>
                  <a:lnTo>
                    <a:pt x="19" y="8"/>
                  </a:lnTo>
                  <a:lnTo>
                    <a:pt x="20" y="8"/>
                  </a:lnTo>
                  <a:lnTo>
                    <a:pt x="20" y="8"/>
                  </a:lnTo>
                  <a:lnTo>
                    <a:pt x="21" y="8"/>
                  </a:lnTo>
                  <a:lnTo>
                    <a:pt x="21" y="8"/>
                  </a:lnTo>
                  <a:lnTo>
                    <a:pt x="24" y="8"/>
                  </a:lnTo>
                  <a:lnTo>
                    <a:pt x="25" y="12"/>
                  </a:lnTo>
                  <a:lnTo>
                    <a:pt x="27" y="12"/>
                  </a:lnTo>
                  <a:lnTo>
                    <a:pt x="30" y="12"/>
                  </a:lnTo>
                  <a:lnTo>
                    <a:pt x="30" y="12"/>
                  </a:lnTo>
                  <a:lnTo>
                    <a:pt x="31" y="12"/>
                  </a:lnTo>
                  <a:lnTo>
                    <a:pt x="32" y="13"/>
                  </a:lnTo>
                  <a:lnTo>
                    <a:pt x="32" y="13"/>
                  </a:lnTo>
                  <a:lnTo>
                    <a:pt x="35" y="13"/>
                  </a:lnTo>
                  <a:lnTo>
                    <a:pt x="36" y="13"/>
                  </a:lnTo>
                  <a:lnTo>
                    <a:pt x="36" y="13"/>
                  </a:lnTo>
                  <a:lnTo>
                    <a:pt x="41" y="13"/>
                  </a:lnTo>
                  <a:lnTo>
                    <a:pt x="41" y="15"/>
                  </a:lnTo>
                  <a:lnTo>
                    <a:pt x="42" y="16"/>
                  </a:lnTo>
                  <a:lnTo>
                    <a:pt x="42" y="16"/>
                  </a:lnTo>
                  <a:lnTo>
                    <a:pt x="45" y="16"/>
                  </a:lnTo>
                  <a:lnTo>
                    <a:pt x="46" y="18"/>
                  </a:lnTo>
                  <a:lnTo>
                    <a:pt x="47" y="18"/>
                  </a:lnTo>
                  <a:lnTo>
                    <a:pt x="50" y="21"/>
                  </a:lnTo>
                  <a:lnTo>
                    <a:pt x="52" y="21"/>
                  </a:lnTo>
                  <a:lnTo>
                    <a:pt x="52" y="21"/>
                  </a:lnTo>
                  <a:lnTo>
                    <a:pt x="52" y="21"/>
                  </a:lnTo>
                  <a:lnTo>
                    <a:pt x="54" y="18"/>
                  </a:lnTo>
                  <a:lnTo>
                    <a:pt x="54" y="18"/>
                  </a:lnTo>
                  <a:lnTo>
                    <a:pt x="54" y="18"/>
                  </a:lnTo>
                  <a:lnTo>
                    <a:pt x="54" y="18"/>
                  </a:lnTo>
                  <a:lnTo>
                    <a:pt x="54" y="18"/>
                  </a:lnTo>
                  <a:lnTo>
                    <a:pt x="56" y="21"/>
                  </a:lnTo>
                  <a:lnTo>
                    <a:pt x="58" y="21"/>
                  </a:lnTo>
                  <a:lnTo>
                    <a:pt x="58" y="21"/>
                  </a:lnTo>
                  <a:lnTo>
                    <a:pt x="61" y="18"/>
                  </a:lnTo>
                  <a:lnTo>
                    <a:pt x="61" y="16"/>
                  </a:lnTo>
                  <a:lnTo>
                    <a:pt x="61" y="16"/>
                  </a:lnTo>
                  <a:lnTo>
                    <a:pt x="61" y="15"/>
                  </a:lnTo>
                  <a:lnTo>
                    <a:pt x="63" y="14"/>
                  </a:lnTo>
                  <a:lnTo>
                    <a:pt x="67" y="14"/>
                  </a:lnTo>
                  <a:lnTo>
                    <a:pt x="68" y="15"/>
                  </a:lnTo>
                  <a:lnTo>
                    <a:pt x="76" y="14"/>
                  </a:lnTo>
                  <a:lnTo>
                    <a:pt x="76" y="14"/>
                  </a:lnTo>
                  <a:lnTo>
                    <a:pt x="77" y="13"/>
                  </a:lnTo>
                  <a:lnTo>
                    <a:pt x="77" y="13"/>
                  </a:lnTo>
                  <a:lnTo>
                    <a:pt x="78" y="13"/>
                  </a:lnTo>
                  <a:lnTo>
                    <a:pt x="80" y="13"/>
                  </a:lnTo>
                  <a:lnTo>
                    <a:pt x="81" y="13"/>
                  </a:lnTo>
                  <a:lnTo>
                    <a:pt x="83" y="13"/>
                  </a:lnTo>
                  <a:lnTo>
                    <a:pt x="83" y="14"/>
                  </a:lnTo>
                  <a:lnTo>
                    <a:pt x="83" y="13"/>
                  </a:lnTo>
                  <a:lnTo>
                    <a:pt x="85" y="13"/>
                  </a:lnTo>
                  <a:lnTo>
                    <a:pt x="86" y="13"/>
                  </a:lnTo>
                  <a:lnTo>
                    <a:pt x="89" y="13"/>
                  </a:lnTo>
                  <a:lnTo>
                    <a:pt x="89" y="13"/>
                  </a:lnTo>
                  <a:lnTo>
                    <a:pt x="91" y="12"/>
                  </a:lnTo>
                  <a:lnTo>
                    <a:pt x="93" y="12"/>
                  </a:lnTo>
                  <a:lnTo>
                    <a:pt x="96" y="13"/>
                  </a:lnTo>
                  <a:lnTo>
                    <a:pt x="98" y="13"/>
                  </a:lnTo>
                  <a:lnTo>
                    <a:pt x="98" y="13"/>
                  </a:lnTo>
                  <a:lnTo>
                    <a:pt x="98" y="12"/>
                  </a:lnTo>
                  <a:lnTo>
                    <a:pt x="100" y="8"/>
                  </a:lnTo>
                  <a:lnTo>
                    <a:pt x="100" y="8"/>
                  </a:lnTo>
                  <a:lnTo>
                    <a:pt x="102" y="8"/>
                  </a:lnTo>
                  <a:lnTo>
                    <a:pt x="103" y="8"/>
                  </a:lnTo>
                  <a:lnTo>
                    <a:pt x="107" y="8"/>
                  </a:lnTo>
                  <a:lnTo>
                    <a:pt x="107" y="8"/>
                  </a:lnTo>
                  <a:lnTo>
                    <a:pt x="109" y="8"/>
                  </a:lnTo>
                  <a:lnTo>
                    <a:pt x="110" y="8"/>
                  </a:lnTo>
                  <a:lnTo>
                    <a:pt x="110" y="8"/>
                  </a:lnTo>
                  <a:lnTo>
                    <a:pt x="110" y="8"/>
                  </a:lnTo>
                  <a:lnTo>
                    <a:pt x="110" y="8"/>
                  </a:lnTo>
                  <a:lnTo>
                    <a:pt x="112" y="8"/>
                  </a:lnTo>
                  <a:lnTo>
                    <a:pt x="112" y="8"/>
                  </a:lnTo>
                  <a:lnTo>
                    <a:pt x="117" y="8"/>
                  </a:lnTo>
                  <a:lnTo>
                    <a:pt x="117" y="8"/>
                  </a:lnTo>
                  <a:lnTo>
                    <a:pt x="117" y="8"/>
                  </a:lnTo>
                  <a:lnTo>
                    <a:pt x="117" y="8"/>
                  </a:lnTo>
                  <a:lnTo>
                    <a:pt x="118" y="8"/>
                  </a:lnTo>
                  <a:lnTo>
                    <a:pt x="120" y="8"/>
                  </a:lnTo>
                  <a:lnTo>
                    <a:pt x="120" y="8"/>
                  </a:lnTo>
                  <a:lnTo>
                    <a:pt x="121" y="8"/>
                  </a:lnTo>
                  <a:lnTo>
                    <a:pt x="121" y="8"/>
                  </a:lnTo>
                  <a:lnTo>
                    <a:pt x="124" y="8"/>
                  </a:lnTo>
                  <a:lnTo>
                    <a:pt x="124" y="8"/>
                  </a:lnTo>
                  <a:lnTo>
                    <a:pt x="129" y="8"/>
                  </a:lnTo>
                  <a:lnTo>
                    <a:pt x="129" y="8"/>
                  </a:lnTo>
                  <a:lnTo>
                    <a:pt x="129" y="8"/>
                  </a:lnTo>
                  <a:lnTo>
                    <a:pt x="129" y="8"/>
                  </a:lnTo>
                  <a:lnTo>
                    <a:pt x="129" y="8"/>
                  </a:lnTo>
                  <a:lnTo>
                    <a:pt x="133" y="8"/>
                  </a:lnTo>
                  <a:lnTo>
                    <a:pt x="133" y="8"/>
                  </a:lnTo>
                  <a:lnTo>
                    <a:pt x="134" y="8"/>
                  </a:lnTo>
                  <a:lnTo>
                    <a:pt x="136" y="8"/>
                  </a:lnTo>
                  <a:lnTo>
                    <a:pt x="139" y="7"/>
                  </a:lnTo>
                  <a:lnTo>
                    <a:pt x="140" y="7"/>
                  </a:lnTo>
                  <a:lnTo>
                    <a:pt x="140" y="7"/>
                  </a:lnTo>
                  <a:lnTo>
                    <a:pt x="140" y="7"/>
                  </a:lnTo>
                  <a:lnTo>
                    <a:pt x="143" y="6"/>
                  </a:lnTo>
                  <a:lnTo>
                    <a:pt x="144" y="6"/>
                  </a:lnTo>
                  <a:lnTo>
                    <a:pt x="147" y="6"/>
                  </a:lnTo>
                  <a:lnTo>
                    <a:pt x="149" y="6"/>
                  </a:lnTo>
                  <a:lnTo>
                    <a:pt x="149" y="6"/>
                  </a:lnTo>
                  <a:lnTo>
                    <a:pt x="149" y="6"/>
                  </a:lnTo>
                  <a:lnTo>
                    <a:pt x="154" y="6"/>
                  </a:lnTo>
                  <a:lnTo>
                    <a:pt x="155" y="6"/>
                  </a:lnTo>
                  <a:lnTo>
                    <a:pt x="157" y="6"/>
                  </a:lnTo>
                  <a:lnTo>
                    <a:pt x="161" y="7"/>
                  </a:lnTo>
                  <a:lnTo>
                    <a:pt x="161" y="6"/>
                  </a:lnTo>
                  <a:lnTo>
                    <a:pt x="162" y="6"/>
                  </a:lnTo>
                  <a:lnTo>
                    <a:pt x="163" y="4"/>
                  </a:lnTo>
                  <a:lnTo>
                    <a:pt x="164" y="2"/>
                  </a:lnTo>
                  <a:lnTo>
                    <a:pt x="168" y="2"/>
                  </a:lnTo>
                  <a:lnTo>
                    <a:pt x="168" y="2"/>
                  </a:lnTo>
                  <a:lnTo>
                    <a:pt x="169" y="4"/>
                  </a:lnTo>
                  <a:lnTo>
                    <a:pt x="170" y="4"/>
                  </a:lnTo>
                  <a:lnTo>
                    <a:pt x="171" y="2"/>
                  </a:lnTo>
                  <a:lnTo>
                    <a:pt x="173" y="2"/>
                  </a:lnTo>
                  <a:lnTo>
                    <a:pt x="173" y="2"/>
                  </a:lnTo>
                  <a:lnTo>
                    <a:pt x="173" y="2"/>
                  </a:lnTo>
                  <a:lnTo>
                    <a:pt x="180" y="2"/>
                  </a:lnTo>
                  <a:lnTo>
                    <a:pt x="180" y="2"/>
                  </a:lnTo>
                  <a:lnTo>
                    <a:pt x="181" y="2"/>
                  </a:lnTo>
                  <a:lnTo>
                    <a:pt x="182" y="2"/>
                  </a:lnTo>
                  <a:lnTo>
                    <a:pt x="183" y="4"/>
                  </a:lnTo>
                  <a:lnTo>
                    <a:pt x="184" y="6"/>
                  </a:lnTo>
                  <a:lnTo>
                    <a:pt x="185" y="6"/>
                  </a:lnTo>
                  <a:lnTo>
                    <a:pt x="187" y="7"/>
                  </a:lnTo>
                  <a:lnTo>
                    <a:pt x="190" y="7"/>
                  </a:lnTo>
                  <a:lnTo>
                    <a:pt x="190" y="7"/>
                  </a:lnTo>
                  <a:lnTo>
                    <a:pt x="193" y="7"/>
                  </a:lnTo>
                  <a:lnTo>
                    <a:pt x="193" y="6"/>
                  </a:lnTo>
                  <a:lnTo>
                    <a:pt x="193" y="6"/>
                  </a:lnTo>
                  <a:lnTo>
                    <a:pt x="194" y="4"/>
                  </a:lnTo>
                  <a:lnTo>
                    <a:pt x="194" y="2"/>
                  </a:lnTo>
                  <a:lnTo>
                    <a:pt x="200" y="2"/>
                  </a:lnTo>
                  <a:lnTo>
                    <a:pt x="200" y="2"/>
                  </a:lnTo>
                  <a:lnTo>
                    <a:pt x="204" y="2"/>
                  </a:lnTo>
                  <a:lnTo>
                    <a:pt x="205" y="4"/>
                  </a:lnTo>
                  <a:lnTo>
                    <a:pt x="206" y="4"/>
                  </a:lnTo>
                  <a:lnTo>
                    <a:pt x="208" y="4"/>
                  </a:lnTo>
                  <a:lnTo>
                    <a:pt x="208" y="4"/>
                  </a:lnTo>
                  <a:lnTo>
                    <a:pt x="211" y="2"/>
                  </a:lnTo>
                  <a:lnTo>
                    <a:pt x="212" y="2"/>
                  </a:lnTo>
                  <a:lnTo>
                    <a:pt x="212" y="2"/>
                  </a:lnTo>
                  <a:lnTo>
                    <a:pt x="215" y="2"/>
                  </a:lnTo>
                  <a:lnTo>
                    <a:pt x="219" y="2"/>
                  </a:lnTo>
                  <a:lnTo>
                    <a:pt x="219" y="4"/>
                  </a:lnTo>
                  <a:lnTo>
                    <a:pt x="220" y="4"/>
                  </a:lnTo>
                  <a:lnTo>
                    <a:pt x="221" y="6"/>
                  </a:lnTo>
                  <a:lnTo>
                    <a:pt x="222" y="6"/>
                  </a:lnTo>
                  <a:lnTo>
                    <a:pt x="223" y="6"/>
                  </a:lnTo>
                  <a:lnTo>
                    <a:pt x="223" y="6"/>
                  </a:lnTo>
                  <a:lnTo>
                    <a:pt x="224" y="6"/>
                  </a:lnTo>
                  <a:lnTo>
                    <a:pt x="224" y="6"/>
                  </a:lnTo>
                  <a:lnTo>
                    <a:pt x="224" y="6"/>
                  </a:lnTo>
                  <a:lnTo>
                    <a:pt x="224" y="6"/>
                  </a:lnTo>
                  <a:lnTo>
                    <a:pt x="229" y="4"/>
                  </a:lnTo>
                  <a:lnTo>
                    <a:pt x="229" y="2"/>
                  </a:lnTo>
                  <a:lnTo>
                    <a:pt x="229" y="2"/>
                  </a:lnTo>
                  <a:lnTo>
                    <a:pt x="229" y="2"/>
                  </a:lnTo>
                  <a:lnTo>
                    <a:pt x="232" y="2"/>
                  </a:lnTo>
                  <a:lnTo>
                    <a:pt x="233" y="2"/>
                  </a:lnTo>
                  <a:lnTo>
                    <a:pt x="234" y="2"/>
                  </a:lnTo>
                  <a:lnTo>
                    <a:pt x="237" y="2"/>
                  </a:lnTo>
                  <a:lnTo>
                    <a:pt x="237" y="2"/>
                  </a:lnTo>
                  <a:lnTo>
                    <a:pt x="239" y="2"/>
                  </a:lnTo>
                  <a:lnTo>
                    <a:pt x="242" y="2"/>
                  </a:lnTo>
                  <a:lnTo>
                    <a:pt x="242" y="2"/>
                  </a:lnTo>
                  <a:lnTo>
                    <a:pt x="246" y="2"/>
                  </a:lnTo>
                  <a:lnTo>
                    <a:pt x="248" y="2"/>
                  </a:lnTo>
                  <a:lnTo>
                    <a:pt x="250" y="2"/>
                  </a:lnTo>
                  <a:lnTo>
                    <a:pt x="251" y="2"/>
                  </a:lnTo>
                  <a:lnTo>
                    <a:pt x="252" y="2"/>
                  </a:lnTo>
                  <a:lnTo>
                    <a:pt x="255" y="2"/>
                  </a:lnTo>
                  <a:lnTo>
                    <a:pt x="258" y="2"/>
                  </a:lnTo>
                  <a:lnTo>
                    <a:pt x="259" y="2"/>
                  </a:lnTo>
                  <a:lnTo>
                    <a:pt x="259" y="2"/>
                  </a:lnTo>
                  <a:lnTo>
                    <a:pt x="261" y="2"/>
                  </a:lnTo>
                  <a:lnTo>
                    <a:pt x="264" y="2"/>
                  </a:lnTo>
                  <a:lnTo>
                    <a:pt x="264" y="2"/>
                  </a:lnTo>
                  <a:lnTo>
                    <a:pt x="268" y="0"/>
                  </a:lnTo>
                  <a:lnTo>
                    <a:pt x="270" y="0"/>
                  </a:lnTo>
                  <a:lnTo>
                    <a:pt x="272" y="0"/>
                  </a:lnTo>
                  <a:lnTo>
                    <a:pt x="272" y="0"/>
                  </a:lnTo>
                  <a:lnTo>
                    <a:pt x="273" y="2"/>
                  </a:lnTo>
                  <a:lnTo>
                    <a:pt x="277" y="2"/>
                  </a:lnTo>
                  <a:lnTo>
                    <a:pt x="277" y="2"/>
                  </a:lnTo>
                  <a:lnTo>
                    <a:pt x="278" y="2"/>
                  </a:lnTo>
                  <a:lnTo>
                    <a:pt x="281" y="2"/>
                  </a:lnTo>
                  <a:lnTo>
                    <a:pt x="283" y="2"/>
                  </a:lnTo>
                  <a:lnTo>
                    <a:pt x="283" y="2"/>
                  </a:lnTo>
                  <a:lnTo>
                    <a:pt x="286" y="2"/>
                  </a:lnTo>
                  <a:lnTo>
                    <a:pt x="289" y="2"/>
                  </a:lnTo>
                  <a:lnTo>
                    <a:pt x="290" y="2"/>
                  </a:lnTo>
                  <a:lnTo>
                    <a:pt x="290" y="2"/>
                  </a:lnTo>
                  <a:lnTo>
                    <a:pt x="293" y="2"/>
                  </a:lnTo>
                  <a:lnTo>
                    <a:pt x="294" y="2"/>
                  </a:lnTo>
                  <a:lnTo>
                    <a:pt x="297" y="2"/>
                  </a:lnTo>
                  <a:lnTo>
                    <a:pt x="298" y="2"/>
                  </a:lnTo>
                  <a:lnTo>
                    <a:pt x="299" y="2"/>
                  </a:lnTo>
                  <a:lnTo>
                    <a:pt x="299" y="2"/>
                  </a:lnTo>
                  <a:lnTo>
                    <a:pt x="299" y="2"/>
                  </a:lnTo>
                  <a:lnTo>
                    <a:pt x="304" y="2"/>
                  </a:lnTo>
                  <a:lnTo>
                    <a:pt x="305" y="2"/>
                  </a:lnTo>
                  <a:lnTo>
                    <a:pt x="306" y="2"/>
                  </a:lnTo>
                  <a:lnTo>
                    <a:pt x="307" y="2"/>
                  </a:lnTo>
                  <a:lnTo>
                    <a:pt x="307" y="2"/>
                  </a:lnTo>
                  <a:lnTo>
                    <a:pt x="312" y="2"/>
                  </a:lnTo>
                  <a:lnTo>
                    <a:pt x="315" y="2"/>
                  </a:lnTo>
                  <a:lnTo>
                    <a:pt x="315" y="2"/>
                  </a:lnTo>
                  <a:lnTo>
                    <a:pt x="318" y="4"/>
                  </a:lnTo>
                  <a:lnTo>
                    <a:pt x="318" y="6"/>
                  </a:lnTo>
                  <a:lnTo>
                    <a:pt x="322" y="7"/>
                  </a:lnTo>
                  <a:lnTo>
                    <a:pt x="323" y="7"/>
                  </a:lnTo>
                  <a:lnTo>
                    <a:pt x="326" y="6"/>
                  </a:lnTo>
                  <a:lnTo>
                    <a:pt x="326" y="6"/>
                  </a:lnTo>
                  <a:lnTo>
                    <a:pt x="328" y="6"/>
                  </a:lnTo>
                  <a:lnTo>
                    <a:pt x="329" y="6"/>
                  </a:lnTo>
                  <a:lnTo>
                    <a:pt x="329" y="4"/>
                  </a:lnTo>
                  <a:lnTo>
                    <a:pt x="329" y="4"/>
                  </a:lnTo>
                  <a:lnTo>
                    <a:pt x="329" y="2"/>
                  </a:lnTo>
                  <a:lnTo>
                    <a:pt x="333" y="2"/>
                  </a:lnTo>
                  <a:lnTo>
                    <a:pt x="336" y="2"/>
                  </a:lnTo>
                  <a:lnTo>
                    <a:pt x="337" y="2"/>
                  </a:lnTo>
                  <a:lnTo>
                    <a:pt x="337" y="2"/>
                  </a:lnTo>
                  <a:lnTo>
                    <a:pt x="337" y="4"/>
                  </a:lnTo>
                  <a:lnTo>
                    <a:pt x="343" y="4"/>
                  </a:lnTo>
                  <a:lnTo>
                    <a:pt x="344" y="4"/>
                  </a:lnTo>
                  <a:lnTo>
                    <a:pt x="344" y="4"/>
                  </a:lnTo>
                  <a:lnTo>
                    <a:pt x="344" y="4"/>
                  </a:lnTo>
                  <a:lnTo>
                    <a:pt x="344" y="4"/>
                  </a:lnTo>
                  <a:lnTo>
                    <a:pt x="347" y="4"/>
                  </a:lnTo>
                  <a:lnTo>
                    <a:pt x="349" y="4"/>
                  </a:lnTo>
                  <a:lnTo>
                    <a:pt x="353" y="6"/>
                  </a:lnTo>
                  <a:lnTo>
                    <a:pt x="354" y="7"/>
                  </a:lnTo>
                  <a:lnTo>
                    <a:pt x="354" y="8"/>
                  </a:lnTo>
                  <a:lnTo>
                    <a:pt x="355" y="8"/>
                  </a:lnTo>
                  <a:lnTo>
                    <a:pt x="356" y="8"/>
                  </a:lnTo>
                  <a:lnTo>
                    <a:pt x="359" y="8"/>
                  </a:lnTo>
                  <a:lnTo>
                    <a:pt x="359" y="8"/>
                  </a:lnTo>
                  <a:lnTo>
                    <a:pt x="359" y="8"/>
                  </a:lnTo>
                  <a:lnTo>
                    <a:pt x="360" y="8"/>
                  </a:lnTo>
                  <a:lnTo>
                    <a:pt x="360" y="8"/>
                  </a:lnTo>
                  <a:lnTo>
                    <a:pt x="360" y="8"/>
                  </a:lnTo>
                  <a:lnTo>
                    <a:pt x="362" y="8"/>
                  </a:lnTo>
                  <a:lnTo>
                    <a:pt x="363" y="8"/>
                  </a:lnTo>
                  <a:lnTo>
                    <a:pt x="363" y="8"/>
                  </a:lnTo>
                  <a:lnTo>
                    <a:pt x="366" y="8"/>
                  </a:lnTo>
                  <a:lnTo>
                    <a:pt x="366" y="8"/>
                  </a:lnTo>
                  <a:lnTo>
                    <a:pt x="370" y="8"/>
                  </a:lnTo>
                  <a:lnTo>
                    <a:pt x="370" y="8"/>
                  </a:lnTo>
                  <a:lnTo>
                    <a:pt x="370" y="13"/>
                  </a:lnTo>
                  <a:lnTo>
                    <a:pt x="371" y="13"/>
                  </a:lnTo>
                  <a:lnTo>
                    <a:pt x="376" y="13"/>
                  </a:lnTo>
                  <a:lnTo>
                    <a:pt x="377" y="13"/>
                  </a:lnTo>
                  <a:lnTo>
                    <a:pt x="378" y="13"/>
                  </a:lnTo>
                  <a:lnTo>
                    <a:pt x="378" y="13"/>
                  </a:lnTo>
                  <a:lnTo>
                    <a:pt x="378" y="13"/>
                  </a:lnTo>
                  <a:lnTo>
                    <a:pt x="379" y="13"/>
                  </a:lnTo>
                  <a:lnTo>
                    <a:pt x="379" y="13"/>
                  </a:lnTo>
                  <a:lnTo>
                    <a:pt x="379" y="13"/>
                  </a:lnTo>
                  <a:lnTo>
                    <a:pt x="384" y="13"/>
                  </a:lnTo>
                  <a:lnTo>
                    <a:pt x="385" y="13"/>
                  </a:lnTo>
                  <a:lnTo>
                    <a:pt x="385" y="13"/>
                  </a:lnTo>
                  <a:lnTo>
                    <a:pt x="386" y="14"/>
                  </a:lnTo>
                  <a:lnTo>
                    <a:pt x="386" y="14"/>
                  </a:lnTo>
                  <a:lnTo>
                    <a:pt x="389" y="16"/>
                  </a:lnTo>
                  <a:lnTo>
                    <a:pt x="390" y="18"/>
                  </a:lnTo>
                  <a:lnTo>
                    <a:pt x="392" y="21"/>
                  </a:lnTo>
                  <a:lnTo>
                    <a:pt x="393" y="21"/>
                  </a:lnTo>
                  <a:lnTo>
                    <a:pt x="393" y="21"/>
                  </a:lnTo>
                  <a:lnTo>
                    <a:pt x="394" y="21"/>
                  </a:lnTo>
                  <a:lnTo>
                    <a:pt x="394" y="21"/>
                  </a:lnTo>
                  <a:lnTo>
                    <a:pt x="395" y="21"/>
                  </a:lnTo>
                  <a:lnTo>
                    <a:pt x="395" y="21"/>
                  </a:lnTo>
                  <a:lnTo>
                    <a:pt x="395" y="21"/>
                  </a:lnTo>
                  <a:lnTo>
                    <a:pt x="395" y="21"/>
                  </a:lnTo>
                  <a:lnTo>
                    <a:pt x="395" y="21"/>
                  </a:lnTo>
                  <a:lnTo>
                    <a:pt x="398" y="21"/>
                  </a:lnTo>
                  <a:lnTo>
                    <a:pt x="398" y="21"/>
                  </a:lnTo>
                  <a:lnTo>
                    <a:pt x="400" y="21"/>
                  </a:lnTo>
                  <a:lnTo>
                    <a:pt x="401" y="22"/>
                  </a:lnTo>
                  <a:lnTo>
                    <a:pt x="404" y="22"/>
                  </a:lnTo>
                  <a:lnTo>
                    <a:pt x="404" y="23"/>
                  </a:lnTo>
                  <a:lnTo>
                    <a:pt x="405" y="24"/>
                  </a:lnTo>
                  <a:lnTo>
                    <a:pt x="405" y="24"/>
                  </a:lnTo>
                  <a:lnTo>
                    <a:pt x="407" y="24"/>
                  </a:lnTo>
                  <a:lnTo>
                    <a:pt x="407" y="24"/>
                  </a:lnTo>
                  <a:lnTo>
                    <a:pt x="408" y="24"/>
                  </a:lnTo>
                  <a:lnTo>
                    <a:pt x="408" y="24"/>
                  </a:lnTo>
                  <a:lnTo>
                    <a:pt x="408" y="24"/>
                  </a:lnTo>
                  <a:lnTo>
                    <a:pt x="408" y="24"/>
                  </a:lnTo>
                  <a:lnTo>
                    <a:pt x="409" y="24"/>
                  </a:lnTo>
                  <a:lnTo>
                    <a:pt x="414" y="24"/>
                  </a:lnTo>
                  <a:lnTo>
                    <a:pt x="414" y="24"/>
                  </a:lnTo>
                  <a:lnTo>
                    <a:pt x="416" y="24"/>
                  </a:lnTo>
                  <a:lnTo>
                    <a:pt x="417" y="27"/>
                  </a:lnTo>
                  <a:lnTo>
                    <a:pt x="417" y="27"/>
                  </a:lnTo>
                  <a:lnTo>
                    <a:pt x="420" y="28"/>
                  </a:lnTo>
                  <a:lnTo>
                    <a:pt x="420" y="28"/>
                  </a:lnTo>
                  <a:lnTo>
                    <a:pt x="420" y="28"/>
                  </a:lnTo>
                  <a:lnTo>
                    <a:pt x="421" y="32"/>
                  </a:lnTo>
                  <a:lnTo>
                    <a:pt x="421" y="33"/>
                  </a:lnTo>
                  <a:lnTo>
                    <a:pt x="36" y="33"/>
                  </a:lnTo>
                  <a:lnTo>
                    <a:pt x="36" y="33"/>
                  </a:lnTo>
                </a:path>
              </a:pathLst>
            </a:custGeom>
            <a:solidFill>
              <a:srgbClr val="ffe0f5"/>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2759" name=""/>
            <p:cNvSpPr/>
            <p:nvPr/>
          </p:nvSpPr>
          <p:spPr>
            <a:xfrm>
              <a:off x="6421320" y="3533760"/>
              <a:ext cx="216000" cy="87480"/>
            </a:xfrm>
            <a:custGeom>
              <a:avLst/>
              <a:gdLst/>
              <a:ahLst/>
              <a:rect l="l" t="t" r="r" b="b"/>
              <a:pathLst>
                <a:path w="136" h="55">
                  <a:moveTo>
                    <a:pt x="2" y="54"/>
                  </a:moveTo>
                  <a:lnTo>
                    <a:pt x="2" y="51"/>
                  </a:lnTo>
                  <a:lnTo>
                    <a:pt x="0" y="47"/>
                  </a:lnTo>
                  <a:lnTo>
                    <a:pt x="0" y="46"/>
                  </a:lnTo>
                  <a:lnTo>
                    <a:pt x="0" y="46"/>
                  </a:lnTo>
                  <a:lnTo>
                    <a:pt x="0" y="44"/>
                  </a:lnTo>
                  <a:lnTo>
                    <a:pt x="2" y="44"/>
                  </a:lnTo>
                  <a:lnTo>
                    <a:pt x="2" y="44"/>
                  </a:lnTo>
                  <a:lnTo>
                    <a:pt x="2" y="44"/>
                  </a:lnTo>
                  <a:lnTo>
                    <a:pt x="2" y="42"/>
                  </a:lnTo>
                  <a:lnTo>
                    <a:pt x="3" y="41"/>
                  </a:lnTo>
                  <a:lnTo>
                    <a:pt x="4" y="41"/>
                  </a:lnTo>
                  <a:lnTo>
                    <a:pt x="4" y="41"/>
                  </a:lnTo>
                  <a:lnTo>
                    <a:pt x="4" y="40"/>
                  </a:lnTo>
                  <a:lnTo>
                    <a:pt x="4" y="37"/>
                  </a:lnTo>
                  <a:lnTo>
                    <a:pt x="4" y="36"/>
                  </a:lnTo>
                  <a:lnTo>
                    <a:pt x="6" y="35"/>
                  </a:lnTo>
                  <a:lnTo>
                    <a:pt x="9" y="35"/>
                  </a:lnTo>
                  <a:lnTo>
                    <a:pt x="9" y="33"/>
                  </a:lnTo>
                  <a:lnTo>
                    <a:pt x="9" y="30"/>
                  </a:lnTo>
                  <a:lnTo>
                    <a:pt x="9" y="29"/>
                  </a:lnTo>
                  <a:lnTo>
                    <a:pt x="9" y="27"/>
                  </a:lnTo>
                  <a:lnTo>
                    <a:pt x="9" y="26"/>
                  </a:lnTo>
                  <a:lnTo>
                    <a:pt x="9" y="26"/>
                  </a:lnTo>
                  <a:lnTo>
                    <a:pt x="11" y="26"/>
                  </a:lnTo>
                  <a:lnTo>
                    <a:pt x="12" y="26"/>
                  </a:lnTo>
                  <a:lnTo>
                    <a:pt x="12" y="20"/>
                  </a:lnTo>
                  <a:lnTo>
                    <a:pt x="12" y="20"/>
                  </a:lnTo>
                  <a:lnTo>
                    <a:pt x="12" y="18"/>
                  </a:lnTo>
                  <a:lnTo>
                    <a:pt x="12" y="17"/>
                  </a:lnTo>
                  <a:lnTo>
                    <a:pt x="12" y="17"/>
                  </a:lnTo>
                  <a:lnTo>
                    <a:pt x="14" y="15"/>
                  </a:lnTo>
                  <a:lnTo>
                    <a:pt x="15" y="15"/>
                  </a:lnTo>
                  <a:lnTo>
                    <a:pt x="15" y="14"/>
                  </a:lnTo>
                  <a:lnTo>
                    <a:pt x="17" y="13"/>
                  </a:lnTo>
                  <a:lnTo>
                    <a:pt x="19" y="7"/>
                  </a:lnTo>
                  <a:lnTo>
                    <a:pt x="20" y="7"/>
                  </a:lnTo>
                  <a:lnTo>
                    <a:pt x="21" y="7"/>
                  </a:lnTo>
                  <a:lnTo>
                    <a:pt x="22" y="6"/>
                  </a:lnTo>
                  <a:lnTo>
                    <a:pt x="23" y="5"/>
                  </a:lnTo>
                  <a:lnTo>
                    <a:pt x="24" y="5"/>
                  </a:lnTo>
                  <a:lnTo>
                    <a:pt x="26" y="5"/>
                  </a:lnTo>
                  <a:lnTo>
                    <a:pt x="26" y="5"/>
                  </a:lnTo>
                  <a:lnTo>
                    <a:pt x="26" y="4"/>
                  </a:lnTo>
                  <a:lnTo>
                    <a:pt x="26" y="4"/>
                  </a:lnTo>
                  <a:lnTo>
                    <a:pt x="26" y="4"/>
                  </a:lnTo>
                  <a:lnTo>
                    <a:pt x="26" y="4"/>
                  </a:lnTo>
                  <a:lnTo>
                    <a:pt x="28" y="3"/>
                  </a:lnTo>
                  <a:lnTo>
                    <a:pt x="30" y="3"/>
                  </a:lnTo>
                  <a:lnTo>
                    <a:pt x="33" y="3"/>
                  </a:lnTo>
                  <a:lnTo>
                    <a:pt x="34" y="3"/>
                  </a:lnTo>
                  <a:lnTo>
                    <a:pt x="35" y="3"/>
                  </a:lnTo>
                  <a:lnTo>
                    <a:pt x="36" y="3"/>
                  </a:lnTo>
                  <a:lnTo>
                    <a:pt x="39" y="3"/>
                  </a:lnTo>
                  <a:lnTo>
                    <a:pt x="40" y="3"/>
                  </a:lnTo>
                  <a:lnTo>
                    <a:pt x="41" y="3"/>
                  </a:lnTo>
                  <a:lnTo>
                    <a:pt x="41" y="2"/>
                  </a:lnTo>
                  <a:lnTo>
                    <a:pt x="41" y="2"/>
                  </a:lnTo>
                  <a:lnTo>
                    <a:pt x="44" y="0"/>
                  </a:lnTo>
                  <a:lnTo>
                    <a:pt x="46" y="0"/>
                  </a:lnTo>
                  <a:lnTo>
                    <a:pt x="48" y="0"/>
                  </a:lnTo>
                  <a:lnTo>
                    <a:pt x="53" y="0"/>
                  </a:lnTo>
                  <a:lnTo>
                    <a:pt x="54" y="0"/>
                  </a:lnTo>
                  <a:lnTo>
                    <a:pt x="55" y="0"/>
                  </a:lnTo>
                  <a:lnTo>
                    <a:pt x="57" y="0"/>
                  </a:lnTo>
                  <a:lnTo>
                    <a:pt x="57" y="0"/>
                  </a:lnTo>
                  <a:lnTo>
                    <a:pt x="57" y="0"/>
                  </a:lnTo>
                  <a:lnTo>
                    <a:pt x="57" y="0"/>
                  </a:lnTo>
                  <a:lnTo>
                    <a:pt x="60" y="0"/>
                  </a:lnTo>
                  <a:lnTo>
                    <a:pt x="63" y="0"/>
                  </a:lnTo>
                  <a:lnTo>
                    <a:pt x="63" y="0"/>
                  </a:lnTo>
                  <a:lnTo>
                    <a:pt x="65" y="0"/>
                  </a:lnTo>
                  <a:lnTo>
                    <a:pt x="65" y="0"/>
                  </a:lnTo>
                  <a:lnTo>
                    <a:pt x="65" y="0"/>
                  </a:lnTo>
                  <a:lnTo>
                    <a:pt x="67" y="0"/>
                  </a:lnTo>
                  <a:lnTo>
                    <a:pt x="68" y="0"/>
                  </a:lnTo>
                  <a:lnTo>
                    <a:pt x="72" y="0"/>
                  </a:lnTo>
                  <a:lnTo>
                    <a:pt x="76" y="0"/>
                  </a:lnTo>
                  <a:lnTo>
                    <a:pt x="77" y="0"/>
                  </a:lnTo>
                  <a:lnTo>
                    <a:pt x="77" y="0"/>
                  </a:lnTo>
                  <a:lnTo>
                    <a:pt x="77" y="0"/>
                  </a:lnTo>
                  <a:lnTo>
                    <a:pt x="82" y="0"/>
                  </a:lnTo>
                  <a:lnTo>
                    <a:pt x="82" y="0"/>
                  </a:lnTo>
                  <a:lnTo>
                    <a:pt x="82" y="0"/>
                  </a:lnTo>
                  <a:lnTo>
                    <a:pt x="82" y="0"/>
                  </a:lnTo>
                  <a:lnTo>
                    <a:pt x="84" y="0"/>
                  </a:lnTo>
                  <a:lnTo>
                    <a:pt x="84" y="0"/>
                  </a:lnTo>
                  <a:lnTo>
                    <a:pt x="86" y="0"/>
                  </a:lnTo>
                  <a:lnTo>
                    <a:pt x="86" y="0"/>
                  </a:lnTo>
                  <a:lnTo>
                    <a:pt x="87" y="0"/>
                  </a:lnTo>
                  <a:lnTo>
                    <a:pt x="87" y="0"/>
                  </a:lnTo>
                  <a:lnTo>
                    <a:pt x="87" y="0"/>
                  </a:lnTo>
                  <a:lnTo>
                    <a:pt x="87" y="0"/>
                  </a:lnTo>
                  <a:lnTo>
                    <a:pt x="88" y="0"/>
                  </a:lnTo>
                  <a:lnTo>
                    <a:pt x="89" y="0"/>
                  </a:lnTo>
                  <a:lnTo>
                    <a:pt x="90" y="0"/>
                  </a:lnTo>
                  <a:lnTo>
                    <a:pt x="92" y="0"/>
                  </a:lnTo>
                  <a:lnTo>
                    <a:pt x="94" y="0"/>
                  </a:lnTo>
                  <a:lnTo>
                    <a:pt x="95" y="0"/>
                  </a:lnTo>
                  <a:lnTo>
                    <a:pt x="96" y="1"/>
                  </a:lnTo>
                  <a:lnTo>
                    <a:pt x="96" y="1"/>
                  </a:lnTo>
                  <a:lnTo>
                    <a:pt x="96" y="2"/>
                  </a:lnTo>
                  <a:lnTo>
                    <a:pt x="98" y="2"/>
                  </a:lnTo>
                  <a:lnTo>
                    <a:pt x="98" y="2"/>
                  </a:lnTo>
                  <a:lnTo>
                    <a:pt x="99" y="2"/>
                  </a:lnTo>
                  <a:lnTo>
                    <a:pt x="102" y="2"/>
                  </a:lnTo>
                  <a:lnTo>
                    <a:pt x="104" y="2"/>
                  </a:lnTo>
                  <a:lnTo>
                    <a:pt x="104" y="2"/>
                  </a:lnTo>
                  <a:lnTo>
                    <a:pt x="104" y="3"/>
                  </a:lnTo>
                  <a:lnTo>
                    <a:pt x="105" y="3"/>
                  </a:lnTo>
                  <a:lnTo>
                    <a:pt x="107" y="3"/>
                  </a:lnTo>
                  <a:lnTo>
                    <a:pt x="108" y="3"/>
                  </a:lnTo>
                  <a:lnTo>
                    <a:pt x="108" y="3"/>
                  </a:lnTo>
                  <a:lnTo>
                    <a:pt x="108" y="3"/>
                  </a:lnTo>
                  <a:lnTo>
                    <a:pt x="108" y="3"/>
                  </a:lnTo>
                  <a:lnTo>
                    <a:pt x="113" y="3"/>
                  </a:lnTo>
                  <a:lnTo>
                    <a:pt x="113" y="3"/>
                  </a:lnTo>
                  <a:lnTo>
                    <a:pt x="114" y="3"/>
                  </a:lnTo>
                  <a:lnTo>
                    <a:pt x="114" y="3"/>
                  </a:lnTo>
                  <a:lnTo>
                    <a:pt x="114" y="3"/>
                  </a:lnTo>
                  <a:lnTo>
                    <a:pt x="117" y="3"/>
                  </a:lnTo>
                  <a:lnTo>
                    <a:pt x="117" y="3"/>
                  </a:lnTo>
                  <a:lnTo>
                    <a:pt x="120" y="3"/>
                  </a:lnTo>
                  <a:lnTo>
                    <a:pt x="120" y="3"/>
                  </a:lnTo>
                  <a:lnTo>
                    <a:pt x="120" y="3"/>
                  </a:lnTo>
                  <a:lnTo>
                    <a:pt x="122" y="3"/>
                  </a:lnTo>
                  <a:lnTo>
                    <a:pt x="122" y="3"/>
                  </a:lnTo>
                  <a:lnTo>
                    <a:pt x="122" y="3"/>
                  </a:lnTo>
                  <a:lnTo>
                    <a:pt x="122" y="3"/>
                  </a:lnTo>
                  <a:lnTo>
                    <a:pt x="122" y="4"/>
                  </a:lnTo>
                  <a:lnTo>
                    <a:pt x="122" y="4"/>
                  </a:lnTo>
                  <a:lnTo>
                    <a:pt x="124" y="4"/>
                  </a:lnTo>
                  <a:lnTo>
                    <a:pt x="126" y="4"/>
                  </a:lnTo>
                  <a:lnTo>
                    <a:pt x="126" y="4"/>
                  </a:lnTo>
                  <a:lnTo>
                    <a:pt x="128" y="5"/>
                  </a:lnTo>
                  <a:lnTo>
                    <a:pt x="128" y="5"/>
                  </a:lnTo>
                  <a:lnTo>
                    <a:pt x="131" y="5"/>
                  </a:lnTo>
                  <a:lnTo>
                    <a:pt x="133" y="5"/>
                  </a:lnTo>
                  <a:lnTo>
                    <a:pt x="133" y="5"/>
                  </a:lnTo>
                  <a:lnTo>
                    <a:pt x="135" y="5"/>
                  </a:lnTo>
                  <a:lnTo>
                    <a:pt x="135" y="6"/>
                  </a:lnTo>
                  <a:lnTo>
                    <a:pt x="135" y="6"/>
                  </a:lnTo>
                  <a:lnTo>
                    <a:pt x="135" y="6"/>
                  </a:lnTo>
                  <a:lnTo>
                    <a:pt x="135" y="6"/>
                  </a:lnTo>
                  <a:lnTo>
                    <a:pt x="133" y="5"/>
                  </a:lnTo>
                  <a:lnTo>
                    <a:pt x="129" y="5"/>
                  </a:lnTo>
                  <a:lnTo>
                    <a:pt x="128" y="5"/>
                  </a:lnTo>
                  <a:lnTo>
                    <a:pt x="125" y="5"/>
                  </a:lnTo>
                  <a:lnTo>
                    <a:pt x="122" y="5"/>
                  </a:lnTo>
                  <a:lnTo>
                    <a:pt x="122" y="5"/>
                  </a:lnTo>
                  <a:lnTo>
                    <a:pt x="122" y="5"/>
                  </a:lnTo>
                  <a:lnTo>
                    <a:pt x="120" y="5"/>
                  </a:lnTo>
                  <a:lnTo>
                    <a:pt x="117" y="5"/>
                  </a:lnTo>
                  <a:lnTo>
                    <a:pt x="117" y="5"/>
                  </a:lnTo>
                  <a:lnTo>
                    <a:pt x="114" y="5"/>
                  </a:lnTo>
                  <a:lnTo>
                    <a:pt x="114" y="6"/>
                  </a:lnTo>
                  <a:lnTo>
                    <a:pt x="114" y="6"/>
                  </a:lnTo>
                  <a:lnTo>
                    <a:pt x="114" y="6"/>
                  </a:lnTo>
                  <a:lnTo>
                    <a:pt x="114" y="6"/>
                  </a:lnTo>
                  <a:lnTo>
                    <a:pt x="114" y="6"/>
                  </a:lnTo>
                  <a:lnTo>
                    <a:pt x="114" y="5"/>
                  </a:lnTo>
                  <a:lnTo>
                    <a:pt x="114" y="5"/>
                  </a:lnTo>
                  <a:lnTo>
                    <a:pt x="114" y="5"/>
                  </a:lnTo>
                  <a:lnTo>
                    <a:pt x="114" y="5"/>
                  </a:lnTo>
                  <a:lnTo>
                    <a:pt x="113" y="5"/>
                  </a:lnTo>
                  <a:lnTo>
                    <a:pt x="113" y="4"/>
                  </a:lnTo>
                  <a:lnTo>
                    <a:pt x="108" y="4"/>
                  </a:lnTo>
                  <a:lnTo>
                    <a:pt x="108" y="4"/>
                  </a:lnTo>
                  <a:lnTo>
                    <a:pt x="105" y="4"/>
                  </a:lnTo>
                  <a:lnTo>
                    <a:pt x="104" y="3"/>
                  </a:lnTo>
                  <a:lnTo>
                    <a:pt x="104" y="3"/>
                  </a:lnTo>
                  <a:lnTo>
                    <a:pt x="102" y="3"/>
                  </a:lnTo>
                  <a:lnTo>
                    <a:pt x="99" y="3"/>
                  </a:lnTo>
                  <a:lnTo>
                    <a:pt x="99" y="3"/>
                  </a:lnTo>
                  <a:lnTo>
                    <a:pt x="106" y="5"/>
                  </a:lnTo>
                  <a:lnTo>
                    <a:pt x="106" y="5"/>
                  </a:lnTo>
                  <a:lnTo>
                    <a:pt x="104" y="5"/>
                  </a:lnTo>
                  <a:lnTo>
                    <a:pt x="104" y="4"/>
                  </a:lnTo>
                  <a:lnTo>
                    <a:pt x="104" y="4"/>
                  </a:lnTo>
                  <a:lnTo>
                    <a:pt x="102" y="4"/>
                  </a:lnTo>
                  <a:lnTo>
                    <a:pt x="99" y="4"/>
                  </a:lnTo>
                  <a:lnTo>
                    <a:pt x="98" y="3"/>
                  </a:lnTo>
                  <a:lnTo>
                    <a:pt x="96" y="3"/>
                  </a:lnTo>
                  <a:lnTo>
                    <a:pt x="96" y="3"/>
                  </a:lnTo>
                  <a:lnTo>
                    <a:pt x="95" y="3"/>
                  </a:lnTo>
                  <a:lnTo>
                    <a:pt x="92" y="4"/>
                  </a:lnTo>
                  <a:lnTo>
                    <a:pt x="90" y="4"/>
                  </a:lnTo>
                  <a:lnTo>
                    <a:pt x="89" y="4"/>
                  </a:lnTo>
                  <a:lnTo>
                    <a:pt x="89" y="4"/>
                  </a:lnTo>
                  <a:lnTo>
                    <a:pt x="88" y="4"/>
                  </a:lnTo>
                  <a:lnTo>
                    <a:pt x="88" y="4"/>
                  </a:lnTo>
                  <a:lnTo>
                    <a:pt x="92" y="5"/>
                  </a:lnTo>
                  <a:lnTo>
                    <a:pt x="92" y="5"/>
                  </a:lnTo>
                  <a:lnTo>
                    <a:pt x="92" y="5"/>
                  </a:lnTo>
                  <a:lnTo>
                    <a:pt x="90" y="5"/>
                  </a:lnTo>
                  <a:lnTo>
                    <a:pt x="89" y="5"/>
                  </a:lnTo>
                  <a:lnTo>
                    <a:pt x="88" y="5"/>
                  </a:lnTo>
                  <a:lnTo>
                    <a:pt x="87" y="5"/>
                  </a:lnTo>
                  <a:lnTo>
                    <a:pt x="87" y="4"/>
                  </a:lnTo>
                  <a:lnTo>
                    <a:pt x="86" y="4"/>
                  </a:lnTo>
                  <a:lnTo>
                    <a:pt x="84" y="4"/>
                  </a:lnTo>
                  <a:lnTo>
                    <a:pt x="83" y="4"/>
                  </a:lnTo>
                  <a:lnTo>
                    <a:pt x="82" y="4"/>
                  </a:lnTo>
                  <a:lnTo>
                    <a:pt x="82" y="4"/>
                  </a:lnTo>
                  <a:lnTo>
                    <a:pt x="78" y="4"/>
                  </a:lnTo>
                  <a:lnTo>
                    <a:pt x="77" y="4"/>
                  </a:lnTo>
                  <a:lnTo>
                    <a:pt x="75" y="4"/>
                  </a:lnTo>
                  <a:lnTo>
                    <a:pt x="75" y="4"/>
                  </a:lnTo>
                  <a:lnTo>
                    <a:pt x="74" y="5"/>
                  </a:lnTo>
                  <a:lnTo>
                    <a:pt x="72" y="5"/>
                  </a:lnTo>
                  <a:lnTo>
                    <a:pt x="72" y="5"/>
                  </a:lnTo>
                  <a:lnTo>
                    <a:pt x="72" y="5"/>
                  </a:lnTo>
                  <a:lnTo>
                    <a:pt x="72" y="5"/>
                  </a:lnTo>
                  <a:lnTo>
                    <a:pt x="72" y="5"/>
                  </a:lnTo>
                  <a:lnTo>
                    <a:pt x="72" y="5"/>
                  </a:lnTo>
                  <a:lnTo>
                    <a:pt x="72" y="6"/>
                  </a:lnTo>
                  <a:lnTo>
                    <a:pt x="72" y="6"/>
                  </a:lnTo>
                  <a:lnTo>
                    <a:pt x="68" y="6"/>
                  </a:lnTo>
                  <a:lnTo>
                    <a:pt x="68" y="6"/>
                  </a:lnTo>
                  <a:lnTo>
                    <a:pt x="67" y="6"/>
                  </a:lnTo>
                  <a:lnTo>
                    <a:pt x="66" y="6"/>
                  </a:lnTo>
                  <a:lnTo>
                    <a:pt x="65" y="6"/>
                  </a:lnTo>
                  <a:lnTo>
                    <a:pt x="65" y="6"/>
                  </a:lnTo>
                  <a:lnTo>
                    <a:pt x="65" y="6"/>
                  </a:lnTo>
                  <a:lnTo>
                    <a:pt x="63" y="6"/>
                  </a:lnTo>
                  <a:lnTo>
                    <a:pt x="63" y="7"/>
                  </a:lnTo>
                  <a:lnTo>
                    <a:pt x="63" y="7"/>
                  </a:lnTo>
                  <a:lnTo>
                    <a:pt x="63" y="7"/>
                  </a:lnTo>
                  <a:lnTo>
                    <a:pt x="60" y="14"/>
                  </a:lnTo>
                  <a:lnTo>
                    <a:pt x="60" y="14"/>
                  </a:lnTo>
                  <a:lnTo>
                    <a:pt x="57" y="15"/>
                  </a:lnTo>
                  <a:lnTo>
                    <a:pt x="57" y="15"/>
                  </a:lnTo>
                  <a:lnTo>
                    <a:pt x="57" y="15"/>
                  </a:lnTo>
                  <a:lnTo>
                    <a:pt x="55" y="15"/>
                  </a:lnTo>
                  <a:lnTo>
                    <a:pt x="53" y="15"/>
                  </a:lnTo>
                  <a:lnTo>
                    <a:pt x="53" y="15"/>
                  </a:lnTo>
                  <a:lnTo>
                    <a:pt x="53" y="15"/>
                  </a:lnTo>
                  <a:lnTo>
                    <a:pt x="50" y="15"/>
                  </a:lnTo>
                  <a:lnTo>
                    <a:pt x="50" y="15"/>
                  </a:lnTo>
                  <a:lnTo>
                    <a:pt x="50" y="17"/>
                  </a:lnTo>
                  <a:lnTo>
                    <a:pt x="50" y="17"/>
                  </a:lnTo>
                  <a:lnTo>
                    <a:pt x="48" y="18"/>
                  </a:lnTo>
                  <a:lnTo>
                    <a:pt x="47" y="20"/>
                  </a:lnTo>
                  <a:lnTo>
                    <a:pt x="47" y="24"/>
                  </a:lnTo>
                  <a:lnTo>
                    <a:pt x="47" y="26"/>
                  </a:lnTo>
                  <a:lnTo>
                    <a:pt x="46" y="27"/>
                  </a:lnTo>
                  <a:lnTo>
                    <a:pt x="44" y="27"/>
                  </a:lnTo>
                  <a:lnTo>
                    <a:pt x="44" y="27"/>
                  </a:lnTo>
                  <a:lnTo>
                    <a:pt x="41" y="29"/>
                  </a:lnTo>
                  <a:lnTo>
                    <a:pt x="41" y="30"/>
                  </a:lnTo>
                  <a:lnTo>
                    <a:pt x="40" y="30"/>
                  </a:lnTo>
                  <a:lnTo>
                    <a:pt x="36" y="30"/>
                  </a:lnTo>
                  <a:lnTo>
                    <a:pt x="36" y="33"/>
                  </a:lnTo>
                  <a:lnTo>
                    <a:pt x="35" y="33"/>
                  </a:lnTo>
                  <a:lnTo>
                    <a:pt x="35" y="35"/>
                  </a:lnTo>
                  <a:lnTo>
                    <a:pt x="35" y="36"/>
                  </a:lnTo>
                  <a:lnTo>
                    <a:pt x="35" y="37"/>
                  </a:lnTo>
                  <a:lnTo>
                    <a:pt x="35" y="37"/>
                  </a:lnTo>
                  <a:lnTo>
                    <a:pt x="35" y="39"/>
                  </a:lnTo>
                  <a:lnTo>
                    <a:pt x="34" y="40"/>
                  </a:lnTo>
                  <a:lnTo>
                    <a:pt x="33" y="40"/>
                  </a:lnTo>
                  <a:lnTo>
                    <a:pt x="33" y="41"/>
                  </a:lnTo>
                  <a:lnTo>
                    <a:pt x="32" y="41"/>
                  </a:lnTo>
                  <a:lnTo>
                    <a:pt x="30" y="41"/>
                  </a:lnTo>
                  <a:lnTo>
                    <a:pt x="28" y="41"/>
                  </a:lnTo>
                  <a:lnTo>
                    <a:pt x="28" y="41"/>
                  </a:lnTo>
                  <a:lnTo>
                    <a:pt x="26" y="43"/>
                  </a:lnTo>
                  <a:lnTo>
                    <a:pt x="26" y="44"/>
                  </a:lnTo>
                  <a:lnTo>
                    <a:pt x="26" y="46"/>
                  </a:lnTo>
                  <a:lnTo>
                    <a:pt x="26" y="47"/>
                  </a:lnTo>
                  <a:lnTo>
                    <a:pt x="26" y="47"/>
                  </a:lnTo>
                  <a:lnTo>
                    <a:pt x="24" y="48"/>
                  </a:lnTo>
                  <a:lnTo>
                    <a:pt x="22" y="48"/>
                  </a:lnTo>
                  <a:lnTo>
                    <a:pt x="21" y="48"/>
                  </a:lnTo>
                  <a:lnTo>
                    <a:pt x="19" y="48"/>
                  </a:lnTo>
                  <a:lnTo>
                    <a:pt x="17" y="48"/>
                  </a:lnTo>
                  <a:lnTo>
                    <a:pt x="17" y="50"/>
                  </a:lnTo>
                  <a:lnTo>
                    <a:pt x="16" y="51"/>
                  </a:lnTo>
                  <a:lnTo>
                    <a:pt x="15" y="51"/>
                  </a:lnTo>
                  <a:lnTo>
                    <a:pt x="15" y="53"/>
                  </a:lnTo>
                  <a:lnTo>
                    <a:pt x="15" y="53"/>
                  </a:lnTo>
                  <a:lnTo>
                    <a:pt x="15" y="54"/>
                  </a:lnTo>
                  <a:lnTo>
                    <a:pt x="14" y="54"/>
                  </a:lnTo>
                  <a:lnTo>
                    <a:pt x="12" y="54"/>
                  </a:lnTo>
                  <a:lnTo>
                    <a:pt x="12" y="54"/>
                  </a:lnTo>
                  <a:lnTo>
                    <a:pt x="12" y="54"/>
                  </a:lnTo>
                  <a:lnTo>
                    <a:pt x="12" y="54"/>
                  </a:lnTo>
                  <a:lnTo>
                    <a:pt x="11" y="54"/>
                  </a:lnTo>
                  <a:lnTo>
                    <a:pt x="9" y="54"/>
                  </a:lnTo>
                  <a:lnTo>
                    <a:pt x="9" y="54"/>
                  </a:lnTo>
                  <a:lnTo>
                    <a:pt x="6" y="54"/>
                  </a:lnTo>
                  <a:lnTo>
                    <a:pt x="4" y="53"/>
                  </a:lnTo>
                  <a:lnTo>
                    <a:pt x="3" y="54"/>
                  </a:lnTo>
                  <a:lnTo>
                    <a:pt x="2" y="54"/>
                  </a:lnTo>
                  <a:lnTo>
                    <a:pt x="2" y="54"/>
                  </a:lnTo>
                  <a:lnTo>
                    <a:pt x="2" y="54"/>
                  </a:lnTo>
                  <a:lnTo>
                    <a:pt x="2" y="54"/>
                  </a:lnTo>
                </a:path>
              </a:pathLst>
            </a:custGeom>
            <a:solidFill>
              <a:srgbClr val="ffe0f5"/>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760" name=""/>
            <p:cNvSpPr/>
            <p:nvPr/>
          </p:nvSpPr>
          <p:spPr>
            <a:xfrm>
              <a:off x="6421320" y="3533760"/>
              <a:ext cx="1092240" cy="728640"/>
            </a:xfrm>
            <a:custGeom>
              <a:avLst/>
              <a:gdLst/>
              <a:ahLst/>
              <a:rect l="l" t="t" r="r" b="b"/>
              <a:pathLst>
                <a:path w="688" h="459">
                  <a:moveTo>
                    <a:pt x="669" y="177"/>
                  </a:moveTo>
                  <a:lnTo>
                    <a:pt x="669" y="179"/>
                  </a:lnTo>
                  <a:lnTo>
                    <a:pt x="670" y="181"/>
                  </a:lnTo>
                  <a:lnTo>
                    <a:pt x="670" y="184"/>
                  </a:lnTo>
                  <a:lnTo>
                    <a:pt x="670" y="186"/>
                  </a:lnTo>
                  <a:lnTo>
                    <a:pt x="670" y="188"/>
                  </a:lnTo>
                  <a:lnTo>
                    <a:pt x="670" y="190"/>
                  </a:lnTo>
                  <a:lnTo>
                    <a:pt x="671" y="193"/>
                  </a:lnTo>
                  <a:lnTo>
                    <a:pt x="670" y="198"/>
                  </a:lnTo>
                  <a:lnTo>
                    <a:pt x="670" y="202"/>
                  </a:lnTo>
                  <a:lnTo>
                    <a:pt x="670" y="202"/>
                  </a:lnTo>
                  <a:lnTo>
                    <a:pt x="670" y="203"/>
                  </a:lnTo>
                  <a:lnTo>
                    <a:pt x="670" y="204"/>
                  </a:lnTo>
                  <a:lnTo>
                    <a:pt x="670" y="204"/>
                  </a:lnTo>
                  <a:lnTo>
                    <a:pt x="671" y="204"/>
                  </a:lnTo>
                  <a:lnTo>
                    <a:pt x="672" y="208"/>
                  </a:lnTo>
                  <a:lnTo>
                    <a:pt x="672" y="208"/>
                  </a:lnTo>
                  <a:lnTo>
                    <a:pt x="672" y="211"/>
                  </a:lnTo>
                  <a:lnTo>
                    <a:pt x="672" y="212"/>
                  </a:lnTo>
                  <a:lnTo>
                    <a:pt x="672" y="213"/>
                  </a:lnTo>
                  <a:lnTo>
                    <a:pt x="675" y="215"/>
                  </a:lnTo>
                  <a:lnTo>
                    <a:pt x="672" y="220"/>
                  </a:lnTo>
                  <a:lnTo>
                    <a:pt x="672" y="221"/>
                  </a:lnTo>
                  <a:lnTo>
                    <a:pt x="672" y="223"/>
                  </a:lnTo>
                  <a:lnTo>
                    <a:pt x="672" y="223"/>
                  </a:lnTo>
                  <a:lnTo>
                    <a:pt x="672" y="225"/>
                  </a:lnTo>
                  <a:lnTo>
                    <a:pt x="675" y="226"/>
                  </a:lnTo>
                  <a:lnTo>
                    <a:pt x="675" y="228"/>
                  </a:lnTo>
                  <a:lnTo>
                    <a:pt x="675" y="233"/>
                  </a:lnTo>
                  <a:lnTo>
                    <a:pt x="675" y="233"/>
                  </a:lnTo>
                  <a:lnTo>
                    <a:pt x="675" y="235"/>
                  </a:lnTo>
                  <a:lnTo>
                    <a:pt x="675" y="236"/>
                  </a:lnTo>
                  <a:lnTo>
                    <a:pt x="678" y="237"/>
                  </a:lnTo>
                  <a:lnTo>
                    <a:pt x="678" y="237"/>
                  </a:lnTo>
                  <a:lnTo>
                    <a:pt x="678" y="241"/>
                  </a:lnTo>
                  <a:lnTo>
                    <a:pt x="680" y="242"/>
                  </a:lnTo>
                  <a:lnTo>
                    <a:pt x="680" y="243"/>
                  </a:lnTo>
                  <a:lnTo>
                    <a:pt x="680" y="243"/>
                  </a:lnTo>
                  <a:lnTo>
                    <a:pt x="680" y="247"/>
                  </a:lnTo>
                  <a:lnTo>
                    <a:pt x="680" y="250"/>
                  </a:lnTo>
                  <a:lnTo>
                    <a:pt x="680" y="254"/>
                  </a:lnTo>
                  <a:lnTo>
                    <a:pt x="680" y="255"/>
                  </a:lnTo>
                  <a:lnTo>
                    <a:pt x="680" y="256"/>
                  </a:lnTo>
                  <a:lnTo>
                    <a:pt x="680" y="257"/>
                  </a:lnTo>
                  <a:lnTo>
                    <a:pt x="680" y="261"/>
                  </a:lnTo>
                  <a:lnTo>
                    <a:pt x="680" y="261"/>
                  </a:lnTo>
                  <a:lnTo>
                    <a:pt x="680" y="262"/>
                  </a:lnTo>
                  <a:lnTo>
                    <a:pt x="680" y="263"/>
                  </a:lnTo>
                  <a:lnTo>
                    <a:pt x="680" y="265"/>
                  </a:lnTo>
                  <a:lnTo>
                    <a:pt x="680" y="266"/>
                  </a:lnTo>
                  <a:lnTo>
                    <a:pt x="680" y="266"/>
                  </a:lnTo>
                  <a:lnTo>
                    <a:pt x="681" y="267"/>
                  </a:lnTo>
                  <a:lnTo>
                    <a:pt x="682" y="268"/>
                  </a:lnTo>
                  <a:lnTo>
                    <a:pt x="682" y="272"/>
                  </a:lnTo>
                  <a:lnTo>
                    <a:pt x="682" y="272"/>
                  </a:lnTo>
                  <a:lnTo>
                    <a:pt x="683" y="272"/>
                  </a:lnTo>
                  <a:lnTo>
                    <a:pt x="683" y="274"/>
                  </a:lnTo>
                  <a:lnTo>
                    <a:pt x="683" y="278"/>
                  </a:lnTo>
                  <a:lnTo>
                    <a:pt x="682" y="281"/>
                  </a:lnTo>
                  <a:lnTo>
                    <a:pt x="682" y="281"/>
                  </a:lnTo>
                  <a:lnTo>
                    <a:pt x="682" y="284"/>
                  </a:lnTo>
                  <a:lnTo>
                    <a:pt x="682" y="286"/>
                  </a:lnTo>
                  <a:lnTo>
                    <a:pt x="682" y="286"/>
                  </a:lnTo>
                  <a:lnTo>
                    <a:pt x="682" y="287"/>
                  </a:lnTo>
                  <a:lnTo>
                    <a:pt x="682" y="292"/>
                  </a:lnTo>
                  <a:lnTo>
                    <a:pt x="681" y="292"/>
                  </a:lnTo>
                  <a:lnTo>
                    <a:pt x="681" y="292"/>
                  </a:lnTo>
                  <a:lnTo>
                    <a:pt x="681" y="292"/>
                  </a:lnTo>
                  <a:lnTo>
                    <a:pt x="682" y="294"/>
                  </a:lnTo>
                  <a:lnTo>
                    <a:pt x="682" y="294"/>
                  </a:lnTo>
                  <a:lnTo>
                    <a:pt x="682" y="299"/>
                  </a:lnTo>
                  <a:lnTo>
                    <a:pt x="681" y="300"/>
                  </a:lnTo>
                  <a:lnTo>
                    <a:pt x="680" y="300"/>
                  </a:lnTo>
                  <a:lnTo>
                    <a:pt x="680" y="301"/>
                  </a:lnTo>
                  <a:lnTo>
                    <a:pt x="680" y="305"/>
                  </a:lnTo>
                  <a:lnTo>
                    <a:pt x="680" y="305"/>
                  </a:lnTo>
                  <a:lnTo>
                    <a:pt x="678" y="308"/>
                  </a:lnTo>
                  <a:lnTo>
                    <a:pt x="678" y="313"/>
                  </a:lnTo>
                  <a:lnTo>
                    <a:pt x="678" y="314"/>
                  </a:lnTo>
                  <a:lnTo>
                    <a:pt x="678" y="318"/>
                  </a:lnTo>
                  <a:lnTo>
                    <a:pt x="675" y="322"/>
                  </a:lnTo>
                  <a:lnTo>
                    <a:pt x="672" y="322"/>
                  </a:lnTo>
                  <a:lnTo>
                    <a:pt x="672" y="327"/>
                  </a:lnTo>
                  <a:lnTo>
                    <a:pt x="672" y="327"/>
                  </a:lnTo>
                  <a:lnTo>
                    <a:pt x="672" y="327"/>
                  </a:lnTo>
                  <a:lnTo>
                    <a:pt x="672" y="330"/>
                  </a:lnTo>
                  <a:lnTo>
                    <a:pt x="675" y="330"/>
                  </a:lnTo>
                  <a:lnTo>
                    <a:pt x="675" y="330"/>
                  </a:lnTo>
                  <a:lnTo>
                    <a:pt x="675" y="330"/>
                  </a:lnTo>
                  <a:lnTo>
                    <a:pt x="675" y="332"/>
                  </a:lnTo>
                  <a:lnTo>
                    <a:pt x="675" y="333"/>
                  </a:lnTo>
                  <a:lnTo>
                    <a:pt x="672" y="334"/>
                  </a:lnTo>
                  <a:lnTo>
                    <a:pt x="672" y="334"/>
                  </a:lnTo>
                  <a:lnTo>
                    <a:pt x="672" y="338"/>
                  </a:lnTo>
                  <a:lnTo>
                    <a:pt x="672" y="339"/>
                  </a:lnTo>
                  <a:lnTo>
                    <a:pt x="672" y="341"/>
                  </a:lnTo>
                  <a:lnTo>
                    <a:pt x="672" y="344"/>
                  </a:lnTo>
                  <a:lnTo>
                    <a:pt x="672" y="348"/>
                  </a:lnTo>
                  <a:lnTo>
                    <a:pt x="672" y="351"/>
                  </a:lnTo>
                  <a:lnTo>
                    <a:pt x="672" y="354"/>
                  </a:lnTo>
                  <a:lnTo>
                    <a:pt x="672" y="354"/>
                  </a:lnTo>
                  <a:lnTo>
                    <a:pt x="672" y="354"/>
                  </a:lnTo>
                  <a:lnTo>
                    <a:pt x="675" y="359"/>
                  </a:lnTo>
                  <a:lnTo>
                    <a:pt x="678" y="360"/>
                  </a:lnTo>
                  <a:lnTo>
                    <a:pt x="678" y="360"/>
                  </a:lnTo>
                  <a:lnTo>
                    <a:pt x="680" y="361"/>
                  </a:lnTo>
                  <a:lnTo>
                    <a:pt x="680" y="361"/>
                  </a:lnTo>
                  <a:lnTo>
                    <a:pt x="680" y="364"/>
                  </a:lnTo>
                  <a:lnTo>
                    <a:pt x="680" y="366"/>
                  </a:lnTo>
                  <a:lnTo>
                    <a:pt x="680" y="367"/>
                  </a:lnTo>
                  <a:lnTo>
                    <a:pt x="680" y="367"/>
                  </a:lnTo>
                  <a:lnTo>
                    <a:pt x="680" y="369"/>
                  </a:lnTo>
                  <a:lnTo>
                    <a:pt x="680" y="371"/>
                  </a:lnTo>
                  <a:lnTo>
                    <a:pt x="682" y="371"/>
                  </a:lnTo>
                  <a:lnTo>
                    <a:pt x="682" y="371"/>
                  </a:lnTo>
                  <a:lnTo>
                    <a:pt x="682" y="371"/>
                  </a:lnTo>
                  <a:lnTo>
                    <a:pt x="682" y="373"/>
                  </a:lnTo>
                  <a:lnTo>
                    <a:pt x="682" y="373"/>
                  </a:lnTo>
                  <a:lnTo>
                    <a:pt x="682" y="373"/>
                  </a:lnTo>
                  <a:lnTo>
                    <a:pt x="683" y="374"/>
                  </a:lnTo>
                  <a:lnTo>
                    <a:pt x="683" y="378"/>
                  </a:lnTo>
                  <a:lnTo>
                    <a:pt x="686" y="378"/>
                  </a:lnTo>
                  <a:lnTo>
                    <a:pt x="686" y="380"/>
                  </a:lnTo>
                  <a:lnTo>
                    <a:pt x="687" y="381"/>
                  </a:lnTo>
                  <a:lnTo>
                    <a:pt x="686" y="386"/>
                  </a:lnTo>
                  <a:lnTo>
                    <a:pt x="686" y="386"/>
                  </a:lnTo>
                  <a:lnTo>
                    <a:pt x="683" y="391"/>
                  </a:lnTo>
                  <a:lnTo>
                    <a:pt x="683" y="392"/>
                  </a:lnTo>
                  <a:lnTo>
                    <a:pt x="682" y="395"/>
                  </a:lnTo>
                  <a:lnTo>
                    <a:pt x="682" y="397"/>
                  </a:lnTo>
                  <a:lnTo>
                    <a:pt x="682" y="399"/>
                  </a:lnTo>
                  <a:lnTo>
                    <a:pt x="682" y="400"/>
                  </a:lnTo>
                  <a:lnTo>
                    <a:pt x="682" y="405"/>
                  </a:lnTo>
                  <a:lnTo>
                    <a:pt x="681" y="406"/>
                  </a:lnTo>
                  <a:lnTo>
                    <a:pt x="681" y="409"/>
                  </a:lnTo>
                  <a:lnTo>
                    <a:pt x="681" y="409"/>
                  </a:lnTo>
                  <a:lnTo>
                    <a:pt x="681" y="411"/>
                  </a:lnTo>
                  <a:lnTo>
                    <a:pt x="681" y="411"/>
                  </a:lnTo>
                  <a:lnTo>
                    <a:pt x="680" y="413"/>
                  </a:lnTo>
                  <a:lnTo>
                    <a:pt x="680" y="417"/>
                  </a:lnTo>
                  <a:lnTo>
                    <a:pt x="678" y="417"/>
                  </a:lnTo>
                  <a:lnTo>
                    <a:pt x="678" y="417"/>
                  </a:lnTo>
                  <a:lnTo>
                    <a:pt x="678" y="417"/>
                  </a:lnTo>
                  <a:lnTo>
                    <a:pt x="678" y="418"/>
                  </a:lnTo>
                  <a:lnTo>
                    <a:pt x="678" y="418"/>
                  </a:lnTo>
                  <a:lnTo>
                    <a:pt x="675" y="419"/>
                  </a:lnTo>
                  <a:lnTo>
                    <a:pt x="675" y="421"/>
                  </a:lnTo>
                  <a:lnTo>
                    <a:pt x="672" y="423"/>
                  </a:lnTo>
                  <a:lnTo>
                    <a:pt x="672" y="426"/>
                  </a:lnTo>
                  <a:lnTo>
                    <a:pt x="670" y="426"/>
                  </a:lnTo>
                  <a:lnTo>
                    <a:pt x="670" y="426"/>
                  </a:lnTo>
                  <a:lnTo>
                    <a:pt x="670" y="427"/>
                  </a:lnTo>
                  <a:lnTo>
                    <a:pt x="670" y="427"/>
                  </a:lnTo>
                  <a:lnTo>
                    <a:pt x="670" y="427"/>
                  </a:lnTo>
                  <a:lnTo>
                    <a:pt x="669" y="427"/>
                  </a:lnTo>
                  <a:lnTo>
                    <a:pt x="668" y="426"/>
                  </a:lnTo>
                  <a:lnTo>
                    <a:pt x="668" y="426"/>
                  </a:lnTo>
                  <a:lnTo>
                    <a:pt x="667" y="423"/>
                  </a:lnTo>
                  <a:lnTo>
                    <a:pt x="666" y="421"/>
                  </a:lnTo>
                  <a:lnTo>
                    <a:pt x="664" y="421"/>
                  </a:lnTo>
                  <a:lnTo>
                    <a:pt x="660" y="423"/>
                  </a:lnTo>
                  <a:lnTo>
                    <a:pt x="659" y="423"/>
                  </a:lnTo>
                  <a:lnTo>
                    <a:pt x="658" y="423"/>
                  </a:lnTo>
                  <a:lnTo>
                    <a:pt x="658" y="423"/>
                  </a:lnTo>
                  <a:lnTo>
                    <a:pt x="658" y="420"/>
                  </a:lnTo>
                  <a:lnTo>
                    <a:pt x="658" y="418"/>
                  </a:lnTo>
                  <a:lnTo>
                    <a:pt x="655" y="417"/>
                  </a:lnTo>
                  <a:lnTo>
                    <a:pt x="655" y="417"/>
                  </a:lnTo>
                  <a:lnTo>
                    <a:pt x="653" y="417"/>
                  </a:lnTo>
                  <a:lnTo>
                    <a:pt x="653" y="415"/>
                  </a:lnTo>
                  <a:lnTo>
                    <a:pt x="653" y="413"/>
                  </a:lnTo>
                  <a:lnTo>
                    <a:pt x="650" y="412"/>
                  </a:lnTo>
                  <a:lnTo>
                    <a:pt x="648" y="411"/>
                  </a:lnTo>
                  <a:lnTo>
                    <a:pt x="648" y="411"/>
                  </a:lnTo>
                  <a:lnTo>
                    <a:pt x="648" y="411"/>
                  </a:lnTo>
                  <a:lnTo>
                    <a:pt x="646" y="411"/>
                  </a:lnTo>
                  <a:lnTo>
                    <a:pt x="643" y="411"/>
                  </a:lnTo>
                  <a:lnTo>
                    <a:pt x="641" y="411"/>
                  </a:lnTo>
                  <a:lnTo>
                    <a:pt x="638" y="409"/>
                  </a:lnTo>
                  <a:lnTo>
                    <a:pt x="636" y="409"/>
                  </a:lnTo>
                  <a:lnTo>
                    <a:pt x="633" y="408"/>
                  </a:lnTo>
                  <a:lnTo>
                    <a:pt x="633" y="405"/>
                  </a:lnTo>
                  <a:lnTo>
                    <a:pt x="633" y="405"/>
                  </a:lnTo>
                  <a:lnTo>
                    <a:pt x="632" y="400"/>
                  </a:lnTo>
                  <a:lnTo>
                    <a:pt x="632" y="399"/>
                  </a:lnTo>
                  <a:lnTo>
                    <a:pt x="632" y="399"/>
                  </a:lnTo>
                  <a:lnTo>
                    <a:pt x="629" y="399"/>
                  </a:lnTo>
                  <a:lnTo>
                    <a:pt x="629" y="399"/>
                  </a:lnTo>
                  <a:lnTo>
                    <a:pt x="629" y="399"/>
                  </a:lnTo>
                  <a:lnTo>
                    <a:pt x="624" y="398"/>
                  </a:lnTo>
                  <a:lnTo>
                    <a:pt x="623" y="397"/>
                  </a:lnTo>
                  <a:lnTo>
                    <a:pt x="623" y="397"/>
                  </a:lnTo>
                  <a:lnTo>
                    <a:pt x="622" y="395"/>
                  </a:lnTo>
                  <a:lnTo>
                    <a:pt x="621" y="393"/>
                  </a:lnTo>
                  <a:lnTo>
                    <a:pt x="619" y="393"/>
                  </a:lnTo>
                  <a:lnTo>
                    <a:pt x="618" y="393"/>
                  </a:lnTo>
                  <a:lnTo>
                    <a:pt x="618" y="392"/>
                  </a:lnTo>
                  <a:lnTo>
                    <a:pt x="616" y="392"/>
                  </a:lnTo>
                  <a:lnTo>
                    <a:pt x="616" y="391"/>
                  </a:lnTo>
                  <a:lnTo>
                    <a:pt x="616" y="391"/>
                  </a:lnTo>
                  <a:lnTo>
                    <a:pt x="616" y="391"/>
                  </a:lnTo>
                  <a:lnTo>
                    <a:pt x="616" y="387"/>
                  </a:lnTo>
                  <a:lnTo>
                    <a:pt x="612" y="386"/>
                  </a:lnTo>
                  <a:lnTo>
                    <a:pt x="611" y="386"/>
                  </a:lnTo>
                  <a:lnTo>
                    <a:pt x="610" y="386"/>
                  </a:lnTo>
                  <a:lnTo>
                    <a:pt x="609" y="386"/>
                  </a:lnTo>
                  <a:lnTo>
                    <a:pt x="609" y="386"/>
                  </a:lnTo>
                  <a:lnTo>
                    <a:pt x="608" y="386"/>
                  </a:lnTo>
                  <a:lnTo>
                    <a:pt x="607" y="387"/>
                  </a:lnTo>
                  <a:lnTo>
                    <a:pt x="607" y="391"/>
                  </a:lnTo>
                  <a:lnTo>
                    <a:pt x="607" y="391"/>
                  </a:lnTo>
                  <a:lnTo>
                    <a:pt x="606" y="391"/>
                  </a:lnTo>
                  <a:lnTo>
                    <a:pt x="606" y="391"/>
                  </a:lnTo>
                  <a:lnTo>
                    <a:pt x="604" y="391"/>
                  </a:lnTo>
                  <a:lnTo>
                    <a:pt x="603" y="391"/>
                  </a:lnTo>
                  <a:lnTo>
                    <a:pt x="603" y="391"/>
                  </a:lnTo>
                  <a:lnTo>
                    <a:pt x="600" y="391"/>
                  </a:lnTo>
                  <a:lnTo>
                    <a:pt x="600" y="392"/>
                  </a:lnTo>
                  <a:lnTo>
                    <a:pt x="600" y="392"/>
                  </a:lnTo>
                  <a:lnTo>
                    <a:pt x="597" y="392"/>
                  </a:lnTo>
                  <a:lnTo>
                    <a:pt x="597" y="392"/>
                  </a:lnTo>
                  <a:lnTo>
                    <a:pt x="595" y="392"/>
                  </a:lnTo>
                  <a:lnTo>
                    <a:pt x="594" y="392"/>
                  </a:lnTo>
                  <a:lnTo>
                    <a:pt x="592" y="392"/>
                  </a:lnTo>
                  <a:lnTo>
                    <a:pt x="588" y="392"/>
                  </a:lnTo>
                  <a:lnTo>
                    <a:pt x="588" y="391"/>
                  </a:lnTo>
                  <a:lnTo>
                    <a:pt x="587" y="391"/>
                  </a:lnTo>
                  <a:lnTo>
                    <a:pt x="587" y="391"/>
                  </a:lnTo>
                  <a:lnTo>
                    <a:pt x="587" y="386"/>
                  </a:lnTo>
                  <a:lnTo>
                    <a:pt x="587" y="386"/>
                  </a:lnTo>
                  <a:lnTo>
                    <a:pt x="586" y="386"/>
                  </a:lnTo>
                  <a:lnTo>
                    <a:pt x="581" y="386"/>
                  </a:lnTo>
                  <a:lnTo>
                    <a:pt x="581" y="386"/>
                  </a:lnTo>
                  <a:lnTo>
                    <a:pt x="580" y="385"/>
                  </a:lnTo>
                  <a:lnTo>
                    <a:pt x="579" y="382"/>
                  </a:lnTo>
                  <a:lnTo>
                    <a:pt x="578" y="382"/>
                  </a:lnTo>
                  <a:lnTo>
                    <a:pt x="572" y="386"/>
                  </a:lnTo>
                  <a:lnTo>
                    <a:pt x="572" y="386"/>
                  </a:lnTo>
                  <a:lnTo>
                    <a:pt x="572" y="386"/>
                  </a:lnTo>
                  <a:lnTo>
                    <a:pt x="568" y="386"/>
                  </a:lnTo>
                  <a:lnTo>
                    <a:pt x="568" y="385"/>
                  </a:lnTo>
                  <a:lnTo>
                    <a:pt x="565" y="381"/>
                  </a:lnTo>
                  <a:lnTo>
                    <a:pt x="565" y="380"/>
                  </a:lnTo>
                  <a:lnTo>
                    <a:pt x="565" y="380"/>
                  </a:lnTo>
                  <a:lnTo>
                    <a:pt x="564" y="380"/>
                  </a:lnTo>
                  <a:lnTo>
                    <a:pt x="564" y="378"/>
                  </a:lnTo>
                  <a:lnTo>
                    <a:pt x="564" y="378"/>
                  </a:lnTo>
                  <a:lnTo>
                    <a:pt x="564" y="378"/>
                  </a:lnTo>
                  <a:lnTo>
                    <a:pt x="562" y="378"/>
                  </a:lnTo>
                  <a:lnTo>
                    <a:pt x="562" y="378"/>
                  </a:lnTo>
                  <a:lnTo>
                    <a:pt x="562" y="376"/>
                  </a:lnTo>
                  <a:lnTo>
                    <a:pt x="561" y="374"/>
                  </a:lnTo>
                  <a:lnTo>
                    <a:pt x="561" y="374"/>
                  </a:lnTo>
                  <a:lnTo>
                    <a:pt x="561" y="373"/>
                  </a:lnTo>
                  <a:lnTo>
                    <a:pt x="560" y="373"/>
                  </a:lnTo>
                  <a:lnTo>
                    <a:pt x="560" y="373"/>
                  </a:lnTo>
                  <a:lnTo>
                    <a:pt x="560" y="373"/>
                  </a:lnTo>
                  <a:lnTo>
                    <a:pt x="560" y="373"/>
                  </a:lnTo>
                  <a:lnTo>
                    <a:pt x="560" y="371"/>
                  </a:lnTo>
                  <a:lnTo>
                    <a:pt x="560" y="371"/>
                  </a:lnTo>
                  <a:lnTo>
                    <a:pt x="560" y="369"/>
                  </a:lnTo>
                  <a:lnTo>
                    <a:pt x="558" y="367"/>
                  </a:lnTo>
                  <a:lnTo>
                    <a:pt x="557" y="367"/>
                  </a:lnTo>
                  <a:lnTo>
                    <a:pt x="556" y="367"/>
                  </a:lnTo>
                  <a:lnTo>
                    <a:pt x="555" y="367"/>
                  </a:lnTo>
                  <a:lnTo>
                    <a:pt x="549" y="366"/>
                  </a:lnTo>
                  <a:lnTo>
                    <a:pt x="546" y="364"/>
                  </a:lnTo>
                  <a:lnTo>
                    <a:pt x="546" y="361"/>
                  </a:lnTo>
                  <a:lnTo>
                    <a:pt x="545" y="360"/>
                  </a:lnTo>
                  <a:lnTo>
                    <a:pt x="545" y="360"/>
                  </a:lnTo>
                  <a:lnTo>
                    <a:pt x="544" y="359"/>
                  </a:lnTo>
                  <a:lnTo>
                    <a:pt x="543" y="354"/>
                  </a:lnTo>
                  <a:lnTo>
                    <a:pt x="539" y="354"/>
                  </a:lnTo>
                  <a:lnTo>
                    <a:pt x="539" y="354"/>
                  </a:lnTo>
                  <a:lnTo>
                    <a:pt x="539" y="354"/>
                  </a:lnTo>
                  <a:lnTo>
                    <a:pt x="539" y="354"/>
                  </a:lnTo>
                  <a:lnTo>
                    <a:pt x="538" y="354"/>
                  </a:lnTo>
                  <a:lnTo>
                    <a:pt x="538" y="354"/>
                  </a:lnTo>
                  <a:lnTo>
                    <a:pt x="534" y="352"/>
                  </a:lnTo>
                  <a:lnTo>
                    <a:pt x="531" y="351"/>
                  </a:lnTo>
                  <a:lnTo>
                    <a:pt x="531" y="351"/>
                  </a:lnTo>
                  <a:lnTo>
                    <a:pt x="531" y="351"/>
                  </a:lnTo>
                  <a:lnTo>
                    <a:pt x="531" y="351"/>
                  </a:lnTo>
                  <a:lnTo>
                    <a:pt x="530" y="351"/>
                  </a:lnTo>
                  <a:lnTo>
                    <a:pt x="528" y="351"/>
                  </a:lnTo>
                  <a:lnTo>
                    <a:pt x="528" y="351"/>
                  </a:lnTo>
                  <a:lnTo>
                    <a:pt x="528" y="351"/>
                  </a:lnTo>
                  <a:lnTo>
                    <a:pt x="525" y="351"/>
                  </a:lnTo>
                  <a:lnTo>
                    <a:pt x="524" y="351"/>
                  </a:lnTo>
                  <a:lnTo>
                    <a:pt x="520" y="351"/>
                  </a:lnTo>
                  <a:lnTo>
                    <a:pt x="520" y="352"/>
                  </a:lnTo>
                  <a:lnTo>
                    <a:pt x="517" y="352"/>
                  </a:lnTo>
                  <a:lnTo>
                    <a:pt x="517" y="354"/>
                  </a:lnTo>
                  <a:lnTo>
                    <a:pt x="509" y="354"/>
                  </a:lnTo>
                  <a:lnTo>
                    <a:pt x="509" y="354"/>
                  </a:lnTo>
                  <a:lnTo>
                    <a:pt x="507" y="354"/>
                  </a:lnTo>
                  <a:lnTo>
                    <a:pt x="501" y="358"/>
                  </a:lnTo>
                  <a:lnTo>
                    <a:pt x="501" y="359"/>
                  </a:lnTo>
                  <a:lnTo>
                    <a:pt x="500" y="360"/>
                  </a:lnTo>
                  <a:lnTo>
                    <a:pt x="499" y="360"/>
                  </a:lnTo>
                  <a:lnTo>
                    <a:pt x="495" y="360"/>
                  </a:lnTo>
                  <a:lnTo>
                    <a:pt x="495" y="361"/>
                  </a:lnTo>
                  <a:lnTo>
                    <a:pt x="492" y="361"/>
                  </a:lnTo>
                  <a:lnTo>
                    <a:pt x="492" y="361"/>
                  </a:lnTo>
                  <a:lnTo>
                    <a:pt x="491" y="364"/>
                  </a:lnTo>
                  <a:lnTo>
                    <a:pt x="488" y="364"/>
                  </a:lnTo>
                  <a:lnTo>
                    <a:pt x="485" y="367"/>
                  </a:lnTo>
                  <a:lnTo>
                    <a:pt x="485" y="367"/>
                  </a:lnTo>
                  <a:lnTo>
                    <a:pt x="483" y="367"/>
                  </a:lnTo>
                  <a:lnTo>
                    <a:pt x="480" y="367"/>
                  </a:lnTo>
                  <a:lnTo>
                    <a:pt x="478" y="369"/>
                  </a:lnTo>
                  <a:lnTo>
                    <a:pt x="475" y="371"/>
                  </a:lnTo>
                  <a:lnTo>
                    <a:pt x="474" y="371"/>
                  </a:lnTo>
                  <a:lnTo>
                    <a:pt x="474" y="371"/>
                  </a:lnTo>
                  <a:lnTo>
                    <a:pt x="472" y="371"/>
                  </a:lnTo>
                  <a:lnTo>
                    <a:pt x="472" y="371"/>
                  </a:lnTo>
                  <a:lnTo>
                    <a:pt x="467" y="371"/>
                  </a:lnTo>
                  <a:lnTo>
                    <a:pt x="467" y="371"/>
                  </a:lnTo>
                  <a:lnTo>
                    <a:pt x="466" y="371"/>
                  </a:lnTo>
                  <a:lnTo>
                    <a:pt x="466" y="371"/>
                  </a:lnTo>
                  <a:lnTo>
                    <a:pt x="465" y="371"/>
                  </a:lnTo>
                  <a:lnTo>
                    <a:pt x="463" y="373"/>
                  </a:lnTo>
                  <a:lnTo>
                    <a:pt x="461" y="373"/>
                  </a:lnTo>
                  <a:lnTo>
                    <a:pt x="461" y="373"/>
                  </a:lnTo>
                  <a:lnTo>
                    <a:pt x="460" y="373"/>
                  </a:lnTo>
                  <a:lnTo>
                    <a:pt x="457" y="373"/>
                  </a:lnTo>
                  <a:lnTo>
                    <a:pt x="453" y="373"/>
                  </a:lnTo>
                  <a:lnTo>
                    <a:pt x="453" y="373"/>
                  </a:lnTo>
                  <a:lnTo>
                    <a:pt x="452" y="374"/>
                  </a:lnTo>
                  <a:lnTo>
                    <a:pt x="449" y="375"/>
                  </a:lnTo>
                  <a:lnTo>
                    <a:pt x="448" y="376"/>
                  </a:lnTo>
                  <a:lnTo>
                    <a:pt x="444" y="376"/>
                  </a:lnTo>
                  <a:lnTo>
                    <a:pt x="444" y="375"/>
                  </a:lnTo>
                  <a:lnTo>
                    <a:pt x="443" y="375"/>
                  </a:lnTo>
                  <a:lnTo>
                    <a:pt x="441" y="375"/>
                  </a:lnTo>
                  <a:lnTo>
                    <a:pt x="441" y="376"/>
                  </a:lnTo>
                  <a:lnTo>
                    <a:pt x="439" y="376"/>
                  </a:lnTo>
                  <a:lnTo>
                    <a:pt x="436" y="376"/>
                  </a:lnTo>
                  <a:lnTo>
                    <a:pt x="436" y="378"/>
                  </a:lnTo>
                  <a:lnTo>
                    <a:pt x="432" y="378"/>
                  </a:lnTo>
                  <a:lnTo>
                    <a:pt x="431" y="378"/>
                  </a:lnTo>
                  <a:lnTo>
                    <a:pt x="431" y="378"/>
                  </a:lnTo>
                  <a:lnTo>
                    <a:pt x="426" y="378"/>
                  </a:lnTo>
                  <a:lnTo>
                    <a:pt x="425" y="378"/>
                  </a:lnTo>
                  <a:lnTo>
                    <a:pt x="424" y="378"/>
                  </a:lnTo>
                  <a:lnTo>
                    <a:pt x="423" y="378"/>
                  </a:lnTo>
                  <a:lnTo>
                    <a:pt x="422" y="378"/>
                  </a:lnTo>
                  <a:lnTo>
                    <a:pt x="421" y="378"/>
                  </a:lnTo>
                  <a:lnTo>
                    <a:pt x="419" y="378"/>
                  </a:lnTo>
                  <a:lnTo>
                    <a:pt x="417" y="378"/>
                  </a:lnTo>
                  <a:lnTo>
                    <a:pt x="417" y="378"/>
                  </a:lnTo>
                  <a:lnTo>
                    <a:pt x="415" y="378"/>
                  </a:lnTo>
                  <a:lnTo>
                    <a:pt x="414" y="378"/>
                  </a:lnTo>
                  <a:lnTo>
                    <a:pt x="413" y="378"/>
                  </a:lnTo>
                  <a:lnTo>
                    <a:pt x="413" y="378"/>
                  </a:lnTo>
                  <a:lnTo>
                    <a:pt x="410" y="378"/>
                  </a:lnTo>
                  <a:lnTo>
                    <a:pt x="408" y="378"/>
                  </a:lnTo>
                  <a:lnTo>
                    <a:pt x="407" y="378"/>
                  </a:lnTo>
                  <a:lnTo>
                    <a:pt x="406" y="378"/>
                  </a:lnTo>
                  <a:lnTo>
                    <a:pt x="402" y="378"/>
                  </a:lnTo>
                  <a:lnTo>
                    <a:pt x="402" y="378"/>
                  </a:lnTo>
                  <a:lnTo>
                    <a:pt x="398" y="378"/>
                  </a:lnTo>
                  <a:lnTo>
                    <a:pt x="396" y="378"/>
                  </a:lnTo>
                  <a:lnTo>
                    <a:pt x="396" y="378"/>
                  </a:lnTo>
                  <a:lnTo>
                    <a:pt x="395" y="378"/>
                  </a:lnTo>
                  <a:lnTo>
                    <a:pt x="395" y="378"/>
                  </a:lnTo>
                  <a:lnTo>
                    <a:pt x="395" y="378"/>
                  </a:lnTo>
                  <a:lnTo>
                    <a:pt x="394" y="378"/>
                  </a:lnTo>
                  <a:lnTo>
                    <a:pt x="392" y="378"/>
                  </a:lnTo>
                  <a:lnTo>
                    <a:pt x="392" y="378"/>
                  </a:lnTo>
                  <a:lnTo>
                    <a:pt x="389" y="378"/>
                  </a:lnTo>
                  <a:lnTo>
                    <a:pt x="387" y="378"/>
                  </a:lnTo>
                  <a:lnTo>
                    <a:pt x="386" y="378"/>
                  </a:lnTo>
                  <a:lnTo>
                    <a:pt x="384" y="378"/>
                  </a:lnTo>
                  <a:lnTo>
                    <a:pt x="382" y="378"/>
                  </a:lnTo>
                  <a:lnTo>
                    <a:pt x="382" y="378"/>
                  </a:lnTo>
                  <a:lnTo>
                    <a:pt x="382" y="378"/>
                  </a:lnTo>
                  <a:lnTo>
                    <a:pt x="377" y="378"/>
                  </a:lnTo>
                  <a:lnTo>
                    <a:pt x="375" y="378"/>
                  </a:lnTo>
                  <a:lnTo>
                    <a:pt x="375" y="378"/>
                  </a:lnTo>
                  <a:lnTo>
                    <a:pt x="375" y="378"/>
                  </a:lnTo>
                  <a:lnTo>
                    <a:pt x="372" y="376"/>
                  </a:lnTo>
                  <a:lnTo>
                    <a:pt x="370" y="376"/>
                  </a:lnTo>
                  <a:lnTo>
                    <a:pt x="370" y="376"/>
                  </a:lnTo>
                  <a:lnTo>
                    <a:pt x="365" y="376"/>
                  </a:lnTo>
                  <a:lnTo>
                    <a:pt x="363" y="378"/>
                  </a:lnTo>
                  <a:lnTo>
                    <a:pt x="360" y="378"/>
                  </a:lnTo>
                  <a:lnTo>
                    <a:pt x="357" y="378"/>
                  </a:lnTo>
                  <a:lnTo>
                    <a:pt x="356" y="378"/>
                  </a:lnTo>
                  <a:lnTo>
                    <a:pt x="351" y="378"/>
                  </a:lnTo>
                  <a:lnTo>
                    <a:pt x="350" y="378"/>
                  </a:lnTo>
                  <a:lnTo>
                    <a:pt x="346" y="378"/>
                  </a:lnTo>
                  <a:lnTo>
                    <a:pt x="342" y="378"/>
                  </a:lnTo>
                  <a:lnTo>
                    <a:pt x="342" y="378"/>
                  </a:lnTo>
                  <a:lnTo>
                    <a:pt x="336" y="378"/>
                  </a:lnTo>
                  <a:lnTo>
                    <a:pt x="333" y="378"/>
                  </a:lnTo>
                  <a:lnTo>
                    <a:pt x="333" y="376"/>
                  </a:lnTo>
                  <a:lnTo>
                    <a:pt x="333" y="376"/>
                  </a:lnTo>
                  <a:lnTo>
                    <a:pt x="333" y="376"/>
                  </a:lnTo>
                  <a:lnTo>
                    <a:pt x="332" y="376"/>
                  </a:lnTo>
                  <a:lnTo>
                    <a:pt x="331" y="376"/>
                  </a:lnTo>
                  <a:lnTo>
                    <a:pt x="331" y="375"/>
                  </a:lnTo>
                  <a:lnTo>
                    <a:pt x="331" y="375"/>
                  </a:lnTo>
                  <a:lnTo>
                    <a:pt x="326" y="374"/>
                  </a:lnTo>
                  <a:lnTo>
                    <a:pt x="326" y="374"/>
                  </a:lnTo>
                  <a:lnTo>
                    <a:pt x="323" y="373"/>
                  </a:lnTo>
                  <a:lnTo>
                    <a:pt x="323" y="373"/>
                  </a:lnTo>
                  <a:lnTo>
                    <a:pt x="322" y="373"/>
                  </a:lnTo>
                  <a:lnTo>
                    <a:pt x="320" y="373"/>
                  </a:lnTo>
                  <a:lnTo>
                    <a:pt x="319" y="373"/>
                  </a:lnTo>
                  <a:lnTo>
                    <a:pt x="319" y="373"/>
                  </a:lnTo>
                  <a:lnTo>
                    <a:pt x="314" y="373"/>
                  </a:lnTo>
                  <a:lnTo>
                    <a:pt x="314" y="374"/>
                  </a:lnTo>
                  <a:lnTo>
                    <a:pt x="312" y="375"/>
                  </a:lnTo>
                  <a:lnTo>
                    <a:pt x="312" y="376"/>
                  </a:lnTo>
                  <a:lnTo>
                    <a:pt x="311" y="376"/>
                  </a:lnTo>
                  <a:lnTo>
                    <a:pt x="309" y="376"/>
                  </a:lnTo>
                  <a:lnTo>
                    <a:pt x="309" y="376"/>
                  </a:lnTo>
                  <a:lnTo>
                    <a:pt x="305" y="376"/>
                  </a:lnTo>
                  <a:lnTo>
                    <a:pt x="305" y="374"/>
                  </a:lnTo>
                  <a:lnTo>
                    <a:pt x="304" y="373"/>
                  </a:lnTo>
                  <a:lnTo>
                    <a:pt x="302" y="373"/>
                  </a:lnTo>
                  <a:lnTo>
                    <a:pt x="302" y="373"/>
                  </a:lnTo>
                  <a:lnTo>
                    <a:pt x="300" y="373"/>
                  </a:lnTo>
                  <a:lnTo>
                    <a:pt x="298" y="373"/>
                  </a:lnTo>
                  <a:lnTo>
                    <a:pt x="295" y="373"/>
                  </a:lnTo>
                  <a:lnTo>
                    <a:pt x="295" y="373"/>
                  </a:lnTo>
                  <a:lnTo>
                    <a:pt x="293" y="373"/>
                  </a:lnTo>
                  <a:lnTo>
                    <a:pt x="291" y="373"/>
                  </a:lnTo>
                  <a:lnTo>
                    <a:pt x="291" y="373"/>
                  </a:lnTo>
                  <a:lnTo>
                    <a:pt x="291" y="373"/>
                  </a:lnTo>
                  <a:lnTo>
                    <a:pt x="289" y="373"/>
                  </a:lnTo>
                  <a:lnTo>
                    <a:pt x="287" y="373"/>
                  </a:lnTo>
                  <a:lnTo>
                    <a:pt x="285" y="373"/>
                  </a:lnTo>
                  <a:lnTo>
                    <a:pt x="285" y="371"/>
                  </a:lnTo>
                  <a:lnTo>
                    <a:pt x="282" y="371"/>
                  </a:lnTo>
                  <a:lnTo>
                    <a:pt x="280" y="371"/>
                  </a:lnTo>
                  <a:lnTo>
                    <a:pt x="280" y="371"/>
                  </a:lnTo>
                  <a:lnTo>
                    <a:pt x="279" y="371"/>
                  </a:lnTo>
                  <a:lnTo>
                    <a:pt x="278" y="371"/>
                  </a:lnTo>
                  <a:lnTo>
                    <a:pt x="277" y="371"/>
                  </a:lnTo>
                  <a:lnTo>
                    <a:pt x="275" y="371"/>
                  </a:lnTo>
                  <a:lnTo>
                    <a:pt x="273" y="371"/>
                  </a:lnTo>
                  <a:lnTo>
                    <a:pt x="273" y="371"/>
                  </a:lnTo>
                  <a:lnTo>
                    <a:pt x="273" y="371"/>
                  </a:lnTo>
                  <a:lnTo>
                    <a:pt x="273" y="371"/>
                  </a:lnTo>
                  <a:lnTo>
                    <a:pt x="273" y="373"/>
                  </a:lnTo>
                  <a:lnTo>
                    <a:pt x="273" y="373"/>
                  </a:lnTo>
                  <a:lnTo>
                    <a:pt x="273" y="376"/>
                  </a:lnTo>
                  <a:lnTo>
                    <a:pt x="271" y="378"/>
                  </a:lnTo>
                  <a:lnTo>
                    <a:pt x="270" y="378"/>
                  </a:lnTo>
                  <a:lnTo>
                    <a:pt x="270" y="380"/>
                  </a:lnTo>
                  <a:lnTo>
                    <a:pt x="270" y="381"/>
                  </a:lnTo>
                  <a:lnTo>
                    <a:pt x="270" y="382"/>
                  </a:lnTo>
                  <a:lnTo>
                    <a:pt x="270" y="386"/>
                  </a:lnTo>
                  <a:lnTo>
                    <a:pt x="270" y="386"/>
                  </a:lnTo>
                  <a:lnTo>
                    <a:pt x="270" y="387"/>
                  </a:lnTo>
                  <a:lnTo>
                    <a:pt x="270" y="391"/>
                  </a:lnTo>
                  <a:lnTo>
                    <a:pt x="270" y="392"/>
                  </a:lnTo>
                  <a:lnTo>
                    <a:pt x="269" y="392"/>
                  </a:lnTo>
                  <a:lnTo>
                    <a:pt x="265" y="393"/>
                  </a:lnTo>
                  <a:lnTo>
                    <a:pt x="263" y="393"/>
                  </a:lnTo>
                  <a:lnTo>
                    <a:pt x="263" y="398"/>
                  </a:lnTo>
                  <a:lnTo>
                    <a:pt x="263" y="399"/>
                  </a:lnTo>
                  <a:lnTo>
                    <a:pt x="263" y="400"/>
                  </a:lnTo>
                  <a:lnTo>
                    <a:pt x="263" y="405"/>
                  </a:lnTo>
                  <a:lnTo>
                    <a:pt x="263" y="408"/>
                  </a:lnTo>
                  <a:lnTo>
                    <a:pt x="263" y="409"/>
                  </a:lnTo>
                  <a:lnTo>
                    <a:pt x="263" y="409"/>
                  </a:lnTo>
                  <a:lnTo>
                    <a:pt x="263" y="411"/>
                  </a:lnTo>
                  <a:lnTo>
                    <a:pt x="263" y="411"/>
                  </a:lnTo>
                  <a:lnTo>
                    <a:pt x="263" y="412"/>
                  </a:lnTo>
                  <a:lnTo>
                    <a:pt x="263" y="417"/>
                  </a:lnTo>
                  <a:lnTo>
                    <a:pt x="263" y="417"/>
                  </a:lnTo>
                  <a:lnTo>
                    <a:pt x="263" y="419"/>
                  </a:lnTo>
                  <a:lnTo>
                    <a:pt x="263" y="421"/>
                  </a:lnTo>
                  <a:lnTo>
                    <a:pt x="263" y="426"/>
                  </a:lnTo>
                  <a:lnTo>
                    <a:pt x="260" y="426"/>
                  </a:lnTo>
                  <a:lnTo>
                    <a:pt x="258" y="427"/>
                  </a:lnTo>
                  <a:lnTo>
                    <a:pt x="260" y="427"/>
                  </a:lnTo>
                  <a:lnTo>
                    <a:pt x="260" y="429"/>
                  </a:lnTo>
                  <a:lnTo>
                    <a:pt x="263" y="429"/>
                  </a:lnTo>
                  <a:lnTo>
                    <a:pt x="263" y="429"/>
                  </a:lnTo>
                  <a:lnTo>
                    <a:pt x="263" y="434"/>
                  </a:lnTo>
                  <a:lnTo>
                    <a:pt x="262" y="434"/>
                  </a:lnTo>
                  <a:lnTo>
                    <a:pt x="258" y="434"/>
                  </a:lnTo>
                  <a:lnTo>
                    <a:pt x="258" y="436"/>
                  </a:lnTo>
                  <a:lnTo>
                    <a:pt x="257" y="438"/>
                  </a:lnTo>
                  <a:lnTo>
                    <a:pt x="256" y="439"/>
                  </a:lnTo>
                  <a:lnTo>
                    <a:pt x="256" y="439"/>
                  </a:lnTo>
                  <a:lnTo>
                    <a:pt x="256" y="441"/>
                  </a:lnTo>
                  <a:lnTo>
                    <a:pt x="256" y="444"/>
                  </a:lnTo>
                  <a:lnTo>
                    <a:pt x="256" y="444"/>
                  </a:lnTo>
                  <a:lnTo>
                    <a:pt x="254" y="446"/>
                  </a:lnTo>
                  <a:lnTo>
                    <a:pt x="254" y="447"/>
                  </a:lnTo>
                  <a:lnTo>
                    <a:pt x="254" y="447"/>
                  </a:lnTo>
                  <a:lnTo>
                    <a:pt x="254" y="448"/>
                  </a:lnTo>
                  <a:lnTo>
                    <a:pt x="253" y="448"/>
                  </a:lnTo>
                  <a:lnTo>
                    <a:pt x="252" y="448"/>
                  </a:lnTo>
                  <a:lnTo>
                    <a:pt x="249" y="448"/>
                  </a:lnTo>
                  <a:lnTo>
                    <a:pt x="249" y="448"/>
                  </a:lnTo>
                  <a:lnTo>
                    <a:pt x="248" y="448"/>
                  </a:lnTo>
                  <a:lnTo>
                    <a:pt x="247" y="448"/>
                  </a:lnTo>
                  <a:lnTo>
                    <a:pt x="247" y="448"/>
                  </a:lnTo>
                  <a:lnTo>
                    <a:pt x="245" y="450"/>
                  </a:lnTo>
                  <a:lnTo>
                    <a:pt x="244" y="451"/>
                  </a:lnTo>
                  <a:lnTo>
                    <a:pt x="243" y="451"/>
                  </a:lnTo>
                  <a:lnTo>
                    <a:pt x="238" y="452"/>
                  </a:lnTo>
                  <a:lnTo>
                    <a:pt x="238" y="452"/>
                  </a:lnTo>
                  <a:lnTo>
                    <a:pt x="237" y="451"/>
                  </a:lnTo>
                  <a:lnTo>
                    <a:pt x="234" y="452"/>
                  </a:lnTo>
                  <a:lnTo>
                    <a:pt x="233" y="452"/>
                  </a:lnTo>
                  <a:lnTo>
                    <a:pt x="232" y="454"/>
                  </a:lnTo>
                  <a:lnTo>
                    <a:pt x="227" y="458"/>
                  </a:lnTo>
                  <a:lnTo>
                    <a:pt x="227" y="458"/>
                  </a:lnTo>
                  <a:lnTo>
                    <a:pt x="226" y="458"/>
                  </a:lnTo>
                  <a:lnTo>
                    <a:pt x="226" y="454"/>
                  </a:lnTo>
                  <a:lnTo>
                    <a:pt x="225" y="454"/>
                  </a:lnTo>
                  <a:lnTo>
                    <a:pt x="223" y="452"/>
                  </a:lnTo>
                  <a:lnTo>
                    <a:pt x="223" y="452"/>
                  </a:lnTo>
                  <a:lnTo>
                    <a:pt x="222" y="452"/>
                  </a:lnTo>
                  <a:lnTo>
                    <a:pt x="222" y="452"/>
                  </a:lnTo>
                  <a:lnTo>
                    <a:pt x="220" y="451"/>
                  </a:lnTo>
                  <a:lnTo>
                    <a:pt x="219" y="450"/>
                  </a:lnTo>
                  <a:lnTo>
                    <a:pt x="217" y="448"/>
                  </a:lnTo>
                  <a:lnTo>
                    <a:pt x="217" y="448"/>
                  </a:lnTo>
                  <a:lnTo>
                    <a:pt x="216" y="447"/>
                  </a:lnTo>
                  <a:lnTo>
                    <a:pt x="213" y="444"/>
                  </a:lnTo>
                  <a:lnTo>
                    <a:pt x="213" y="441"/>
                  </a:lnTo>
                  <a:lnTo>
                    <a:pt x="210" y="439"/>
                  </a:lnTo>
                  <a:lnTo>
                    <a:pt x="209" y="439"/>
                  </a:lnTo>
                  <a:lnTo>
                    <a:pt x="209" y="436"/>
                  </a:lnTo>
                  <a:lnTo>
                    <a:pt x="208" y="434"/>
                  </a:lnTo>
                  <a:lnTo>
                    <a:pt x="205" y="434"/>
                  </a:lnTo>
                  <a:lnTo>
                    <a:pt x="205" y="434"/>
                  </a:lnTo>
                  <a:lnTo>
                    <a:pt x="202" y="434"/>
                  </a:lnTo>
                  <a:lnTo>
                    <a:pt x="202" y="432"/>
                  </a:lnTo>
                  <a:lnTo>
                    <a:pt x="200" y="429"/>
                  </a:lnTo>
                  <a:lnTo>
                    <a:pt x="199" y="429"/>
                  </a:lnTo>
                  <a:lnTo>
                    <a:pt x="199" y="428"/>
                  </a:lnTo>
                  <a:lnTo>
                    <a:pt x="199" y="426"/>
                  </a:lnTo>
                  <a:lnTo>
                    <a:pt x="199" y="421"/>
                  </a:lnTo>
                  <a:lnTo>
                    <a:pt x="197" y="419"/>
                  </a:lnTo>
                  <a:lnTo>
                    <a:pt x="192" y="418"/>
                  </a:lnTo>
                  <a:lnTo>
                    <a:pt x="192" y="418"/>
                  </a:lnTo>
                  <a:lnTo>
                    <a:pt x="192" y="418"/>
                  </a:lnTo>
                  <a:lnTo>
                    <a:pt x="191" y="418"/>
                  </a:lnTo>
                  <a:lnTo>
                    <a:pt x="188" y="418"/>
                  </a:lnTo>
                  <a:lnTo>
                    <a:pt x="187" y="417"/>
                  </a:lnTo>
                  <a:lnTo>
                    <a:pt x="186" y="417"/>
                  </a:lnTo>
                  <a:lnTo>
                    <a:pt x="185" y="417"/>
                  </a:lnTo>
                  <a:lnTo>
                    <a:pt x="185" y="418"/>
                  </a:lnTo>
                  <a:lnTo>
                    <a:pt x="185" y="419"/>
                  </a:lnTo>
                  <a:lnTo>
                    <a:pt x="184" y="420"/>
                  </a:lnTo>
                  <a:lnTo>
                    <a:pt x="184" y="423"/>
                  </a:lnTo>
                  <a:lnTo>
                    <a:pt x="180" y="426"/>
                  </a:lnTo>
                  <a:lnTo>
                    <a:pt x="177" y="423"/>
                  </a:lnTo>
                  <a:lnTo>
                    <a:pt x="177" y="423"/>
                  </a:lnTo>
                  <a:lnTo>
                    <a:pt x="177" y="420"/>
                  </a:lnTo>
                  <a:lnTo>
                    <a:pt x="176" y="420"/>
                  </a:lnTo>
                  <a:lnTo>
                    <a:pt x="176" y="419"/>
                  </a:lnTo>
                  <a:lnTo>
                    <a:pt x="176" y="419"/>
                  </a:lnTo>
                  <a:lnTo>
                    <a:pt x="173" y="419"/>
                  </a:lnTo>
                  <a:lnTo>
                    <a:pt x="173" y="419"/>
                  </a:lnTo>
                  <a:lnTo>
                    <a:pt x="173" y="419"/>
                  </a:lnTo>
                  <a:lnTo>
                    <a:pt x="172" y="420"/>
                  </a:lnTo>
                  <a:lnTo>
                    <a:pt x="171" y="420"/>
                  </a:lnTo>
                  <a:lnTo>
                    <a:pt x="168" y="419"/>
                  </a:lnTo>
                  <a:lnTo>
                    <a:pt x="168" y="419"/>
                  </a:lnTo>
                  <a:lnTo>
                    <a:pt x="167" y="418"/>
                  </a:lnTo>
                  <a:lnTo>
                    <a:pt x="167" y="418"/>
                  </a:lnTo>
                  <a:lnTo>
                    <a:pt x="166" y="417"/>
                  </a:lnTo>
                  <a:lnTo>
                    <a:pt x="165" y="417"/>
                  </a:lnTo>
                  <a:lnTo>
                    <a:pt x="165" y="415"/>
                  </a:lnTo>
                  <a:lnTo>
                    <a:pt x="161" y="412"/>
                  </a:lnTo>
                  <a:lnTo>
                    <a:pt x="160" y="411"/>
                  </a:lnTo>
                  <a:lnTo>
                    <a:pt x="158" y="409"/>
                  </a:lnTo>
                  <a:lnTo>
                    <a:pt x="158" y="409"/>
                  </a:lnTo>
                  <a:lnTo>
                    <a:pt x="154" y="408"/>
                  </a:lnTo>
                  <a:lnTo>
                    <a:pt x="153" y="405"/>
                  </a:lnTo>
                  <a:lnTo>
                    <a:pt x="153" y="402"/>
                  </a:lnTo>
                  <a:lnTo>
                    <a:pt x="153" y="399"/>
                  </a:lnTo>
                  <a:lnTo>
                    <a:pt x="153" y="399"/>
                  </a:lnTo>
                  <a:lnTo>
                    <a:pt x="153" y="399"/>
                  </a:lnTo>
                  <a:lnTo>
                    <a:pt x="153" y="397"/>
                  </a:lnTo>
                  <a:lnTo>
                    <a:pt x="153" y="393"/>
                  </a:lnTo>
                  <a:lnTo>
                    <a:pt x="153" y="392"/>
                  </a:lnTo>
                  <a:lnTo>
                    <a:pt x="152" y="392"/>
                  </a:lnTo>
                  <a:lnTo>
                    <a:pt x="148" y="391"/>
                  </a:lnTo>
                  <a:lnTo>
                    <a:pt x="148" y="387"/>
                  </a:lnTo>
                  <a:lnTo>
                    <a:pt x="148" y="386"/>
                  </a:lnTo>
                  <a:lnTo>
                    <a:pt x="148" y="382"/>
                  </a:lnTo>
                  <a:lnTo>
                    <a:pt x="148" y="380"/>
                  </a:lnTo>
                  <a:lnTo>
                    <a:pt x="147" y="378"/>
                  </a:lnTo>
                  <a:lnTo>
                    <a:pt x="145" y="378"/>
                  </a:lnTo>
                  <a:lnTo>
                    <a:pt x="144" y="378"/>
                  </a:lnTo>
                  <a:lnTo>
                    <a:pt x="144" y="374"/>
                  </a:lnTo>
                  <a:lnTo>
                    <a:pt x="144" y="373"/>
                  </a:lnTo>
                  <a:lnTo>
                    <a:pt x="142" y="373"/>
                  </a:lnTo>
                  <a:lnTo>
                    <a:pt x="142" y="371"/>
                  </a:lnTo>
                  <a:lnTo>
                    <a:pt x="142" y="371"/>
                  </a:lnTo>
                  <a:lnTo>
                    <a:pt x="142" y="371"/>
                  </a:lnTo>
                  <a:lnTo>
                    <a:pt x="142" y="369"/>
                  </a:lnTo>
                  <a:lnTo>
                    <a:pt x="142" y="367"/>
                  </a:lnTo>
                  <a:lnTo>
                    <a:pt x="142" y="367"/>
                  </a:lnTo>
                  <a:lnTo>
                    <a:pt x="141" y="361"/>
                  </a:lnTo>
                  <a:lnTo>
                    <a:pt x="135" y="360"/>
                  </a:lnTo>
                  <a:lnTo>
                    <a:pt x="135" y="359"/>
                  </a:lnTo>
                  <a:lnTo>
                    <a:pt x="135" y="354"/>
                  </a:lnTo>
                  <a:lnTo>
                    <a:pt x="135" y="354"/>
                  </a:lnTo>
                  <a:lnTo>
                    <a:pt x="135" y="354"/>
                  </a:lnTo>
                  <a:lnTo>
                    <a:pt x="135" y="352"/>
                  </a:lnTo>
                  <a:lnTo>
                    <a:pt x="135" y="351"/>
                  </a:lnTo>
                  <a:lnTo>
                    <a:pt x="135" y="351"/>
                  </a:lnTo>
                  <a:lnTo>
                    <a:pt x="135" y="351"/>
                  </a:lnTo>
                  <a:lnTo>
                    <a:pt x="135" y="351"/>
                  </a:lnTo>
                  <a:lnTo>
                    <a:pt x="133" y="351"/>
                  </a:lnTo>
                  <a:lnTo>
                    <a:pt x="133" y="351"/>
                  </a:lnTo>
                  <a:lnTo>
                    <a:pt x="133" y="351"/>
                  </a:lnTo>
                  <a:lnTo>
                    <a:pt x="129" y="351"/>
                  </a:lnTo>
                  <a:lnTo>
                    <a:pt x="128" y="351"/>
                  </a:lnTo>
                  <a:lnTo>
                    <a:pt x="126" y="351"/>
                  </a:lnTo>
                  <a:lnTo>
                    <a:pt x="126" y="351"/>
                  </a:lnTo>
                  <a:lnTo>
                    <a:pt x="124" y="351"/>
                  </a:lnTo>
                  <a:lnTo>
                    <a:pt x="122" y="350"/>
                  </a:lnTo>
                  <a:lnTo>
                    <a:pt x="122" y="350"/>
                  </a:lnTo>
                  <a:lnTo>
                    <a:pt x="122" y="348"/>
                  </a:lnTo>
                  <a:lnTo>
                    <a:pt x="122" y="346"/>
                  </a:lnTo>
                  <a:lnTo>
                    <a:pt x="120" y="344"/>
                  </a:lnTo>
                  <a:lnTo>
                    <a:pt x="120" y="344"/>
                  </a:lnTo>
                  <a:lnTo>
                    <a:pt x="117" y="344"/>
                  </a:lnTo>
                  <a:lnTo>
                    <a:pt x="114" y="344"/>
                  </a:lnTo>
                  <a:lnTo>
                    <a:pt x="114" y="344"/>
                  </a:lnTo>
                  <a:lnTo>
                    <a:pt x="113" y="343"/>
                  </a:lnTo>
                  <a:lnTo>
                    <a:pt x="113" y="341"/>
                  </a:lnTo>
                  <a:lnTo>
                    <a:pt x="108" y="339"/>
                  </a:lnTo>
                  <a:lnTo>
                    <a:pt x="108" y="336"/>
                  </a:lnTo>
                  <a:lnTo>
                    <a:pt x="107" y="334"/>
                  </a:lnTo>
                  <a:lnTo>
                    <a:pt x="104" y="330"/>
                  </a:lnTo>
                  <a:lnTo>
                    <a:pt x="104" y="330"/>
                  </a:lnTo>
                  <a:lnTo>
                    <a:pt x="104" y="330"/>
                  </a:lnTo>
                  <a:lnTo>
                    <a:pt x="102" y="327"/>
                  </a:lnTo>
                  <a:lnTo>
                    <a:pt x="99" y="327"/>
                  </a:lnTo>
                  <a:lnTo>
                    <a:pt x="99" y="327"/>
                  </a:lnTo>
                  <a:lnTo>
                    <a:pt x="99" y="327"/>
                  </a:lnTo>
                  <a:lnTo>
                    <a:pt x="98" y="322"/>
                  </a:lnTo>
                  <a:lnTo>
                    <a:pt x="98" y="316"/>
                  </a:lnTo>
                  <a:lnTo>
                    <a:pt x="98" y="313"/>
                  </a:lnTo>
                  <a:lnTo>
                    <a:pt x="96" y="312"/>
                  </a:lnTo>
                  <a:lnTo>
                    <a:pt x="96" y="312"/>
                  </a:lnTo>
                  <a:lnTo>
                    <a:pt x="96" y="308"/>
                  </a:lnTo>
                  <a:lnTo>
                    <a:pt x="96" y="307"/>
                  </a:lnTo>
                  <a:lnTo>
                    <a:pt x="96" y="307"/>
                  </a:lnTo>
                  <a:lnTo>
                    <a:pt x="96" y="305"/>
                  </a:lnTo>
                  <a:lnTo>
                    <a:pt x="96" y="305"/>
                  </a:lnTo>
                  <a:lnTo>
                    <a:pt x="96" y="305"/>
                  </a:lnTo>
                  <a:lnTo>
                    <a:pt x="96" y="301"/>
                  </a:lnTo>
                  <a:lnTo>
                    <a:pt x="96" y="300"/>
                  </a:lnTo>
                  <a:lnTo>
                    <a:pt x="95" y="299"/>
                  </a:lnTo>
                  <a:lnTo>
                    <a:pt x="94" y="297"/>
                  </a:lnTo>
                  <a:lnTo>
                    <a:pt x="92" y="294"/>
                  </a:lnTo>
                  <a:lnTo>
                    <a:pt x="92" y="294"/>
                  </a:lnTo>
                  <a:lnTo>
                    <a:pt x="92" y="294"/>
                  </a:lnTo>
                  <a:lnTo>
                    <a:pt x="90" y="294"/>
                  </a:lnTo>
                  <a:lnTo>
                    <a:pt x="90" y="292"/>
                  </a:lnTo>
                  <a:lnTo>
                    <a:pt x="92" y="287"/>
                  </a:lnTo>
                  <a:lnTo>
                    <a:pt x="92" y="286"/>
                  </a:lnTo>
                  <a:lnTo>
                    <a:pt x="90" y="284"/>
                  </a:lnTo>
                  <a:lnTo>
                    <a:pt x="89" y="283"/>
                  </a:lnTo>
                  <a:lnTo>
                    <a:pt x="88" y="281"/>
                  </a:lnTo>
                  <a:lnTo>
                    <a:pt x="88" y="281"/>
                  </a:lnTo>
                  <a:lnTo>
                    <a:pt x="88" y="279"/>
                  </a:lnTo>
                  <a:lnTo>
                    <a:pt x="88" y="276"/>
                  </a:lnTo>
                  <a:lnTo>
                    <a:pt x="88" y="272"/>
                  </a:lnTo>
                  <a:lnTo>
                    <a:pt x="87" y="266"/>
                  </a:lnTo>
                  <a:lnTo>
                    <a:pt x="87" y="261"/>
                  </a:lnTo>
                  <a:lnTo>
                    <a:pt x="87" y="251"/>
                  </a:lnTo>
                  <a:lnTo>
                    <a:pt x="87" y="250"/>
                  </a:lnTo>
                  <a:lnTo>
                    <a:pt x="87" y="247"/>
                  </a:lnTo>
                  <a:lnTo>
                    <a:pt x="87" y="243"/>
                  </a:lnTo>
                  <a:lnTo>
                    <a:pt x="87" y="243"/>
                  </a:lnTo>
                  <a:lnTo>
                    <a:pt x="86" y="242"/>
                  </a:lnTo>
                  <a:lnTo>
                    <a:pt x="86" y="237"/>
                  </a:lnTo>
                  <a:lnTo>
                    <a:pt x="84" y="236"/>
                  </a:lnTo>
                  <a:lnTo>
                    <a:pt x="86" y="233"/>
                  </a:lnTo>
                  <a:lnTo>
                    <a:pt x="86" y="233"/>
                  </a:lnTo>
                  <a:lnTo>
                    <a:pt x="86" y="233"/>
                  </a:lnTo>
                  <a:lnTo>
                    <a:pt x="84" y="230"/>
                  </a:lnTo>
                  <a:lnTo>
                    <a:pt x="84" y="226"/>
                  </a:lnTo>
                  <a:lnTo>
                    <a:pt x="84" y="223"/>
                  </a:lnTo>
                  <a:lnTo>
                    <a:pt x="84" y="222"/>
                  </a:lnTo>
                  <a:lnTo>
                    <a:pt x="84" y="219"/>
                  </a:lnTo>
                  <a:lnTo>
                    <a:pt x="84" y="215"/>
                  </a:lnTo>
                  <a:lnTo>
                    <a:pt x="84" y="212"/>
                  </a:lnTo>
                  <a:lnTo>
                    <a:pt x="84" y="208"/>
                  </a:lnTo>
                  <a:lnTo>
                    <a:pt x="84" y="203"/>
                  </a:lnTo>
                  <a:lnTo>
                    <a:pt x="82" y="202"/>
                  </a:lnTo>
                  <a:lnTo>
                    <a:pt x="82" y="200"/>
                  </a:lnTo>
                  <a:lnTo>
                    <a:pt x="82" y="200"/>
                  </a:lnTo>
                  <a:lnTo>
                    <a:pt x="82" y="195"/>
                  </a:lnTo>
                  <a:lnTo>
                    <a:pt x="82" y="194"/>
                  </a:lnTo>
                  <a:lnTo>
                    <a:pt x="82" y="193"/>
                  </a:lnTo>
                  <a:lnTo>
                    <a:pt x="82" y="192"/>
                  </a:lnTo>
                  <a:lnTo>
                    <a:pt x="78" y="188"/>
                  </a:lnTo>
                  <a:lnTo>
                    <a:pt x="77" y="188"/>
                  </a:lnTo>
                  <a:lnTo>
                    <a:pt x="76" y="186"/>
                  </a:lnTo>
                  <a:lnTo>
                    <a:pt x="75" y="184"/>
                  </a:lnTo>
                  <a:lnTo>
                    <a:pt x="75" y="181"/>
                  </a:lnTo>
                  <a:lnTo>
                    <a:pt x="74" y="179"/>
                  </a:lnTo>
                  <a:lnTo>
                    <a:pt x="74" y="177"/>
                  </a:lnTo>
                  <a:lnTo>
                    <a:pt x="72" y="176"/>
                  </a:lnTo>
                  <a:lnTo>
                    <a:pt x="72" y="173"/>
                  </a:lnTo>
                  <a:lnTo>
                    <a:pt x="68" y="173"/>
                  </a:lnTo>
                  <a:lnTo>
                    <a:pt x="67" y="171"/>
                  </a:lnTo>
                  <a:lnTo>
                    <a:pt x="65" y="170"/>
                  </a:lnTo>
                  <a:lnTo>
                    <a:pt x="65" y="166"/>
                  </a:lnTo>
                  <a:lnTo>
                    <a:pt x="63" y="166"/>
                  </a:lnTo>
                  <a:lnTo>
                    <a:pt x="60" y="165"/>
                  </a:lnTo>
                  <a:lnTo>
                    <a:pt x="57" y="165"/>
                  </a:lnTo>
                  <a:lnTo>
                    <a:pt x="57" y="163"/>
                  </a:lnTo>
                  <a:lnTo>
                    <a:pt x="55" y="161"/>
                  </a:lnTo>
                  <a:lnTo>
                    <a:pt x="53" y="158"/>
                  </a:lnTo>
                  <a:lnTo>
                    <a:pt x="53" y="156"/>
                  </a:lnTo>
                  <a:lnTo>
                    <a:pt x="53" y="156"/>
                  </a:lnTo>
                  <a:lnTo>
                    <a:pt x="53" y="155"/>
                  </a:lnTo>
                  <a:lnTo>
                    <a:pt x="53" y="155"/>
                  </a:lnTo>
                  <a:lnTo>
                    <a:pt x="50" y="154"/>
                  </a:lnTo>
                  <a:lnTo>
                    <a:pt x="48" y="150"/>
                  </a:lnTo>
                  <a:lnTo>
                    <a:pt x="47" y="146"/>
                  </a:lnTo>
                  <a:lnTo>
                    <a:pt x="46" y="146"/>
                  </a:lnTo>
                  <a:lnTo>
                    <a:pt x="44" y="146"/>
                  </a:lnTo>
                  <a:lnTo>
                    <a:pt x="44" y="145"/>
                  </a:lnTo>
                  <a:lnTo>
                    <a:pt x="44" y="145"/>
                  </a:lnTo>
                  <a:lnTo>
                    <a:pt x="46" y="145"/>
                  </a:lnTo>
                  <a:lnTo>
                    <a:pt x="46" y="145"/>
                  </a:lnTo>
                  <a:lnTo>
                    <a:pt x="47" y="145"/>
                  </a:lnTo>
                  <a:lnTo>
                    <a:pt x="47" y="145"/>
                  </a:lnTo>
                  <a:lnTo>
                    <a:pt x="50" y="146"/>
                  </a:lnTo>
                  <a:lnTo>
                    <a:pt x="53" y="146"/>
                  </a:lnTo>
                  <a:lnTo>
                    <a:pt x="53" y="146"/>
                  </a:lnTo>
                  <a:lnTo>
                    <a:pt x="53" y="146"/>
                  </a:lnTo>
                  <a:lnTo>
                    <a:pt x="54" y="146"/>
                  </a:lnTo>
                  <a:lnTo>
                    <a:pt x="55" y="146"/>
                  </a:lnTo>
                  <a:lnTo>
                    <a:pt x="57" y="146"/>
                  </a:lnTo>
                  <a:lnTo>
                    <a:pt x="57" y="146"/>
                  </a:lnTo>
                  <a:lnTo>
                    <a:pt x="57" y="146"/>
                  </a:lnTo>
                  <a:lnTo>
                    <a:pt x="60" y="146"/>
                  </a:lnTo>
                  <a:lnTo>
                    <a:pt x="63" y="146"/>
                  </a:lnTo>
                  <a:lnTo>
                    <a:pt x="63" y="146"/>
                  </a:lnTo>
                  <a:lnTo>
                    <a:pt x="63" y="146"/>
                  </a:lnTo>
                  <a:lnTo>
                    <a:pt x="63" y="146"/>
                  </a:lnTo>
                  <a:lnTo>
                    <a:pt x="63" y="145"/>
                  </a:lnTo>
                  <a:lnTo>
                    <a:pt x="60" y="145"/>
                  </a:lnTo>
                  <a:lnTo>
                    <a:pt x="60" y="145"/>
                  </a:lnTo>
                  <a:lnTo>
                    <a:pt x="57" y="145"/>
                  </a:lnTo>
                  <a:lnTo>
                    <a:pt x="57" y="144"/>
                  </a:lnTo>
                  <a:lnTo>
                    <a:pt x="57" y="143"/>
                  </a:lnTo>
                  <a:lnTo>
                    <a:pt x="57" y="143"/>
                  </a:lnTo>
                  <a:lnTo>
                    <a:pt x="57" y="141"/>
                  </a:lnTo>
                  <a:lnTo>
                    <a:pt x="57" y="138"/>
                  </a:lnTo>
                  <a:lnTo>
                    <a:pt x="57" y="138"/>
                  </a:lnTo>
                  <a:lnTo>
                    <a:pt x="57" y="136"/>
                  </a:lnTo>
                  <a:lnTo>
                    <a:pt x="57" y="136"/>
                  </a:lnTo>
                  <a:lnTo>
                    <a:pt x="57" y="131"/>
                  </a:lnTo>
                  <a:lnTo>
                    <a:pt x="57" y="131"/>
                  </a:lnTo>
                  <a:lnTo>
                    <a:pt x="60" y="130"/>
                  </a:lnTo>
                  <a:lnTo>
                    <a:pt x="57" y="129"/>
                  </a:lnTo>
                  <a:lnTo>
                    <a:pt x="57" y="129"/>
                  </a:lnTo>
                  <a:lnTo>
                    <a:pt x="57" y="129"/>
                  </a:lnTo>
                  <a:lnTo>
                    <a:pt x="54" y="129"/>
                  </a:lnTo>
                  <a:lnTo>
                    <a:pt x="53" y="127"/>
                  </a:lnTo>
                  <a:lnTo>
                    <a:pt x="53" y="127"/>
                  </a:lnTo>
                  <a:lnTo>
                    <a:pt x="50" y="126"/>
                  </a:lnTo>
                  <a:lnTo>
                    <a:pt x="50" y="126"/>
                  </a:lnTo>
                  <a:lnTo>
                    <a:pt x="50" y="124"/>
                  </a:lnTo>
                  <a:lnTo>
                    <a:pt x="47" y="124"/>
                  </a:lnTo>
                  <a:lnTo>
                    <a:pt x="47" y="119"/>
                  </a:lnTo>
                  <a:lnTo>
                    <a:pt x="46" y="118"/>
                  </a:lnTo>
                  <a:lnTo>
                    <a:pt x="46" y="117"/>
                  </a:lnTo>
                  <a:lnTo>
                    <a:pt x="44" y="117"/>
                  </a:lnTo>
                  <a:lnTo>
                    <a:pt x="46" y="112"/>
                  </a:lnTo>
                  <a:lnTo>
                    <a:pt x="46" y="111"/>
                  </a:lnTo>
                  <a:lnTo>
                    <a:pt x="46" y="108"/>
                  </a:lnTo>
                  <a:lnTo>
                    <a:pt x="46" y="107"/>
                  </a:lnTo>
                  <a:lnTo>
                    <a:pt x="44" y="106"/>
                  </a:lnTo>
                  <a:lnTo>
                    <a:pt x="44" y="105"/>
                  </a:lnTo>
                  <a:lnTo>
                    <a:pt x="44" y="102"/>
                  </a:lnTo>
                  <a:lnTo>
                    <a:pt x="46" y="98"/>
                  </a:lnTo>
                  <a:lnTo>
                    <a:pt x="47" y="97"/>
                  </a:lnTo>
                  <a:lnTo>
                    <a:pt x="47" y="97"/>
                  </a:lnTo>
                  <a:lnTo>
                    <a:pt x="48" y="96"/>
                  </a:lnTo>
                  <a:lnTo>
                    <a:pt x="47" y="92"/>
                  </a:lnTo>
                  <a:lnTo>
                    <a:pt x="47" y="92"/>
                  </a:lnTo>
                  <a:lnTo>
                    <a:pt x="47" y="92"/>
                  </a:lnTo>
                  <a:lnTo>
                    <a:pt x="47" y="90"/>
                  </a:lnTo>
                  <a:lnTo>
                    <a:pt x="47" y="86"/>
                  </a:lnTo>
                  <a:lnTo>
                    <a:pt x="47" y="86"/>
                  </a:lnTo>
                  <a:lnTo>
                    <a:pt x="47" y="84"/>
                  </a:lnTo>
                  <a:lnTo>
                    <a:pt x="47" y="83"/>
                  </a:lnTo>
                  <a:lnTo>
                    <a:pt x="47" y="82"/>
                  </a:lnTo>
                  <a:lnTo>
                    <a:pt x="47" y="78"/>
                  </a:lnTo>
                  <a:lnTo>
                    <a:pt x="46" y="77"/>
                  </a:lnTo>
                  <a:lnTo>
                    <a:pt x="46" y="77"/>
                  </a:lnTo>
                  <a:lnTo>
                    <a:pt x="46" y="76"/>
                  </a:lnTo>
                  <a:lnTo>
                    <a:pt x="46" y="71"/>
                  </a:lnTo>
                  <a:lnTo>
                    <a:pt x="47" y="70"/>
                  </a:lnTo>
                  <a:lnTo>
                    <a:pt x="47" y="69"/>
                  </a:lnTo>
                  <a:lnTo>
                    <a:pt x="50" y="69"/>
                  </a:lnTo>
                  <a:lnTo>
                    <a:pt x="53" y="69"/>
                  </a:lnTo>
                  <a:lnTo>
                    <a:pt x="53" y="69"/>
                  </a:lnTo>
                  <a:lnTo>
                    <a:pt x="55" y="69"/>
                  </a:lnTo>
                  <a:lnTo>
                    <a:pt x="55" y="70"/>
                  </a:lnTo>
                  <a:lnTo>
                    <a:pt x="57" y="71"/>
                  </a:lnTo>
                  <a:lnTo>
                    <a:pt x="57" y="71"/>
                  </a:lnTo>
                  <a:lnTo>
                    <a:pt x="57" y="71"/>
                  </a:lnTo>
                  <a:lnTo>
                    <a:pt x="57" y="71"/>
                  </a:lnTo>
                  <a:lnTo>
                    <a:pt x="60" y="76"/>
                  </a:lnTo>
                  <a:lnTo>
                    <a:pt x="60" y="76"/>
                  </a:lnTo>
                  <a:lnTo>
                    <a:pt x="63" y="76"/>
                  </a:lnTo>
                  <a:lnTo>
                    <a:pt x="63" y="77"/>
                  </a:lnTo>
                  <a:lnTo>
                    <a:pt x="65" y="77"/>
                  </a:lnTo>
                  <a:lnTo>
                    <a:pt x="65" y="77"/>
                  </a:lnTo>
                  <a:lnTo>
                    <a:pt x="65" y="77"/>
                  </a:lnTo>
                  <a:lnTo>
                    <a:pt x="65" y="77"/>
                  </a:lnTo>
                  <a:lnTo>
                    <a:pt x="66" y="77"/>
                  </a:lnTo>
                  <a:lnTo>
                    <a:pt x="66" y="76"/>
                  </a:lnTo>
                  <a:lnTo>
                    <a:pt x="67" y="76"/>
                  </a:lnTo>
                  <a:lnTo>
                    <a:pt x="68" y="76"/>
                  </a:lnTo>
                  <a:lnTo>
                    <a:pt x="68" y="76"/>
                  </a:lnTo>
                  <a:lnTo>
                    <a:pt x="68" y="71"/>
                  </a:lnTo>
                  <a:lnTo>
                    <a:pt x="72" y="71"/>
                  </a:lnTo>
                  <a:lnTo>
                    <a:pt x="72" y="71"/>
                  </a:lnTo>
                  <a:lnTo>
                    <a:pt x="74" y="71"/>
                  </a:lnTo>
                  <a:lnTo>
                    <a:pt x="75" y="71"/>
                  </a:lnTo>
                  <a:lnTo>
                    <a:pt x="76" y="71"/>
                  </a:lnTo>
                  <a:lnTo>
                    <a:pt x="78" y="71"/>
                  </a:lnTo>
                  <a:lnTo>
                    <a:pt x="82" y="71"/>
                  </a:lnTo>
                  <a:lnTo>
                    <a:pt x="82" y="71"/>
                  </a:lnTo>
                  <a:lnTo>
                    <a:pt x="82" y="71"/>
                  </a:lnTo>
                  <a:lnTo>
                    <a:pt x="84" y="69"/>
                  </a:lnTo>
                  <a:lnTo>
                    <a:pt x="84" y="67"/>
                  </a:lnTo>
                  <a:lnTo>
                    <a:pt x="84" y="67"/>
                  </a:lnTo>
                  <a:lnTo>
                    <a:pt x="84" y="65"/>
                  </a:lnTo>
                  <a:lnTo>
                    <a:pt x="86" y="64"/>
                  </a:lnTo>
                  <a:lnTo>
                    <a:pt x="87" y="64"/>
                  </a:lnTo>
                  <a:lnTo>
                    <a:pt x="87" y="60"/>
                  </a:lnTo>
                  <a:lnTo>
                    <a:pt x="87" y="58"/>
                  </a:lnTo>
                  <a:lnTo>
                    <a:pt x="87" y="55"/>
                  </a:lnTo>
                  <a:lnTo>
                    <a:pt x="88" y="54"/>
                  </a:lnTo>
                  <a:lnTo>
                    <a:pt x="88" y="54"/>
                  </a:lnTo>
                  <a:lnTo>
                    <a:pt x="88" y="53"/>
                  </a:lnTo>
                  <a:lnTo>
                    <a:pt x="88" y="51"/>
                  </a:lnTo>
                  <a:lnTo>
                    <a:pt x="87" y="48"/>
                  </a:lnTo>
                  <a:lnTo>
                    <a:pt x="87" y="47"/>
                  </a:lnTo>
                  <a:lnTo>
                    <a:pt x="87" y="47"/>
                  </a:lnTo>
                  <a:lnTo>
                    <a:pt x="87" y="46"/>
                  </a:lnTo>
                  <a:lnTo>
                    <a:pt x="87" y="46"/>
                  </a:lnTo>
                  <a:lnTo>
                    <a:pt x="87" y="44"/>
                  </a:lnTo>
                  <a:lnTo>
                    <a:pt x="86" y="44"/>
                  </a:lnTo>
                  <a:lnTo>
                    <a:pt x="84" y="44"/>
                  </a:lnTo>
                  <a:lnTo>
                    <a:pt x="82" y="44"/>
                  </a:lnTo>
                  <a:lnTo>
                    <a:pt x="82" y="41"/>
                  </a:lnTo>
                  <a:lnTo>
                    <a:pt x="77" y="41"/>
                  </a:lnTo>
                  <a:lnTo>
                    <a:pt x="75" y="40"/>
                  </a:lnTo>
                  <a:lnTo>
                    <a:pt x="75" y="39"/>
                  </a:lnTo>
                  <a:lnTo>
                    <a:pt x="74" y="37"/>
                  </a:lnTo>
                  <a:lnTo>
                    <a:pt x="72" y="37"/>
                  </a:lnTo>
                  <a:lnTo>
                    <a:pt x="68" y="37"/>
                  </a:lnTo>
                  <a:lnTo>
                    <a:pt x="68" y="37"/>
                  </a:lnTo>
                  <a:lnTo>
                    <a:pt x="67" y="39"/>
                  </a:lnTo>
                  <a:lnTo>
                    <a:pt x="65" y="40"/>
                  </a:lnTo>
                  <a:lnTo>
                    <a:pt x="65" y="40"/>
                  </a:lnTo>
                  <a:lnTo>
                    <a:pt x="63" y="40"/>
                  </a:lnTo>
                  <a:lnTo>
                    <a:pt x="63" y="40"/>
                  </a:lnTo>
                  <a:lnTo>
                    <a:pt x="63" y="40"/>
                  </a:lnTo>
                  <a:lnTo>
                    <a:pt x="63" y="40"/>
                  </a:lnTo>
                  <a:lnTo>
                    <a:pt x="60" y="41"/>
                  </a:lnTo>
                  <a:lnTo>
                    <a:pt x="60" y="41"/>
                  </a:lnTo>
                  <a:lnTo>
                    <a:pt x="57" y="44"/>
                  </a:lnTo>
                  <a:lnTo>
                    <a:pt x="57" y="44"/>
                  </a:lnTo>
                  <a:lnTo>
                    <a:pt x="54" y="46"/>
                  </a:lnTo>
                  <a:lnTo>
                    <a:pt x="53" y="46"/>
                  </a:lnTo>
                  <a:lnTo>
                    <a:pt x="50" y="47"/>
                  </a:lnTo>
                  <a:lnTo>
                    <a:pt x="47" y="47"/>
                  </a:lnTo>
                  <a:lnTo>
                    <a:pt x="47" y="48"/>
                  </a:lnTo>
                  <a:lnTo>
                    <a:pt x="46" y="51"/>
                  </a:lnTo>
                  <a:lnTo>
                    <a:pt x="46" y="53"/>
                  </a:lnTo>
                  <a:lnTo>
                    <a:pt x="44" y="53"/>
                  </a:lnTo>
                  <a:lnTo>
                    <a:pt x="44" y="53"/>
                  </a:lnTo>
                  <a:lnTo>
                    <a:pt x="41" y="53"/>
                  </a:lnTo>
                  <a:lnTo>
                    <a:pt x="40" y="54"/>
                  </a:lnTo>
                  <a:lnTo>
                    <a:pt x="37" y="54"/>
                  </a:lnTo>
                  <a:lnTo>
                    <a:pt x="35" y="54"/>
                  </a:lnTo>
                  <a:lnTo>
                    <a:pt x="35" y="56"/>
                  </a:lnTo>
                  <a:lnTo>
                    <a:pt x="33" y="58"/>
                  </a:lnTo>
                  <a:lnTo>
                    <a:pt x="33" y="58"/>
                  </a:lnTo>
                  <a:lnTo>
                    <a:pt x="30" y="58"/>
                  </a:lnTo>
                  <a:lnTo>
                    <a:pt x="28" y="58"/>
                  </a:lnTo>
                  <a:lnTo>
                    <a:pt x="26" y="58"/>
                  </a:lnTo>
                  <a:lnTo>
                    <a:pt x="26" y="56"/>
                  </a:lnTo>
                  <a:lnTo>
                    <a:pt x="26" y="56"/>
                  </a:lnTo>
                  <a:lnTo>
                    <a:pt x="26" y="56"/>
                  </a:lnTo>
                  <a:lnTo>
                    <a:pt x="24" y="56"/>
                  </a:lnTo>
                  <a:lnTo>
                    <a:pt x="22" y="58"/>
                  </a:lnTo>
                  <a:lnTo>
                    <a:pt x="21" y="58"/>
                  </a:lnTo>
                  <a:lnTo>
                    <a:pt x="19" y="58"/>
                  </a:lnTo>
                  <a:lnTo>
                    <a:pt x="17" y="58"/>
                  </a:lnTo>
                  <a:lnTo>
                    <a:pt x="16" y="58"/>
                  </a:lnTo>
                  <a:lnTo>
                    <a:pt x="15" y="58"/>
                  </a:lnTo>
                  <a:lnTo>
                    <a:pt x="14" y="58"/>
                  </a:lnTo>
                  <a:lnTo>
                    <a:pt x="12" y="58"/>
                  </a:lnTo>
                  <a:lnTo>
                    <a:pt x="12" y="58"/>
                  </a:lnTo>
                  <a:lnTo>
                    <a:pt x="12" y="58"/>
                  </a:lnTo>
                  <a:lnTo>
                    <a:pt x="11" y="56"/>
                  </a:lnTo>
                  <a:lnTo>
                    <a:pt x="9" y="56"/>
                  </a:lnTo>
                  <a:lnTo>
                    <a:pt x="9" y="56"/>
                  </a:lnTo>
                  <a:lnTo>
                    <a:pt x="6" y="56"/>
                  </a:lnTo>
                  <a:lnTo>
                    <a:pt x="4" y="58"/>
                  </a:lnTo>
                  <a:lnTo>
                    <a:pt x="2" y="58"/>
                  </a:lnTo>
                  <a:lnTo>
                    <a:pt x="2" y="56"/>
                  </a:lnTo>
                  <a:lnTo>
                    <a:pt x="2" y="54"/>
                  </a:lnTo>
                  <a:lnTo>
                    <a:pt x="2" y="54"/>
                  </a:lnTo>
                  <a:lnTo>
                    <a:pt x="2" y="48"/>
                  </a:lnTo>
                  <a:lnTo>
                    <a:pt x="0" y="47"/>
                  </a:lnTo>
                  <a:lnTo>
                    <a:pt x="0" y="46"/>
                  </a:lnTo>
                  <a:lnTo>
                    <a:pt x="0" y="44"/>
                  </a:lnTo>
                  <a:lnTo>
                    <a:pt x="2" y="44"/>
                  </a:lnTo>
                  <a:lnTo>
                    <a:pt x="2" y="44"/>
                  </a:lnTo>
                  <a:lnTo>
                    <a:pt x="2" y="44"/>
                  </a:lnTo>
                  <a:lnTo>
                    <a:pt x="2" y="42"/>
                  </a:lnTo>
                  <a:lnTo>
                    <a:pt x="3" y="41"/>
                  </a:lnTo>
                  <a:lnTo>
                    <a:pt x="4" y="41"/>
                  </a:lnTo>
                  <a:lnTo>
                    <a:pt x="4" y="41"/>
                  </a:lnTo>
                  <a:lnTo>
                    <a:pt x="4" y="40"/>
                  </a:lnTo>
                  <a:lnTo>
                    <a:pt x="4" y="37"/>
                  </a:lnTo>
                  <a:lnTo>
                    <a:pt x="4" y="36"/>
                  </a:lnTo>
                  <a:lnTo>
                    <a:pt x="6" y="35"/>
                  </a:lnTo>
                  <a:lnTo>
                    <a:pt x="9" y="35"/>
                  </a:lnTo>
                  <a:lnTo>
                    <a:pt x="9" y="33"/>
                  </a:lnTo>
                  <a:lnTo>
                    <a:pt x="9" y="30"/>
                  </a:lnTo>
                  <a:lnTo>
                    <a:pt x="9" y="29"/>
                  </a:lnTo>
                  <a:lnTo>
                    <a:pt x="9" y="27"/>
                  </a:lnTo>
                  <a:lnTo>
                    <a:pt x="9" y="26"/>
                  </a:lnTo>
                  <a:lnTo>
                    <a:pt x="9" y="26"/>
                  </a:lnTo>
                  <a:lnTo>
                    <a:pt x="11" y="26"/>
                  </a:lnTo>
                  <a:lnTo>
                    <a:pt x="12" y="26"/>
                  </a:lnTo>
                  <a:lnTo>
                    <a:pt x="12" y="20"/>
                  </a:lnTo>
                  <a:lnTo>
                    <a:pt x="12" y="20"/>
                  </a:lnTo>
                  <a:lnTo>
                    <a:pt x="12" y="18"/>
                  </a:lnTo>
                  <a:lnTo>
                    <a:pt x="12" y="17"/>
                  </a:lnTo>
                  <a:lnTo>
                    <a:pt x="12" y="17"/>
                  </a:lnTo>
                  <a:lnTo>
                    <a:pt x="14" y="15"/>
                  </a:lnTo>
                  <a:lnTo>
                    <a:pt x="15" y="15"/>
                  </a:lnTo>
                  <a:lnTo>
                    <a:pt x="15" y="14"/>
                  </a:lnTo>
                  <a:lnTo>
                    <a:pt x="17" y="13"/>
                  </a:lnTo>
                  <a:lnTo>
                    <a:pt x="19" y="7"/>
                  </a:lnTo>
                  <a:lnTo>
                    <a:pt x="20" y="7"/>
                  </a:lnTo>
                  <a:lnTo>
                    <a:pt x="21" y="7"/>
                  </a:lnTo>
                  <a:lnTo>
                    <a:pt x="22" y="6"/>
                  </a:lnTo>
                  <a:lnTo>
                    <a:pt x="23" y="5"/>
                  </a:lnTo>
                  <a:lnTo>
                    <a:pt x="24" y="5"/>
                  </a:lnTo>
                  <a:lnTo>
                    <a:pt x="26" y="5"/>
                  </a:lnTo>
                  <a:lnTo>
                    <a:pt x="26" y="5"/>
                  </a:lnTo>
                  <a:lnTo>
                    <a:pt x="26" y="4"/>
                  </a:lnTo>
                  <a:lnTo>
                    <a:pt x="26" y="4"/>
                  </a:lnTo>
                  <a:lnTo>
                    <a:pt x="26" y="4"/>
                  </a:lnTo>
                  <a:lnTo>
                    <a:pt x="26" y="4"/>
                  </a:lnTo>
                  <a:lnTo>
                    <a:pt x="28" y="3"/>
                  </a:lnTo>
                  <a:lnTo>
                    <a:pt x="30" y="3"/>
                  </a:lnTo>
                  <a:lnTo>
                    <a:pt x="33" y="3"/>
                  </a:lnTo>
                  <a:lnTo>
                    <a:pt x="34" y="3"/>
                  </a:lnTo>
                  <a:lnTo>
                    <a:pt x="35" y="3"/>
                  </a:lnTo>
                  <a:lnTo>
                    <a:pt x="36" y="3"/>
                  </a:lnTo>
                  <a:lnTo>
                    <a:pt x="39" y="3"/>
                  </a:lnTo>
                  <a:lnTo>
                    <a:pt x="40" y="3"/>
                  </a:lnTo>
                  <a:lnTo>
                    <a:pt x="41" y="3"/>
                  </a:lnTo>
                  <a:lnTo>
                    <a:pt x="41" y="2"/>
                  </a:lnTo>
                  <a:lnTo>
                    <a:pt x="41" y="2"/>
                  </a:lnTo>
                  <a:lnTo>
                    <a:pt x="44" y="0"/>
                  </a:lnTo>
                  <a:lnTo>
                    <a:pt x="46" y="0"/>
                  </a:lnTo>
                  <a:lnTo>
                    <a:pt x="48" y="0"/>
                  </a:lnTo>
                  <a:lnTo>
                    <a:pt x="53" y="0"/>
                  </a:lnTo>
                  <a:lnTo>
                    <a:pt x="54" y="0"/>
                  </a:lnTo>
                  <a:lnTo>
                    <a:pt x="55" y="0"/>
                  </a:lnTo>
                  <a:lnTo>
                    <a:pt x="57" y="0"/>
                  </a:lnTo>
                  <a:lnTo>
                    <a:pt x="57" y="0"/>
                  </a:lnTo>
                  <a:lnTo>
                    <a:pt x="57" y="0"/>
                  </a:lnTo>
                  <a:lnTo>
                    <a:pt x="57" y="0"/>
                  </a:lnTo>
                  <a:lnTo>
                    <a:pt x="60" y="0"/>
                  </a:lnTo>
                  <a:lnTo>
                    <a:pt x="63" y="0"/>
                  </a:lnTo>
                  <a:lnTo>
                    <a:pt x="63" y="0"/>
                  </a:lnTo>
                  <a:lnTo>
                    <a:pt x="65" y="0"/>
                  </a:lnTo>
                  <a:lnTo>
                    <a:pt x="65" y="0"/>
                  </a:lnTo>
                  <a:lnTo>
                    <a:pt x="65" y="0"/>
                  </a:lnTo>
                  <a:lnTo>
                    <a:pt x="67" y="0"/>
                  </a:lnTo>
                  <a:lnTo>
                    <a:pt x="68" y="0"/>
                  </a:lnTo>
                  <a:lnTo>
                    <a:pt x="72" y="0"/>
                  </a:lnTo>
                  <a:lnTo>
                    <a:pt x="76" y="0"/>
                  </a:lnTo>
                  <a:lnTo>
                    <a:pt x="77" y="0"/>
                  </a:lnTo>
                  <a:lnTo>
                    <a:pt x="77" y="0"/>
                  </a:lnTo>
                  <a:lnTo>
                    <a:pt x="77" y="0"/>
                  </a:lnTo>
                  <a:lnTo>
                    <a:pt x="82" y="0"/>
                  </a:lnTo>
                  <a:lnTo>
                    <a:pt x="82" y="0"/>
                  </a:lnTo>
                  <a:lnTo>
                    <a:pt x="82" y="0"/>
                  </a:lnTo>
                  <a:lnTo>
                    <a:pt x="82" y="0"/>
                  </a:lnTo>
                  <a:lnTo>
                    <a:pt x="84" y="0"/>
                  </a:lnTo>
                  <a:lnTo>
                    <a:pt x="84" y="0"/>
                  </a:lnTo>
                  <a:lnTo>
                    <a:pt x="86" y="0"/>
                  </a:lnTo>
                  <a:lnTo>
                    <a:pt x="86" y="0"/>
                  </a:lnTo>
                  <a:lnTo>
                    <a:pt x="87" y="0"/>
                  </a:lnTo>
                  <a:lnTo>
                    <a:pt x="87" y="0"/>
                  </a:lnTo>
                  <a:lnTo>
                    <a:pt x="87" y="0"/>
                  </a:lnTo>
                  <a:lnTo>
                    <a:pt x="87" y="0"/>
                  </a:lnTo>
                  <a:lnTo>
                    <a:pt x="88" y="0"/>
                  </a:lnTo>
                  <a:lnTo>
                    <a:pt x="89" y="0"/>
                  </a:lnTo>
                  <a:lnTo>
                    <a:pt x="90" y="0"/>
                  </a:lnTo>
                  <a:lnTo>
                    <a:pt x="92" y="0"/>
                  </a:lnTo>
                  <a:lnTo>
                    <a:pt x="94" y="0"/>
                  </a:lnTo>
                  <a:lnTo>
                    <a:pt x="95" y="0"/>
                  </a:lnTo>
                  <a:lnTo>
                    <a:pt x="96" y="1"/>
                  </a:lnTo>
                  <a:lnTo>
                    <a:pt x="96" y="1"/>
                  </a:lnTo>
                  <a:lnTo>
                    <a:pt x="96" y="2"/>
                  </a:lnTo>
                  <a:lnTo>
                    <a:pt x="98" y="2"/>
                  </a:lnTo>
                  <a:lnTo>
                    <a:pt x="98" y="2"/>
                  </a:lnTo>
                  <a:lnTo>
                    <a:pt x="99" y="2"/>
                  </a:lnTo>
                  <a:lnTo>
                    <a:pt x="102" y="2"/>
                  </a:lnTo>
                  <a:lnTo>
                    <a:pt x="104" y="2"/>
                  </a:lnTo>
                  <a:lnTo>
                    <a:pt x="104" y="2"/>
                  </a:lnTo>
                  <a:lnTo>
                    <a:pt x="104" y="3"/>
                  </a:lnTo>
                  <a:lnTo>
                    <a:pt x="105" y="3"/>
                  </a:lnTo>
                  <a:lnTo>
                    <a:pt x="107" y="3"/>
                  </a:lnTo>
                  <a:lnTo>
                    <a:pt x="108" y="3"/>
                  </a:lnTo>
                  <a:lnTo>
                    <a:pt x="108" y="3"/>
                  </a:lnTo>
                  <a:lnTo>
                    <a:pt x="108" y="3"/>
                  </a:lnTo>
                  <a:lnTo>
                    <a:pt x="108" y="3"/>
                  </a:lnTo>
                  <a:lnTo>
                    <a:pt x="113" y="3"/>
                  </a:lnTo>
                  <a:lnTo>
                    <a:pt x="113" y="3"/>
                  </a:lnTo>
                  <a:lnTo>
                    <a:pt x="114" y="3"/>
                  </a:lnTo>
                  <a:lnTo>
                    <a:pt x="114" y="3"/>
                  </a:lnTo>
                  <a:lnTo>
                    <a:pt x="114" y="3"/>
                  </a:lnTo>
                  <a:lnTo>
                    <a:pt x="117" y="3"/>
                  </a:lnTo>
                  <a:lnTo>
                    <a:pt x="117" y="3"/>
                  </a:lnTo>
                  <a:lnTo>
                    <a:pt x="120" y="3"/>
                  </a:lnTo>
                  <a:lnTo>
                    <a:pt x="120" y="3"/>
                  </a:lnTo>
                  <a:lnTo>
                    <a:pt x="120" y="3"/>
                  </a:lnTo>
                  <a:lnTo>
                    <a:pt x="122" y="3"/>
                  </a:lnTo>
                  <a:lnTo>
                    <a:pt x="122" y="3"/>
                  </a:lnTo>
                  <a:lnTo>
                    <a:pt x="122" y="3"/>
                  </a:lnTo>
                  <a:lnTo>
                    <a:pt x="122" y="3"/>
                  </a:lnTo>
                  <a:lnTo>
                    <a:pt x="122" y="4"/>
                  </a:lnTo>
                  <a:lnTo>
                    <a:pt x="122" y="4"/>
                  </a:lnTo>
                  <a:lnTo>
                    <a:pt x="124" y="4"/>
                  </a:lnTo>
                  <a:lnTo>
                    <a:pt x="126" y="4"/>
                  </a:lnTo>
                  <a:lnTo>
                    <a:pt x="126" y="4"/>
                  </a:lnTo>
                  <a:lnTo>
                    <a:pt x="128" y="5"/>
                  </a:lnTo>
                  <a:lnTo>
                    <a:pt x="128" y="5"/>
                  </a:lnTo>
                  <a:lnTo>
                    <a:pt x="131" y="5"/>
                  </a:lnTo>
                  <a:lnTo>
                    <a:pt x="133" y="5"/>
                  </a:lnTo>
                  <a:lnTo>
                    <a:pt x="133" y="5"/>
                  </a:lnTo>
                  <a:lnTo>
                    <a:pt x="135" y="5"/>
                  </a:lnTo>
                  <a:lnTo>
                    <a:pt x="135" y="6"/>
                  </a:lnTo>
                  <a:lnTo>
                    <a:pt x="135" y="6"/>
                  </a:lnTo>
                  <a:lnTo>
                    <a:pt x="135" y="7"/>
                  </a:lnTo>
                  <a:lnTo>
                    <a:pt x="135" y="7"/>
                  </a:lnTo>
                  <a:lnTo>
                    <a:pt x="135" y="13"/>
                  </a:lnTo>
                  <a:lnTo>
                    <a:pt x="135" y="14"/>
                  </a:lnTo>
                  <a:lnTo>
                    <a:pt x="142" y="15"/>
                  </a:lnTo>
                  <a:lnTo>
                    <a:pt x="142" y="15"/>
                  </a:lnTo>
                  <a:lnTo>
                    <a:pt x="142" y="16"/>
                  </a:lnTo>
                  <a:lnTo>
                    <a:pt x="144" y="17"/>
                  </a:lnTo>
                  <a:lnTo>
                    <a:pt x="144" y="17"/>
                  </a:lnTo>
                  <a:lnTo>
                    <a:pt x="144" y="17"/>
                  </a:lnTo>
                  <a:lnTo>
                    <a:pt x="144" y="18"/>
                  </a:lnTo>
                  <a:lnTo>
                    <a:pt x="148" y="18"/>
                  </a:lnTo>
                  <a:lnTo>
                    <a:pt x="148" y="20"/>
                  </a:lnTo>
                  <a:lnTo>
                    <a:pt x="148" y="20"/>
                  </a:lnTo>
                  <a:lnTo>
                    <a:pt x="151" y="20"/>
                  </a:lnTo>
                  <a:lnTo>
                    <a:pt x="151" y="26"/>
                  </a:lnTo>
                  <a:lnTo>
                    <a:pt x="152" y="26"/>
                  </a:lnTo>
                  <a:lnTo>
                    <a:pt x="153" y="26"/>
                  </a:lnTo>
                  <a:lnTo>
                    <a:pt x="153" y="26"/>
                  </a:lnTo>
                  <a:lnTo>
                    <a:pt x="153" y="26"/>
                  </a:lnTo>
                  <a:lnTo>
                    <a:pt x="153" y="26"/>
                  </a:lnTo>
                  <a:lnTo>
                    <a:pt x="158" y="27"/>
                  </a:lnTo>
                  <a:lnTo>
                    <a:pt x="158" y="27"/>
                  </a:lnTo>
                  <a:lnTo>
                    <a:pt x="158" y="29"/>
                  </a:lnTo>
                  <a:lnTo>
                    <a:pt x="159" y="30"/>
                  </a:lnTo>
                  <a:lnTo>
                    <a:pt x="160" y="32"/>
                  </a:lnTo>
                  <a:lnTo>
                    <a:pt x="160" y="33"/>
                  </a:lnTo>
                  <a:lnTo>
                    <a:pt x="165" y="36"/>
                  </a:lnTo>
                  <a:lnTo>
                    <a:pt x="165" y="37"/>
                  </a:lnTo>
                  <a:lnTo>
                    <a:pt x="166" y="39"/>
                  </a:lnTo>
                  <a:lnTo>
                    <a:pt x="167" y="40"/>
                  </a:lnTo>
                  <a:lnTo>
                    <a:pt x="167" y="40"/>
                  </a:lnTo>
                  <a:lnTo>
                    <a:pt x="167" y="41"/>
                  </a:lnTo>
                  <a:lnTo>
                    <a:pt x="167" y="41"/>
                  </a:lnTo>
                  <a:lnTo>
                    <a:pt x="168" y="43"/>
                  </a:lnTo>
                  <a:lnTo>
                    <a:pt x="169" y="44"/>
                  </a:lnTo>
                  <a:lnTo>
                    <a:pt x="172" y="46"/>
                  </a:lnTo>
                  <a:lnTo>
                    <a:pt x="172" y="47"/>
                  </a:lnTo>
                  <a:lnTo>
                    <a:pt x="172" y="47"/>
                  </a:lnTo>
                  <a:lnTo>
                    <a:pt x="173" y="47"/>
                  </a:lnTo>
                  <a:lnTo>
                    <a:pt x="173" y="48"/>
                  </a:lnTo>
                  <a:lnTo>
                    <a:pt x="173" y="51"/>
                  </a:lnTo>
                  <a:lnTo>
                    <a:pt x="173" y="53"/>
                  </a:lnTo>
                  <a:lnTo>
                    <a:pt x="173" y="53"/>
                  </a:lnTo>
                  <a:lnTo>
                    <a:pt x="176" y="54"/>
                  </a:lnTo>
                  <a:lnTo>
                    <a:pt x="176" y="54"/>
                  </a:lnTo>
                  <a:lnTo>
                    <a:pt x="176" y="56"/>
                  </a:lnTo>
                  <a:lnTo>
                    <a:pt x="176" y="58"/>
                  </a:lnTo>
                  <a:lnTo>
                    <a:pt x="176" y="58"/>
                  </a:lnTo>
                  <a:lnTo>
                    <a:pt x="176" y="58"/>
                  </a:lnTo>
                  <a:lnTo>
                    <a:pt x="177" y="58"/>
                  </a:lnTo>
                  <a:lnTo>
                    <a:pt x="177" y="58"/>
                  </a:lnTo>
                  <a:lnTo>
                    <a:pt x="177" y="58"/>
                  </a:lnTo>
                  <a:lnTo>
                    <a:pt x="180" y="60"/>
                  </a:lnTo>
                  <a:lnTo>
                    <a:pt x="182" y="60"/>
                  </a:lnTo>
                  <a:lnTo>
                    <a:pt x="184" y="64"/>
                  </a:lnTo>
                  <a:lnTo>
                    <a:pt x="184" y="65"/>
                  </a:lnTo>
                  <a:lnTo>
                    <a:pt x="185" y="67"/>
                  </a:lnTo>
                  <a:lnTo>
                    <a:pt x="185" y="67"/>
                  </a:lnTo>
                  <a:lnTo>
                    <a:pt x="187" y="69"/>
                  </a:lnTo>
                  <a:lnTo>
                    <a:pt x="188" y="69"/>
                  </a:lnTo>
                  <a:lnTo>
                    <a:pt x="188" y="69"/>
                  </a:lnTo>
                  <a:lnTo>
                    <a:pt x="191" y="70"/>
                  </a:lnTo>
                  <a:lnTo>
                    <a:pt x="191" y="70"/>
                  </a:lnTo>
                  <a:lnTo>
                    <a:pt x="191" y="71"/>
                  </a:lnTo>
                  <a:lnTo>
                    <a:pt x="191" y="71"/>
                  </a:lnTo>
                  <a:lnTo>
                    <a:pt x="192" y="71"/>
                  </a:lnTo>
                  <a:lnTo>
                    <a:pt x="192" y="71"/>
                  </a:lnTo>
                  <a:lnTo>
                    <a:pt x="192" y="76"/>
                  </a:lnTo>
                  <a:lnTo>
                    <a:pt x="192" y="76"/>
                  </a:lnTo>
                  <a:lnTo>
                    <a:pt x="195" y="77"/>
                  </a:lnTo>
                  <a:lnTo>
                    <a:pt x="197" y="77"/>
                  </a:lnTo>
                  <a:lnTo>
                    <a:pt x="198" y="77"/>
                  </a:lnTo>
                  <a:lnTo>
                    <a:pt x="199" y="78"/>
                  </a:lnTo>
                  <a:lnTo>
                    <a:pt x="199" y="78"/>
                  </a:lnTo>
                  <a:lnTo>
                    <a:pt x="199" y="82"/>
                  </a:lnTo>
                  <a:lnTo>
                    <a:pt x="199" y="83"/>
                  </a:lnTo>
                  <a:lnTo>
                    <a:pt x="199" y="83"/>
                  </a:lnTo>
                  <a:lnTo>
                    <a:pt x="199" y="83"/>
                  </a:lnTo>
                  <a:lnTo>
                    <a:pt x="199" y="83"/>
                  </a:lnTo>
                  <a:lnTo>
                    <a:pt x="199" y="83"/>
                  </a:lnTo>
                  <a:lnTo>
                    <a:pt x="200" y="83"/>
                  </a:lnTo>
                  <a:lnTo>
                    <a:pt x="202" y="83"/>
                  </a:lnTo>
                  <a:lnTo>
                    <a:pt x="202" y="83"/>
                  </a:lnTo>
                  <a:lnTo>
                    <a:pt x="205" y="84"/>
                  </a:lnTo>
                  <a:lnTo>
                    <a:pt x="206" y="84"/>
                  </a:lnTo>
                  <a:lnTo>
                    <a:pt x="208" y="84"/>
                  </a:lnTo>
                  <a:lnTo>
                    <a:pt x="209" y="86"/>
                  </a:lnTo>
                  <a:lnTo>
                    <a:pt x="209" y="86"/>
                  </a:lnTo>
                  <a:lnTo>
                    <a:pt x="209" y="86"/>
                  </a:lnTo>
                  <a:lnTo>
                    <a:pt x="210" y="86"/>
                  </a:lnTo>
                  <a:lnTo>
                    <a:pt x="212" y="86"/>
                  </a:lnTo>
                  <a:lnTo>
                    <a:pt x="213" y="86"/>
                  </a:lnTo>
                  <a:lnTo>
                    <a:pt x="214" y="86"/>
                  </a:lnTo>
                  <a:lnTo>
                    <a:pt x="216" y="88"/>
                  </a:lnTo>
                  <a:lnTo>
                    <a:pt x="216" y="88"/>
                  </a:lnTo>
                  <a:lnTo>
                    <a:pt x="216" y="88"/>
                  </a:lnTo>
                  <a:lnTo>
                    <a:pt x="217" y="88"/>
                  </a:lnTo>
                  <a:lnTo>
                    <a:pt x="217" y="88"/>
                  </a:lnTo>
                  <a:lnTo>
                    <a:pt x="217" y="90"/>
                  </a:lnTo>
                  <a:lnTo>
                    <a:pt x="220" y="91"/>
                  </a:lnTo>
                  <a:lnTo>
                    <a:pt x="220" y="91"/>
                  </a:lnTo>
                  <a:lnTo>
                    <a:pt x="221" y="92"/>
                  </a:lnTo>
                  <a:lnTo>
                    <a:pt x="222" y="92"/>
                  </a:lnTo>
                  <a:lnTo>
                    <a:pt x="222" y="92"/>
                  </a:lnTo>
                  <a:lnTo>
                    <a:pt x="223" y="92"/>
                  </a:lnTo>
                  <a:lnTo>
                    <a:pt x="223" y="92"/>
                  </a:lnTo>
                  <a:lnTo>
                    <a:pt x="226" y="92"/>
                  </a:lnTo>
                  <a:lnTo>
                    <a:pt x="227" y="96"/>
                  </a:lnTo>
                  <a:lnTo>
                    <a:pt x="229" y="96"/>
                  </a:lnTo>
                  <a:lnTo>
                    <a:pt x="232" y="96"/>
                  </a:lnTo>
                  <a:lnTo>
                    <a:pt x="232" y="96"/>
                  </a:lnTo>
                  <a:lnTo>
                    <a:pt x="233" y="96"/>
                  </a:lnTo>
                  <a:lnTo>
                    <a:pt x="234" y="97"/>
                  </a:lnTo>
                  <a:lnTo>
                    <a:pt x="234" y="97"/>
                  </a:lnTo>
                  <a:lnTo>
                    <a:pt x="237" y="97"/>
                  </a:lnTo>
                  <a:lnTo>
                    <a:pt x="238" y="97"/>
                  </a:lnTo>
                  <a:lnTo>
                    <a:pt x="238" y="97"/>
                  </a:lnTo>
                  <a:lnTo>
                    <a:pt x="243" y="97"/>
                  </a:lnTo>
                  <a:lnTo>
                    <a:pt x="243" y="99"/>
                  </a:lnTo>
                  <a:lnTo>
                    <a:pt x="244" y="100"/>
                  </a:lnTo>
                  <a:lnTo>
                    <a:pt x="244" y="100"/>
                  </a:lnTo>
                  <a:lnTo>
                    <a:pt x="247" y="100"/>
                  </a:lnTo>
                  <a:lnTo>
                    <a:pt x="248" y="102"/>
                  </a:lnTo>
                  <a:lnTo>
                    <a:pt x="249" y="102"/>
                  </a:lnTo>
                  <a:lnTo>
                    <a:pt x="252" y="105"/>
                  </a:lnTo>
                  <a:lnTo>
                    <a:pt x="254" y="105"/>
                  </a:lnTo>
                  <a:lnTo>
                    <a:pt x="254" y="105"/>
                  </a:lnTo>
                  <a:lnTo>
                    <a:pt x="254" y="105"/>
                  </a:lnTo>
                  <a:lnTo>
                    <a:pt x="256" y="102"/>
                  </a:lnTo>
                  <a:lnTo>
                    <a:pt x="256" y="102"/>
                  </a:lnTo>
                  <a:lnTo>
                    <a:pt x="256" y="102"/>
                  </a:lnTo>
                  <a:lnTo>
                    <a:pt x="256" y="102"/>
                  </a:lnTo>
                  <a:lnTo>
                    <a:pt x="256" y="102"/>
                  </a:lnTo>
                  <a:lnTo>
                    <a:pt x="258" y="105"/>
                  </a:lnTo>
                  <a:lnTo>
                    <a:pt x="260" y="105"/>
                  </a:lnTo>
                  <a:lnTo>
                    <a:pt x="260" y="105"/>
                  </a:lnTo>
                  <a:lnTo>
                    <a:pt x="263" y="102"/>
                  </a:lnTo>
                  <a:lnTo>
                    <a:pt x="263" y="100"/>
                  </a:lnTo>
                  <a:lnTo>
                    <a:pt x="263" y="100"/>
                  </a:lnTo>
                  <a:lnTo>
                    <a:pt x="263" y="99"/>
                  </a:lnTo>
                  <a:lnTo>
                    <a:pt x="265" y="98"/>
                  </a:lnTo>
                  <a:lnTo>
                    <a:pt x="269" y="98"/>
                  </a:lnTo>
                  <a:lnTo>
                    <a:pt x="270" y="99"/>
                  </a:lnTo>
                  <a:lnTo>
                    <a:pt x="278" y="98"/>
                  </a:lnTo>
                  <a:lnTo>
                    <a:pt x="278" y="98"/>
                  </a:lnTo>
                  <a:lnTo>
                    <a:pt x="279" y="97"/>
                  </a:lnTo>
                  <a:lnTo>
                    <a:pt x="279" y="97"/>
                  </a:lnTo>
                  <a:lnTo>
                    <a:pt x="280" y="97"/>
                  </a:lnTo>
                  <a:lnTo>
                    <a:pt x="282" y="97"/>
                  </a:lnTo>
                  <a:lnTo>
                    <a:pt x="283" y="97"/>
                  </a:lnTo>
                  <a:lnTo>
                    <a:pt x="285" y="97"/>
                  </a:lnTo>
                  <a:lnTo>
                    <a:pt x="285" y="98"/>
                  </a:lnTo>
                  <a:lnTo>
                    <a:pt x="285" y="97"/>
                  </a:lnTo>
                  <a:lnTo>
                    <a:pt x="287" y="97"/>
                  </a:lnTo>
                  <a:lnTo>
                    <a:pt x="288" y="97"/>
                  </a:lnTo>
                  <a:lnTo>
                    <a:pt x="291" y="97"/>
                  </a:lnTo>
                  <a:lnTo>
                    <a:pt x="291" y="97"/>
                  </a:lnTo>
                  <a:lnTo>
                    <a:pt x="293" y="96"/>
                  </a:lnTo>
                  <a:lnTo>
                    <a:pt x="295" y="96"/>
                  </a:lnTo>
                  <a:lnTo>
                    <a:pt x="298" y="97"/>
                  </a:lnTo>
                  <a:lnTo>
                    <a:pt x="300" y="97"/>
                  </a:lnTo>
                  <a:lnTo>
                    <a:pt x="300" y="97"/>
                  </a:lnTo>
                  <a:lnTo>
                    <a:pt x="300" y="96"/>
                  </a:lnTo>
                  <a:lnTo>
                    <a:pt x="302" y="92"/>
                  </a:lnTo>
                  <a:lnTo>
                    <a:pt x="302" y="92"/>
                  </a:lnTo>
                  <a:lnTo>
                    <a:pt x="304" y="92"/>
                  </a:lnTo>
                  <a:lnTo>
                    <a:pt x="305" y="92"/>
                  </a:lnTo>
                  <a:lnTo>
                    <a:pt x="309" y="92"/>
                  </a:lnTo>
                  <a:lnTo>
                    <a:pt x="309" y="92"/>
                  </a:lnTo>
                  <a:lnTo>
                    <a:pt x="311" y="92"/>
                  </a:lnTo>
                  <a:lnTo>
                    <a:pt x="312" y="92"/>
                  </a:lnTo>
                  <a:lnTo>
                    <a:pt x="312" y="92"/>
                  </a:lnTo>
                  <a:lnTo>
                    <a:pt x="312" y="92"/>
                  </a:lnTo>
                  <a:lnTo>
                    <a:pt x="312" y="92"/>
                  </a:lnTo>
                  <a:lnTo>
                    <a:pt x="314" y="92"/>
                  </a:lnTo>
                  <a:lnTo>
                    <a:pt x="314" y="92"/>
                  </a:lnTo>
                  <a:lnTo>
                    <a:pt x="319" y="92"/>
                  </a:lnTo>
                  <a:lnTo>
                    <a:pt x="319" y="92"/>
                  </a:lnTo>
                  <a:lnTo>
                    <a:pt x="319" y="92"/>
                  </a:lnTo>
                  <a:lnTo>
                    <a:pt x="319" y="92"/>
                  </a:lnTo>
                  <a:lnTo>
                    <a:pt x="320" y="92"/>
                  </a:lnTo>
                  <a:lnTo>
                    <a:pt x="322" y="92"/>
                  </a:lnTo>
                  <a:lnTo>
                    <a:pt x="322" y="92"/>
                  </a:lnTo>
                  <a:lnTo>
                    <a:pt x="323" y="92"/>
                  </a:lnTo>
                  <a:lnTo>
                    <a:pt x="323" y="92"/>
                  </a:lnTo>
                  <a:lnTo>
                    <a:pt x="326" y="92"/>
                  </a:lnTo>
                  <a:lnTo>
                    <a:pt x="326" y="92"/>
                  </a:lnTo>
                  <a:lnTo>
                    <a:pt x="331" y="92"/>
                  </a:lnTo>
                  <a:lnTo>
                    <a:pt x="331" y="92"/>
                  </a:lnTo>
                  <a:lnTo>
                    <a:pt x="331" y="92"/>
                  </a:lnTo>
                  <a:lnTo>
                    <a:pt x="331" y="92"/>
                  </a:lnTo>
                  <a:lnTo>
                    <a:pt x="331" y="92"/>
                  </a:lnTo>
                  <a:lnTo>
                    <a:pt x="335" y="92"/>
                  </a:lnTo>
                  <a:lnTo>
                    <a:pt x="335" y="92"/>
                  </a:lnTo>
                  <a:lnTo>
                    <a:pt x="336" y="92"/>
                  </a:lnTo>
                  <a:lnTo>
                    <a:pt x="338" y="92"/>
                  </a:lnTo>
                  <a:lnTo>
                    <a:pt x="341" y="91"/>
                  </a:lnTo>
                  <a:lnTo>
                    <a:pt x="342" y="91"/>
                  </a:lnTo>
                  <a:lnTo>
                    <a:pt x="342" y="91"/>
                  </a:lnTo>
                  <a:lnTo>
                    <a:pt x="342" y="91"/>
                  </a:lnTo>
                  <a:lnTo>
                    <a:pt x="345" y="90"/>
                  </a:lnTo>
                  <a:lnTo>
                    <a:pt x="346" y="90"/>
                  </a:lnTo>
                  <a:lnTo>
                    <a:pt x="349" y="90"/>
                  </a:lnTo>
                  <a:lnTo>
                    <a:pt x="351" y="90"/>
                  </a:lnTo>
                  <a:lnTo>
                    <a:pt x="351" y="90"/>
                  </a:lnTo>
                  <a:lnTo>
                    <a:pt x="351" y="90"/>
                  </a:lnTo>
                  <a:lnTo>
                    <a:pt x="356" y="90"/>
                  </a:lnTo>
                  <a:lnTo>
                    <a:pt x="357" y="90"/>
                  </a:lnTo>
                  <a:lnTo>
                    <a:pt x="359" y="90"/>
                  </a:lnTo>
                  <a:lnTo>
                    <a:pt x="363" y="91"/>
                  </a:lnTo>
                  <a:lnTo>
                    <a:pt x="363" y="90"/>
                  </a:lnTo>
                  <a:lnTo>
                    <a:pt x="364" y="90"/>
                  </a:lnTo>
                  <a:lnTo>
                    <a:pt x="365" y="88"/>
                  </a:lnTo>
                  <a:lnTo>
                    <a:pt x="366" y="86"/>
                  </a:lnTo>
                  <a:lnTo>
                    <a:pt x="370" y="86"/>
                  </a:lnTo>
                  <a:lnTo>
                    <a:pt x="370" y="86"/>
                  </a:lnTo>
                  <a:lnTo>
                    <a:pt x="371" y="88"/>
                  </a:lnTo>
                  <a:lnTo>
                    <a:pt x="372" y="88"/>
                  </a:lnTo>
                  <a:lnTo>
                    <a:pt x="373" y="86"/>
                  </a:lnTo>
                  <a:lnTo>
                    <a:pt x="375" y="86"/>
                  </a:lnTo>
                  <a:lnTo>
                    <a:pt x="375" y="86"/>
                  </a:lnTo>
                  <a:lnTo>
                    <a:pt x="375" y="86"/>
                  </a:lnTo>
                  <a:lnTo>
                    <a:pt x="382" y="86"/>
                  </a:lnTo>
                  <a:lnTo>
                    <a:pt x="382" y="86"/>
                  </a:lnTo>
                  <a:lnTo>
                    <a:pt x="383" y="86"/>
                  </a:lnTo>
                  <a:lnTo>
                    <a:pt x="384" y="86"/>
                  </a:lnTo>
                  <a:lnTo>
                    <a:pt x="385" y="88"/>
                  </a:lnTo>
                  <a:lnTo>
                    <a:pt x="386" y="90"/>
                  </a:lnTo>
                  <a:lnTo>
                    <a:pt x="387" y="90"/>
                  </a:lnTo>
                  <a:lnTo>
                    <a:pt x="389" y="91"/>
                  </a:lnTo>
                  <a:lnTo>
                    <a:pt x="392" y="91"/>
                  </a:lnTo>
                  <a:lnTo>
                    <a:pt x="392" y="91"/>
                  </a:lnTo>
                  <a:lnTo>
                    <a:pt x="395" y="91"/>
                  </a:lnTo>
                  <a:lnTo>
                    <a:pt x="395" y="90"/>
                  </a:lnTo>
                  <a:lnTo>
                    <a:pt x="395" y="90"/>
                  </a:lnTo>
                  <a:lnTo>
                    <a:pt x="396" y="88"/>
                  </a:lnTo>
                  <a:lnTo>
                    <a:pt x="396" y="86"/>
                  </a:lnTo>
                  <a:lnTo>
                    <a:pt x="402" y="86"/>
                  </a:lnTo>
                  <a:lnTo>
                    <a:pt x="402" y="86"/>
                  </a:lnTo>
                  <a:lnTo>
                    <a:pt x="406" y="86"/>
                  </a:lnTo>
                  <a:lnTo>
                    <a:pt x="407" y="88"/>
                  </a:lnTo>
                  <a:lnTo>
                    <a:pt x="408" y="88"/>
                  </a:lnTo>
                  <a:lnTo>
                    <a:pt x="410" y="88"/>
                  </a:lnTo>
                  <a:lnTo>
                    <a:pt x="410" y="88"/>
                  </a:lnTo>
                  <a:lnTo>
                    <a:pt x="413" y="86"/>
                  </a:lnTo>
                  <a:lnTo>
                    <a:pt x="414" y="86"/>
                  </a:lnTo>
                  <a:lnTo>
                    <a:pt x="414" y="86"/>
                  </a:lnTo>
                  <a:lnTo>
                    <a:pt x="417" y="86"/>
                  </a:lnTo>
                  <a:lnTo>
                    <a:pt x="421" y="86"/>
                  </a:lnTo>
                  <a:lnTo>
                    <a:pt x="421" y="88"/>
                  </a:lnTo>
                  <a:lnTo>
                    <a:pt x="422" y="88"/>
                  </a:lnTo>
                  <a:lnTo>
                    <a:pt x="423" y="90"/>
                  </a:lnTo>
                  <a:lnTo>
                    <a:pt x="424" y="90"/>
                  </a:lnTo>
                  <a:lnTo>
                    <a:pt x="425" y="90"/>
                  </a:lnTo>
                  <a:lnTo>
                    <a:pt x="425" y="90"/>
                  </a:lnTo>
                  <a:lnTo>
                    <a:pt x="426" y="90"/>
                  </a:lnTo>
                  <a:lnTo>
                    <a:pt x="426" y="90"/>
                  </a:lnTo>
                  <a:lnTo>
                    <a:pt x="426" y="90"/>
                  </a:lnTo>
                  <a:lnTo>
                    <a:pt x="426" y="90"/>
                  </a:lnTo>
                  <a:lnTo>
                    <a:pt x="431" y="88"/>
                  </a:lnTo>
                  <a:lnTo>
                    <a:pt x="431" y="86"/>
                  </a:lnTo>
                  <a:lnTo>
                    <a:pt x="431" y="86"/>
                  </a:lnTo>
                  <a:lnTo>
                    <a:pt x="431" y="86"/>
                  </a:lnTo>
                  <a:lnTo>
                    <a:pt x="434" y="86"/>
                  </a:lnTo>
                  <a:lnTo>
                    <a:pt x="435" y="86"/>
                  </a:lnTo>
                  <a:lnTo>
                    <a:pt x="436" y="86"/>
                  </a:lnTo>
                  <a:lnTo>
                    <a:pt x="439" y="86"/>
                  </a:lnTo>
                  <a:lnTo>
                    <a:pt x="439" y="86"/>
                  </a:lnTo>
                  <a:lnTo>
                    <a:pt x="441" y="86"/>
                  </a:lnTo>
                  <a:lnTo>
                    <a:pt x="444" y="86"/>
                  </a:lnTo>
                  <a:lnTo>
                    <a:pt x="444" y="86"/>
                  </a:lnTo>
                  <a:lnTo>
                    <a:pt x="448" y="86"/>
                  </a:lnTo>
                  <a:lnTo>
                    <a:pt x="450" y="86"/>
                  </a:lnTo>
                  <a:lnTo>
                    <a:pt x="452" y="86"/>
                  </a:lnTo>
                  <a:lnTo>
                    <a:pt x="453" y="86"/>
                  </a:lnTo>
                  <a:lnTo>
                    <a:pt x="454" y="86"/>
                  </a:lnTo>
                  <a:lnTo>
                    <a:pt x="457" y="86"/>
                  </a:lnTo>
                  <a:lnTo>
                    <a:pt x="460" y="86"/>
                  </a:lnTo>
                  <a:lnTo>
                    <a:pt x="461" y="86"/>
                  </a:lnTo>
                  <a:lnTo>
                    <a:pt x="461" y="86"/>
                  </a:lnTo>
                  <a:lnTo>
                    <a:pt x="463" y="86"/>
                  </a:lnTo>
                  <a:lnTo>
                    <a:pt x="466" y="86"/>
                  </a:lnTo>
                  <a:lnTo>
                    <a:pt x="466" y="86"/>
                  </a:lnTo>
                  <a:lnTo>
                    <a:pt x="470" y="84"/>
                  </a:lnTo>
                  <a:lnTo>
                    <a:pt x="472" y="84"/>
                  </a:lnTo>
                  <a:lnTo>
                    <a:pt x="474" y="84"/>
                  </a:lnTo>
                  <a:lnTo>
                    <a:pt x="474" y="84"/>
                  </a:lnTo>
                  <a:lnTo>
                    <a:pt x="475" y="86"/>
                  </a:lnTo>
                  <a:lnTo>
                    <a:pt x="479" y="86"/>
                  </a:lnTo>
                  <a:lnTo>
                    <a:pt x="479" y="86"/>
                  </a:lnTo>
                  <a:lnTo>
                    <a:pt x="480" y="86"/>
                  </a:lnTo>
                  <a:lnTo>
                    <a:pt x="483" y="86"/>
                  </a:lnTo>
                  <a:lnTo>
                    <a:pt x="485" y="86"/>
                  </a:lnTo>
                  <a:lnTo>
                    <a:pt x="485" y="86"/>
                  </a:lnTo>
                  <a:lnTo>
                    <a:pt x="488" y="86"/>
                  </a:lnTo>
                  <a:lnTo>
                    <a:pt x="491" y="86"/>
                  </a:lnTo>
                  <a:lnTo>
                    <a:pt x="492" y="86"/>
                  </a:lnTo>
                  <a:lnTo>
                    <a:pt x="492" y="86"/>
                  </a:lnTo>
                  <a:lnTo>
                    <a:pt x="495" y="86"/>
                  </a:lnTo>
                  <a:lnTo>
                    <a:pt x="496" y="86"/>
                  </a:lnTo>
                  <a:lnTo>
                    <a:pt x="499" y="86"/>
                  </a:lnTo>
                  <a:lnTo>
                    <a:pt x="500" y="86"/>
                  </a:lnTo>
                  <a:lnTo>
                    <a:pt x="501" y="86"/>
                  </a:lnTo>
                  <a:lnTo>
                    <a:pt x="501" y="86"/>
                  </a:lnTo>
                  <a:lnTo>
                    <a:pt x="501" y="86"/>
                  </a:lnTo>
                  <a:lnTo>
                    <a:pt x="506" y="86"/>
                  </a:lnTo>
                  <a:lnTo>
                    <a:pt x="507" y="86"/>
                  </a:lnTo>
                  <a:lnTo>
                    <a:pt x="508" y="86"/>
                  </a:lnTo>
                  <a:lnTo>
                    <a:pt x="509" y="86"/>
                  </a:lnTo>
                  <a:lnTo>
                    <a:pt x="509" y="86"/>
                  </a:lnTo>
                  <a:lnTo>
                    <a:pt x="514" y="86"/>
                  </a:lnTo>
                  <a:lnTo>
                    <a:pt x="517" y="86"/>
                  </a:lnTo>
                  <a:lnTo>
                    <a:pt x="517" y="86"/>
                  </a:lnTo>
                  <a:lnTo>
                    <a:pt x="520" y="88"/>
                  </a:lnTo>
                  <a:lnTo>
                    <a:pt x="520" y="90"/>
                  </a:lnTo>
                  <a:lnTo>
                    <a:pt x="524" y="91"/>
                  </a:lnTo>
                  <a:lnTo>
                    <a:pt x="525" y="91"/>
                  </a:lnTo>
                  <a:lnTo>
                    <a:pt x="528" y="90"/>
                  </a:lnTo>
                  <a:lnTo>
                    <a:pt x="528" y="90"/>
                  </a:lnTo>
                  <a:lnTo>
                    <a:pt x="530" y="90"/>
                  </a:lnTo>
                  <a:lnTo>
                    <a:pt x="531" y="90"/>
                  </a:lnTo>
                  <a:lnTo>
                    <a:pt x="531" y="88"/>
                  </a:lnTo>
                  <a:lnTo>
                    <a:pt x="531" y="88"/>
                  </a:lnTo>
                  <a:lnTo>
                    <a:pt x="531" y="86"/>
                  </a:lnTo>
                  <a:lnTo>
                    <a:pt x="535" y="86"/>
                  </a:lnTo>
                  <a:lnTo>
                    <a:pt x="538" y="86"/>
                  </a:lnTo>
                  <a:lnTo>
                    <a:pt x="539" y="86"/>
                  </a:lnTo>
                  <a:lnTo>
                    <a:pt x="539" y="86"/>
                  </a:lnTo>
                  <a:lnTo>
                    <a:pt x="539" y="88"/>
                  </a:lnTo>
                  <a:lnTo>
                    <a:pt x="545" y="88"/>
                  </a:lnTo>
                  <a:lnTo>
                    <a:pt x="546" y="88"/>
                  </a:lnTo>
                  <a:lnTo>
                    <a:pt x="546" y="88"/>
                  </a:lnTo>
                  <a:lnTo>
                    <a:pt x="546" y="88"/>
                  </a:lnTo>
                  <a:lnTo>
                    <a:pt x="546" y="88"/>
                  </a:lnTo>
                  <a:lnTo>
                    <a:pt x="549" y="88"/>
                  </a:lnTo>
                  <a:lnTo>
                    <a:pt x="551" y="88"/>
                  </a:lnTo>
                  <a:lnTo>
                    <a:pt x="555" y="90"/>
                  </a:lnTo>
                  <a:lnTo>
                    <a:pt x="556" y="91"/>
                  </a:lnTo>
                  <a:lnTo>
                    <a:pt x="556" y="92"/>
                  </a:lnTo>
                  <a:lnTo>
                    <a:pt x="557" y="92"/>
                  </a:lnTo>
                  <a:lnTo>
                    <a:pt x="558" y="92"/>
                  </a:lnTo>
                  <a:lnTo>
                    <a:pt x="561" y="92"/>
                  </a:lnTo>
                  <a:lnTo>
                    <a:pt x="561" y="92"/>
                  </a:lnTo>
                  <a:lnTo>
                    <a:pt x="561" y="92"/>
                  </a:lnTo>
                  <a:lnTo>
                    <a:pt x="562" y="92"/>
                  </a:lnTo>
                  <a:lnTo>
                    <a:pt x="562" y="92"/>
                  </a:lnTo>
                  <a:lnTo>
                    <a:pt x="562" y="92"/>
                  </a:lnTo>
                  <a:lnTo>
                    <a:pt x="564" y="92"/>
                  </a:lnTo>
                  <a:lnTo>
                    <a:pt x="565" y="92"/>
                  </a:lnTo>
                  <a:lnTo>
                    <a:pt x="565" y="92"/>
                  </a:lnTo>
                  <a:lnTo>
                    <a:pt x="568" y="92"/>
                  </a:lnTo>
                  <a:lnTo>
                    <a:pt x="568" y="92"/>
                  </a:lnTo>
                  <a:lnTo>
                    <a:pt x="572" y="92"/>
                  </a:lnTo>
                  <a:lnTo>
                    <a:pt x="572" y="92"/>
                  </a:lnTo>
                  <a:lnTo>
                    <a:pt x="572" y="97"/>
                  </a:lnTo>
                  <a:lnTo>
                    <a:pt x="573" y="97"/>
                  </a:lnTo>
                  <a:lnTo>
                    <a:pt x="578" y="97"/>
                  </a:lnTo>
                  <a:lnTo>
                    <a:pt x="579" y="97"/>
                  </a:lnTo>
                  <a:lnTo>
                    <a:pt x="580" y="97"/>
                  </a:lnTo>
                  <a:lnTo>
                    <a:pt x="580" y="97"/>
                  </a:lnTo>
                  <a:lnTo>
                    <a:pt x="580" y="97"/>
                  </a:lnTo>
                  <a:lnTo>
                    <a:pt x="581" y="97"/>
                  </a:lnTo>
                  <a:lnTo>
                    <a:pt x="581" y="97"/>
                  </a:lnTo>
                  <a:lnTo>
                    <a:pt x="581" y="97"/>
                  </a:lnTo>
                  <a:lnTo>
                    <a:pt x="586" y="97"/>
                  </a:lnTo>
                  <a:lnTo>
                    <a:pt x="587" y="97"/>
                  </a:lnTo>
                  <a:lnTo>
                    <a:pt x="587" y="97"/>
                  </a:lnTo>
                  <a:lnTo>
                    <a:pt x="588" y="98"/>
                  </a:lnTo>
                  <a:lnTo>
                    <a:pt x="588" y="98"/>
                  </a:lnTo>
                  <a:lnTo>
                    <a:pt x="591" y="100"/>
                  </a:lnTo>
                  <a:lnTo>
                    <a:pt x="592" y="102"/>
                  </a:lnTo>
                  <a:lnTo>
                    <a:pt x="594" y="105"/>
                  </a:lnTo>
                  <a:lnTo>
                    <a:pt x="595" y="105"/>
                  </a:lnTo>
                  <a:lnTo>
                    <a:pt x="595" y="105"/>
                  </a:lnTo>
                  <a:lnTo>
                    <a:pt x="596" y="105"/>
                  </a:lnTo>
                  <a:lnTo>
                    <a:pt x="596" y="105"/>
                  </a:lnTo>
                  <a:lnTo>
                    <a:pt x="597" y="105"/>
                  </a:lnTo>
                  <a:lnTo>
                    <a:pt x="597" y="105"/>
                  </a:lnTo>
                  <a:lnTo>
                    <a:pt x="597" y="105"/>
                  </a:lnTo>
                  <a:lnTo>
                    <a:pt x="597" y="105"/>
                  </a:lnTo>
                  <a:lnTo>
                    <a:pt x="597" y="105"/>
                  </a:lnTo>
                  <a:lnTo>
                    <a:pt x="600" y="105"/>
                  </a:lnTo>
                  <a:lnTo>
                    <a:pt x="600" y="105"/>
                  </a:lnTo>
                  <a:lnTo>
                    <a:pt x="602" y="105"/>
                  </a:lnTo>
                  <a:lnTo>
                    <a:pt x="603" y="106"/>
                  </a:lnTo>
                  <a:lnTo>
                    <a:pt x="606" y="106"/>
                  </a:lnTo>
                  <a:lnTo>
                    <a:pt x="606" y="107"/>
                  </a:lnTo>
                  <a:lnTo>
                    <a:pt x="607" y="108"/>
                  </a:lnTo>
                  <a:lnTo>
                    <a:pt x="607" y="108"/>
                  </a:lnTo>
                  <a:lnTo>
                    <a:pt x="609" y="108"/>
                  </a:lnTo>
                  <a:lnTo>
                    <a:pt x="609" y="108"/>
                  </a:lnTo>
                  <a:lnTo>
                    <a:pt x="610" y="108"/>
                  </a:lnTo>
                  <a:lnTo>
                    <a:pt x="610" y="108"/>
                  </a:lnTo>
                  <a:lnTo>
                    <a:pt x="610" y="108"/>
                  </a:lnTo>
                  <a:lnTo>
                    <a:pt x="610" y="108"/>
                  </a:lnTo>
                  <a:lnTo>
                    <a:pt x="611" y="108"/>
                  </a:lnTo>
                  <a:lnTo>
                    <a:pt x="616" y="108"/>
                  </a:lnTo>
                  <a:lnTo>
                    <a:pt x="616" y="108"/>
                  </a:lnTo>
                  <a:lnTo>
                    <a:pt x="618" y="108"/>
                  </a:lnTo>
                  <a:lnTo>
                    <a:pt x="619" y="111"/>
                  </a:lnTo>
                  <a:lnTo>
                    <a:pt x="619" y="111"/>
                  </a:lnTo>
                  <a:lnTo>
                    <a:pt x="622" y="112"/>
                  </a:lnTo>
                  <a:lnTo>
                    <a:pt x="622" y="112"/>
                  </a:lnTo>
                  <a:lnTo>
                    <a:pt x="622" y="115"/>
                  </a:lnTo>
                  <a:lnTo>
                    <a:pt x="623" y="117"/>
                  </a:lnTo>
                  <a:lnTo>
                    <a:pt x="623" y="117"/>
                  </a:lnTo>
                  <a:lnTo>
                    <a:pt x="623" y="117"/>
                  </a:lnTo>
                  <a:lnTo>
                    <a:pt x="623" y="118"/>
                  </a:lnTo>
                  <a:lnTo>
                    <a:pt x="623" y="118"/>
                  </a:lnTo>
                  <a:lnTo>
                    <a:pt x="624" y="118"/>
                  </a:lnTo>
                  <a:lnTo>
                    <a:pt x="626" y="118"/>
                  </a:lnTo>
                  <a:lnTo>
                    <a:pt x="629" y="118"/>
                  </a:lnTo>
                  <a:lnTo>
                    <a:pt x="629" y="118"/>
                  </a:lnTo>
                  <a:lnTo>
                    <a:pt x="629" y="118"/>
                  </a:lnTo>
                  <a:lnTo>
                    <a:pt x="631" y="119"/>
                  </a:lnTo>
                  <a:lnTo>
                    <a:pt x="632" y="121"/>
                  </a:lnTo>
                  <a:lnTo>
                    <a:pt x="632" y="124"/>
                  </a:lnTo>
                  <a:lnTo>
                    <a:pt x="633" y="126"/>
                  </a:lnTo>
                  <a:lnTo>
                    <a:pt x="636" y="127"/>
                  </a:lnTo>
                  <a:lnTo>
                    <a:pt x="638" y="129"/>
                  </a:lnTo>
                  <a:lnTo>
                    <a:pt x="638" y="129"/>
                  </a:lnTo>
                  <a:lnTo>
                    <a:pt x="641" y="129"/>
                  </a:lnTo>
                  <a:lnTo>
                    <a:pt x="643" y="130"/>
                  </a:lnTo>
                  <a:lnTo>
                    <a:pt x="643" y="131"/>
                  </a:lnTo>
                  <a:lnTo>
                    <a:pt x="643" y="131"/>
                  </a:lnTo>
                  <a:lnTo>
                    <a:pt x="643" y="131"/>
                  </a:lnTo>
                  <a:lnTo>
                    <a:pt x="644" y="133"/>
                  </a:lnTo>
                  <a:lnTo>
                    <a:pt x="647" y="136"/>
                  </a:lnTo>
                  <a:lnTo>
                    <a:pt x="647" y="138"/>
                  </a:lnTo>
                  <a:lnTo>
                    <a:pt x="648" y="138"/>
                  </a:lnTo>
                  <a:lnTo>
                    <a:pt x="648" y="139"/>
                  </a:lnTo>
                  <a:lnTo>
                    <a:pt x="648" y="141"/>
                  </a:lnTo>
                  <a:lnTo>
                    <a:pt x="648" y="141"/>
                  </a:lnTo>
                  <a:lnTo>
                    <a:pt x="648" y="141"/>
                  </a:lnTo>
                  <a:lnTo>
                    <a:pt x="648" y="143"/>
                  </a:lnTo>
                  <a:lnTo>
                    <a:pt x="648" y="143"/>
                  </a:lnTo>
                  <a:lnTo>
                    <a:pt x="648" y="143"/>
                  </a:lnTo>
                  <a:lnTo>
                    <a:pt x="648" y="144"/>
                  </a:lnTo>
                  <a:lnTo>
                    <a:pt x="653" y="145"/>
                  </a:lnTo>
                  <a:lnTo>
                    <a:pt x="653" y="145"/>
                  </a:lnTo>
                  <a:lnTo>
                    <a:pt x="655" y="146"/>
                  </a:lnTo>
                  <a:lnTo>
                    <a:pt x="655" y="146"/>
                  </a:lnTo>
                  <a:lnTo>
                    <a:pt x="655" y="149"/>
                  </a:lnTo>
                  <a:lnTo>
                    <a:pt x="658" y="149"/>
                  </a:lnTo>
                  <a:lnTo>
                    <a:pt x="658" y="152"/>
                  </a:lnTo>
                  <a:lnTo>
                    <a:pt x="658" y="154"/>
                  </a:lnTo>
                  <a:lnTo>
                    <a:pt x="658" y="154"/>
                  </a:lnTo>
                  <a:lnTo>
                    <a:pt x="659" y="155"/>
                  </a:lnTo>
                  <a:lnTo>
                    <a:pt x="660" y="155"/>
                  </a:lnTo>
                  <a:lnTo>
                    <a:pt x="660" y="155"/>
                  </a:lnTo>
                  <a:lnTo>
                    <a:pt x="660" y="157"/>
                  </a:lnTo>
                  <a:lnTo>
                    <a:pt x="660" y="161"/>
                  </a:lnTo>
                  <a:lnTo>
                    <a:pt x="660" y="161"/>
                  </a:lnTo>
                  <a:lnTo>
                    <a:pt x="664" y="164"/>
                  </a:lnTo>
                  <a:lnTo>
                    <a:pt x="666" y="165"/>
                  </a:lnTo>
                  <a:lnTo>
                    <a:pt x="666" y="165"/>
                  </a:lnTo>
                  <a:lnTo>
                    <a:pt x="668" y="166"/>
                  </a:lnTo>
                  <a:lnTo>
                    <a:pt x="668" y="168"/>
                  </a:lnTo>
                  <a:lnTo>
                    <a:pt x="669" y="171"/>
                  </a:lnTo>
                  <a:lnTo>
                    <a:pt x="669" y="173"/>
                  </a:lnTo>
                  <a:lnTo>
                    <a:pt x="670" y="175"/>
                  </a:lnTo>
                  <a:lnTo>
                    <a:pt x="669" y="177"/>
                  </a:lnTo>
                  <a:lnTo>
                    <a:pt x="669" y="177"/>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61" name=""/>
            <p:cNvSpPr/>
            <p:nvPr/>
          </p:nvSpPr>
          <p:spPr>
            <a:xfrm>
              <a:off x="6865920" y="4014720"/>
              <a:ext cx="525600" cy="133560"/>
            </a:xfrm>
            <a:custGeom>
              <a:avLst/>
              <a:gdLst/>
              <a:ahLst/>
              <a:rect l="l" t="t" r="r" b="b"/>
              <a:pathLst>
                <a:path w="331" h="84">
                  <a:moveTo>
                    <a:pt x="2" y="56"/>
                  </a:moveTo>
                  <a:lnTo>
                    <a:pt x="2" y="56"/>
                  </a:lnTo>
                  <a:lnTo>
                    <a:pt x="2" y="51"/>
                  </a:lnTo>
                  <a:lnTo>
                    <a:pt x="2" y="49"/>
                  </a:lnTo>
                  <a:lnTo>
                    <a:pt x="5" y="48"/>
                  </a:lnTo>
                  <a:lnTo>
                    <a:pt x="5" y="44"/>
                  </a:lnTo>
                  <a:lnTo>
                    <a:pt x="5" y="41"/>
                  </a:lnTo>
                  <a:lnTo>
                    <a:pt x="11" y="38"/>
                  </a:lnTo>
                  <a:lnTo>
                    <a:pt x="11" y="38"/>
                  </a:lnTo>
                  <a:lnTo>
                    <a:pt x="15" y="38"/>
                  </a:lnTo>
                  <a:lnTo>
                    <a:pt x="15" y="38"/>
                  </a:lnTo>
                  <a:lnTo>
                    <a:pt x="18" y="40"/>
                  </a:lnTo>
                  <a:lnTo>
                    <a:pt x="20" y="41"/>
                  </a:lnTo>
                  <a:lnTo>
                    <a:pt x="20" y="41"/>
                  </a:lnTo>
                  <a:lnTo>
                    <a:pt x="20" y="41"/>
                  </a:lnTo>
                  <a:lnTo>
                    <a:pt x="22" y="41"/>
                  </a:lnTo>
                  <a:lnTo>
                    <a:pt x="24" y="41"/>
                  </a:lnTo>
                  <a:lnTo>
                    <a:pt x="24" y="41"/>
                  </a:lnTo>
                  <a:lnTo>
                    <a:pt x="25" y="41"/>
                  </a:lnTo>
                  <a:lnTo>
                    <a:pt x="29" y="41"/>
                  </a:lnTo>
                  <a:lnTo>
                    <a:pt x="29" y="41"/>
                  </a:lnTo>
                  <a:lnTo>
                    <a:pt x="29" y="41"/>
                  </a:lnTo>
                  <a:lnTo>
                    <a:pt x="31" y="41"/>
                  </a:lnTo>
                  <a:lnTo>
                    <a:pt x="31" y="43"/>
                  </a:lnTo>
                  <a:lnTo>
                    <a:pt x="32" y="43"/>
                  </a:lnTo>
                  <a:lnTo>
                    <a:pt x="32" y="43"/>
                  </a:lnTo>
                  <a:lnTo>
                    <a:pt x="32" y="43"/>
                  </a:lnTo>
                  <a:lnTo>
                    <a:pt x="34" y="44"/>
                  </a:lnTo>
                  <a:lnTo>
                    <a:pt x="34" y="44"/>
                  </a:lnTo>
                  <a:lnTo>
                    <a:pt x="39" y="44"/>
                  </a:lnTo>
                  <a:lnTo>
                    <a:pt x="40" y="44"/>
                  </a:lnTo>
                  <a:lnTo>
                    <a:pt x="42" y="44"/>
                  </a:lnTo>
                  <a:lnTo>
                    <a:pt x="43" y="44"/>
                  </a:lnTo>
                  <a:lnTo>
                    <a:pt x="46" y="44"/>
                  </a:lnTo>
                  <a:lnTo>
                    <a:pt x="46" y="43"/>
                  </a:lnTo>
                  <a:lnTo>
                    <a:pt x="51" y="43"/>
                  </a:lnTo>
                  <a:lnTo>
                    <a:pt x="52" y="43"/>
                  </a:lnTo>
                  <a:lnTo>
                    <a:pt x="53" y="43"/>
                  </a:lnTo>
                  <a:lnTo>
                    <a:pt x="55" y="43"/>
                  </a:lnTo>
                  <a:lnTo>
                    <a:pt x="58" y="41"/>
                  </a:lnTo>
                  <a:lnTo>
                    <a:pt x="61" y="41"/>
                  </a:lnTo>
                  <a:lnTo>
                    <a:pt x="62" y="41"/>
                  </a:lnTo>
                  <a:lnTo>
                    <a:pt x="62" y="41"/>
                  </a:lnTo>
                  <a:lnTo>
                    <a:pt x="62" y="41"/>
                  </a:lnTo>
                  <a:lnTo>
                    <a:pt x="65" y="41"/>
                  </a:lnTo>
                  <a:lnTo>
                    <a:pt x="66" y="40"/>
                  </a:lnTo>
                  <a:lnTo>
                    <a:pt x="68" y="40"/>
                  </a:lnTo>
                  <a:lnTo>
                    <a:pt x="68" y="38"/>
                  </a:lnTo>
                  <a:lnTo>
                    <a:pt x="68" y="38"/>
                  </a:lnTo>
                  <a:lnTo>
                    <a:pt x="68" y="41"/>
                  </a:lnTo>
                  <a:lnTo>
                    <a:pt x="68" y="43"/>
                  </a:lnTo>
                  <a:lnTo>
                    <a:pt x="68" y="45"/>
                  </a:lnTo>
                  <a:lnTo>
                    <a:pt x="69" y="47"/>
                  </a:lnTo>
                  <a:lnTo>
                    <a:pt x="69" y="47"/>
                  </a:lnTo>
                  <a:lnTo>
                    <a:pt x="71" y="47"/>
                  </a:lnTo>
                  <a:lnTo>
                    <a:pt x="71" y="47"/>
                  </a:lnTo>
                  <a:lnTo>
                    <a:pt x="71" y="47"/>
                  </a:lnTo>
                  <a:lnTo>
                    <a:pt x="71" y="47"/>
                  </a:lnTo>
                  <a:lnTo>
                    <a:pt x="76" y="47"/>
                  </a:lnTo>
                  <a:lnTo>
                    <a:pt x="77" y="47"/>
                  </a:lnTo>
                  <a:lnTo>
                    <a:pt x="78" y="47"/>
                  </a:lnTo>
                  <a:lnTo>
                    <a:pt x="80" y="47"/>
                  </a:lnTo>
                  <a:lnTo>
                    <a:pt x="83" y="45"/>
                  </a:lnTo>
                  <a:lnTo>
                    <a:pt x="83" y="45"/>
                  </a:lnTo>
                  <a:lnTo>
                    <a:pt x="85" y="45"/>
                  </a:lnTo>
                  <a:lnTo>
                    <a:pt x="85" y="45"/>
                  </a:lnTo>
                  <a:lnTo>
                    <a:pt x="90" y="44"/>
                  </a:lnTo>
                  <a:lnTo>
                    <a:pt x="90" y="44"/>
                  </a:lnTo>
                  <a:lnTo>
                    <a:pt x="90" y="43"/>
                  </a:lnTo>
                  <a:lnTo>
                    <a:pt x="90" y="43"/>
                  </a:lnTo>
                  <a:lnTo>
                    <a:pt x="91" y="41"/>
                  </a:lnTo>
                  <a:lnTo>
                    <a:pt x="95" y="38"/>
                  </a:lnTo>
                  <a:lnTo>
                    <a:pt x="95" y="38"/>
                  </a:lnTo>
                  <a:lnTo>
                    <a:pt x="95" y="36"/>
                  </a:lnTo>
                  <a:lnTo>
                    <a:pt x="101" y="35"/>
                  </a:lnTo>
                  <a:lnTo>
                    <a:pt x="102" y="34"/>
                  </a:lnTo>
                  <a:lnTo>
                    <a:pt x="102" y="31"/>
                  </a:lnTo>
                  <a:lnTo>
                    <a:pt x="102" y="30"/>
                  </a:lnTo>
                  <a:lnTo>
                    <a:pt x="102" y="27"/>
                  </a:lnTo>
                  <a:lnTo>
                    <a:pt x="102" y="24"/>
                  </a:lnTo>
                  <a:lnTo>
                    <a:pt x="102" y="24"/>
                  </a:lnTo>
                  <a:lnTo>
                    <a:pt x="102" y="27"/>
                  </a:lnTo>
                  <a:lnTo>
                    <a:pt x="102" y="31"/>
                  </a:lnTo>
                  <a:lnTo>
                    <a:pt x="102" y="35"/>
                  </a:lnTo>
                  <a:lnTo>
                    <a:pt x="102" y="38"/>
                  </a:lnTo>
                  <a:lnTo>
                    <a:pt x="102" y="41"/>
                  </a:lnTo>
                  <a:lnTo>
                    <a:pt x="102" y="41"/>
                  </a:lnTo>
                  <a:lnTo>
                    <a:pt x="102" y="43"/>
                  </a:lnTo>
                  <a:lnTo>
                    <a:pt x="102" y="43"/>
                  </a:lnTo>
                  <a:lnTo>
                    <a:pt x="104" y="43"/>
                  </a:lnTo>
                  <a:lnTo>
                    <a:pt x="105" y="44"/>
                  </a:lnTo>
                  <a:lnTo>
                    <a:pt x="106" y="44"/>
                  </a:lnTo>
                  <a:lnTo>
                    <a:pt x="107" y="45"/>
                  </a:lnTo>
                  <a:lnTo>
                    <a:pt x="112" y="45"/>
                  </a:lnTo>
                  <a:lnTo>
                    <a:pt x="112" y="45"/>
                  </a:lnTo>
                  <a:lnTo>
                    <a:pt x="115" y="45"/>
                  </a:lnTo>
                  <a:lnTo>
                    <a:pt x="115" y="45"/>
                  </a:lnTo>
                  <a:lnTo>
                    <a:pt x="116" y="45"/>
                  </a:lnTo>
                  <a:lnTo>
                    <a:pt x="116" y="45"/>
                  </a:lnTo>
                  <a:lnTo>
                    <a:pt x="118" y="45"/>
                  </a:lnTo>
                  <a:lnTo>
                    <a:pt x="122" y="44"/>
                  </a:lnTo>
                  <a:lnTo>
                    <a:pt x="122" y="43"/>
                  </a:lnTo>
                  <a:lnTo>
                    <a:pt x="122" y="43"/>
                  </a:lnTo>
                  <a:lnTo>
                    <a:pt x="123" y="43"/>
                  </a:lnTo>
                  <a:lnTo>
                    <a:pt x="127" y="43"/>
                  </a:lnTo>
                  <a:lnTo>
                    <a:pt x="127" y="43"/>
                  </a:lnTo>
                  <a:lnTo>
                    <a:pt x="128" y="43"/>
                  </a:lnTo>
                  <a:lnTo>
                    <a:pt x="130" y="44"/>
                  </a:lnTo>
                  <a:lnTo>
                    <a:pt x="130" y="44"/>
                  </a:lnTo>
                  <a:lnTo>
                    <a:pt x="133" y="44"/>
                  </a:lnTo>
                  <a:lnTo>
                    <a:pt x="134" y="45"/>
                  </a:lnTo>
                  <a:lnTo>
                    <a:pt x="134" y="45"/>
                  </a:lnTo>
                  <a:lnTo>
                    <a:pt x="137" y="45"/>
                  </a:lnTo>
                  <a:lnTo>
                    <a:pt x="141" y="45"/>
                  </a:lnTo>
                  <a:lnTo>
                    <a:pt x="141" y="45"/>
                  </a:lnTo>
                  <a:lnTo>
                    <a:pt x="142" y="45"/>
                  </a:lnTo>
                  <a:lnTo>
                    <a:pt x="142" y="44"/>
                  </a:lnTo>
                  <a:lnTo>
                    <a:pt x="143" y="43"/>
                  </a:lnTo>
                  <a:lnTo>
                    <a:pt x="144" y="41"/>
                  </a:lnTo>
                  <a:lnTo>
                    <a:pt x="145" y="38"/>
                  </a:lnTo>
                  <a:lnTo>
                    <a:pt x="146" y="36"/>
                  </a:lnTo>
                  <a:lnTo>
                    <a:pt x="149" y="35"/>
                  </a:lnTo>
                  <a:lnTo>
                    <a:pt x="151" y="33"/>
                  </a:lnTo>
                  <a:lnTo>
                    <a:pt x="151" y="31"/>
                  </a:lnTo>
                  <a:lnTo>
                    <a:pt x="151" y="30"/>
                  </a:lnTo>
                  <a:lnTo>
                    <a:pt x="151" y="27"/>
                  </a:lnTo>
                  <a:lnTo>
                    <a:pt x="151" y="24"/>
                  </a:lnTo>
                  <a:lnTo>
                    <a:pt x="151" y="24"/>
                  </a:lnTo>
                  <a:lnTo>
                    <a:pt x="151" y="24"/>
                  </a:lnTo>
                  <a:lnTo>
                    <a:pt x="151" y="24"/>
                  </a:lnTo>
                  <a:lnTo>
                    <a:pt x="151" y="24"/>
                  </a:lnTo>
                  <a:lnTo>
                    <a:pt x="151" y="24"/>
                  </a:lnTo>
                  <a:lnTo>
                    <a:pt x="151" y="27"/>
                  </a:lnTo>
                  <a:lnTo>
                    <a:pt x="151" y="27"/>
                  </a:lnTo>
                  <a:lnTo>
                    <a:pt x="151" y="30"/>
                  </a:lnTo>
                  <a:lnTo>
                    <a:pt x="151" y="31"/>
                  </a:lnTo>
                  <a:lnTo>
                    <a:pt x="151" y="33"/>
                  </a:lnTo>
                  <a:lnTo>
                    <a:pt x="151" y="35"/>
                  </a:lnTo>
                  <a:lnTo>
                    <a:pt x="151" y="35"/>
                  </a:lnTo>
                  <a:lnTo>
                    <a:pt x="151" y="36"/>
                  </a:lnTo>
                  <a:lnTo>
                    <a:pt x="151" y="38"/>
                  </a:lnTo>
                  <a:lnTo>
                    <a:pt x="152" y="38"/>
                  </a:lnTo>
                  <a:lnTo>
                    <a:pt x="154" y="38"/>
                  </a:lnTo>
                  <a:lnTo>
                    <a:pt x="154" y="38"/>
                  </a:lnTo>
                  <a:lnTo>
                    <a:pt x="155" y="38"/>
                  </a:lnTo>
                  <a:lnTo>
                    <a:pt x="156" y="38"/>
                  </a:lnTo>
                  <a:lnTo>
                    <a:pt x="156" y="38"/>
                  </a:lnTo>
                  <a:lnTo>
                    <a:pt x="159" y="38"/>
                  </a:lnTo>
                  <a:lnTo>
                    <a:pt x="159" y="38"/>
                  </a:lnTo>
                  <a:lnTo>
                    <a:pt x="161" y="38"/>
                  </a:lnTo>
                  <a:lnTo>
                    <a:pt x="161" y="36"/>
                  </a:lnTo>
                  <a:lnTo>
                    <a:pt x="161" y="35"/>
                  </a:lnTo>
                  <a:lnTo>
                    <a:pt x="163" y="35"/>
                  </a:lnTo>
                  <a:lnTo>
                    <a:pt x="164" y="31"/>
                  </a:lnTo>
                  <a:lnTo>
                    <a:pt x="164" y="30"/>
                  </a:lnTo>
                  <a:lnTo>
                    <a:pt x="164" y="29"/>
                  </a:lnTo>
                  <a:lnTo>
                    <a:pt x="164" y="27"/>
                  </a:lnTo>
                  <a:lnTo>
                    <a:pt x="164" y="30"/>
                  </a:lnTo>
                  <a:lnTo>
                    <a:pt x="164" y="31"/>
                  </a:lnTo>
                  <a:lnTo>
                    <a:pt x="166" y="35"/>
                  </a:lnTo>
                  <a:lnTo>
                    <a:pt x="166" y="38"/>
                  </a:lnTo>
                  <a:lnTo>
                    <a:pt x="166" y="38"/>
                  </a:lnTo>
                  <a:lnTo>
                    <a:pt x="164" y="38"/>
                  </a:lnTo>
                  <a:lnTo>
                    <a:pt x="164" y="40"/>
                  </a:lnTo>
                  <a:lnTo>
                    <a:pt x="164" y="40"/>
                  </a:lnTo>
                  <a:lnTo>
                    <a:pt x="164" y="41"/>
                  </a:lnTo>
                  <a:lnTo>
                    <a:pt x="166" y="40"/>
                  </a:lnTo>
                  <a:lnTo>
                    <a:pt x="168" y="40"/>
                  </a:lnTo>
                  <a:lnTo>
                    <a:pt x="169" y="38"/>
                  </a:lnTo>
                  <a:lnTo>
                    <a:pt x="172" y="38"/>
                  </a:lnTo>
                  <a:lnTo>
                    <a:pt x="173" y="38"/>
                  </a:lnTo>
                  <a:lnTo>
                    <a:pt x="173" y="38"/>
                  </a:lnTo>
                  <a:lnTo>
                    <a:pt x="177" y="38"/>
                  </a:lnTo>
                  <a:lnTo>
                    <a:pt x="177" y="38"/>
                  </a:lnTo>
                  <a:lnTo>
                    <a:pt x="180" y="38"/>
                  </a:lnTo>
                  <a:lnTo>
                    <a:pt x="181" y="36"/>
                  </a:lnTo>
                  <a:lnTo>
                    <a:pt x="181" y="36"/>
                  </a:lnTo>
                  <a:lnTo>
                    <a:pt x="181" y="35"/>
                  </a:lnTo>
                  <a:lnTo>
                    <a:pt x="181" y="35"/>
                  </a:lnTo>
                  <a:lnTo>
                    <a:pt x="183" y="35"/>
                  </a:lnTo>
                  <a:lnTo>
                    <a:pt x="185" y="36"/>
                  </a:lnTo>
                  <a:lnTo>
                    <a:pt x="186" y="36"/>
                  </a:lnTo>
                  <a:lnTo>
                    <a:pt x="187" y="36"/>
                  </a:lnTo>
                  <a:lnTo>
                    <a:pt x="192" y="36"/>
                  </a:lnTo>
                  <a:lnTo>
                    <a:pt x="192" y="36"/>
                  </a:lnTo>
                  <a:lnTo>
                    <a:pt x="192" y="36"/>
                  </a:lnTo>
                  <a:lnTo>
                    <a:pt x="194" y="36"/>
                  </a:lnTo>
                  <a:lnTo>
                    <a:pt x="194" y="36"/>
                  </a:lnTo>
                  <a:lnTo>
                    <a:pt x="195" y="36"/>
                  </a:lnTo>
                  <a:lnTo>
                    <a:pt x="197" y="35"/>
                  </a:lnTo>
                  <a:lnTo>
                    <a:pt x="199" y="35"/>
                  </a:lnTo>
                  <a:lnTo>
                    <a:pt x="203" y="35"/>
                  </a:lnTo>
                  <a:lnTo>
                    <a:pt x="203" y="34"/>
                  </a:lnTo>
                  <a:lnTo>
                    <a:pt x="205" y="31"/>
                  </a:lnTo>
                  <a:lnTo>
                    <a:pt x="205" y="30"/>
                  </a:lnTo>
                  <a:lnTo>
                    <a:pt x="206" y="27"/>
                  </a:lnTo>
                  <a:lnTo>
                    <a:pt x="208" y="24"/>
                  </a:lnTo>
                  <a:lnTo>
                    <a:pt x="208" y="24"/>
                  </a:lnTo>
                  <a:lnTo>
                    <a:pt x="209" y="19"/>
                  </a:lnTo>
                  <a:lnTo>
                    <a:pt x="209" y="19"/>
                  </a:lnTo>
                  <a:lnTo>
                    <a:pt x="209" y="19"/>
                  </a:lnTo>
                  <a:lnTo>
                    <a:pt x="209" y="11"/>
                  </a:lnTo>
                  <a:lnTo>
                    <a:pt x="211" y="10"/>
                  </a:lnTo>
                  <a:lnTo>
                    <a:pt x="212" y="9"/>
                  </a:lnTo>
                  <a:lnTo>
                    <a:pt x="212" y="9"/>
                  </a:lnTo>
                  <a:lnTo>
                    <a:pt x="212" y="3"/>
                  </a:lnTo>
                  <a:lnTo>
                    <a:pt x="212" y="2"/>
                  </a:lnTo>
                  <a:lnTo>
                    <a:pt x="212" y="0"/>
                  </a:lnTo>
                  <a:lnTo>
                    <a:pt x="212" y="0"/>
                  </a:lnTo>
                  <a:lnTo>
                    <a:pt x="212" y="2"/>
                  </a:lnTo>
                  <a:lnTo>
                    <a:pt x="214" y="2"/>
                  </a:lnTo>
                  <a:lnTo>
                    <a:pt x="215" y="5"/>
                  </a:lnTo>
                  <a:lnTo>
                    <a:pt x="215" y="9"/>
                  </a:lnTo>
                  <a:lnTo>
                    <a:pt x="215" y="10"/>
                  </a:lnTo>
                  <a:lnTo>
                    <a:pt x="212" y="12"/>
                  </a:lnTo>
                  <a:lnTo>
                    <a:pt x="212" y="19"/>
                  </a:lnTo>
                  <a:lnTo>
                    <a:pt x="212" y="19"/>
                  </a:lnTo>
                  <a:lnTo>
                    <a:pt x="212" y="19"/>
                  </a:lnTo>
                  <a:lnTo>
                    <a:pt x="212" y="24"/>
                  </a:lnTo>
                  <a:lnTo>
                    <a:pt x="212" y="24"/>
                  </a:lnTo>
                  <a:lnTo>
                    <a:pt x="212" y="27"/>
                  </a:lnTo>
                  <a:lnTo>
                    <a:pt x="212" y="30"/>
                  </a:lnTo>
                  <a:lnTo>
                    <a:pt x="212" y="30"/>
                  </a:lnTo>
                  <a:lnTo>
                    <a:pt x="212" y="31"/>
                  </a:lnTo>
                  <a:lnTo>
                    <a:pt x="214" y="31"/>
                  </a:lnTo>
                  <a:lnTo>
                    <a:pt x="215" y="31"/>
                  </a:lnTo>
                  <a:lnTo>
                    <a:pt x="215" y="31"/>
                  </a:lnTo>
                  <a:lnTo>
                    <a:pt x="215" y="30"/>
                  </a:lnTo>
                  <a:lnTo>
                    <a:pt x="217" y="30"/>
                  </a:lnTo>
                  <a:lnTo>
                    <a:pt x="219" y="27"/>
                  </a:lnTo>
                  <a:lnTo>
                    <a:pt x="219" y="27"/>
                  </a:lnTo>
                  <a:lnTo>
                    <a:pt x="220" y="27"/>
                  </a:lnTo>
                  <a:lnTo>
                    <a:pt x="220" y="27"/>
                  </a:lnTo>
                  <a:lnTo>
                    <a:pt x="221" y="27"/>
                  </a:lnTo>
                  <a:lnTo>
                    <a:pt x="221" y="27"/>
                  </a:lnTo>
                  <a:lnTo>
                    <a:pt x="226" y="24"/>
                  </a:lnTo>
                  <a:lnTo>
                    <a:pt x="227" y="24"/>
                  </a:lnTo>
                  <a:lnTo>
                    <a:pt x="227" y="24"/>
                  </a:lnTo>
                  <a:lnTo>
                    <a:pt x="229" y="24"/>
                  </a:lnTo>
                  <a:lnTo>
                    <a:pt x="229" y="24"/>
                  </a:lnTo>
                  <a:lnTo>
                    <a:pt x="229" y="24"/>
                  </a:lnTo>
                  <a:lnTo>
                    <a:pt x="232" y="24"/>
                  </a:lnTo>
                  <a:lnTo>
                    <a:pt x="237" y="24"/>
                  </a:lnTo>
                  <a:lnTo>
                    <a:pt x="237" y="24"/>
                  </a:lnTo>
                  <a:lnTo>
                    <a:pt x="237" y="20"/>
                  </a:lnTo>
                  <a:lnTo>
                    <a:pt x="237" y="19"/>
                  </a:lnTo>
                  <a:lnTo>
                    <a:pt x="240" y="19"/>
                  </a:lnTo>
                  <a:lnTo>
                    <a:pt x="240" y="19"/>
                  </a:lnTo>
                  <a:lnTo>
                    <a:pt x="244" y="19"/>
                  </a:lnTo>
                  <a:lnTo>
                    <a:pt x="245" y="19"/>
                  </a:lnTo>
                  <a:lnTo>
                    <a:pt x="248" y="13"/>
                  </a:lnTo>
                  <a:lnTo>
                    <a:pt x="250" y="13"/>
                  </a:lnTo>
                  <a:lnTo>
                    <a:pt x="251" y="12"/>
                  </a:lnTo>
                  <a:lnTo>
                    <a:pt x="255" y="12"/>
                  </a:lnTo>
                  <a:lnTo>
                    <a:pt x="259" y="12"/>
                  </a:lnTo>
                  <a:lnTo>
                    <a:pt x="259" y="12"/>
                  </a:lnTo>
                  <a:lnTo>
                    <a:pt x="263" y="12"/>
                  </a:lnTo>
                  <a:lnTo>
                    <a:pt x="264" y="13"/>
                  </a:lnTo>
                  <a:lnTo>
                    <a:pt x="266" y="19"/>
                  </a:lnTo>
                  <a:lnTo>
                    <a:pt x="266" y="19"/>
                  </a:lnTo>
                  <a:lnTo>
                    <a:pt x="269" y="19"/>
                  </a:lnTo>
                  <a:lnTo>
                    <a:pt x="271" y="24"/>
                  </a:lnTo>
                  <a:lnTo>
                    <a:pt x="275" y="24"/>
                  </a:lnTo>
                  <a:lnTo>
                    <a:pt x="276" y="27"/>
                  </a:lnTo>
                  <a:lnTo>
                    <a:pt x="278" y="30"/>
                  </a:lnTo>
                  <a:lnTo>
                    <a:pt x="281" y="31"/>
                  </a:lnTo>
                  <a:lnTo>
                    <a:pt x="282" y="34"/>
                  </a:lnTo>
                  <a:lnTo>
                    <a:pt x="285" y="35"/>
                  </a:lnTo>
                  <a:lnTo>
                    <a:pt x="288" y="38"/>
                  </a:lnTo>
                  <a:lnTo>
                    <a:pt x="292" y="41"/>
                  </a:lnTo>
                  <a:lnTo>
                    <a:pt x="292" y="43"/>
                  </a:lnTo>
                  <a:lnTo>
                    <a:pt x="299" y="45"/>
                  </a:lnTo>
                  <a:lnTo>
                    <a:pt x="300" y="48"/>
                  </a:lnTo>
                  <a:lnTo>
                    <a:pt x="301" y="48"/>
                  </a:lnTo>
                  <a:lnTo>
                    <a:pt x="303" y="49"/>
                  </a:lnTo>
                  <a:lnTo>
                    <a:pt x="306" y="51"/>
                  </a:lnTo>
                  <a:lnTo>
                    <a:pt x="307" y="51"/>
                  </a:lnTo>
                  <a:lnTo>
                    <a:pt x="307" y="52"/>
                  </a:lnTo>
                  <a:lnTo>
                    <a:pt x="307" y="56"/>
                  </a:lnTo>
                  <a:lnTo>
                    <a:pt x="308" y="57"/>
                  </a:lnTo>
                  <a:lnTo>
                    <a:pt x="308" y="58"/>
                  </a:lnTo>
                  <a:lnTo>
                    <a:pt x="312" y="58"/>
                  </a:lnTo>
                  <a:lnTo>
                    <a:pt x="314" y="64"/>
                  </a:lnTo>
                  <a:lnTo>
                    <a:pt x="316" y="64"/>
                  </a:lnTo>
                  <a:lnTo>
                    <a:pt x="317" y="66"/>
                  </a:lnTo>
                  <a:lnTo>
                    <a:pt x="320" y="68"/>
                  </a:lnTo>
                  <a:lnTo>
                    <a:pt x="322" y="68"/>
                  </a:lnTo>
                  <a:lnTo>
                    <a:pt x="324" y="70"/>
                  </a:lnTo>
                  <a:lnTo>
                    <a:pt x="327" y="73"/>
                  </a:lnTo>
                  <a:lnTo>
                    <a:pt x="327" y="75"/>
                  </a:lnTo>
                  <a:lnTo>
                    <a:pt x="329" y="77"/>
                  </a:lnTo>
                  <a:lnTo>
                    <a:pt x="330" y="82"/>
                  </a:lnTo>
                  <a:lnTo>
                    <a:pt x="330" y="83"/>
                  </a:lnTo>
                  <a:lnTo>
                    <a:pt x="330" y="83"/>
                  </a:lnTo>
                  <a:lnTo>
                    <a:pt x="330" y="83"/>
                  </a:lnTo>
                  <a:lnTo>
                    <a:pt x="329" y="83"/>
                  </a:lnTo>
                  <a:lnTo>
                    <a:pt x="329" y="83"/>
                  </a:lnTo>
                  <a:lnTo>
                    <a:pt x="327" y="83"/>
                  </a:lnTo>
                  <a:lnTo>
                    <a:pt x="327" y="83"/>
                  </a:lnTo>
                  <a:lnTo>
                    <a:pt x="326" y="83"/>
                  </a:lnTo>
                  <a:lnTo>
                    <a:pt x="326" y="83"/>
                  </a:lnTo>
                  <a:lnTo>
                    <a:pt x="326" y="83"/>
                  </a:lnTo>
                  <a:lnTo>
                    <a:pt x="324" y="83"/>
                  </a:lnTo>
                  <a:lnTo>
                    <a:pt x="323" y="83"/>
                  </a:lnTo>
                  <a:lnTo>
                    <a:pt x="323" y="83"/>
                  </a:lnTo>
                  <a:lnTo>
                    <a:pt x="323" y="83"/>
                  </a:lnTo>
                  <a:lnTo>
                    <a:pt x="323" y="83"/>
                  </a:lnTo>
                  <a:lnTo>
                    <a:pt x="323" y="83"/>
                  </a:lnTo>
                  <a:lnTo>
                    <a:pt x="320" y="83"/>
                  </a:lnTo>
                  <a:lnTo>
                    <a:pt x="320" y="83"/>
                  </a:lnTo>
                  <a:lnTo>
                    <a:pt x="320" y="83"/>
                  </a:lnTo>
                  <a:lnTo>
                    <a:pt x="320" y="83"/>
                  </a:lnTo>
                  <a:lnTo>
                    <a:pt x="320" y="83"/>
                  </a:lnTo>
                  <a:lnTo>
                    <a:pt x="317" y="83"/>
                  </a:lnTo>
                  <a:lnTo>
                    <a:pt x="317" y="83"/>
                  </a:lnTo>
                  <a:lnTo>
                    <a:pt x="317" y="83"/>
                  </a:lnTo>
                  <a:lnTo>
                    <a:pt x="316" y="83"/>
                  </a:lnTo>
                  <a:lnTo>
                    <a:pt x="315" y="83"/>
                  </a:lnTo>
                  <a:lnTo>
                    <a:pt x="314" y="83"/>
                  </a:lnTo>
                  <a:lnTo>
                    <a:pt x="312" y="83"/>
                  </a:lnTo>
                  <a:lnTo>
                    <a:pt x="311" y="83"/>
                  </a:lnTo>
                  <a:lnTo>
                    <a:pt x="308" y="79"/>
                  </a:lnTo>
                  <a:lnTo>
                    <a:pt x="308" y="78"/>
                  </a:lnTo>
                  <a:lnTo>
                    <a:pt x="307" y="78"/>
                  </a:lnTo>
                  <a:lnTo>
                    <a:pt x="307" y="78"/>
                  </a:lnTo>
                  <a:lnTo>
                    <a:pt x="306" y="77"/>
                  </a:lnTo>
                  <a:lnTo>
                    <a:pt x="306" y="77"/>
                  </a:lnTo>
                  <a:lnTo>
                    <a:pt x="303" y="77"/>
                  </a:lnTo>
                  <a:lnTo>
                    <a:pt x="301" y="77"/>
                  </a:lnTo>
                  <a:lnTo>
                    <a:pt x="301" y="77"/>
                  </a:lnTo>
                  <a:lnTo>
                    <a:pt x="301" y="75"/>
                  </a:lnTo>
                  <a:lnTo>
                    <a:pt x="301" y="75"/>
                  </a:lnTo>
                  <a:lnTo>
                    <a:pt x="301" y="75"/>
                  </a:lnTo>
                  <a:lnTo>
                    <a:pt x="300" y="75"/>
                  </a:lnTo>
                  <a:lnTo>
                    <a:pt x="300" y="75"/>
                  </a:lnTo>
                  <a:lnTo>
                    <a:pt x="300" y="75"/>
                  </a:lnTo>
                  <a:lnTo>
                    <a:pt x="299" y="75"/>
                  </a:lnTo>
                  <a:lnTo>
                    <a:pt x="298" y="75"/>
                  </a:lnTo>
                  <a:lnTo>
                    <a:pt x="293" y="75"/>
                  </a:lnTo>
                  <a:lnTo>
                    <a:pt x="292" y="73"/>
                  </a:lnTo>
                  <a:lnTo>
                    <a:pt x="292" y="71"/>
                  </a:lnTo>
                  <a:lnTo>
                    <a:pt x="292" y="70"/>
                  </a:lnTo>
                  <a:lnTo>
                    <a:pt x="292" y="70"/>
                  </a:lnTo>
                  <a:lnTo>
                    <a:pt x="292" y="70"/>
                  </a:lnTo>
                  <a:lnTo>
                    <a:pt x="288" y="68"/>
                  </a:lnTo>
                  <a:lnTo>
                    <a:pt x="288" y="68"/>
                  </a:lnTo>
                  <a:lnTo>
                    <a:pt x="288" y="68"/>
                  </a:lnTo>
                  <a:lnTo>
                    <a:pt x="286" y="66"/>
                  </a:lnTo>
                  <a:lnTo>
                    <a:pt x="286" y="64"/>
                  </a:lnTo>
                  <a:lnTo>
                    <a:pt x="285" y="64"/>
                  </a:lnTo>
                  <a:lnTo>
                    <a:pt x="285" y="63"/>
                  </a:lnTo>
                  <a:lnTo>
                    <a:pt x="285" y="61"/>
                  </a:lnTo>
                  <a:lnTo>
                    <a:pt x="285" y="58"/>
                  </a:lnTo>
                  <a:lnTo>
                    <a:pt x="284" y="58"/>
                  </a:lnTo>
                  <a:lnTo>
                    <a:pt x="282" y="58"/>
                  </a:lnTo>
                  <a:lnTo>
                    <a:pt x="281" y="58"/>
                  </a:lnTo>
                  <a:lnTo>
                    <a:pt x="281" y="57"/>
                  </a:lnTo>
                  <a:lnTo>
                    <a:pt x="281" y="57"/>
                  </a:lnTo>
                  <a:lnTo>
                    <a:pt x="278" y="57"/>
                  </a:lnTo>
                  <a:lnTo>
                    <a:pt x="277" y="57"/>
                  </a:lnTo>
                  <a:lnTo>
                    <a:pt x="276" y="57"/>
                  </a:lnTo>
                  <a:lnTo>
                    <a:pt x="275" y="56"/>
                  </a:lnTo>
                  <a:lnTo>
                    <a:pt x="271" y="52"/>
                  </a:lnTo>
                  <a:lnTo>
                    <a:pt x="269" y="51"/>
                  </a:lnTo>
                  <a:lnTo>
                    <a:pt x="266" y="51"/>
                  </a:lnTo>
                  <a:lnTo>
                    <a:pt x="266" y="51"/>
                  </a:lnTo>
                  <a:lnTo>
                    <a:pt x="266" y="51"/>
                  </a:lnTo>
                  <a:lnTo>
                    <a:pt x="266" y="51"/>
                  </a:lnTo>
                  <a:lnTo>
                    <a:pt x="265" y="49"/>
                  </a:lnTo>
                  <a:lnTo>
                    <a:pt x="264" y="49"/>
                  </a:lnTo>
                  <a:lnTo>
                    <a:pt x="263" y="49"/>
                  </a:lnTo>
                  <a:lnTo>
                    <a:pt x="263" y="49"/>
                  </a:lnTo>
                  <a:lnTo>
                    <a:pt x="259" y="48"/>
                  </a:lnTo>
                  <a:lnTo>
                    <a:pt x="259" y="48"/>
                  </a:lnTo>
                  <a:lnTo>
                    <a:pt x="259" y="48"/>
                  </a:lnTo>
                  <a:lnTo>
                    <a:pt x="259" y="48"/>
                  </a:lnTo>
                  <a:lnTo>
                    <a:pt x="258" y="47"/>
                  </a:lnTo>
                  <a:lnTo>
                    <a:pt x="255" y="47"/>
                  </a:lnTo>
                  <a:lnTo>
                    <a:pt x="251" y="47"/>
                  </a:lnTo>
                  <a:lnTo>
                    <a:pt x="251" y="47"/>
                  </a:lnTo>
                  <a:lnTo>
                    <a:pt x="251" y="47"/>
                  </a:lnTo>
                  <a:lnTo>
                    <a:pt x="250" y="47"/>
                  </a:lnTo>
                  <a:lnTo>
                    <a:pt x="248" y="47"/>
                  </a:lnTo>
                  <a:lnTo>
                    <a:pt x="248" y="48"/>
                  </a:lnTo>
                  <a:lnTo>
                    <a:pt x="248" y="48"/>
                  </a:lnTo>
                  <a:lnTo>
                    <a:pt x="244" y="48"/>
                  </a:lnTo>
                  <a:lnTo>
                    <a:pt x="241" y="48"/>
                  </a:lnTo>
                  <a:lnTo>
                    <a:pt x="240" y="48"/>
                  </a:lnTo>
                  <a:lnTo>
                    <a:pt x="240" y="48"/>
                  </a:lnTo>
                  <a:lnTo>
                    <a:pt x="237" y="49"/>
                  </a:lnTo>
                  <a:lnTo>
                    <a:pt x="237" y="49"/>
                  </a:lnTo>
                  <a:lnTo>
                    <a:pt x="229" y="51"/>
                  </a:lnTo>
                  <a:lnTo>
                    <a:pt x="229" y="51"/>
                  </a:lnTo>
                  <a:lnTo>
                    <a:pt x="227" y="51"/>
                  </a:lnTo>
                  <a:lnTo>
                    <a:pt x="226" y="51"/>
                  </a:lnTo>
                  <a:lnTo>
                    <a:pt x="221" y="51"/>
                  </a:lnTo>
                  <a:lnTo>
                    <a:pt x="220" y="56"/>
                  </a:lnTo>
                  <a:lnTo>
                    <a:pt x="220" y="56"/>
                  </a:lnTo>
                  <a:lnTo>
                    <a:pt x="220" y="56"/>
                  </a:lnTo>
                  <a:lnTo>
                    <a:pt x="219" y="56"/>
                  </a:lnTo>
                  <a:lnTo>
                    <a:pt x="217" y="57"/>
                  </a:lnTo>
                  <a:lnTo>
                    <a:pt x="215" y="57"/>
                  </a:lnTo>
                  <a:lnTo>
                    <a:pt x="215" y="57"/>
                  </a:lnTo>
                  <a:lnTo>
                    <a:pt x="212" y="58"/>
                  </a:lnTo>
                  <a:lnTo>
                    <a:pt x="212" y="58"/>
                  </a:lnTo>
                  <a:lnTo>
                    <a:pt x="209" y="58"/>
                  </a:lnTo>
                  <a:lnTo>
                    <a:pt x="208" y="58"/>
                  </a:lnTo>
                  <a:lnTo>
                    <a:pt x="205" y="61"/>
                  </a:lnTo>
                  <a:lnTo>
                    <a:pt x="205" y="63"/>
                  </a:lnTo>
                  <a:lnTo>
                    <a:pt x="205" y="64"/>
                  </a:lnTo>
                  <a:lnTo>
                    <a:pt x="203" y="64"/>
                  </a:lnTo>
                  <a:lnTo>
                    <a:pt x="203" y="64"/>
                  </a:lnTo>
                  <a:lnTo>
                    <a:pt x="203" y="64"/>
                  </a:lnTo>
                  <a:lnTo>
                    <a:pt x="200" y="64"/>
                  </a:lnTo>
                  <a:lnTo>
                    <a:pt x="199" y="64"/>
                  </a:lnTo>
                  <a:lnTo>
                    <a:pt x="197" y="64"/>
                  </a:lnTo>
                  <a:lnTo>
                    <a:pt x="194" y="66"/>
                  </a:lnTo>
                  <a:lnTo>
                    <a:pt x="194" y="68"/>
                  </a:lnTo>
                  <a:lnTo>
                    <a:pt x="192" y="68"/>
                  </a:lnTo>
                  <a:lnTo>
                    <a:pt x="190" y="68"/>
                  </a:lnTo>
                  <a:lnTo>
                    <a:pt x="187" y="68"/>
                  </a:lnTo>
                  <a:lnTo>
                    <a:pt x="187" y="68"/>
                  </a:lnTo>
                  <a:lnTo>
                    <a:pt x="186" y="68"/>
                  </a:lnTo>
                  <a:lnTo>
                    <a:pt x="186" y="68"/>
                  </a:lnTo>
                  <a:lnTo>
                    <a:pt x="185" y="68"/>
                  </a:lnTo>
                  <a:lnTo>
                    <a:pt x="183" y="68"/>
                  </a:lnTo>
                  <a:lnTo>
                    <a:pt x="181" y="68"/>
                  </a:lnTo>
                  <a:lnTo>
                    <a:pt x="181" y="70"/>
                  </a:lnTo>
                  <a:lnTo>
                    <a:pt x="180" y="70"/>
                  </a:lnTo>
                  <a:lnTo>
                    <a:pt x="177" y="70"/>
                  </a:lnTo>
                  <a:lnTo>
                    <a:pt x="173" y="70"/>
                  </a:lnTo>
                  <a:lnTo>
                    <a:pt x="173" y="70"/>
                  </a:lnTo>
                  <a:lnTo>
                    <a:pt x="172" y="70"/>
                  </a:lnTo>
                  <a:lnTo>
                    <a:pt x="168" y="70"/>
                  </a:lnTo>
                  <a:lnTo>
                    <a:pt x="166" y="71"/>
                  </a:lnTo>
                  <a:lnTo>
                    <a:pt x="164" y="71"/>
                  </a:lnTo>
                  <a:lnTo>
                    <a:pt x="163" y="70"/>
                  </a:lnTo>
                  <a:lnTo>
                    <a:pt x="163" y="70"/>
                  </a:lnTo>
                  <a:lnTo>
                    <a:pt x="161" y="70"/>
                  </a:lnTo>
                  <a:lnTo>
                    <a:pt x="161" y="70"/>
                  </a:lnTo>
                  <a:lnTo>
                    <a:pt x="161" y="70"/>
                  </a:lnTo>
                  <a:lnTo>
                    <a:pt x="161" y="71"/>
                  </a:lnTo>
                  <a:lnTo>
                    <a:pt x="159" y="71"/>
                  </a:lnTo>
                  <a:lnTo>
                    <a:pt x="159" y="71"/>
                  </a:lnTo>
                  <a:lnTo>
                    <a:pt x="159" y="71"/>
                  </a:lnTo>
                  <a:lnTo>
                    <a:pt x="159" y="72"/>
                  </a:lnTo>
                  <a:lnTo>
                    <a:pt x="157" y="72"/>
                  </a:lnTo>
                  <a:lnTo>
                    <a:pt x="156" y="73"/>
                  </a:lnTo>
                  <a:lnTo>
                    <a:pt x="156" y="73"/>
                  </a:lnTo>
                  <a:lnTo>
                    <a:pt x="154" y="75"/>
                  </a:lnTo>
                  <a:lnTo>
                    <a:pt x="151" y="75"/>
                  </a:lnTo>
                  <a:lnTo>
                    <a:pt x="151" y="75"/>
                  </a:lnTo>
                  <a:lnTo>
                    <a:pt x="151" y="75"/>
                  </a:lnTo>
                  <a:lnTo>
                    <a:pt x="146" y="75"/>
                  </a:lnTo>
                  <a:lnTo>
                    <a:pt x="145" y="75"/>
                  </a:lnTo>
                  <a:lnTo>
                    <a:pt x="144" y="75"/>
                  </a:lnTo>
                  <a:lnTo>
                    <a:pt x="143" y="75"/>
                  </a:lnTo>
                  <a:lnTo>
                    <a:pt x="142" y="75"/>
                  </a:lnTo>
                  <a:lnTo>
                    <a:pt x="141" y="75"/>
                  </a:lnTo>
                  <a:lnTo>
                    <a:pt x="141" y="75"/>
                  </a:lnTo>
                  <a:lnTo>
                    <a:pt x="141" y="75"/>
                  </a:lnTo>
                  <a:lnTo>
                    <a:pt x="139" y="75"/>
                  </a:lnTo>
                  <a:lnTo>
                    <a:pt x="137" y="75"/>
                  </a:lnTo>
                  <a:lnTo>
                    <a:pt x="134" y="75"/>
                  </a:lnTo>
                  <a:lnTo>
                    <a:pt x="133" y="75"/>
                  </a:lnTo>
                  <a:lnTo>
                    <a:pt x="130" y="75"/>
                  </a:lnTo>
                  <a:lnTo>
                    <a:pt x="130" y="75"/>
                  </a:lnTo>
                  <a:lnTo>
                    <a:pt x="128" y="75"/>
                  </a:lnTo>
                  <a:lnTo>
                    <a:pt x="127" y="75"/>
                  </a:lnTo>
                  <a:lnTo>
                    <a:pt x="126" y="75"/>
                  </a:lnTo>
                  <a:lnTo>
                    <a:pt x="123" y="75"/>
                  </a:lnTo>
                  <a:lnTo>
                    <a:pt x="122" y="75"/>
                  </a:lnTo>
                  <a:lnTo>
                    <a:pt x="122" y="75"/>
                  </a:lnTo>
                  <a:lnTo>
                    <a:pt x="118" y="75"/>
                  </a:lnTo>
                  <a:lnTo>
                    <a:pt x="116" y="75"/>
                  </a:lnTo>
                  <a:lnTo>
                    <a:pt x="116" y="75"/>
                  </a:lnTo>
                  <a:lnTo>
                    <a:pt x="115" y="75"/>
                  </a:lnTo>
                  <a:lnTo>
                    <a:pt x="115" y="75"/>
                  </a:lnTo>
                  <a:lnTo>
                    <a:pt x="115" y="75"/>
                  </a:lnTo>
                  <a:lnTo>
                    <a:pt x="115" y="75"/>
                  </a:lnTo>
                  <a:lnTo>
                    <a:pt x="115" y="75"/>
                  </a:lnTo>
                  <a:lnTo>
                    <a:pt x="114" y="75"/>
                  </a:lnTo>
                  <a:lnTo>
                    <a:pt x="114" y="75"/>
                  </a:lnTo>
                  <a:lnTo>
                    <a:pt x="112" y="75"/>
                  </a:lnTo>
                  <a:lnTo>
                    <a:pt x="109" y="75"/>
                  </a:lnTo>
                  <a:lnTo>
                    <a:pt x="109" y="75"/>
                  </a:lnTo>
                  <a:lnTo>
                    <a:pt x="109" y="75"/>
                  </a:lnTo>
                  <a:lnTo>
                    <a:pt x="107" y="75"/>
                  </a:lnTo>
                  <a:lnTo>
                    <a:pt x="107" y="75"/>
                  </a:lnTo>
                  <a:lnTo>
                    <a:pt x="105" y="75"/>
                  </a:lnTo>
                  <a:lnTo>
                    <a:pt x="105" y="75"/>
                  </a:lnTo>
                  <a:lnTo>
                    <a:pt x="103" y="75"/>
                  </a:lnTo>
                  <a:lnTo>
                    <a:pt x="102" y="75"/>
                  </a:lnTo>
                  <a:lnTo>
                    <a:pt x="102" y="75"/>
                  </a:lnTo>
                  <a:lnTo>
                    <a:pt x="102" y="75"/>
                  </a:lnTo>
                  <a:lnTo>
                    <a:pt x="102" y="75"/>
                  </a:lnTo>
                  <a:lnTo>
                    <a:pt x="101" y="75"/>
                  </a:lnTo>
                  <a:lnTo>
                    <a:pt x="95" y="75"/>
                  </a:lnTo>
                  <a:lnTo>
                    <a:pt x="95" y="75"/>
                  </a:lnTo>
                  <a:lnTo>
                    <a:pt x="95" y="75"/>
                  </a:lnTo>
                  <a:lnTo>
                    <a:pt x="95" y="73"/>
                  </a:lnTo>
                  <a:lnTo>
                    <a:pt x="95" y="73"/>
                  </a:lnTo>
                  <a:lnTo>
                    <a:pt x="95" y="73"/>
                  </a:lnTo>
                  <a:lnTo>
                    <a:pt x="93" y="72"/>
                  </a:lnTo>
                  <a:lnTo>
                    <a:pt x="91" y="72"/>
                  </a:lnTo>
                  <a:lnTo>
                    <a:pt x="90" y="71"/>
                  </a:lnTo>
                  <a:lnTo>
                    <a:pt x="90" y="71"/>
                  </a:lnTo>
                  <a:lnTo>
                    <a:pt x="85" y="72"/>
                  </a:lnTo>
                  <a:lnTo>
                    <a:pt x="83" y="73"/>
                  </a:lnTo>
                  <a:lnTo>
                    <a:pt x="83" y="73"/>
                  </a:lnTo>
                  <a:lnTo>
                    <a:pt x="80" y="73"/>
                  </a:lnTo>
                  <a:lnTo>
                    <a:pt x="78" y="75"/>
                  </a:lnTo>
                  <a:lnTo>
                    <a:pt x="77" y="75"/>
                  </a:lnTo>
                  <a:lnTo>
                    <a:pt x="77" y="75"/>
                  </a:lnTo>
                  <a:lnTo>
                    <a:pt x="76" y="75"/>
                  </a:lnTo>
                  <a:lnTo>
                    <a:pt x="71" y="75"/>
                  </a:lnTo>
                  <a:lnTo>
                    <a:pt x="71" y="75"/>
                  </a:lnTo>
                  <a:lnTo>
                    <a:pt x="71" y="75"/>
                  </a:lnTo>
                  <a:lnTo>
                    <a:pt x="71" y="75"/>
                  </a:lnTo>
                  <a:lnTo>
                    <a:pt x="69" y="75"/>
                  </a:lnTo>
                  <a:lnTo>
                    <a:pt x="68" y="75"/>
                  </a:lnTo>
                  <a:lnTo>
                    <a:pt x="66" y="75"/>
                  </a:lnTo>
                  <a:lnTo>
                    <a:pt x="62" y="75"/>
                  </a:lnTo>
                  <a:lnTo>
                    <a:pt x="62" y="75"/>
                  </a:lnTo>
                  <a:lnTo>
                    <a:pt x="62" y="75"/>
                  </a:lnTo>
                  <a:lnTo>
                    <a:pt x="62" y="75"/>
                  </a:lnTo>
                  <a:lnTo>
                    <a:pt x="62" y="75"/>
                  </a:lnTo>
                  <a:lnTo>
                    <a:pt x="62" y="75"/>
                  </a:lnTo>
                  <a:lnTo>
                    <a:pt x="61" y="75"/>
                  </a:lnTo>
                  <a:lnTo>
                    <a:pt x="59" y="75"/>
                  </a:lnTo>
                  <a:lnTo>
                    <a:pt x="56" y="75"/>
                  </a:lnTo>
                  <a:lnTo>
                    <a:pt x="55" y="75"/>
                  </a:lnTo>
                  <a:lnTo>
                    <a:pt x="53" y="75"/>
                  </a:lnTo>
                  <a:lnTo>
                    <a:pt x="53" y="75"/>
                  </a:lnTo>
                  <a:lnTo>
                    <a:pt x="53" y="73"/>
                  </a:lnTo>
                  <a:lnTo>
                    <a:pt x="53" y="73"/>
                  </a:lnTo>
                  <a:lnTo>
                    <a:pt x="53" y="73"/>
                  </a:lnTo>
                  <a:lnTo>
                    <a:pt x="53" y="72"/>
                  </a:lnTo>
                  <a:lnTo>
                    <a:pt x="53" y="72"/>
                  </a:lnTo>
                  <a:lnTo>
                    <a:pt x="52" y="71"/>
                  </a:lnTo>
                  <a:lnTo>
                    <a:pt x="51" y="71"/>
                  </a:lnTo>
                  <a:lnTo>
                    <a:pt x="51" y="71"/>
                  </a:lnTo>
                  <a:lnTo>
                    <a:pt x="51" y="70"/>
                  </a:lnTo>
                  <a:lnTo>
                    <a:pt x="46" y="70"/>
                  </a:lnTo>
                  <a:lnTo>
                    <a:pt x="43" y="70"/>
                  </a:lnTo>
                  <a:lnTo>
                    <a:pt x="42" y="70"/>
                  </a:lnTo>
                  <a:lnTo>
                    <a:pt x="42" y="70"/>
                  </a:lnTo>
                  <a:lnTo>
                    <a:pt x="39" y="70"/>
                  </a:lnTo>
                  <a:lnTo>
                    <a:pt x="34" y="70"/>
                  </a:lnTo>
                  <a:lnTo>
                    <a:pt x="34" y="70"/>
                  </a:lnTo>
                  <a:lnTo>
                    <a:pt x="34" y="70"/>
                  </a:lnTo>
                  <a:lnTo>
                    <a:pt x="32" y="70"/>
                  </a:lnTo>
                  <a:lnTo>
                    <a:pt x="32" y="71"/>
                  </a:lnTo>
                  <a:lnTo>
                    <a:pt x="32" y="72"/>
                  </a:lnTo>
                  <a:lnTo>
                    <a:pt x="32" y="72"/>
                  </a:lnTo>
                  <a:lnTo>
                    <a:pt x="31" y="73"/>
                  </a:lnTo>
                  <a:lnTo>
                    <a:pt x="29" y="73"/>
                  </a:lnTo>
                  <a:lnTo>
                    <a:pt x="29" y="72"/>
                  </a:lnTo>
                  <a:lnTo>
                    <a:pt x="29" y="72"/>
                  </a:lnTo>
                  <a:lnTo>
                    <a:pt x="29" y="71"/>
                  </a:lnTo>
                  <a:lnTo>
                    <a:pt x="25" y="70"/>
                  </a:lnTo>
                  <a:lnTo>
                    <a:pt x="25" y="70"/>
                  </a:lnTo>
                  <a:lnTo>
                    <a:pt x="24" y="70"/>
                  </a:lnTo>
                  <a:lnTo>
                    <a:pt x="24" y="70"/>
                  </a:lnTo>
                  <a:lnTo>
                    <a:pt x="24" y="70"/>
                  </a:lnTo>
                  <a:lnTo>
                    <a:pt x="22" y="70"/>
                  </a:lnTo>
                  <a:lnTo>
                    <a:pt x="22" y="70"/>
                  </a:lnTo>
                  <a:lnTo>
                    <a:pt x="22" y="70"/>
                  </a:lnTo>
                  <a:lnTo>
                    <a:pt x="22" y="70"/>
                  </a:lnTo>
                  <a:lnTo>
                    <a:pt x="22" y="70"/>
                  </a:lnTo>
                  <a:lnTo>
                    <a:pt x="22" y="70"/>
                  </a:lnTo>
                  <a:lnTo>
                    <a:pt x="20" y="70"/>
                  </a:lnTo>
                  <a:lnTo>
                    <a:pt x="20" y="70"/>
                  </a:lnTo>
                  <a:lnTo>
                    <a:pt x="20" y="70"/>
                  </a:lnTo>
                  <a:lnTo>
                    <a:pt x="20" y="70"/>
                  </a:lnTo>
                  <a:lnTo>
                    <a:pt x="18" y="70"/>
                  </a:lnTo>
                  <a:lnTo>
                    <a:pt x="15" y="70"/>
                  </a:lnTo>
                  <a:lnTo>
                    <a:pt x="15" y="70"/>
                  </a:lnTo>
                  <a:lnTo>
                    <a:pt x="15" y="70"/>
                  </a:lnTo>
                  <a:lnTo>
                    <a:pt x="15" y="70"/>
                  </a:lnTo>
                  <a:lnTo>
                    <a:pt x="15" y="70"/>
                  </a:lnTo>
                  <a:lnTo>
                    <a:pt x="13" y="70"/>
                  </a:lnTo>
                  <a:lnTo>
                    <a:pt x="13" y="70"/>
                  </a:lnTo>
                  <a:lnTo>
                    <a:pt x="11" y="70"/>
                  </a:lnTo>
                  <a:lnTo>
                    <a:pt x="11" y="70"/>
                  </a:lnTo>
                  <a:lnTo>
                    <a:pt x="11" y="70"/>
                  </a:lnTo>
                  <a:lnTo>
                    <a:pt x="11" y="68"/>
                  </a:lnTo>
                  <a:lnTo>
                    <a:pt x="8" y="68"/>
                  </a:lnTo>
                  <a:lnTo>
                    <a:pt x="7" y="68"/>
                  </a:lnTo>
                  <a:lnTo>
                    <a:pt x="5" y="68"/>
                  </a:lnTo>
                  <a:lnTo>
                    <a:pt x="5" y="68"/>
                  </a:lnTo>
                  <a:lnTo>
                    <a:pt x="5" y="64"/>
                  </a:lnTo>
                  <a:lnTo>
                    <a:pt x="2" y="64"/>
                  </a:lnTo>
                  <a:lnTo>
                    <a:pt x="2" y="61"/>
                  </a:lnTo>
                  <a:lnTo>
                    <a:pt x="0" y="58"/>
                  </a:lnTo>
                  <a:lnTo>
                    <a:pt x="0" y="57"/>
                  </a:lnTo>
                  <a:lnTo>
                    <a:pt x="2" y="56"/>
                  </a:lnTo>
                  <a:lnTo>
                    <a:pt x="2" y="56"/>
                  </a:lnTo>
                </a:path>
              </a:pathLst>
            </a:custGeom>
            <a:solidFill>
              <a:srgbClr val="ffefce"/>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62" name=""/>
            <p:cNvSpPr/>
            <p:nvPr/>
          </p:nvSpPr>
          <p:spPr>
            <a:xfrm>
              <a:off x="6443640" y="3679920"/>
              <a:ext cx="52560" cy="21960"/>
            </a:xfrm>
            <a:custGeom>
              <a:avLst/>
              <a:gdLst/>
              <a:ahLst/>
              <a:rect l="l" t="t" r="r" b="b"/>
              <a:pathLst>
                <a:path w="33" h="14">
                  <a:moveTo>
                    <a:pt x="27" y="0"/>
                  </a:moveTo>
                  <a:lnTo>
                    <a:pt x="26" y="0"/>
                  </a:lnTo>
                  <a:lnTo>
                    <a:pt x="25" y="4"/>
                  </a:lnTo>
                  <a:lnTo>
                    <a:pt x="22" y="4"/>
                  </a:lnTo>
                  <a:lnTo>
                    <a:pt x="22" y="4"/>
                  </a:lnTo>
                  <a:lnTo>
                    <a:pt x="22" y="4"/>
                  </a:lnTo>
                  <a:lnTo>
                    <a:pt x="22" y="4"/>
                  </a:lnTo>
                  <a:lnTo>
                    <a:pt x="21" y="4"/>
                  </a:lnTo>
                  <a:lnTo>
                    <a:pt x="21" y="0"/>
                  </a:lnTo>
                  <a:lnTo>
                    <a:pt x="21" y="0"/>
                  </a:lnTo>
                  <a:lnTo>
                    <a:pt x="21" y="0"/>
                  </a:lnTo>
                  <a:lnTo>
                    <a:pt x="21" y="0"/>
                  </a:lnTo>
                  <a:lnTo>
                    <a:pt x="21" y="0"/>
                  </a:lnTo>
                  <a:lnTo>
                    <a:pt x="20" y="0"/>
                  </a:lnTo>
                  <a:lnTo>
                    <a:pt x="19" y="0"/>
                  </a:lnTo>
                  <a:lnTo>
                    <a:pt x="19" y="0"/>
                  </a:lnTo>
                  <a:lnTo>
                    <a:pt x="19" y="0"/>
                  </a:lnTo>
                  <a:lnTo>
                    <a:pt x="16" y="0"/>
                  </a:lnTo>
                  <a:lnTo>
                    <a:pt x="16" y="0"/>
                  </a:lnTo>
                  <a:lnTo>
                    <a:pt x="14" y="0"/>
                  </a:lnTo>
                  <a:lnTo>
                    <a:pt x="13" y="4"/>
                  </a:lnTo>
                  <a:lnTo>
                    <a:pt x="12" y="4"/>
                  </a:lnTo>
                  <a:lnTo>
                    <a:pt x="12" y="4"/>
                  </a:lnTo>
                  <a:lnTo>
                    <a:pt x="12" y="5"/>
                  </a:lnTo>
                  <a:lnTo>
                    <a:pt x="12" y="5"/>
                  </a:lnTo>
                  <a:lnTo>
                    <a:pt x="12" y="5"/>
                  </a:lnTo>
                  <a:lnTo>
                    <a:pt x="10" y="5"/>
                  </a:lnTo>
                  <a:lnTo>
                    <a:pt x="8" y="5"/>
                  </a:lnTo>
                  <a:lnTo>
                    <a:pt x="7" y="5"/>
                  </a:lnTo>
                  <a:lnTo>
                    <a:pt x="5" y="5"/>
                  </a:lnTo>
                  <a:lnTo>
                    <a:pt x="3" y="6"/>
                  </a:lnTo>
                  <a:lnTo>
                    <a:pt x="2" y="7"/>
                  </a:lnTo>
                  <a:lnTo>
                    <a:pt x="1" y="8"/>
                  </a:lnTo>
                  <a:lnTo>
                    <a:pt x="1" y="10"/>
                  </a:lnTo>
                  <a:lnTo>
                    <a:pt x="1" y="13"/>
                  </a:lnTo>
                  <a:lnTo>
                    <a:pt x="0" y="13"/>
                  </a:lnTo>
                  <a:lnTo>
                    <a:pt x="0" y="13"/>
                  </a:lnTo>
                  <a:lnTo>
                    <a:pt x="0" y="13"/>
                  </a:lnTo>
                  <a:lnTo>
                    <a:pt x="1" y="13"/>
                  </a:lnTo>
                  <a:lnTo>
                    <a:pt x="1" y="13"/>
                  </a:lnTo>
                  <a:lnTo>
                    <a:pt x="1" y="13"/>
                  </a:lnTo>
                  <a:lnTo>
                    <a:pt x="2" y="13"/>
                  </a:lnTo>
                  <a:lnTo>
                    <a:pt x="3" y="13"/>
                  </a:lnTo>
                  <a:lnTo>
                    <a:pt x="3" y="10"/>
                  </a:lnTo>
                  <a:lnTo>
                    <a:pt x="5" y="10"/>
                  </a:lnTo>
                  <a:lnTo>
                    <a:pt x="6" y="8"/>
                  </a:lnTo>
                  <a:lnTo>
                    <a:pt x="7" y="7"/>
                  </a:lnTo>
                  <a:lnTo>
                    <a:pt x="8" y="6"/>
                  </a:lnTo>
                  <a:lnTo>
                    <a:pt x="10" y="6"/>
                  </a:lnTo>
                  <a:lnTo>
                    <a:pt x="12" y="6"/>
                  </a:lnTo>
                  <a:lnTo>
                    <a:pt x="12" y="6"/>
                  </a:lnTo>
                  <a:lnTo>
                    <a:pt x="12" y="6"/>
                  </a:lnTo>
                  <a:lnTo>
                    <a:pt x="12" y="6"/>
                  </a:lnTo>
                  <a:lnTo>
                    <a:pt x="12" y="7"/>
                  </a:lnTo>
                  <a:lnTo>
                    <a:pt x="12" y="7"/>
                  </a:lnTo>
                  <a:lnTo>
                    <a:pt x="12" y="8"/>
                  </a:lnTo>
                  <a:lnTo>
                    <a:pt x="12" y="8"/>
                  </a:lnTo>
                  <a:lnTo>
                    <a:pt x="12" y="10"/>
                  </a:lnTo>
                  <a:lnTo>
                    <a:pt x="12" y="10"/>
                  </a:lnTo>
                  <a:lnTo>
                    <a:pt x="12" y="13"/>
                  </a:lnTo>
                  <a:lnTo>
                    <a:pt x="12" y="13"/>
                  </a:lnTo>
                  <a:lnTo>
                    <a:pt x="12" y="13"/>
                  </a:lnTo>
                  <a:lnTo>
                    <a:pt x="12" y="13"/>
                  </a:lnTo>
                  <a:lnTo>
                    <a:pt x="12" y="13"/>
                  </a:lnTo>
                  <a:lnTo>
                    <a:pt x="12" y="13"/>
                  </a:lnTo>
                  <a:lnTo>
                    <a:pt x="12" y="10"/>
                  </a:lnTo>
                  <a:lnTo>
                    <a:pt x="14" y="10"/>
                  </a:lnTo>
                  <a:lnTo>
                    <a:pt x="14" y="10"/>
                  </a:lnTo>
                  <a:lnTo>
                    <a:pt x="16" y="10"/>
                  </a:lnTo>
                  <a:lnTo>
                    <a:pt x="16" y="8"/>
                  </a:lnTo>
                  <a:lnTo>
                    <a:pt x="16" y="8"/>
                  </a:lnTo>
                  <a:lnTo>
                    <a:pt x="16" y="8"/>
                  </a:lnTo>
                  <a:lnTo>
                    <a:pt x="16" y="8"/>
                  </a:lnTo>
                  <a:lnTo>
                    <a:pt x="16" y="7"/>
                  </a:lnTo>
                  <a:lnTo>
                    <a:pt x="18" y="7"/>
                  </a:lnTo>
                  <a:lnTo>
                    <a:pt x="19" y="6"/>
                  </a:lnTo>
                  <a:lnTo>
                    <a:pt x="19" y="6"/>
                  </a:lnTo>
                  <a:lnTo>
                    <a:pt x="19" y="6"/>
                  </a:lnTo>
                  <a:lnTo>
                    <a:pt x="21" y="6"/>
                  </a:lnTo>
                  <a:lnTo>
                    <a:pt x="21" y="6"/>
                  </a:lnTo>
                  <a:lnTo>
                    <a:pt x="21" y="6"/>
                  </a:lnTo>
                  <a:lnTo>
                    <a:pt x="21" y="5"/>
                  </a:lnTo>
                  <a:lnTo>
                    <a:pt x="22" y="5"/>
                  </a:lnTo>
                  <a:lnTo>
                    <a:pt x="22" y="5"/>
                  </a:lnTo>
                  <a:lnTo>
                    <a:pt x="25" y="5"/>
                  </a:lnTo>
                  <a:lnTo>
                    <a:pt x="26" y="5"/>
                  </a:lnTo>
                  <a:lnTo>
                    <a:pt x="27" y="4"/>
                  </a:lnTo>
                  <a:lnTo>
                    <a:pt x="27" y="4"/>
                  </a:lnTo>
                  <a:lnTo>
                    <a:pt x="27" y="0"/>
                  </a:lnTo>
                  <a:lnTo>
                    <a:pt x="30" y="0"/>
                  </a:lnTo>
                  <a:lnTo>
                    <a:pt x="30" y="0"/>
                  </a:lnTo>
                  <a:lnTo>
                    <a:pt x="32" y="0"/>
                  </a:lnTo>
                  <a:lnTo>
                    <a:pt x="32" y="0"/>
                  </a:lnTo>
                  <a:lnTo>
                    <a:pt x="30" y="0"/>
                  </a:lnTo>
                  <a:lnTo>
                    <a:pt x="30" y="0"/>
                  </a:lnTo>
                  <a:lnTo>
                    <a:pt x="27" y="0"/>
                  </a:lnTo>
                  <a:lnTo>
                    <a:pt x="27" y="0"/>
                  </a:lnTo>
                  <a:lnTo>
                    <a:pt x="27" y="0"/>
                  </a:lnTo>
                </a:path>
              </a:pathLst>
            </a:custGeom>
            <a:solidFill>
              <a:srgbClr val="626200"/>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2763" name=""/>
            <p:cNvSpPr/>
            <p:nvPr/>
          </p:nvSpPr>
          <p:spPr>
            <a:xfrm>
              <a:off x="6440400" y="3664080"/>
              <a:ext cx="47880" cy="27000"/>
            </a:xfrm>
            <a:custGeom>
              <a:avLst/>
              <a:gdLst/>
              <a:ahLst/>
              <a:rect l="l" t="t" r="r" b="b"/>
              <a:pathLst>
                <a:path w="30" h="17">
                  <a:moveTo>
                    <a:pt x="29" y="2"/>
                  </a:moveTo>
                  <a:lnTo>
                    <a:pt x="29" y="2"/>
                  </a:lnTo>
                  <a:lnTo>
                    <a:pt x="29" y="4"/>
                  </a:lnTo>
                  <a:lnTo>
                    <a:pt x="28" y="4"/>
                  </a:lnTo>
                  <a:lnTo>
                    <a:pt x="28" y="4"/>
                  </a:lnTo>
                  <a:lnTo>
                    <a:pt x="25" y="4"/>
                  </a:lnTo>
                  <a:lnTo>
                    <a:pt x="24" y="6"/>
                  </a:lnTo>
                  <a:lnTo>
                    <a:pt x="23" y="8"/>
                  </a:lnTo>
                  <a:lnTo>
                    <a:pt x="23" y="9"/>
                  </a:lnTo>
                  <a:lnTo>
                    <a:pt x="23" y="9"/>
                  </a:lnTo>
                  <a:lnTo>
                    <a:pt x="21" y="9"/>
                  </a:lnTo>
                  <a:lnTo>
                    <a:pt x="21" y="9"/>
                  </a:lnTo>
                  <a:lnTo>
                    <a:pt x="18" y="10"/>
                  </a:lnTo>
                  <a:lnTo>
                    <a:pt x="16" y="10"/>
                  </a:lnTo>
                  <a:lnTo>
                    <a:pt x="14" y="10"/>
                  </a:lnTo>
                  <a:lnTo>
                    <a:pt x="14" y="10"/>
                  </a:lnTo>
                  <a:lnTo>
                    <a:pt x="14" y="10"/>
                  </a:lnTo>
                  <a:lnTo>
                    <a:pt x="14" y="10"/>
                  </a:lnTo>
                  <a:lnTo>
                    <a:pt x="12" y="10"/>
                  </a:lnTo>
                  <a:lnTo>
                    <a:pt x="9" y="10"/>
                  </a:lnTo>
                  <a:lnTo>
                    <a:pt x="7" y="14"/>
                  </a:lnTo>
                  <a:lnTo>
                    <a:pt x="5" y="15"/>
                  </a:lnTo>
                  <a:lnTo>
                    <a:pt x="3" y="15"/>
                  </a:lnTo>
                  <a:lnTo>
                    <a:pt x="3" y="15"/>
                  </a:lnTo>
                  <a:lnTo>
                    <a:pt x="3" y="15"/>
                  </a:lnTo>
                  <a:lnTo>
                    <a:pt x="2" y="16"/>
                  </a:lnTo>
                  <a:lnTo>
                    <a:pt x="1" y="16"/>
                  </a:lnTo>
                  <a:lnTo>
                    <a:pt x="0" y="16"/>
                  </a:lnTo>
                  <a:lnTo>
                    <a:pt x="0" y="16"/>
                  </a:lnTo>
                  <a:lnTo>
                    <a:pt x="0" y="15"/>
                  </a:lnTo>
                  <a:lnTo>
                    <a:pt x="0" y="15"/>
                  </a:lnTo>
                  <a:lnTo>
                    <a:pt x="0" y="15"/>
                  </a:lnTo>
                  <a:lnTo>
                    <a:pt x="0" y="15"/>
                  </a:lnTo>
                  <a:lnTo>
                    <a:pt x="1" y="14"/>
                  </a:lnTo>
                  <a:lnTo>
                    <a:pt x="3" y="14"/>
                  </a:lnTo>
                  <a:lnTo>
                    <a:pt x="3" y="10"/>
                  </a:lnTo>
                  <a:lnTo>
                    <a:pt x="4" y="10"/>
                  </a:lnTo>
                  <a:lnTo>
                    <a:pt x="5" y="10"/>
                  </a:lnTo>
                  <a:lnTo>
                    <a:pt x="7" y="10"/>
                  </a:lnTo>
                  <a:lnTo>
                    <a:pt x="9" y="10"/>
                  </a:lnTo>
                  <a:lnTo>
                    <a:pt x="11" y="10"/>
                  </a:lnTo>
                  <a:lnTo>
                    <a:pt x="12" y="10"/>
                  </a:lnTo>
                  <a:lnTo>
                    <a:pt x="14" y="9"/>
                  </a:lnTo>
                  <a:lnTo>
                    <a:pt x="14" y="8"/>
                  </a:lnTo>
                  <a:lnTo>
                    <a:pt x="15" y="6"/>
                  </a:lnTo>
                  <a:lnTo>
                    <a:pt x="18" y="4"/>
                  </a:lnTo>
                  <a:lnTo>
                    <a:pt x="20" y="4"/>
                  </a:lnTo>
                  <a:lnTo>
                    <a:pt x="21" y="4"/>
                  </a:lnTo>
                  <a:lnTo>
                    <a:pt x="21" y="4"/>
                  </a:lnTo>
                  <a:lnTo>
                    <a:pt x="23" y="4"/>
                  </a:lnTo>
                  <a:lnTo>
                    <a:pt x="23" y="2"/>
                  </a:lnTo>
                  <a:lnTo>
                    <a:pt x="23" y="1"/>
                  </a:lnTo>
                  <a:lnTo>
                    <a:pt x="24" y="1"/>
                  </a:lnTo>
                  <a:lnTo>
                    <a:pt x="27" y="0"/>
                  </a:lnTo>
                  <a:lnTo>
                    <a:pt x="28" y="0"/>
                  </a:lnTo>
                  <a:lnTo>
                    <a:pt x="29" y="1"/>
                  </a:lnTo>
                  <a:lnTo>
                    <a:pt x="29" y="2"/>
                  </a:lnTo>
                  <a:lnTo>
                    <a:pt x="29" y="2"/>
                  </a:lnTo>
                </a:path>
              </a:pathLst>
            </a:custGeom>
            <a:solidFill>
              <a:srgbClr val="ffc0b6"/>
            </a:solidFill>
            <a:ln w="9360">
              <a:solidFill>
                <a:srgbClr val="82c168"/>
              </a:solidFill>
              <a:round/>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764" name=""/>
            <p:cNvSpPr/>
            <p:nvPr/>
          </p:nvSpPr>
          <p:spPr>
            <a:xfrm>
              <a:off x="6381720" y="3738600"/>
              <a:ext cx="60480" cy="33480"/>
            </a:xfrm>
            <a:custGeom>
              <a:avLst/>
              <a:gdLst/>
              <a:ahLst/>
              <a:rect l="l" t="t" r="r" b="b"/>
              <a:pathLst>
                <a:path w="38" h="21">
                  <a:moveTo>
                    <a:pt x="34" y="0"/>
                  </a:moveTo>
                  <a:lnTo>
                    <a:pt x="34" y="0"/>
                  </a:lnTo>
                  <a:lnTo>
                    <a:pt x="36" y="0"/>
                  </a:lnTo>
                  <a:lnTo>
                    <a:pt x="37" y="0"/>
                  </a:lnTo>
                  <a:lnTo>
                    <a:pt x="37" y="0"/>
                  </a:lnTo>
                  <a:lnTo>
                    <a:pt x="37" y="1"/>
                  </a:lnTo>
                  <a:lnTo>
                    <a:pt x="37" y="2"/>
                  </a:lnTo>
                  <a:lnTo>
                    <a:pt x="37" y="2"/>
                  </a:lnTo>
                  <a:lnTo>
                    <a:pt x="36" y="2"/>
                  </a:lnTo>
                  <a:lnTo>
                    <a:pt x="34" y="2"/>
                  </a:lnTo>
                  <a:lnTo>
                    <a:pt x="34" y="2"/>
                  </a:lnTo>
                  <a:lnTo>
                    <a:pt x="33" y="3"/>
                  </a:lnTo>
                  <a:lnTo>
                    <a:pt x="31" y="3"/>
                  </a:lnTo>
                  <a:lnTo>
                    <a:pt x="31" y="4"/>
                  </a:lnTo>
                  <a:lnTo>
                    <a:pt x="29" y="4"/>
                  </a:lnTo>
                  <a:lnTo>
                    <a:pt x="28" y="4"/>
                  </a:lnTo>
                  <a:lnTo>
                    <a:pt x="27" y="7"/>
                  </a:lnTo>
                  <a:lnTo>
                    <a:pt x="27" y="7"/>
                  </a:lnTo>
                  <a:lnTo>
                    <a:pt x="27" y="7"/>
                  </a:lnTo>
                  <a:lnTo>
                    <a:pt x="27" y="7"/>
                  </a:lnTo>
                  <a:lnTo>
                    <a:pt x="24" y="9"/>
                  </a:lnTo>
                  <a:lnTo>
                    <a:pt x="24" y="9"/>
                  </a:lnTo>
                  <a:lnTo>
                    <a:pt x="21" y="9"/>
                  </a:lnTo>
                  <a:lnTo>
                    <a:pt x="20" y="12"/>
                  </a:lnTo>
                  <a:lnTo>
                    <a:pt x="18" y="12"/>
                  </a:lnTo>
                  <a:lnTo>
                    <a:pt x="16" y="14"/>
                  </a:lnTo>
                  <a:lnTo>
                    <a:pt x="14" y="15"/>
                  </a:lnTo>
                  <a:lnTo>
                    <a:pt x="11" y="16"/>
                  </a:lnTo>
                  <a:lnTo>
                    <a:pt x="11" y="16"/>
                  </a:lnTo>
                  <a:lnTo>
                    <a:pt x="10" y="17"/>
                  </a:lnTo>
                  <a:lnTo>
                    <a:pt x="7" y="17"/>
                  </a:lnTo>
                  <a:lnTo>
                    <a:pt x="7" y="17"/>
                  </a:lnTo>
                  <a:lnTo>
                    <a:pt x="7" y="17"/>
                  </a:lnTo>
                  <a:lnTo>
                    <a:pt x="4" y="17"/>
                  </a:lnTo>
                  <a:lnTo>
                    <a:pt x="3" y="17"/>
                  </a:lnTo>
                  <a:lnTo>
                    <a:pt x="3" y="20"/>
                  </a:lnTo>
                  <a:lnTo>
                    <a:pt x="3" y="20"/>
                  </a:lnTo>
                  <a:lnTo>
                    <a:pt x="3" y="20"/>
                  </a:lnTo>
                  <a:lnTo>
                    <a:pt x="0" y="17"/>
                  </a:lnTo>
                  <a:lnTo>
                    <a:pt x="0" y="17"/>
                  </a:lnTo>
                  <a:lnTo>
                    <a:pt x="0" y="17"/>
                  </a:lnTo>
                  <a:lnTo>
                    <a:pt x="0" y="17"/>
                  </a:lnTo>
                  <a:lnTo>
                    <a:pt x="0" y="17"/>
                  </a:lnTo>
                  <a:lnTo>
                    <a:pt x="3" y="17"/>
                  </a:lnTo>
                  <a:lnTo>
                    <a:pt x="3" y="17"/>
                  </a:lnTo>
                  <a:lnTo>
                    <a:pt x="7" y="16"/>
                  </a:lnTo>
                  <a:lnTo>
                    <a:pt x="7" y="16"/>
                  </a:lnTo>
                  <a:lnTo>
                    <a:pt x="7" y="16"/>
                  </a:lnTo>
                  <a:lnTo>
                    <a:pt x="11" y="16"/>
                  </a:lnTo>
                  <a:lnTo>
                    <a:pt x="11" y="15"/>
                  </a:lnTo>
                  <a:lnTo>
                    <a:pt x="13" y="14"/>
                  </a:lnTo>
                  <a:lnTo>
                    <a:pt x="16" y="12"/>
                  </a:lnTo>
                  <a:lnTo>
                    <a:pt x="16" y="12"/>
                  </a:lnTo>
                  <a:lnTo>
                    <a:pt x="20" y="9"/>
                  </a:lnTo>
                  <a:lnTo>
                    <a:pt x="20" y="9"/>
                  </a:lnTo>
                  <a:lnTo>
                    <a:pt x="21" y="9"/>
                  </a:lnTo>
                  <a:lnTo>
                    <a:pt x="21" y="7"/>
                  </a:lnTo>
                  <a:lnTo>
                    <a:pt x="24" y="7"/>
                  </a:lnTo>
                  <a:lnTo>
                    <a:pt x="25" y="4"/>
                  </a:lnTo>
                  <a:lnTo>
                    <a:pt x="27" y="2"/>
                  </a:lnTo>
                  <a:lnTo>
                    <a:pt x="27" y="2"/>
                  </a:lnTo>
                  <a:lnTo>
                    <a:pt x="29" y="1"/>
                  </a:lnTo>
                  <a:lnTo>
                    <a:pt x="31" y="0"/>
                  </a:lnTo>
                  <a:lnTo>
                    <a:pt x="34" y="0"/>
                  </a:lnTo>
                  <a:lnTo>
                    <a:pt x="34" y="0"/>
                  </a:lnTo>
                  <a:lnTo>
                    <a:pt x="34" y="0"/>
                  </a:lnTo>
                </a:path>
              </a:pathLst>
            </a:custGeom>
            <a:solidFill>
              <a:srgbClr val="626200"/>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2765" name=""/>
            <p:cNvSpPr/>
            <p:nvPr/>
          </p:nvSpPr>
          <p:spPr>
            <a:xfrm>
              <a:off x="6445080" y="3735360"/>
              <a:ext cx="3240" cy="7920"/>
            </a:xfrm>
            <a:custGeom>
              <a:avLst/>
              <a:gdLst/>
              <a:ahLst/>
              <a:rect l="l" t="t" r="r" b="b"/>
              <a:pathLst>
                <a:path w="2" h="5">
                  <a:moveTo>
                    <a:pt x="0" y="0"/>
                  </a:moveTo>
                  <a:lnTo>
                    <a:pt x="0" y="2"/>
                  </a:lnTo>
                  <a:lnTo>
                    <a:pt x="0" y="2"/>
                  </a:lnTo>
                  <a:lnTo>
                    <a:pt x="0" y="4"/>
                  </a:lnTo>
                  <a:lnTo>
                    <a:pt x="0" y="4"/>
                  </a:lnTo>
                  <a:lnTo>
                    <a:pt x="0" y="4"/>
                  </a:lnTo>
                  <a:lnTo>
                    <a:pt x="0" y="4"/>
                  </a:lnTo>
                  <a:lnTo>
                    <a:pt x="0" y="4"/>
                  </a:lnTo>
                  <a:lnTo>
                    <a:pt x="1" y="4"/>
                  </a:lnTo>
                  <a:lnTo>
                    <a:pt x="1" y="3"/>
                  </a:lnTo>
                  <a:lnTo>
                    <a:pt x="1" y="2"/>
                  </a:lnTo>
                  <a:lnTo>
                    <a:pt x="0" y="2"/>
                  </a:lnTo>
                  <a:lnTo>
                    <a:pt x="0" y="2"/>
                  </a:lnTo>
                  <a:lnTo>
                    <a:pt x="0" y="2"/>
                  </a:lnTo>
                  <a:lnTo>
                    <a:pt x="0" y="0"/>
                  </a:lnTo>
                  <a:lnTo>
                    <a:pt x="0" y="0"/>
                  </a:lnTo>
                  <a:lnTo>
                    <a:pt x="0" y="0"/>
                  </a:lnTo>
                  <a:lnTo>
                    <a:pt x="0" y="0"/>
                  </a:lnTo>
                </a:path>
              </a:pathLst>
            </a:custGeom>
            <a:solidFill>
              <a:srgbClr val="626200"/>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766" name=""/>
            <p:cNvSpPr/>
            <p:nvPr/>
          </p:nvSpPr>
          <p:spPr>
            <a:xfrm>
              <a:off x="6415200" y="3753000"/>
              <a:ext cx="52200" cy="27000"/>
            </a:xfrm>
            <a:custGeom>
              <a:avLst/>
              <a:gdLst/>
              <a:ahLst/>
              <a:rect l="l" t="t" r="r" b="b"/>
              <a:pathLst>
                <a:path w="33" h="17">
                  <a:moveTo>
                    <a:pt x="19" y="0"/>
                  </a:moveTo>
                  <a:lnTo>
                    <a:pt x="19" y="0"/>
                  </a:lnTo>
                  <a:lnTo>
                    <a:pt x="19" y="0"/>
                  </a:lnTo>
                  <a:lnTo>
                    <a:pt x="18" y="0"/>
                  </a:lnTo>
                  <a:lnTo>
                    <a:pt x="16" y="0"/>
                  </a:lnTo>
                  <a:lnTo>
                    <a:pt x="16" y="0"/>
                  </a:lnTo>
                  <a:lnTo>
                    <a:pt x="16" y="0"/>
                  </a:lnTo>
                  <a:lnTo>
                    <a:pt x="15" y="3"/>
                  </a:lnTo>
                  <a:lnTo>
                    <a:pt x="13" y="3"/>
                  </a:lnTo>
                  <a:lnTo>
                    <a:pt x="13" y="5"/>
                  </a:lnTo>
                  <a:lnTo>
                    <a:pt x="12" y="5"/>
                  </a:lnTo>
                  <a:lnTo>
                    <a:pt x="10" y="7"/>
                  </a:lnTo>
                  <a:lnTo>
                    <a:pt x="7" y="8"/>
                  </a:lnTo>
                  <a:lnTo>
                    <a:pt x="6" y="8"/>
                  </a:lnTo>
                  <a:lnTo>
                    <a:pt x="4" y="11"/>
                  </a:lnTo>
                  <a:lnTo>
                    <a:pt x="3" y="14"/>
                  </a:lnTo>
                  <a:lnTo>
                    <a:pt x="0" y="16"/>
                  </a:lnTo>
                  <a:lnTo>
                    <a:pt x="0" y="16"/>
                  </a:lnTo>
                  <a:lnTo>
                    <a:pt x="0" y="16"/>
                  </a:lnTo>
                  <a:lnTo>
                    <a:pt x="3" y="14"/>
                  </a:lnTo>
                  <a:lnTo>
                    <a:pt x="4" y="12"/>
                  </a:lnTo>
                  <a:lnTo>
                    <a:pt x="6" y="11"/>
                  </a:lnTo>
                  <a:lnTo>
                    <a:pt x="7" y="8"/>
                  </a:lnTo>
                  <a:lnTo>
                    <a:pt x="10" y="8"/>
                  </a:lnTo>
                  <a:lnTo>
                    <a:pt x="13" y="7"/>
                  </a:lnTo>
                  <a:lnTo>
                    <a:pt x="13" y="7"/>
                  </a:lnTo>
                  <a:lnTo>
                    <a:pt x="13" y="7"/>
                  </a:lnTo>
                  <a:lnTo>
                    <a:pt x="13" y="7"/>
                  </a:lnTo>
                  <a:lnTo>
                    <a:pt x="13" y="7"/>
                  </a:lnTo>
                  <a:lnTo>
                    <a:pt x="15" y="7"/>
                  </a:lnTo>
                  <a:lnTo>
                    <a:pt x="16" y="7"/>
                  </a:lnTo>
                  <a:lnTo>
                    <a:pt x="16" y="7"/>
                  </a:lnTo>
                  <a:lnTo>
                    <a:pt x="17" y="7"/>
                  </a:lnTo>
                  <a:lnTo>
                    <a:pt x="19" y="7"/>
                  </a:lnTo>
                  <a:lnTo>
                    <a:pt x="19" y="7"/>
                  </a:lnTo>
                  <a:lnTo>
                    <a:pt x="21" y="7"/>
                  </a:lnTo>
                  <a:lnTo>
                    <a:pt x="21" y="7"/>
                  </a:lnTo>
                  <a:lnTo>
                    <a:pt x="24" y="7"/>
                  </a:lnTo>
                  <a:lnTo>
                    <a:pt x="27" y="7"/>
                  </a:lnTo>
                  <a:lnTo>
                    <a:pt x="30" y="7"/>
                  </a:lnTo>
                  <a:lnTo>
                    <a:pt x="30" y="7"/>
                  </a:lnTo>
                  <a:lnTo>
                    <a:pt x="30" y="7"/>
                  </a:lnTo>
                  <a:lnTo>
                    <a:pt x="30" y="7"/>
                  </a:lnTo>
                  <a:lnTo>
                    <a:pt x="30" y="6"/>
                  </a:lnTo>
                  <a:lnTo>
                    <a:pt x="28" y="5"/>
                  </a:lnTo>
                  <a:lnTo>
                    <a:pt x="27" y="5"/>
                  </a:lnTo>
                  <a:lnTo>
                    <a:pt x="26" y="5"/>
                  </a:lnTo>
                  <a:lnTo>
                    <a:pt x="25" y="3"/>
                  </a:lnTo>
                  <a:lnTo>
                    <a:pt x="25" y="3"/>
                  </a:lnTo>
                  <a:lnTo>
                    <a:pt x="26" y="3"/>
                  </a:lnTo>
                  <a:lnTo>
                    <a:pt x="27" y="3"/>
                  </a:lnTo>
                  <a:lnTo>
                    <a:pt x="30" y="3"/>
                  </a:lnTo>
                  <a:lnTo>
                    <a:pt x="30" y="3"/>
                  </a:lnTo>
                  <a:lnTo>
                    <a:pt x="30" y="3"/>
                  </a:lnTo>
                  <a:lnTo>
                    <a:pt x="30" y="3"/>
                  </a:lnTo>
                  <a:lnTo>
                    <a:pt x="32" y="1"/>
                  </a:lnTo>
                  <a:lnTo>
                    <a:pt x="32" y="1"/>
                  </a:lnTo>
                  <a:lnTo>
                    <a:pt x="32" y="1"/>
                  </a:lnTo>
                  <a:lnTo>
                    <a:pt x="31" y="1"/>
                  </a:lnTo>
                  <a:lnTo>
                    <a:pt x="30" y="0"/>
                  </a:lnTo>
                  <a:lnTo>
                    <a:pt x="30" y="0"/>
                  </a:lnTo>
                  <a:lnTo>
                    <a:pt x="30" y="0"/>
                  </a:lnTo>
                  <a:lnTo>
                    <a:pt x="30" y="0"/>
                  </a:lnTo>
                  <a:lnTo>
                    <a:pt x="28" y="0"/>
                  </a:lnTo>
                  <a:lnTo>
                    <a:pt x="27" y="0"/>
                  </a:lnTo>
                  <a:lnTo>
                    <a:pt x="26" y="1"/>
                  </a:lnTo>
                  <a:lnTo>
                    <a:pt x="24" y="3"/>
                  </a:lnTo>
                  <a:lnTo>
                    <a:pt x="23" y="3"/>
                  </a:lnTo>
                  <a:lnTo>
                    <a:pt x="21" y="3"/>
                  </a:lnTo>
                  <a:lnTo>
                    <a:pt x="19" y="3"/>
                  </a:lnTo>
                  <a:lnTo>
                    <a:pt x="19" y="5"/>
                  </a:lnTo>
                  <a:lnTo>
                    <a:pt x="19" y="5"/>
                  </a:lnTo>
                  <a:lnTo>
                    <a:pt x="18" y="5"/>
                  </a:lnTo>
                  <a:lnTo>
                    <a:pt x="16" y="5"/>
                  </a:lnTo>
                  <a:lnTo>
                    <a:pt x="16" y="5"/>
                  </a:lnTo>
                  <a:lnTo>
                    <a:pt x="16" y="5"/>
                  </a:lnTo>
                  <a:lnTo>
                    <a:pt x="16" y="3"/>
                  </a:lnTo>
                  <a:lnTo>
                    <a:pt x="16" y="3"/>
                  </a:lnTo>
                  <a:lnTo>
                    <a:pt x="16" y="1"/>
                  </a:lnTo>
                  <a:lnTo>
                    <a:pt x="16" y="0"/>
                  </a:lnTo>
                  <a:lnTo>
                    <a:pt x="19" y="0"/>
                  </a:lnTo>
                  <a:lnTo>
                    <a:pt x="19" y="0"/>
                  </a:lnTo>
                </a:path>
              </a:pathLst>
            </a:custGeom>
            <a:solidFill>
              <a:srgbClr val="626200"/>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767" name=""/>
            <p:cNvSpPr/>
            <p:nvPr/>
          </p:nvSpPr>
          <p:spPr>
            <a:xfrm>
              <a:off x="6357960" y="3646440"/>
              <a:ext cx="44280" cy="120600"/>
            </a:xfrm>
            <a:custGeom>
              <a:avLst/>
              <a:gdLst/>
              <a:ahLst/>
              <a:rect l="l" t="t" r="r" b="b"/>
              <a:pathLst>
                <a:path w="28" h="76">
                  <a:moveTo>
                    <a:pt x="26" y="34"/>
                  </a:moveTo>
                  <a:lnTo>
                    <a:pt x="26" y="37"/>
                  </a:lnTo>
                  <a:lnTo>
                    <a:pt x="27" y="41"/>
                  </a:lnTo>
                  <a:lnTo>
                    <a:pt x="26" y="46"/>
                  </a:lnTo>
                  <a:lnTo>
                    <a:pt x="26" y="47"/>
                  </a:lnTo>
                  <a:lnTo>
                    <a:pt x="26" y="50"/>
                  </a:lnTo>
                  <a:lnTo>
                    <a:pt x="23" y="55"/>
                  </a:lnTo>
                  <a:lnTo>
                    <a:pt x="22" y="56"/>
                  </a:lnTo>
                  <a:lnTo>
                    <a:pt x="20" y="58"/>
                  </a:lnTo>
                  <a:lnTo>
                    <a:pt x="18" y="58"/>
                  </a:lnTo>
                  <a:lnTo>
                    <a:pt x="13" y="60"/>
                  </a:lnTo>
                  <a:lnTo>
                    <a:pt x="13" y="65"/>
                  </a:lnTo>
                  <a:lnTo>
                    <a:pt x="12" y="67"/>
                  </a:lnTo>
                  <a:lnTo>
                    <a:pt x="11" y="70"/>
                  </a:lnTo>
                  <a:lnTo>
                    <a:pt x="11" y="72"/>
                  </a:lnTo>
                  <a:lnTo>
                    <a:pt x="11" y="74"/>
                  </a:lnTo>
                  <a:lnTo>
                    <a:pt x="11" y="75"/>
                  </a:lnTo>
                  <a:lnTo>
                    <a:pt x="11" y="75"/>
                  </a:lnTo>
                  <a:lnTo>
                    <a:pt x="6" y="75"/>
                  </a:lnTo>
                  <a:lnTo>
                    <a:pt x="6" y="75"/>
                  </a:lnTo>
                  <a:lnTo>
                    <a:pt x="4" y="74"/>
                  </a:lnTo>
                  <a:lnTo>
                    <a:pt x="4" y="74"/>
                  </a:lnTo>
                  <a:lnTo>
                    <a:pt x="3" y="74"/>
                  </a:lnTo>
                  <a:lnTo>
                    <a:pt x="3" y="72"/>
                  </a:lnTo>
                  <a:lnTo>
                    <a:pt x="1" y="70"/>
                  </a:lnTo>
                  <a:lnTo>
                    <a:pt x="0" y="67"/>
                  </a:lnTo>
                  <a:lnTo>
                    <a:pt x="0" y="66"/>
                  </a:lnTo>
                  <a:lnTo>
                    <a:pt x="0" y="65"/>
                  </a:lnTo>
                  <a:lnTo>
                    <a:pt x="0" y="62"/>
                  </a:lnTo>
                  <a:lnTo>
                    <a:pt x="0" y="60"/>
                  </a:lnTo>
                  <a:lnTo>
                    <a:pt x="0" y="60"/>
                  </a:lnTo>
                  <a:lnTo>
                    <a:pt x="0" y="60"/>
                  </a:lnTo>
                  <a:lnTo>
                    <a:pt x="0" y="58"/>
                  </a:lnTo>
                  <a:lnTo>
                    <a:pt x="0" y="58"/>
                  </a:lnTo>
                  <a:lnTo>
                    <a:pt x="0" y="56"/>
                  </a:lnTo>
                  <a:lnTo>
                    <a:pt x="0" y="55"/>
                  </a:lnTo>
                  <a:lnTo>
                    <a:pt x="0" y="53"/>
                  </a:lnTo>
                  <a:lnTo>
                    <a:pt x="0" y="48"/>
                  </a:lnTo>
                  <a:lnTo>
                    <a:pt x="0" y="47"/>
                  </a:lnTo>
                  <a:lnTo>
                    <a:pt x="0" y="46"/>
                  </a:lnTo>
                  <a:lnTo>
                    <a:pt x="0" y="46"/>
                  </a:lnTo>
                  <a:lnTo>
                    <a:pt x="0" y="40"/>
                  </a:lnTo>
                  <a:lnTo>
                    <a:pt x="0" y="35"/>
                  </a:lnTo>
                  <a:lnTo>
                    <a:pt x="1" y="34"/>
                  </a:lnTo>
                  <a:lnTo>
                    <a:pt x="3" y="27"/>
                  </a:lnTo>
                  <a:lnTo>
                    <a:pt x="3" y="26"/>
                  </a:lnTo>
                  <a:lnTo>
                    <a:pt x="4" y="25"/>
                  </a:lnTo>
                  <a:lnTo>
                    <a:pt x="4" y="21"/>
                  </a:lnTo>
                  <a:lnTo>
                    <a:pt x="4" y="21"/>
                  </a:lnTo>
                  <a:lnTo>
                    <a:pt x="6" y="21"/>
                  </a:lnTo>
                  <a:lnTo>
                    <a:pt x="6" y="21"/>
                  </a:lnTo>
                  <a:lnTo>
                    <a:pt x="11" y="19"/>
                  </a:lnTo>
                  <a:lnTo>
                    <a:pt x="12" y="15"/>
                  </a:lnTo>
                  <a:lnTo>
                    <a:pt x="13" y="15"/>
                  </a:lnTo>
                  <a:lnTo>
                    <a:pt x="13" y="12"/>
                  </a:lnTo>
                  <a:lnTo>
                    <a:pt x="15" y="12"/>
                  </a:lnTo>
                  <a:lnTo>
                    <a:pt x="18" y="8"/>
                  </a:lnTo>
                  <a:lnTo>
                    <a:pt x="20" y="6"/>
                  </a:lnTo>
                  <a:lnTo>
                    <a:pt x="22" y="6"/>
                  </a:lnTo>
                  <a:lnTo>
                    <a:pt x="22" y="6"/>
                  </a:lnTo>
                  <a:lnTo>
                    <a:pt x="26" y="5"/>
                  </a:lnTo>
                  <a:lnTo>
                    <a:pt x="26" y="0"/>
                  </a:lnTo>
                  <a:lnTo>
                    <a:pt x="26" y="0"/>
                  </a:lnTo>
                  <a:lnTo>
                    <a:pt x="26" y="0"/>
                  </a:lnTo>
                  <a:lnTo>
                    <a:pt x="26" y="0"/>
                  </a:lnTo>
                  <a:lnTo>
                    <a:pt x="26" y="0"/>
                  </a:lnTo>
                  <a:lnTo>
                    <a:pt x="26" y="6"/>
                  </a:lnTo>
                  <a:lnTo>
                    <a:pt x="25" y="6"/>
                  </a:lnTo>
                  <a:lnTo>
                    <a:pt x="22" y="12"/>
                  </a:lnTo>
                  <a:lnTo>
                    <a:pt x="22" y="13"/>
                  </a:lnTo>
                  <a:lnTo>
                    <a:pt x="19" y="15"/>
                  </a:lnTo>
                  <a:lnTo>
                    <a:pt x="19" y="21"/>
                  </a:lnTo>
                  <a:lnTo>
                    <a:pt x="19" y="21"/>
                  </a:lnTo>
                  <a:lnTo>
                    <a:pt x="22" y="21"/>
                  </a:lnTo>
                  <a:lnTo>
                    <a:pt x="22" y="21"/>
                  </a:lnTo>
                  <a:lnTo>
                    <a:pt x="22" y="25"/>
                  </a:lnTo>
                  <a:lnTo>
                    <a:pt x="22" y="25"/>
                  </a:lnTo>
                  <a:lnTo>
                    <a:pt x="25" y="26"/>
                  </a:lnTo>
                  <a:lnTo>
                    <a:pt x="26" y="26"/>
                  </a:lnTo>
                  <a:lnTo>
                    <a:pt x="26" y="29"/>
                  </a:lnTo>
                  <a:lnTo>
                    <a:pt x="26" y="34"/>
                  </a:lnTo>
                  <a:lnTo>
                    <a:pt x="26" y="34"/>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68" name=""/>
            <p:cNvSpPr/>
            <p:nvPr/>
          </p:nvSpPr>
          <p:spPr>
            <a:xfrm>
              <a:off x="6357960" y="3657600"/>
              <a:ext cx="42840" cy="108000"/>
            </a:xfrm>
            <a:custGeom>
              <a:avLst/>
              <a:gdLst/>
              <a:ahLst/>
              <a:rect l="l" t="t" r="r" b="b"/>
              <a:pathLst>
                <a:path w="27" h="68">
                  <a:moveTo>
                    <a:pt x="26" y="27"/>
                  </a:moveTo>
                  <a:lnTo>
                    <a:pt x="26" y="30"/>
                  </a:lnTo>
                  <a:lnTo>
                    <a:pt x="26" y="34"/>
                  </a:lnTo>
                  <a:lnTo>
                    <a:pt x="26" y="39"/>
                  </a:lnTo>
                  <a:lnTo>
                    <a:pt x="26" y="40"/>
                  </a:lnTo>
                  <a:lnTo>
                    <a:pt x="22" y="43"/>
                  </a:lnTo>
                  <a:lnTo>
                    <a:pt x="22" y="46"/>
                  </a:lnTo>
                  <a:lnTo>
                    <a:pt x="19" y="48"/>
                  </a:lnTo>
                  <a:lnTo>
                    <a:pt x="18" y="49"/>
                  </a:lnTo>
                  <a:lnTo>
                    <a:pt x="13" y="51"/>
                  </a:lnTo>
                  <a:lnTo>
                    <a:pt x="13" y="53"/>
                  </a:lnTo>
                  <a:lnTo>
                    <a:pt x="12" y="55"/>
                  </a:lnTo>
                  <a:lnTo>
                    <a:pt x="11" y="60"/>
                  </a:lnTo>
                  <a:lnTo>
                    <a:pt x="6" y="60"/>
                  </a:lnTo>
                  <a:lnTo>
                    <a:pt x="6" y="65"/>
                  </a:lnTo>
                  <a:lnTo>
                    <a:pt x="5" y="67"/>
                  </a:lnTo>
                  <a:lnTo>
                    <a:pt x="6" y="67"/>
                  </a:lnTo>
                  <a:lnTo>
                    <a:pt x="6" y="67"/>
                  </a:lnTo>
                  <a:lnTo>
                    <a:pt x="4" y="67"/>
                  </a:lnTo>
                  <a:lnTo>
                    <a:pt x="4" y="67"/>
                  </a:lnTo>
                  <a:lnTo>
                    <a:pt x="4" y="67"/>
                  </a:lnTo>
                  <a:lnTo>
                    <a:pt x="3" y="67"/>
                  </a:lnTo>
                  <a:lnTo>
                    <a:pt x="3" y="65"/>
                  </a:lnTo>
                  <a:lnTo>
                    <a:pt x="3" y="63"/>
                  </a:lnTo>
                  <a:lnTo>
                    <a:pt x="1" y="60"/>
                  </a:lnTo>
                  <a:lnTo>
                    <a:pt x="0" y="60"/>
                  </a:lnTo>
                  <a:lnTo>
                    <a:pt x="0" y="58"/>
                  </a:lnTo>
                  <a:lnTo>
                    <a:pt x="0" y="55"/>
                  </a:lnTo>
                  <a:lnTo>
                    <a:pt x="0" y="53"/>
                  </a:lnTo>
                  <a:lnTo>
                    <a:pt x="0" y="53"/>
                  </a:lnTo>
                  <a:lnTo>
                    <a:pt x="0" y="53"/>
                  </a:lnTo>
                  <a:lnTo>
                    <a:pt x="0" y="52"/>
                  </a:lnTo>
                  <a:lnTo>
                    <a:pt x="0" y="51"/>
                  </a:lnTo>
                  <a:lnTo>
                    <a:pt x="0" y="49"/>
                  </a:lnTo>
                  <a:lnTo>
                    <a:pt x="0" y="48"/>
                  </a:lnTo>
                  <a:lnTo>
                    <a:pt x="0" y="46"/>
                  </a:lnTo>
                  <a:lnTo>
                    <a:pt x="0" y="46"/>
                  </a:lnTo>
                  <a:lnTo>
                    <a:pt x="0" y="41"/>
                  </a:lnTo>
                  <a:lnTo>
                    <a:pt x="0" y="40"/>
                  </a:lnTo>
                  <a:lnTo>
                    <a:pt x="0" y="39"/>
                  </a:lnTo>
                  <a:lnTo>
                    <a:pt x="0" y="39"/>
                  </a:lnTo>
                  <a:lnTo>
                    <a:pt x="0" y="34"/>
                  </a:lnTo>
                  <a:lnTo>
                    <a:pt x="0" y="29"/>
                  </a:lnTo>
                  <a:lnTo>
                    <a:pt x="0" y="27"/>
                  </a:lnTo>
                  <a:lnTo>
                    <a:pt x="2" y="24"/>
                  </a:lnTo>
                  <a:lnTo>
                    <a:pt x="3" y="21"/>
                  </a:lnTo>
                  <a:lnTo>
                    <a:pt x="3" y="19"/>
                  </a:lnTo>
                  <a:lnTo>
                    <a:pt x="4" y="19"/>
                  </a:lnTo>
                  <a:lnTo>
                    <a:pt x="4" y="19"/>
                  </a:lnTo>
                  <a:lnTo>
                    <a:pt x="4" y="18"/>
                  </a:lnTo>
                  <a:lnTo>
                    <a:pt x="4" y="14"/>
                  </a:lnTo>
                  <a:lnTo>
                    <a:pt x="6" y="14"/>
                  </a:lnTo>
                  <a:lnTo>
                    <a:pt x="6" y="14"/>
                  </a:lnTo>
                  <a:lnTo>
                    <a:pt x="11" y="13"/>
                  </a:lnTo>
                  <a:lnTo>
                    <a:pt x="12" y="10"/>
                  </a:lnTo>
                  <a:lnTo>
                    <a:pt x="12" y="8"/>
                  </a:lnTo>
                  <a:lnTo>
                    <a:pt x="13" y="8"/>
                  </a:lnTo>
                  <a:lnTo>
                    <a:pt x="13" y="6"/>
                  </a:lnTo>
                  <a:lnTo>
                    <a:pt x="15" y="5"/>
                  </a:lnTo>
                  <a:lnTo>
                    <a:pt x="18" y="5"/>
                  </a:lnTo>
                  <a:lnTo>
                    <a:pt x="18" y="4"/>
                  </a:lnTo>
                  <a:lnTo>
                    <a:pt x="19" y="1"/>
                  </a:lnTo>
                  <a:lnTo>
                    <a:pt x="22" y="0"/>
                  </a:lnTo>
                  <a:lnTo>
                    <a:pt x="22" y="0"/>
                  </a:lnTo>
                  <a:lnTo>
                    <a:pt x="22" y="0"/>
                  </a:lnTo>
                  <a:lnTo>
                    <a:pt x="22" y="1"/>
                  </a:lnTo>
                  <a:lnTo>
                    <a:pt x="20" y="5"/>
                  </a:lnTo>
                  <a:lnTo>
                    <a:pt x="18" y="6"/>
                  </a:lnTo>
                  <a:lnTo>
                    <a:pt x="18" y="8"/>
                  </a:lnTo>
                  <a:lnTo>
                    <a:pt x="15" y="12"/>
                  </a:lnTo>
                  <a:lnTo>
                    <a:pt x="13" y="14"/>
                  </a:lnTo>
                  <a:lnTo>
                    <a:pt x="13" y="14"/>
                  </a:lnTo>
                  <a:lnTo>
                    <a:pt x="15" y="14"/>
                  </a:lnTo>
                  <a:lnTo>
                    <a:pt x="18" y="18"/>
                  </a:lnTo>
                  <a:lnTo>
                    <a:pt x="18" y="18"/>
                  </a:lnTo>
                  <a:lnTo>
                    <a:pt x="20" y="19"/>
                  </a:lnTo>
                  <a:lnTo>
                    <a:pt x="22" y="19"/>
                  </a:lnTo>
                  <a:lnTo>
                    <a:pt x="22" y="19"/>
                  </a:lnTo>
                  <a:lnTo>
                    <a:pt x="22" y="20"/>
                  </a:lnTo>
                  <a:lnTo>
                    <a:pt x="25" y="22"/>
                  </a:lnTo>
                  <a:lnTo>
                    <a:pt x="26" y="27"/>
                  </a:lnTo>
                  <a:lnTo>
                    <a:pt x="26" y="27"/>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69" name=""/>
            <p:cNvSpPr/>
            <p:nvPr/>
          </p:nvSpPr>
          <p:spPr>
            <a:xfrm>
              <a:off x="6357960" y="3670200"/>
              <a:ext cx="41400" cy="95400"/>
            </a:xfrm>
            <a:custGeom>
              <a:avLst/>
              <a:gdLst/>
              <a:ahLst/>
              <a:rect l="l" t="t" r="r" b="b"/>
              <a:pathLst>
                <a:path w="26" h="60">
                  <a:moveTo>
                    <a:pt x="22" y="19"/>
                  </a:moveTo>
                  <a:lnTo>
                    <a:pt x="23" y="21"/>
                  </a:lnTo>
                  <a:lnTo>
                    <a:pt x="25" y="26"/>
                  </a:lnTo>
                  <a:lnTo>
                    <a:pt x="22" y="31"/>
                  </a:lnTo>
                  <a:lnTo>
                    <a:pt x="22" y="31"/>
                  </a:lnTo>
                  <a:lnTo>
                    <a:pt x="22" y="32"/>
                  </a:lnTo>
                  <a:lnTo>
                    <a:pt x="19" y="38"/>
                  </a:lnTo>
                  <a:lnTo>
                    <a:pt x="18" y="40"/>
                  </a:lnTo>
                  <a:lnTo>
                    <a:pt x="13" y="41"/>
                  </a:lnTo>
                  <a:lnTo>
                    <a:pt x="13" y="43"/>
                  </a:lnTo>
                  <a:lnTo>
                    <a:pt x="12" y="45"/>
                  </a:lnTo>
                  <a:lnTo>
                    <a:pt x="11" y="46"/>
                  </a:lnTo>
                  <a:lnTo>
                    <a:pt x="6" y="50"/>
                  </a:lnTo>
                  <a:lnTo>
                    <a:pt x="4" y="52"/>
                  </a:lnTo>
                  <a:lnTo>
                    <a:pt x="4" y="55"/>
                  </a:lnTo>
                  <a:lnTo>
                    <a:pt x="4" y="57"/>
                  </a:lnTo>
                  <a:lnTo>
                    <a:pt x="4" y="59"/>
                  </a:lnTo>
                  <a:lnTo>
                    <a:pt x="4" y="59"/>
                  </a:lnTo>
                  <a:lnTo>
                    <a:pt x="4" y="59"/>
                  </a:lnTo>
                  <a:lnTo>
                    <a:pt x="4" y="59"/>
                  </a:lnTo>
                  <a:lnTo>
                    <a:pt x="3" y="57"/>
                  </a:lnTo>
                  <a:lnTo>
                    <a:pt x="3" y="57"/>
                  </a:lnTo>
                  <a:lnTo>
                    <a:pt x="3" y="55"/>
                  </a:lnTo>
                  <a:lnTo>
                    <a:pt x="1" y="53"/>
                  </a:lnTo>
                  <a:lnTo>
                    <a:pt x="0" y="52"/>
                  </a:lnTo>
                  <a:lnTo>
                    <a:pt x="0" y="50"/>
                  </a:lnTo>
                  <a:lnTo>
                    <a:pt x="0" y="47"/>
                  </a:lnTo>
                  <a:lnTo>
                    <a:pt x="0" y="45"/>
                  </a:lnTo>
                  <a:lnTo>
                    <a:pt x="0" y="45"/>
                  </a:lnTo>
                  <a:lnTo>
                    <a:pt x="0" y="45"/>
                  </a:lnTo>
                  <a:lnTo>
                    <a:pt x="0" y="44"/>
                  </a:lnTo>
                  <a:lnTo>
                    <a:pt x="0" y="43"/>
                  </a:lnTo>
                  <a:lnTo>
                    <a:pt x="0" y="43"/>
                  </a:lnTo>
                  <a:lnTo>
                    <a:pt x="0" y="41"/>
                  </a:lnTo>
                  <a:lnTo>
                    <a:pt x="0" y="40"/>
                  </a:lnTo>
                  <a:lnTo>
                    <a:pt x="0" y="38"/>
                  </a:lnTo>
                  <a:lnTo>
                    <a:pt x="0" y="38"/>
                  </a:lnTo>
                  <a:lnTo>
                    <a:pt x="0" y="32"/>
                  </a:lnTo>
                  <a:lnTo>
                    <a:pt x="0" y="32"/>
                  </a:lnTo>
                  <a:lnTo>
                    <a:pt x="0" y="31"/>
                  </a:lnTo>
                  <a:lnTo>
                    <a:pt x="0" y="31"/>
                  </a:lnTo>
                  <a:lnTo>
                    <a:pt x="0" y="26"/>
                  </a:lnTo>
                  <a:lnTo>
                    <a:pt x="0" y="22"/>
                  </a:lnTo>
                  <a:lnTo>
                    <a:pt x="0" y="20"/>
                  </a:lnTo>
                  <a:lnTo>
                    <a:pt x="1" y="19"/>
                  </a:lnTo>
                  <a:lnTo>
                    <a:pt x="2" y="19"/>
                  </a:lnTo>
                  <a:lnTo>
                    <a:pt x="3" y="16"/>
                  </a:lnTo>
                  <a:lnTo>
                    <a:pt x="3" y="14"/>
                  </a:lnTo>
                  <a:lnTo>
                    <a:pt x="3" y="14"/>
                  </a:lnTo>
                  <a:lnTo>
                    <a:pt x="3" y="11"/>
                  </a:lnTo>
                  <a:lnTo>
                    <a:pt x="4" y="10"/>
                  </a:lnTo>
                  <a:lnTo>
                    <a:pt x="6" y="6"/>
                  </a:lnTo>
                  <a:lnTo>
                    <a:pt x="11" y="6"/>
                  </a:lnTo>
                  <a:lnTo>
                    <a:pt x="12" y="2"/>
                  </a:lnTo>
                  <a:lnTo>
                    <a:pt x="13" y="0"/>
                  </a:lnTo>
                  <a:lnTo>
                    <a:pt x="13" y="0"/>
                  </a:lnTo>
                  <a:lnTo>
                    <a:pt x="13" y="0"/>
                  </a:lnTo>
                  <a:lnTo>
                    <a:pt x="13" y="0"/>
                  </a:lnTo>
                  <a:lnTo>
                    <a:pt x="13" y="0"/>
                  </a:lnTo>
                  <a:lnTo>
                    <a:pt x="13" y="4"/>
                  </a:lnTo>
                  <a:lnTo>
                    <a:pt x="13" y="6"/>
                  </a:lnTo>
                  <a:lnTo>
                    <a:pt x="13" y="6"/>
                  </a:lnTo>
                  <a:lnTo>
                    <a:pt x="13" y="6"/>
                  </a:lnTo>
                  <a:lnTo>
                    <a:pt x="13" y="10"/>
                  </a:lnTo>
                  <a:lnTo>
                    <a:pt x="13" y="11"/>
                  </a:lnTo>
                  <a:lnTo>
                    <a:pt x="13" y="11"/>
                  </a:lnTo>
                  <a:lnTo>
                    <a:pt x="13" y="11"/>
                  </a:lnTo>
                  <a:lnTo>
                    <a:pt x="18" y="11"/>
                  </a:lnTo>
                  <a:lnTo>
                    <a:pt x="18" y="11"/>
                  </a:lnTo>
                  <a:lnTo>
                    <a:pt x="22" y="11"/>
                  </a:lnTo>
                  <a:lnTo>
                    <a:pt x="22" y="12"/>
                  </a:lnTo>
                  <a:lnTo>
                    <a:pt x="22" y="16"/>
                  </a:lnTo>
                  <a:lnTo>
                    <a:pt x="22" y="19"/>
                  </a:lnTo>
                  <a:lnTo>
                    <a:pt x="22" y="19"/>
                  </a:lnTo>
                </a:path>
              </a:pathLst>
            </a:custGeom>
            <a:solidFill>
              <a:srgbClr val="626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70" name=""/>
            <p:cNvSpPr/>
            <p:nvPr/>
          </p:nvSpPr>
          <p:spPr>
            <a:xfrm>
              <a:off x="6357960" y="3679920"/>
              <a:ext cx="36360" cy="82440"/>
            </a:xfrm>
            <a:custGeom>
              <a:avLst/>
              <a:gdLst/>
              <a:ahLst/>
              <a:rect l="l" t="t" r="r" b="b"/>
              <a:pathLst>
                <a:path w="23" h="52">
                  <a:moveTo>
                    <a:pt x="22" y="13"/>
                  </a:moveTo>
                  <a:lnTo>
                    <a:pt x="22" y="15"/>
                  </a:lnTo>
                  <a:lnTo>
                    <a:pt x="22" y="19"/>
                  </a:lnTo>
                  <a:lnTo>
                    <a:pt x="22" y="24"/>
                  </a:lnTo>
                  <a:lnTo>
                    <a:pt x="22" y="25"/>
                  </a:lnTo>
                  <a:lnTo>
                    <a:pt x="19" y="26"/>
                  </a:lnTo>
                  <a:lnTo>
                    <a:pt x="18" y="32"/>
                  </a:lnTo>
                  <a:lnTo>
                    <a:pt x="13" y="34"/>
                  </a:lnTo>
                  <a:lnTo>
                    <a:pt x="12" y="34"/>
                  </a:lnTo>
                  <a:lnTo>
                    <a:pt x="11" y="37"/>
                  </a:lnTo>
                  <a:lnTo>
                    <a:pt x="6" y="38"/>
                  </a:lnTo>
                  <a:lnTo>
                    <a:pt x="5" y="39"/>
                  </a:lnTo>
                  <a:lnTo>
                    <a:pt x="4" y="44"/>
                  </a:lnTo>
                  <a:lnTo>
                    <a:pt x="4" y="46"/>
                  </a:lnTo>
                  <a:lnTo>
                    <a:pt x="3" y="49"/>
                  </a:lnTo>
                  <a:lnTo>
                    <a:pt x="3" y="51"/>
                  </a:lnTo>
                  <a:lnTo>
                    <a:pt x="3" y="51"/>
                  </a:lnTo>
                  <a:lnTo>
                    <a:pt x="3" y="51"/>
                  </a:lnTo>
                  <a:lnTo>
                    <a:pt x="3" y="51"/>
                  </a:lnTo>
                  <a:lnTo>
                    <a:pt x="3" y="51"/>
                  </a:lnTo>
                  <a:lnTo>
                    <a:pt x="3" y="51"/>
                  </a:lnTo>
                  <a:lnTo>
                    <a:pt x="3" y="49"/>
                  </a:lnTo>
                  <a:lnTo>
                    <a:pt x="3" y="49"/>
                  </a:lnTo>
                  <a:lnTo>
                    <a:pt x="1" y="46"/>
                  </a:lnTo>
                  <a:lnTo>
                    <a:pt x="0" y="45"/>
                  </a:lnTo>
                  <a:lnTo>
                    <a:pt x="0" y="44"/>
                  </a:lnTo>
                  <a:lnTo>
                    <a:pt x="0" y="39"/>
                  </a:lnTo>
                  <a:lnTo>
                    <a:pt x="0" y="39"/>
                  </a:lnTo>
                  <a:lnTo>
                    <a:pt x="0" y="38"/>
                  </a:lnTo>
                  <a:lnTo>
                    <a:pt x="0" y="37"/>
                  </a:lnTo>
                  <a:lnTo>
                    <a:pt x="0" y="37"/>
                  </a:lnTo>
                  <a:lnTo>
                    <a:pt x="0" y="37"/>
                  </a:lnTo>
                  <a:lnTo>
                    <a:pt x="0" y="35"/>
                  </a:lnTo>
                  <a:lnTo>
                    <a:pt x="0" y="34"/>
                  </a:lnTo>
                  <a:lnTo>
                    <a:pt x="0" y="34"/>
                  </a:lnTo>
                  <a:lnTo>
                    <a:pt x="0" y="32"/>
                  </a:lnTo>
                  <a:lnTo>
                    <a:pt x="0" y="29"/>
                  </a:lnTo>
                  <a:lnTo>
                    <a:pt x="0" y="26"/>
                  </a:lnTo>
                  <a:lnTo>
                    <a:pt x="0" y="26"/>
                  </a:lnTo>
                  <a:lnTo>
                    <a:pt x="0" y="25"/>
                  </a:lnTo>
                  <a:lnTo>
                    <a:pt x="0" y="25"/>
                  </a:lnTo>
                  <a:lnTo>
                    <a:pt x="0" y="20"/>
                  </a:lnTo>
                  <a:lnTo>
                    <a:pt x="0" y="16"/>
                  </a:lnTo>
                  <a:lnTo>
                    <a:pt x="0" y="16"/>
                  </a:lnTo>
                  <a:lnTo>
                    <a:pt x="0" y="14"/>
                  </a:lnTo>
                  <a:lnTo>
                    <a:pt x="1" y="14"/>
                  </a:lnTo>
                  <a:lnTo>
                    <a:pt x="1" y="13"/>
                  </a:lnTo>
                  <a:lnTo>
                    <a:pt x="2" y="13"/>
                  </a:lnTo>
                  <a:lnTo>
                    <a:pt x="2" y="13"/>
                  </a:lnTo>
                  <a:lnTo>
                    <a:pt x="3" y="10"/>
                  </a:lnTo>
                  <a:lnTo>
                    <a:pt x="3" y="8"/>
                  </a:lnTo>
                  <a:lnTo>
                    <a:pt x="4" y="5"/>
                  </a:lnTo>
                  <a:lnTo>
                    <a:pt x="4" y="5"/>
                  </a:lnTo>
                  <a:lnTo>
                    <a:pt x="5" y="0"/>
                  </a:lnTo>
                  <a:lnTo>
                    <a:pt x="6" y="0"/>
                  </a:lnTo>
                  <a:lnTo>
                    <a:pt x="11" y="0"/>
                  </a:lnTo>
                  <a:lnTo>
                    <a:pt x="11" y="0"/>
                  </a:lnTo>
                  <a:lnTo>
                    <a:pt x="11" y="0"/>
                  </a:lnTo>
                  <a:lnTo>
                    <a:pt x="11" y="4"/>
                  </a:lnTo>
                  <a:lnTo>
                    <a:pt x="11" y="5"/>
                  </a:lnTo>
                  <a:lnTo>
                    <a:pt x="12" y="6"/>
                  </a:lnTo>
                  <a:lnTo>
                    <a:pt x="12" y="6"/>
                  </a:lnTo>
                  <a:lnTo>
                    <a:pt x="13" y="5"/>
                  </a:lnTo>
                  <a:lnTo>
                    <a:pt x="13" y="5"/>
                  </a:lnTo>
                  <a:lnTo>
                    <a:pt x="15" y="5"/>
                  </a:lnTo>
                  <a:lnTo>
                    <a:pt x="18" y="6"/>
                  </a:lnTo>
                  <a:lnTo>
                    <a:pt x="19" y="7"/>
                  </a:lnTo>
                  <a:lnTo>
                    <a:pt x="22" y="10"/>
                  </a:lnTo>
                  <a:lnTo>
                    <a:pt x="22" y="13"/>
                  </a:lnTo>
                  <a:lnTo>
                    <a:pt x="22" y="13"/>
                  </a:lnTo>
                </a:path>
              </a:pathLst>
            </a:custGeom>
            <a:solidFill>
              <a:srgbClr val="626200"/>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771" name=""/>
            <p:cNvSpPr/>
            <p:nvPr/>
          </p:nvSpPr>
          <p:spPr>
            <a:xfrm>
              <a:off x="6357960" y="3689280"/>
              <a:ext cx="36360" cy="73080"/>
            </a:xfrm>
            <a:custGeom>
              <a:avLst/>
              <a:gdLst/>
              <a:ahLst/>
              <a:rect l="l" t="t" r="r" b="b"/>
              <a:pathLst>
                <a:path w="23" h="46">
                  <a:moveTo>
                    <a:pt x="20" y="8"/>
                  </a:moveTo>
                  <a:lnTo>
                    <a:pt x="22" y="9"/>
                  </a:lnTo>
                  <a:lnTo>
                    <a:pt x="22" y="13"/>
                  </a:lnTo>
                  <a:lnTo>
                    <a:pt x="19" y="14"/>
                  </a:lnTo>
                  <a:lnTo>
                    <a:pt x="18" y="19"/>
                  </a:lnTo>
                  <a:lnTo>
                    <a:pt x="15" y="20"/>
                  </a:lnTo>
                  <a:lnTo>
                    <a:pt x="13" y="23"/>
                  </a:lnTo>
                  <a:lnTo>
                    <a:pt x="13" y="26"/>
                  </a:lnTo>
                  <a:lnTo>
                    <a:pt x="11" y="28"/>
                  </a:lnTo>
                  <a:lnTo>
                    <a:pt x="6" y="29"/>
                  </a:lnTo>
                  <a:lnTo>
                    <a:pt x="4" y="31"/>
                  </a:lnTo>
                  <a:lnTo>
                    <a:pt x="4" y="33"/>
                  </a:lnTo>
                  <a:lnTo>
                    <a:pt x="3" y="38"/>
                  </a:lnTo>
                  <a:lnTo>
                    <a:pt x="3" y="40"/>
                  </a:lnTo>
                  <a:lnTo>
                    <a:pt x="3" y="40"/>
                  </a:lnTo>
                  <a:lnTo>
                    <a:pt x="3" y="43"/>
                  </a:lnTo>
                  <a:lnTo>
                    <a:pt x="3" y="45"/>
                  </a:lnTo>
                  <a:lnTo>
                    <a:pt x="3" y="45"/>
                  </a:lnTo>
                  <a:lnTo>
                    <a:pt x="3" y="45"/>
                  </a:lnTo>
                  <a:lnTo>
                    <a:pt x="3" y="43"/>
                  </a:lnTo>
                  <a:lnTo>
                    <a:pt x="3" y="43"/>
                  </a:lnTo>
                  <a:lnTo>
                    <a:pt x="2" y="43"/>
                  </a:lnTo>
                  <a:lnTo>
                    <a:pt x="1" y="40"/>
                  </a:lnTo>
                  <a:lnTo>
                    <a:pt x="1" y="40"/>
                  </a:lnTo>
                  <a:lnTo>
                    <a:pt x="0" y="38"/>
                  </a:lnTo>
                  <a:lnTo>
                    <a:pt x="0" y="33"/>
                  </a:lnTo>
                  <a:lnTo>
                    <a:pt x="0" y="33"/>
                  </a:lnTo>
                  <a:lnTo>
                    <a:pt x="0" y="32"/>
                  </a:lnTo>
                  <a:lnTo>
                    <a:pt x="0" y="31"/>
                  </a:lnTo>
                  <a:lnTo>
                    <a:pt x="0" y="31"/>
                  </a:lnTo>
                  <a:lnTo>
                    <a:pt x="0" y="31"/>
                  </a:lnTo>
                  <a:lnTo>
                    <a:pt x="0" y="29"/>
                  </a:lnTo>
                  <a:lnTo>
                    <a:pt x="0" y="29"/>
                  </a:lnTo>
                  <a:lnTo>
                    <a:pt x="0" y="28"/>
                  </a:lnTo>
                  <a:lnTo>
                    <a:pt x="0" y="28"/>
                  </a:lnTo>
                  <a:lnTo>
                    <a:pt x="0" y="26"/>
                  </a:lnTo>
                  <a:lnTo>
                    <a:pt x="0" y="23"/>
                  </a:lnTo>
                  <a:lnTo>
                    <a:pt x="0" y="20"/>
                  </a:lnTo>
                  <a:lnTo>
                    <a:pt x="0" y="20"/>
                  </a:lnTo>
                  <a:lnTo>
                    <a:pt x="0" y="19"/>
                  </a:lnTo>
                  <a:lnTo>
                    <a:pt x="0" y="19"/>
                  </a:lnTo>
                  <a:lnTo>
                    <a:pt x="0" y="17"/>
                  </a:lnTo>
                  <a:lnTo>
                    <a:pt x="0" y="14"/>
                  </a:lnTo>
                  <a:lnTo>
                    <a:pt x="0" y="10"/>
                  </a:lnTo>
                  <a:lnTo>
                    <a:pt x="0" y="10"/>
                  </a:lnTo>
                  <a:lnTo>
                    <a:pt x="0" y="9"/>
                  </a:lnTo>
                  <a:lnTo>
                    <a:pt x="0" y="9"/>
                  </a:lnTo>
                  <a:lnTo>
                    <a:pt x="0" y="8"/>
                  </a:lnTo>
                  <a:lnTo>
                    <a:pt x="0" y="8"/>
                  </a:lnTo>
                  <a:lnTo>
                    <a:pt x="1" y="8"/>
                  </a:lnTo>
                  <a:lnTo>
                    <a:pt x="1" y="7"/>
                  </a:lnTo>
                  <a:lnTo>
                    <a:pt x="3" y="7"/>
                  </a:lnTo>
                  <a:lnTo>
                    <a:pt x="3" y="4"/>
                  </a:lnTo>
                  <a:lnTo>
                    <a:pt x="3" y="2"/>
                  </a:lnTo>
                  <a:lnTo>
                    <a:pt x="3" y="1"/>
                  </a:lnTo>
                  <a:lnTo>
                    <a:pt x="3" y="0"/>
                  </a:lnTo>
                  <a:lnTo>
                    <a:pt x="3" y="0"/>
                  </a:lnTo>
                  <a:lnTo>
                    <a:pt x="4" y="0"/>
                  </a:lnTo>
                  <a:lnTo>
                    <a:pt x="4" y="1"/>
                  </a:lnTo>
                  <a:lnTo>
                    <a:pt x="4" y="2"/>
                  </a:lnTo>
                  <a:lnTo>
                    <a:pt x="4" y="2"/>
                  </a:lnTo>
                  <a:lnTo>
                    <a:pt x="4" y="4"/>
                  </a:lnTo>
                  <a:lnTo>
                    <a:pt x="4" y="4"/>
                  </a:lnTo>
                  <a:lnTo>
                    <a:pt x="6" y="4"/>
                  </a:lnTo>
                  <a:lnTo>
                    <a:pt x="6" y="4"/>
                  </a:lnTo>
                  <a:lnTo>
                    <a:pt x="11" y="2"/>
                  </a:lnTo>
                  <a:lnTo>
                    <a:pt x="12" y="1"/>
                  </a:lnTo>
                  <a:lnTo>
                    <a:pt x="13" y="0"/>
                  </a:lnTo>
                  <a:lnTo>
                    <a:pt x="13" y="0"/>
                  </a:lnTo>
                  <a:lnTo>
                    <a:pt x="15" y="0"/>
                  </a:lnTo>
                  <a:lnTo>
                    <a:pt x="18" y="2"/>
                  </a:lnTo>
                  <a:lnTo>
                    <a:pt x="19" y="4"/>
                  </a:lnTo>
                  <a:lnTo>
                    <a:pt x="20" y="8"/>
                  </a:lnTo>
                  <a:lnTo>
                    <a:pt x="20" y="8"/>
                  </a:lnTo>
                </a:path>
              </a:pathLst>
            </a:custGeom>
            <a:solidFill>
              <a:srgbClr val="626200"/>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772" name=""/>
            <p:cNvSpPr/>
            <p:nvPr/>
          </p:nvSpPr>
          <p:spPr>
            <a:xfrm>
              <a:off x="6357960" y="3691080"/>
              <a:ext cx="30240" cy="68040"/>
            </a:xfrm>
            <a:custGeom>
              <a:avLst/>
              <a:gdLst/>
              <a:ahLst/>
              <a:rect l="l" t="t" r="r" b="b"/>
              <a:pathLst>
                <a:path w="19" h="43">
                  <a:moveTo>
                    <a:pt x="0" y="7"/>
                  </a:moveTo>
                  <a:lnTo>
                    <a:pt x="0" y="7"/>
                  </a:lnTo>
                  <a:lnTo>
                    <a:pt x="1" y="7"/>
                  </a:lnTo>
                  <a:lnTo>
                    <a:pt x="1" y="7"/>
                  </a:lnTo>
                  <a:lnTo>
                    <a:pt x="3" y="7"/>
                  </a:lnTo>
                  <a:lnTo>
                    <a:pt x="3" y="7"/>
                  </a:lnTo>
                  <a:lnTo>
                    <a:pt x="3" y="7"/>
                  </a:lnTo>
                  <a:lnTo>
                    <a:pt x="4" y="6"/>
                  </a:lnTo>
                  <a:lnTo>
                    <a:pt x="4" y="6"/>
                  </a:lnTo>
                  <a:lnTo>
                    <a:pt x="5" y="6"/>
                  </a:lnTo>
                  <a:lnTo>
                    <a:pt x="11" y="3"/>
                  </a:lnTo>
                  <a:lnTo>
                    <a:pt x="11" y="1"/>
                  </a:lnTo>
                  <a:lnTo>
                    <a:pt x="13" y="0"/>
                  </a:lnTo>
                  <a:lnTo>
                    <a:pt x="13" y="0"/>
                  </a:lnTo>
                  <a:lnTo>
                    <a:pt x="15" y="1"/>
                  </a:lnTo>
                  <a:lnTo>
                    <a:pt x="18" y="6"/>
                  </a:lnTo>
                  <a:lnTo>
                    <a:pt x="18" y="7"/>
                  </a:lnTo>
                  <a:lnTo>
                    <a:pt x="18" y="8"/>
                  </a:lnTo>
                  <a:lnTo>
                    <a:pt x="18" y="9"/>
                  </a:lnTo>
                  <a:lnTo>
                    <a:pt x="18" y="13"/>
                  </a:lnTo>
                  <a:lnTo>
                    <a:pt x="15" y="18"/>
                  </a:lnTo>
                  <a:lnTo>
                    <a:pt x="13" y="19"/>
                  </a:lnTo>
                  <a:lnTo>
                    <a:pt x="13" y="20"/>
                  </a:lnTo>
                  <a:lnTo>
                    <a:pt x="12" y="25"/>
                  </a:lnTo>
                  <a:lnTo>
                    <a:pt x="6" y="27"/>
                  </a:lnTo>
                  <a:lnTo>
                    <a:pt x="4" y="28"/>
                  </a:lnTo>
                  <a:lnTo>
                    <a:pt x="4" y="30"/>
                  </a:lnTo>
                  <a:lnTo>
                    <a:pt x="3" y="32"/>
                  </a:lnTo>
                  <a:lnTo>
                    <a:pt x="3" y="34"/>
                  </a:lnTo>
                  <a:lnTo>
                    <a:pt x="1" y="38"/>
                  </a:lnTo>
                  <a:lnTo>
                    <a:pt x="1" y="39"/>
                  </a:lnTo>
                  <a:lnTo>
                    <a:pt x="1" y="42"/>
                  </a:lnTo>
                  <a:lnTo>
                    <a:pt x="1" y="42"/>
                  </a:lnTo>
                  <a:lnTo>
                    <a:pt x="1" y="42"/>
                  </a:lnTo>
                  <a:lnTo>
                    <a:pt x="1" y="39"/>
                  </a:lnTo>
                  <a:lnTo>
                    <a:pt x="1" y="39"/>
                  </a:lnTo>
                  <a:lnTo>
                    <a:pt x="0" y="34"/>
                  </a:lnTo>
                  <a:lnTo>
                    <a:pt x="0" y="32"/>
                  </a:lnTo>
                  <a:lnTo>
                    <a:pt x="0" y="31"/>
                  </a:lnTo>
                  <a:lnTo>
                    <a:pt x="0" y="30"/>
                  </a:lnTo>
                  <a:lnTo>
                    <a:pt x="0" y="30"/>
                  </a:lnTo>
                  <a:lnTo>
                    <a:pt x="0" y="28"/>
                  </a:lnTo>
                  <a:lnTo>
                    <a:pt x="0" y="28"/>
                  </a:lnTo>
                  <a:lnTo>
                    <a:pt x="0" y="28"/>
                  </a:lnTo>
                  <a:lnTo>
                    <a:pt x="0" y="27"/>
                  </a:lnTo>
                  <a:lnTo>
                    <a:pt x="0" y="27"/>
                  </a:lnTo>
                  <a:lnTo>
                    <a:pt x="0" y="25"/>
                  </a:lnTo>
                  <a:lnTo>
                    <a:pt x="0" y="25"/>
                  </a:lnTo>
                  <a:lnTo>
                    <a:pt x="0" y="22"/>
                  </a:lnTo>
                  <a:lnTo>
                    <a:pt x="0" y="19"/>
                  </a:lnTo>
                  <a:lnTo>
                    <a:pt x="0" y="19"/>
                  </a:lnTo>
                  <a:lnTo>
                    <a:pt x="0" y="18"/>
                  </a:lnTo>
                  <a:lnTo>
                    <a:pt x="0" y="18"/>
                  </a:lnTo>
                  <a:lnTo>
                    <a:pt x="0" y="18"/>
                  </a:lnTo>
                  <a:lnTo>
                    <a:pt x="0" y="13"/>
                  </a:lnTo>
                  <a:lnTo>
                    <a:pt x="0" y="13"/>
                  </a:lnTo>
                  <a:lnTo>
                    <a:pt x="0" y="12"/>
                  </a:lnTo>
                  <a:lnTo>
                    <a:pt x="0" y="9"/>
                  </a:lnTo>
                  <a:lnTo>
                    <a:pt x="0" y="9"/>
                  </a:lnTo>
                  <a:lnTo>
                    <a:pt x="0" y="9"/>
                  </a:lnTo>
                  <a:lnTo>
                    <a:pt x="0" y="9"/>
                  </a:lnTo>
                  <a:lnTo>
                    <a:pt x="0" y="9"/>
                  </a:lnTo>
                  <a:lnTo>
                    <a:pt x="0" y="8"/>
                  </a:lnTo>
                  <a:lnTo>
                    <a:pt x="0" y="7"/>
                  </a:lnTo>
                  <a:lnTo>
                    <a:pt x="0" y="7"/>
                  </a:lnTo>
                  <a:lnTo>
                    <a:pt x="0" y="7"/>
                  </a:lnTo>
                </a:path>
              </a:pathLst>
            </a:custGeom>
            <a:solidFill>
              <a:srgbClr val="626200"/>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2773" name=""/>
            <p:cNvSpPr/>
            <p:nvPr/>
          </p:nvSpPr>
          <p:spPr>
            <a:xfrm>
              <a:off x="6357960" y="3703680"/>
              <a:ext cx="20520" cy="19080"/>
            </a:xfrm>
            <a:custGeom>
              <a:avLst/>
              <a:gdLst/>
              <a:ahLst/>
              <a:rect l="l" t="t" r="r" b="b"/>
              <a:pathLst>
                <a:path w="13" h="12">
                  <a:moveTo>
                    <a:pt x="0" y="11"/>
                  </a:moveTo>
                  <a:lnTo>
                    <a:pt x="0" y="11"/>
                  </a:lnTo>
                  <a:lnTo>
                    <a:pt x="0" y="11"/>
                  </a:lnTo>
                  <a:lnTo>
                    <a:pt x="0" y="11"/>
                  </a:lnTo>
                  <a:lnTo>
                    <a:pt x="0" y="10"/>
                  </a:lnTo>
                  <a:lnTo>
                    <a:pt x="1" y="10"/>
                  </a:lnTo>
                  <a:lnTo>
                    <a:pt x="3" y="8"/>
                  </a:lnTo>
                  <a:lnTo>
                    <a:pt x="4" y="5"/>
                  </a:lnTo>
                  <a:lnTo>
                    <a:pt x="5" y="5"/>
                  </a:lnTo>
                  <a:lnTo>
                    <a:pt x="6" y="5"/>
                  </a:lnTo>
                  <a:lnTo>
                    <a:pt x="11" y="4"/>
                  </a:lnTo>
                  <a:lnTo>
                    <a:pt x="11" y="1"/>
                  </a:lnTo>
                  <a:lnTo>
                    <a:pt x="12" y="1"/>
                  </a:lnTo>
                  <a:lnTo>
                    <a:pt x="12" y="1"/>
                  </a:lnTo>
                  <a:lnTo>
                    <a:pt x="12" y="0"/>
                  </a:lnTo>
                  <a:lnTo>
                    <a:pt x="12" y="0"/>
                  </a:lnTo>
                  <a:lnTo>
                    <a:pt x="12" y="1"/>
                  </a:lnTo>
                  <a:lnTo>
                    <a:pt x="12" y="1"/>
                  </a:lnTo>
                  <a:lnTo>
                    <a:pt x="12" y="4"/>
                  </a:lnTo>
                  <a:lnTo>
                    <a:pt x="12" y="5"/>
                  </a:lnTo>
                  <a:lnTo>
                    <a:pt x="12" y="5"/>
                  </a:lnTo>
                  <a:lnTo>
                    <a:pt x="12" y="9"/>
                  </a:lnTo>
                  <a:lnTo>
                    <a:pt x="11" y="10"/>
                  </a:lnTo>
                  <a:lnTo>
                    <a:pt x="11" y="10"/>
                  </a:lnTo>
                  <a:lnTo>
                    <a:pt x="11" y="10"/>
                  </a:lnTo>
                  <a:lnTo>
                    <a:pt x="11" y="10"/>
                  </a:lnTo>
                  <a:lnTo>
                    <a:pt x="11" y="10"/>
                  </a:lnTo>
                  <a:lnTo>
                    <a:pt x="6" y="11"/>
                  </a:lnTo>
                  <a:lnTo>
                    <a:pt x="6" y="11"/>
                  </a:lnTo>
                  <a:lnTo>
                    <a:pt x="6" y="11"/>
                  </a:lnTo>
                  <a:lnTo>
                    <a:pt x="6" y="11"/>
                  </a:lnTo>
                  <a:lnTo>
                    <a:pt x="6" y="11"/>
                  </a:lnTo>
                  <a:lnTo>
                    <a:pt x="6" y="10"/>
                  </a:lnTo>
                  <a:lnTo>
                    <a:pt x="6" y="10"/>
                  </a:lnTo>
                  <a:lnTo>
                    <a:pt x="6" y="10"/>
                  </a:lnTo>
                  <a:lnTo>
                    <a:pt x="11" y="8"/>
                  </a:lnTo>
                  <a:lnTo>
                    <a:pt x="6" y="8"/>
                  </a:lnTo>
                  <a:lnTo>
                    <a:pt x="6" y="8"/>
                  </a:lnTo>
                  <a:lnTo>
                    <a:pt x="4" y="9"/>
                  </a:lnTo>
                  <a:lnTo>
                    <a:pt x="4" y="9"/>
                  </a:lnTo>
                  <a:lnTo>
                    <a:pt x="4" y="10"/>
                  </a:lnTo>
                  <a:lnTo>
                    <a:pt x="3" y="10"/>
                  </a:lnTo>
                  <a:lnTo>
                    <a:pt x="3" y="10"/>
                  </a:lnTo>
                  <a:lnTo>
                    <a:pt x="1" y="11"/>
                  </a:lnTo>
                  <a:lnTo>
                    <a:pt x="0" y="11"/>
                  </a:lnTo>
                  <a:lnTo>
                    <a:pt x="0" y="11"/>
                  </a:lnTo>
                </a:path>
              </a:pathLst>
            </a:custGeom>
            <a:solidFill>
              <a:srgbClr val="003100"/>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774" name=""/>
            <p:cNvSpPr/>
            <p:nvPr/>
          </p:nvSpPr>
          <p:spPr>
            <a:xfrm>
              <a:off x="6359400" y="3719520"/>
              <a:ext cx="6480" cy="3240"/>
            </a:xfrm>
            <a:custGeom>
              <a:avLst/>
              <a:gdLst/>
              <a:ahLst/>
              <a:rect l="l" t="t" r="r" b="b"/>
              <a:pathLst>
                <a:path w="4" h="2">
                  <a:moveTo>
                    <a:pt x="3" y="1"/>
                  </a:moveTo>
                  <a:lnTo>
                    <a:pt x="3" y="1"/>
                  </a:lnTo>
                  <a:lnTo>
                    <a:pt x="3" y="1"/>
                  </a:lnTo>
                  <a:lnTo>
                    <a:pt x="3" y="1"/>
                  </a:lnTo>
                  <a:lnTo>
                    <a:pt x="2" y="1"/>
                  </a:lnTo>
                  <a:lnTo>
                    <a:pt x="2" y="1"/>
                  </a:lnTo>
                  <a:lnTo>
                    <a:pt x="2" y="1"/>
                  </a:lnTo>
                  <a:lnTo>
                    <a:pt x="2" y="1"/>
                  </a:lnTo>
                  <a:lnTo>
                    <a:pt x="2" y="1"/>
                  </a:lnTo>
                  <a:lnTo>
                    <a:pt x="2" y="1"/>
                  </a:lnTo>
                  <a:lnTo>
                    <a:pt x="0" y="1"/>
                  </a:lnTo>
                  <a:lnTo>
                    <a:pt x="0" y="1"/>
                  </a:lnTo>
                  <a:lnTo>
                    <a:pt x="1" y="1"/>
                  </a:lnTo>
                  <a:lnTo>
                    <a:pt x="2" y="1"/>
                  </a:lnTo>
                  <a:lnTo>
                    <a:pt x="2" y="1"/>
                  </a:lnTo>
                  <a:lnTo>
                    <a:pt x="2" y="1"/>
                  </a:lnTo>
                  <a:lnTo>
                    <a:pt x="2" y="1"/>
                  </a:lnTo>
                  <a:lnTo>
                    <a:pt x="2" y="1"/>
                  </a:lnTo>
                  <a:lnTo>
                    <a:pt x="2" y="1"/>
                  </a:lnTo>
                  <a:lnTo>
                    <a:pt x="3" y="1"/>
                  </a:lnTo>
                  <a:lnTo>
                    <a:pt x="3" y="1"/>
                  </a:lnTo>
                  <a:lnTo>
                    <a:pt x="3" y="1"/>
                  </a:lnTo>
                  <a:lnTo>
                    <a:pt x="3" y="1"/>
                  </a:lnTo>
                  <a:lnTo>
                    <a:pt x="3" y="1"/>
                  </a:lnTo>
                  <a:lnTo>
                    <a:pt x="3" y="1"/>
                  </a:lnTo>
                  <a:lnTo>
                    <a:pt x="3" y="1"/>
                  </a:lnTo>
                  <a:lnTo>
                    <a:pt x="3" y="0"/>
                  </a:lnTo>
                  <a:lnTo>
                    <a:pt x="3" y="0"/>
                  </a:lnTo>
                  <a:lnTo>
                    <a:pt x="3" y="1"/>
                  </a:lnTo>
                  <a:lnTo>
                    <a:pt x="3"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775" name=""/>
            <p:cNvSpPr/>
            <p:nvPr/>
          </p:nvSpPr>
          <p:spPr>
            <a:xfrm>
              <a:off x="6367320" y="3705120"/>
              <a:ext cx="9720" cy="6480"/>
            </a:xfrm>
            <a:custGeom>
              <a:avLst/>
              <a:gdLst/>
              <a:ahLst/>
              <a:rect l="l" t="t" r="r" b="b"/>
              <a:pathLst>
                <a:path w="6" h="4">
                  <a:moveTo>
                    <a:pt x="5" y="0"/>
                  </a:moveTo>
                  <a:lnTo>
                    <a:pt x="5" y="0"/>
                  </a:lnTo>
                  <a:lnTo>
                    <a:pt x="5" y="0"/>
                  </a:lnTo>
                  <a:lnTo>
                    <a:pt x="0" y="0"/>
                  </a:lnTo>
                  <a:lnTo>
                    <a:pt x="0" y="0"/>
                  </a:lnTo>
                  <a:lnTo>
                    <a:pt x="0" y="0"/>
                  </a:lnTo>
                  <a:lnTo>
                    <a:pt x="0" y="3"/>
                  </a:lnTo>
                  <a:lnTo>
                    <a:pt x="0" y="3"/>
                  </a:lnTo>
                  <a:lnTo>
                    <a:pt x="0" y="3"/>
                  </a:lnTo>
                  <a:lnTo>
                    <a:pt x="5" y="0"/>
                  </a:lnTo>
                  <a:lnTo>
                    <a:pt x="5" y="0"/>
                  </a:lnTo>
                  <a:lnTo>
                    <a:pt x="5" y="0"/>
                  </a:lnTo>
                  <a:lnTo>
                    <a:pt x="5" y="0"/>
                  </a:lnTo>
                  <a:lnTo>
                    <a:pt x="5"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776" name=""/>
            <p:cNvSpPr/>
            <p:nvPr/>
          </p:nvSpPr>
          <p:spPr>
            <a:xfrm>
              <a:off x="6505560" y="3614760"/>
              <a:ext cx="55440" cy="27000"/>
            </a:xfrm>
            <a:custGeom>
              <a:avLst/>
              <a:gdLst/>
              <a:ahLst/>
              <a:rect l="l" t="t" r="r" b="b"/>
              <a:pathLst>
                <a:path w="35" h="17">
                  <a:moveTo>
                    <a:pt x="31" y="3"/>
                  </a:moveTo>
                  <a:lnTo>
                    <a:pt x="31" y="3"/>
                  </a:lnTo>
                  <a:lnTo>
                    <a:pt x="29" y="3"/>
                  </a:lnTo>
                  <a:lnTo>
                    <a:pt x="29" y="3"/>
                  </a:lnTo>
                  <a:lnTo>
                    <a:pt x="29" y="3"/>
                  </a:lnTo>
                  <a:lnTo>
                    <a:pt x="29" y="4"/>
                  </a:lnTo>
                  <a:lnTo>
                    <a:pt x="24" y="4"/>
                  </a:lnTo>
                  <a:lnTo>
                    <a:pt x="22" y="3"/>
                  </a:lnTo>
                  <a:lnTo>
                    <a:pt x="22" y="3"/>
                  </a:lnTo>
                  <a:lnTo>
                    <a:pt x="19" y="3"/>
                  </a:lnTo>
                  <a:lnTo>
                    <a:pt x="19" y="3"/>
                  </a:lnTo>
                  <a:lnTo>
                    <a:pt x="15" y="3"/>
                  </a:lnTo>
                  <a:lnTo>
                    <a:pt x="15" y="2"/>
                  </a:lnTo>
                  <a:lnTo>
                    <a:pt x="14" y="2"/>
                  </a:lnTo>
                  <a:lnTo>
                    <a:pt x="13" y="0"/>
                  </a:lnTo>
                  <a:lnTo>
                    <a:pt x="12" y="0"/>
                  </a:lnTo>
                  <a:lnTo>
                    <a:pt x="12" y="0"/>
                  </a:lnTo>
                  <a:lnTo>
                    <a:pt x="12" y="0"/>
                  </a:lnTo>
                  <a:lnTo>
                    <a:pt x="12" y="2"/>
                  </a:lnTo>
                  <a:lnTo>
                    <a:pt x="12" y="2"/>
                  </a:lnTo>
                  <a:lnTo>
                    <a:pt x="10" y="2"/>
                  </a:lnTo>
                  <a:lnTo>
                    <a:pt x="10" y="3"/>
                  </a:lnTo>
                  <a:lnTo>
                    <a:pt x="7" y="3"/>
                  </a:lnTo>
                  <a:lnTo>
                    <a:pt x="4" y="3"/>
                  </a:lnTo>
                  <a:lnTo>
                    <a:pt x="4" y="7"/>
                  </a:lnTo>
                  <a:lnTo>
                    <a:pt x="0" y="9"/>
                  </a:lnTo>
                  <a:lnTo>
                    <a:pt x="0" y="9"/>
                  </a:lnTo>
                  <a:lnTo>
                    <a:pt x="1" y="9"/>
                  </a:lnTo>
                  <a:lnTo>
                    <a:pt x="2" y="7"/>
                  </a:lnTo>
                  <a:lnTo>
                    <a:pt x="2" y="7"/>
                  </a:lnTo>
                  <a:lnTo>
                    <a:pt x="4" y="7"/>
                  </a:lnTo>
                  <a:lnTo>
                    <a:pt x="4" y="7"/>
                  </a:lnTo>
                  <a:lnTo>
                    <a:pt x="4" y="7"/>
                  </a:lnTo>
                  <a:lnTo>
                    <a:pt x="4" y="5"/>
                  </a:lnTo>
                  <a:lnTo>
                    <a:pt x="4" y="5"/>
                  </a:lnTo>
                  <a:lnTo>
                    <a:pt x="7" y="3"/>
                  </a:lnTo>
                  <a:lnTo>
                    <a:pt x="10" y="3"/>
                  </a:lnTo>
                  <a:lnTo>
                    <a:pt x="10" y="3"/>
                  </a:lnTo>
                  <a:lnTo>
                    <a:pt x="12" y="3"/>
                  </a:lnTo>
                  <a:lnTo>
                    <a:pt x="12" y="2"/>
                  </a:lnTo>
                  <a:lnTo>
                    <a:pt x="13" y="2"/>
                  </a:lnTo>
                  <a:lnTo>
                    <a:pt x="14" y="3"/>
                  </a:lnTo>
                  <a:lnTo>
                    <a:pt x="15" y="3"/>
                  </a:lnTo>
                  <a:lnTo>
                    <a:pt x="19" y="3"/>
                  </a:lnTo>
                  <a:lnTo>
                    <a:pt x="19" y="3"/>
                  </a:lnTo>
                  <a:lnTo>
                    <a:pt x="21" y="3"/>
                  </a:lnTo>
                  <a:lnTo>
                    <a:pt x="21" y="3"/>
                  </a:lnTo>
                  <a:lnTo>
                    <a:pt x="21" y="4"/>
                  </a:lnTo>
                  <a:lnTo>
                    <a:pt x="21" y="4"/>
                  </a:lnTo>
                  <a:lnTo>
                    <a:pt x="21" y="5"/>
                  </a:lnTo>
                  <a:lnTo>
                    <a:pt x="21" y="5"/>
                  </a:lnTo>
                  <a:lnTo>
                    <a:pt x="19" y="5"/>
                  </a:lnTo>
                  <a:lnTo>
                    <a:pt x="19" y="5"/>
                  </a:lnTo>
                  <a:lnTo>
                    <a:pt x="19" y="4"/>
                  </a:lnTo>
                  <a:lnTo>
                    <a:pt x="15" y="3"/>
                  </a:lnTo>
                  <a:lnTo>
                    <a:pt x="14" y="3"/>
                  </a:lnTo>
                  <a:lnTo>
                    <a:pt x="14" y="3"/>
                  </a:lnTo>
                  <a:lnTo>
                    <a:pt x="13" y="3"/>
                  </a:lnTo>
                  <a:lnTo>
                    <a:pt x="12" y="3"/>
                  </a:lnTo>
                  <a:lnTo>
                    <a:pt x="12" y="3"/>
                  </a:lnTo>
                  <a:lnTo>
                    <a:pt x="12" y="3"/>
                  </a:lnTo>
                  <a:lnTo>
                    <a:pt x="12" y="3"/>
                  </a:lnTo>
                  <a:lnTo>
                    <a:pt x="12" y="3"/>
                  </a:lnTo>
                  <a:lnTo>
                    <a:pt x="10" y="3"/>
                  </a:lnTo>
                  <a:lnTo>
                    <a:pt x="10" y="5"/>
                  </a:lnTo>
                  <a:lnTo>
                    <a:pt x="7" y="5"/>
                  </a:lnTo>
                  <a:lnTo>
                    <a:pt x="7" y="7"/>
                  </a:lnTo>
                  <a:lnTo>
                    <a:pt x="7" y="7"/>
                  </a:lnTo>
                  <a:lnTo>
                    <a:pt x="7" y="7"/>
                  </a:lnTo>
                  <a:lnTo>
                    <a:pt x="7" y="7"/>
                  </a:lnTo>
                  <a:lnTo>
                    <a:pt x="7" y="7"/>
                  </a:lnTo>
                  <a:lnTo>
                    <a:pt x="10" y="7"/>
                  </a:lnTo>
                  <a:lnTo>
                    <a:pt x="10" y="7"/>
                  </a:lnTo>
                  <a:lnTo>
                    <a:pt x="10" y="5"/>
                  </a:lnTo>
                  <a:lnTo>
                    <a:pt x="12" y="5"/>
                  </a:lnTo>
                  <a:lnTo>
                    <a:pt x="12" y="4"/>
                  </a:lnTo>
                  <a:lnTo>
                    <a:pt x="12" y="3"/>
                  </a:lnTo>
                  <a:lnTo>
                    <a:pt x="13" y="3"/>
                  </a:lnTo>
                  <a:lnTo>
                    <a:pt x="14" y="4"/>
                  </a:lnTo>
                  <a:lnTo>
                    <a:pt x="14" y="5"/>
                  </a:lnTo>
                  <a:lnTo>
                    <a:pt x="15" y="5"/>
                  </a:lnTo>
                  <a:lnTo>
                    <a:pt x="19" y="5"/>
                  </a:lnTo>
                  <a:lnTo>
                    <a:pt x="19" y="7"/>
                  </a:lnTo>
                  <a:lnTo>
                    <a:pt x="19" y="7"/>
                  </a:lnTo>
                  <a:lnTo>
                    <a:pt x="21" y="7"/>
                  </a:lnTo>
                  <a:lnTo>
                    <a:pt x="21" y="7"/>
                  </a:lnTo>
                  <a:lnTo>
                    <a:pt x="22" y="7"/>
                  </a:lnTo>
                  <a:lnTo>
                    <a:pt x="22" y="7"/>
                  </a:lnTo>
                  <a:lnTo>
                    <a:pt x="22" y="7"/>
                  </a:lnTo>
                  <a:lnTo>
                    <a:pt x="23" y="7"/>
                  </a:lnTo>
                  <a:lnTo>
                    <a:pt x="24" y="7"/>
                  </a:lnTo>
                  <a:lnTo>
                    <a:pt x="24" y="7"/>
                  </a:lnTo>
                  <a:lnTo>
                    <a:pt x="24" y="9"/>
                  </a:lnTo>
                  <a:lnTo>
                    <a:pt x="24" y="9"/>
                  </a:lnTo>
                  <a:lnTo>
                    <a:pt x="22" y="12"/>
                  </a:lnTo>
                  <a:lnTo>
                    <a:pt x="22" y="14"/>
                  </a:lnTo>
                  <a:lnTo>
                    <a:pt x="22" y="14"/>
                  </a:lnTo>
                  <a:lnTo>
                    <a:pt x="22" y="16"/>
                  </a:lnTo>
                  <a:lnTo>
                    <a:pt x="21" y="16"/>
                  </a:lnTo>
                  <a:lnTo>
                    <a:pt x="21" y="16"/>
                  </a:lnTo>
                  <a:lnTo>
                    <a:pt x="21" y="16"/>
                  </a:lnTo>
                  <a:lnTo>
                    <a:pt x="19" y="16"/>
                  </a:lnTo>
                  <a:lnTo>
                    <a:pt x="19" y="16"/>
                  </a:lnTo>
                  <a:lnTo>
                    <a:pt x="19" y="16"/>
                  </a:lnTo>
                  <a:lnTo>
                    <a:pt x="21" y="16"/>
                  </a:lnTo>
                  <a:lnTo>
                    <a:pt x="21" y="16"/>
                  </a:lnTo>
                  <a:lnTo>
                    <a:pt x="22" y="16"/>
                  </a:lnTo>
                  <a:lnTo>
                    <a:pt x="22" y="16"/>
                  </a:lnTo>
                  <a:lnTo>
                    <a:pt x="22" y="14"/>
                  </a:lnTo>
                  <a:lnTo>
                    <a:pt x="24" y="13"/>
                  </a:lnTo>
                  <a:lnTo>
                    <a:pt x="24" y="12"/>
                  </a:lnTo>
                  <a:lnTo>
                    <a:pt x="25" y="9"/>
                  </a:lnTo>
                  <a:lnTo>
                    <a:pt x="25" y="9"/>
                  </a:lnTo>
                  <a:lnTo>
                    <a:pt x="29" y="7"/>
                  </a:lnTo>
                  <a:lnTo>
                    <a:pt x="29" y="7"/>
                  </a:lnTo>
                  <a:lnTo>
                    <a:pt x="29" y="7"/>
                  </a:lnTo>
                  <a:lnTo>
                    <a:pt x="29" y="7"/>
                  </a:lnTo>
                  <a:lnTo>
                    <a:pt x="29" y="7"/>
                  </a:lnTo>
                  <a:lnTo>
                    <a:pt x="29" y="7"/>
                  </a:lnTo>
                  <a:lnTo>
                    <a:pt x="29" y="7"/>
                  </a:lnTo>
                  <a:lnTo>
                    <a:pt x="29" y="5"/>
                  </a:lnTo>
                  <a:lnTo>
                    <a:pt x="31" y="5"/>
                  </a:lnTo>
                  <a:lnTo>
                    <a:pt x="31" y="3"/>
                  </a:lnTo>
                  <a:lnTo>
                    <a:pt x="33" y="3"/>
                  </a:lnTo>
                  <a:lnTo>
                    <a:pt x="33" y="3"/>
                  </a:lnTo>
                  <a:lnTo>
                    <a:pt x="34" y="3"/>
                  </a:lnTo>
                  <a:lnTo>
                    <a:pt x="34" y="3"/>
                  </a:lnTo>
                  <a:lnTo>
                    <a:pt x="34" y="3"/>
                  </a:lnTo>
                  <a:lnTo>
                    <a:pt x="33" y="3"/>
                  </a:lnTo>
                  <a:lnTo>
                    <a:pt x="31" y="3"/>
                  </a:lnTo>
                  <a:lnTo>
                    <a:pt x="31" y="3"/>
                  </a:lnTo>
                </a:path>
              </a:pathLst>
            </a:custGeom>
            <a:solidFill>
              <a:srgbClr val="626200"/>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777" name=""/>
            <p:cNvSpPr/>
            <p:nvPr/>
          </p:nvSpPr>
          <p:spPr>
            <a:xfrm>
              <a:off x="6505560" y="3619440"/>
              <a:ext cx="39600" cy="22320"/>
            </a:xfrm>
            <a:custGeom>
              <a:avLst/>
              <a:gdLst/>
              <a:ahLst/>
              <a:rect l="l" t="t" r="r" b="b"/>
              <a:pathLst>
                <a:path w="25" h="14">
                  <a:moveTo>
                    <a:pt x="24" y="4"/>
                  </a:moveTo>
                  <a:lnTo>
                    <a:pt x="23" y="4"/>
                  </a:lnTo>
                  <a:lnTo>
                    <a:pt x="23" y="4"/>
                  </a:lnTo>
                  <a:lnTo>
                    <a:pt x="22" y="4"/>
                  </a:lnTo>
                  <a:lnTo>
                    <a:pt x="22" y="4"/>
                  </a:lnTo>
                  <a:lnTo>
                    <a:pt x="21" y="4"/>
                  </a:lnTo>
                  <a:lnTo>
                    <a:pt x="19" y="4"/>
                  </a:lnTo>
                  <a:lnTo>
                    <a:pt x="19" y="2"/>
                  </a:lnTo>
                  <a:lnTo>
                    <a:pt x="19" y="2"/>
                  </a:lnTo>
                  <a:lnTo>
                    <a:pt x="15" y="2"/>
                  </a:lnTo>
                  <a:lnTo>
                    <a:pt x="15" y="1"/>
                  </a:lnTo>
                  <a:lnTo>
                    <a:pt x="14" y="1"/>
                  </a:lnTo>
                  <a:lnTo>
                    <a:pt x="14" y="0"/>
                  </a:lnTo>
                  <a:lnTo>
                    <a:pt x="13" y="0"/>
                  </a:lnTo>
                  <a:lnTo>
                    <a:pt x="12" y="0"/>
                  </a:lnTo>
                  <a:lnTo>
                    <a:pt x="12" y="0"/>
                  </a:lnTo>
                  <a:lnTo>
                    <a:pt x="12" y="1"/>
                  </a:lnTo>
                  <a:lnTo>
                    <a:pt x="12" y="1"/>
                  </a:lnTo>
                  <a:lnTo>
                    <a:pt x="12" y="2"/>
                  </a:lnTo>
                  <a:lnTo>
                    <a:pt x="10" y="2"/>
                  </a:lnTo>
                  <a:lnTo>
                    <a:pt x="7" y="4"/>
                  </a:lnTo>
                  <a:lnTo>
                    <a:pt x="4" y="4"/>
                  </a:lnTo>
                  <a:lnTo>
                    <a:pt x="4" y="4"/>
                  </a:lnTo>
                  <a:lnTo>
                    <a:pt x="2" y="6"/>
                  </a:lnTo>
                  <a:lnTo>
                    <a:pt x="2" y="6"/>
                  </a:lnTo>
                  <a:lnTo>
                    <a:pt x="0" y="9"/>
                  </a:lnTo>
                  <a:lnTo>
                    <a:pt x="0" y="9"/>
                  </a:lnTo>
                  <a:lnTo>
                    <a:pt x="0" y="9"/>
                  </a:lnTo>
                  <a:lnTo>
                    <a:pt x="0" y="10"/>
                  </a:lnTo>
                  <a:lnTo>
                    <a:pt x="0" y="10"/>
                  </a:lnTo>
                  <a:lnTo>
                    <a:pt x="1" y="9"/>
                  </a:lnTo>
                  <a:lnTo>
                    <a:pt x="2" y="9"/>
                  </a:lnTo>
                  <a:lnTo>
                    <a:pt x="2" y="9"/>
                  </a:lnTo>
                  <a:lnTo>
                    <a:pt x="2" y="10"/>
                  </a:lnTo>
                  <a:lnTo>
                    <a:pt x="4" y="11"/>
                  </a:lnTo>
                  <a:lnTo>
                    <a:pt x="4" y="11"/>
                  </a:lnTo>
                  <a:lnTo>
                    <a:pt x="4" y="13"/>
                  </a:lnTo>
                  <a:lnTo>
                    <a:pt x="7" y="13"/>
                  </a:lnTo>
                  <a:lnTo>
                    <a:pt x="10" y="13"/>
                  </a:lnTo>
                  <a:lnTo>
                    <a:pt x="10" y="13"/>
                  </a:lnTo>
                  <a:lnTo>
                    <a:pt x="12" y="13"/>
                  </a:lnTo>
                  <a:lnTo>
                    <a:pt x="12" y="13"/>
                  </a:lnTo>
                  <a:lnTo>
                    <a:pt x="12" y="13"/>
                  </a:lnTo>
                  <a:lnTo>
                    <a:pt x="13" y="13"/>
                  </a:lnTo>
                  <a:lnTo>
                    <a:pt x="14" y="13"/>
                  </a:lnTo>
                  <a:lnTo>
                    <a:pt x="15" y="13"/>
                  </a:lnTo>
                  <a:lnTo>
                    <a:pt x="19" y="13"/>
                  </a:lnTo>
                  <a:lnTo>
                    <a:pt x="21" y="13"/>
                  </a:lnTo>
                  <a:lnTo>
                    <a:pt x="22" y="13"/>
                  </a:lnTo>
                  <a:lnTo>
                    <a:pt x="22" y="13"/>
                  </a:lnTo>
                  <a:lnTo>
                    <a:pt x="22" y="12"/>
                  </a:lnTo>
                  <a:lnTo>
                    <a:pt x="22" y="11"/>
                  </a:lnTo>
                  <a:lnTo>
                    <a:pt x="23" y="10"/>
                  </a:lnTo>
                  <a:lnTo>
                    <a:pt x="24" y="9"/>
                  </a:lnTo>
                  <a:lnTo>
                    <a:pt x="24" y="9"/>
                  </a:lnTo>
                  <a:lnTo>
                    <a:pt x="24" y="6"/>
                  </a:lnTo>
                  <a:lnTo>
                    <a:pt x="24" y="6"/>
                  </a:lnTo>
                  <a:lnTo>
                    <a:pt x="24" y="4"/>
                  </a:lnTo>
                  <a:lnTo>
                    <a:pt x="24" y="4"/>
                  </a:lnTo>
                  <a:lnTo>
                    <a:pt x="24" y="4"/>
                  </a:lnTo>
                  <a:lnTo>
                    <a:pt x="24" y="4"/>
                  </a:lnTo>
                  <a:lnTo>
                    <a:pt x="24" y="4"/>
                  </a:lnTo>
                </a:path>
              </a:pathLst>
            </a:custGeom>
            <a:solidFill>
              <a:srgbClr val="000000"/>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778" name=""/>
            <p:cNvSpPr/>
            <p:nvPr/>
          </p:nvSpPr>
          <p:spPr>
            <a:xfrm>
              <a:off x="6512040" y="3622680"/>
              <a:ext cx="29880" cy="19080"/>
            </a:xfrm>
            <a:custGeom>
              <a:avLst/>
              <a:gdLst/>
              <a:ahLst/>
              <a:rect l="l" t="t" r="r" b="b"/>
              <a:pathLst>
                <a:path w="19" h="12">
                  <a:moveTo>
                    <a:pt x="17" y="2"/>
                  </a:moveTo>
                  <a:lnTo>
                    <a:pt x="18" y="2"/>
                  </a:lnTo>
                  <a:lnTo>
                    <a:pt x="18" y="2"/>
                  </a:lnTo>
                  <a:lnTo>
                    <a:pt x="18" y="2"/>
                  </a:lnTo>
                  <a:lnTo>
                    <a:pt x="18" y="2"/>
                  </a:lnTo>
                  <a:lnTo>
                    <a:pt x="18" y="4"/>
                  </a:lnTo>
                  <a:lnTo>
                    <a:pt x="18" y="4"/>
                  </a:lnTo>
                  <a:lnTo>
                    <a:pt x="18" y="7"/>
                  </a:lnTo>
                  <a:lnTo>
                    <a:pt x="18" y="7"/>
                  </a:lnTo>
                  <a:lnTo>
                    <a:pt x="17" y="9"/>
                  </a:lnTo>
                  <a:lnTo>
                    <a:pt x="17" y="10"/>
                  </a:lnTo>
                  <a:lnTo>
                    <a:pt x="15" y="11"/>
                  </a:lnTo>
                  <a:lnTo>
                    <a:pt x="11" y="11"/>
                  </a:lnTo>
                  <a:lnTo>
                    <a:pt x="11" y="11"/>
                  </a:lnTo>
                  <a:lnTo>
                    <a:pt x="11" y="11"/>
                  </a:lnTo>
                  <a:lnTo>
                    <a:pt x="10" y="11"/>
                  </a:lnTo>
                  <a:lnTo>
                    <a:pt x="9" y="11"/>
                  </a:lnTo>
                  <a:lnTo>
                    <a:pt x="8" y="11"/>
                  </a:lnTo>
                  <a:lnTo>
                    <a:pt x="8" y="11"/>
                  </a:lnTo>
                  <a:lnTo>
                    <a:pt x="8" y="11"/>
                  </a:lnTo>
                  <a:lnTo>
                    <a:pt x="6" y="11"/>
                  </a:lnTo>
                  <a:lnTo>
                    <a:pt x="6" y="11"/>
                  </a:lnTo>
                  <a:lnTo>
                    <a:pt x="6" y="11"/>
                  </a:lnTo>
                  <a:lnTo>
                    <a:pt x="6" y="10"/>
                  </a:lnTo>
                  <a:lnTo>
                    <a:pt x="3" y="9"/>
                  </a:lnTo>
                  <a:lnTo>
                    <a:pt x="3" y="8"/>
                  </a:lnTo>
                  <a:lnTo>
                    <a:pt x="0" y="7"/>
                  </a:lnTo>
                  <a:lnTo>
                    <a:pt x="0" y="4"/>
                  </a:lnTo>
                  <a:lnTo>
                    <a:pt x="0" y="4"/>
                  </a:lnTo>
                  <a:lnTo>
                    <a:pt x="0" y="4"/>
                  </a:lnTo>
                  <a:lnTo>
                    <a:pt x="0" y="4"/>
                  </a:lnTo>
                  <a:lnTo>
                    <a:pt x="3" y="2"/>
                  </a:lnTo>
                  <a:lnTo>
                    <a:pt x="3" y="2"/>
                  </a:lnTo>
                  <a:lnTo>
                    <a:pt x="3" y="2"/>
                  </a:lnTo>
                  <a:lnTo>
                    <a:pt x="6" y="2"/>
                  </a:lnTo>
                  <a:lnTo>
                    <a:pt x="6" y="2"/>
                  </a:lnTo>
                  <a:lnTo>
                    <a:pt x="8" y="2"/>
                  </a:lnTo>
                  <a:lnTo>
                    <a:pt x="8" y="2"/>
                  </a:lnTo>
                  <a:lnTo>
                    <a:pt x="8" y="2"/>
                  </a:lnTo>
                  <a:lnTo>
                    <a:pt x="8" y="0"/>
                  </a:lnTo>
                  <a:lnTo>
                    <a:pt x="8" y="2"/>
                  </a:lnTo>
                  <a:lnTo>
                    <a:pt x="10" y="2"/>
                  </a:lnTo>
                  <a:lnTo>
                    <a:pt x="11" y="2"/>
                  </a:lnTo>
                  <a:lnTo>
                    <a:pt x="11" y="2"/>
                  </a:lnTo>
                  <a:lnTo>
                    <a:pt x="15" y="2"/>
                  </a:lnTo>
                  <a:lnTo>
                    <a:pt x="15" y="2"/>
                  </a:lnTo>
                  <a:lnTo>
                    <a:pt x="17" y="2"/>
                  </a:lnTo>
                  <a:lnTo>
                    <a:pt x="17" y="2"/>
                  </a:lnTo>
                  <a:lnTo>
                    <a:pt x="17" y="2"/>
                  </a:lnTo>
                  <a:lnTo>
                    <a:pt x="17" y="2"/>
                  </a:lnTo>
                </a:path>
              </a:pathLst>
            </a:custGeom>
            <a:solidFill>
              <a:srgbClr val="ffefce"/>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779" name=""/>
            <p:cNvSpPr/>
            <p:nvPr/>
          </p:nvSpPr>
          <p:spPr>
            <a:xfrm>
              <a:off x="6524640" y="3625920"/>
              <a:ext cx="17280" cy="15840"/>
            </a:xfrm>
            <a:custGeom>
              <a:avLst/>
              <a:gdLst/>
              <a:ahLst/>
              <a:rect l="l" t="t" r="r" b="b"/>
              <a:pathLst>
                <a:path w="11" h="10">
                  <a:moveTo>
                    <a:pt x="7" y="9"/>
                  </a:moveTo>
                  <a:lnTo>
                    <a:pt x="7" y="9"/>
                  </a:lnTo>
                  <a:lnTo>
                    <a:pt x="9" y="7"/>
                  </a:lnTo>
                  <a:lnTo>
                    <a:pt x="9" y="6"/>
                  </a:lnTo>
                  <a:lnTo>
                    <a:pt x="10" y="5"/>
                  </a:lnTo>
                  <a:lnTo>
                    <a:pt x="10" y="2"/>
                  </a:lnTo>
                  <a:lnTo>
                    <a:pt x="10" y="2"/>
                  </a:lnTo>
                  <a:lnTo>
                    <a:pt x="10" y="2"/>
                  </a:lnTo>
                  <a:lnTo>
                    <a:pt x="10" y="0"/>
                  </a:lnTo>
                  <a:lnTo>
                    <a:pt x="10" y="0"/>
                  </a:lnTo>
                  <a:lnTo>
                    <a:pt x="10" y="0"/>
                  </a:lnTo>
                  <a:lnTo>
                    <a:pt x="10" y="0"/>
                  </a:lnTo>
                  <a:lnTo>
                    <a:pt x="9" y="0"/>
                  </a:lnTo>
                  <a:lnTo>
                    <a:pt x="9" y="0"/>
                  </a:lnTo>
                  <a:lnTo>
                    <a:pt x="9" y="0"/>
                  </a:lnTo>
                  <a:lnTo>
                    <a:pt x="7" y="0"/>
                  </a:lnTo>
                  <a:lnTo>
                    <a:pt x="7" y="0"/>
                  </a:lnTo>
                  <a:lnTo>
                    <a:pt x="3" y="0"/>
                  </a:lnTo>
                  <a:lnTo>
                    <a:pt x="3" y="0"/>
                  </a:lnTo>
                  <a:lnTo>
                    <a:pt x="2" y="0"/>
                  </a:lnTo>
                  <a:lnTo>
                    <a:pt x="0" y="0"/>
                  </a:lnTo>
                  <a:lnTo>
                    <a:pt x="0" y="0"/>
                  </a:lnTo>
                  <a:lnTo>
                    <a:pt x="1" y="0"/>
                  </a:lnTo>
                  <a:lnTo>
                    <a:pt x="1" y="0"/>
                  </a:lnTo>
                  <a:lnTo>
                    <a:pt x="2" y="0"/>
                  </a:lnTo>
                  <a:lnTo>
                    <a:pt x="2" y="0"/>
                  </a:lnTo>
                  <a:lnTo>
                    <a:pt x="3" y="0"/>
                  </a:lnTo>
                  <a:lnTo>
                    <a:pt x="3" y="0"/>
                  </a:lnTo>
                  <a:lnTo>
                    <a:pt x="3" y="0"/>
                  </a:lnTo>
                  <a:lnTo>
                    <a:pt x="7" y="0"/>
                  </a:lnTo>
                  <a:lnTo>
                    <a:pt x="7" y="2"/>
                  </a:lnTo>
                  <a:lnTo>
                    <a:pt x="7" y="2"/>
                  </a:lnTo>
                  <a:lnTo>
                    <a:pt x="7" y="5"/>
                  </a:lnTo>
                  <a:lnTo>
                    <a:pt x="7" y="7"/>
                  </a:lnTo>
                  <a:lnTo>
                    <a:pt x="7" y="8"/>
                  </a:lnTo>
                  <a:lnTo>
                    <a:pt x="7" y="9"/>
                  </a:lnTo>
                  <a:lnTo>
                    <a:pt x="7" y="9"/>
                  </a:lnTo>
                  <a:lnTo>
                    <a:pt x="7" y="9"/>
                  </a:lnTo>
                </a:path>
              </a:pathLst>
            </a:custGeom>
            <a:solidFill>
              <a:srgbClr val="c0c27c"/>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780" name=""/>
            <p:cNvSpPr/>
            <p:nvPr/>
          </p:nvSpPr>
          <p:spPr>
            <a:xfrm>
              <a:off x="6524640" y="3629160"/>
              <a:ext cx="12600" cy="6120"/>
            </a:xfrm>
            <a:custGeom>
              <a:avLst/>
              <a:gdLst/>
              <a:ahLst/>
              <a:rect l="l" t="t" r="r" b="b"/>
              <a:pathLst>
                <a:path w="8" h="4">
                  <a:moveTo>
                    <a:pt x="0" y="0"/>
                  </a:moveTo>
                  <a:lnTo>
                    <a:pt x="0" y="0"/>
                  </a:lnTo>
                  <a:lnTo>
                    <a:pt x="0" y="0"/>
                  </a:lnTo>
                  <a:lnTo>
                    <a:pt x="1" y="0"/>
                  </a:lnTo>
                  <a:lnTo>
                    <a:pt x="2" y="0"/>
                  </a:lnTo>
                  <a:lnTo>
                    <a:pt x="2" y="0"/>
                  </a:lnTo>
                  <a:lnTo>
                    <a:pt x="3" y="0"/>
                  </a:lnTo>
                  <a:lnTo>
                    <a:pt x="3" y="0"/>
                  </a:lnTo>
                  <a:lnTo>
                    <a:pt x="7" y="0"/>
                  </a:lnTo>
                  <a:lnTo>
                    <a:pt x="7" y="0"/>
                  </a:lnTo>
                  <a:lnTo>
                    <a:pt x="7" y="0"/>
                  </a:lnTo>
                  <a:lnTo>
                    <a:pt x="7" y="0"/>
                  </a:lnTo>
                  <a:lnTo>
                    <a:pt x="7" y="3"/>
                  </a:lnTo>
                  <a:lnTo>
                    <a:pt x="7" y="3"/>
                  </a:lnTo>
                  <a:lnTo>
                    <a:pt x="3" y="3"/>
                  </a:lnTo>
                  <a:lnTo>
                    <a:pt x="3" y="3"/>
                  </a:lnTo>
                  <a:lnTo>
                    <a:pt x="2" y="3"/>
                  </a:lnTo>
                  <a:lnTo>
                    <a:pt x="1" y="3"/>
                  </a:lnTo>
                  <a:lnTo>
                    <a:pt x="1" y="3"/>
                  </a:lnTo>
                  <a:lnTo>
                    <a:pt x="0" y="3"/>
                  </a:lnTo>
                  <a:lnTo>
                    <a:pt x="0" y="3"/>
                  </a:lnTo>
                  <a:lnTo>
                    <a:pt x="0" y="3"/>
                  </a:lnTo>
                  <a:lnTo>
                    <a:pt x="0" y="3"/>
                  </a:lnTo>
                  <a:lnTo>
                    <a:pt x="0" y="0"/>
                  </a:lnTo>
                  <a:lnTo>
                    <a:pt x="0" y="0"/>
                  </a:lnTo>
                  <a:lnTo>
                    <a:pt x="0" y="0"/>
                  </a:lnTo>
                  <a:lnTo>
                    <a:pt x="0" y="0"/>
                  </a:lnTo>
                  <a:lnTo>
                    <a:pt x="0" y="0"/>
                  </a:lnTo>
                  <a:lnTo>
                    <a:pt x="0" y="0"/>
                  </a:lnTo>
                  <a:lnTo>
                    <a:pt x="0" y="0"/>
                  </a:lnTo>
                </a:path>
              </a:pathLst>
            </a:custGeom>
            <a:solidFill>
              <a:srgbClr val="000000"/>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781" name=""/>
            <p:cNvSpPr/>
            <p:nvPr/>
          </p:nvSpPr>
          <p:spPr>
            <a:xfrm>
              <a:off x="6524640" y="3625920"/>
              <a:ext cx="3240" cy="4680"/>
            </a:xfrm>
            <a:custGeom>
              <a:avLst/>
              <a:gdLst/>
              <a:ahLst/>
              <a:rect l="l" t="t" r="r" b="b"/>
              <a:pathLst>
                <a:path w="2" h="3">
                  <a:moveTo>
                    <a:pt x="0" y="0"/>
                  </a:moveTo>
                  <a:lnTo>
                    <a:pt x="1" y="0"/>
                  </a:lnTo>
                  <a:lnTo>
                    <a:pt x="1" y="0"/>
                  </a:lnTo>
                  <a:lnTo>
                    <a:pt x="1" y="0"/>
                  </a:lnTo>
                  <a:lnTo>
                    <a:pt x="0" y="2"/>
                  </a:lnTo>
                  <a:lnTo>
                    <a:pt x="0" y="0"/>
                  </a:lnTo>
                  <a:lnTo>
                    <a:pt x="0" y="0"/>
                  </a:lnTo>
                  <a:lnTo>
                    <a:pt x="0" y="0"/>
                  </a:lnTo>
                  <a:lnTo>
                    <a:pt x="0" y="0"/>
                  </a:lnTo>
                  <a:lnTo>
                    <a:pt x="0" y="0"/>
                  </a:lnTo>
                </a:path>
              </a:pathLst>
            </a:custGeom>
            <a:solidFill>
              <a:srgbClr val="ffe0f5"/>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782" name=""/>
            <p:cNvSpPr/>
            <p:nvPr/>
          </p:nvSpPr>
          <p:spPr>
            <a:xfrm>
              <a:off x="6583320" y="3575160"/>
              <a:ext cx="38160" cy="66600"/>
            </a:xfrm>
            <a:custGeom>
              <a:avLst/>
              <a:gdLst/>
              <a:ahLst/>
              <a:rect l="l" t="t" r="r" b="b"/>
              <a:pathLst>
                <a:path w="24" h="42">
                  <a:moveTo>
                    <a:pt x="2" y="20"/>
                  </a:moveTo>
                  <a:lnTo>
                    <a:pt x="2" y="18"/>
                  </a:lnTo>
                  <a:lnTo>
                    <a:pt x="2" y="16"/>
                  </a:lnTo>
                  <a:lnTo>
                    <a:pt x="2" y="15"/>
                  </a:lnTo>
                  <a:lnTo>
                    <a:pt x="2" y="15"/>
                  </a:lnTo>
                  <a:lnTo>
                    <a:pt x="2" y="14"/>
                  </a:lnTo>
                  <a:lnTo>
                    <a:pt x="2" y="14"/>
                  </a:lnTo>
                  <a:lnTo>
                    <a:pt x="2" y="14"/>
                  </a:lnTo>
                  <a:lnTo>
                    <a:pt x="2" y="14"/>
                  </a:lnTo>
                  <a:lnTo>
                    <a:pt x="2" y="13"/>
                  </a:lnTo>
                  <a:lnTo>
                    <a:pt x="2" y="13"/>
                  </a:lnTo>
                  <a:lnTo>
                    <a:pt x="2" y="11"/>
                  </a:lnTo>
                  <a:lnTo>
                    <a:pt x="2" y="11"/>
                  </a:lnTo>
                  <a:lnTo>
                    <a:pt x="2" y="11"/>
                  </a:lnTo>
                  <a:lnTo>
                    <a:pt x="2" y="10"/>
                  </a:lnTo>
                  <a:lnTo>
                    <a:pt x="2" y="9"/>
                  </a:lnTo>
                  <a:lnTo>
                    <a:pt x="0" y="7"/>
                  </a:lnTo>
                  <a:lnTo>
                    <a:pt x="0" y="7"/>
                  </a:lnTo>
                  <a:lnTo>
                    <a:pt x="0" y="7"/>
                  </a:lnTo>
                  <a:lnTo>
                    <a:pt x="0" y="6"/>
                  </a:lnTo>
                  <a:lnTo>
                    <a:pt x="0" y="6"/>
                  </a:lnTo>
                  <a:lnTo>
                    <a:pt x="0" y="6"/>
                  </a:lnTo>
                  <a:lnTo>
                    <a:pt x="0" y="7"/>
                  </a:lnTo>
                  <a:lnTo>
                    <a:pt x="2" y="7"/>
                  </a:lnTo>
                  <a:lnTo>
                    <a:pt x="2" y="7"/>
                  </a:lnTo>
                  <a:lnTo>
                    <a:pt x="2" y="9"/>
                  </a:lnTo>
                  <a:lnTo>
                    <a:pt x="2" y="9"/>
                  </a:lnTo>
                  <a:lnTo>
                    <a:pt x="2" y="10"/>
                  </a:lnTo>
                  <a:lnTo>
                    <a:pt x="2" y="11"/>
                  </a:lnTo>
                  <a:lnTo>
                    <a:pt x="3" y="11"/>
                  </a:lnTo>
                  <a:lnTo>
                    <a:pt x="5" y="13"/>
                  </a:lnTo>
                  <a:lnTo>
                    <a:pt x="6" y="13"/>
                  </a:lnTo>
                  <a:lnTo>
                    <a:pt x="6" y="13"/>
                  </a:lnTo>
                  <a:lnTo>
                    <a:pt x="6" y="13"/>
                  </a:lnTo>
                  <a:lnTo>
                    <a:pt x="6" y="13"/>
                  </a:lnTo>
                  <a:lnTo>
                    <a:pt x="6" y="13"/>
                  </a:lnTo>
                  <a:lnTo>
                    <a:pt x="9" y="11"/>
                  </a:lnTo>
                  <a:lnTo>
                    <a:pt x="9" y="11"/>
                  </a:lnTo>
                  <a:lnTo>
                    <a:pt x="11" y="9"/>
                  </a:lnTo>
                  <a:lnTo>
                    <a:pt x="11" y="6"/>
                  </a:lnTo>
                  <a:lnTo>
                    <a:pt x="11" y="4"/>
                  </a:lnTo>
                  <a:lnTo>
                    <a:pt x="9" y="1"/>
                  </a:lnTo>
                  <a:lnTo>
                    <a:pt x="9" y="1"/>
                  </a:lnTo>
                  <a:lnTo>
                    <a:pt x="11" y="1"/>
                  </a:lnTo>
                  <a:lnTo>
                    <a:pt x="11" y="0"/>
                  </a:lnTo>
                  <a:lnTo>
                    <a:pt x="11" y="1"/>
                  </a:lnTo>
                  <a:lnTo>
                    <a:pt x="11" y="1"/>
                  </a:lnTo>
                  <a:lnTo>
                    <a:pt x="11" y="4"/>
                  </a:lnTo>
                  <a:lnTo>
                    <a:pt x="11" y="6"/>
                  </a:lnTo>
                  <a:lnTo>
                    <a:pt x="11" y="7"/>
                  </a:lnTo>
                  <a:lnTo>
                    <a:pt x="12" y="9"/>
                  </a:lnTo>
                  <a:lnTo>
                    <a:pt x="12" y="10"/>
                  </a:lnTo>
                  <a:lnTo>
                    <a:pt x="12" y="11"/>
                  </a:lnTo>
                  <a:lnTo>
                    <a:pt x="12" y="13"/>
                  </a:lnTo>
                  <a:lnTo>
                    <a:pt x="12" y="13"/>
                  </a:lnTo>
                  <a:lnTo>
                    <a:pt x="12" y="14"/>
                  </a:lnTo>
                  <a:lnTo>
                    <a:pt x="12" y="14"/>
                  </a:lnTo>
                  <a:lnTo>
                    <a:pt x="12" y="15"/>
                  </a:lnTo>
                  <a:lnTo>
                    <a:pt x="15" y="15"/>
                  </a:lnTo>
                  <a:lnTo>
                    <a:pt x="18" y="18"/>
                  </a:lnTo>
                  <a:lnTo>
                    <a:pt x="20" y="21"/>
                  </a:lnTo>
                  <a:lnTo>
                    <a:pt x="20" y="25"/>
                  </a:lnTo>
                  <a:lnTo>
                    <a:pt x="20" y="27"/>
                  </a:lnTo>
                  <a:lnTo>
                    <a:pt x="20" y="28"/>
                  </a:lnTo>
                  <a:lnTo>
                    <a:pt x="20" y="28"/>
                  </a:lnTo>
                  <a:lnTo>
                    <a:pt x="20" y="30"/>
                  </a:lnTo>
                  <a:lnTo>
                    <a:pt x="20" y="32"/>
                  </a:lnTo>
                  <a:lnTo>
                    <a:pt x="20" y="32"/>
                  </a:lnTo>
                  <a:lnTo>
                    <a:pt x="20" y="32"/>
                  </a:lnTo>
                  <a:lnTo>
                    <a:pt x="20" y="34"/>
                  </a:lnTo>
                  <a:lnTo>
                    <a:pt x="20" y="34"/>
                  </a:lnTo>
                  <a:lnTo>
                    <a:pt x="20" y="34"/>
                  </a:lnTo>
                  <a:lnTo>
                    <a:pt x="20" y="34"/>
                  </a:lnTo>
                  <a:lnTo>
                    <a:pt x="22" y="37"/>
                  </a:lnTo>
                  <a:lnTo>
                    <a:pt x="22" y="37"/>
                  </a:lnTo>
                  <a:lnTo>
                    <a:pt x="22" y="37"/>
                  </a:lnTo>
                  <a:lnTo>
                    <a:pt x="22" y="38"/>
                  </a:lnTo>
                  <a:lnTo>
                    <a:pt x="23" y="39"/>
                  </a:lnTo>
                  <a:lnTo>
                    <a:pt x="23" y="41"/>
                  </a:lnTo>
                  <a:lnTo>
                    <a:pt x="23" y="41"/>
                  </a:lnTo>
                  <a:lnTo>
                    <a:pt x="23" y="41"/>
                  </a:lnTo>
                  <a:lnTo>
                    <a:pt x="23" y="41"/>
                  </a:lnTo>
                  <a:lnTo>
                    <a:pt x="22" y="41"/>
                  </a:lnTo>
                  <a:lnTo>
                    <a:pt x="22" y="39"/>
                  </a:lnTo>
                  <a:lnTo>
                    <a:pt x="20" y="38"/>
                  </a:lnTo>
                  <a:lnTo>
                    <a:pt x="20" y="37"/>
                  </a:lnTo>
                  <a:lnTo>
                    <a:pt x="20" y="37"/>
                  </a:lnTo>
                  <a:lnTo>
                    <a:pt x="20" y="34"/>
                  </a:lnTo>
                  <a:lnTo>
                    <a:pt x="20" y="34"/>
                  </a:lnTo>
                  <a:lnTo>
                    <a:pt x="20" y="34"/>
                  </a:lnTo>
                  <a:lnTo>
                    <a:pt x="20" y="34"/>
                  </a:lnTo>
                  <a:lnTo>
                    <a:pt x="20" y="34"/>
                  </a:lnTo>
                  <a:lnTo>
                    <a:pt x="20" y="32"/>
                  </a:lnTo>
                  <a:lnTo>
                    <a:pt x="18" y="32"/>
                  </a:lnTo>
                  <a:lnTo>
                    <a:pt x="18" y="32"/>
                  </a:lnTo>
                  <a:lnTo>
                    <a:pt x="15" y="32"/>
                  </a:lnTo>
                  <a:lnTo>
                    <a:pt x="15" y="30"/>
                  </a:lnTo>
                  <a:lnTo>
                    <a:pt x="15" y="32"/>
                  </a:lnTo>
                  <a:lnTo>
                    <a:pt x="12" y="32"/>
                  </a:lnTo>
                  <a:lnTo>
                    <a:pt x="12" y="32"/>
                  </a:lnTo>
                  <a:lnTo>
                    <a:pt x="12" y="32"/>
                  </a:lnTo>
                  <a:lnTo>
                    <a:pt x="12" y="32"/>
                  </a:lnTo>
                  <a:lnTo>
                    <a:pt x="15" y="34"/>
                  </a:lnTo>
                  <a:lnTo>
                    <a:pt x="15" y="37"/>
                  </a:lnTo>
                  <a:lnTo>
                    <a:pt x="15" y="38"/>
                  </a:lnTo>
                  <a:lnTo>
                    <a:pt x="15" y="40"/>
                  </a:lnTo>
                  <a:lnTo>
                    <a:pt x="15" y="41"/>
                  </a:lnTo>
                  <a:lnTo>
                    <a:pt x="15" y="41"/>
                  </a:lnTo>
                  <a:lnTo>
                    <a:pt x="15" y="41"/>
                  </a:lnTo>
                  <a:lnTo>
                    <a:pt x="15" y="41"/>
                  </a:lnTo>
                  <a:lnTo>
                    <a:pt x="15" y="41"/>
                  </a:lnTo>
                  <a:lnTo>
                    <a:pt x="12" y="40"/>
                  </a:lnTo>
                  <a:lnTo>
                    <a:pt x="12" y="38"/>
                  </a:lnTo>
                  <a:lnTo>
                    <a:pt x="12" y="37"/>
                  </a:lnTo>
                  <a:lnTo>
                    <a:pt x="12" y="37"/>
                  </a:lnTo>
                  <a:lnTo>
                    <a:pt x="12" y="37"/>
                  </a:lnTo>
                  <a:lnTo>
                    <a:pt x="12" y="34"/>
                  </a:lnTo>
                  <a:lnTo>
                    <a:pt x="12" y="34"/>
                  </a:lnTo>
                  <a:lnTo>
                    <a:pt x="12" y="34"/>
                  </a:lnTo>
                  <a:lnTo>
                    <a:pt x="11" y="34"/>
                  </a:lnTo>
                  <a:lnTo>
                    <a:pt x="11" y="34"/>
                  </a:lnTo>
                  <a:lnTo>
                    <a:pt x="11" y="32"/>
                  </a:lnTo>
                  <a:lnTo>
                    <a:pt x="11" y="32"/>
                  </a:lnTo>
                  <a:lnTo>
                    <a:pt x="6" y="32"/>
                  </a:lnTo>
                  <a:lnTo>
                    <a:pt x="6" y="32"/>
                  </a:lnTo>
                  <a:lnTo>
                    <a:pt x="6" y="32"/>
                  </a:lnTo>
                  <a:lnTo>
                    <a:pt x="6" y="32"/>
                  </a:lnTo>
                  <a:lnTo>
                    <a:pt x="6" y="32"/>
                  </a:lnTo>
                  <a:lnTo>
                    <a:pt x="6" y="32"/>
                  </a:lnTo>
                  <a:lnTo>
                    <a:pt x="6" y="32"/>
                  </a:lnTo>
                  <a:lnTo>
                    <a:pt x="5" y="32"/>
                  </a:lnTo>
                  <a:lnTo>
                    <a:pt x="5" y="34"/>
                  </a:lnTo>
                  <a:lnTo>
                    <a:pt x="5" y="37"/>
                  </a:lnTo>
                  <a:lnTo>
                    <a:pt x="5" y="38"/>
                  </a:lnTo>
                  <a:lnTo>
                    <a:pt x="5" y="41"/>
                  </a:lnTo>
                  <a:lnTo>
                    <a:pt x="3" y="41"/>
                  </a:lnTo>
                  <a:lnTo>
                    <a:pt x="2" y="41"/>
                  </a:lnTo>
                  <a:lnTo>
                    <a:pt x="2" y="41"/>
                  </a:lnTo>
                  <a:lnTo>
                    <a:pt x="2" y="40"/>
                  </a:lnTo>
                  <a:lnTo>
                    <a:pt x="3" y="37"/>
                  </a:lnTo>
                  <a:lnTo>
                    <a:pt x="2" y="34"/>
                  </a:lnTo>
                  <a:lnTo>
                    <a:pt x="2" y="32"/>
                  </a:lnTo>
                  <a:lnTo>
                    <a:pt x="2" y="32"/>
                  </a:lnTo>
                  <a:lnTo>
                    <a:pt x="2" y="28"/>
                  </a:lnTo>
                  <a:lnTo>
                    <a:pt x="2" y="28"/>
                  </a:lnTo>
                  <a:lnTo>
                    <a:pt x="2" y="28"/>
                  </a:lnTo>
                  <a:lnTo>
                    <a:pt x="2" y="28"/>
                  </a:lnTo>
                  <a:lnTo>
                    <a:pt x="2" y="30"/>
                  </a:lnTo>
                  <a:lnTo>
                    <a:pt x="0" y="30"/>
                  </a:lnTo>
                  <a:lnTo>
                    <a:pt x="0" y="30"/>
                  </a:lnTo>
                  <a:lnTo>
                    <a:pt x="0" y="28"/>
                  </a:lnTo>
                  <a:lnTo>
                    <a:pt x="2" y="28"/>
                  </a:lnTo>
                  <a:lnTo>
                    <a:pt x="2" y="27"/>
                  </a:lnTo>
                  <a:lnTo>
                    <a:pt x="2" y="27"/>
                  </a:lnTo>
                  <a:lnTo>
                    <a:pt x="2" y="25"/>
                  </a:lnTo>
                  <a:lnTo>
                    <a:pt x="2" y="22"/>
                  </a:lnTo>
                  <a:lnTo>
                    <a:pt x="2" y="22"/>
                  </a:lnTo>
                  <a:lnTo>
                    <a:pt x="2" y="20"/>
                  </a:lnTo>
                  <a:lnTo>
                    <a:pt x="2" y="2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783" name=""/>
            <p:cNvSpPr/>
            <p:nvPr/>
          </p:nvSpPr>
          <p:spPr>
            <a:xfrm>
              <a:off x="6586560" y="3591000"/>
              <a:ext cx="98280" cy="36360"/>
            </a:xfrm>
            <a:custGeom>
              <a:avLst/>
              <a:gdLst/>
              <a:ahLst/>
              <a:rect l="l" t="t" r="r" b="b"/>
              <a:pathLst>
                <a:path w="62" h="23">
                  <a:moveTo>
                    <a:pt x="0" y="18"/>
                  </a:moveTo>
                  <a:lnTo>
                    <a:pt x="0" y="18"/>
                  </a:lnTo>
                  <a:lnTo>
                    <a:pt x="0" y="18"/>
                  </a:lnTo>
                  <a:lnTo>
                    <a:pt x="0" y="15"/>
                  </a:lnTo>
                  <a:lnTo>
                    <a:pt x="0" y="12"/>
                  </a:lnTo>
                  <a:lnTo>
                    <a:pt x="0" y="11"/>
                  </a:lnTo>
                  <a:lnTo>
                    <a:pt x="0" y="8"/>
                  </a:lnTo>
                  <a:lnTo>
                    <a:pt x="0" y="7"/>
                  </a:lnTo>
                  <a:lnTo>
                    <a:pt x="1" y="5"/>
                  </a:lnTo>
                  <a:lnTo>
                    <a:pt x="4" y="5"/>
                  </a:lnTo>
                  <a:lnTo>
                    <a:pt x="4" y="4"/>
                  </a:lnTo>
                  <a:lnTo>
                    <a:pt x="7" y="4"/>
                  </a:lnTo>
                  <a:lnTo>
                    <a:pt x="9" y="4"/>
                  </a:lnTo>
                  <a:lnTo>
                    <a:pt x="10" y="3"/>
                  </a:lnTo>
                  <a:lnTo>
                    <a:pt x="10" y="3"/>
                  </a:lnTo>
                  <a:lnTo>
                    <a:pt x="13" y="3"/>
                  </a:lnTo>
                  <a:lnTo>
                    <a:pt x="18" y="3"/>
                  </a:lnTo>
                  <a:lnTo>
                    <a:pt x="18" y="3"/>
                  </a:lnTo>
                  <a:lnTo>
                    <a:pt x="18" y="3"/>
                  </a:lnTo>
                  <a:lnTo>
                    <a:pt x="18" y="3"/>
                  </a:lnTo>
                  <a:lnTo>
                    <a:pt x="18" y="3"/>
                  </a:lnTo>
                  <a:lnTo>
                    <a:pt x="18" y="3"/>
                  </a:lnTo>
                  <a:lnTo>
                    <a:pt x="20" y="3"/>
                  </a:lnTo>
                  <a:lnTo>
                    <a:pt x="22" y="1"/>
                  </a:lnTo>
                  <a:lnTo>
                    <a:pt x="24" y="1"/>
                  </a:lnTo>
                  <a:lnTo>
                    <a:pt x="25" y="1"/>
                  </a:lnTo>
                  <a:lnTo>
                    <a:pt x="29" y="1"/>
                  </a:lnTo>
                  <a:lnTo>
                    <a:pt x="29" y="1"/>
                  </a:lnTo>
                  <a:lnTo>
                    <a:pt x="31" y="1"/>
                  </a:lnTo>
                  <a:lnTo>
                    <a:pt x="31" y="0"/>
                  </a:lnTo>
                  <a:lnTo>
                    <a:pt x="31" y="0"/>
                  </a:lnTo>
                  <a:lnTo>
                    <a:pt x="33" y="0"/>
                  </a:lnTo>
                  <a:lnTo>
                    <a:pt x="38" y="1"/>
                  </a:lnTo>
                  <a:lnTo>
                    <a:pt x="38" y="1"/>
                  </a:lnTo>
                  <a:lnTo>
                    <a:pt x="40" y="1"/>
                  </a:lnTo>
                  <a:lnTo>
                    <a:pt x="40" y="1"/>
                  </a:lnTo>
                  <a:lnTo>
                    <a:pt x="40" y="1"/>
                  </a:lnTo>
                  <a:lnTo>
                    <a:pt x="44" y="1"/>
                  </a:lnTo>
                  <a:lnTo>
                    <a:pt x="44" y="1"/>
                  </a:lnTo>
                  <a:lnTo>
                    <a:pt x="44" y="3"/>
                  </a:lnTo>
                  <a:lnTo>
                    <a:pt x="47" y="3"/>
                  </a:lnTo>
                  <a:lnTo>
                    <a:pt x="49" y="3"/>
                  </a:lnTo>
                  <a:lnTo>
                    <a:pt x="49" y="3"/>
                  </a:lnTo>
                  <a:lnTo>
                    <a:pt x="53" y="3"/>
                  </a:lnTo>
                  <a:lnTo>
                    <a:pt x="54" y="3"/>
                  </a:lnTo>
                  <a:lnTo>
                    <a:pt x="54" y="3"/>
                  </a:lnTo>
                  <a:lnTo>
                    <a:pt x="56" y="3"/>
                  </a:lnTo>
                  <a:lnTo>
                    <a:pt x="56" y="3"/>
                  </a:lnTo>
                  <a:lnTo>
                    <a:pt x="56" y="3"/>
                  </a:lnTo>
                  <a:lnTo>
                    <a:pt x="61" y="3"/>
                  </a:lnTo>
                  <a:lnTo>
                    <a:pt x="61" y="3"/>
                  </a:lnTo>
                  <a:lnTo>
                    <a:pt x="61" y="4"/>
                  </a:lnTo>
                  <a:lnTo>
                    <a:pt x="61" y="4"/>
                  </a:lnTo>
                  <a:lnTo>
                    <a:pt x="61" y="5"/>
                  </a:lnTo>
                  <a:lnTo>
                    <a:pt x="61" y="5"/>
                  </a:lnTo>
                  <a:lnTo>
                    <a:pt x="61" y="6"/>
                  </a:lnTo>
                  <a:lnTo>
                    <a:pt x="61" y="8"/>
                  </a:lnTo>
                  <a:lnTo>
                    <a:pt x="61" y="8"/>
                  </a:lnTo>
                  <a:lnTo>
                    <a:pt x="57" y="10"/>
                  </a:lnTo>
                  <a:lnTo>
                    <a:pt x="56" y="11"/>
                  </a:lnTo>
                  <a:lnTo>
                    <a:pt x="56" y="11"/>
                  </a:lnTo>
                  <a:lnTo>
                    <a:pt x="55" y="15"/>
                  </a:lnTo>
                  <a:lnTo>
                    <a:pt x="54" y="17"/>
                  </a:lnTo>
                  <a:lnTo>
                    <a:pt x="54" y="18"/>
                  </a:lnTo>
                  <a:lnTo>
                    <a:pt x="49" y="18"/>
                  </a:lnTo>
                  <a:lnTo>
                    <a:pt x="49" y="20"/>
                  </a:lnTo>
                  <a:lnTo>
                    <a:pt x="44" y="22"/>
                  </a:lnTo>
                  <a:lnTo>
                    <a:pt x="44" y="22"/>
                  </a:lnTo>
                  <a:lnTo>
                    <a:pt x="40" y="22"/>
                  </a:lnTo>
                  <a:lnTo>
                    <a:pt x="38" y="22"/>
                  </a:lnTo>
                  <a:lnTo>
                    <a:pt x="31" y="22"/>
                  </a:lnTo>
                  <a:lnTo>
                    <a:pt x="31" y="22"/>
                  </a:lnTo>
                  <a:lnTo>
                    <a:pt x="27" y="22"/>
                  </a:lnTo>
                  <a:lnTo>
                    <a:pt x="25" y="22"/>
                  </a:lnTo>
                  <a:lnTo>
                    <a:pt x="24" y="22"/>
                  </a:lnTo>
                  <a:lnTo>
                    <a:pt x="22" y="22"/>
                  </a:lnTo>
                  <a:lnTo>
                    <a:pt x="20" y="20"/>
                  </a:lnTo>
                  <a:lnTo>
                    <a:pt x="18" y="20"/>
                  </a:lnTo>
                  <a:lnTo>
                    <a:pt x="18" y="18"/>
                  </a:lnTo>
                  <a:lnTo>
                    <a:pt x="16" y="18"/>
                  </a:lnTo>
                  <a:lnTo>
                    <a:pt x="13" y="18"/>
                  </a:lnTo>
                  <a:lnTo>
                    <a:pt x="10" y="18"/>
                  </a:lnTo>
                  <a:lnTo>
                    <a:pt x="10" y="20"/>
                  </a:lnTo>
                  <a:lnTo>
                    <a:pt x="10" y="22"/>
                  </a:lnTo>
                  <a:lnTo>
                    <a:pt x="9" y="22"/>
                  </a:lnTo>
                  <a:lnTo>
                    <a:pt x="7" y="22"/>
                  </a:lnTo>
                  <a:lnTo>
                    <a:pt x="4" y="22"/>
                  </a:lnTo>
                  <a:lnTo>
                    <a:pt x="3" y="22"/>
                  </a:lnTo>
                  <a:lnTo>
                    <a:pt x="0" y="18"/>
                  </a:lnTo>
                  <a:lnTo>
                    <a:pt x="0" y="18"/>
                  </a:lnTo>
                </a:path>
              </a:pathLst>
            </a:custGeom>
            <a:solidFill>
              <a:srgbClr val="82c168"/>
            </a:solidFill>
            <a:ln w="9360">
              <a:solidFill>
                <a:srgbClr val="000000"/>
              </a:solidFill>
              <a:round/>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2784" name=""/>
            <p:cNvSpPr/>
            <p:nvPr/>
          </p:nvSpPr>
          <p:spPr>
            <a:xfrm>
              <a:off x="6611760" y="3597120"/>
              <a:ext cx="73080" cy="30240"/>
            </a:xfrm>
            <a:custGeom>
              <a:avLst/>
              <a:gdLst/>
              <a:ahLst/>
              <a:rect l="l" t="t" r="r" b="b"/>
              <a:pathLst>
                <a:path w="46" h="19">
                  <a:moveTo>
                    <a:pt x="0" y="14"/>
                  </a:moveTo>
                  <a:lnTo>
                    <a:pt x="0" y="14"/>
                  </a:lnTo>
                  <a:lnTo>
                    <a:pt x="2" y="14"/>
                  </a:lnTo>
                  <a:lnTo>
                    <a:pt x="2" y="14"/>
                  </a:lnTo>
                  <a:lnTo>
                    <a:pt x="2" y="14"/>
                  </a:lnTo>
                  <a:lnTo>
                    <a:pt x="2" y="13"/>
                  </a:lnTo>
                  <a:lnTo>
                    <a:pt x="2" y="13"/>
                  </a:lnTo>
                  <a:lnTo>
                    <a:pt x="4" y="11"/>
                  </a:lnTo>
                  <a:lnTo>
                    <a:pt x="6" y="8"/>
                  </a:lnTo>
                  <a:lnTo>
                    <a:pt x="8" y="7"/>
                  </a:lnTo>
                  <a:lnTo>
                    <a:pt x="9" y="7"/>
                  </a:lnTo>
                  <a:lnTo>
                    <a:pt x="13" y="6"/>
                  </a:lnTo>
                  <a:lnTo>
                    <a:pt x="13" y="4"/>
                  </a:lnTo>
                  <a:lnTo>
                    <a:pt x="15" y="4"/>
                  </a:lnTo>
                  <a:lnTo>
                    <a:pt x="15" y="4"/>
                  </a:lnTo>
                  <a:lnTo>
                    <a:pt x="15" y="2"/>
                  </a:lnTo>
                  <a:lnTo>
                    <a:pt x="22" y="1"/>
                  </a:lnTo>
                  <a:lnTo>
                    <a:pt x="22" y="1"/>
                  </a:lnTo>
                  <a:lnTo>
                    <a:pt x="24" y="1"/>
                  </a:lnTo>
                  <a:lnTo>
                    <a:pt x="24" y="1"/>
                  </a:lnTo>
                  <a:lnTo>
                    <a:pt x="28" y="1"/>
                  </a:lnTo>
                  <a:lnTo>
                    <a:pt x="28" y="1"/>
                  </a:lnTo>
                  <a:lnTo>
                    <a:pt x="28" y="1"/>
                  </a:lnTo>
                  <a:lnTo>
                    <a:pt x="31" y="1"/>
                  </a:lnTo>
                  <a:lnTo>
                    <a:pt x="33" y="1"/>
                  </a:lnTo>
                  <a:lnTo>
                    <a:pt x="33" y="1"/>
                  </a:lnTo>
                  <a:lnTo>
                    <a:pt x="33" y="0"/>
                  </a:lnTo>
                  <a:lnTo>
                    <a:pt x="38" y="0"/>
                  </a:lnTo>
                  <a:lnTo>
                    <a:pt x="38" y="0"/>
                  </a:lnTo>
                  <a:lnTo>
                    <a:pt x="38" y="0"/>
                  </a:lnTo>
                  <a:lnTo>
                    <a:pt x="38" y="0"/>
                  </a:lnTo>
                  <a:lnTo>
                    <a:pt x="39" y="0"/>
                  </a:lnTo>
                  <a:lnTo>
                    <a:pt x="40" y="0"/>
                  </a:lnTo>
                  <a:lnTo>
                    <a:pt x="40" y="0"/>
                  </a:lnTo>
                  <a:lnTo>
                    <a:pt x="40" y="0"/>
                  </a:lnTo>
                  <a:lnTo>
                    <a:pt x="40" y="0"/>
                  </a:lnTo>
                  <a:lnTo>
                    <a:pt x="43" y="0"/>
                  </a:lnTo>
                  <a:lnTo>
                    <a:pt x="45" y="0"/>
                  </a:lnTo>
                  <a:lnTo>
                    <a:pt x="45" y="0"/>
                  </a:lnTo>
                  <a:lnTo>
                    <a:pt x="45" y="1"/>
                  </a:lnTo>
                  <a:lnTo>
                    <a:pt x="45" y="1"/>
                  </a:lnTo>
                  <a:lnTo>
                    <a:pt x="45" y="1"/>
                  </a:lnTo>
                  <a:lnTo>
                    <a:pt x="43" y="3"/>
                  </a:lnTo>
                  <a:lnTo>
                    <a:pt x="41" y="4"/>
                  </a:lnTo>
                  <a:lnTo>
                    <a:pt x="40" y="6"/>
                  </a:lnTo>
                  <a:lnTo>
                    <a:pt x="40" y="7"/>
                  </a:lnTo>
                  <a:lnTo>
                    <a:pt x="40" y="7"/>
                  </a:lnTo>
                  <a:lnTo>
                    <a:pt x="39" y="8"/>
                  </a:lnTo>
                  <a:lnTo>
                    <a:pt x="38" y="11"/>
                  </a:lnTo>
                  <a:lnTo>
                    <a:pt x="38" y="13"/>
                  </a:lnTo>
                  <a:lnTo>
                    <a:pt x="37" y="14"/>
                  </a:lnTo>
                  <a:lnTo>
                    <a:pt x="33" y="14"/>
                  </a:lnTo>
                  <a:lnTo>
                    <a:pt x="33" y="14"/>
                  </a:lnTo>
                  <a:lnTo>
                    <a:pt x="31" y="15"/>
                  </a:lnTo>
                  <a:lnTo>
                    <a:pt x="28" y="16"/>
                  </a:lnTo>
                  <a:lnTo>
                    <a:pt x="28" y="18"/>
                  </a:lnTo>
                  <a:lnTo>
                    <a:pt x="24" y="18"/>
                  </a:lnTo>
                  <a:lnTo>
                    <a:pt x="24" y="18"/>
                  </a:lnTo>
                  <a:lnTo>
                    <a:pt x="24" y="18"/>
                  </a:lnTo>
                  <a:lnTo>
                    <a:pt x="24" y="18"/>
                  </a:lnTo>
                  <a:lnTo>
                    <a:pt x="22" y="18"/>
                  </a:lnTo>
                  <a:lnTo>
                    <a:pt x="15" y="18"/>
                  </a:lnTo>
                  <a:lnTo>
                    <a:pt x="15" y="18"/>
                  </a:lnTo>
                  <a:lnTo>
                    <a:pt x="13" y="18"/>
                  </a:lnTo>
                  <a:lnTo>
                    <a:pt x="8" y="18"/>
                  </a:lnTo>
                  <a:lnTo>
                    <a:pt x="6" y="16"/>
                  </a:lnTo>
                  <a:lnTo>
                    <a:pt x="4" y="15"/>
                  </a:lnTo>
                  <a:lnTo>
                    <a:pt x="2" y="14"/>
                  </a:lnTo>
                  <a:lnTo>
                    <a:pt x="2" y="14"/>
                  </a:lnTo>
                  <a:lnTo>
                    <a:pt x="2" y="14"/>
                  </a:lnTo>
                  <a:lnTo>
                    <a:pt x="2" y="14"/>
                  </a:lnTo>
                  <a:lnTo>
                    <a:pt x="0" y="14"/>
                  </a:lnTo>
                  <a:lnTo>
                    <a:pt x="0" y="14"/>
                  </a:lnTo>
                  <a:lnTo>
                    <a:pt x="0" y="14"/>
                  </a:lnTo>
                </a:path>
              </a:pathLst>
            </a:custGeom>
            <a:solidFill>
              <a:srgbClr val="82c168"/>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2785" name=""/>
            <p:cNvSpPr/>
            <p:nvPr/>
          </p:nvSpPr>
          <p:spPr>
            <a:xfrm>
              <a:off x="6611760" y="3597120"/>
              <a:ext cx="73080" cy="25560"/>
            </a:xfrm>
            <a:custGeom>
              <a:avLst/>
              <a:gdLst/>
              <a:ahLst/>
              <a:rect l="l" t="t" r="r" b="b"/>
              <a:pathLst>
                <a:path w="46" h="16">
                  <a:moveTo>
                    <a:pt x="45" y="1"/>
                  </a:moveTo>
                  <a:lnTo>
                    <a:pt x="45" y="0"/>
                  </a:lnTo>
                  <a:lnTo>
                    <a:pt x="45" y="0"/>
                  </a:lnTo>
                  <a:lnTo>
                    <a:pt x="45" y="0"/>
                  </a:lnTo>
                  <a:lnTo>
                    <a:pt x="40" y="0"/>
                  </a:lnTo>
                  <a:lnTo>
                    <a:pt x="40" y="0"/>
                  </a:lnTo>
                  <a:lnTo>
                    <a:pt x="40" y="0"/>
                  </a:lnTo>
                  <a:lnTo>
                    <a:pt x="38" y="0"/>
                  </a:lnTo>
                  <a:lnTo>
                    <a:pt x="38" y="0"/>
                  </a:lnTo>
                  <a:lnTo>
                    <a:pt x="37" y="0"/>
                  </a:lnTo>
                  <a:lnTo>
                    <a:pt x="33" y="1"/>
                  </a:lnTo>
                  <a:lnTo>
                    <a:pt x="33" y="1"/>
                  </a:lnTo>
                  <a:lnTo>
                    <a:pt x="28" y="1"/>
                  </a:lnTo>
                  <a:lnTo>
                    <a:pt x="28" y="1"/>
                  </a:lnTo>
                  <a:lnTo>
                    <a:pt x="24" y="1"/>
                  </a:lnTo>
                  <a:lnTo>
                    <a:pt x="24" y="1"/>
                  </a:lnTo>
                  <a:lnTo>
                    <a:pt x="24" y="1"/>
                  </a:lnTo>
                  <a:lnTo>
                    <a:pt x="22" y="1"/>
                  </a:lnTo>
                  <a:lnTo>
                    <a:pt x="22" y="1"/>
                  </a:lnTo>
                  <a:lnTo>
                    <a:pt x="21" y="1"/>
                  </a:lnTo>
                  <a:lnTo>
                    <a:pt x="17" y="1"/>
                  </a:lnTo>
                  <a:lnTo>
                    <a:pt x="15" y="1"/>
                  </a:lnTo>
                  <a:lnTo>
                    <a:pt x="15" y="2"/>
                  </a:lnTo>
                  <a:lnTo>
                    <a:pt x="15" y="3"/>
                  </a:lnTo>
                  <a:lnTo>
                    <a:pt x="15" y="4"/>
                  </a:lnTo>
                  <a:lnTo>
                    <a:pt x="15" y="4"/>
                  </a:lnTo>
                  <a:lnTo>
                    <a:pt x="13" y="4"/>
                  </a:lnTo>
                  <a:lnTo>
                    <a:pt x="13" y="6"/>
                  </a:lnTo>
                  <a:lnTo>
                    <a:pt x="13" y="6"/>
                  </a:lnTo>
                  <a:lnTo>
                    <a:pt x="9" y="7"/>
                  </a:lnTo>
                  <a:lnTo>
                    <a:pt x="8" y="7"/>
                  </a:lnTo>
                  <a:lnTo>
                    <a:pt x="6" y="8"/>
                  </a:lnTo>
                  <a:lnTo>
                    <a:pt x="4" y="11"/>
                  </a:lnTo>
                  <a:lnTo>
                    <a:pt x="2" y="13"/>
                  </a:lnTo>
                  <a:lnTo>
                    <a:pt x="2" y="14"/>
                  </a:lnTo>
                  <a:lnTo>
                    <a:pt x="2" y="14"/>
                  </a:lnTo>
                  <a:lnTo>
                    <a:pt x="0" y="14"/>
                  </a:lnTo>
                  <a:lnTo>
                    <a:pt x="0" y="14"/>
                  </a:lnTo>
                  <a:lnTo>
                    <a:pt x="0" y="14"/>
                  </a:lnTo>
                  <a:lnTo>
                    <a:pt x="2" y="14"/>
                  </a:lnTo>
                  <a:lnTo>
                    <a:pt x="2" y="14"/>
                  </a:lnTo>
                  <a:lnTo>
                    <a:pt x="2" y="14"/>
                  </a:lnTo>
                  <a:lnTo>
                    <a:pt x="2" y="14"/>
                  </a:lnTo>
                  <a:lnTo>
                    <a:pt x="4" y="15"/>
                  </a:lnTo>
                  <a:lnTo>
                    <a:pt x="4" y="15"/>
                  </a:lnTo>
                  <a:lnTo>
                    <a:pt x="4" y="15"/>
                  </a:lnTo>
                  <a:lnTo>
                    <a:pt x="5" y="14"/>
                  </a:lnTo>
                  <a:lnTo>
                    <a:pt x="6" y="14"/>
                  </a:lnTo>
                  <a:lnTo>
                    <a:pt x="6" y="14"/>
                  </a:lnTo>
                  <a:lnTo>
                    <a:pt x="6" y="14"/>
                  </a:lnTo>
                  <a:lnTo>
                    <a:pt x="8" y="14"/>
                  </a:lnTo>
                  <a:lnTo>
                    <a:pt x="9" y="14"/>
                  </a:lnTo>
                  <a:lnTo>
                    <a:pt x="13" y="13"/>
                  </a:lnTo>
                  <a:lnTo>
                    <a:pt x="13" y="11"/>
                  </a:lnTo>
                  <a:lnTo>
                    <a:pt x="15" y="10"/>
                  </a:lnTo>
                  <a:lnTo>
                    <a:pt x="15" y="8"/>
                  </a:lnTo>
                  <a:lnTo>
                    <a:pt x="15" y="7"/>
                  </a:lnTo>
                  <a:lnTo>
                    <a:pt x="15" y="7"/>
                  </a:lnTo>
                  <a:lnTo>
                    <a:pt x="15" y="7"/>
                  </a:lnTo>
                  <a:lnTo>
                    <a:pt x="22" y="6"/>
                  </a:lnTo>
                  <a:lnTo>
                    <a:pt x="22" y="4"/>
                  </a:lnTo>
                  <a:lnTo>
                    <a:pt x="22" y="4"/>
                  </a:lnTo>
                  <a:lnTo>
                    <a:pt x="24" y="4"/>
                  </a:lnTo>
                  <a:lnTo>
                    <a:pt x="24" y="3"/>
                  </a:lnTo>
                  <a:lnTo>
                    <a:pt x="28" y="3"/>
                  </a:lnTo>
                  <a:lnTo>
                    <a:pt x="28" y="3"/>
                  </a:lnTo>
                  <a:lnTo>
                    <a:pt x="28" y="3"/>
                  </a:lnTo>
                  <a:lnTo>
                    <a:pt x="28" y="3"/>
                  </a:lnTo>
                  <a:lnTo>
                    <a:pt x="31" y="4"/>
                  </a:lnTo>
                  <a:lnTo>
                    <a:pt x="33" y="4"/>
                  </a:lnTo>
                  <a:lnTo>
                    <a:pt x="33" y="4"/>
                  </a:lnTo>
                  <a:lnTo>
                    <a:pt x="33" y="4"/>
                  </a:lnTo>
                  <a:lnTo>
                    <a:pt x="38" y="4"/>
                  </a:lnTo>
                  <a:lnTo>
                    <a:pt x="38" y="4"/>
                  </a:lnTo>
                  <a:lnTo>
                    <a:pt x="38" y="4"/>
                  </a:lnTo>
                  <a:lnTo>
                    <a:pt x="40" y="4"/>
                  </a:lnTo>
                  <a:lnTo>
                    <a:pt x="40" y="3"/>
                  </a:lnTo>
                  <a:lnTo>
                    <a:pt x="40" y="2"/>
                  </a:lnTo>
                  <a:lnTo>
                    <a:pt x="43" y="1"/>
                  </a:lnTo>
                  <a:lnTo>
                    <a:pt x="45" y="1"/>
                  </a:lnTo>
                  <a:lnTo>
                    <a:pt x="45" y="1"/>
                  </a:lnTo>
                  <a:lnTo>
                    <a:pt x="45" y="1"/>
                  </a:lnTo>
                </a:path>
              </a:pathLst>
            </a:custGeom>
            <a:solidFill>
              <a:srgbClr val="626200"/>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2786" name=""/>
            <p:cNvSpPr/>
            <p:nvPr/>
          </p:nvSpPr>
          <p:spPr>
            <a:xfrm>
              <a:off x="6632640" y="3592440"/>
              <a:ext cx="33120" cy="7920"/>
            </a:xfrm>
            <a:custGeom>
              <a:avLst/>
              <a:gdLst/>
              <a:ahLst/>
              <a:rect l="l" t="t" r="r" b="b"/>
              <a:pathLst>
                <a:path w="21" h="5">
                  <a:moveTo>
                    <a:pt x="20" y="3"/>
                  </a:moveTo>
                  <a:lnTo>
                    <a:pt x="20" y="3"/>
                  </a:lnTo>
                  <a:lnTo>
                    <a:pt x="20" y="3"/>
                  </a:lnTo>
                  <a:lnTo>
                    <a:pt x="20" y="3"/>
                  </a:lnTo>
                  <a:lnTo>
                    <a:pt x="20" y="3"/>
                  </a:lnTo>
                  <a:lnTo>
                    <a:pt x="19" y="3"/>
                  </a:lnTo>
                  <a:lnTo>
                    <a:pt x="15" y="3"/>
                  </a:lnTo>
                  <a:lnTo>
                    <a:pt x="15" y="3"/>
                  </a:lnTo>
                  <a:lnTo>
                    <a:pt x="15" y="3"/>
                  </a:lnTo>
                  <a:lnTo>
                    <a:pt x="14" y="3"/>
                  </a:lnTo>
                  <a:lnTo>
                    <a:pt x="11" y="3"/>
                  </a:lnTo>
                  <a:lnTo>
                    <a:pt x="11" y="3"/>
                  </a:lnTo>
                  <a:lnTo>
                    <a:pt x="11" y="3"/>
                  </a:lnTo>
                  <a:lnTo>
                    <a:pt x="9" y="3"/>
                  </a:lnTo>
                  <a:lnTo>
                    <a:pt x="9" y="3"/>
                  </a:lnTo>
                  <a:lnTo>
                    <a:pt x="8" y="3"/>
                  </a:lnTo>
                  <a:lnTo>
                    <a:pt x="2" y="3"/>
                  </a:lnTo>
                  <a:lnTo>
                    <a:pt x="2" y="3"/>
                  </a:lnTo>
                  <a:lnTo>
                    <a:pt x="2" y="3"/>
                  </a:lnTo>
                  <a:lnTo>
                    <a:pt x="2" y="4"/>
                  </a:lnTo>
                  <a:lnTo>
                    <a:pt x="2" y="4"/>
                  </a:lnTo>
                  <a:lnTo>
                    <a:pt x="2" y="4"/>
                  </a:lnTo>
                  <a:lnTo>
                    <a:pt x="1" y="4"/>
                  </a:lnTo>
                  <a:lnTo>
                    <a:pt x="0" y="4"/>
                  </a:lnTo>
                  <a:lnTo>
                    <a:pt x="1" y="4"/>
                  </a:lnTo>
                  <a:lnTo>
                    <a:pt x="2" y="3"/>
                  </a:lnTo>
                  <a:lnTo>
                    <a:pt x="2" y="3"/>
                  </a:lnTo>
                  <a:lnTo>
                    <a:pt x="2" y="3"/>
                  </a:lnTo>
                  <a:lnTo>
                    <a:pt x="2" y="2"/>
                  </a:lnTo>
                  <a:lnTo>
                    <a:pt x="2" y="2"/>
                  </a:lnTo>
                  <a:lnTo>
                    <a:pt x="8" y="2"/>
                  </a:lnTo>
                  <a:lnTo>
                    <a:pt x="9" y="2"/>
                  </a:lnTo>
                  <a:lnTo>
                    <a:pt x="9" y="0"/>
                  </a:lnTo>
                  <a:lnTo>
                    <a:pt x="11" y="2"/>
                  </a:lnTo>
                  <a:lnTo>
                    <a:pt x="11" y="2"/>
                  </a:lnTo>
                  <a:lnTo>
                    <a:pt x="15" y="2"/>
                  </a:lnTo>
                  <a:lnTo>
                    <a:pt x="15" y="2"/>
                  </a:lnTo>
                  <a:lnTo>
                    <a:pt x="17" y="2"/>
                  </a:lnTo>
                  <a:lnTo>
                    <a:pt x="20" y="3"/>
                  </a:lnTo>
                  <a:lnTo>
                    <a:pt x="20" y="3"/>
                  </a:lnTo>
                  <a:lnTo>
                    <a:pt x="20" y="3"/>
                  </a:lnTo>
                  <a:lnTo>
                    <a:pt x="20" y="3"/>
                  </a:lnTo>
                </a:path>
              </a:pathLst>
            </a:custGeom>
            <a:solidFill>
              <a:srgbClr val="82c168"/>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787" name=""/>
            <p:cNvSpPr/>
            <p:nvPr/>
          </p:nvSpPr>
          <p:spPr>
            <a:xfrm>
              <a:off x="6854760" y="4044960"/>
              <a:ext cx="95400" cy="82440"/>
            </a:xfrm>
            <a:custGeom>
              <a:avLst/>
              <a:gdLst/>
              <a:ahLst/>
              <a:rect l="l" t="t" r="r" b="b"/>
              <a:pathLst>
                <a:path w="60" h="52">
                  <a:moveTo>
                    <a:pt x="0" y="49"/>
                  </a:moveTo>
                  <a:lnTo>
                    <a:pt x="0" y="49"/>
                  </a:lnTo>
                  <a:lnTo>
                    <a:pt x="0" y="47"/>
                  </a:lnTo>
                  <a:lnTo>
                    <a:pt x="0" y="45"/>
                  </a:lnTo>
                  <a:lnTo>
                    <a:pt x="1" y="45"/>
                  </a:lnTo>
                  <a:lnTo>
                    <a:pt x="2" y="42"/>
                  </a:lnTo>
                  <a:lnTo>
                    <a:pt x="4" y="39"/>
                  </a:lnTo>
                  <a:lnTo>
                    <a:pt x="4" y="39"/>
                  </a:lnTo>
                  <a:lnTo>
                    <a:pt x="4" y="38"/>
                  </a:lnTo>
                  <a:lnTo>
                    <a:pt x="4" y="38"/>
                  </a:lnTo>
                  <a:lnTo>
                    <a:pt x="4" y="38"/>
                  </a:lnTo>
                  <a:lnTo>
                    <a:pt x="5" y="37"/>
                  </a:lnTo>
                  <a:lnTo>
                    <a:pt x="5" y="37"/>
                  </a:lnTo>
                  <a:lnTo>
                    <a:pt x="6" y="33"/>
                  </a:lnTo>
                  <a:lnTo>
                    <a:pt x="6" y="32"/>
                  </a:lnTo>
                  <a:lnTo>
                    <a:pt x="6" y="32"/>
                  </a:lnTo>
                  <a:lnTo>
                    <a:pt x="6" y="32"/>
                  </a:lnTo>
                  <a:lnTo>
                    <a:pt x="7" y="32"/>
                  </a:lnTo>
                  <a:lnTo>
                    <a:pt x="7" y="32"/>
                  </a:lnTo>
                  <a:lnTo>
                    <a:pt x="9" y="30"/>
                  </a:lnTo>
                  <a:lnTo>
                    <a:pt x="9" y="29"/>
                  </a:lnTo>
                  <a:lnTo>
                    <a:pt x="9" y="28"/>
                  </a:lnTo>
                  <a:lnTo>
                    <a:pt x="9" y="26"/>
                  </a:lnTo>
                  <a:lnTo>
                    <a:pt x="9" y="25"/>
                  </a:lnTo>
                  <a:lnTo>
                    <a:pt x="12" y="24"/>
                  </a:lnTo>
                  <a:lnTo>
                    <a:pt x="12" y="22"/>
                  </a:lnTo>
                  <a:lnTo>
                    <a:pt x="12" y="22"/>
                  </a:lnTo>
                  <a:lnTo>
                    <a:pt x="14" y="19"/>
                  </a:lnTo>
                  <a:lnTo>
                    <a:pt x="18" y="19"/>
                  </a:lnTo>
                  <a:lnTo>
                    <a:pt x="18" y="17"/>
                  </a:lnTo>
                  <a:lnTo>
                    <a:pt x="18" y="16"/>
                  </a:lnTo>
                  <a:lnTo>
                    <a:pt x="20" y="15"/>
                  </a:lnTo>
                  <a:lnTo>
                    <a:pt x="20" y="12"/>
                  </a:lnTo>
                  <a:lnTo>
                    <a:pt x="22" y="11"/>
                  </a:lnTo>
                  <a:lnTo>
                    <a:pt x="22" y="8"/>
                  </a:lnTo>
                  <a:lnTo>
                    <a:pt x="22" y="8"/>
                  </a:lnTo>
                  <a:lnTo>
                    <a:pt x="22" y="8"/>
                  </a:lnTo>
                  <a:lnTo>
                    <a:pt x="22" y="8"/>
                  </a:lnTo>
                  <a:lnTo>
                    <a:pt x="22" y="5"/>
                  </a:lnTo>
                  <a:lnTo>
                    <a:pt x="25" y="5"/>
                  </a:lnTo>
                  <a:lnTo>
                    <a:pt x="27" y="5"/>
                  </a:lnTo>
                  <a:lnTo>
                    <a:pt x="27" y="5"/>
                  </a:lnTo>
                  <a:lnTo>
                    <a:pt x="29" y="5"/>
                  </a:lnTo>
                  <a:lnTo>
                    <a:pt x="29" y="5"/>
                  </a:lnTo>
                  <a:lnTo>
                    <a:pt x="29" y="0"/>
                  </a:lnTo>
                  <a:lnTo>
                    <a:pt x="29" y="0"/>
                  </a:lnTo>
                  <a:lnTo>
                    <a:pt x="29" y="1"/>
                  </a:lnTo>
                  <a:lnTo>
                    <a:pt x="29" y="5"/>
                  </a:lnTo>
                  <a:lnTo>
                    <a:pt x="29" y="5"/>
                  </a:lnTo>
                  <a:lnTo>
                    <a:pt x="29" y="5"/>
                  </a:lnTo>
                  <a:lnTo>
                    <a:pt x="27" y="5"/>
                  </a:lnTo>
                  <a:lnTo>
                    <a:pt x="27" y="8"/>
                  </a:lnTo>
                  <a:lnTo>
                    <a:pt x="22" y="8"/>
                  </a:lnTo>
                  <a:lnTo>
                    <a:pt x="22" y="8"/>
                  </a:lnTo>
                  <a:lnTo>
                    <a:pt x="22" y="11"/>
                  </a:lnTo>
                  <a:lnTo>
                    <a:pt x="22" y="11"/>
                  </a:lnTo>
                  <a:lnTo>
                    <a:pt x="22" y="12"/>
                  </a:lnTo>
                  <a:lnTo>
                    <a:pt x="22" y="12"/>
                  </a:lnTo>
                  <a:lnTo>
                    <a:pt x="22" y="12"/>
                  </a:lnTo>
                  <a:lnTo>
                    <a:pt x="22" y="14"/>
                  </a:lnTo>
                  <a:lnTo>
                    <a:pt x="22" y="15"/>
                  </a:lnTo>
                  <a:lnTo>
                    <a:pt x="22" y="16"/>
                  </a:lnTo>
                  <a:lnTo>
                    <a:pt x="22" y="16"/>
                  </a:lnTo>
                  <a:lnTo>
                    <a:pt x="20" y="17"/>
                  </a:lnTo>
                  <a:lnTo>
                    <a:pt x="18" y="19"/>
                  </a:lnTo>
                  <a:lnTo>
                    <a:pt x="18" y="19"/>
                  </a:lnTo>
                  <a:lnTo>
                    <a:pt x="18" y="19"/>
                  </a:lnTo>
                  <a:lnTo>
                    <a:pt x="18" y="22"/>
                  </a:lnTo>
                  <a:lnTo>
                    <a:pt x="18" y="22"/>
                  </a:lnTo>
                  <a:lnTo>
                    <a:pt x="15" y="24"/>
                  </a:lnTo>
                  <a:lnTo>
                    <a:pt x="14" y="24"/>
                  </a:lnTo>
                  <a:lnTo>
                    <a:pt x="14" y="24"/>
                  </a:lnTo>
                  <a:lnTo>
                    <a:pt x="12" y="24"/>
                  </a:lnTo>
                  <a:lnTo>
                    <a:pt x="12" y="25"/>
                  </a:lnTo>
                  <a:lnTo>
                    <a:pt x="12" y="26"/>
                  </a:lnTo>
                  <a:lnTo>
                    <a:pt x="12" y="28"/>
                  </a:lnTo>
                  <a:lnTo>
                    <a:pt x="12" y="29"/>
                  </a:lnTo>
                  <a:lnTo>
                    <a:pt x="12" y="29"/>
                  </a:lnTo>
                  <a:lnTo>
                    <a:pt x="12" y="30"/>
                  </a:lnTo>
                  <a:lnTo>
                    <a:pt x="12" y="32"/>
                  </a:lnTo>
                  <a:lnTo>
                    <a:pt x="12" y="37"/>
                  </a:lnTo>
                  <a:lnTo>
                    <a:pt x="12" y="38"/>
                  </a:lnTo>
                  <a:lnTo>
                    <a:pt x="12" y="38"/>
                  </a:lnTo>
                  <a:lnTo>
                    <a:pt x="12" y="39"/>
                  </a:lnTo>
                  <a:lnTo>
                    <a:pt x="12" y="39"/>
                  </a:lnTo>
                  <a:lnTo>
                    <a:pt x="12" y="39"/>
                  </a:lnTo>
                  <a:lnTo>
                    <a:pt x="12" y="39"/>
                  </a:lnTo>
                  <a:lnTo>
                    <a:pt x="12" y="39"/>
                  </a:lnTo>
                  <a:lnTo>
                    <a:pt x="12" y="39"/>
                  </a:lnTo>
                  <a:lnTo>
                    <a:pt x="12" y="39"/>
                  </a:lnTo>
                  <a:lnTo>
                    <a:pt x="12" y="39"/>
                  </a:lnTo>
                  <a:lnTo>
                    <a:pt x="14" y="39"/>
                  </a:lnTo>
                  <a:lnTo>
                    <a:pt x="14" y="39"/>
                  </a:lnTo>
                  <a:lnTo>
                    <a:pt x="16" y="39"/>
                  </a:lnTo>
                  <a:lnTo>
                    <a:pt x="18" y="39"/>
                  </a:lnTo>
                  <a:lnTo>
                    <a:pt x="18" y="39"/>
                  </a:lnTo>
                  <a:lnTo>
                    <a:pt x="18" y="39"/>
                  </a:lnTo>
                  <a:lnTo>
                    <a:pt x="20" y="39"/>
                  </a:lnTo>
                  <a:lnTo>
                    <a:pt x="20" y="38"/>
                  </a:lnTo>
                  <a:lnTo>
                    <a:pt x="22" y="38"/>
                  </a:lnTo>
                  <a:lnTo>
                    <a:pt x="22" y="38"/>
                  </a:lnTo>
                  <a:lnTo>
                    <a:pt x="22" y="37"/>
                  </a:lnTo>
                  <a:lnTo>
                    <a:pt x="22" y="37"/>
                  </a:lnTo>
                  <a:lnTo>
                    <a:pt x="22" y="37"/>
                  </a:lnTo>
                  <a:lnTo>
                    <a:pt x="22" y="36"/>
                  </a:lnTo>
                  <a:lnTo>
                    <a:pt x="22" y="36"/>
                  </a:lnTo>
                  <a:lnTo>
                    <a:pt x="25" y="37"/>
                  </a:lnTo>
                  <a:lnTo>
                    <a:pt x="27" y="37"/>
                  </a:lnTo>
                  <a:lnTo>
                    <a:pt x="27" y="37"/>
                  </a:lnTo>
                  <a:lnTo>
                    <a:pt x="27" y="37"/>
                  </a:lnTo>
                  <a:lnTo>
                    <a:pt x="29" y="37"/>
                  </a:lnTo>
                  <a:lnTo>
                    <a:pt x="29" y="36"/>
                  </a:lnTo>
                  <a:lnTo>
                    <a:pt x="29" y="32"/>
                  </a:lnTo>
                  <a:lnTo>
                    <a:pt x="30" y="32"/>
                  </a:lnTo>
                  <a:lnTo>
                    <a:pt x="31" y="32"/>
                  </a:lnTo>
                  <a:lnTo>
                    <a:pt x="31" y="32"/>
                  </a:lnTo>
                  <a:lnTo>
                    <a:pt x="32" y="32"/>
                  </a:lnTo>
                  <a:lnTo>
                    <a:pt x="32" y="32"/>
                  </a:lnTo>
                  <a:lnTo>
                    <a:pt x="32" y="32"/>
                  </a:lnTo>
                  <a:lnTo>
                    <a:pt x="32" y="32"/>
                  </a:lnTo>
                  <a:lnTo>
                    <a:pt x="32" y="32"/>
                  </a:lnTo>
                  <a:lnTo>
                    <a:pt x="32" y="32"/>
                  </a:lnTo>
                  <a:lnTo>
                    <a:pt x="32" y="32"/>
                  </a:lnTo>
                  <a:lnTo>
                    <a:pt x="31" y="33"/>
                  </a:lnTo>
                  <a:lnTo>
                    <a:pt x="31" y="37"/>
                  </a:lnTo>
                  <a:lnTo>
                    <a:pt x="29" y="37"/>
                  </a:lnTo>
                  <a:lnTo>
                    <a:pt x="29" y="38"/>
                  </a:lnTo>
                  <a:lnTo>
                    <a:pt x="29" y="38"/>
                  </a:lnTo>
                  <a:lnTo>
                    <a:pt x="27" y="38"/>
                  </a:lnTo>
                  <a:lnTo>
                    <a:pt x="27" y="38"/>
                  </a:lnTo>
                  <a:lnTo>
                    <a:pt x="27" y="38"/>
                  </a:lnTo>
                  <a:lnTo>
                    <a:pt x="27" y="39"/>
                  </a:lnTo>
                  <a:lnTo>
                    <a:pt x="27" y="39"/>
                  </a:lnTo>
                  <a:lnTo>
                    <a:pt x="27" y="39"/>
                  </a:lnTo>
                  <a:lnTo>
                    <a:pt x="29" y="39"/>
                  </a:lnTo>
                  <a:lnTo>
                    <a:pt x="29" y="42"/>
                  </a:lnTo>
                  <a:lnTo>
                    <a:pt x="29" y="42"/>
                  </a:lnTo>
                  <a:lnTo>
                    <a:pt x="31" y="45"/>
                  </a:lnTo>
                  <a:lnTo>
                    <a:pt x="32" y="45"/>
                  </a:lnTo>
                  <a:lnTo>
                    <a:pt x="32" y="45"/>
                  </a:lnTo>
                  <a:lnTo>
                    <a:pt x="36" y="45"/>
                  </a:lnTo>
                  <a:lnTo>
                    <a:pt x="36" y="45"/>
                  </a:lnTo>
                  <a:lnTo>
                    <a:pt x="38" y="44"/>
                  </a:lnTo>
                  <a:lnTo>
                    <a:pt x="38" y="44"/>
                  </a:lnTo>
                  <a:lnTo>
                    <a:pt x="39" y="44"/>
                  </a:lnTo>
                  <a:lnTo>
                    <a:pt x="39" y="44"/>
                  </a:lnTo>
                  <a:lnTo>
                    <a:pt x="39" y="42"/>
                  </a:lnTo>
                  <a:lnTo>
                    <a:pt x="39" y="42"/>
                  </a:lnTo>
                  <a:lnTo>
                    <a:pt x="39" y="42"/>
                  </a:lnTo>
                  <a:lnTo>
                    <a:pt x="39" y="39"/>
                  </a:lnTo>
                  <a:lnTo>
                    <a:pt x="39" y="39"/>
                  </a:lnTo>
                  <a:lnTo>
                    <a:pt x="39" y="39"/>
                  </a:lnTo>
                  <a:lnTo>
                    <a:pt x="41" y="39"/>
                  </a:lnTo>
                  <a:lnTo>
                    <a:pt x="41" y="39"/>
                  </a:lnTo>
                  <a:lnTo>
                    <a:pt x="41" y="39"/>
                  </a:lnTo>
                  <a:lnTo>
                    <a:pt x="41" y="42"/>
                  </a:lnTo>
                  <a:lnTo>
                    <a:pt x="41" y="42"/>
                  </a:lnTo>
                  <a:lnTo>
                    <a:pt x="41" y="44"/>
                  </a:lnTo>
                  <a:lnTo>
                    <a:pt x="39" y="45"/>
                  </a:lnTo>
                  <a:lnTo>
                    <a:pt x="39" y="45"/>
                  </a:lnTo>
                  <a:lnTo>
                    <a:pt x="39" y="45"/>
                  </a:lnTo>
                  <a:lnTo>
                    <a:pt x="39" y="47"/>
                  </a:lnTo>
                  <a:lnTo>
                    <a:pt x="39" y="47"/>
                  </a:lnTo>
                  <a:lnTo>
                    <a:pt x="41" y="47"/>
                  </a:lnTo>
                  <a:lnTo>
                    <a:pt x="46" y="47"/>
                  </a:lnTo>
                  <a:lnTo>
                    <a:pt x="46" y="47"/>
                  </a:lnTo>
                  <a:lnTo>
                    <a:pt x="47" y="49"/>
                  </a:lnTo>
                  <a:lnTo>
                    <a:pt x="49" y="49"/>
                  </a:lnTo>
                  <a:lnTo>
                    <a:pt x="49" y="49"/>
                  </a:lnTo>
                  <a:lnTo>
                    <a:pt x="50" y="49"/>
                  </a:lnTo>
                  <a:lnTo>
                    <a:pt x="53" y="49"/>
                  </a:lnTo>
                  <a:lnTo>
                    <a:pt x="53" y="49"/>
                  </a:lnTo>
                  <a:lnTo>
                    <a:pt x="58" y="49"/>
                  </a:lnTo>
                  <a:lnTo>
                    <a:pt x="58" y="49"/>
                  </a:lnTo>
                  <a:lnTo>
                    <a:pt x="58" y="49"/>
                  </a:lnTo>
                  <a:lnTo>
                    <a:pt x="58" y="49"/>
                  </a:lnTo>
                  <a:lnTo>
                    <a:pt x="59" y="49"/>
                  </a:lnTo>
                  <a:lnTo>
                    <a:pt x="59" y="49"/>
                  </a:lnTo>
                  <a:lnTo>
                    <a:pt x="58" y="51"/>
                  </a:lnTo>
                  <a:lnTo>
                    <a:pt x="58" y="51"/>
                  </a:lnTo>
                  <a:lnTo>
                    <a:pt x="53" y="51"/>
                  </a:lnTo>
                  <a:lnTo>
                    <a:pt x="50" y="51"/>
                  </a:lnTo>
                  <a:lnTo>
                    <a:pt x="49" y="51"/>
                  </a:lnTo>
                  <a:lnTo>
                    <a:pt x="47" y="51"/>
                  </a:lnTo>
                  <a:lnTo>
                    <a:pt x="46" y="51"/>
                  </a:lnTo>
                  <a:lnTo>
                    <a:pt x="41" y="51"/>
                  </a:lnTo>
                  <a:lnTo>
                    <a:pt x="41" y="51"/>
                  </a:lnTo>
                  <a:lnTo>
                    <a:pt x="39" y="51"/>
                  </a:lnTo>
                  <a:lnTo>
                    <a:pt x="39" y="51"/>
                  </a:lnTo>
                  <a:lnTo>
                    <a:pt x="39" y="51"/>
                  </a:lnTo>
                  <a:lnTo>
                    <a:pt x="39" y="51"/>
                  </a:lnTo>
                  <a:lnTo>
                    <a:pt x="39" y="51"/>
                  </a:lnTo>
                  <a:lnTo>
                    <a:pt x="38" y="51"/>
                  </a:lnTo>
                  <a:lnTo>
                    <a:pt x="36" y="51"/>
                  </a:lnTo>
                  <a:lnTo>
                    <a:pt x="36" y="51"/>
                  </a:lnTo>
                  <a:lnTo>
                    <a:pt x="32" y="51"/>
                  </a:lnTo>
                  <a:lnTo>
                    <a:pt x="32" y="51"/>
                  </a:lnTo>
                  <a:lnTo>
                    <a:pt x="31" y="51"/>
                  </a:lnTo>
                  <a:lnTo>
                    <a:pt x="29" y="51"/>
                  </a:lnTo>
                  <a:lnTo>
                    <a:pt x="29" y="51"/>
                  </a:lnTo>
                  <a:lnTo>
                    <a:pt x="29" y="51"/>
                  </a:lnTo>
                  <a:lnTo>
                    <a:pt x="27" y="51"/>
                  </a:lnTo>
                  <a:lnTo>
                    <a:pt x="27" y="51"/>
                  </a:lnTo>
                  <a:lnTo>
                    <a:pt x="27" y="51"/>
                  </a:lnTo>
                  <a:lnTo>
                    <a:pt x="27" y="51"/>
                  </a:lnTo>
                  <a:lnTo>
                    <a:pt x="22" y="51"/>
                  </a:lnTo>
                  <a:lnTo>
                    <a:pt x="22" y="51"/>
                  </a:lnTo>
                  <a:lnTo>
                    <a:pt x="22" y="51"/>
                  </a:lnTo>
                  <a:lnTo>
                    <a:pt x="22" y="51"/>
                  </a:lnTo>
                  <a:lnTo>
                    <a:pt x="20" y="51"/>
                  </a:lnTo>
                  <a:lnTo>
                    <a:pt x="20" y="51"/>
                  </a:lnTo>
                  <a:lnTo>
                    <a:pt x="18" y="51"/>
                  </a:lnTo>
                  <a:lnTo>
                    <a:pt x="18" y="51"/>
                  </a:lnTo>
                  <a:lnTo>
                    <a:pt x="18" y="51"/>
                  </a:lnTo>
                  <a:lnTo>
                    <a:pt x="18" y="51"/>
                  </a:lnTo>
                  <a:lnTo>
                    <a:pt x="18" y="51"/>
                  </a:lnTo>
                  <a:lnTo>
                    <a:pt x="18" y="49"/>
                  </a:lnTo>
                  <a:lnTo>
                    <a:pt x="18" y="49"/>
                  </a:lnTo>
                  <a:lnTo>
                    <a:pt x="15" y="49"/>
                  </a:lnTo>
                  <a:lnTo>
                    <a:pt x="14" y="49"/>
                  </a:lnTo>
                  <a:lnTo>
                    <a:pt x="12" y="49"/>
                  </a:lnTo>
                  <a:lnTo>
                    <a:pt x="12" y="49"/>
                  </a:lnTo>
                  <a:lnTo>
                    <a:pt x="10" y="49"/>
                  </a:lnTo>
                  <a:lnTo>
                    <a:pt x="9" y="49"/>
                  </a:lnTo>
                  <a:lnTo>
                    <a:pt x="7" y="49"/>
                  </a:lnTo>
                  <a:lnTo>
                    <a:pt x="6" y="49"/>
                  </a:lnTo>
                  <a:lnTo>
                    <a:pt x="5" y="49"/>
                  </a:lnTo>
                  <a:lnTo>
                    <a:pt x="2" y="49"/>
                  </a:lnTo>
                  <a:lnTo>
                    <a:pt x="0" y="49"/>
                  </a:lnTo>
                  <a:lnTo>
                    <a:pt x="0" y="49"/>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788" name=""/>
            <p:cNvSpPr/>
            <p:nvPr/>
          </p:nvSpPr>
          <p:spPr>
            <a:xfrm>
              <a:off x="6647040" y="4092480"/>
              <a:ext cx="77760" cy="106560"/>
            </a:xfrm>
            <a:custGeom>
              <a:avLst/>
              <a:gdLst/>
              <a:ahLst/>
              <a:rect l="l" t="t" r="r" b="b"/>
              <a:pathLst>
                <a:path w="49" h="67">
                  <a:moveTo>
                    <a:pt x="48" y="66"/>
                  </a:moveTo>
                  <a:lnTo>
                    <a:pt x="46" y="66"/>
                  </a:lnTo>
                  <a:lnTo>
                    <a:pt x="46" y="65"/>
                  </a:lnTo>
                  <a:lnTo>
                    <a:pt x="46" y="65"/>
                  </a:lnTo>
                  <a:lnTo>
                    <a:pt x="45" y="65"/>
                  </a:lnTo>
                  <a:lnTo>
                    <a:pt x="44" y="65"/>
                  </a:lnTo>
                  <a:lnTo>
                    <a:pt x="43" y="65"/>
                  </a:lnTo>
                  <a:lnTo>
                    <a:pt x="43" y="65"/>
                  </a:lnTo>
                  <a:lnTo>
                    <a:pt x="43" y="65"/>
                  </a:lnTo>
                  <a:lnTo>
                    <a:pt x="43" y="65"/>
                  </a:lnTo>
                  <a:lnTo>
                    <a:pt x="42" y="65"/>
                  </a:lnTo>
                  <a:lnTo>
                    <a:pt x="42" y="65"/>
                  </a:lnTo>
                  <a:lnTo>
                    <a:pt x="42" y="65"/>
                  </a:lnTo>
                  <a:lnTo>
                    <a:pt x="38" y="65"/>
                  </a:lnTo>
                  <a:lnTo>
                    <a:pt x="35" y="65"/>
                  </a:lnTo>
                  <a:lnTo>
                    <a:pt x="35" y="65"/>
                  </a:lnTo>
                  <a:lnTo>
                    <a:pt x="35" y="65"/>
                  </a:lnTo>
                  <a:lnTo>
                    <a:pt x="35" y="65"/>
                  </a:lnTo>
                  <a:lnTo>
                    <a:pt x="34" y="65"/>
                  </a:lnTo>
                  <a:lnTo>
                    <a:pt x="34" y="65"/>
                  </a:lnTo>
                  <a:lnTo>
                    <a:pt x="34" y="65"/>
                  </a:lnTo>
                  <a:lnTo>
                    <a:pt x="34" y="65"/>
                  </a:lnTo>
                  <a:lnTo>
                    <a:pt x="34" y="64"/>
                  </a:lnTo>
                  <a:lnTo>
                    <a:pt x="33" y="63"/>
                  </a:lnTo>
                  <a:lnTo>
                    <a:pt x="31" y="61"/>
                  </a:lnTo>
                  <a:lnTo>
                    <a:pt x="31" y="59"/>
                  </a:lnTo>
                  <a:lnTo>
                    <a:pt x="31" y="57"/>
                  </a:lnTo>
                  <a:lnTo>
                    <a:pt x="31" y="57"/>
                  </a:lnTo>
                  <a:lnTo>
                    <a:pt x="30" y="54"/>
                  </a:lnTo>
                  <a:lnTo>
                    <a:pt x="30" y="54"/>
                  </a:lnTo>
                  <a:lnTo>
                    <a:pt x="28" y="53"/>
                  </a:lnTo>
                  <a:lnTo>
                    <a:pt x="27" y="50"/>
                  </a:lnTo>
                  <a:lnTo>
                    <a:pt x="26" y="47"/>
                  </a:lnTo>
                  <a:lnTo>
                    <a:pt x="26" y="47"/>
                  </a:lnTo>
                  <a:lnTo>
                    <a:pt x="26" y="47"/>
                  </a:lnTo>
                  <a:lnTo>
                    <a:pt x="25" y="47"/>
                  </a:lnTo>
                  <a:lnTo>
                    <a:pt x="25" y="47"/>
                  </a:lnTo>
                  <a:lnTo>
                    <a:pt x="23" y="47"/>
                  </a:lnTo>
                  <a:lnTo>
                    <a:pt x="23" y="47"/>
                  </a:lnTo>
                  <a:lnTo>
                    <a:pt x="23" y="45"/>
                  </a:lnTo>
                  <a:lnTo>
                    <a:pt x="21" y="43"/>
                  </a:lnTo>
                  <a:lnTo>
                    <a:pt x="19" y="41"/>
                  </a:lnTo>
                  <a:lnTo>
                    <a:pt x="18" y="41"/>
                  </a:lnTo>
                  <a:lnTo>
                    <a:pt x="18" y="40"/>
                  </a:lnTo>
                  <a:lnTo>
                    <a:pt x="18" y="40"/>
                  </a:lnTo>
                  <a:lnTo>
                    <a:pt x="18" y="40"/>
                  </a:lnTo>
                  <a:lnTo>
                    <a:pt x="16" y="35"/>
                  </a:lnTo>
                  <a:lnTo>
                    <a:pt x="16" y="30"/>
                  </a:lnTo>
                  <a:lnTo>
                    <a:pt x="16" y="26"/>
                  </a:lnTo>
                  <a:lnTo>
                    <a:pt x="11" y="21"/>
                  </a:lnTo>
                  <a:lnTo>
                    <a:pt x="11" y="15"/>
                  </a:lnTo>
                  <a:lnTo>
                    <a:pt x="11" y="12"/>
                  </a:lnTo>
                  <a:lnTo>
                    <a:pt x="6" y="9"/>
                  </a:lnTo>
                  <a:lnTo>
                    <a:pt x="6" y="9"/>
                  </a:lnTo>
                  <a:lnTo>
                    <a:pt x="6" y="9"/>
                  </a:lnTo>
                  <a:lnTo>
                    <a:pt x="6" y="8"/>
                  </a:lnTo>
                  <a:lnTo>
                    <a:pt x="6" y="8"/>
                  </a:lnTo>
                  <a:lnTo>
                    <a:pt x="6" y="7"/>
                  </a:lnTo>
                  <a:lnTo>
                    <a:pt x="5" y="7"/>
                  </a:lnTo>
                  <a:lnTo>
                    <a:pt x="2" y="2"/>
                  </a:lnTo>
                  <a:lnTo>
                    <a:pt x="2" y="2"/>
                  </a:lnTo>
                  <a:lnTo>
                    <a:pt x="2" y="2"/>
                  </a:lnTo>
                  <a:lnTo>
                    <a:pt x="2" y="2"/>
                  </a:lnTo>
                  <a:lnTo>
                    <a:pt x="0" y="0"/>
                  </a:lnTo>
                  <a:lnTo>
                    <a:pt x="0" y="0"/>
                  </a:lnTo>
                  <a:lnTo>
                    <a:pt x="0" y="0"/>
                  </a:lnTo>
                  <a:lnTo>
                    <a:pt x="0" y="0"/>
                  </a:lnTo>
                  <a:lnTo>
                    <a:pt x="2" y="0"/>
                  </a:lnTo>
                  <a:lnTo>
                    <a:pt x="2" y="0"/>
                  </a:lnTo>
                  <a:lnTo>
                    <a:pt x="6" y="0"/>
                  </a:lnTo>
                  <a:lnTo>
                    <a:pt x="8" y="0"/>
                  </a:lnTo>
                  <a:lnTo>
                    <a:pt x="11" y="2"/>
                  </a:lnTo>
                  <a:lnTo>
                    <a:pt x="15" y="2"/>
                  </a:lnTo>
                  <a:lnTo>
                    <a:pt x="16" y="2"/>
                  </a:lnTo>
                  <a:lnTo>
                    <a:pt x="16" y="2"/>
                  </a:lnTo>
                  <a:lnTo>
                    <a:pt x="18" y="7"/>
                  </a:lnTo>
                  <a:lnTo>
                    <a:pt x="19" y="8"/>
                  </a:lnTo>
                  <a:lnTo>
                    <a:pt x="23" y="9"/>
                  </a:lnTo>
                  <a:lnTo>
                    <a:pt x="24" y="9"/>
                  </a:lnTo>
                  <a:lnTo>
                    <a:pt x="25" y="15"/>
                  </a:lnTo>
                  <a:lnTo>
                    <a:pt x="26" y="15"/>
                  </a:lnTo>
                  <a:lnTo>
                    <a:pt x="29" y="19"/>
                  </a:lnTo>
                  <a:lnTo>
                    <a:pt x="30" y="21"/>
                  </a:lnTo>
                  <a:lnTo>
                    <a:pt x="31" y="21"/>
                  </a:lnTo>
                  <a:lnTo>
                    <a:pt x="33" y="24"/>
                  </a:lnTo>
                  <a:lnTo>
                    <a:pt x="34" y="26"/>
                  </a:lnTo>
                  <a:lnTo>
                    <a:pt x="34" y="28"/>
                  </a:lnTo>
                  <a:lnTo>
                    <a:pt x="35" y="29"/>
                  </a:lnTo>
                  <a:lnTo>
                    <a:pt x="35" y="34"/>
                  </a:lnTo>
                  <a:lnTo>
                    <a:pt x="38" y="39"/>
                  </a:lnTo>
                  <a:lnTo>
                    <a:pt x="42" y="40"/>
                  </a:lnTo>
                  <a:lnTo>
                    <a:pt x="42" y="46"/>
                  </a:lnTo>
                  <a:lnTo>
                    <a:pt x="43" y="50"/>
                  </a:lnTo>
                  <a:lnTo>
                    <a:pt x="43" y="57"/>
                  </a:lnTo>
                  <a:lnTo>
                    <a:pt x="45" y="59"/>
                  </a:lnTo>
                  <a:lnTo>
                    <a:pt x="46" y="65"/>
                  </a:lnTo>
                  <a:lnTo>
                    <a:pt x="48" y="66"/>
                  </a:lnTo>
                  <a:lnTo>
                    <a:pt x="48" y="66"/>
                  </a:lnTo>
                </a:path>
              </a:pathLst>
            </a:custGeom>
            <a:solidFill>
              <a:srgbClr val="ffefce"/>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89" name=""/>
            <p:cNvSpPr/>
            <p:nvPr/>
          </p:nvSpPr>
          <p:spPr>
            <a:xfrm>
              <a:off x="6635880" y="4070520"/>
              <a:ext cx="91800" cy="128520"/>
            </a:xfrm>
            <a:custGeom>
              <a:avLst/>
              <a:gdLst/>
              <a:ahLst/>
              <a:rect l="l" t="t" r="r" b="b"/>
              <a:pathLst>
                <a:path w="58" h="81">
                  <a:moveTo>
                    <a:pt x="57" y="80"/>
                  </a:moveTo>
                  <a:lnTo>
                    <a:pt x="57" y="79"/>
                  </a:lnTo>
                  <a:lnTo>
                    <a:pt x="57" y="79"/>
                  </a:lnTo>
                  <a:lnTo>
                    <a:pt x="57" y="75"/>
                  </a:lnTo>
                  <a:lnTo>
                    <a:pt x="57" y="73"/>
                  </a:lnTo>
                  <a:lnTo>
                    <a:pt x="57" y="73"/>
                  </a:lnTo>
                  <a:lnTo>
                    <a:pt x="56" y="71"/>
                  </a:lnTo>
                  <a:lnTo>
                    <a:pt x="55" y="71"/>
                  </a:lnTo>
                  <a:lnTo>
                    <a:pt x="53" y="71"/>
                  </a:lnTo>
                  <a:lnTo>
                    <a:pt x="53" y="71"/>
                  </a:lnTo>
                  <a:lnTo>
                    <a:pt x="53" y="70"/>
                  </a:lnTo>
                  <a:lnTo>
                    <a:pt x="53" y="68"/>
                  </a:lnTo>
                  <a:lnTo>
                    <a:pt x="52" y="68"/>
                  </a:lnTo>
                  <a:lnTo>
                    <a:pt x="51" y="68"/>
                  </a:lnTo>
                  <a:lnTo>
                    <a:pt x="50" y="67"/>
                  </a:lnTo>
                  <a:lnTo>
                    <a:pt x="50" y="67"/>
                  </a:lnTo>
                  <a:lnTo>
                    <a:pt x="50" y="67"/>
                  </a:lnTo>
                  <a:lnTo>
                    <a:pt x="50" y="61"/>
                  </a:lnTo>
                  <a:lnTo>
                    <a:pt x="49" y="57"/>
                  </a:lnTo>
                  <a:lnTo>
                    <a:pt x="49" y="53"/>
                  </a:lnTo>
                  <a:lnTo>
                    <a:pt x="45" y="44"/>
                  </a:lnTo>
                  <a:lnTo>
                    <a:pt x="42" y="38"/>
                  </a:lnTo>
                  <a:lnTo>
                    <a:pt x="41" y="33"/>
                  </a:lnTo>
                  <a:lnTo>
                    <a:pt x="41" y="28"/>
                  </a:lnTo>
                  <a:lnTo>
                    <a:pt x="40" y="23"/>
                  </a:lnTo>
                  <a:lnTo>
                    <a:pt x="38" y="23"/>
                  </a:lnTo>
                  <a:lnTo>
                    <a:pt x="37" y="22"/>
                  </a:lnTo>
                  <a:lnTo>
                    <a:pt x="34" y="21"/>
                  </a:lnTo>
                  <a:lnTo>
                    <a:pt x="33" y="16"/>
                  </a:lnTo>
                  <a:lnTo>
                    <a:pt x="33" y="14"/>
                  </a:lnTo>
                  <a:lnTo>
                    <a:pt x="32" y="13"/>
                  </a:lnTo>
                  <a:lnTo>
                    <a:pt x="32" y="13"/>
                  </a:lnTo>
                  <a:lnTo>
                    <a:pt x="31" y="10"/>
                  </a:lnTo>
                  <a:lnTo>
                    <a:pt x="30" y="8"/>
                  </a:lnTo>
                  <a:lnTo>
                    <a:pt x="30" y="6"/>
                  </a:lnTo>
                  <a:lnTo>
                    <a:pt x="26" y="3"/>
                  </a:lnTo>
                  <a:lnTo>
                    <a:pt x="25" y="1"/>
                  </a:lnTo>
                  <a:lnTo>
                    <a:pt x="25" y="1"/>
                  </a:lnTo>
                  <a:lnTo>
                    <a:pt x="25" y="0"/>
                  </a:lnTo>
                  <a:lnTo>
                    <a:pt x="25" y="0"/>
                  </a:lnTo>
                  <a:lnTo>
                    <a:pt x="25" y="0"/>
                  </a:lnTo>
                  <a:lnTo>
                    <a:pt x="25" y="0"/>
                  </a:lnTo>
                  <a:lnTo>
                    <a:pt x="25" y="0"/>
                  </a:lnTo>
                  <a:lnTo>
                    <a:pt x="25" y="1"/>
                  </a:lnTo>
                  <a:lnTo>
                    <a:pt x="25" y="3"/>
                  </a:lnTo>
                  <a:lnTo>
                    <a:pt x="25" y="6"/>
                  </a:lnTo>
                  <a:lnTo>
                    <a:pt x="25" y="9"/>
                  </a:lnTo>
                  <a:lnTo>
                    <a:pt x="30" y="12"/>
                  </a:lnTo>
                  <a:lnTo>
                    <a:pt x="30" y="13"/>
                  </a:lnTo>
                  <a:lnTo>
                    <a:pt x="31" y="13"/>
                  </a:lnTo>
                  <a:lnTo>
                    <a:pt x="31" y="14"/>
                  </a:lnTo>
                  <a:lnTo>
                    <a:pt x="32" y="16"/>
                  </a:lnTo>
                  <a:lnTo>
                    <a:pt x="31" y="16"/>
                  </a:lnTo>
                  <a:lnTo>
                    <a:pt x="31" y="16"/>
                  </a:lnTo>
                  <a:lnTo>
                    <a:pt x="30" y="16"/>
                  </a:lnTo>
                  <a:lnTo>
                    <a:pt x="30" y="16"/>
                  </a:lnTo>
                  <a:lnTo>
                    <a:pt x="26" y="16"/>
                  </a:lnTo>
                  <a:lnTo>
                    <a:pt x="25" y="16"/>
                  </a:lnTo>
                  <a:lnTo>
                    <a:pt x="25" y="16"/>
                  </a:lnTo>
                  <a:lnTo>
                    <a:pt x="25" y="16"/>
                  </a:lnTo>
                  <a:lnTo>
                    <a:pt x="23" y="16"/>
                  </a:lnTo>
                  <a:lnTo>
                    <a:pt x="23" y="14"/>
                  </a:lnTo>
                  <a:lnTo>
                    <a:pt x="23" y="14"/>
                  </a:lnTo>
                  <a:lnTo>
                    <a:pt x="23" y="14"/>
                  </a:lnTo>
                  <a:lnTo>
                    <a:pt x="19" y="14"/>
                  </a:lnTo>
                  <a:lnTo>
                    <a:pt x="18" y="14"/>
                  </a:lnTo>
                  <a:lnTo>
                    <a:pt x="18" y="14"/>
                  </a:lnTo>
                  <a:lnTo>
                    <a:pt x="18" y="14"/>
                  </a:lnTo>
                  <a:lnTo>
                    <a:pt x="18" y="14"/>
                  </a:lnTo>
                  <a:lnTo>
                    <a:pt x="18" y="14"/>
                  </a:lnTo>
                  <a:lnTo>
                    <a:pt x="16" y="14"/>
                  </a:lnTo>
                  <a:lnTo>
                    <a:pt x="13" y="14"/>
                  </a:lnTo>
                  <a:lnTo>
                    <a:pt x="13" y="13"/>
                  </a:lnTo>
                  <a:lnTo>
                    <a:pt x="13" y="13"/>
                  </a:lnTo>
                  <a:lnTo>
                    <a:pt x="9" y="13"/>
                  </a:lnTo>
                  <a:lnTo>
                    <a:pt x="9" y="13"/>
                  </a:lnTo>
                  <a:lnTo>
                    <a:pt x="7" y="13"/>
                  </a:lnTo>
                  <a:lnTo>
                    <a:pt x="7" y="13"/>
                  </a:lnTo>
                  <a:lnTo>
                    <a:pt x="0" y="13"/>
                  </a:lnTo>
                  <a:lnTo>
                    <a:pt x="0" y="13"/>
                  </a:lnTo>
                  <a:lnTo>
                    <a:pt x="0" y="13"/>
                  </a:lnTo>
                  <a:lnTo>
                    <a:pt x="0" y="13"/>
                  </a:lnTo>
                  <a:lnTo>
                    <a:pt x="0" y="13"/>
                  </a:lnTo>
                  <a:lnTo>
                    <a:pt x="0" y="13"/>
                  </a:lnTo>
                  <a:lnTo>
                    <a:pt x="2" y="14"/>
                  </a:lnTo>
                  <a:lnTo>
                    <a:pt x="7" y="14"/>
                  </a:lnTo>
                  <a:lnTo>
                    <a:pt x="7" y="14"/>
                  </a:lnTo>
                  <a:lnTo>
                    <a:pt x="9" y="16"/>
                  </a:lnTo>
                  <a:lnTo>
                    <a:pt x="9" y="14"/>
                  </a:lnTo>
                  <a:lnTo>
                    <a:pt x="10" y="14"/>
                  </a:lnTo>
                  <a:lnTo>
                    <a:pt x="13" y="16"/>
                  </a:lnTo>
                  <a:lnTo>
                    <a:pt x="13" y="16"/>
                  </a:lnTo>
                  <a:lnTo>
                    <a:pt x="13" y="16"/>
                  </a:lnTo>
                  <a:lnTo>
                    <a:pt x="13" y="16"/>
                  </a:lnTo>
                  <a:lnTo>
                    <a:pt x="13" y="16"/>
                  </a:lnTo>
                  <a:lnTo>
                    <a:pt x="15" y="16"/>
                  </a:lnTo>
                  <a:lnTo>
                    <a:pt x="18" y="16"/>
                  </a:lnTo>
                  <a:lnTo>
                    <a:pt x="18" y="16"/>
                  </a:lnTo>
                  <a:lnTo>
                    <a:pt x="23" y="16"/>
                  </a:lnTo>
                  <a:lnTo>
                    <a:pt x="23" y="16"/>
                  </a:lnTo>
                  <a:lnTo>
                    <a:pt x="23" y="16"/>
                  </a:lnTo>
                  <a:lnTo>
                    <a:pt x="25" y="17"/>
                  </a:lnTo>
                  <a:lnTo>
                    <a:pt x="25" y="20"/>
                  </a:lnTo>
                  <a:lnTo>
                    <a:pt x="25" y="21"/>
                  </a:lnTo>
                  <a:lnTo>
                    <a:pt x="25" y="22"/>
                  </a:lnTo>
                  <a:lnTo>
                    <a:pt x="28" y="22"/>
                  </a:lnTo>
                  <a:lnTo>
                    <a:pt x="30" y="23"/>
                  </a:lnTo>
                  <a:lnTo>
                    <a:pt x="30" y="23"/>
                  </a:lnTo>
                  <a:lnTo>
                    <a:pt x="30" y="23"/>
                  </a:lnTo>
                  <a:lnTo>
                    <a:pt x="31" y="23"/>
                  </a:lnTo>
                  <a:lnTo>
                    <a:pt x="32" y="26"/>
                  </a:lnTo>
                  <a:lnTo>
                    <a:pt x="32" y="26"/>
                  </a:lnTo>
                  <a:lnTo>
                    <a:pt x="33" y="26"/>
                  </a:lnTo>
                  <a:lnTo>
                    <a:pt x="33" y="29"/>
                  </a:lnTo>
                  <a:lnTo>
                    <a:pt x="36" y="33"/>
                  </a:lnTo>
                  <a:lnTo>
                    <a:pt x="37" y="40"/>
                  </a:lnTo>
                  <a:lnTo>
                    <a:pt x="38" y="48"/>
                  </a:lnTo>
                  <a:lnTo>
                    <a:pt x="41" y="54"/>
                  </a:lnTo>
                  <a:lnTo>
                    <a:pt x="41" y="59"/>
                  </a:lnTo>
                  <a:lnTo>
                    <a:pt x="42" y="61"/>
                  </a:lnTo>
                  <a:lnTo>
                    <a:pt x="42" y="64"/>
                  </a:lnTo>
                  <a:lnTo>
                    <a:pt x="45" y="64"/>
                  </a:lnTo>
                  <a:lnTo>
                    <a:pt x="45" y="67"/>
                  </a:lnTo>
                  <a:lnTo>
                    <a:pt x="45" y="67"/>
                  </a:lnTo>
                  <a:lnTo>
                    <a:pt x="47" y="67"/>
                  </a:lnTo>
                  <a:lnTo>
                    <a:pt x="49" y="68"/>
                  </a:lnTo>
                  <a:lnTo>
                    <a:pt x="49" y="68"/>
                  </a:lnTo>
                  <a:lnTo>
                    <a:pt x="49" y="71"/>
                  </a:lnTo>
                  <a:lnTo>
                    <a:pt x="49" y="71"/>
                  </a:lnTo>
                  <a:lnTo>
                    <a:pt x="49" y="71"/>
                  </a:lnTo>
                  <a:lnTo>
                    <a:pt x="49" y="71"/>
                  </a:lnTo>
                  <a:lnTo>
                    <a:pt x="49" y="73"/>
                  </a:lnTo>
                  <a:lnTo>
                    <a:pt x="50" y="73"/>
                  </a:lnTo>
                  <a:lnTo>
                    <a:pt x="50" y="74"/>
                  </a:lnTo>
                  <a:lnTo>
                    <a:pt x="50" y="75"/>
                  </a:lnTo>
                  <a:lnTo>
                    <a:pt x="51" y="77"/>
                  </a:lnTo>
                  <a:lnTo>
                    <a:pt x="52" y="78"/>
                  </a:lnTo>
                  <a:lnTo>
                    <a:pt x="52" y="79"/>
                  </a:lnTo>
                  <a:lnTo>
                    <a:pt x="52" y="79"/>
                  </a:lnTo>
                  <a:lnTo>
                    <a:pt x="52" y="79"/>
                  </a:lnTo>
                  <a:lnTo>
                    <a:pt x="52" y="79"/>
                  </a:lnTo>
                  <a:lnTo>
                    <a:pt x="53" y="79"/>
                  </a:lnTo>
                  <a:lnTo>
                    <a:pt x="53" y="80"/>
                  </a:lnTo>
                  <a:lnTo>
                    <a:pt x="57" y="80"/>
                  </a:lnTo>
                  <a:lnTo>
                    <a:pt x="57" y="80"/>
                  </a:lnTo>
                  <a:lnTo>
                    <a:pt x="57" y="80"/>
                  </a:lnTo>
                </a:path>
              </a:pathLst>
            </a:custGeom>
            <a:solidFill>
              <a:srgbClr val="ffc0b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90" name=""/>
            <p:cNvSpPr/>
            <p:nvPr/>
          </p:nvSpPr>
          <p:spPr>
            <a:xfrm>
              <a:off x="7227720" y="4029120"/>
              <a:ext cx="163800" cy="119160"/>
            </a:xfrm>
            <a:custGeom>
              <a:avLst/>
              <a:gdLst/>
              <a:ahLst/>
              <a:rect l="l" t="t" r="r" b="b"/>
              <a:pathLst>
                <a:path w="103" h="75">
                  <a:moveTo>
                    <a:pt x="102" y="74"/>
                  </a:moveTo>
                  <a:lnTo>
                    <a:pt x="102" y="74"/>
                  </a:lnTo>
                  <a:lnTo>
                    <a:pt x="102" y="69"/>
                  </a:lnTo>
                  <a:lnTo>
                    <a:pt x="101" y="68"/>
                  </a:lnTo>
                  <a:lnTo>
                    <a:pt x="100" y="66"/>
                  </a:lnTo>
                  <a:lnTo>
                    <a:pt x="99" y="66"/>
                  </a:lnTo>
                  <a:lnTo>
                    <a:pt x="99" y="61"/>
                  </a:lnTo>
                  <a:lnTo>
                    <a:pt x="98" y="61"/>
                  </a:lnTo>
                  <a:lnTo>
                    <a:pt x="95" y="61"/>
                  </a:lnTo>
                  <a:lnTo>
                    <a:pt x="95" y="59"/>
                  </a:lnTo>
                  <a:lnTo>
                    <a:pt x="92" y="59"/>
                  </a:lnTo>
                  <a:lnTo>
                    <a:pt x="92" y="59"/>
                  </a:lnTo>
                  <a:lnTo>
                    <a:pt x="92" y="59"/>
                  </a:lnTo>
                  <a:lnTo>
                    <a:pt x="92" y="59"/>
                  </a:lnTo>
                  <a:lnTo>
                    <a:pt x="92" y="59"/>
                  </a:lnTo>
                  <a:lnTo>
                    <a:pt x="92" y="59"/>
                  </a:lnTo>
                  <a:lnTo>
                    <a:pt x="92" y="59"/>
                  </a:lnTo>
                  <a:lnTo>
                    <a:pt x="92" y="57"/>
                  </a:lnTo>
                  <a:lnTo>
                    <a:pt x="92" y="57"/>
                  </a:lnTo>
                  <a:lnTo>
                    <a:pt x="92" y="57"/>
                  </a:lnTo>
                  <a:lnTo>
                    <a:pt x="95" y="57"/>
                  </a:lnTo>
                  <a:lnTo>
                    <a:pt x="95" y="55"/>
                  </a:lnTo>
                  <a:lnTo>
                    <a:pt x="98" y="55"/>
                  </a:lnTo>
                  <a:lnTo>
                    <a:pt x="98" y="55"/>
                  </a:lnTo>
                  <a:lnTo>
                    <a:pt x="98" y="55"/>
                  </a:lnTo>
                  <a:lnTo>
                    <a:pt x="98" y="55"/>
                  </a:lnTo>
                  <a:lnTo>
                    <a:pt x="98" y="55"/>
                  </a:lnTo>
                  <a:lnTo>
                    <a:pt x="95" y="55"/>
                  </a:lnTo>
                  <a:lnTo>
                    <a:pt x="94" y="55"/>
                  </a:lnTo>
                  <a:lnTo>
                    <a:pt x="92" y="55"/>
                  </a:lnTo>
                  <a:lnTo>
                    <a:pt x="92" y="55"/>
                  </a:lnTo>
                  <a:lnTo>
                    <a:pt x="92" y="55"/>
                  </a:lnTo>
                  <a:lnTo>
                    <a:pt x="89" y="55"/>
                  </a:lnTo>
                  <a:lnTo>
                    <a:pt x="89" y="55"/>
                  </a:lnTo>
                  <a:lnTo>
                    <a:pt x="89" y="55"/>
                  </a:lnTo>
                  <a:lnTo>
                    <a:pt x="88" y="54"/>
                  </a:lnTo>
                  <a:lnTo>
                    <a:pt x="86" y="52"/>
                  </a:lnTo>
                  <a:lnTo>
                    <a:pt x="86" y="49"/>
                  </a:lnTo>
                  <a:lnTo>
                    <a:pt x="83" y="49"/>
                  </a:lnTo>
                  <a:lnTo>
                    <a:pt x="80" y="48"/>
                  </a:lnTo>
                  <a:lnTo>
                    <a:pt x="80" y="48"/>
                  </a:lnTo>
                  <a:lnTo>
                    <a:pt x="80" y="47"/>
                  </a:lnTo>
                  <a:lnTo>
                    <a:pt x="79" y="42"/>
                  </a:lnTo>
                  <a:lnTo>
                    <a:pt x="79" y="42"/>
                  </a:lnTo>
                  <a:lnTo>
                    <a:pt x="79" y="42"/>
                  </a:lnTo>
                  <a:lnTo>
                    <a:pt x="78" y="40"/>
                  </a:lnTo>
                  <a:lnTo>
                    <a:pt x="78" y="40"/>
                  </a:lnTo>
                  <a:lnTo>
                    <a:pt x="73" y="39"/>
                  </a:lnTo>
                  <a:lnTo>
                    <a:pt x="73" y="39"/>
                  </a:lnTo>
                  <a:lnTo>
                    <a:pt x="73" y="38"/>
                  </a:lnTo>
                  <a:lnTo>
                    <a:pt x="73" y="36"/>
                  </a:lnTo>
                  <a:lnTo>
                    <a:pt x="72" y="35"/>
                  </a:lnTo>
                  <a:lnTo>
                    <a:pt x="72" y="34"/>
                  </a:lnTo>
                  <a:lnTo>
                    <a:pt x="72" y="34"/>
                  </a:lnTo>
                  <a:lnTo>
                    <a:pt x="72" y="32"/>
                  </a:lnTo>
                  <a:lnTo>
                    <a:pt x="72" y="32"/>
                  </a:lnTo>
                  <a:lnTo>
                    <a:pt x="72" y="29"/>
                  </a:lnTo>
                  <a:lnTo>
                    <a:pt x="72" y="29"/>
                  </a:lnTo>
                  <a:lnTo>
                    <a:pt x="71" y="27"/>
                  </a:lnTo>
                  <a:lnTo>
                    <a:pt x="71" y="26"/>
                  </a:lnTo>
                  <a:lnTo>
                    <a:pt x="70" y="26"/>
                  </a:lnTo>
                  <a:lnTo>
                    <a:pt x="67" y="26"/>
                  </a:lnTo>
                  <a:lnTo>
                    <a:pt x="64" y="25"/>
                  </a:lnTo>
                  <a:lnTo>
                    <a:pt x="64" y="24"/>
                  </a:lnTo>
                  <a:lnTo>
                    <a:pt x="64" y="22"/>
                  </a:lnTo>
                  <a:lnTo>
                    <a:pt x="64" y="22"/>
                  </a:lnTo>
                  <a:lnTo>
                    <a:pt x="64" y="22"/>
                  </a:lnTo>
                  <a:lnTo>
                    <a:pt x="64" y="22"/>
                  </a:lnTo>
                  <a:lnTo>
                    <a:pt x="64" y="21"/>
                  </a:lnTo>
                  <a:lnTo>
                    <a:pt x="63" y="18"/>
                  </a:lnTo>
                  <a:lnTo>
                    <a:pt x="60" y="18"/>
                  </a:lnTo>
                  <a:lnTo>
                    <a:pt x="60" y="15"/>
                  </a:lnTo>
                  <a:lnTo>
                    <a:pt x="60" y="15"/>
                  </a:lnTo>
                  <a:lnTo>
                    <a:pt x="60" y="15"/>
                  </a:lnTo>
                  <a:lnTo>
                    <a:pt x="60" y="11"/>
                  </a:lnTo>
                  <a:lnTo>
                    <a:pt x="57" y="10"/>
                  </a:lnTo>
                  <a:lnTo>
                    <a:pt x="57" y="10"/>
                  </a:lnTo>
                  <a:lnTo>
                    <a:pt x="56" y="10"/>
                  </a:lnTo>
                  <a:lnTo>
                    <a:pt x="54" y="4"/>
                  </a:lnTo>
                  <a:lnTo>
                    <a:pt x="53" y="3"/>
                  </a:lnTo>
                  <a:lnTo>
                    <a:pt x="53" y="1"/>
                  </a:lnTo>
                  <a:lnTo>
                    <a:pt x="53" y="1"/>
                  </a:lnTo>
                  <a:lnTo>
                    <a:pt x="52" y="1"/>
                  </a:lnTo>
                  <a:lnTo>
                    <a:pt x="50" y="0"/>
                  </a:lnTo>
                  <a:lnTo>
                    <a:pt x="48" y="0"/>
                  </a:lnTo>
                  <a:lnTo>
                    <a:pt x="47" y="0"/>
                  </a:lnTo>
                  <a:lnTo>
                    <a:pt x="43" y="0"/>
                  </a:lnTo>
                  <a:lnTo>
                    <a:pt x="38" y="0"/>
                  </a:lnTo>
                  <a:lnTo>
                    <a:pt x="38" y="0"/>
                  </a:lnTo>
                  <a:lnTo>
                    <a:pt x="38" y="0"/>
                  </a:lnTo>
                  <a:lnTo>
                    <a:pt x="38" y="0"/>
                  </a:lnTo>
                  <a:lnTo>
                    <a:pt x="37" y="0"/>
                  </a:lnTo>
                  <a:lnTo>
                    <a:pt x="36" y="0"/>
                  </a:lnTo>
                  <a:lnTo>
                    <a:pt x="35" y="0"/>
                  </a:lnTo>
                  <a:lnTo>
                    <a:pt x="31" y="0"/>
                  </a:lnTo>
                  <a:lnTo>
                    <a:pt x="31" y="0"/>
                  </a:lnTo>
                  <a:lnTo>
                    <a:pt x="31" y="0"/>
                  </a:lnTo>
                  <a:lnTo>
                    <a:pt x="31" y="0"/>
                  </a:lnTo>
                  <a:lnTo>
                    <a:pt x="30" y="1"/>
                  </a:lnTo>
                  <a:lnTo>
                    <a:pt x="26" y="1"/>
                  </a:lnTo>
                  <a:lnTo>
                    <a:pt x="23" y="1"/>
                  </a:lnTo>
                  <a:lnTo>
                    <a:pt x="23" y="2"/>
                  </a:lnTo>
                  <a:lnTo>
                    <a:pt x="22" y="2"/>
                  </a:lnTo>
                  <a:lnTo>
                    <a:pt x="20" y="3"/>
                  </a:lnTo>
                  <a:lnTo>
                    <a:pt x="20" y="3"/>
                  </a:lnTo>
                  <a:lnTo>
                    <a:pt x="20" y="3"/>
                  </a:lnTo>
                  <a:lnTo>
                    <a:pt x="16" y="3"/>
                  </a:lnTo>
                  <a:lnTo>
                    <a:pt x="16" y="3"/>
                  </a:lnTo>
                  <a:lnTo>
                    <a:pt x="13" y="4"/>
                  </a:lnTo>
                  <a:lnTo>
                    <a:pt x="12" y="4"/>
                  </a:lnTo>
                  <a:lnTo>
                    <a:pt x="12" y="6"/>
                  </a:lnTo>
                  <a:lnTo>
                    <a:pt x="9" y="10"/>
                  </a:lnTo>
                  <a:lnTo>
                    <a:pt x="9" y="10"/>
                  </a:lnTo>
                  <a:lnTo>
                    <a:pt x="9" y="10"/>
                  </a:lnTo>
                  <a:lnTo>
                    <a:pt x="9" y="10"/>
                  </a:lnTo>
                  <a:lnTo>
                    <a:pt x="9" y="11"/>
                  </a:lnTo>
                  <a:lnTo>
                    <a:pt x="6" y="15"/>
                  </a:lnTo>
                  <a:lnTo>
                    <a:pt x="1" y="15"/>
                  </a:lnTo>
                  <a:lnTo>
                    <a:pt x="1" y="15"/>
                  </a:lnTo>
                  <a:lnTo>
                    <a:pt x="1" y="15"/>
                  </a:lnTo>
                  <a:lnTo>
                    <a:pt x="0" y="15"/>
                  </a:lnTo>
                  <a:lnTo>
                    <a:pt x="0" y="15"/>
                  </a:lnTo>
                  <a:lnTo>
                    <a:pt x="1" y="15"/>
                  </a:lnTo>
                  <a:lnTo>
                    <a:pt x="1" y="15"/>
                  </a:lnTo>
                  <a:lnTo>
                    <a:pt x="1" y="15"/>
                  </a:lnTo>
                  <a:lnTo>
                    <a:pt x="1" y="15"/>
                  </a:lnTo>
                  <a:lnTo>
                    <a:pt x="5" y="15"/>
                  </a:lnTo>
                  <a:lnTo>
                    <a:pt x="9" y="15"/>
                  </a:lnTo>
                  <a:lnTo>
                    <a:pt x="9" y="15"/>
                  </a:lnTo>
                  <a:lnTo>
                    <a:pt x="9" y="11"/>
                  </a:lnTo>
                  <a:lnTo>
                    <a:pt x="9" y="10"/>
                  </a:lnTo>
                  <a:lnTo>
                    <a:pt x="9" y="10"/>
                  </a:lnTo>
                  <a:lnTo>
                    <a:pt x="12" y="10"/>
                  </a:lnTo>
                  <a:lnTo>
                    <a:pt x="12" y="10"/>
                  </a:lnTo>
                  <a:lnTo>
                    <a:pt x="12" y="10"/>
                  </a:lnTo>
                  <a:lnTo>
                    <a:pt x="12" y="10"/>
                  </a:lnTo>
                  <a:lnTo>
                    <a:pt x="12" y="10"/>
                  </a:lnTo>
                  <a:lnTo>
                    <a:pt x="12" y="10"/>
                  </a:lnTo>
                  <a:lnTo>
                    <a:pt x="12" y="10"/>
                  </a:lnTo>
                  <a:lnTo>
                    <a:pt x="12" y="10"/>
                  </a:lnTo>
                  <a:lnTo>
                    <a:pt x="16" y="10"/>
                  </a:lnTo>
                  <a:lnTo>
                    <a:pt x="16" y="10"/>
                  </a:lnTo>
                  <a:lnTo>
                    <a:pt x="17" y="10"/>
                  </a:lnTo>
                  <a:lnTo>
                    <a:pt x="20" y="10"/>
                  </a:lnTo>
                  <a:lnTo>
                    <a:pt x="20" y="10"/>
                  </a:lnTo>
                  <a:lnTo>
                    <a:pt x="20" y="6"/>
                  </a:lnTo>
                  <a:lnTo>
                    <a:pt x="22" y="4"/>
                  </a:lnTo>
                  <a:lnTo>
                    <a:pt x="23" y="4"/>
                  </a:lnTo>
                  <a:lnTo>
                    <a:pt x="23" y="4"/>
                  </a:lnTo>
                  <a:lnTo>
                    <a:pt x="26" y="6"/>
                  </a:lnTo>
                  <a:lnTo>
                    <a:pt x="30" y="6"/>
                  </a:lnTo>
                  <a:lnTo>
                    <a:pt x="31" y="10"/>
                  </a:lnTo>
                  <a:lnTo>
                    <a:pt x="31" y="10"/>
                  </a:lnTo>
                  <a:lnTo>
                    <a:pt x="31" y="10"/>
                  </a:lnTo>
                  <a:lnTo>
                    <a:pt x="31" y="10"/>
                  </a:lnTo>
                  <a:lnTo>
                    <a:pt x="31" y="10"/>
                  </a:lnTo>
                  <a:lnTo>
                    <a:pt x="35" y="10"/>
                  </a:lnTo>
                  <a:lnTo>
                    <a:pt x="35" y="11"/>
                  </a:lnTo>
                  <a:lnTo>
                    <a:pt x="35" y="15"/>
                  </a:lnTo>
                  <a:lnTo>
                    <a:pt x="35" y="15"/>
                  </a:lnTo>
                  <a:lnTo>
                    <a:pt x="35" y="15"/>
                  </a:lnTo>
                  <a:lnTo>
                    <a:pt x="35" y="18"/>
                  </a:lnTo>
                  <a:lnTo>
                    <a:pt x="35" y="20"/>
                  </a:lnTo>
                  <a:lnTo>
                    <a:pt x="35" y="22"/>
                  </a:lnTo>
                  <a:lnTo>
                    <a:pt x="35" y="22"/>
                  </a:lnTo>
                  <a:lnTo>
                    <a:pt x="35" y="24"/>
                  </a:lnTo>
                  <a:lnTo>
                    <a:pt x="35" y="26"/>
                  </a:lnTo>
                  <a:lnTo>
                    <a:pt x="35" y="26"/>
                  </a:lnTo>
                  <a:lnTo>
                    <a:pt x="31" y="27"/>
                  </a:lnTo>
                  <a:lnTo>
                    <a:pt x="31" y="27"/>
                  </a:lnTo>
                  <a:lnTo>
                    <a:pt x="31" y="29"/>
                  </a:lnTo>
                  <a:lnTo>
                    <a:pt x="31" y="29"/>
                  </a:lnTo>
                  <a:lnTo>
                    <a:pt x="31" y="32"/>
                  </a:lnTo>
                  <a:lnTo>
                    <a:pt x="31" y="32"/>
                  </a:lnTo>
                  <a:lnTo>
                    <a:pt x="31" y="32"/>
                  </a:lnTo>
                  <a:lnTo>
                    <a:pt x="31" y="34"/>
                  </a:lnTo>
                  <a:lnTo>
                    <a:pt x="31" y="34"/>
                  </a:lnTo>
                  <a:lnTo>
                    <a:pt x="30" y="34"/>
                  </a:lnTo>
                  <a:lnTo>
                    <a:pt x="30" y="34"/>
                  </a:lnTo>
                  <a:lnTo>
                    <a:pt x="27" y="35"/>
                  </a:lnTo>
                  <a:lnTo>
                    <a:pt x="26" y="36"/>
                  </a:lnTo>
                  <a:lnTo>
                    <a:pt x="26" y="38"/>
                  </a:lnTo>
                  <a:lnTo>
                    <a:pt x="23" y="38"/>
                  </a:lnTo>
                  <a:lnTo>
                    <a:pt x="23" y="38"/>
                  </a:lnTo>
                  <a:lnTo>
                    <a:pt x="23" y="38"/>
                  </a:lnTo>
                  <a:lnTo>
                    <a:pt x="23" y="38"/>
                  </a:lnTo>
                  <a:lnTo>
                    <a:pt x="23" y="38"/>
                  </a:lnTo>
                  <a:lnTo>
                    <a:pt x="23" y="38"/>
                  </a:lnTo>
                  <a:lnTo>
                    <a:pt x="26" y="38"/>
                  </a:lnTo>
                  <a:lnTo>
                    <a:pt x="27" y="39"/>
                  </a:lnTo>
                  <a:lnTo>
                    <a:pt x="30" y="39"/>
                  </a:lnTo>
                  <a:lnTo>
                    <a:pt x="31" y="38"/>
                  </a:lnTo>
                  <a:lnTo>
                    <a:pt x="31" y="38"/>
                  </a:lnTo>
                  <a:lnTo>
                    <a:pt x="31" y="38"/>
                  </a:lnTo>
                  <a:lnTo>
                    <a:pt x="31" y="36"/>
                  </a:lnTo>
                  <a:lnTo>
                    <a:pt x="31" y="36"/>
                  </a:lnTo>
                  <a:lnTo>
                    <a:pt x="35" y="36"/>
                  </a:lnTo>
                  <a:lnTo>
                    <a:pt x="36" y="36"/>
                  </a:lnTo>
                  <a:lnTo>
                    <a:pt x="37" y="36"/>
                  </a:lnTo>
                  <a:lnTo>
                    <a:pt x="38" y="36"/>
                  </a:lnTo>
                  <a:lnTo>
                    <a:pt x="38" y="35"/>
                  </a:lnTo>
                  <a:lnTo>
                    <a:pt x="38" y="35"/>
                  </a:lnTo>
                  <a:lnTo>
                    <a:pt x="41" y="35"/>
                  </a:lnTo>
                  <a:lnTo>
                    <a:pt x="43" y="35"/>
                  </a:lnTo>
                  <a:lnTo>
                    <a:pt x="44" y="35"/>
                  </a:lnTo>
                  <a:lnTo>
                    <a:pt x="47" y="35"/>
                  </a:lnTo>
                  <a:lnTo>
                    <a:pt x="48" y="35"/>
                  </a:lnTo>
                  <a:lnTo>
                    <a:pt x="48" y="35"/>
                  </a:lnTo>
                  <a:lnTo>
                    <a:pt x="49" y="35"/>
                  </a:lnTo>
                  <a:lnTo>
                    <a:pt x="52" y="34"/>
                  </a:lnTo>
                  <a:lnTo>
                    <a:pt x="53" y="32"/>
                  </a:lnTo>
                  <a:lnTo>
                    <a:pt x="53" y="32"/>
                  </a:lnTo>
                  <a:lnTo>
                    <a:pt x="54" y="32"/>
                  </a:lnTo>
                  <a:lnTo>
                    <a:pt x="57" y="34"/>
                  </a:lnTo>
                  <a:lnTo>
                    <a:pt x="57" y="34"/>
                  </a:lnTo>
                  <a:lnTo>
                    <a:pt x="60" y="34"/>
                  </a:lnTo>
                  <a:lnTo>
                    <a:pt x="60" y="34"/>
                  </a:lnTo>
                  <a:lnTo>
                    <a:pt x="64" y="34"/>
                  </a:lnTo>
                  <a:lnTo>
                    <a:pt x="67" y="35"/>
                  </a:lnTo>
                  <a:lnTo>
                    <a:pt x="71" y="36"/>
                  </a:lnTo>
                  <a:lnTo>
                    <a:pt x="72" y="39"/>
                  </a:lnTo>
                  <a:lnTo>
                    <a:pt x="72" y="39"/>
                  </a:lnTo>
                  <a:lnTo>
                    <a:pt x="73" y="40"/>
                  </a:lnTo>
                  <a:lnTo>
                    <a:pt x="73" y="42"/>
                  </a:lnTo>
                  <a:lnTo>
                    <a:pt x="78" y="42"/>
                  </a:lnTo>
                  <a:lnTo>
                    <a:pt x="78" y="42"/>
                  </a:lnTo>
                  <a:lnTo>
                    <a:pt x="79" y="42"/>
                  </a:lnTo>
                  <a:lnTo>
                    <a:pt x="79" y="48"/>
                  </a:lnTo>
                  <a:lnTo>
                    <a:pt x="79" y="49"/>
                  </a:lnTo>
                  <a:lnTo>
                    <a:pt x="80" y="49"/>
                  </a:lnTo>
                  <a:lnTo>
                    <a:pt x="84" y="55"/>
                  </a:lnTo>
                  <a:lnTo>
                    <a:pt x="86" y="55"/>
                  </a:lnTo>
                  <a:lnTo>
                    <a:pt x="89" y="57"/>
                  </a:lnTo>
                  <a:lnTo>
                    <a:pt x="89" y="59"/>
                  </a:lnTo>
                  <a:lnTo>
                    <a:pt x="89" y="59"/>
                  </a:lnTo>
                  <a:lnTo>
                    <a:pt x="89" y="59"/>
                  </a:lnTo>
                  <a:lnTo>
                    <a:pt x="92" y="59"/>
                  </a:lnTo>
                  <a:lnTo>
                    <a:pt x="92" y="61"/>
                  </a:lnTo>
                  <a:lnTo>
                    <a:pt x="92" y="61"/>
                  </a:lnTo>
                  <a:lnTo>
                    <a:pt x="92" y="61"/>
                  </a:lnTo>
                  <a:lnTo>
                    <a:pt x="95" y="62"/>
                  </a:lnTo>
                  <a:lnTo>
                    <a:pt x="95" y="63"/>
                  </a:lnTo>
                  <a:lnTo>
                    <a:pt x="96" y="64"/>
                  </a:lnTo>
                  <a:lnTo>
                    <a:pt x="98" y="66"/>
                  </a:lnTo>
                  <a:lnTo>
                    <a:pt x="98" y="66"/>
                  </a:lnTo>
                  <a:lnTo>
                    <a:pt x="98" y="66"/>
                  </a:lnTo>
                  <a:lnTo>
                    <a:pt x="98" y="66"/>
                  </a:lnTo>
                  <a:lnTo>
                    <a:pt x="99" y="68"/>
                  </a:lnTo>
                  <a:lnTo>
                    <a:pt x="99" y="68"/>
                  </a:lnTo>
                  <a:lnTo>
                    <a:pt x="99" y="68"/>
                  </a:lnTo>
                  <a:lnTo>
                    <a:pt x="101" y="69"/>
                  </a:lnTo>
                  <a:lnTo>
                    <a:pt x="101" y="70"/>
                  </a:lnTo>
                  <a:lnTo>
                    <a:pt x="102" y="74"/>
                  </a:lnTo>
                  <a:lnTo>
                    <a:pt x="102" y="74"/>
                  </a:lnTo>
                  <a:lnTo>
                    <a:pt x="102" y="74"/>
                  </a:lnTo>
                  <a:lnTo>
                    <a:pt x="102" y="74"/>
                  </a:lnTo>
                  <a:lnTo>
                    <a:pt x="102" y="74"/>
                  </a:lnTo>
                  <a:lnTo>
                    <a:pt x="102" y="74"/>
                  </a:lnTo>
                </a:path>
              </a:pathLst>
            </a:custGeom>
            <a:solidFill>
              <a:srgbClr val="ffc0b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91" name=""/>
            <p:cNvSpPr/>
            <p:nvPr/>
          </p:nvSpPr>
          <p:spPr>
            <a:xfrm>
              <a:off x="7269120" y="4029120"/>
              <a:ext cx="76320" cy="65160"/>
            </a:xfrm>
            <a:custGeom>
              <a:avLst/>
              <a:gdLst/>
              <a:ahLst/>
              <a:rect l="l" t="t" r="r" b="b"/>
              <a:pathLst>
                <a:path w="48" h="41">
                  <a:moveTo>
                    <a:pt x="46" y="39"/>
                  </a:moveTo>
                  <a:lnTo>
                    <a:pt x="46" y="38"/>
                  </a:lnTo>
                  <a:lnTo>
                    <a:pt x="46" y="36"/>
                  </a:lnTo>
                  <a:lnTo>
                    <a:pt x="46" y="35"/>
                  </a:lnTo>
                  <a:lnTo>
                    <a:pt x="46" y="35"/>
                  </a:lnTo>
                  <a:lnTo>
                    <a:pt x="45" y="34"/>
                  </a:lnTo>
                  <a:lnTo>
                    <a:pt x="45" y="34"/>
                  </a:lnTo>
                  <a:lnTo>
                    <a:pt x="44" y="32"/>
                  </a:lnTo>
                  <a:lnTo>
                    <a:pt x="44" y="32"/>
                  </a:lnTo>
                  <a:lnTo>
                    <a:pt x="43" y="31"/>
                  </a:lnTo>
                  <a:lnTo>
                    <a:pt x="41" y="31"/>
                  </a:lnTo>
                  <a:lnTo>
                    <a:pt x="39" y="29"/>
                  </a:lnTo>
                  <a:lnTo>
                    <a:pt x="38" y="29"/>
                  </a:lnTo>
                  <a:lnTo>
                    <a:pt x="38" y="29"/>
                  </a:lnTo>
                  <a:lnTo>
                    <a:pt x="38" y="29"/>
                  </a:lnTo>
                  <a:lnTo>
                    <a:pt x="38" y="27"/>
                  </a:lnTo>
                  <a:lnTo>
                    <a:pt x="38" y="27"/>
                  </a:lnTo>
                  <a:lnTo>
                    <a:pt x="38" y="26"/>
                  </a:lnTo>
                  <a:lnTo>
                    <a:pt x="38" y="26"/>
                  </a:lnTo>
                  <a:lnTo>
                    <a:pt x="37" y="25"/>
                  </a:lnTo>
                  <a:lnTo>
                    <a:pt x="34" y="24"/>
                  </a:lnTo>
                  <a:lnTo>
                    <a:pt x="34" y="22"/>
                  </a:lnTo>
                  <a:lnTo>
                    <a:pt x="34" y="22"/>
                  </a:lnTo>
                  <a:lnTo>
                    <a:pt x="34" y="22"/>
                  </a:lnTo>
                  <a:lnTo>
                    <a:pt x="34" y="21"/>
                  </a:lnTo>
                  <a:lnTo>
                    <a:pt x="34" y="18"/>
                  </a:lnTo>
                  <a:lnTo>
                    <a:pt x="32" y="18"/>
                  </a:lnTo>
                  <a:lnTo>
                    <a:pt x="31" y="15"/>
                  </a:lnTo>
                  <a:lnTo>
                    <a:pt x="31" y="15"/>
                  </a:lnTo>
                  <a:lnTo>
                    <a:pt x="31" y="15"/>
                  </a:lnTo>
                  <a:lnTo>
                    <a:pt x="31" y="15"/>
                  </a:lnTo>
                  <a:lnTo>
                    <a:pt x="31" y="15"/>
                  </a:lnTo>
                  <a:lnTo>
                    <a:pt x="31" y="15"/>
                  </a:lnTo>
                  <a:lnTo>
                    <a:pt x="31" y="11"/>
                  </a:lnTo>
                  <a:lnTo>
                    <a:pt x="30" y="11"/>
                  </a:lnTo>
                  <a:lnTo>
                    <a:pt x="28" y="10"/>
                  </a:lnTo>
                  <a:lnTo>
                    <a:pt x="28" y="10"/>
                  </a:lnTo>
                  <a:lnTo>
                    <a:pt x="28" y="10"/>
                  </a:lnTo>
                  <a:lnTo>
                    <a:pt x="27" y="10"/>
                  </a:lnTo>
                  <a:lnTo>
                    <a:pt x="27" y="6"/>
                  </a:lnTo>
                  <a:lnTo>
                    <a:pt x="27" y="4"/>
                  </a:lnTo>
                  <a:lnTo>
                    <a:pt x="27" y="3"/>
                  </a:lnTo>
                  <a:lnTo>
                    <a:pt x="27" y="3"/>
                  </a:lnTo>
                  <a:lnTo>
                    <a:pt x="26" y="3"/>
                  </a:lnTo>
                  <a:lnTo>
                    <a:pt x="24" y="2"/>
                  </a:lnTo>
                  <a:lnTo>
                    <a:pt x="24" y="2"/>
                  </a:lnTo>
                  <a:lnTo>
                    <a:pt x="23" y="2"/>
                  </a:lnTo>
                  <a:lnTo>
                    <a:pt x="23" y="1"/>
                  </a:lnTo>
                  <a:lnTo>
                    <a:pt x="22" y="1"/>
                  </a:lnTo>
                  <a:lnTo>
                    <a:pt x="22" y="1"/>
                  </a:lnTo>
                  <a:lnTo>
                    <a:pt x="22" y="1"/>
                  </a:lnTo>
                  <a:lnTo>
                    <a:pt x="21" y="1"/>
                  </a:lnTo>
                  <a:lnTo>
                    <a:pt x="18" y="1"/>
                  </a:lnTo>
                  <a:lnTo>
                    <a:pt x="17" y="1"/>
                  </a:lnTo>
                  <a:lnTo>
                    <a:pt x="15" y="1"/>
                  </a:lnTo>
                  <a:lnTo>
                    <a:pt x="12" y="1"/>
                  </a:lnTo>
                  <a:lnTo>
                    <a:pt x="12" y="1"/>
                  </a:lnTo>
                  <a:lnTo>
                    <a:pt x="12" y="0"/>
                  </a:lnTo>
                  <a:lnTo>
                    <a:pt x="12" y="0"/>
                  </a:lnTo>
                  <a:lnTo>
                    <a:pt x="12" y="1"/>
                  </a:lnTo>
                  <a:lnTo>
                    <a:pt x="11" y="1"/>
                  </a:lnTo>
                  <a:lnTo>
                    <a:pt x="10" y="1"/>
                  </a:lnTo>
                  <a:lnTo>
                    <a:pt x="9" y="1"/>
                  </a:lnTo>
                  <a:lnTo>
                    <a:pt x="9" y="1"/>
                  </a:lnTo>
                  <a:lnTo>
                    <a:pt x="5" y="1"/>
                  </a:lnTo>
                  <a:lnTo>
                    <a:pt x="5" y="1"/>
                  </a:lnTo>
                  <a:lnTo>
                    <a:pt x="5" y="1"/>
                  </a:lnTo>
                  <a:lnTo>
                    <a:pt x="5" y="1"/>
                  </a:lnTo>
                  <a:lnTo>
                    <a:pt x="5" y="1"/>
                  </a:lnTo>
                  <a:lnTo>
                    <a:pt x="4" y="2"/>
                  </a:lnTo>
                  <a:lnTo>
                    <a:pt x="2" y="2"/>
                  </a:lnTo>
                  <a:lnTo>
                    <a:pt x="0" y="2"/>
                  </a:lnTo>
                  <a:lnTo>
                    <a:pt x="0" y="2"/>
                  </a:lnTo>
                  <a:lnTo>
                    <a:pt x="0" y="2"/>
                  </a:lnTo>
                  <a:lnTo>
                    <a:pt x="0" y="2"/>
                  </a:lnTo>
                  <a:lnTo>
                    <a:pt x="0" y="2"/>
                  </a:lnTo>
                  <a:lnTo>
                    <a:pt x="4" y="2"/>
                  </a:lnTo>
                  <a:lnTo>
                    <a:pt x="4" y="2"/>
                  </a:lnTo>
                  <a:lnTo>
                    <a:pt x="5" y="2"/>
                  </a:lnTo>
                  <a:lnTo>
                    <a:pt x="5" y="2"/>
                  </a:lnTo>
                  <a:lnTo>
                    <a:pt x="5" y="2"/>
                  </a:lnTo>
                  <a:lnTo>
                    <a:pt x="9" y="2"/>
                  </a:lnTo>
                  <a:lnTo>
                    <a:pt x="9" y="1"/>
                  </a:lnTo>
                  <a:lnTo>
                    <a:pt x="11" y="1"/>
                  </a:lnTo>
                  <a:lnTo>
                    <a:pt x="12" y="1"/>
                  </a:lnTo>
                  <a:lnTo>
                    <a:pt x="12" y="1"/>
                  </a:lnTo>
                  <a:lnTo>
                    <a:pt x="12" y="1"/>
                  </a:lnTo>
                  <a:lnTo>
                    <a:pt x="12" y="2"/>
                  </a:lnTo>
                  <a:lnTo>
                    <a:pt x="12" y="2"/>
                  </a:lnTo>
                  <a:lnTo>
                    <a:pt x="15" y="2"/>
                  </a:lnTo>
                  <a:lnTo>
                    <a:pt x="15" y="2"/>
                  </a:lnTo>
                  <a:lnTo>
                    <a:pt x="17" y="2"/>
                  </a:lnTo>
                  <a:lnTo>
                    <a:pt x="18" y="2"/>
                  </a:lnTo>
                  <a:lnTo>
                    <a:pt x="21" y="3"/>
                  </a:lnTo>
                  <a:lnTo>
                    <a:pt x="22" y="3"/>
                  </a:lnTo>
                  <a:lnTo>
                    <a:pt x="22" y="3"/>
                  </a:lnTo>
                  <a:lnTo>
                    <a:pt x="22" y="4"/>
                  </a:lnTo>
                  <a:lnTo>
                    <a:pt x="22" y="4"/>
                  </a:lnTo>
                  <a:lnTo>
                    <a:pt x="23" y="6"/>
                  </a:lnTo>
                  <a:lnTo>
                    <a:pt x="23" y="10"/>
                  </a:lnTo>
                  <a:lnTo>
                    <a:pt x="23" y="10"/>
                  </a:lnTo>
                  <a:lnTo>
                    <a:pt x="24" y="10"/>
                  </a:lnTo>
                  <a:lnTo>
                    <a:pt x="24" y="10"/>
                  </a:lnTo>
                  <a:lnTo>
                    <a:pt x="26" y="10"/>
                  </a:lnTo>
                  <a:lnTo>
                    <a:pt x="26" y="10"/>
                  </a:lnTo>
                  <a:lnTo>
                    <a:pt x="27" y="10"/>
                  </a:lnTo>
                  <a:lnTo>
                    <a:pt x="27" y="15"/>
                  </a:lnTo>
                  <a:lnTo>
                    <a:pt x="27" y="15"/>
                  </a:lnTo>
                  <a:lnTo>
                    <a:pt x="27" y="15"/>
                  </a:lnTo>
                  <a:lnTo>
                    <a:pt x="27" y="15"/>
                  </a:lnTo>
                  <a:lnTo>
                    <a:pt x="28" y="15"/>
                  </a:lnTo>
                  <a:lnTo>
                    <a:pt x="28" y="15"/>
                  </a:lnTo>
                  <a:lnTo>
                    <a:pt x="30" y="18"/>
                  </a:lnTo>
                  <a:lnTo>
                    <a:pt x="30" y="18"/>
                  </a:lnTo>
                  <a:lnTo>
                    <a:pt x="31" y="21"/>
                  </a:lnTo>
                  <a:lnTo>
                    <a:pt x="31" y="22"/>
                  </a:lnTo>
                  <a:lnTo>
                    <a:pt x="30" y="22"/>
                  </a:lnTo>
                  <a:lnTo>
                    <a:pt x="30" y="25"/>
                  </a:lnTo>
                  <a:lnTo>
                    <a:pt x="30" y="26"/>
                  </a:lnTo>
                  <a:lnTo>
                    <a:pt x="28" y="27"/>
                  </a:lnTo>
                  <a:lnTo>
                    <a:pt x="28" y="29"/>
                  </a:lnTo>
                  <a:lnTo>
                    <a:pt x="27" y="29"/>
                  </a:lnTo>
                  <a:lnTo>
                    <a:pt x="27" y="29"/>
                  </a:lnTo>
                  <a:lnTo>
                    <a:pt x="27" y="29"/>
                  </a:lnTo>
                  <a:lnTo>
                    <a:pt x="27" y="32"/>
                  </a:lnTo>
                  <a:lnTo>
                    <a:pt x="27" y="32"/>
                  </a:lnTo>
                  <a:lnTo>
                    <a:pt x="26" y="32"/>
                  </a:lnTo>
                  <a:lnTo>
                    <a:pt x="24" y="32"/>
                  </a:lnTo>
                  <a:lnTo>
                    <a:pt x="23" y="32"/>
                  </a:lnTo>
                  <a:lnTo>
                    <a:pt x="22" y="32"/>
                  </a:lnTo>
                  <a:lnTo>
                    <a:pt x="22" y="32"/>
                  </a:lnTo>
                  <a:lnTo>
                    <a:pt x="22" y="34"/>
                  </a:lnTo>
                  <a:lnTo>
                    <a:pt x="21" y="34"/>
                  </a:lnTo>
                  <a:lnTo>
                    <a:pt x="21" y="34"/>
                  </a:lnTo>
                  <a:lnTo>
                    <a:pt x="21" y="35"/>
                  </a:lnTo>
                  <a:lnTo>
                    <a:pt x="18" y="35"/>
                  </a:lnTo>
                  <a:lnTo>
                    <a:pt x="18" y="35"/>
                  </a:lnTo>
                  <a:lnTo>
                    <a:pt x="18" y="35"/>
                  </a:lnTo>
                  <a:lnTo>
                    <a:pt x="21" y="35"/>
                  </a:lnTo>
                  <a:lnTo>
                    <a:pt x="21" y="35"/>
                  </a:lnTo>
                  <a:lnTo>
                    <a:pt x="22" y="35"/>
                  </a:lnTo>
                  <a:lnTo>
                    <a:pt x="22" y="35"/>
                  </a:lnTo>
                  <a:lnTo>
                    <a:pt x="23" y="35"/>
                  </a:lnTo>
                  <a:lnTo>
                    <a:pt x="24" y="35"/>
                  </a:lnTo>
                  <a:lnTo>
                    <a:pt x="26" y="35"/>
                  </a:lnTo>
                  <a:lnTo>
                    <a:pt x="27" y="34"/>
                  </a:lnTo>
                  <a:lnTo>
                    <a:pt x="27" y="34"/>
                  </a:lnTo>
                  <a:lnTo>
                    <a:pt x="27" y="34"/>
                  </a:lnTo>
                  <a:lnTo>
                    <a:pt x="28" y="34"/>
                  </a:lnTo>
                  <a:lnTo>
                    <a:pt x="28" y="34"/>
                  </a:lnTo>
                  <a:lnTo>
                    <a:pt x="30" y="34"/>
                  </a:lnTo>
                  <a:lnTo>
                    <a:pt x="31" y="34"/>
                  </a:lnTo>
                  <a:lnTo>
                    <a:pt x="31" y="34"/>
                  </a:lnTo>
                  <a:lnTo>
                    <a:pt x="31" y="34"/>
                  </a:lnTo>
                  <a:lnTo>
                    <a:pt x="31" y="34"/>
                  </a:lnTo>
                  <a:lnTo>
                    <a:pt x="32" y="34"/>
                  </a:lnTo>
                  <a:lnTo>
                    <a:pt x="34" y="34"/>
                  </a:lnTo>
                  <a:lnTo>
                    <a:pt x="34" y="34"/>
                  </a:lnTo>
                  <a:lnTo>
                    <a:pt x="34" y="34"/>
                  </a:lnTo>
                  <a:lnTo>
                    <a:pt x="34" y="34"/>
                  </a:lnTo>
                  <a:lnTo>
                    <a:pt x="38" y="34"/>
                  </a:lnTo>
                  <a:lnTo>
                    <a:pt x="38" y="34"/>
                  </a:lnTo>
                  <a:lnTo>
                    <a:pt x="38" y="34"/>
                  </a:lnTo>
                  <a:lnTo>
                    <a:pt x="38" y="34"/>
                  </a:lnTo>
                  <a:lnTo>
                    <a:pt x="38" y="34"/>
                  </a:lnTo>
                  <a:lnTo>
                    <a:pt x="38" y="35"/>
                  </a:lnTo>
                  <a:lnTo>
                    <a:pt x="38" y="35"/>
                  </a:lnTo>
                  <a:lnTo>
                    <a:pt x="39" y="36"/>
                  </a:lnTo>
                  <a:lnTo>
                    <a:pt x="41" y="36"/>
                  </a:lnTo>
                  <a:lnTo>
                    <a:pt x="43" y="38"/>
                  </a:lnTo>
                  <a:lnTo>
                    <a:pt x="45" y="38"/>
                  </a:lnTo>
                  <a:lnTo>
                    <a:pt x="45" y="39"/>
                  </a:lnTo>
                  <a:lnTo>
                    <a:pt x="46" y="39"/>
                  </a:lnTo>
                  <a:lnTo>
                    <a:pt x="46" y="39"/>
                  </a:lnTo>
                  <a:lnTo>
                    <a:pt x="46" y="39"/>
                  </a:lnTo>
                  <a:lnTo>
                    <a:pt x="47" y="40"/>
                  </a:lnTo>
                  <a:lnTo>
                    <a:pt x="47" y="40"/>
                  </a:lnTo>
                  <a:lnTo>
                    <a:pt x="46" y="39"/>
                  </a:lnTo>
                  <a:lnTo>
                    <a:pt x="46" y="39"/>
                  </a:lnTo>
                </a:path>
              </a:pathLst>
            </a:custGeom>
            <a:solidFill>
              <a:srgbClr val="a1e2ff"/>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2792" name=""/>
            <p:cNvSpPr/>
            <p:nvPr/>
          </p:nvSpPr>
          <p:spPr>
            <a:xfrm>
              <a:off x="6469200" y="3581280"/>
              <a:ext cx="104760" cy="74880"/>
            </a:xfrm>
            <a:custGeom>
              <a:avLst/>
              <a:gdLst/>
              <a:ahLst/>
              <a:rect l="l" t="t" r="r" b="b"/>
              <a:pathLst>
                <a:path w="66" h="47">
                  <a:moveTo>
                    <a:pt x="37" y="46"/>
                  </a:moveTo>
                  <a:lnTo>
                    <a:pt x="38" y="46"/>
                  </a:lnTo>
                  <a:lnTo>
                    <a:pt x="38" y="46"/>
                  </a:lnTo>
                  <a:lnTo>
                    <a:pt x="42" y="46"/>
                  </a:lnTo>
                  <a:lnTo>
                    <a:pt x="42" y="46"/>
                  </a:lnTo>
                  <a:lnTo>
                    <a:pt x="45" y="41"/>
                  </a:lnTo>
                  <a:lnTo>
                    <a:pt x="45" y="41"/>
                  </a:lnTo>
                  <a:lnTo>
                    <a:pt x="47" y="41"/>
                  </a:lnTo>
                  <a:lnTo>
                    <a:pt x="52" y="46"/>
                  </a:lnTo>
                  <a:lnTo>
                    <a:pt x="52" y="41"/>
                  </a:lnTo>
                  <a:lnTo>
                    <a:pt x="54" y="41"/>
                  </a:lnTo>
                  <a:lnTo>
                    <a:pt x="54" y="40"/>
                  </a:lnTo>
                  <a:lnTo>
                    <a:pt x="54" y="39"/>
                  </a:lnTo>
                  <a:lnTo>
                    <a:pt x="54" y="37"/>
                  </a:lnTo>
                  <a:lnTo>
                    <a:pt x="56" y="37"/>
                  </a:lnTo>
                  <a:lnTo>
                    <a:pt x="57" y="35"/>
                  </a:lnTo>
                  <a:lnTo>
                    <a:pt x="57" y="34"/>
                  </a:lnTo>
                  <a:lnTo>
                    <a:pt x="57" y="33"/>
                  </a:lnTo>
                  <a:lnTo>
                    <a:pt x="57" y="28"/>
                  </a:lnTo>
                  <a:lnTo>
                    <a:pt x="58" y="25"/>
                  </a:lnTo>
                  <a:lnTo>
                    <a:pt x="59" y="24"/>
                  </a:lnTo>
                  <a:lnTo>
                    <a:pt x="59" y="24"/>
                  </a:lnTo>
                  <a:lnTo>
                    <a:pt x="59" y="23"/>
                  </a:lnTo>
                  <a:lnTo>
                    <a:pt x="59" y="21"/>
                  </a:lnTo>
                  <a:lnTo>
                    <a:pt x="58" y="18"/>
                  </a:lnTo>
                  <a:lnTo>
                    <a:pt x="57" y="17"/>
                  </a:lnTo>
                  <a:lnTo>
                    <a:pt x="57" y="16"/>
                  </a:lnTo>
                  <a:lnTo>
                    <a:pt x="57" y="16"/>
                  </a:lnTo>
                  <a:lnTo>
                    <a:pt x="57" y="14"/>
                  </a:lnTo>
                  <a:lnTo>
                    <a:pt x="57" y="14"/>
                  </a:lnTo>
                  <a:lnTo>
                    <a:pt x="57" y="14"/>
                  </a:lnTo>
                  <a:lnTo>
                    <a:pt x="54" y="14"/>
                  </a:lnTo>
                  <a:lnTo>
                    <a:pt x="52" y="12"/>
                  </a:lnTo>
                  <a:lnTo>
                    <a:pt x="52" y="11"/>
                  </a:lnTo>
                  <a:lnTo>
                    <a:pt x="47" y="11"/>
                  </a:lnTo>
                  <a:lnTo>
                    <a:pt x="46" y="10"/>
                  </a:lnTo>
                  <a:lnTo>
                    <a:pt x="45" y="7"/>
                  </a:lnTo>
                  <a:lnTo>
                    <a:pt x="44" y="7"/>
                  </a:lnTo>
                  <a:lnTo>
                    <a:pt x="42" y="6"/>
                  </a:lnTo>
                  <a:lnTo>
                    <a:pt x="42" y="6"/>
                  </a:lnTo>
                  <a:lnTo>
                    <a:pt x="38" y="7"/>
                  </a:lnTo>
                  <a:lnTo>
                    <a:pt x="37" y="7"/>
                  </a:lnTo>
                  <a:lnTo>
                    <a:pt x="35" y="9"/>
                  </a:lnTo>
                  <a:lnTo>
                    <a:pt x="35" y="9"/>
                  </a:lnTo>
                  <a:lnTo>
                    <a:pt x="33" y="9"/>
                  </a:lnTo>
                  <a:lnTo>
                    <a:pt x="33" y="9"/>
                  </a:lnTo>
                  <a:lnTo>
                    <a:pt x="33" y="9"/>
                  </a:lnTo>
                  <a:lnTo>
                    <a:pt x="30" y="10"/>
                  </a:lnTo>
                  <a:lnTo>
                    <a:pt x="30" y="10"/>
                  </a:lnTo>
                  <a:lnTo>
                    <a:pt x="27" y="11"/>
                  </a:lnTo>
                  <a:lnTo>
                    <a:pt x="27" y="11"/>
                  </a:lnTo>
                  <a:lnTo>
                    <a:pt x="27" y="14"/>
                  </a:lnTo>
                  <a:lnTo>
                    <a:pt x="23" y="14"/>
                  </a:lnTo>
                  <a:lnTo>
                    <a:pt x="23" y="14"/>
                  </a:lnTo>
                  <a:lnTo>
                    <a:pt x="18" y="16"/>
                  </a:lnTo>
                  <a:lnTo>
                    <a:pt x="17" y="17"/>
                  </a:lnTo>
                  <a:lnTo>
                    <a:pt x="17" y="17"/>
                  </a:lnTo>
                  <a:lnTo>
                    <a:pt x="16" y="18"/>
                  </a:lnTo>
                  <a:lnTo>
                    <a:pt x="16" y="21"/>
                  </a:lnTo>
                  <a:lnTo>
                    <a:pt x="14" y="21"/>
                  </a:lnTo>
                  <a:lnTo>
                    <a:pt x="11" y="21"/>
                  </a:lnTo>
                  <a:lnTo>
                    <a:pt x="11" y="23"/>
                  </a:lnTo>
                  <a:lnTo>
                    <a:pt x="10" y="23"/>
                  </a:lnTo>
                  <a:lnTo>
                    <a:pt x="6" y="24"/>
                  </a:lnTo>
                  <a:lnTo>
                    <a:pt x="5" y="24"/>
                  </a:lnTo>
                  <a:lnTo>
                    <a:pt x="5" y="25"/>
                  </a:lnTo>
                  <a:lnTo>
                    <a:pt x="3" y="26"/>
                  </a:lnTo>
                  <a:lnTo>
                    <a:pt x="2" y="28"/>
                  </a:lnTo>
                  <a:lnTo>
                    <a:pt x="0" y="26"/>
                  </a:lnTo>
                  <a:lnTo>
                    <a:pt x="0" y="26"/>
                  </a:lnTo>
                  <a:lnTo>
                    <a:pt x="3" y="26"/>
                  </a:lnTo>
                  <a:lnTo>
                    <a:pt x="4" y="24"/>
                  </a:lnTo>
                  <a:lnTo>
                    <a:pt x="5" y="24"/>
                  </a:lnTo>
                  <a:lnTo>
                    <a:pt x="6" y="23"/>
                  </a:lnTo>
                  <a:lnTo>
                    <a:pt x="10" y="21"/>
                  </a:lnTo>
                  <a:lnTo>
                    <a:pt x="11" y="20"/>
                  </a:lnTo>
                  <a:lnTo>
                    <a:pt x="11" y="17"/>
                  </a:lnTo>
                  <a:lnTo>
                    <a:pt x="11" y="17"/>
                  </a:lnTo>
                  <a:lnTo>
                    <a:pt x="11" y="17"/>
                  </a:lnTo>
                  <a:lnTo>
                    <a:pt x="14" y="16"/>
                  </a:lnTo>
                  <a:lnTo>
                    <a:pt x="16" y="16"/>
                  </a:lnTo>
                  <a:lnTo>
                    <a:pt x="16" y="14"/>
                  </a:lnTo>
                  <a:lnTo>
                    <a:pt x="17" y="14"/>
                  </a:lnTo>
                  <a:lnTo>
                    <a:pt x="18" y="14"/>
                  </a:lnTo>
                  <a:lnTo>
                    <a:pt x="20" y="14"/>
                  </a:lnTo>
                  <a:lnTo>
                    <a:pt x="20" y="12"/>
                  </a:lnTo>
                  <a:lnTo>
                    <a:pt x="20" y="11"/>
                  </a:lnTo>
                  <a:lnTo>
                    <a:pt x="23" y="11"/>
                  </a:lnTo>
                  <a:lnTo>
                    <a:pt x="23" y="11"/>
                  </a:lnTo>
                  <a:lnTo>
                    <a:pt x="23" y="10"/>
                  </a:lnTo>
                  <a:lnTo>
                    <a:pt x="23" y="10"/>
                  </a:lnTo>
                  <a:lnTo>
                    <a:pt x="25" y="10"/>
                  </a:lnTo>
                  <a:lnTo>
                    <a:pt x="27" y="10"/>
                  </a:lnTo>
                  <a:lnTo>
                    <a:pt x="27" y="10"/>
                  </a:lnTo>
                  <a:lnTo>
                    <a:pt x="27" y="10"/>
                  </a:lnTo>
                  <a:lnTo>
                    <a:pt x="27" y="9"/>
                  </a:lnTo>
                  <a:lnTo>
                    <a:pt x="30" y="7"/>
                  </a:lnTo>
                  <a:lnTo>
                    <a:pt x="33" y="5"/>
                  </a:lnTo>
                  <a:lnTo>
                    <a:pt x="33" y="3"/>
                  </a:lnTo>
                  <a:lnTo>
                    <a:pt x="33" y="3"/>
                  </a:lnTo>
                  <a:lnTo>
                    <a:pt x="35" y="3"/>
                  </a:lnTo>
                  <a:lnTo>
                    <a:pt x="35" y="3"/>
                  </a:lnTo>
                  <a:lnTo>
                    <a:pt x="36" y="3"/>
                  </a:lnTo>
                  <a:lnTo>
                    <a:pt x="37" y="3"/>
                  </a:lnTo>
                  <a:lnTo>
                    <a:pt x="42" y="2"/>
                  </a:lnTo>
                  <a:lnTo>
                    <a:pt x="42" y="0"/>
                  </a:lnTo>
                  <a:lnTo>
                    <a:pt x="45" y="0"/>
                  </a:lnTo>
                  <a:lnTo>
                    <a:pt x="45" y="0"/>
                  </a:lnTo>
                  <a:lnTo>
                    <a:pt x="46" y="2"/>
                  </a:lnTo>
                  <a:lnTo>
                    <a:pt x="47" y="3"/>
                  </a:lnTo>
                  <a:lnTo>
                    <a:pt x="47" y="5"/>
                  </a:lnTo>
                  <a:lnTo>
                    <a:pt x="47" y="6"/>
                  </a:lnTo>
                  <a:lnTo>
                    <a:pt x="48" y="7"/>
                  </a:lnTo>
                  <a:lnTo>
                    <a:pt x="52" y="7"/>
                  </a:lnTo>
                  <a:lnTo>
                    <a:pt x="52" y="9"/>
                  </a:lnTo>
                  <a:lnTo>
                    <a:pt x="52" y="9"/>
                  </a:lnTo>
                  <a:lnTo>
                    <a:pt x="54" y="9"/>
                  </a:lnTo>
                  <a:lnTo>
                    <a:pt x="56" y="9"/>
                  </a:lnTo>
                  <a:lnTo>
                    <a:pt x="57" y="9"/>
                  </a:lnTo>
                  <a:lnTo>
                    <a:pt x="57" y="10"/>
                  </a:lnTo>
                  <a:lnTo>
                    <a:pt x="57" y="10"/>
                  </a:lnTo>
                  <a:lnTo>
                    <a:pt x="58" y="10"/>
                  </a:lnTo>
                  <a:lnTo>
                    <a:pt x="59" y="11"/>
                  </a:lnTo>
                  <a:lnTo>
                    <a:pt x="60" y="11"/>
                  </a:lnTo>
                  <a:lnTo>
                    <a:pt x="62" y="11"/>
                  </a:lnTo>
                  <a:lnTo>
                    <a:pt x="64" y="11"/>
                  </a:lnTo>
                  <a:lnTo>
                    <a:pt x="65" y="14"/>
                  </a:lnTo>
                  <a:lnTo>
                    <a:pt x="65" y="17"/>
                  </a:lnTo>
                  <a:lnTo>
                    <a:pt x="65" y="17"/>
                  </a:lnTo>
                  <a:lnTo>
                    <a:pt x="65" y="18"/>
                  </a:lnTo>
                  <a:lnTo>
                    <a:pt x="65" y="21"/>
                  </a:lnTo>
                  <a:lnTo>
                    <a:pt x="65" y="23"/>
                  </a:lnTo>
                  <a:lnTo>
                    <a:pt x="65" y="24"/>
                  </a:lnTo>
                  <a:lnTo>
                    <a:pt x="65" y="24"/>
                  </a:lnTo>
                  <a:lnTo>
                    <a:pt x="65" y="24"/>
                  </a:lnTo>
                  <a:lnTo>
                    <a:pt x="64" y="25"/>
                  </a:lnTo>
                  <a:lnTo>
                    <a:pt x="65" y="26"/>
                  </a:lnTo>
                  <a:lnTo>
                    <a:pt x="65" y="28"/>
                  </a:lnTo>
                  <a:lnTo>
                    <a:pt x="65" y="28"/>
                  </a:lnTo>
                  <a:lnTo>
                    <a:pt x="65" y="28"/>
                  </a:lnTo>
                  <a:lnTo>
                    <a:pt x="64" y="30"/>
                  </a:lnTo>
                  <a:lnTo>
                    <a:pt x="62" y="30"/>
                  </a:lnTo>
                  <a:lnTo>
                    <a:pt x="62" y="33"/>
                  </a:lnTo>
                  <a:lnTo>
                    <a:pt x="60" y="34"/>
                  </a:lnTo>
                  <a:lnTo>
                    <a:pt x="59" y="35"/>
                  </a:lnTo>
                  <a:lnTo>
                    <a:pt x="57" y="37"/>
                  </a:lnTo>
                  <a:lnTo>
                    <a:pt x="57" y="37"/>
                  </a:lnTo>
                  <a:lnTo>
                    <a:pt x="57" y="39"/>
                  </a:lnTo>
                  <a:lnTo>
                    <a:pt x="57" y="40"/>
                  </a:lnTo>
                  <a:lnTo>
                    <a:pt x="57" y="40"/>
                  </a:lnTo>
                  <a:lnTo>
                    <a:pt x="57" y="41"/>
                  </a:lnTo>
                  <a:lnTo>
                    <a:pt x="57" y="41"/>
                  </a:lnTo>
                  <a:lnTo>
                    <a:pt x="57" y="41"/>
                  </a:lnTo>
                  <a:lnTo>
                    <a:pt x="56" y="46"/>
                  </a:lnTo>
                  <a:lnTo>
                    <a:pt x="54" y="46"/>
                  </a:lnTo>
                  <a:lnTo>
                    <a:pt x="52" y="46"/>
                  </a:lnTo>
                  <a:lnTo>
                    <a:pt x="47" y="46"/>
                  </a:lnTo>
                  <a:lnTo>
                    <a:pt x="45" y="46"/>
                  </a:lnTo>
                  <a:lnTo>
                    <a:pt x="44" y="46"/>
                  </a:lnTo>
                  <a:lnTo>
                    <a:pt x="42" y="46"/>
                  </a:lnTo>
                  <a:lnTo>
                    <a:pt x="42" y="46"/>
                  </a:lnTo>
                  <a:lnTo>
                    <a:pt x="38" y="46"/>
                  </a:lnTo>
                  <a:lnTo>
                    <a:pt x="38" y="46"/>
                  </a:lnTo>
                  <a:lnTo>
                    <a:pt x="37" y="46"/>
                  </a:lnTo>
                  <a:lnTo>
                    <a:pt x="37" y="46"/>
                  </a:lnTo>
                  <a:lnTo>
                    <a:pt x="37" y="46"/>
                  </a:lnTo>
                </a:path>
              </a:pathLst>
            </a:custGeom>
            <a:solidFill>
              <a:srgbClr val="ffc0b6"/>
            </a:solidFill>
            <a:ln w="0">
              <a:noFill/>
            </a:ln>
          </p:spPr>
          <p:style>
            <a:lnRef idx="0"/>
            <a:fillRef idx="0"/>
            <a:effectRef idx="0"/>
            <a:fontRef idx="minor"/>
          </p:style>
          <p:txBody>
            <a:bodyPr lIns="90000" rIns="90000" tIns="28080" bIns="28080" anchor="t">
              <a:noAutofit/>
            </a:bodyPr>
            <a:p>
              <a:endParaRPr b="0" lang="en-IN" sz="2400" strike="noStrike" u="none">
                <a:solidFill>
                  <a:srgbClr val="ffffff"/>
                </a:solidFill>
                <a:effectLst/>
                <a:uFillTx/>
                <a:latin typeface="Times New Roman"/>
              </a:endParaRPr>
            </a:p>
          </p:txBody>
        </p:sp>
        <p:sp>
          <p:nvSpPr>
            <p:cNvPr id="2793" name=""/>
            <p:cNvSpPr/>
            <p:nvPr/>
          </p:nvSpPr>
          <p:spPr>
            <a:xfrm>
              <a:off x="6521400" y="3722760"/>
              <a:ext cx="95400" cy="87120"/>
            </a:xfrm>
            <a:custGeom>
              <a:avLst/>
              <a:gdLst/>
              <a:ahLst/>
              <a:rect l="l" t="t" r="r" b="b"/>
              <a:pathLst>
                <a:path w="60" h="55">
                  <a:moveTo>
                    <a:pt x="59" y="0"/>
                  </a:moveTo>
                  <a:lnTo>
                    <a:pt x="59" y="2"/>
                  </a:lnTo>
                  <a:lnTo>
                    <a:pt x="59" y="5"/>
                  </a:lnTo>
                  <a:lnTo>
                    <a:pt x="54" y="5"/>
                  </a:lnTo>
                  <a:lnTo>
                    <a:pt x="51" y="7"/>
                  </a:lnTo>
                  <a:lnTo>
                    <a:pt x="51" y="8"/>
                  </a:lnTo>
                  <a:lnTo>
                    <a:pt x="50" y="10"/>
                  </a:lnTo>
                  <a:lnTo>
                    <a:pt x="45" y="12"/>
                  </a:lnTo>
                  <a:lnTo>
                    <a:pt x="45" y="12"/>
                  </a:lnTo>
                  <a:lnTo>
                    <a:pt x="43" y="12"/>
                  </a:lnTo>
                  <a:lnTo>
                    <a:pt x="41" y="12"/>
                  </a:lnTo>
                  <a:lnTo>
                    <a:pt x="41" y="12"/>
                  </a:lnTo>
                  <a:lnTo>
                    <a:pt x="41" y="14"/>
                  </a:lnTo>
                  <a:lnTo>
                    <a:pt x="41" y="14"/>
                  </a:lnTo>
                  <a:lnTo>
                    <a:pt x="41" y="17"/>
                  </a:lnTo>
                  <a:lnTo>
                    <a:pt x="39" y="17"/>
                  </a:lnTo>
                  <a:lnTo>
                    <a:pt x="39" y="17"/>
                  </a:lnTo>
                  <a:lnTo>
                    <a:pt x="39" y="17"/>
                  </a:lnTo>
                  <a:lnTo>
                    <a:pt x="39" y="17"/>
                  </a:lnTo>
                  <a:lnTo>
                    <a:pt x="36" y="19"/>
                  </a:lnTo>
                  <a:lnTo>
                    <a:pt x="35" y="19"/>
                  </a:lnTo>
                  <a:lnTo>
                    <a:pt x="33" y="19"/>
                  </a:lnTo>
                  <a:lnTo>
                    <a:pt x="33" y="19"/>
                  </a:lnTo>
                  <a:lnTo>
                    <a:pt x="32" y="22"/>
                  </a:lnTo>
                  <a:lnTo>
                    <a:pt x="29" y="22"/>
                  </a:lnTo>
                  <a:lnTo>
                    <a:pt x="29" y="22"/>
                  </a:lnTo>
                  <a:lnTo>
                    <a:pt x="26" y="22"/>
                  </a:lnTo>
                  <a:lnTo>
                    <a:pt x="25" y="22"/>
                  </a:lnTo>
                  <a:lnTo>
                    <a:pt x="24" y="22"/>
                  </a:lnTo>
                  <a:lnTo>
                    <a:pt x="24" y="22"/>
                  </a:lnTo>
                  <a:lnTo>
                    <a:pt x="24" y="22"/>
                  </a:lnTo>
                  <a:lnTo>
                    <a:pt x="23" y="22"/>
                  </a:lnTo>
                  <a:lnTo>
                    <a:pt x="23" y="22"/>
                  </a:lnTo>
                  <a:lnTo>
                    <a:pt x="21" y="24"/>
                  </a:lnTo>
                  <a:lnTo>
                    <a:pt x="19" y="24"/>
                  </a:lnTo>
                  <a:lnTo>
                    <a:pt x="19" y="24"/>
                  </a:lnTo>
                  <a:lnTo>
                    <a:pt x="19" y="26"/>
                  </a:lnTo>
                  <a:lnTo>
                    <a:pt x="15" y="26"/>
                  </a:lnTo>
                  <a:lnTo>
                    <a:pt x="14" y="26"/>
                  </a:lnTo>
                  <a:lnTo>
                    <a:pt x="12" y="26"/>
                  </a:lnTo>
                  <a:lnTo>
                    <a:pt x="12" y="27"/>
                  </a:lnTo>
                  <a:lnTo>
                    <a:pt x="11" y="27"/>
                  </a:lnTo>
                  <a:lnTo>
                    <a:pt x="9" y="27"/>
                  </a:lnTo>
                  <a:lnTo>
                    <a:pt x="5" y="27"/>
                  </a:lnTo>
                  <a:lnTo>
                    <a:pt x="4" y="27"/>
                  </a:lnTo>
                  <a:lnTo>
                    <a:pt x="3" y="27"/>
                  </a:lnTo>
                  <a:lnTo>
                    <a:pt x="2" y="27"/>
                  </a:lnTo>
                  <a:lnTo>
                    <a:pt x="2" y="27"/>
                  </a:lnTo>
                  <a:lnTo>
                    <a:pt x="2" y="27"/>
                  </a:lnTo>
                  <a:lnTo>
                    <a:pt x="2" y="27"/>
                  </a:lnTo>
                  <a:lnTo>
                    <a:pt x="2" y="27"/>
                  </a:lnTo>
                  <a:lnTo>
                    <a:pt x="2" y="27"/>
                  </a:lnTo>
                  <a:lnTo>
                    <a:pt x="0" y="27"/>
                  </a:lnTo>
                  <a:lnTo>
                    <a:pt x="0" y="30"/>
                  </a:lnTo>
                  <a:lnTo>
                    <a:pt x="0" y="35"/>
                  </a:lnTo>
                  <a:lnTo>
                    <a:pt x="0" y="36"/>
                  </a:lnTo>
                  <a:lnTo>
                    <a:pt x="2" y="36"/>
                  </a:lnTo>
                  <a:lnTo>
                    <a:pt x="2" y="42"/>
                  </a:lnTo>
                  <a:lnTo>
                    <a:pt x="2" y="45"/>
                  </a:lnTo>
                  <a:lnTo>
                    <a:pt x="4" y="46"/>
                  </a:lnTo>
                  <a:lnTo>
                    <a:pt x="9" y="47"/>
                  </a:lnTo>
                  <a:lnTo>
                    <a:pt x="9" y="47"/>
                  </a:lnTo>
                  <a:lnTo>
                    <a:pt x="12" y="49"/>
                  </a:lnTo>
                  <a:lnTo>
                    <a:pt x="12" y="52"/>
                  </a:lnTo>
                  <a:lnTo>
                    <a:pt x="13" y="54"/>
                  </a:lnTo>
                  <a:lnTo>
                    <a:pt x="14" y="54"/>
                  </a:lnTo>
                  <a:lnTo>
                    <a:pt x="14" y="54"/>
                  </a:lnTo>
                  <a:lnTo>
                    <a:pt x="15" y="54"/>
                  </a:lnTo>
                  <a:lnTo>
                    <a:pt x="19" y="52"/>
                  </a:lnTo>
                  <a:lnTo>
                    <a:pt x="19" y="49"/>
                  </a:lnTo>
                  <a:lnTo>
                    <a:pt x="19" y="47"/>
                  </a:lnTo>
                  <a:lnTo>
                    <a:pt x="19" y="47"/>
                  </a:lnTo>
                  <a:lnTo>
                    <a:pt x="19" y="47"/>
                  </a:lnTo>
                  <a:lnTo>
                    <a:pt x="19" y="46"/>
                  </a:lnTo>
                  <a:lnTo>
                    <a:pt x="21" y="46"/>
                  </a:lnTo>
                  <a:lnTo>
                    <a:pt x="21" y="46"/>
                  </a:lnTo>
                  <a:lnTo>
                    <a:pt x="23" y="46"/>
                  </a:lnTo>
                  <a:lnTo>
                    <a:pt x="24" y="46"/>
                  </a:lnTo>
                  <a:lnTo>
                    <a:pt x="24" y="46"/>
                  </a:lnTo>
                  <a:lnTo>
                    <a:pt x="24" y="46"/>
                  </a:lnTo>
                  <a:lnTo>
                    <a:pt x="24" y="46"/>
                  </a:lnTo>
                  <a:lnTo>
                    <a:pt x="25" y="45"/>
                  </a:lnTo>
                  <a:lnTo>
                    <a:pt x="25" y="45"/>
                  </a:lnTo>
                  <a:lnTo>
                    <a:pt x="26" y="45"/>
                  </a:lnTo>
                  <a:lnTo>
                    <a:pt x="26" y="43"/>
                  </a:lnTo>
                  <a:lnTo>
                    <a:pt x="26" y="43"/>
                  </a:lnTo>
                  <a:lnTo>
                    <a:pt x="27" y="42"/>
                  </a:lnTo>
                  <a:lnTo>
                    <a:pt x="27" y="42"/>
                  </a:lnTo>
                  <a:lnTo>
                    <a:pt x="29" y="39"/>
                  </a:lnTo>
                  <a:lnTo>
                    <a:pt x="29" y="38"/>
                  </a:lnTo>
                  <a:lnTo>
                    <a:pt x="29" y="37"/>
                  </a:lnTo>
                  <a:lnTo>
                    <a:pt x="32" y="37"/>
                  </a:lnTo>
                  <a:lnTo>
                    <a:pt x="33" y="36"/>
                  </a:lnTo>
                  <a:lnTo>
                    <a:pt x="33" y="36"/>
                  </a:lnTo>
                  <a:lnTo>
                    <a:pt x="33" y="36"/>
                  </a:lnTo>
                  <a:lnTo>
                    <a:pt x="35" y="36"/>
                  </a:lnTo>
                  <a:lnTo>
                    <a:pt x="35" y="36"/>
                  </a:lnTo>
                  <a:lnTo>
                    <a:pt x="36" y="36"/>
                  </a:lnTo>
                  <a:lnTo>
                    <a:pt x="36" y="35"/>
                  </a:lnTo>
                  <a:lnTo>
                    <a:pt x="38" y="35"/>
                  </a:lnTo>
                  <a:lnTo>
                    <a:pt x="39" y="35"/>
                  </a:lnTo>
                  <a:lnTo>
                    <a:pt x="39" y="35"/>
                  </a:lnTo>
                  <a:lnTo>
                    <a:pt x="39" y="33"/>
                  </a:lnTo>
                  <a:lnTo>
                    <a:pt x="39" y="31"/>
                  </a:lnTo>
                  <a:lnTo>
                    <a:pt x="41" y="27"/>
                  </a:lnTo>
                  <a:lnTo>
                    <a:pt x="41" y="27"/>
                  </a:lnTo>
                  <a:lnTo>
                    <a:pt x="41" y="27"/>
                  </a:lnTo>
                  <a:lnTo>
                    <a:pt x="41" y="27"/>
                  </a:lnTo>
                  <a:lnTo>
                    <a:pt x="41" y="27"/>
                  </a:lnTo>
                  <a:lnTo>
                    <a:pt x="41" y="26"/>
                  </a:lnTo>
                  <a:lnTo>
                    <a:pt x="42" y="26"/>
                  </a:lnTo>
                  <a:lnTo>
                    <a:pt x="44" y="26"/>
                  </a:lnTo>
                  <a:lnTo>
                    <a:pt x="45" y="26"/>
                  </a:lnTo>
                  <a:lnTo>
                    <a:pt x="45" y="26"/>
                  </a:lnTo>
                  <a:lnTo>
                    <a:pt x="45" y="24"/>
                  </a:lnTo>
                  <a:lnTo>
                    <a:pt x="48" y="24"/>
                  </a:lnTo>
                  <a:lnTo>
                    <a:pt x="50" y="24"/>
                  </a:lnTo>
                  <a:lnTo>
                    <a:pt x="50" y="22"/>
                  </a:lnTo>
                  <a:lnTo>
                    <a:pt x="50" y="22"/>
                  </a:lnTo>
                  <a:lnTo>
                    <a:pt x="51" y="19"/>
                  </a:lnTo>
                  <a:lnTo>
                    <a:pt x="51" y="19"/>
                  </a:lnTo>
                  <a:lnTo>
                    <a:pt x="51" y="19"/>
                  </a:lnTo>
                  <a:lnTo>
                    <a:pt x="51" y="19"/>
                  </a:lnTo>
                  <a:lnTo>
                    <a:pt x="51" y="19"/>
                  </a:lnTo>
                  <a:lnTo>
                    <a:pt x="51" y="19"/>
                  </a:lnTo>
                  <a:lnTo>
                    <a:pt x="51" y="17"/>
                  </a:lnTo>
                  <a:lnTo>
                    <a:pt x="54" y="14"/>
                  </a:lnTo>
                  <a:lnTo>
                    <a:pt x="54" y="12"/>
                  </a:lnTo>
                  <a:lnTo>
                    <a:pt x="54" y="10"/>
                  </a:lnTo>
                  <a:lnTo>
                    <a:pt x="57" y="10"/>
                  </a:lnTo>
                  <a:lnTo>
                    <a:pt x="57" y="8"/>
                  </a:lnTo>
                  <a:lnTo>
                    <a:pt x="59" y="7"/>
                  </a:lnTo>
                  <a:lnTo>
                    <a:pt x="59" y="5"/>
                  </a:lnTo>
                  <a:lnTo>
                    <a:pt x="59" y="5"/>
                  </a:lnTo>
                  <a:lnTo>
                    <a:pt x="59" y="2"/>
                  </a:lnTo>
                  <a:lnTo>
                    <a:pt x="59" y="2"/>
                  </a:lnTo>
                  <a:lnTo>
                    <a:pt x="59" y="0"/>
                  </a:lnTo>
                  <a:lnTo>
                    <a:pt x="59" y="0"/>
                  </a:lnTo>
                </a:path>
              </a:pathLst>
            </a:custGeom>
            <a:solidFill>
              <a:srgbClr val="ffefce"/>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794" name=""/>
            <p:cNvSpPr/>
            <p:nvPr/>
          </p:nvSpPr>
          <p:spPr>
            <a:xfrm>
              <a:off x="6494400" y="3687840"/>
              <a:ext cx="136440" cy="244440"/>
            </a:xfrm>
            <a:custGeom>
              <a:avLst/>
              <a:gdLst/>
              <a:ahLst/>
              <a:rect l="l" t="t" r="r" b="b"/>
              <a:pathLst>
                <a:path w="86" h="154">
                  <a:moveTo>
                    <a:pt x="43" y="153"/>
                  </a:moveTo>
                  <a:lnTo>
                    <a:pt x="42" y="151"/>
                  </a:lnTo>
                  <a:lnTo>
                    <a:pt x="41" y="150"/>
                  </a:lnTo>
                  <a:lnTo>
                    <a:pt x="41" y="146"/>
                  </a:lnTo>
                  <a:lnTo>
                    <a:pt x="41" y="146"/>
                  </a:lnTo>
                  <a:lnTo>
                    <a:pt x="41" y="145"/>
                  </a:lnTo>
                  <a:lnTo>
                    <a:pt x="41" y="140"/>
                  </a:lnTo>
                  <a:lnTo>
                    <a:pt x="41" y="139"/>
                  </a:lnTo>
                  <a:lnTo>
                    <a:pt x="41" y="136"/>
                  </a:lnTo>
                  <a:lnTo>
                    <a:pt x="41" y="136"/>
                  </a:lnTo>
                  <a:lnTo>
                    <a:pt x="41" y="136"/>
                  </a:lnTo>
                  <a:lnTo>
                    <a:pt x="40" y="133"/>
                  </a:lnTo>
                  <a:lnTo>
                    <a:pt x="40" y="129"/>
                  </a:lnTo>
                  <a:lnTo>
                    <a:pt x="38" y="126"/>
                  </a:lnTo>
                  <a:lnTo>
                    <a:pt x="38" y="125"/>
                  </a:lnTo>
                  <a:lnTo>
                    <a:pt x="38" y="122"/>
                  </a:lnTo>
                  <a:lnTo>
                    <a:pt x="40" y="118"/>
                  </a:lnTo>
                  <a:lnTo>
                    <a:pt x="40" y="115"/>
                  </a:lnTo>
                  <a:lnTo>
                    <a:pt x="40" y="111"/>
                  </a:lnTo>
                  <a:lnTo>
                    <a:pt x="38" y="106"/>
                  </a:lnTo>
                  <a:lnTo>
                    <a:pt x="38" y="105"/>
                  </a:lnTo>
                  <a:lnTo>
                    <a:pt x="38" y="103"/>
                  </a:lnTo>
                  <a:lnTo>
                    <a:pt x="36" y="101"/>
                  </a:lnTo>
                  <a:lnTo>
                    <a:pt x="36" y="98"/>
                  </a:lnTo>
                  <a:lnTo>
                    <a:pt x="36" y="97"/>
                  </a:lnTo>
                  <a:lnTo>
                    <a:pt x="36" y="96"/>
                  </a:lnTo>
                  <a:lnTo>
                    <a:pt x="36" y="95"/>
                  </a:lnTo>
                  <a:lnTo>
                    <a:pt x="36" y="91"/>
                  </a:lnTo>
                  <a:lnTo>
                    <a:pt x="32" y="91"/>
                  </a:lnTo>
                  <a:lnTo>
                    <a:pt x="31" y="88"/>
                  </a:lnTo>
                  <a:lnTo>
                    <a:pt x="30" y="87"/>
                  </a:lnTo>
                  <a:lnTo>
                    <a:pt x="29" y="82"/>
                  </a:lnTo>
                  <a:lnTo>
                    <a:pt x="29" y="81"/>
                  </a:lnTo>
                  <a:lnTo>
                    <a:pt x="29" y="80"/>
                  </a:lnTo>
                  <a:lnTo>
                    <a:pt x="28" y="78"/>
                  </a:lnTo>
                  <a:lnTo>
                    <a:pt x="26" y="76"/>
                  </a:lnTo>
                  <a:lnTo>
                    <a:pt x="26" y="76"/>
                  </a:lnTo>
                  <a:lnTo>
                    <a:pt x="22" y="74"/>
                  </a:lnTo>
                  <a:lnTo>
                    <a:pt x="20" y="71"/>
                  </a:lnTo>
                  <a:lnTo>
                    <a:pt x="19" y="69"/>
                  </a:lnTo>
                  <a:lnTo>
                    <a:pt x="19" y="68"/>
                  </a:lnTo>
                  <a:lnTo>
                    <a:pt x="17" y="68"/>
                  </a:lnTo>
                  <a:lnTo>
                    <a:pt x="14" y="67"/>
                  </a:lnTo>
                  <a:lnTo>
                    <a:pt x="11" y="65"/>
                  </a:lnTo>
                  <a:lnTo>
                    <a:pt x="11" y="64"/>
                  </a:lnTo>
                  <a:lnTo>
                    <a:pt x="9" y="61"/>
                  </a:lnTo>
                  <a:lnTo>
                    <a:pt x="7" y="59"/>
                  </a:lnTo>
                  <a:lnTo>
                    <a:pt x="7" y="58"/>
                  </a:lnTo>
                  <a:lnTo>
                    <a:pt x="7" y="58"/>
                  </a:lnTo>
                  <a:lnTo>
                    <a:pt x="7" y="57"/>
                  </a:lnTo>
                  <a:lnTo>
                    <a:pt x="7" y="57"/>
                  </a:lnTo>
                  <a:lnTo>
                    <a:pt x="4" y="53"/>
                  </a:lnTo>
                  <a:lnTo>
                    <a:pt x="2" y="49"/>
                  </a:lnTo>
                  <a:lnTo>
                    <a:pt x="1" y="49"/>
                  </a:lnTo>
                  <a:lnTo>
                    <a:pt x="1" y="49"/>
                  </a:lnTo>
                  <a:lnTo>
                    <a:pt x="0" y="49"/>
                  </a:lnTo>
                  <a:lnTo>
                    <a:pt x="1" y="49"/>
                  </a:lnTo>
                  <a:lnTo>
                    <a:pt x="1" y="49"/>
                  </a:lnTo>
                  <a:lnTo>
                    <a:pt x="1" y="49"/>
                  </a:lnTo>
                  <a:lnTo>
                    <a:pt x="2" y="49"/>
                  </a:lnTo>
                  <a:lnTo>
                    <a:pt x="4" y="49"/>
                  </a:lnTo>
                  <a:lnTo>
                    <a:pt x="4" y="49"/>
                  </a:lnTo>
                  <a:lnTo>
                    <a:pt x="7" y="49"/>
                  </a:lnTo>
                  <a:lnTo>
                    <a:pt x="7" y="49"/>
                  </a:lnTo>
                  <a:lnTo>
                    <a:pt x="7" y="52"/>
                  </a:lnTo>
                  <a:lnTo>
                    <a:pt x="9" y="52"/>
                  </a:lnTo>
                  <a:lnTo>
                    <a:pt x="9" y="52"/>
                  </a:lnTo>
                  <a:lnTo>
                    <a:pt x="11" y="52"/>
                  </a:lnTo>
                  <a:lnTo>
                    <a:pt x="11" y="52"/>
                  </a:lnTo>
                  <a:lnTo>
                    <a:pt x="14" y="52"/>
                  </a:lnTo>
                  <a:lnTo>
                    <a:pt x="14" y="49"/>
                  </a:lnTo>
                  <a:lnTo>
                    <a:pt x="17" y="49"/>
                  </a:lnTo>
                  <a:lnTo>
                    <a:pt x="17" y="49"/>
                  </a:lnTo>
                  <a:lnTo>
                    <a:pt x="17" y="49"/>
                  </a:lnTo>
                  <a:lnTo>
                    <a:pt x="19" y="49"/>
                  </a:lnTo>
                  <a:lnTo>
                    <a:pt x="19" y="49"/>
                  </a:lnTo>
                  <a:lnTo>
                    <a:pt x="19" y="49"/>
                  </a:lnTo>
                  <a:lnTo>
                    <a:pt x="20" y="49"/>
                  </a:lnTo>
                  <a:lnTo>
                    <a:pt x="21" y="52"/>
                  </a:lnTo>
                  <a:lnTo>
                    <a:pt x="22" y="52"/>
                  </a:lnTo>
                  <a:lnTo>
                    <a:pt x="26" y="52"/>
                  </a:lnTo>
                  <a:lnTo>
                    <a:pt x="28" y="52"/>
                  </a:lnTo>
                  <a:lnTo>
                    <a:pt x="29" y="52"/>
                  </a:lnTo>
                  <a:lnTo>
                    <a:pt x="31" y="49"/>
                  </a:lnTo>
                  <a:lnTo>
                    <a:pt x="36" y="49"/>
                  </a:lnTo>
                  <a:lnTo>
                    <a:pt x="36" y="49"/>
                  </a:lnTo>
                  <a:lnTo>
                    <a:pt x="36" y="49"/>
                  </a:lnTo>
                  <a:lnTo>
                    <a:pt x="36" y="49"/>
                  </a:lnTo>
                  <a:lnTo>
                    <a:pt x="38" y="48"/>
                  </a:lnTo>
                  <a:lnTo>
                    <a:pt x="38" y="48"/>
                  </a:lnTo>
                  <a:lnTo>
                    <a:pt x="41" y="48"/>
                  </a:lnTo>
                  <a:lnTo>
                    <a:pt x="41" y="48"/>
                  </a:lnTo>
                  <a:lnTo>
                    <a:pt x="43" y="48"/>
                  </a:lnTo>
                  <a:lnTo>
                    <a:pt x="46" y="48"/>
                  </a:lnTo>
                  <a:lnTo>
                    <a:pt x="50" y="48"/>
                  </a:lnTo>
                  <a:lnTo>
                    <a:pt x="50" y="46"/>
                  </a:lnTo>
                  <a:lnTo>
                    <a:pt x="52" y="44"/>
                  </a:lnTo>
                  <a:lnTo>
                    <a:pt x="53" y="44"/>
                  </a:lnTo>
                  <a:lnTo>
                    <a:pt x="55" y="44"/>
                  </a:lnTo>
                  <a:lnTo>
                    <a:pt x="58" y="41"/>
                  </a:lnTo>
                  <a:lnTo>
                    <a:pt x="58" y="41"/>
                  </a:lnTo>
                  <a:lnTo>
                    <a:pt x="60" y="41"/>
                  </a:lnTo>
                  <a:lnTo>
                    <a:pt x="62" y="41"/>
                  </a:lnTo>
                  <a:lnTo>
                    <a:pt x="65" y="39"/>
                  </a:lnTo>
                  <a:lnTo>
                    <a:pt x="67" y="35"/>
                  </a:lnTo>
                  <a:lnTo>
                    <a:pt x="67" y="35"/>
                  </a:lnTo>
                  <a:lnTo>
                    <a:pt x="67" y="34"/>
                  </a:lnTo>
                  <a:lnTo>
                    <a:pt x="67" y="34"/>
                  </a:lnTo>
                  <a:lnTo>
                    <a:pt x="68" y="34"/>
                  </a:lnTo>
                  <a:lnTo>
                    <a:pt x="68" y="34"/>
                  </a:lnTo>
                  <a:lnTo>
                    <a:pt x="68" y="33"/>
                  </a:lnTo>
                  <a:lnTo>
                    <a:pt x="68" y="32"/>
                  </a:lnTo>
                  <a:lnTo>
                    <a:pt x="68" y="32"/>
                  </a:lnTo>
                  <a:lnTo>
                    <a:pt x="71" y="27"/>
                  </a:lnTo>
                  <a:lnTo>
                    <a:pt x="74" y="24"/>
                  </a:lnTo>
                  <a:lnTo>
                    <a:pt x="76" y="21"/>
                  </a:lnTo>
                  <a:lnTo>
                    <a:pt x="76" y="20"/>
                  </a:lnTo>
                  <a:lnTo>
                    <a:pt x="78" y="20"/>
                  </a:lnTo>
                  <a:lnTo>
                    <a:pt x="80" y="15"/>
                  </a:lnTo>
                  <a:lnTo>
                    <a:pt x="80" y="11"/>
                  </a:lnTo>
                  <a:lnTo>
                    <a:pt x="82" y="10"/>
                  </a:lnTo>
                  <a:lnTo>
                    <a:pt x="82" y="9"/>
                  </a:lnTo>
                  <a:lnTo>
                    <a:pt x="82" y="8"/>
                  </a:lnTo>
                  <a:lnTo>
                    <a:pt x="82" y="8"/>
                  </a:lnTo>
                  <a:lnTo>
                    <a:pt x="82" y="8"/>
                  </a:lnTo>
                  <a:lnTo>
                    <a:pt x="82" y="0"/>
                  </a:lnTo>
                  <a:lnTo>
                    <a:pt x="82" y="0"/>
                  </a:lnTo>
                  <a:lnTo>
                    <a:pt x="83" y="5"/>
                  </a:lnTo>
                  <a:lnTo>
                    <a:pt x="85" y="9"/>
                  </a:lnTo>
                  <a:lnTo>
                    <a:pt x="83" y="14"/>
                  </a:lnTo>
                  <a:lnTo>
                    <a:pt x="82" y="15"/>
                  </a:lnTo>
                  <a:lnTo>
                    <a:pt x="80" y="20"/>
                  </a:lnTo>
                  <a:lnTo>
                    <a:pt x="80" y="20"/>
                  </a:lnTo>
                  <a:lnTo>
                    <a:pt x="78" y="21"/>
                  </a:lnTo>
                  <a:lnTo>
                    <a:pt x="76" y="22"/>
                  </a:lnTo>
                  <a:lnTo>
                    <a:pt x="76" y="27"/>
                  </a:lnTo>
                  <a:lnTo>
                    <a:pt x="76" y="27"/>
                  </a:lnTo>
                  <a:lnTo>
                    <a:pt x="76" y="27"/>
                  </a:lnTo>
                  <a:lnTo>
                    <a:pt x="76" y="29"/>
                  </a:lnTo>
                  <a:lnTo>
                    <a:pt x="76" y="29"/>
                  </a:lnTo>
                  <a:lnTo>
                    <a:pt x="76" y="30"/>
                  </a:lnTo>
                  <a:lnTo>
                    <a:pt x="76" y="32"/>
                  </a:lnTo>
                  <a:lnTo>
                    <a:pt x="76" y="33"/>
                  </a:lnTo>
                  <a:lnTo>
                    <a:pt x="74" y="34"/>
                  </a:lnTo>
                  <a:lnTo>
                    <a:pt x="71" y="34"/>
                  </a:lnTo>
                  <a:lnTo>
                    <a:pt x="68" y="35"/>
                  </a:lnTo>
                  <a:lnTo>
                    <a:pt x="68" y="36"/>
                  </a:lnTo>
                  <a:lnTo>
                    <a:pt x="68" y="39"/>
                  </a:lnTo>
                  <a:lnTo>
                    <a:pt x="67" y="39"/>
                  </a:lnTo>
                  <a:lnTo>
                    <a:pt x="67" y="41"/>
                  </a:lnTo>
                  <a:lnTo>
                    <a:pt x="67" y="41"/>
                  </a:lnTo>
                  <a:lnTo>
                    <a:pt x="67" y="41"/>
                  </a:lnTo>
                  <a:lnTo>
                    <a:pt x="67" y="44"/>
                  </a:lnTo>
                  <a:lnTo>
                    <a:pt x="65" y="44"/>
                  </a:lnTo>
                  <a:lnTo>
                    <a:pt x="62" y="44"/>
                  </a:lnTo>
                  <a:lnTo>
                    <a:pt x="62" y="44"/>
                  </a:lnTo>
                  <a:lnTo>
                    <a:pt x="59" y="46"/>
                  </a:lnTo>
                  <a:lnTo>
                    <a:pt x="58" y="46"/>
                  </a:lnTo>
                  <a:lnTo>
                    <a:pt x="58" y="46"/>
                  </a:lnTo>
                  <a:lnTo>
                    <a:pt x="56" y="47"/>
                  </a:lnTo>
                  <a:lnTo>
                    <a:pt x="55" y="48"/>
                  </a:lnTo>
                  <a:lnTo>
                    <a:pt x="53" y="48"/>
                  </a:lnTo>
                  <a:lnTo>
                    <a:pt x="52" y="48"/>
                  </a:lnTo>
                  <a:lnTo>
                    <a:pt x="52" y="49"/>
                  </a:lnTo>
                  <a:lnTo>
                    <a:pt x="52" y="49"/>
                  </a:lnTo>
                  <a:lnTo>
                    <a:pt x="50" y="49"/>
                  </a:lnTo>
                  <a:lnTo>
                    <a:pt x="50" y="49"/>
                  </a:lnTo>
                  <a:lnTo>
                    <a:pt x="50" y="49"/>
                  </a:lnTo>
                  <a:lnTo>
                    <a:pt x="49" y="49"/>
                  </a:lnTo>
                  <a:lnTo>
                    <a:pt x="46" y="49"/>
                  </a:lnTo>
                  <a:lnTo>
                    <a:pt x="46" y="49"/>
                  </a:lnTo>
                  <a:lnTo>
                    <a:pt x="44" y="49"/>
                  </a:lnTo>
                  <a:lnTo>
                    <a:pt x="43" y="52"/>
                  </a:lnTo>
                  <a:lnTo>
                    <a:pt x="41" y="53"/>
                  </a:lnTo>
                  <a:lnTo>
                    <a:pt x="41" y="55"/>
                  </a:lnTo>
                  <a:lnTo>
                    <a:pt x="41" y="57"/>
                  </a:lnTo>
                  <a:lnTo>
                    <a:pt x="40" y="57"/>
                  </a:lnTo>
                  <a:lnTo>
                    <a:pt x="38" y="55"/>
                  </a:lnTo>
                  <a:lnTo>
                    <a:pt x="36" y="55"/>
                  </a:lnTo>
                  <a:lnTo>
                    <a:pt x="36" y="53"/>
                  </a:lnTo>
                  <a:lnTo>
                    <a:pt x="36" y="53"/>
                  </a:lnTo>
                  <a:lnTo>
                    <a:pt x="36" y="55"/>
                  </a:lnTo>
                  <a:lnTo>
                    <a:pt x="32" y="57"/>
                  </a:lnTo>
                  <a:lnTo>
                    <a:pt x="31" y="57"/>
                  </a:lnTo>
                  <a:lnTo>
                    <a:pt x="31" y="57"/>
                  </a:lnTo>
                  <a:lnTo>
                    <a:pt x="30" y="57"/>
                  </a:lnTo>
                  <a:lnTo>
                    <a:pt x="29" y="57"/>
                  </a:lnTo>
                  <a:lnTo>
                    <a:pt x="28" y="57"/>
                  </a:lnTo>
                  <a:lnTo>
                    <a:pt x="26" y="58"/>
                  </a:lnTo>
                  <a:lnTo>
                    <a:pt x="22" y="58"/>
                  </a:lnTo>
                  <a:lnTo>
                    <a:pt x="21" y="58"/>
                  </a:lnTo>
                  <a:lnTo>
                    <a:pt x="19" y="58"/>
                  </a:lnTo>
                  <a:lnTo>
                    <a:pt x="19" y="58"/>
                  </a:lnTo>
                  <a:lnTo>
                    <a:pt x="19" y="58"/>
                  </a:lnTo>
                  <a:lnTo>
                    <a:pt x="19" y="58"/>
                  </a:lnTo>
                  <a:lnTo>
                    <a:pt x="19" y="58"/>
                  </a:lnTo>
                  <a:lnTo>
                    <a:pt x="19" y="59"/>
                  </a:lnTo>
                  <a:lnTo>
                    <a:pt x="19" y="59"/>
                  </a:lnTo>
                  <a:lnTo>
                    <a:pt x="19" y="61"/>
                  </a:lnTo>
                  <a:lnTo>
                    <a:pt x="19" y="64"/>
                  </a:lnTo>
                  <a:lnTo>
                    <a:pt x="20" y="65"/>
                  </a:lnTo>
                  <a:lnTo>
                    <a:pt x="20" y="65"/>
                  </a:lnTo>
                  <a:lnTo>
                    <a:pt x="21" y="66"/>
                  </a:lnTo>
                  <a:lnTo>
                    <a:pt x="22" y="67"/>
                  </a:lnTo>
                  <a:lnTo>
                    <a:pt x="22" y="67"/>
                  </a:lnTo>
                  <a:lnTo>
                    <a:pt x="26" y="68"/>
                  </a:lnTo>
                  <a:lnTo>
                    <a:pt x="26" y="68"/>
                  </a:lnTo>
                  <a:lnTo>
                    <a:pt x="26" y="68"/>
                  </a:lnTo>
                  <a:lnTo>
                    <a:pt x="28" y="69"/>
                  </a:lnTo>
                  <a:lnTo>
                    <a:pt x="29" y="69"/>
                  </a:lnTo>
                  <a:lnTo>
                    <a:pt x="29" y="69"/>
                  </a:lnTo>
                  <a:lnTo>
                    <a:pt x="29" y="71"/>
                  </a:lnTo>
                  <a:lnTo>
                    <a:pt x="29" y="73"/>
                  </a:lnTo>
                  <a:lnTo>
                    <a:pt x="30" y="74"/>
                  </a:lnTo>
                  <a:lnTo>
                    <a:pt x="31" y="76"/>
                  </a:lnTo>
                  <a:lnTo>
                    <a:pt x="31" y="76"/>
                  </a:lnTo>
                  <a:lnTo>
                    <a:pt x="32" y="76"/>
                  </a:lnTo>
                  <a:lnTo>
                    <a:pt x="36" y="76"/>
                  </a:lnTo>
                  <a:lnTo>
                    <a:pt x="36" y="78"/>
                  </a:lnTo>
                  <a:lnTo>
                    <a:pt x="36" y="79"/>
                  </a:lnTo>
                  <a:lnTo>
                    <a:pt x="36" y="80"/>
                  </a:lnTo>
                  <a:lnTo>
                    <a:pt x="37" y="81"/>
                  </a:lnTo>
                  <a:lnTo>
                    <a:pt x="38" y="82"/>
                  </a:lnTo>
                  <a:lnTo>
                    <a:pt x="38" y="82"/>
                  </a:lnTo>
                  <a:lnTo>
                    <a:pt x="38" y="84"/>
                  </a:lnTo>
                  <a:lnTo>
                    <a:pt x="40" y="84"/>
                  </a:lnTo>
                  <a:lnTo>
                    <a:pt x="38" y="84"/>
                  </a:lnTo>
                  <a:lnTo>
                    <a:pt x="38" y="87"/>
                  </a:lnTo>
                  <a:lnTo>
                    <a:pt x="38" y="87"/>
                  </a:lnTo>
                  <a:lnTo>
                    <a:pt x="38" y="89"/>
                  </a:lnTo>
                  <a:lnTo>
                    <a:pt x="38" y="91"/>
                  </a:lnTo>
                  <a:lnTo>
                    <a:pt x="40" y="91"/>
                  </a:lnTo>
                  <a:lnTo>
                    <a:pt x="41" y="91"/>
                  </a:lnTo>
                  <a:lnTo>
                    <a:pt x="41" y="93"/>
                  </a:lnTo>
                  <a:lnTo>
                    <a:pt x="41" y="95"/>
                  </a:lnTo>
                  <a:lnTo>
                    <a:pt x="42" y="95"/>
                  </a:lnTo>
                  <a:lnTo>
                    <a:pt x="42" y="96"/>
                  </a:lnTo>
                  <a:lnTo>
                    <a:pt x="42" y="97"/>
                  </a:lnTo>
                  <a:lnTo>
                    <a:pt x="41" y="98"/>
                  </a:lnTo>
                  <a:lnTo>
                    <a:pt x="41" y="98"/>
                  </a:lnTo>
                  <a:lnTo>
                    <a:pt x="41" y="101"/>
                  </a:lnTo>
                  <a:lnTo>
                    <a:pt x="42" y="101"/>
                  </a:lnTo>
                  <a:lnTo>
                    <a:pt x="42" y="103"/>
                  </a:lnTo>
                  <a:lnTo>
                    <a:pt x="42" y="103"/>
                  </a:lnTo>
                  <a:lnTo>
                    <a:pt x="42" y="104"/>
                  </a:lnTo>
                  <a:lnTo>
                    <a:pt x="41" y="105"/>
                  </a:lnTo>
                  <a:lnTo>
                    <a:pt x="41" y="105"/>
                  </a:lnTo>
                  <a:lnTo>
                    <a:pt x="41" y="106"/>
                  </a:lnTo>
                  <a:lnTo>
                    <a:pt x="41" y="106"/>
                  </a:lnTo>
                  <a:lnTo>
                    <a:pt x="41" y="107"/>
                  </a:lnTo>
                  <a:lnTo>
                    <a:pt x="41" y="111"/>
                  </a:lnTo>
                  <a:lnTo>
                    <a:pt x="41" y="114"/>
                  </a:lnTo>
                  <a:lnTo>
                    <a:pt x="41" y="116"/>
                  </a:lnTo>
                  <a:lnTo>
                    <a:pt x="41" y="118"/>
                  </a:lnTo>
                  <a:lnTo>
                    <a:pt x="41" y="118"/>
                  </a:lnTo>
                  <a:lnTo>
                    <a:pt x="41" y="118"/>
                  </a:lnTo>
                  <a:lnTo>
                    <a:pt x="41" y="122"/>
                  </a:lnTo>
                  <a:lnTo>
                    <a:pt x="41" y="123"/>
                  </a:lnTo>
                  <a:lnTo>
                    <a:pt x="41" y="125"/>
                  </a:lnTo>
                  <a:lnTo>
                    <a:pt x="41" y="126"/>
                  </a:lnTo>
                  <a:lnTo>
                    <a:pt x="41" y="126"/>
                  </a:lnTo>
                  <a:lnTo>
                    <a:pt x="41" y="126"/>
                  </a:lnTo>
                  <a:lnTo>
                    <a:pt x="42" y="126"/>
                  </a:lnTo>
                  <a:lnTo>
                    <a:pt x="42" y="128"/>
                  </a:lnTo>
                  <a:lnTo>
                    <a:pt x="42" y="129"/>
                  </a:lnTo>
                  <a:lnTo>
                    <a:pt x="41" y="131"/>
                  </a:lnTo>
                  <a:lnTo>
                    <a:pt x="41" y="133"/>
                  </a:lnTo>
                  <a:lnTo>
                    <a:pt x="41" y="136"/>
                  </a:lnTo>
                  <a:lnTo>
                    <a:pt x="41" y="136"/>
                  </a:lnTo>
                  <a:lnTo>
                    <a:pt x="41" y="136"/>
                  </a:lnTo>
                  <a:lnTo>
                    <a:pt x="42" y="140"/>
                  </a:lnTo>
                  <a:lnTo>
                    <a:pt x="42" y="146"/>
                  </a:lnTo>
                  <a:lnTo>
                    <a:pt x="43" y="151"/>
                  </a:lnTo>
                  <a:lnTo>
                    <a:pt x="43" y="153"/>
                  </a:lnTo>
                  <a:lnTo>
                    <a:pt x="43" y="153"/>
                  </a:lnTo>
                </a:path>
              </a:pathLst>
            </a:custGeom>
            <a:solidFill>
              <a:srgbClr val="ffc0b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95" name=""/>
            <p:cNvSpPr/>
            <p:nvPr/>
          </p:nvSpPr>
          <p:spPr>
            <a:xfrm>
              <a:off x="6742080" y="4264200"/>
              <a:ext cx="74520" cy="136440"/>
            </a:xfrm>
            <a:custGeom>
              <a:avLst/>
              <a:gdLst/>
              <a:ahLst/>
              <a:rect l="l" t="t" r="r" b="b"/>
              <a:pathLst>
                <a:path w="47" h="86">
                  <a:moveTo>
                    <a:pt x="32" y="12"/>
                  </a:moveTo>
                  <a:lnTo>
                    <a:pt x="36" y="12"/>
                  </a:lnTo>
                  <a:lnTo>
                    <a:pt x="36" y="10"/>
                  </a:lnTo>
                  <a:lnTo>
                    <a:pt x="41" y="10"/>
                  </a:lnTo>
                  <a:lnTo>
                    <a:pt x="43" y="4"/>
                  </a:lnTo>
                  <a:lnTo>
                    <a:pt x="45" y="3"/>
                  </a:lnTo>
                  <a:lnTo>
                    <a:pt x="45" y="0"/>
                  </a:lnTo>
                  <a:lnTo>
                    <a:pt x="45" y="3"/>
                  </a:lnTo>
                  <a:lnTo>
                    <a:pt x="46" y="4"/>
                  </a:lnTo>
                  <a:lnTo>
                    <a:pt x="45" y="12"/>
                  </a:lnTo>
                  <a:lnTo>
                    <a:pt x="45" y="17"/>
                  </a:lnTo>
                  <a:lnTo>
                    <a:pt x="43" y="25"/>
                  </a:lnTo>
                  <a:lnTo>
                    <a:pt x="42" y="28"/>
                  </a:lnTo>
                  <a:lnTo>
                    <a:pt x="41" y="36"/>
                  </a:lnTo>
                  <a:lnTo>
                    <a:pt x="41" y="43"/>
                  </a:lnTo>
                  <a:lnTo>
                    <a:pt x="36" y="49"/>
                  </a:lnTo>
                  <a:lnTo>
                    <a:pt x="36" y="50"/>
                  </a:lnTo>
                  <a:lnTo>
                    <a:pt x="36" y="51"/>
                  </a:lnTo>
                  <a:lnTo>
                    <a:pt x="36" y="57"/>
                  </a:lnTo>
                  <a:lnTo>
                    <a:pt x="36" y="61"/>
                  </a:lnTo>
                  <a:lnTo>
                    <a:pt x="36" y="63"/>
                  </a:lnTo>
                  <a:lnTo>
                    <a:pt x="36" y="70"/>
                  </a:lnTo>
                  <a:lnTo>
                    <a:pt x="35" y="76"/>
                  </a:lnTo>
                  <a:lnTo>
                    <a:pt x="35" y="77"/>
                  </a:lnTo>
                  <a:lnTo>
                    <a:pt x="32" y="78"/>
                  </a:lnTo>
                  <a:lnTo>
                    <a:pt x="30" y="80"/>
                  </a:lnTo>
                  <a:lnTo>
                    <a:pt x="30" y="82"/>
                  </a:lnTo>
                  <a:lnTo>
                    <a:pt x="30" y="82"/>
                  </a:lnTo>
                  <a:lnTo>
                    <a:pt x="30" y="85"/>
                  </a:lnTo>
                  <a:lnTo>
                    <a:pt x="30" y="85"/>
                  </a:lnTo>
                  <a:lnTo>
                    <a:pt x="30" y="85"/>
                  </a:lnTo>
                  <a:lnTo>
                    <a:pt x="25" y="85"/>
                  </a:lnTo>
                  <a:lnTo>
                    <a:pt x="21" y="82"/>
                  </a:lnTo>
                  <a:lnTo>
                    <a:pt x="20" y="82"/>
                  </a:lnTo>
                  <a:lnTo>
                    <a:pt x="19" y="82"/>
                  </a:lnTo>
                  <a:lnTo>
                    <a:pt x="18" y="82"/>
                  </a:lnTo>
                  <a:lnTo>
                    <a:pt x="15" y="80"/>
                  </a:lnTo>
                  <a:lnTo>
                    <a:pt x="14" y="80"/>
                  </a:lnTo>
                  <a:lnTo>
                    <a:pt x="12" y="78"/>
                  </a:lnTo>
                  <a:lnTo>
                    <a:pt x="11" y="78"/>
                  </a:lnTo>
                  <a:lnTo>
                    <a:pt x="10" y="78"/>
                  </a:lnTo>
                  <a:lnTo>
                    <a:pt x="8" y="78"/>
                  </a:lnTo>
                  <a:lnTo>
                    <a:pt x="8" y="78"/>
                  </a:lnTo>
                  <a:lnTo>
                    <a:pt x="7" y="78"/>
                  </a:lnTo>
                  <a:lnTo>
                    <a:pt x="7" y="80"/>
                  </a:lnTo>
                  <a:lnTo>
                    <a:pt x="7" y="80"/>
                  </a:lnTo>
                  <a:lnTo>
                    <a:pt x="6" y="80"/>
                  </a:lnTo>
                  <a:lnTo>
                    <a:pt x="3" y="80"/>
                  </a:lnTo>
                  <a:lnTo>
                    <a:pt x="3" y="80"/>
                  </a:lnTo>
                  <a:lnTo>
                    <a:pt x="0" y="82"/>
                  </a:lnTo>
                  <a:lnTo>
                    <a:pt x="0" y="80"/>
                  </a:lnTo>
                  <a:lnTo>
                    <a:pt x="0" y="80"/>
                  </a:lnTo>
                  <a:lnTo>
                    <a:pt x="3" y="80"/>
                  </a:lnTo>
                  <a:lnTo>
                    <a:pt x="3" y="78"/>
                  </a:lnTo>
                  <a:lnTo>
                    <a:pt x="4" y="78"/>
                  </a:lnTo>
                  <a:lnTo>
                    <a:pt x="6" y="78"/>
                  </a:lnTo>
                  <a:lnTo>
                    <a:pt x="7" y="78"/>
                  </a:lnTo>
                  <a:lnTo>
                    <a:pt x="7" y="77"/>
                  </a:lnTo>
                  <a:lnTo>
                    <a:pt x="8" y="76"/>
                  </a:lnTo>
                  <a:lnTo>
                    <a:pt x="8" y="76"/>
                  </a:lnTo>
                  <a:lnTo>
                    <a:pt x="11" y="76"/>
                  </a:lnTo>
                  <a:lnTo>
                    <a:pt x="12" y="76"/>
                  </a:lnTo>
                  <a:lnTo>
                    <a:pt x="14" y="76"/>
                  </a:lnTo>
                  <a:lnTo>
                    <a:pt x="15" y="76"/>
                  </a:lnTo>
                  <a:lnTo>
                    <a:pt x="15" y="76"/>
                  </a:lnTo>
                  <a:lnTo>
                    <a:pt x="18" y="73"/>
                  </a:lnTo>
                  <a:lnTo>
                    <a:pt x="20" y="71"/>
                  </a:lnTo>
                  <a:lnTo>
                    <a:pt x="20" y="70"/>
                  </a:lnTo>
                  <a:lnTo>
                    <a:pt x="21" y="68"/>
                  </a:lnTo>
                  <a:lnTo>
                    <a:pt x="24" y="63"/>
                  </a:lnTo>
                  <a:lnTo>
                    <a:pt x="25" y="63"/>
                  </a:lnTo>
                  <a:lnTo>
                    <a:pt x="25" y="59"/>
                  </a:lnTo>
                  <a:lnTo>
                    <a:pt x="27" y="57"/>
                  </a:lnTo>
                  <a:lnTo>
                    <a:pt x="30" y="50"/>
                  </a:lnTo>
                  <a:lnTo>
                    <a:pt x="30" y="43"/>
                  </a:lnTo>
                  <a:lnTo>
                    <a:pt x="30" y="35"/>
                  </a:lnTo>
                  <a:lnTo>
                    <a:pt x="27" y="26"/>
                  </a:lnTo>
                  <a:lnTo>
                    <a:pt x="25" y="19"/>
                  </a:lnTo>
                  <a:lnTo>
                    <a:pt x="25" y="15"/>
                  </a:lnTo>
                  <a:lnTo>
                    <a:pt x="25" y="12"/>
                  </a:lnTo>
                  <a:lnTo>
                    <a:pt x="25" y="10"/>
                  </a:lnTo>
                  <a:lnTo>
                    <a:pt x="25" y="10"/>
                  </a:lnTo>
                  <a:lnTo>
                    <a:pt x="27" y="10"/>
                  </a:lnTo>
                  <a:lnTo>
                    <a:pt x="31" y="10"/>
                  </a:lnTo>
                  <a:lnTo>
                    <a:pt x="32" y="12"/>
                  </a:lnTo>
                  <a:lnTo>
                    <a:pt x="32" y="12"/>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96" name=""/>
            <p:cNvSpPr/>
            <p:nvPr/>
          </p:nvSpPr>
          <p:spPr>
            <a:xfrm>
              <a:off x="6792840" y="4264200"/>
              <a:ext cx="23760" cy="20520"/>
            </a:xfrm>
            <a:custGeom>
              <a:avLst/>
              <a:gdLst/>
              <a:ahLst/>
              <a:rect l="l" t="t" r="r" b="b"/>
              <a:pathLst>
                <a:path w="15" h="13">
                  <a:moveTo>
                    <a:pt x="14" y="4"/>
                  </a:moveTo>
                  <a:lnTo>
                    <a:pt x="14" y="4"/>
                  </a:lnTo>
                  <a:lnTo>
                    <a:pt x="14" y="3"/>
                  </a:lnTo>
                  <a:lnTo>
                    <a:pt x="13" y="0"/>
                  </a:lnTo>
                  <a:lnTo>
                    <a:pt x="13" y="3"/>
                  </a:lnTo>
                  <a:lnTo>
                    <a:pt x="10" y="3"/>
                  </a:lnTo>
                  <a:lnTo>
                    <a:pt x="9" y="10"/>
                  </a:lnTo>
                  <a:lnTo>
                    <a:pt x="4" y="10"/>
                  </a:lnTo>
                  <a:lnTo>
                    <a:pt x="4" y="10"/>
                  </a:lnTo>
                  <a:lnTo>
                    <a:pt x="0" y="10"/>
                  </a:lnTo>
                  <a:lnTo>
                    <a:pt x="0" y="12"/>
                  </a:lnTo>
                  <a:lnTo>
                    <a:pt x="4" y="12"/>
                  </a:lnTo>
                  <a:lnTo>
                    <a:pt x="4" y="10"/>
                  </a:lnTo>
                  <a:lnTo>
                    <a:pt x="9" y="10"/>
                  </a:lnTo>
                  <a:lnTo>
                    <a:pt x="11" y="4"/>
                  </a:lnTo>
                  <a:lnTo>
                    <a:pt x="13" y="3"/>
                  </a:lnTo>
                  <a:lnTo>
                    <a:pt x="13" y="3"/>
                  </a:lnTo>
                  <a:lnTo>
                    <a:pt x="13" y="3"/>
                  </a:lnTo>
                  <a:lnTo>
                    <a:pt x="13" y="4"/>
                  </a:lnTo>
                  <a:lnTo>
                    <a:pt x="13" y="4"/>
                  </a:lnTo>
                  <a:lnTo>
                    <a:pt x="14" y="4"/>
                  </a:lnTo>
                  <a:lnTo>
                    <a:pt x="14" y="4"/>
                  </a:lnTo>
                </a:path>
              </a:pathLst>
            </a:custGeom>
            <a:solidFill>
              <a:srgbClr val="82c168"/>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797" name=""/>
            <p:cNvSpPr/>
            <p:nvPr/>
          </p:nvSpPr>
          <p:spPr>
            <a:xfrm>
              <a:off x="6799320" y="4270320"/>
              <a:ext cx="17280" cy="74520"/>
            </a:xfrm>
            <a:custGeom>
              <a:avLst/>
              <a:gdLst/>
              <a:ahLst/>
              <a:rect l="l" t="t" r="r" b="b"/>
              <a:pathLst>
                <a:path w="11" h="47">
                  <a:moveTo>
                    <a:pt x="0" y="46"/>
                  </a:moveTo>
                  <a:lnTo>
                    <a:pt x="0" y="46"/>
                  </a:lnTo>
                  <a:lnTo>
                    <a:pt x="0" y="45"/>
                  </a:lnTo>
                  <a:lnTo>
                    <a:pt x="5" y="39"/>
                  </a:lnTo>
                  <a:lnTo>
                    <a:pt x="5" y="32"/>
                  </a:lnTo>
                  <a:lnTo>
                    <a:pt x="6" y="24"/>
                  </a:lnTo>
                  <a:lnTo>
                    <a:pt x="9" y="21"/>
                  </a:lnTo>
                  <a:lnTo>
                    <a:pt x="9" y="13"/>
                  </a:lnTo>
                  <a:lnTo>
                    <a:pt x="10" y="8"/>
                  </a:lnTo>
                  <a:lnTo>
                    <a:pt x="10" y="0"/>
                  </a:lnTo>
                  <a:lnTo>
                    <a:pt x="9" y="0"/>
                  </a:lnTo>
                  <a:lnTo>
                    <a:pt x="9" y="8"/>
                  </a:lnTo>
                  <a:lnTo>
                    <a:pt x="9" y="13"/>
                  </a:lnTo>
                  <a:lnTo>
                    <a:pt x="7" y="21"/>
                  </a:lnTo>
                  <a:lnTo>
                    <a:pt x="6" y="24"/>
                  </a:lnTo>
                  <a:lnTo>
                    <a:pt x="5" y="32"/>
                  </a:lnTo>
                  <a:lnTo>
                    <a:pt x="0" y="39"/>
                  </a:lnTo>
                  <a:lnTo>
                    <a:pt x="0" y="45"/>
                  </a:lnTo>
                  <a:lnTo>
                    <a:pt x="0" y="46"/>
                  </a:lnTo>
                  <a:lnTo>
                    <a:pt x="0" y="46"/>
                  </a:lnTo>
                  <a:lnTo>
                    <a:pt x="0" y="46"/>
                  </a:lnTo>
                  <a:lnTo>
                    <a:pt x="0" y="46"/>
                  </a:lnTo>
                </a:path>
              </a:pathLst>
            </a:custGeom>
            <a:solidFill>
              <a:srgbClr val="82c168"/>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798" name=""/>
            <p:cNvSpPr/>
            <p:nvPr/>
          </p:nvSpPr>
          <p:spPr>
            <a:xfrm>
              <a:off x="6792840" y="4343400"/>
              <a:ext cx="7920" cy="46080"/>
            </a:xfrm>
            <a:custGeom>
              <a:avLst/>
              <a:gdLst/>
              <a:ahLst/>
              <a:rect l="l" t="t" r="r" b="b"/>
              <a:pathLst>
                <a:path w="5" h="29">
                  <a:moveTo>
                    <a:pt x="0" y="28"/>
                  </a:moveTo>
                  <a:lnTo>
                    <a:pt x="0" y="28"/>
                  </a:lnTo>
                  <a:lnTo>
                    <a:pt x="3" y="27"/>
                  </a:lnTo>
                  <a:lnTo>
                    <a:pt x="4" y="26"/>
                  </a:lnTo>
                  <a:lnTo>
                    <a:pt x="4" y="20"/>
                  </a:lnTo>
                  <a:lnTo>
                    <a:pt x="4" y="13"/>
                  </a:lnTo>
                  <a:lnTo>
                    <a:pt x="4" y="11"/>
                  </a:lnTo>
                  <a:lnTo>
                    <a:pt x="4" y="7"/>
                  </a:lnTo>
                  <a:lnTo>
                    <a:pt x="4" y="1"/>
                  </a:lnTo>
                  <a:lnTo>
                    <a:pt x="4" y="0"/>
                  </a:lnTo>
                  <a:lnTo>
                    <a:pt x="4" y="0"/>
                  </a:lnTo>
                  <a:lnTo>
                    <a:pt x="4" y="1"/>
                  </a:lnTo>
                  <a:lnTo>
                    <a:pt x="4" y="7"/>
                  </a:lnTo>
                  <a:lnTo>
                    <a:pt x="4" y="11"/>
                  </a:lnTo>
                  <a:lnTo>
                    <a:pt x="4" y="13"/>
                  </a:lnTo>
                  <a:lnTo>
                    <a:pt x="4" y="20"/>
                  </a:lnTo>
                  <a:lnTo>
                    <a:pt x="3" y="23"/>
                  </a:lnTo>
                  <a:lnTo>
                    <a:pt x="0" y="26"/>
                  </a:lnTo>
                  <a:lnTo>
                    <a:pt x="0" y="28"/>
                  </a:lnTo>
                  <a:lnTo>
                    <a:pt x="0" y="28"/>
                  </a:lnTo>
                  <a:lnTo>
                    <a:pt x="0" y="28"/>
                  </a:lnTo>
                  <a:lnTo>
                    <a:pt x="0" y="28"/>
                  </a:lnTo>
                </a:path>
              </a:pathLst>
            </a:custGeom>
            <a:solidFill>
              <a:srgbClr val="82c168"/>
            </a:solidFill>
            <a:ln w="0">
              <a:noFill/>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2799" name=""/>
            <p:cNvSpPr/>
            <p:nvPr/>
          </p:nvSpPr>
          <p:spPr>
            <a:xfrm>
              <a:off x="6775560" y="4387680"/>
              <a:ext cx="19080" cy="12960"/>
            </a:xfrm>
            <a:custGeom>
              <a:avLst/>
              <a:gdLst/>
              <a:ahLst/>
              <a:rect l="l" t="t" r="r" b="b"/>
              <a:pathLst>
                <a:path w="12" h="8">
                  <a:moveTo>
                    <a:pt x="0" y="5"/>
                  </a:moveTo>
                  <a:lnTo>
                    <a:pt x="0" y="5"/>
                  </a:lnTo>
                  <a:lnTo>
                    <a:pt x="4" y="7"/>
                  </a:lnTo>
                  <a:lnTo>
                    <a:pt x="9" y="7"/>
                  </a:lnTo>
                  <a:lnTo>
                    <a:pt x="10" y="7"/>
                  </a:lnTo>
                  <a:lnTo>
                    <a:pt x="10" y="7"/>
                  </a:lnTo>
                  <a:lnTo>
                    <a:pt x="10" y="4"/>
                  </a:lnTo>
                  <a:lnTo>
                    <a:pt x="9" y="4"/>
                  </a:lnTo>
                  <a:lnTo>
                    <a:pt x="10" y="2"/>
                  </a:lnTo>
                  <a:lnTo>
                    <a:pt x="11" y="0"/>
                  </a:lnTo>
                  <a:lnTo>
                    <a:pt x="11" y="0"/>
                  </a:lnTo>
                  <a:lnTo>
                    <a:pt x="9" y="2"/>
                  </a:lnTo>
                  <a:lnTo>
                    <a:pt x="9" y="4"/>
                  </a:lnTo>
                  <a:lnTo>
                    <a:pt x="9" y="4"/>
                  </a:lnTo>
                  <a:lnTo>
                    <a:pt x="9" y="7"/>
                  </a:lnTo>
                  <a:lnTo>
                    <a:pt x="9" y="7"/>
                  </a:lnTo>
                  <a:lnTo>
                    <a:pt x="9" y="7"/>
                  </a:lnTo>
                  <a:lnTo>
                    <a:pt x="4" y="7"/>
                  </a:lnTo>
                  <a:lnTo>
                    <a:pt x="0" y="4"/>
                  </a:lnTo>
                  <a:lnTo>
                    <a:pt x="0" y="4"/>
                  </a:lnTo>
                  <a:lnTo>
                    <a:pt x="0" y="5"/>
                  </a:lnTo>
                  <a:lnTo>
                    <a:pt x="0" y="5"/>
                  </a:lnTo>
                </a:path>
              </a:pathLst>
            </a:custGeom>
            <a:solidFill>
              <a:srgbClr val="82c168"/>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800" name=""/>
            <p:cNvSpPr/>
            <p:nvPr/>
          </p:nvSpPr>
          <p:spPr>
            <a:xfrm>
              <a:off x="6746760" y="4387680"/>
              <a:ext cx="30240" cy="9720"/>
            </a:xfrm>
            <a:custGeom>
              <a:avLst/>
              <a:gdLst/>
              <a:ahLst/>
              <a:rect l="l" t="t" r="r" b="b"/>
              <a:pathLst>
                <a:path w="19" h="6">
                  <a:moveTo>
                    <a:pt x="0" y="4"/>
                  </a:moveTo>
                  <a:lnTo>
                    <a:pt x="0" y="4"/>
                  </a:lnTo>
                  <a:lnTo>
                    <a:pt x="0" y="4"/>
                  </a:lnTo>
                  <a:lnTo>
                    <a:pt x="3" y="2"/>
                  </a:lnTo>
                  <a:lnTo>
                    <a:pt x="4" y="2"/>
                  </a:lnTo>
                  <a:lnTo>
                    <a:pt x="4" y="2"/>
                  </a:lnTo>
                  <a:lnTo>
                    <a:pt x="4" y="2"/>
                  </a:lnTo>
                  <a:lnTo>
                    <a:pt x="5" y="2"/>
                  </a:lnTo>
                  <a:lnTo>
                    <a:pt x="5" y="2"/>
                  </a:lnTo>
                  <a:lnTo>
                    <a:pt x="7" y="2"/>
                  </a:lnTo>
                  <a:lnTo>
                    <a:pt x="8" y="2"/>
                  </a:lnTo>
                  <a:lnTo>
                    <a:pt x="9" y="2"/>
                  </a:lnTo>
                  <a:lnTo>
                    <a:pt x="11" y="2"/>
                  </a:lnTo>
                  <a:lnTo>
                    <a:pt x="12" y="4"/>
                  </a:lnTo>
                  <a:lnTo>
                    <a:pt x="15" y="4"/>
                  </a:lnTo>
                  <a:lnTo>
                    <a:pt x="16" y="4"/>
                  </a:lnTo>
                  <a:lnTo>
                    <a:pt x="17" y="4"/>
                  </a:lnTo>
                  <a:lnTo>
                    <a:pt x="18" y="5"/>
                  </a:lnTo>
                  <a:lnTo>
                    <a:pt x="18" y="4"/>
                  </a:lnTo>
                  <a:lnTo>
                    <a:pt x="17" y="4"/>
                  </a:lnTo>
                  <a:lnTo>
                    <a:pt x="16" y="4"/>
                  </a:lnTo>
                  <a:lnTo>
                    <a:pt x="15" y="2"/>
                  </a:lnTo>
                  <a:lnTo>
                    <a:pt x="12" y="2"/>
                  </a:lnTo>
                  <a:lnTo>
                    <a:pt x="11" y="0"/>
                  </a:lnTo>
                  <a:lnTo>
                    <a:pt x="9" y="0"/>
                  </a:lnTo>
                  <a:lnTo>
                    <a:pt x="8" y="0"/>
                  </a:lnTo>
                  <a:lnTo>
                    <a:pt x="7" y="0"/>
                  </a:lnTo>
                  <a:lnTo>
                    <a:pt x="5" y="0"/>
                  </a:lnTo>
                  <a:lnTo>
                    <a:pt x="5" y="0"/>
                  </a:lnTo>
                  <a:lnTo>
                    <a:pt x="4" y="0"/>
                  </a:lnTo>
                  <a:lnTo>
                    <a:pt x="4" y="0"/>
                  </a:lnTo>
                  <a:lnTo>
                    <a:pt x="3" y="0"/>
                  </a:lnTo>
                  <a:lnTo>
                    <a:pt x="3" y="0"/>
                  </a:lnTo>
                  <a:lnTo>
                    <a:pt x="0" y="2"/>
                  </a:lnTo>
                  <a:lnTo>
                    <a:pt x="0" y="2"/>
                  </a:lnTo>
                  <a:lnTo>
                    <a:pt x="0" y="2"/>
                  </a:lnTo>
                  <a:lnTo>
                    <a:pt x="0" y="4"/>
                  </a:lnTo>
                  <a:lnTo>
                    <a:pt x="0" y="4"/>
                  </a:lnTo>
                </a:path>
              </a:pathLst>
            </a:custGeom>
            <a:solidFill>
              <a:srgbClr val="82c168"/>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801" name=""/>
            <p:cNvSpPr/>
            <p:nvPr/>
          </p:nvSpPr>
          <p:spPr>
            <a:xfrm>
              <a:off x="6742080" y="4379760"/>
              <a:ext cx="25560" cy="16200"/>
            </a:xfrm>
            <a:custGeom>
              <a:avLst/>
              <a:gdLst/>
              <a:ahLst/>
              <a:rect l="l" t="t" r="r" b="b"/>
              <a:pathLst>
                <a:path w="16" h="10">
                  <a:moveTo>
                    <a:pt x="15" y="0"/>
                  </a:moveTo>
                  <a:lnTo>
                    <a:pt x="15" y="0"/>
                  </a:lnTo>
                  <a:lnTo>
                    <a:pt x="15" y="0"/>
                  </a:lnTo>
                  <a:lnTo>
                    <a:pt x="14" y="3"/>
                  </a:lnTo>
                  <a:lnTo>
                    <a:pt x="11" y="3"/>
                  </a:lnTo>
                  <a:lnTo>
                    <a:pt x="11" y="3"/>
                  </a:lnTo>
                  <a:lnTo>
                    <a:pt x="8" y="3"/>
                  </a:lnTo>
                  <a:lnTo>
                    <a:pt x="8" y="3"/>
                  </a:lnTo>
                  <a:lnTo>
                    <a:pt x="7" y="4"/>
                  </a:lnTo>
                  <a:lnTo>
                    <a:pt x="7" y="5"/>
                  </a:lnTo>
                  <a:lnTo>
                    <a:pt x="6" y="5"/>
                  </a:lnTo>
                  <a:lnTo>
                    <a:pt x="3" y="5"/>
                  </a:lnTo>
                  <a:lnTo>
                    <a:pt x="3" y="5"/>
                  </a:lnTo>
                  <a:lnTo>
                    <a:pt x="0" y="7"/>
                  </a:lnTo>
                  <a:lnTo>
                    <a:pt x="0" y="7"/>
                  </a:lnTo>
                  <a:lnTo>
                    <a:pt x="0" y="9"/>
                  </a:lnTo>
                  <a:lnTo>
                    <a:pt x="0" y="9"/>
                  </a:lnTo>
                  <a:lnTo>
                    <a:pt x="3" y="9"/>
                  </a:lnTo>
                  <a:lnTo>
                    <a:pt x="3" y="7"/>
                  </a:lnTo>
                  <a:lnTo>
                    <a:pt x="0" y="7"/>
                  </a:lnTo>
                  <a:lnTo>
                    <a:pt x="3" y="7"/>
                  </a:lnTo>
                  <a:lnTo>
                    <a:pt x="3" y="9"/>
                  </a:lnTo>
                  <a:lnTo>
                    <a:pt x="3" y="7"/>
                  </a:lnTo>
                  <a:lnTo>
                    <a:pt x="3" y="7"/>
                  </a:lnTo>
                  <a:lnTo>
                    <a:pt x="6" y="5"/>
                  </a:lnTo>
                  <a:lnTo>
                    <a:pt x="6" y="5"/>
                  </a:lnTo>
                  <a:lnTo>
                    <a:pt x="7" y="5"/>
                  </a:lnTo>
                  <a:lnTo>
                    <a:pt x="8" y="5"/>
                  </a:lnTo>
                  <a:lnTo>
                    <a:pt x="8" y="4"/>
                  </a:lnTo>
                  <a:lnTo>
                    <a:pt x="10" y="3"/>
                  </a:lnTo>
                  <a:lnTo>
                    <a:pt x="11" y="3"/>
                  </a:lnTo>
                  <a:lnTo>
                    <a:pt x="12" y="3"/>
                  </a:lnTo>
                  <a:lnTo>
                    <a:pt x="14" y="3"/>
                  </a:lnTo>
                  <a:lnTo>
                    <a:pt x="15" y="3"/>
                  </a:lnTo>
                  <a:lnTo>
                    <a:pt x="15" y="3"/>
                  </a:lnTo>
                  <a:lnTo>
                    <a:pt x="15" y="3"/>
                  </a:lnTo>
                  <a:lnTo>
                    <a:pt x="15" y="0"/>
                  </a:lnTo>
                  <a:lnTo>
                    <a:pt x="15" y="0"/>
                  </a:lnTo>
                </a:path>
              </a:pathLst>
            </a:custGeom>
            <a:solidFill>
              <a:srgbClr val="82c168"/>
            </a:solidFill>
            <a:ln w="0">
              <a:noFill/>
            </a:ln>
          </p:spPr>
          <p:style>
            <a:lnRef idx="0"/>
            <a:fillRef idx="0"/>
            <a:effectRef idx="0"/>
            <a:fontRef idx="minor"/>
          </p:style>
          <p:txBody>
            <a:bodyPr lIns="90000" rIns="90000" tIns="-30600" bIns="-30600" anchor="t">
              <a:noAutofit/>
            </a:bodyPr>
            <a:p>
              <a:endParaRPr b="0" lang="en-IN" sz="2400" strike="noStrike" u="none">
                <a:solidFill>
                  <a:srgbClr val="ffffff"/>
                </a:solidFill>
                <a:effectLst/>
                <a:uFillTx/>
                <a:latin typeface="Times New Roman"/>
              </a:endParaRPr>
            </a:p>
          </p:txBody>
        </p:sp>
        <p:sp>
          <p:nvSpPr>
            <p:cNvPr id="2802" name=""/>
            <p:cNvSpPr/>
            <p:nvPr/>
          </p:nvSpPr>
          <p:spPr>
            <a:xfrm>
              <a:off x="6765840" y="4354560"/>
              <a:ext cx="25560" cy="31680"/>
            </a:xfrm>
            <a:custGeom>
              <a:avLst/>
              <a:gdLst/>
              <a:ahLst/>
              <a:rect l="l" t="t" r="r" b="b"/>
              <a:pathLst>
                <a:path w="16" h="20">
                  <a:moveTo>
                    <a:pt x="12" y="0"/>
                  </a:moveTo>
                  <a:lnTo>
                    <a:pt x="12" y="0"/>
                  </a:lnTo>
                  <a:lnTo>
                    <a:pt x="10" y="2"/>
                  </a:lnTo>
                  <a:lnTo>
                    <a:pt x="10" y="5"/>
                  </a:lnTo>
                  <a:lnTo>
                    <a:pt x="9" y="6"/>
                  </a:lnTo>
                  <a:lnTo>
                    <a:pt x="6" y="10"/>
                  </a:lnTo>
                  <a:lnTo>
                    <a:pt x="5" y="13"/>
                  </a:lnTo>
                  <a:lnTo>
                    <a:pt x="4" y="14"/>
                  </a:lnTo>
                  <a:lnTo>
                    <a:pt x="3" y="16"/>
                  </a:lnTo>
                  <a:lnTo>
                    <a:pt x="0" y="16"/>
                  </a:lnTo>
                  <a:lnTo>
                    <a:pt x="0" y="19"/>
                  </a:lnTo>
                  <a:lnTo>
                    <a:pt x="3" y="16"/>
                  </a:lnTo>
                  <a:lnTo>
                    <a:pt x="5" y="14"/>
                  </a:lnTo>
                  <a:lnTo>
                    <a:pt x="6" y="13"/>
                  </a:lnTo>
                  <a:lnTo>
                    <a:pt x="6" y="13"/>
                  </a:lnTo>
                  <a:lnTo>
                    <a:pt x="10" y="6"/>
                  </a:lnTo>
                  <a:lnTo>
                    <a:pt x="10" y="6"/>
                  </a:lnTo>
                  <a:lnTo>
                    <a:pt x="12" y="2"/>
                  </a:lnTo>
                  <a:lnTo>
                    <a:pt x="15" y="1"/>
                  </a:lnTo>
                  <a:lnTo>
                    <a:pt x="15" y="1"/>
                  </a:lnTo>
                  <a:lnTo>
                    <a:pt x="12" y="0"/>
                  </a:lnTo>
                  <a:lnTo>
                    <a:pt x="12" y="0"/>
                  </a:lnTo>
                </a:path>
              </a:pathLst>
            </a:custGeom>
            <a:solidFill>
              <a:srgbClr val="82c168"/>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2803" name=""/>
            <p:cNvSpPr/>
            <p:nvPr/>
          </p:nvSpPr>
          <p:spPr>
            <a:xfrm>
              <a:off x="6784920" y="4305240"/>
              <a:ext cx="7920" cy="52560"/>
            </a:xfrm>
            <a:custGeom>
              <a:avLst/>
              <a:gdLst/>
              <a:ahLst/>
              <a:rect l="l" t="t" r="r" b="b"/>
              <a:pathLst>
                <a:path w="5" h="33">
                  <a:moveTo>
                    <a:pt x="0" y="0"/>
                  </a:moveTo>
                  <a:lnTo>
                    <a:pt x="0" y="0"/>
                  </a:lnTo>
                  <a:lnTo>
                    <a:pt x="3" y="9"/>
                  </a:lnTo>
                  <a:lnTo>
                    <a:pt x="3" y="17"/>
                  </a:lnTo>
                  <a:lnTo>
                    <a:pt x="0" y="24"/>
                  </a:lnTo>
                  <a:lnTo>
                    <a:pt x="0" y="31"/>
                  </a:lnTo>
                  <a:lnTo>
                    <a:pt x="3" y="32"/>
                  </a:lnTo>
                  <a:lnTo>
                    <a:pt x="3" y="24"/>
                  </a:lnTo>
                  <a:lnTo>
                    <a:pt x="4" y="17"/>
                  </a:lnTo>
                  <a:lnTo>
                    <a:pt x="4" y="9"/>
                  </a:lnTo>
                  <a:lnTo>
                    <a:pt x="3" y="0"/>
                  </a:lnTo>
                  <a:lnTo>
                    <a:pt x="3" y="0"/>
                  </a:lnTo>
                  <a:lnTo>
                    <a:pt x="0" y="0"/>
                  </a:lnTo>
                  <a:lnTo>
                    <a:pt x="0" y="0"/>
                  </a:lnTo>
                </a:path>
              </a:pathLst>
            </a:custGeom>
            <a:solidFill>
              <a:srgbClr val="82c168"/>
            </a:solidFill>
            <a:ln w="0">
              <a:noFill/>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2804" name=""/>
            <p:cNvSpPr/>
            <p:nvPr/>
          </p:nvSpPr>
          <p:spPr>
            <a:xfrm>
              <a:off x="6780240" y="4280040"/>
              <a:ext cx="14400" cy="27000"/>
            </a:xfrm>
            <a:custGeom>
              <a:avLst/>
              <a:gdLst/>
              <a:ahLst/>
              <a:rect l="l" t="t" r="r" b="b"/>
              <a:pathLst>
                <a:path w="9" h="17">
                  <a:moveTo>
                    <a:pt x="8" y="0"/>
                  </a:moveTo>
                  <a:lnTo>
                    <a:pt x="8" y="0"/>
                  </a:lnTo>
                  <a:lnTo>
                    <a:pt x="7" y="0"/>
                  </a:lnTo>
                  <a:lnTo>
                    <a:pt x="3" y="0"/>
                  </a:lnTo>
                  <a:lnTo>
                    <a:pt x="1" y="0"/>
                  </a:lnTo>
                  <a:lnTo>
                    <a:pt x="1" y="0"/>
                  </a:lnTo>
                  <a:lnTo>
                    <a:pt x="0" y="2"/>
                  </a:lnTo>
                  <a:lnTo>
                    <a:pt x="0" y="5"/>
                  </a:lnTo>
                  <a:lnTo>
                    <a:pt x="1" y="9"/>
                  </a:lnTo>
                  <a:lnTo>
                    <a:pt x="3" y="16"/>
                  </a:lnTo>
                  <a:lnTo>
                    <a:pt x="6" y="16"/>
                  </a:lnTo>
                  <a:lnTo>
                    <a:pt x="1" y="9"/>
                  </a:lnTo>
                  <a:lnTo>
                    <a:pt x="1" y="5"/>
                  </a:lnTo>
                  <a:lnTo>
                    <a:pt x="1" y="2"/>
                  </a:lnTo>
                  <a:lnTo>
                    <a:pt x="1" y="0"/>
                  </a:lnTo>
                  <a:lnTo>
                    <a:pt x="1" y="0"/>
                  </a:lnTo>
                  <a:lnTo>
                    <a:pt x="3" y="0"/>
                  </a:lnTo>
                  <a:lnTo>
                    <a:pt x="7" y="0"/>
                  </a:lnTo>
                  <a:lnTo>
                    <a:pt x="8" y="2"/>
                  </a:lnTo>
                  <a:lnTo>
                    <a:pt x="8" y="2"/>
                  </a:lnTo>
                  <a:lnTo>
                    <a:pt x="8" y="0"/>
                  </a:lnTo>
                  <a:lnTo>
                    <a:pt x="8" y="0"/>
                  </a:lnTo>
                </a:path>
              </a:pathLst>
            </a:custGeom>
            <a:solidFill>
              <a:srgbClr val="82c168"/>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805" name=""/>
            <p:cNvSpPr/>
            <p:nvPr/>
          </p:nvSpPr>
          <p:spPr>
            <a:xfrm>
              <a:off x="6672240" y="4229280"/>
              <a:ext cx="55440" cy="129960"/>
            </a:xfrm>
            <a:custGeom>
              <a:avLst/>
              <a:gdLst/>
              <a:ahLst/>
              <a:rect l="l" t="t" r="r" b="b"/>
              <a:pathLst>
                <a:path w="35" h="82">
                  <a:moveTo>
                    <a:pt x="22" y="0"/>
                  </a:moveTo>
                  <a:lnTo>
                    <a:pt x="22" y="1"/>
                  </a:lnTo>
                  <a:lnTo>
                    <a:pt x="26" y="1"/>
                  </a:lnTo>
                  <a:lnTo>
                    <a:pt x="26" y="3"/>
                  </a:lnTo>
                  <a:lnTo>
                    <a:pt x="26" y="6"/>
                  </a:lnTo>
                  <a:lnTo>
                    <a:pt x="27" y="10"/>
                  </a:lnTo>
                  <a:lnTo>
                    <a:pt x="27" y="10"/>
                  </a:lnTo>
                  <a:lnTo>
                    <a:pt x="27" y="14"/>
                  </a:lnTo>
                  <a:lnTo>
                    <a:pt x="27" y="20"/>
                  </a:lnTo>
                  <a:lnTo>
                    <a:pt x="28" y="22"/>
                  </a:lnTo>
                  <a:lnTo>
                    <a:pt x="29" y="26"/>
                  </a:lnTo>
                  <a:lnTo>
                    <a:pt x="30" y="32"/>
                  </a:lnTo>
                  <a:lnTo>
                    <a:pt x="30" y="37"/>
                  </a:lnTo>
                  <a:lnTo>
                    <a:pt x="33" y="40"/>
                  </a:lnTo>
                  <a:lnTo>
                    <a:pt x="33" y="41"/>
                  </a:lnTo>
                  <a:lnTo>
                    <a:pt x="34" y="47"/>
                  </a:lnTo>
                  <a:lnTo>
                    <a:pt x="34" y="47"/>
                  </a:lnTo>
                  <a:lnTo>
                    <a:pt x="34" y="48"/>
                  </a:lnTo>
                  <a:lnTo>
                    <a:pt x="34" y="50"/>
                  </a:lnTo>
                  <a:lnTo>
                    <a:pt x="34" y="57"/>
                  </a:lnTo>
                  <a:lnTo>
                    <a:pt x="33" y="61"/>
                  </a:lnTo>
                  <a:lnTo>
                    <a:pt x="30" y="65"/>
                  </a:lnTo>
                  <a:lnTo>
                    <a:pt x="29" y="71"/>
                  </a:lnTo>
                  <a:lnTo>
                    <a:pt x="27" y="72"/>
                  </a:lnTo>
                  <a:lnTo>
                    <a:pt x="27" y="73"/>
                  </a:lnTo>
                  <a:lnTo>
                    <a:pt x="26" y="77"/>
                  </a:lnTo>
                  <a:lnTo>
                    <a:pt x="26" y="79"/>
                  </a:lnTo>
                  <a:lnTo>
                    <a:pt x="26" y="80"/>
                  </a:lnTo>
                  <a:lnTo>
                    <a:pt x="26" y="81"/>
                  </a:lnTo>
                  <a:lnTo>
                    <a:pt x="26" y="81"/>
                  </a:lnTo>
                  <a:lnTo>
                    <a:pt x="24" y="81"/>
                  </a:lnTo>
                  <a:lnTo>
                    <a:pt x="19" y="81"/>
                  </a:lnTo>
                  <a:lnTo>
                    <a:pt x="18" y="79"/>
                  </a:lnTo>
                  <a:lnTo>
                    <a:pt x="15" y="79"/>
                  </a:lnTo>
                  <a:lnTo>
                    <a:pt x="15" y="79"/>
                  </a:lnTo>
                  <a:lnTo>
                    <a:pt x="14" y="77"/>
                  </a:lnTo>
                  <a:lnTo>
                    <a:pt x="10" y="77"/>
                  </a:lnTo>
                  <a:lnTo>
                    <a:pt x="9" y="77"/>
                  </a:lnTo>
                  <a:lnTo>
                    <a:pt x="9" y="74"/>
                  </a:lnTo>
                  <a:lnTo>
                    <a:pt x="8" y="74"/>
                  </a:lnTo>
                  <a:lnTo>
                    <a:pt x="7" y="74"/>
                  </a:lnTo>
                  <a:lnTo>
                    <a:pt x="7" y="74"/>
                  </a:lnTo>
                  <a:lnTo>
                    <a:pt x="3" y="74"/>
                  </a:lnTo>
                  <a:lnTo>
                    <a:pt x="2" y="74"/>
                  </a:lnTo>
                  <a:lnTo>
                    <a:pt x="2" y="77"/>
                  </a:lnTo>
                  <a:lnTo>
                    <a:pt x="2" y="77"/>
                  </a:lnTo>
                  <a:lnTo>
                    <a:pt x="0" y="77"/>
                  </a:lnTo>
                  <a:lnTo>
                    <a:pt x="0" y="77"/>
                  </a:lnTo>
                  <a:lnTo>
                    <a:pt x="0" y="77"/>
                  </a:lnTo>
                  <a:lnTo>
                    <a:pt x="0" y="77"/>
                  </a:lnTo>
                  <a:lnTo>
                    <a:pt x="0" y="77"/>
                  </a:lnTo>
                  <a:lnTo>
                    <a:pt x="0" y="77"/>
                  </a:lnTo>
                  <a:lnTo>
                    <a:pt x="0" y="77"/>
                  </a:lnTo>
                  <a:lnTo>
                    <a:pt x="0" y="77"/>
                  </a:lnTo>
                  <a:lnTo>
                    <a:pt x="0" y="74"/>
                  </a:lnTo>
                  <a:lnTo>
                    <a:pt x="1" y="73"/>
                  </a:lnTo>
                  <a:lnTo>
                    <a:pt x="2" y="73"/>
                  </a:lnTo>
                  <a:lnTo>
                    <a:pt x="2" y="72"/>
                  </a:lnTo>
                  <a:lnTo>
                    <a:pt x="7" y="72"/>
                  </a:lnTo>
                  <a:lnTo>
                    <a:pt x="7" y="72"/>
                  </a:lnTo>
                  <a:lnTo>
                    <a:pt x="8" y="72"/>
                  </a:lnTo>
                  <a:lnTo>
                    <a:pt x="9" y="72"/>
                  </a:lnTo>
                  <a:lnTo>
                    <a:pt x="9" y="72"/>
                  </a:lnTo>
                  <a:lnTo>
                    <a:pt x="10" y="71"/>
                  </a:lnTo>
                  <a:lnTo>
                    <a:pt x="10" y="71"/>
                  </a:lnTo>
                  <a:lnTo>
                    <a:pt x="14" y="67"/>
                  </a:lnTo>
                  <a:lnTo>
                    <a:pt x="14" y="67"/>
                  </a:lnTo>
                  <a:lnTo>
                    <a:pt x="15" y="65"/>
                  </a:lnTo>
                  <a:lnTo>
                    <a:pt x="15" y="62"/>
                  </a:lnTo>
                  <a:lnTo>
                    <a:pt x="18" y="58"/>
                  </a:lnTo>
                  <a:lnTo>
                    <a:pt x="18" y="57"/>
                  </a:lnTo>
                  <a:lnTo>
                    <a:pt x="18" y="55"/>
                  </a:lnTo>
                  <a:lnTo>
                    <a:pt x="19" y="48"/>
                  </a:lnTo>
                  <a:lnTo>
                    <a:pt x="19" y="47"/>
                  </a:lnTo>
                  <a:lnTo>
                    <a:pt x="19" y="39"/>
                  </a:lnTo>
                  <a:lnTo>
                    <a:pt x="19" y="32"/>
                  </a:lnTo>
                  <a:lnTo>
                    <a:pt x="19" y="22"/>
                  </a:lnTo>
                  <a:lnTo>
                    <a:pt x="19" y="20"/>
                  </a:lnTo>
                  <a:lnTo>
                    <a:pt x="18" y="14"/>
                  </a:lnTo>
                  <a:lnTo>
                    <a:pt x="18" y="10"/>
                  </a:lnTo>
                  <a:lnTo>
                    <a:pt x="18" y="8"/>
                  </a:lnTo>
                  <a:lnTo>
                    <a:pt x="18" y="2"/>
                  </a:lnTo>
                  <a:lnTo>
                    <a:pt x="19" y="1"/>
                  </a:lnTo>
                  <a:lnTo>
                    <a:pt x="19" y="0"/>
                  </a:lnTo>
                  <a:lnTo>
                    <a:pt x="22" y="0"/>
                  </a:lnTo>
                  <a:lnTo>
                    <a:pt x="22" y="0"/>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806" name=""/>
            <p:cNvSpPr/>
            <p:nvPr/>
          </p:nvSpPr>
          <p:spPr>
            <a:xfrm>
              <a:off x="6705720" y="4229280"/>
              <a:ext cx="14040" cy="33120"/>
            </a:xfrm>
            <a:custGeom>
              <a:avLst/>
              <a:gdLst/>
              <a:ahLst/>
              <a:rect l="l" t="t" r="r" b="b"/>
              <a:pathLst>
                <a:path w="9" h="21">
                  <a:moveTo>
                    <a:pt x="8" y="20"/>
                  </a:moveTo>
                  <a:lnTo>
                    <a:pt x="8" y="20"/>
                  </a:lnTo>
                  <a:lnTo>
                    <a:pt x="7" y="14"/>
                  </a:lnTo>
                  <a:lnTo>
                    <a:pt x="6" y="10"/>
                  </a:lnTo>
                  <a:lnTo>
                    <a:pt x="6" y="10"/>
                  </a:lnTo>
                  <a:lnTo>
                    <a:pt x="6" y="6"/>
                  </a:lnTo>
                  <a:lnTo>
                    <a:pt x="5" y="2"/>
                  </a:lnTo>
                  <a:lnTo>
                    <a:pt x="5" y="1"/>
                  </a:lnTo>
                  <a:lnTo>
                    <a:pt x="1" y="1"/>
                  </a:lnTo>
                  <a:lnTo>
                    <a:pt x="1" y="0"/>
                  </a:lnTo>
                  <a:lnTo>
                    <a:pt x="0" y="1"/>
                  </a:lnTo>
                  <a:lnTo>
                    <a:pt x="1" y="1"/>
                  </a:lnTo>
                  <a:lnTo>
                    <a:pt x="3" y="1"/>
                  </a:lnTo>
                  <a:lnTo>
                    <a:pt x="5" y="3"/>
                  </a:lnTo>
                  <a:lnTo>
                    <a:pt x="5" y="8"/>
                  </a:lnTo>
                  <a:lnTo>
                    <a:pt x="6" y="10"/>
                  </a:lnTo>
                  <a:lnTo>
                    <a:pt x="6" y="10"/>
                  </a:lnTo>
                  <a:lnTo>
                    <a:pt x="6" y="14"/>
                  </a:lnTo>
                  <a:lnTo>
                    <a:pt x="6" y="20"/>
                  </a:lnTo>
                  <a:lnTo>
                    <a:pt x="6" y="20"/>
                  </a:lnTo>
                  <a:lnTo>
                    <a:pt x="8" y="20"/>
                  </a:lnTo>
                  <a:lnTo>
                    <a:pt x="8" y="20"/>
                  </a:lnTo>
                </a:path>
              </a:pathLst>
            </a:custGeom>
            <a:solidFill>
              <a:srgbClr val="82c168"/>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2807" name=""/>
            <p:cNvSpPr/>
            <p:nvPr/>
          </p:nvSpPr>
          <p:spPr>
            <a:xfrm>
              <a:off x="6715080" y="4260960"/>
              <a:ext cx="12600" cy="44280"/>
            </a:xfrm>
            <a:custGeom>
              <a:avLst/>
              <a:gdLst/>
              <a:ahLst/>
              <a:rect l="l" t="t" r="r" b="b"/>
              <a:pathLst>
                <a:path w="8" h="28">
                  <a:moveTo>
                    <a:pt x="7" y="27"/>
                  </a:moveTo>
                  <a:lnTo>
                    <a:pt x="7" y="27"/>
                  </a:lnTo>
                  <a:lnTo>
                    <a:pt x="7" y="27"/>
                  </a:lnTo>
                  <a:lnTo>
                    <a:pt x="7" y="21"/>
                  </a:lnTo>
                  <a:lnTo>
                    <a:pt x="6" y="19"/>
                  </a:lnTo>
                  <a:lnTo>
                    <a:pt x="5" y="15"/>
                  </a:lnTo>
                  <a:lnTo>
                    <a:pt x="3" y="12"/>
                  </a:lnTo>
                  <a:lnTo>
                    <a:pt x="2" y="6"/>
                  </a:lnTo>
                  <a:lnTo>
                    <a:pt x="2" y="2"/>
                  </a:lnTo>
                  <a:lnTo>
                    <a:pt x="2" y="0"/>
                  </a:lnTo>
                  <a:lnTo>
                    <a:pt x="0" y="0"/>
                  </a:lnTo>
                  <a:lnTo>
                    <a:pt x="0" y="2"/>
                  </a:lnTo>
                  <a:lnTo>
                    <a:pt x="1" y="6"/>
                  </a:lnTo>
                  <a:lnTo>
                    <a:pt x="2" y="12"/>
                  </a:lnTo>
                  <a:lnTo>
                    <a:pt x="3" y="17"/>
                  </a:lnTo>
                  <a:lnTo>
                    <a:pt x="3" y="20"/>
                  </a:lnTo>
                  <a:lnTo>
                    <a:pt x="6" y="23"/>
                  </a:lnTo>
                  <a:lnTo>
                    <a:pt x="7" y="27"/>
                  </a:lnTo>
                  <a:lnTo>
                    <a:pt x="7" y="27"/>
                  </a:lnTo>
                  <a:lnTo>
                    <a:pt x="7" y="27"/>
                  </a:lnTo>
                  <a:lnTo>
                    <a:pt x="7" y="27"/>
                  </a:lnTo>
                  <a:lnTo>
                    <a:pt x="7" y="27"/>
                  </a:lnTo>
                </a:path>
              </a:pathLst>
            </a:custGeom>
            <a:solidFill>
              <a:srgbClr val="82c168"/>
            </a:solidFill>
            <a:ln w="0">
              <a:noFill/>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2808" name=""/>
            <p:cNvSpPr/>
            <p:nvPr/>
          </p:nvSpPr>
          <p:spPr>
            <a:xfrm>
              <a:off x="6713640" y="4303800"/>
              <a:ext cx="14040" cy="44280"/>
            </a:xfrm>
            <a:custGeom>
              <a:avLst/>
              <a:gdLst/>
              <a:ahLst/>
              <a:rect l="l" t="t" r="r" b="b"/>
              <a:pathLst>
                <a:path w="9" h="28">
                  <a:moveTo>
                    <a:pt x="1" y="27"/>
                  </a:moveTo>
                  <a:lnTo>
                    <a:pt x="1" y="27"/>
                  </a:lnTo>
                  <a:lnTo>
                    <a:pt x="1" y="25"/>
                  </a:lnTo>
                  <a:lnTo>
                    <a:pt x="4" y="24"/>
                  </a:lnTo>
                  <a:lnTo>
                    <a:pt x="7" y="18"/>
                  </a:lnTo>
                  <a:lnTo>
                    <a:pt x="8" y="14"/>
                  </a:lnTo>
                  <a:lnTo>
                    <a:pt x="8" y="10"/>
                  </a:lnTo>
                  <a:lnTo>
                    <a:pt x="8" y="3"/>
                  </a:lnTo>
                  <a:lnTo>
                    <a:pt x="8" y="1"/>
                  </a:lnTo>
                  <a:lnTo>
                    <a:pt x="8" y="0"/>
                  </a:lnTo>
                  <a:lnTo>
                    <a:pt x="8" y="0"/>
                  </a:lnTo>
                  <a:lnTo>
                    <a:pt x="8" y="1"/>
                  </a:lnTo>
                  <a:lnTo>
                    <a:pt x="8" y="3"/>
                  </a:lnTo>
                  <a:lnTo>
                    <a:pt x="7" y="10"/>
                  </a:lnTo>
                  <a:lnTo>
                    <a:pt x="7" y="14"/>
                  </a:lnTo>
                  <a:lnTo>
                    <a:pt x="4" y="18"/>
                  </a:lnTo>
                  <a:lnTo>
                    <a:pt x="3" y="23"/>
                  </a:lnTo>
                  <a:lnTo>
                    <a:pt x="1" y="25"/>
                  </a:lnTo>
                  <a:lnTo>
                    <a:pt x="0" y="26"/>
                  </a:lnTo>
                  <a:lnTo>
                    <a:pt x="0" y="26"/>
                  </a:lnTo>
                  <a:lnTo>
                    <a:pt x="1" y="27"/>
                  </a:lnTo>
                  <a:lnTo>
                    <a:pt x="1" y="27"/>
                  </a:lnTo>
                </a:path>
              </a:pathLst>
            </a:custGeom>
            <a:solidFill>
              <a:srgbClr val="82c168"/>
            </a:solidFill>
            <a:ln w="0">
              <a:noFill/>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2809" name=""/>
            <p:cNvSpPr/>
            <p:nvPr/>
          </p:nvSpPr>
          <p:spPr>
            <a:xfrm>
              <a:off x="6700680" y="4344840"/>
              <a:ext cx="16200" cy="14400"/>
            </a:xfrm>
            <a:custGeom>
              <a:avLst/>
              <a:gdLst/>
              <a:ahLst/>
              <a:rect l="l" t="t" r="r" b="b"/>
              <a:pathLst>
                <a:path w="10" h="9">
                  <a:moveTo>
                    <a:pt x="0" y="7"/>
                  </a:moveTo>
                  <a:lnTo>
                    <a:pt x="0" y="7"/>
                  </a:lnTo>
                  <a:lnTo>
                    <a:pt x="1" y="8"/>
                  </a:lnTo>
                  <a:lnTo>
                    <a:pt x="6" y="8"/>
                  </a:lnTo>
                  <a:lnTo>
                    <a:pt x="8" y="8"/>
                  </a:lnTo>
                  <a:lnTo>
                    <a:pt x="8" y="8"/>
                  </a:lnTo>
                  <a:lnTo>
                    <a:pt x="8" y="7"/>
                  </a:lnTo>
                  <a:lnTo>
                    <a:pt x="8" y="6"/>
                  </a:lnTo>
                  <a:lnTo>
                    <a:pt x="8" y="4"/>
                  </a:lnTo>
                  <a:lnTo>
                    <a:pt x="9" y="1"/>
                  </a:lnTo>
                  <a:lnTo>
                    <a:pt x="8" y="0"/>
                  </a:lnTo>
                  <a:lnTo>
                    <a:pt x="8" y="4"/>
                  </a:lnTo>
                  <a:lnTo>
                    <a:pt x="6" y="6"/>
                  </a:lnTo>
                  <a:lnTo>
                    <a:pt x="8" y="7"/>
                  </a:lnTo>
                  <a:lnTo>
                    <a:pt x="8" y="8"/>
                  </a:lnTo>
                  <a:lnTo>
                    <a:pt x="8" y="8"/>
                  </a:lnTo>
                  <a:lnTo>
                    <a:pt x="6" y="8"/>
                  </a:lnTo>
                  <a:lnTo>
                    <a:pt x="3" y="7"/>
                  </a:lnTo>
                  <a:lnTo>
                    <a:pt x="0" y="6"/>
                  </a:lnTo>
                  <a:lnTo>
                    <a:pt x="0" y="6"/>
                  </a:lnTo>
                  <a:lnTo>
                    <a:pt x="0" y="7"/>
                  </a:lnTo>
                  <a:lnTo>
                    <a:pt x="0" y="7"/>
                  </a:lnTo>
                </a:path>
              </a:pathLst>
            </a:custGeom>
            <a:solidFill>
              <a:srgbClr val="82c168"/>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810" name=""/>
            <p:cNvSpPr/>
            <p:nvPr/>
          </p:nvSpPr>
          <p:spPr>
            <a:xfrm>
              <a:off x="6672240" y="4344840"/>
              <a:ext cx="30240" cy="12960"/>
            </a:xfrm>
            <a:custGeom>
              <a:avLst/>
              <a:gdLst/>
              <a:ahLst/>
              <a:rect l="l" t="t" r="r" b="b"/>
              <a:pathLst>
                <a:path w="19" h="8">
                  <a:moveTo>
                    <a:pt x="0" y="6"/>
                  </a:moveTo>
                  <a:lnTo>
                    <a:pt x="0" y="6"/>
                  </a:lnTo>
                  <a:lnTo>
                    <a:pt x="0" y="4"/>
                  </a:lnTo>
                  <a:lnTo>
                    <a:pt x="0" y="4"/>
                  </a:lnTo>
                  <a:lnTo>
                    <a:pt x="2" y="4"/>
                  </a:lnTo>
                  <a:lnTo>
                    <a:pt x="2" y="4"/>
                  </a:lnTo>
                  <a:lnTo>
                    <a:pt x="2" y="4"/>
                  </a:lnTo>
                  <a:lnTo>
                    <a:pt x="3" y="4"/>
                  </a:lnTo>
                  <a:lnTo>
                    <a:pt x="7" y="4"/>
                  </a:lnTo>
                  <a:lnTo>
                    <a:pt x="7" y="4"/>
                  </a:lnTo>
                  <a:lnTo>
                    <a:pt x="8" y="4"/>
                  </a:lnTo>
                  <a:lnTo>
                    <a:pt x="9" y="4"/>
                  </a:lnTo>
                  <a:lnTo>
                    <a:pt x="9" y="4"/>
                  </a:lnTo>
                  <a:lnTo>
                    <a:pt x="10" y="4"/>
                  </a:lnTo>
                  <a:lnTo>
                    <a:pt x="13" y="6"/>
                  </a:lnTo>
                  <a:lnTo>
                    <a:pt x="14" y="6"/>
                  </a:lnTo>
                  <a:lnTo>
                    <a:pt x="15" y="6"/>
                  </a:lnTo>
                  <a:lnTo>
                    <a:pt x="18" y="7"/>
                  </a:lnTo>
                  <a:lnTo>
                    <a:pt x="18" y="6"/>
                  </a:lnTo>
                  <a:lnTo>
                    <a:pt x="15" y="6"/>
                  </a:lnTo>
                  <a:lnTo>
                    <a:pt x="15" y="4"/>
                  </a:lnTo>
                  <a:lnTo>
                    <a:pt x="14" y="4"/>
                  </a:lnTo>
                  <a:lnTo>
                    <a:pt x="10" y="4"/>
                  </a:lnTo>
                  <a:lnTo>
                    <a:pt x="10" y="1"/>
                  </a:lnTo>
                  <a:lnTo>
                    <a:pt x="9" y="1"/>
                  </a:lnTo>
                  <a:lnTo>
                    <a:pt x="8" y="1"/>
                  </a:lnTo>
                  <a:lnTo>
                    <a:pt x="7" y="0"/>
                  </a:lnTo>
                  <a:lnTo>
                    <a:pt x="7" y="0"/>
                  </a:lnTo>
                  <a:lnTo>
                    <a:pt x="3" y="1"/>
                  </a:lnTo>
                  <a:lnTo>
                    <a:pt x="2" y="1"/>
                  </a:lnTo>
                  <a:lnTo>
                    <a:pt x="2" y="1"/>
                  </a:lnTo>
                  <a:lnTo>
                    <a:pt x="1" y="1"/>
                  </a:lnTo>
                  <a:lnTo>
                    <a:pt x="0" y="4"/>
                  </a:lnTo>
                  <a:lnTo>
                    <a:pt x="0" y="4"/>
                  </a:lnTo>
                  <a:lnTo>
                    <a:pt x="0" y="4"/>
                  </a:lnTo>
                  <a:lnTo>
                    <a:pt x="0" y="4"/>
                  </a:lnTo>
                  <a:lnTo>
                    <a:pt x="0" y="6"/>
                  </a:lnTo>
                  <a:lnTo>
                    <a:pt x="0" y="6"/>
                  </a:lnTo>
                </a:path>
              </a:pathLst>
            </a:custGeom>
            <a:solidFill>
              <a:srgbClr val="82c168"/>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811" name=""/>
            <p:cNvSpPr/>
            <p:nvPr/>
          </p:nvSpPr>
          <p:spPr>
            <a:xfrm>
              <a:off x="6670800" y="4340160"/>
              <a:ext cx="19080" cy="15840"/>
            </a:xfrm>
            <a:custGeom>
              <a:avLst/>
              <a:gdLst/>
              <a:ahLst/>
              <a:rect l="l" t="t" r="r" b="b"/>
              <a:pathLst>
                <a:path w="12" h="10">
                  <a:moveTo>
                    <a:pt x="11" y="0"/>
                  </a:moveTo>
                  <a:lnTo>
                    <a:pt x="11" y="0"/>
                  </a:lnTo>
                  <a:lnTo>
                    <a:pt x="11" y="0"/>
                  </a:lnTo>
                  <a:lnTo>
                    <a:pt x="10" y="1"/>
                  </a:lnTo>
                  <a:lnTo>
                    <a:pt x="10" y="2"/>
                  </a:lnTo>
                  <a:lnTo>
                    <a:pt x="9" y="2"/>
                  </a:lnTo>
                  <a:lnTo>
                    <a:pt x="8" y="2"/>
                  </a:lnTo>
                  <a:lnTo>
                    <a:pt x="6" y="2"/>
                  </a:lnTo>
                  <a:lnTo>
                    <a:pt x="3" y="2"/>
                  </a:lnTo>
                  <a:lnTo>
                    <a:pt x="3" y="3"/>
                  </a:lnTo>
                  <a:lnTo>
                    <a:pt x="1" y="3"/>
                  </a:lnTo>
                  <a:lnTo>
                    <a:pt x="1" y="3"/>
                  </a:lnTo>
                  <a:lnTo>
                    <a:pt x="1" y="4"/>
                  </a:lnTo>
                  <a:lnTo>
                    <a:pt x="1" y="7"/>
                  </a:lnTo>
                  <a:lnTo>
                    <a:pt x="1" y="7"/>
                  </a:lnTo>
                  <a:lnTo>
                    <a:pt x="0" y="7"/>
                  </a:lnTo>
                  <a:lnTo>
                    <a:pt x="1" y="9"/>
                  </a:lnTo>
                  <a:lnTo>
                    <a:pt x="1" y="9"/>
                  </a:lnTo>
                  <a:lnTo>
                    <a:pt x="1" y="7"/>
                  </a:lnTo>
                  <a:lnTo>
                    <a:pt x="1" y="7"/>
                  </a:lnTo>
                  <a:lnTo>
                    <a:pt x="1" y="7"/>
                  </a:lnTo>
                  <a:lnTo>
                    <a:pt x="1" y="7"/>
                  </a:lnTo>
                  <a:lnTo>
                    <a:pt x="1" y="7"/>
                  </a:lnTo>
                  <a:lnTo>
                    <a:pt x="1" y="7"/>
                  </a:lnTo>
                  <a:lnTo>
                    <a:pt x="1" y="4"/>
                  </a:lnTo>
                  <a:lnTo>
                    <a:pt x="2" y="3"/>
                  </a:lnTo>
                  <a:lnTo>
                    <a:pt x="3" y="3"/>
                  </a:lnTo>
                  <a:lnTo>
                    <a:pt x="3" y="3"/>
                  </a:lnTo>
                  <a:lnTo>
                    <a:pt x="8" y="2"/>
                  </a:lnTo>
                  <a:lnTo>
                    <a:pt x="8" y="2"/>
                  </a:lnTo>
                  <a:lnTo>
                    <a:pt x="9" y="2"/>
                  </a:lnTo>
                  <a:lnTo>
                    <a:pt x="10" y="2"/>
                  </a:lnTo>
                  <a:lnTo>
                    <a:pt x="10" y="2"/>
                  </a:lnTo>
                  <a:lnTo>
                    <a:pt x="11" y="2"/>
                  </a:lnTo>
                  <a:lnTo>
                    <a:pt x="11" y="2"/>
                  </a:lnTo>
                  <a:lnTo>
                    <a:pt x="11" y="2"/>
                  </a:lnTo>
                  <a:lnTo>
                    <a:pt x="11" y="0"/>
                  </a:lnTo>
                  <a:lnTo>
                    <a:pt x="11" y="0"/>
                  </a:lnTo>
                </a:path>
              </a:pathLst>
            </a:custGeom>
            <a:solidFill>
              <a:srgbClr val="82c168"/>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812" name=""/>
            <p:cNvSpPr/>
            <p:nvPr/>
          </p:nvSpPr>
          <p:spPr>
            <a:xfrm>
              <a:off x="6688080" y="4305240"/>
              <a:ext cx="15840" cy="39600"/>
            </a:xfrm>
            <a:custGeom>
              <a:avLst/>
              <a:gdLst/>
              <a:ahLst/>
              <a:rect l="l" t="t" r="r" b="b"/>
              <a:pathLst>
                <a:path w="10" h="25">
                  <a:moveTo>
                    <a:pt x="8" y="0"/>
                  </a:moveTo>
                  <a:lnTo>
                    <a:pt x="8" y="0"/>
                  </a:lnTo>
                  <a:lnTo>
                    <a:pt x="8" y="7"/>
                  </a:lnTo>
                  <a:lnTo>
                    <a:pt x="8" y="9"/>
                  </a:lnTo>
                  <a:lnTo>
                    <a:pt x="8" y="10"/>
                  </a:lnTo>
                  <a:lnTo>
                    <a:pt x="5" y="14"/>
                  </a:lnTo>
                  <a:lnTo>
                    <a:pt x="5" y="17"/>
                  </a:lnTo>
                  <a:lnTo>
                    <a:pt x="4" y="19"/>
                  </a:lnTo>
                  <a:lnTo>
                    <a:pt x="3" y="19"/>
                  </a:lnTo>
                  <a:lnTo>
                    <a:pt x="0" y="22"/>
                  </a:lnTo>
                  <a:lnTo>
                    <a:pt x="0" y="24"/>
                  </a:lnTo>
                  <a:lnTo>
                    <a:pt x="4" y="22"/>
                  </a:lnTo>
                  <a:lnTo>
                    <a:pt x="5" y="19"/>
                  </a:lnTo>
                  <a:lnTo>
                    <a:pt x="5" y="17"/>
                  </a:lnTo>
                  <a:lnTo>
                    <a:pt x="7" y="14"/>
                  </a:lnTo>
                  <a:lnTo>
                    <a:pt x="8" y="10"/>
                  </a:lnTo>
                  <a:lnTo>
                    <a:pt x="8" y="9"/>
                  </a:lnTo>
                  <a:lnTo>
                    <a:pt x="9" y="7"/>
                  </a:lnTo>
                  <a:lnTo>
                    <a:pt x="9" y="0"/>
                  </a:lnTo>
                  <a:lnTo>
                    <a:pt x="9" y="0"/>
                  </a:lnTo>
                  <a:lnTo>
                    <a:pt x="8" y="0"/>
                  </a:lnTo>
                  <a:lnTo>
                    <a:pt x="8" y="0"/>
                  </a:lnTo>
                </a:path>
              </a:pathLst>
            </a:custGeom>
            <a:solidFill>
              <a:srgbClr val="82c168"/>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2813" name=""/>
            <p:cNvSpPr/>
            <p:nvPr/>
          </p:nvSpPr>
          <p:spPr>
            <a:xfrm>
              <a:off x="6700680" y="4264200"/>
              <a:ext cx="3240" cy="42840"/>
            </a:xfrm>
            <a:custGeom>
              <a:avLst/>
              <a:gdLst/>
              <a:ahLst/>
              <a:rect l="l" t="t" r="r" b="b"/>
              <a:pathLst>
                <a:path w="2" h="27">
                  <a:moveTo>
                    <a:pt x="1" y="0"/>
                  </a:moveTo>
                  <a:lnTo>
                    <a:pt x="1" y="0"/>
                  </a:lnTo>
                  <a:lnTo>
                    <a:pt x="1" y="10"/>
                  </a:lnTo>
                  <a:lnTo>
                    <a:pt x="1" y="17"/>
                  </a:lnTo>
                  <a:lnTo>
                    <a:pt x="1" y="25"/>
                  </a:lnTo>
                  <a:lnTo>
                    <a:pt x="0" y="26"/>
                  </a:lnTo>
                  <a:lnTo>
                    <a:pt x="1" y="26"/>
                  </a:lnTo>
                  <a:lnTo>
                    <a:pt x="1" y="25"/>
                  </a:lnTo>
                  <a:lnTo>
                    <a:pt x="1" y="17"/>
                  </a:lnTo>
                  <a:lnTo>
                    <a:pt x="1" y="10"/>
                  </a:lnTo>
                  <a:lnTo>
                    <a:pt x="1" y="0"/>
                  </a:lnTo>
                  <a:lnTo>
                    <a:pt x="1" y="0"/>
                  </a:lnTo>
                  <a:lnTo>
                    <a:pt x="1" y="0"/>
                  </a:lnTo>
                  <a:lnTo>
                    <a:pt x="1" y="0"/>
                  </a:lnTo>
                </a:path>
              </a:pathLst>
            </a:custGeom>
            <a:solidFill>
              <a:srgbClr val="82c168"/>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2814" name=""/>
            <p:cNvSpPr/>
            <p:nvPr/>
          </p:nvSpPr>
          <p:spPr>
            <a:xfrm>
              <a:off x="6700680" y="4227480"/>
              <a:ext cx="7920" cy="38160"/>
            </a:xfrm>
            <a:custGeom>
              <a:avLst/>
              <a:gdLst/>
              <a:ahLst/>
              <a:rect l="l" t="t" r="r" b="b"/>
              <a:pathLst>
                <a:path w="5" h="24">
                  <a:moveTo>
                    <a:pt x="4" y="1"/>
                  </a:moveTo>
                  <a:lnTo>
                    <a:pt x="4" y="1"/>
                  </a:lnTo>
                  <a:lnTo>
                    <a:pt x="1" y="0"/>
                  </a:lnTo>
                  <a:lnTo>
                    <a:pt x="1" y="2"/>
                  </a:lnTo>
                  <a:lnTo>
                    <a:pt x="0" y="3"/>
                  </a:lnTo>
                  <a:lnTo>
                    <a:pt x="0" y="9"/>
                  </a:lnTo>
                  <a:lnTo>
                    <a:pt x="0" y="11"/>
                  </a:lnTo>
                  <a:lnTo>
                    <a:pt x="0" y="15"/>
                  </a:lnTo>
                  <a:lnTo>
                    <a:pt x="0" y="21"/>
                  </a:lnTo>
                  <a:lnTo>
                    <a:pt x="1" y="23"/>
                  </a:lnTo>
                  <a:lnTo>
                    <a:pt x="1" y="23"/>
                  </a:lnTo>
                  <a:lnTo>
                    <a:pt x="1" y="21"/>
                  </a:lnTo>
                  <a:lnTo>
                    <a:pt x="1" y="15"/>
                  </a:lnTo>
                  <a:lnTo>
                    <a:pt x="1" y="11"/>
                  </a:lnTo>
                  <a:lnTo>
                    <a:pt x="0" y="9"/>
                  </a:lnTo>
                  <a:lnTo>
                    <a:pt x="1" y="3"/>
                  </a:lnTo>
                  <a:lnTo>
                    <a:pt x="1" y="2"/>
                  </a:lnTo>
                  <a:lnTo>
                    <a:pt x="1" y="2"/>
                  </a:lnTo>
                  <a:lnTo>
                    <a:pt x="3" y="2"/>
                  </a:lnTo>
                  <a:lnTo>
                    <a:pt x="3" y="2"/>
                  </a:lnTo>
                  <a:lnTo>
                    <a:pt x="4" y="1"/>
                  </a:lnTo>
                  <a:lnTo>
                    <a:pt x="4" y="1"/>
                  </a:lnTo>
                </a:path>
              </a:pathLst>
            </a:custGeom>
            <a:solidFill>
              <a:srgbClr val="82c168"/>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2815" name=""/>
            <p:cNvSpPr/>
            <p:nvPr/>
          </p:nvSpPr>
          <p:spPr>
            <a:xfrm>
              <a:off x="7472520" y="4214880"/>
              <a:ext cx="14040" cy="119160"/>
            </a:xfrm>
            <a:custGeom>
              <a:avLst/>
              <a:gdLst/>
              <a:ahLst/>
              <a:rect l="l" t="t" r="r" b="b"/>
              <a:pathLst>
                <a:path w="9" h="75">
                  <a:moveTo>
                    <a:pt x="8" y="0"/>
                  </a:moveTo>
                  <a:lnTo>
                    <a:pt x="8" y="3"/>
                  </a:lnTo>
                  <a:lnTo>
                    <a:pt x="8" y="5"/>
                  </a:lnTo>
                  <a:lnTo>
                    <a:pt x="8" y="10"/>
                  </a:lnTo>
                  <a:lnTo>
                    <a:pt x="8" y="19"/>
                  </a:lnTo>
                  <a:lnTo>
                    <a:pt x="8" y="24"/>
                  </a:lnTo>
                  <a:lnTo>
                    <a:pt x="7" y="31"/>
                  </a:lnTo>
                  <a:lnTo>
                    <a:pt x="6" y="35"/>
                  </a:lnTo>
                  <a:lnTo>
                    <a:pt x="6" y="41"/>
                  </a:lnTo>
                  <a:lnTo>
                    <a:pt x="6" y="43"/>
                  </a:lnTo>
                  <a:lnTo>
                    <a:pt x="6" y="50"/>
                  </a:lnTo>
                  <a:lnTo>
                    <a:pt x="6" y="56"/>
                  </a:lnTo>
                  <a:lnTo>
                    <a:pt x="6" y="64"/>
                  </a:lnTo>
                  <a:lnTo>
                    <a:pt x="4" y="67"/>
                  </a:lnTo>
                  <a:lnTo>
                    <a:pt x="4" y="74"/>
                  </a:lnTo>
                  <a:lnTo>
                    <a:pt x="2" y="74"/>
                  </a:lnTo>
                  <a:lnTo>
                    <a:pt x="2" y="74"/>
                  </a:lnTo>
                  <a:lnTo>
                    <a:pt x="0" y="66"/>
                  </a:lnTo>
                  <a:lnTo>
                    <a:pt x="0" y="57"/>
                  </a:lnTo>
                  <a:lnTo>
                    <a:pt x="0" y="50"/>
                  </a:lnTo>
                  <a:lnTo>
                    <a:pt x="2" y="46"/>
                  </a:lnTo>
                  <a:lnTo>
                    <a:pt x="2" y="41"/>
                  </a:lnTo>
                  <a:lnTo>
                    <a:pt x="4" y="34"/>
                  </a:lnTo>
                  <a:lnTo>
                    <a:pt x="5" y="29"/>
                  </a:lnTo>
                  <a:lnTo>
                    <a:pt x="6" y="19"/>
                  </a:lnTo>
                  <a:lnTo>
                    <a:pt x="6" y="10"/>
                  </a:lnTo>
                  <a:lnTo>
                    <a:pt x="6" y="5"/>
                  </a:lnTo>
                  <a:lnTo>
                    <a:pt x="7" y="3"/>
                  </a:lnTo>
                  <a:lnTo>
                    <a:pt x="8" y="0"/>
                  </a:lnTo>
                  <a:lnTo>
                    <a:pt x="8" y="0"/>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816" name=""/>
            <p:cNvSpPr/>
            <p:nvPr/>
          </p:nvSpPr>
          <p:spPr>
            <a:xfrm>
              <a:off x="7481880" y="4214880"/>
              <a:ext cx="4680" cy="66600"/>
            </a:xfrm>
            <a:custGeom>
              <a:avLst/>
              <a:gdLst/>
              <a:ahLst/>
              <a:rect l="l" t="t" r="r" b="b"/>
              <a:pathLst>
                <a:path w="3" h="42">
                  <a:moveTo>
                    <a:pt x="0" y="41"/>
                  </a:moveTo>
                  <a:lnTo>
                    <a:pt x="0" y="41"/>
                  </a:lnTo>
                  <a:lnTo>
                    <a:pt x="0" y="35"/>
                  </a:lnTo>
                  <a:lnTo>
                    <a:pt x="1" y="31"/>
                  </a:lnTo>
                  <a:lnTo>
                    <a:pt x="2" y="24"/>
                  </a:lnTo>
                  <a:lnTo>
                    <a:pt x="2" y="19"/>
                  </a:lnTo>
                  <a:lnTo>
                    <a:pt x="2" y="10"/>
                  </a:lnTo>
                  <a:lnTo>
                    <a:pt x="2" y="5"/>
                  </a:lnTo>
                  <a:lnTo>
                    <a:pt x="2" y="3"/>
                  </a:lnTo>
                  <a:lnTo>
                    <a:pt x="2" y="0"/>
                  </a:lnTo>
                  <a:lnTo>
                    <a:pt x="2" y="0"/>
                  </a:lnTo>
                  <a:lnTo>
                    <a:pt x="2" y="3"/>
                  </a:lnTo>
                  <a:lnTo>
                    <a:pt x="2" y="5"/>
                  </a:lnTo>
                  <a:lnTo>
                    <a:pt x="2" y="10"/>
                  </a:lnTo>
                  <a:lnTo>
                    <a:pt x="2" y="19"/>
                  </a:lnTo>
                  <a:lnTo>
                    <a:pt x="1" y="24"/>
                  </a:lnTo>
                  <a:lnTo>
                    <a:pt x="0" y="31"/>
                  </a:lnTo>
                  <a:lnTo>
                    <a:pt x="0" y="35"/>
                  </a:lnTo>
                  <a:lnTo>
                    <a:pt x="0" y="41"/>
                  </a:lnTo>
                  <a:lnTo>
                    <a:pt x="0" y="41"/>
                  </a:lnTo>
                  <a:lnTo>
                    <a:pt x="0" y="41"/>
                  </a:lnTo>
                  <a:lnTo>
                    <a:pt x="0" y="41"/>
                  </a:lnTo>
                </a:path>
              </a:pathLst>
            </a:custGeom>
            <a:solidFill>
              <a:srgbClr val="82c168"/>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817" name=""/>
            <p:cNvSpPr/>
            <p:nvPr/>
          </p:nvSpPr>
          <p:spPr>
            <a:xfrm>
              <a:off x="7472520" y="4280040"/>
              <a:ext cx="10800" cy="54000"/>
            </a:xfrm>
            <a:custGeom>
              <a:avLst/>
              <a:gdLst/>
              <a:ahLst/>
              <a:rect l="l" t="t" r="r" b="b"/>
              <a:pathLst>
                <a:path w="7" h="34">
                  <a:moveTo>
                    <a:pt x="0" y="33"/>
                  </a:moveTo>
                  <a:lnTo>
                    <a:pt x="0" y="33"/>
                  </a:lnTo>
                  <a:lnTo>
                    <a:pt x="4" y="33"/>
                  </a:lnTo>
                  <a:lnTo>
                    <a:pt x="4" y="33"/>
                  </a:lnTo>
                  <a:lnTo>
                    <a:pt x="5" y="26"/>
                  </a:lnTo>
                  <a:lnTo>
                    <a:pt x="6" y="23"/>
                  </a:lnTo>
                  <a:lnTo>
                    <a:pt x="6" y="15"/>
                  </a:lnTo>
                  <a:lnTo>
                    <a:pt x="6" y="9"/>
                  </a:lnTo>
                  <a:lnTo>
                    <a:pt x="6" y="2"/>
                  </a:lnTo>
                  <a:lnTo>
                    <a:pt x="6" y="0"/>
                  </a:lnTo>
                  <a:lnTo>
                    <a:pt x="6" y="0"/>
                  </a:lnTo>
                  <a:lnTo>
                    <a:pt x="6" y="2"/>
                  </a:lnTo>
                  <a:lnTo>
                    <a:pt x="6" y="9"/>
                  </a:lnTo>
                  <a:lnTo>
                    <a:pt x="6" y="15"/>
                  </a:lnTo>
                  <a:lnTo>
                    <a:pt x="4" y="23"/>
                  </a:lnTo>
                  <a:lnTo>
                    <a:pt x="4" y="26"/>
                  </a:lnTo>
                  <a:lnTo>
                    <a:pt x="2" y="33"/>
                  </a:lnTo>
                  <a:lnTo>
                    <a:pt x="2" y="33"/>
                  </a:lnTo>
                  <a:lnTo>
                    <a:pt x="2" y="33"/>
                  </a:lnTo>
                  <a:lnTo>
                    <a:pt x="2" y="33"/>
                  </a:lnTo>
                  <a:lnTo>
                    <a:pt x="0" y="33"/>
                  </a:lnTo>
                  <a:lnTo>
                    <a:pt x="0" y="33"/>
                  </a:lnTo>
                </a:path>
              </a:pathLst>
            </a:custGeom>
            <a:solidFill>
              <a:srgbClr val="82c168"/>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2818" name=""/>
            <p:cNvSpPr/>
            <p:nvPr/>
          </p:nvSpPr>
          <p:spPr>
            <a:xfrm>
              <a:off x="7469280" y="4287960"/>
              <a:ext cx="7920" cy="46080"/>
            </a:xfrm>
            <a:custGeom>
              <a:avLst/>
              <a:gdLst/>
              <a:ahLst/>
              <a:rect l="l" t="t" r="r" b="b"/>
              <a:pathLst>
                <a:path w="5" h="29">
                  <a:moveTo>
                    <a:pt x="2" y="0"/>
                  </a:moveTo>
                  <a:lnTo>
                    <a:pt x="2" y="0"/>
                  </a:lnTo>
                  <a:lnTo>
                    <a:pt x="0" y="4"/>
                  </a:lnTo>
                  <a:lnTo>
                    <a:pt x="0" y="11"/>
                  </a:lnTo>
                  <a:lnTo>
                    <a:pt x="0" y="20"/>
                  </a:lnTo>
                  <a:lnTo>
                    <a:pt x="2" y="28"/>
                  </a:lnTo>
                  <a:lnTo>
                    <a:pt x="4" y="28"/>
                  </a:lnTo>
                  <a:lnTo>
                    <a:pt x="4" y="20"/>
                  </a:lnTo>
                  <a:lnTo>
                    <a:pt x="4" y="11"/>
                  </a:lnTo>
                  <a:lnTo>
                    <a:pt x="4" y="4"/>
                  </a:lnTo>
                  <a:lnTo>
                    <a:pt x="4" y="0"/>
                  </a:lnTo>
                  <a:lnTo>
                    <a:pt x="4" y="0"/>
                  </a:lnTo>
                  <a:lnTo>
                    <a:pt x="2" y="0"/>
                  </a:lnTo>
                  <a:lnTo>
                    <a:pt x="2" y="0"/>
                  </a:lnTo>
                </a:path>
              </a:pathLst>
            </a:custGeom>
            <a:solidFill>
              <a:srgbClr val="82c168"/>
            </a:solidFill>
            <a:ln w="0">
              <a:noFill/>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2819" name=""/>
            <p:cNvSpPr/>
            <p:nvPr/>
          </p:nvSpPr>
          <p:spPr>
            <a:xfrm>
              <a:off x="7472520" y="4214880"/>
              <a:ext cx="14040" cy="74520"/>
            </a:xfrm>
            <a:custGeom>
              <a:avLst/>
              <a:gdLst/>
              <a:ahLst/>
              <a:rect l="l" t="t" r="r" b="b"/>
              <a:pathLst>
                <a:path w="9" h="47">
                  <a:moveTo>
                    <a:pt x="8" y="0"/>
                  </a:moveTo>
                  <a:lnTo>
                    <a:pt x="8" y="0"/>
                  </a:lnTo>
                  <a:lnTo>
                    <a:pt x="7" y="2"/>
                  </a:lnTo>
                  <a:lnTo>
                    <a:pt x="6" y="5"/>
                  </a:lnTo>
                  <a:lnTo>
                    <a:pt x="6" y="10"/>
                  </a:lnTo>
                  <a:lnTo>
                    <a:pt x="6" y="19"/>
                  </a:lnTo>
                  <a:lnTo>
                    <a:pt x="4" y="29"/>
                  </a:lnTo>
                  <a:lnTo>
                    <a:pt x="2" y="34"/>
                  </a:lnTo>
                  <a:lnTo>
                    <a:pt x="2" y="41"/>
                  </a:lnTo>
                  <a:lnTo>
                    <a:pt x="0" y="46"/>
                  </a:lnTo>
                  <a:lnTo>
                    <a:pt x="2" y="46"/>
                  </a:lnTo>
                  <a:lnTo>
                    <a:pt x="4" y="41"/>
                  </a:lnTo>
                  <a:lnTo>
                    <a:pt x="4" y="34"/>
                  </a:lnTo>
                  <a:lnTo>
                    <a:pt x="6" y="29"/>
                  </a:lnTo>
                  <a:lnTo>
                    <a:pt x="6" y="19"/>
                  </a:lnTo>
                  <a:lnTo>
                    <a:pt x="6" y="10"/>
                  </a:lnTo>
                  <a:lnTo>
                    <a:pt x="7" y="5"/>
                  </a:lnTo>
                  <a:lnTo>
                    <a:pt x="8" y="3"/>
                  </a:lnTo>
                  <a:lnTo>
                    <a:pt x="8" y="0"/>
                  </a:lnTo>
                  <a:lnTo>
                    <a:pt x="8" y="0"/>
                  </a:lnTo>
                  <a:lnTo>
                    <a:pt x="8" y="0"/>
                  </a:lnTo>
                  <a:lnTo>
                    <a:pt x="8" y="0"/>
                  </a:lnTo>
                </a:path>
              </a:pathLst>
            </a:custGeom>
            <a:solidFill>
              <a:srgbClr val="82c168"/>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820" name=""/>
            <p:cNvSpPr/>
            <p:nvPr/>
          </p:nvSpPr>
          <p:spPr>
            <a:xfrm>
              <a:off x="7318440" y="4205160"/>
              <a:ext cx="44280" cy="123840"/>
            </a:xfrm>
            <a:custGeom>
              <a:avLst/>
              <a:gdLst/>
              <a:ahLst/>
              <a:rect l="l" t="t" r="r" b="b"/>
              <a:pathLst>
                <a:path w="28" h="78">
                  <a:moveTo>
                    <a:pt x="21" y="3"/>
                  </a:moveTo>
                  <a:lnTo>
                    <a:pt x="22" y="5"/>
                  </a:lnTo>
                  <a:lnTo>
                    <a:pt x="22" y="11"/>
                  </a:lnTo>
                  <a:lnTo>
                    <a:pt x="23" y="16"/>
                  </a:lnTo>
                  <a:lnTo>
                    <a:pt x="23" y="25"/>
                  </a:lnTo>
                  <a:lnTo>
                    <a:pt x="26" y="36"/>
                  </a:lnTo>
                  <a:lnTo>
                    <a:pt x="27" y="41"/>
                  </a:lnTo>
                  <a:lnTo>
                    <a:pt x="27" y="49"/>
                  </a:lnTo>
                  <a:lnTo>
                    <a:pt x="27" y="55"/>
                  </a:lnTo>
                  <a:lnTo>
                    <a:pt x="26" y="58"/>
                  </a:lnTo>
                  <a:lnTo>
                    <a:pt x="23" y="62"/>
                  </a:lnTo>
                  <a:lnTo>
                    <a:pt x="23" y="62"/>
                  </a:lnTo>
                  <a:lnTo>
                    <a:pt x="23" y="63"/>
                  </a:lnTo>
                  <a:lnTo>
                    <a:pt x="23" y="65"/>
                  </a:lnTo>
                  <a:lnTo>
                    <a:pt x="23" y="70"/>
                  </a:lnTo>
                  <a:lnTo>
                    <a:pt x="23" y="71"/>
                  </a:lnTo>
                  <a:lnTo>
                    <a:pt x="22" y="72"/>
                  </a:lnTo>
                  <a:lnTo>
                    <a:pt x="22" y="72"/>
                  </a:lnTo>
                  <a:lnTo>
                    <a:pt x="22" y="72"/>
                  </a:lnTo>
                  <a:lnTo>
                    <a:pt x="21" y="73"/>
                  </a:lnTo>
                  <a:lnTo>
                    <a:pt x="21" y="73"/>
                  </a:lnTo>
                  <a:lnTo>
                    <a:pt x="21" y="76"/>
                  </a:lnTo>
                  <a:lnTo>
                    <a:pt x="21" y="77"/>
                  </a:lnTo>
                  <a:lnTo>
                    <a:pt x="16" y="77"/>
                  </a:lnTo>
                  <a:lnTo>
                    <a:pt x="16" y="77"/>
                  </a:lnTo>
                  <a:lnTo>
                    <a:pt x="16" y="77"/>
                  </a:lnTo>
                  <a:lnTo>
                    <a:pt x="16" y="76"/>
                  </a:lnTo>
                  <a:lnTo>
                    <a:pt x="15" y="76"/>
                  </a:lnTo>
                  <a:lnTo>
                    <a:pt x="15" y="75"/>
                  </a:lnTo>
                  <a:lnTo>
                    <a:pt x="15" y="73"/>
                  </a:lnTo>
                  <a:lnTo>
                    <a:pt x="14" y="73"/>
                  </a:lnTo>
                  <a:lnTo>
                    <a:pt x="14" y="73"/>
                  </a:lnTo>
                  <a:lnTo>
                    <a:pt x="12" y="72"/>
                  </a:lnTo>
                  <a:lnTo>
                    <a:pt x="7" y="72"/>
                  </a:lnTo>
                  <a:lnTo>
                    <a:pt x="7" y="72"/>
                  </a:lnTo>
                  <a:lnTo>
                    <a:pt x="7" y="72"/>
                  </a:lnTo>
                  <a:lnTo>
                    <a:pt x="6" y="72"/>
                  </a:lnTo>
                  <a:lnTo>
                    <a:pt x="3" y="72"/>
                  </a:lnTo>
                  <a:lnTo>
                    <a:pt x="3" y="71"/>
                  </a:lnTo>
                  <a:lnTo>
                    <a:pt x="1" y="71"/>
                  </a:lnTo>
                  <a:lnTo>
                    <a:pt x="0" y="71"/>
                  </a:lnTo>
                  <a:lnTo>
                    <a:pt x="0" y="71"/>
                  </a:lnTo>
                  <a:lnTo>
                    <a:pt x="0" y="70"/>
                  </a:lnTo>
                  <a:lnTo>
                    <a:pt x="0" y="70"/>
                  </a:lnTo>
                  <a:lnTo>
                    <a:pt x="1" y="70"/>
                  </a:lnTo>
                  <a:lnTo>
                    <a:pt x="3" y="69"/>
                  </a:lnTo>
                  <a:lnTo>
                    <a:pt x="3" y="65"/>
                  </a:lnTo>
                  <a:lnTo>
                    <a:pt x="7" y="63"/>
                  </a:lnTo>
                  <a:lnTo>
                    <a:pt x="7" y="63"/>
                  </a:lnTo>
                  <a:lnTo>
                    <a:pt x="7" y="63"/>
                  </a:lnTo>
                  <a:lnTo>
                    <a:pt x="7" y="63"/>
                  </a:lnTo>
                  <a:lnTo>
                    <a:pt x="8" y="63"/>
                  </a:lnTo>
                  <a:lnTo>
                    <a:pt x="10" y="63"/>
                  </a:lnTo>
                  <a:lnTo>
                    <a:pt x="12" y="63"/>
                  </a:lnTo>
                  <a:lnTo>
                    <a:pt x="12" y="62"/>
                  </a:lnTo>
                  <a:lnTo>
                    <a:pt x="13" y="62"/>
                  </a:lnTo>
                  <a:lnTo>
                    <a:pt x="13" y="62"/>
                  </a:lnTo>
                  <a:lnTo>
                    <a:pt x="14" y="58"/>
                  </a:lnTo>
                  <a:lnTo>
                    <a:pt x="14" y="56"/>
                  </a:lnTo>
                  <a:lnTo>
                    <a:pt x="15" y="53"/>
                  </a:lnTo>
                  <a:lnTo>
                    <a:pt x="15" y="49"/>
                  </a:lnTo>
                  <a:lnTo>
                    <a:pt x="15" y="47"/>
                  </a:lnTo>
                  <a:lnTo>
                    <a:pt x="16" y="40"/>
                  </a:lnTo>
                  <a:lnTo>
                    <a:pt x="16" y="37"/>
                  </a:lnTo>
                  <a:lnTo>
                    <a:pt x="16" y="35"/>
                  </a:lnTo>
                  <a:lnTo>
                    <a:pt x="16" y="29"/>
                  </a:lnTo>
                  <a:lnTo>
                    <a:pt x="16" y="25"/>
                  </a:lnTo>
                  <a:lnTo>
                    <a:pt x="16" y="16"/>
                  </a:lnTo>
                  <a:lnTo>
                    <a:pt x="16" y="11"/>
                  </a:lnTo>
                  <a:lnTo>
                    <a:pt x="16" y="6"/>
                  </a:lnTo>
                  <a:lnTo>
                    <a:pt x="18" y="3"/>
                  </a:lnTo>
                  <a:lnTo>
                    <a:pt x="21" y="0"/>
                  </a:lnTo>
                  <a:lnTo>
                    <a:pt x="21" y="3"/>
                  </a:lnTo>
                  <a:lnTo>
                    <a:pt x="21" y="3"/>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821" name=""/>
            <p:cNvSpPr/>
            <p:nvPr/>
          </p:nvSpPr>
          <p:spPr>
            <a:xfrm>
              <a:off x="7351560" y="4210200"/>
              <a:ext cx="14400" cy="83880"/>
            </a:xfrm>
            <a:custGeom>
              <a:avLst/>
              <a:gdLst/>
              <a:ahLst/>
              <a:rect l="l" t="t" r="r" b="b"/>
              <a:pathLst>
                <a:path w="9" h="53">
                  <a:moveTo>
                    <a:pt x="6" y="52"/>
                  </a:moveTo>
                  <a:lnTo>
                    <a:pt x="6" y="52"/>
                  </a:lnTo>
                  <a:lnTo>
                    <a:pt x="8" y="46"/>
                  </a:lnTo>
                  <a:lnTo>
                    <a:pt x="8" y="38"/>
                  </a:lnTo>
                  <a:lnTo>
                    <a:pt x="6" y="33"/>
                  </a:lnTo>
                  <a:lnTo>
                    <a:pt x="5" y="22"/>
                  </a:lnTo>
                  <a:lnTo>
                    <a:pt x="2" y="13"/>
                  </a:lnTo>
                  <a:lnTo>
                    <a:pt x="1" y="8"/>
                  </a:lnTo>
                  <a:lnTo>
                    <a:pt x="1" y="2"/>
                  </a:lnTo>
                  <a:lnTo>
                    <a:pt x="1" y="0"/>
                  </a:lnTo>
                  <a:lnTo>
                    <a:pt x="0" y="0"/>
                  </a:lnTo>
                  <a:lnTo>
                    <a:pt x="1" y="3"/>
                  </a:lnTo>
                  <a:lnTo>
                    <a:pt x="1" y="8"/>
                  </a:lnTo>
                  <a:lnTo>
                    <a:pt x="2" y="13"/>
                  </a:lnTo>
                  <a:lnTo>
                    <a:pt x="2" y="22"/>
                  </a:lnTo>
                  <a:lnTo>
                    <a:pt x="5" y="33"/>
                  </a:lnTo>
                  <a:lnTo>
                    <a:pt x="6" y="38"/>
                  </a:lnTo>
                  <a:lnTo>
                    <a:pt x="6" y="46"/>
                  </a:lnTo>
                  <a:lnTo>
                    <a:pt x="5" y="51"/>
                  </a:lnTo>
                  <a:lnTo>
                    <a:pt x="5" y="51"/>
                  </a:lnTo>
                  <a:lnTo>
                    <a:pt x="6" y="52"/>
                  </a:lnTo>
                  <a:lnTo>
                    <a:pt x="6" y="52"/>
                  </a:lnTo>
                </a:path>
              </a:pathLst>
            </a:custGeom>
            <a:solidFill>
              <a:srgbClr val="82c168"/>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822" name=""/>
            <p:cNvSpPr/>
            <p:nvPr/>
          </p:nvSpPr>
          <p:spPr>
            <a:xfrm>
              <a:off x="7353360" y="4290840"/>
              <a:ext cx="9360" cy="30240"/>
            </a:xfrm>
            <a:custGeom>
              <a:avLst/>
              <a:gdLst/>
              <a:ahLst/>
              <a:rect l="l" t="t" r="r" b="b"/>
              <a:pathLst>
                <a:path w="6" h="19">
                  <a:moveTo>
                    <a:pt x="0" y="18"/>
                  </a:moveTo>
                  <a:lnTo>
                    <a:pt x="0" y="18"/>
                  </a:lnTo>
                  <a:lnTo>
                    <a:pt x="1" y="18"/>
                  </a:lnTo>
                  <a:lnTo>
                    <a:pt x="1" y="16"/>
                  </a:lnTo>
                  <a:lnTo>
                    <a:pt x="1" y="11"/>
                  </a:lnTo>
                  <a:lnTo>
                    <a:pt x="4" y="9"/>
                  </a:lnTo>
                  <a:lnTo>
                    <a:pt x="4" y="8"/>
                  </a:lnTo>
                  <a:lnTo>
                    <a:pt x="4" y="8"/>
                  </a:lnTo>
                  <a:lnTo>
                    <a:pt x="4" y="4"/>
                  </a:lnTo>
                  <a:lnTo>
                    <a:pt x="5" y="1"/>
                  </a:lnTo>
                  <a:lnTo>
                    <a:pt x="4" y="0"/>
                  </a:lnTo>
                  <a:lnTo>
                    <a:pt x="1" y="4"/>
                  </a:lnTo>
                  <a:lnTo>
                    <a:pt x="1" y="8"/>
                  </a:lnTo>
                  <a:lnTo>
                    <a:pt x="1" y="8"/>
                  </a:lnTo>
                  <a:lnTo>
                    <a:pt x="1" y="9"/>
                  </a:lnTo>
                  <a:lnTo>
                    <a:pt x="1" y="11"/>
                  </a:lnTo>
                  <a:lnTo>
                    <a:pt x="1" y="16"/>
                  </a:lnTo>
                  <a:lnTo>
                    <a:pt x="1" y="16"/>
                  </a:lnTo>
                  <a:lnTo>
                    <a:pt x="0" y="18"/>
                  </a:lnTo>
                  <a:lnTo>
                    <a:pt x="0" y="18"/>
                  </a:lnTo>
                  <a:lnTo>
                    <a:pt x="0" y="18"/>
                  </a:lnTo>
                  <a:lnTo>
                    <a:pt x="0" y="18"/>
                  </a:lnTo>
                </a:path>
              </a:pathLst>
            </a:custGeom>
            <a:solidFill>
              <a:srgbClr val="82c168"/>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2823" name=""/>
            <p:cNvSpPr/>
            <p:nvPr/>
          </p:nvSpPr>
          <p:spPr>
            <a:xfrm>
              <a:off x="7343640" y="4319640"/>
              <a:ext cx="11160" cy="9360"/>
            </a:xfrm>
            <a:custGeom>
              <a:avLst/>
              <a:gdLst/>
              <a:ahLst/>
              <a:rect l="l" t="t" r="r" b="b"/>
              <a:pathLst>
                <a:path w="7" h="6">
                  <a:moveTo>
                    <a:pt x="0" y="5"/>
                  </a:moveTo>
                  <a:lnTo>
                    <a:pt x="0" y="5"/>
                  </a:lnTo>
                  <a:lnTo>
                    <a:pt x="2" y="5"/>
                  </a:lnTo>
                  <a:lnTo>
                    <a:pt x="5" y="5"/>
                  </a:lnTo>
                  <a:lnTo>
                    <a:pt x="5" y="4"/>
                  </a:lnTo>
                  <a:lnTo>
                    <a:pt x="5" y="3"/>
                  </a:lnTo>
                  <a:lnTo>
                    <a:pt x="6" y="1"/>
                  </a:lnTo>
                  <a:lnTo>
                    <a:pt x="6" y="0"/>
                  </a:lnTo>
                  <a:lnTo>
                    <a:pt x="6" y="0"/>
                  </a:lnTo>
                  <a:lnTo>
                    <a:pt x="6" y="0"/>
                  </a:lnTo>
                  <a:lnTo>
                    <a:pt x="6" y="0"/>
                  </a:lnTo>
                  <a:lnTo>
                    <a:pt x="6" y="0"/>
                  </a:lnTo>
                  <a:lnTo>
                    <a:pt x="5" y="0"/>
                  </a:lnTo>
                  <a:lnTo>
                    <a:pt x="5" y="1"/>
                  </a:lnTo>
                  <a:lnTo>
                    <a:pt x="5" y="1"/>
                  </a:lnTo>
                  <a:lnTo>
                    <a:pt x="5" y="4"/>
                  </a:lnTo>
                  <a:lnTo>
                    <a:pt x="2" y="4"/>
                  </a:lnTo>
                  <a:lnTo>
                    <a:pt x="0" y="4"/>
                  </a:lnTo>
                  <a:lnTo>
                    <a:pt x="0" y="4"/>
                  </a:lnTo>
                  <a:lnTo>
                    <a:pt x="0" y="4"/>
                  </a:lnTo>
                  <a:lnTo>
                    <a:pt x="0" y="5"/>
                  </a:lnTo>
                  <a:lnTo>
                    <a:pt x="0" y="5"/>
                  </a:lnTo>
                </a:path>
              </a:pathLst>
            </a:custGeom>
            <a:solidFill>
              <a:srgbClr val="82c168"/>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824" name=""/>
            <p:cNvSpPr/>
            <p:nvPr/>
          </p:nvSpPr>
          <p:spPr>
            <a:xfrm>
              <a:off x="7318440" y="4316400"/>
              <a:ext cx="27000" cy="12600"/>
            </a:xfrm>
            <a:custGeom>
              <a:avLst/>
              <a:gdLst/>
              <a:ahLst/>
              <a:rect l="l" t="t" r="r" b="b"/>
              <a:pathLst>
                <a:path w="17" h="8">
                  <a:moveTo>
                    <a:pt x="0" y="2"/>
                  </a:moveTo>
                  <a:lnTo>
                    <a:pt x="0" y="2"/>
                  </a:lnTo>
                  <a:lnTo>
                    <a:pt x="1" y="2"/>
                  </a:lnTo>
                  <a:lnTo>
                    <a:pt x="3" y="2"/>
                  </a:lnTo>
                  <a:lnTo>
                    <a:pt x="3" y="2"/>
                  </a:lnTo>
                  <a:lnTo>
                    <a:pt x="6" y="2"/>
                  </a:lnTo>
                  <a:lnTo>
                    <a:pt x="7" y="2"/>
                  </a:lnTo>
                  <a:lnTo>
                    <a:pt x="7" y="2"/>
                  </a:lnTo>
                  <a:lnTo>
                    <a:pt x="7" y="2"/>
                  </a:lnTo>
                  <a:lnTo>
                    <a:pt x="12" y="3"/>
                  </a:lnTo>
                  <a:lnTo>
                    <a:pt x="13" y="3"/>
                  </a:lnTo>
                  <a:lnTo>
                    <a:pt x="14" y="3"/>
                  </a:lnTo>
                  <a:lnTo>
                    <a:pt x="15" y="5"/>
                  </a:lnTo>
                  <a:lnTo>
                    <a:pt x="15" y="6"/>
                  </a:lnTo>
                  <a:lnTo>
                    <a:pt x="15" y="6"/>
                  </a:lnTo>
                  <a:lnTo>
                    <a:pt x="15" y="7"/>
                  </a:lnTo>
                  <a:lnTo>
                    <a:pt x="16" y="7"/>
                  </a:lnTo>
                  <a:lnTo>
                    <a:pt x="16" y="7"/>
                  </a:lnTo>
                  <a:lnTo>
                    <a:pt x="16" y="6"/>
                  </a:lnTo>
                  <a:lnTo>
                    <a:pt x="16" y="6"/>
                  </a:lnTo>
                  <a:lnTo>
                    <a:pt x="16" y="6"/>
                  </a:lnTo>
                  <a:lnTo>
                    <a:pt x="15" y="6"/>
                  </a:lnTo>
                  <a:lnTo>
                    <a:pt x="15" y="3"/>
                  </a:lnTo>
                  <a:lnTo>
                    <a:pt x="15" y="3"/>
                  </a:lnTo>
                  <a:lnTo>
                    <a:pt x="14" y="3"/>
                  </a:lnTo>
                  <a:lnTo>
                    <a:pt x="14" y="2"/>
                  </a:lnTo>
                  <a:lnTo>
                    <a:pt x="12" y="2"/>
                  </a:lnTo>
                  <a:lnTo>
                    <a:pt x="7" y="2"/>
                  </a:lnTo>
                  <a:lnTo>
                    <a:pt x="7" y="2"/>
                  </a:lnTo>
                  <a:lnTo>
                    <a:pt x="7" y="2"/>
                  </a:lnTo>
                  <a:lnTo>
                    <a:pt x="6" y="1"/>
                  </a:lnTo>
                  <a:lnTo>
                    <a:pt x="3" y="0"/>
                  </a:lnTo>
                  <a:lnTo>
                    <a:pt x="3" y="0"/>
                  </a:lnTo>
                  <a:lnTo>
                    <a:pt x="1" y="0"/>
                  </a:lnTo>
                  <a:lnTo>
                    <a:pt x="0" y="0"/>
                  </a:lnTo>
                  <a:lnTo>
                    <a:pt x="0" y="0"/>
                  </a:lnTo>
                  <a:lnTo>
                    <a:pt x="0" y="2"/>
                  </a:lnTo>
                  <a:lnTo>
                    <a:pt x="0" y="2"/>
                  </a:lnTo>
                </a:path>
              </a:pathLst>
            </a:custGeom>
            <a:solidFill>
              <a:srgbClr val="82c168"/>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825" name=""/>
            <p:cNvSpPr/>
            <p:nvPr/>
          </p:nvSpPr>
          <p:spPr>
            <a:xfrm>
              <a:off x="7318440" y="4305240"/>
              <a:ext cx="12600" cy="15840"/>
            </a:xfrm>
            <a:custGeom>
              <a:avLst/>
              <a:gdLst/>
              <a:ahLst/>
              <a:rect l="l" t="t" r="r" b="b"/>
              <a:pathLst>
                <a:path w="8" h="10">
                  <a:moveTo>
                    <a:pt x="7" y="0"/>
                  </a:moveTo>
                  <a:lnTo>
                    <a:pt x="7" y="0"/>
                  </a:lnTo>
                  <a:lnTo>
                    <a:pt x="7" y="0"/>
                  </a:lnTo>
                  <a:lnTo>
                    <a:pt x="3" y="0"/>
                  </a:lnTo>
                  <a:lnTo>
                    <a:pt x="3" y="2"/>
                  </a:lnTo>
                  <a:lnTo>
                    <a:pt x="0" y="7"/>
                  </a:lnTo>
                  <a:lnTo>
                    <a:pt x="0" y="7"/>
                  </a:lnTo>
                  <a:lnTo>
                    <a:pt x="0" y="7"/>
                  </a:lnTo>
                  <a:lnTo>
                    <a:pt x="0" y="9"/>
                  </a:lnTo>
                  <a:lnTo>
                    <a:pt x="0" y="9"/>
                  </a:lnTo>
                  <a:lnTo>
                    <a:pt x="0" y="7"/>
                  </a:lnTo>
                  <a:lnTo>
                    <a:pt x="0" y="7"/>
                  </a:lnTo>
                  <a:lnTo>
                    <a:pt x="0" y="7"/>
                  </a:lnTo>
                  <a:lnTo>
                    <a:pt x="0" y="7"/>
                  </a:lnTo>
                  <a:lnTo>
                    <a:pt x="1" y="7"/>
                  </a:lnTo>
                  <a:lnTo>
                    <a:pt x="3" y="7"/>
                  </a:lnTo>
                  <a:lnTo>
                    <a:pt x="3" y="6"/>
                  </a:lnTo>
                  <a:lnTo>
                    <a:pt x="7" y="2"/>
                  </a:lnTo>
                  <a:lnTo>
                    <a:pt x="7" y="2"/>
                  </a:lnTo>
                  <a:lnTo>
                    <a:pt x="7" y="2"/>
                  </a:lnTo>
                  <a:lnTo>
                    <a:pt x="7" y="0"/>
                  </a:lnTo>
                  <a:lnTo>
                    <a:pt x="7" y="0"/>
                  </a:lnTo>
                </a:path>
              </a:pathLst>
            </a:custGeom>
            <a:solidFill>
              <a:srgbClr val="82c168"/>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826" name=""/>
            <p:cNvSpPr/>
            <p:nvPr/>
          </p:nvSpPr>
          <p:spPr>
            <a:xfrm>
              <a:off x="7329600" y="4303800"/>
              <a:ext cx="12600" cy="6120"/>
            </a:xfrm>
            <a:custGeom>
              <a:avLst/>
              <a:gdLst/>
              <a:ahLst/>
              <a:rect l="l" t="t" r="r" b="b"/>
              <a:pathLst>
                <a:path w="8" h="4">
                  <a:moveTo>
                    <a:pt x="5" y="0"/>
                  </a:moveTo>
                  <a:lnTo>
                    <a:pt x="5" y="0"/>
                  </a:lnTo>
                  <a:lnTo>
                    <a:pt x="5" y="0"/>
                  </a:lnTo>
                  <a:lnTo>
                    <a:pt x="5" y="0"/>
                  </a:lnTo>
                  <a:lnTo>
                    <a:pt x="3" y="1"/>
                  </a:lnTo>
                  <a:lnTo>
                    <a:pt x="1" y="1"/>
                  </a:lnTo>
                  <a:lnTo>
                    <a:pt x="0" y="1"/>
                  </a:lnTo>
                  <a:lnTo>
                    <a:pt x="0" y="1"/>
                  </a:lnTo>
                  <a:lnTo>
                    <a:pt x="0" y="1"/>
                  </a:lnTo>
                  <a:lnTo>
                    <a:pt x="0" y="1"/>
                  </a:lnTo>
                  <a:lnTo>
                    <a:pt x="0" y="3"/>
                  </a:lnTo>
                  <a:lnTo>
                    <a:pt x="0" y="1"/>
                  </a:lnTo>
                  <a:lnTo>
                    <a:pt x="0" y="1"/>
                  </a:lnTo>
                  <a:lnTo>
                    <a:pt x="3" y="1"/>
                  </a:lnTo>
                  <a:lnTo>
                    <a:pt x="5" y="1"/>
                  </a:lnTo>
                  <a:lnTo>
                    <a:pt x="6" y="1"/>
                  </a:lnTo>
                  <a:lnTo>
                    <a:pt x="6" y="0"/>
                  </a:lnTo>
                  <a:lnTo>
                    <a:pt x="6" y="0"/>
                  </a:lnTo>
                  <a:lnTo>
                    <a:pt x="7" y="0"/>
                  </a:lnTo>
                  <a:lnTo>
                    <a:pt x="7" y="0"/>
                  </a:lnTo>
                  <a:lnTo>
                    <a:pt x="5" y="0"/>
                  </a:lnTo>
                  <a:lnTo>
                    <a:pt x="5" y="0"/>
                  </a:lnTo>
                </a:path>
              </a:pathLst>
            </a:custGeom>
            <a:solidFill>
              <a:srgbClr val="82c168"/>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827" name=""/>
            <p:cNvSpPr/>
            <p:nvPr/>
          </p:nvSpPr>
          <p:spPr>
            <a:xfrm>
              <a:off x="7337520" y="4260960"/>
              <a:ext cx="7920" cy="44280"/>
            </a:xfrm>
            <a:custGeom>
              <a:avLst/>
              <a:gdLst/>
              <a:ahLst/>
              <a:rect l="l" t="t" r="r" b="b"/>
              <a:pathLst>
                <a:path w="5" h="28">
                  <a:moveTo>
                    <a:pt x="4" y="0"/>
                  </a:moveTo>
                  <a:lnTo>
                    <a:pt x="4" y="0"/>
                  </a:lnTo>
                  <a:lnTo>
                    <a:pt x="4" y="2"/>
                  </a:lnTo>
                  <a:lnTo>
                    <a:pt x="3" y="5"/>
                  </a:lnTo>
                  <a:lnTo>
                    <a:pt x="3" y="12"/>
                  </a:lnTo>
                  <a:lnTo>
                    <a:pt x="3" y="14"/>
                  </a:lnTo>
                  <a:lnTo>
                    <a:pt x="2" y="18"/>
                  </a:lnTo>
                  <a:lnTo>
                    <a:pt x="2" y="20"/>
                  </a:lnTo>
                  <a:lnTo>
                    <a:pt x="1" y="23"/>
                  </a:lnTo>
                  <a:lnTo>
                    <a:pt x="0" y="27"/>
                  </a:lnTo>
                  <a:lnTo>
                    <a:pt x="2" y="27"/>
                  </a:lnTo>
                  <a:lnTo>
                    <a:pt x="2" y="23"/>
                  </a:lnTo>
                  <a:lnTo>
                    <a:pt x="2" y="21"/>
                  </a:lnTo>
                  <a:lnTo>
                    <a:pt x="3" y="18"/>
                  </a:lnTo>
                  <a:lnTo>
                    <a:pt x="3" y="14"/>
                  </a:lnTo>
                  <a:lnTo>
                    <a:pt x="3" y="12"/>
                  </a:lnTo>
                  <a:lnTo>
                    <a:pt x="4" y="5"/>
                  </a:lnTo>
                  <a:lnTo>
                    <a:pt x="4" y="2"/>
                  </a:lnTo>
                  <a:lnTo>
                    <a:pt x="4" y="0"/>
                  </a:lnTo>
                  <a:lnTo>
                    <a:pt x="4" y="0"/>
                  </a:lnTo>
                  <a:lnTo>
                    <a:pt x="4" y="0"/>
                  </a:lnTo>
                  <a:lnTo>
                    <a:pt x="4" y="0"/>
                  </a:lnTo>
                </a:path>
              </a:pathLst>
            </a:custGeom>
            <a:solidFill>
              <a:srgbClr val="82c168"/>
            </a:solidFill>
            <a:ln w="0">
              <a:noFill/>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2828" name=""/>
            <p:cNvSpPr/>
            <p:nvPr/>
          </p:nvSpPr>
          <p:spPr>
            <a:xfrm>
              <a:off x="7343640" y="4202280"/>
              <a:ext cx="11160" cy="60120"/>
            </a:xfrm>
            <a:custGeom>
              <a:avLst/>
              <a:gdLst/>
              <a:ahLst/>
              <a:rect l="l" t="t" r="r" b="b"/>
              <a:pathLst>
                <a:path w="7" h="38">
                  <a:moveTo>
                    <a:pt x="6" y="5"/>
                  </a:moveTo>
                  <a:lnTo>
                    <a:pt x="6" y="5"/>
                  </a:lnTo>
                  <a:lnTo>
                    <a:pt x="5" y="0"/>
                  </a:lnTo>
                  <a:lnTo>
                    <a:pt x="0" y="5"/>
                  </a:lnTo>
                  <a:lnTo>
                    <a:pt x="0" y="8"/>
                  </a:lnTo>
                  <a:lnTo>
                    <a:pt x="0" y="13"/>
                  </a:lnTo>
                  <a:lnTo>
                    <a:pt x="0" y="18"/>
                  </a:lnTo>
                  <a:lnTo>
                    <a:pt x="0" y="27"/>
                  </a:lnTo>
                  <a:lnTo>
                    <a:pt x="0" y="31"/>
                  </a:lnTo>
                  <a:lnTo>
                    <a:pt x="0" y="37"/>
                  </a:lnTo>
                  <a:lnTo>
                    <a:pt x="0" y="37"/>
                  </a:lnTo>
                  <a:lnTo>
                    <a:pt x="0" y="31"/>
                  </a:lnTo>
                  <a:lnTo>
                    <a:pt x="0" y="27"/>
                  </a:lnTo>
                  <a:lnTo>
                    <a:pt x="0" y="18"/>
                  </a:lnTo>
                  <a:lnTo>
                    <a:pt x="0" y="13"/>
                  </a:lnTo>
                  <a:lnTo>
                    <a:pt x="0" y="8"/>
                  </a:lnTo>
                  <a:lnTo>
                    <a:pt x="5" y="5"/>
                  </a:lnTo>
                  <a:lnTo>
                    <a:pt x="5" y="2"/>
                  </a:lnTo>
                  <a:lnTo>
                    <a:pt x="5" y="5"/>
                  </a:lnTo>
                  <a:lnTo>
                    <a:pt x="5" y="5"/>
                  </a:lnTo>
                  <a:lnTo>
                    <a:pt x="6" y="5"/>
                  </a:lnTo>
                  <a:lnTo>
                    <a:pt x="6" y="5"/>
                  </a:lnTo>
                </a:path>
              </a:pathLst>
            </a:custGeom>
            <a:solidFill>
              <a:srgbClr val="82c168"/>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2829" name=""/>
            <p:cNvSpPr/>
            <p:nvPr/>
          </p:nvSpPr>
          <p:spPr>
            <a:xfrm>
              <a:off x="6600960" y="3554280"/>
              <a:ext cx="15840" cy="22320"/>
            </a:xfrm>
            <a:custGeom>
              <a:avLst/>
              <a:gdLst/>
              <a:ahLst/>
              <a:rect l="l" t="t" r="r" b="b"/>
              <a:pathLst>
                <a:path w="10" h="14">
                  <a:moveTo>
                    <a:pt x="4" y="11"/>
                  </a:moveTo>
                  <a:lnTo>
                    <a:pt x="4" y="7"/>
                  </a:lnTo>
                  <a:lnTo>
                    <a:pt x="4" y="7"/>
                  </a:lnTo>
                  <a:lnTo>
                    <a:pt x="4" y="5"/>
                  </a:lnTo>
                  <a:lnTo>
                    <a:pt x="1" y="4"/>
                  </a:lnTo>
                  <a:lnTo>
                    <a:pt x="1" y="4"/>
                  </a:lnTo>
                  <a:lnTo>
                    <a:pt x="1" y="2"/>
                  </a:lnTo>
                  <a:lnTo>
                    <a:pt x="1" y="2"/>
                  </a:lnTo>
                  <a:lnTo>
                    <a:pt x="1" y="2"/>
                  </a:lnTo>
                  <a:lnTo>
                    <a:pt x="1" y="2"/>
                  </a:lnTo>
                  <a:lnTo>
                    <a:pt x="0" y="1"/>
                  </a:lnTo>
                  <a:lnTo>
                    <a:pt x="0" y="1"/>
                  </a:lnTo>
                  <a:lnTo>
                    <a:pt x="0" y="1"/>
                  </a:lnTo>
                  <a:lnTo>
                    <a:pt x="0" y="1"/>
                  </a:lnTo>
                  <a:lnTo>
                    <a:pt x="0" y="1"/>
                  </a:lnTo>
                  <a:lnTo>
                    <a:pt x="0" y="0"/>
                  </a:lnTo>
                  <a:lnTo>
                    <a:pt x="0" y="0"/>
                  </a:lnTo>
                  <a:lnTo>
                    <a:pt x="0" y="0"/>
                  </a:lnTo>
                  <a:lnTo>
                    <a:pt x="0" y="1"/>
                  </a:lnTo>
                  <a:lnTo>
                    <a:pt x="0" y="1"/>
                  </a:lnTo>
                  <a:lnTo>
                    <a:pt x="1" y="1"/>
                  </a:lnTo>
                  <a:lnTo>
                    <a:pt x="1" y="1"/>
                  </a:lnTo>
                  <a:lnTo>
                    <a:pt x="1" y="2"/>
                  </a:lnTo>
                  <a:lnTo>
                    <a:pt x="1" y="2"/>
                  </a:lnTo>
                  <a:lnTo>
                    <a:pt x="4" y="2"/>
                  </a:lnTo>
                  <a:lnTo>
                    <a:pt x="4" y="4"/>
                  </a:lnTo>
                  <a:lnTo>
                    <a:pt x="7" y="4"/>
                  </a:lnTo>
                  <a:lnTo>
                    <a:pt x="9" y="4"/>
                  </a:lnTo>
                  <a:lnTo>
                    <a:pt x="9" y="6"/>
                  </a:lnTo>
                  <a:lnTo>
                    <a:pt x="9" y="7"/>
                  </a:lnTo>
                  <a:lnTo>
                    <a:pt x="9" y="9"/>
                  </a:lnTo>
                  <a:lnTo>
                    <a:pt x="9" y="13"/>
                  </a:lnTo>
                  <a:lnTo>
                    <a:pt x="9" y="13"/>
                  </a:lnTo>
                  <a:lnTo>
                    <a:pt x="4" y="11"/>
                  </a:lnTo>
                  <a:lnTo>
                    <a:pt x="4" y="11"/>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2830" name=""/>
            <p:cNvSpPr/>
            <p:nvPr/>
          </p:nvSpPr>
          <p:spPr>
            <a:xfrm>
              <a:off x="6647040" y="3656160"/>
              <a:ext cx="1440" cy="23760"/>
            </a:xfrm>
            <a:custGeom>
              <a:avLst/>
              <a:gdLst/>
              <a:ahLst/>
              <a:rect l="l" t="t" r="r" b="b"/>
              <a:pathLst>
                <a:path w="1" h="15">
                  <a:moveTo>
                    <a:pt x="0" y="0"/>
                  </a:moveTo>
                  <a:lnTo>
                    <a:pt x="0" y="0"/>
                  </a:lnTo>
                  <a:lnTo>
                    <a:pt x="0" y="0"/>
                  </a:lnTo>
                  <a:lnTo>
                    <a:pt x="0" y="1"/>
                  </a:lnTo>
                  <a:lnTo>
                    <a:pt x="0" y="5"/>
                  </a:lnTo>
                  <a:lnTo>
                    <a:pt x="0" y="6"/>
                  </a:lnTo>
                  <a:lnTo>
                    <a:pt x="0" y="6"/>
                  </a:lnTo>
                  <a:lnTo>
                    <a:pt x="0" y="7"/>
                  </a:lnTo>
                  <a:lnTo>
                    <a:pt x="0" y="9"/>
                  </a:lnTo>
                  <a:lnTo>
                    <a:pt x="0" y="9"/>
                  </a:lnTo>
                  <a:lnTo>
                    <a:pt x="0" y="9"/>
                  </a:lnTo>
                  <a:lnTo>
                    <a:pt x="0" y="11"/>
                  </a:lnTo>
                  <a:lnTo>
                    <a:pt x="0" y="14"/>
                  </a:lnTo>
                  <a:lnTo>
                    <a:pt x="0" y="14"/>
                  </a:lnTo>
                  <a:lnTo>
                    <a:pt x="0" y="14"/>
                  </a:lnTo>
                  <a:lnTo>
                    <a:pt x="0" y="14"/>
                  </a:lnTo>
                  <a:lnTo>
                    <a:pt x="0" y="11"/>
                  </a:lnTo>
                  <a:lnTo>
                    <a:pt x="0" y="9"/>
                  </a:lnTo>
                  <a:lnTo>
                    <a:pt x="0" y="7"/>
                  </a:lnTo>
                  <a:lnTo>
                    <a:pt x="0" y="6"/>
                  </a:lnTo>
                  <a:lnTo>
                    <a:pt x="0" y="0"/>
                  </a:lnTo>
                  <a:lnTo>
                    <a:pt x="0"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831" name=""/>
            <p:cNvSpPr/>
            <p:nvPr/>
          </p:nvSpPr>
          <p:spPr>
            <a:xfrm>
              <a:off x="6649920" y="3692520"/>
              <a:ext cx="11160" cy="30240"/>
            </a:xfrm>
            <a:custGeom>
              <a:avLst/>
              <a:gdLst/>
              <a:ahLst/>
              <a:rect l="l" t="t" r="r" b="b"/>
              <a:pathLst>
                <a:path w="7" h="19">
                  <a:moveTo>
                    <a:pt x="6" y="2"/>
                  </a:moveTo>
                  <a:lnTo>
                    <a:pt x="6" y="0"/>
                  </a:lnTo>
                  <a:lnTo>
                    <a:pt x="4" y="0"/>
                  </a:lnTo>
                  <a:lnTo>
                    <a:pt x="4" y="2"/>
                  </a:lnTo>
                  <a:lnTo>
                    <a:pt x="4" y="5"/>
                  </a:lnTo>
                  <a:lnTo>
                    <a:pt x="4" y="6"/>
                  </a:lnTo>
                  <a:lnTo>
                    <a:pt x="4" y="7"/>
                  </a:lnTo>
                  <a:lnTo>
                    <a:pt x="4" y="8"/>
                  </a:lnTo>
                  <a:lnTo>
                    <a:pt x="4" y="8"/>
                  </a:lnTo>
                  <a:lnTo>
                    <a:pt x="3" y="12"/>
                  </a:lnTo>
                  <a:lnTo>
                    <a:pt x="0" y="12"/>
                  </a:lnTo>
                  <a:lnTo>
                    <a:pt x="0" y="15"/>
                  </a:lnTo>
                  <a:lnTo>
                    <a:pt x="0" y="17"/>
                  </a:lnTo>
                  <a:lnTo>
                    <a:pt x="0" y="17"/>
                  </a:lnTo>
                  <a:lnTo>
                    <a:pt x="0" y="17"/>
                  </a:lnTo>
                  <a:lnTo>
                    <a:pt x="0" y="17"/>
                  </a:lnTo>
                  <a:lnTo>
                    <a:pt x="0" y="18"/>
                  </a:lnTo>
                  <a:lnTo>
                    <a:pt x="0" y="18"/>
                  </a:lnTo>
                  <a:lnTo>
                    <a:pt x="0" y="17"/>
                  </a:lnTo>
                  <a:lnTo>
                    <a:pt x="1" y="17"/>
                  </a:lnTo>
                  <a:lnTo>
                    <a:pt x="4" y="16"/>
                  </a:lnTo>
                  <a:lnTo>
                    <a:pt x="4" y="12"/>
                  </a:lnTo>
                  <a:lnTo>
                    <a:pt x="4" y="8"/>
                  </a:lnTo>
                  <a:lnTo>
                    <a:pt x="6" y="6"/>
                  </a:lnTo>
                  <a:lnTo>
                    <a:pt x="6" y="2"/>
                  </a:lnTo>
                  <a:lnTo>
                    <a:pt x="6" y="2"/>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2832" name=""/>
            <p:cNvSpPr/>
            <p:nvPr/>
          </p:nvSpPr>
          <p:spPr>
            <a:xfrm>
              <a:off x="6600960" y="4062240"/>
              <a:ext cx="1440" cy="3240"/>
            </a:xfrm>
            <a:custGeom>
              <a:avLst/>
              <a:gdLst/>
              <a:ahLst/>
              <a:rect l="l" t="t" r="r" b="b"/>
              <a:pathLst>
                <a:path w="1" h="2">
                  <a:moveTo>
                    <a:pt x="0" y="0"/>
                  </a:moveTo>
                  <a:lnTo>
                    <a:pt x="0" y="0"/>
                  </a:lnTo>
                  <a:lnTo>
                    <a:pt x="0" y="0"/>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833" name=""/>
            <p:cNvSpPr/>
            <p:nvPr/>
          </p:nvSpPr>
          <p:spPr>
            <a:xfrm>
              <a:off x="6600960" y="4052880"/>
              <a:ext cx="21960" cy="12600"/>
            </a:xfrm>
            <a:custGeom>
              <a:avLst/>
              <a:gdLst/>
              <a:ahLst/>
              <a:rect l="l" t="t" r="r" b="b"/>
              <a:pathLst>
                <a:path w="14" h="8">
                  <a:moveTo>
                    <a:pt x="11" y="0"/>
                  </a:moveTo>
                  <a:lnTo>
                    <a:pt x="11" y="0"/>
                  </a:lnTo>
                  <a:lnTo>
                    <a:pt x="9" y="3"/>
                  </a:lnTo>
                  <a:lnTo>
                    <a:pt x="9" y="6"/>
                  </a:lnTo>
                  <a:lnTo>
                    <a:pt x="9" y="6"/>
                  </a:lnTo>
                  <a:lnTo>
                    <a:pt x="4" y="6"/>
                  </a:lnTo>
                  <a:lnTo>
                    <a:pt x="1" y="6"/>
                  </a:lnTo>
                  <a:lnTo>
                    <a:pt x="1" y="6"/>
                  </a:lnTo>
                  <a:lnTo>
                    <a:pt x="0" y="6"/>
                  </a:lnTo>
                  <a:lnTo>
                    <a:pt x="0" y="6"/>
                  </a:lnTo>
                  <a:lnTo>
                    <a:pt x="0" y="7"/>
                  </a:lnTo>
                  <a:lnTo>
                    <a:pt x="0" y="7"/>
                  </a:lnTo>
                  <a:lnTo>
                    <a:pt x="1" y="7"/>
                  </a:lnTo>
                  <a:lnTo>
                    <a:pt x="1" y="7"/>
                  </a:lnTo>
                  <a:lnTo>
                    <a:pt x="4" y="7"/>
                  </a:lnTo>
                  <a:lnTo>
                    <a:pt x="9" y="7"/>
                  </a:lnTo>
                  <a:lnTo>
                    <a:pt x="9" y="6"/>
                  </a:lnTo>
                  <a:lnTo>
                    <a:pt x="11" y="6"/>
                  </a:lnTo>
                  <a:lnTo>
                    <a:pt x="13" y="3"/>
                  </a:lnTo>
                  <a:lnTo>
                    <a:pt x="13" y="3"/>
                  </a:lnTo>
                  <a:lnTo>
                    <a:pt x="11" y="0"/>
                  </a:lnTo>
                  <a:lnTo>
                    <a:pt x="11"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834" name=""/>
            <p:cNvSpPr/>
            <p:nvPr/>
          </p:nvSpPr>
          <p:spPr>
            <a:xfrm>
              <a:off x="6618240" y="4044960"/>
              <a:ext cx="19080" cy="14400"/>
            </a:xfrm>
            <a:custGeom>
              <a:avLst/>
              <a:gdLst/>
              <a:ahLst/>
              <a:rect l="l" t="t" r="r" b="b"/>
              <a:pathLst>
                <a:path w="12" h="9">
                  <a:moveTo>
                    <a:pt x="9" y="0"/>
                  </a:moveTo>
                  <a:lnTo>
                    <a:pt x="9" y="0"/>
                  </a:lnTo>
                  <a:lnTo>
                    <a:pt x="9" y="0"/>
                  </a:lnTo>
                  <a:lnTo>
                    <a:pt x="7" y="0"/>
                  </a:lnTo>
                  <a:lnTo>
                    <a:pt x="4" y="0"/>
                  </a:lnTo>
                  <a:lnTo>
                    <a:pt x="4" y="1"/>
                  </a:lnTo>
                  <a:lnTo>
                    <a:pt x="2" y="5"/>
                  </a:lnTo>
                  <a:lnTo>
                    <a:pt x="2" y="5"/>
                  </a:lnTo>
                  <a:lnTo>
                    <a:pt x="2" y="5"/>
                  </a:lnTo>
                  <a:lnTo>
                    <a:pt x="0" y="5"/>
                  </a:lnTo>
                  <a:lnTo>
                    <a:pt x="2" y="8"/>
                  </a:lnTo>
                  <a:lnTo>
                    <a:pt x="2" y="5"/>
                  </a:lnTo>
                  <a:lnTo>
                    <a:pt x="4" y="5"/>
                  </a:lnTo>
                  <a:lnTo>
                    <a:pt x="4" y="5"/>
                  </a:lnTo>
                  <a:lnTo>
                    <a:pt x="4" y="5"/>
                  </a:lnTo>
                  <a:lnTo>
                    <a:pt x="5" y="0"/>
                  </a:lnTo>
                  <a:lnTo>
                    <a:pt x="9" y="0"/>
                  </a:lnTo>
                  <a:lnTo>
                    <a:pt x="9" y="0"/>
                  </a:lnTo>
                  <a:lnTo>
                    <a:pt x="11" y="0"/>
                  </a:lnTo>
                  <a:lnTo>
                    <a:pt x="11" y="0"/>
                  </a:lnTo>
                  <a:lnTo>
                    <a:pt x="9" y="0"/>
                  </a:lnTo>
                  <a:lnTo>
                    <a:pt x="9"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835" name=""/>
            <p:cNvSpPr/>
            <p:nvPr/>
          </p:nvSpPr>
          <p:spPr>
            <a:xfrm>
              <a:off x="6632640" y="4011480"/>
              <a:ext cx="33120" cy="34920"/>
            </a:xfrm>
            <a:custGeom>
              <a:avLst/>
              <a:gdLst/>
              <a:ahLst/>
              <a:rect l="l" t="t" r="r" b="b"/>
              <a:pathLst>
                <a:path w="21" h="22">
                  <a:moveTo>
                    <a:pt x="18" y="0"/>
                  </a:moveTo>
                  <a:lnTo>
                    <a:pt x="18" y="0"/>
                  </a:lnTo>
                  <a:lnTo>
                    <a:pt x="18" y="2"/>
                  </a:lnTo>
                  <a:lnTo>
                    <a:pt x="17" y="4"/>
                  </a:lnTo>
                  <a:lnTo>
                    <a:pt x="15" y="4"/>
                  </a:lnTo>
                  <a:lnTo>
                    <a:pt x="15" y="4"/>
                  </a:lnTo>
                  <a:lnTo>
                    <a:pt x="15" y="6"/>
                  </a:lnTo>
                  <a:lnTo>
                    <a:pt x="15" y="7"/>
                  </a:lnTo>
                  <a:lnTo>
                    <a:pt x="11" y="11"/>
                  </a:lnTo>
                  <a:lnTo>
                    <a:pt x="11" y="11"/>
                  </a:lnTo>
                  <a:lnTo>
                    <a:pt x="11" y="11"/>
                  </a:lnTo>
                  <a:lnTo>
                    <a:pt x="9" y="12"/>
                  </a:lnTo>
                  <a:lnTo>
                    <a:pt x="9" y="12"/>
                  </a:lnTo>
                  <a:lnTo>
                    <a:pt x="2" y="13"/>
                  </a:lnTo>
                  <a:lnTo>
                    <a:pt x="2" y="14"/>
                  </a:lnTo>
                  <a:lnTo>
                    <a:pt x="2" y="15"/>
                  </a:lnTo>
                  <a:lnTo>
                    <a:pt x="2" y="17"/>
                  </a:lnTo>
                  <a:lnTo>
                    <a:pt x="0" y="21"/>
                  </a:lnTo>
                  <a:lnTo>
                    <a:pt x="2" y="21"/>
                  </a:lnTo>
                  <a:lnTo>
                    <a:pt x="2" y="21"/>
                  </a:lnTo>
                  <a:lnTo>
                    <a:pt x="2" y="17"/>
                  </a:lnTo>
                  <a:lnTo>
                    <a:pt x="2" y="15"/>
                  </a:lnTo>
                  <a:lnTo>
                    <a:pt x="2" y="14"/>
                  </a:lnTo>
                  <a:lnTo>
                    <a:pt x="9" y="13"/>
                  </a:lnTo>
                  <a:lnTo>
                    <a:pt x="9" y="12"/>
                  </a:lnTo>
                  <a:lnTo>
                    <a:pt x="11" y="12"/>
                  </a:lnTo>
                  <a:lnTo>
                    <a:pt x="11" y="11"/>
                  </a:lnTo>
                  <a:lnTo>
                    <a:pt x="12" y="11"/>
                  </a:lnTo>
                  <a:lnTo>
                    <a:pt x="15" y="11"/>
                  </a:lnTo>
                  <a:lnTo>
                    <a:pt x="15" y="6"/>
                  </a:lnTo>
                  <a:lnTo>
                    <a:pt x="15" y="5"/>
                  </a:lnTo>
                  <a:lnTo>
                    <a:pt x="18" y="4"/>
                  </a:lnTo>
                  <a:lnTo>
                    <a:pt x="19" y="4"/>
                  </a:lnTo>
                  <a:lnTo>
                    <a:pt x="20" y="2"/>
                  </a:lnTo>
                  <a:lnTo>
                    <a:pt x="20" y="0"/>
                  </a:lnTo>
                  <a:lnTo>
                    <a:pt x="20" y="0"/>
                  </a:lnTo>
                  <a:lnTo>
                    <a:pt x="18" y="0"/>
                  </a:lnTo>
                  <a:lnTo>
                    <a:pt x="18" y="0"/>
                  </a:lnTo>
                </a:path>
              </a:pathLst>
            </a:custGeom>
            <a:solidFill>
              <a:srgbClr val="ffc0b6"/>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2836" name=""/>
            <p:cNvSpPr/>
            <p:nvPr/>
          </p:nvSpPr>
          <p:spPr>
            <a:xfrm>
              <a:off x="6661080" y="3989520"/>
              <a:ext cx="12600" cy="23760"/>
            </a:xfrm>
            <a:custGeom>
              <a:avLst/>
              <a:gdLst/>
              <a:ahLst/>
              <a:rect l="l" t="t" r="r" b="b"/>
              <a:pathLst>
                <a:path w="8" h="15">
                  <a:moveTo>
                    <a:pt x="7" y="0"/>
                  </a:moveTo>
                  <a:lnTo>
                    <a:pt x="6" y="0"/>
                  </a:lnTo>
                  <a:lnTo>
                    <a:pt x="3" y="3"/>
                  </a:lnTo>
                  <a:lnTo>
                    <a:pt x="2" y="5"/>
                  </a:lnTo>
                  <a:lnTo>
                    <a:pt x="2" y="5"/>
                  </a:lnTo>
                  <a:lnTo>
                    <a:pt x="2" y="7"/>
                  </a:lnTo>
                  <a:lnTo>
                    <a:pt x="2" y="11"/>
                  </a:lnTo>
                  <a:lnTo>
                    <a:pt x="0" y="13"/>
                  </a:lnTo>
                  <a:lnTo>
                    <a:pt x="0" y="14"/>
                  </a:lnTo>
                  <a:lnTo>
                    <a:pt x="2" y="14"/>
                  </a:lnTo>
                  <a:lnTo>
                    <a:pt x="2" y="13"/>
                  </a:lnTo>
                  <a:lnTo>
                    <a:pt x="2" y="12"/>
                  </a:lnTo>
                  <a:lnTo>
                    <a:pt x="2" y="7"/>
                  </a:lnTo>
                  <a:lnTo>
                    <a:pt x="2" y="5"/>
                  </a:lnTo>
                  <a:lnTo>
                    <a:pt x="3" y="5"/>
                  </a:lnTo>
                  <a:lnTo>
                    <a:pt x="7" y="5"/>
                  </a:lnTo>
                  <a:lnTo>
                    <a:pt x="7" y="3"/>
                  </a:lnTo>
                  <a:lnTo>
                    <a:pt x="7" y="1"/>
                  </a:lnTo>
                  <a:lnTo>
                    <a:pt x="7" y="0"/>
                  </a:lnTo>
                  <a:lnTo>
                    <a:pt x="7"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837" name=""/>
            <p:cNvSpPr/>
            <p:nvPr/>
          </p:nvSpPr>
          <p:spPr>
            <a:xfrm>
              <a:off x="6661080" y="4011480"/>
              <a:ext cx="4680" cy="5040"/>
            </a:xfrm>
            <a:custGeom>
              <a:avLst/>
              <a:gdLst/>
              <a:ahLst/>
              <a:rect l="l" t="t" r="r" b="b"/>
              <a:pathLst>
                <a:path w="3" h="3">
                  <a:moveTo>
                    <a:pt x="2" y="2"/>
                  </a:moveTo>
                  <a:lnTo>
                    <a:pt x="2" y="0"/>
                  </a:lnTo>
                  <a:lnTo>
                    <a:pt x="2" y="0"/>
                  </a:lnTo>
                  <a:lnTo>
                    <a:pt x="1" y="0"/>
                  </a:lnTo>
                  <a:lnTo>
                    <a:pt x="0" y="0"/>
                  </a:lnTo>
                  <a:lnTo>
                    <a:pt x="2" y="2"/>
                  </a:lnTo>
                  <a:lnTo>
                    <a:pt x="2" y="2"/>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2838" name=""/>
            <p:cNvSpPr/>
            <p:nvPr/>
          </p:nvSpPr>
          <p:spPr>
            <a:xfrm>
              <a:off x="6621480" y="4021200"/>
              <a:ext cx="1440" cy="3240"/>
            </a:xfrm>
            <a:custGeom>
              <a:avLst/>
              <a:gdLst/>
              <a:ahLst/>
              <a:rect l="l" t="t" r="r" b="b"/>
              <a:pathLst>
                <a:path w="1" h="2">
                  <a:moveTo>
                    <a:pt x="0" y="0"/>
                  </a:moveTo>
                  <a:lnTo>
                    <a:pt x="0" y="0"/>
                  </a:lnTo>
                  <a:lnTo>
                    <a:pt x="0" y="0"/>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839" name=""/>
            <p:cNvSpPr/>
            <p:nvPr/>
          </p:nvSpPr>
          <p:spPr>
            <a:xfrm>
              <a:off x="6621480" y="4011480"/>
              <a:ext cx="15840" cy="12960"/>
            </a:xfrm>
            <a:custGeom>
              <a:avLst/>
              <a:gdLst/>
              <a:ahLst/>
              <a:rect l="l" t="t" r="r" b="b"/>
              <a:pathLst>
                <a:path w="10" h="8">
                  <a:moveTo>
                    <a:pt x="9" y="0"/>
                  </a:moveTo>
                  <a:lnTo>
                    <a:pt x="9" y="0"/>
                  </a:lnTo>
                  <a:lnTo>
                    <a:pt x="9" y="4"/>
                  </a:lnTo>
                  <a:lnTo>
                    <a:pt x="9" y="4"/>
                  </a:lnTo>
                  <a:lnTo>
                    <a:pt x="7" y="4"/>
                  </a:lnTo>
                  <a:lnTo>
                    <a:pt x="7" y="4"/>
                  </a:lnTo>
                  <a:lnTo>
                    <a:pt x="3" y="5"/>
                  </a:lnTo>
                  <a:lnTo>
                    <a:pt x="2" y="6"/>
                  </a:lnTo>
                  <a:lnTo>
                    <a:pt x="2" y="6"/>
                  </a:lnTo>
                  <a:lnTo>
                    <a:pt x="0" y="6"/>
                  </a:lnTo>
                  <a:lnTo>
                    <a:pt x="0" y="7"/>
                  </a:lnTo>
                  <a:lnTo>
                    <a:pt x="2" y="7"/>
                  </a:lnTo>
                  <a:lnTo>
                    <a:pt x="2" y="7"/>
                  </a:lnTo>
                  <a:lnTo>
                    <a:pt x="5" y="6"/>
                  </a:lnTo>
                  <a:lnTo>
                    <a:pt x="7" y="6"/>
                  </a:lnTo>
                  <a:lnTo>
                    <a:pt x="9" y="4"/>
                  </a:lnTo>
                  <a:lnTo>
                    <a:pt x="9" y="4"/>
                  </a:lnTo>
                  <a:lnTo>
                    <a:pt x="9" y="4"/>
                  </a:lnTo>
                  <a:lnTo>
                    <a:pt x="9" y="2"/>
                  </a:lnTo>
                  <a:lnTo>
                    <a:pt x="9" y="2"/>
                  </a:lnTo>
                  <a:lnTo>
                    <a:pt x="9" y="0"/>
                  </a:lnTo>
                  <a:lnTo>
                    <a:pt x="9" y="0"/>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840" name=""/>
            <p:cNvSpPr/>
            <p:nvPr/>
          </p:nvSpPr>
          <p:spPr>
            <a:xfrm>
              <a:off x="6635880" y="3997440"/>
              <a:ext cx="15840" cy="19080"/>
            </a:xfrm>
            <a:custGeom>
              <a:avLst/>
              <a:gdLst/>
              <a:ahLst/>
              <a:rect l="l" t="t" r="r" b="b"/>
              <a:pathLst>
                <a:path w="10" h="12">
                  <a:moveTo>
                    <a:pt x="9" y="0"/>
                  </a:moveTo>
                  <a:lnTo>
                    <a:pt x="9" y="0"/>
                  </a:lnTo>
                  <a:lnTo>
                    <a:pt x="9" y="0"/>
                  </a:lnTo>
                  <a:lnTo>
                    <a:pt x="9" y="0"/>
                  </a:lnTo>
                  <a:lnTo>
                    <a:pt x="7" y="0"/>
                  </a:lnTo>
                  <a:lnTo>
                    <a:pt x="7" y="2"/>
                  </a:lnTo>
                  <a:lnTo>
                    <a:pt x="2" y="2"/>
                  </a:lnTo>
                  <a:lnTo>
                    <a:pt x="0" y="7"/>
                  </a:lnTo>
                  <a:lnTo>
                    <a:pt x="0" y="8"/>
                  </a:lnTo>
                  <a:lnTo>
                    <a:pt x="0" y="9"/>
                  </a:lnTo>
                  <a:lnTo>
                    <a:pt x="0" y="11"/>
                  </a:lnTo>
                  <a:lnTo>
                    <a:pt x="0" y="8"/>
                  </a:lnTo>
                  <a:lnTo>
                    <a:pt x="2" y="7"/>
                  </a:lnTo>
                  <a:lnTo>
                    <a:pt x="7" y="5"/>
                  </a:lnTo>
                  <a:lnTo>
                    <a:pt x="7" y="2"/>
                  </a:lnTo>
                  <a:lnTo>
                    <a:pt x="9" y="0"/>
                  </a:lnTo>
                  <a:lnTo>
                    <a:pt x="9" y="0"/>
                  </a:lnTo>
                  <a:lnTo>
                    <a:pt x="9" y="0"/>
                  </a:lnTo>
                  <a:lnTo>
                    <a:pt x="9" y="0"/>
                  </a:lnTo>
                  <a:lnTo>
                    <a:pt x="9" y="0"/>
                  </a:lnTo>
                  <a:lnTo>
                    <a:pt x="9" y="0"/>
                  </a:lnTo>
                  <a:lnTo>
                    <a:pt x="9"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841" name=""/>
            <p:cNvSpPr/>
            <p:nvPr/>
          </p:nvSpPr>
          <p:spPr>
            <a:xfrm>
              <a:off x="6649920" y="3971880"/>
              <a:ext cx="15840" cy="27000"/>
            </a:xfrm>
            <a:custGeom>
              <a:avLst/>
              <a:gdLst/>
              <a:ahLst/>
              <a:rect l="l" t="t" r="r" b="b"/>
              <a:pathLst>
                <a:path w="10" h="17">
                  <a:moveTo>
                    <a:pt x="7" y="0"/>
                  </a:moveTo>
                  <a:lnTo>
                    <a:pt x="6" y="3"/>
                  </a:lnTo>
                  <a:lnTo>
                    <a:pt x="4" y="5"/>
                  </a:lnTo>
                  <a:lnTo>
                    <a:pt x="4" y="7"/>
                  </a:lnTo>
                  <a:lnTo>
                    <a:pt x="4" y="10"/>
                  </a:lnTo>
                  <a:lnTo>
                    <a:pt x="0" y="11"/>
                  </a:lnTo>
                  <a:lnTo>
                    <a:pt x="0" y="12"/>
                  </a:lnTo>
                  <a:lnTo>
                    <a:pt x="0" y="16"/>
                  </a:lnTo>
                  <a:lnTo>
                    <a:pt x="0" y="16"/>
                  </a:lnTo>
                  <a:lnTo>
                    <a:pt x="0" y="16"/>
                  </a:lnTo>
                  <a:lnTo>
                    <a:pt x="0" y="16"/>
                  </a:lnTo>
                  <a:lnTo>
                    <a:pt x="0" y="14"/>
                  </a:lnTo>
                  <a:lnTo>
                    <a:pt x="3" y="11"/>
                  </a:lnTo>
                  <a:lnTo>
                    <a:pt x="4" y="10"/>
                  </a:lnTo>
                  <a:lnTo>
                    <a:pt x="4" y="8"/>
                  </a:lnTo>
                  <a:lnTo>
                    <a:pt x="6" y="5"/>
                  </a:lnTo>
                  <a:lnTo>
                    <a:pt x="8" y="3"/>
                  </a:lnTo>
                  <a:lnTo>
                    <a:pt x="9" y="0"/>
                  </a:lnTo>
                  <a:lnTo>
                    <a:pt x="7" y="0"/>
                  </a:lnTo>
                  <a:lnTo>
                    <a:pt x="7"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842" name=""/>
            <p:cNvSpPr/>
            <p:nvPr/>
          </p:nvSpPr>
          <p:spPr>
            <a:xfrm>
              <a:off x="6649920" y="399744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843" name=""/>
            <p:cNvSpPr/>
            <p:nvPr/>
          </p:nvSpPr>
          <p:spPr>
            <a:xfrm>
              <a:off x="6607080" y="4033800"/>
              <a:ext cx="6480" cy="1800"/>
            </a:xfrm>
            <a:custGeom>
              <a:avLst/>
              <a:gdLst/>
              <a:ahLst/>
              <a:rect l="l" t="t" r="r" b="b"/>
              <a:pathLst>
                <a:path w="4" h="1">
                  <a:moveTo>
                    <a:pt x="3" y="0"/>
                  </a:moveTo>
                  <a:lnTo>
                    <a:pt x="3" y="0"/>
                  </a:lnTo>
                  <a:lnTo>
                    <a:pt x="3" y="0"/>
                  </a:lnTo>
                  <a:lnTo>
                    <a:pt x="0" y="0"/>
                  </a:lnTo>
                  <a:lnTo>
                    <a:pt x="0" y="0"/>
                  </a:lnTo>
                  <a:lnTo>
                    <a:pt x="3" y="0"/>
                  </a:lnTo>
                  <a:lnTo>
                    <a:pt x="3"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844" name=""/>
            <p:cNvSpPr/>
            <p:nvPr/>
          </p:nvSpPr>
          <p:spPr>
            <a:xfrm>
              <a:off x="6589800" y="4033800"/>
              <a:ext cx="23760" cy="12600"/>
            </a:xfrm>
            <a:custGeom>
              <a:avLst/>
              <a:gdLst/>
              <a:ahLst/>
              <a:rect l="l" t="t" r="r" b="b"/>
              <a:pathLst>
                <a:path w="15" h="8">
                  <a:moveTo>
                    <a:pt x="0" y="7"/>
                  </a:moveTo>
                  <a:lnTo>
                    <a:pt x="2" y="7"/>
                  </a:lnTo>
                  <a:lnTo>
                    <a:pt x="7" y="7"/>
                  </a:lnTo>
                  <a:lnTo>
                    <a:pt x="8" y="7"/>
                  </a:lnTo>
                  <a:lnTo>
                    <a:pt x="8" y="7"/>
                  </a:lnTo>
                  <a:lnTo>
                    <a:pt x="8" y="3"/>
                  </a:lnTo>
                  <a:lnTo>
                    <a:pt x="11" y="1"/>
                  </a:lnTo>
                  <a:lnTo>
                    <a:pt x="14" y="1"/>
                  </a:lnTo>
                  <a:lnTo>
                    <a:pt x="14" y="0"/>
                  </a:lnTo>
                  <a:lnTo>
                    <a:pt x="11" y="0"/>
                  </a:lnTo>
                  <a:lnTo>
                    <a:pt x="11" y="0"/>
                  </a:lnTo>
                  <a:lnTo>
                    <a:pt x="11" y="0"/>
                  </a:lnTo>
                  <a:lnTo>
                    <a:pt x="8" y="1"/>
                  </a:lnTo>
                  <a:lnTo>
                    <a:pt x="8" y="3"/>
                  </a:lnTo>
                  <a:lnTo>
                    <a:pt x="7" y="7"/>
                  </a:lnTo>
                  <a:lnTo>
                    <a:pt x="7" y="7"/>
                  </a:lnTo>
                  <a:lnTo>
                    <a:pt x="2" y="7"/>
                  </a:lnTo>
                  <a:lnTo>
                    <a:pt x="0" y="7"/>
                  </a:lnTo>
                  <a:lnTo>
                    <a:pt x="0" y="7"/>
                  </a:lnTo>
                  <a:lnTo>
                    <a:pt x="0" y="7"/>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845" name=""/>
            <p:cNvSpPr/>
            <p:nvPr/>
          </p:nvSpPr>
          <p:spPr>
            <a:xfrm>
              <a:off x="6607080" y="4033800"/>
              <a:ext cx="180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846" name=""/>
            <p:cNvSpPr/>
            <p:nvPr/>
          </p:nvSpPr>
          <p:spPr>
            <a:xfrm>
              <a:off x="6586560" y="403056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847" name=""/>
            <p:cNvSpPr/>
            <p:nvPr/>
          </p:nvSpPr>
          <p:spPr>
            <a:xfrm>
              <a:off x="6586560" y="4019400"/>
              <a:ext cx="22320" cy="12960"/>
            </a:xfrm>
            <a:custGeom>
              <a:avLst/>
              <a:gdLst/>
              <a:ahLst/>
              <a:rect l="l" t="t" r="r" b="b"/>
              <a:pathLst>
                <a:path w="14" h="8">
                  <a:moveTo>
                    <a:pt x="10" y="0"/>
                  </a:moveTo>
                  <a:lnTo>
                    <a:pt x="10" y="0"/>
                  </a:lnTo>
                  <a:lnTo>
                    <a:pt x="10" y="2"/>
                  </a:lnTo>
                  <a:lnTo>
                    <a:pt x="10" y="6"/>
                  </a:lnTo>
                  <a:lnTo>
                    <a:pt x="9" y="6"/>
                  </a:lnTo>
                  <a:lnTo>
                    <a:pt x="7" y="6"/>
                  </a:lnTo>
                  <a:lnTo>
                    <a:pt x="4" y="6"/>
                  </a:lnTo>
                  <a:lnTo>
                    <a:pt x="2" y="6"/>
                  </a:lnTo>
                  <a:lnTo>
                    <a:pt x="0" y="6"/>
                  </a:lnTo>
                  <a:lnTo>
                    <a:pt x="0" y="7"/>
                  </a:lnTo>
                  <a:lnTo>
                    <a:pt x="0" y="7"/>
                  </a:lnTo>
                  <a:lnTo>
                    <a:pt x="0" y="7"/>
                  </a:lnTo>
                  <a:lnTo>
                    <a:pt x="2" y="7"/>
                  </a:lnTo>
                  <a:lnTo>
                    <a:pt x="4" y="7"/>
                  </a:lnTo>
                  <a:lnTo>
                    <a:pt x="9" y="7"/>
                  </a:lnTo>
                  <a:lnTo>
                    <a:pt x="9" y="6"/>
                  </a:lnTo>
                  <a:lnTo>
                    <a:pt x="10" y="6"/>
                  </a:lnTo>
                  <a:lnTo>
                    <a:pt x="13" y="2"/>
                  </a:lnTo>
                  <a:lnTo>
                    <a:pt x="13" y="0"/>
                  </a:lnTo>
                  <a:lnTo>
                    <a:pt x="13" y="0"/>
                  </a:lnTo>
                  <a:lnTo>
                    <a:pt x="10" y="0"/>
                  </a:lnTo>
                  <a:lnTo>
                    <a:pt x="10" y="0"/>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2848" name=""/>
            <p:cNvSpPr/>
            <p:nvPr/>
          </p:nvSpPr>
          <p:spPr>
            <a:xfrm>
              <a:off x="6602400" y="4010040"/>
              <a:ext cx="17640" cy="11160"/>
            </a:xfrm>
            <a:custGeom>
              <a:avLst/>
              <a:gdLst/>
              <a:ahLst/>
              <a:rect l="l" t="t" r="r" b="b"/>
              <a:pathLst>
                <a:path w="11" h="7">
                  <a:moveTo>
                    <a:pt x="8" y="0"/>
                  </a:moveTo>
                  <a:lnTo>
                    <a:pt x="10" y="0"/>
                  </a:lnTo>
                  <a:lnTo>
                    <a:pt x="8" y="0"/>
                  </a:lnTo>
                  <a:lnTo>
                    <a:pt x="8" y="0"/>
                  </a:lnTo>
                  <a:lnTo>
                    <a:pt x="8" y="0"/>
                  </a:lnTo>
                  <a:lnTo>
                    <a:pt x="8" y="1"/>
                  </a:lnTo>
                  <a:lnTo>
                    <a:pt x="6" y="3"/>
                  </a:lnTo>
                  <a:lnTo>
                    <a:pt x="3" y="5"/>
                  </a:lnTo>
                  <a:lnTo>
                    <a:pt x="0" y="5"/>
                  </a:lnTo>
                  <a:lnTo>
                    <a:pt x="0" y="6"/>
                  </a:lnTo>
                  <a:lnTo>
                    <a:pt x="3" y="6"/>
                  </a:lnTo>
                  <a:lnTo>
                    <a:pt x="3" y="5"/>
                  </a:lnTo>
                  <a:lnTo>
                    <a:pt x="6" y="5"/>
                  </a:lnTo>
                  <a:lnTo>
                    <a:pt x="8" y="5"/>
                  </a:lnTo>
                  <a:lnTo>
                    <a:pt x="8" y="3"/>
                  </a:lnTo>
                  <a:lnTo>
                    <a:pt x="8" y="1"/>
                  </a:lnTo>
                  <a:lnTo>
                    <a:pt x="8" y="0"/>
                  </a:lnTo>
                  <a:lnTo>
                    <a:pt x="10" y="0"/>
                  </a:lnTo>
                  <a:lnTo>
                    <a:pt x="10" y="0"/>
                  </a:lnTo>
                  <a:lnTo>
                    <a:pt x="10" y="0"/>
                  </a:lnTo>
                  <a:lnTo>
                    <a:pt x="8" y="0"/>
                  </a:lnTo>
                  <a:lnTo>
                    <a:pt x="8"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849" name=""/>
            <p:cNvSpPr/>
            <p:nvPr/>
          </p:nvSpPr>
          <p:spPr>
            <a:xfrm>
              <a:off x="6615000" y="3994200"/>
              <a:ext cx="22320" cy="17280"/>
            </a:xfrm>
            <a:custGeom>
              <a:avLst/>
              <a:gdLst/>
              <a:ahLst/>
              <a:rect l="l" t="t" r="r" b="b"/>
              <a:pathLst>
                <a:path w="14" h="11">
                  <a:moveTo>
                    <a:pt x="13" y="2"/>
                  </a:moveTo>
                  <a:lnTo>
                    <a:pt x="13" y="0"/>
                  </a:lnTo>
                  <a:lnTo>
                    <a:pt x="0" y="10"/>
                  </a:lnTo>
                  <a:lnTo>
                    <a:pt x="2" y="10"/>
                  </a:lnTo>
                  <a:lnTo>
                    <a:pt x="13" y="2"/>
                  </a:lnTo>
                  <a:lnTo>
                    <a:pt x="13" y="2"/>
                  </a:lnTo>
                  <a:lnTo>
                    <a:pt x="13" y="2"/>
                  </a:lnTo>
                  <a:lnTo>
                    <a:pt x="13" y="2"/>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850" name=""/>
            <p:cNvSpPr/>
            <p:nvPr/>
          </p:nvSpPr>
          <p:spPr>
            <a:xfrm>
              <a:off x="6635880" y="3994200"/>
              <a:ext cx="1440" cy="4680"/>
            </a:xfrm>
            <a:custGeom>
              <a:avLst/>
              <a:gdLst/>
              <a:ahLst/>
              <a:rect l="l" t="t" r="r" b="b"/>
              <a:pathLst>
                <a:path w="1" h="3">
                  <a:moveTo>
                    <a:pt x="0" y="2"/>
                  </a:moveTo>
                  <a:lnTo>
                    <a:pt x="0" y="2"/>
                  </a:lnTo>
                  <a:lnTo>
                    <a:pt x="0" y="0"/>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851" name=""/>
            <p:cNvSpPr/>
            <p:nvPr/>
          </p:nvSpPr>
          <p:spPr>
            <a:xfrm>
              <a:off x="6624720" y="3975120"/>
              <a:ext cx="9360" cy="3240"/>
            </a:xfrm>
            <a:custGeom>
              <a:avLst/>
              <a:gdLst/>
              <a:ahLst/>
              <a:rect l="l" t="t" r="r" b="b"/>
              <a:pathLst>
                <a:path w="6" h="2">
                  <a:moveTo>
                    <a:pt x="3" y="1"/>
                  </a:moveTo>
                  <a:lnTo>
                    <a:pt x="5" y="1"/>
                  </a:lnTo>
                  <a:lnTo>
                    <a:pt x="3" y="0"/>
                  </a:lnTo>
                  <a:lnTo>
                    <a:pt x="1" y="0"/>
                  </a:lnTo>
                  <a:lnTo>
                    <a:pt x="0" y="0"/>
                  </a:lnTo>
                  <a:lnTo>
                    <a:pt x="3" y="1"/>
                  </a:lnTo>
                  <a:lnTo>
                    <a:pt x="3"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852" name=""/>
            <p:cNvSpPr/>
            <p:nvPr/>
          </p:nvSpPr>
          <p:spPr>
            <a:xfrm>
              <a:off x="6602400" y="3975120"/>
              <a:ext cx="28440" cy="15840"/>
            </a:xfrm>
            <a:custGeom>
              <a:avLst/>
              <a:gdLst/>
              <a:ahLst/>
              <a:rect l="l" t="t" r="r" b="b"/>
              <a:pathLst>
                <a:path w="18" h="10">
                  <a:moveTo>
                    <a:pt x="0" y="9"/>
                  </a:moveTo>
                  <a:lnTo>
                    <a:pt x="0" y="9"/>
                  </a:lnTo>
                  <a:lnTo>
                    <a:pt x="3" y="9"/>
                  </a:lnTo>
                  <a:lnTo>
                    <a:pt x="8" y="9"/>
                  </a:lnTo>
                  <a:lnTo>
                    <a:pt x="8" y="8"/>
                  </a:lnTo>
                  <a:lnTo>
                    <a:pt x="10" y="5"/>
                  </a:lnTo>
                  <a:lnTo>
                    <a:pt x="12" y="3"/>
                  </a:lnTo>
                  <a:lnTo>
                    <a:pt x="14" y="1"/>
                  </a:lnTo>
                  <a:lnTo>
                    <a:pt x="15" y="1"/>
                  </a:lnTo>
                  <a:lnTo>
                    <a:pt x="17" y="1"/>
                  </a:lnTo>
                  <a:lnTo>
                    <a:pt x="14" y="0"/>
                  </a:lnTo>
                  <a:lnTo>
                    <a:pt x="14" y="1"/>
                  </a:lnTo>
                  <a:lnTo>
                    <a:pt x="14" y="1"/>
                  </a:lnTo>
                  <a:lnTo>
                    <a:pt x="12" y="3"/>
                  </a:lnTo>
                  <a:lnTo>
                    <a:pt x="10" y="3"/>
                  </a:lnTo>
                  <a:lnTo>
                    <a:pt x="8" y="8"/>
                  </a:lnTo>
                  <a:lnTo>
                    <a:pt x="8" y="8"/>
                  </a:lnTo>
                  <a:lnTo>
                    <a:pt x="3" y="9"/>
                  </a:lnTo>
                  <a:lnTo>
                    <a:pt x="0" y="9"/>
                  </a:lnTo>
                  <a:lnTo>
                    <a:pt x="0" y="9"/>
                  </a:lnTo>
                  <a:lnTo>
                    <a:pt x="0" y="9"/>
                  </a:lnTo>
                  <a:lnTo>
                    <a:pt x="0" y="9"/>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853" name=""/>
            <p:cNvSpPr/>
            <p:nvPr/>
          </p:nvSpPr>
          <p:spPr>
            <a:xfrm>
              <a:off x="6586560" y="3989520"/>
              <a:ext cx="17280" cy="20520"/>
            </a:xfrm>
            <a:custGeom>
              <a:avLst/>
              <a:gdLst/>
              <a:ahLst/>
              <a:rect l="l" t="t" r="r" b="b"/>
              <a:pathLst>
                <a:path w="11" h="13">
                  <a:moveTo>
                    <a:pt x="0" y="12"/>
                  </a:moveTo>
                  <a:lnTo>
                    <a:pt x="4" y="12"/>
                  </a:lnTo>
                  <a:lnTo>
                    <a:pt x="4" y="7"/>
                  </a:lnTo>
                  <a:lnTo>
                    <a:pt x="7" y="7"/>
                  </a:lnTo>
                  <a:lnTo>
                    <a:pt x="9" y="5"/>
                  </a:lnTo>
                  <a:lnTo>
                    <a:pt x="9" y="5"/>
                  </a:lnTo>
                  <a:lnTo>
                    <a:pt x="10" y="0"/>
                  </a:lnTo>
                  <a:lnTo>
                    <a:pt x="10" y="0"/>
                  </a:lnTo>
                  <a:lnTo>
                    <a:pt x="10" y="0"/>
                  </a:lnTo>
                  <a:lnTo>
                    <a:pt x="10" y="0"/>
                  </a:lnTo>
                  <a:lnTo>
                    <a:pt x="10" y="0"/>
                  </a:lnTo>
                  <a:lnTo>
                    <a:pt x="9" y="0"/>
                  </a:lnTo>
                  <a:lnTo>
                    <a:pt x="9" y="3"/>
                  </a:lnTo>
                  <a:lnTo>
                    <a:pt x="7" y="5"/>
                  </a:lnTo>
                  <a:lnTo>
                    <a:pt x="4" y="5"/>
                  </a:lnTo>
                  <a:lnTo>
                    <a:pt x="4" y="7"/>
                  </a:lnTo>
                  <a:lnTo>
                    <a:pt x="3" y="10"/>
                  </a:lnTo>
                  <a:lnTo>
                    <a:pt x="0" y="11"/>
                  </a:lnTo>
                  <a:lnTo>
                    <a:pt x="0" y="12"/>
                  </a:lnTo>
                  <a:lnTo>
                    <a:pt x="0" y="12"/>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854" name=""/>
            <p:cNvSpPr/>
            <p:nvPr/>
          </p:nvSpPr>
          <p:spPr>
            <a:xfrm>
              <a:off x="6602400" y="398952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855" name=""/>
            <p:cNvSpPr/>
            <p:nvPr/>
          </p:nvSpPr>
          <p:spPr>
            <a:xfrm>
              <a:off x="6632640" y="4083120"/>
              <a:ext cx="1440" cy="3240"/>
            </a:xfrm>
            <a:custGeom>
              <a:avLst/>
              <a:gdLst/>
              <a:ahLst/>
              <a:rect l="l" t="t" r="r" b="b"/>
              <a:pathLst>
                <a:path w="1" h="2">
                  <a:moveTo>
                    <a:pt x="0" y="0"/>
                  </a:moveTo>
                  <a:lnTo>
                    <a:pt x="0" y="0"/>
                  </a:lnTo>
                  <a:lnTo>
                    <a:pt x="0" y="0"/>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856" name=""/>
            <p:cNvSpPr/>
            <p:nvPr/>
          </p:nvSpPr>
          <p:spPr>
            <a:xfrm>
              <a:off x="6632640" y="4070520"/>
              <a:ext cx="19080" cy="15840"/>
            </a:xfrm>
            <a:custGeom>
              <a:avLst/>
              <a:gdLst/>
              <a:ahLst/>
              <a:rect l="l" t="t" r="r" b="b"/>
              <a:pathLst>
                <a:path w="12" h="10">
                  <a:moveTo>
                    <a:pt x="11" y="0"/>
                  </a:moveTo>
                  <a:lnTo>
                    <a:pt x="11" y="0"/>
                  </a:lnTo>
                  <a:lnTo>
                    <a:pt x="11" y="0"/>
                  </a:lnTo>
                  <a:lnTo>
                    <a:pt x="9" y="1"/>
                  </a:lnTo>
                  <a:lnTo>
                    <a:pt x="9" y="3"/>
                  </a:lnTo>
                  <a:lnTo>
                    <a:pt x="2" y="5"/>
                  </a:lnTo>
                  <a:lnTo>
                    <a:pt x="2" y="6"/>
                  </a:lnTo>
                  <a:lnTo>
                    <a:pt x="2" y="6"/>
                  </a:lnTo>
                  <a:lnTo>
                    <a:pt x="0" y="8"/>
                  </a:lnTo>
                  <a:lnTo>
                    <a:pt x="0" y="8"/>
                  </a:lnTo>
                  <a:lnTo>
                    <a:pt x="0" y="9"/>
                  </a:lnTo>
                  <a:lnTo>
                    <a:pt x="0" y="9"/>
                  </a:lnTo>
                  <a:lnTo>
                    <a:pt x="2" y="8"/>
                  </a:lnTo>
                  <a:lnTo>
                    <a:pt x="2" y="8"/>
                  </a:lnTo>
                  <a:lnTo>
                    <a:pt x="2" y="6"/>
                  </a:lnTo>
                  <a:lnTo>
                    <a:pt x="9" y="5"/>
                  </a:lnTo>
                  <a:lnTo>
                    <a:pt x="11" y="3"/>
                  </a:lnTo>
                  <a:lnTo>
                    <a:pt x="11" y="1"/>
                  </a:lnTo>
                  <a:lnTo>
                    <a:pt x="11" y="0"/>
                  </a:lnTo>
                  <a:lnTo>
                    <a:pt x="11" y="0"/>
                  </a:lnTo>
                  <a:lnTo>
                    <a:pt x="11" y="0"/>
                  </a:lnTo>
                  <a:lnTo>
                    <a:pt x="11"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857" name=""/>
            <p:cNvSpPr/>
            <p:nvPr/>
          </p:nvSpPr>
          <p:spPr>
            <a:xfrm>
              <a:off x="6649920" y="4052880"/>
              <a:ext cx="15840" cy="19080"/>
            </a:xfrm>
            <a:custGeom>
              <a:avLst/>
              <a:gdLst/>
              <a:ahLst/>
              <a:rect l="l" t="t" r="r" b="b"/>
              <a:pathLst>
                <a:path w="10" h="12">
                  <a:moveTo>
                    <a:pt x="9" y="0"/>
                  </a:moveTo>
                  <a:lnTo>
                    <a:pt x="9" y="0"/>
                  </a:lnTo>
                  <a:lnTo>
                    <a:pt x="9" y="0"/>
                  </a:lnTo>
                  <a:lnTo>
                    <a:pt x="7" y="3"/>
                  </a:lnTo>
                  <a:lnTo>
                    <a:pt x="4" y="3"/>
                  </a:lnTo>
                  <a:lnTo>
                    <a:pt x="4" y="6"/>
                  </a:lnTo>
                  <a:lnTo>
                    <a:pt x="4" y="7"/>
                  </a:lnTo>
                  <a:lnTo>
                    <a:pt x="1" y="7"/>
                  </a:lnTo>
                  <a:lnTo>
                    <a:pt x="0" y="9"/>
                  </a:lnTo>
                  <a:lnTo>
                    <a:pt x="0" y="11"/>
                  </a:lnTo>
                  <a:lnTo>
                    <a:pt x="0" y="11"/>
                  </a:lnTo>
                  <a:lnTo>
                    <a:pt x="1" y="10"/>
                  </a:lnTo>
                  <a:lnTo>
                    <a:pt x="4" y="7"/>
                  </a:lnTo>
                  <a:lnTo>
                    <a:pt x="4" y="7"/>
                  </a:lnTo>
                  <a:lnTo>
                    <a:pt x="4" y="6"/>
                  </a:lnTo>
                  <a:lnTo>
                    <a:pt x="6" y="5"/>
                  </a:lnTo>
                  <a:lnTo>
                    <a:pt x="9" y="3"/>
                  </a:lnTo>
                  <a:lnTo>
                    <a:pt x="9" y="0"/>
                  </a:lnTo>
                  <a:lnTo>
                    <a:pt x="9" y="0"/>
                  </a:lnTo>
                  <a:lnTo>
                    <a:pt x="9" y="0"/>
                  </a:lnTo>
                  <a:lnTo>
                    <a:pt x="9" y="0"/>
                  </a:lnTo>
                  <a:lnTo>
                    <a:pt x="9"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858" name=""/>
            <p:cNvSpPr/>
            <p:nvPr/>
          </p:nvSpPr>
          <p:spPr>
            <a:xfrm>
              <a:off x="6664320" y="4033800"/>
              <a:ext cx="9360" cy="20520"/>
            </a:xfrm>
            <a:custGeom>
              <a:avLst/>
              <a:gdLst/>
              <a:ahLst/>
              <a:rect l="l" t="t" r="r" b="b"/>
              <a:pathLst>
                <a:path w="6" h="13">
                  <a:moveTo>
                    <a:pt x="4" y="0"/>
                  </a:moveTo>
                  <a:lnTo>
                    <a:pt x="4" y="0"/>
                  </a:lnTo>
                  <a:lnTo>
                    <a:pt x="1" y="1"/>
                  </a:lnTo>
                  <a:lnTo>
                    <a:pt x="0" y="7"/>
                  </a:lnTo>
                  <a:lnTo>
                    <a:pt x="0" y="7"/>
                  </a:lnTo>
                  <a:lnTo>
                    <a:pt x="0" y="7"/>
                  </a:lnTo>
                  <a:lnTo>
                    <a:pt x="0" y="8"/>
                  </a:lnTo>
                  <a:lnTo>
                    <a:pt x="0" y="12"/>
                  </a:lnTo>
                  <a:lnTo>
                    <a:pt x="0" y="12"/>
                  </a:lnTo>
                  <a:lnTo>
                    <a:pt x="0" y="12"/>
                  </a:lnTo>
                  <a:lnTo>
                    <a:pt x="0" y="12"/>
                  </a:lnTo>
                  <a:lnTo>
                    <a:pt x="0" y="8"/>
                  </a:lnTo>
                  <a:lnTo>
                    <a:pt x="0" y="7"/>
                  </a:lnTo>
                  <a:lnTo>
                    <a:pt x="4" y="7"/>
                  </a:lnTo>
                  <a:lnTo>
                    <a:pt x="5" y="7"/>
                  </a:lnTo>
                  <a:lnTo>
                    <a:pt x="5" y="1"/>
                  </a:lnTo>
                  <a:lnTo>
                    <a:pt x="5" y="0"/>
                  </a:lnTo>
                  <a:lnTo>
                    <a:pt x="5" y="0"/>
                  </a:lnTo>
                  <a:lnTo>
                    <a:pt x="4" y="0"/>
                  </a:lnTo>
                  <a:lnTo>
                    <a:pt x="4"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859" name=""/>
            <p:cNvSpPr/>
            <p:nvPr/>
          </p:nvSpPr>
          <p:spPr>
            <a:xfrm>
              <a:off x="6664320" y="405288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860" name=""/>
            <p:cNvSpPr/>
            <p:nvPr/>
          </p:nvSpPr>
          <p:spPr>
            <a:xfrm>
              <a:off x="6647040" y="405288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861" name=""/>
            <p:cNvSpPr/>
            <p:nvPr/>
          </p:nvSpPr>
          <p:spPr>
            <a:xfrm>
              <a:off x="6618240" y="4052880"/>
              <a:ext cx="30240" cy="20520"/>
            </a:xfrm>
            <a:custGeom>
              <a:avLst/>
              <a:gdLst/>
              <a:ahLst/>
              <a:rect l="l" t="t" r="r" b="b"/>
              <a:pathLst>
                <a:path w="19" h="13">
                  <a:moveTo>
                    <a:pt x="0" y="12"/>
                  </a:moveTo>
                  <a:lnTo>
                    <a:pt x="1" y="12"/>
                  </a:lnTo>
                  <a:lnTo>
                    <a:pt x="2" y="12"/>
                  </a:lnTo>
                  <a:lnTo>
                    <a:pt x="4" y="11"/>
                  </a:lnTo>
                  <a:lnTo>
                    <a:pt x="5" y="11"/>
                  </a:lnTo>
                  <a:lnTo>
                    <a:pt x="9" y="10"/>
                  </a:lnTo>
                  <a:lnTo>
                    <a:pt x="9" y="9"/>
                  </a:lnTo>
                  <a:lnTo>
                    <a:pt x="11" y="7"/>
                  </a:lnTo>
                  <a:lnTo>
                    <a:pt x="11" y="7"/>
                  </a:lnTo>
                  <a:lnTo>
                    <a:pt x="11" y="6"/>
                  </a:lnTo>
                  <a:lnTo>
                    <a:pt x="11" y="3"/>
                  </a:lnTo>
                  <a:lnTo>
                    <a:pt x="11" y="3"/>
                  </a:lnTo>
                  <a:lnTo>
                    <a:pt x="17" y="3"/>
                  </a:lnTo>
                  <a:lnTo>
                    <a:pt x="18" y="0"/>
                  </a:lnTo>
                  <a:lnTo>
                    <a:pt x="18" y="0"/>
                  </a:lnTo>
                  <a:lnTo>
                    <a:pt x="18" y="0"/>
                  </a:lnTo>
                  <a:lnTo>
                    <a:pt x="18" y="0"/>
                  </a:lnTo>
                  <a:lnTo>
                    <a:pt x="18" y="0"/>
                  </a:lnTo>
                  <a:lnTo>
                    <a:pt x="18" y="0"/>
                  </a:lnTo>
                  <a:lnTo>
                    <a:pt x="18" y="0"/>
                  </a:lnTo>
                  <a:lnTo>
                    <a:pt x="13" y="0"/>
                  </a:lnTo>
                  <a:lnTo>
                    <a:pt x="11" y="0"/>
                  </a:lnTo>
                  <a:lnTo>
                    <a:pt x="11" y="3"/>
                  </a:lnTo>
                  <a:lnTo>
                    <a:pt x="11" y="3"/>
                  </a:lnTo>
                  <a:lnTo>
                    <a:pt x="11" y="5"/>
                  </a:lnTo>
                  <a:lnTo>
                    <a:pt x="11" y="6"/>
                  </a:lnTo>
                  <a:lnTo>
                    <a:pt x="9" y="7"/>
                  </a:lnTo>
                  <a:lnTo>
                    <a:pt x="9" y="7"/>
                  </a:lnTo>
                  <a:lnTo>
                    <a:pt x="9" y="9"/>
                  </a:lnTo>
                  <a:lnTo>
                    <a:pt x="4" y="10"/>
                  </a:lnTo>
                  <a:lnTo>
                    <a:pt x="4" y="11"/>
                  </a:lnTo>
                  <a:lnTo>
                    <a:pt x="2" y="11"/>
                  </a:lnTo>
                  <a:lnTo>
                    <a:pt x="1" y="11"/>
                  </a:lnTo>
                  <a:lnTo>
                    <a:pt x="0" y="11"/>
                  </a:lnTo>
                  <a:lnTo>
                    <a:pt x="0" y="12"/>
                  </a:lnTo>
                  <a:lnTo>
                    <a:pt x="0" y="12"/>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862" name=""/>
            <p:cNvSpPr/>
            <p:nvPr/>
          </p:nvSpPr>
          <p:spPr>
            <a:xfrm>
              <a:off x="6647040" y="405288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863" name=""/>
            <p:cNvSpPr/>
            <p:nvPr/>
          </p:nvSpPr>
          <p:spPr>
            <a:xfrm>
              <a:off x="6675480" y="4075200"/>
              <a:ext cx="6480" cy="4680"/>
            </a:xfrm>
            <a:custGeom>
              <a:avLst/>
              <a:gdLst/>
              <a:ahLst/>
              <a:rect l="l" t="t" r="r" b="b"/>
              <a:pathLst>
                <a:path w="4" h="3">
                  <a:moveTo>
                    <a:pt x="3" y="0"/>
                  </a:moveTo>
                  <a:lnTo>
                    <a:pt x="1" y="0"/>
                  </a:lnTo>
                  <a:lnTo>
                    <a:pt x="0" y="0"/>
                  </a:lnTo>
                  <a:lnTo>
                    <a:pt x="1" y="0"/>
                  </a:lnTo>
                  <a:lnTo>
                    <a:pt x="3" y="2"/>
                  </a:lnTo>
                  <a:lnTo>
                    <a:pt x="3" y="0"/>
                  </a:lnTo>
                  <a:lnTo>
                    <a:pt x="3"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864" name=""/>
            <p:cNvSpPr/>
            <p:nvPr/>
          </p:nvSpPr>
          <p:spPr>
            <a:xfrm>
              <a:off x="6680160" y="4070520"/>
              <a:ext cx="15840" cy="9360"/>
            </a:xfrm>
            <a:custGeom>
              <a:avLst/>
              <a:gdLst/>
              <a:ahLst/>
              <a:rect l="l" t="t" r="r" b="b"/>
              <a:pathLst>
                <a:path w="10" h="6">
                  <a:moveTo>
                    <a:pt x="9" y="0"/>
                  </a:moveTo>
                  <a:lnTo>
                    <a:pt x="9" y="1"/>
                  </a:lnTo>
                  <a:lnTo>
                    <a:pt x="8" y="1"/>
                  </a:lnTo>
                  <a:lnTo>
                    <a:pt x="6" y="3"/>
                  </a:lnTo>
                  <a:lnTo>
                    <a:pt x="5" y="3"/>
                  </a:lnTo>
                  <a:lnTo>
                    <a:pt x="4" y="3"/>
                  </a:lnTo>
                  <a:lnTo>
                    <a:pt x="3" y="3"/>
                  </a:lnTo>
                  <a:lnTo>
                    <a:pt x="2" y="3"/>
                  </a:lnTo>
                  <a:lnTo>
                    <a:pt x="2" y="3"/>
                  </a:lnTo>
                  <a:lnTo>
                    <a:pt x="0" y="3"/>
                  </a:lnTo>
                  <a:lnTo>
                    <a:pt x="0" y="5"/>
                  </a:lnTo>
                  <a:lnTo>
                    <a:pt x="2" y="5"/>
                  </a:lnTo>
                  <a:lnTo>
                    <a:pt x="2" y="5"/>
                  </a:lnTo>
                  <a:lnTo>
                    <a:pt x="3" y="5"/>
                  </a:lnTo>
                  <a:lnTo>
                    <a:pt x="4" y="5"/>
                  </a:lnTo>
                  <a:lnTo>
                    <a:pt x="5" y="3"/>
                  </a:lnTo>
                  <a:lnTo>
                    <a:pt x="6" y="3"/>
                  </a:lnTo>
                  <a:lnTo>
                    <a:pt x="9" y="3"/>
                  </a:lnTo>
                  <a:lnTo>
                    <a:pt x="9" y="1"/>
                  </a:lnTo>
                  <a:lnTo>
                    <a:pt x="9" y="1"/>
                  </a:lnTo>
                  <a:lnTo>
                    <a:pt x="9" y="0"/>
                  </a:lnTo>
                  <a:lnTo>
                    <a:pt x="9"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865" name=""/>
            <p:cNvSpPr/>
            <p:nvPr/>
          </p:nvSpPr>
          <p:spPr>
            <a:xfrm>
              <a:off x="6694560" y="4052880"/>
              <a:ext cx="14040" cy="20520"/>
            </a:xfrm>
            <a:custGeom>
              <a:avLst/>
              <a:gdLst/>
              <a:ahLst/>
              <a:rect l="l" t="t" r="r" b="b"/>
              <a:pathLst>
                <a:path w="9" h="13">
                  <a:moveTo>
                    <a:pt x="7" y="0"/>
                  </a:moveTo>
                  <a:lnTo>
                    <a:pt x="7" y="0"/>
                  </a:lnTo>
                  <a:lnTo>
                    <a:pt x="5" y="0"/>
                  </a:lnTo>
                  <a:lnTo>
                    <a:pt x="5" y="0"/>
                  </a:lnTo>
                  <a:lnTo>
                    <a:pt x="5" y="3"/>
                  </a:lnTo>
                  <a:lnTo>
                    <a:pt x="4" y="6"/>
                  </a:lnTo>
                  <a:lnTo>
                    <a:pt x="1" y="7"/>
                  </a:lnTo>
                  <a:lnTo>
                    <a:pt x="1" y="7"/>
                  </a:lnTo>
                  <a:lnTo>
                    <a:pt x="0" y="11"/>
                  </a:lnTo>
                  <a:lnTo>
                    <a:pt x="0" y="11"/>
                  </a:lnTo>
                  <a:lnTo>
                    <a:pt x="0" y="12"/>
                  </a:lnTo>
                  <a:lnTo>
                    <a:pt x="1" y="11"/>
                  </a:lnTo>
                  <a:lnTo>
                    <a:pt x="1" y="9"/>
                  </a:lnTo>
                  <a:lnTo>
                    <a:pt x="4" y="7"/>
                  </a:lnTo>
                  <a:lnTo>
                    <a:pt x="4" y="6"/>
                  </a:lnTo>
                  <a:lnTo>
                    <a:pt x="5" y="3"/>
                  </a:lnTo>
                  <a:lnTo>
                    <a:pt x="5" y="3"/>
                  </a:lnTo>
                  <a:lnTo>
                    <a:pt x="8" y="0"/>
                  </a:lnTo>
                  <a:lnTo>
                    <a:pt x="8" y="0"/>
                  </a:lnTo>
                  <a:lnTo>
                    <a:pt x="8" y="0"/>
                  </a:lnTo>
                  <a:lnTo>
                    <a:pt x="7" y="0"/>
                  </a:lnTo>
                  <a:lnTo>
                    <a:pt x="7"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866" name=""/>
            <p:cNvSpPr/>
            <p:nvPr/>
          </p:nvSpPr>
          <p:spPr>
            <a:xfrm>
              <a:off x="6705720" y="4044960"/>
              <a:ext cx="15840" cy="9360"/>
            </a:xfrm>
            <a:custGeom>
              <a:avLst/>
              <a:gdLst/>
              <a:ahLst/>
              <a:rect l="l" t="t" r="r" b="b"/>
              <a:pathLst>
                <a:path w="10" h="6">
                  <a:moveTo>
                    <a:pt x="9" y="0"/>
                  </a:moveTo>
                  <a:lnTo>
                    <a:pt x="8" y="0"/>
                  </a:lnTo>
                  <a:lnTo>
                    <a:pt x="0" y="5"/>
                  </a:lnTo>
                  <a:lnTo>
                    <a:pt x="1" y="5"/>
                  </a:lnTo>
                  <a:lnTo>
                    <a:pt x="9" y="0"/>
                  </a:lnTo>
                  <a:lnTo>
                    <a:pt x="9" y="0"/>
                  </a:lnTo>
                  <a:lnTo>
                    <a:pt x="9" y="0"/>
                  </a:lnTo>
                  <a:lnTo>
                    <a:pt x="9"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867" name=""/>
            <p:cNvSpPr/>
            <p:nvPr/>
          </p:nvSpPr>
          <p:spPr>
            <a:xfrm>
              <a:off x="6718320" y="4044960"/>
              <a:ext cx="3240" cy="1440"/>
            </a:xfrm>
            <a:custGeom>
              <a:avLst/>
              <a:gdLst/>
              <a:ahLst/>
              <a:rect l="l" t="t" r="r" b="b"/>
              <a:pathLst>
                <a:path w="2" h="1">
                  <a:moveTo>
                    <a:pt x="1" y="0"/>
                  </a:moveTo>
                  <a:lnTo>
                    <a:pt x="1" y="0"/>
                  </a:lnTo>
                  <a:lnTo>
                    <a:pt x="1" y="0"/>
                  </a:lnTo>
                  <a:lnTo>
                    <a:pt x="1"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868" name=""/>
            <p:cNvSpPr/>
            <p:nvPr/>
          </p:nvSpPr>
          <p:spPr>
            <a:xfrm>
              <a:off x="6686640" y="4052880"/>
              <a:ext cx="3240" cy="1440"/>
            </a:xfrm>
            <a:custGeom>
              <a:avLst/>
              <a:gdLst/>
              <a:ahLst/>
              <a:rect l="l" t="t" r="r" b="b"/>
              <a:pathLst>
                <a:path w="2" h="1">
                  <a:moveTo>
                    <a:pt x="0" y="0"/>
                  </a:moveTo>
                  <a:lnTo>
                    <a:pt x="0" y="0"/>
                  </a:lnTo>
                  <a:lnTo>
                    <a:pt x="1"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869" name=""/>
            <p:cNvSpPr/>
            <p:nvPr/>
          </p:nvSpPr>
          <p:spPr>
            <a:xfrm>
              <a:off x="6686640" y="4032360"/>
              <a:ext cx="11160" cy="21960"/>
            </a:xfrm>
            <a:custGeom>
              <a:avLst/>
              <a:gdLst/>
              <a:ahLst/>
              <a:rect l="l" t="t" r="r" b="b"/>
              <a:pathLst>
                <a:path w="7" h="14">
                  <a:moveTo>
                    <a:pt x="6" y="0"/>
                  </a:moveTo>
                  <a:lnTo>
                    <a:pt x="6" y="0"/>
                  </a:lnTo>
                  <a:lnTo>
                    <a:pt x="0" y="13"/>
                  </a:lnTo>
                  <a:lnTo>
                    <a:pt x="1" y="13"/>
                  </a:lnTo>
                  <a:lnTo>
                    <a:pt x="6" y="0"/>
                  </a:lnTo>
                  <a:lnTo>
                    <a:pt x="6" y="1"/>
                  </a:lnTo>
                  <a:lnTo>
                    <a:pt x="6" y="0"/>
                  </a:lnTo>
                  <a:lnTo>
                    <a:pt x="6" y="0"/>
                  </a:lnTo>
                </a:path>
              </a:pathLst>
            </a:custGeom>
            <a:solidFill>
              <a:srgbClr val="ffc0b6"/>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2870" name=""/>
            <p:cNvSpPr/>
            <p:nvPr/>
          </p:nvSpPr>
          <p:spPr>
            <a:xfrm>
              <a:off x="6696000" y="4021200"/>
              <a:ext cx="19080" cy="14400"/>
            </a:xfrm>
            <a:custGeom>
              <a:avLst/>
              <a:gdLst/>
              <a:ahLst/>
              <a:rect l="l" t="t" r="r" b="b"/>
              <a:pathLst>
                <a:path w="12" h="9">
                  <a:moveTo>
                    <a:pt x="11" y="0"/>
                  </a:moveTo>
                  <a:lnTo>
                    <a:pt x="11" y="0"/>
                  </a:lnTo>
                  <a:lnTo>
                    <a:pt x="9" y="5"/>
                  </a:lnTo>
                  <a:lnTo>
                    <a:pt x="7" y="5"/>
                  </a:lnTo>
                  <a:lnTo>
                    <a:pt x="4" y="5"/>
                  </a:lnTo>
                  <a:lnTo>
                    <a:pt x="4" y="6"/>
                  </a:lnTo>
                  <a:lnTo>
                    <a:pt x="3" y="6"/>
                  </a:lnTo>
                  <a:lnTo>
                    <a:pt x="2" y="6"/>
                  </a:lnTo>
                  <a:lnTo>
                    <a:pt x="0" y="7"/>
                  </a:lnTo>
                  <a:lnTo>
                    <a:pt x="0" y="7"/>
                  </a:lnTo>
                  <a:lnTo>
                    <a:pt x="0" y="8"/>
                  </a:lnTo>
                  <a:lnTo>
                    <a:pt x="0" y="8"/>
                  </a:lnTo>
                  <a:lnTo>
                    <a:pt x="3" y="7"/>
                  </a:lnTo>
                  <a:lnTo>
                    <a:pt x="3" y="7"/>
                  </a:lnTo>
                  <a:lnTo>
                    <a:pt x="4" y="6"/>
                  </a:lnTo>
                  <a:lnTo>
                    <a:pt x="6" y="6"/>
                  </a:lnTo>
                  <a:lnTo>
                    <a:pt x="7" y="5"/>
                  </a:lnTo>
                  <a:lnTo>
                    <a:pt x="11" y="5"/>
                  </a:lnTo>
                  <a:lnTo>
                    <a:pt x="11" y="0"/>
                  </a:lnTo>
                  <a:lnTo>
                    <a:pt x="11" y="0"/>
                  </a:lnTo>
                  <a:lnTo>
                    <a:pt x="11" y="0"/>
                  </a:lnTo>
                  <a:lnTo>
                    <a:pt x="11"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871" name=""/>
            <p:cNvSpPr/>
            <p:nvPr/>
          </p:nvSpPr>
          <p:spPr>
            <a:xfrm>
              <a:off x="6713640" y="4010040"/>
              <a:ext cx="7920" cy="12600"/>
            </a:xfrm>
            <a:custGeom>
              <a:avLst/>
              <a:gdLst/>
              <a:ahLst/>
              <a:rect l="l" t="t" r="r" b="b"/>
              <a:pathLst>
                <a:path w="5" h="8">
                  <a:moveTo>
                    <a:pt x="3" y="0"/>
                  </a:moveTo>
                  <a:lnTo>
                    <a:pt x="3" y="0"/>
                  </a:lnTo>
                  <a:lnTo>
                    <a:pt x="3" y="0"/>
                  </a:lnTo>
                  <a:lnTo>
                    <a:pt x="1" y="0"/>
                  </a:lnTo>
                  <a:lnTo>
                    <a:pt x="1" y="3"/>
                  </a:lnTo>
                  <a:lnTo>
                    <a:pt x="0" y="5"/>
                  </a:lnTo>
                  <a:lnTo>
                    <a:pt x="0" y="5"/>
                  </a:lnTo>
                  <a:lnTo>
                    <a:pt x="0" y="5"/>
                  </a:lnTo>
                  <a:lnTo>
                    <a:pt x="0" y="7"/>
                  </a:lnTo>
                  <a:lnTo>
                    <a:pt x="0" y="7"/>
                  </a:lnTo>
                  <a:lnTo>
                    <a:pt x="0" y="6"/>
                  </a:lnTo>
                  <a:lnTo>
                    <a:pt x="0" y="5"/>
                  </a:lnTo>
                  <a:lnTo>
                    <a:pt x="1" y="5"/>
                  </a:lnTo>
                  <a:lnTo>
                    <a:pt x="1" y="3"/>
                  </a:lnTo>
                  <a:lnTo>
                    <a:pt x="2" y="1"/>
                  </a:lnTo>
                  <a:lnTo>
                    <a:pt x="3" y="0"/>
                  </a:lnTo>
                  <a:lnTo>
                    <a:pt x="4" y="0"/>
                  </a:lnTo>
                  <a:lnTo>
                    <a:pt x="4" y="0"/>
                  </a:lnTo>
                  <a:lnTo>
                    <a:pt x="3" y="0"/>
                  </a:lnTo>
                  <a:lnTo>
                    <a:pt x="3"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872" name=""/>
            <p:cNvSpPr/>
            <p:nvPr/>
          </p:nvSpPr>
          <p:spPr>
            <a:xfrm>
              <a:off x="6713640" y="4021200"/>
              <a:ext cx="1440" cy="3240"/>
            </a:xfrm>
            <a:custGeom>
              <a:avLst/>
              <a:gdLst/>
              <a:ahLst/>
              <a:rect l="l" t="t" r="r" b="b"/>
              <a:pathLst>
                <a:path w="1" h="2">
                  <a:moveTo>
                    <a:pt x="0" y="1"/>
                  </a:moveTo>
                  <a:lnTo>
                    <a:pt x="0" y="0"/>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873" name=""/>
            <p:cNvSpPr/>
            <p:nvPr/>
          </p:nvSpPr>
          <p:spPr>
            <a:xfrm>
              <a:off x="6694560" y="4105440"/>
              <a:ext cx="1440" cy="2880"/>
            </a:xfrm>
            <a:custGeom>
              <a:avLst/>
              <a:gdLst/>
              <a:ahLst/>
              <a:rect l="l" t="t" r="r" b="b"/>
              <a:pathLst>
                <a:path w="1" h="2">
                  <a:moveTo>
                    <a:pt x="0" y="0"/>
                  </a:moveTo>
                  <a:lnTo>
                    <a:pt x="0" y="1"/>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874" name=""/>
            <p:cNvSpPr/>
            <p:nvPr/>
          </p:nvSpPr>
          <p:spPr>
            <a:xfrm>
              <a:off x="6694560" y="4103640"/>
              <a:ext cx="20520" cy="4680"/>
            </a:xfrm>
            <a:custGeom>
              <a:avLst/>
              <a:gdLst/>
              <a:ahLst/>
              <a:rect l="l" t="t" r="r" b="b"/>
              <a:pathLst>
                <a:path w="13" h="3">
                  <a:moveTo>
                    <a:pt x="8" y="0"/>
                  </a:moveTo>
                  <a:lnTo>
                    <a:pt x="8" y="0"/>
                  </a:lnTo>
                  <a:lnTo>
                    <a:pt x="7" y="1"/>
                  </a:lnTo>
                  <a:lnTo>
                    <a:pt x="5" y="1"/>
                  </a:lnTo>
                  <a:lnTo>
                    <a:pt x="4" y="1"/>
                  </a:lnTo>
                  <a:lnTo>
                    <a:pt x="4" y="1"/>
                  </a:lnTo>
                  <a:lnTo>
                    <a:pt x="1" y="1"/>
                  </a:lnTo>
                  <a:lnTo>
                    <a:pt x="1" y="1"/>
                  </a:lnTo>
                  <a:lnTo>
                    <a:pt x="0" y="1"/>
                  </a:lnTo>
                  <a:lnTo>
                    <a:pt x="0" y="1"/>
                  </a:lnTo>
                  <a:lnTo>
                    <a:pt x="0" y="2"/>
                  </a:lnTo>
                  <a:lnTo>
                    <a:pt x="0" y="2"/>
                  </a:lnTo>
                  <a:lnTo>
                    <a:pt x="1" y="2"/>
                  </a:lnTo>
                  <a:lnTo>
                    <a:pt x="1" y="2"/>
                  </a:lnTo>
                  <a:lnTo>
                    <a:pt x="4" y="2"/>
                  </a:lnTo>
                  <a:lnTo>
                    <a:pt x="5" y="2"/>
                  </a:lnTo>
                  <a:lnTo>
                    <a:pt x="5" y="2"/>
                  </a:lnTo>
                  <a:lnTo>
                    <a:pt x="8" y="1"/>
                  </a:lnTo>
                  <a:lnTo>
                    <a:pt x="12" y="0"/>
                  </a:lnTo>
                  <a:lnTo>
                    <a:pt x="12" y="0"/>
                  </a:lnTo>
                  <a:lnTo>
                    <a:pt x="8" y="0"/>
                  </a:lnTo>
                  <a:lnTo>
                    <a:pt x="8"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875" name=""/>
            <p:cNvSpPr/>
            <p:nvPr/>
          </p:nvSpPr>
          <p:spPr>
            <a:xfrm>
              <a:off x="6707160" y="4091040"/>
              <a:ext cx="20520" cy="14400"/>
            </a:xfrm>
            <a:custGeom>
              <a:avLst/>
              <a:gdLst/>
              <a:ahLst/>
              <a:rect l="l" t="t" r="r" b="b"/>
              <a:pathLst>
                <a:path w="13" h="9">
                  <a:moveTo>
                    <a:pt x="12" y="0"/>
                  </a:moveTo>
                  <a:lnTo>
                    <a:pt x="12" y="0"/>
                  </a:lnTo>
                  <a:lnTo>
                    <a:pt x="11" y="0"/>
                  </a:lnTo>
                  <a:lnTo>
                    <a:pt x="8" y="0"/>
                  </a:lnTo>
                  <a:lnTo>
                    <a:pt x="7" y="1"/>
                  </a:lnTo>
                  <a:lnTo>
                    <a:pt x="5" y="1"/>
                  </a:lnTo>
                  <a:lnTo>
                    <a:pt x="5" y="3"/>
                  </a:lnTo>
                  <a:lnTo>
                    <a:pt x="4" y="3"/>
                  </a:lnTo>
                  <a:lnTo>
                    <a:pt x="4" y="3"/>
                  </a:lnTo>
                  <a:lnTo>
                    <a:pt x="0" y="8"/>
                  </a:lnTo>
                  <a:lnTo>
                    <a:pt x="4" y="8"/>
                  </a:lnTo>
                  <a:lnTo>
                    <a:pt x="4" y="3"/>
                  </a:lnTo>
                  <a:lnTo>
                    <a:pt x="4" y="3"/>
                  </a:lnTo>
                  <a:lnTo>
                    <a:pt x="5" y="3"/>
                  </a:lnTo>
                  <a:lnTo>
                    <a:pt x="5" y="3"/>
                  </a:lnTo>
                  <a:lnTo>
                    <a:pt x="7" y="1"/>
                  </a:lnTo>
                  <a:lnTo>
                    <a:pt x="8" y="1"/>
                  </a:lnTo>
                  <a:lnTo>
                    <a:pt x="11" y="0"/>
                  </a:lnTo>
                  <a:lnTo>
                    <a:pt x="12" y="0"/>
                  </a:lnTo>
                  <a:lnTo>
                    <a:pt x="12" y="0"/>
                  </a:lnTo>
                  <a:lnTo>
                    <a:pt x="12" y="0"/>
                  </a:lnTo>
                  <a:lnTo>
                    <a:pt x="12"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876" name=""/>
            <p:cNvSpPr/>
            <p:nvPr/>
          </p:nvSpPr>
          <p:spPr>
            <a:xfrm>
              <a:off x="6726240" y="4071960"/>
              <a:ext cx="28440" cy="20520"/>
            </a:xfrm>
            <a:custGeom>
              <a:avLst/>
              <a:gdLst/>
              <a:ahLst/>
              <a:rect l="l" t="t" r="r" b="b"/>
              <a:pathLst>
                <a:path w="18" h="13">
                  <a:moveTo>
                    <a:pt x="17" y="0"/>
                  </a:moveTo>
                  <a:lnTo>
                    <a:pt x="16" y="2"/>
                  </a:lnTo>
                  <a:lnTo>
                    <a:pt x="16" y="2"/>
                  </a:lnTo>
                  <a:lnTo>
                    <a:pt x="16" y="2"/>
                  </a:lnTo>
                  <a:lnTo>
                    <a:pt x="14" y="2"/>
                  </a:lnTo>
                  <a:lnTo>
                    <a:pt x="13" y="4"/>
                  </a:lnTo>
                  <a:lnTo>
                    <a:pt x="10" y="5"/>
                  </a:lnTo>
                  <a:lnTo>
                    <a:pt x="10" y="5"/>
                  </a:lnTo>
                  <a:lnTo>
                    <a:pt x="8" y="5"/>
                  </a:lnTo>
                  <a:lnTo>
                    <a:pt x="7" y="7"/>
                  </a:lnTo>
                  <a:lnTo>
                    <a:pt x="7" y="7"/>
                  </a:lnTo>
                  <a:lnTo>
                    <a:pt x="7" y="7"/>
                  </a:lnTo>
                  <a:lnTo>
                    <a:pt x="7" y="8"/>
                  </a:lnTo>
                  <a:lnTo>
                    <a:pt x="3" y="9"/>
                  </a:lnTo>
                  <a:lnTo>
                    <a:pt x="0" y="11"/>
                  </a:lnTo>
                  <a:lnTo>
                    <a:pt x="0" y="11"/>
                  </a:lnTo>
                  <a:lnTo>
                    <a:pt x="0" y="12"/>
                  </a:lnTo>
                  <a:lnTo>
                    <a:pt x="0" y="12"/>
                  </a:lnTo>
                  <a:lnTo>
                    <a:pt x="0" y="12"/>
                  </a:lnTo>
                  <a:lnTo>
                    <a:pt x="0" y="11"/>
                  </a:lnTo>
                  <a:lnTo>
                    <a:pt x="5" y="11"/>
                  </a:lnTo>
                  <a:lnTo>
                    <a:pt x="7" y="9"/>
                  </a:lnTo>
                  <a:lnTo>
                    <a:pt x="7" y="9"/>
                  </a:lnTo>
                  <a:lnTo>
                    <a:pt x="7" y="8"/>
                  </a:lnTo>
                  <a:lnTo>
                    <a:pt x="7" y="7"/>
                  </a:lnTo>
                  <a:lnTo>
                    <a:pt x="10" y="7"/>
                  </a:lnTo>
                  <a:lnTo>
                    <a:pt x="10" y="7"/>
                  </a:lnTo>
                  <a:lnTo>
                    <a:pt x="13" y="7"/>
                  </a:lnTo>
                  <a:lnTo>
                    <a:pt x="13" y="5"/>
                  </a:lnTo>
                  <a:lnTo>
                    <a:pt x="16" y="5"/>
                  </a:lnTo>
                  <a:lnTo>
                    <a:pt x="17" y="5"/>
                  </a:lnTo>
                  <a:lnTo>
                    <a:pt x="17" y="2"/>
                  </a:lnTo>
                  <a:lnTo>
                    <a:pt x="17" y="2"/>
                  </a:lnTo>
                  <a:lnTo>
                    <a:pt x="17" y="0"/>
                  </a:lnTo>
                  <a:lnTo>
                    <a:pt x="17" y="0"/>
                  </a:lnTo>
                  <a:lnTo>
                    <a:pt x="17"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877" name=""/>
            <p:cNvSpPr/>
            <p:nvPr/>
          </p:nvSpPr>
          <p:spPr>
            <a:xfrm>
              <a:off x="6726240" y="409104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878" name=""/>
            <p:cNvSpPr/>
            <p:nvPr/>
          </p:nvSpPr>
          <p:spPr>
            <a:xfrm>
              <a:off x="6713640" y="4086360"/>
              <a:ext cx="1440" cy="4680"/>
            </a:xfrm>
            <a:custGeom>
              <a:avLst/>
              <a:gdLst/>
              <a:ahLst/>
              <a:rect l="l" t="t" r="r" b="b"/>
              <a:pathLst>
                <a:path w="1" h="3">
                  <a:moveTo>
                    <a:pt x="0" y="0"/>
                  </a:moveTo>
                  <a:lnTo>
                    <a:pt x="0" y="2"/>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879" name=""/>
            <p:cNvSpPr/>
            <p:nvPr/>
          </p:nvSpPr>
          <p:spPr>
            <a:xfrm>
              <a:off x="6713640" y="4070520"/>
              <a:ext cx="19080" cy="20520"/>
            </a:xfrm>
            <a:custGeom>
              <a:avLst/>
              <a:gdLst/>
              <a:ahLst/>
              <a:rect l="l" t="t" r="r" b="b"/>
              <a:pathLst>
                <a:path w="12" h="13">
                  <a:moveTo>
                    <a:pt x="11" y="0"/>
                  </a:moveTo>
                  <a:lnTo>
                    <a:pt x="11" y="0"/>
                  </a:lnTo>
                  <a:lnTo>
                    <a:pt x="8" y="0"/>
                  </a:lnTo>
                  <a:lnTo>
                    <a:pt x="8" y="0"/>
                  </a:lnTo>
                  <a:lnTo>
                    <a:pt x="6" y="3"/>
                  </a:lnTo>
                  <a:lnTo>
                    <a:pt x="3" y="5"/>
                  </a:lnTo>
                  <a:lnTo>
                    <a:pt x="1" y="8"/>
                  </a:lnTo>
                  <a:lnTo>
                    <a:pt x="1" y="9"/>
                  </a:lnTo>
                  <a:lnTo>
                    <a:pt x="0" y="10"/>
                  </a:lnTo>
                  <a:lnTo>
                    <a:pt x="0" y="10"/>
                  </a:lnTo>
                  <a:lnTo>
                    <a:pt x="0" y="12"/>
                  </a:lnTo>
                  <a:lnTo>
                    <a:pt x="1" y="12"/>
                  </a:lnTo>
                  <a:lnTo>
                    <a:pt x="1" y="10"/>
                  </a:lnTo>
                  <a:lnTo>
                    <a:pt x="2" y="8"/>
                  </a:lnTo>
                  <a:lnTo>
                    <a:pt x="4" y="6"/>
                  </a:lnTo>
                  <a:lnTo>
                    <a:pt x="7" y="3"/>
                  </a:lnTo>
                  <a:lnTo>
                    <a:pt x="8" y="1"/>
                  </a:lnTo>
                  <a:lnTo>
                    <a:pt x="8" y="0"/>
                  </a:lnTo>
                  <a:lnTo>
                    <a:pt x="11" y="0"/>
                  </a:lnTo>
                  <a:lnTo>
                    <a:pt x="11" y="0"/>
                  </a:lnTo>
                  <a:lnTo>
                    <a:pt x="11" y="0"/>
                  </a:lnTo>
                  <a:lnTo>
                    <a:pt x="11"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880" name=""/>
            <p:cNvSpPr/>
            <p:nvPr/>
          </p:nvSpPr>
          <p:spPr>
            <a:xfrm>
              <a:off x="6730920" y="4057560"/>
              <a:ext cx="12960" cy="14400"/>
            </a:xfrm>
            <a:custGeom>
              <a:avLst/>
              <a:gdLst/>
              <a:ahLst/>
              <a:rect l="l" t="t" r="r" b="b"/>
              <a:pathLst>
                <a:path w="8" h="9">
                  <a:moveTo>
                    <a:pt x="7" y="0"/>
                  </a:moveTo>
                  <a:lnTo>
                    <a:pt x="7" y="0"/>
                  </a:lnTo>
                  <a:lnTo>
                    <a:pt x="7" y="0"/>
                  </a:lnTo>
                  <a:lnTo>
                    <a:pt x="5" y="2"/>
                  </a:lnTo>
                  <a:lnTo>
                    <a:pt x="4" y="3"/>
                  </a:lnTo>
                  <a:lnTo>
                    <a:pt x="4" y="4"/>
                  </a:lnTo>
                  <a:lnTo>
                    <a:pt x="4" y="4"/>
                  </a:lnTo>
                  <a:lnTo>
                    <a:pt x="4" y="6"/>
                  </a:lnTo>
                  <a:lnTo>
                    <a:pt x="3" y="7"/>
                  </a:lnTo>
                  <a:lnTo>
                    <a:pt x="0" y="8"/>
                  </a:lnTo>
                  <a:lnTo>
                    <a:pt x="0" y="8"/>
                  </a:lnTo>
                  <a:lnTo>
                    <a:pt x="4" y="8"/>
                  </a:lnTo>
                  <a:lnTo>
                    <a:pt x="4" y="8"/>
                  </a:lnTo>
                  <a:lnTo>
                    <a:pt x="4" y="6"/>
                  </a:lnTo>
                  <a:lnTo>
                    <a:pt x="4" y="4"/>
                  </a:lnTo>
                  <a:lnTo>
                    <a:pt x="5" y="4"/>
                  </a:lnTo>
                  <a:lnTo>
                    <a:pt x="7" y="3"/>
                  </a:lnTo>
                  <a:lnTo>
                    <a:pt x="7" y="0"/>
                  </a:lnTo>
                  <a:lnTo>
                    <a:pt x="7" y="0"/>
                  </a:lnTo>
                  <a:lnTo>
                    <a:pt x="7" y="0"/>
                  </a:lnTo>
                  <a:lnTo>
                    <a:pt x="7" y="0"/>
                  </a:lnTo>
                  <a:lnTo>
                    <a:pt x="7"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881" name=""/>
            <p:cNvSpPr/>
            <p:nvPr/>
          </p:nvSpPr>
          <p:spPr>
            <a:xfrm>
              <a:off x="6742080" y="4052880"/>
              <a:ext cx="23760" cy="6480"/>
            </a:xfrm>
            <a:custGeom>
              <a:avLst/>
              <a:gdLst/>
              <a:ahLst/>
              <a:rect l="l" t="t" r="r" b="b"/>
              <a:pathLst>
                <a:path w="15" h="4">
                  <a:moveTo>
                    <a:pt x="14" y="3"/>
                  </a:moveTo>
                  <a:lnTo>
                    <a:pt x="14" y="0"/>
                  </a:lnTo>
                  <a:lnTo>
                    <a:pt x="0" y="3"/>
                  </a:lnTo>
                  <a:lnTo>
                    <a:pt x="0" y="3"/>
                  </a:lnTo>
                  <a:lnTo>
                    <a:pt x="14" y="3"/>
                  </a:lnTo>
                  <a:lnTo>
                    <a:pt x="14" y="3"/>
                  </a:lnTo>
                  <a:lnTo>
                    <a:pt x="14" y="3"/>
                  </a:lnTo>
                  <a:lnTo>
                    <a:pt x="14"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882" name=""/>
            <p:cNvSpPr/>
            <p:nvPr/>
          </p:nvSpPr>
          <p:spPr>
            <a:xfrm>
              <a:off x="6764400" y="4052880"/>
              <a:ext cx="3240" cy="6480"/>
            </a:xfrm>
            <a:custGeom>
              <a:avLst/>
              <a:gdLst/>
              <a:ahLst/>
              <a:rect l="l" t="t" r="r" b="b"/>
              <a:pathLst>
                <a:path w="2" h="4">
                  <a:moveTo>
                    <a:pt x="0" y="3"/>
                  </a:moveTo>
                  <a:lnTo>
                    <a:pt x="1" y="3"/>
                  </a:lnTo>
                  <a:lnTo>
                    <a:pt x="1" y="3"/>
                  </a:lnTo>
                  <a:lnTo>
                    <a:pt x="1" y="0"/>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883" name=""/>
            <p:cNvSpPr/>
            <p:nvPr/>
          </p:nvSpPr>
          <p:spPr>
            <a:xfrm>
              <a:off x="6700680" y="4129200"/>
              <a:ext cx="3240" cy="6120"/>
            </a:xfrm>
            <a:custGeom>
              <a:avLst/>
              <a:gdLst/>
              <a:ahLst/>
              <a:rect l="l" t="t" r="r" b="b"/>
              <a:pathLst>
                <a:path w="2" h="4">
                  <a:moveTo>
                    <a:pt x="1" y="0"/>
                  </a:moveTo>
                  <a:lnTo>
                    <a:pt x="0" y="1"/>
                  </a:lnTo>
                  <a:lnTo>
                    <a:pt x="0" y="1"/>
                  </a:lnTo>
                  <a:lnTo>
                    <a:pt x="0" y="3"/>
                  </a:lnTo>
                  <a:lnTo>
                    <a:pt x="1" y="3"/>
                  </a:lnTo>
                  <a:lnTo>
                    <a:pt x="1" y="0"/>
                  </a:lnTo>
                  <a:lnTo>
                    <a:pt x="1"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884" name=""/>
            <p:cNvSpPr/>
            <p:nvPr/>
          </p:nvSpPr>
          <p:spPr>
            <a:xfrm>
              <a:off x="6702480" y="4125960"/>
              <a:ext cx="36360" cy="9360"/>
            </a:xfrm>
            <a:custGeom>
              <a:avLst/>
              <a:gdLst/>
              <a:ahLst/>
              <a:rect l="l" t="t" r="r" b="b"/>
              <a:pathLst>
                <a:path w="23" h="6">
                  <a:moveTo>
                    <a:pt x="22" y="0"/>
                  </a:moveTo>
                  <a:lnTo>
                    <a:pt x="22" y="0"/>
                  </a:lnTo>
                  <a:lnTo>
                    <a:pt x="22" y="0"/>
                  </a:lnTo>
                  <a:lnTo>
                    <a:pt x="22" y="0"/>
                  </a:lnTo>
                  <a:lnTo>
                    <a:pt x="21" y="0"/>
                  </a:lnTo>
                  <a:lnTo>
                    <a:pt x="15" y="0"/>
                  </a:lnTo>
                  <a:lnTo>
                    <a:pt x="15" y="0"/>
                  </a:lnTo>
                  <a:lnTo>
                    <a:pt x="15" y="0"/>
                  </a:lnTo>
                  <a:lnTo>
                    <a:pt x="13" y="0"/>
                  </a:lnTo>
                  <a:lnTo>
                    <a:pt x="10" y="0"/>
                  </a:lnTo>
                  <a:lnTo>
                    <a:pt x="8" y="0"/>
                  </a:lnTo>
                  <a:lnTo>
                    <a:pt x="7" y="1"/>
                  </a:lnTo>
                  <a:lnTo>
                    <a:pt x="7" y="1"/>
                  </a:lnTo>
                  <a:lnTo>
                    <a:pt x="3" y="2"/>
                  </a:lnTo>
                  <a:lnTo>
                    <a:pt x="0" y="2"/>
                  </a:lnTo>
                  <a:lnTo>
                    <a:pt x="0" y="2"/>
                  </a:lnTo>
                  <a:lnTo>
                    <a:pt x="0" y="2"/>
                  </a:lnTo>
                  <a:lnTo>
                    <a:pt x="0" y="2"/>
                  </a:lnTo>
                  <a:lnTo>
                    <a:pt x="0" y="5"/>
                  </a:lnTo>
                  <a:lnTo>
                    <a:pt x="0" y="5"/>
                  </a:lnTo>
                  <a:lnTo>
                    <a:pt x="0" y="5"/>
                  </a:lnTo>
                  <a:lnTo>
                    <a:pt x="0" y="5"/>
                  </a:lnTo>
                  <a:lnTo>
                    <a:pt x="3" y="5"/>
                  </a:lnTo>
                  <a:lnTo>
                    <a:pt x="7" y="5"/>
                  </a:lnTo>
                  <a:lnTo>
                    <a:pt x="7" y="3"/>
                  </a:lnTo>
                  <a:lnTo>
                    <a:pt x="8" y="3"/>
                  </a:lnTo>
                  <a:lnTo>
                    <a:pt x="10" y="3"/>
                  </a:lnTo>
                  <a:lnTo>
                    <a:pt x="13" y="2"/>
                  </a:lnTo>
                  <a:lnTo>
                    <a:pt x="15" y="1"/>
                  </a:lnTo>
                  <a:lnTo>
                    <a:pt x="15" y="0"/>
                  </a:lnTo>
                  <a:lnTo>
                    <a:pt x="18" y="0"/>
                  </a:lnTo>
                  <a:lnTo>
                    <a:pt x="21" y="0"/>
                  </a:lnTo>
                  <a:lnTo>
                    <a:pt x="22" y="0"/>
                  </a:lnTo>
                  <a:lnTo>
                    <a:pt x="22" y="0"/>
                  </a:lnTo>
                  <a:lnTo>
                    <a:pt x="22" y="0"/>
                  </a:lnTo>
                  <a:lnTo>
                    <a:pt x="22" y="0"/>
                  </a:lnTo>
                  <a:lnTo>
                    <a:pt x="22" y="0"/>
                  </a:lnTo>
                  <a:lnTo>
                    <a:pt x="22"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885" name=""/>
            <p:cNvSpPr/>
            <p:nvPr/>
          </p:nvSpPr>
          <p:spPr>
            <a:xfrm>
              <a:off x="6737400" y="4116240"/>
              <a:ext cx="23760" cy="11160"/>
            </a:xfrm>
            <a:custGeom>
              <a:avLst/>
              <a:gdLst/>
              <a:ahLst/>
              <a:rect l="l" t="t" r="r" b="b"/>
              <a:pathLst>
                <a:path w="15" h="7">
                  <a:moveTo>
                    <a:pt x="14" y="0"/>
                  </a:moveTo>
                  <a:lnTo>
                    <a:pt x="11" y="0"/>
                  </a:lnTo>
                  <a:lnTo>
                    <a:pt x="10" y="0"/>
                  </a:lnTo>
                  <a:lnTo>
                    <a:pt x="9" y="0"/>
                  </a:lnTo>
                  <a:lnTo>
                    <a:pt x="6" y="2"/>
                  </a:lnTo>
                  <a:lnTo>
                    <a:pt x="3" y="2"/>
                  </a:lnTo>
                  <a:lnTo>
                    <a:pt x="0" y="4"/>
                  </a:lnTo>
                  <a:lnTo>
                    <a:pt x="0" y="4"/>
                  </a:lnTo>
                  <a:lnTo>
                    <a:pt x="0" y="6"/>
                  </a:lnTo>
                  <a:lnTo>
                    <a:pt x="0" y="6"/>
                  </a:lnTo>
                  <a:lnTo>
                    <a:pt x="0" y="6"/>
                  </a:lnTo>
                  <a:lnTo>
                    <a:pt x="1" y="4"/>
                  </a:lnTo>
                  <a:lnTo>
                    <a:pt x="3" y="4"/>
                  </a:lnTo>
                  <a:lnTo>
                    <a:pt x="6" y="4"/>
                  </a:lnTo>
                  <a:lnTo>
                    <a:pt x="10" y="4"/>
                  </a:lnTo>
                  <a:lnTo>
                    <a:pt x="10" y="2"/>
                  </a:lnTo>
                  <a:lnTo>
                    <a:pt x="11" y="2"/>
                  </a:lnTo>
                  <a:lnTo>
                    <a:pt x="14" y="2"/>
                  </a:lnTo>
                  <a:lnTo>
                    <a:pt x="14" y="0"/>
                  </a:lnTo>
                  <a:lnTo>
                    <a:pt x="14"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886" name=""/>
            <p:cNvSpPr/>
            <p:nvPr/>
          </p:nvSpPr>
          <p:spPr>
            <a:xfrm>
              <a:off x="6737400" y="4122720"/>
              <a:ext cx="1440" cy="4680"/>
            </a:xfrm>
            <a:custGeom>
              <a:avLst/>
              <a:gdLst/>
              <a:ahLst/>
              <a:rect l="l" t="t" r="r" b="b"/>
              <a:pathLst>
                <a:path w="1" h="3">
                  <a:moveTo>
                    <a:pt x="0" y="2"/>
                  </a:moveTo>
                  <a:lnTo>
                    <a:pt x="0" y="2"/>
                  </a:lnTo>
                  <a:lnTo>
                    <a:pt x="0" y="2"/>
                  </a:lnTo>
                  <a:lnTo>
                    <a:pt x="0" y="2"/>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887" name=""/>
            <p:cNvSpPr/>
            <p:nvPr/>
          </p:nvSpPr>
          <p:spPr>
            <a:xfrm>
              <a:off x="6715080" y="412272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888" name=""/>
            <p:cNvSpPr/>
            <p:nvPr/>
          </p:nvSpPr>
          <p:spPr>
            <a:xfrm>
              <a:off x="6715080" y="4106880"/>
              <a:ext cx="12600" cy="17280"/>
            </a:xfrm>
            <a:custGeom>
              <a:avLst/>
              <a:gdLst/>
              <a:ahLst/>
              <a:rect l="l" t="t" r="r" b="b"/>
              <a:pathLst>
                <a:path w="8" h="11">
                  <a:moveTo>
                    <a:pt x="7" y="0"/>
                  </a:moveTo>
                  <a:lnTo>
                    <a:pt x="7" y="0"/>
                  </a:lnTo>
                  <a:lnTo>
                    <a:pt x="7" y="0"/>
                  </a:lnTo>
                  <a:lnTo>
                    <a:pt x="7" y="3"/>
                  </a:lnTo>
                  <a:lnTo>
                    <a:pt x="6" y="5"/>
                  </a:lnTo>
                  <a:lnTo>
                    <a:pt x="3" y="6"/>
                  </a:lnTo>
                  <a:lnTo>
                    <a:pt x="2" y="6"/>
                  </a:lnTo>
                  <a:lnTo>
                    <a:pt x="0" y="8"/>
                  </a:lnTo>
                  <a:lnTo>
                    <a:pt x="0" y="10"/>
                  </a:lnTo>
                  <a:lnTo>
                    <a:pt x="0" y="10"/>
                  </a:lnTo>
                  <a:lnTo>
                    <a:pt x="0" y="10"/>
                  </a:lnTo>
                  <a:lnTo>
                    <a:pt x="0" y="10"/>
                  </a:lnTo>
                  <a:lnTo>
                    <a:pt x="1" y="10"/>
                  </a:lnTo>
                  <a:lnTo>
                    <a:pt x="3" y="8"/>
                  </a:lnTo>
                  <a:lnTo>
                    <a:pt x="5" y="6"/>
                  </a:lnTo>
                  <a:lnTo>
                    <a:pt x="7" y="6"/>
                  </a:lnTo>
                  <a:lnTo>
                    <a:pt x="7" y="5"/>
                  </a:lnTo>
                  <a:lnTo>
                    <a:pt x="7" y="3"/>
                  </a:lnTo>
                  <a:lnTo>
                    <a:pt x="7" y="3"/>
                  </a:lnTo>
                  <a:lnTo>
                    <a:pt x="7" y="3"/>
                  </a:lnTo>
                  <a:lnTo>
                    <a:pt x="7" y="0"/>
                  </a:lnTo>
                  <a:lnTo>
                    <a:pt x="7" y="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889" name=""/>
            <p:cNvSpPr/>
            <p:nvPr/>
          </p:nvSpPr>
          <p:spPr>
            <a:xfrm>
              <a:off x="6726240" y="4103640"/>
              <a:ext cx="34920" cy="9720"/>
            </a:xfrm>
            <a:custGeom>
              <a:avLst/>
              <a:gdLst/>
              <a:ahLst/>
              <a:rect l="l" t="t" r="r" b="b"/>
              <a:pathLst>
                <a:path w="22" h="6">
                  <a:moveTo>
                    <a:pt x="20" y="0"/>
                  </a:moveTo>
                  <a:lnTo>
                    <a:pt x="18" y="0"/>
                  </a:lnTo>
                  <a:lnTo>
                    <a:pt x="18" y="0"/>
                  </a:lnTo>
                  <a:lnTo>
                    <a:pt x="18" y="1"/>
                  </a:lnTo>
                  <a:lnTo>
                    <a:pt x="18" y="1"/>
                  </a:lnTo>
                  <a:lnTo>
                    <a:pt x="17" y="1"/>
                  </a:lnTo>
                  <a:lnTo>
                    <a:pt x="16" y="1"/>
                  </a:lnTo>
                  <a:lnTo>
                    <a:pt x="13" y="1"/>
                  </a:lnTo>
                  <a:lnTo>
                    <a:pt x="10" y="1"/>
                  </a:lnTo>
                  <a:lnTo>
                    <a:pt x="10" y="2"/>
                  </a:lnTo>
                  <a:lnTo>
                    <a:pt x="7" y="2"/>
                  </a:lnTo>
                  <a:lnTo>
                    <a:pt x="7" y="2"/>
                  </a:lnTo>
                  <a:lnTo>
                    <a:pt x="7" y="2"/>
                  </a:lnTo>
                  <a:lnTo>
                    <a:pt x="7" y="2"/>
                  </a:lnTo>
                  <a:lnTo>
                    <a:pt x="5" y="2"/>
                  </a:lnTo>
                  <a:lnTo>
                    <a:pt x="3" y="2"/>
                  </a:lnTo>
                  <a:lnTo>
                    <a:pt x="0" y="2"/>
                  </a:lnTo>
                  <a:lnTo>
                    <a:pt x="0" y="5"/>
                  </a:lnTo>
                  <a:lnTo>
                    <a:pt x="3" y="5"/>
                  </a:lnTo>
                  <a:lnTo>
                    <a:pt x="5" y="5"/>
                  </a:lnTo>
                  <a:lnTo>
                    <a:pt x="7" y="5"/>
                  </a:lnTo>
                  <a:lnTo>
                    <a:pt x="7" y="2"/>
                  </a:lnTo>
                  <a:lnTo>
                    <a:pt x="7" y="2"/>
                  </a:lnTo>
                  <a:lnTo>
                    <a:pt x="7" y="2"/>
                  </a:lnTo>
                  <a:lnTo>
                    <a:pt x="10" y="2"/>
                  </a:lnTo>
                  <a:lnTo>
                    <a:pt x="10" y="2"/>
                  </a:lnTo>
                  <a:lnTo>
                    <a:pt x="13" y="2"/>
                  </a:lnTo>
                  <a:lnTo>
                    <a:pt x="16" y="2"/>
                  </a:lnTo>
                  <a:lnTo>
                    <a:pt x="17" y="1"/>
                  </a:lnTo>
                  <a:lnTo>
                    <a:pt x="18" y="1"/>
                  </a:lnTo>
                  <a:lnTo>
                    <a:pt x="18" y="1"/>
                  </a:lnTo>
                  <a:lnTo>
                    <a:pt x="18" y="1"/>
                  </a:lnTo>
                  <a:lnTo>
                    <a:pt x="20" y="1"/>
                  </a:lnTo>
                  <a:lnTo>
                    <a:pt x="21" y="1"/>
                  </a:lnTo>
                  <a:lnTo>
                    <a:pt x="20" y="0"/>
                  </a:lnTo>
                  <a:lnTo>
                    <a:pt x="20"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890" name=""/>
            <p:cNvSpPr/>
            <p:nvPr/>
          </p:nvSpPr>
          <p:spPr>
            <a:xfrm>
              <a:off x="6726240" y="4106880"/>
              <a:ext cx="6480" cy="6480"/>
            </a:xfrm>
            <a:custGeom>
              <a:avLst/>
              <a:gdLst/>
              <a:ahLst/>
              <a:rect l="l" t="t" r="r" b="b"/>
              <a:pathLst>
                <a:path w="4" h="4">
                  <a:moveTo>
                    <a:pt x="0" y="3"/>
                  </a:moveTo>
                  <a:lnTo>
                    <a:pt x="3" y="3"/>
                  </a:lnTo>
                  <a:lnTo>
                    <a:pt x="3" y="0"/>
                  </a:lnTo>
                  <a:lnTo>
                    <a:pt x="3" y="0"/>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891" name=""/>
            <p:cNvSpPr/>
            <p:nvPr/>
          </p:nvSpPr>
          <p:spPr>
            <a:xfrm>
              <a:off x="6707160" y="4154400"/>
              <a:ext cx="7920" cy="3240"/>
            </a:xfrm>
            <a:custGeom>
              <a:avLst/>
              <a:gdLst/>
              <a:ahLst/>
              <a:rect l="l" t="t" r="r" b="b"/>
              <a:pathLst>
                <a:path w="5" h="2">
                  <a:moveTo>
                    <a:pt x="4" y="0"/>
                  </a:moveTo>
                  <a:lnTo>
                    <a:pt x="2" y="0"/>
                  </a:lnTo>
                  <a:lnTo>
                    <a:pt x="0" y="1"/>
                  </a:lnTo>
                  <a:lnTo>
                    <a:pt x="0" y="1"/>
                  </a:lnTo>
                  <a:lnTo>
                    <a:pt x="2" y="1"/>
                  </a:lnTo>
                  <a:lnTo>
                    <a:pt x="4" y="0"/>
                  </a:lnTo>
                  <a:lnTo>
                    <a:pt x="4"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892" name=""/>
            <p:cNvSpPr/>
            <p:nvPr/>
          </p:nvSpPr>
          <p:spPr>
            <a:xfrm>
              <a:off x="6710400" y="4154400"/>
              <a:ext cx="17280" cy="3240"/>
            </a:xfrm>
            <a:custGeom>
              <a:avLst/>
              <a:gdLst/>
              <a:ahLst/>
              <a:rect l="l" t="t" r="r" b="b"/>
              <a:pathLst>
                <a:path w="11" h="2">
                  <a:moveTo>
                    <a:pt x="10" y="1"/>
                  </a:moveTo>
                  <a:lnTo>
                    <a:pt x="10" y="1"/>
                  </a:lnTo>
                  <a:lnTo>
                    <a:pt x="8" y="1"/>
                  </a:lnTo>
                  <a:lnTo>
                    <a:pt x="5" y="1"/>
                  </a:lnTo>
                  <a:lnTo>
                    <a:pt x="3" y="1"/>
                  </a:lnTo>
                  <a:lnTo>
                    <a:pt x="3" y="1"/>
                  </a:lnTo>
                  <a:lnTo>
                    <a:pt x="2" y="1"/>
                  </a:lnTo>
                  <a:lnTo>
                    <a:pt x="2" y="1"/>
                  </a:lnTo>
                  <a:lnTo>
                    <a:pt x="2" y="0"/>
                  </a:lnTo>
                  <a:lnTo>
                    <a:pt x="2" y="0"/>
                  </a:lnTo>
                  <a:lnTo>
                    <a:pt x="0" y="1"/>
                  </a:lnTo>
                  <a:lnTo>
                    <a:pt x="2" y="1"/>
                  </a:lnTo>
                  <a:lnTo>
                    <a:pt x="2" y="1"/>
                  </a:lnTo>
                  <a:lnTo>
                    <a:pt x="2" y="1"/>
                  </a:lnTo>
                  <a:lnTo>
                    <a:pt x="3" y="1"/>
                  </a:lnTo>
                  <a:lnTo>
                    <a:pt x="3" y="1"/>
                  </a:lnTo>
                  <a:lnTo>
                    <a:pt x="5" y="1"/>
                  </a:lnTo>
                  <a:lnTo>
                    <a:pt x="8" y="1"/>
                  </a:lnTo>
                  <a:lnTo>
                    <a:pt x="10" y="1"/>
                  </a:lnTo>
                  <a:lnTo>
                    <a:pt x="10" y="1"/>
                  </a:lnTo>
                  <a:lnTo>
                    <a:pt x="10" y="1"/>
                  </a:lnTo>
                  <a:lnTo>
                    <a:pt x="1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893" name=""/>
            <p:cNvSpPr/>
            <p:nvPr/>
          </p:nvSpPr>
          <p:spPr>
            <a:xfrm>
              <a:off x="6726240" y="4154400"/>
              <a:ext cx="17640" cy="3240"/>
            </a:xfrm>
            <a:custGeom>
              <a:avLst/>
              <a:gdLst/>
              <a:ahLst/>
              <a:rect l="l" t="t" r="r" b="b"/>
              <a:pathLst>
                <a:path w="11" h="2">
                  <a:moveTo>
                    <a:pt x="10" y="0"/>
                  </a:moveTo>
                  <a:lnTo>
                    <a:pt x="10" y="0"/>
                  </a:lnTo>
                  <a:lnTo>
                    <a:pt x="10" y="0"/>
                  </a:lnTo>
                  <a:lnTo>
                    <a:pt x="7" y="0"/>
                  </a:lnTo>
                  <a:lnTo>
                    <a:pt x="7" y="0"/>
                  </a:lnTo>
                  <a:lnTo>
                    <a:pt x="7" y="0"/>
                  </a:lnTo>
                  <a:lnTo>
                    <a:pt x="7" y="1"/>
                  </a:lnTo>
                  <a:lnTo>
                    <a:pt x="0" y="1"/>
                  </a:lnTo>
                  <a:lnTo>
                    <a:pt x="0" y="1"/>
                  </a:lnTo>
                  <a:lnTo>
                    <a:pt x="0" y="1"/>
                  </a:lnTo>
                  <a:lnTo>
                    <a:pt x="0" y="1"/>
                  </a:lnTo>
                  <a:lnTo>
                    <a:pt x="0" y="1"/>
                  </a:lnTo>
                  <a:lnTo>
                    <a:pt x="0" y="1"/>
                  </a:lnTo>
                  <a:lnTo>
                    <a:pt x="7" y="1"/>
                  </a:lnTo>
                  <a:lnTo>
                    <a:pt x="7" y="1"/>
                  </a:lnTo>
                  <a:lnTo>
                    <a:pt x="7" y="1"/>
                  </a:lnTo>
                  <a:lnTo>
                    <a:pt x="7" y="1"/>
                  </a:lnTo>
                  <a:lnTo>
                    <a:pt x="10" y="1"/>
                  </a:lnTo>
                  <a:lnTo>
                    <a:pt x="10" y="1"/>
                  </a:lnTo>
                  <a:lnTo>
                    <a:pt x="10" y="1"/>
                  </a:lnTo>
                  <a:lnTo>
                    <a:pt x="10" y="0"/>
                  </a:lnTo>
                  <a:lnTo>
                    <a:pt x="1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894" name=""/>
            <p:cNvSpPr/>
            <p:nvPr/>
          </p:nvSpPr>
          <p:spPr>
            <a:xfrm>
              <a:off x="6742080" y="4154400"/>
              <a:ext cx="25560" cy="3240"/>
            </a:xfrm>
            <a:custGeom>
              <a:avLst/>
              <a:gdLst/>
              <a:ahLst/>
              <a:rect l="l" t="t" r="r" b="b"/>
              <a:pathLst>
                <a:path w="16" h="2">
                  <a:moveTo>
                    <a:pt x="15" y="0"/>
                  </a:moveTo>
                  <a:lnTo>
                    <a:pt x="15" y="0"/>
                  </a:lnTo>
                  <a:lnTo>
                    <a:pt x="14" y="0"/>
                  </a:lnTo>
                  <a:lnTo>
                    <a:pt x="11" y="0"/>
                  </a:lnTo>
                  <a:lnTo>
                    <a:pt x="8" y="0"/>
                  </a:lnTo>
                  <a:lnTo>
                    <a:pt x="7" y="0"/>
                  </a:lnTo>
                  <a:lnTo>
                    <a:pt x="6" y="0"/>
                  </a:lnTo>
                  <a:lnTo>
                    <a:pt x="3" y="0"/>
                  </a:lnTo>
                  <a:lnTo>
                    <a:pt x="0" y="0"/>
                  </a:lnTo>
                  <a:lnTo>
                    <a:pt x="0" y="1"/>
                  </a:lnTo>
                  <a:lnTo>
                    <a:pt x="3" y="1"/>
                  </a:lnTo>
                  <a:lnTo>
                    <a:pt x="6" y="1"/>
                  </a:lnTo>
                  <a:lnTo>
                    <a:pt x="7" y="1"/>
                  </a:lnTo>
                  <a:lnTo>
                    <a:pt x="8" y="1"/>
                  </a:lnTo>
                  <a:lnTo>
                    <a:pt x="11" y="0"/>
                  </a:lnTo>
                  <a:lnTo>
                    <a:pt x="14" y="0"/>
                  </a:lnTo>
                  <a:lnTo>
                    <a:pt x="15" y="0"/>
                  </a:lnTo>
                  <a:lnTo>
                    <a:pt x="15" y="0"/>
                  </a:lnTo>
                  <a:lnTo>
                    <a:pt x="15" y="0"/>
                  </a:lnTo>
                  <a:lnTo>
                    <a:pt x="15"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895" name=""/>
            <p:cNvSpPr/>
            <p:nvPr/>
          </p:nvSpPr>
          <p:spPr>
            <a:xfrm>
              <a:off x="6742080" y="4154400"/>
              <a:ext cx="6480" cy="3240"/>
            </a:xfrm>
            <a:custGeom>
              <a:avLst/>
              <a:gdLst/>
              <a:ahLst/>
              <a:rect l="l" t="t" r="r" b="b"/>
              <a:pathLst>
                <a:path w="4" h="2">
                  <a:moveTo>
                    <a:pt x="0" y="1"/>
                  </a:moveTo>
                  <a:lnTo>
                    <a:pt x="0" y="1"/>
                  </a:lnTo>
                  <a:lnTo>
                    <a:pt x="3" y="1"/>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896" name=""/>
            <p:cNvSpPr/>
            <p:nvPr/>
          </p:nvSpPr>
          <p:spPr>
            <a:xfrm>
              <a:off x="6715080" y="416736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897" name=""/>
            <p:cNvSpPr/>
            <p:nvPr/>
          </p:nvSpPr>
          <p:spPr>
            <a:xfrm>
              <a:off x="6715080" y="4167360"/>
              <a:ext cx="25560" cy="10800"/>
            </a:xfrm>
            <a:custGeom>
              <a:avLst/>
              <a:gdLst/>
              <a:ahLst/>
              <a:rect l="l" t="t" r="r" b="b"/>
              <a:pathLst>
                <a:path w="16" h="7">
                  <a:moveTo>
                    <a:pt x="15" y="3"/>
                  </a:moveTo>
                  <a:lnTo>
                    <a:pt x="15" y="3"/>
                  </a:lnTo>
                  <a:lnTo>
                    <a:pt x="14" y="3"/>
                  </a:lnTo>
                  <a:lnTo>
                    <a:pt x="14" y="3"/>
                  </a:lnTo>
                  <a:lnTo>
                    <a:pt x="14" y="3"/>
                  </a:lnTo>
                  <a:lnTo>
                    <a:pt x="14" y="3"/>
                  </a:lnTo>
                  <a:lnTo>
                    <a:pt x="12" y="1"/>
                  </a:lnTo>
                  <a:lnTo>
                    <a:pt x="7" y="1"/>
                  </a:lnTo>
                  <a:lnTo>
                    <a:pt x="7" y="0"/>
                  </a:lnTo>
                  <a:lnTo>
                    <a:pt x="7" y="0"/>
                  </a:lnTo>
                  <a:lnTo>
                    <a:pt x="6" y="0"/>
                  </a:lnTo>
                  <a:lnTo>
                    <a:pt x="3" y="0"/>
                  </a:lnTo>
                  <a:lnTo>
                    <a:pt x="3" y="0"/>
                  </a:lnTo>
                  <a:lnTo>
                    <a:pt x="2" y="0"/>
                  </a:lnTo>
                  <a:lnTo>
                    <a:pt x="0" y="0"/>
                  </a:lnTo>
                  <a:lnTo>
                    <a:pt x="0" y="0"/>
                  </a:lnTo>
                  <a:lnTo>
                    <a:pt x="0" y="0"/>
                  </a:lnTo>
                  <a:lnTo>
                    <a:pt x="0" y="0"/>
                  </a:lnTo>
                  <a:lnTo>
                    <a:pt x="0" y="0"/>
                  </a:lnTo>
                  <a:lnTo>
                    <a:pt x="0" y="0"/>
                  </a:lnTo>
                  <a:lnTo>
                    <a:pt x="0" y="0"/>
                  </a:lnTo>
                  <a:lnTo>
                    <a:pt x="0" y="0"/>
                  </a:lnTo>
                  <a:lnTo>
                    <a:pt x="1" y="0"/>
                  </a:lnTo>
                  <a:lnTo>
                    <a:pt x="2" y="0"/>
                  </a:lnTo>
                  <a:lnTo>
                    <a:pt x="3" y="0"/>
                  </a:lnTo>
                  <a:lnTo>
                    <a:pt x="6" y="1"/>
                  </a:lnTo>
                  <a:lnTo>
                    <a:pt x="7" y="1"/>
                  </a:lnTo>
                  <a:lnTo>
                    <a:pt x="7" y="3"/>
                  </a:lnTo>
                  <a:lnTo>
                    <a:pt x="7" y="3"/>
                  </a:lnTo>
                  <a:lnTo>
                    <a:pt x="12" y="6"/>
                  </a:lnTo>
                  <a:lnTo>
                    <a:pt x="14" y="6"/>
                  </a:lnTo>
                  <a:lnTo>
                    <a:pt x="14" y="6"/>
                  </a:lnTo>
                  <a:lnTo>
                    <a:pt x="14" y="6"/>
                  </a:lnTo>
                  <a:lnTo>
                    <a:pt x="14" y="6"/>
                  </a:lnTo>
                  <a:lnTo>
                    <a:pt x="15" y="6"/>
                  </a:lnTo>
                  <a:lnTo>
                    <a:pt x="15" y="6"/>
                  </a:lnTo>
                  <a:lnTo>
                    <a:pt x="15" y="3"/>
                  </a:lnTo>
                  <a:lnTo>
                    <a:pt x="15" y="3"/>
                  </a:lnTo>
                </a:path>
              </a:pathLst>
            </a:custGeom>
            <a:solidFill>
              <a:srgbClr val="ffc0b6"/>
            </a:solidFill>
            <a:ln w="0">
              <a:noFill/>
            </a:ln>
          </p:spPr>
          <p:style>
            <a:lnRef idx="0"/>
            <a:fillRef idx="0"/>
            <a:effectRef idx="0"/>
            <a:fontRef idx="minor"/>
          </p:style>
          <p:txBody>
            <a:bodyPr lIns="90000" rIns="90000" tIns="-36000" bIns="-36000" anchor="t">
              <a:noAutofit/>
            </a:bodyPr>
            <a:p>
              <a:endParaRPr b="0" lang="en-IN" sz="2400" strike="noStrike" u="none">
                <a:solidFill>
                  <a:srgbClr val="ffffff"/>
                </a:solidFill>
                <a:effectLst/>
                <a:uFillTx/>
                <a:latin typeface="Times New Roman"/>
              </a:endParaRPr>
            </a:p>
          </p:txBody>
        </p:sp>
        <p:sp>
          <p:nvSpPr>
            <p:cNvPr id="2898" name=""/>
            <p:cNvSpPr/>
            <p:nvPr/>
          </p:nvSpPr>
          <p:spPr>
            <a:xfrm>
              <a:off x="6738840" y="4167360"/>
              <a:ext cx="22320" cy="10800"/>
            </a:xfrm>
            <a:custGeom>
              <a:avLst/>
              <a:gdLst/>
              <a:ahLst/>
              <a:rect l="l" t="t" r="r" b="b"/>
              <a:pathLst>
                <a:path w="14" h="7">
                  <a:moveTo>
                    <a:pt x="12" y="0"/>
                  </a:moveTo>
                  <a:lnTo>
                    <a:pt x="10" y="0"/>
                  </a:lnTo>
                  <a:lnTo>
                    <a:pt x="10" y="0"/>
                  </a:lnTo>
                  <a:lnTo>
                    <a:pt x="10" y="1"/>
                  </a:lnTo>
                  <a:lnTo>
                    <a:pt x="9" y="1"/>
                  </a:lnTo>
                  <a:lnTo>
                    <a:pt x="8" y="1"/>
                  </a:lnTo>
                  <a:lnTo>
                    <a:pt x="5" y="3"/>
                  </a:lnTo>
                  <a:lnTo>
                    <a:pt x="2" y="3"/>
                  </a:lnTo>
                  <a:lnTo>
                    <a:pt x="0" y="3"/>
                  </a:lnTo>
                  <a:lnTo>
                    <a:pt x="0" y="6"/>
                  </a:lnTo>
                  <a:lnTo>
                    <a:pt x="2" y="6"/>
                  </a:lnTo>
                  <a:lnTo>
                    <a:pt x="5" y="6"/>
                  </a:lnTo>
                  <a:lnTo>
                    <a:pt x="9" y="6"/>
                  </a:lnTo>
                  <a:lnTo>
                    <a:pt x="9" y="3"/>
                  </a:lnTo>
                  <a:lnTo>
                    <a:pt x="10" y="3"/>
                  </a:lnTo>
                  <a:lnTo>
                    <a:pt x="10" y="3"/>
                  </a:lnTo>
                  <a:lnTo>
                    <a:pt x="12" y="3"/>
                  </a:lnTo>
                  <a:lnTo>
                    <a:pt x="13" y="3"/>
                  </a:lnTo>
                  <a:lnTo>
                    <a:pt x="12" y="0"/>
                  </a:lnTo>
                  <a:lnTo>
                    <a:pt x="12" y="0"/>
                  </a:lnTo>
                </a:path>
              </a:pathLst>
            </a:custGeom>
            <a:solidFill>
              <a:srgbClr val="ffc0b6"/>
            </a:solidFill>
            <a:ln w="0">
              <a:noFill/>
            </a:ln>
          </p:spPr>
          <p:style>
            <a:lnRef idx="0"/>
            <a:fillRef idx="0"/>
            <a:effectRef idx="0"/>
            <a:fontRef idx="minor"/>
          </p:style>
          <p:txBody>
            <a:bodyPr lIns="90000" rIns="90000" tIns="-36000" bIns="-36000" anchor="t">
              <a:noAutofit/>
            </a:bodyPr>
            <a:p>
              <a:endParaRPr b="0" lang="en-IN" sz="2400" strike="noStrike" u="none">
                <a:solidFill>
                  <a:srgbClr val="ffffff"/>
                </a:solidFill>
                <a:effectLst/>
                <a:uFillTx/>
                <a:latin typeface="Times New Roman"/>
              </a:endParaRPr>
            </a:p>
          </p:txBody>
        </p:sp>
        <p:sp>
          <p:nvSpPr>
            <p:cNvPr id="2899" name=""/>
            <p:cNvSpPr/>
            <p:nvPr/>
          </p:nvSpPr>
          <p:spPr>
            <a:xfrm>
              <a:off x="6738840" y="4172040"/>
              <a:ext cx="5040" cy="6120"/>
            </a:xfrm>
            <a:custGeom>
              <a:avLst/>
              <a:gdLst/>
              <a:ahLst/>
              <a:rect l="l" t="t" r="r" b="b"/>
              <a:pathLst>
                <a:path w="3" h="4">
                  <a:moveTo>
                    <a:pt x="0" y="3"/>
                  </a:moveTo>
                  <a:lnTo>
                    <a:pt x="2" y="3"/>
                  </a:lnTo>
                  <a:lnTo>
                    <a:pt x="2" y="3"/>
                  </a:lnTo>
                  <a:lnTo>
                    <a:pt x="2" y="0"/>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900" name=""/>
            <p:cNvSpPr/>
            <p:nvPr/>
          </p:nvSpPr>
          <p:spPr>
            <a:xfrm>
              <a:off x="6737400" y="4160880"/>
              <a:ext cx="1440" cy="468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01" name=""/>
            <p:cNvSpPr/>
            <p:nvPr/>
          </p:nvSpPr>
          <p:spPr>
            <a:xfrm>
              <a:off x="6737400" y="4157640"/>
              <a:ext cx="23760" cy="11160"/>
            </a:xfrm>
            <a:custGeom>
              <a:avLst/>
              <a:gdLst/>
              <a:ahLst/>
              <a:rect l="l" t="t" r="r" b="b"/>
              <a:pathLst>
                <a:path w="15" h="7">
                  <a:moveTo>
                    <a:pt x="14" y="0"/>
                  </a:moveTo>
                  <a:lnTo>
                    <a:pt x="11" y="2"/>
                  </a:lnTo>
                  <a:lnTo>
                    <a:pt x="10" y="4"/>
                  </a:lnTo>
                  <a:lnTo>
                    <a:pt x="7" y="4"/>
                  </a:lnTo>
                  <a:lnTo>
                    <a:pt x="3" y="4"/>
                  </a:lnTo>
                  <a:lnTo>
                    <a:pt x="1" y="4"/>
                  </a:lnTo>
                  <a:lnTo>
                    <a:pt x="0" y="2"/>
                  </a:lnTo>
                  <a:lnTo>
                    <a:pt x="0" y="2"/>
                  </a:lnTo>
                  <a:lnTo>
                    <a:pt x="0" y="2"/>
                  </a:lnTo>
                  <a:lnTo>
                    <a:pt x="0" y="4"/>
                  </a:lnTo>
                  <a:lnTo>
                    <a:pt x="0" y="5"/>
                  </a:lnTo>
                  <a:lnTo>
                    <a:pt x="0" y="5"/>
                  </a:lnTo>
                  <a:lnTo>
                    <a:pt x="1" y="5"/>
                  </a:lnTo>
                  <a:lnTo>
                    <a:pt x="3" y="6"/>
                  </a:lnTo>
                  <a:lnTo>
                    <a:pt x="7" y="6"/>
                  </a:lnTo>
                  <a:lnTo>
                    <a:pt x="10" y="5"/>
                  </a:lnTo>
                  <a:lnTo>
                    <a:pt x="11" y="4"/>
                  </a:lnTo>
                  <a:lnTo>
                    <a:pt x="14" y="2"/>
                  </a:lnTo>
                  <a:lnTo>
                    <a:pt x="14" y="0"/>
                  </a:lnTo>
                  <a:lnTo>
                    <a:pt x="14"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902" name=""/>
            <p:cNvSpPr/>
            <p:nvPr/>
          </p:nvSpPr>
          <p:spPr>
            <a:xfrm>
              <a:off x="6737400" y="4160880"/>
              <a:ext cx="1440" cy="4680"/>
            </a:xfrm>
            <a:custGeom>
              <a:avLst/>
              <a:gdLst/>
              <a:ahLst/>
              <a:rect l="l" t="t" r="r" b="b"/>
              <a:pathLst>
                <a:path w="1" h="3">
                  <a:moveTo>
                    <a:pt x="0" y="2"/>
                  </a:moveTo>
                  <a:lnTo>
                    <a:pt x="0" y="2"/>
                  </a:lnTo>
                  <a:lnTo>
                    <a:pt x="0" y="2"/>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03" name=""/>
            <p:cNvSpPr/>
            <p:nvPr/>
          </p:nvSpPr>
          <p:spPr>
            <a:xfrm>
              <a:off x="6707160" y="4138560"/>
              <a:ext cx="1440" cy="9720"/>
            </a:xfrm>
            <a:custGeom>
              <a:avLst/>
              <a:gdLst/>
              <a:ahLst/>
              <a:rect l="l" t="t" r="r" b="b"/>
              <a:pathLst>
                <a:path w="1" h="6">
                  <a:moveTo>
                    <a:pt x="0" y="0"/>
                  </a:moveTo>
                  <a:lnTo>
                    <a:pt x="0" y="0"/>
                  </a:lnTo>
                  <a:lnTo>
                    <a:pt x="0" y="1"/>
                  </a:lnTo>
                  <a:lnTo>
                    <a:pt x="0" y="4"/>
                  </a:lnTo>
                  <a:lnTo>
                    <a:pt x="0" y="5"/>
                  </a:lnTo>
                  <a:lnTo>
                    <a:pt x="0" y="0"/>
                  </a:lnTo>
                  <a:lnTo>
                    <a:pt x="0"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904" name=""/>
            <p:cNvSpPr/>
            <p:nvPr/>
          </p:nvSpPr>
          <p:spPr>
            <a:xfrm>
              <a:off x="6707160" y="4138560"/>
              <a:ext cx="28440" cy="9720"/>
            </a:xfrm>
            <a:custGeom>
              <a:avLst/>
              <a:gdLst/>
              <a:ahLst/>
              <a:rect l="l" t="t" r="r" b="b"/>
              <a:pathLst>
                <a:path w="18" h="6">
                  <a:moveTo>
                    <a:pt x="17" y="0"/>
                  </a:moveTo>
                  <a:lnTo>
                    <a:pt x="12" y="1"/>
                  </a:lnTo>
                  <a:lnTo>
                    <a:pt x="12" y="4"/>
                  </a:lnTo>
                  <a:lnTo>
                    <a:pt x="8" y="4"/>
                  </a:lnTo>
                  <a:lnTo>
                    <a:pt x="5" y="4"/>
                  </a:lnTo>
                  <a:lnTo>
                    <a:pt x="5" y="1"/>
                  </a:lnTo>
                  <a:lnTo>
                    <a:pt x="4" y="0"/>
                  </a:lnTo>
                  <a:lnTo>
                    <a:pt x="0" y="0"/>
                  </a:lnTo>
                  <a:lnTo>
                    <a:pt x="0" y="0"/>
                  </a:lnTo>
                  <a:lnTo>
                    <a:pt x="0" y="5"/>
                  </a:lnTo>
                  <a:lnTo>
                    <a:pt x="0" y="5"/>
                  </a:lnTo>
                  <a:lnTo>
                    <a:pt x="4" y="5"/>
                  </a:lnTo>
                  <a:lnTo>
                    <a:pt x="5" y="5"/>
                  </a:lnTo>
                  <a:lnTo>
                    <a:pt x="5" y="5"/>
                  </a:lnTo>
                  <a:lnTo>
                    <a:pt x="8" y="5"/>
                  </a:lnTo>
                  <a:lnTo>
                    <a:pt x="12" y="5"/>
                  </a:lnTo>
                  <a:lnTo>
                    <a:pt x="12" y="5"/>
                  </a:lnTo>
                  <a:lnTo>
                    <a:pt x="17" y="4"/>
                  </a:lnTo>
                  <a:lnTo>
                    <a:pt x="17" y="0"/>
                  </a:lnTo>
                  <a:lnTo>
                    <a:pt x="17"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2905" name=""/>
            <p:cNvSpPr/>
            <p:nvPr/>
          </p:nvSpPr>
          <p:spPr>
            <a:xfrm>
              <a:off x="6707160" y="4138560"/>
              <a:ext cx="1440" cy="7920"/>
            </a:xfrm>
            <a:custGeom>
              <a:avLst/>
              <a:gdLst/>
              <a:ahLst/>
              <a:rect l="l" t="t" r="r" b="b"/>
              <a:pathLst>
                <a:path w="1" h="5">
                  <a:moveTo>
                    <a:pt x="0" y="4"/>
                  </a:moveTo>
                  <a:lnTo>
                    <a:pt x="0" y="4"/>
                  </a:lnTo>
                  <a:lnTo>
                    <a:pt x="0" y="0"/>
                  </a:lnTo>
                  <a:lnTo>
                    <a:pt x="0" y="0"/>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906" name=""/>
            <p:cNvSpPr/>
            <p:nvPr/>
          </p:nvSpPr>
          <p:spPr>
            <a:xfrm>
              <a:off x="6649920" y="4111560"/>
              <a:ext cx="1800" cy="4680"/>
            </a:xfrm>
            <a:custGeom>
              <a:avLst/>
              <a:gdLst/>
              <a:ahLst/>
              <a:rect l="l" t="t" r="r" b="b"/>
              <a:pathLst>
                <a:path w="1" h="3">
                  <a:moveTo>
                    <a:pt x="0" y="0"/>
                  </a:moveTo>
                  <a:lnTo>
                    <a:pt x="0" y="0"/>
                  </a:lnTo>
                  <a:lnTo>
                    <a:pt x="0" y="0"/>
                  </a:lnTo>
                  <a:lnTo>
                    <a:pt x="0" y="0"/>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07" name=""/>
            <p:cNvSpPr/>
            <p:nvPr/>
          </p:nvSpPr>
          <p:spPr>
            <a:xfrm>
              <a:off x="6649920" y="4111560"/>
              <a:ext cx="28800" cy="6480"/>
            </a:xfrm>
            <a:custGeom>
              <a:avLst/>
              <a:gdLst/>
              <a:ahLst/>
              <a:rect l="l" t="t" r="r" b="b"/>
              <a:pathLst>
                <a:path w="18" h="4">
                  <a:moveTo>
                    <a:pt x="16" y="3"/>
                  </a:moveTo>
                  <a:lnTo>
                    <a:pt x="16" y="3"/>
                  </a:lnTo>
                  <a:lnTo>
                    <a:pt x="15" y="3"/>
                  </a:lnTo>
                  <a:lnTo>
                    <a:pt x="14" y="3"/>
                  </a:lnTo>
                  <a:lnTo>
                    <a:pt x="14" y="3"/>
                  </a:lnTo>
                  <a:lnTo>
                    <a:pt x="9" y="3"/>
                  </a:lnTo>
                  <a:lnTo>
                    <a:pt x="9" y="3"/>
                  </a:lnTo>
                  <a:lnTo>
                    <a:pt x="8" y="2"/>
                  </a:lnTo>
                  <a:lnTo>
                    <a:pt x="4" y="2"/>
                  </a:lnTo>
                  <a:lnTo>
                    <a:pt x="4" y="2"/>
                  </a:lnTo>
                  <a:lnTo>
                    <a:pt x="4" y="0"/>
                  </a:lnTo>
                  <a:lnTo>
                    <a:pt x="4" y="0"/>
                  </a:lnTo>
                  <a:lnTo>
                    <a:pt x="0" y="0"/>
                  </a:lnTo>
                  <a:lnTo>
                    <a:pt x="0" y="0"/>
                  </a:lnTo>
                  <a:lnTo>
                    <a:pt x="0" y="0"/>
                  </a:lnTo>
                  <a:lnTo>
                    <a:pt x="0" y="0"/>
                  </a:lnTo>
                  <a:lnTo>
                    <a:pt x="0" y="0"/>
                  </a:lnTo>
                  <a:lnTo>
                    <a:pt x="0" y="2"/>
                  </a:lnTo>
                  <a:lnTo>
                    <a:pt x="0" y="2"/>
                  </a:lnTo>
                  <a:lnTo>
                    <a:pt x="0" y="2"/>
                  </a:lnTo>
                  <a:lnTo>
                    <a:pt x="0" y="2"/>
                  </a:lnTo>
                  <a:lnTo>
                    <a:pt x="0" y="2"/>
                  </a:lnTo>
                  <a:lnTo>
                    <a:pt x="3" y="3"/>
                  </a:lnTo>
                  <a:lnTo>
                    <a:pt x="4" y="3"/>
                  </a:lnTo>
                  <a:lnTo>
                    <a:pt x="4" y="3"/>
                  </a:lnTo>
                  <a:lnTo>
                    <a:pt x="4" y="3"/>
                  </a:lnTo>
                  <a:lnTo>
                    <a:pt x="8" y="3"/>
                  </a:lnTo>
                  <a:lnTo>
                    <a:pt x="9" y="3"/>
                  </a:lnTo>
                  <a:lnTo>
                    <a:pt x="9" y="3"/>
                  </a:lnTo>
                  <a:lnTo>
                    <a:pt x="14" y="3"/>
                  </a:lnTo>
                  <a:lnTo>
                    <a:pt x="14" y="3"/>
                  </a:lnTo>
                  <a:lnTo>
                    <a:pt x="15" y="3"/>
                  </a:lnTo>
                  <a:lnTo>
                    <a:pt x="16" y="3"/>
                  </a:lnTo>
                  <a:lnTo>
                    <a:pt x="17" y="3"/>
                  </a:lnTo>
                  <a:lnTo>
                    <a:pt x="16" y="3"/>
                  </a:lnTo>
                  <a:lnTo>
                    <a:pt x="16"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908" name=""/>
            <p:cNvSpPr/>
            <p:nvPr/>
          </p:nvSpPr>
          <p:spPr>
            <a:xfrm>
              <a:off x="6649920" y="4111560"/>
              <a:ext cx="1800" cy="4680"/>
            </a:xfrm>
            <a:custGeom>
              <a:avLst/>
              <a:gdLst/>
              <a:ahLst/>
              <a:rect l="l" t="t" r="r" b="b"/>
              <a:pathLst>
                <a:path w="1" h="3">
                  <a:moveTo>
                    <a:pt x="0" y="2"/>
                  </a:moveTo>
                  <a:lnTo>
                    <a:pt x="0" y="0"/>
                  </a:lnTo>
                  <a:lnTo>
                    <a:pt x="0" y="0"/>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09" name=""/>
            <p:cNvSpPr/>
            <p:nvPr/>
          </p:nvSpPr>
          <p:spPr>
            <a:xfrm>
              <a:off x="6686640" y="4122720"/>
              <a:ext cx="1440" cy="4680"/>
            </a:xfrm>
            <a:custGeom>
              <a:avLst/>
              <a:gdLst/>
              <a:ahLst/>
              <a:rect l="l" t="t" r="r" b="b"/>
              <a:pathLst>
                <a:path w="1" h="3">
                  <a:moveTo>
                    <a:pt x="0" y="2"/>
                  </a:moveTo>
                  <a:lnTo>
                    <a:pt x="0" y="2"/>
                  </a:lnTo>
                  <a:lnTo>
                    <a:pt x="0" y="2"/>
                  </a:lnTo>
                  <a:lnTo>
                    <a:pt x="0" y="2"/>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10" name=""/>
            <p:cNvSpPr/>
            <p:nvPr/>
          </p:nvSpPr>
          <p:spPr>
            <a:xfrm>
              <a:off x="6664320" y="4122720"/>
              <a:ext cx="23760" cy="4680"/>
            </a:xfrm>
            <a:custGeom>
              <a:avLst/>
              <a:gdLst/>
              <a:ahLst/>
              <a:rect l="l" t="t" r="r" b="b"/>
              <a:pathLst>
                <a:path w="15" h="3">
                  <a:moveTo>
                    <a:pt x="4" y="2"/>
                  </a:moveTo>
                  <a:lnTo>
                    <a:pt x="1" y="2"/>
                  </a:lnTo>
                  <a:lnTo>
                    <a:pt x="14" y="2"/>
                  </a:lnTo>
                  <a:lnTo>
                    <a:pt x="14" y="0"/>
                  </a:lnTo>
                  <a:lnTo>
                    <a:pt x="0" y="2"/>
                  </a:lnTo>
                  <a:lnTo>
                    <a:pt x="0" y="2"/>
                  </a:lnTo>
                  <a:lnTo>
                    <a:pt x="4" y="2"/>
                  </a:lnTo>
                  <a:lnTo>
                    <a:pt x="4"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11" name=""/>
            <p:cNvSpPr/>
            <p:nvPr/>
          </p:nvSpPr>
          <p:spPr>
            <a:xfrm>
              <a:off x="6661080" y="4125960"/>
              <a:ext cx="11160" cy="9360"/>
            </a:xfrm>
            <a:custGeom>
              <a:avLst/>
              <a:gdLst/>
              <a:ahLst/>
              <a:rect l="l" t="t" r="r" b="b"/>
              <a:pathLst>
                <a:path w="7" h="6">
                  <a:moveTo>
                    <a:pt x="0" y="5"/>
                  </a:moveTo>
                  <a:lnTo>
                    <a:pt x="1" y="5"/>
                  </a:lnTo>
                  <a:lnTo>
                    <a:pt x="6" y="0"/>
                  </a:lnTo>
                  <a:lnTo>
                    <a:pt x="2" y="0"/>
                  </a:lnTo>
                  <a:lnTo>
                    <a:pt x="0" y="3"/>
                  </a:lnTo>
                  <a:lnTo>
                    <a:pt x="0" y="5"/>
                  </a:lnTo>
                  <a:lnTo>
                    <a:pt x="0" y="5"/>
                  </a:lnTo>
                  <a:lnTo>
                    <a:pt x="0" y="5"/>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912" name=""/>
            <p:cNvSpPr/>
            <p:nvPr/>
          </p:nvSpPr>
          <p:spPr>
            <a:xfrm>
              <a:off x="6661080" y="4130640"/>
              <a:ext cx="3240" cy="4680"/>
            </a:xfrm>
            <a:custGeom>
              <a:avLst/>
              <a:gdLst/>
              <a:ahLst/>
              <a:rect l="l" t="t" r="r" b="b"/>
              <a:pathLst>
                <a:path w="2" h="3">
                  <a:moveTo>
                    <a:pt x="0" y="0"/>
                  </a:moveTo>
                  <a:lnTo>
                    <a:pt x="0" y="2"/>
                  </a:lnTo>
                  <a:lnTo>
                    <a:pt x="0" y="2"/>
                  </a:lnTo>
                  <a:lnTo>
                    <a:pt x="0" y="2"/>
                  </a:lnTo>
                  <a:lnTo>
                    <a:pt x="1"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13" name=""/>
            <p:cNvSpPr/>
            <p:nvPr/>
          </p:nvSpPr>
          <p:spPr>
            <a:xfrm>
              <a:off x="6661080" y="4146480"/>
              <a:ext cx="4680" cy="1800"/>
            </a:xfrm>
            <a:custGeom>
              <a:avLst/>
              <a:gdLst/>
              <a:ahLst/>
              <a:rect l="l" t="t" r="r" b="b"/>
              <a:pathLst>
                <a:path w="3" h="1">
                  <a:moveTo>
                    <a:pt x="2" y="0"/>
                  </a:moveTo>
                  <a:lnTo>
                    <a:pt x="1" y="0"/>
                  </a:lnTo>
                  <a:lnTo>
                    <a:pt x="0" y="0"/>
                  </a:lnTo>
                  <a:lnTo>
                    <a:pt x="0" y="0"/>
                  </a:lnTo>
                  <a:lnTo>
                    <a:pt x="1" y="0"/>
                  </a:lnTo>
                  <a:lnTo>
                    <a:pt x="2" y="0"/>
                  </a:lnTo>
                  <a:lnTo>
                    <a:pt x="2"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914" name=""/>
            <p:cNvSpPr/>
            <p:nvPr/>
          </p:nvSpPr>
          <p:spPr>
            <a:xfrm>
              <a:off x="6662880" y="4146480"/>
              <a:ext cx="14040" cy="1800"/>
            </a:xfrm>
            <a:custGeom>
              <a:avLst/>
              <a:gdLst/>
              <a:ahLst/>
              <a:rect l="l" t="t" r="r" b="b"/>
              <a:pathLst>
                <a:path w="9" h="1">
                  <a:moveTo>
                    <a:pt x="8" y="0"/>
                  </a:moveTo>
                  <a:lnTo>
                    <a:pt x="8" y="0"/>
                  </a:lnTo>
                  <a:lnTo>
                    <a:pt x="7" y="0"/>
                  </a:lnTo>
                  <a:lnTo>
                    <a:pt x="6" y="0"/>
                  </a:lnTo>
                  <a:lnTo>
                    <a:pt x="6" y="0"/>
                  </a:lnTo>
                  <a:lnTo>
                    <a:pt x="1" y="0"/>
                  </a:lnTo>
                  <a:lnTo>
                    <a:pt x="1" y="0"/>
                  </a:lnTo>
                  <a:lnTo>
                    <a:pt x="1" y="0"/>
                  </a:lnTo>
                  <a:lnTo>
                    <a:pt x="1" y="0"/>
                  </a:lnTo>
                  <a:lnTo>
                    <a:pt x="1" y="0"/>
                  </a:lnTo>
                  <a:lnTo>
                    <a:pt x="0" y="0"/>
                  </a:lnTo>
                  <a:lnTo>
                    <a:pt x="1" y="0"/>
                  </a:lnTo>
                  <a:lnTo>
                    <a:pt x="1" y="0"/>
                  </a:lnTo>
                  <a:lnTo>
                    <a:pt x="1" y="0"/>
                  </a:lnTo>
                  <a:lnTo>
                    <a:pt x="1" y="0"/>
                  </a:lnTo>
                  <a:lnTo>
                    <a:pt x="6" y="0"/>
                  </a:lnTo>
                  <a:lnTo>
                    <a:pt x="6" y="0"/>
                  </a:lnTo>
                  <a:lnTo>
                    <a:pt x="7" y="0"/>
                  </a:lnTo>
                  <a:lnTo>
                    <a:pt x="8"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915" name=""/>
            <p:cNvSpPr/>
            <p:nvPr/>
          </p:nvSpPr>
          <p:spPr>
            <a:xfrm>
              <a:off x="6675480" y="4146480"/>
              <a:ext cx="20520" cy="1800"/>
            </a:xfrm>
            <a:custGeom>
              <a:avLst/>
              <a:gdLst/>
              <a:ahLst/>
              <a:rect l="l" t="t" r="r" b="b"/>
              <a:pathLst>
                <a:path w="13" h="1">
                  <a:moveTo>
                    <a:pt x="12" y="0"/>
                  </a:moveTo>
                  <a:lnTo>
                    <a:pt x="11" y="0"/>
                  </a:lnTo>
                  <a:lnTo>
                    <a:pt x="9" y="0"/>
                  </a:lnTo>
                  <a:lnTo>
                    <a:pt x="8" y="0"/>
                  </a:lnTo>
                  <a:lnTo>
                    <a:pt x="7" y="0"/>
                  </a:lnTo>
                  <a:lnTo>
                    <a:pt x="6" y="0"/>
                  </a:lnTo>
                  <a:lnTo>
                    <a:pt x="5" y="0"/>
                  </a:lnTo>
                  <a:lnTo>
                    <a:pt x="1" y="0"/>
                  </a:lnTo>
                  <a:lnTo>
                    <a:pt x="0" y="0"/>
                  </a:lnTo>
                  <a:lnTo>
                    <a:pt x="0" y="0"/>
                  </a:lnTo>
                  <a:lnTo>
                    <a:pt x="3" y="0"/>
                  </a:lnTo>
                  <a:lnTo>
                    <a:pt x="5" y="0"/>
                  </a:lnTo>
                  <a:lnTo>
                    <a:pt x="6" y="0"/>
                  </a:lnTo>
                  <a:lnTo>
                    <a:pt x="7" y="0"/>
                  </a:lnTo>
                  <a:lnTo>
                    <a:pt x="8" y="0"/>
                  </a:lnTo>
                  <a:lnTo>
                    <a:pt x="9" y="0"/>
                  </a:lnTo>
                  <a:lnTo>
                    <a:pt x="11" y="0"/>
                  </a:lnTo>
                  <a:lnTo>
                    <a:pt x="12" y="0"/>
                  </a:lnTo>
                  <a:lnTo>
                    <a:pt x="12" y="0"/>
                  </a:lnTo>
                  <a:lnTo>
                    <a:pt x="12"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916" name=""/>
            <p:cNvSpPr/>
            <p:nvPr/>
          </p:nvSpPr>
          <p:spPr>
            <a:xfrm>
              <a:off x="6675480" y="414648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917" name=""/>
            <p:cNvSpPr/>
            <p:nvPr/>
          </p:nvSpPr>
          <p:spPr>
            <a:xfrm>
              <a:off x="6672240" y="4157640"/>
              <a:ext cx="4680" cy="1440"/>
            </a:xfrm>
            <a:custGeom>
              <a:avLst/>
              <a:gdLst/>
              <a:ahLst/>
              <a:rect l="l" t="t" r="r" b="b"/>
              <a:pathLst>
                <a:path w="3" h="1">
                  <a:moveTo>
                    <a:pt x="2" y="0"/>
                  </a:moveTo>
                  <a:lnTo>
                    <a:pt x="1" y="0"/>
                  </a:lnTo>
                  <a:lnTo>
                    <a:pt x="1" y="0"/>
                  </a:lnTo>
                  <a:lnTo>
                    <a:pt x="0" y="0"/>
                  </a:lnTo>
                  <a:lnTo>
                    <a:pt x="1" y="0"/>
                  </a:lnTo>
                  <a:lnTo>
                    <a:pt x="2" y="0"/>
                  </a:lnTo>
                  <a:lnTo>
                    <a:pt x="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918" name=""/>
            <p:cNvSpPr/>
            <p:nvPr/>
          </p:nvSpPr>
          <p:spPr>
            <a:xfrm>
              <a:off x="6673680" y="4157640"/>
              <a:ext cx="14400" cy="7920"/>
            </a:xfrm>
            <a:custGeom>
              <a:avLst/>
              <a:gdLst/>
              <a:ahLst/>
              <a:rect l="l" t="t" r="r" b="b"/>
              <a:pathLst>
                <a:path w="9" h="5">
                  <a:moveTo>
                    <a:pt x="7" y="0"/>
                  </a:moveTo>
                  <a:lnTo>
                    <a:pt x="8" y="0"/>
                  </a:lnTo>
                  <a:lnTo>
                    <a:pt x="6" y="0"/>
                  </a:lnTo>
                  <a:lnTo>
                    <a:pt x="6" y="0"/>
                  </a:lnTo>
                  <a:lnTo>
                    <a:pt x="4" y="0"/>
                  </a:lnTo>
                  <a:lnTo>
                    <a:pt x="1" y="0"/>
                  </a:lnTo>
                  <a:lnTo>
                    <a:pt x="1" y="0"/>
                  </a:lnTo>
                  <a:lnTo>
                    <a:pt x="1" y="0"/>
                  </a:lnTo>
                  <a:lnTo>
                    <a:pt x="1" y="0"/>
                  </a:lnTo>
                  <a:lnTo>
                    <a:pt x="1" y="0"/>
                  </a:lnTo>
                  <a:lnTo>
                    <a:pt x="0" y="0"/>
                  </a:lnTo>
                  <a:lnTo>
                    <a:pt x="0" y="0"/>
                  </a:lnTo>
                  <a:lnTo>
                    <a:pt x="1" y="0"/>
                  </a:lnTo>
                  <a:lnTo>
                    <a:pt x="1" y="0"/>
                  </a:lnTo>
                  <a:lnTo>
                    <a:pt x="1" y="2"/>
                  </a:lnTo>
                  <a:lnTo>
                    <a:pt x="4" y="2"/>
                  </a:lnTo>
                  <a:lnTo>
                    <a:pt x="6" y="4"/>
                  </a:lnTo>
                  <a:lnTo>
                    <a:pt x="6" y="4"/>
                  </a:lnTo>
                  <a:lnTo>
                    <a:pt x="8" y="2"/>
                  </a:lnTo>
                  <a:lnTo>
                    <a:pt x="8" y="2"/>
                  </a:lnTo>
                  <a:lnTo>
                    <a:pt x="7" y="0"/>
                  </a:lnTo>
                  <a:lnTo>
                    <a:pt x="7"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919" name=""/>
            <p:cNvSpPr/>
            <p:nvPr/>
          </p:nvSpPr>
          <p:spPr>
            <a:xfrm>
              <a:off x="6684840" y="4157640"/>
              <a:ext cx="17640" cy="7920"/>
            </a:xfrm>
            <a:custGeom>
              <a:avLst/>
              <a:gdLst/>
              <a:ahLst/>
              <a:rect l="l" t="t" r="r" b="b"/>
              <a:pathLst>
                <a:path w="11" h="5">
                  <a:moveTo>
                    <a:pt x="10" y="0"/>
                  </a:moveTo>
                  <a:lnTo>
                    <a:pt x="10" y="0"/>
                  </a:lnTo>
                  <a:lnTo>
                    <a:pt x="7" y="0"/>
                  </a:lnTo>
                  <a:lnTo>
                    <a:pt x="7" y="0"/>
                  </a:lnTo>
                  <a:lnTo>
                    <a:pt x="6" y="0"/>
                  </a:lnTo>
                  <a:lnTo>
                    <a:pt x="5" y="0"/>
                  </a:lnTo>
                  <a:lnTo>
                    <a:pt x="2" y="0"/>
                  </a:lnTo>
                  <a:lnTo>
                    <a:pt x="1" y="0"/>
                  </a:lnTo>
                  <a:lnTo>
                    <a:pt x="0" y="0"/>
                  </a:lnTo>
                  <a:lnTo>
                    <a:pt x="1" y="2"/>
                  </a:lnTo>
                  <a:lnTo>
                    <a:pt x="1" y="2"/>
                  </a:lnTo>
                  <a:lnTo>
                    <a:pt x="2" y="2"/>
                  </a:lnTo>
                  <a:lnTo>
                    <a:pt x="5" y="2"/>
                  </a:lnTo>
                  <a:lnTo>
                    <a:pt x="6" y="2"/>
                  </a:lnTo>
                  <a:lnTo>
                    <a:pt x="7" y="2"/>
                  </a:lnTo>
                  <a:lnTo>
                    <a:pt x="7" y="4"/>
                  </a:lnTo>
                  <a:lnTo>
                    <a:pt x="10" y="4"/>
                  </a:lnTo>
                  <a:lnTo>
                    <a:pt x="10" y="4"/>
                  </a:lnTo>
                  <a:lnTo>
                    <a:pt x="10" y="0"/>
                  </a:lnTo>
                  <a:lnTo>
                    <a:pt x="1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920" name=""/>
            <p:cNvSpPr/>
            <p:nvPr/>
          </p:nvSpPr>
          <p:spPr>
            <a:xfrm>
              <a:off x="6686640" y="4157640"/>
              <a:ext cx="1440" cy="4680"/>
            </a:xfrm>
            <a:custGeom>
              <a:avLst/>
              <a:gdLst/>
              <a:ahLst/>
              <a:rect l="l" t="t" r="r" b="b"/>
              <a:pathLst>
                <a:path w="1" h="3">
                  <a:moveTo>
                    <a:pt x="0" y="2"/>
                  </a:moveTo>
                  <a:lnTo>
                    <a:pt x="0" y="2"/>
                  </a:lnTo>
                  <a:lnTo>
                    <a:pt x="0" y="2"/>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21" name=""/>
            <p:cNvSpPr/>
            <p:nvPr/>
          </p:nvSpPr>
          <p:spPr>
            <a:xfrm>
              <a:off x="6696000" y="4133880"/>
              <a:ext cx="1800" cy="4680"/>
            </a:xfrm>
            <a:custGeom>
              <a:avLst/>
              <a:gdLst/>
              <a:ahLst/>
              <a:rect l="l" t="t" r="r" b="b"/>
              <a:pathLst>
                <a:path w="1" h="3">
                  <a:moveTo>
                    <a:pt x="0" y="2"/>
                  </a:moveTo>
                  <a:lnTo>
                    <a:pt x="0" y="2"/>
                  </a:lnTo>
                  <a:lnTo>
                    <a:pt x="0" y="0"/>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22" name=""/>
            <p:cNvSpPr/>
            <p:nvPr/>
          </p:nvSpPr>
          <p:spPr>
            <a:xfrm>
              <a:off x="6675480" y="4133880"/>
              <a:ext cx="22320" cy="4680"/>
            </a:xfrm>
            <a:custGeom>
              <a:avLst/>
              <a:gdLst/>
              <a:ahLst/>
              <a:rect l="l" t="t" r="r" b="b"/>
              <a:pathLst>
                <a:path w="14" h="3">
                  <a:moveTo>
                    <a:pt x="3" y="2"/>
                  </a:moveTo>
                  <a:lnTo>
                    <a:pt x="5" y="2"/>
                  </a:lnTo>
                  <a:lnTo>
                    <a:pt x="5" y="2"/>
                  </a:lnTo>
                  <a:lnTo>
                    <a:pt x="7" y="2"/>
                  </a:lnTo>
                  <a:lnTo>
                    <a:pt x="8" y="2"/>
                  </a:lnTo>
                  <a:lnTo>
                    <a:pt x="11" y="2"/>
                  </a:lnTo>
                  <a:lnTo>
                    <a:pt x="12" y="2"/>
                  </a:lnTo>
                  <a:lnTo>
                    <a:pt x="13" y="2"/>
                  </a:lnTo>
                  <a:lnTo>
                    <a:pt x="13" y="2"/>
                  </a:lnTo>
                  <a:lnTo>
                    <a:pt x="13" y="0"/>
                  </a:lnTo>
                  <a:lnTo>
                    <a:pt x="13" y="0"/>
                  </a:lnTo>
                  <a:lnTo>
                    <a:pt x="12" y="0"/>
                  </a:lnTo>
                  <a:lnTo>
                    <a:pt x="11" y="0"/>
                  </a:lnTo>
                  <a:lnTo>
                    <a:pt x="8" y="0"/>
                  </a:lnTo>
                  <a:lnTo>
                    <a:pt x="7" y="0"/>
                  </a:lnTo>
                  <a:lnTo>
                    <a:pt x="5" y="0"/>
                  </a:lnTo>
                  <a:lnTo>
                    <a:pt x="5" y="0"/>
                  </a:lnTo>
                  <a:lnTo>
                    <a:pt x="0" y="0"/>
                  </a:lnTo>
                  <a:lnTo>
                    <a:pt x="3" y="2"/>
                  </a:lnTo>
                  <a:lnTo>
                    <a:pt x="3"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23" name=""/>
            <p:cNvSpPr/>
            <p:nvPr/>
          </p:nvSpPr>
          <p:spPr>
            <a:xfrm>
              <a:off x="6696000" y="4133880"/>
              <a:ext cx="1800" cy="468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24" name=""/>
            <p:cNvSpPr/>
            <p:nvPr/>
          </p:nvSpPr>
          <p:spPr>
            <a:xfrm>
              <a:off x="6672240" y="4172040"/>
              <a:ext cx="3240" cy="6120"/>
            </a:xfrm>
            <a:custGeom>
              <a:avLst/>
              <a:gdLst/>
              <a:ahLst/>
              <a:rect l="l" t="t" r="r" b="b"/>
              <a:pathLst>
                <a:path w="2" h="4">
                  <a:moveTo>
                    <a:pt x="1" y="0"/>
                  </a:moveTo>
                  <a:lnTo>
                    <a:pt x="0" y="0"/>
                  </a:lnTo>
                  <a:lnTo>
                    <a:pt x="0" y="3"/>
                  </a:lnTo>
                  <a:lnTo>
                    <a:pt x="0" y="3"/>
                  </a:lnTo>
                  <a:lnTo>
                    <a:pt x="0" y="3"/>
                  </a:lnTo>
                  <a:lnTo>
                    <a:pt x="1" y="0"/>
                  </a:lnTo>
                  <a:lnTo>
                    <a:pt x="1"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925" name=""/>
            <p:cNvSpPr/>
            <p:nvPr/>
          </p:nvSpPr>
          <p:spPr>
            <a:xfrm>
              <a:off x="6672240" y="4172040"/>
              <a:ext cx="25560" cy="12600"/>
            </a:xfrm>
            <a:custGeom>
              <a:avLst/>
              <a:gdLst/>
              <a:ahLst/>
              <a:rect l="l" t="t" r="r" b="b"/>
              <a:pathLst>
                <a:path w="16" h="8">
                  <a:moveTo>
                    <a:pt x="15" y="7"/>
                  </a:moveTo>
                  <a:lnTo>
                    <a:pt x="15" y="7"/>
                  </a:lnTo>
                  <a:lnTo>
                    <a:pt x="14" y="7"/>
                  </a:lnTo>
                  <a:lnTo>
                    <a:pt x="10" y="4"/>
                  </a:lnTo>
                  <a:lnTo>
                    <a:pt x="9" y="4"/>
                  </a:lnTo>
                  <a:lnTo>
                    <a:pt x="7" y="3"/>
                  </a:lnTo>
                  <a:lnTo>
                    <a:pt x="2" y="3"/>
                  </a:lnTo>
                  <a:lnTo>
                    <a:pt x="2" y="0"/>
                  </a:lnTo>
                  <a:lnTo>
                    <a:pt x="1" y="0"/>
                  </a:lnTo>
                  <a:lnTo>
                    <a:pt x="0" y="3"/>
                  </a:lnTo>
                  <a:lnTo>
                    <a:pt x="1" y="3"/>
                  </a:lnTo>
                  <a:lnTo>
                    <a:pt x="2" y="3"/>
                  </a:lnTo>
                  <a:lnTo>
                    <a:pt x="7" y="4"/>
                  </a:lnTo>
                  <a:lnTo>
                    <a:pt x="9" y="6"/>
                  </a:lnTo>
                  <a:lnTo>
                    <a:pt x="10" y="7"/>
                  </a:lnTo>
                  <a:lnTo>
                    <a:pt x="14" y="7"/>
                  </a:lnTo>
                  <a:lnTo>
                    <a:pt x="15" y="7"/>
                  </a:lnTo>
                  <a:lnTo>
                    <a:pt x="15" y="7"/>
                  </a:lnTo>
                  <a:lnTo>
                    <a:pt x="15" y="7"/>
                  </a:lnTo>
                  <a:lnTo>
                    <a:pt x="15" y="7"/>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926" name=""/>
            <p:cNvSpPr/>
            <p:nvPr/>
          </p:nvSpPr>
          <p:spPr>
            <a:xfrm>
              <a:off x="6672240" y="4172040"/>
              <a:ext cx="3240" cy="6120"/>
            </a:xfrm>
            <a:custGeom>
              <a:avLst/>
              <a:gdLst/>
              <a:ahLst/>
              <a:rect l="l" t="t" r="r" b="b"/>
              <a:pathLst>
                <a:path w="2" h="4">
                  <a:moveTo>
                    <a:pt x="1" y="3"/>
                  </a:moveTo>
                  <a:lnTo>
                    <a:pt x="1" y="3"/>
                  </a:lnTo>
                  <a:lnTo>
                    <a:pt x="1" y="3"/>
                  </a:lnTo>
                  <a:lnTo>
                    <a:pt x="1" y="0"/>
                  </a:lnTo>
                  <a:lnTo>
                    <a:pt x="0" y="0"/>
                  </a:lnTo>
                  <a:lnTo>
                    <a:pt x="1" y="3"/>
                  </a:lnTo>
                  <a:lnTo>
                    <a:pt x="1"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927" name=""/>
            <p:cNvSpPr/>
            <p:nvPr/>
          </p:nvSpPr>
          <p:spPr>
            <a:xfrm>
              <a:off x="6827760" y="4210200"/>
              <a:ext cx="1800" cy="2880"/>
            </a:xfrm>
            <a:custGeom>
              <a:avLst/>
              <a:gdLst/>
              <a:ahLst/>
              <a:rect l="l" t="t" r="r" b="b"/>
              <a:pathLst>
                <a:path w="1" h="2">
                  <a:moveTo>
                    <a:pt x="0" y="1"/>
                  </a:moveTo>
                  <a:lnTo>
                    <a:pt x="0" y="1"/>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928" name=""/>
            <p:cNvSpPr/>
            <p:nvPr/>
          </p:nvSpPr>
          <p:spPr>
            <a:xfrm>
              <a:off x="6813720" y="4210200"/>
              <a:ext cx="15840" cy="2880"/>
            </a:xfrm>
            <a:custGeom>
              <a:avLst/>
              <a:gdLst/>
              <a:ahLst/>
              <a:rect l="l" t="t" r="r" b="b"/>
              <a:pathLst>
                <a:path w="10" h="2">
                  <a:moveTo>
                    <a:pt x="0" y="0"/>
                  </a:moveTo>
                  <a:lnTo>
                    <a:pt x="0" y="0"/>
                  </a:lnTo>
                  <a:lnTo>
                    <a:pt x="1" y="1"/>
                  </a:lnTo>
                  <a:lnTo>
                    <a:pt x="2" y="1"/>
                  </a:lnTo>
                  <a:lnTo>
                    <a:pt x="2" y="1"/>
                  </a:lnTo>
                  <a:lnTo>
                    <a:pt x="7" y="1"/>
                  </a:lnTo>
                  <a:lnTo>
                    <a:pt x="7" y="1"/>
                  </a:lnTo>
                  <a:lnTo>
                    <a:pt x="7" y="1"/>
                  </a:lnTo>
                  <a:lnTo>
                    <a:pt x="9" y="1"/>
                  </a:lnTo>
                  <a:lnTo>
                    <a:pt x="9" y="1"/>
                  </a:lnTo>
                  <a:lnTo>
                    <a:pt x="9" y="0"/>
                  </a:lnTo>
                  <a:lnTo>
                    <a:pt x="9" y="0"/>
                  </a:lnTo>
                  <a:lnTo>
                    <a:pt x="7" y="0"/>
                  </a:lnTo>
                  <a:lnTo>
                    <a:pt x="7" y="0"/>
                  </a:lnTo>
                  <a:lnTo>
                    <a:pt x="7" y="0"/>
                  </a:lnTo>
                  <a:lnTo>
                    <a:pt x="2" y="0"/>
                  </a:lnTo>
                  <a:lnTo>
                    <a:pt x="2" y="0"/>
                  </a:lnTo>
                  <a:lnTo>
                    <a:pt x="1"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929" name=""/>
            <p:cNvSpPr/>
            <p:nvPr/>
          </p:nvSpPr>
          <p:spPr>
            <a:xfrm>
              <a:off x="6799320" y="4202280"/>
              <a:ext cx="15840" cy="9360"/>
            </a:xfrm>
            <a:custGeom>
              <a:avLst/>
              <a:gdLst/>
              <a:ahLst/>
              <a:rect l="l" t="t" r="r" b="b"/>
              <a:pathLst>
                <a:path w="10" h="6">
                  <a:moveTo>
                    <a:pt x="0" y="5"/>
                  </a:moveTo>
                  <a:lnTo>
                    <a:pt x="0" y="5"/>
                  </a:lnTo>
                  <a:lnTo>
                    <a:pt x="0" y="5"/>
                  </a:lnTo>
                  <a:lnTo>
                    <a:pt x="0" y="5"/>
                  </a:lnTo>
                  <a:lnTo>
                    <a:pt x="0" y="5"/>
                  </a:lnTo>
                  <a:lnTo>
                    <a:pt x="5" y="5"/>
                  </a:lnTo>
                  <a:lnTo>
                    <a:pt x="6" y="5"/>
                  </a:lnTo>
                  <a:lnTo>
                    <a:pt x="7" y="5"/>
                  </a:lnTo>
                  <a:lnTo>
                    <a:pt x="9" y="5"/>
                  </a:lnTo>
                  <a:lnTo>
                    <a:pt x="9" y="5"/>
                  </a:lnTo>
                  <a:lnTo>
                    <a:pt x="7" y="5"/>
                  </a:lnTo>
                  <a:lnTo>
                    <a:pt x="6" y="2"/>
                  </a:lnTo>
                  <a:lnTo>
                    <a:pt x="5" y="2"/>
                  </a:lnTo>
                  <a:lnTo>
                    <a:pt x="0" y="2"/>
                  </a:lnTo>
                  <a:lnTo>
                    <a:pt x="0" y="0"/>
                  </a:lnTo>
                  <a:lnTo>
                    <a:pt x="0" y="0"/>
                  </a:lnTo>
                  <a:lnTo>
                    <a:pt x="0" y="0"/>
                  </a:lnTo>
                  <a:lnTo>
                    <a:pt x="0" y="0"/>
                  </a:lnTo>
                  <a:lnTo>
                    <a:pt x="0" y="5"/>
                  </a:lnTo>
                  <a:lnTo>
                    <a:pt x="0" y="5"/>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930" name=""/>
            <p:cNvSpPr/>
            <p:nvPr/>
          </p:nvSpPr>
          <p:spPr>
            <a:xfrm>
              <a:off x="6813720" y="421020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931" name=""/>
            <p:cNvSpPr/>
            <p:nvPr/>
          </p:nvSpPr>
          <p:spPr>
            <a:xfrm>
              <a:off x="6838920" y="416736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932" name=""/>
            <p:cNvSpPr/>
            <p:nvPr/>
          </p:nvSpPr>
          <p:spPr>
            <a:xfrm>
              <a:off x="6824520" y="4164120"/>
              <a:ext cx="15840" cy="4680"/>
            </a:xfrm>
            <a:custGeom>
              <a:avLst/>
              <a:gdLst/>
              <a:ahLst/>
              <a:rect l="l" t="t" r="r" b="b"/>
              <a:pathLst>
                <a:path w="10" h="3">
                  <a:moveTo>
                    <a:pt x="0" y="2"/>
                  </a:moveTo>
                  <a:lnTo>
                    <a:pt x="0" y="2"/>
                  </a:lnTo>
                  <a:lnTo>
                    <a:pt x="0" y="2"/>
                  </a:lnTo>
                  <a:lnTo>
                    <a:pt x="0" y="2"/>
                  </a:lnTo>
                  <a:lnTo>
                    <a:pt x="2" y="2"/>
                  </a:lnTo>
                  <a:lnTo>
                    <a:pt x="2" y="2"/>
                  </a:lnTo>
                  <a:lnTo>
                    <a:pt x="6" y="2"/>
                  </a:lnTo>
                  <a:lnTo>
                    <a:pt x="9" y="2"/>
                  </a:lnTo>
                  <a:lnTo>
                    <a:pt x="9" y="2"/>
                  </a:lnTo>
                  <a:lnTo>
                    <a:pt x="9" y="2"/>
                  </a:lnTo>
                  <a:lnTo>
                    <a:pt x="9" y="2"/>
                  </a:lnTo>
                  <a:lnTo>
                    <a:pt x="9" y="2"/>
                  </a:lnTo>
                  <a:lnTo>
                    <a:pt x="9" y="2"/>
                  </a:lnTo>
                  <a:lnTo>
                    <a:pt x="6" y="2"/>
                  </a:lnTo>
                  <a:lnTo>
                    <a:pt x="3" y="1"/>
                  </a:lnTo>
                  <a:lnTo>
                    <a:pt x="2" y="0"/>
                  </a:lnTo>
                  <a:lnTo>
                    <a:pt x="0" y="0"/>
                  </a:lnTo>
                  <a:lnTo>
                    <a:pt x="0" y="0"/>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33" name=""/>
            <p:cNvSpPr/>
            <p:nvPr/>
          </p:nvSpPr>
          <p:spPr>
            <a:xfrm>
              <a:off x="6810480" y="4156200"/>
              <a:ext cx="15840" cy="12600"/>
            </a:xfrm>
            <a:custGeom>
              <a:avLst/>
              <a:gdLst/>
              <a:ahLst/>
              <a:rect l="l" t="t" r="r" b="b"/>
              <a:pathLst>
                <a:path w="10" h="8">
                  <a:moveTo>
                    <a:pt x="0" y="1"/>
                  </a:moveTo>
                  <a:lnTo>
                    <a:pt x="2" y="1"/>
                  </a:lnTo>
                  <a:lnTo>
                    <a:pt x="3" y="1"/>
                  </a:lnTo>
                  <a:lnTo>
                    <a:pt x="4" y="1"/>
                  </a:lnTo>
                  <a:lnTo>
                    <a:pt x="4" y="1"/>
                  </a:lnTo>
                  <a:lnTo>
                    <a:pt x="4" y="3"/>
                  </a:lnTo>
                  <a:lnTo>
                    <a:pt x="7" y="5"/>
                  </a:lnTo>
                  <a:lnTo>
                    <a:pt x="8" y="6"/>
                  </a:lnTo>
                  <a:lnTo>
                    <a:pt x="9" y="7"/>
                  </a:lnTo>
                  <a:lnTo>
                    <a:pt x="9" y="5"/>
                  </a:lnTo>
                  <a:lnTo>
                    <a:pt x="9" y="5"/>
                  </a:lnTo>
                  <a:lnTo>
                    <a:pt x="8" y="3"/>
                  </a:lnTo>
                  <a:lnTo>
                    <a:pt x="7" y="1"/>
                  </a:lnTo>
                  <a:lnTo>
                    <a:pt x="4" y="1"/>
                  </a:lnTo>
                  <a:lnTo>
                    <a:pt x="4" y="1"/>
                  </a:lnTo>
                  <a:lnTo>
                    <a:pt x="3" y="0"/>
                  </a:lnTo>
                  <a:lnTo>
                    <a:pt x="2" y="0"/>
                  </a:lnTo>
                  <a:lnTo>
                    <a:pt x="0" y="1"/>
                  </a:lnTo>
                  <a:lnTo>
                    <a:pt x="0" y="1"/>
                  </a:lnTo>
                  <a:lnTo>
                    <a:pt x="0" y="1"/>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934" name=""/>
            <p:cNvSpPr/>
            <p:nvPr/>
          </p:nvSpPr>
          <p:spPr>
            <a:xfrm>
              <a:off x="6824520" y="4164120"/>
              <a:ext cx="1800" cy="4680"/>
            </a:xfrm>
            <a:custGeom>
              <a:avLst/>
              <a:gdLst/>
              <a:ahLst/>
              <a:rect l="l" t="t" r="r" b="b"/>
              <a:pathLst>
                <a:path w="1" h="3">
                  <a:moveTo>
                    <a:pt x="0" y="0"/>
                  </a:moveTo>
                  <a:lnTo>
                    <a:pt x="0" y="0"/>
                  </a:lnTo>
                  <a:lnTo>
                    <a:pt x="0" y="1"/>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35" name=""/>
            <p:cNvSpPr/>
            <p:nvPr/>
          </p:nvSpPr>
          <p:spPr>
            <a:xfrm>
              <a:off x="6838920" y="4137120"/>
              <a:ext cx="4680" cy="3240"/>
            </a:xfrm>
            <a:custGeom>
              <a:avLst/>
              <a:gdLst/>
              <a:ahLst/>
              <a:rect l="l" t="t" r="r" b="b"/>
              <a:pathLst>
                <a:path w="3" h="2">
                  <a:moveTo>
                    <a:pt x="0" y="1"/>
                  </a:moveTo>
                  <a:lnTo>
                    <a:pt x="2" y="1"/>
                  </a:lnTo>
                  <a:lnTo>
                    <a:pt x="2" y="0"/>
                  </a:lnTo>
                  <a:lnTo>
                    <a:pt x="2"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936" name=""/>
            <p:cNvSpPr/>
            <p:nvPr/>
          </p:nvSpPr>
          <p:spPr>
            <a:xfrm>
              <a:off x="6827760" y="4133880"/>
              <a:ext cx="12600" cy="6480"/>
            </a:xfrm>
            <a:custGeom>
              <a:avLst/>
              <a:gdLst/>
              <a:ahLst/>
              <a:rect l="l" t="t" r="r" b="b"/>
              <a:pathLst>
                <a:path w="8" h="4">
                  <a:moveTo>
                    <a:pt x="0" y="0"/>
                  </a:moveTo>
                  <a:lnTo>
                    <a:pt x="0" y="0"/>
                  </a:lnTo>
                  <a:lnTo>
                    <a:pt x="4" y="0"/>
                  </a:lnTo>
                  <a:lnTo>
                    <a:pt x="7" y="2"/>
                  </a:lnTo>
                  <a:lnTo>
                    <a:pt x="7" y="2"/>
                  </a:lnTo>
                  <a:lnTo>
                    <a:pt x="7" y="2"/>
                  </a:lnTo>
                  <a:lnTo>
                    <a:pt x="7" y="2"/>
                  </a:lnTo>
                  <a:lnTo>
                    <a:pt x="7" y="3"/>
                  </a:lnTo>
                  <a:lnTo>
                    <a:pt x="7" y="3"/>
                  </a:lnTo>
                  <a:lnTo>
                    <a:pt x="7" y="3"/>
                  </a:lnTo>
                  <a:lnTo>
                    <a:pt x="7" y="2"/>
                  </a:lnTo>
                  <a:lnTo>
                    <a:pt x="7" y="2"/>
                  </a:lnTo>
                  <a:lnTo>
                    <a:pt x="7" y="2"/>
                  </a:lnTo>
                  <a:lnTo>
                    <a:pt x="7" y="2"/>
                  </a:lnTo>
                  <a:lnTo>
                    <a:pt x="7" y="2"/>
                  </a:lnTo>
                  <a:lnTo>
                    <a:pt x="7" y="0"/>
                  </a:lnTo>
                  <a:lnTo>
                    <a:pt x="7" y="0"/>
                  </a:lnTo>
                  <a:lnTo>
                    <a:pt x="4"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937" name=""/>
            <p:cNvSpPr/>
            <p:nvPr/>
          </p:nvSpPr>
          <p:spPr>
            <a:xfrm>
              <a:off x="6807240" y="4125960"/>
              <a:ext cx="23760" cy="9360"/>
            </a:xfrm>
            <a:custGeom>
              <a:avLst/>
              <a:gdLst/>
              <a:ahLst/>
              <a:rect l="l" t="t" r="r" b="b"/>
              <a:pathLst>
                <a:path w="15" h="6">
                  <a:moveTo>
                    <a:pt x="0" y="1"/>
                  </a:moveTo>
                  <a:lnTo>
                    <a:pt x="1" y="1"/>
                  </a:lnTo>
                  <a:lnTo>
                    <a:pt x="2" y="1"/>
                  </a:lnTo>
                  <a:lnTo>
                    <a:pt x="4" y="2"/>
                  </a:lnTo>
                  <a:lnTo>
                    <a:pt x="6" y="3"/>
                  </a:lnTo>
                  <a:lnTo>
                    <a:pt x="9" y="3"/>
                  </a:lnTo>
                  <a:lnTo>
                    <a:pt x="11" y="5"/>
                  </a:lnTo>
                  <a:lnTo>
                    <a:pt x="11" y="5"/>
                  </a:lnTo>
                  <a:lnTo>
                    <a:pt x="13" y="5"/>
                  </a:lnTo>
                  <a:lnTo>
                    <a:pt x="14" y="5"/>
                  </a:lnTo>
                  <a:lnTo>
                    <a:pt x="13" y="5"/>
                  </a:lnTo>
                  <a:lnTo>
                    <a:pt x="11" y="2"/>
                  </a:lnTo>
                  <a:lnTo>
                    <a:pt x="9" y="0"/>
                  </a:lnTo>
                  <a:lnTo>
                    <a:pt x="6" y="0"/>
                  </a:lnTo>
                  <a:lnTo>
                    <a:pt x="4" y="0"/>
                  </a:lnTo>
                  <a:lnTo>
                    <a:pt x="2" y="0"/>
                  </a:lnTo>
                  <a:lnTo>
                    <a:pt x="1"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2938" name=""/>
            <p:cNvSpPr/>
            <p:nvPr/>
          </p:nvSpPr>
          <p:spPr>
            <a:xfrm>
              <a:off x="6827760" y="413388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939" name=""/>
            <p:cNvSpPr/>
            <p:nvPr/>
          </p:nvSpPr>
          <p:spPr>
            <a:xfrm>
              <a:off x="6824520" y="414648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940" name=""/>
            <p:cNvSpPr/>
            <p:nvPr/>
          </p:nvSpPr>
          <p:spPr>
            <a:xfrm>
              <a:off x="6808680" y="4140360"/>
              <a:ext cx="17640" cy="7920"/>
            </a:xfrm>
            <a:custGeom>
              <a:avLst/>
              <a:gdLst/>
              <a:ahLst/>
              <a:rect l="l" t="t" r="r" b="b"/>
              <a:pathLst>
                <a:path w="11" h="5">
                  <a:moveTo>
                    <a:pt x="0" y="4"/>
                  </a:moveTo>
                  <a:lnTo>
                    <a:pt x="3" y="4"/>
                  </a:lnTo>
                  <a:lnTo>
                    <a:pt x="3" y="4"/>
                  </a:lnTo>
                  <a:lnTo>
                    <a:pt x="5" y="4"/>
                  </a:lnTo>
                  <a:lnTo>
                    <a:pt x="5" y="4"/>
                  </a:lnTo>
                  <a:lnTo>
                    <a:pt x="9" y="4"/>
                  </a:lnTo>
                  <a:lnTo>
                    <a:pt x="10" y="4"/>
                  </a:lnTo>
                  <a:lnTo>
                    <a:pt x="10" y="4"/>
                  </a:lnTo>
                  <a:lnTo>
                    <a:pt x="10" y="4"/>
                  </a:lnTo>
                  <a:lnTo>
                    <a:pt x="10" y="4"/>
                  </a:lnTo>
                  <a:lnTo>
                    <a:pt x="10" y="4"/>
                  </a:lnTo>
                  <a:lnTo>
                    <a:pt x="10" y="4"/>
                  </a:lnTo>
                  <a:lnTo>
                    <a:pt x="9" y="4"/>
                  </a:lnTo>
                  <a:lnTo>
                    <a:pt x="5" y="4"/>
                  </a:lnTo>
                  <a:lnTo>
                    <a:pt x="5" y="4"/>
                  </a:lnTo>
                  <a:lnTo>
                    <a:pt x="3" y="3"/>
                  </a:lnTo>
                  <a:lnTo>
                    <a:pt x="3" y="3"/>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941" name=""/>
            <p:cNvSpPr/>
            <p:nvPr/>
          </p:nvSpPr>
          <p:spPr>
            <a:xfrm>
              <a:off x="6824520" y="414648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942" name=""/>
            <p:cNvSpPr/>
            <p:nvPr/>
          </p:nvSpPr>
          <p:spPr>
            <a:xfrm>
              <a:off x="6858000" y="4103640"/>
              <a:ext cx="4680" cy="3240"/>
            </a:xfrm>
            <a:custGeom>
              <a:avLst/>
              <a:gdLst/>
              <a:ahLst/>
              <a:rect l="l" t="t" r="r" b="b"/>
              <a:pathLst>
                <a:path w="3" h="2">
                  <a:moveTo>
                    <a:pt x="0" y="0"/>
                  </a:moveTo>
                  <a:lnTo>
                    <a:pt x="0" y="1"/>
                  </a:lnTo>
                  <a:lnTo>
                    <a:pt x="0" y="1"/>
                  </a:lnTo>
                  <a:lnTo>
                    <a:pt x="0" y="1"/>
                  </a:lnTo>
                  <a:lnTo>
                    <a:pt x="2"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943" name=""/>
            <p:cNvSpPr/>
            <p:nvPr/>
          </p:nvSpPr>
          <p:spPr>
            <a:xfrm>
              <a:off x="6854760" y="4086360"/>
              <a:ext cx="7920" cy="19080"/>
            </a:xfrm>
            <a:custGeom>
              <a:avLst/>
              <a:gdLst/>
              <a:ahLst/>
              <a:rect l="l" t="t" r="r" b="b"/>
              <a:pathLst>
                <a:path w="5" h="12">
                  <a:moveTo>
                    <a:pt x="0" y="2"/>
                  </a:moveTo>
                  <a:lnTo>
                    <a:pt x="0" y="2"/>
                  </a:lnTo>
                  <a:lnTo>
                    <a:pt x="0" y="3"/>
                  </a:lnTo>
                  <a:lnTo>
                    <a:pt x="0" y="3"/>
                  </a:lnTo>
                  <a:lnTo>
                    <a:pt x="1" y="3"/>
                  </a:lnTo>
                  <a:lnTo>
                    <a:pt x="2" y="6"/>
                  </a:lnTo>
                  <a:lnTo>
                    <a:pt x="2" y="6"/>
                  </a:lnTo>
                  <a:lnTo>
                    <a:pt x="2" y="6"/>
                  </a:lnTo>
                  <a:lnTo>
                    <a:pt x="2" y="11"/>
                  </a:lnTo>
                  <a:lnTo>
                    <a:pt x="2" y="11"/>
                  </a:lnTo>
                  <a:lnTo>
                    <a:pt x="4" y="11"/>
                  </a:lnTo>
                  <a:lnTo>
                    <a:pt x="4" y="11"/>
                  </a:lnTo>
                  <a:lnTo>
                    <a:pt x="4" y="6"/>
                  </a:lnTo>
                  <a:lnTo>
                    <a:pt x="4" y="6"/>
                  </a:lnTo>
                  <a:lnTo>
                    <a:pt x="2" y="6"/>
                  </a:lnTo>
                  <a:lnTo>
                    <a:pt x="2" y="3"/>
                  </a:lnTo>
                  <a:lnTo>
                    <a:pt x="2" y="3"/>
                  </a:lnTo>
                  <a:lnTo>
                    <a:pt x="0" y="2"/>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944" name=""/>
            <p:cNvSpPr/>
            <p:nvPr/>
          </p:nvSpPr>
          <p:spPr>
            <a:xfrm>
              <a:off x="6838920" y="4064040"/>
              <a:ext cx="17640" cy="27000"/>
            </a:xfrm>
            <a:custGeom>
              <a:avLst/>
              <a:gdLst/>
              <a:ahLst/>
              <a:rect l="l" t="t" r="r" b="b"/>
              <a:pathLst>
                <a:path w="11" h="17">
                  <a:moveTo>
                    <a:pt x="0" y="2"/>
                  </a:moveTo>
                  <a:lnTo>
                    <a:pt x="0" y="2"/>
                  </a:lnTo>
                  <a:lnTo>
                    <a:pt x="0" y="4"/>
                  </a:lnTo>
                  <a:lnTo>
                    <a:pt x="0" y="4"/>
                  </a:lnTo>
                  <a:lnTo>
                    <a:pt x="2" y="5"/>
                  </a:lnTo>
                  <a:lnTo>
                    <a:pt x="2" y="7"/>
                  </a:lnTo>
                  <a:lnTo>
                    <a:pt x="6" y="10"/>
                  </a:lnTo>
                  <a:lnTo>
                    <a:pt x="7" y="12"/>
                  </a:lnTo>
                  <a:lnTo>
                    <a:pt x="8" y="14"/>
                  </a:lnTo>
                  <a:lnTo>
                    <a:pt x="10" y="16"/>
                  </a:lnTo>
                  <a:lnTo>
                    <a:pt x="10" y="14"/>
                  </a:lnTo>
                  <a:lnTo>
                    <a:pt x="10" y="13"/>
                  </a:lnTo>
                  <a:lnTo>
                    <a:pt x="7" y="12"/>
                  </a:lnTo>
                  <a:lnTo>
                    <a:pt x="7" y="10"/>
                  </a:lnTo>
                  <a:lnTo>
                    <a:pt x="6" y="7"/>
                  </a:lnTo>
                  <a:lnTo>
                    <a:pt x="2" y="5"/>
                  </a:lnTo>
                  <a:lnTo>
                    <a:pt x="2" y="4"/>
                  </a:lnTo>
                  <a:lnTo>
                    <a:pt x="0" y="2"/>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945" name=""/>
            <p:cNvSpPr/>
            <p:nvPr/>
          </p:nvSpPr>
          <p:spPr>
            <a:xfrm>
              <a:off x="6824520" y="4052880"/>
              <a:ext cx="15840" cy="15840"/>
            </a:xfrm>
            <a:custGeom>
              <a:avLst/>
              <a:gdLst/>
              <a:ahLst/>
              <a:rect l="l" t="t" r="r" b="b"/>
              <a:pathLst>
                <a:path w="10" h="10">
                  <a:moveTo>
                    <a:pt x="0" y="0"/>
                  </a:moveTo>
                  <a:lnTo>
                    <a:pt x="0" y="0"/>
                  </a:lnTo>
                  <a:lnTo>
                    <a:pt x="0" y="0"/>
                  </a:lnTo>
                  <a:lnTo>
                    <a:pt x="0" y="3"/>
                  </a:lnTo>
                  <a:lnTo>
                    <a:pt x="0" y="3"/>
                  </a:lnTo>
                  <a:lnTo>
                    <a:pt x="2" y="6"/>
                  </a:lnTo>
                  <a:lnTo>
                    <a:pt x="3" y="7"/>
                  </a:lnTo>
                  <a:lnTo>
                    <a:pt x="8" y="7"/>
                  </a:lnTo>
                  <a:lnTo>
                    <a:pt x="9" y="9"/>
                  </a:lnTo>
                  <a:lnTo>
                    <a:pt x="9" y="7"/>
                  </a:lnTo>
                  <a:lnTo>
                    <a:pt x="9" y="7"/>
                  </a:lnTo>
                  <a:lnTo>
                    <a:pt x="4" y="6"/>
                  </a:lnTo>
                  <a:lnTo>
                    <a:pt x="2" y="3"/>
                  </a:lnTo>
                  <a:lnTo>
                    <a:pt x="2" y="3"/>
                  </a:ln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946" name=""/>
            <p:cNvSpPr/>
            <p:nvPr/>
          </p:nvSpPr>
          <p:spPr>
            <a:xfrm>
              <a:off x="6838920" y="4064040"/>
              <a:ext cx="1440" cy="4680"/>
            </a:xfrm>
            <a:custGeom>
              <a:avLst/>
              <a:gdLst/>
              <a:ahLst/>
              <a:rect l="l" t="t" r="r" b="b"/>
              <a:pathLst>
                <a:path w="1" h="3">
                  <a:moveTo>
                    <a:pt x="0" y="0"/>
                  </a:moveTo>
                  <a:lnTo>
                    <a:pt x="0" y="0"/>
                  </a:lnTo>
                  <a:lnTo>
                    <a:pt x="0" y="0"/>
                  </a:lnTo>
                  <a:lnTo>
                    <a:pt x="0" y="0"/>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47" name=""/>
            <p:cNvSpPr/>
            <p:nvPr/>
          </p:nvSpPr>
          <p:spPr>
            <a:xfrm>
              <a:off x="6864480" y="4086360"/>
              <a:ext cx="2880" cy="4680"/>
            </a:xfrm>
            <a:custGeom>
              <a:avLst/>
              <a:gdLst/>
              <a:ahLst/>
              <a:rect l="l" t="t" r="r" b="b"/>
              <a:pathLst>
                <a:path w="2" h="3">
                  <a:moveTo>
                    <a:pt x="0" y="0"/>
                  </a:moveTo>
                  <a:lnTo>
                    <a:pt x="0" y="2"/>
                  </a:lnTo>
                  <a:lnTo>
                    <a:pt x="1" y="2"/>
                  </a:lnTo>
                  <a:lnTo>
                    <a:pt x="1" y="2"/>
                  </a:lnTo>
                  <a:lnTo>
                    <a:pt x="1"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48" name=""/>
            <p:cNvSpPr/>
            <p:nvPr/>
          </p:nvSpPr>
          <p:spPr>
            <a:xfrm>
              <a:off x="6864480" y="4064040"/>
              <a:ext cx="2880" cy="27000"/>
            </a:xfrm>
            <a:custGeom>
              <a:avLst/>
              <a:gdLst/>
              <a:ahLst/>
              <a:rect l="l" t="t" r="r" b="b"/>
              <a:pathLst>
                <a:path w="2" h="17">
                  <a:moveTo>
                    <a:pt x="0" y="2"/>
                  </a:moveTo>
                  <a:lnTo>
                    <a:pt x="0" y="2"/>
                  </a:lnTo>
                  <a:lnTo>
                    <a:pt x="0" y="4"/>
                  </a:lnTo>
                  <a:lnTo>
                    <a:pt x="1" y="5"/>
                  </a:lnTo>
                  <a:lnTo>
                    <a:pt x="1" y="7"/>
                  </a:lnTo>
                  <a:lnTo>
                    <a:pt x="1" y="10"/>
                  </a:lnTo>
                  <a:lnTo>
                    <a:pt x="1" y="12"/>
                  </a:lnTo>
                  <a:lnTo>
                    <a:pt x="0" y="13"/>
                  </a:lnTo>
                  <a:lnTo>
                    <a:pt x="0" y="14"/>
                  </a:lnTo>
                  <a:lnTo>
                    <a:pt x="0" y="14"/>
                  </a:lnTo>
                  <a:lnTo>
                    <a:pt x="1" y="16"/>
                  </a:lnTo>
                  <a:lnTo>
                    <a:pt x="1" y="14"/>
                  </a:lnTo>
                  <a:lnTo>
                    <a:pt x="1" y="13"/>
                  </a:lnTo>
                  <a:lnTo>
                    <a:pt x="1" y="12"/>
                  </a:lnTo>
                  <a:lnTo>
                    <a:pt x="1" y="10"/>
                  </a:lnTo>
                  <a:lnTo>
                    <a:pt x="1" y="7"/>
                  </a:lnTo>
                  <a:lnTo>
                    <a:pt x="1" y="5"/>
                  </a:lnTo>
                  <a:lnTo>
                    <a:pt x="1" y="3"/>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949" name=""/>
            <p:cNvSpPr/>
            <p:nvPr/>
          </p:nvSpPr>
          <p:spPr>
            <a:xfrm>
              <a:off x="6854760" y="4052880"/>
              <a:ext cx="11160" cy="15840"/>
            </a:xfrm>
            <a:custGeom>
              <a:avLst/>
              <a:gdLst/>
              <a:ahLst/>
              <a:rect l="l" t="t" r="r" b="b"/>
              <a:pathLst>
                <a:path w="7" h="10">
                  <a:moveTo>
                    <a:pt x="0" y="0"/>
                  </a:moveTo>
                  <a:lnTo>
                    <a:pt x="0" y="0"/>
                  </a:lnTo>
                  <a:lnTo>
                    <a:pt x="0" y="3"/>
                  </a:lnTo>
                  <a:lnTo>
                    <a:pt x="0" y="3"/>
                  </a:lnTo>
                  <a:lnTo>
                    <a:pt x="0" y="5"/>
                  </a:lnTo>
                  <a:lnTo>
                    <a:pt x="1" y="6"/>
                  </a:lnTo>
                  <a:lnTo>
                    <a:pt x="2" y="6"/>
                  </a:lnTo>
                  <a:lnTo>
                    <a:pt x="4" y="7"/>
                  </a:lnTo>
                  <a:lnTo>
                    <a:pt x="5" y="7"/>
                  </a:lnTo>
                  <a:lnTo>
                    <a:pt x="6" y="9"/>
                  </a:lnTo>
                  <a:lnTo>
                    <a:pt x="6" y="7"/>
                  </a:lnTo>
                  <a:lnTo>
                    <a:pt x="5" y="7"/>
                  </a:lnTo>
                  <a:lnTo>
                    <a:pt x="4" y="6"/>
                  </a:lnTo>
                  <a:lnTo>
                    <a:pt x="2" y="6"/>
                  </a:lnTo>
                  <a:lnTo>
                    <a:pt x="2" y="3"/>
                  </a:lnTo>
                  <a:lnTo>
                    <a:pt x="1" y="3"/>
                  </a:lnTo>
                  <a:lnTo>
                    <a:pt x="0" y="3"/>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950" name=""/>
            <p:cNvSpPr/>
            <p:nvPr/>
          </p:nvSpPr>
          <p:spPr>
            <a:xfrm>
              <a:off x="6854760" y="4038480"/>
              <a:ext cx="1800" cy="15840"/>
            </a:xfrm>
            <a:custGeom>
              <a:avLst/>
              <a:gdLst/>
              <a:ahLst/>
              <a:rect l="l" t="t" r="r" b="b"/>
              <a:pathLst>
                <a:path w="1" h="10">
                  <a:moveTo>
                    <a:pt x="0" y="4"/>
                  </a:moveTo>
                  <a:lnTo>
                    <a:pt x="0" y="4"/>
                  </a:lnTo>
                  <a:lnTo>
                    <a:pt x="0" y="4"/>
                  </a:lnTo>
                  <a:lnTo>
                    <a:pt x="0" y="9"/>
                  </a:lnTo>
                  <a:lnTo>
                    <a:pt x="0" y="9"/>
                  </a:lnTo>
                  <a:lnTo>
                    <a:pt x="0" y="9"/>
                  </a:lnTo>
                  <a:lnTo>
                    <a:pt x="0" y="9"/>
                  </a:lnTo>
                  <a:lnTo>
                    <a:pt x="0" y="4"/>
                  </a:lnTo>
                  <a:lnTo>
                    <a:pt x="0" y="4"/>
                  </a:lnTo>
                  <a:lnTo>
                    <a:pt x="0" y="0"/>
                  </a:lnTo>
                  <a:lnTo>
                    <a:pt x="0" y="4"/>
                  </a:lnTo>
                  <a:lnTo>
                    <a:pt x="0" y="4"/>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951" name=""/>
            <p:cNvSpPr/>
            <p:nvPr/>
          </p:nvSpPr>
          <p:spPr>
            <a:xfrm>
              <a:off x="6854760" y="405288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952" name=""/>
            <p:cNvSpPr/>
            <p:nvPr/>
          </p:nvSpPr>
          <p:spPr>
            <a:xfrm>
              <a:off x="6873840" y="4075200"/>
              <a:ext cx="4680" cy="6120"/>
            </a:xfrm>
            <a:custGeom>
              <a:avLst/>
              <a:gdLst/>
              <a:ahLst/>
              <a:rect l="l" t="t" r="r" b="b"/>
              <a:pathLst>
                <a:path w="3" h="4">
                  <a:moveTo>
                    <a:pt x="0" y="0"/>
                  </a:moveTo>
                  <a:lnTo>
                    <a:pt x="0" y="2"/>
                  </a:lnTo>
                  <a:lnTo>
                    <a:pt x="0" y="3"/>
                  </a:lnTo>
                  <a:lnTo>
                    <a:pt x="2" y="3"/>
                  </a:lnTo>
                  <a:lnTo>
                    <a:pt x="2" y="2"/>
                  </a:lnTo>
                  <a:lnTo>
                    <a:pt x="0" y="0"/>
                  </a:lnTo>
                  <a:lnTo>
                    <a:pt x="0"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2953" name=""/>
            <p:cNvSpPr/>
            <p:nvPr/>
          </p:nvSpPr>
          <p:spPr>
            <a:xfrm>
              <a:off x="6873840" y="4060800"/>
              <a:ext cx="11160" cy="19080"/>
            </a:xfrm>
            <a:custGeom>
              <a:avLst/>
              <a:gdLst/>
              <a:ahLst/>
              <a:rect l="l" t="t" r="r" b="b"/>
              <a:pathLst>
                <a:path w="7" h="12">
                  <a:moveTo>
                    <a:pt x="3" y="1"/>
                  </a:moveTo>
                  <a:lnTo>
                    <a:pt x="3" y="1"/>
                  </a:lnTo>
                  <a:lnTo>
                    <a:pt x="6" y="2"/>
                  </a:lnTo>
                  <a:lnTo>
                    <a:pt x="6" y="2"/>
                  </a:lnTo>
                  <a:lnTo>
                    <a:pt x="6" y="5"/>
                  </a:lnTo>
                  <a:lnTo>
                    <a:pt x="3" y="6"/>
                  </a:lnTo>
                  <a:lnTo>
                    <a:pt x="2" y="7"/>
                  </a:lnTo>
                  <a:lnTo>
                    <a:pt x="2" y="9"/>
                  </a:lnTo>
                  <a:lnTo>
                    <a:pt x="0" y="9"/>
                  </a:lnTo>
                  <a:lnTo>
                    <a:pt x="0" y="9"/>
                  </a:lnTo>
                  <a:lnTo>
                    <a:pt x="2" y="11"/>
                  </a:lnTo>
                  <a:lnTo>
                    <a:pt x="2" y="9"/>
                  </a:lnTo>
                  <a:lnTo>
                    <a:pt x="3" y="9"/>
                  </a:lnTo>
                  <a:lnTo>
                    <a:pt x="6" y="7"/>
                  </a:lnTo>
                  <a:lnTo>
                    <a:pt x="6" y="6"/>
                  </a:lnTo>
                  <a:lnTo>
                    <a:pt x="6" y="5"/>
                  </a:lnTo>
                  <a:lnTo>
                    <a:pt x="6" y="2"/>
                  </a:lnTo>
                  <a:lnTo>
                    <a:pt x="6" y="2"/>
                  </a:lnTo>
                  <a:lnTo>
                    <a:pt x="6" y="0"/>
                  </a:lnTo>
                  <a:lnTo>
                    <a:pt x="6" y="0"/>
                  </a:lnTo>
                  <a:lnTo>
                    <a:pt x="3" y="1"/>
                  </a:lnTo>
                  <a:lnTo>
                    <a:pt x="3" y="1"/>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954" name=""/>
            <p:cNvSpPr/>
            <p:nvPr/>
          </p:nvSpPr>
          <p:spPr>
            <a:xfrm>
              <a:off x="6873840" y="4052880"/>
              <a:ext cx="11160" cy="11160"/>
            </a:xfrm>
            <a:custGeom>
              <a:avLst/>
              <a:gdLst/>
              <a:ahLst/>
              <a:rect l="l" t="t" r="r" b="b"/>
              <a:pathLst>
                <a:path w="7" h="7">
                  <a:moveTo>
                    <a:pt x="2" y="0"/>
                  </a:moveTo>
                  <a:lnTo>
                    <a:pt x="2" y="0"/>
                  </a:lnTo>
                  <a:lnTo>
                    <a:pt x="0" y="0"/>
                  </a:lnTo>
                  <a:lnTo>
                    <a:pt x="0" y="0"/>
                  </a:lnTo>
                  <a:lnTo>
                    <a:pt x="2" y="3"/>
                  </a:lnTo>
                  <a:lnTo>
                    <a:pt x="3" y="6"/>
                  </a:lnTo>
                  <a:lnTo>
                    <a:pt x="6" y="5"/>
                  </a:lnTo>
                  <a:lnTo>
                    <a:pt x="3" y="3"/>
                  </a:lnTo>
                  <a:lnTo>
                    <a:pt x="3" y="0"/>
                  </a:lnTo>
                  <a:lnTo>
                    <a:pt x="3" y="0"/>
                  </a:lnTo>
                  <a:lnTo>
                    <a:pt x="3" y="0"/>
                  </a:lnTo>
                  <a:lnTo>
                    <a:pt x="3" y="0"/>
                  </a:lnTo>
                  <a:lnTo>
                    <a:pt x="2" y="0"/>
                  </a:lnTo>
                  <a:lnTo>
                    <a:pt x="2"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2955" name=""/>
            <p:cNvSpPr/>
            <p:nvPr/>
          </p:nvSpPr>
          <p:spPr>
            <a:xfrm>
              <a:off x="6877080" y="4029120"/>
              <a:ext cx="7920" cy="25200"/>
            </a:xfrm>
            <a:custGeom>
              <a:avLst/>
              <a:gdLst/>
              <a:ahLst/>
              <a:rect l="l" t="t" r="r" b="b"/>
              <a:pathLst>
                <a:path w="5" h="16">
                  <a:moveTo>
                    <a:pt x="0" y="0"/>
                  </a:moveTo>
                  <a:lnTo>
                    <a:pt x="1" y="1"/>
                  </a:lnTo>
                  <a:lnTo>
                    <a:pt x="2" y="1"/>
                  </a:lnTo>
                  <a:lnTo>
                    <a:pt x="2" y="3"/>
                  </a:lnTo>
                  <a:lnTo>
                    <a:pt x="2" y="6"/>
                  </a:lnTo>
                  <a:lnTo>
                    <a:pt x="1" y="10"/>
                  </a:lnTo>
                  <a:lnTo>
                    <a:pt x="0" y="10"/>
                  </a:lnTo>
                  <a:lnTo>
                    <a:pt x="0" y="10"/>
                  </a:lnTo>
                  <a:lnTo>
                    <a:pt x="0" y="15"/>
                  </a:lnTo>
                  <a:lnTo>
                    <a:pt x="1" y="15"/>
                  </a:lnTo>
                  <a:lnTo>
                    <a:pt x="2" y="11"/>
                  </a:lnTo>
                  <a:lnTo>
                    <a:pt x="4" y="10"/>
                  </a:lnTo>
                  <a:lnTo>
                    <a:pt x="4" y="10"/>
                  </a:lnTo>
                  <a:lnTo>
                    <a:pt x="4" y="6"/>
                  </a:lnTo>
                  <a:lnTo>
                    <a:pt x="4" y="3"/>
                  </a:lnTo>
                  <a:lnTo>
                    <a:pt x="4" y="1"/>
                  </a:lnTo>
                  <a:lnTo>
                    <a:pt x="4" y="1"/>
                  </a:lnTo>
                  <a:lnTo>
                    <a:pt x="1" y="0"/>
                  </a:lnTo>
                  <a:lnTo>
                    <a:pt x="0" y="0"/>
                  </a:lnTo>
                  <a:lnTo>
                    <a:pt x="0" y="0"/>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2956" name=""/>
            <p:cNvSpPr/>
            <p:nvPr/>
          </p:nvSpPr>
          <p:spPr>
            <a:xfrm>
              <a:off x="6877080" y="4046400"/>
              <a:ext cx="3240" cy="7920"/>
            </a:xfrm>
            <a:custGeom>
              <a:avLst/>
              <a:gdLst/>
              <a:ahLst/>
              <a:rect l="l" t="t" r="r" b="b"/>
              <a:pathLst>
                <a:path w="2" h="5">
                  <a:moveTo>
                    <a:pt x="1" y="0"/>
                  </a:moveTo>
                  <a:lnTo>
                    <a:pt x="0" y="0"/>
                  </a:lnTo>
                  <a:lnTo>
                    <a:pt x="0" y="0"/>
                  </a:lnTo>
                  <a:lnTo>
                    <a:pt x="0" y="4"/>
                  </a:lnTo>
                  <a:lnTo>
                    <a:pt x="0" y="4"/>
                  </a:lnTo>
                  <a:lnTo>
                    <a:pt x="1" y="0"/>
                  </a:lnTo>
                  <a:lnTo>
                    <a:pt x="1"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957" name=""/>
            <p:cNvSpPr/>
            <p:nvPr/>
          </p:nvSpPr>
          <p:spPr>
            <a:xfrm>
              <a:off x="6865920" y="4044960"/>
              <a:ext cx="1440" cy="3240"/>
            </a:xfrm>
            <a:custGeom>
              <a:avLst/>
              <a:gdLst/>
              <a:ahLst/>
              <a:rect l="l" t="t" r="r" b="b"/>
              <a:pathLst>
                <a:path w="1" h="2">
                  <a:moveTo>
                    <a:pt x="0" y="0"/>
                  </a:moveTo>
                  <a:lnTo>
                    <a:pt x="0" y="1"/>
                  </a:lnTo>
                  <a:lnTo>
                    <a:pt x="0" y="1"/>
                  </a:lnTo>
                  <a:lnTo>
                    <a:pt x="0" y="1"/>
                  </a:lnTo>
                  <a:lnTo>
                    <a:pt x="0"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958" name=""/>
            <p:cNvSpPr/>
            <p:nvPr/>
          </p:nvSpPr>
          <p:spPr>
            <a:xfrm>
              <a:off x="6858000" y="4014720"/>
              <a:ext cx="12600" cy="31680"/>
            </a:xfrm>
            <a:custGeom>
              <a:avLst/>
              <a:gdLst/>
              <a:ahLst/>
              <a:rect l="l" t="t" r="r" b="b"/>
              <a:pathLst>
                <a:path w="8" h="20">
                  <a:moveTo>
                    <a:pt x="0" y="2"/>
                  </a:moveTo>
                  <a:lnTo>
                    <a:pt x="3" y="2"/>
                  </a:lnTo>
                  <a:lnTo>
                    <a:pt x="4" y="4"/>
                  </a:lnTo>
                  <a:lnTo>
                    <a:pt x="4" y="9"/>
                  </a:lnTo>
                  <a:lnTo>
                    <a:pt x="5" y="11"/>
                  </a:lnTo>
                  <a:lnTo>
                    <a:pt x="5" y="15"/>
                  </a:lnTo>
                  <a:lnTo>
                    <a:pt x="5" y="19"/>
                  </a:lnTo>
                  <a:lnTo>
                    <a:pt x="5" y="19"/>
                  </a:lnTo>
                  <a:lnTo>
                    <a:pt x="5" y="19"/>
                  </a:lnTo>
                  <a:lnTo>
                    <a:pt x="5" y="19"/>
                  </a:lnTo>
                  <a:lnTo>
                    <a:pt x="5" y="19"/>
                  </a:lnTo>
                  <a:lnTo>
                    <a:pt x="5" y="19"/>
                  </a:lnTo>
                  <a:lnTo>
                    <a:pt x="7" y="15"/>
                  </a:lnTo>
                  <a:lnTo>
                    <a:pt x="5" y="11"/>
                  </a:lnTo>
                  <a:lnTo>
                    <a:pt x="5" y="9"/>
                  </a:lnTo>
                  <a:lnTo>
                    <a:pt x="5" y="4"/>
                  </a:lnTo>
                  <a:lnTo>
                    <a:pt x="4" y="2"/>
                  </a:lnTo>
                  <a:lnTo>
                    <a:pt x="0" y="0"/>
                  </a:lnTo>
                  <a:lnTo>
                    <a:pt x="0" y="2"/>
                  </a:lnTo>
                  <a:lnTo>
                    <a:pt x="0" y="2"/>
                  </a:lnTo>
                </a:path>
              </a:pathLst>
            </a:custGeom>
            <a:solidFill>
              <a:srgbClr val="ffc0b6"/>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2959" name=""/>
            <p:cNvSpPr/>
            <p:nvPr/>
          </p:nvSpPr>
          <p:spPr>
            <a:xfrm>
              <a:off x="6865920" y="4044960"/>
              <a:ext cx="144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960" name=""/>
            <p:cNvSpPr/>
            <p:nvPr/>
          </p:nvSpPr>
          <p:spPr>
            <a:xfrm>
              <a:off x="6889680" y="405756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961" name=""/>
            <p:cNvSpPr/>
            <p:nvPr/>
          </p:nvSpPr>
          <p:spPr>
            <a:xfrm>
              <a:off x="6889680" y="4044960"/>
              <a:ext cx="1800" cy="14400"/>
            </a:xfrm>
            <a:custGeom>
              <a:avLst/>
              <a:gdLst/>
              <a:ahLst/>
              <a:rect l="l" t="t" r="r" b="b"/>
              <a:pathLst>
                <a:path w="1" h="9">
                  <a:moveTo>
                    <a:pt x="0" y="0"/>
                  </a:moveTo>
                  <a:lnTo>
                    <a:pt x="0" y="0"/>
                  </a:lnTo>
                  <a:lnTo>
                    <a:pt x="0" y="0"/>
                  </a:lnTo>
                  <a:lnTo>
                    <a:pt x="0" y="5"/>
                  </a:lnTo>
                  <a:lnTo>
                    <a:pt x="0" y="5"/>
                  </a:lnTo>
                  <a:lnTo>
                    <a:pt x="0" y="8"/>
                  </a:lnTo>
                  <a:lnTo>
                    <a:pt x="0" y="8"/>
                  </a:lnTo>
                  <a:lnTo>
                    <a:pt x="0" y="5"/>
                  </a:lnTo>
                  <a:lnTo>
                    <a:pt x="0" y="5"/>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2962" name=""/>
            <p:cNvSpPr/>
            <p:nvPr/>
          </p:nvSpPr>
          <p:spPr>
            <a:xfrm>
              <a:off x="6889680" y="4019400"/>
              <a:ext cx="9720" cy="27000"/>
            </a:xfrm>
            <a:custGeom>
              <a:avLst/>
              <a:gdLst/>
              <a:ahLst/>
              <a:rect l="l" t="t" r="r" b="b"/>
              <a:pathLst>
                <a:path w="6" h="17">
                  <a:moveTo>
                    <a:pt x="0" y="1"/>
                  </a:moveTo>
                  <a:lnTo>
                    <a:pt x="0" y="2"/>
                  </a:lnTo>
                  <a:lnTo>
                    <a:pt x="0" y="6"/>
                  </a:lnTo>
                  <a:lnTo>
                    <a:pt x="0" y="6"/>
                  </a:lnTo>
                  <a:lnTo>
                    <a:pt x="0" y="7"/>
                  </a:lnTo>
                  <a:lnTo>
                    <a:pt x="0" y="8"/>
                  </a:lnTo>
                  <a:lnTo>
                    <a:pt x="0" y="9"/>
                  </a:lnTo>
                  <a:lnTo>
                    <a:pt x="0" y="12"/>
                  </a:lnTo>
                  <a:lnTo>
                    <a:pt x="0" y="16"/>
                  </a:lnTo>
                  <a:lnTo>
                    <a:pt x="0" y="16"/>
                  </a:lnTo>
                  <a:lnTo>
                    <a:pt x="0" y="12"/>
                  </a:lnTo>
                  <a:lnTo>
                    <a:pt x="0" y="10"/>
                  </a:lnTo>
                  <a:lnTo>
                    <a:pt x="0" y="8"/>
                  </a:lnTo>
                  <a:lnTo>
                    <a:pt x="3" y="7"/>
                  </a:lnTo>
                  <a:lnTo>
                    <a:pt x="5" y="6"/>
                  </a:lnTo>
                  <a:lnTo>
                    <a:pt x="5" y="6"/>
                  </a:lnTo>
                  <a:lnTo>
                    <a:pt x="3" y="2"/>
                  </a:lnTo>
                  <a:lnTo>
                    <a:pt x="0" y="0"/>
                  </a:lnTo>
                  <a:lnTo>
                    <a:pt x="0" y="1"/>
                  </a:lnTo>
                  <a:lnTo>
                    <a:pt x="0" y="1"/>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2963" name=""/>
            <p:cNvSpPr/>
            <p:nvPr/>
          </p:nvSpPr>
          <p:spPr>
            <a:xfrm>
              <a:off x="6889680" y="4038480"/>
              <a:ext cx="1800" cy="7920"/>
            </a:xfrm>
            <a:custGeom>
              <a:avLst/>
              <a:gdLst/>
              <a:ahLst/>
              <a:rect l="l" t="t" r="r" b="b"/>
              <a:pathLst>
                <a:path w="1" h="5">
                  <a:moveTo>
                    <a:pt x="0" y="4"/>
                  </a:moveTo>
                  <a:lnTo>
                    <a:pt x="0" y="0"/>
                  </a:lnTo>
                  <a:lnTo>
                    <a:pt x="0" y="4"/>
                  </a:lnTo>
                  <a:lnTo>
                    <a:pt x="0" y="4"/>
                  </a:lnTo>
                  <a:lnTo>
                    <a:pt x="0" y="4"/>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2964" name=""/>
            <p:cNvSpPr/>
            <p:nvPr/>
          </p:nvSpPr>
          <p:spPr>
            <a:xfrm>
              <a:off x="6889680" y="4105440"/>
              <a:ext cx="1800" cy="2880"/>
            </a:xfrm>
            <a:custGeom>
              <a:avLst/>
              <a:gdLst/>
              <a:ahLst/>
              <a:rect l="l" t="t" r="r" b="b"/>
              <a:pathLst>
                <a:path w="1" h="2">
                  <a:moveTo>
                    <a:pt x="0" y="0"/>
                  </a:moveTo>
                  <a:lnTo>
                    <a:pt x="0" y="1"/>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2965" name=""/>
            <p:cNvSpPr/>
            <p:nvPr/>
          </p:nvSpPr>
          <p:spPr>
            <a:xfrm>
              <a:off x="6889680" y="4091040"/>
              <a:ext cx="27000" cy="17280"/>
            </a:xfrm>
            <a:custGeom>
              <a:avLst/>
              <a:gdLst/>
              <a:ahLst/>
              <a:rect l="l" t="t" r="r" b="b"/>
              <a:pathLst>
                <a:path w="17" h="11">
                  <a:moveTo>
                    <a:pt x="14" y="0"/>
                  </a:moveTo>
                  <a:lnTo>
                    <a:pt x="14" y="0"/>
                  </a:lnTo>
                  <a:lnTo>
                    <a:pt x="14" y="0"/>
                  </a:lnTo>
                  <a:lnTo>
                    <a:pt x="10" y="3"/>
                  </a:lnTo>
                  <a:lnTo>
                    <a:pt x="9" y="3"/>
                  </a:lnTo>
                  <a:lnTo>
                    <a:pt x="7" y="4"/>
                  </a:lnTo>
                  <a:lnTo>
                    <a:pt x="5" y="8"/>
                  </a:lnTo>
                  <a:lnTo>
                    <a:pt x="3" y="9"/>
                  </a:lnTo>
                  <a:lnTo>
                    <a:pt x="0" y="9"/>
                  </a:lnTo>
                  <a:lnTo>
                    <a:pt x="0" y="9"/>
                  </a:lnTo>
                  <a:lnTo>
                    <a:pt x="0" y="10"/>
                  </a:lnTo>
                  <a:lnTo>
                    <a:pt x="0" y="10"/>
                  </a:lnTo>
                  <a:lnTo>
                    <a:pt x="3" y="9"/>
                  </a:lnTo>
                  <a:lnTo>
                    <a:pt x="5" y="9"/>
                  </a:lnTo>
                  <a:lnTo>
                    <a:pt x="7" y="8"/>
                  </a:lnTo>
                  <a:lnTo>
                    <a:pt x="9" y="3"/>
                  </a:lnTo>
                  <a:lnTo>
                    <a:pt x="14" y="3"/>
                  </a:lnTo>
                  <a:lnTo>
                    <a:pt x="14" y="1"/>
                  </a:lnTo>
                  <a:lnTo>
                    <a:pt x="16" y="0"/>
                  </a:lnTo>
                  <a:lnTo>
                    <a:pt x="16" y="0"/>
                  </a:lnTo>
                  <a:lnTo>
                    <a:pt x="14" y="0"/>
                  </a:lnTo>
                  <a:lnTo>
                    <a:pt x="14" y="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966" name=""/>
            <p:cNvSpPr/>
            <p:nvPr/>
          </p:nvSpPr>
          <p:spPr>
            <a:xfrm>
              <a:off x="6912000" y="4071960"/>
              <a:ext cx="6480" cy="20520"/>
            </a:xfrm>
            <a:custGeom>
              <a:avLst/>
              <a:gdLst/>
              <a:ahLst/>
              <a:rect l="l" t="t" r="r" b="b"/>
              <a:pathLst>
                <a:path w="4" h="13">
                  <a:moveTo>
                    <a:pt x="3" y="0"/>
                  </a:moveTo>
                  <a:lnTo>
                    <a:pt x="3" y="0"/>
                  </a:lnTo>
                  <a:lnTo>
                    <a:pt x="3" y="0"/>
                  </a:lnTo>
                  <a:lnTo>
                    <a:pt x="3" y="2"/>
                  </a:lnTo>
                  <a:lnTo>
                    <a:pt x="2" y="5"/>
                  </a:lnTo>
                  <a:lnTo>
                    <a:pt x="2" y="5"/>
                  </a:lnTo>
                  <a:lnTo>
                    <a:pt x="2" y="8"/>
                  </a:lnTo>
                  <a:lnTo>
                    <a:pt x="2" y="9"/>
                  </a:lnTo>
                  <a:lnTo>
                    <a:pt x="2" y="12"/>
                  </a:lnTo>
                  <a:lnTo>
                    <a:pt x="0" y="12"/>
                  </a:lnTo>
                  <a:lnTo>
                    <a:pt x="2" y="12"/>
                  </a:lnTo>
                  <a:lnTo>
                    <a:pt x="2" y="12"/>
                  </a:lnTo>
                  <a:lnTo>
                    <a:pt x="3" y="11"/>
                  </a:lnTo>
                  <a:lnTo>
                    <a:pt x="3" y="8"/>
                  </a:lnTo>
                  <a:lnTo>
                    <a:pt x="3" y="7"/>
                  </a:lnTo>
                  <a:lnTo>
                    <a:pt x="3" y="5"/>
                  </a:lnTo>
                  <a:lnTo>
                    <a:pt x="3" y="2"/>
                  </a:lnTo>
                  <a:lnTo>
                    <a:pt x="3" y="2"/>
                  </a:lnTo>
                  <a:lnTo>
                    <a:pt x="3" y="0"/>
                  </a:lnTo>
                  <a:lnTo>
                    <a:pt x="3" y="0"/>
                  </a:lnTo>
                  <a:lnTo>
                    <a:pt x="3" y="0"/>
                  </a:lnTo>
                  <a:lnTo>
                    <a:pt x="3"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967" name=""/>
            <p:cNvSpPr/>
            <p:nvPr/>
          </p:nvSpPr>
          <p:spPr>
            <a:xfrm>
              <a:off x="6916680" y="4038480"/>
              <a:ext cx="31680" cy="34920"/>
            </a:xfrm>
            <a:custGeom>
              <a:avLst/>
              <a:gdLst/>
              <a:ahLst/>
              <a:rect l="l" t="t" r="r" b="b"/>
              <a:pathLst>
                <a:path w="20" h="22">
                  <a:moveTo>
                    <a:pt x="17" y="0"/>
                  </a:moveTo>
                  <a:lnTo>
                    <a:pt x="14" y="4"/>
                  </a:lnTo>
                  <a:lnTo>
                    <a:pt x="14" y="5"/>
                  </a:lnTo>
                  <a:lnTo>
                    <a:pt x="11" y="9"/>
                  </a:lnTo>
                  <a:lnTo>
                    <a:pt x="10" y="12"/>
                  </a:lnTo>
                  <a:lnTo>
                    <a:pt x="8" y="16"/>
                  </a:lnTo>
                  <a:lnTo>
                    <a:pt x="7" y="18"/>
                  </a:lnTo>
                  <a:lnTo>
                    <a:pt x="0" y="20"/>
                  </a:lnTo>
                  <a:lnTo>
                    <a:pt x="0" y="21"/>
                  </a:lnTo>
                  <a:lnTo>
                    <a:pt x="0" y="21"/>
                  </a:lnTo>
                  <a:lnTo>
                    <a:pt x="2" y="21"/>
                  </a:lnTo>
                  <a:lnTo>
                    <a:pt x="7" y="19"/>
                  </a:lnTo>
                  <a:lnTo>
                    <a:pt x="8" y="16"/>
                  </a:lnTo>
                  <a:lnTo>
                    <a:pt x="10" y="12"/>
                  </a:lnTo>
                  <a:lnTo>
                    <a:pt x="11" y="9"/>
                  </a:lnTo>
                  <a:lnTo>
                    <a:pt x="14" y="9"/>
                  </a:lnTo>
                  <a:lnTo>
                    <a:pt x="19" y="4"/>
                  </a:lnTo>
                  <a:lnTo>
                    <a:pt x="19" y="0"/>
                  </a:lnTo>
                  <a:lnTo>
                    <a:pt x="17" y="0"/>
                  </a:lnTo>
                  <a:lnTo>
                    <a:pt x="17" y="0"/>
                  </a:lnTo>
                </a:path>
              </a:pathLst>
            </a:custGeom>
            <a:solidFill>
              <a:srgbClr val="ffc0b6"/>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2968" name=""/>
            <p:cNvSpPr/>
            <p:nvPr/>
          </p:nvSpPr>
          <p:spPr>
            <a:xfrm>
              <a:off x="6916680" y="407196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969" name=""/>
            <p:cNvSpPr/>
            <p:nvPr/>
          </p:nvSpPr>
          <p:spPr>
            <a:xfrm>
              <a:off x="6929280" y="409104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970" name=""/>
            <p:cNvSpPr/>
            <p:nvPr/>
          </p:nvSpPr>
          <p:spPr>
            <a:xfrm>
              <a:off x="6929280" y="4079880"/>
              <a:ext cx="19080" cy="12600"/>
            </a:xfrm>
            <a:custGeom>
              <a:avLst/>
              <a:gdLst/>
              <a:ahLst/>
              <a:rect l="l" t="t" r="r" b="b"/>
              <a:pathLst>
                <a:path w="12" h="8">
                  <a:moveTo>
                    <a:pt x="11" y="0"/>
                  </a:moveTo>
                  <a:lnTo>
                    <a:pt x="11" y="0"/>
                  </a:lnTo>
                  <a:lnTo>
                    <a:pt x="11" y="2"/>
                  </a:lnTo>
                  <a:lnTo>
                    <a:pt x="6" y="3"/>
                  </a:lnTo>
                  <a:lnTo>
                    <a:pt x="6" y="4"/>
                  </a:lnTo>
                  <a:lnTo>
                    <a:pt x="3" y="6"/>
                  </a:lnTo>
                  <a:lnTo>
                    <a:pt x="2" y="7"/>
                  </a:lnTo>
                  <a:lnTo>
                    <a:pt x="2" y="7"/>
                  </a:lnTo>
                  <a:lnTo>
                    <a:pt x="0" y="7"/>
                  </a:lnTo>
                  <a:lnTo>
                    <a:pt x="0" y="7"/>
                  </a:lnTo>
                  <a:lnTo>
                    <a:pt x="0" y="7"/>
                  </a:lnTo>
                  <a:lnTo>
                    <a:pt x="2" y="7"/>
                  </a:lnTo>
                  <a:lnTo>
                    <a:pt x="2" y="7"/>
                  </a:lnTo>
                  <a:lnTo>
                    <a:pt x="3" y="7"/>
                  </a:lnTo>
                  <a:lnTo>
                    <a:pt x="3" y="7"/>
                  </a:lnTo>
                  <a:lnTo>
                    <a:pt x="6" y="6"/>
                  </a:lnTo>
                  <a:lnTo>
                    <a:pt x="11" y="4"/>
                  </a:lnTo>
                  <a:lnTo>
                    <a:pt x="11" y="2"/>
                  </a:lnTo>
                  <a:lnTo>
                    <a:pt x="11" y="0"/>
                  </a:lnTo>
                  <a:lnTo>
                    <a:pt x="11" y="0"/>
                  </a:lnTo>
                  <a:lnTo>
                    <a:pt x="11" y="0"/>
                  </a:lnTo>
                  <a:lnTo>
                    <a:pt x="11"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971" name=""/>
            <p:cNvSpPr/>
            <p:nvPr/>
          </p:nvSpPr>
          <p:spPr>
            <a:xfrm>
              <a:off x="6946920" y="4062240"/>
              <a:ext cx="4680" cy="19080"/>
            </a:xfrm>
            <a:custGeom>
              <a:avLst/>
              <a:gdLst/>
              <a:ahLst/>
              <a:rect l="l" t="t" r="r" b="b"/>
              <a:pathLst>
                <a:path w="3" h="12">
                  <a:moveTo>
                    <a:pt x="1" y="0"/>
                  </a:moveTo>
                  <a:lnTo>
                    <a:pt x="1" y="0"/>
                  </a:lnTo>
                  <a:lnTo>
                    <a:pt x="1" y="0"/>
                  </a:lnTo>
                  <a:lnTo>
                    <a:pt x="0" y="1"/>
                  </a:lnTo>
                  <a:lnTo>
                    <a:pt x="0" y="1"/>
                  </a:lnTo>
                  <a:lnTo>
                    <a:pt x="0" y="4"/>
                  </a:lnTo>
                  <a:lnTo>
                    <a:pt x="0" y="5"/>
                  </a:lnTo>
                  <a:lnTo>
                    <a:pt x="0" y="6"/>
                  </a:lnTo>
                  <a:lnTo>
                    <a:pt x="0" y="8"/>
                  </a:lnTo>
                  <a:lnTo>
                    <a:pt x="0" y="11"/>
                  </a:lnTo>
                  <a:lnTo>
                    <a:pt x="0" y="11"/>
                  </a:lnTo>
                  <a:lnTo>
                    <a:pt x="0" y="8"/>
                  </a:lnTo>
                  <a:lnTo>
                    <a:pt x="0" y="8"/>
                  </a:lnTo>
                  <a:lnTo>
                    <a:pt x="0" y="6"/>
                  </a:lnTo>
                  <a:lnTo>
                    <a:pt x="0" y="5"/>
                  </a:lnTo>
                  <a:lnTo>
                    <a:pt x="1" y="3"/>
                  </a:lnTo>
                  <a:lnTo>
                    <a:pt x="2" y="1"/>
                  </a:lnTo>
                  <a:lnTo>
                    <a:pt x="2" y="1"/>
                  </a:lnTo>
                  <a:lnTo>
                    <a:pt x="2" y="1"/>
                  </a:lnTo>
                  <a:lnTo>
                    <a:pt x="2" y="1"/>
                  </a:lnTo>
                  <a:lnTo>
                    <a:pt x="1" y="0"/>
                  </a:lnTo>
                  <a:lnTo>
                    <a:pt x="1"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972" name=""/>
            <p:cNvSpPr/>
            <p:nvPr/>
          </p:nvSpPr>
          <p:spPr>
            <a:xfrm>
              <a:off x="6948360" y="4030560"/>
              <a:ext cx="17640" cy="34920"/>
            </a:xfrm>
            <a:custGeom>
              <a:avLst/>
              <a:gdLst/>
              <a:ahLst/>
              <a:rect l="l" t="t" r="r" b="b"/>
              <a:pathLst>
                <a:path w="11" h="22">
                  <a:moveTo>
                    <a:pt x="10" y="0"/>
                  </a:moveTo>
                  <a:lnTo>
                    <a:pt x="10" y="2"/>
                  </a:lnTo>
                  <a:lnTo>
                    <a:pt x="7" y="9"/>
                  </a:lnTo>
                  <a:lnTo>
                    <a:pt x="6" y="9"/>
                  </a:lnTo>
                  <a:lnTo>
                    <a:pt x="3" y="14"/>
                  </a:lnTo>
                  <a:lnTo>
                    <a:pt x="1" y="14"/>
                  </a:lnTo>
                  <a:lnTo>
                    <a:pt x="1" y="17"/>
                  </a:lnTo>
                  <a:lnTo>
                    <a:pt x="1" y="20"/>
                  </a:lnTo>
                  <a:lnTo>
                    <a:pt x="0" y="20"/>
                  </a:lnTo>
                  <a:lnTo>
                    <a:pt x="1" y="21"/>
                  </a:lnTo>
                  <a:lnTo>
                    <a:pt x="1" y="20"/>
                  </a:lnTo>
                  <a:lnTo>
                    <a:pt x="1" y="17"/>
                  </a:lnTo>
                  <a:lnTo>
                    <a:pt x="3" y="14"/>
                  </a:lnTo>
                  <a:lnTo>
                    <a:pt x="4" y="14"/>
                  </a:lnTo>
                  <a:lnTo>
                    <a:pt x="7" y="9"/>
                  </a:lnTo>
                  <a:lnTo>
                    <a:pt x="10" y="9"/>
                  </a:lnTo>
                  <a:lnTo>
                    <a:pt x="10" y="2"/>
                  </a:lnTo>
                  <a:lnTo>
                    <a:pt x="10" y="0"/>
                  </a:lnTo>
                  <a:lnTo>
                    <a:pt x="10" y="0"/>
                  </a:lnTo>
                  <a:lnTo>
                    <a:pt x="10" y="0"/>
                  </a:lnTo>
                </a:path>
              </a:pathLst>
            </a:custGeom>
            <a:solidFill>
              <a:srgbClr val="ffc0b6"/>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2973" name=""/>
            <p:cNvSpPr/>
            <p:nvPr/>
          </p:nvSpPr>
          <p:spPr>
            <a:xfrm>
              <a:off x="6948360" y="4062240"/>
              <a:ext cx="3240" cy="1800"/>
            </a:xfrm>
            <a:custGeom>
              <a:avLst/>
              <a:gdLst/>
              <a:ahLst/>
              <a:rect l="l" t="t" r="r" b="b"/>
              <a:pathLst>
                <a:path w="2" h="1">
                  <a:moveTo>
                    <a:pt x="1" y="0"/>
                  </a:moveTo>
                  <a:lnTo>
                    <a:pt x="1" y="0"/>
                  </a:lnTo>
                  <a:lnTo>
                    <a:pt x="1" y="0"/>
                  </a:lnTo>
                  <a:lnTo>
                    <a:pt x="0"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974" name=""/>
            <p:cNvSpPr/>
            <p:nvPr/>
          </p:nvSpPr>
          <p:spPr>
            <a:xfrm>
              <a:off x="7000920" y="4052880"/>
              <a:ext cx="9360" cy="1440"/>
            </a:xfrm>
            <a:custGeom>
              <a:avLst/>
              <a:gdLst/>
              <a:ahLst/>
              <a:rect l="l" t="t" r="r" b="b"/>
              <a:pathLst>
                <a:path w="6" h="1">
                  <a:moveTo>
                    <a:pt x="5" y="0"/>
                  </a:moveTo>
                  <a:lnTo>
                    <a:pt x="3" y="0"/>
                  </a:lnTo>
                  <a:lnTo>
                    <a:pt x="1" y="0"/>
                  </a:lnTo>
                  <a:lnTo>
                    <a:pt x="1" y="0"/>
                  </a:lnTo>
                  <a:lnTo>
                    <a:pt x="0" y="0"/>
                  </a:lnTo>
                  <a:lnTo>
                    <a:pt x="5" y="0"/>
                  </a:lnTo>
                  <a:lnTo>
                    <a:pt x="5"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975" name=""/>
            <p:cNvSpPr/>
            <p:nvPr/>
          </p:nvSpPr>
          <p:spPr>
            <a:xfrm>
              <a:off x="7000920" y="4052880"/>
              <a:ext cx="9360" cy="15840"/>
            </a:xfrm>
            <a:custGeom>
              <a:avLst/>
              <a:gdLst/>
              <a:ahLst/>
              <a:rect l="l" t="t" r="r" b="b"/>
              <a:pathLst>
                <a:path w="6" h="10">
                  <a:moveTo>
                    <a:pt x="0" y="9"/>
                  </a:moveTo>
                  <a:lnTo>
                    <a:pt x="0" y="9"/>
                  </a:lnTo>
                  <a:lnTo>
                    <a:pt x="1" y="7"/>
                  </a:lnTo>
                  <a:lnTo>
                    <a:pt x="5" y="7"/>
                  </a:lnTo>
                  <a:lnTo>
                    <a:pt x="5" y="6"/>
                  </a:lnTo>
                  <a:lnTo>
                    <a:pt x="5" y="3"/>
                  </a:lnTo>
                  <a:lnTo>
                    <a:pt x="5" y="0"/>
                  </a:lnTo>
                  <a:lnTo>
                    <a:pt x="5" y="0"/>
                  </a:lnTo>
                  <a:lnTo>
                    <a:pt x="5" y="0"/>
                  </a:lnTo>
                  <a:lnTo>
                    <a:pt x="5" y="0"/>
                  </a:lnTo>
                  <a:lnTo>
                    <a:pt x="0" y="0"/>
                  </a:lnTo>
                  <a:lnTo>
                    <a:pt x="1" y="0"/>
                  </a:lnTo>
                  <a:lnTo>
                    <a:pt x="1" y="0"/>
                  </a:lnTo>
                  <a:lnTo>
                    <a:pt x="1" y="0"/>
                  </a:lnTo>
                  <a:lnTo>
                    <a:pt x="1" y="3"/>
                  </a:lnTo>
                  <a:lnTo>
                    <a:pt x="1" y="6"/>
                  </a:lnTo>
                  <a:lnTo>
                    <a:pt x="1" y="6"/>
                  </a:lnTo>
                  <a:lnTo>
                    <a:pt x="0" y="7"/>
                  </a:lnTo>
                  <a:lnTo>
                    <a:pt x="0" y="7"/>
                  </a:lnTo>
                  <a:lnTo>
                    <a:pt x="0" y="7"/>
                  </a:lnTo>
                  <a:lnTo>
                    <a:pt x="0" y="9"/>
                  </a:lnTo>
                  <a:lnTo>
                    <a:pt x="0" y="9"/>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2976" name=""/>
            <p:cNvSpPr/>
            <p:nvPr/>
          </p:nvSpPr>
          <p:spPr>
            <a:xfrm>
              <a:off x="6989760" y="4064040"/>
              <a:ext cx="12600" cy="12600"/>
            </a:xfrm>
            <a:custGeom>
              <a:avLst/>
              <a:gdLst/>
              <a:ahLst/>
              <a:rect l="l" t="t" r="r" b="b"/>
              <a:pathLst>
                <a:path w="8" h="8">
                  <a:moveTo>
                    <a:pt x="2" y="7"/>
                  </a:moveTo>
                  <a:lnTo>
                    <a:pt x="2" y="7"/>
                  </a:lnTo>
                  <a:lnTo>
                    <a:pt x="2" y="5"/>
                  </a:lnTo>
                  <a:lnTo>
                    <a:pt x="2" y="5"/>
                  </a:lnTo>
                  <a:lnTo>
                    <a:pt x="2" y="5"/>
                  </a:lnTo>
                  <a:lnTo>
                    <a:pt x="5" y="4"/>
                  </a:lnTo>
                  <a:lnTo>
                    <a:pt x="5" y="4"/>
                  </a:lnTo>
                  <a:lnTo>
                    <a:pt x="5" y="4"/>
                  </a:lnTo>
                  <a:lnTo>
                    <a:pt x="6" y="3"/>
                  </a:lnTo>
                  <a:lnTo>
                    <a:pt x="7" y="2"/>
                  </a:lnTo>
                  <a:lnTo>
                    <a:pt x="7" y="0"/>
                  </a:lnTo>
                  <a:lnTo>
                    <a:pt x="5" y="2"/>
                  </a:lnTo>
                  <a:lnTo>
                    <a:pt x="5" y="3"/>
                  </a:lnTo>
                  <a:lnTo>
                    <a:pt x="5" y="3"/>
                  </a:lnTo>
                  <a:lnTo>
                    <a:pt x="2" y="4"/>
                  </a:lnTo>
                  <a:lnTo>
                    <a:pt x="2" y="4"/>
                  </a:lnTo>
                  <a:lnTo>
                    <a:pt x="1" y="4"/>
                  </a:lnTo>
                  <a:lnTo>
                    <a:pt x="0" y="5"/>
                  </a:lnTo>
                  <a:lnTo>
                    <a:pt x="0" y="7"/>
                  </a:lnTo>
                  <a:lnTo>
                    <a:pt x="0" y="7"/>
                  </a:lnTo>
                  <a:lnTo>
                    <a:pt x="2" y="7"/>
                  </a:lnTo>
                  <a:lnTo>
                    <a:pt x="2" y="7"/>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2977" name=""/>
            <p:cNvSpPr/>
            <p:nvPr/>
          </p:nvSpPr>
          <p:spPr>
            <a:xfrm>
              <a:off x="6978600" y="4075200"/>
              <a:ext cx="15840" cy="17280"/>
            </a:xfrm>
            <a:custGeom>
              <a:avLst/>
              <a:gdLst/>
              <a:ahLst/>
              <a:rect l="l" t="t" r="r" b="b"/>
              <a:pathLst>
                <a:path w="10" h="11">
                  <a:moveTo>
                    <a:pt x="0" y="10"/>
                  </a:moveTo>
                  <a:lnTo>
                    <a:pt x="2" y="10"/>
                  </a:lnTo>
                  <a:lnTo>
                    <a:pt x="5" y="10"/>
                  </a:lnTo>
                  <a:lnTo>
                    <a:pt x="6" y="9"/>
                  </a:lnTo>
                  <a:lnTo>
                    <a:pt x="6" y="7"/>
                  </a:lnTo>
                  <a:lnTo>
                    <a:pt x="7" y="5"/>
                  </a:lnTo>
                  <a:lnTo>
                    <a:pt x="7" y="3"/>
                  </a:lnTo>
                  <a:lnTo>
                    <a:pt x="9" y="2"/>
                  </a:lnTo>
                  <a:lnTo>
                    <a:pt x="9" y="0"/>
                  </a:lnTo>
                  <a:lnTo>
                    <a:pt x="7" y="0"/>
                  </a:lnTo>
                  <a:lnTo>
                    <a:pt x="7" y="0"/>
                  </a:lnTo>
                  <a:lnTo>
                    <a:pt x="7" y="3"/>
                  </a:lnTo>
                  <a:lnTo>
                    <a:pt x="6" y="5"/>
                  </a:lnTo>
                  <a:lnTo>
                    <a:pt x="6" y="6"/>
                  </a:lnTo>
                  <a:lnTo>
                    <a:pt x="6" y="7"/>
                  </a:lnTo>
                  <a:lnTo>
                    <a:pt x="5" y="9"/>
                  </a:lnTo>
                  <a:lnTo>
                    <a:pt x="0" y="9"/>
                  </a:lnTo>
                  <a:lnTo>
                    <a:pt x="0" y="9"/>
                  </a:lnTo>
                  <a:lnTo>
                    <a:pt x="0" y="10"/>
                  </a:lnTo>
                  <a:lnTo>
                    <a:pt x="0" y="1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2978" name=""/>
            <p:cNvSpPr/>
            <p:nvPr/>
          </p:nvSpPr>
          <p:spPr>
            <a:xfrm>
              <a:off x="6989760" y="4071960"/>
              <a:ext cx="3240" cy="4680"/>
            </a:xfrm>
            <a:custGeom>
              <a:avLst/>
              <a:gdLst/>
              <a:ahLst/>
              <a:rect l="l" t="t" r="r" b="b"/>
              <a:pathLst>
                <a:path w="2" h="3">
                  <a:moveTo>
                    <a:pt x="1" y="0"/>
                  </a:moveTo>
                  <a:lnTo>
                    <a:pt x="0" y="2"/>
                  </a:lnTo>
                  <a:lnTo>
                    <a:pt x="0" y="2"/>
                  </a:lnTo>
                  <a:lnTo>
                    <a:pt x="0" y="2"/>
                  </a:lnTo>
                  <a:lnTo>
                    <a:pt x="1" y="2"/>
                  </a:lnTo>
                  <a:lnTo>
                    <a:pt x="1" y="0"/>
                  </a:lnTo>
                  <a:lnTo>
                    <a:pt x="1"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79" name=""/>
            <p:cNvSpPr/>
            <p:nvPr/>
          </p:nvSpPr>
          <p:spPr>
            <a:xfrm>
              <a:off x="7016760" y="408636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980" name=""/>
            <p:cNvSpPr/>
            <p:nvPr/>
          </p:nvSpPr>
          <p:spPr>
            <a:xfrm>
              <a:off x="7016760" y="4062240"/>
              <a:ext cx="15840" cy="25560"/>
            </a:xfrm>
            <a:custGeom>
              <a:avLst/>
              <a:gdLst/>
              <a:ahLst/>
              <a:rect l="l" t="t" r="r" b="b"/>
              <a:pathLst>
                <a:path w="10" h="16">
                  <a:moveTo>
                    <a:pt x="9" y="0"/>
                  </a:moveTo>
                  <a:lnTo>
                    <a:pt x="9" y="0"/>
                  </a:lnTo>
                  <a:lnTo>
                    <a:pt x="7" y="1"/>
                  </a:lnTo>
                  <a:lnTo>
                    <a:pt x="7" y="1"/>
                  </a:lnTo>
                  <a:lnTo>
                    <a:pt x="6" y="5"/>
                  </a:lnTo>
                  <a:lnTo>
                    <a:pt x="2" y="6"/>
                  </a:lnTo>
                  <a:lnTo>
                    <a:pt x="0" y="11"/>
                  </a:lnTo>
                  <a:lnTo>
                    <a:pt x="0" y="13"/>
                  </a:lnTo>
                  <a:lnTo>
                    <a:pt x="0" y="14"/>
                  </a:lnTo>
                  <a:lnTo>
                    <a:pt x="0" y="15"/>
                  </a:lnTo>
                  <a:lnTo>
                    <a:pt x="0" y="15"/>
                  </a:lnTo>
                  <a:lnTo>
                    <a:pt x="0" y="14"/>
                  </a:lnTo>
                  <a:lnTo>
                    <a:pt x="0" y="13"/>
                  </a:lnTo>
                  <a:lnTo>
                    <a:pt x="0" y="11"/>
                  </a:lnTo>
                  <a:lnTo>
                    <a:pt x="6" y="8"/>
                  </a:lnTo>
                  <a:lnTo>
                    <a:pt x="7" y="5"/>
                  </a:lnTo>
                  <a:lnTo>
                    <a:pt x="7" y="3"/>
                  </a:lnTo>
                  <a:lnTo>
                    <a:pt x="7" y="1"/>
                  </a:lnTo>
                  <a:lnTo>
                    <a:pt x="9" y="0"/>
                  </a:lnTo>
                  <a:lnTo>
                    <a:pt x="9" y="0"/>
                  </a:lnTo>
                  <a:lnTo>
                    <a:pt x="9" y="0"/>
                  </a:lnTo>
                  <a:lnTo>
                    <a:pt x="9" y="0"/>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2981" name=""/>
            <p:cNvSpPr/>
            <p:nvPr/>
          </p:nvSpPr>
          <p:spPr>
            <a:xfrm>
              <a:off x="7031160" y="4044960"/>
              <a:ext cx="14040" cy="19080"/>
            </a:xfrm>
            <a:custGeom>
              <a:avLst/>
              <a:gdLst/>
              <a:ahLst/>
              <a:rect l="l" t="t" r="r" b="b"/>
              <a:pathLst>
                <a:path w="9" h="12">
                  <a:moveTo>
                    <a:pt x="8" y="0"/>
                  </a:moveTo>
                  <a:lnTo>
                    <a:pt x="8" y="0"/>
                  </a:lnTo>
                  <a:lnTo>
                    <a:pt x="5" y="0"/>
                  </a:lnTo>
                  <a:lnTo>
                    <a:pt x="5" y="0"/>
                  </a:lnTo>
                  <a:lnTo>
                    <a:pt x="5" y="1"/>
                  </a:lnTo>
                  <a:lnTo>
                    <a:pt x="3" y="5"/>
                  </a:lnTo>
                  <a:lnTo>
                    <a:pt x="3" y="5"/>
                  </a:lnTo>
                  <a:lnTo>
                    <a:pt x="2" y="8"/>
                  </a:lnTo>
                  <a:lnTo>
                    <a:pt x="1" y="8"/>
                  </a:lnTo>
                  <a:lnTo>
                    <a:pt x="0" y="11"/>
                  </a:lnTo>
                  <a:lnTo>
                    <a:pt x="0" y="11"/>
                  </a:lnTo>
                  <a:lnTo>
                    <a:pt x="2" y="10"/>
                  </a:lnTo>
                  <a:lnTo>
                    <a:pt x="3" y="8"/>
                  </a:lnTo>
                  <a:lnTo>
                    <a:pt x="3" y="5"/>
                  </a:lnTo>
                  <a:lnTo>
                    <a:pt x="5" y="5"/>
                  </a:lnTo>
                  <a:lnTo>
                    <a:pt x="8" y="5"/>
                  </a:lnTo>
                  <a:lnTo>
                    <a:pt x="8" y="0"/>
                  </a:lnTo>
                  <a:lnTo>
                    <a:pt x="8" y="0"/>
                  </a:lnTo>
                  <a:lnTo>
                    <a:pt x="8"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982" name=""/>
            <p:cNvSpPr/>
            <p:nvPr/>
          </p:nvSpPr>
          <p:spPr>
            <a:xfrm>
              <a:off x="7043760" y="4014720"/>
              <a:ext cx="17280" cy="31680"/>
            </a:xfrm>
            <a:custGeom>
              <a:avLst/>
              <a:gdLst/>
              <a:ahLst/>
              <a:rect l="l" t="t" r="r" b="b"/>
              <a:pathLst>
                <a:path w="11" h="20">
                  <a:moveTo>
                    <a:pt x="10" y="0"/>
                  </a:moveTo>
                  <a:lnTo>
                    <a:pt x="10" y="0"/>
                  </a:lnTo>
                  <a:lnTo>
                    <a:pt x="9" y="2"/>
                  </a:lnTo>
                  <a:lnTo>
                    <a:pt x="5" y="4"/>
                  </a:lnTo>
                  <a:lnTo>
                    <a:pt x="4" y="9"/>
                  </a:lnTo>
                  <a:lnTo>
                    <a:pt x="3" y="10"/>
                  </a:lnTo>
                  <a:lnTo>
                    <a:pt x="3" y="11"/>
                  </a:lnTo>
                  <a:lnTo>
                    <a:pt x="0" y="12"/>
                  </a:lnTo>
                  <a:lnTo>
                    <a:pt x="0" y="15"/>
                  </a:lnTo>
                  <a:lnTo>
                    <a:pt x="0" y="19"/>
                  </a:lnTo>
                  <a:lnTo>
                    <a:pt x="0" y="19"/>
                  </a:lnTo>
                  <a:lnTo>
                    <a:pt x="0" y="19"/>
                  </a:lnTo>
                  <a:lnTo>
                    <a:pt x="2" y="13"/>
                  </a:lnTo>
                  <a:lnTo>
                    <a:pt x="3" y="11"/>
                  </a:lnTo>
                  <a:lnTo>
                    <a:pt x="4" y="10"/>
                  </a:lnTo>
                  <a:lnTo>
                    <a:pt x="4" y="9"/>
                  </a:lnTo>
                  <a:lnTo>
                    <a:pt x="9" y="4"/>
                  </a:lnTo>
                  <a:lnTo>
                    <a:pt x="10" y="2"/>
                  </a:lnTo>
                  <a:lnTo>
                    <a:pt x="10" y="0"/>
                  </a:lnTo>
                  <a:lnTo>
                    <a:pt x="10" y="0"/>
                  </a:lnTo>
                  <a:lnTo>
                    <a:pt x="10" y="0"/>
                  </a:lnTo>
                  <a:lnTo>
                    <a:pt x="10" y="0"/>
                  </a:lnTo>
                </a:path>
              </a:pathLst>
            </a:custGeom>
            <a:solidFill>
              <a:srgbClr val="ffc0b6"/>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2983" name=""/>
            <p:cNvSpPr/>
            <p:nvPr/>
          </p:nvSpPr>
          <p:spPr>
            <a:xfrm>
              <a:off x="7059600" y="3984480"/>
              <a:ext cx="9360" cy="32040"/>
            </a:xfrm>
            <a:custGeom>
              <a:avLst/>
              <a:gdLst/>
              <a:ahLst/>
              <a:rect l="l" t="t" r="r" b="b"/>
              <a:pathLst>
                <a:path w="6" h="20">
                  <a:moveTo>
                    <a:pt x="1" y="2"/>
                  </a:moveTo>
                  <a:lnTo>
                    <a:pt x="1" y="2"/>
                  </a:lnTo>
                  <a:lnTo>
                    <a:pt x="1" y="3"/>
                  </a:lnTo>
                  <a:lnTo>
                    <a:pt x="1" y="3"/>
                  </a:lnTo>
                  <a:lnTo>
                    <a:pt x="0" y="8"/>
                  </a:lnTo>
                  <a:lnTo>
                    <a:pt x="0" y="8"/>
                  </a:lnTo>
                  <a:lnTo>
                    <a:pt x="0" y="14"/>
                  </a:lnTo>
                  <a:lnTo>
                    <a:pt x="0" y="16"/>
                  </a:lnTo>
                  <a:lnTo>
                    <a:pt x="0" y="19"/>
                  </a:lnTo>
                  <a:lnTo>
                    <a:pt x="0" y="19"/>
                  </a:lnTo>
                  <a:lnTo>
                    <a:pt x="0" y="16"/>
                  </a:lnTo>
                  <a:lnTo>
                    <a:pt x="0" y="15"/>
                  </a:lnTo>
                  <a:lnTo>
                    <a:pt x="1" y="10"/>
                  </a:lnTo>
                  <a:lnTo>
                    <a:pt x="4" y="8"/>
                  </a:lnTo>
                  <a:lnTo>
                    <a:pt x="4" y="3"/>
                  </a:lnTo>
                  <a:lnTo>
                    <a:pt x="4" y="3"/>
                  </a:lnTo>
                  <a:lnTo>
                    <a:pt x="5" y="2"/>
                  </a:lnTo>
                  <a:lnTo>
                    <a:pt x="4" y="0"/>
                  </a:lnTo>
                  <a:lnTo>
                    <a:pt x="1" y="2"/>
                  </a:lnTo>
                  <a:lnTo>
                    <a:pt x="1" y="2"/>
                  </a:lnTo>
                </a:path>
              </a:pathLst>
            </a:custGeom>
            <a:solidFill>
              <a:srgbClr val="ffc0b6"/>
            </a:solidFill>
            <a:ln w="0">
              <a:noFill/>
            </a:ln>
          </p:spPr>
          <p:style>
            <a:lnRef idx="0"/>
            <a:fillRef idx="0"/>
            <a:effectRef idx="0"/>
            <a:fontRef idx="minor"/>
          </p:style>
          <p:txBody>
            <a:bodyPr lIns="90000" rIns="90000" tIns="-14760" bIns="-14760" anchor="t">
              <a:noAutofit/>
            </a:bodyPr>
            <a:p>
              <a:endParaRPr b="0" lang="en-IN" sz="2400" strike="noStrike" u="none">
                <a:solidFill>
                  <a:srgbClr val="ffffff"/>
                </a:solidFill>
                <a:effectLst/>
                <a:uFillTx/>
                <a:latin typeface="Times New Roman"/>
              </a:endParaRPr>
            </a:p>
          </p:txBody>
        </p:sp>
        <p:sp>
          <p:nvSpPr>
            <p:cNvPr id="2984" name=""/>
            <p:cNvSpPr/>
            <p:nvPr/>
          </p:nvSpPr>
          <p:spPr>
            <a:xfrm>
              <a:off x="7059600" y="401472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985" name=""/>
            <p:cNvSpPr/>
            <p:nvPr/>
          </p:nvSpPr>
          <p:spPr>
            <a:xfrm>
              <a:off x="7059600" y="4091040"/>
              <a:ext cx="1440" cy="3240"/>
            </a:xfrm>
            <a:custGeom>
              <a:avLst/>
              <a:gdLst/>
              <a:ahLst/>
              <a:rect l="l" t="t" r="r" b="b"/>
              <a:pathLst>
                <a:path w="1" h="2">
                  <a:moveTo>
                    <a:pt x="0" y="0"/>
                  </a:moveTo>
                  <a:lnTo>
                    <a:pt x="0" y="1"/>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2986" name=""/>
            <p:cNvSpPr/>
            <p:nvPr/>
          </p:nvSpPr>
          <p:spPr>
            <a:xfrm>
              <a:off x="7059600" y="4075200"/>
              <a:ext cx="14400" cy="19080"/>
            </a:xfrm>
            <a:custGeom>
              <a:avLst/>
              <a:gdLst/>
              <a:ahLst/>
              <a:rect l="l" t="t" r="r" b="b"/>
              <a:pathLst>
                <a:path w="9" h="12">
                  <a:moveTo>
                    <a:pt x="8" y="0"/>
                  </a:moveTo>
                  <a:lnTo>
                    <a:pt x="8" y="0"/>
                  </a:lnTo>
                  <a:lnTo>
                    <a:pt x="8" y="3"/>
                  </a:lnTo>
                  <a:lnTo>
                    <a:pt x="6" y="6"/>
                  </a:lnTo>
                  <a:lnTo>
                    <a:pt x="5" y="9"/>
                  </a:lnTo>
                  <a:lnTo>
                    <a:pt x="5" y="10"/>
                  </a:lnTo>
                  <a:lnTo>
                    <a:pt x="4" y="10"/>
                  </a:lnTo>
                  <a:lnTo>
                    <a:pt x="1" y="10"/>
                  </a:lnTo>
                  <a:lnTo>
                    <a:pt x="0" y="10"/>
                  </a:lnTo>
                  <a:lnTo>
                    <a:pt x="0" y="10"/>
                  </a:lnTo>
                  <a:lnTo>
                    <a:pt x="0" y="11"/>
                  </a:lnTo>
                  <a:lnTo>
                    <a:pt x="1" y="11"/>
                  </a:lnTo>
                  <a:lnTo>
                    <a:pt x="4" y="10"/>
                  </a:lnTo>
                  <a:lnTo>
                    <a:pt x="5" y="10"/>
                  </a:lnTo>
                  <a:lnTo>
                    <a:pt x="5" y="10"/>
                  </a:lnTo>
                  <a:lnTo>
                    <a:pt x="6" y="9"/>
                  </a:lnTo>
                  <a:lnTo>
                    <a:pt x="8" y="6"/>
                  </a:lnTo>
                  <a:lnTo>
                    <a:pt x="8" y="5"/>
                  </a:lnTo>
                  <a:lnTo>
                    <a:pt x="8"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987" name=""/>
            <p:cNvSpPr/>
            <p:nvPr/>
          </p:nvSpPr>
          <p:spPr>
            <a:xfrm>
              <a:off x="7072200" y="4057560"/>
              <a:ext cx="7920" cy="19080"/>
            </a:xfrm>
            <a:custGeom>
              <a:avLst/>
              <a:gdLst/>
              <a:ahLst/>
              <a:rect l="l" t="t" r="r" b="b"/>
              <a:pathLst>
                <a:path w="5" h="12">
                  <a:moveTo>
                    <a:pt x="4" y="0"/>
                  </a:moveTo>
                  <a:lnTo>
                    <a:pt x="4" y="0"/>
                  </a:lnTo>
                  <a:lnTo>
                    <a:pt x="3" y="3"/>
                  </a:lnTo>
                  <a:lnTo>
                    <a:pt x="3" y="3"/>
                  </a:lnTo>
                  <a:lnTo>
                    <a:pt x="0" y="4"/>
                  </a:lnTo>
                  <a:lnTo>
                    <a:pt x="0" y="4"/>
                  </a:lnTo>
                  <a:lnTo>
                    <a:pt x="0" y="6"/>
                  </a:lnTo>
                  <a:lnTo>
                    <a:pt x="0" y="8"/>
                  </a:lnTo>
                  <a:lnTo>
                    <a:pt x="0" y="9"/>
                  </a:lnTo>
                  <a:lnTo>
                    <a:pt x="0" y="11"/>
                  </a:lnTo>
                  <a:lnTo>
                    <a:pt x="0" y="11"/>
                  </a:lnTo>
                  <a:lnTo>
                    <a:pt x="0" y="9"/>
                  </a:lnTo>
                  <a:lnTo>
                    <a:pt x="0" y="8"/>
                  </a:lnTo>
                  <a:lnTo>
                    <a:pt x="0" y="7"/>
                  </a:lnTo>
                  <a:lnTo>
                    <a:pt x="0" y="4"/>
                  </a:lnTo>
                  <a:lnTo>
                    <a:pt x="3" y="4"/>
                  </a:lnTo>
                  <a:lnTo>
                    <a:pt x="3" y="4"/>
                  </a:lnTo>
                  <a:lnTo>
                    <a:pt x="3" y="4"/>
                  </a:lnTo>
                  <a:lnTo>
                    <a:pt x="4" y="3"/>
                  </a:lnTo>
                  <a:lnTo>
                    <a:pt x="4" y="3"/>
                  </a:lnTo>
                  <a:lnTo>
                    <a:pt x="4" y="0"/>
                  </a:lnTo>
                  <a:lnTo>
                    <a:pt x="4"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988" name=""/>
            <p:cNvSpPr/>
            <p:nvPr/>
          </p:nvSpPr>
          <p:spPr>
            <a:xfrm>
              <a:off x="7078680" y="4044960"/>
              <a:ext cx="14400" cy="19080"/>
            </a:xfrm>
            <a:custGeom>
              <a:avLst/>
              <a:gdLst/>
              <a:ahLst/>
              <a:rect l="l" t="t" r="r" b="b"/>
              <a:pathLst>
                <a:path w="9" h="12">
                  <a:moveTo>
                    <a:pt x="8" y="0"/>
                  </a:moveTo>
                  <a:lnTo>
                    <a:pt x="8" y="0"/>
                  </a:lnTo>
                  <a:lnTo>
                    <a:pt x="8" y="0"/>
                  </a:lnTo>
                  <a:lnTo>
                    <a:pt x="7" y="5"/>
                  </a:lnTo>
                  <a:lnTo>
                    <a:pt x="7" y="5"/>
                  </a:lnTo>
                  <a:lnTo>
                    <a:pt x="5" y="5"/>
                  </a:lnTo>
                  <a:lnTo>
                    <a:pt x="3" y="5"/>
                  </a:lnTo>
                  <a:lnTo>
                    <a:pt x="0" y="8"/>
                  </a:lnTo>
                  <a:lnTo>
                    <a:pt x="0" y="8"/>
                  </a:lnTo>
                  <a:lnTo>
                    <a:pt x="0" y="11"/>
                  </a:lnTo>
                  <a:lnTo>
                    <a:pt x="1" y="8"/>
                  </a:lnTo>
                  <a:lnTo>
                    <a:pt x="3" y="8"/>
                  </a:lnTo>
                  <a:lnTo>
                    <a:pt x="7" y="5"/>
                  </a:lnTo>
                  <a:lnTo>
                    <a:pt x="7" y="5"/>
                  </a:lnTo>
                  <a:lnTo>
                    <a:pt x="8" y="5"/>
                  </a:lnTo>
                  <a:lnTo>
                    <a:pt x="8" y="0"/>
                  </a:lnTo>
                  <a:lnTo>
                    <a:pt x="8"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989" name=""/>
            <p:cNvSpPr/>
            <p:nvPr/>
          </p:nvSpPr>
          <p:spPr>
            <a:xfrm>
              <a:off x="7078680" y="4057560"/>
              <a:ext cx="1440" cy="6480"/>
            </a:xfrm>
            <a:custGeom>
              <a:avLst/>
              <a:gdLst/>
              <a:ahLst/>
              <a:rect l="l" t="t" r="r" b="b"/>
              <a:pathLst>
                <a:path w="1" h="4">
                  <a:moveTo>
                    <a:pt x="0" y="2"/>
                  </a:moveTo>
                  <a:lnTo>
                    <a:pt x="0" y="0"/>
                  </a:lnTo>
                  <a:lnTo>
                    <a:pt x="0" y="0"/>
                  </a:lnTo>
                  <a:lnTo>
                    <a:pt x="0" y="2"/>
                  </a:lnTo>
                  <a:lnTo>
                    <a:pt x="0" y="3"/>
                  </a:lnTo>
                  <a:lnTo>
                    <a:pt x="0" y="2"/>
                  </a:lnTo>
                  <a:lnTo>
                    <a:pt x="0" y="2"/>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2990" name=""/>
            <p:cNvSpPr/>
            <p:nvPr/>
          </p:nvSpPr>
          <p:spPr>
            <a:xfrm>
              <a:off x="7093080" y="4086360"/>
              <a:ext cx="2880" cy="4680"/>
            </a:xfrm>
            <a:custGeom>
              <a:avLst/>
              <a:gdLst/>
              <a:ahLst/>
              <a:rect l="l" t="t" r="r" b="b"/>
              <a:pathLst>
                <a:path w="2" h="3">
                  <a:moveTo>
                    <a:pt x="0" y="0"/>
                  </a:moveTo>
                  <a:lnTo>
                    <a:pt x="0" y="2"/>
                  </a:lnTo>
                  <a:lnTo>
                    <a:pt x="0" y="2"/>
                  </a:lnTo>
                  <a:lnTo>
                    <a:pt x="1" y="2"/>
                  </a:lnTo>
                  <a:lnTo>
                    <a:pt x="1"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2991" name=""/>
            <p:cNvSpPr/>
            <p:nvPr/>
          </p:nvSpPr>
          <p:spPr>
            <a:xfrm>
              <a:off x="7093080" y="4062240"/>
              <a:ext cx="14040" cy="28800"/>
            </a:xfrm>
            <a:custGeom>
              <a:avLst/>
              <a:gdLst/>
              <a:ahLst/>
              <a:rect l="l" t="t" r="r" b="b"/>
              <a:pathLst>
                <a:path w="9" h="18">
                  <a:moveTo>
                    <a:pt x="8" y="0"/>
                  </a:moveTo>
                  <a:lnTo>
                    <a:pt x="8" y="0"/>
                  </a:lnTo>
                  <a:lnTo>
                    <a:pt x="8" y="1"/>
                  </a:lnTo>
                  <a:lnTo>
                    <a:pt x="8" y="3"/>
                  </a:lnTo>
                  <a:lnTo>
                    <a:pt x="8" y="5"/>
                  </a:lnTo>
                  <a:lnTo>
                    <a:pt x="3" y="8"/>
                  </a:lnTo>
                  <a:lnTo>
                    <a:pt x="3" y="11"/>
                  </a:lnTo>
                  <a:lnTo>
                    <a:pt x="1" y="13"/>
                  </a:lnTo>
                  <a:lnTo>
                    <a:pt x="1" y="15"/>
                  </a:lnTo>
                  <a:lnTo>
                    <a:pt x="0" y="15"/>
                  </a:lnTo>
                  <a:lnTo>
                    <a:pt x="1" y="17"/>
                  </a:lnTo>
                  <a:lnTo>
                    <a:pt x="1" y="17"/>
                  </a:lnTo>
                  <a:lnTo>
                    <a:pt x="2" y="15"/>
                  </a:lnTo>
                  <a:lnTo>
                    <a:pt x="3" y="13"/>
                  </a:lnTo>
                  <a:lnTo>
                    <a:pt x="8" y="8"/>
                  </a:lnTo>
                  <a:lnTo>
                    <a:pt x="8" y="6"/>
                  </a:lnTo>
                  <a:lnTo>
                    <a:pt x="8" y="4"/>
                  </a:lnTo>
                  <a:lnTo>
                    <a:pt x="8" y="1"/>
                  </a:lnTo>
                  <a:lnTo>
                    <a:pt x="8"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18000" bIns="-18000" anchor="t">
              <a:noAutofit/>
            </a:bodyPr>
            <a:p>
              <a:endParaRPr b="0" lang="en-IN" sz="2400" strike="noStrike" u="none">
                <a:solidFill>
                  <a:srgbClr val="ffffff"/>
                </a:solidFill>
                <a:effectLst/>
                <a:uFillTx/>
                <a:latin typeface="Times New Roman"/>
              </a:endParaRPr>
            </a:p>
          </p:txBody>
        </p:sp>
        <p:sp>
          <p:nvSpPr>
            <p:cNvPr id="2992" name=""/>
            <p:cNvSpPr/>
            <p:nvPr/>
          </p:nvSpPr>
          <p:spPr>
            <a:xfrm>
              <a:off x="7105680" y="4044960"/>
              <a:ext cx="9360" cy="19080"/>
            </a:xfrm>
            <a:custGeom>
              <a:avLst/>
              <a:gdLst/>
              <a:ahLst/>
              <a:rect l="l" t="t" r="r" b="b"/>
              <a:pathLst>
                <a:path w="6" h="12">
                  <a:moveTo>
                    <a:pt x="5" y="0"/>
                  </a:moveTo>
                  <a:lnTo>
                    <a:pt x="5" y="0"/>
                  </a:lnTo>
                  <a:lnTo>
                    <a:pt x="4" y="1"/>
                  </a:lnTo>
                  <a:lnTo>
                    <a:pt x="3" y="1"/>
                  </a:lnTo>
                  <a:lnTo>
                    <a:pt x="3" y="5"/>
                  </a:lnTo>
                  <a:lnTo>
                    <a:pt x="0" y="5"/>
                  </a:lnTo>
                  <a:lnTo>
                    <a:pt x="0" y="5"/>
                  </a:lnTo>
                  <a:lnTo>
                    <a:pt x="0" y="5"/>
                  </a:lnTo>
                  <a:lnTo>
                    <a:pt x="0" y="8"/>
                  </a:lnTo>
                  <a:lnTo>
                    <a:pt x="0" y="11"/>
                  </a:lnTo>
                  <a:lnTo>
                    <a:pt x="0" y="11"/>
                  </a:lnTo>
                  <a:lnTo>
                    <a:pt x="0" y="8"/>
                  </a:lnTo>
                  <a:lnTo>
                    <a:pt x="0" y="5"/>
                  </a:lnTo>
                  <a:lnTo>
                    <a:pt x="1" y="5"/>
                  </a:lnTo>
                  <a:lnTo>
                    <a:pt x="3" y="5"/>
                  </a:lnTo>
                  <a:lnTo>
                    <a:pt x="3" y="5"/>
                  </a:lnTo>
                  <a:lnTo>
                    <a:pt x="5" y="5"/>
                  </a:lnTo>
                  <a:lnTo>
                    <a:pt x="5" y="5"/>
                  </a:lnTo>
                  <a:lnTo>
                    <a:pt x="5" y="5"/>
                  </a:lnTo>
                  <a:lnTo>
                    <a:pt x="5" y="5"/>
                  </a:lnTo>
                  <a:lnTo>
                    <a:pt x="5" y="0"/>
                  </a:lnTo>
                  <a:lnTo>
                    <a:pt x="5"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2993" name=""/>
            <p:cNvSpPr/>
            <p:nvPr/>
          </p:nvSpPr>
          <p:spPr>
            <a:xfrm>
              <a:off x="7113600" y="4030560"/>
              <a:ext cx="12600" cy="23760"/>
            </a:xfrm>
            <a:custGeom>
              <a:avLst/>
              <a:gdLst/>
              <a:ahLst/>
              <a:rect l="l" t="t" r="r" b="b"/>
              <a:pathLst>
                <a:path w="8" h="15">
                  <a:moveTo>
                    <a:pt x="5" y="0"/>
                  </a:moveTo>
                  <a:lnTo>
                    <a:pt x="5" y="0"/>
                  </a:lnTo>
                  <a:lnTo>
                    <a:pt x="5" y="1"/>
                  </a:lnTo>
                  <a:lnTo>
                    <a:pt x="5" y="3"/>
                  </a:lnTo>
                  <a:lnTo>
                    <a:pt x="3" y="9"/>
                  </a:lnTo>
                  <a:lnTo>
                    <a:pt x="3" y="9"/>
                  </a:lnTo>
                  <a:lnTo>
                    <a:pt x="0" y="9"/>
                  </a:lnTo>
                  <a:lnTo>
                    <a:pt x="0" y="9"/>
                  </a:lnTo>
                  <a:lnTo>
                    <a:pt x="0" y="9"/>
                  </a:lnTo>
                  <a:lnTo>
                    <a:pt x="0" y="9"/>
                  </a:lnTo>
                  <a:lnTo>
                    <a:pt x="0" y="14"/>
                  </a:lnTo>
                  <a:lnTo>
                    <a:pt x="0" y="10"/>
                  </a:lnTo>
                  <a:lnTo>
                    <a:pt x="0" y="9"/>
                  </a:lnTo>
                  <a:lnTo>
                    <a:pt x="3" y="9"/>
                  </a:lnTo>
                  <a:lnTo>
                    <a:pt x="3" y="9"/>
                  </a:lnTo>
                  <a:lnTo>
                    <a:pt x="5" y="9"/>
                  </a:lnTo>
                  <a:lnTo>
                    <a:pt x="5" y="3"/>
                  </a:lnTo>
                  <a:lnTo>
                    <a:pt x="7" y="1"/>
                  </a:lnTo>
                  <a:lnTo>
                    <a:pt x="7" y="0"/>
                  </a:lnTo>
                  <a:lnTo>
                    <a:pt x="7" y="0"/>
                  </a:lnTo>
                  <a:lnTo>
                    <a:pt x="5" y="0"/>
                  </a:lnTo>
                  <a:lnTo>
                    <a:pt x="5"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994" name=""/>
            <p:cNvSpPr/>
            <p:nvPr/>
          </p:nvSpPr>
          <p:spPr>
            <a:xfrm>
              <a:off x="7121520" y="4008600"/>
              <a:ext cx="6480" cy="23760"/>
            </a:xfrm>
            <a:custGeom>
              <a:avLst/>
              <a:gdLst/>
              <a:ahLst/>
              <a:rect l="l" t="t" r="r" b="b"/>
              <a:pathLst>
                <a:path w="4" h="15">
                  <a:moveTo>
                    <a:pt x="3" y="0"/>
                  </a:moveTo>
                  <a:lnTo>
                    <a:pt x="3" y="1"/>
                  </a:lnTo>
                  <a:lnTo>
                    <a:pt x="3" y="6"/>
                  </a:lnTo>
                  <a:lnTo>
                    <a:pt x="2" y="8"/>
                  </a:lnTo>
                  <a:lnTo>
                    <a:pt x="0" y="14"/>
                  </a:lnTo>
                  <a:lnTo>
                    <a:pt x="2" y="14"/>
                  </a:lnTo>
                  <a:lnTo>
                    <a:pt x="3" y="8"/>
                  </a:lnTo>
                  <a:lnTo>
                    <a:pt x="3" y="6"/>
                  </a:lnTo>
                  <a:lnTo>
                    <a:pt x="3" y="1"/>
                  </a:lnTo>
                  <a:lnTo>
                    <a:pt x="3" y="0"/>
                  </a:lnTo>
                  <a:lnTo>
                    <a:pt x="3" y="0"/>
                  </a:lnTo>
                  <a:lnTo>
                    <a:pt x="3"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2995" name=""/>
            <p:cNvSpPr/>
            <p:nvPr/>
          </p:nvSpPr>
          <p:spPr>
            <a:xfrm>
              <a:off x="7121520" y="4030560"/>
              <a:ext cx="4680" cy="1800"/>
            </a:xfrm>
            <a:custGeom>
              <a:avLst/>
              <a:gdLst/>
              <a:ahLst/>
              <a:rect l="l" t="t" r="r" b="b"/>
              <a:pathLst>
                <a:path w="3" h="1">
                  <a:moveTo>
                    <a:pt x="2" y="0"/>
                  </a:moveTo>
                  <a:lnTo>
                    <a:pt x="2" y="0"/>
                  </a:lnTo>
                  <a:lnTo>
                    <a:pt x="2"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2996" name=""/>
            <p:cNvSpPr/>
            <p:nvPr/>
          </p:nvSpPr>
          <p:spPr>
            <a:xfrm>
              <a:off x="7008840" y="412272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997" name=""/>
            <p:cNvSpPr/>
            <p:nvPr/>
          </p:nvSpPr>
          <p:spPr>
            <a:xfrm>
              <a:off x="7008840" y="4103640"/>
              <a:ext cx="27000" cy="20520"/>
            </a:xfrm>
            <a:custGeom>
              <a:avLst/>
              <a:gdLst/>
              <a:ahLst/>
              <a:rect l="l" t="t" r="r" b="b"/>
              <a:pathLst>
                <a:path w="17" h="13">
                  <a:moveTo>
                    <a:pt x="15" y="0"/>
                  </a:moveTo>
                  <a:lnTo>
                    <a:pt x="15" y="1"/>
                  </a:lnTo>
                  <a:lnTo>
                    <a:pt x="14" y="1"/>
                  </a:lnTo>
                  <a:lnTo>
                    <a:pt x="13" y="2"/>
                  </a:lnTo>
                  <a:lnTo>
                    <a:pt x="12" y="2"/>
                  </a:lnTo>
                  <a:lnTo>
                    <a:pt x="12" y="2"/>
                  </a:lnTo>
                  <a:lnTo>
                    <a:pt x="12" y="5"/>
                  </a:lnTo>
                  <a:lnTo>
                    <a:pt x="11" y="7"/>
                  </a:lnTo>
                  <a:lnTo>
                    <a:pt x="5" y="8"/>
                  </a:lnTo>
                  <a:lnTo>
                    <a:pt x="5" y="8"/>
                  </a:lnTo>
                  <a:lnTo>
                    <a:pt x="5" y="8"/>
                  </a:lnTo>
                  <a:lnTo>
                    <a:pt x="5" y="8"/>
                  </a:lnTo>
                  <a:lnTo>
                    <a:pt x="3" y="10"/>
                  </a:lnTo>
                  <a:lnTo>
                    <a:pt x="1" y="10"/>
                  </a:lnTo>
                  <a:lnTo>
                    <a:pt x="0" y="12"/>
                  </a:lnTo>
                  <a:lnTo>
                    <a:pt x="0" y="12"/>
                  </a:lnTo>
                  <a:lnTo>
                    <a:pt x="0" y="12"/>
                  </a:lnTo>
                  <a:lnTo>
                    <a:pt x="0" y="12"/>
                  </a:lnTo>
                  <a:lnTo>
                    <a:pt x="0" y="12"/>
                  </a:lnTo>
                  <a:lnTo>
                    <a:pt x="0" y="12"/>
                  </a:lnTo>
                  <a:lnTo>
                    <a:pt x="2" y="12"/>
                  </a:lnTo>
                  <a:lnTo>
                    <a:pt x="3" y="12"/>
                  </a:lnTo>
                  <a:lnTo>
                    <a:pt x="5" y="12"/>
                  </a:lnTo>
                  <a:lnTo>
                    <a:pt x="5" y="10"/>
                  </a:lnTo>
                  <a:lnTo>
                    <a:pt x="5" y="8"/>
                  </a:lnTo>
                  <a:lnTo>
                    <a:pt x="7" y="8"/>
                  </a:lnTo>
                  <a:lnTo>
                    <a:pt x="12" y="8"/>
                  </a:lnTo>
                  <a:lnTo>
                    <a:pt x="12" y="7"/>
                  </a:lnTo>
                  <a:lnTo>
                    <a:pt x="12" y="5"/>
                  </a:lnTo>
                  <a:lnTo>
                    <a:pt x="13" y="2"/>
                  </a:lnTo>
                  <a:lnTo>
                    <a:pt x="14" y="2"/>
                  </a:lnTo>
                  <a:lnTo>
                    <a:pt x="15" y="1"/>
                  </a:lnTo>
                  <a:lnTo>
                    <a:pt x="16" y="1"/>
                  </a:lnTo>
                  <a:lnTo>
                    <a:pt x="16" y="0"/>
                  </a:lnTo>
                  <a:lnTo>
                    <a:pt x="15" y="0"/>
                  </a:lnTo>
                  <a:lnTo>
                    <a:pt x="15"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2998" name=""/>
            <p:cNvSpPr/>
            <p:nvPr/>
          </p:nvSpPr>
          <p:spPr>
            <a:xfrm>
              <a:off x="7008840" y="412272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2999" name=""/>
            <p:cNvSpPr/>
            <p:nvPr/>
          </p:nvSpPr>
          <p:spPr>
            <a:xfrm>
              <a:off x="7121520" y="4078440"/>
              <a:ext cx="1440" cy="2880"/>
            </a:xfrm>
            <a:custGeom>
              <a:avLst/>
              <a:gdLst/>
              <a:ahLst/>
              <a:rect l="l" t="t" r="r" b="b"/>
              <a:pathLst>
                <a:path w="1" h="2">
                  <a:moveTo>
                    <a:pt x="0" y="0"/>
                  </a:moveTo>
                  <a:lnTo>
                    <a:pt x="0" y="1"/>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000" name=""/>
            <p:cNvSpPr/>
            <p:nvPr/>
          </p:nvSpPr>
          <p:spPr>
            <a:xfrm>
              <a:off x="7121520" y="4052880"/>
              <a:ext cx="19080" cy="28440"/>
            </a:xfrm>
            <a:custGeom>
              <a:avLst/>
              <a:gdLst/>
              <a:ahLst/>
              <a:rect l="l" t="t" r="r" b="b"/>
              <a:pathLst>
                <a:path w="12" h="18">
                  <a:moveTo>
                    <a:pt x="11" y="0"/>
                  </a:moveTo>
                  <a:lnTo>
                    <a:pt x="11" y="0"/>
                  </a:lnTo>
                  <a:lnTo>
                    <a:pt x="0" y="16"/>
                  </a:lnTo>
                  <a:lnTo>
                    <a:pt x="0" y="17"/>
                  </a:lnTo>
                  <a:lnTo>
                    <a:pt x="11" y="0"/>
                  </a:lnTo>
                  <a:lnTo>
                    <a:pt x="11" y="0"/>
                  </a:lnTo>
                  <a:lnTo>
                    <a:pt x="11" y="0"/>
                  </a:lnTo>
                  <a:lnTo>
                    <a:pt x="11" y="0"/>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3001" name=""/>
            <p:cNvSpPr/>
            <p:nvPr/>
          </p:nvSpPr>
          <p:spPr>
            <a:xfrm>
              <a:off x="7139160" y="4035600"/>
              <a:ext cx="15840" cy="18720"/>
            </a:xfrm>
            <a:custGeom>
              <a:avLst/>
              <a:gdLst/>
              <a:ahLst/>
              <a:rect l="l" t="t" r="r" b="b"/>
              <a:pathLst>
                <a:path w="10" h="12">
                  <a:moveTo>
                    <a:pt x="8" y="0"/>
                  </a:moveTo>
                  <a:lnTo>
                    <a:pt x="8" y="0"/>
                  </a:lnTo>
                  <a:lnTo>
                    <a:pt x="8" y="6"/>
                  </a:lnTo>
                  <a:lnTo>
                    <a:pt x="5" y="6"/>
                  </a:lnTo>
                  <a:lnTo>
                    <a:pt x="5" y="6"/>
                  </a:lnTo>
                  <a:lnTo>
                    <a:pt x="1" y="11"/>
                  </a:lnTo>
                  <a:lnTo>
                    <a:pt x="1" y="11"/>
                  </a:lnTo>
                  <a:lnTo>
                    <a:pt x="0" y="11"/>
                  </a:lnTo>
                  <a:lnTo>
                    <a:pt x="0" y="11"/>
                  </a:lnTo>
                  <a:lnTo>
                    <a:pt x="0" y="11"/>
                  </a:lnTo>
                  <a:lnTo>
                    <a:pt x="0" y="11"/>
                  </a:lnTo>
                  <a:lnTo>
                    <a:pt x="0" y="11"/>
                  </a:lnTo>
                  <a:lnTo>
                    <a:pt x="1" y="11"/>
                  </a:lnTo>
                  <a:lnTo>
                    <a:pt x="1" y="11"/>
                  </a:lnTo>
                  <a:lnTo>
                    <a:pt x="4" y="11"/>
                  </a:lnTo>
                  <a:lnTo>
                    <a:pt x="5" y="6"/>
                  </a:lnTo>
                  <a:lnTo>
                    <a:pt x="8" y="6"/>
                  </a:lnTo>
                  <a:lnTo>
                    <a:pt x="9" y="6"/>
                  </a:lnTo>
                  <a:lnTo>
                    <a:pt x="9" y="0"/>
                  </a:lnTo>
                  <a:lnTo>
                    <a:pt x="9" y="0"/>
                  </a:lnTo>
                  <a:lnTo>
                    <a:pt x="8" y="0"/>
                  </a:lnTo>
                  <a:lnTo>
                    <a:pt x="8" y="0"/>
                  </a:lnTo>
                </a:path>
              </a:pathLst>
            </a:custGeom>
            <a:solidFill>
              <a:srgbClr val="ffc0b6"/>
            </a:solidFill>
            <a:ln w="0">
              <a:noFill/>
            </a:ln>
          </p:spPr>
          <p:style>
            <a:lnRef idx="0"/>
            <a:fillRef idx="0"/>
            <a:effectRef idx="0"/>
            <a:fontRef idx="minor"/>
          </p:style>
          <p:txBody>
            <a:bodyPr lIns="90000" rIns="90000" tIns="-28080" bIns="-28080" anchor="t">
              <a:noAutofit/>
            </a:bodyPr>
            <a:p>
              <a:endParaRPr b="0" lang="en-IN" sz="2400" strike="noStrike" u="none">
                <a:solidFill>
                  <a:srgbClr val="ffffff"/>
                </a:solidFill>
                <a:effectLst/>
                <a:uFillTx/>
                <a:latin typeface="Times New Roman"/>
              </a:endParaRPr>
            </a:p>
          </p:txBody>
        </p:sp>
        <p:sp>
          <p:nvSpPr>
            <p:cNvPr id="3002" name=""/>
            <p:cNvSpPr/>
            <p:nvPr/>
          </p:nvSpPr>
          <p:spPr>
            <a:xfrm>
              <a:off x="7151760" y="4019400"/>
              <a:ext cx="6120" cy="17640"/>
            </a:xfrm>
            <a:custGeom>
              <a:avLst/>
              <a:gdLst/>
              <a:ahLst/>
              <a:rect l="l" t="t" r="r" b="b"/>
              <a:pathLst>
                <a:path w="4" h="11">
                  <a:moveTo>
                    <a:pt x="1" y="0"/>
                  </a:moveTo>
                  <a:lnTo>
                    <a:pt x="1" y="0"/>
                  </a:lnTo>
                  <a:lnTo>
                    <a:pt x="1" y="1"/>
                  </a:lnTo>
                  <a:lnTo>
                    <a:pt x="1" y="2"/>
                  </a:lnTo>
                  <a:lnTo>
                    <a:pt x="1" y="6"/>
                  </a:lnTo>
                  <a:lnTo>
                    <a:pt x="1" y="6"/>
                  </a:lnTo>
                  <a:lnTo>
                    <a:pt x="0" y="7"/>
                  </a:lnTo>
                  <a:lnTo>
                    <a:pt x="0" y="8"/>
                  </a:lnTo>
                  <a:lnTo>
                    <a:pt x="0" y="10"/>
                  </a:lnTo>
                  <a:lnTo>
                    <a:pt x="1" y="10"/>
                  </a:lnTo>
                  <a:lnTo>
                    <a:pt x="1" y="8"/>
                  </a:lnTo>
                  <a:lnTo>
                    <a:pt x="1" y="7"/>
                  </a:lnTo>
                  <a:lnTo>
                    <a:pt x="1" y="6"/>
                  </a:lnTo>
                  <a:lnTo>
                    <a:pt x="1" y="6"/>
                  </a:lnTo>
                  <a:lnTo>
                    <a:pt x="1" y="2"/>
                  </a:lnTo>
                  <a:lnTo>
                    <a:pt x="1" y="1"/>
                  </a:lnTo>
                  <a:lnTo>
                    <a:pt x="3" y="1"/>
                  </a:lnTo>
                  <a:lnTo>
                    <a:pt x="3" y="1"/>
                  </a:lnTo>
                  <a:lnTo>
                    <a:pt x="1" y="0"/>
                  </a:lnTo>
                  <a:lnTo>
                    <a:pt x="1" y="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3003" name=""/>
            <p:cNvSpPr/>
            <p:nvPr/>
          </p:nvSpPr>
          <p:spPr>
            <a:xfrm>
              <a:off x="7151760" y="4035600"/>
              <a:ext cx="3240" cy="1440"/>
            </a:xfrm>
            <a:custGeom>
              <a:avLst/>
              <a:gdLst/>
              <a:ahLst/>
              <a:rect l="l" t="t" r="r" b="b"/>
              <a:pathLst>
                <a:path w="2" h="1">
                  <a:moveTo>
                    <a:pt x="1" y="0"/>
                  </a:moveTo>
                  <a:lnTo>
                    <a:pt x="1" y="0"/>
                  </a:lnTo>
                  <a:lnTo>
                    <a:pt x="1" y="0"/>
                  </a:lnTo>
                  <a:lnTo>
                    <a:pt x="0"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04" name=""/>
            <p:cNvSpPr/>
            <p:nvPr/>
          </p:nvSpPr>
          <p:spPr>
            <a:xfrm>
              <a:off x="7068960" y="3673440"/>
              <a:ext cx="5040" cy="6480"/>
            </a:xfrm>
            <a:custGeom>
              <a:avLst/>
              <a:gdLst/>
              <a:ahLst/>
              <a:rect l="l" t="t" r="r" b="b"/>
              <a:pathLst>
                <a:path w="3" h="4">
                  <a:moveTo>
                    <a:pt x="2" y="0"/>
                  </a:moveTo>
                  <a:lnTo>
                    <a:pt x="0" y="0"/>
                  </a:lnTo>
                  <a:lnTo>
                    <a:pt x="0" y="0"/>
                  </a:lnTo>
                  <a:lnTo>
                    <a:pt x="0" y="2"/>
                  </a:lnTo>
                  <a:lnTo>
                    <a:pt x="0" y="3"/>
                  </a:lnTo>
                  <a:lnTo>
                    <a:pt x="2" y="0"/>
                  </a:lnTo>
                  <a:lnTo>
                    <a:pt x="2"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005" name=""/>
            <p:cNvSpPr/>
            <p:nvPr/>
          </p:nvSpPr>
          <p:spPr>
            <a:xfrm>
              <a:off x="7068960" y="3673440"/>
              <a:ext cx="16200" cy="20520"/>
            </a:xfrm>
            <a:custGeom>
              <a:avLst/>
              <a:gdLst/>
              <a:ahLst/>
              <a:rect l="l" t="t" r="r" b="b"/>
              <a:pathLst>
                <a:path w="10" h="13">
                  <a:moveTo>
                    <a:pt x="9" y="12"/>
                  </a:moveTo>
                  <a:lnTo>
                    <a:pt x="9" y="12"/>
                  </a:lnTo>
                  <a:lnTo>
                    <a:pt x="9" y="10"/>
                  </a:lnTo>
                  <a:lnTo>
                    <a:pt x="6" y="9"/>
                  </a:lnTo>
                  <a:lnTo>
                    <a:pt x="6" y="4"/>
                  </a:lnTo>
                  <a:lnTo>
                    <a:pt x="5" y="4"/>
                  </a:lnTo>
                  <a:lnTo>
                    <a:pt x="2" y="4"/>
                  </a:lnTo>
                  <a:lnTo>
                    <a:pt x="2" y="3"/>
                  </a:lnTo>
                  <a:lnTo>
                    <a:pt x="2" y="2"/>
                  </a:lnTo>
                  <a:lnTo>
                    <a:pt x="2" y="0"/>
                  </a:lnTo>
                  <a:lnTo>
                    <a:pt x="0" y="3"/>
                  </a:lnTo>
                  <a:lnTo>
                    <a:pt x="0" y="3"/>
                  </a:lnTo>
                  <a:lnTo>
                    <a:pt x="2" y="3"/>
                  </a:lnTo>
                  <a:lnTo>
                    <a:pt x="2" y="4"/>
                  </a:lnTo>
                  <a:lnTo>
                    <a:pt x="5" y="4"/>
                  </a:lnTo>
                  <a:lnTo>
                    <a:pt x="5" y="8"/>
                  </a:lnTo>
                  <a:lnTo>
                    <a:pt x="6" y="9"/>
                  </a:lnTo>
                  <a:lnTo>
                    <a:pt x="6" y="10"/>
                  </a:lnTo>
                  <a:lnTo>
                    <a:pt x="6" y="12"/>
                  </a:lnTo>
                  <a:lnTo>
                    <a:pt x="6" y="12"/>
                  </a:lnTo>
                  <a:lnTo>
                    <a:pt x="9" y="12"/>
                  </a:lnTo>
                  <a:lnTo>
                    <a:pt x="9" y="12"/>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006" name=""/>
            <p:cNvSpPr/>
            <p:nvPr/>
          </p:nvSpPr>
          <p:spPr>
            <a:xfrm>
              <a:off x="7078680" y="3692520"/>
              <a:ext cx="12600" cy="14400"/>
            </a:xfrm>
            <a:custGeom>
              <a:avLst/>
              <a:gdLst/>
              <a:ahLst/>
              <a:rect l="l" t="t" r="r" b="b"/>
              <a:pathLst>
                <a:path w="8" h="9">
                  <a:moveTo>
                    <a:pt x="7" y="8"/>
                  </a:moveTo>
                  <a:lnTo>
                    <a:pt x="7" y="8"/>
                  </a:lnTo>
                  <a:lnTo>
                    <a:pt x="7" y="8"/>
                  </a:lnTo>
                  <a:lnTo>
                    <a:pt x="5" y="7"/>
                  </a:lnTo>
                  <a:lnTo>
                    <a:pt x="3" y="5"/>
                  </a:lnTo>
                  <a:lnTo>
                    <a:pt x="3" y="0"/>
                  </a:lnTo>
                  <a:lnTo>
                    <a:pt x="0" y="0"/>
                  </a:lnTo>
                  <a:lnTo>
                    <a:pt x="1" y="5"/>
                  </a:lnTo>
                  <a:lnTo>
                    <a:pt x="3" y="7"/>
                  </a:lnTo>
                  <a:lnTo>
                    <a:pt x="3" y="8"/>
                  </a:lnTo>
                  <a:lnTo>
                    <a:pt x="3" y="8"/>
                  </a:lnTo>
                  <a:lnTo>
                    <a:pt x="3" y="8"/>
                  </a:lnTo>
                  <a:lnTo>
                    <a:pt x="7" y="8"/>
                  </a:lnTo>
                  <a:lnTo>
                    <a:pt x="7" y="8"/>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007" name=""/>
            <p:cNvSpPr/>
            <p:nvPr/>
          </p:nvSpPr>
          <p:spPr>
            <a:xfrm>
              <a:off x="7083360" y="3705120"/>
              <a:ext cx="11160" cy="17640"/>
            </a:xfrm>
            <a:custGeom>
              <a:avLst/>
              <a:gdLst/>
              <a:ahLst/>
              <a:rect l="l" t="t" r="r" b="b"/>
              <a:pathLst>
                <a:path w="7" h="11">
                  <a:moveTo>
                    <a:pt x="5" y="10"/>
                  </a:moveTo>
                  <a:lnTo>
                    <a:pt x="6" y="10"/>
                  </a:lnTo>
                  <a:lnTo>
                    <a:pt x="5" y="9"/>
                  </a:lnTo>
                  <a:lnTo>
                    <a:pt x="5" y="9"/>
                  </a:lnTo>
                  <a:lnTo>
                    <a:pt x="5" y="7"/>
                  </a:lnTo>
                  <a:lnTo>
                    <a:pt x="4" y="4"/>
                  </a:lnTo>
                  <a:lnTo>
                    <a:pt x="4" y="3"/>
                  </a:lnTo>
                  <a:lnTo>
                    <a:pt x="4" y="0"/>
                  </a:lnTo>
                  <a:lnTo>
                    <a:pt x="4" y="0"/>
                  </a:lnTo>
                  <a:lnTo>
                    <a:pt x="0" y="0"/>
                  </a:lnTo>
                  <a:lnTo>
                    <a:pt x="2" y="0"/>
                  </a:lnTo>
                  <a:lnTo>
                    <a:pt x="4" y="4"/>
                  </a:lnTo>
                  <a:lnTo>
                    <a:pt x="4" y="4"/>
                  </a:lnTo>
                  <a:lnTo>
                    <a:pt x="4" y="8"/>
                  </a:lnTo>
                  <a:lnTo>
                    <a:pt x="5" y="9"/>
                  </a:lnTo>
                  <a:lnTo>
                    <a:pt x="5" y="9"/>
                  </a:lnTo>
                  <a:lnTo>
                    <a:pt x="5" y="10"/>
                  </a:lnTo>
                  <a:lnTo>
                    <a:pt x="5" y="10"/>
                  </a:lnTo>
                  <a:lnTo>
                    <a:pt x="5" y="10"/>
                  </a:lnTo>
                  <a:lnTo>
                    <a:pt x="5" y="1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3008" name=""/>
            <p:cNvSpPr/>
            <p:nvPr/>
          </p:nvSpPr>
          <p:spPr>
            <a:xfrm>
              <a:off x="7083360" y="3705120"/>
              <a:ext cx="7920" cy="1800"/>
            </a:xfrm>
            <a:custGeom>
              <a:avLst/>
              <a:gdLst/>
              <a:ahLst/>
              <a:rect l="l" t="t" r="r" b="b"/>
              <a:pathLst>
                <a:path w="5" h="1">
                  <a:moveTo>
                    <a:pt x="0" y="0"/>
                  </a:moveTo>
                  <a:lnTo>
                    <a:pt x="0" y="0"/>
                  </a:lnTo>
                  <a:lnTo>
                    <a:pt x="2" y="0"/>
                  </a:lnTo>
                  <a:lnTo>
                    <a:pt x="4" y="0"/>
                  </a:lnTo>
                  <a:lnTo>
                    <a:pt x="4"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009" name=""/>
            <p:cNvSpPr/>
            <p:nvPr/>
          </p:nvSpPr>
          <p:spPr>
            <a:xfrm>
              <a:off x="7188120" y="4071960"/>
              <a:ext cx="4680" cy="4680"/>
            </a:xfrm>
            <a:custGeom>
              <a:avLst/>
              <a:gdLst/>
              <a:ahLst/>
              <a:rect l="l" t="t" r="r" b="b"/>
              <a:pathLst>
                <a:path w="3" h="3">
                  <a:moveTo>
                    <a:pt x="0" y="0"/>
                  </a:moveTo>
                  <a:lnTo>
                    <a:pt x="0" y="0"/>
                  </a:lnTo>
                  <a:lnTo>
                    <a:pt x="0" y="2"/>
                  </a:lnTo>
                  <a:lnTo>
                    <a:pt x="1" y="2"/>
                  </a:lnTo>
                  <a:lnTo>
                    <a:pt x="2"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010" name=""/>
            <p:cNvSpPr/>
            <p:nvPr/>
          </p:nvSpPr>
          <p:spPr>
            <a:xfrm>
              <a:off x="7188120" y="4052880"/>
              <a:ext cx="15840" cy="23760"/>
            </a:xfrm>
            <a:custGeom>
              <a:avLst/>
              <a:gdLst/>
              <a:ahLst/>
              <a:rect l="l" t="t" r="r" b="b"/>
              <a:pathLst>
                <a:path w="10" h="15">
                  <a:moveTo>
                    <a:pt x="9" y="0"/>
                  </a:moveTo>
                  <a:lnTo>
                    <a:pt x="9" y="0"/>
                  </a:lnTo>
                  <a:lnTo>
                    <a:pt x="9" y="0"/>
                  </a:lnTo>
                  <a:lnTo>
                    <a:pt x="6" y="3"/>
                  </a:lnTo>
                  <a:lnTo>
                    <a:pt x="5" y="6"/>
                  </a:lnTo>
                  <a:lnTo>
                    <a:pt x="3" y="7"/>
                  </a:lnTo>
                  <a:lnTo>
                    <a:pt x="2" y="10"/>
                  </a:lnTo>
                  <a:lnTo>
                    <a:pt x="2" y="11"/>
                  </a:lnTo>
                  <a:lnTo>
                    <a:pt x="1" y="12"/>
                  </a:lnTo>
                  <a:lnTo>
                    <a:pt x="0" y="12"/>
                  </a:lnTo>
                  <a:lnTo>
                    <a:pt x="2" y="14"/>
                  </a:lnTo>
                  <a:lnTo>
                    <a:pt x="2" y="12"/>
                  </a:lnTo>
                  <a:lnTo>
                    <a:pt x="2" y="12"/>
                  </a:lnTo>
                  <a:lnTo>
                    <a:pt x="2" y="11"/>
                  </a:lnTo>
                  <a:lnTo>
                    <a:pt x="5" y="9"/>
                  </a:lnTo>
                  <a:lnTo>
                    <a:pt x="6" y="7"/>
                  </a:lnTo>
                  <a:lnTo>
                    <a:pt x="9" y="3"/>
                  </a:lnTo>
                  <a:lnTo>
                    <a:pt x="9" y="0"/>
                  </a:lnTo>
                  <a:lnTo>
                    <a:pt x="9" y="0"/>
                  </a:lnTo>
                  <a:lnTo>
                    <a:pt x="9" y="0"/>
                  </a:lnTo>
                  <a:lnTo>
                    <a:pt x="9" y="0"/>
                  </a:lnTo>
                  <a:lnTo>
                    <a:pt x="9"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011" name=""/>
            <p:cNvSpPr/>
            <p:nvPr/>
          </p:nvSpPr>
          <p:spPr>
            <a:xfrm>
              <a:off x="7202520" y="4030560"/>
              <a:ext cx="1440" cy="23760"/>
            </a:xfrm>
            <a:custGeom>
              <a:avLst/>
              <a:gdLst/>
              <a:ahLst/>
              <a:rect l="l" t="t" r="r" b="b"/>
              <a:pathLst>
                <a:path w="1" h="15">
                  <a:moveTo>
                    <a:pt x="0" y="0"/>
                  </a:moveTo>
                  <a:lnTo>
                    <a:pt x="0" y="1"/>
                  </a:lnTo>
                  <a:lnTo>
                    <a:pt x="0" y="5"/>
                  </a:lnTo>
                  <a:lnTo>
                    <a:pt x="0" y="9"/>
                  </a:lnTo>
                  <a:lnTo>
                    <a:pt x="0" y="14"/>
                  </a:lnTo>
                  <a:lnTo>
                    <a:pt x="0" y="14"/>
                  </a:lnTo>
                  <a:lnTo>
                    <a:pt x="0" y="9"/>
                  </a:lnTo>
                  <a:lnTo>
                    <a:pt x="0" y="5"/>
                  </a:lnTo>
                  <a:lnTo>
                    <a:pt x="0" y="1"/>
                  </a:lnTo>
                  <a:lnTo>
                    <a:pt x="0" y="0"/>
                  </a:lnTo>
                  <a:lnTo>
                    <a:pt x="0" y="0"/>
                  </a:lnTo>
                  <a:lnTo>
                    <a:pt x="0"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012" name=""/>
            <p:cNvSpPr/>
            <p:nvPr/>
          </p:nvSpPr>
          <p:spPr>
            <a:xfrm>
              <a:off x="7202520" y="405288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13" name=""/>
            <p:cNvSpPr/>
            <p:nvPr/>
          </p:nvSpPr>
          <p:spPr>
            <a:xfrm>
              <a:off x="7183440" y="4030560"/>
              <a:ext cx="6480" cy="3240"/>
            </a:xfrm>
            <a:custGeom>
              <a:avLst/>
              <a:gdLst/>
              <a:ahLst/>
              <a:rect l="l" t="t" r="r" b="b"/>
              <a:pathLst>
                <a:path w="4" h="2">
                  <a:moveTo>
                    <a:pt x="0" y="0"/>
                  </a:moveTo>
                  <a:lnTo>
                    <a:pt x="0" y="0"/>
                  </a:lnTo>
                  <a:lnTo>
                    <a:pt x="0" y="0"/>
                  </a:lnTo>
                  <a:lnTo>
                    <a:pt x="3" y="1"/>
                  </a:lnTo>
                  <a:lnTo>
                    <a:pt x="3"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14" name=""/>
            <p:cNvSpPr/>
            <p:nvPr/>
          </p:nvSpPr>
          <p:spPr>
            <a:xfrm>
              <a:off x="7183440" y="4000680"/>
              <a:ext cx="14400" cy="31680"/>
            </a:xfrm>
            <a:custGeom>
              <a:avLst/>
              <a:gdLst/>
              <a:ahLst/>
              <a:rect l="l" t="t" r="r" b="b"/>
              <a:pathLst>
                <a:path w="9" h="20">
                  <a:moveTo>
                    <a:pt x="6" y="3"/>
                  </a:moveTo>
                  <a:lnTo>
                    <a:pt x="6" y="3"/>
                  </a:lnTo>
                  <a:lnTo>
                    <a:pt x="6" y="5"/>
                  </a:lnTo>
                  <a:lnTo>
                    <a:pt x="6" y="6"/>
                  </a:lnTo>
                  <a:lnTo>
                    <a:pt x="5" y="11"/>
                  </a:lnTo>
                  <a:lnTo>
                    <a:pt x="5" y="11"/>
                  </a:lnTo>
                  <a:lnTo>
                    <a:pt x="4" y="14"/>
                  </a:lnTo>
                  <a:lnTo>
                    <a:pt x="3" y="18"/>
                  </a:lnTo>
                  <a:lnTo>
                    <a:pt x="0" y="19"/>
                  </a:lnTo>
                  <a:lnTo>
                    <a:pt x="0" y="19"/>
                  </a:lnTo>
                  <a:lnTo>
                    <a:pt x="3" y="19"/>
                  </a:lnTo>
                  <a:lnTo>
                    <a:pt x="3" y="19"/>
                  </a:lnTo>
                  <a:lnTo>
                    <a:pt x="3" y="18"/>
                  </a:lnTo>
                  <a:lnTo>
                    <a:pt x="5" y="18"/>
                  </a:lnTo>
                  <a:lnTo>
                    <a:pt x="5" y="12"/>
                  </a:lnTo>
                  <a:lnTo>
                    <a:pt x="6" y="11"/>
                  </a:lnTo>
                  <a:lnTo>
                    <a:pt x="8" y="6"/>
                  </a:lnTo>
                  <a:lnTo>
                    <a:pt x="8" y="5"/>
                  </a:lnTo>
                  <a:lnTo>
                    <a:pt x="8" y="0"/>
                  </a:lnTo>
                  <a:lnTo>
                    <a:pt x="8" y="0"/>
                  </a:lnTo>
                  <a:lnTo>
                    <a:pt x="6" y="3"/>
                  </a:lnTo>
                  <a:lnTo>
                    <a:pt x="6" y="3"/>
                  </a:lnTo>
                </a:path>
              </a:pathLst>
            </a:custGeom>
            <a:solidFill>
              <a:srgbClr val="ffc0b6"/>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3015" name=""/>
            <p:cNvSpPr/>
            <p:nvPr/>
          </p:nvSpPr>
          <p:spPr>
            <a:xfrm>
              <a:off x="7191360" y="3987720"/>
              <a:ext cx="11160" cy="19080"/>
            </a:xfrm>
            <a:custGeom>
              <a:avLst/>
              <a:gdLst/>
              <a:ahLst/>
              <a:rect l="l" t="t" r="r" b="b"/>
              <a:pathLst>
                <a:path w="7" h="12">
                  <a:moveTo>
                    <a:pt x="4" y="0"/>
                  </a:moveTo>
                  <a:lnTo>
                    <a:pt x="3" y="0"/>
                  </a:lnTo>
                  <a:lnTo>
                    <a:pt x="3" y="0"/>
                  </a:lnTo>
                  <a:lnTo>
                    <a:pt x="3" y="0"/>
                  </a:lnTo>
                  <a:lnTo>
                    <a:pt x="3" y="1"/>
                  </a:lnTo>
                  <a:lnTo>
                    <a:pt x="1" y="1"/>
                  </a:lnTo>
                  <a:lnTo>
                    <a:pt x="0" y="6"/>
                  </a:lnTo>
                  <a:lnTo>
                    <a:pt x="0" y="6"/>
                  </a:lnTo>
                  <a:lnTo>
                    <a:pt x="0" y="8"/>
                  </a:lnTo>
                  <a:lnTo>
                    <a:pt x="1" y="11"/>
                  </a:lnTo>
                  <a:lnTo>
                    <a:pt x="3" y="8"/>
                  </a:lnTo>
                  <a:lnTo>
                    <a:pt x="3" y="8"/>
                  </a:lnTo>
                  <a:lnTo>
                    <a:pt x="3" y="6"/>
                  </a:lnTo>
                  <a:lnTo>
                    <a:pt x="3" y="6"/>
                  </a:lnTo>
                  <a:lnTo>
                    <a:pt x="3" y="2"/>
                  </a:lnTo>
                  <a:lnTo>
                    <a:pt x="3" y="1"/>
                  </a:lnTo>
                  <a:lnTo>
                    <a:pt x="4" y="1"/>
                  </a:lnTo>
                  <a:lnTo>
                    <a:pt x="4" y="0"/>
                  </a:lnTo>
                  <a:lnTo>
                    <a:pt x="6" y="0"/>
                  </a:lnTo>
                  <a:lnTo>
                    <a:pt x="4" y="0"/>
                  </a:lnTo>
                  <a:lnTo>
                    <a:pt x="4" y="0"/>
                  </a:lnTo>
                  <a:lnTo>
                    <a:pt x="4"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016" name=""/>
            <p:cNvSpPr/>
            <p:nvPr/>
          </p:nvSpPr>
          <p:spPr>
            <a:xfrm>
              <a:off x="7197840" y="3976560"/>
              <a:ext cx="12600" cy="12960"/>
            </a:xfrm>
            <a:custGeom>
              <a:avLst/>
              <a:gdLst/>
              <a:ahLst/>
              <a:rect l="l" t="t" r="r" b="b"/>
              <a:pathLst>
                <a:path w="8" h="8">
                  <a:moveTo>
                    <a:pt x="6" y="0"/>
                  </a:moveTo>
                  <a:lnTo>
                    <a:pt x="6" y="0"/>
                  </a:lnTo>
                  <a:lnTo>
                    <a:pt x="6" y="2"/>
                  </a:lnTo>
                  <a:lnTo>
                    <a:pt x="5" y="2"/>
                  </a:lnTo>
                  <a:lnTo>
                    <a:pt x="3" y="2"/>
                  </a:lnTo>
                  <a:lnTo>
                    <a:pt x="3" y="4"/>
                  </a:lnTo>
                  <a:lnTo>
                    <a:pt x="2" y="5"/>
                  </a:lnTo>
                  <a:lnTo>
                    <a:pt x="0" y="7"/>
                  </a:lnTo>
                  <a:lnTo>
                    <a:pt x="0" y="7"/>
                  </a:lnTo>
                  <a:lnTo>
                    <a:pt x="0" y="7"/>
                  </a:lnTo>
                  <a:lnTo>
                    <a:pt x="2" y="7"/>
                  </a:lnTo>
                  <a:lnTo>
                    <a:pt x="3" y="7"/>
                  </a:lnTo>
                  <a:lnTo>
                    <a:pt x="3" y="5"/>
                  </a:lnTo>
                  <a:lnTo>
                    <a:pt x="3" y="4"/>
                  </a:lnTo>
                  <a:lnTo>
                    <a:pt x="6" y="2"/>
                  </a:lnTo>
                  <a:lnTo>
                    <a:pt x="6" y="2"/>
                  </a:lnTo>
                  <a:lnTo>
                    <a:pt x="6" y="0"/>
                  </a:lnTo>
                  <a:lnTo>
                    <a:pt x="7" y="0"/>
                  </a:lnTo>
                  <a:lnTo>
                    <a:pt x="6" y="0"/>
                  </a:lnTo>
                  <a:lnTo>
                    <a:pt x="6" y="0"/>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3017" name=""/>
            <p:cNvSpPr/>
            <p:nvPr/>
          </p:nvSpPr>
          <p:spPr>
            <a:xfrm>
              <a:off x="7196040" y="3987720"/>
              <a:ext cx="6480" cy="1800"/>
            </a:xfrm>
            <a:custGeom>
              <a:avLst/>
              <a:gdLst/>
              <a:ahLst/>
              <a:rect l="l" t="t" r="r" b="b"/>
              <a:pathLst>
                <a:path w="4" h="1">
                  <a:moveTo>
                    <a:pt x="3" y="0"/>
                  </a:moveTo>
                  <a:lnTo>
                    <a:pt x="3" y="0"/>
                  </a:lnTo>
                  <a:lnTo>
                    <a:pt x="1" y="0"/>
                  </a:lnTo>
                  <a:lnTo>
                    <a:pt x="0" y="0"/>
                  </a:lnTo>
                  <a:lnTo>
                    <a:pt x="0" y="0"/>
                  </a:lnTo>
                  <a:lnTo>
                    <a:pt x="3" y="0"/>
                  </a:lnTo>
                  <a:lnTo>
                    <a:pt x="3"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018" name=""/>
            <p:cNvSpPr/>
            <p:nvPr/>
          </p:nvSpPr>
          <p:spPr>
            <a:xfrm>
              <a:off x="7253280" y="3726000"/>
              <a:ext cx="1440" cy="6120"/>
            </a:xfrm>
            <a:custGeom>
              <a:avLst/>
              <a:gdLst/>
              <a:ahLst/>
              <a:rect l="l" t="t" r="r" b="b"/>
              <a:pathLst>
                <a:path w="1" h="4">
                  <a:moveTo>
                    <a:pt x="0" y="0"/>
                  </a:moveTo>
                  <a:lnTo>
                    <a:pt x="0" y="3"/>
                  </a:lnTo>
                  <a:lnTo>
                    <a:pt x="0" y="3"/>
                  </a:lnTo>
                  <a:lnTo>
                    <a:pt x="0" y="3"/>
                  </a:lnTo>
                  <a:lnTo>
                    <a:pt x="0" y="0"/>
                  </a:lnTo>
                  <a:lnTo>
                    <a:pt x="0" y="0"/>
                  </a:lnTo>
                  <a:lnTo>
                    <a:pt x="0"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019" name=""/>
            <p:cNvSpPr/>
            <p:nvPr/>
          </p:nvSpPr>
          <p:spPr>
            <a:xfrm>
              <a:off x="7246800" y="3705120"/>
              <a:ext cx="7920" cy="22320"/>
            </a:xfrm>
            <a:custGeom>
              <a:avLst/>
              <a:gdLst/>
              <a:ahLst/>
              <a:rect l="l" t="t" r="r" b="b"/>
              <a:pathLst>
                <a:path w="5" h="14">
                  <a:moveTo>
                    <a:pt x="0" y="0"/>
                  </a:moveTo>
                  <a:lnTo>
                    <a:pt x="0" y="0"/>
                  </a:lnTo>
                  <a:lnTo>
                    <a:pt x="0" y="4"/>
                  </a:lnTo>
                  <a:lnTo>
                    <a:pt x="1" y="4"/>
                  </a:lnTo>
                  <a:lnTo>
                    <a:pt x="4" y="9"/>
                  </a:lnTo>
                  <a:lnTo>
                    <a:pt x="4" y="9"/>
                  </a:lnTo>
                  <a:lnTo>
                    <a:pt x="4" y="10"/>
                  </a:lnTo>
                  <a:lnTo>
                    <a:pt x="4" y="10"/>
                  </a:lnTo>
                  <a:lnTo>
                    <a:pt x="4" y="13"/>
                  </a:lnTo>
                  <a:lnTo>
                    <a:pt x="4" y="13"/>
                  </a:lnTo>
                  <a:lnTo>
                    <a:pt x="4" y="13"/>
                  </a:lnTo>
                  <a:lnTo>
                    <a:pt x="4" y="13"/>
                  </a:lnTo>
                  <a:lnTo>
                    <a:pt x="4" y="10"/>
                  </a:lnTo>
                  <a:lnTo>
                    <a:pt x="4" y="10"/>
                  </a:lnTo>
                  <a:lnTo>
                    <a:pt x="4" y="9"/>
                  </a:lnTo>
                  <a:lnTo>
                    <a:pt x="4" y="9"/>
                  </a:lnTo>
                  <a:lnTo>
                    <a:pt x="4" y="4"/>
                  </a:lnTo>
                  <a:lnTo>
                    <a:pt x="4" y="3"/>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020" name=""/>
            <p:cNvSpPr/>
            <p:nvPr/>
          </p:nvSpPr>
          <p:spPr>
            <a:xfrm>
              <a:off x="7237440" y="3692520"/>
              <a:ext cx="11160" cy="14400"/>
            </a:xfrm>
            <a:custGeom>
              <a:avLst/>
              <a:gdLst/>
              <a:ahLst/>
              <a:rect l="l" t="t" r="r" b="b"/>
              <a:pathLst>
                <a:path w="7" h="9">
                  <a:moveTo>
                    <a:pt x="0" y="0"/>
                  </a:moveTo>
                  <a:lnTo>
                    <a:pt x="0" y="2"/>
                  </a:lnTo>
                  <a:lnTo>
                    <a:pt x="3" y="2"/>
                  </a:lnTo>
                  <a:lnTo>
                    <a:pt x="3" y="5"/>
                  </a:lnTo>
                  <a:lnTo>
                    <a:pt x="3" y="5"/>
                  </a:lnTo>
                  <a:lnTo>
                    <a:pt x="3" y="6"/>
                  </a:lnTo>
                  <a:lnTo>
                    <a:pt x="4" y="7"/>
                  </a:lnTo>
                  <a:lnTo>
                    <a:pt x="6" y="8"/>
                  </a:lnTo>
                  <a:lnTo>
                    <a:pt x="6" y="8"/>
                  </a:lnTo>
                  <a:lnTo>
                    <a:pt x="6" y="8"/>
                  </a:lnTo>
                  <a:lnTo>
                    <a:pt x="6" y="8"/>
                  </a:lnTo>
                  <a:lnTo>
                    <a:pt x="6" y="7"/>
                  </a:lnTo>
                  <a:lnTo>
                    <a:pt x="3" y="6"/>
                  </a:lnTo>
                  <a:lnTo>
                    <a:pt x="3" y="5"/>
                  </a:lnTo>
                  <a:lnTo>
                    <a:pt x="3" y="5"/>
                  </a:lnTo>
                  <a:lnTo>
                    <a:pt x="3" y="2"/>
                  </a:lnTo>
                  <a:lnTo>
                    <a:pt x="3" y="0"/>
                  </a:lnTo>
                  <a:lnTo>
                    <a:pt x="3" y="0"/>
                  </a:lnTo>
                  <a:lnTo>
                    <a:pt x="0" y="0"/>
                  </a:lnTo>
                  <a:lnTo>
                    <a:pt x="0"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021" name=""/>
            <p:cNvSpPr/>
            <p:nvPr/>
          </p:nvSpPr>
          <p:spPr>
            <a:xfrm>
              <a:off x="7246800" y="370512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022" name=""/>
            <p:cNvSpPr/>
            <p:nvPr/>
          </p:nvSpPr>
          <p:spPr>
            <a:xfrm>
              <a:off x="7272360" y="4030560"/>
              <a:ext cx="6480" cy="3240"/>
            </a:xfrm>
            <a:custGeom>
              <a:avLst/>
              <a:gdLst/>
              <a:ahLst/>
              <a:rect l="l" t="t" r="r" b="b"/>
              <a:pathLst>
                <a:path w="4" h="2">
                  <a:moveTo>
                    <a:pt x="0" y="0"/>
                  </a:moveTo>
                  <a:lnTo>
                    <a:pt x="2" y="1"/>
                  </a:lnTo>
                  <a:lnTo>
                    <a:pt x="2" y="1"/>
                  </a:lnTo>
                  <a:lnTo>
                    <a:pt x="2" y="0"/>
                  </a:lnTo>
                  <a:lnTo>
                    <a:pt x="3"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23" name=""/>
            <p:cNvSpPr/>
            <p:nvPr/>
          </p:nvSpPr>
          <p:spPr>
            <a:xfrm>
              <a:off x="7270920" y="4019400"/>
              <a:ext cx="7920" cy="12960"/>
            </a:xfrm>
            <a:custGeom>
              <a:avLst/>
              <a:gdLst/>
              <a:ahLst/>
              <a:rect l="l" t="t" r="r" b="b"/>
              <a:pathLst>
                <a:path w="5" h="8">
                  <a:moveTo>
                    <a:pt x="4" y="0"/>
                  </a:moveTo>
                  <a:lnTo>
                    <a:pt x="4" y="0"/>
                  </a:lnTo>
                  <a:lnTo>
                    <a:pt x="1" y="2"/>
                  </a:lnTo>
                  <a:lnTo>
                    <a:pt x="0" y="6"/>
                  </a:lnTo>
                  <a:lnTo>
                    <a:pt x="1" y="7"/>
                  </a:lnTo>
                  <a:lnTo>
                    <a:pt x="1" y="7"/>
                  </a:lnTo>
                  <a:lnTo>
                    <a:pt x="4" y="7"/>
                  </a:lnTo>
                  <a:lnTo>
                    <a:pt x="3" y="7"/>
                  </a:lnTo>
                  <a:lnTo>
                    <a:pt x="3" y="6"/>
                  </a:lnTo>
                  <a:lnTo>
                    <a:pt x="4" y="6"/>
                  </a:lnTo>
                  <a:lnTo>
                    <a:pt x="4" y="1"/>
                  </a:lnTo>
                  <a:lnTo>
                    <a:pt x="4" y="1"/>
                  </a:lnTo>
                  <a:lnTo>
                    <a:pt x="4" y="0"/>
                  </a:lnTo>
                  <a:lnTo>
                    <a:pt x="4" y="0"/>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3024" name=""/>
            <p:cNvSpPr/>
            <p:nvPr/>
          </p:nvSpPr>
          <p:spPr>
            <a:xfrm>
              <a:off x="7277040" y="4010040"/>
              <a:ext cx="1800" cy="12600"/>
            </a:xfrm>
            <a:custGeom>
              <a:avLst/>
              <a:gdLst/>
              <a:ahLst/>
              <a:rect l="l" t="t" r="r" b="b"/>
              <a:pathLst>
                <a:path w="1" h="8">
                  <a:moveTo>
                    <a:pt x="0" y="0"/>
                  </a:moveTo>
                  <a:lnTo>
                    <a:pt x="0" y="0"/>
                  </a:lnTo>
                  <a:lnTo>
                    <a:pt x="0" y="0"/>
                  </a:lnTo>
                  <a:lnTo>
                    <a:pt x="0" y="1"/>
                  </a:lnTo>
                  <a:lnTo>
                    <a:pt x="0" y="3"/>
                  </a:lnTo>
                  <a:lnTo>
                    <a:pt x="0" y="5"/>
                  </a:lnTo>
                  <a:lnTo>
                    <a:pt x="0" y="5"/>
                  </a:lnTo>
                  <a:lnTo>
                    <a:pt x="0" y="5"/>
                  </a:lnTo>
                  <a:lnTo>
                    <a:pt x="0" y="5"/>
                  </a:lnTo>
                  <a:lnTo>
                    <a:pt x="0" y="6"/>
                  </a:lnTo>
                  <a:lnTo>
                    <a:pt x="0" y="7"/>
                  </a:lnTo>
                  <a:lnTo>
                    <a:pt x="0" y="6"/>
                  </a:lnTo>
                  <a:lnTo>
                    <a:pt x="0" y="5"/>
                  </a:lnTo>
                  <a:lnTo>
                    <a:pt x="0" y="5"/>
                  </a:lnTo>
                  <a:lnTo>
                    <a:pt x="0" y="5"/>
                  </a:lnTo>
                  <a:lnTo>
                    <a:pt x="0" y="3"/>
                  </a:lnTo>
                  <a:lnTo>
                    <a:pt x="0" y="1"/>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025" name=""/>
            <p:cNvSpPr/>
            <p:nvPr/>
          </p:nvSpPr>
          <p:spPr>
            <a:xfrm>
              <a:off x="7277040" y="3997440"/>
              <a:ext cx="7920" cy="14040"/>
            </a:xfrm>
            <a:custGeom>
              <a:avLst/>
              <a:gdLst/>
              <a:ahLst/>
              <a:rect l="l" t="t" r="r" b="b"/>
              <a:pathLst>
                <a:path w="5" h="9">
                  <a:moveTo>
                    <a:pt x="0" y="0"/>
                  </a:moveTo>
                  <a:lnTo>
                    <a:pt x="4" y="0"/>
                  </a:lnTo>
                  <a:lnTo>
                    <a:pt x="4" y="0"/>
                  </a:lnTo>
                  <a:lnTo>
                    <a:pt x="4" y="2"/>
                  </a:lnTo>
                  <a:lnTo>
                    <a:pt x="0" y="2"/>
                  </a:lnTo>
                  <a:lnTo>
                    <a:pt x="0" y="5"/>
                  </a:lnTo>
                  <a:lnTo>
                    <a:pt x="0" y="7"/>
                  </a:lnTo>
                  <a:lnTo>
                    <a:pt x="0" y="8"/>
                  </a:lnTo>
                  <a:lnTo>
                    <a:pt x="0" y="8"/>
                  </a:lnTo>
                  <a:lnTo>
                    <a:pt x="0" y="8"/>
                  </a:lnTo>
                  <a:lnTo>
                    <a:pt x="0" y="8"/>
                  </a:lnTo>
                  <a:lnTo>
                    <a:pt x="0" y="7"/>
                  </a:lnTo>
                  <a:lnTo>
                    <a:pt x="4" y="6"/>
                  </a:lnTo>
                  <a:lnTo>
                    <a:pt x="4" y="2"/>
                  </a:lnTo>
                  <a:lnTo>
                    <a:pt x="4" y="2"/>
                  </a:lnTo>
                  <a:lnTo>
                    <a:pt x="4" y="0"/>
                  </a:lnTo>
                  <a:lnTo>
                    <a:pt x="4" y="0"/>
                  </a:lnTo>
                  <a:lnTo>
                    <a:pt x="4" y="0"/>
                  </a:lnTo>
                  <a:lnTo>
                    <a:pt x="0" y="0"/>
                  </a:lnTo>
                  <a:lnTo>
                    <a:pt x="0" y="0"/>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026" name=""/>
            <p:cNvSpPr/>
            <p:nvPr/>
          </p:nvSpPr>
          <p:spPr>
            <a:xfrm>
              <a:off x="7277040" y="401004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27" name=""/>
            <p:cNvSpPr/>
            <p:nvPr/>
          </p:nvSpPr>
          <p:spPr>
            <a:xfrm>
              <a:off x="7288200" y="4030560"/>
              <a:ext cx="6480" cy="1800"/>
            </a:xfrm>
            <a:custGeom>
              <a:avLst/>
              <a:gdLst/>
              <a:ahLst/>
              <a:rect l="l" t="t" r="r" b="b"/>
              <a:pathLst>
                <a:path w="4" h="1">
                  <a:moveTo>
                    <a:pt x="0" y="0"/>
                  </a:moveTo>
                  <a:lnTo>
                    <a:pt x="0" y="0"/>
                  </a:lnTo>
                  <a:lnTo>
                    <a:pt x="0" y="0"/>
                  </a:lnTo>
                  <a:lnTo>
                    <a:pt x="3" y="0"/>
                  </a:lnTo>
                  <a:lnTo>
                    <a:pt x="3"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028" name=""/>
            <p:cNvSpPr/>
            <p:nvPr/>
          </p:nvSpPr>
          <p:spPr>
            <a:xfrm>
              <a:off x="7288200" y="4017960"/>
              <a:ext cx="6480" cy="14400"/>
            </a:xfrm>
            <a:custGeom>
              <a:avLst/>
              <a:gdLst/>
              <a:ahLst/>
              <a:rect l="l" t="t" r="r" b="b"/>
              <a:pathLst>
                <a:path w="4" h="9">
                  <a:moveTo>
                    <a:pt x="3" y="0"/>
                  </a:moveTo>
                  <a:lnTo>
                    <a:pt x="3" y="0"/>
                  </a:lnTo>
                  <a:lnTo>
                    <a:pt x="0" y="2"/>
                  </a:lnTo>
                  <a:lnTo>
                    <a:pt x="0" y="7"/>
                  </a:lnTo>
                  <a:lnTo>
                    <a:pt x="0" y="7"/>
                  </a:lnTo>
                  <a:lnTo>
                    <a:pt x="0" y="8"/>
                  </a:lnTo>
                  <a:lnTo>
                    <a:pt x="3" y="8"/>
                  </a:lnTo>
                  <a:lnTo>
                    <a:pt x="3" y="7"/>
                  </a:lnTo>
                  <a:lnTo>
                    <a:pt x="0" y="7"/>
                  </a:lnTo>
                  <a:lnTo>
                    <a:pt x="3" y="2"/>
                  </a:lnTo>
                  <a:lnTo>
                    <a:pt x="3" y="1"/>
                  </a:lnTo>
                  <a:lnTo>
                    <a:pt x="3" y="1"/>
                  </a:lnTo>
                  <a:lnTo>
                    <a:pt x="3" y="0"/>
                  </a:lnTo>
                  <a:lnTo>
                    <a:pt x="3"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029" name=""/>
            <p:cNvSpPr/>
            <p:nvPr/>
          </p:nvSpPr>
          <p:spPr>
            <a:xfrm>
              <a:off x="7292880" y="4010040"/>
              <a:ext cx="12960" cy="11160"/>
            </a:xfrm>
            <a:custGeom>
              <a:avLst/>
              <a:gdLst/>
              <a:ahLst/>
              <a:rect l="l" t="t" r="r" b="b"/>
              <a:pathLst>
                <a:path w="8" h="7">
                  <a:moveTo>
                    <a:pt x="7" y="0"/>
                  </a:moveTo>
                  <a:lnTo>
                    <a:pt x="7" y="0"/>
                  </a:lnTo>
                  <a:lnTo>
                    <a:pt x="7" y="0"/>
                  </a:lnTo>
                  <a:lnTo>
                    <a:pt x="6" y="1"/>
                  </a:lnTo>
                  <a:lnTo>
                    <a:pt x="6" y="3"/>
                  </a:lnTo>
                  <a:lnTo>
                    <a:pt x="6" y="5"/>
                  </a:lnTo>
                  <a:lnTo>
                    <a:pt x="3" y="5"/>
                  </a:lnTo>
                  <a:lnTo>
                    <a:pt x="2" y="5"/>
                  </a:lnTo>
                  <a:lnTo>
                    <a:pt x="2" y="5"/>
                  </a:lnTo>
                  <a:lnTo>
                    <a:pt x="0" y="5"/>
                  </a:lnTo>
                  <a:lnTo>
                    <a:pt x="0" y="6"/>
                  </a:lnTo>
                  <a:lnTo>
                    <a:pt x="2" y="5"/>
                  </a:lnTo>
                  <a:lnTo>
                    <a:pt x="3" y="5"/>
                  </a:lnTo>
                  <a:lnTo>
                    <a:pt x="6" y="5"/>
                  </a:lnTo>
                  <a:lnTo>
                    <a:pt x="6" y="5"/>
                  </a:lnTo>
                  <a:lnTo>
                    <a:pt x="7" y="5"/>
                  </a:lnTo>
                  <a:lnTo>
                    <a:pt x="7" y="3"/>
                  </a:lnTo>
                  <a:lnTo>
                    <a:pt x="7" y="0"/>
                  </a:lnTo>
                  <a:lnTo>
                    <a:pt x="7" y="0"/>
                  </a:lnTo>
                  <a:lnTo>
                    <a:pt x="7" y="0"/>
                  </a:lnTo>
                  <a:lnTo>
                    <a:pt x="7" y="0"/>
                  </a:lnTo>
                  <a:lnTo>
                    <a:pt x="7"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030" name=""/>
            <p:cNvSpPr/>
            <p:nvPr/>
          </p:nvSpPr>
          <p:spPr>
            <a:xfrm>
              <a:off x="7304040" y="3984480"/>
              <a:ext cx="9720" cy="27000"/>
            </a:xfrm>
            <a:custGeom>
              <a:avLst/>
              <a:gdLst/>
              <a:ahLst/>
              <a:rect l="l" t="t" r="r" b="b"/>
              <a:pathLst>
                <a:path w="6" h="17">
                  <a:moveTo>
                    <a:pt x="5" y="0"/>
                  </a:moveTo>
                  <a:lnTo>
                    <a:pt x="5" y="0"/>
                  </a:lnTo>
                  <a:lnTo>
                    <a:pt x="4" y="2"/>
                  </a:lnTo>
                  <a:lnTo>
                    <a:pt x="4" y="3"/>
                  </a:lnTo>
                  <a:lnTo>
                    <a:pt x="2" y="6"/>
                  </a:lnTo>
                  <a:lnTo>
                    <a:pt x="1" y="8"/>
                  </a:lnTo>
                  <a:lnTo>
                    <a:pt x="0" y="10"/>
                  </a:lnTo>
                  <a:lnTo>
                    <a:pt x="0" y="13"/>
                  </a:lnTo>
                  <a:lnTo>
                    <a:pt x="0" y="15"/>
                  </a:lnTo>
                  <a:lnTo>
                    <a:pt x="0" y="16"/>
                  </a:lnTo>
                  <a:lnTo>
                    <a:pt x="0" y="16"/>
                  </a:lnTo>
                  <a:lnTo>
                    <a:pt x="0" y="15"/>
                  </a:lnTo>
                  <a:lnTo>
                    <a:pt x="0" y="14"/>
                  </a:lnTo>
                  <a:lnTo>
                    <a:pt x="1" y="10"/>
                  </a:lnTo>
                  <a:lnTo>
                    <a:pt x="2" y="8"/>
                  </a:lnTo>
                  <a:lnTo>
                    <a:pt x="4" y="8"/>
                  </a:lnTo>
                  <a:lnTo>
                    <a:pt x="5" y="3"/>
                  </a:lnTo>
                  <a:lnTo>
                    <a:pt x="5" y="2"/>
                  </a:lnTo>
                  <a:lnTo>
                    <a:pt x="5" y="0"/>
                  </a:lnTo>
                  <a:lnTo>
                    <a:pt x="5" y="0"/>
                  </a:lnTo>
                  <a:lnTo>
                    <a:pt x="5" y="0"/>
                  </a:lnTo>
                  <a:lnTo>
                    <a:pt x="5"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3031" name=""/>
            <p:cNvSpPr/>
            <p:nvPr/>
          </p:nvSpPr>
          <p:spPr>
            <a:xfrm>
              <a:off x="7311960" y="3971880"/>
              <a:ext cx="3240" cy="14400"/>
            </a:xfrm>
            <a:custGeom>
              <a:avLst/>
              <a:gdLst/>
              <a:ahLst/>
              <a:rect l="l" t="t" r="r" b="b"/>
              <a:pathLst>
                <a:path w="2" h="9">
                  <a:moveTo>
                    <a:pt x="0" y="0"/>
                  </a:moveTo>
                  <a:lnTo>
                    <a:pt x="0" y="0"/>
                  </a:lnTo>
                  <a:lnTo>
                    <a:pt x="0" y="2"/>
                  </a:lnTo>
                  <a:lnTo>
                    <a:pt x="0" y="5"/>
                  </a:lnTo>
                  <a:lnTo>
                    <a:pt x="0" y="8"/>
                  </a:lnTo>
                  <a:lnTo>
                    <a:pt x="0" y="8"/>
                  </a:lnTo>
                  <a:lnTo>
                    <a:pt x="0" y="5"/>
                  </a:lnTo>
                  <a:lnTo>
                    <a:pt x="0" y="3"/>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032" name=""/>
            <p:cNvSpPr/>
            <p:nvPr/>
          </p:nvSpPr>
          <p:spPr>
            <a:xfrm>
              <a:off x="7311960" y="3983040"/>
              <a:ext cx="1800" cy="3240"/>
            </a:xfrm>
            <a:custGeom>
              <a:avLst/>
              <a:gdLst/>
              <a:ahLst/>
              <a:rect l="l" t="t" r="r" b="b"/>
              <a:pathLst>
                <a:path w="1" h="2">
                  <a:moveTo>
                    <a:pt x="0" y="1"/>
                  </a:moveTo>
                  <a:lnTo>
                    <a:pt x="0" y="1"/>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33" name=""/>
            <p:cNvSpPr/>
            <p:nvPr/>
          </p:nvSpPr>
          <p:spPr>
            <a:xfrm>
              <a:off x="7310520" y="4035600"/>
              <a:ext cx="3240" cy="4680"/>
            </a:xfrm>
            <a:custGeom>
              <a:avLst/>
              <a:gdLst/>
              <a:ahLst/>
              <a:rect l="l" t="t" r="r" b="b"/>
              <a:pathLst>
                <a:path w="2" h="3">
                  <a:moveTo>
                    <a:pt x="0" y="0"/>
                  </a:moveTo>
                  <a:lnTo>
                    <a:pt x="0" y="0"/>
                  </a:lnTo>
                  <a:lnTo>
                    <a:pt x="0" y="0"/>
                  </a:lnTo>
                  <a:lnTo>
                    <a:pt x="1" y="2"/>
                  </a:lnTo>
                  <a:lnTo>
                    <a:pt x="1" y="0"/>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034" name=""/>
            <p:cNvSpPr/>
            <p:nvPr/>
          </p:nvSpPr>
          <p:spPr>
            <a:xfrm>
              <a:off x="7310520" y="4030560"/>
              <a:ext cx="9360" cy="6480"/>
            </a:xfrm>
            <a:custGeom>
              <a:avLst/>
              <a:gdLst/>
              <a:ahLst/>
              <a:rect l="l" t="t" r="r" b="b"/>
              <a:pathLst>
                <a:path w="6" h="4">
                  <a:moveTo>
                    <a:pt x="4" y="0"/>
                  </a:moveTo>
                  <a:lnTo>
                    <a:pt x="4" y="0"/>
                  </a:lnTo>
                  <a:lnTo>
                    <a:pt x="2" y="0"/>
                  </a:lnTo>
                  <a:lnTo>
                    <a:pt x="2" y="0"/>
                  </a:lnTo>
                  <a:lnTo>
                    <a:pt x="1" y="1"/>
                  </a:lnTo>
                  <a:lnTo>
                    <a:pt x="1" y="1"/>
                  </a:lnTo>
                  <a:lnTo>
                    <a:pt x="1" y="2"/>
                  </a:lnTo>
                  <a:lnTo>
                    <a:pt x="1" y="2"/>
                  </a:lnTo>
                  <a:lnTo>
                    <a:pt x="0" y="3"/>
                  </a:lnTo>
                  <a:lnTo>
                    <a:pt x="0" y="3"/>
                  </a:lnTo>
                  <a:lnTo>
                    <a:pt x="1" y="3"/>
                  </a:lnTo>
                  <a:lnTo>
                    <a:pt x="1" y="3"/>
                  </a:lnTo>
                  <a:lnTo>
                    <a:pt x="1" y="3"/>
                  </a:lnTo>
                  <a:lnTo>
                    <a:pt x="1" y="3"/>
                  </a:lnTo>
                  <a:lnTo>
                    <a:pt x="1" y="2"/>
                  </a:lnTo>
                  <a:lnTo>
                    <a:pt x="2" y="2"/>
                  </a:lnTo>
                  <a:lnTo>
                    <a:pt x="2" y="1"/>
                  </a:lnTo>
                  <a:lnTo>
                    <a:pt x="4" y="0"/>
                  </a:lnTo>
                  <a:lnTo>
                    <a:pt x="5" y="0"/>
                  </a:lnTo>
                  <a:lnTo>
                    <a:pt x="5" y="0"/>
                  </a:lnTo>
                  <a:lnTo>
                    <a:pt x="4" y="0"/>
                  </a:lnTo>
                  <a:lnTo>
                    <a:pt x="4"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035" name=""/>
            <p:cNvSpPr/>
            <p:nvPr/>
          </p:nvSpPr>
          <p:spPr>
            <a:xfrm>
              <a:off x="7316640" y="4029120"/>
              <a:ext cx="14400" cy="3240"/>
            </a:xfrm>
            <a:custGeom>
              <a:avLst/>
              <a:gdLst/>
              <a:ahLst/>
              <a:rect l="l" t="t" r="r" b="b"/>
              <a:pathLst>
                <a:path w="9" h="2">
                  <a:moveTo>
                    <a:pt x="4" y="0"/>
                  </a:moveTo>
                  <a:lnTo>
                    <a:pt x="4" y="0"/>
                  </a:lnTo>
                  <a:lnTo>
                    <a:pt x="4" y="0"/>
                  </a:lnTo>
                  <a:lnTo>
                    <a:pt x="4" y="0"/>
                  </a:lnTo>
                  <a:lnTo>
                    <a:pt x="4" y="0"/>
                  </a:lnTo>
                  <a:lnTo>
                    <a:pt x="2" y="0"/>
                  </a:lnTo>
                  <a:lnTo>
                    <a:pt x="1" y="0"/>
                  </a:lnTo>
                  <a:lnTo>
                    <a:pt x="1" y="1"/>
                  </a:lnTo>
                  <a:lnTo>
                    <a:pt x="1" y="1"/>
                  </a:lnTo>
                  <a:lnTo>
                    <a:pt x="0" y="1"/>
                  </a:lnTo>
                  <a:lnTo>
                    <a:pt x="1" y="1"/>
                  </a:lnTo>
                  <a:lnTo>
                    <a:pt x="1" y="1"/>
                  </a:lnTo>
                  <a:lnTo>
                    <a:pt x="1" y="1"/>
                  </a:lnTo>
                  <a:lnTo>
                    <a:pt x="1" y="1"/>
                  </a:lnTo>
                  <a:lnTo>
                    <a:pt x="4" y="1"/>
                  </a:lnTo>
                  <a:lnTo>
                    <a:pt x="4" y="1"/>
                  </a:lnTo>
                  <a:lnTo>
                    <a:pt x="4" y="0"/>
                  </a:lnTo>
                  <a:lnTo>
                    <a:pt x="7" y="0"/>
                  </a:lnTo>
                  <a:lnTo>
                    <a:pt x="8" y="0"/>
                  </a:lnTo>
                  <a:lnTo>
                    <a:pt x="8" y="0"/>
                  </a:lnTo>
                  <a:lnTo>
                    <a:pt x="4" y="0"/>
                  </a:lnTo>
                  <a:lnTo>
                    <a:pt x="4"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36" name=""/>
            <p:cNvSpPr/>
            <p:nvPr/>
          </p:nvSpPr>
          <p:spPr>
            <a:xfrm>
              <a:off x="7323120" y="4011480"/>
              <a:ext cx="19080" cy="19080"/>
            </a:xfrm>
            <a:custGeom>
              <a:avLst/>
              <a:gdLst/>
              <a:ahLst/>
              <a:rect l="l" t="t" r="r" b="b"/>
              <a:pathLst>
                <a:path w="12" h="12">
                  <a:moveTo>
                    <a:pt x="11" y="0"/>
                  </a:moveTo>
                  <a:lnTo>
                    <a:pt x="11" y="0"/>
                  </a:lnTo>
                  <a:lnTo>
                    <a:pt x="10" y="2"/>
                  </a:lnTo>
                  <a:lnTo>
                    <a:pt x="9" y="2"/>
                  </a:lnTo>
                  <a:lnTo>
                    <a:pt x="4" y="4"/>
                  </a:lnTo>
                  <a:lnTo>
                    <a:pt x="4" y="4"/>
                  </a:lnTo>
                  <a:lnTo>
                    <a:pt x="4" y="4"/>
                  </a:lnTo>
                  <a:lnTo>
                    <a:pt x="4" y="4"/>
                  </a:lnTo>
                  <a:lnTo>
                    <a:pt x="0" y="6"/>
                  </a:lnTo>
                  <a:lnTo>
                    <a:pt x="0" y="11"/>
                  </a:lnTo>
                  <a:lnTo>
                    <a:pt x="4" y="11"/>
                  </a:lnTo>
                  <a:lnTo>
                    <a:pt x="4" y="6"/>
                  </a:lnTo>
                  <a:lnTo>
                    <a:pt x="4" y="5"/>
                  </a:lnTo>
                  <a:lnTo>
                    <a:pt x="4" y="4"/>
                  </a:lnTo>
                  <a:lnTo>
                    <a:pt x="4" y="4"/>
                  </a:lnTo>
                  <a:lnTo>
                    <a:pt x="7" y="4"/>
                  </a:lnTo>
                  <a:lnTo>
                    <a:pt x="10" y="4"/>
                  </a:lnTo>
                  <a:lnTo>
                    <a:pt x="11" y="4"/>
                  </a:lnTo>
                  <a:lnTo>
                    <a:pt x="11" y="2"/>
                  </a:lnTo>
                  <a:lnTo>
                    <a:pt x="11" y="2"/>
                  </a:lnTo>
                  <a:lnTo>
                    <a:pt x="11" y="0"/>
                  </a:lnTo>
                  <a:lnTo>
                    <a:pt x="11"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037" name=""/>
            <p:cNvSpPr/>
            <p:nvPr/>
          </p:nvSpPr>
          <p:spPr>
            <a:xfrm>
              <a:off x="7340760" y="4000680"/>
              <a:ext cx="14040" cy="15840"/>
            </a:xfrm>
            <a:custGeom>
              <a:avLst/>
              <a:gdLst/>
              <a:ahLst/>
              <a:rect l="l" t="t" r="r" b="b"/>
              <a:pathLst>
                <a:path w="9" h="10">
                  <a:moveTo>
                    <a:pt x="7" y="0"/>
                  </a:moveTo>
                  <a:lnTo>
                    <a:pt x="7" y="0"/>
                  </a:lnTo>
                  <a:lnTo>
                    <a:pt x="4" y="4"/>
                  </a:lnTo>
                  <a:lnTo>
                    <a:pt x="2" y="5"/>
                  </a:lnTo>
                  <a:lnTo>
                    <a:pt x="2" y="6"/>
                  </a:lnTo>
                  <a:lnTo>
                    <a:pt x="1" y="6"/>
                  </a:lnTo>
                  <a:lnTo>
                    <a:pt x="1" y="6"/>
                  </a:lnTo>
                  <a:lnTo>
                    <a:pt x="0" y="7"/>
                  </a:lnTo>
                  <a:lnTo>
                    <a:pt x="0" y="7"/>
                  </a:lnTo>
                  <a:lnTo>
                    <a:pt x="0" y="9"/>
                  </a:lnTo>
                  <a:lnTo>
                    <a:pt x="1" y="9"/>
                  </a:lnTo>
                  <a:lnTo>
                    <a:pt x="1" y="7"/>
                  </a:lnTo>
                  <a:lnTo>
                    <a:pt x="1" y="6"/>
                  </a:lnTo>
                  <a:lnTo>
                    <a:pt x="2" y="6"/>
                  </a:lnTo>
                  <a:lnTo>
                    <a:pt x="2" y="6"/>
                  </a:lnTo>
                  <a:lnTo>
                    <a:pt x="7" y="5"/>
                  </a:lnTo>
                  <a:lnTo>
                    <a:pt x="7" y="0"/>
                  </a:lnTo>
                  <a:lnTo>
                    <a:pt x="8" y="0"/>
                  </a:lnTo>
                  <a:lnTo>
                    <a:pt x="7" y="0"/>
                  </a:lnTo>
                  <a:lnTo>
                    <a:pt x="7"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038" name=""/>
            <p:cNvSpPr/>
            <p:nvPr/>
          </p:nvSpPr>
          <p:spPr>
            <a:xfrm>
              <a:off x="7340760" y="4011480"/>
              <a:ext cx="1440" cy="5040"/>
            </a:xfrm>
            <a:custGeom>
              <a:avLst/>
              <a:gdLst/>
              <a:ahLst/>
              <a:rect l="l" t="t" r="r" b="b"/>
              <a:pathLst>
                <a:path w="1" h="3">
                  <a:moveTo>
                    <a:pt x="0" y="2"/>
                  </a:moveTo>
                  <a:lnTo>
                    <a:pt x="0" y="0"/>
                  </a:lnTo>
                  <a:lnTo>
                    <a:pt x="0" y="0"/>
                  </a:lnTo>
                  <a:lnTo>
                    <a:pt x="0" y="0"/>
                  </a:lnTo>
                  <a:lnTo>
                    <a:pt x="0" y="2"/>
                  </a:lnTo>
                  <a:lnTo>
                    <a:pt x="0" y="2"/>
                  </a:lnTo>
                  <a:lnTo>
                    <a:pt x="0" y="2"/>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039" name=""/>
            <p:cNvSpPr/>
            <p:nvPr/>
          </p:nvSpPr>
          <p:spPr>
            <a:xfrm>
              <a:off x="7318440" y="4010040"/>
              <a:ext cx="3240" cy="1440"/>
            </a:xfrm>
            <a:custGeom>
              <a:avLst/>
              <a:gdLst/>
              <a:ahLst/>
              <a:rect l="l" t="t" r="r" b="b"/>
              <a:pathLst>
                <a:path w="2" h="1">
                  <a:moveTo>
                    <a:pt x="0" y="0"/>
                  </a:moveTo>
                  <a:lnTo>
                    <a:pt x="0" y="0"/>
                  </a:lnTo>
                  <a:lnTo>
                    <a:pt x="0" y="0"/>
                  </a:lnTo>
                  <a:lnTo>
                    <a:pt x="0"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40" name=""/>
            <p:cNvSpPr/>
            <p:nvPr/>
          </p:nvSpPr>
          <p:spPr>
            <a:xfrm>
              <a:off x="7318440" y="3997440"/>
              <a:ext cx="12600" cy="14040"/>
            </a:xfrm>
            <a:custGeom>
              <a:avLst/>
              <a:gdLst/>
              <a:ahLst/>
              <a:rect l="l" t="t" r="r" b="b"/>
              <a:pathLst>
                <a:path w="8" h="9">
                  <a:moveTo>
                    <a:pt x="7" y="0"/>
                  </a:moveTo>
                  <a:lnTo>
                    <a:pt x="7" y="0"/>
                  </a:lnTo>
                  <a:lnTo>
                    <a:pt x="3" y="0"/>
                  </a:lnTo>
                  <a:lnTo>
                    <a:pt x="3" y="2"/>
                  </a:lnTo>
                  <a:lnTo>
                    <a:pt x="3" y="5"/>
                  </a:lnTo>
                  <a:lnTo>
                    <a:pt x="1" y="7"/>
                  </a:lnTo>
                  <a:lnTo>
                    <a:pt x="0" y="8"/>
                  </a:lnTo>
                  <a:lnTo>
                    <a:pt x="0" y="8"/>
                  </a:lnTo>
                  <a:lnTo>
                    <a:pt x="0" y="8"/>
                  </a:lnTo>
                  <a:lnTo>
                    <a:pt x="0" y="8"/>
                  </a:lnTo>
                  <a:lnTo>
                    <a:pt x="1" y="8"/>
                  </a:lnTo>
                  <a:lnTo>
                    <a:pt x="1" y="8"/>
                  </a:lnTo>
                  <a:lnTo>
                    <a:pt x="1" y="8"/>
                  </a:lnTo>
                  <a:lnTo>
                    <a:pt x="1" y="8"/>
                  </a:lnTo>
                  <a:lnTo>
                    <a:pt x="3" y="7"/>
                  </a:lnTo>
                  <a:lnTo>
                    <a:pt x="3" y="7"/>
                  </a:lnTo>
                  <a:lnTo>
                    <a:pt x="3" y="2"/>
                  </a:lnTo>
                  <a:lnTo>
                    <a:pt x="6" y="2"/>
                  </a:lnTo>
                  <a:lnTo>
                    <a:pt x="7" y="0"/>
                  </a:lnTo>
                  <a:lnTo>
                    <a:pt x="7" y="0"/>
                  </a:lnTo>
                  <a:lnTo>
                    <a:pt x="7" y="0"/>
                  </a:lnTo>
                  <a:lnTo>
                    <a:pt x="7" y="0"/>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041" name=""/>
            <p:cNvSpPr/>
            <p:nvPr/>
          </p:nvSpPr>
          <p:spPr>
            <a:xfrm>
              <a:off x="7329600" y="3987720"/>
              <a:ext cx="14040" cy="11160"/>
            </a:xfrm>
            <a:custGeom>
              <a:avLst/>
              <a:gdLst/>
              <a:ahLst/>
              <a:rect l="l" t="t" r="r" b="b"/>
              <a:pathLst>
                <a:path w="9" h="7">
                  <a:moveTo>
                    <a:pt x="8" y="0"/>
                  </a:moveTo>
                  <a:lnTo>
                    <a:pt x="8" y="0"/>
                  </a:lnTo>
                  <a:lnTo>
                    <a:pt x="8" y="0"/>
                  </a:lnTo>
                  <a:lnTo>
                    <a:pt x="7" y="1"/>
                  </a:lnTo>
                  <a:lnTo>
                    <a:pt x="7" y="1"/>
                  </a:lnTo>
                  <a:lnTo>
                    <a:pt x="6" y="1"/>
                  </a:lnTo>
                  <a:lnTo>
                    <a:pt x="5" y="1"/>
                  </a:lnTo>
                  <a:lnTo>
                    <a:pt x="0" y="4"/>
                  </a:lnTo>
                  <a:lnTo>
                    <a:pt x="0" y="6"/>
                  </a:lnTo>
                  <a:lnTo>
                    <a:pt x="0" y="6"/>
                  </a:lnTo>
                  <a:lnTo>
                    <a:pt x="0" y="6"/>
                  </a:lnTo>
                  <a:lnTo>
                    <a:pt x="0" y="6"/>
                  </a:lnTo>
                  <a:lnTo>
                    <a:pt x="1" y="6"/>
                  </a:lnTo>
                  <a:lnTo>
                    <a:pt x="5" y="4"/>
                  </a:lnTo>
                  <a:lnTo>
                    <a:pt x="7" y="2"/>
                  </a:lnTo>
                  <a:lnTo>
                    <a:pt x="7" y="1"/>
                  </a:lnTo>
                  <a:lnTo>
                    <a:pt x="8" y="1"/>
                  </a:lnTo>
                  <a:lnTo>
                    <a:pt x="8" y="0"/>
                  </a:lnTo>
                  <a:lnTo>
                    <a:pt x="8"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042" name=""/>
            <p:cNvSpPr/>
            <p:nvPr/>
          </p:nvSpPr>
          <p:spPr>
            <a:xfrm>
              <a:off x="7342200" y="3968640"/>
              <a:ext cx="3240" cy="20880"/>
            </a:xfrm>
            <a:custGeom>
              <a:avLst/>
              <a:gdLst/>
              <a:ahLst/>
              <a:rect l="l" t="t" r="r" b="b"/>
              <a:pathLst>
                <a:path w="2" h="13">
                  <a:moveTo>
                    <a:pt x="0" y="0"/>
                  </a:moveTo>
                  <a:lnTo>
                    <a:pt x="0" y="2"/>
                  </a:lnTo>
                  <a:lnTo>
                    <a:pt x="0" y="5"/>
                  </a:lnTo>
                  <a:lnTo>
                    <a:pt x="0" y="7"/>
                  </a:lnTo>
                  <a:lnTo>
                    <a:pt x="0" y="12"/>
                  </a:lnTo>
                  <a:lnTo>
                    <a:pt x="0" y="12"/>
                  </a:lnTo>
                  <a:lnTo>
                    <a:pt x="0" y="7"/>
                  </a:lnTo>
                  <a:lnTo>
                    <a:pt x="0" y="5"/>
                  </a:lnTo>
                  <a:lnTo>
                    <a:pt x="1" y="2"/>
                  </a:lnTo>
                  <a:lnTo>
                    <a:pt x="1" y="2"/>
                  </a:lnTo>
                  <a:lnTo>
                    <a:pt x="0" y="0"/>
                  </a:lnTo>
                  <a:lnTo>
                    <a:pt x="0" y="0"/>
                  </a:lnTo>
                </a:path>
              </a:pathLst>
            </a:custGeom>
            <a:solidFill>
              <a:srgbClr val="ffc0b6"/>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3043" name=""/>
            <p:cNvSpPr/>
            <p:nvPr/>
          </p:nvSpPr>
          <p:spPr>
            <a:xfrm>
              <a:off x="7342200" y="398772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044" name=""/>
            <p:cNvSpPr/>
            <p:nvPr/>
          </p:nvSpPr>
          <p:spPr>
            <a:xfrm>
              <a:off x="7323120" y="4062240"/>
              <a:ext cx="144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45" name=""/>
            <p:cNvSpPr/>
            <p:nvPr/>
          </p:nvSpPr>
          <p:spPr>
            <a:xfrm>
              <a:off x="7323120" y="4062240"/>
              <a:ext cx="19080" cy="3240"/>
            </a:xfrm>
            <a:custGeom>
              <a:avLst/>
              <a:gdLst/>
              <a:ahLst/>
              <a:rect l="l" t="t" r="r" b="b"/>
              <a:pathLst>
                <a:path w="12" h="2">
                  <a:moveTo>
                    <a:pt x="11" y="1"/>
                  </a:moveTo>
                  <a:lnTo>
                    <a:pt x="11" y="1"/>
                  </a:lnTo>
                  <a:lnTo>
                    <a:pt x="9" y="1"/>
                  </a:lnTo>
                  <a:lnTo>
                    <a:pt x="4" y="1"/>
                  </a:lnTo>
                  <a:lnTo>
                    <a:pt x="4" y="1"/>
                  </a:lnTo>
                  <a:lnTo>
                    <a:pt x="4" y="1"/>
                  </a:lnTo>
                  <a:lnTo>
                    <a:pt x="3" y="1"/>
                  </a:lnTo>
                  <a:lnTo>
                    <a:pt x="0" y="0"/>
                  </a:lnTo>
                  <a:lnTo>
                    <a:pt x="0" y="0"/>
                  </a:lnTo>
                  <a:lnTo>
                    <a:pt x="0" y="0"/>
                  </a:lnTo>
                  <a:lnTo>
                    <a:pt x="0" y="1"/>
                  </a:lnTo>
                  <a:lnTo>
                    <a:pt x="0" y="1"/>
                  </a:lnTo>
                  <a:lnTo>
                    <a:pt x="0" y="1"/>
                  </a:lnTo>
                  <a:lnTo>
                    <a:pt x="0" y="1"/>
                  </a:lnTo>
                  <a:lnTo>
                    <a:pt x="4" y="1"/>
                  </a:lnTo>
                  <a:lnTo>
                    <a:pt x="4" y="1"/>
                  </a:lnTo>
                  <a:lnTo>
                    <a:pt x="4" y="1"/>
                  </a:lnTo>
                  <a:lnTo>
                    <a:pt x="9" y="1"/>
                  </a:lnTo>
                  <a:lnTo>
                    <a:pt x="11" y="1"/>
                  </a:lnTo>
                  <a:lnTo>
                    <a:pt x="11" y="1"/>
                  </a:lnTo>
                  <a:lnTo>
                    <a:pt x="11" y="1"/>
                  </a:lnTo>
                  <a:lnTo>
                    <a:pt x="11"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46" name=""/>
            <p:cNvSpPr/>
            <p:nvPr/>
          </p:nvSpPr>
          <p:spPr>
            <a:xfrm>
              <a:off x="7340760" y="4052880"/>
              <a:ext cx="20520" cy="12600"/>
            </a:xfrm>
            <a:custGeom>
              <a:avLst/>
              <a:gdLst/>
              <a:ahLst/>
              <a:rect l="l" t="t" r="r" b="b"/>
              <a:pathLst>
                <a:path w="13" h="8">
                  <a:moveTo>
                    <a:pt x="12" y="0"/>
                  </a:moveTo>
                  <a:lnTo>
                    <a:pt x="12" y="0"/>
                  </a:lnTo>
                  <a:lnTo>
                    <a:pt x="9" y="0"/>
                  </a:lnTo>
                  <a:lnTo>
                    <a:pt x="8" y="0"/>
                  </a:lnTo>
                  <a:lnTo>
                    <a:pt x="7" y="3"/>
                  </a:lnTo>
                  <a:lnTo>
                    <a:pt x="2" y="3"/>
                  </a:lnTo>
                  <a:lnTo>
                    <a:pt x="2" y="3"/>
                  </a:lnTo>
                  <a:lnTo>
                    <a:pt x="1" y="6"/>
                  </a:lnTo>
                  <a:lnTo>
                    <a:pt x="1" y="6"/>
                  </a:lnTo>
                  <a:lnTo>
                    <a:pt x="0" y="7"/>
                  </a:lnTo>
                  <a:lnTo>
                    <a:pt x="0" y="7"/>
                  </a:lnTo>
                  <a:lnTo>
                    <a:pt x="1" y="7"/>
                  </a:lnTo>
                  <a:lnTo>
                    <a:pt x="1" y="7"/>
                  </a:lnTo>
                  <a:lnTo>
                    <a:pt x="2" y="6"/>
                  </a:lnTo>
                  <a:lnTo>
                    <a:pt x="7" y="3"/>
                  </a:lnTo>
                  <a:lnTo>
                    <a:pt x="7" y="3"/>
                  </a:lnTo>
                  <a:lnTo>
                    <a:pt x="8" y="3"/>
                  </a:lnTo>
                  <a:lnTo>
                    <a:pt x="9" y="0"/>
                  </a:lnTo>
                  <a:lnTo>
                    <a:pt x="12" y="0"/>
                  </a:lnTo>
                  <a:lnTo>
                    <a:pt x="12" y="0"/>
                  </a:lnTo>
                  <a:lnTo>
                    <a:pt x="12" y="0"/>
                  </a:lnTo>
                  <a:lnTo>
                    <a:pt x="12"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047" name=""/>
            <p:cNvSpPr/>
            <p:nvPr/>
          </p:nvSpPr>
          <p:spPr>
            <a:xfrm>
              <a:off x="7359480" y="4052880"/>
              <a:ext cx="25560" cy="1440"/>
            </a:xfrm>
            <a:custGeom>
              <a:avLst/>
              <a:gdLst/>
              <a:ahLst/>
              <a:rect l="l" t="t" r="r" b="b"/>
              <a:pathLst>
                <a:path w="16" h="1">
                  <a:moveTo>
                    <a:pt x="13" y="0"/>
                  </a:moveTo>
                  <a:lnTo>
                    <a:pt x="13" y="0"/>
                  </a:lnTo>
                  <a:lnTo>
                    <a:pt x="12" y="0"/>
                  </a:lnTo>
                  <a:lnTo>
                    <a:pt x="12" y="0"/>
                  </a:lnTo>
                  <a:lnTo>
                    <a:pt x="9" y="0"/>
                  </a:lnTo>
                  <a:lnTo>
                    <a:pt x="9" y="0"/>
                  </a:lnTo>
                  <a:lnTo>
                    <a:pt x="6" y="0"/>
                  </a:lnTo>
                  <a:lnTo>
                    <a:pt x="5" y="0"/>
                  </a:lnTo>
                  <a:lnTo>
                    <a:pt x="3" y="0"/>
                  </a:lnTo>
                  <a:lnTo>
                    <a:pt x="0" y="0"/>
                  </a:lnTo>
                  <a:lnTo>
                    <a:pt x="0" y="0"/>
                  </a:lnTo>
                  <a:lnTo>
                    <a:pt x="3" y="0"/>
                  </a:lnTo>
                  <a:lnTo>
                    <a:pt x="5" y="0"/>
                  </a:lnTo>
                  <a:lnTo>
                    <a:pt x="6" y="0"/>
                  </a:lnTo>
                  <a:lnTo>
                    <a:pt x="9" y="0"/>
                  </a:lnTo>
                  <a:lnTo>
                    <a:pt x="9" y="0"/>
                  </a:lnTo>
                  <a:lnTo>
                    <a:pt x="12" y="0"/>
                  </a:lnTo>
                  <a:lnTo>
                    <a:pt x="13" y="0"/>
                  </a:lnTo>
                  <a:lnTo>
                    <a:pt x="15" y="0"/>
                  </a:lnTo>
                  <a:lnTo>
                    <a:pt x="15" y="0"/>
                  </a:lnTo>
                  <a:lnTo>
                    <a:pt x="13" y="0"/>
                  </a:lnTo>
                  <a:lnTo>
                    <a:pt x="13"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48" name=""/>
            <p:cNvSpPr/>
            <p:nvPr/>
          </p:nvSpPr>
          <p:spPr>
            <a:xfrm>
              <a:off x="7380360" y="4038480"/>
              <a:ext cx="20520" cy="15840"/>
            </a:xfrm>
            <a:custGeom>
              <a:avLst/>
              <a:gdLst/>
              <a:ahLst/>
              <a:rect l="l" t="t" r="r" b="b"/>
              <a:pathLst>
                <a:path w="13" h="10">
                  <a:moveTo>
                    <a:pt x="8" y="0"/>
                  </a:moveTo>
                  <a:lnTo>
                    <a:pt x="8" y="0"/>
                  </a:lnTo>
                  <a:lnTo>
                    <a:pt x="0" y="9"/>
                  </a:lnTo>
                  <a:lnTo>
                    <a:pt x="2" y="9"/>
                  </a:lnTo>
                  <a:lnTo>
                    <a:pt x="12" y="4"/>
                  </a:lnTo>
                  <a:lnTo>
                    <a:pt x="8" y="0"/>
                  </a:lnTo>
                  <a:lnTo>
                    <a:pt x="8" y="0"/>
                  </a:lnTo>
                  <a:lnTo>
                    <a:pt x="8"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049" name=""/>
            <p:cNvSpPr/>
            <p:nvPr/>
          </p:nvSpPr>
          <p:spPr>
            <a:xfrm>
              <a:off x="7392960" y="4038480"/>
              <a:ext cx="7920" cy="7920"/>
            </a:xfrm>
            <a:custGeom>
              <a:avLst/>
              <a:gdLst/>
              <a:ahLst/>
              <a:rect l="l" t="t" r="r" b="b"/>
              <a:pathLst>
                <a:path w="5" h="5">
                  <a:moveTo>
                    <a:pt x="4" y="4"/>
                  </a:moveTo>
                  <a:lnTo>
                    <a:pt x="4" y="4"/>
                  </a:lnTo>
                  <a:lnTo>
                    <a:pt x="4" y="0"/>
                  </a:lnTo>
                  <a:lnTo>
                    <a:pt x="4" y="0"/>
                  </a:lnTo>
                  <a:lnTo>
                    <a:pt x="0" y="0"/>
                  </a:lnTo>
                  <a:lnTo>
                    <a:pt x="4" y="4"/>
                  </a:lnTo>
                  <a:lnTo>
                    <a:pt x="4"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050" name=""/>
            <p:cNvSpPr/>
            <p:nvPr/>
          </p:nvSpPr>
          <p:spPr>
            <a:xfrm>
              <a:off x="7353360" y="404496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51" name=""/>
            <p:cNvSpPr/>
            <p:nvPr/>
          </p:nvSpPr>
          <p:spPr>
            <a:xfrm>
              <a:off x="7353360" y="4030560"/>
              <a:ext cx="17280" cy="15840"/>
            </a:xfrm>
            <a:custGeom>
              <a:avLst/>
              <a:gdLst/>
              <a:ahLst/>
              <a:rect l="l" t="t" r="r" b="b"/>
              <a:pathLst>
                <a:path w="11" h="10">
                  <a:moveTo>
                    <a:pt x="10" y="0"/>
                  </a:moveTo>
                  <a:lnTo>
                    <a:pt x="10" y="0"/>
                  </a:lnTo>
                  <a:lnTo>
                    <a:pt x="9" y="0"/>
                  </a:lnTo>
                  <a:lnTo>
                    <a:pt x="7" y="1"/>
                  </a:lnTo>
                  <a:lnTo>
                    <a:pt x="5" y="2"/>
                  </a:lnTo>
                  <a:lnTo>
                    <a:pt x="1" y="2"/>
                  </a:lnTo>
                  <a:lnTo>
                    <a:pt x="1" y="3"/>
                  </a:lnTo>
                  <a:lnTo>
                    <a:pt x="0" y="9"/>
                  </a:lnTo>
                  <a:lnTo>
                    <a:pt x="0" y="9"/>
                  </a:lnTo>
                  <a:lnTo>
                    <a:pt x="0" y="9"/>
                  </a:lnTo>
                  <a:lnTo>
                    <a:pt x="0" y="9"/>
                  </a:lnTo>
                  <a:lnTo>
                    <a:pt x="0" y="9"/>
                  </a:lnTo>
                  <a:lnTo>
                    <a:pt x="1" y="9"/>
                  </a:lnTo>
                  <a:lnTo>
                    <a:pt x="1" y="9"/>
                  </a:lnTo>
                  <a:lnTo>
                    <a:pt x="1" y="3"/>
                  </a:lnTo>
                  <a:lnTo>
                    <a:pt x="5" y="3"/>
                  </a:lnTo>
                  <a:lnTo>
                    <a:pt x="7" y="2"/>
                  </a:lnTo>
                  <a:lnTo>
                    <a:pt x="9" y="1"/>
                  </a:lnTo>
                  <a:lnTo>
                    <a:pt x="10" y="1"/>
                  </a:lnTo>
                  <a:lnTo>
                    <a:pt x="10" y="1"/>
                  </a:lnTo>
                  <a:lnTo>
                    <a:pt x="10" y="0"/>
                  </a:lnTo>
                  <a:lnTo>
                    <a:pt x="10"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052" name=""/>
            <p:cNvSpPr/>
            <p:nvPr/>
          </p:nvSpPr>
          <p:spPr>
            <a:xfrm>
              <a:off x="7369200" y="4017960"/>
              <a:ext cx="19080" cy="15840"/>
            </a:xfrm>
            <a:custGeom>
              <a:avLst/>
              <a:gdLst/>
              <a:ahLst/>
              <a:rect l="l" t="t" r="r" b="b"/>
              <a:pathLst>
                <a:path w="12" h="10">
                  <a:moveTo>
                    <a:pt x="10" y="0"/>
                  </a:moveTo>
                  <a:lnTo>
                    <a:pt x="10" y="1"/>
                  </a:lnTo>
                  <a:lnTo>
                    <a:pt x="9" y="3"/>
                  </a:lnTo>
                  <a:lnTo>
                    <a:pt x="7" y="7"/>
                  </a:lnTo>
                  <a:lnTo>
                    <a:pt x="6" y="7"/>
                  </a:lnTo>
                  <a:lnTo>
                    <a:pt x="3" y="7"/>
                  </a:lnTo>
                  <a:lnTo>
                    <a:pt x="3" y="8"/>
                  </a:lnTo>
                  <a:lnTo>
                    <a:pt x="3" y="8"/>
                  </a:lnTo>
                  <a:lnTo>
                    <a:pt x="0" y="8"/>
                  </a:lnTo>
                  <a:lnTo>
                    <a:pt x="0" y="9"/>
                  </a:lnTo>
                  <a:lnTo>
                    <a:pt x="3" y="8"/>
                  </a:lnTo>
                  <a:lnTo>
                    <a:pt x="3" y="8"/>
                  </a:lnTo>
                  <a:lnTo>
                    <a:pt x="3" y="8"/>
                  </a:lnTo>
                  <a:lnTo>
                    <a:pt x="6" y="7"/>
                  </a:lnTo>
                  <a:lnTo>
                    <a:pt x="9" y="7"/>
                  </a:lnTo>
                  <a:lnTo>
                    <a:pt x="10" y="3"/>
                  </a:lnTo>
                  <a:lnTo>
                    <a:pt x="10" y="2"/>
                  </a:lnTo>
                  <a:lnTo>
                    <a:pt x="11" y="0"/>
                  </a:lnTo>
                  <a:lnTo>
                    <a:pt x="10" y="0"/>
                  </a:lnTo>
                  <a:lnTo>
                    <a:pt x="10"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053" name=""/>
            <p:cNvSpPr/>
            <p:nvPr/>
          </p:nvSpPr>
          <p:spPr>
            <a:xfrm>
              <a:off x="7369200" y="403056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054" name=""/>
            <p:cNvSpPr/>
            <p:nvPr/>
          </p:nvSpPr>
          <p:spPr>
            <a:xfrm>
              <a:off x="7343640" y="4089240"/>
              <a:ext cx="180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55" name=""/>
            <p:cNvSpPr/>
            <p:nvPr/>
          </p:nvSpPr>
          <p:spPr>
            <a:xfrm>
              <a:off x="7343640" y="4089240"/>
              <a:ext cx="19080" cy="3240"/>
            </a:xfrm>
            <a:custGeom>
              <a:avLst/>
              <a:gdLst/>
              <a:ahLst/>
              <a:rect l="l" t="t" r="r" b="b"/>
              <a:pathLst>
                <a:path w="12" h="2">
                  <a:moveTo>
                    <a:pt x="11" y="0"/>
                  </a:moveTo>
                  <a:lnTo>
                    <a:pt x="10" y="0"/>
                  </a:lnTo>
                  <a:lnTo>
                    <a:pt x="7" y="0"/>
                  </a:lnTo>
                  <a:lnTo>
                    <a:pt x="7" y="0"/>
                  </a:lnTo>
                  <a:lnTo>
                    <a:pt x="6" y="0"/>
                  </a:lnTo>
                  <a:lnTo>
                    <a:pt x="5" y="0"/>
                  </a:lnTo>
                  <a:lnTo>
                    <a:pt x="5" y="0"/>
                  </a:lnTo>
                  <a:lnTo>
                    <a:pt x="0" y="0"/>
                  </a:lnTo>
                  <a:lnTo>
                    <a:pt x="0" y="0"/>
                  </a:lnTo>
                  <a:lnTo>
                    <a:pt x="0" y="0"/>
                  </a:lnTo>
                  <a:lnTo>
                    <a:pt x="0" y="1"/>
                  </a:lnTo>
                  <a:lnTo>
                    <a:pt x="0" y="1"/>
                  </a:lnTo>
                  <a:lnTo>
                    <a:pt x="0" y="1"/>
                  </a:lnTo>
                  <a:lnTo>
                    <a:pt x="5" y="1"/>
                  </a:lnTo>
                  <a:lnTo>
                    <a:pt x="5" y="1"/>
                  </a:lnTo>
                  <a:lnTo>
                    <a:pt x="6" y="1"/>
                  </a:lnTo>
                  <a:lnTo>
                    <a:pt x="7" y="1"/>
                  </a:lnTo>
                  <a:lnTo>
                    <a:pt x="7" y="1"/>
                  </a:lnTo>
                  <a:lnTo>
                    <a:pt x="11" y="1"/>
                  </a:lnTo>
                  <a:lnTo>
                    <a:pt x="11" y="1"/>
                  </a:lnTo>
                  <a:lnTo>
                    <a:pt x="11" y="0"/>
                  </a:lnTo>
                  <a:lnTo>
                    <a:pt x="11"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56" name=""/>
            <p:cNvSpPr/>
            <p:nvPr/>
          </p:nvSpPr>
          <p:spPr>
            <a:xfrm>
              <a:off x="7361280" y="4083120"/>
              <a:ext cx="14400" cy="9360"/>
            </a:xfrm>
            <a:custGeom>
              <a:avLst/>
              <a:gdLst/>
              <a:ahLst/>
              <a:rect l="l" t="t" r="r" b="b"/>
              <a:pathLst>
                <a:path w="9" h="6">
                  <a:moveTo>
                    <a:pt x="8" y="0"/>
                  </a:moveTo>
                  <a:lnTo>
                    <a:pt x="8" y="0"/>
                  </a:lnTo>
                  <a:lnTo>
                    <a:pt x="8" y="0"/>
                  </a:lnTo>
                  <a:lnTo>
                    <a:pt x="8" y="0"/>
                  </a:lnTo>
                  <a:lnTo>
                    <a:pt x="5" y="0"/>
                  </a:lnTo>
                  <a:lnTo>
                    <a:pt x="5" y="1"/>
                  </a:lnTo>
                  <a:lnTo>
                    <a:pt x="4" y="2"/>
                  </a:lnTo>
                  <a:lnTo>
                    <a:pt x="2" y="2"/>
                  </a:lnTo>
                  <a:lnTo>
                    <a:pt x="2" y="2"/>
                  </a:lnTo>
                  <a:lnTo>
                    <a:pt x="0" y="4"/>
                  </a:lnTo>
                  <a:lnTo>
                    <a:pt x="0" y="5"/>
                  </a:lnTo>
                  <a:lnTo>
                    <a:pt x="2" y="4"/>
                  </a:lnTo>
                  <a:lnTo>
                    <a:pt x="3" y="4"/>
                  </a:lnTo>
                  <a:lnTo>
                    <a:pt x="4" y="4"/>
                  </a:lnTo>
                  <a:lnTo>
                    <a:pt x="5" y="2"/>
                  </a:lnTo>
                  <a:lnTo>
                    <a:pt x="5" y="2"/>
                  </a:lnTo>
                  <a:lnTo>
                    <a:pt x="8" y="1"/>
                  </a:lnTo>
                  <a:lnTo>
                    <a:pt x="8" y="1"/>
                  </a:lnTo>
                  <a:lnTo>
                    <a:pt x="8" y="1"/>
                  </a:lnTo>
                  <a:lnTo>
                    <a:pt x="8" y="1"/>
                  </a:lnTo>
                  <a:lnTo>
                    <a:pt x="8" y="0"/>
                  </a:lnTo>
                  <a:lnTo>
                    <a:pt x="8"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057" name=""/>
            <p:cNvSpPr/>
            <p:nvPr/>
          </p:nvSpPr>
          <p:spPr>
            <a:xfrm>
              <a:off x="7373880" y="4078440"/>
              <a:ext cx="27000" cy="7920"/>
            </a:xfrm>
            <a:custGeom>
              <a:avLst/>
              <a:gdLst/>
              <a:ahLst/>
              <a:rect l="l" t="t" r="r" b="b"/>
              <a:pathLst>
                <a:path w="17" h="5">
                  <a:moveTo>
                    <a:pt x="16" y="0"/>
                  </a:moveTo>
                  <a:lnTo>
                    <a:pt x="16" y="0"/>
                  </a:lnTo>
                  <a:lnTo>
                    <a:pt x="11" y="1"/>
                  </a:lnTo>
                  <a:lnTo>
                    <a:pt x="10" y="3"/>
                  </a:lnTo>
                  <a:lnTo>
                    <a:pt x="9" y="3"/>
                  </a:lnTo>
                  <a:lnTo>
                    <a:pt x="9" y="3"/>
                  </a:lnTo>
                  <a:lnTo>
                    <a:pt x="7" y="3"/>
                  </a:lnTo>
                  <a:lnTo>
                    <a:pt x="6" y="3"/>
                  </a:lnTo>
                  <a:lnTo>
                    <a:pt x="3" y="3"/>
                  </a:lnTo>
                  <a:lnTo>
                    <a:pt x="0" y="3"/>
                  </a:lnTo>
                  <a:lnTo>
                    <a:pt x="0" y="4"/>
                  </a:lnTo>
                  <a:lnTo>
                    <a:pt x="3" y="4"/>
                  </a:lnTo>
                  <a:lnTo>
                    <a:pt x="6" y="4"/>
                  </a:lnTo>
                  <a:lnTo>
                    <a:pt x="7" y="4"/>
                  </a:lnTo>
                  <a:lnTo>
                    <a:pt x="9" y="4"/>
                  </a:lnTo>
                  <a:lnTo>
                    <a:pt x="10" y="4"/>
                  </a:lnTo>
                  <a:lnTo>
                    <a:pt x="10" y="3"/>
                  </a:lnTo>
                  <a:lnTo>
                    <a:pt x="12" y="3"/>
                  </a:lnTo>
                  <a:lnTo>
                    <a:pt x="16" y="1"/>
                  </a:lnTo>
                  <a:lnTo>
                    <a:pt x="16" y="1"/>
                  </a:lnTo>
                  <a:lnTo>
                    <a:pt x="16" y="0"/>
                  </a:lnTo>
                  <a:lnTo>
                    <a:pt x="16"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058" name=""/>
            <p:cNvSpPr/>
            <p:nvPr/>
          </p:nvSpPr>
          <p:spPr>
            <a:xfrm>
              <a:off x="7399440" y="4070520"/>
              <a:ext cx="14040" cy="10800"/>
            </a:xfrm>
            <a:custGeom>
              <a:avLst/>
              <a:gdLst/>
              <a:ahLst/>
              <a:rect l="l" t="t" r="r" b="b"/>
              <a:pathLst>
                <a:path w="9" h="7">
                  <a:moveTo>
                    <a:pt x="8" y="0"/>
                  </a:moveTo>
                  <a:lnTo>
                    <a:pt x="8" y="0"/>
                  </a:lnTo>
                  <a:lnTo>
                    <a:pt x="7" y="0"/>
                  </a:lnTo>
                  <a:lnTo>
                    <a:pt x="7" y="0"/>
                  </a:lnTo>
                  <a:lnTo>
                    <a:pt x="6" y="0"/>
                  </a:lnTo>
                  <a:lnTo>
                    <a:pt x="3" y="1"/>
                  </a:lnTo>
                  <a:lnTo>
                    <a:pt x="2" y="1"/>
                  </a:lnTo>
                  <a:lnTo>
                    <a:pt x="0" y="3"/>
                  </a:lnTo>
                  <a:lnTo>
                    <a:pt x="0" y="5"/>
                  </a:lnTo>
                  <a:lnTo>
                    <a:pt x="0" y="6"/>
                  </a:lnTo>
                  <a:lnTo>
                    <a:pt x="0" y="3"/>
                  </a:lnTo>
                  <a:lnTo>
                    <a:pt x="3" y="3"/>
                  </a:lnTo>
                  <a:lnTo>
                    <a:pt x="5" y="1"/>
                  </a:lnTo>
                  <a:lnTo>
                    <a:pt x="7" y="1"/>
                  </a:lnTo>
                  <a:lnTo>
                    <a:pt x="7" y="1"/>
                  </a:lnTo>
                  <a:lnTo>
                    <a:pt x="7" y="0"/>
                  </a:lnTo>
                  <a:lnTo>
                    <a:pt x="8" y="0"/>
                  </a:lnTo>
                  <a:lnTo>
                    <a:pt x="8" y="0"/>
                  </a:lnTo>
                  <a:lnTo>
                    <a:pt x="8" y="0"/>
                  </a:lnTo>
                  <a:lnTo>
                    <a:pt x="8" y="0"/>
                  </a:lnTo>
                </a:path>
              </a:pathLst>
            </a:custGeom>
            <a:solidFill>
              <a:srgbClr val="ffc0b6"/>
            </a:solidFill>
            <a:ln w="0">
              <a:noFill/>
            </a:ln>
          </p:spPr>
          <p:style>
            <a:lnRef idx="0"/>
            <a:fillRef idx="0"/>
            <a:effectRef idx="0"/>
            <a:fontRef idx="minor"/>
          </p:style>
          <p:txBody>
            <a:bodyPr lIns="90000" rIns="90000" tIns="-36000" bIns="-36000" anchor="t">
              <a:noAutofit/>
            </a:bodyPr>
            <a:p>
              <a:endParaRPr b="0" lang="en-IN" sz="2400" strike="noStrike" u="none">
                <a:solidFill>
                  <a:srgbClr val="ffffff"/>
                </a:solidFill>
                <a:effectLst/>
                <a:uFillTx/>
                <a:latin typeface="Times New Roman"/>
              </a:endParaRPr>
            </a:p>
          </p:txBody>
        </p:sp>
        <p:sp>
          <p:nvSpPr>
            <p:cNvPr id="3059" name=""/>
            <p:cNvSpPr/>
            <p:nvPr/>
          </p:nvSpPr>
          <p:spPr>
            <a:xfrm>
              <a:off x="7399440" y="4075200"/>
              <a:ext cx="1440" cy="6120"/>
            </a:xfrm>
            <a:custGeom>
              <a:avLst/>
              <a:gdLst/>
              <a:ahLst/>
              <a:rect l="l" t="t" r="r" b="b"/>
              <a:pathLst>
                <a:path w="1" h="4">
                  <a:moveTo>
                    <a:pt x="0" y="3"/>
                  </a:moveTo>
                  <a:lnTo>
                    <a:pt x="0" y="3"/>
                  </a:lnTo>
                  <a:lnTo>
                    <a:pt x="0" y="3"/>
                  </a:lnTo>
                  <a:lnTo>
                    <a:pt x="0" y="2"/>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060" name=""/>
            <p:cNvSpPr/>
            <p:nvPr/>
          </p:nvSpPr>
          <p:spPr>
            <a:xfrm>
              <a:off x="7383600" y="4064040"/>
              <a:ext cx="2880" cy="4680"/>
            </a:xfrm>
            <a:custGeom>
              <a:avLst/>
              <a:gdLst/>
              <a:ahLst/>
              <a:rect l="l" t="t" r="r" b="b"/>
              <a:pathLst>
                <a:path w="2" h="3">
                  <a:moveTo>
                    <a:pt x="1" y="0"/>
                  </a:moveTo>
                  <a:lnTo>
                    <a:pt x="0" y="0"/>
                  </a:lnTo>
                  <a:lnTo>
                    <a:pt x="0" y="0"/>
                  </a:lnTo>
                  <a:lnTo>
                    <a:pt x="0" y="2"/>
                  </a:lnTo>
                  <a:lnTo>
                    <a:pt x="1" y="2"/>
                  </a:lnTo>
                  <a:lnTo>
                    <a:pt x="1" y="0"/>
                  </a:lnTo>
                  <a:lnTo>
                    <a:pt x="1"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061" name=""/>
            <p:cNvSpPr/>
            <p:nvPr/>
          </p:nvSpPr>
          <p:spPr>
            <a:xfrm>
              <a:off x="7385040" y="4057560"/>
              <a:ext cx="25560" cy="11160"/>
            </a:xfrm>
            <a:custGeom>
              <a:avLst/>
              <a:gdLst/>
              <a:ahLst/>
              <a:rect l="l" t="t" r="r" b="b"/>
              <a:pathLst>
                <a:path w="16" h="7">
                  <a:moveTo>
                    <a:pt x="12" y="0"/>
                  </a:moveTo>
                  <a:lnTo>
                    <a:pt x="12" y="0"/>
                  </a:lnTo>
                  <a:lnTo>
                    <a:pt x="12" y="3"/>
                  </a:lnTo>
                  <a:lnTo>
                    <a:pt x="9" y="3"/>
                  </a:lnTo>
                  <a:lnTo>
                    <a:pt x="9" y="4"/>
                  </a:lnTo>
                  <a:lnTo>
                    <a:pt x="3" y="4"/>
                  </a:lnTo>
                  <a:lnTo>
                    <a:pt x="2" y="4"/>
                  </a:lnTo>
                  <a:lnTo>
                    <a:pt x="0" y="4"/>
                  </a:lnTo>
                  <a:lnTo>
                    <a:pt x="0" y="4"/>
                  </a:lnTo>
                  <a:lnTo>
                    <a:pt x="0" y="4"/>
                  </a:lnTo>
                  <a:lnTo>
                    <a:pt x="0" y="6"/>
                  </a:lnTo>
                  <a:lnTo>
                    <a:pt x="0" y="6"/>
                  </a:lnTo>
                  <a:lnTo>
                    <a:pt x="0" y="6"/>
                  </a:lnTo>
                  <a:lnTo>
                    <a:pt x="2" y="6"/>
                  </a:lnTo>
                  <a:lnTo>
                    <a:pt x="3" y="4"/>
                  </a:lnTo>
                  <a:lnTo>
                    <a:pt x="9" y="4"/>
                  </a:lnTo>
                  <a:lnTo>
                    <a:pt x="11" y="4"/>
                  </a:lnTo>
                  <a:lnTo>
                    <a:pt x="12" y="3"/>
                  </a:lnTo>
                  <a:lnTo>
                    <a:pt x="15" y="2"/>
                  </a:lnTo>
                  <a:lnTo>
                    <a:pt x="15" y="2"/>
                  </a:lnTo>
                  <a:lnTo>
                    <a:pt x="12" y="0"/>
                  </a:lnTo>
                  <a:lnTo>
                    <a:pt x="12"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062" name=""/>
            <p:cNvSpPr/>
            <p:nvPr/>
          </p:nvSpPr>
          <p:spPr>
            <a:xfrm>
              <a:off x="7404120" y="4052880"/>
              <a:ext cx="22320" cy="9360"/>
            </a:xfrm>
            <a:custGeom>
              <a:avLst/>
              <a:gdLst/>
              <a:ahLst/>
              <a:rect l="l" t="t" r="r" b="b"/>
              <a:pathLst>
                <a:path w="14" h="6">
                  <a:moveTo>
                    <a:pt x="13" y="0"/>
                  </a:moveTo>
                  <a:lnTo>
                    <a:pt x="13" y="0"/>
                  </a:lnTo>
                  <a:lnTo>
                    <a:pt x="11" y="0"/>
                  </a:lnTo>
                  <a:lnTo>
                    <a:pt x="10" y="0"/>
                  </a:lnTo>
                  <a:lnTo>
                    <a:pt x="10" y="0"/>
                  </a:lnTo>
                  <a:lnTo>
                    <a:pt x="5" y="0"/>
                  </a:lnTo>
                  <a:lnTo>
                    <a:pt x="4" y="0"/>
                  </a:lnTo>
                  <a:lnTo>
                    <a:pt x="3" y="3"/>
                  </a:lnTo>
                  <a:lnTo>
                    <a:pt x="0" y="3"/>
                  </a:lnTo>
                  <a:lnTo>
                    <a:pt x="3" y="5"/>
                  </a:lnTo>
                  <a:lnTo>
                    <a:pt x="3" y="3"/>
                  </a:lnTo>
                  <a:lnTo>
                    <a:pt x="4" y="3"/>
                  </a:lnTo>
                  <a:lnTo>
                    <a:pt x="5" y="0"/>
                  </a:lnTo>
                  <a:lnTo>
                    <a:pt x="10" y="0"/>
                  </a:lnTo>
                  <a:lnTo>
                    <a:pt x="10" y="0"/>
                  </a:lnTo>
                  <a:lnTo>
                    <a:pt x="11" y="0"/>
                  </a:lnTo>
                  <a:lnTo>
                    <a:pt x="13" y="0"/>
                  </a:lnTo>
                  <a:lnTo>
                    <a:pt x="13" y="0"/>
                  </a:lnTo>
                  <a:lnTo>
                    <a:pt x="13" y="0"/>
                  </a:lnTo>
                  <a:lnTo>
                    <a:pt x="13"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063" name=""/>
            <p:cNvSpPr/>
            <p:nvPr/>
          </p:nvSpPr>
          <p:spPr>
            <a:xfrm>
              <a:off x="7407360" y="4057560"/>
              <a:ext cx="3240" cy="6480"/>
            </a:xfrm>
            <a:custGeom>
              <a:avLst/>
              <a:gdLst/>
              <a:ahLst/>
              <a:rect l="l" t="t" r="r" b="b"/>
              <a:pathLst>
                <a:path w="2" h="4">
                  <a:moveTo>
                    <a:pt x="0" y="3"/>
                  </a:moveTo>
                  <a:lnTo>
                    <a:pt x="1" y="2"/>
                  </a:lnTo>
                  <a:lnTo>
                    <a:pt x="1" y="0"/>
                  </a:lnTo>
                  <a:lnTo>
                    <a:pt x="1" y="0"/>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064" name=""/>
            <p:cNvSpPr/>
            <p:nvPr/>
          </p:nvSpPr>
          <p:spPr>
            <a:xfrm>
              <a:off x="6824520" y="4095720"/>
              <a:ext cx="5040" cy="1440"/>
            </a:xfrm>
            <a:custGeom>
              <a:avLst/>
              <a:gdLst/>
              <a:ahLst/>
              <a:rect l="l" t="t" r="r" b="b"/>
              <a:pathLst>
                <a:path w="3" h="1">
                  <a:moveTo>
                    <a:pt x="0" y="0"/>
                  </a:moveTo>
                  <a:lnTo>
                    <a:pt x="2" y="0"/>
                  </a:lnTo>
                  <a:lnTo>
                    <a:pt x="2" y="0"/>
                  </a:lnTo>
                  <a:lnTo>
                    <a:pt x="2"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65" name=""/>
            <p:cNvSpPr/>
            <p:nvPr/>
          </p:nvSpPr>
          <p:spPr>
            <a:xfrm>
              <a:off x="6813720" y="4091040"/>
              <a:ext cx="15840" cy="6120"/>
            </a:xfrm>
            <a:custGeom>
              <a:avLst/>
              <a:gdLst/>
              <a:ahLst/>
              <a:rect l="l" t="t" r="r" b="b"/>
              <a:pathLst>
                <a:path w="10" h="4">
                  <a:moveTo>
                    <a:pt x="1" y="0"/>
                  </a:moveTo>
                  <a:lnTo>
                    <a:pt x="1" y="0"/>
                  </a:lnTo>
                  <a:lnTo>
                    <a:pt x="2" y="0"/>
                  </a:lnTo>
                  <a:lnTo>
                    <a:pt x="2" y="0"/>
                  </a:lnTo>
                  <a:lnTo>
                    <a:pt x="5" y="0"/>
                  </a:lnTo>
                  <a:lnTo>
                    <a:pt x="7" y="0"/>
                  </a:lnTo>
                  <a:lnTo>
                    <a:pt x="7" y="1"/>
                  </a:lnTo>
                  <a:lnTo>
                    <a:pt x="7" y="3"/>
                  </a:lnTo>
                  <a:lnTo>
                    <a:pt x="7" y="3"/>
                  </a:lnTo>
                  <a:lnTo>
                    <a:pt x="7" y="3"/>
                  </a:lnTo>
                  <a:lnTo>
                    <a:pt x="9" y="3"/>
                  </a:lnTo>
                  <a:lnTo>
                    <a:pt x="9" y="1"/>
                  </a:lnTo>
                  <a:lnTo>
                    <a:pt x="7" y="1"/>
                  </a:lnTo>
                  <a:lnTo>
                    <a:pt x="7" y="0"/>
                  </a:lnTo>
                  <a:lnTo>
                    <a:pt x="7" y="0"/>
                  </a:lnTo>
                  <a:lnTo>
                    <a:pt x="6" y="0"/>
                  </a:lnTo>
                  <a:lnTo>
                    <a:pt x="2" y="0"/>
                  </a:lnTo>
                  <a:lnTo>
                    <a:pt x="2" y="0"/>
                  </a:lnTo>
                  <a:lnTo>
                    <a:pt x="0"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066" name=""/>
            <p:cNvSpPr/>
            <p:nvPr/>
          </p:nvSpPr>
          <p:spPr>
            <a:xfrm>
              <a:off x="6799320" y="4091040"/>
              <a:ext cx="17280" cy="3240"/>
            </a:xfrm>
            <a:custGeom>
              <a:avLst/>
              <a:gdLst/>
              <a:ahLst/>
              <a:rect l="l" t="t" r="r" b="b"/>
              <a:pathLst>
                <a:path w="11" h="2">
                  <a:moveTo>
                    <a:pt x="0" y="1"/>
                  </a:moveTo>
                  <a:lnTo>
                    <a:pt x="0" y="1"/>
                  </a:lnTo>
                  <a:lnTo>
                    <a:pt x="0" y="1"/>
                  </a:lnTo>
                  <a:lnTo>
                    <a:pt x="2" y="1"/>
                  </a:lnTo>
                  <a:lnTo>
                    <a:pt x="5" y="1"/>
                  </a:lnTo>
                  <a:lnTo>
                    <a:pt x="6" y="1"/>
                  </a:lnTo>
                  <a:lnTo>
                    <a:pt x="7" y="1"/>
                  </a:lnTo>
                  <a:lnTo>
                    <a:pt x="9" y="0"/>
                  </a:lnTo>
                  <a:lnTo>
                    <a:pt x="9" y="0"/>
                  </a:lnTo>
                  <a:lnTo>
                    <a:pt x="10" y="0"/>
                  </a:lnTo>
                  <a:lnTo>
                    <a:pt x="9" y="0"/>
                  </a:lnTo>
                  <a:lnTo>
                    <a:pt x="9" y="0"/>
                  </a:lnTo>
                  <a:lnTo>
                    <a:pt x="7" y="0"/>
                  </a:lnTo>
                  <a:lnTo>
                    <a:pt x="6" y="0"/>
                  </a:lnTo>
                  <a:lnTo>
                    <a:pt x="6" y="0"/>
                  </a:lnTo>
                  <a:lnTo>
                    <a:pt x="5" y="0"/>
                  </a:lnTo>
                  <a:lnTo>
                    <a:pt x="2" y="1"/>
                  </a:lnTo>
                  <a:lnTo>
                    <a:pt x="0" y="1"/>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67" name=""/>
            <p:cNvSpPr/>
            <p:nvPr/>
          </p:nvSpPr>
          <p:spPr>
            <a:xfrm>
              <a:off x="6775560" y="4091040"/>
              <a:ext cx="25200" cy="3240"/>
            </a:xfrm>
            <a:custGeom>
              <a:avLst/>
              <a:gdLst/>
              <a:ahLst/>
              <a:rect l="l" t="t" r="r" b="b"/>
              <a:pathLst>
                <a:path w="16" h="2">
                  <a:moveTo>
                    <a:pt x="0" y="1"/>
                  </a:moveTo>
                  <a:lnTo>
                    <a:pt x="2" y="0"/>
                  </a:lnTo>
                  <a:lnTo>
                    <a:pt x="4" y="0"/>
                  </a:lnTo>
                  <a:lnTo>
                    <a:pt x="4" y="0"/>
                  </a:lnTo>
                  <a:lnTo>
                    <a:pt x="6" y="0"/>
                  </a:lnTo>
                  <a:lnTo>
                    <a:pt x="10" y="0"/>
                  </a:lnTo>
                  <a:lnTo>
                    <a:pt x="11" y="0"/>
                  </a:lnTo>
                  <a:lnTo>
                    <a:pt x="14" y="1"/>
                  </a:lnTo>
                  <a:lnTo>
                    <a:pt x="15" y="1"/>
                  </a:lnTo>
                  <a:lnTo>
                    <a:pt x="15" y="0"/>
                  </a:lnTo>
                  <a:lnTo>
                    <a:pt x="14" y="0"/>
                  </a:lnTo>
                  <a:lnTo>
                    <a:pt x="11" y="0"/>
                  </a:lnTo>
                  <a:lnTo>
                    <a:pt x="10" y="0"/>
                  </a:lnTo>
                  <a:lnTo>
                    <a:pt x="6" y="0"/>
                  </a:lnTo>
                  <a:lnTo>
                    <a:pt x="4" y="0"/>
                  </a:lnTo>
                  <a:lnTo>
                    <a:pt x="3" y="0"/>
                  </a:lnTo>
                  <a:lnTo>
                    <a:pt x="2"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68" name=""/>
            <p:cNvSpPr/>
            <p:nvPr/>
          </p:nvSpPr>
          <p:spPr>
            <a:xfrm>
              <a:off x="6799320" y="4091040"/>
              <a:ext cx="1440" cy="3240"/>
            </a:xfrm>
            <a:custGeom>
              <a:avLst/>
              <a:gdLst/>
              <a:ahLst/>
              <a:rect l="l" t="t" r="r" b="b"/>
              <a:pathLst>
                <a:path w="1" h="2">
                  <a:moveTo>
                    <a:pt x="0" y="0"/>
                  </a:moveTo>
                  <a:lnTo>
                    <a:pt x="0" y="1"/>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69" name=""/>
            <p:cNvSpPr/>
            <p:nvPr/>
          </p:nvSpPr>
          <p:spPr>
            <a:xfrm>
              <a:off x="6791400" y="4133880"/>
              <a:ext cx="3240" cy="1440"/>
            </a:xfrm>
            <a:custGeom>
              <a:avLst/>
              <a:gdLst/>
              <a:ahLst/>
              <a:rect l="l" t="t" r="r" b="b"/>
              <a:pathLst>
                <a:path w="2" h="1">
                  <a:moveTo>
                    <a:pt x="1" y="0"/>
                  </a:moveTo>
                  <a:lnTo>
                    <a:pt x="1" y="0"/>
                  </a:lnTo>
                  <a:lnTo>
                    <a:pt x="1" y="0"/>
                  </a:lnTo>
                  <a:lnTo>
                    <a:pt x="1"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70" name=""/>
            <p:cNvSpPr/>
            <p:nvPr/>
          </p:nvSpPr>
          <p:spPr>
            <a:xfrm>
              <a:off x="6770520" y="4133880"/>
              <a:ext cx="24120" cy="4680"/>
            </a:xfrm>
            <a:custGeom>
              <a:avLst/>
              <a:gdLst/>
              <a:ahLst/>
              <a:rect l="l" t="t" r="r" b="b"/>
              <a:pathLst>
                <a:path w="15" h="3">
                  <a:moveTo>
                    <a:pt x="0" y="0"/>
                  </a:moveTo>
                  <a:lnTo>
                    <a:pt x="0" y="0"/>
                  </a:lnTo>
                  <a:lnTo>
                    <a:pt x="2" y="2"/>
                  </a:lnTo>
                  <a:lnTo>
                    <a:pt x="3" y="2"/>
                  </a:lnTo>
                  <a:lnTo>
                    <a:pt x="6" y="2"/>
                  </a:lnTo>
                  <a:lnTo>
                    <a:pt x="7" y="2"/>
                  </a:lnTo>
                  <a:lnTo>
                    <a:pt x="9" y="0"/>
                  </a:lnTo>
                  <a:lnTo>
                    <a:pt x="12" y="0"/>
                  </a:lnTo>
                  <a:lnTo>
                    <a:pt x="14" y="0"/>
                  </a:lnTo>
                  <a:lnTo>
                    <a:pt x="14" y="0"/>
                  </a:lnTo>
                  <a:lnTo>
                    <a:pt x="13" y="0"/>
                  </a:lnTo>
                  <a:lnTo>
                    <a:pt x="13" y="0"/>
                  </a:lnTo>
                  <a:lnTo>
                    <a:pt x="12" y="0"/>
                  </a:lnTo>
                  <a:lnTo>
                    <a:pt x="9" y="0"/>
                  </a:lnTo>
                  <a:lnTo>
                    <a:pt x="7" y="0"/>
                  </a:lnTo>
                  <a:lnTo>
                    <a:pt x="6" y="0"/>
                  </a:lnTo>
                  <a:lnTo>
                    <a:pt x="3" y="0"/>
                  </a:lnTo>
                  <a:lnTo>
                    <a:pt x="2"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071" name=""/>
            <p:cNvSpPr/>
            <p:nvPr/>
          </p:nvSpPr>
          <p:spPr>
            <a:xfrm>
              <a:off x="6753240" y="4133880"/>
              <a:ext cx="19080" cy="1440"/>
            </a:xfrm>
            <a:custGeom>
              <a:avLst/>
              <a:gdLst/>
              <a:ahLst/>
              <a:rect l="l" t="t" r="r" b="b"/>
              <a:pathLst>
                <a:path w="12" h="1">
                  <a:moveTo>
                    <a:pt x="0" y="0"/>
                  </a:moveTo>
                  <a:lnTo>
                    <a:pt x="1" y="0"/>
                  </a:lnTo>
                  <a:lnTo>
                    <a:pt x="1" y="0"/>
                  </a:lnTo>
                  <a:lnTo>
                    <a:pt x="1" y="0"/>
                  </a:lnTo>
                  <a:lnTo>
                    <a:pt x="4" y="0"/>
                  </a:lnTo>
                  <a:lnTo>
                    <a:pt x="4" y="0"/>
                  </a:lnTo>
                  <a:lnTo>
                    <a:pt x="7" y="0"/>
                  </a:lnTo>
                  <a:lnTo>
                    <a:pt x="8" y="0"/>
                  </a:lnTo>
                  <a:lnTo>
                    <a:pt x="11" y="0"/>
                  </a:lnTo>
                  <a:lnTo>
                    <a:pt x="11" y="0"/>
                  </a:lnTo>
                  <a:lnTo>
                    <a:pt x="8" y="0"/>
                  </a:lnTo>
                  <a:lnTo>
                    <a:pt x="7" y="0"/>
                  </a:lnTo>
                  <a:lnTo>
                    <a:pt x="4" y="0"/>
                  </a:lnTo>
                  <a:lnTo>
                    <a:pt x="4" y="0"/>
                  </a:lnTo>
                  <a:lnTo>
                    <a:pt x="1" y="0"/>
                  </a:lnTo>
                  <a:lnTo>
                    <a:pt x="1"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72" name=""/>
            <p:cNvSpPr/>
            <p:nvPr/>
          </p:nvSpPr>
          <p:spPr>
            <a:xfrm>
              <a:off x="6770520" y="413388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73" name=""/>
            <p:cNvSpPr/>
            <p:nvPr/>
          </p:nvSpPr>
          <p:spPr>
            <a:xfrm>
              <a:off x="6635880" y="373068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74" name=""/>
            <p:cNvSpPr/>
            <p:nvPr/>
          </p:nvSpPr>
          <p:spPr>
            <a:xfrm>
              <a:off x="6618240" y="3730680"/>
              <a:ext cx="19080" cy="23760"/>
            </a:xfrm>
            <a:custGeom>
              <a:avLst/>
              <a:gdLst/>
              <a:ahLst/>
              <a:rect l="l" t="t" r="r" b="b"/>
              <a:pathLst>
                <a:path w="12" h="15">
                  <a:moveTo>
                    <a:pt x="0" y="14"/>
                  </a:moveTo>
                  <a:lnTo>
                    <a:pt x="0" y="14"/>
                  </a:lnTo>
                  <a:lnTo>
                    <a:pt x="2" y="12"/>
                  </a:lnTo>
                  <a:lnTo>
                    <a:pt x="5" y="9"/>
                  </a:lnTo>
                  <a:lnTo>
                    <a:pt x="9" y="7"/>
                  </a:lnTo>
                  <a:lnTo>
                    <a:pt x="9" y="5"/>
                  </a:lnTo>
                  <a:lnTo>
                    <a:pt x="11" y="3"/>
                  </a:lnTo>
                  <a:lnTo>
                    <a:pt x="11" y="2"/>
                  </a:lnTo>
                  <a:lnTo>
                    <a:pt x="11" y="0"/>
                  </a:lnTo>
                  <a:lnTo>
                    <a:pt x="11" y="0"/>
                  </a:lnTo>
                  <a:lnTo>
                    <a:pt x="11" y="0"/>
                  </a:lnTo>
                  <a:lnTo>
                    <a:pt x="11" y="0"/>
                  </a:lnTo>
                  <a:lnTo>
                    <a:pt x="10" y="2"/>
                  </a:lnTo>
                  <a:lnTo>
                    <a:pt x="9" y="3"/>
                  </a:lnTo>
                  <a:lnTo>
                    <a:pt x="9" y="5"/>
                  </a:lnTo>
                  <a:lnTo>
                    <a:pt x="9" y="7"/>
                  </a:lnTo>
                  <a:lnTo>
                    <a:pt x="4" y="8"/>
                  </a:lnTo>
                  <a:lnTo>
                    <a:pt x="2" y="12"/>
                  </a:lnTo>
                  <a:lnTo>
                    <a:pt x="0" y="12"/>
                  </a:lnTo>
                  <a:lnTo>
                    <a:pt x="0" y="12"/>
                  </a:lnTo>
                  <a:lnTo>
                    <a:pt x="0" y="14"/>
                  </a:lnTo>
                  <a:lnTo>
                    <a:pt x="0" y="14"/>
                  </a:lnTo>
                </a:path>
              </a:pathLst>
            </a:custGeom>
            <a:solidFill>
              <a:srgbClr val="a1e2ff"/>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075" name=""/>
            <p:cNvSpPr/>
            <p:nvPr/>
          </p:nvSpPr>
          <p:spPr>
            <a:xfrm>
              <a:off x="6591240" y="3749760"/>
              <a:ext cx="28800" cy="6120"/>
            </a:xfrm>
            <a:custGeom>
              <a:avLst/>
              <a:gdLst/>
              <a:ahLst/>
              <a:rect l="l" t="t" r="r" b="b"/>
              <a:pathLst>
                <a:path w="18" h="4">
                  <a:moveTo>
                    <a:pt x="1" y="3"/>
                  </a:moveTo>
                  <a:lnTo>
                    <a:pt x="1" y="2"/>
                  </a:lnTo>
                  <a:lnTo>
                    <a:pt x="1" y="2"/>
                  </a:lnTo>
                  <a:lnTo>
                    <a:pt x="1" y="2"/>
                  </a:lnTo>
                  <a:lnTo>
                    <a:pt x="1" y="2"/>
                  </a:lnTo>
                  <a:lnTo>
                    <a:pt x="4" y="2"/>
                  </a:lnTo>
                  <a:lnTo>
                    <a:pt x="6" y="2"/>
                  </a:lnTo>
                  <a:lnTo>
                    <a:pt x="6" y="2"/>
                  </a:lnTo>
                  <a:lnTo>
                    <a:pt x="6" y="2"/>
                  </a:lnTo>
                  <a:lnTo>
                    <a:pt x="7" y="2"/>
                  </a:lnTo>
                  <a:lnTo>
                    <a:pt x="7" y="2"/>
                  </a:lnTo>
                  <a:lnTo>
                    <a:pt x="7" y="2"/>
                  </a:lnTo>
                  <a:lnTo>
                    <a:pt x="10" y="2"/>
                  </a:lnTo>
                  <a:lnTo>
                    <a:pt x="15" y="2"/>
                  </a:lnTo>
                  <a:lnTo>
                    <a:pt x="15" y="2"/>
                  </a:lnTo>
                  <a:lnTo>
                    <a:pt x="15" y="2"/>
                  </a:lnTo>
                  <a:lnTo>
                    <a:pt x="17" y="2"/>
                  </a:lnTo>
                  <a:lnTo>
                    <a:pt x="17" y="0"/>
                  </a:lnTo>
                  <a:lnTo>
                    <a:pt x="15" y="0"/>
                  </a:lnTo>
                  <a:lnTo>
                    <a:pt x="15" y="0"/>
                  </a:lnTo>
                  <a:lnTo>
                    <a:pt x="15" y="0"/>
                  </a:lnTo>
                  <a:lnTo>
                    <a:pt x="10" y="0"/>
                  </a:lnTo>
                  <a:lnTo>
                    <a:pt x="7" y="0"/>
                  </a:lnTo>
                  <a:lnTo>
                    <a:pt x="7" y="1"/>
                  </a:lnTo>
                  <a:lnTo>
                    <a:pt x="7" y="1"/>
                  </a:lnTo>
                  <a:lnTo>
                    <a:pt x="6" y="1"/>
                  </a:lnTo>
                  <a:lnTo>
                    <a:pt x="6" y="1"/>
                  </a:lnTo>
                  <a:lnTo>
                    <a:pt x="6" y="2"/>
                  </a:lnTo>
                  <a:lnTo>
                    <a:pt x="4" y="2"/>
                  </a:lnTo>
                  <a:lnTo>
                    <a:pt x="1" y="2"/>
                  </a:lnTo>
                  <a:lnTo>
                    <a:pt x="1" y="2"/>
                  </a:lnTo>
                  <a:lnTo>
                    <a:pt x="1" y="2"/>
                  </a:lnTo>
                  <a:lnTo>
                    <a:pt x="1" y="2"/>
                  </a:lnTo>
                  <a:lnTo>
                    <a:pt x="0" y="2"/>
                  </a:lnTo>
                  <a:lnTo>
                    <a:pt x="1" y="3"/>
                  </a:lnTo>
                  <a:lnTo>
                    <a:pt x="1" y="3"/>
                  </a:lnTo>
                </a:path>
              </a:pathLst>
            </a:custGeom>
            <a:solidFill>
              <a:srgbClr val="a1e2ff"/>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076" name=""/>
            <p:cNvSpPr/>
            <p:nvPr/>
          </p:nvSpPr>
          <p:spPr>
            <a:xfrm>
              <a:off x="6615000" y="3749760"/>
              <a:ext cx="5040" cy="4680"/>
            </a:xfrm>
            <a:custGeom>
              <a:avLst/>
              <a:gdLst/>
              <a:ahLst/>
              <a:rect l="l" t="t" r="r" b="b"/>
              <a:pathLst>
                <a:path w="3" h="3">
                  <a:moveTo>
                    <a:pt x="0" y="0"/>
                  </a:moveTo>
                  <a:lnTo>
                    <a:pt x="0" y="1"/>
                  </a:lnTo>
                  <a:lnTo>
                    <a:pt x="2" y="2"/>
                  </a:lnTo>
                  <a:lnTo>
                    <a:pt x="2" y="2"/>
                  </a:lnTo>
                  <a:lnTo>
                    <a:pt x="2" y="1"/>
                  </a:lnTo>
                  <a:lnTo>
                    <a:pt x="0" y="0"/>
                  </a:lnTo>
                  <a:lnTo>
                    <a:pt x="0" y="0"/>
                  </a:lnTo>
                </a:path>
              </a:pathLst>
            </a:custGeom>
            <a:solidFill>
              <a:srgbClr val="a1e2ff"/>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077" name=""/>
            <p:cNvSpPr/>
            <p:nvPr/>
          </p:nvSpPr>
          <p:spPr>
            <a:xfrm>
              <a:off x="6524640" y="376560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78" name=""/>
            <p:cNvSpPr/>
            <p:nvPr/>
          </p:nvSpPr>
          <p:spPr>
            <a:xfrm>
              <a:off x="6524640" y="3763800"/>
              <a:ext cx="12600" cy="3240"/>
            </a:xfrm>
            <a:custGeom>
              <a:avLst/>
              <a:gdLst/>
              <a:ahLst/>
              <a:rect l="l" t="t" r="r" b="b"/>
              <a:pathLst>
                <a:path w="8" h="2">
                  <a:moveTo>
                    <a:pt x="3" y="0"/>
                  </a:moveTo>
                  <a:lnTo>
                    <a:pt x="3" y="0"/>
                  </a:lnTo>
                  <a:lnTo>
                    <a:pt x="3" y="0"/>
                  </a:lnTo>
                  <a:lnTo>
                    <a:pt x="3" y="1"/>
                  </a:lnTo>
                  <a:lnTo>
                    <a:pt x="2" y="1"/>
                  </a:lnTo>
                  <a:lnTo>
                    <a:pt x="2" y="1"/>
                  </a:lnTo>
                  <a:lnTo>
                    <a:pt x="1" y="1"/>
                  </a:lnTo>
                  <a:lnTo>
                    <a:pt x="0" y="1"/>
                  </a:lnTo>
                  <a:lnTo>
                    <a:pt x="0" y="1"/>
                  </a:lnTo>
                  <a:lnTo>
                    <a:pt x="0" y="1"/>
                  </a:lnTo>
                  <a:lnTo>
                    <a:pt x="0" y="1"/>
                  </a:lnTo>
                  <a:lnTo>
                    <a:pt x="0" y="1"/>
                  </a:lnTo>
                  <a:lnTo>
                    <a:pt x="0" y="1"/>
                  </a:lnTo>
                  <a:lnTo>
                    <a:pt x="1" y="1"/>
                  </a:lnTo>
                  <a:lnTo>
                    <a:pt x="2" y="1"/>
                  </a:lnTo>
                  <a:lnTo>
                    <a:pt x="3" y="1"/>
                  </a:lnTo>
                  <a:lnTo>
                    <a:pt x="3" y="1"/>
                  </a:lnTo>
                  <a:lnTo>
                    <a:pt x="7" y="1"/>
                  </a:lnTo>
                  <a:lnTo>
                    <a:pt x="7" y="0"/>
                  </a:lnTo>
                  <a:lnTo>
                    <a:pt x="7" y="0"/>
                  </a:lnTo>
                  <a:lnTo>
                    <a:pt x="3" y="0"/>
                  </a:lnTo>
                  <a:lnTo>
                    <a:pt x="3" y="0"/>
                  </a:lnTo>
                </a:path>
              </a:pathLst>
            </a:custGeom>
            <a:solidFill>
              <a:srgbClr val="a1e2ff"/>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79" name=""/>
            <p:cNvSpPr/>
            <p:nvPr/>
          </p:nvSpPr>
          <p:spPr>
            <a:xfrm>
              <a:off x="6529320" y="3757680"/>
              <a:ext cx="7920" cy="7920"/>
            </a:xfrm>
            <a:custGeom>
              <a:avLst/>
              <a:gdLst/>
              <a:ahLst/>
              <a:rect l="l" t="t" r="r" b="b"/>
              <a:pathLst>
                <a:path w="5" h="5">
                  <a:moveTo>
                    <a:pt x="4" y="0"/>
                  </a:moveTo>
                  <a:lnTo>
                    <a:pt x="4" y="0"/>
                  </a:lnTo>
                  <a:lnTo>
                    <a:pt x="4" y="0"/>
                  </a:lnTo>
                  <a:lnTo>
                    <a:pt x="4" y="2"/>
                  </a:lnTo>
                  <a:lnTo>
                    <a:pt x="0" y="3"/>
                  </a:lnTo>
                  <a:lnTo>
                    <a:pt x="0" y="4"/>
                  </a:lnTo>
                  <a:lnTo>
                    <a:pt x="4" y="4"/>
                  </a:lnTo>
                  <a:lnTo>
                    <a:pt x="4" y="4"/>
                  </a:lnTo>
                  <a:lnTo>
                    <a:pt x="4" y="2"/>
                  </a:lnTo>
                  <a:lnTo>
                    <a:pt x="4" y="0"/>
                  </a:lnTo>
                  <a:lnTo>
                    <a:pt x="4" y="0"/>
                  </a:lnTo>
                  <a:lnTo>
                    <a:pt x="4" y="0"/>
                  </a:lnTo>
                  <a:lnTo>
                    <a:pt x="4" y="0"/>
                  </a:lnTo>
                  <a:lnTo>
                    <a:pt x="4" y="0"/>
                  </a:lnTo>
                </a:path>
              </a:pathLst>
            </a:custGeom>
            <a:solidFill>
              <a:srgbClr val="a1e2ff"/>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080" name=""/>
            <p:cNvSpPr/>
            <p:nvPr/>
          </p:nvSpPr>
          <p:spPr>
            <a:xfrm>
              <a:off x="6535800" y="3749760"/>
              <a:ext cx="1440" cy="9360"/>
            </a:xfrm>
            <a:custGeom>
              <a:avLst/>
              <a:gdLst/>
              <a:ahLst/>
              <a:rect l="l" t="t" r="r" b="b"/>
              <a:pathLst>
                <a:path w="1" h="6">
                  <a:moveTo>
                    <a:pt x="0" y="0"/>
                  </a:moveTo>
                  <a:lnTo>
                    <a:pt x="0" y="0"/>
                  </a:lnTo>
                  <a:lnTo>
                    <a:pt x="0" y="5"/>
                  </a:lnTo>
                  <a:lnTo>
                    <a:pt x="0" y="5"/>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081" name=""/>
            <p:cNvSpPr/>
            <p:nvPr/>
          </p:nvSpPr>
          <p:spPr>
            <a:xfrm>
              <a:off x="6535800" y="374976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82" name=""/>
            <p:cNvSpPr/>
            <p:nvPr/>
          </p:nvSpPr>
          <p:spPr>
            <a:xfrm>
              <a:off x="6564240" y="3749760"/>
              <a:ext cx="4680" cy="1440"/>
            </a:xfrm>
            <a:custGeom>
              <a:avLst/>
              <a:gdLst/>
              <a:ahLst/>
              <a:rect l="l" t="t" r="r" b="b"/>
              <a:pathLst>
                <a:path w="3" h="1">
                  <a:moveTo>
                    <a:pt x="2" y="0"/>
                  </a:moveTo>
                  <a:lnTo>
                    <a:pt x="2" y="0"/>
                  </a:lnTo>
                  <a:lnTo>
                    <a:pt x="2" y="0"/>
                  </a:lnTo>
                  <a:lnTo>
                    <a:pt x="2" y="0"/>
                  </a:lnTo>
                  <a:lnTo>
                    <a:pt x="0" y="0"/>
                  </a:lnTo>
                  <a:lnTo>
                    <a:pt x="2" y="0"/>
                  </a:lnTo>
                  <a:lnTo>
                    <a:pt x="2"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83" name=""/>
            <p:cNvSpPr/>
            <p:nvPr/>
          </p:nvSpPr>
          <p:spPr>
            <a:xfrm>
              <a:off x="6559560" y="3749760"/>
              <a:ext cx="9360" cy="4680"/>
            </a:xfrm>
            <a:custGeom>
              <a:avLst/>
              <a:gdLst/>
              <a:ahLst/>
              <a:rect l="l" t="t" r="r" b="b"/>
              <a:pathLst>
                <a:path w="6" h="3">
                  <a:moveTo>
                    <a:pt x="1" y="2"/>
                  </a:moveTo>
                  <a:lnTo>
                    <a:pt x="1" y="2"/>
                  </a:lnTo>
                  <a:lnTo>
                    <a:pt x="3" y="2"/>
                  </a:lnTo>
                  <a:lnTo>
                    <a:pt x="5" y="2"/>
                  </a:lnTo>
                  <a:lnTo>
                    <a:pt x="5" y="0"/>
                  </a:lnTo>
                  <a:lnTo>
                    <a:pt x="5" y="0"/>
                  </a:lnTo>
                  <a:lnTo>
                    <a:pt x="3" y="0"/>
                  </a:lnTo>
                  <a:lnTo>
                    <a:pt x="3" y="0"/>
                  </a:lnTo>
                  <a:lnTo>
                    <a:pt x="3" y="1"/>
                  </a:lnTo>
                  <a:lnTo>
                    <a:pt x="2" y="2"/>
                  </a:lnTo>
                  <a:lnTo>
                    <a:pt x="0" y="2"/>
                  </a:lnTo>
                  <a:lnTo>
                    <a:pt x="0" y="2"/>
                  </a:lnTo>
                  <a:lnTo>
                    <a:pt x="1" y="2"/>
                  </a:lnTo>
                  <a:lnTo>
                    <a:pt x="1" y="2"/>
                  </a:lnTo>
                </a:path>
              </a:pathLst>
            </a:custGeom>
            <a:solidFill>
              <a:srgbClr val="a1e2ff"/>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084" name=""/>
            <p:cNvSpPr/>
            <p:nvPr/>
          </p:nvSpPr>
          <p:spPr>
            <a:xfrm>
              <a:off x="6551640" y="3753000"/>
              <a:ext cx="11160" cy="14040"/>
            </a:xfrm>
            <a:custGeom>
              <a:avLst/>
              <a:gdLst/>
              <a:ahLst/>
              <a:rect l="l" t="t" r="r" b="b"/>
              <a:pathLst>
                <a:path w="7" h="9">
                  <a:moveTo>
                    <a:pt x="0" y="8"/>
                  </a:moveTo>
                  <a:lnTo>
                    <a:pt x="2" y="8"/>
                  </a:lnTo>
                  <a:lnTo>
                    <a:pt x="4" y="7"/>
                  </a:lnTo>
                  <a:lnTo>
                    <a:pt x="4" y="7"/>
                  </a:lnTo>
                  <a:lnTo>
                    <a:pt x="5" y="5"/>
                  </a:lnTo>
                  <a:lnTo>
                    <a:pt x="5" y="5"/>
                  </a:lnTo>
                  <a:lnTo>
                    <a:pt x="5" y="3"/>
                  </a:lnTo>
                  <a:lnTo>
                    <a:pt x="5" y="3"/>
                  </a:lnTo>
                  <a:lnTo>
                    <a:pt x="6" y="0"/>
                  </a:lnTo>
                  <a:lnTo>
                    <a:pt x="5" y="0"/>
                  </a:lnTo>
                  <a:lnTo>
                    <a:pt x="5" y="0"/>
                  </a:lnTo>
                  <a:lnTo>
                    <a:pt x="5" y="3"/>
                  </a:lnTo>
                  <a:lnTo>
                    <a:pt x="5" y="3"/>
                  </a:lnTo>
                  <a:lnTo>
                    <a:pt x="4" y="5"/>
                  </a:lnTo>
                  <a:lnTo>
                    <a:pt x="2" y="7"/>
                  </a:lnTo>
                  <a:lnTo>
                    <a:pt x="2" y="7"/>
                  </a:lnTo>
                  <a:lnTo>
                    <a:pt x="1" y="8"/>
                  </a:lnTo>
                  <a:lnTo>
                    <a:pt x="0" y="8"/>
                  </a:lnTo>
                  <a:lnTo>
                    <a:pt x="0" y="8"/>
                  </a:lnTo>
                  <a:lnTo>
                    <a:pt x="0" y="8"/>
                  </a:lnTo>
                </a:path>
              </a:pathLst>
            </a:custGeom>
            <a:solidFill>
              <a:srgbClr val="a1e2ff"/>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085" name=""/>
            <p:cNvSpPr/>
            <p:nvPr/>
          </p:nvSpPr>
          <p:spPr>
            <a:xfrm>
              <a:off x="6559560" y="3753000"/>
              <a:ext cx="3240" cy="1440"/>
            </a:xfrm>
            <a:custGeom>
              <a:avLst/>
              <a:gdLst/>
              <a:ahLst/>
              <a:rect l="l" t="t" r="r" b="b"/>
              <a:pathLst>
                <a:path w="2" h="1">
                  <a:moveTo>
                    <a:pt x="0" y="0"/>
                  </a:moveTo>
                  <a:lnTo>
                    <a:pt x="0" y="0"/>
                  </a:lnTo>
                  <a:lnTo>
                    <a:pt x="0" y="0"/>
                  </a:lnTo>
                  <a:lnTo>
                    <a:pt x="0" y="0"/>
                  </a:lnTo>
                  <a:lnTo>
                    <a:pt x="1" y="0"/>
                  </a:lnTo>
                  <a:lnTo>
                    <a:pt x="0" y="0"/>
                  </a:lnTo>
                  <a:lnTo>
                    <a:pt x="0"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86" name=""/>
            <p:cNvSpPr/>
            <p:nvPr/>
          </p:nvSpPr>
          <p:spPr>
            <a:xfrm>
              <a:off x="6591240" y="3738600"/>
              <a:ext cx="3240" cy="3240"/>
            </a:xfrm>
            <a:custGeom>
              <a:avLst/>
              <a:gdLst/>
              <a:ahLst/>
              <a:rect l="l" t="t" r="r" b="b"/>
              <a:pathLst>
                <a:path w="2" h="2">
                  <a:moveTo>
                    <a:pt x="1" y="1"/>
                  </a:moveTo>
                  <a:lnTo>
                    <a:pt x="1" y="0"/>
                  </a:lnTo>
                  <a:lnTo>
                    <a:pt x="1" y="0"/>
                  </a:lnTo>
                  <a:lnTo>
                    <a:pt x="1" y="0"/>
                  </a:lnTo>
                  <a:lnTo>
                    <a:pt x="0" y="1"/>
                  </a:lnTo>
                  <a:lnTo>
                    <a:pt x="1" y="1"/>
                  </a:lnTo>
                  <a:lnTo>
                    <a:pt x="1" y="1"/>
                  </a:lnTo>
                </a:path>
              </a:pathLst>
            </a:custGeom>
            <a:solidFill>
              <a:srgbClr val="a1e2ff"/>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87" name=""/>
            <p:cNvSpPr/>
            <p:nvPr/>
          </p:nvSpPr>
          <p:spPr>
            <a:xfrm>
              <a:off x="6583320" y="3740040"/>
              <a:ext cx="11160" cy="19080"/>
            </a:xfrm>
            <a:custGeom>
              <a:avLst/>
              <a:gdLst/>
              <a:ahLst/>
              <a:rect l="l" t="t" r="r" b="b"/>
              <a:pathLst>
                <a:path w="7" h="12">
                  <a:moveTo>
                    <a:pt x="2" y="11"/>
                  </a:moveTo>
                  <a:lnTo>
                    <a:pt x="2" y="8"/>
                  </a:lnTo>
                  <a:lnTo>
                    <a:pt x="2" y="8"/>
                  </a:lnTo>
                  <a:lnTo>
                    <a:pt x="2" y="7"/>
                  </a:lnTo>
                  <a:lnTo>
                    <a:pt x="4" y="6"/>
                  </a:lnTo>
                  <a:lnTo>
                    <a:pt x="5" y="1"/>
                  </a:lnTo>
                  <a:lnTo>
                    <a:pt x="6" y="1"/>
                  </a:lnTo>
                  <a:lnTo>
                    <a:pt x="6" y="1"/>
                  </a:lnTo>
                  <a:lnTo>
                    <a:pt x="6" y="0"/>
                  </a:lnTo>
                  <a:lnTo>
                    <a:pt x="5" y="0"/>
                  </a:lnTo>
                  <a:lnTo>
                    <a:pt x="5" y="0"/>
                  </a:lnTo>
                  <a:lnTo>
                    <a:pt x="5" y="1"/>
                  </a:lnTo>
                  <a:lnTo>
                    <a:pt x="3" y="1"/>
                  </a:lnTo>
                  <a:lnTo>
                    <a:pt x="2" y="3"/>
                  </a:lnTo>
                  <a:lnTo>
                    <a:pt x="2" y="6"/>
                  </a:lnTo>
                  <a:lnTo>
                    <a:pt x="2" y="8"/>
                  </a:lnTo>
                  <a:lnTo>
                    <a:pt x="2" y="8"/>
                  </a:lnTo>
                  <a:lnTo>
                    <a:pt x="0" y="8"/>
                  </a:lnTo>
                  <a:lnTo>
                    <a:pt x="2" y="11"/>
                  </a:lnTo>
                  <a:lnTo>
                    <a:pt x="2" y="11"/>
                  </a:lnTo>
                </a:path>
              </a:pathLst>
            </a:custGeom>
            <a:solidFill>
              <a:srgbClr val="a1e2ff"/>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088" name=""/>
            <p:cNvSpPr/>
            <p:nvPr/>
          </p:nvSpPr>
          <p:spPr>
            <a:xfrm>
              <a:off x="6591240" y="3738600"/>
              <a:ext cx="3240" cy="4680"/>
            </a:xfrm>
            <a:custGeom>
              <a:avLst/>
              <a:gdLst/>
              <a:ahLst/>
              <a:rect l="l" t="t" r="r" b="b"/>
              <a:pathLst>
                <a:path w="2" h="3">
                  <a:moveTo>
                    <a:pt x="1" y="0"/>
                  </a:moveTo>
                  <a:lnTo>
                    <a:pt x="0" y="1"/>
                  </a:lnTo>
                  <a:lnTo>
                    <a:pt x="1" y="1"/>
                  </a:lnTo>
                  <a:lnTo>
                    <a:pt x="1" y="2"/>
                  </a:lnTo>
                  <a:lnTo>
                    <a:pt x="1" y="2"/>
                  </a:lnTo>
                  <a:lnTo>
                    <a:pt x="1" y="0"/>
                  </a:lnTo>
                  <a:lnTo>
                    <a:pt x="1" y="0"/>
                  </a:lnTo>
                </a:path>
              </a:pathLst>
            </a:custGeom>
            <a:solidFill>
              <a:srgbClr val="a1e2ff"/>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089" name=""/>
            <p:cNvSpPr/>
            <p:nvPr/>
          </p:nvSpPr>
          <p:spPr>
            <a:xfrm>
              <a:off x="6699240" y="3629160"/>
              <a:ext cx="3240" cy="1440"/>
            </a:xfrm>
            <a:custGeom>
              <a:avLst/>
              <a:gdLst/>
              <a:ahLst/>
              <a:rect l="l" t="t" r="r" b="b"/>
              <a:pathLst>
                <a:path w="2" h="1">
                  <a:moveTo>
                    <a:pt x="1" y="0"/>
                  </a:moveTo>
                  <a:lnTo>
                    <a:pt x="1" y="0"/>
                  </a:lnTo>
                  <a:lnTo>
                    <a:pt x="1" y="0"/>
                  </a:lnTo>
                  <a:lnTo>
                    <a:pt x="1" y="0"/>
                  </a:lnTo>
                  <a:lnTo>
                    <a:pt x="0" y="0"/>
                  </a:lnTo>
                  <a:lnTo>
                    <a:pt x="1" y="0"/>
                  </a:lnTo>
                  <a:lnTo>
                    <a:pt x="1"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090" name=""/>
            <p:cNvSpPr/>
            <p:nvPr/>
          </p:nvSpPr>
          <p:spPr>
            <a:xfrm>
              <a:off x="6699240" y="3629160"/>
              <a:ext cx="4680" cy="19080"/>
            </a:xfrm>
            <a:custGeom>
              <a:avLst/>
              <a:gdLst/>
              <a:ahLst/>
              <a:rect l="l" t="t" r="r" b="b"/>
              <a:pathLst>
                <a:path w="3" h="12">
                  <a:moveTo>
                    <a:pt x="2" y="10"/>
                  </a:moveTo>
                  <a:lnTo>
                    <a:pt x="2" y="10"/>
                  </a:lnTo>
                  <a:lnTo>
                    <a:pt x="1" y="9"/>
                  </a:lnTo>
                  <a:lnTo>
                    <a:pt x="1" y="7"/>
                  </a:lnTo>
                  <a:lnTo>
                    <a:pt x="1" y="3"/>
                  </a:lnTo>
                  <a:lnTo>
                    <a:pt x="1" y="0"/>
                  </a:lnTo>
                  <a:lnTo>
                    <a:pt x="0" y="0"/>
                  </a:lnTo>
                  <a:lnTo>
                    <a:pt x="0" y="3"/>
                  </a:lnTo>
                  <a:lnTo>
                    <a:pt x="1" y="7"/>
                  </a:lnTo>
                  <a:lnTo>
                    <a:pt x="1" y="9"/>
                  </a:lnTo>
                  <a:lnTo>
                    <a:pt x="1" y="11"/>
                  </a:lnTo>
                  <a:lnTo>
                    <a:pt x="1" y="11"/>
                  </a:lnTo>
                  <a:lnTo>
                    <a:pt x="2" y="10"/>
                  </a:lnTo>
                  <a:lnTo>
                    <a:pt x="2" y="10"/>
                  </a:lnTo>
                </a:path>
              </a:pathLst>
            </a:custGeom>
            <a:solidFill>
              <a:srgbClr val="a1e2ff"/>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091" name=""/>
            <p:cNvSpPr/>
            <p:nvPr/>
          </p:nvSpPr>
          <p:spPr>
            <a:xfrm>
              <a:off x="6700680" y="3645000"/>
              <a:ext cx="3240" cy="23760"/>
            </a:xfrm>
            <a:custGeom>
              <a:avLst/>
              <a:gdLst/>
              <a:ahLst/>
              <a:rect l="l" t="t" r="r" b="b"/>
              <a:pathLst>
                <a:path w="2" h="15">
                  <a:moveTo>
                    <a:pt x="0" y="13"/>
                  </a:moveTo>
                  <a:lnTo>
                    <a:pt x="0" y="14"/>
                  </a:lnTo>
                  <a:lnTo>
                    <a:pt x="1" y="13"/>
                  </a:lnTo>
                  <a:lnTo>
                    <a:pt x="1" y="13"/>
                  </a:lnTo>
                  <a:lnTo>
                    <a:pt x="1" y="8"/>
                  </a:lnTo>
                  <a:lnTo>
                    <a:pt x="1" y="7"/>
                  </a:lnTo>
                  <a:lnTo>
                    <a:pt x="1" y="7"/>
                  </a:lnTo>
                  <a:lnTo>
                    <a:pt x="1" y="6"/>
                  </a:lnTo>
                  <a:lnTo>
                    <a:pt x="1" y="1"/>
                  </a:lnTo>
                  <a:lnTo>
                    <a:pt x="1" y="0"/>
                  </a:lnTo>
                  <a:lnTo>
                    <a:pt x="0" y="1"/>
                  </a:lnTo>
                  <a:lnTo>
                    <a:pt x="0" y="1"/>
                  </a:lnTo>
                  <a:lnTo>
                    <a:pt x="1" y="6"/>
                  </a:lnTo>
                  <a:lnTo>
                    <a:pt x="1" y="7"/>
                  </a:lnTo>
                  <a:lnTo>
                    <a:pt x="1" y="7"/>
                  </a:lnTo>
                  <a:lnTo>
                    <a:pt x="1" y="8"/>
                  </a:lnTo>
                  <a:lnTo>
                    <a:pt x="1" y="12"/>
                  </a:lnTo>
                  <a:lnTo>
                    <a:pt x="0" y="13"/>
                  </a:lnTo>
                  <a:lnTo>
                    <a:pt x="0" y="13"/>
                  </a:lnTo>
                  <a:lnTo>
                    <a:pt x="0" y="14"/>
                  </a:lnTo>
                  <a:lnTo>
                    <a:pt x="0" y="13"/>
                  </a:lnTo>
                  <a:lnTo>
                    <a:pt x="0" y="13"/>
                  </a:lnTo>
                  <a:lnTo>
                    <a:pt x="0" y="14"/>
                  </a:lnTo>
                  <a:lnTo>
                    <a:pt x="0" y="13"/>
                  </a:lnTo>
                  <a:lnTo>
                    <a:pt x="0" y="13"/>
                  </a:lnTo>
                </a:path>
              </a:pathLst>
            </a:custGeom>
            <a:solidFill>
              <a:srgbClr val="a1e2ff"/>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092" name=""/>
            <p:cNvSpPr/>
            <p:nvPr/>
          </p:nvSpPr>
          <p:spPr>
            <a:xfrm>
              <a:off x="6700680" y="3665520"/>
              <a:ext cx="3240" cy="15840"/>
            </a:xfrm>
            <a:custGeom>
              <a:avLst/>
              <a:gdLst/>
              <a:ahLst/>
              <a:rect l="l" t="t" r="r" b="b"/>
              <a:pathLst>
                <a:path w="2" h="10">
                  <a:moveTo>
                    <a:pt x="1" y="9"/>
                  </a:moveTo>
                  <a:lnTo>
                    <a:pt x="1" y="8"/>
                  </a:lnTo>
                  <a:lnTo>
                    <a:pt x="1" y="3"/>
                  </a:lnTo>
                  <a:lnTo>
                    <a:pt x="1" y="1"/>
                  </a:lnTo>
                  <a:lnTo>
                    <a:pt x="0" y="0"/>
                  </a:lnTo>
                  <a:lnTo>
                    <a:pt x="0" y="1"/>
                  </a:lnTo>
                  <a:lnTo>
                    <a:pt x="0" y="1"/>
                  </a:lnTo>
                  <a:lnTo>
                    <a:pt x="0" y="3"/>
                  </a:lnTo>
                  <a:lnTo>
                    <a:pt x="1" y="8"/>
                  </a:lnTo>
                  <a:lnTo>
                    <a:pt x="0" y="9"/>
                  </a:lnTo>
                  <a:lnTo>
                    <a:pt x="1" y="9"/>
                  </a:lnTo>
                  <a:lnTo>
                    <a:pt x="1" y="9"/>
                  </a:lnTo>
                </a:path>
              </a:pathLst>
            </a:custGeom>
            <a:solidFill>
              <a:srgbClr val="a1e2ff"/>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093" name=""/>
            <p:cNvSpPr/>
            <p:nvPr/>
          </p:nvSpPr>
          <p:spPr>
            <a:xfrm>
              <a:off x="6700680" y="3665520"/>
              <a:ext cx="1800" cy="3240"/>
            </a:xfrm>
            <a:custGeom>
              <a:avLst/>
              <a:gdLst/>
              <a:ahLst/>
              <a:rect l="l" t="t" r="r" b="b"/>
              <a:pathLst>
                <a:path w="1" h="2">
                  <a:moveTo>
                    <a:pt x="0" y="0"/>
                  </a:moveTo>
                  <a:lnTo>
                    <a:pt x="0" y="0"/>
                  </a:lnTo>
                  <a:lnTo>
                    <a:pt x="0" y="1"/>
                  </a:lnTo>
                  <a:lnTo>
                    <a:pt x="0" y="1"/>
                  </a:lnTo>
                  <a:lnTo>
                    <a:pt x="0" y="1"/>
                  </a:lnTo>
                  <a:lnTo>
                    <a:pt x="0" y="0"/>
                  </a:lnTo>
                  <a:lnTo>
                    <a:pt x="0" y="0"/>
                  </a:lnTo>
                </a:path>
              </a:pathLst>
            </a:custGeom>
            <a:solidFill>
              <a:srgbClr val="a1e2ff"/>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94" name=""/>
            <p:cNvSpPr/>
            <p:nvPr/>
          </p:nvSpPr>
          <p:spPr>
            <a:xfrm>
              <a:off x="6737400" y="3666960"/>
              <a:ext cx="1440" cy="5040"/>
            </a:xfrm>
            <a:custGeom>
              <a:avLst/>
              <a:gdLst/>
              <a:ahLst/>
              <a:rect l="l" t="t" r="r" b="b"/>
              <a:pathLst>
                <a:path w="1" h="3">
                  <a:moveTo>
                    <a:pt x="0" y="0"/>
                  </a:moveTo>
                  <a:lnTo>
                    <a:pt x="0" y="0"/>
                  </a:lnTo>
                  <a:lnTo>
                    <a:pt x="0" y="0"/>
                  </a:lnTo>
                  <a:lnTo>
                    <a:pt x="0" y="2"/>
                  </a:lnTo>
                  <a:lnTo>
                    <a:pt x="0" y="2"/>
                  </a:lnTo>
                  <a:lnTo>
                    <a:pt x="0" y="0"/>
                  </a:lnTo>
                  <a:lnTo>
                    <a:pt x="0" y="0"/>
                  </a:lnTo>
                </a:path>
              </a:pathLst>
            </a:custGeom>
            <a:solidFill>
              <a:srgbClr val="a1e2ff"/>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095" name=""/>
            <p:cNvSpPr/>
            <p:nvPr/>
          </p:nvSpPr>
          <p:spPr>
            <a:xfrm>
              <a:off x="6737400" y="3666960"/>
              <a:ext cx="6480" cy="14400"/>
            </a:xfrm>
            <a:custGeom>
              <a:avLst/>
              <a:gdLst/>
              <a:ahLst/>
              <a:rect l="l" t="t" r="r" b="b"/>
              <a:pathLst>
                <a:path w="4" h="9">
                  <a:moveTo>
                    <a:pt x="3" y="8"/>
                  </a:moveTo>
                  <a:lnTo>
                    <a:pt x="3" y="8"/>
                  </a:lnTo>
                  <a:lnTo>
                    <a:pt x="3" y="7"/>
                  </a:lnTo>
                  <a:lnTo>
                    <a:pt x="3" y="6"/>
                  </a:lnTo>
                  <a:lnTo>
                    <a:pt x="1" y="2"/>
                  </a:lnTo>
                  <a:lnTo>
                    <a:pt x="0" y="2"/>
                  </a:lnTo>
                  <a:lnTo>
                    <a:pt x="0" y="2"/>
                  </a:lnTo>
                  <a:lnTo>
                    <a:pt x="0" y="2"/>
                  </a:lnTo>
                  <a:lnTo>
                    <a:pt x="0" y="0"/>
                  </a:lnTo>
                  <a:lnTo>
                    <a:pt x="0" y="0"/>
                  </a:lnTo>
                  <a:lnTo>
                    <a:pt x="0" y="2"/>
                  </a:lnTo>
                  <a:lnTo>
                    <a:pt x="0" y="2"/>
                  </a:lnTo>
                  <a:lnTo>
                    <a:pt x="0" y="2"/>
                  </a:lnTo>
                  <a:lnTo>
                    <a:pt x="0" y="2"/>
                  </a:lnTo>
                  <a:lnTo>
                    <a:pt x="0" y="2"/>
                  </a:lnTo>
                  <a:lnTo>
                    <a:pt x="0" y="2"/>
                  </a:lnTo>
                  <a:lnTo>
                    <a:pt x="0" y="6"/>
                  </a:lnTo>
                  <a:lnTo>
                    <a:pt x="1" y="7"/>
                  </a:lnTo>
                  <a:lnTo>
                    <a:pt x="0" y="8"/>
                  </a:lnTo>
                  <a:lnTo>
                    <a:pt x="0" y="8"/>
                  </a:lnTo>
                  <a:lnTo>
                    <a:pt x="3" y="8"/>
                  </a:lnTo>
                  <a:lnTo>
                    <a:pt x="3" y="8"/>
                  </a:lnTo>
                </a:path>
              </a:pathLst>
            </a:custGeom>
            <a:solidFill>
              <a:srgbClr val="a1e2ff"/>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096" name=""/>
            <p:cNvSpPr/>
            <p:nvPr/>
          </p:nvSpPr>
          <p:spPr>
            <a:xfrm>
              <a:off x="6737400" y="3679920"/>
              <a:ext cx="6480" cy="23760"/>
            </a:xfrm>
            <a:custGeom>
              <a:avLst/>
              <a:gdLst/>
              <a:ahLst/>
              <a:rect l="l" t="t" r="r" b="b"/>
              <a:pathLst>
                <a:path w="4" h="15">
                  <a:moveTo>
                    <a:pt x="3" y="14"/>
                  </a:moveTo>
                  <a:lnTo>
                    <a:pt x="3" y="14"/>
                  </a:lnTo>
                  <a:lnTo>
                    <a:pt x="3" y="13"/>
                  </a:lnTo>
                  <a:lnTo>
                    <a:pt x="3" y="13"/>
                  </a:lnTo>
                  <a:lnTo>
                    <a:pt x="3" y="8"/>
                  </a:lnTo>
                  <a:lnTo>
                    <a:pt x="3" y="6"/>
                  </a:lnTo>
                  <a:lnTo>
                    <a:pt x="3" y="5"/>
                  </a:lnTo>
                  <a:lnTo>
                    <a:pt x="3" y="4"/>
                  </a:lnTo>
                  <a:lnTo>
                    <a:pt x="3" y="0"/>
                  </a:lnTo>
                  <a:lnTo>
                    <a:pt x="3" y="0"/>
                  </a:lnTo>
                  <a:lnTo>
                    <a:pt x="0" y="0"/>
                  </a:lnTo>
                  <a:lnTo>
                    <a:pt x="0" y="0"/>
                  </a:lnTo>
                  <a:lnTo>
                    <a:pt x="0" y="4"/>
                  </a:lnTo>
                  <a:lnTo>
                    <a:pt x="1" y="5"/>
                  </a:lnTo>
                  <a:lnTo>
                    <a:pt x="1" y="6"/>
                  </a:lnTo>
                  <a:lnTo>
                    <a:pt x="3" y="8"/>
                  </a:lnTo>
                  <a:lnTo>
                    <a:pt x="3" y="13"/>
                  </a:lnTo>
                  <a:lnTo>
                    <a:pt x="3" y="13"/>
                  </a:lnTo>
                  <a:lnTo>
                    <a:pt x="1" y="13"/>
                  </a:lnTo>
                  <a:lnTo>
                    <a:pt x="1" y="13"/>
                  </a:lnTo>
                  <a:lnTo>
                    <a:pt x="3" y="14"/>
                  </a:lnTo>
                  <a:lnTo>
                    <a:pt x="3" y="14"/>
                  </a:lnTo>
                </a:path>
              </a:pathLst>
            </a:custGeom>
            <a:solidFill>
              <a:srgbClr val="a1e2ff"/>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097" name=""/>
            <p:cNvSpPr/>
            <p:nvPr/>
          </p:nvSpPr>
          <p:spPr>
            <a:xfrm>
              <a:off x="6737400" y="3700440"/>
              <a:ext cx="6480" cy="12600"/>
            </a:xfrm>
            <a:custGeom>
              <a:avLst/>
              <a:gdLst/>
              <a:ahLst/>
              <a:rect l="l" t="t" r="r" b="b"/>
              <a:pathLst>
                <a:path w="4" h="8">
                  <a:moveTo>
                    <a:pt x="0" y="7"/>
                  </a:moveTo>
                  <a:lnTo>
                    <a:pt x="0" y="7"/>
                  </a:lnTo>
                  <a:lnTo>
                    <a:pt x="0" y="3"/>
                  </a:lnTo>
                  <a:lnTo>
                    <a:pt x="0" y="2"/>
                  </a:lnTo>
                  <a:lnTo>
                    <a:pt x="3" y="1"/>
                  </a:lnTo>
                  <a:lnTo>
                    <a:pt x="1" y="0"/>
                  </a:lnTo>
                  <a:lnTo>
                    <a:pt x="0" y="2"/>
                  </a:lnTo>
                  <a:lnTo>
                    <a:pt x="0" y="3"/>
                  </a:lnTo>
                  <a:lnTo>
                    <a:pt x="0" y="7"/>
                  </a:lnTo>
                  <a:lnTo>
                    <a:pt x="0" y="7"/>
                  </a:lnTo>
                  <a:lnTo>
                    <a:pt x="0" y="7"/>
                  </a:lnTo>
                  <a:lnTo>
                    <a:pt x="0" y="7"/>
                  </a:lnTo>
                </a:path>
              </a:pathLst>
            </a:custGeom>
            <a:solidFill>
              <a:srgbClr val="a1e2ff"/>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098" name=""/>
            <p:cNvSpPr/>
            <p:nvPr/>
          </p:nvSpPr>
          <p:spPr>
            <a:xfrm>
              <a:off x="6737400" y="3700440"/>
              <a:ext cx="6480" cy="3240"/>
            </a:xfrm>
            <a:custGeom>
              <a:avLst/>
              <a:gdLst/>
              <a:ahLst/>
              <a:rect l="l" t="t" r="r" b="b"/>
              <a:pathLst>
                <a:path w="4" h="2">
                  <a:moveTo>
                    <a:pt x="0" y="0"/>
                  </a:moveTo>
                  <a:lnTo>
                    <a:pt x="1" y="1"/>
                  </a:lnTo>
                  <a:lnTo>
                    <a:pt x="1" y="1"/>
                  </a:lnTo>
                  <a:lnTo>
                    <a:pt x="3" y="1"/>
                  </a:lnTo>
                  <a:lnTo>
                    <a:pt x="3" y="0"/>
                  </a:lnTo>
                  <a:lnTo>
                    <a:pt x="0" y="0"/>
                  </a:lnTo>
                  <a:lnTo>
                    <a:pt x="0" y="0"/>
                  </a:lnTo>
                </a:path>
              </a:pathLst>
            </a:custGeom>
            <a:solidFill>
              <a:srgbClr val="a1e2ff"/>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099" name=""/>
            <p:cNvSpPr/>
            <p:nvPr/>
          </p:nvSpPr>
          <p:spPr>
            <a:xfrm>
              <a:off x="6618240" y="3956040"/>
              <a:ext cx="4680" cy="1440"/>
            </a:xfrm>
            <a:custGeom>
              <a:avLst/>
              <a:gdLst/>
              <a:ahLst/>
              <a:rect l="l" t="t" r="r" b="b"/>
              <a:pathLst>
                <a:path w="3" h="1">
                  <a:moveTo>
                    <a:pt x="1" y="0"/>
                  </a:moveTo>
                  <a:lnTo>
                    <a:pt x="0" y="0"/>
                  </a:lnTo>
                  <a:lnTo>
                    <a:pt x="1" y="0"/>
                  </a:lnTo>
                  <a:lnTo>
                    <a:pt x="2" y="0"/>
                  </a:lnTo>
                  <a:lnTo>
                    <a:pt x="2" y="0"/>
                  </a:lnTo>
                  <a:lnTo>
                    <a:pt x="1" y="0"/>
                  </a:lnTo>
                  <a:lnTo>
                    <a:pt x="1"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100" name=""/>
            <p:cNvSpPr/>
            <p:nvPr/>
          </p:nvSpPr>
          <p:spPr>
            <a:xfrm>
              <a:off x="6620040" y="3949560"/>
              <a:ext cx="14040" cy="7920"/>
            </a:xfrm>
            <a:custGeom>
              <a:avLst/>
              <a:gdLst/>
              <a:ahLst/>
              <a:rect l="l" t="t" r="r" b="b"/>
              <a:pathLst>
                <a:path w="9" h="5">
                  <a:moveTo>
                    <a:pt x="8" y="0"/>
                  </a:moveTo>
                  <a:lnTo>
                    <a:pt x="8" y="0"/>
                  </a:lnTo>
                  <a:lnTo>
                    <a:pt x="8" y="1"/>
                  </a:lnTo>
                  <a:lnTo>
                    <a:pt x="3" y="1"/>
                  </a:lnTo>
                  <a:lnTo>
                    <a:pt x="3" y="1"/>
                  </a:lnTo>
                  <a:lnTo>
                    <a:pt x="1" y="2"/>
                  </a:lnTo>
                  <a:lnTo>
                    <a:pt x="1" y="3"/>
                  </a:lnTo>
                  <a:lnTo>
                    <a:pt x="1" y="4"/>
                  </a:lnTo>
                  <a:lnTo>
                    <a:pt x="0" y="4"/>
                  </a:lnTo>
                  <a:lnTo>
                    <a:pt x="0" y="4"/>
                  </a:lnTo>
                  <a:lnTo>
                    <a:pt x="1" y="4"/>
                  </a:lnTo>
                  <a:lnTo>
                    <a:pt x="1" y="4"/>
                  </a:lnTo>
                  <a:lnTo>
                    <a:pt x="1" y="4"/>
                  </a:lnTo>
                  <a:lnTo>
                    <a:pt x="1" y="4"/>
                  </a:lnTo>
                  <a:lnTo>
                    <a:pt x="3" y="3"/>
                  </a:lnTo>
                  <a:lnTo>
                    <a:pt x="3" y="2"/>
                  </a:lnTo>
                  <a:lnTo>
                    <a:pt x="4" y="2"/>
                  </a:lnTo>
                  <a:lnTo>
                    <a:pt x="8" y="1"/>
                  </a:lnTo>
                  <a:lnTo>
                    <a:pt x="8" y="1"/>
                  </a:lnTo>
                  <a:lnTo>
                    <a:pt x="8" y="1"/>
                  </a:lnTo>
                  <a:lnTo>
                    <a:pt x="8" y="0"/>
                  </a:lnTo>
                  <a:lnTo>
                    <a:pt x="8"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101" name=""/>
            <p:cNvSpPr/>
            <p:nvPr/>
          </p:nvSpPr>
          <p:spPr>
            <a:xfrm>
              <a:off x="6632640" y="3941640"/>
              <a:ext cx="15840" cy="11160"/>
            </a:xfrm>
            <a:custGeom>
              <a:avLst/>
              <a:gdLst/>
              <a:ahLst/>
              <a:rect l="l" t="t" r="r" b="b"/>
              <a:pathLst>
                <a:path w="10" h="7">
                  <a:moveTo>
                    <a:pt x="8" y="0"/>
                  </a:moveTo>
                  <a:lnTo>
                    <a:pt x="4" y="4"/>
                  </a:lnTo>
                  <a:lnTo>
                    <a:pt x="2" y="4"/>
                  </a:lnTo>
                  <a:lnTo>
                    <a:pt x="2" y="4"/>
                  </a:lnTo>
                  <a:lnTo>
                    <a:pt x="2" y="4"/>
                  </a:lnTo>
                  <a:lnTo>
                    <a:pt x="2" y="4"/>
                  </a:lnTo>
                  <a:lnTo>
                    <a:pt x="2" y="4"/>
                  </a:lnTo>
                  <a:lnTo>
                    <a:pt x="1" y="5"/>
                  </a:lnTo>
                  <a:lnTo>
                    <a:pt x="0" y="5"/>
                  </a:lnTo>
                  <a:lnTo>
                    <a:pt x="0" y="6"/>
                  </a:lnTo>
                  <a:lnTo>
                    <a:pt x="1" y="6"/>
                  </a:lnTo>
                  <a:lnTo>
                    <a:pt x="2" y="6"/>
                  </a:lnTo>
                  <a:lnTo>
                    <a:pt x="2" y="6"/>
                  </a:lnTo>
                  <a:lnTo>
                    <a:pt x="2" y="4"/>
                  </a:lnTo>
                  <a:lnTo>
                    <a:pt x="2" y="4"/>
                  </a:lnTo>
                  <a:lnTo>
                    <a:pt x="9" y="4"/>
                  </a:lnTo>
                  <a:lnTo>
                    <a:pt x="9" y="4"/>
                  </a:lnTo>
                  <a:lnTo>
                    <a:pt x="9" y="0"/>
                  </a:lnTo>
                  <a:lnTo>
                    <a:pt x="8" y="0"/>
                  </a:lnTo>
                  <a:lnTo>
                    <a:pt x="8"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102" name=""/>
            <p:cNvSpPr/>
            <p:nvPr/>
          </p:nvSpPr>
          <p:spPr>
            <a:xfrm>
              <a:off x="6632640" y="3949560"/>
              <a:ext cx="1440" cy="3240"/>
            </a:xfrm>
            <a:custGeom>
              <a:avLst/>
              <a:gdLst/>
              <a:ahLst/>
              <a:rect l="l" t="t" r="r" b="b"/>
              <a:pathLst>
                <a:path w="1" h="2">
                  <a:moveTo>
                    <a:pt x="0" y="1"/>
                  </a:moveTo>
                  <a:lnTo>
                    <a:pt x="0" y="1"/>
                  </a:lnTo>
                  <a:lnTo>
                    <a:pt x="0" y="0"/>
                  </a:lnTo>
                  <a:lnTo>
                    <a:pt x="0" y="1"/>
                  </a:lnTo>
                  <a:lnTo>
                    <a:pt x="0" y="1"/>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103" name=""/>
            <p:cNvSpPr/>
            <p:nvPr/>
          </p:nvSpPr>
          <p:spPr>
            <a:xfrm>
              <a:off x="6635880" y="392580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104" name=""/>
            <p:cNvSpPr/>
            <p:nvPr/>
          </p:nvSpPr>
          <p:spPr>
            <a:xfrm>
              <a:off x="6635880" y="3919680"/>
              <a:ext cx="12600" cy="7920"/>
            </a:xfrm>
            <a:custGeom>
              <a:avLst/>
              <a:gdLst/>
              <a:ahLst/>
              <a:rect l="l" t="t" r="r" b="b"/>
              <a:pathLst>
                <a:path w="8" h="5">
                  <a:moveTo>
                    <a:pt x="7" y="0"/>
                  </a:moveTo>
                  <a:lnTo>
                    <a:pt x="7" y="0"/>
                  </a:lnTo>
                  <a:lnTo>
                    <a:pt x="7" y="0"/>
                  </a:lnTo>
                  <a:lnTo>
                    <a:pt x="2" y="0"/>
                  </a:lnTo>
                  <a:lnTo>
                    <a:pt x="0" y="0"/>
                  </a:lnTo>
                  <a:lnTo>
                    <a:pt x="0" y="0"/>
                  </a:lnTo>
                  <a:lnTo>
                    <a:pt x="0" y="1"/>
                  </a:lnTo>
                  <a:lnTo>
                    <a:pt x="0" y="4"/>
                  </a:lnTo>
                  <a:lnTo>
                    <a:pt x="0" y="4"/>
                  </a:lnTo>
                  <a:lnTo>
                    <a:pt x="0" y="4"/>
                  </a:lnTo>
                  <a:lnTo>
                    <a:pt x="0" y="4"/>
                  </a:lnTo>
                  <a:lnTo>
                    <a:pt x="0" y="4"/>
                  </a:lnTo>
                  <a:lnTo>
                    <a:pt x="0" y="4"/>
                  </a:lnTo>
                  <a:lnTo>
                    <a:pt x="0" y="4"/>
                  </a:lnTo>
                  <a:lnTo>
                    <a:pt x="0" y="4"/>
                  </a:lnTo>
                  <a:lnTo>
                    <a:pt x="0" y="0"/>
                  </a:lnTo>
                  <a:lnTo>
                    <a:pt x="7" y="0"/>
                  </a:lnTo>
                  <a:lnTo>
                    <a:pt x="7" y="0"/>
                  </a:lnTo>
                  <a:lnTo>
                    <a:pt x="7" y="0"/>
                  </a:lnTo>
                  <a:lnTo>
                    <a:pt x="7" y="0"/>
                  </a:lnTo>
                  <a:lnTo>
                    <a:pt x="7" y="0"/>
                  </a:lnTo>
                  <a:lnTo>
                    <a:pt x="7"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105" name=""/>
            <p:cNvSpPr/>
            <p:nvPr/>
          </p:nvSpPr>
          <p:spPr>
            <a:xfrm>
              <a:off x="6647040" y="3916440"/>
              <a:ext cx="14040" cy="4680"/>
            </a:xfrm>
            <a:custGeom>
              <a:avLst/>
              <a:gdLst/>
              <a:ahLst/>
              <a:rect l="l" t="t" r="r" b="b"/>
              <a:pathLst>
                <a:path w="9" h="3">
                  <a:moveTo>
                    <a:pt x="6" y="0"/>
                  </a:moveTo>
                  <a:lnTo>
                    <a:pt x="6" y="1"/>
                  </a:lnTo>
                  <a:lnTo>
                    <a:pt x="6" y="1"/>
                  </a:lnTo>
                  <a:lnTo>
                    <a:pt x="6" y="1"/>
                  </a:lnTo>
                  <a:lnTo>
                    <a:pt x="6" y="2"/>
                  </a:lnTo>
                  <a:lnTo>
                    <a:pt x="2" y="2"/>
                  </a:lnTo>
                  <a:lnTo>
                    <a:pt x="2" y="2"/>
                  </a:lnTo>
                  <a:lnTo>
                    <a:pt x="2" y="2"/>
                  </a:lnTo>
                  <a:lnTo>
                    <a:pt x="0" y="2"/>
                  </a:lnTo>
                  <a:lnTo>
                    <a:pt x="0" y="2"/>
                  </a:lnTo>
                  <a:lnTo>
                    <a:pt x="2" y="2"/>
                  </a:lnTo>
                  <a:lnTo>
                    <a:pt x="2" y="2"/>
                  </a:lnTo>
                  <a:lnTo>
                    <a:pt x="2" y="2"/>
                  </a:lnTo>
                  <a:lnTo>
                    <a:pt x="6" y="2"/>
                  </a:lnTo>
                  <a:lnTo>
                    <a:pt x="6" y="2"/>
                  </a:lnTo>
                  <a:lnTo>
                    <a:pt x="6" y="2"/>
                  </a:lnTo>
                  <a:lnTo>
                    <a:pt x="6" y="1"/>
                  </a:lnTo>
                  <a:lnTo>
                    <a:pt x="8" y="1"/>
                  </a:lnTo>
                  <a:lnTo>
                    <a:pt x="6" y="0"/>
                  </a:lnTo>
                  <a:lnTo>
                    <a:pt x="6"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106" name=""/>
            <p:cNvSpPr/>
            <p:nvPr/>
          </p:nvSpPr>
          <p:spPr>
            <a:xfrm>
              <a:off x="6647040" y="391968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107" name=""/>
            <p:cNvSpPr/>
            <p:nvPr/>
          </p:nvSpPr>
          <p:spPr>
            <a:xfrm>
              <a:off x="6647040" y="3906720"/>
              <a:ext cx="1440" cy="3240"/>
            </a:xfrm>
            <a:custGeom>
              <a:avLst/>
              <a:gdLst/>
              <a:ahLst/>
              <a:rect l="l" t="t" r="r" b="b"/>
              <a:pathLst>
                <a:path w="1" h="2">
                  <a:moveTo>
                    <a:pt x="0" y="1"/>
                  </a:moveTo>
                  <a:lnTo>
                    <a:pt x="0" y="1"/>
                  </a:lnTo>
                  <a:lnTo>
                    <a:pt x="0" y="1"/>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108" name=""/>
            <p:cNvSpPr/>
            <p:nvPr/>
          </p:nvSpPr>
          <p:spPr>
            <a:xfrm>
              <a:off x="6632640" y="3906720"/>
              <a:ext cx="15840" cy="5040"/>
            </a:xfrm>
            <a:custGeom>
              <a:avLst/>
              <a:gdLst/>
              <a:ahLst/>
              <a:rect l="l" t="t" r="r" b="b"/>
              <a:pathLst>
                <a:path w="10" h="3">
                  <a:moveTo>
                    <a:pt x="0" y="2"/>
                  </a:moveTo>
                  <a:lnTo>
                    <a:pt x="0" y="2"/>
                  </a:lnTo>
                  <a:lnTo>
                    <a:pt x="0" y="2"/>
                  </a:lnTo>
                  <a:lnTo>
                    <a:pt x="2" y="2"/>
                  </a:lnTo>
                  <a:lnTo>
                    <a:pt x="2" y="2"/>
                  </a:lnTo>
                  <a:lnTo>
                    <a:pt x="2" y="2"/>
                  </a:lnTo>
                  <a:lnTo>
                    <a:pt x="2" y="2"/>
                  </a:lnTo>
                  <a:lnTo>
                    <a:pt x="8" y="1"/>
                  </a:lnTo>
                  <a:lnTo>
                    <a:pt x="9" y="1"/>
                  </a:lnTo>
                  <a:lnTo>
                    <a:pt x="9" y="1"/>
                  </a:lnTo>
                  <a:lnTo>
                    <a:pt x="9" y="0"/>
                  </a:lnTo>
                  <a:lnTo>
                    <a:pt x="9" y="0"/>
                  </a:lnTo>
                  <a:lnTo>
                    <a:pt x="8" y="0"/>
                  </a:lnTo>
                  <a:lnTo>
                    <a:pt x="2" y="0"/>
                  </a:lnTo>
                  <a:lnTo>
                    <a:pt x="2" y="0"/>
                  </a:lnTo>
                  <a:lnTo>
                    <a:pt x="2" y="0"/>
                  </a:lnTo>
                  <a:lnTo>
                    <a:pt x="2" y="1"/>
                  </a:lnTo>
                  <a:lnTo>
                    <a:pt x="0" y="2"/>
                  </a:lnTo>
                  <a:lnTo>
                    <a:pt x="0" y="2"/>
                  </a:lnTo>
                  <a:lnTo>
                    <a:pt x="0" y="2"/>
                  </a:lnTo>
                  <a:lnTo>
                    <a:pt x="0" y="2"/>
                  </a:lnTo>
                  <a:lnTo>
                    <a:pt x="0" y="2"/>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109" name=""/>
            <p:cNvSpPr/>
            <p:nvPr/>
          </p:nvSpPr>
          <p:spPr>
            <a:xfrm>
              <a:off x="6618240" y="3909960"/>
              <a:ext cx="15840" cy="11160"/>
            </a:xfrm>
            <a:custGeom>
              <a:avLst/>
              <a:gdLst/>
              <a:ahLst/>
              <a:rect l="l" t="t" r="r" b="b"/>
              <a:pathLst>
                <a:path w="10" h="7">
                  <a:moveTo>
                    <a:pt x="0" y="6"/>
                  </a:moveTo>
                  <a:lnTo>
                    <a:pt x="0" y="6"/>
                  </a:lnTo>
                  <a:lnTo>
                    <a:pt x="2" y="6"/>
                  </a:lnTo>
                  <a:lnTo>
                    <a:pt x="2" y="6"/>
                  </a:lnTo>
                  <a:lnTo>
                    <a:pt x="4" y="5"/>
                  </a:lnTo>
                  <a:lnTo>
                    <a:pt x="4" y="5"/>
                  </a:lnTo>
                  <a:lnTo>
                    <a:pt x="5" y="4"/>
                  </a:lnTo>
                  <a:lnTo>
                    <a:pt x="9" y="0"/>
                  </a:lnTo>
                  <a:lnTo>
                    <a:pt x="9" y="0"/>
                  </a:lnTo>
                  <a:lnTo>
                    <a:pt x="9" y="0"/>
                  </a:lnTo>
                  <a:lnTo>
                    <a:pt x="9" y="0"/>
                  </a:lnTo>
                  <a:lnTo>
                    <a:pt x="5" y="0"/>
                  </a:lnTo>
                  <a:lnTo>
                    <a:pt x="4" y="4"/>
                  </a:lnTo>
                  <a:lnTo>
                    <a:pt x="2" y="4"/>
                  </a:lnTo>
                  <a:lnTo>
                    <a:pt x="2" y="5"/>
                  </a:lnTo>
                  <a:lnTo>
                    <a:pt x="1" y="5"/>
                  </a:lnTo>
                  <a:lnTo>
                    <a:pt x="0" y="5"/>
                  </a:lnTo>
                  <a:lnTo>
                    <a:pt x="0" y="5"/>
                  </a:lnTo>
                  <a:lnTo>
                    <a:pt x="0" y="6"/>
                  </a:lnTo>
                  <a:lnTo>
                    <a:pt x="0" y="6"/>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110" name=""/>
            <p:cNvSpPr/>
            <p:nvPr/>
          </p:nvSpPr>
          <p:spPr>
            <a:xfrm>
              <a:off x="6632640" y="390996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111" name=""/>
            <p:cNvSpPr/>
            <p:nvPr/>
          </p:nvSpPr>
          <p:spPr>
            <a:xfrm>
              <a:off x="6632640" y="3898800"/>
              <a:ext cx="1440" cy="504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112" name=""/>
            <p:cNvSpPr/>
            <p:nvPr/>
          </p:nvSpPr>
          <p:spPr>
            <a:xfrm>
              <a:off x="6632640" y="3887640"/>
              <a:ext cx="4680" cy="16200"/>
            </a:xfrm>
            <a:custGeom>
              <a:avLst/>
              <a:gdLst/>
              <a:ahLst/>
              <a:rect l="l" t="t" r="r" b="b"/>
              <a:pathLst>
                <a:path w="3" h="10">
                  <a:moveTo>
                    <a:pt x="2" y="0"/>
                  </a:moveTo>
                  <a:lnTo>
                    <a:pt x="2" y="0"/>
                  </a:lnTo>
                  <a:lnTo>
                    <a:pt x="2" y="2"/>
                  </a:lnTo>
                  <a:lnTo>
                    <a:pt x="2" y="2"/>
                  </a:lnTo>
                  <a:lnTo>
                    <a:pt x="2" y="3"/>
                  </a:lnTo>
                  <a:lnTo>
                    <a:pt x="2" y="3"/>
                  </a:lnTo>
                  <a:lnTo>
                    <a:pt x="0" y="5"/>
                  </a:lnTo>
                  <a:lnTo>
                    <a:pt x="0" y="5"/>
                  </a:lnTo>
                  <a:lnTo>
                    <a:pt x="0" y="7"/>
                  </a:lnTo>
                  <a:lnTo>
                    <a:pt x="0" y="7"/>
                  </a:lnTo>
                  <a:lnTo>
                    <a:pt x="0" y="9"/>
                  </a:lnTo>
                  <a:lnTo>
                    <a:pt x="0" y="7"/>
                  </a:lnTo>
                  <a:lnTo>
                    <a:pt x="1" y="7"/>
                  </a:lnTo>
                  <a:lnTo>
                    <a:pt x="2" y="5"/>
                  </a:lnTo>
                  <a:lnTo>
                    <a:pt x="2" y="5"/>
                  </a:lnTo>
                  <a:lnTo>
                    <a:pt x="2" y="3"/>
                  </a:lnTo>
                  <a:lnTo>
                    <a:pt x="2" y="3"/>
                  </a:lnTo>
                  <a:lnTo>
                    <a:pt x="2" y="2"/>
                  </a:lnTo>
                  <a:lnTo>
                    <a:pt x="2" y="2"/>
                  </a:lnTo>
                  <a:lnTo>
                    <a:pt x="2" y="2"/>
                  </a:lnTo>
                  <a:lnTo>
                    <a:pt x="2" y="0"/>
                  </a:lnTo>
                  <a:lnTo>
                    <a:pt x="2" y="0"/>
                  </a:lnTo>
                </a:path>
              </a:pathLst>
            </a:custGeom>
            <a:solidFill>
              <a:srgbClr val="ffc0b6"/>
            </a:solidFill>
            <a:ln w="0">
              <a:noFill/>
            </a:ln>
          </p:spPr>
          <p:style>
            <a:lnRef idx="0"/>
            <a:fillRef idx="0"/>
            <a:effectRef idx="0"/>
            <a:fontRef idx="minor"/>
          </p:style>
          <p:txBody>
            <a:bodyPr lIns="90000" rIns="90000" tIns="-30600" bIns="-30600" anchor="t">
              <a:noAutofit/>
            </a:bodyPr>
            <a:p>
              <a:endParaRPr b="0" lang="en-IN" sz="2400" strike="noStrike" u="none">
                <a:solidFill>
                  <a:srgbClr val="ffffff"/>
                </a:solidFill>
                <a:effectLst/>
                <a:uFillTx/>
                <a:latin typeface="Times New Roman"/>
              </a:endParaRPr>
            </a:p>
          </p:txBody>
        </p:sp>
        <p:sp>
          <p:nvSpPr>
            <p:cNvPr id="3113" name=""/>
            <p:cNvSpPr/>
            <p:nvPr/>
          </p:nvSpPr>
          <p:spPr>
            <a:xfrm>
              <a:off x="6635880" y="3887640"/>
              <a:ext cx="29880" cy="5040"/>
            </a:xfrm>
            <a:custGeom>
              <a:avLst/>
              <a:gdLst/>
              <a:ahLst/>
              <a:rect l="l" t="t" r="r" b="b"/>
              <a:pathLst>
                <a:path w="19" h="3">
                  <a:moveTo>
                    <a:pt x="16" y="0"/>
                  </a:moveTo>
                  <a:lnTo>
                    <a:pt x="15" y="0"/>
                  </a:lnTo>
                  <a:lnTo>
                    <a:pt x="13" y="0"/>
                  </a:lnTo>
                  <a:lnTo>
                    <a:pt x="13" y="0"/>
                  </a:lnTo>
                  <a:lnTo>
                    <a:pt x="9" y="0"/>
                  </a:lnTo>
                  <a:lnTo>
                    <a:pt x="9" y="0"/>
                  </a:lnTo>
                  <a:lnTo>
                    <a:pt x="7" y="0"/>
                  </a:lnTo>
                  <a:lnTo>
                    <a:pt x="7" y="0"/>
                  </a:lnTo>
                  <a:lnTo>
                    <a:pt x="0" y="0"/>
                  </a:lnTo>
                  <a:lnTo>
                    <a:pt x="0" y="2"/>
                  </a:lnTo>
                  <a:lnTo>
                    <a:pt x="7" y="2"/>
                  </a:lnTo>
                  <a:lnTo>
                    <a:pt x="7" y="2"/>
                  </a:lnTo>
                  <a:lnTo>
                    <a:pt x="9" y="2"/>
                  </a:lnTo>
                  <a:lnTo>
                    <a:pt x="9" y="2"/>
                  </a:lnTo>
                  <a:lnTo>
                    <a:pt x="13" y="0"/>
                  </a:lnTo>
                  <a:lnTo>
                    <a:pt x="13" y="0"/>
                  </a:lnTo>
                  <a:lnTo>
                    <a:pt x="16" y="0"/>
                  </a:lnTo>
                  <a:lnTo>
                    <a:pt x="18" y="0"/>
                  </a:lnTo>
                  <a:lnTo>
                    <a:pt x="16" y="0"/>
                  </a:lnTo>
                  <a:lnTo>
                    <a:pt x="16"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114" name=""/>
            <p:cNvSpPr/>
            <p:nvPr/>
          </p:nvSpPr>
          <p:spPr>
            <a:xfrm>
              <a:off x="6635880" y="3890880"/>
              <a:ext cx="4680" cy="1800"/>
            </a:xfrm>
            <a:custGeom>
              <a:avLst/>
              <a:gdLst/>
              <a:ahLst/>
              <a:rect l="l" t="t" r="r" b="b"/>
              <a:pathLst>
                <a:path w="3" h="1">
                  <a:moveTo>
                    <a:pt x="2" y="0"/>
                  </a:moveTo>
                  <a:lnTo>
                    <a:pt x="2" y="0"/>
                  </a:lnTo>
                  <a:lnTo>
                    <a:pt x="2"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115" name=""/>
            <p:cNvSpPr/>
            <p:nvPr/>
          </p:nvSpPr>
          <p:spPr>
            <a:xfrm>
              <a:off x="6647040" y="387504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116" name=""/>
            <p:cNvSpPr/>
            <p:nvPr/>
          </p:nvSpPr>
          <p:spPr>
            <a:xfrm>
              <a:off x="6632640" y="3875040"/>
              <a:ext cx="15840" cy="9720"/>
            </a:xfrm>
            <a:custGeom>
              <a:avLst/>
              <a:gdLst/>
              <a:ahLst/>
              <a:rect l="l" t="t" r="r" b="b"/>
              <a:pathLst>
                <a:path w="10" h="6">
                  <a:moveTo>
                    <a:pt x="0" y="5"/>
                  </a:moveTo>
                  <a:lnTo>
                    <a:pt x="0" y="5"/>
                  </a:lnTo>
                  <a:lnTo>
                    <a:pt x="0" y="4"/>
                  </a:lnTo>
                  <a:lnTo>
                    <a:pt x="2" y="4"/>
                  </a:lnTo>
                  <a:lnTo>
                    <a:pt x="2" y="0"/>
                  </a:lnTo>
                  <a:lnTo>
                    <a:pt x="2" y="0"/>
                  </a:lnTo>
                  <a:lnTo>
                    <a:pt x="2" y="0"/>
                  </a:lnTo>
                  <a:lnTo>
                    <a:pt x="9" y="0"/>
                  </a:lnTo>
                  <a:lnTo>
                    <a:pt x="9" y="0"/>
                  </a:lnTo>
                  <a:lnTo>
                    <a:pt x="9" y="0"/>
                  </a:lnTo>
                  <a:lnTo>
                    <a:pt x="9" y="0"/>
                  </a:lnTo>
                  <a:lnTo>
                    <a:pt x="9" y="0"/>
                  </a:lnTo>
                  <a:lnTo>
                    <a:pt x="8" y="0"/>
                  </a:lnTo>
                  <a:lnTo>
                    <a:pt x="2" y="0"/>
                  </a:lnTo>
                  <a:lnTo>
                    <a:pt x="2" y="0"/>
                  </a:lnTo>
                  <a:lnTo>
                    <a:pt x="2" y="0"/>
                  </a:lnTo>
                  <a:lnTo>
                    <a:pt x="2" y="0"/>
                  </a:lnTo>
                  <a:lnTo>
                    <a:pt x="0" y="0"/>
                  </a:lnTo>
                  <a:lnTo>
                    <a:pt x="0" y="4"/>
                  </a:lnTo>
                  <a:lnTo>
                    <a:pt x="0" y="4"/>
                  </a:lnTo>
                  <a:lnTo>
                    <a:pt x="0" y="5"/>
                  </a:lnTo>
                  <a:lnTo>
                    <a:pt x="0" y="5"/>
                  </a:lnTo>
                </a:path>
              </a:pathLst>
            </a:custGeom>
            <a:solidFill>
              <a:srgbClr val="c0c27c"/>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3117" name=""/>
            <p:cNvSpPr/>
            <p:nvPr/>
          </p:nvSpPr>
          <p:spPr>
            <a:xfrm>
              <a:off x="6618240" y="3881520"/>
              <a:ext cx="15840" cy="7920"/>
            </a:xfrm>
            <a:custGeom>
              <a:avLst/>
              <a:gdLst/>
              <a:ahLst/>
              <a:rect l="l" t="t" r="r" b="b"/>
              <a:pathLst>
                <a:path w="10" h="5">
                  <a:moveTo>
                    <a:pt x="0" y="4"/>
                  </a:moveTo>
                  <a:lnTo>
                    <a:pt x="0" y="4"/>
                  </a:lnTo>
                  <a:lnTo>
                    <a:pt x="2" y="4"/>
                  </a:lnTo>
                  <a:lnTo>
                    <a:pt x="2" y="4"/>
                  </a:lnTo>
                  <a:lnTo>
                    <a:pt x="2" y="4"/>
                  </a:lnTo>
                  <a:lnTo>
                    <a:pt x="4" y="3"/>
                  </a:lnTo>
                  <a:lnTo>
                    <a:pt x="5" y="2"/>
                  </a:lnTo>
                  <a:lnTo>
                    <a:pt x="9" y="1"/>
                  </a:lnTo>
                  <a:lnTo>
                    <a:pt x="9" y="1"/>
                  </a:lnTo>
                  <a:lnTo>
                    <a:pt x="9" y="0"/>
                  </a:lnTo>
                  <a:lnTo>
                    <a:pt x="7" y="1"/>
                  </a:lnTo>
                  <a:lnTo>
                    <a:pt x="4" y="1"/>
                  </a:lnTo>
                  <a:lnTo>
                    <a:pt x="4" y="1"/>
                  </a:lnTo>
                  <a:lnTo>
                    <a:pt x="2" y="3"/>
                  </a:lnTo>
                  <a:lnTo>
                    <a:pt x="2" y="3"/>
                  </a:lnTo>
                  <a:lnTo>
                    <a:pt x="1" y="4"/>
                  </a:lnTo>
                  <a:lnTo>
                    <a:pt x="0" y="4"/>
                  </a:lnTo>
                  <a:lnTo>
                    <a:pt x="0" y="4"/>
                  </a:lnTo>
                  <a:lnTo>
                    <a:pt x="0" y="4"/>
                  </a:lnTo>
                  <a:lnTo>
                    <a:pt x="0" y="4"/>
                  </a:lnTo>
                </a:path>
              </a:pathLst>
            </a:custGeom>
            <a:solidFill>
              <a:srgbClr val="c0c27c"/>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118" name=""/>
            <p:cNvSpPr/>
            <p:nvPr/>
          </p:nvSpPr>
          <p:spPr>
            <a:xfrm>
              <a:off x="6632640" y="3881520"/>
              <a:ext cx="1440" cy="3240"/>
            </a:xfrm>
            <a:custGeom>
              <a:avLst/>
              <a:gdLst/>
              <a:ahLst/>
              <a:rect l="l" t="t" r="r" b="b"/>
              <a:pathLst>
                <a:path w="1" h="2">
                  <a:moveTo>
                    <a:pt x="0" y="0"/>
                  </a:moveTo>
                  <a:lnTo>
                    <a:pt x="0" y="0"/>
                  </a:lnTo>
                  <a:lnTo>
                    <a:pt x="0" y="1"/>
                  </a:lnTo>
                  <a:lnTo>
                    <a:pt x="0" y="1"/>
                  </a:lnTo>
                  <a:lnTo>
                    <a:pt x="0" y="1"/>
                  </a:lnTo>
                  <a:lnTo>
                    <a:pt x="0" y="0"/>
                  </a:lnTo>
                  <a:lnTo>
                    <a:pt x="0" y="0"/>
                  </a:lnTo>
                </a:path>
              </a:pathLst>
            </a:custGeom>
            <a:solidFill>
              <a:srgbClr val="c0c27c"/>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119" name=""/>
            <p:cNvSpPr/>
            <p:nvPr/>
          </p:nvSpPr>
          <p:spPr>
            <a:xfrm>
              <a:off x="6629400" y="3863880"/>
              <a:ext cx="4680" cy="1800"/>
            </a:xfrm>
            <a:custGeom>
              <a:avLst/>
              <a:gdLst/>
              <a:ahLst/>
              <a:rect l="l" t="t" r="r" b="b"/>
              <a:pathLst>
                <a:path w="3" h="1">
                  <a:moveTo>
                    <a:pt x="2" y="0"/>
                  </a:moveTo>
                  <a:lnTo>
                    <a:pt x="0" y="0"/>
                  </a:lnTo>
                  <a:lnTo>
                    <a:pt x="2" y="0"/>
                  </a:lnTo>
                  <a:lnTo>
                    <a:pt x="2" y="0"/>
                  </a:lnTo>
                  <a:lnTo>
                    <a:pt x="2" y="0"/>
                  </a:lnTo>
                  <a:lnTo>
                    <a:pt x="2" y="0"/>
                  </a:lnTo>
                  <a:lnTo>
                    <a:pt x="2"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120" name=""/>
            <p:cNvSpPr/>
            <p:nvPr/>
          </p:nvSpPr>
          <p:spPr>
            <a:xfrm>
              <a:off x="6632640" y="3854520"/>
              <a:ext cx="15840" cy="11160"/>
            </a:xfrm>
            <a:custGeom>
              <a:avLst/>
              <a:gdLst/>
              <a:ahLst/>
              <a:rect l="l" t="t" r="r" b="b"/>
              <a:pathLst>
                <a:path w="10" h="7">
                  <a:moveTo>
                    <a:pt x="9" y="0"/>
                  </a:moveTo>
                  <a:lnTo>
                    <a:pt x="9" y="0"/>
                  </a:lnTo>
                  <a:lnTo>
                    <a:pt x="2" y="0"/>
                  </a:lnTo>
                  <a:lnTo>
                    <a:pt x="2" y="1"/>
                  </a:lnTo>
                  <a:lnTo>
                    <a:pt x="2" y="2"/>
                  </a:lnTo>
                  <a:lnTo>
                    <a:pt x="0" y="2"/>
                  </a:lnTo>
                  <a:lnTo>
                    <a:pt x="0" y="3"/>
                  </a:lnTo>
                  <a:lnTo>
                    <a:pt x="0" y="6"/>
                  </a:lnTo>
                  <a:lnTo>
                    <a:pt x="0" y="6"/>
                  </a:lnTo>
                  <a:lnTo>
                    <a:pt x="0" y="6"/>
                  </a:lnTo>
                  <a:lnTo>
                    <a:pt x="0" y="6"/>
                  </a:lnTo>
                  <a:lnTo>
                    <a:pt x="0" y="6"/>
                  </a:lnTo>
                  <a:lnTo>
                    <a:pt x="1" y="6"/>
                  </a:lnTo>
                  <a:lnTo>
                    <a:pt x="2" y="2"/>
                  </a:lnTo>
                  <a:lnTo>
                    <a:pt x="2" y="2"/>
                  </a:lnTo>
                  <a:lnTo>
                    <a:pt x="2" y="1"/>
                  </a:lnTo>
                  <a:lnTo>
                    <a:pt x="9" y="1"/>
                  </a:lnTo>
                  <a:lnTo>
                    <a:pt x="9" y="1"/>
                  </a:lnTo>
                  <a:lnTo>
                    <a:pt x="9" y="0"/>
                  </a:lnTo>
                  <a:lnTo>
                    <a:pt x="9" y="0"/>
                  </a:lnTo>
                </a:path>
              </a:pathLst>
            </a:custGeom>
            <a:solidFill>
              <a:srgbClr val="c0c27c"/>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121" name=""/>
            <p:cNvSpPr/>
            <p:nvPr/>
          </p:nvSpPr>
          <p:spPr>
            <a:xfrm>
              <a:off x="6632640" y="386388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122" name=""/>
            <p:cNvSpPr/>
            <p:nvPr/>
          </p:nvSpPr>
          <p:spPr>
            <a:xfrm>
              <a:off x="6629400" y="3851280"/>
              <a:ext cx="4680" cy="3240"/>
            </a:xfrm>
            <a:custGeom>
              <a:avLst/>
              <a:gdLst/>
              <a:ahLst/>
              <a:rect l="l" t="t" r="r" b="b"/>
              <a:pathLst>
                <a:path w="3" h="2">
                  <a:moveTo>
                    <a:pt x="0" y="1"/>
                  </a:moveTo>
                  <a:lnTo>
                    <a:pt x="2" y="1"/>
                  </a:lnTo>
                  <a:lnTo>
                    <a:pt x="2" y="0"/>
                  </a:lnTo>
                  <a:lnTo>
                    <a:pt x="2" y="0"/>
                  </a:lnTo>
                  <a:lnTo>
                    <a:pt x="0" y="0"/>
                  </a:lnTo>
                  <a:lnTo>
                    <a:pt x="0" y="1"/>
                  </a:lnTo>
                  <a:lnTo>
                    <a:pt x="0" y="1"/>
                  </a:lnTo>
                </a:path>
              </a:pathLst>
            </a:custGeom>
            <a:solidFill>
              <a:srgbClr val="c0c27c"/>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123" name=""/>
            <p:cNvSpPr/>
            <p:nvPr/>
          </p:nvSpPr>
          <p:spPr>
            <a:xfrm>
              <a:off x="6615000" y="3851280"/>
              <a:ext cx="15840" cy="4680"/>
            </a:xfrm>
            <a:custGeom>
              <a:avLst/>
              <a:gdLst/>
              <a:ahLst/>
              <a:rect l="l" t="t" r="r" b="b"/>
              <a:pathLst>
                <a:path w="10" h="3">
                  <a:moveTo>
                    <a:pt x="0" y="2"/>
                  </a:moveTo>
                  <a:lnTo>
                    <a:pt x="0" y="2"/>
                  </a:lnTo>
                  <a:lnTo>
                    <a:pt x="2" y="2"/>
                  </a:lnTo>
                  <a:lnTo>
                    <a:pt x="4" y="2"/>
                  </a:lnTo>
                  <a:lnTo>
                    <a:pt x="4" y="2"/>
                  </a:lnTo>
                  <a:lnTo>
                    <a:pt x="6" y="2"/>
                  </a:lnTo>
                  <a:lnTo>
                    <a:pt x="6" y="2"/>
                  </a:lnTo>
                  <a:lnTo>
                    <a:pt x="7" y="1"/>
                  </a:lnTo>
                  <a:lnTo>
                    <a:pt x="9" y="1"/>
                  </a:lnTo>
                  <a:lnTo>
                    <a:pt x="9" y="0"/>
                  </a:lnTo>
                  <a:lnTo>
                    <a:pt x="7" y="0"/>
                  </a:lnTo>
                  <a:lnTo>
                    <a:pt x="6" y="0"/>
                  </a:lnTo>
                  <a:lnTo>
                    <a:pt x="6" y="0"/>
                  </a:lnTo>
                  <a:lnTo>
                    <a:pt x="4" y="0"/>
                  </a:lnTo>
                  <a:lnTo>
                    <a:pt x="3" y="0"/>
                  </a:lnTo>
                  <a:lnTo>
                    <a:pt x="2" y="2"/>
                  </a:lnTo>
                  <a:lnTo>
                    <a:pt x="0" y="2"/>
                  </a:lnTo>
                  <a:lnTo>
                    <a:pt x="0" y="2"/>
                  </a:lnTo>
                  <a:lnTo>
                    <a:pt x="0" y="2"/>
                  </a:lnTo>
                  <a:lnTo>
                    <a:pt x="0" y="2"/>
                  </a:lnTo>
                </a:path>
              </a:pathLst>
            </a:custGeom>
            <a:solidFill>
              <a:srgbClr val="c0c27c"/>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124" name=""/>
            <p:cNvSpPr/>
            <p:nvPr/>
          </p:nvSpPr>
          <p:spPr>
            <a:xfrm>
              <a:off x="6626160" y="3851280"/>
              <a:ext cx="7920" cy="3240"/>
            </a:xfrm>
            <a:custGeom>
              <a:avLst/>
              <a:gdLst/>
              <a:ahLst/>
              <a:rect l="l" t="t" r="r" b="b"/>
              <a:pathLst>
                <a:path w="5" h="2">
                  <a:moveTo>
                    <a:pt x="0" y="0"/>
                  </a:moveTo>
                  <a:lnTo>
                    <a:pt x="0" y="0"/>
                  </a:lnTo>
                  <a:lnTo>
                    <a:pt x="2" y="1"/>
                  </a:lnTo>
                  <a:lnTo>
                    <a:pt x="4" y="1"/>
                  </a:lnTo>
                  <a:lnTo>
                    <a:pt x="4" y="0"/>
                  </a:lnTo>
                  <a:lnTo>
                    <a:pt x="0" y="0"/>
                  </a:lnTo>
                  <a:lnTo>
                    <a:pt x="0" y="0"/>
                  </a:lnTo>
                </a:path>
              </a:pathLst>
            </a:custGeom>
            <a:solidFill>
              <a:srgbClr val="c0c27c"/>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125" name=""/>
            <p:cNvSpPr/>
            <p:nvPr/>
          </p:nvSpPr>
          <p:spPr>
            <a:xfrm>
              <a:off x="6624720" y="3838680"/>
              <a:ext cx="1440" cy="3240"/>
            </a:xfrm>
            <a:custGeom>
              <a:avLst/>
              <a:gdLst/>
              <a:ahLst/>
              <a:rect l="l" t="t" r="r" b="b"/>
              <a:pathLst>
                <a:path w="1" h="2">
                  <a:moveTo>
                    <a:pt x="0" y="0"/>
                  </a:moveTo>
                  <a:lnTo>
                    <a:pt x="0" y="1"/>
                  </a:lnTo>
                  <a:lnTo>
                    <a:pt x="0" y="1"/>
                  </a:lnTo>
                  <a:lnTo>
                    <a:pt x="0" y="1"/>
                  </a:lnTo>
                  <a:lnTo>
                    <a:pt x="0" y="1"/>
                  </a:lnTo>
                  <a:lnTo>
                    <a:pt x="0" y="0"/>
                  </a:lnTo>
                  <a:lnTo>
                    <a:pt x="0" y="0"/>
                  </a:lnTo>
                </a:path>
              </a:pathLst>
            </a:custGeom>
            <a:solidFill>
              <a:srgbClr val="c0c27c"/>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126" name=""/>
            <p:cNvSpPr/>
            <p:nvPr/>
          </p:nvSpPr>
          <p:spPr>
            <a:xfrm>
              <a:off x="6624720" y="3832200"/>
              <a:ext cx="12600" cy="9720"/>
            </a:xfrm>
            <a:custGeom>
              <a:avLst/>
              <a:gdLst/>
              <a:ahLst/>
              <a:rect l="l" t="t" r="r" b="b"/>
              <a:pathLst>
                <a:path w="8" h="6">
                  <a:moveTo>
                    <a:pt x="7" y="0"/>
                  </a:moveTo>
                  <a:lnTo>
                    <a:pt x="7" y="0"/>
                  </a:lnTo>
                  <a:lnTo>
                    <a:pt x="5" y="0"/>
                  </a:lnTo>
                  <a:lnTo>
                    <a:pt x="5" y="0"/>
                  </a:lnTo>
                  <a:lnTo>
                    <a:pt x="5" y="2"/>
                  </a:lnTo>
                  <a:lnTo>
                    <a:pt x="1" y="3"/>
                  </a:lnTo>
                  <a:lnTo>
                    <a:pt x="0" y="4"/>
                  </a:lnTo>
                  <a:lnTo>
                    <a:pt x="0" y="4"/>
                  </a:lnTo>
                  <a:lnTo>
                    <a:pt x="0" y="4"/>
                  </a:lnTo>
                  <a:lnTo>
                    <a:pt x="0" y="4"/>
                  </a:lnTo>
                  <a:lnTo>
                    <a:pt x="0" y="5"/>
                  </a:lnTo>
                  <a:lnTo>
                    <a:pt x="0" y="5"/>
                  </a:lnTo>
                  <a:lnTo>
                    <a:pt x="1" y="5"/>
                  </a:lnTo>
                  <a:lnTo>
                    <a:pt x="1" y="4"/>
                  </a:lnTo>
                  <a:lnTo>
                    <a:pt x="5" y="4"/>
                  </a:lnTo>
                  <a:lnTo>
                    <a:pt x="5" y="4"/>
                  </a:lnTo>
                  <a:lnTo>
                    <a:pt x="5" y="4"/>
                  </a:lnTo>
                  <a:lnTo>
                    <a:pt x="5" y="3"/>
                  </a:lnTo>
                  <a:lnTo>
                    <a:pt x="7" y="3"/>
                  </a:lnTo>
                  <a:lnTo>
                    <a:pt x="7" y="3"/>
                  </a:lnTo>
                  <a:lnTo>
                    <a:pt x="7" y="0"/>
                  </a:lnTo>
                  <a:lnTo>
                    <a:pt x="7" y="0"/>
                  </a:lnTo>
                </a:path>
              </a:pathLst>
            </a:custGeom>
            <a:solidFill>
              <a:srgbClr val="c0c27c"/>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3127" name=""/>
            <p:cNvSpPr/>
            <p:nvPr/>
          </p:nvSpPr>
          <p:spPr>
            <a:xfrm>
              <a:off x="6635880" y="3832200"/>
              <a:ext cx="12600" cy="6480"/>
            </a:xfrm>
            <a:custGeom>
              <a:avLst/>
              <a:gdLst/>
              <a:ahLst/>
              <a:rect l="l" t="t" r="r" b="b"/>
              <a:pathLst>
                <a:path w="8" h="4">
                  <a:moveTo>
                    <a:pt x="7" y="0"/>
                  </a:moveTo>
                  <a:lnTo>
                    <a:pt x="7" y="0"/>
                  </a:lnTo>
                  <a:lnTo>
                    <a:pt x="7" y="0"/>
                  </a:lnTo>
                  <a:lnTo>
                    <a:pt x="2" y="0"/>
                  </a:lnTo>
                  <a:lnTo>
                    <a:pt x="0" y="0"/>
                  </a:lnTo>
                  <a:lnTo>
                    <a:pt x="0" y="0"/>
                  </a:lnTo>
                  <a:lnTo>
                    <a:pt x="0" y="0"/>
                  </a:lnTo>
                  <a:lnTo>
                    <a:pt x="0" y="0"/>
                  </a:lnTo>
                  <a:lnTo>
                    <a:pt x="0" y="0"/>
                  </a:lnTo>
                  <a:lnTo>
                    <a:pt x="0" y="3"/>
                  </a:lnTo>
                  <a:lnTo>
                    <a:pt x="0" y="3"/>
                  </a:lnTo>
                  <a:lnTo>
                    <a:pt x="0" y="3"/>
                  </a:lnTo>
                  <a:lnTo>
                    <a:pt x="0" y="2"/>
                  </a:lnTo>
                  <a:lnTo>
                    <a:pt x="0" y="0"/>
                  </a:lnTo>
                  <a:lnTo>
                    <a:pt x="7" y="0"/>
                  </a:lnTo>
                  <a:lnTo>
                    <a:pt x="7" y="0"/>
                  </a:lnTo>
                  <a:lnTo>
                    <a:pt x="7" y="0"/>
                  </a:lnTo>
                  <a:lnTo>
                    <a:pt x="7" y="0"/>
                  </a:lnTo>
                  <a:lnTo>
                    <a:pt x="7" y="0"/>
                  </a:lnTo>
                  <a:lnTo>
                    <a:pt x="7" y="0"/>
                  </a:lnTo>
                </a:path>
              </a:pathLst>
            </a:custGeom>
            <a:solidFill>
              <a:srgbClr val="c0c27c"/>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128" name=""/>
            <p:cNvSpPr/>
            <p:nvPr/>
          </p:nvSpPr>
          <p:spPr>
            <a:xfrm>
              <a:off x="6635880" y="3832200"/>
              <a:ext cx="1440" cy="6480"/>
            </a:xfrm>
            <a:custGeom>
              <a:avLst/>
              <a:gdLst/>
              <a:ahLst/>
              <a:rect l="l" t="t" r="r" b="b"/>
              <a:pathLst>
                <a:path w="1" h="4">
                  <a:moveTo>
                    <a:pt x="0" y="3"/>
                  </a:moveTo>
                  <a:lnTo>
                    <a:pt x="0" y="3"/>
                  </a:lnTo>
                  <a:lnTo>
                    <a:pt x="0" y="0"/>
                  </a:lnTo>
                  <a:lnTo>
                    <a:pt x="0" y="0"/>
                  </a:lnTo>
                  <a:lnTo>
                    <a:pt x="0" y="0"/>
                  </a:lnTo>
                  <a:lnTo>
                    <a:pt x="0" y="3"/>
                  </a:lnTo>
                  <a:lnTo>
                    <a:pt x="0" y="3"/>
                  </a:lnTo>
                </a:path>
              </a:pathLst>
            </a:custGeom>
            <a:solidFill>
              <a:srgbClr val="c0c27c"/>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129" name=""/>
            <p:cNvSpPr/>
            <p:nvPr/>
          </p:nvSpPr>
          <p:spPr>
            <a:xfrm>
              <a:off x="6621480" y="381780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130" name=""/>
            <p:cNvSpPr/>
            <p:nvPr/>
          </p:nvSpPr>
          <p:spPr>
            <a:xfrm>
              <a:off x="6607080" y="3817800"/>
              <a:ext cx="15840" cy="1800"/>
            </a:xfrm>
            <a:custGeom>
              <a:avLst/>
              <a:gdLst/>
              <a:ahLst/>
              <a:rect l="l" t="t" r="r" b="b"/>
              <a:pathLst>
                <a:path w="10" h="1">
                  <a:moveTo>
                    <a:pt x="3" y="0"/>
                  </a:moveTo>
                  <a:lnTo>
                    <a:pt x="3" y="0"/>
                  </a:lnTo>
                  <a:lnTo>
                    <a:pt x="5" y="0"/>
                  </a:lnTo>
                  <a:lnTo>
                    <a:pt x="5" y="0"/>
                  </a:lnTo>
                  <a:lnTo>
                    <a:pt x="5" y="0"/>
                  </a:lnTo>
                  <a:lnTo>
                    <a:pt x="5" y="0"/>
                  </a:lnTo>
                  <a:lnTo>
                    <a:pt x="7" y="0"/>
                  </a:lnTo>
                  <a:lnTo>
                    <a:pt x="7" y="0"/>
                  </a:lnTo>
                  <a:lnTo>
                    <a:pt x="8" y="0"/>
                  </a:lnTo>
                  <a:lnTo>
                    <a:pt x="9" y="0"/>
                  </a:lnTo>
                  <a:lnTo>
                    <a:pt x="9" y="0"/>
                  </a:lnTo>
                  <a:lnTo>
                    <a:pt x="8" y="0"/>
                  </a:lnTo>
                  <a:lnTo>
                    <a:pt x="7" y="0"/>
                  </a:lnTo>
                  <a:lnTo>
                    <a:pt x="7" y="0"/>
                  </a:lnTo>
                  <a:lnTo>
                    <a:pt x="5" y="0"/>
                  </a:lnTo>
                  <a:lnTo>
                    <a:pt x="5" y="0"/>
                  </a:lnTo>
                  <a:lnTo>
                    <a:pt x="5" y="0"/>
                  </a:lnTo>
                  <a:lnTo>
                    <a:pt x="3" y="0"/>
                  </a:lnTo>
                  <a:lnTo>
                    <a:pt x="0" y="0"/>
                  </a:lnTo>
                  <a:lnTo>
                    <a:pt x="0" y="0"/>
                  </a:lnTo>
                  <a:lnTo>
                    <a:pt x="3" y="0"/>
                  </a:lnTo>
                  <a:lnTo>
                    <a:pt x="3"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131" name=""/>
            <p:cNvSpPr/>
            <p:nvPr/>
          </p:nvSpPr>
          <p:spPr>
            <a:xfrm>
              <a:off x="6602400" y="3817800"/>
              <a:ext cx="11160" cy="11160"/>
            </a:xfrm>
            <a:custGeom>
              <a:avLst/>
              <a:gdLst/>
              <a:ahLst/>
              <a:rect l="l" t="t" r="r" b="b"/>
              <a:pathLst>
                <a:path w="7" h="7">
                  <a:moveTo>
                    <a:pt x="0" y="6"/>
                  </a:moveTo>
                  <a:lnTo>
                    <a:pt x="0" y="6"/>
                  </a:lnTo>
                  <a:lnTo>
                    <a:pt x="0" y="6"/>
                  </a:lnTo>
                  <a:lnTo>
                    <a:pt x="0" y="5"/>
                  </a:lnTo>
                  <a:lnTo>
                    <a:pt x="0" y="5"/>
                  </a:lnTo>
                  <a:lnTo>
                    <a:pt x="3" y="5"/>
                  </a:lnTo>
                  <a:lnTo>
                    <a:pt x="3" y="2"/>
                  </a:lnTo>
                  <a:lnTo>
                    <a:pt x="6" y="2"/>
                  </a:lnTo>
                  <a:lnTo>
                    <a:pt x="6" y="0"/>
                  </a:lnTo>
                  <a:lnTo>
                    <a:pt x="3" y="0"/>
                  </a:lnTo>
                  <a:lnTo>
                    <a:pt x="3" y="2"/>
                  </a:lnTo>
                  <a:lnTo>
                    <a:pt x="3" y="2"/>
                  </a:lnTo>
                  <a:lnTo>
                    <a:pt x="0" y="2"/>
                  </a:lnTo>
                  <a:lnTo>
                    <a:pt x="0" y="5"/>
                  </a:lnTo>
                  <a:lnTo>
                    <a:pt x="0" y="5"/>
                  </a:lnTo>
                  <a:lnTo>
                    <a:pt x="0" y="5"/>
                  </a:lnTo>
                  <a:lnTo>
                    <a:pt x="0" y="5"/>
                  </a:lnTo>
                  <a:lnTo>
                    <a:pt x="0" y="5"/>
                  </a:lnTo>
                  <a:lnTo>
                    <a:pt x="0" y="6"/>
                  </a:lnTo>
                  <a:lnTo>
                    <a:pt x="0" y="6"/>
                  </a:lnTo>
                </a:path>
              </a:pathLst>
            </a:custGeom>
            <a:solidFill>
              <a:srgbClr val="c0c27c"/>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132" name=""/>
            <p:cNvSpPr/>
            <p:nvPr/>
          </p:nvSpPr>
          <p:spPr>
            <a:xfrm>
              <a:off x="6607080" y="3817800"/>
              <a:ext cx="6480" cy="5040"/>
            </a:xfrm>
            <a:custGeom>
              <a:avLst/>
              <a:gdLst/>
              <a:ahLst/>
              <a:rect l="l" t="t" r="r" b="b"/>
              <a:pathLst>
                <a:path w="4" h="3">
                  <a:moveTo>
                    <a:pt x="3" y="0"/>
                  </a:moveTo>
                  <a:lnTo>
                    <a:pt x="0" y="0"/>
                  </a:lnTo>
                  <a:lnTo>
                    <a:pt x="0" y="0"/>
                  </a:lnTo>
                  <a:lnTo>
                    <a:pt x="3" y="2"/>
                  </a:lnTo>
                  <a:lnTo>
                    <a:pt x="3" y="2"/>
                  </a:lnTo>
                  <a:lnTo>
                    <a:pt x="3" y="0"/>
                  </a:lnTo>
                  <a:lnTo>
                    <a:pt x="3" y="0"/>
                  </a:lnTo>
                </a:path>
              </a:pathLst>
            </a:custGeom>
            <a:solidFill>
              <a:srgbClr val="c0c27c"/>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133" name=""/>
            <p:cNvSpPr/>
            <p:nvPr/>
          </p:nvSpPr>
          <p:spPr>
            <a:xfrm>
              <a:off x="6615000" y="3805200"/>
              <a:ext cx="1800" cy="468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c0c27c"/>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134" name=""/>
            <p:cNvSpPr/>
            <p:nvPr/>
          </p:nvSpPr>
          <p:spPr>
            <a:xfrm>
              <a:off x="6615000" y="3797280"/>
              <a:ext cx="15840" cy="12600"/>
            </a:xfrm>
            <a:custGeom>
              <a:avLst/>
              <a:gdLst/>
              <a:ahLst/>
              <a:rect l="l" t="t" r="r" b="b"/>
              <a:pathLst>
                <a:path w="10" h="8">
                  <a:moveTo>
                    <a:pt x="9" y="0"/>
                  </a:moveTo>
                  <a:lnTo>
                    <a:pt x="9" y="0"/>
                  </a:lnTo>
                  <a:lnTo>
                    <a:pt x="6" y="0"/>
                  </a:lnTo>
                  <a:lnTo>
                    <a:pt x="6" y="0"/>
                  </a:lnTo>
                  <a:lnTo>
                    <a:pt x="4" y="2"/>
                  </a:lnTo>
                  <a:lnTo>
                    <a:pt x="2" y="2"/>
                  </a:lnTo>
                  <a:lnTo>
                    <a:pt x="0" y="4"/>
                  </a:lnTo>
                  <a:lnTo>
                    <a:pt x="0" y="5"/>
                  </a:lnTo>
                  <a:lnTo>
                    <a:pt x="0" y="5"/>
                  </a:lnTo>
                  <a:lnTo>
                    <a:pt x="0" y="5"/>
                  </a:lnTo>
                  <a:lnTo>
                    <a:pt x="0" y="7"/>
                  </a:lnTo>
                  <a:lnTo>
                    <a:pt x="0" y="7"/>
                  </a:lnTo>
                  <a:lnTo>
                    <a:pt x="0" y="5"/>
                  </a:lnTo>
                  <a:lnTo>
                    <a:pt x="2" y="5"/>
                  </a:lnTo>
                  <a:lnTo>
                    <a:pt x="3" y="5"/>
                  </a:lnTo>
                  <a:lnTo>
                    <a:pt x="4" y="2"/>
                  </a:lnTo>
                  <a:lnTo>
                    <a:pt x="6" y="2"/>
                  </a:lnTo>
                  <a:lnTo>
                    <a:pt x="6" y="2"/>
                  </a:lnTo>
                  <a:lnTo>
                    <a:pt x="9" y="2"/>
                  </a:lnTo>
                  <a:lnTo>
                    <a:pt x="9" y="2"/>
                  </a:lnTo>
                  <a:lnTo>
                    <a:pt x="9" y="0"/>
                  </a:lnTo>
                  <a:lnTo>
                    <a:pt x="9" y="0"/>
                  </a:lnTo>
                </a:path>
              </a:pathLst>
            </a:custGeom>
            <a:solidFill>
              <a:srgbClr val="c0c27c"/>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135" name=""/>
            <p:cNvSpPr/>
            <p:nvPr/>
          </p:nvSpPr>
          <p:spPr>
            <a:xfrm>
              <a:off x="6629400" y="3795840"/>
              <a:ext cx="7920" cy="6120"/>
            </a:xfrm>
            <a:custGeom>
              <a:avLst/>
              <a:gdLst/>
              <a:ahLst/>
              <a:rect l="l" t="t" r="r" b="b"/>
              <a:pathLst>
                <a:path w="5" h="4">
                  <a:moveTo>
                    <a:pt x="4" y="0"/>
                  </a:moveTo>
                  <a:lnTo>
                    <a:pt x="4" y="0"/>
                  </a:lnTo>
                  <a:lnTo>
                    <a:pt x="4" y="0"/>
                  </a:lnTo>
                  <a:lnTo>
                    <a:pt x="4" y="0"/>
                  </a:lnTo>
                  <a:lnTo>
                    <a:pt x="4" y="0"/>
                  </a:lnTo>
                  <a:lnTo>
                    <a:pt x="2" y="1"/>
                  </a:lnTo>
                  <a:lnTo>
                    <a:pt x="2" y="1"/>
                  </a:lnTo>
                  <a:lnTo>
                    <a:pt x="2" y="1"/>
                  </a:lnTo>
                  <a:lnTo>
                    <a:pt x="0" y="1"/>
                  </a:lnTo>
                  <a:lnTo>
                    <a:pt x="0" y="3"/>
                  </a:lnTo>
                  <a:lnTo>
                    <a:pt x="2" y="1"/>
                  </a:lnTo>
                  <a:lnTo>
                    <a:pt x="2" y="1"/>
                  </a:lnTo>
                  <a:lnTo>
                    <a:pt x="4" y="1"/>
                  </a:lnTo>
                  <a:lnTo>
                    <a:pt x="4" y="1"/>
                  </a:lnTo>
                  <a:lnTo>
                    <a:pt x="4" y="0"/>
                  </a:lnTo>
                  <a:lnTo>
                    <a:pt x="4" y="0"/>
                  </a:lnTo>
                  <a:lnTo>
                    <a:pt x="4" y="0"/>
                  </a:lnTo>
                  <a:lnTo>
                    <a:pt x="4" y="0"/>
                  </a:lnTo>
                  <a:lnTo>
                    <a:pt x="4" y="0"/>
                  </a:lnTo>
                  <a:lnTo>
                    <a:pt x="4" y="0"/>
                  </a:lnTo>
                </a:path>
              </a:pathLst>
            </a:custGeom>
            <a:solidFill>
              <a:srgbClr val="c0c27c"/>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136" name=""/>
            <p:cNvSpPr/>
            <p:nvPr/>
          </p:nvSpPr>
          <p:spPr>
            <a:xfrm>
              <a:off x="6626160" y="3797280"/>
              <a:ext cx="7920" cy="1440"/>
            </a:xfrm>
            <a:custGeom>
              <a:avLst/>
              <a:gdLst/>
              <a:ahLst/>
              <a:rect l="l" t="t" r="r" b="b"/>
              <a:pathLst>
                <a:path w="5" h="1">
                  <a:moveTo>
                    <a:pt x="4" y="0"/>
                  </a:moveTo>
                  <a:lnTo>
                    <a:pt x="4" y="0"/>
                  </a:lnTo>
                  <a:lnTo>
                    <a:pt x="4" y="0"/>
                  </a:lnTo>
                  <a:lnTo>
                    <a:pt x="2" y="0"/>
                  </a:lnTo>
                  <a:lnTo>
                    <a:pt x="0" y="0"/>
                  </a:lnTo>
                  <a:lnTo>
                    <a:pt x="4" y="0"/>
                  </a:lnTo>
                  <a:lnTo>
                    <a:pt x="4" y="0"/>
                  </a:lnTo>
                </a:path>
              </a:pathLst>
            </a:custGeom>
            <a:solidFill>
              <a:srgbClr val="c0c27c"/>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137" name=""/>
            <p:cNvSpPr/>
            <p:nvPr/>
          </p:nvSpPr>
          <p:spPr>
            <a:xfrm>
              <a:off x="6615000" y="3784680"/>
              <a:ext cx="1800" cy="6120"/>
            </a:xfrm>
            <a:custGeom>
              <a:avLst/>
              <a:gdLst/>
              <a:ahLst/>
              <a:rect l="l" t="t" r="r" b="b"/>
              <a:pathLst>
                <a:path w="1" h="4">
                  <a:moveTo>
                    <a:pt x="0" y="3"/>
                  </a:moveTo>
                  <a:lnTo>
                    <a:pt x="0" y="3"/>
                  </a:lnTo>
                  <a:lnTo>
                    <a:pt x="0" y="3"/>
                  </a:lnTo>
                  <a:lnTo>
                    <a:pt x="0" y="0"/>
                  </a:lnTo>
                  <a:lnTo>
                    <a:pt x="0" y="0"/>
                  </a:lnTo>
                  <a:lnTo>
                    <a:pt x="0" y="3"/>
                  </a:lnTo>
                  <a:lnTo>
                    <a:pt x="0" y="3"/>
                  </a:lnTo>
                </a:path>
              </a:pathLst>
            </a:custGeom>
            <a:solidFill>
              <a:srgbClr val="c0c27c"/>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138" name=""/>
            <p:cNvSpPr/>
            <p:nvPr/>
          </p:nvSpPr>
          <p:spPr>
            <a:xfrm>
              <a:off x="6602400" y="3784680"/>
              <a:ext cx="14400" cy="11160"/>
            </a:xfrm>
            <a:custGeom>
              <a:avLst/>
              <a:gdLst/>
              <a:ahLst/>
              <a:rect l="l" t="t" r="r" b="b"/>
              <a:pathLst>
                <a:path w="9" h="7">
                  <a:moveTo>
                    <a:pt x="0" y="6"/>
                  </a:moveTo>
                  <a:lnTo>
                    <a:pt x="0" y="6"/>
                  </a:lnTo>
                  <a:lnTo>
                    <a:pt x="0" y="6"/>
                  </a:lnTo>
                  <a:lnTo>
                    <a:pt x="3" y="5"/>
                  </a:lnTo>
                  <a:lnTo>
                    <a:pt x="3" y="4"/>
                  </a:lnTo>
                  <a:lnTo>
                    <a:pt x="6" y="3"/>
                  </a:lnTo>
                  <a:lnTo>
                    <a:pt x="8" y="3"/>
                  </a:lnTo>
                  <a:lnTo>
                    <a:pt x="8" y="3"/>
                  </a:lnTo>
                  <a:lnTo>
                    <a:pt x="8" y="3"/>
                  </a:lnTo>
                  <a:lnTo>
                    <a:pt x="8" y="3"/>
                  </a:lnTo>
                  <a:lnTo>
                    <a:pt x="8" y="0"/>
                  </a:lnTo>
                  <a:lnTo>
                    <a:pt x="8" y="0"/>
                  </a:lnTo>
                  <a:lnTo>
                    <a:pt x="8" y="0"/>
                  </a:lnTo>
                  <a:lnTo>
                    <a:pt x="8" y="3"/>
                  </a:lnTo>
                  <a:lnTo>
                    <a:pt x="6" y="3"/>
                  </a:lnTo>
                  <a:lnTo>
                    <a:pt x="3" y="3"/>
                  </a:lnTo>
                  <a:lnTo>
                    <a:pt x="0" y="3"/>
                  </a:lnTo>
                  <a:lnTo>
                    <a:pt x="0" y="4"/>
                  </a:lnTo>
                  <a:lnTo>
                    <a:pt x="0" y="6"/>
                  </a:lnTo>
                  <a:lnTo>
                    <a:pt x="0" y="6"/>
                  </a:lnTo>
                  <a:lnTo>
                    <a:pt x="0" y="6"/>
                  </a:lnTo>
                  <a:lnTo>
                    <a:pt x="0" y="6"/>
                  </a:lnTo>
                </a:path>
              </a:pathLst>
            </a:custGeom>
            <a:solidFill>
              <a:srgbClr val="c0c27c"/>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139" name=""/>
            <p:cNvSpPr/>
            <p:nvPr/>
          </p:nvSpPr>
          <p:spPr>
            <a:xfrm>
              <a:off x="6593040" y="3794040"/>
              <a:ext cx="10800" cy="4680"/>
            </a:xfrm>
            <a:custGeom>
              <a:avLst/>
              <a:gdLst/>
              <a:ahLst/>
              <a:rect l="l" t="t" r="r" b="b"/>
              <a:pathLst>
                <a:path w="7" h="3">
                  <a:moveTo>
                    <a:pt x="3" y="2"/>
                  </a:moveTo>
                  <a:lnTo>
                    <a:pt x="3" y="2"/>
                  </a:lnTo>
                  <a:lnTo>
                    <a:pt x="5" y="2"/>
                  </a:lnTo>
                  <a:lnTo>
                    <a:pt x="5" y="2"/>
                  </a:lnTo>
                  <a:lnTo>
                    <a:pt x="5" y="2"/>
                  </a:lnTo>
                  <a:lnTo>
                    <a:pt x="6" y="1"/>
                  </a:lnTo>
                  <a:lnTo>
                    <a:pt x="6" y="1"/>
                  </a:lnTo>
                  <a:lnTo>
                    <a:pt x="6" y="1"/>
                  </a:lnTo>
                  <a:lnTo>
                    <a:pt x="6" y="0"/>
                  </a:lnTo>
                  <a:lnTo>
                    <a:pt x="6" y="0"/>
                  </a:lnTo>
                  <a:lnTo>
                    <a:pt x="6" y="0"/>
                  </a:lnTo>
                  <a:lnTo>
                    <a:pt x="6" y="1"/>
                  </a:lnTo>
                  <a:lnTo>
                    <a:pt x="5" y="1"/>
                  </a:lnTo>
                  <a:lnTo>
                    <a:pt x="5" y="1"/>
                  </a:lnTo>
                  <a:lnTo>
                    <a:pt x="5" y="1"/>
                  </a:lnTo>
                  <a:lnTo>
                    <a:pt x="3" y="2"/>
                  </a:lnTo>
                  <a:lnTo>
                    <a:pt x="0" y="2"/>
                  </a:lnTo>
                  <a:lnTo>
                    <a:pt x="0" y="2"/>
                  </a:lnTo>
                  <a:lnTo>
                    <a:pt x="3" y="2"/>
                  </a:lnTo>
                  <a:lnTo>
                    <a:pt x="3" y="2"/>
                  </a:lnTo>
                </a:path>
              </a:pathLst>
            </a:custGeom>
            <a:solidFill>
              <a:srgbClr val="c0c27c"/>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140" name=""/>
            <p:cNvSpPr/>
            <p:nvPr/>
          </p:nvSpPr>
          <p:spPr>
            <a:xfrm>
              <a:off x="6602400" y="3792600"/>
              <a:ext cx="1440" cy="3240"/>
            </a:xfrm>
            <a:custGeom>
              <a:avLst/>
              <a:gdLst/>
              <a:ahLst/>
              <a:rect l="l" t="t" r="r" b="b"/>
              <a:pathLst>
                <a:path w="1" h="2">
                  <a:moveTo>
                    <a:pt x="0" y="0"/>
                  </a:moveTo>
                  <a:lnTo>
                    <a:pt x="0" y="1"/>
                  </a:lnTo>
                  <a:lnTo>
                    <a:pt x="0" y="1"/>
                  </a:lnTo>
                  <a:lnTo>
                    <a:pt x="0" y="1"/>
                  </a:lnTo>
                  <a:lnTo>
                    <a:pt x="0" y="1"/>
                  </a:lnTo>
                  <a:lnTo>
                    <a:pt x="0" y="0"/>
                  </a:lnTo>
                  <a:lnTo>
                    <a:pt x="0" y="0"/>
                  </a:lnTo>
                </a:path>
              </a:pathLst>
            </a:custGeom>
            <a:solidFill>
              <a:srgbClr val="c0c27c"/>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141" name=""/>
            <p:cNvSpPr/>
            <p:nvPr/>
          </p:nvSpPr>
          <p:spPr>
            <a:xfrm>
              <a:off x="6649920" y="3808440"/>
              <a:ext cx="1800" cy="4680"/>
            </a:xfrm>
            <a:custGeom>
              <a:avLst/>
              <a:gdLst/>
              <a:ahLst/>
              <a:rect l="l" t="t" r="r" b="b"/>
              <a:pathLst>
                <a:path w="1" h="3">
                  <a:moveTo>
                    <a:pt x="0" y="0"/>
                  </a:moveTo>
                  <a:lnTo>
                    <a:pt x="0" y="0"/>
                  </a:lnTo>
                  <a:lnTo>
                    <a:pt x="0" y="0"/>
                  </a:lnTo>
                  <a:lnTo>
                    <a:pt x="0" y="2"/>
                  </a:lnTo>
                  <a:lnTo>
                    <a:pt x="0" y="2"/>
                  </a:lnTo>
                  <a:lnTo>
                    <a:pt x="0" y="0"/>
                  </a:lnTo>
                  <a:lnTo>
                    <a:pt x="0" y="0"/>
                  </a:lnTo>
                </a:path>
              </a:pathLst>
            </a:custGeom>
            <a:solidFill>
              <a:srgbClr val="c0c27c"/>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142" name=""/>
            <p:cNvSpPr/>
            <p:nvPr/>
          </p:nvSpPr>
          <p:spPr>
            <a:xfrm>
              <a:off x="6649920" y="3795840"/>
              <a:ext cx="27000" cy="17280"/>
            </a:xfrm>
            <a:custGeom>
              <a:avLst/>
              <a:gdLst/>
              <a:ahLst/>
              <a:rect l="l" t="t" r="r" b="b"/>
              <a:pathLst>
                <a:path w="17" h="11">
                  <a:moveTo>
                    <a:pt x="15" y="0"/>
                  </a:moveTo>
                  <a:lnTo>
                    <a:pt x="14" y="0"/>
                  </a:lnTo>
                  <a:lnTo>
                    <a:pt x="14" y="1"/>
                  </a:lnTo>
                  <a:lnTo>
                    <a:pt x="9" y="3"/>
                  </a:lnTo>
                  <a:lnTo>
                    <a:pt x="8" y="6"/>
                  </a:lnTo>
                  <a:lnTo>
                    <a:pt x="4" y="8"/>
                  </a:lnTo>
                  <a:lnTo>
                    <a:pt x="4" y="8"/>
                  </a:lnTo>
                  <a:lnTo>
                    <a:pt x="0" y="8"/>
                  </a:lnTo>
                  <a:lnTo>
                    <a:pt x="0" y="8"/>
                  </a:lnTo>
                  <a:lnTo>
                    <a:pt x="0" y="10"/>
                  </a:lnTo>
                  <a:lnTo>
                    <a:pt x="0" y="8"/>
                  </a:lnTo>
                  <a:lnTo>
                    <a:pt x="4" y="8"/>
                  </a:lnTo>
                  <a:lnTo>
                    <a:pt x="4" y="8"/>
                  </a:lnTo>
                  <a:lnTo>
                    <a:pt x="9" y="6"/>
                  </a:lnTo>
                  <a:lnTo>
                    <a:pt x="9" y="6"/>
                  </a:lnTo>
                  <a:lnTo>
                    <a:pt x="14" y="1"/>
                  </a:lnTo>
                  <a:lnTo>
                    <a:pt x="15" y="1"/>
                  </a:lnTo>
                  <a:lnTo>
                    <a:pt x="16" y="0"/>
                  </a:lnTo>
                  <a:lnTo>
                    <a:pt x="15" y="0"/>
                  </a:lnTo>
                  <a:lnTo>
                    <a:pt x="15" y="0"/>
                  </a:lnTo>
                </a:path>
              </a:pathLst>
            </a:custGeom>
            <a:solidFill>
              <a:srgbClr val="c0c27c"/>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3143" name=""/>
            <p:cNvSpPr/>
            <p:nvPr/>
          </p:nvSpPr>
          <p:spPr>
            <a:xfrm>
              <a:off x="6649920" y="380844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c0c27c"/>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144" name=""/>
            <p:cNvSpPr/>
            <p:nvPr/>
          </p:nvSpPr>
          <p:spPr>
            <a:xfrm>
              <a:off x="6635880" y="375768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145" name=""/>
            <p:cNvSpPr/>
            <p:nvPr/>
          </p:nvSpPr>
          <p:spPr>
            <a:xfrm>
              <a:off x="6635880" y="3745080"/>
              <a:ext cx="21960" cy="14040"/>
            </a:xfrm>
            <a:custGeom>
              <a:avLst/>
              <a:gdLst/>
              <a:ahLst/>
              <a:rect l="l" t="t" r="r" b="b"/>
              <a:pathLst>
                <a:path w="14" h="9">
                  <a:moveTo>
                    <a:pt x="13" y="0"/>
                  </a:moveTo>
                  <a:lnTo>
                    <a:pt x="13" y="0"/>
                  </a:lnTo>
                  <a:lnTo>
                    <a:pt x="13" y="3"/>
                  </a:lnTo>
                  <a:lnTo>
                    <a:pt x="13" y="4"/>
                  </a:lnTo>
                  <a:lnTo>
                    <a:pt x="9" y="5"/>
                  </a:lnTo>
                  <a:lnTo>
                    <a:pt x="9" y="5"/>
                  </a:lnTo>
                  <a:lnTo>
                    <a:pt x="7" y="5"/>
                  </a:lnTo>
                  <a:lnTo>
                    <a:pt x="0" y="6"/>
                  </a:lnTo>
                  <a:lnTo>
                    <a:pt x="0" y="8"/>
                  </a:lnTo>
                  <a:lnTo>
                    <a:pt x="0" y="8"/>
                  </a:lnTo>
                  <a:lnTo>
                    <a:pt x="0" y="8"/>
                  </a:lnTo>
                  <a:lnTo>
                    <a:pt x="0" y="8"/>
                  </a:lnTo>
                  <a:lnTo>
                    <a:pt x="2" y="8"/>
                  </a:lnTo>
                  <a:lnTo>
                    <a:pt x="7" y="8"/>
                  </a:lnTo>
                  <a:lnTo>
                    <a:pt x="9" y="5"/>
                  </a:lnTo>
                  <a:lnTo>
                    <a:pt x="9" y="5"/>
                  </a:lnTo>
                  <a:lnTo>
                    <a:pt x="13" y="5"/>
                  </a:lnTo>
                  <a:lnTo>
                    <a:pt x="13" y="3"/>
                  </a:lnTo>
                  <a:lnTo>
                    <a:pt x="13" y="0"/>
                  </a:lnTo>
                  <a:lnTo>
                    <a:pt x="13" y="0"/>
                  </a:lnTo>
                  <a:lnTo>
                    <a:pt x="13" y="0"/>
                  </a:lnTo>
                  <a:lnTo>
                    <a:pt x="13" y="0"/>
                  </a:lnTo>
                </a:path>
              </a:pathLst>
            </a:custGeom>
            <a:solidFill>
              <a:srgbClr val="a1e2ff"/>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146" name=""/>
            <p:cNvSpPr/>
            <p:nvPr/>
          </p:nvSpPr>
          <p:spPr>
            <a:xfrm>
              <a:off x="6656400" y="3733920"/>
              <a:ext cx="11160" cy="12600"/>
            </a:xfrm>
            <a:custGeom>
              <a:avLst/>
              <a:gdLst/>
              <a:ahLst/>
              <a:rect l="l" t="t" r="r" b="b"/>
              <a:pathLst>
                <a:path w="7" h="8">
                  <a:moveTo>
                    <a:pt x="5" y="0"/>
                  </a:moveTo>
                  <a:lnTo>
                    <a:pt x="5" y="0"/>
                  </a:lnTo>
                  <a:lnTo>
                    <a:pt x="5" y="0"/>
                  </a:lnTo>
                  <a:lnTo>
                    <a:pt x="5" y="1"/>
                  </a:lnTo>
                  <a:lnTo>
                    <a:pt x="5" y="3"/>
                  </a:lnTo>
                  <a:lnTo>
                    <a:pt x="4" y="3"/>
                  </a:lnTo>
                  <a:lnTo>
                    <a:pt x="2" y="4"/>
                  </a:lnTo>
                  <a:lnTo>
                    <a:pt x="0" y="5"/>
                  </a:lnTo>
                  <a:lnTo>
                    <a:pt x="0" y="7"/>
                  </a:lnTo>
                  <a:lnTo>
                    <a:pt x="0" y="7"/>
                  </a:lnTo>
                  <a:lnTo>
                    <a:pt x="2" y="5"/>
                  </a:lnTo>
                  <a:lnTo>
                    <a:pt x="3" y="5"/>
                  </a:lnTo>
                  <a:lnTo>
                    <a:pt x="5" y="3"/>
                  </a:lnTo>
                  <a:lnTo>
                    <a:pt x="5" y="3"/>
                  </a:lnTo>
                  <a:lnTo>
                    <a:pt x="5" y="3"/>
                  </a:lnTo>
                  <a:lnTo>
                    <a:pt x="5" y="1"/>
                  </a:lnTo>
                  <a:lnTo>
                    <a:pt x="6" y="1"/>
                  </a:lnTo>
                  <a:lnTo>
                    <a:pt x="6" y="1"/>
                  </a:lnTo>
                  <a:lnTo>
                    <a:pt x="5" y="0"/>
                  </a:lnTo>
                  <a:lnTo>
                    <a:pt x="5" y="0"/>
                  </a:lnTo>
                </a:path>
              </a:pathLst>
            </a:custGeom>
            <a:solidFill>
              <a:srgbClr val="a1e2ff"/>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147" name=""/>
            <p:cNvSpPr/>
            <p:nvPr/>
          </p:nvSpPr>
          <p:spPr>
            <a:xfrm>
              <a:off x="6656400" y="3743280"/>
              <a:ext cx="1440" cy="7920"/>
            </a:xfrm>
            <a:custGeom>
              <a:avLst/>
              <a:gdLst/>
              <a:ahLst/>
              <a:rect l="l" t="t" r="r" b="b"/>
              <a:pathLst>
                <a:path w="1" h="5">
                  <a:moveTo>
                    <a:pt x="0" y="4"/>
                  </a:moveTo>
                  <a:lnTo>
                    <a:pt x="0" y="1"/>
                  </a:lnTo>
                  <a:lnTo>
                    <a:pt x="0" y="1"/>
                  </a:lnTo>
                  <a:lnTo>
                    <a:pt x="0" y="0"/>
                  </a:lnTo>
                  <a:lnTo>
                    <a:pt x="0" y="0"/>
                  </a:lnTo>
                  <a:lnTo>
                    <a:pt x="0" y="4"/>
                  </a:lnTo>
                  <a:lnTo>
                    <a:pt x="0" y="4"/>
                  </a:lnTo>
                </a:path>
              </a:pathLst>
            </a:custGeom>
            <a:solidFill>
              <a:srgbClr val="a1e2ff"/>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148" name=""/>
            <p:cNvSpPr/>
            <p:nvPr/>
          </p:nvSpPr>
          <p:spPr>
            <a:xfrm>
              <a:off x="6505560" y="3656160"/>
              <a:ext cx="31680" cy="41040"/>
            </a:xfrm>
            <a:custGeom>
              <a:avLst/>
              <a:gdLst/>
              <a:ahLst/>
              <a:rect l="l" t="t" r="r" b="b"/>
              <a:pathLst>
                <a:path w="20" h="26">
                  <a:moveTo>
                    <a:pt x="19" y="2"/>
                  </a:moveTo>
                  <a:lnTo>
                    <a:pt x="19" y="2"/>
                  </a:lnTo>
                  <a:lnTo>
                    <a:pt x="15" y="2"/>
                  </a:lnTo>
                  <a:lnTo>
                    <a:pt x="14" y="2"/>
                  </a:lnTo>
                  <a:lnTo>
                    <a:pt x="12" y="2"/>
                  </a:lnTo>
                  <a:lnTo>
                    <a:pt x="12" y="2"/>
                  </a:lnTo>
                  <a:lnTo>
                    <a:pt x="10" y="1"/>
                  </a:lnTo>
                  <a:lnTo>
                    <a:pt x="4" y="1"/>
                  </a:lnTo>
                  <a:lnTo>
                    <a:pt x="4" y="1"/>
                  </a:lnTo>
                  <a:lnTo>
                    <a:pt x="4" y="0"/>
                  </a:lnTo>
                  <a:lnTo>
                    <a:pt x="4" y="0"/>
                  </a:lnTo>
                  <a:lnTo>
                    <a:pt x="2" y="0"/>
                  </a:lnTo>
                  <a:lnTo>
                    <a:pt x="2" y="0"/>
                  </a:lnTo>
                  <a:lnTo>
                    <a:pt x="2" y="0"/>
                  </a:lnTo>
                  <a:lnTo>
                    <a:pt x="1" y="1"/>
                  </a:lnTo>
                  <a:lnTo>
                    <a:pt x="0" y="2"/>
                  </a:lnTo>
                  <a:lnTo>
                    <a:pt x="0" y="5"/>
                  </a:lnTo>
                  <a:lnTo>
                    <a:pt x="0" y="6"/>
                  </a:lnTo>
                  <a:lnTo>
                    <a:pt x="0" y="6"/>
                  </a:lnTo>
                  <a:lnTo>
                    <a:pt x="0" y="7"/>
                  </a:lnTo>
                  <a:lnTo>
                    <a:pt x="0" y="7"/>
                  </a:lnTo>
                  <a:lnTo>
                    <a:pt x="0" y="9"/>
                  </a:lnTo>
                  <a:lnTo>
                    <a:pt x="0" y="9"/>
                  </a:lnTo>
                  <a:lnTo>
                    <a:pt x="0" y="9"/>
                  </a:lnTo>
                  <a:lnTo>
                    <a:pt x="0" y="13"/>
                  </a:lnTo>
                  <a:lnTo>
                    <a:pt x="0" y="15"/>
                  </a:lnTo>
                  <a:lnTo>
                    <a:pt x="0" y="15"/>
                  </a:lnTo>
                  <a:lnTo>
                    <a:pt x="0" y="20"/>
                  </a:lnTo>
                  <a:lnTo>
                    <a:pt x="0" y="20"/>
                  </a:lnTo>
                  <a:lnTo>
                    <a:pt x="0" y="20"/>
                  </a:lnTo>
                  <a:lnTo>
                    <a:pt x="0" y="21"/>
                  </a:lnTo>
                  <a:lnTo>
                    <a:pt x="0" y="23"/>
                  </a:lnTo>
                  <a:lnTo>
                    <a:pt x="0" y="23"/>
                  </a:lnTo>
                  <a:lnTo>
                    <a:pt x="0" y="25"/>
                  </a:lnTo>
                  <a:lnTo>
                    <a:pt x="2" y="25"/>
                  </a:lnTo>
                  <a:lnTo>
                    <a:pt x="2" y="25"/>
                  </a:lnTo>
                  <a:lnTo>
                    <a:pt x="4" y="23"/>
                  </a:lnTo>
                  <a:lnTo>
                    <a:pt x="4" y="21"/>
                  </a:lnTo>
                  <a:lnTo>
                    <a:pt x="4" y="21"/>
                  </a:lnTo>
                  <a:lnTo>
                    <a:pt x="4" y="20"/>
                  </a:lnTo>
                  <a:lnTo>
                    <a:pt x="7" y="20"/>
                  </a:lnTo>
                  <a:lnTo>
                    <a:pt x="7" y="20"/>
                  </a:lnTo>
                  <a:lnTo>
                    <a:pt x="10" y="19"/>
                  </a:lnTo>
                  <a:lnTo>
                    <a:pt x="10" y="15"/>
                  </a:lnTo>
                  <a:lnTo>
                    <a:pt x="10" y="15"/>
                  </a:lnTo>
                  <a:lnTo>
                    <a:pt x="10" y="15"/>
                  </a:lnTo>
                  <a:lnTo>
                    <a:pt x="10" y="15"/>
                  </a:lnTo>
                  <a:lnTo>
                    <a:pt x="10" y="15"/>
                  </a:lnTo>
                  <a:lnTo>
                    <a:pt x="10" y="14"/>
                  </a:lnTo>
                  <a:lnTo>
                    <a:pt x="12" y="14"/>
                  </a:lnTo>
                  <a:lnTo>
                    <a:pt x="12" y="14"/>
                  </a:lnTo>
                  <a:lnTo>
                    <a:pt x="12" y="13"/>
                  </a:lnTo>
                  <a:lnTo>
                    <a:pt x="12" y="13"/>
                  </a:lnTo>
                  <a:lnTo>
                    <a:pt x="13" y="11"/>
                  </a:lnTo>
                  <a:lnTo>
                    <a:pt x="14" y="9"/>
                  </a:lnTo>
                  <a:lnTo>
                    <a:pt x="14" y="9"/>
                  </a:lnTo>
                  <a:lnTo>
                    <a:pt x="14" y="7"/>
                  </a:lnTo>
                  <a:lnTo>
                    <a:pt x="15" y="6"/>
                  </a:lnTo>
                  <a:lnTo>
                    <a:pt x="15" y="5"/>
                  </a:lnTo>
                  <a:lnTo>
                    <a:pt x="15" y="5"/>
                  </a:lnTo>
                  <a:lnTo>
                    <a:pt x="19" y="2"/>
                  </a:lnTo>
                  <a:lnTo>
                    <a:pt x="19" y="2"/>
                  </a:lnTo>
                </a:path>
              </a:pathLst>
            </a:custGeom>
            <a:solidFill>
              <a:srgbClr val="ffe0f5"/>
            </a:solidFill>
            <a:ln w="0">
              <a:noFill/>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3149" name=""/>
            <p:cNvSpPr/>
            <p:nvPr/>
          </p:nvSpPr>
          <p:spPr>
            <a:xfrm>
              <a:off x="6997680" y="4014720"/>
              <a:ext cx="1440" cy="468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150" name=""/>
            <p:cNvSpPr/>
            <p:nvPr/>
          </p:nvSpPr>
          <p:spPr>
            <a:xfrm>
              <a:off x="6997680" y="3997440"/>
              <a:ext cx="12600" cy="21960"/>
            </a:xfrm>
            <a:custGeom>
              <a:avLst/>
              <a:gdLst/>
              <a:ahLst/>
              <a:rect l="l" t="t" r="r" b="b"/>
              <a:pathLst>
                <a:path w="8" h="14">
                  <a:moveTo>
                    <a:pt x="7" y="0"/>
                  </a:moveTo>
                  <a:lnTo>
                    <a:pt x="7" y="0"/>
                  </a:lnTo>
                  <a:lnTo>
                    <a:pt x="7" y="0"/>
                  </a:lnTo>
                  <a:lnTo>
                    <a:pt x="5" y="2"/>
                  </a:lnTo>
                  <a:lnTo>
                    <a:pt x="2" y="7"/>
                  </a:lnTo>
                  <a:lnTo>
                    <a:pt x="2" y="8"/>
                  </a:lnTo>
                  <a:lnTo>
                    <a:pt x="1" y="8"/>
                  </a:lnTo>
                  <a:lnTo>
                    <a:pt x="0" y="9"/>
                  </a:lnTo>
                  <a:lnTo>
                    <a:pt x="0" y="11"/>
                  </a:lnTo>
                  <a:lnTo>
                    <a:pt x="0" y="11"/>
                  </a:lnTo>
                  <a:lnTo>
                    <a:pt x="0" y="13"/>
                  </a:lnTo>
                  <a:lnTo>
                    <a:pt x="0" y="11"/>
                  </a:lnTo>
                  <a:lnTo>
                    <a:pt x="1" y="11"/>
                  </a:lnTo>
                  <a:lnTo>
                    <a:pt x="2" y="9"/>
                  </a:lnTo>
                  <a:lnTo>
                    <a:pt x="2" y="8"/>
                  </a:lnTo>
                  <a:lnTo>
                    <a:pt x="7" y="7"/>
                  </a:lnTo>
                  <a:lnTo>
                    <a:pt x="7" y="2"/>
                  </a:lnTo>
                  <a:lnTo>
                    <a:pt x="7" y="0"/>
                  </a:lnTo>
                  <a:lnTo>
                    <a:pt x="7" y="0"/>
                  </a:lnTo>
                  <a:lnTo>
                    <a:pt x="7" y="0"/>
                  </a:lnTo>
                  <a:lnTo>
                    <a:pt x="7" y="0"/>
                  </a:lnTo>
                  <a:lnTo>
                    <a:pt x="7" y="0"/>
                  </a:lnTo>
                </a:path>
              </a:pathLst>
            </a:custGeom>
            <a:solidFill>
              <a:srgbClr val="ffc0b6"/>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3151" name=""/>
            <p:cNvSpPr/>
            <p:nvPr/>
          </p:nvSpPr>
          <p:spPr>
            <a:xfrm>
              <a:off x="7008840" y="3957480"/>
              <a:ext cx="9360" cy="41400"/>
            </a:xfrm>
            <a:custGeom>
              <a:avLst/>
              <a:gdLst/>
              <a:ahLst/>
              <a:rect l="l" t="t" r="r" b="b"/>
              <a:pathLst>
                <a:path w="6" h="26">
                  <a:moveTo>
                    <a:pt x="2" y="0"/>
                  </a:moveTo>
                  <a:lnTo>
                    <a:pt x="2" y="5"/>
                  </a:lnTo>
                  <a:lnTo>
                    <a:pt x="2" y="5"/>
                  </a:lnTo>
                  <a:lnTo>
                    <a:pt x="1" y="9"/>
                  </a:lnTo>
                  <a:lnTo>
                    <a:pt x="0" y="12"/>
                  </a:lnTo>
                  <a:lnTo>
                    <a:pt x="0" y="14"/>
                  </a:lnTo>
                  <a:lnTo>
                    <a:pt x="0" y="17"/>
                  </a:lnTo>
                  <a:lnTo>
                    <a:pt x="0" y="20"/>
                  </a:lnTo>
                  <a:lnTo>
                    <a:pt x="0" y="25"/>
                  </a:lnTo>
                  <a:lnTo>
                    <a:pt x="0" y="25"/>
                  </a:lnTo>
                  <a:lnTo>
                    <a:pt x="0" y="20"/>
                  </a:lnTo>
                  <a:lnTo>
                    <a:pt x="0" y="17"/>
                  </a:lnTo>
                  <a:lnTo>
                    <a:pt x="0" y="14"/>
                  </a:lnTo>
                  <a:lnTo>
                    <a:pt x="2" y="12"/>
                  </a:lnTo>
                  <a:lnTo>
                    <a:pt x="3" y="9"/>
                  </a:lnTo>
                  <a:lnTo>
                    <a:pt x="5" y="5"/>
                  </a:lnTo>
                  <a:lnTo>
                    <a:pt x="5" y="5"/>
                  </a:lnTo>
                  <a:lnTo>
                    <a:pt x="5" y="0"/>
                  </a:lnTo>
                  <a:lnTo>
                    <a:pt x="2" y="0"/>
                  </a:lnTo>
                  <a:lnTo>
                    <a:pt x="2" y="0"/>
                  </a:lnTo>
                </a:path>
              </a:pathLst>
            </a:custGeom>
            <a:solidFill>
              <a:srgbClr val="ffc0b6"/>
            </a:solidFill>
            <a:ln w="0">
              <a:noFill/>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3152" name=""/>
            <p:cNvSpPr/>
            <p:nvPr/>
          </p:nvSpPr>
          <p:spPr>
            <a:xfrm>
              <a:off x="7008840" y="3994200"/>
              <a:ext cx="1440" cy="4680"/>
            </a:xfrm>
            <a:custGeom>
              <a:avLst/>
              <a:gdLst/>
              <a:ahLst/>
              <a:rect l="l" t="t" r="r" b="b"/>
              <a:pathLst>
                <a:path w="1" h="3">
                  <a:moveTo>
                    <a:pt x="0" y="0"/>
                  </a:moveTo>
                  <a:lnTo>
                    <a:pt x="0" y="0"/>
                  </a:lnTo>
                  <a:lnTo>
                    <a:pt x="0" y="0"/>
                  </a:lnTo>
                  <a:lnTo>
                    <a:pt x="0" y="0"/>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153" name=""/>
            <p:cNvSpPr/>
            <p:nvPr/>
          </p:nvSpPr>
          <p:spPr>
            <a:xfrm>
              <a:off x="7091280" y="400860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154" name=""/>
            <p:cNvSpPr/>
            <p:nvPr/>
          </p:nvSpPr>
          <p:spPr>
            <a:xfrm>
              <a:off x="7089840" y="3989520"/>
              <a:ext cx="3240" cy="20520"/>
            </a:xfrm>
            <a:custGeom>
              <a:avLst/>
              <a:gdLst/>
              <a:ahLst/>
              <a:rect l="l" t="t" r="r" b="b"/>
              <a:pathLst>
                <a:path w="2" h="13">
                  <a:moveTo>
                    <a:pt x="0" y="0"/>
                  </a:moveTo>
                  <a:lnTo>
                    <a:pt x="0" y="0"/>
                  </a:lnTo>
                  <a:lnTo>
                    <a:pt x="0" y="1"/>
                  </a:lnTo>
                  <a:lnTo>
                    <a:pt x="0" y="5"/>
                  </a:lnTo>
                  <a:lnTo>
                    <a:pt x="0" y="5"/>
                  </a:lnTo>
                  <a:lnTo>
                    <a:pt x="0" y="7"/>
                  </a:lnTo>
                  <a:lnTo>
                    <a:pt x="0" y="7"/>
                  </a:lnTo>
                  <a:lnTo>
                    <a:pt x="1" y="11"/>
                  </a:lnTo>
                  <a:lnTo>
                    <a:pt x="1" y="12"/>
                  </a:lnTo>
                  <a:lnTo>
                    <a:pt x="1" y="12"/>
                  </a:lnTo>
                  <a:lnTo>
                    <a:pt x="1" y="12"/>
                  </a:lnTo>
                  <a:lnTo>
                    <a:pt x="1" y="11"/>
                  </a:lnTo>
                  <a:lnTo>
                    <a:pt x="1" y="7"/>
                  </a:lnTo>
                  <a:lnTo>
                    <a:pt x="1" y="7"/>
                  </a:lnTo>
                  <a:lnTo>
                    <a:pt x="1" y="7"/>
                  </a:lnTo>
                  <a:lnTo>
                    <a:pt x="0" y="5"/>
                  </a:lnTo>
                  <a:lnTo>
                    <a:pt x="0" y="5"/>
                  </a:lnTo>
                  <a:lnTo>
                    <a:pt x="1" y="3"/>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155" name=""/>
            <p:cNvSpPr/>
            <p:nvPr/>
          </p:nvSpPr>
          <p:spPr>
            <a:xfrm>
              <a:off x="7089840" y="3957480"/>
              <a:ext cx="9360" cy="33480"/>
            </a:xfrm>
            <a:custGeom>
              <a:avLst/>
              <a:gdLst/>
              <a:ahLst/>
              <a:rect l="l" t="t" r="r" b="b"/>
              <a:pathLst>
                <a:path w="6" h="21">
                  <a:moveTo>
                    <a:pt x="2" y="0"/>
                  </a:moveTo>
                  <a:lnTo>
                    <a:pt x="3" y="5"/>
                  </a:lnTo>
                  <a:lnTo>
                    <a:pt x="3" y="5"/>
                  </a:lnTo>
                  <a:lnTo>
                    <a:pt x="3" y="11"/>
                  </a:lnTo>
                  <a:lnTo>
                    <a:pt x="3" y="12"/>
                  </a:lnTo>
                  <a:lnTo>
                    <a:pt x="2" y="14"/>
                  </a:lnTo>
                  <a:lnTo>
                    <a:pt x="1" y="17"/>
                  </a:lnTo>
                  <a:lnTo>
                    <a:pt x="1" y="19"/>
                  </a:lnTo>
                  <a:lnTo>
                    <a:pt x="0" y="20"/>
                  </a:lnTo>
                  <a:lnTo>
                    <a:pt x="1" y="20"/>
                  </a:lnTo>
                  <a:lnTo>
                    <a:pt x="1" y="19"/>
                  </a:lnTo>
                  <a:lnTo>
                    <a:pt x="2" y="17"/>
                  </a:lnTo>
                  <a:lnTo>
                    <a:pt x="3" y="14"/>
                  </a:lnTo>
                  <a:lnTo>
                    <a:pt x="4" y="12"/>
                  </a:lnTo>
                  <a:lnTo>
                    <a:pt x="4" y="11"/>
                  </a:lnTo>
                  <a:lnTo>
                    <a:pt x="5" y="5"/>
                  </a:lnTo>
                  <a:lnTo>
                    <a:pt x="4" y="5"/>
                  </a:lnTo>
                  <a:lnTo>
                    <a:pt x="3" y="0"/>
                  </a:lnTo>
                  <a:lnTo>
                    <a:pt x="2" y="0"/>
                  </a:lnTo>
                  <a:lnTo>
                    <a:pt x="2" y="0"/>
                  </a:lnTo>
                </a:path>
              </a:pathLst>
            </a:custGeom>
            <a:solidFill>
              <a:srgbClr val="ffc0b6"/>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3156" name=""/>
            <p:cNvSpPr/>
            <p:nvPr/>
          </p:nvSpPr>
          <p:spPr>
            <a:xfrm>
              <a:off x="7089840" y="3989520"/>
              <a:ext cx="3240" cy="1440"/>
            </a:xfrm>
            <a:custGeom>
              <a:avLst/>
              <a:gdLst/>
              <a:ahLst/>
              <a:rect l="l" t="t" r="r" b="b"/>
              <a:pathLst>
                <a:path w="2" h="1">
                  <a:moveTo>
                    <a:pt x="1" y="0"/>
                  </a:moveTo>
                  <a:lnTo>
                    <a:pt x="1" y="0"/>
                  </a:lnTo>
                  <a:lnTo>
                    <a:pt x="0" y="0"/>
                  </a:lnTo>
                  <a:lnTo>
                    <a:pt x="0"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157" name=""/>
            <p:cNvSpPr/>
            <p:nvPr/>
          </p:nvSpPr>
          <p:spPr>
            <a:xfrm>
              <a:off x="6939000" y="4000680"/>
              <a:ext cx="1440" cy="7920"/>
            </a:xfrm>
            <a:custGeom>
              <a:avLst/>
              <a:gdLst/>
              <a:ahLst/>
              <a:rect l="l" t="t" r="r" b="b"/>
              <a:pathLst>
                <a:path w="1" h="5">
                  <a:moveTo>
                    <a:pt x="0" y="0"/>
                  </a:moveTo>
                  <a:lnTo>
                    <a:pt x="0" y="0"/>
                  </a:lnTo>
                  <a:lnTo>
                    <a:pt x="0" y="3"/>
                  </a:lnTo>
                  <a:lnTo>
                    <a:pt x="0" y="4"/>
                  </a:lnTo>
                  <a:lnTo>
                    <a:pt x="0" y="3"/>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158" name=""/>
            <p:cNvSpPr/>
            <p:nvPr/>
          </p:nvSpPr>
          <p:spPr>
            <a:xfrm>
              <a:off x="6939000" y="3983040"/>
              <a:ext cx="12600" cy="23760"/>
            </a:xfrm>
            <a:custGeom>
              <a:avLst/>
              <a:gdLst/>
              <a:ahLst/>
              <a:rect l="l" t="t" r="r" b="b"/>
              <a:pathLst>
                <a:path w="8" h="15">
                  <a:moveTo>
                    <a:pt x="7" y="0"/>
                  </a:moveTo>
                  <a:lnTo>
                    <a:pt x="7" y="0"/>
                  </a:lnTo>
                  <a:lnTo>
                    <a:pt x="7" y="3"/>
                  </a:lnTo>
                  <a:lnTo>
                    <a:pt x="6" y="4"/>
                  </a:lnTo>
                  <a:lnTo>
                    <a:pt x="5" y="9"/>
                  </a:lnTo>
                  <a:lnTo>
                    <a:pt x="5" y="9"/>
                  </a:lnTo>
                  <a:lnTo>
                    <a:pt x="5" y="9"/>
                  </a:lnTo>
                  <a:lnTo>
                    <a:pt x="3" y="11"/>
                  </a:lnTo>
                  <a:lnTo>
                    <a:pt x="0" y="11"/>
                  </a:lnTo>
                  <a:lnTo>
                    <a:pt x="0" y="11"/>
                  </a:lnTo>
                  <a:lnTo>
                    <a:pt x="0" y="14"/>
                  </a:lnTo>
                  <a:lnTo>
                    <a:pt x="3" y="14"/>
                  </a:lnTo>
                  <a:lnTo>
                    <a:pt x="5" y="11"/>
                  </a:lnTo>
                  <a:lnTo>
                    <a:pt x="5" y="11"/>
                  </a:lnTo>
                  <a:lnTo>
                    <a:pt x="5" y="9"/>
                  </a:lnTo>
                  <a:lnTo>
                    <a:pt x="6" y="9"/>
                  </a:lnTo>
                  <a:lnTo>
                    <a:pt x="7" y="4"/>
                  </a:lnTo>
                  <a:lnTo>
                    <a:pt x="7" y="3"/>
                  </a:lnTo>
                  <a:lnTo>
                    <a:pt x="7" y="0"/>
                  </a:lnTo>
                  <a:lnTo>
                    <a:pt x="7" y="0"/>
                  </a:lnTo>
                  <a:lnTo>
                    <a:pt x="7" y="0"/>
                  </a:lnTo>
                  <a:lnTo>
                    <a:pt x="7"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159" name=""/>
            <p:cNvSpPr/>
            <p:nvPr/>
          </p:nvSpPr>
          <p:spPr>
            <a:xfrm>
              <a:off x="6948360" y="3957480"/>
              <a:ext cx="3240" cy="27000"/>
            </a:xfrm>
            <a:custGeom>
              <a:avLst/>
              <a:gdLst/>
              <a:ahLst/>
              <a:rect l="l" t="t" r="r" b="b"/>
              <a:pathLst>
                <a:path w="2" h="17">
                  <a:moveTo>
                    <a:pt x="1" y="0"/>
                  </a:moveTo>
                  <a:lnTo>
                    <a:pt x="1" y="1"/>
                  </a:lnTo>
                  <a:lnTo>
                    <a:pt x="1" y="5"/>
                  </a:lnTo>
                  <a:lnTo>
                    <a:pt x="0" y="12"/>
                  </a:lnTo>
                  <a:lnTo>
                    <a:pt x="1" y="16"/>
                  </a:lnTo>
                  <a:lnTo>
                    <a:pt x="1" y="16"/>
                  </a:lnTo>
                  <a:lnTo>
                    <a:pt x="1" y="12"/>
                  </a:lnTo>
                  <a:lnTo>
                    <a:pt x="1" y="5"/>
                  </a:lnTo>
                  <a:lnTo>
                    <a:pt x="1" y="1"/>
                  </a:lnTo>
                  <a:lnTo>
                    <a:pt x="1" y="0"/>
                  </a:lnTo>
                  <a:lnTo>
                    <a:pt x="1" y="0"/>
                  </a:lnTo>
                  <a:lnTo>
                    <a:pt x="1"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3160" name=""/>
            <p:cNvSpPr/>
            <p:nvPr/>
          </p:nvSpPr>
          <p:spPr>
            <a:xfrm>
              <a:off x="6950160" y="3979800"/>
              <a:ext cx="1440" cy="4680"/>
            </a:xfrm>
            <a:custGeom>
              <a:avLst/>
              <a:gdLst/>
              <a:ahLst/>
              <a:rect l="l" t="t" r="r" b="b"/>
              <a:pathLst>
                <a:path w="1" h="3">
                  <a:moveTo>
                    <a:pt x="0" y="2"/>
                  </a:moveTo>
                  <a:lnTo>
                    <a:pt x="0" y="2"/>
                  </a:lnTo>
                  <a:lnTo>
                    <a:pt x="0" y="0"/>
                  </a:lnTo>
                  <a:lnTo>
                    <a:pt x="0" y="2"/>
                  </a:lnTo>
                  <a:lnTo>
                    <a:pt x="0" y="2"/>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161" name=""/>
            <p:cNvSpPr/>
            <p:nvPr/>
          </p:nvSpPr>
          <p:spPr>
            <a:xfrm>
              <a:off x="6912000" y="4000680"/>
              <a:ext cx="4680" cy="7920"/>
            </a:xfrm>
            <a:custGeom>
              <a:avLst/>
              <a:gdLst/>
              <a:ahLst/>
              <a:rect l="l" t="t" r="r" b="b"/>
              <a:pathLst>
                <a:path w="3" h="5">
                  <a:moveTo>
                    <a:pt x="0" y="3"/>
                  </a:moveTo>
                  <a:lnTo>
                    <a:pt x="0" y="4"/>
                  </a:lnTo>
                  <a:lnTo>
                    <a:pt x="2" y="3"/>
                  </a:lnTo>
                  <a:lnTo>
                    <a:pt x="2" y="3"/>
                  </a:lnTo>
                  <a:lnTo>
                    <a:pt x="2" y="0"/>
                  </a:lnTo>
                  <a:lnTo>
                    <a:pt x="0" y="3"/>
                  </a:lnTo>
                  <a:lnTo>
                    <a:pt x="0" y="3"/>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162" name=""/>
            <p:cNvSpPr/>
            <p:nvPr/>
          </p:nvSpPr>
          <p:spPr>
            <a:xfrm>
              <a:off x="6912000" y="3987720"/>
              <a:ext cx="4680" cy="19080"/>
            </a:xfrm>
            <a:custGeom>
              <a:avLst/>
              <a:gdLst/>
              <a:ahLst/>
              <a:rect l="l" t="t" r="r" b="b"/>
              <a:pathLst>
                <a:path w="3" h="12">
                  <a:moveTo>
                    <a:pt x="2" y="0"/>
                  </a:moveTo>
                  <a:lnTo>
                    <a:pt x="2" y="0"/>
                  </a:lnTo>
                  <a:lnTo>
                    <a:pt x="0" y="1"/>
                  </a:lnTo>
                  <a:lnTo>
                    <a:pt x="0" y="4"/>
                  </a:lnTo>
                  <a:lnTo>
                    <a:pt x="0" y="6"/>
                  </a:lnTo>
                  <a:lnTo>
                    <a:pt x="0" y="6"/>
                  </a:lnTo>
                  <a:lnTo>
                    <a:pt x="0" y="8"/>
                  </a:lnTo>
                  <a:lnTo>
                    <a:pt x="0" y="8"/>
                  </a:lnTo>
                  <a:lnTo>
                    <a:pt x="0" y="8"/>
                  </a:lnTo>
                  <a:lnTo>
                    <a:pt x="0" y="11"/>
                  </a:lnTo>
                  <a:lnTo>
                    <a:pt x="2" y="8"/>
                  </a:lnTo>
                  <a:lnTo>
                    <a:pt x="2" y="8"/>
                  </a:lnTo>
                  <a:lnTo>
                    <a:pt x="2" y="8"/>
                  </a:lnTo>
                  <a:lnTo>
                    <a:pt x="0" y="8"/>
                  </a:lnTo>
                  <a:lnTo>
                    <a:pt x="0" y="6"/>
                  </a:lnTo>
                  <a:lnTo>
                    <a:pt x="0" y="6"/>
                  </a:lnTo>
                  <a:lnTo>
                    <a:pt x="2" y="4"/>
                  </a:lnTo>
                  <a:lnTo>
                    <a:pt x="2" y="1"/>
                  </a:lnTo>
                  <a:lnTo>
                    <a:pt x="2" y="0"/>
                  </a:lnTo>
                  <a:lnTo>
                    <a:pt x="2" y="0"/>
                  </a:lnTo>
                  <a:lnTo>
                    <a:pt x="2" y="0"/>
                  </a:lnTo>
                  <a:lnTo>
                    <a:pt x="2"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163" name=""/>
            <p:cNvSpPr/>
            <p:nvPr/>
          </p:nvSpPr>
          <p:spPr>
            <a:xfrm>
              <a:off x="6915240" y="3968640"/>
              <a:ext cx="6120" cy="20880"/>
            </a:xfrm>
            <a:custGeom>
              <a:avLst/>
              <a:gdLst/>
              <a:ahLst/>
              <a:rect l="l" t="t" r="r" b="b"/>
              <a:pathLst>
                <a:path w="4" h="13">
                  <a:moveTo>
                    <a:pt x="1" y="0"/>
                  </a:moveTo>
                  <a:lnTo>
                    <a:pt x="1" y="2"/>
                  </a:lnTo>
                  <a:lnTo>
                    <a:pt x="1" y="2"/>
                  </a:lnTo>
                  <a:lnTo>
                    <a:pt x="1" y="4"/>
                  </a:lnTo>
                  <a:lnTo>
                    <a:pt x="1" y="5"/>
                  </a:lnTo>
                  <a:lnTo>
                    <a:pt x="1" y="5"/>
                  </a:lnTo>
                  <a:lnTo>
                    <a:pt x="1" y="7"/>
                  </a:lnTo>
                  <a:lnTo>
                    <a:pt x="1" y="9"/>
                  </a:lnTo>
                  <a:lnTo>
                    <a:pt x="0" y="12"/>
                  </a:lnTo>
                  <a:lnTo>
                    <a:pt x="0" y="12"/>
                  </a:lnTo>
                  <a:lnTo>
                    <a:pt x="1" y="9"/>
                  </a:lnTo>
                  <a:lnTo>
                    <a:pt x="1" y="7"/>
                  </a:lnTo>
                  <a:lnTo>
                    <a:pt x="1" y="5"/>
                  </a:lnTo>
                  <a:lnTo>
                    <a:pt x="1" y="5"/>
                  </a:lnTo>
                  <a:lnTo>
                    <a:pt x="1" y="4"/>
                  </a:lnTo>
                  <a:lnTo>
                    <a:pt x="3" y="2"/>
                  </a:lnTo>
                  <a:lnTo>
                    <a:pt x="3" y="2"/>
                  </a:lnTo>
                  <a:lnTo>
                    <a:pt x="3" y="2"/>
                  </a:lnTo>
                  <a:lnTo>
                    <a:pt x="1" y="0"/>
                  </a:lnTo>
                  <a:lnTo>
                    <a:pt x="1" y="0"/>
                  </a:lnTo>
                </a:path>
              </a:pathLst>
            </a:custGeom>
            <a:solidFill>
              <a:srgbClr val="ffc0b6"/>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3164" name=""/>
            <p:cNvSpPr/>
            <p:nvPr/>
          </p:nvSpPr>
          <p:spPr>
            <a:xfrm>
              <a:off x="6915240" y="3987720"/>
              <a:ext cx="3240" cy="1800"/>
            </a:xfrm>
            <a:custGeom>
              <a:avLst/>
              <a:gdLst/>
              <a:ahLst/>
              <a:rect l="l" t="t" r="r" b="b"/>
              <a:pathLst>
                <a:path w="2" h="1">
                  <a:moveTo>
                    <a:pt x="1" y="0"/>
                  </a:moveTo>
                  <a:lnTo>
                    <a:pt x="0" y="0"/>
                  </a:lnTo>
                  <a:lnTo>
                    <a:pt x="0" y="0"/>
                  </a:lnTo>
                  <a:lnTo>
                    <a:pt x="0"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165" name=""/>
            <p:cNvSpPr/>
            <p:nvPr/>
          </p:nvSpPr>
          <p:spPr>
            <a:xfrm>
              <a:off x="6696000" y="3989520"/>
              <a:ext cx="6480" cy="6120"/>
            </a:xfrm>
            <a:custGeom>
              <a:avLst/>
              <a:gdLst/>
              <a:ahLst/>
              <a:rect l="l" t="t" r="r" b="b"/>
              <a:pathLst>
                <a:path w="4" h="4">
                  <a:moveTo>
                    <a:pt x="0" y="0"/>
                  </a:moveTo>
                  <a:lnTo>
                    <a:pt x="0" y="1"/>
                  </a:lnTo>
                  <a:lnTo>
                    <a:pt x="2" y="3"/>
                  </a:lnTo>
                  <a:lnTo>
                    <a:pt x="3" y="1"/>
                  </a:lnTo>
                  <a:lnTo>
                    <a:pt x="3" y="0"/>
                  </a:lnTo>
                  <a:lnTo>
                    <a:pt x="0" y="0"/>
                  </a:lnTo>
                  <a:lnTo>
                    <a:pt x="0"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166" name=""/>
            <p:cNvSpPr/>
            <p:nvPr/>
          </p:nvSpPr>
          <p:spPr>
            <a:xfrm>
              <a:off x="6696000" y="3979800"/>
              <a:ext cx="12600" cy="11160"/>
            </a:xfrm>
            <a:custGeom>
              <a:avLst/>
              <a:gdLst/>
              <a:ahLst/>
              <a:rect l="l" t="t" r="r" b="b"/>
              <a:pathLst>
                <a:path w="8" h="7">
                  <a:moveTo>
                    <a:pt x="6" y="0"/>
                  </a:moveTo>
                  <a:lnTo>
                    <a:pt x="6" y="0"/>
                  </a:lnTo>
                  <a:lnTo>
                    <a:pt x="4" y="0"/>
                  </a:lnTo>
                  <a:lnTo>
                    <a:pt x="3" y="2"/>
                  </a:lnTo>
                  <a:lnTo>
                    <a:pt x="3" y="3"/>
                  </a:lnTo>
                  <a:lnTo>
                    <a:pt x="3" y="5"/>
                  </a:lnTo>
                  <a:lnTo>
                    <a:pt x="0" y="6"/>
                  </a:lnTo>
                  <a:lnTo>
                    <a:pt x="0" y="6"/>
                  </a:lnTo>
                  <a:lnTo>
                    <a:pt x="0" y="6"/>
                  </a:lnTo>
                  <a:lnTo>
                    <a:pt x="0" y="6"/>
                  </a:lnTo>
                  <a:lnTo>
                    <a:pt x="3" y="6"/>
                  </a:lnTo>
                  <a:lnTo>
                    <a:pt x="3" y="6"/>
                  </a:lnTo>
                  <a:lnTo>
                    <a:pt x="3" y="6"/>
                  </a:lnTo>
                  <a:lnTo>
                    <a:pt x="3" y="6"/>
                  </a:lnTo>
                  <a:lnTo>
                    <a:pt x="3" y="5"/>
                  </a:lnTo>
                  <a:lnTo>
                    <a:pt x="3" y="5"/>
                  </a:lnTo>
                  <a:lnTo>
                    <a:pt x="4" y="2"/>
                  </a:lnTo>
                  <a:lnTo>
                    <a:pt x="4" y="0"/>
                  </a:lnTo>
                  <a:lnTo>
                    <a:pt x="7" y="0"/>
                  </a:lnTo>
                  <a:lnTo>
                    <a:pt x="7" y="0"/>
                  </a:lnTo>
                  <a:lnTo>
                    <a:pt x="6" y="0"/>
                  </a:lnTo>
                  <a:lnTo>
                    <a:pt x="6"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167" name=""/>
            <p:cNvSpPr/>
            <p:nvPr/>
          </p:nvSpPr>
          <p:spPr>
            <a:xfrm>
              <a:off x="6705720" y="3965400"/>
              <a:ext cx="20520" cy="16200"/>
            </a:xfrm>
            <a:custGeom>
              <a:avLst/>
              <a:gdLst/>
              <a:ahLst/>
              <a:rect l="l" t="t" r="r" b="b"/>
              <a:pathLst>
                <a:path w="13" h="10">
                  <a:moveTo>
                    <a:pt x="9" y="0"/>
                  </a:moveTo>
                  <a:lnTo>
                    <a:pt x="9" y="0"/>
                  </a:lnTo>
                  <a:lnTo>
                    <a:pt x="9" y="0"/>
                  </a:lnTo>
                  <a:lnTo>
                    <a:pt x="8" y="4"/>
                  </a:lnTo>
                  <a:lnTo>
                    <a:pt x="6" y="4"/>
                  </a:lnTo>
                  <a:lnTo>
                    <a:pt x="6" y="6"/>
                  </a:lnTo>
                  <a:lnTo>
                    <a:pt x="5" y="7"/>
                  </a:lnTo>
                  <a:lnTo>
                    <a:pt x="5" y="7"/>
                  </a:lnTo>
                  <a:lnTo>
                    <a:pt x="0" y="9"/>
                  </a:lnTo>
                  <a:lnTo>
                    <a:pt x="1" y="9"/>
                  </a:lnTo>
                  <a:lnTo>
                    <a:pt x="5" y="9"/>
                  </a:lnTo>
                  <a:lnTo>
                    <a:pt x="6" y="7"/>
                  </a:lnTo>
                  <a:lnTo>
                    <a:pt x="6" y="7"/>
                  </a:lnTo>
                  <a:lnTo>
                    <a:pt x="8" y="6"/>
                  </a:lnTo>
                  <a:lnTo>
                    <a:pt x="9" y="4"/>
                  </a:lnTo>
                  <a:lnTo>
                    <a:pt x="9" y="2"/>
                  </a:lnTo>
                  <a:lnTo>
                    <a:pt x="11" y="0"/>
                  </a:lnTo>
                  <a:lnTo>
                    <a:pt x="12" y="0"/>
                  </a:lnTo>
                  <a:lnTo>
                    <a:pt x="9" y="0"/>
                  </a:lnTo>
                  <a:lnTo>
                    <a:pt x="9" y="0"/>
                  </a:lnTo>
                </a:path>
              </a:pathLst>
            </a:custGeom>
            <a:solidFill>
              <a:srgbClr val="ffc0b6"/>
            </a:solidFill>
            <a:ln w="0">
              <a:noFill/>
            </a:ln>
          </p:spPr>
          <p:style>
            <a:lnRef idx="0"/>
            <a:fillRef idx="0"/>
            <a:effectRef idx="0"/>
            <a:fontRef idx="minor"/>
          </p:style>
          <p:txBody>
            <a:bodyPr lIns="90000" rIns="90000" tIns="-30600" bIns="-30600" anchor="t">
              <a:noAutofit/>
            </a:bodyPr>
            <a:p>
              <a:endParaRPr b="0" lang="en-IN" sz="2400" strike="noStrike" u="none">
                <a:solidFill>
                  <a:srgbClr val="ffffff"/>
                </a:solidFill>
                <a:effectLst/>
                <a:uFillTx/>
                <a:latin typeface="Times New Roman"/>
              </a:endParaRPr>
            </a:p>
          </p:txBody>
        </p:sp>
        <p:sp>
          <p:nvSpPr>
            <p:cNvPr id="3168" name=""/>
            <p:cNvSpPr/>
            <p:nvPr/>
          </p:nvSpPr>
          <p:spPr>
            <a:xfrm>
              <a:off x="6702480" y="3979800"/>
              <a:ext cx="6120" cy="1800"/>
            </a:xfrm>
            <a:custGeom>
              <a:avLst/>
              <a:gdLst/>
              <a:ahLst/>
              <a:rect l="l" t="t" r="r" b="b"/>
              <a:pathLst>
                <a:path w="4" h="1">
                  <a:moveTo>
                    <a:pt x="3" y="0"/>
                  </a:moveTo>
                  <a:lnTo>
                    <a:pt x="3" y="0"/>
                  </a:lnTo>
                  <a:lnTo>
                    <a:pt x="3" y="0"/>
                  </a:lnTo>
                  <a:lnTo>
                    <a:pt x="3" y="0"/>
                  </a:lnTo>
                  <a:lnTo>
                    <a:pt x="0" y="0"/>
                  </a:lnTo>
                  <a:lnTo>
                    <a:pt x="3" y="0"/>
                  </a:lnTo>
                  <a:lnTo>
                    <a:pt x="3"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169" name=""/>
            <p:cNvSpPr/>
            <p:nvPr/>
          </p:nvSpPr>
          <p:spPr>
            <a:xfrm>
              <a:off x="6683400" y="3968640"/>
              <a:ext cx="1440" cy="5040"/>
            </a:xfrm>
            <a:custGeom>
              <a:avLst/>
              <a:gdLst/>
              <a:ahLst/>
              <a:rect l="l" t="t" r="r" b="b"/>
              <a:pathLst>
                <a:path w="1" h="3">
                  <a:moveTo>
                    <a:pt x="0" y="2"/>
                  </a:moveTo>
                  <a:lnTo>
                    <a:pt x="0" y="2"/>
                  </a:lnTo>
                  <a:lnTo>
                    <a:pt x="0" y="2"/>
                  </a:lnTo>
                  <a:lnTo>
                    <a:pt x="0" y="2"/>
                  </a:lnTo>
                  <a:lnTo>
                    <a:pt x="0" y="0"/>
                  </a:lnTo>
                  <a:lnTo>
                    <a:pt x="0" y="2"/>
                  </a:lnTo>
                  <a:lnTo>
                    <a:pt x="0" y="2"/>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170" name=""/>
            <p:cNvSpPr/>
            <p:nvPr/>
          </p:nvSpPr>
          <p:spPr>
            <a:xfrm>
              <a:off x="6683400" y="3954600"/>
              <a:ext cx="6480" cy="19080"/>
            </a:xfrm>
            <a:custGeom>
              <a:avLst/>
              <a:gdLst/>
              <a:ahLst/>
              <a:rect l="l" t="t" r="r" b="b"/>
              <a:pathLst>
                <a:path w="4" h="12">
                  <a:moveTo>
                    <a:pt x="3" y="0"/>
                  </a:moveTo>
                  <a:lnTo>
                    <a:pt x="3" y="0"/>
                  </a:lnTo>
                  <a:lnTo>
                    <a:pt x="2" y="1"/>
                  </a:lnTo>
                  <a:lnTo>
                    <a:pt x="0" y="1"/>
                  </a:lnTo>
                  <a:lnTo>
                    <a:pt x="0" y="2"/>
                  </a:lnTo>
                  <a:lnTo>
                    <a:pt x="0" y="7"/>
                  </a:lnTo>
                  <a:lnTo>
                    <a:pt x="0" y="7"/>
                  </a:lnTo>
                  <a:lnTo>
                    <a:pt x="0" y="7"/>
                  </a:lnTo>
                  <a:lnTo>
                    <a:pt x="0" y="7"/>
                  </a:lnTo>
                  <a:lnTo>
                    <a:pt x="0" y="11"/>
                  </a:lnTo>
                  <a:lnTo>
                    <a:pt x="0" y="9"/>
                  </a:lnTo>
                  <a:lnTo>
                    <a:pt x="0" y="7"/>
                  </a:lnTo>
                  <a:lnTo>
                    <a:pt x="0" y="7"/>
                  </a:lnTo>
                  <a:lnTo>
                    <a:pt x="0" y="7"/>
                  </a:lnTo>
                  <a:lnTo>
                    <a:pt x="0" y="7"/>
                  </a:lnTo>
                  <a:lnTo>
                    <a:pt x="0" y="3"/>
                  </a:lnTo>
                  <a:lnTo>
                    <a:pt x="1" y="2"/>
                  </a:lnTo>
                  <a:lnTo>
                    <a:pt x="2" y="1"/>
                  </a:lnTo>
                  <a:lnTo>
                    <a:pt x="3" y="1"/>
                  </a:lnTo>
                  <a:lnTo>
                    <a:pt x="3" y="1"/>
                  </a:lnTo>
                  <a:lnTo>
                    <a:pt x="3" y="0"/>
                  </a:lnTo>
                  <a:lnTo>
                    <a:pt x="3"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171" name=""/>
            <p:cNvSpPr/>
            <p:nvPr/>
          </p:nvSpPr>
          <p:spPr>
            <a:xfrm>
              <a:off x="6688080" y="3948120"/>
              <a:ext cx="15840" cy="9360"/>
            </a:xfrm>
            <a:custGeom>
              <a:avLst/>
              <a:gdLst/>
              <a:ahLst/>
              <a:rect l="l" t="t" r="r" b="b"/>
              <a:pathLst>
                <a:path w="10" h="6">
                  <a:moveTo>
                    <a:pt x="9" y="0"/>
                  </a:moveTo>
                  <a:lnTo>
                    <a:pt x="9" y="0"/>
                  </a:lnTo>
                  <a:lnTo>
                    <a:pt x="8" y="0"/>
                  </a:lnTo>
                  <a:lnTo>
                    <a:pt x="8" y="0"/>
                  </a:lnTo>
                  <a:lnTo>
                    <a:pt x="7" y="0"/>
                  </a:lnTo>
                  <a:lnTo>
                    <a:pt x="5" y="0"/>
                  </a:lnTo>
                  <a:lnTo>
                    <a:pt x="4" y="2"/>
                  </a:lnTo>
                  <a:lnTo>
                    <a:pt x="1" y="2"/>
                  </a:lnTo>
                  <a:lnTo>
                    <a:pt x="0" y="4"/>
                  </a:lnTo>
                  <a:lnTo>
                    <a:pt x="0" y="5"/>
                  </a:lnTo>
                  <a:lnTo>
                    <a:pt x="3" y="3"/>
                  </a:lnTo>
                  <a:lnTo>
                    <a:pt x="4" y="2"/>
                  </a:lnTo>
                  <a:lnTo>
                    <a:pt x="5" y="2"/>
                  </a:lnTo>
                  <a:lnTo>
                    <a:pt x="8" y="1"/>
                  </a:lnTo>
                  <a:lnTo>
                    <a:pt x="8" y="0"/>
                  </a:lnTo>
                  <a:lnTo>
                    <a:pt x="9" y="0"/>
                  </a:lnTo>
                  <a:lnTo>
                    <a:pt x="9" y="0"/>
                  </a:lnTo>
                  <a:lnTo>
                    <a:pt x="9" y="0"/>
                  </a:lnTo>
                  <a:lnTo>
                    <a:pt x="9" y="0"/>
                  </a:lnTo>
                  <a:lnTo>
                    <a:pt x="9"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172" name=""/>
            <p:cNvSpPr/>
            <p:nvPr/>
          </p:nvSpPr>
          <p:spPr>
            <a:xfrm>
              <a:off x="6688080" y="3954600"/>
              <a:ext cx="1800" cy="2880"/>
            </a:xfrm>
            <a:custGeom>
              <a:avLst/>
              <a:gdLst/>
              <a:ahLst/>
              <a:rect l="l" t="t" r="r" b="b"/>
              <a:pathLst>
                <a:path w="1" h="2">
                  <a:moveTo>
                    <a:pt x="0" y="1"/>
                  </a:moveTo>
                  <a:lnTo>
                    <a:pt x="0" y="1"/>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173" name=""/>
            <p:cNvSpPr/>
            <p:nvPr/>
          </p:nvSpPr>
          <p:spPr>
            <a:xfrm>
              <a:off x="6713640" y="395604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174" name=""/>
            <p:cNvSpPr/>
            <p:nvPr/>
          </p:nvSpPr>
          <p:spPr>
            <a:xfrm>
              <a:off x="6713640" y="3948120"/>
              <a:ext cx="25200" cy="9360"/>
            </a:xfrm>
            <a:custGeom>
              <a:avLst/>
              <a:gdLst/>
              <a:ahLst/>
              <a:rect l="l" t="t" r="r" b="b"/>
              <a:pathLst>
                <a:path w="16" h="6">
                  <a:moveTo>
                    <a:pt x="15" y="0"/>
                  </a:moveTo>
                  <a:lnTo>
                    <a:pt x="15" y="0"/>
                  </a:lnTo>
                  <a:lnTo>
                    <a:pt x="15" y="0"/>
                  </a:lnTo>
                  <a:lnTo>
                    <a:pt x="15" y="0"/>
                  </a:lnTo>
                  <a:lnTo>
                    <a:pt x="15" y="1"/>
                  </a:lnTo>
                  <a:lnTo>
                    <a:pt x="13" y="2"/>
                  </a:lnTo>
                  <a:lnTo>
                    <a:pt x="8" y="2"/>
                  </a:lnTo>
                  <a:lnTo>
                    <a:pt x="8" y="3"/>
                  </a:lnTo>
                  <a:lnTo>
                    <a:pt x="8" y="3"/>
                  </a:lnTo>
                  <a:lnTo>
                    <a:pt x="6" y="4"/>
                  </a:lnTo>
                  <a:lnTo>
                    <a:pt x="4" y="5"/>
                  </a:lnTo>
                  <a:lnTo>
                    <a:pt x="3" y="5"/>
                  </a:lnTo>
                  <a:lnTo>
                    <a:pt x="1" y="5"/>
                  </a:lnTo>
                  <a:lnTo>
                    <a:pt x="1" y="5"/>
                  </a:lnTo>
                  <a:lnTo>
                    <a:pt x="0" y="5"/>
                  </a:lnTo>
                  <a:lnTo>
                    <a:pt x="0" y="5"/>
                  </a:lnTo>
                  <a:lnTo>
                    <a:pt x="0" y="5"/>
                  </a:lnTo>
                  <a:lnTo>
                    <a:pt x="0" y="5"/>
                  </a:lnTo>
                  <a:lnTo>
                    <a:pt x="0" y="5"/>
                  </a:lnTo>
                  <a:lnTo>
                    <a:pt x="1" y="5"/>
                  </a:lnTo>
                  <a:lnTo>
                    <a:pt x="1" y="5"/>
                  </a:lnTo>
                  <a:lnTo>
                    <a:pt x="1" y="5"/>
                  </a:lnTo>
                  <a:lnTo>
                    <a:pt x="3" y="5"/>
                  </a:lnTo>
                  <a:lnTo>
                    <a:pt x="4" y="5"/>
                  </a:lnTo>
                  <a:lnTo>
                    <a:pt x="7" y="5"/>
                  </a:lnTo>
                  <a:lnTo>
                    <a:pt x="8" y="5"/>
                  </a:lnTo>
                  <a:lnTo>
                    <a:pt x="8" y="4"/>
                  </a:lnTo>
                  <a:lnTo>
                    <a:pt x="8" y="3"/>
                  </a:lnTo>
                  <a:lnTo>
                    <a:pt x="13" y="2"/>
                  </a:lnTo>
                  <a:lnTo>
                    <a:pt x="15" y="2"/>
                  </a:lnTo>
                  <a:lnTo>
                    <a:pt x="15" y="2"/>
                  </a:lnTo>
                  <a:lnTo>
                    <a:pt x="15" y="0"/>
                  </a:lnTo>
                  <a:lnTo>
                    <a:pt x="15" y="0"/>
                  </a:lnTo>
                  <a:lnTo>
                    <a:pt x="15" y="0"/>
                  </a:lnTo>
                  <a:lnTo>
                    <a:pt x="15" y="0"/>
                  </a:lnTo>
                  <a:lnTo>
                    <a:pt x="15"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175" name=""/>
            <p:cNvSpPr/>
            <p:nvPr/>
          </p:nvSpPr>
          <p:spPr>
            <a:xfrm>
              <a:off x="6713640" y="3956040"/>
              <a:ext cx="3240" cy="1440"/>
            </a:xfrm>
            <a:custGeom>
              <a:avLst/>
              <a:gdLst/>
              <a:ahLst/>
              <a:rect l="l" t="t" r="r" b="b"/>
              <a:pathLst>
                <a:path w="2" h="1">
                  <a:moveTo>
                    <a:pt x="0" y="0"/>
                  </a:moveTo>
                  <a:lnTo>
                    <a:pt x="1"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176" name=""/>
            <p:cNvSpPr/>
            <p:nvPr/>
          </p:nvSpPr>
          <p:spPr>
            <a:xfrm>
              <a:off x="6675480" y="3930480"/>
              <a:ext cx="9360" cy="1800"/>
            </a:xfrm>
            <a:custGeom>
              <a:avLst/>
              <a:gdLst/>
              <a:ahLst/>
              <a:rect l="l" t="t" r="r" b="b"/>
              <a:pathLst>
                <a:path w="6" h="1">
                  <a:moveTo>
                    <a:pt x="1" y="0"/>
                  </a:moveTo>
                  <a:lnTo>
                    <a:pt x="0" y="0"/>
                  </a:lnTo>
                  <a:lnTo>
                    <a:pt x="1" y="0"/>
                  </a:lnTo>
                  <a:lnTo>
                    <a:pt x="3" y="0"/>
                  </a:lnTo>
                  <a:lnTo>
                    <a:pt x="5" y="0"/>
                  </a:lnTo>
                  <a:lnTo>
                    <a:pt x="1" y="0"/>
                  </a:lnTo>
                  <a:lnTo>
                    <a:pt x="1"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177" name=""/>
            <p:cNvSpPr/>
            <p:nvPr/>
          </p:nvSpPr>
          <p:spPr>
            <a:xfrm>
              <a:off x="6676920" y="3919680"/>
              <a:ext cx="23760" cy="12600"/>
            </a:xfrm>
            <a:custGeom>
              <a:avLst/>
              <a:gdLst/>
              <a:ahLst/>
              <a:rect l="l" t="t" r="r" b="b"/>
              <a:pathLst>
                <a:path w="15" h="8">
                  <a:moveTo>
                    <a:pt x="14" y="0"/>
                  </a:moveTo>
                  <a:lnTo>
                    <a:pt x="11" y="0"/>
                  </a:lnTo>
                  <a:lnTo>
                    <a:pt x="8" y="0"/>
                  </a:lnTo>
                  <a:lnTo>
                    <a:pt x="6" y="0"/>
                  </a:lnTo>
                  <a:lnTo>
                    <a:pt x="6" y="4"/>
                  </a:lnTo>
                  <a:lnTo>
                    <a:pt x="4" y="4"/>
                  </a:lnTo>
                  <a:lnTo>
                    <a:pt x="4" y="5"/>
                  </a:lnTo>
                  <a:lnTo>
                    <a:pt x="2" y="7"/>
                  </a:lnTo>
                  <a:lnTo>
                    <a:pt x="0" y="7"/>
                  </a:lnTo>
                  <a:lnTo>
                    <a:pt x="4" y="7"/>
                  </a:lnTo>
                  <a:lnTo>
                    <a:pt x="4" y="7"/>
                  </a:lnTo>
                  <a:lnTo>
                    <a:pt x="4" y="7"/>
                  </a:lnTo>
                  <a:lnTo>
                    <a:pt x="5" y="5"/>
                  </a:lnTo>
                  <a:lnTo>
                    <a:pt x="6" y="4"/>
                  </a:lnTo>
                  <a:lnTo>
                    <a:pt x="7" y="4"/>
                  </a:lnTo>
                  <a:lnTo>
                    <a:pt x="10" y="0"/>
                  </a:lnTo>
                  <a:lnTo>
                    <a:pt x="12" y="0"/>
                  </a:lnTo>
                  <a:lnTo>
                    <a:pt x="14" y="0"/>
                  </a:lnTo>
                  <a:lnTo>
                    <a:pt x="14" y="0"/>
                  </a:lnTo>
                  <a:lnTo>
                    <a:pt x="14"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178" name=""/>
            <p:cNvSpPr/>
            <p:nvPr/>
          </p:nvSpPr>
          <p:spPr>
            <a:xfrm>
              <a:off x="6680160" y="3930480"/>
              <a:ext cx="4680" cy="1800"/>
            </a:xfrm>
            <a:custGeom>
              <a:avLst/>
              <a:gdLst/>
              <a:ahLst/>
              <a:rect l="l" t="t" r="r" b="b"/>
              <a:pathLst>
                <a:path w="3" h="1">
                  <a:moveTo>
                    <a:pt x="0" y="0"/>
                  </a:moveTo>
                  <a:lnTo>
                    <a:pt x="2" y="0"/>
                  </a:lnTo>
                  <a:lnTo>
                    <a:pt x="2" y="0"/>
                  </a:lnTo>
                  <a:lnTo>
                    <a:pt x="2"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179" name=""/>
            <p:cNvSpPr/>
            <p:nvPr/>
          </p:nvSpPr>
          <p:spPr>
            <a:xfrm>
              <a:off x="6781680" y="402912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180" name=""/>
            <p:cNvSpPr/>
            <p:nvPr/>
          </p:nvSpPr>
          <p:spPr>
            <a:xfrm>
              <a:off x="6781680" y="4017960"/>
              <a:ext cx="28800" cy="12600"/>
            </a:xfrm>
            <a:custGeom>
              <a:avLst/>
              <a:gdLst/>
              <a:ahLst/>
              <a:rect l="l" t="t" r="r" b="b"/>
              <a:pathLst>
                <a:path w="18" h="8">
                  <a:moveTo>
                    <a:pt x="17" y="2"/>
                  </a:moveTo>
                  <a:lnTo>
                    <a:pt x="17" y="2"/>
                  </a:lnTo>
                  <a:lnTo>
                    <a:pt x="16" y="1"/>
                  </a:lnTo>
                  <a:lnTo>
                    <a:pt x="11" y="1"/>
                  </a:lnTo>
                  <a:lnTo>
                    <a:pt x="11" y="0"/>
                  </a:lnTo>
                  <a:lnTo>
                    <a:pt x="11" y="0"/>
                  </a:lnTo>
                  <a:lnTo>
                    <a:pt x="10" y="1"/>
                  </a:lnTo>
                  <a:lnTo>
                    <a:pt x="10" y="1"/>
                  </a:lnTo>
                  <a:lnTo>
                    <a:pt x="7" y="1"/>
                  </a:lnTo>
                  <a:lnTo>
                    <a:pt x="7" y="2"/>
                  </a:lnTo>
                  <a:lnTo>
                    <a:pt x="6" y="2"/>
                  </a:lnTo>
                  <a:lnTo>
                    <a:pt x="5" y="2"/>
                  </a:lnTo>
                  <a:lnTo>
                    <a:pt x="2" y="3"/>
                  </a:lnTo>
                  <a:lnTo>
                    <a:pt x="0" y="3"/>
                  </a:lnTo>
                  <a:lnTo>
                    <a:pt x="0" y="7"/>
                  </a:lnTo>
                  <a:lnTo>
                    <a:pt x="0" y="7"/>
                  </a:lnTo>
                  <a:lnTo>
                    <a:pt x="0" y="7"/>
                  </a:lnTo>
                  <a:lnTo>
                    <a:pt x="0" y="7"/>
                  </a:lnTo>
                  <a:lnTo>
                    <a:pt x="0" y="7"/>
                  </a:lnTo>
                  <a:lnTo>
                    <a:pt x="0" y="7"/>
                  </a:lnTo>
                  <a:lnTo>
                    <a:pt x="0" y="7"/>
                  </a:lnTo>
                  <a:lnTo>
                    <a:pt x="0" y="7"/>
                  </a:lnTo>
                  <a:lnTo>
                    <a:pt x="0" y="7"/>
                  </a:lnTo>
                  <a:lnTo>
                    <a:pt x="2" y="7"/>
                  </a:lnTo>
                  <a:lnTo>
                    <a:pt x="5" y="3"/>
                  </a:lnTo>
                  <a:lnTo>
                    <a:pt x="6" y="3"/>
                  </a:lnTo>
                  <a:lnTo>
                    <a:pt x="7" y="3"/>
                  </a:lnTo>
                  <a:lnTo>
                    <a:pt x="7" y="2"/>
                  </a:lnTo>
                  <a:lnTo>
                    <a:pt x="10" y="2"/>
                  </a:lnTo>
                  <a:lnTo>
                    <a:pt x="10" y="2"/>
                  </a:lnTo>
                  <a:lnTo>
                    <a:pt x="11" y="2"/>
                  </a:lnTo>
                  <a:lnTo>
                    <a:pt x="11" y="2"/>
                  </a:lnTo>
                  <a:lnTo>
                    <a:pt x="11" y="2"/>
                  </a:lnTo>
                  <a:lnTo>
                    <a:pt x="16" y="2"/>
                  </a:lnTo>
                  <a:lnTo>
                    <a:pt x="17" y="3"/>
                  </a:lnTo>
                  <a:lnTo>
                    <a:pt x="17" y="3"/>
                  </a:lnTo>
                  <a:lnTo>
                    <a:pt x="17" y="2"/>
                  </a:lnTo>
                  <a:lnTo>
                    <a:pt x="17" y="2"/>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181" name=""/>
            <p:cNvSpPr/>
            <p:nvPr/>
          </p:nvSpPr>
          <p:spPr>
            <a:xfrm>
              <a:off x="6808680" y="4021200"/>
              <a:ext cx="20880" cy="11160"/>
            </a:xfrm>
            <a:custGeom>
              <a:avLst/>
              <a:gdLst/>
              <a:ahLst/>
              <a:rect l="l" t="t" r="r" b="b"/>
              <a:pathLst>
                <a:path w="13" h="7">
                  <a:moveTo>
                    <a:pt x="12" y="6"/>
                  </a:moveTo>
                  <a:lnTo>
                    <a:pt x="12" y="5"/>
                  </a:lnTo>
                  <a:lnTo>
                    <a:pt x="10" y="5"/>
                  </a:lnTo>
                  <a:lnTo>
                    <a:pt x="10" y="5"/>
                  </a:lnTo>
                  <a:lnTo>
                    <a:pt x="10" y="5"/>
                  </a:lnTo>
                  <a:lnTo>
                    <a:pt x="8" y="5"/>
                  </a:lnTo>
                  <a:lnTo>
                    <a:pt x="5" y="5"/>
                  </a:lnTo>
                  <a:lnTo>
                    <a:pt x="3" y="1"/>
                  </a:lnTo>
                  <a:lnTo>
                    <a:pt x="0" y="0"/>
                  </a:lnTo>
                  <a:lnTo>
                    <a:pt x="0" y="1"/>
                  </a:lnTo>
                  <a:lnTo>
                    <a:pt x="3" y="5"/>
                  </a:lnTo>
                  <a:lnTo>
                    <a:pt x="5" y="5"/>
                  </a:lnTo>
                  <a:lnTo>
                    <a:pt x="5" y="5"/>
                  </a:lnTo>
                  <a:lnTo>
                    <a:pt x="10" y="6"/>
                  </a:lnTo>
                  <a:lnTo>
                    <a:pt x="10" y="6"/>
                  </a:lnTo>
                  <a:lnTo>
                    <a:pt x="10" y="6"/>
                  </a:lnTo>
                  <a:lnTo>
                    <a:pt x="12" y="6"/>
                  </a:lnTo>
                  <a:lnTo>
                    <a:pt x="12" y="6"/>
                  </a:lnTo>
                  <a:lnTo>
                    <a:pt x="12" y="6"/>
                  </a:lnTo>
                  <a:lnTo>
                    <a:pt x="12" y="6"/>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182" name=""/>
            <p:cNvSpPr/>
            <p:nvPr/>
          </p:nvSpPr>
          <p:spPr>
            <a:xfrm>
              <a:off x="6808680" y="4021200"/>
              <a:ext cx="1800" cy="3240"/>
            </a:xfrm>
            <a:custGeom>
              <a:avLst/>
              <a:gdLst/>
              <a:ahLst/>
              <a:rect l="l" t="t" r="r" b="b"/>
              <a:pathLst>
                <a:path w="1" h="2">
                  <a:moveTo>
                    <a:pt x="0" y="1"/>
                  </a:moveTo>
                  <a:lnTo>
                    <a:pt x="0" y="1"/>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183" name=""/>
            <p:cNvSpPr/>
            <p:nvPr/>
          </p:nvSpPr>
          <p:spPr>
            <a:xfrm>
              <a:off x="7170840" y="4010040"/>
              <a:ext cx="1440" cy="3240"/>
            </a:xfrm>
            <a:custGeom>
              <a:avLst/>
              <a:gdLst/>
              <a:ahLst/>
              <a:rect l="l" t="t" r="r" b="b"/>
              <a:pathLst>
                <a:path w="1" h="2">
                  <a:moveTo>
                    <a:pt x="0" y="0"/>
                  </a:moveTo>
                  <a:lnTo>
                    <a:pt x="0" y="0"/>
                  </a:lnTo>
                  <a:lnTo>
                    <a:pt x="0" y="1"/>
                  </a:lnTo>
                  <a:lnTo>
                    <a:pt x="0" y="1"/>
                  </a:lnTo>
                  <a:lnTo>
                    <a:pt x="0"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184" name=""/>
            <p:cNvSpPr/>
            <p:nvPr/>
          </p:nvSpPr>
          <p:spPr>
            <a:xfrm>
              <a:off x="7170840" y="3987720"/>
              <a:ext cx="6120" cy="23760"/>
            </a:xfrm>
            <a:custGeom>
              <a:avLst/>
              <a:gdLst/>
              <a:ahLst/>
              <a:rect l="l" t="t" r="r" b="b"/>
              <a:pathLst>
                <a:path w="4" h="15">
                  <a:moveTo>
                    <a:pt x="3" y="0"/>
                  </a:moveTo>
                  <a:lnTo>
                    <a:pt x="3" y="0"/>
                  </a:lnTo>
                  <a:lnTo>
                    <a:pt x="3" y="2"/>
                  </a:lnTo>
                  <a:lnTo>
                    <a:pt x="2" y="6"/>
                  </a:lnTo>
                  <a:lnTo>
                    <a:pt x="2" y="8"/>
                  </a:lnTo>
                  <a:lnTo>
                    <a:pt x="2" y="11"/>
                  </a:lnTo>
                  <a:lnTo>
                    <a:pt x="0" y="13"/>
                  </a:lnTo>
                  <a:lnTo>
                    <a:pt x="0" y="14"/>
                  </a:lnTo>
                  <a:lnTo>
                    <a:pt x="0" y="14"/>
                  </a:lnTo>
                  <a:lnTo>
                    <a:pt x="0" y="14"/>
                  </a:lnTo>
                  <a:lnTo>
                    <a:pt x="0" y="14"/>
                  </a:lnTo>
                  <a:lnTo>
                    <a:pt x="0" y="14"/>
                  </a:lnTo>
                  <a:lnTo>
                    <a:pt x="2" y="14"/>
                  </a:lnTo>
                  <a:lnTo>
                    <a:pt x="2" y="13"/>
                  </a:lnTo>
                  <a:lnTo>
                    <a:pt x="2" y="12"/>
                  </a:lnTo>
                  <a:lnTo>
                    <a:pt x="2" y="8"/>
                  </a:lnTo>
                  <a:lnTo>
                    <a:pt x="3" y="6"/>
                  </a:lnTo>
                  <a:lnTo>
                    <a:pt x="3" y="2"/>
                  </a:lnTo>
                  <a:lnTo>
                    <a:pt x="3" y="0"/>
                  </a:lnTo>
                  <a:lnTo>
                    <a:pt x="3" y="0"/>
                  </a:lnTo>
                  <a:lnTo>
                    <a:pt x="3" y="0"/>
                  </a:lnTo>
                  <a:lnTo>
                    <a:pt x="3"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185" name=""/>
            <p:cNvSpPr/>
            <p:nvPr/>
          </p:nvSpPr>
          <p:spPr>
            <a:xfrm>
              <a:off x="7175520" y="3956040"/>
              <a:ext cx="9360" cy="33480"/>
            </a:xfrm>
            <a:custGeom>
              <a:avLst/>
              <a:gdLst/>
              <a:ahLst/>
              <a:rect l="l" t="t" r="r" b="b"/>
              <a:pathLst>
                <a:path w="6" h="21">
                  <a:moveTo>
                    <a:pt x="4" y="0"/>
                  </a:moveTo>
                  <a:lnTo>
                    <a:pt x="4" y="2"/>
                  </a:lnTo>
                  <a:lnTo>
                    <a:pt x="4" y="6"/>
                  </a:lnTo>
                  <a:lnTo>
                    <a:pt x="4" y="8"/>
                  </a:lnTo>
                  <a:lnTo>
                    <a:pt x="2" y="12"/>
                  </a:lnTo>
                  <a:lnTo>
                    <a:pt x="2" y="13"/>
                  </a:lnTo>
                  <a:lnTo>
                    <a:pt x="0" y="15"/>
                  </a:lnTo>
                  <a:lnTo>
                    <a:pt x="0" y="18"/>
                  </a:lnTo>
                  <a:lnTo>
                    <a:pt x="0" y="20"/>
                  </a:lnTo>
                  <a:lnTo>
                    <a:pt x="0" y="20"/>
                  </a:lnTo>
                  <a:lnTo>
                    <a:pt x="0" y="18"/>
                  </a:lnTo>
                  <a:lnTo>
                    <a:pt x="2" y="15"/>
                  </a:lnTo>
                  <a:lnTo>
                    <a:pt x="3" y="13"/>
                  </a:lnTo>
                  <a:lnTo>
                    <a:pt x="4" y="12"/>
                  </a:lnTo>
                  <a:lnTo>
                    <a:pt x="5" y="10"/>
                  </a:lnTo>
                  <a:lnTo>
                    <a:pt x="5" y="6"/>
                  </a:lnTo>
                  <a:lnTo>
                    <a:pt x="5" y="2"/>
                  </a:lnTo>
                  <a:lnTo>
                    <a:pt x="5" y="0"/>
                  </a:lnTo>
                  <a:lnTo>
                    <a:pt x="4" y="0"/>
                  </a:lnTo>
                  <a:lnTo>
                    <a:pt x="4" y="0"/>
                  </a:lnTo>
                </a:path>
              </a:pathLst>
            </a:custGeom>
            <a:solidFill>
              <a:srgbClr val="ffc0b6"/>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3186" name=""/>
            <p:cNvSpPr/>
            <p:nvPr/>
          </p:nvSpPr>
          <p:spPr>
            <a:xfrm>
              <a:off x="7175520" y="3987720"/>
              <a:ext cx="144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187" name=""/>
            <p:cNvSpPr/>
            <p:nvPr/>
          </p:nvSpPr>
          <p:spPr>
            <a:xfrm>
              <a:off x="7277040" y="3975120"/>
              <a:ext cx="7920" cy="1440"/>
            </a:xfrm>
            <a:custGeom>
              <a:avLst/>
              <a:gdLst/>
              <a:ahLst/>
              <a:rect l="l" t="t" r="r" b="b"/>
              <a:pathLst>
                <a:path w="5" h="1">
                  <a:moveTo>
                    <a:pt x="0" y="0"/>
                  </a:moveTo>
                  <a:lnTo>
                    <a:pt x="0" y="0"/>
                  </a:lnTo>
                  <a:lnTo>
                    <a:pt x="0" y="0"/>
                  </a:lnTo>
                  <a:lnTo>
                    <a:pt x="4" y="0"/>
                  </a:lnTo>
                  <a:lnTo>
                    <a:pt x="4"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188" name=""/>
            <p:cNvSpPr/>
            <p:nvPr/>
          </p:nvSpPr>
          <p:spPr>
            <a:xfrm>
              <a:off x="7277040" y="3951360"/>
              <a:ext cx="12600" cy="25200"/>
            </a:xfrm>
            <a:custGeom>
              <a:avLst/>
              <a:gdLst/>
              <a:ahLst/>
              <a:rect l="l" t="t" r="r" b="b"/>
              <a:pathLst>
                <a:path w="8" h="16">
                  <a:moveTo>
                    <a:pt x="7" y="0"/>
                  </a:moveTo>
                  <a:lnTo>
                    <a:pt x="7" y="0"/>
                  </a:lnTo>
                  <a:lnTo>
                    <a:pt x="7" y="1"/>
                  </a:lnTo>
                  <a:lnTo>
                    <a:pt x="7" y="3"/>
                  </a:lnTo>
                  <a:lnTo>
                    <a:pt x="6" y="4"/>
                  </a:lnTo>
                  <a:lnTo>
                    <a:pt x="6" y="9"/>
                  </a:lnTo>
                  <a:lnTo>
                    <a:pt x="5" y="9"/>
                  </a:lnTo>
                  <a:lnTo>
                    <a:pt x="4" y="13"/>
                  </a:lnTo>
                  <a:lnTo>
                    <a:pt x="0" y="13"/>
                  </a:lnTo>
                  <a:lnTo>
                    <a:pt x="0" y="15"/>
                  </a:lnTo>
                  <a:lnTo>
                    <a:pt x="4" y="15"/>
                  </a:lnTo>
                  <a:lnTo>
                    <a:pt x="4" y="15"/>
                  </a:lnTo>
                  <a:lnTo>
                    <a:pt x="4" y="13"/>
                  </a:lnTo>
                  <a:lnTo>
                    <a:pt x="5" y="9"/>
                  </a:lnTo>
                  <a:lnTo>
                    <a:pt x="6" y="9"/>
                  </a:lnTo>
                  <a:lnTo>
                    <a:pt x="7" y="4"/>
                  </a:lnTo>
                  <a:lnTo>
                    <a:pt x="7" y="3"/>
                  </a:lnTo>
                  <a:lnTo>
                    <a:pt x="7" y="1"/>
                  </a:lnTo>
                  <a:lnTo>
                    <a:pt x="7" y="0"/>
                  </a:lnTo>
                  <a:lnTo>
                    <a:pt x="7" y="0"/>
                  </a:lnTo>
                  <a:lnTo>
                    <a:pt x="7" y="0"/>
                  </a:lnTo>
                  <a:lnTo>
                    <a:pt x="7" y="0"/>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3189" name=""/>
            <p:cNvSpPr/>
            <p:nvPr/>
          </p:nvSpPr>
          <p:spPr>
            <a:xfrm>
              <a:off x="7286760" y="3932280"/>
              <a:ext cx="2880" cy="20520"/>
            </a:xfrm>
            <a:custGeom>
              <a:avLst/>
              <a:gdLst/>
              <a:ahLst/>
              <a:rect l="l" t="t" r="r" b="b"/>
              <a:pathLst>
                <a:path w="2" h="13">
                  <a:moveTo>
                    <a:pt x="1" y="0"/>
                  </a:moveTo>
                  <a:lnTo>
                    <a:pt x="1" y="3"/>
                  </a:lnTo>
                  <a:lnTo>
                    <a:pt x="1" y="3"/>
                  </a:lnTo>
                  <a:lnTo>
                    <a:pt x="1" y="4"/>
                  </a:lnTo>
                  <a:lnTo>
                    <a:pt x="0" y="5"/>
                  </a:lnTo>
                  <a:lnTo>
                    <a:pt x="0" y="10"/>
                  </a:lnTo>
                  <a:lnTo>
                    <a:pt x="0" y="10"/>
                  </a:lnTo>
                  <a:lnTo>
                    <a:pt x="0" y="11"/>
                  </a:lnTo>
                  <a:lnTo>
                    <a:pt x="1" y="12"/>
                  </a:lnTo>
                  <a:lnTo>
                    <a:pt x="1" y="12"/>
                  </a:lnTo>
                  <a:lnTo>
                    <a:pt x="1" y="10"/>
                  </a:lnTo>
                  <a:lnTo>
                    <a:pt x="1" y="10"/>
                  </a:lnTo>
                  <a:lnTo>
                    <a:pt x="1" y="10"/>
                  </a:lnTo>
                  <a:lnTo>
                    <a:pt x="1" y="6"/>
                  </a:lnTo>
                  <a:lnTo>
                    <a:pt x="1" y="4"/>
                  </a:lnTo>
                  <a:lnTo>
                    <a:pt x="1" y="4"/>
                  </a:lnTo>
                  <a:lnTo>
                    <a:pt x="1" y="3"/>
                  </a:lnTo>
                  <a:lnTo>
                    <a:pt x="1" y="3"/>
                  </a:lnTo>
                  <a:lnTo>
                    <a:pt x="1" y="0"/>
                  </a:lnTo>
                  <a:lnTo>
                    <a:pt x="1"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190" name=""/>
            <p:cNvSpPr/>
            <p:nvPr/>
          </p:nvSpPr>
          <p:spPr>
            <a:xfrm>
              <a:off x="7288200" y="395136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191" name=""/>
            <p:cNvSpPr/>
            <p:nvPr/>
          </p:nvSpPr>
          <p:spPr>
            <a:xfrm>
              <a:off x="7277040" y="3925800"/>
              <a:ext cx="7920" cy="1800"/>
            </a:xfrm>
            <a:custGeom>
              <a:avLst/>
              <a:gdLst/>
              <a:ahLst/>
              <a:rect l="l" t="t" r="r" b="b"/>
              <a:pathLst>
                <a:path w="5" h="1">
                  <a:moveTo>
                    <a:pt x="0" y="0"/>
                  </a:moveTo>
                  <a:lnTo>
                    <a:pt x="0" y="0"/>
                  </a:lnTo>
                  <a:lnTo>
                    <a:pt x="0" y="0"/>
                  </a:lnTo>
                  <a:lnTo>
                    <a:pt x="4" y="0"/>
                  </a:lnTo>
                  <a:lnTo>
                    <a:pt x="4"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192" name=""/>
            <p:cNvSpPr/>
            <p:nvPr/>
          </p:nvSpPr>
          <p:spPr>
            <a:xfrm>
              <a:off x="7277040" y="3903840"/>
              <a:ext cx="9720" cy="23760"/>
            </a:xfrm>
            <a:custGeom>
              <a:avLst/>
              <a:gdLst/>
              <a:ahLst/>
              <a:rect l="l" t="t" r="r" b="b"/>
              <a:pathLst>
                <a:path w="6" h="15">
                  <a:moveTo>
                    <a:pt x="4" y="0"/>
                  </a:moveTo>
                  <a:lnTo>
                    <a:pt x="4" y="4"/>
                  </a:lnTo>
                  <a:lnTo>
                    <a:pt x="4" y="10"/>
                  </a:lnTo>
                  <a:lnTo>
                    <a:pt x="0" y="10"/>
                  </a:lnTo>
                  <a:lnTo>
                    <a:pt x="0" y="14"/>
                  </a:lnTo>
                  <a:lnTo>
                    <a:pt x="4" y="14"/>
                  </a:lnTo>
                  <a:lnTo>
                    <a:pt x="4" y="10"/>
                  </a:lnTo>
                  <a:lnTo>
                    <a:pt x="5" y="10"/>
                  </a:lnTo>
                  <a:lnTo>
                    <a:pt x="5" y="4"/>
                  </a:lnTo>
                  <a:lnTo>
                    <a:pt x="5" y="0"/>
                  </a:lnTo>
                  <a:lnTo>
                    <a:pt x="4" y="0"/>
                  </a:lnTo>
                  <a:lnTo>
                    <a:pt x="4"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193" name=""/>
            <p:cNvSpPr/>
            <p:nvPr/>
          </p:nvSpPr>
          <p:spPr>
            <a:xfrm>
              <a:off x="7277040" y="3925800"/>
              <a:ext cx="7920" cy="1800"/>
            </a:xfrm>
            <a:custGeom>
              <a:avLst/>
              <a:gdLst/>
              <a:ahLst/>
              <a:rect l="l" t="t" r="r" b="b"/>
              <a:pathLst>
                <a:path w="5" h="1">
                  <a:moveTo>
                    <a:pt x="4" y="0"/>
                  </a:moveTo>
                  <a:lnTo>
                    <a:pt x="4" y="0"/>
                  </a:lnTo>
                  <a:lnTo>
                    <a:pt x="0" y="0"/>
                  </a:lnTo>
                  <a:lnTo>
                    <a:pt x="0" y="0"/>
                  </a:lnTo>
                  <a:lnTo>
                    <a:pt x="0" y="0"/>
                  </a:lnTo>
                  <a:lnTo>
                    <a:pt x="4" y="0"/>
                  </a:lnTo>
                  <a:lnTo>
                    <a:pt x="4"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194" name=""/>
            <p:cNvSpPr/>
            <p:nvPr/>
          </p:nvSpPr>
          <p:spPr>
            <a:xfrm>
              <a:off x="7323120" y="3938760"/>
              <a:ext cx="1440" cy="2880"/>
            </a:xfrm>
            <a:custGeom>
              <a:avLst/>
              <a:gdLst/>
              <a:ahLst/>
              <a:rect l="l" t="t" r="r" b="b"/>
              <a:pathLst>
                <a:path w="1" h="2">
                  <a:moveTo>
                    <a:pt x="0" y="0"/>
                  </a:moveTo>
                  <a:lnTo>
                    <a:pt x="0" y="1"/>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195" name=""/>
            <p:cNvSpPr/>
            <p:nvPr/>
          </p:nvSpPr>
          <p:spPr>
            <a:xfrm>
              <a:off x="7323120" y="3919680"/>
              <a:ext cx="7920" cy="21960"/>
            </a:xfrm>
            <a:custGeom>
              <a:avLst/>
              <a:gdLst/>
              <a:ahLst/>
              <a:rect l="l" t="t" r="r" b="b"/>
              <a:pathLst>
                <a:path w="5" h="14">
                  <a:moveTo>
                    <a:pt x="4" y="0"/>
                  </a:moveTo>
                  <a:lnTo>
                    <a:pt x="4" y="0"/>
                  </a:lnTo>
                  <a:lnTo>
                    <a:pt x="4" y="0"/>
                  </a:lnTo>
                  <a:lnTo>
                    <a:pt x="4" y="4"/>
                  </a:lnTo>
                  <a:lnTo>
                    <a:pt x="4" y="6"/>
                  </a:lnTo>
                  <a:lnTo>
                    <a:pt x="0" y="7"/>
                  </a:lnTo>
                  <a:lnTo>
                    <a:pt x="0" y="8"/>
                  </a:lnTo>
                  <a:lnTo>
                    <a:pt x="0" y="11"/>
                  </a:lnTo>
                  <a:lnTo>
                    <a:pt x="0" y="12"/>
                  </a:lnTo>
                  <a:lnTo>
                    <a:pt x="0" y="12"/>
                  </a:lnTo>
                  <a:lnTo>
                    <a:pt x="0" y="13"/>
                  </a:lnTo>
                  <a:lnTo>
                    <a:pt x="0" y="12"/>
                  </a:lnTo>
                  <a:lnTo>
                    <a:pt x="3" y="12"/>
                  </a:lnTo>
                  <a:lnTo>
                    <a:pt x="4" y="8"/>
                  </a:lnTo>
                  <a:lnTo>
                    <a:pt x="4" y="7"/>
                  </a:lnTo>
                  <a:lnTo>
                    <a:pt x="4" y="6"/>
                  </a:lnTo>
                  <a:lnTo>
                    <a:pt x="4" y="4"/>
                  </a:lnTo>
                  <a:lnTo>
                    <a:pt x="4" y="0"/>
                  </a:lnTo>
                  <a:lnTo>
                    <a:pt x="4" y="0"/>
                  </a:lnTo>
                  <a:lnTo>
                    <a:pt x="4" y="0"/>
                  </a:lnTo>
                  <a:lnTo>
                    <a:pt x="4" y="0"/>
                  </a:lnTo>
                  <a:lnTo>
                    <a:pt x="4" y="0"/>
                  </a:lnTo>
                </a:path>
              </a:pathLst>
            </a:custGeom>
            <a:solidFill>
              <a:srgbClr val="ffc0b6"/>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3196" name=""/>
            <p:cNvSpPr/>
            <p:nvPr/>
          </p:nvSpPr>
          <p:spPr>
            <a:xfrm>
              <a:off x="7327800" y="3903840"/>
              <a:ext cx="3240" cy="17280"/>
            </a:xfrm>
            <a:custGeom>
              <a:avLst/>
              <a:gdLst/>
              <a:ahLst/>
              <a:rect l="l" t="t" r="r" b="b"/>
              <a:pathLst>
                <a:path w="2" h="11">
                  <a:moveTo>
                    <a:pt x="1" y="0"/>
                  </a:moveTo>
                  <a:lnTo>
                    <a:pt x="1" y="0"/>
                  </a:lnTo>
                  <a:lnTo>
                    <a:pt x="1" y="4"/>
                  </a:lnTo>
                  <a:lnTo>
                    <a:pt x="0" y="9"/>
                  </a:lnTo>
                  <a:lnTo>
                    <a:pt x="1" y="10"/>
                  </a:lnTo>
                  <a:lnTo>
                    <a:pt x="1" y="10"/>
                  </a:lnTo>
                  <a:lnTo>
                    <a:pt x="1" y="9"/>
                  </a:lnTo>
                  <a:lnTo>
                    <a:pt x="1" y="4"/>
                  </a:lnTo>
                  <a:lnTo>
                    <a:pt x="1" y="2"/>
                  </a:lnTo>
                  <a:lnTo>
                    <a:pt x="1" y="0"/>
                  </a:lnTo>
                  <a:lnTo>
                    <a:pt x="1" y="0"/>
                  </a:lnTo>
                  <a:lnTo>
                    <a:pt x="1" y="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3197" name=""/>
            <p:cNvSpPr/>
            <p:nvPr/>
          </p:nvSpPr>
          <p:spPr>
            <a:xfrm>
              <a:off x="7329600" y="391968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198" name=""/>
            <p:cNvSpPr/>
            <p:nvPr/>
          </p:nvSpPr>
          <p:spPr>
            <a:xfrm>
              <a:off x="7329600" y="3871800"/>
              <a:ext cx="1440" cy="5040"/>
            </a:xfrm>
            <a:custGeom>
              <a:avLst/>
              <a:gdLst/>
              <a:ahLst/>
              <a:rect l="l" t="t" r="r" b="b"/>
              <a:pathLst>
                <a:path w="1" h="3">
                  <a:moveTo>
                    <a:pt x="0" y="0"/>
                  </a:moveTo>
                  <a:lnTo>
                    <a:pt x="0" y="0"/>
                  </a:lnTo>
                  <a:lnTo>
                    <a:pt x="0" y="1"/>
                  </a:lnTo>
                  <a:lnTo>
                    <a:pt x="0" y="2"/>
                  </a:lnTo>
                  <a:lnTo>
                    <a:pt x="0" y="1"/>
                  </a:lnTo>
                  <a:lnTo>
                    <a:pt x="0" y="0"/>
                  </a:lnTo>
                  <a:lnTo>
                    <a:pt x="0"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199" name=""/>
            <p:cNvSpPr/>
            <p:nvPr/>
          </p:nvSpPr>
          <p:spPr>
            <a:xfrm>
              <a:off x="7329600" y="3857760"/>
              <a:ext cx="11160" cy="17280"/>
            </a:xfrm>
            <a:custGeom>
              <a:avLst/>
              <a:gdLst/>
              <a:ahLst/>
              <a:rect l="l" t="t" r="r" b="b"/>
              <a:pathLst>
                <a:path w="7" h="11">
                  <a:moveTo>
                    <a:pt x="0" y="0"/>
                  </a:moveTo>
                  <a:lnTo>
                    <a:pt x="0" y="4"/>
                  </a:lnTo>
                  <a:lnTo>
                    <a:pt x="1" y="4"/>
                  </a:lnTo>
                  <a:lnTo>
                    <a:pt x="1" y="7"/>
                  </a:lnTo>
                  <a:lnTo>
                    <a:pt x="1" y="8"/>
                  </a:lnTo>
                  <a:lnTo>
                    <a:pt x="0" y="8"/>
                  </a:lnTo>
                  <a:lnTo>
                    <a:pt x="0" y="9"/>
                  </a:lnTo>
                  <a:lnTo>
                    <a:pt x="0" y="9"/>
                  </a:lnTo>
                  <a:lnTo>
                    <a:pt x="0" y="9"/>
                  </a:lnTo>
                  <a:lnTo>
                    <a:pt x="0" y="10"/>
                  </a:lnTo>
                  <a:lnTo>
                    <a:pt x="0" y="9"/>
                  </a:lnTo>
                  <a:lnTo>
                    <a:pt x="3" y="9"/>
                  </a:lnTo>
                  <a:lnTo>
                    <a:pt x="5" y="9"/>
                  </a:lnTo>
                  <a:lnTo>
                    <a:pt x="5" y="8"/>
                  </a:lnTo>
                  <a:lnTo>
                    <a:pt x="6" y="7"/>
                  </a:lnTo>
                  <a:lnTo>
                    <a:pt x="6" y="4"/>
                  </a:lnTo>
                  <a:lnTo>
                    <a:pt x="5" y="4"/>
                  </a:lnTo>
                  <a:lnTo>
                    <a:pt x="0" y="0"/>
                  </a:lnTo>
                  <a:lnTo>
                    <a:pt x="0" y="0"/>
                  </a:lnTo>
                  <a:lnTo>
                    <a:pt x="0" y="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3200" name=""/>
            <p:cNvSpPr/>
            <p:nvPr/>
          </p:nvSpPr>
          <p:spPr>
            <a:xfrm>
              <a:off x="7329600" y="3871800"/>
              <a:ext cx="144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201" name=""/>
            <p:cNvSpPr/>
            <p:nvPr/>
          </p:nvSpPr>
          <p:spPr>
            <a:xfrm>
              <a:off x="7353360" y="3868560"/>
              <a:ext cx="3240" cy="1800"/>
            </a:xfrm>
            <a:custGeom>
              <a:avLst/>
              <a:gdLst/>
              <a:ahLst/>
              <a:rect l="l" t="t" r="r" b="b"/>
              <a:pathLst>
                <a:path w="2" h="1">
                  <a:moveTo>
                    <a:pt x="0" y="0"/>
                  </a:moveTo>
                  <a:lnTo>
                    <a:pt x="0" y="0"/>
                  </a:lnTo>
                  <a:lnTo>
                    <a:pt x="0"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202" name=""/>
            <p:cNvSpPr/>
            <p:nvPr/>
          </p:nvSpPr>
          <p:spPr>
            <a:xfrm>
              <a:off x="7353360" y="3851280"/>
              <a:ext cx="12600" cy="19080"/>
            </a:xfrm>
            <a:custGeom>
              <a:avLst/>
              <a:gdLst/>
              <a:ahLst/>
              <a:rect l="l" t="t" r="r" b="b"/>
              <a:pathLst>
                <a:path w="8" h="12">
                  <a:moveTo>
                    <a:pt x="5" y="0"/>
                  </a:moveTo>
                  <a:lnTo>
                    <a:pt x="5" y="0"/>
                  </a:lnTo>
                  <a:lnTo>
                    <a:pt x="5" y="2"/>
                  </a:lnTo>
                  <a:lnTo>
                    <a:pt x="4" y="3"/>
                  </a:lnTo>
                  <a:lnTo>
                    <a:pt x="1" y="4"/>
                  </a:lnTo>
                  <a:lnTo>
                    <a:pt x="1" y="8"/>
                  </a:lnTo>
                  <a:lnTo>
                    <a:pt x="1" y="10"/>
                  </a:lnTo>
                  <a:lnTo>
                    <a:pt x="0" y="11"/>
                  </a:lnTo>
                  <a:lnTo>
                    <a:pt x="0" y="11"/>
                  </a:lnTo>
                  <a:lnTo>
                    <a:pt x="1" y="11"/>
                  </a:lnTo>
                  <a:lnTo>
                    <a:pt x="1" y="11"/>
                  </a:lnTo>
                  <a:lnTo>
                    <a:pt x="1" y="10"/>
                  </a:lnTo>
                  <a:lnTo>
                    <a:pt x="1" y="8"/>
                  </a:lnTo>
                  <a:lnTo>
                    <a:pt x="5" y="4"/>
                  </a:lnTo>
                  <a:lnTo>
                    <a:pt x="5" y="3"/>
                  </a:lnTo>
                  <a:lnTo>
                    <a:pt x="7" y="2"/>
                  </a:lnTo>
                  <a:lnTo>
                    <a:pt x="7" y="0"/>
                  </a:lnTo>
                  <a:lnTo>
                    <a:pt x="7" y="0"/>
                  </a:lnTo>
                  <a:lnTo>
                    <a:pt x="5" y="0"/>
                  </a:lnTo>
                  <a:lnTo>
                    <a:pt x="5"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203" name=""/>
            <p:cNvSpPr/>
            <p:nvPr/>
          </p:nvSpPr>
          <p:spPr>
            <a:xfrm>
              <a:off x="7353360" y="3868560"/>
              <a:ext cx="3240" cy="1800"/>
            </a:xfrm>
            <a:custGeom>
              <a:avLst/>
              <a:gdLst/>
              <a:ahLst/>
              <a:rect l="l" t="t" r="r" b="b"/>
              <a:pathLst>
                <a:path w="2" h="1">
                  <a:moveTo>
                    <a:pt x="1" y="0"/>
                  </a:moveTo>
                  <a:lnTo>
                    <a:pt x="1" y="0"/>
                  </a:lnTo>
                  <a:lnTo>
                    <a:pt x="0" y="0"/>
                  </a:lnTo>
                  <a:lnTo>
                    <a:pt x="0"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204" name=""/>
            <p:cNvSpPr/>
            <p:nvPr/>
          </p:nvSpPr>
          <p:spPr>
            <a:xfrm>
              <a:off x="7236000" y="3971880"/>
              <a:ext cx="7920" cy="1800"/>
            </a:xfrm>
            <a:custGeom>
              <a:avLst/>
              <a:gdLst/>
              <a:ahLst/>
              <a:rect l="l" t="t" r="r" b="b"/>
              <a:pathLst>
                <a:path w="5" h="1">
                  <a:moveTo>
                    <a:pt x="1" y="0"/>
                  </a:moveTo>
                  <a:lnTo>
                    <a:pt x="0" y="0"/>
                  </a:lnTo>
                  <a:lnTo>
                    <a:pt x="1" y="0"/>
                  </a:lnTo>
                  <a:lnTo>
                    <a:pt x="1" y="0"/>
                  </a:lnTo>
                  <a:lnTo>
                    <a:pt x="4" y="0"/>
                  </a:lnTo>
                  <a:lnTo>
                    <a:pt x="1" y="0"/>
                  </a:lnTo>
                  <a:lnTo>
                    <a:pt x="1"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205" name=""/>
            <p:cNvSpPr/>
            <p:nvPr/>
          </p:nvSpPr>
          <p:spPr>
            <a:xfrm>
              <a:off x="7237440" y="3948120"/>
              <a:ext cx="11160" cy="25560"/>
            </a:xfrm>
            <a:custGeom>
              <a:avLst/>
              <a:gdLst/>
              <a:ahLst/>
              <a:rect l="l" t="t" r="r" b="b"/>
              <a:pathLst>
                <a:path w="7" h="16">
                  <a:moveTo>
                    <a:pt x="3" y="0"/>
                  </a:moveTo>
                  <a:lnTo>
                    <a:pt x="4" y="2"/>
                  </a:lnTo>
                  <a:lnTo>
                    <a:pt x="3" y="5"/>
                  </a:lnTo>
                  <a:lnTo>
                    <a:pt x="3" y="5"/>
                  </a:lnTo>
                  <a:lnTo>
                    <a:pt x="3" y="7"/>
                  </a:lnTo>
                  <a:lnTo>
                    <a:pt x="3" y="11"/>
                  </a:lnTo>
                  <a:lnTo>
                    <a:pt x="3" y="11"/>
                  </a:lnTo>
                  <a:lnTo>
                    <a:pt x="0" y="15"/>
                  </a:lnTo>
                  <a:lnTo>
                    <a:pt x="0" y="15"/>
                  </a:lnTo>
                  <a:lnTo>
                    <a:pt x="3" y="15"/>
                  </a:lnTo>
                  <a:lnTo>
                    <a:pt x="3" y="15"/>
                  </a:lnTo>
                  <a:lnTo>
                    <a:pt x="3" y="13"/>
                  </a:lnTo>
                  <a:lnTo>
                    <a:pt x="3" y="11"/>
                  </a:lnTo>
                  <a:lnTo>
                    <a:pt x="3" y="11"/>
                  </a:lnTo>
                  <a:lnTo>
                    <a:pt x="6" y="5"/>
                  </a:lnTo>
                  <a:lnTo>
                    <a:pt x="6" y="5"/>
                  </a:lnTo>
                  <a:lnTo>
                    <a:pt x="6" y="2"/>
                  </a:lnTo>
                  <a:lnTo>
                    <a:pt x="6" y="0"/>
                  </a:lnTo>
                  <a:lnTo>
                    <a:pt x="3" y="0"/>
                  </a:lnTo>
                  <a:lnTo>
                    <a:pt x="3" y="0"/>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3206" name=""/>
            <p:cNvSpPr/>
            <p:nvPr/>
          </p:nvSpPr>
          <p:spPr>
            <a:xfrm>
              <a:off x="7236000" y="3971880"/>
              <a:ext cx="7920" cy="1800"/>
            </a:xfrm>
            <a:custGeom>
              <a:avLst/>
              <a:gdLst/>
              <a:ahLst/>
              <a:rect l="l" t="t" r="r" b="b"/>
              <a:pathLst>
                <a:path w="5" h="1">
                  <a:moveTo>
                    <a:pt x="4" y="0"/>
                  </a:moveTo>
                  <a:lnTo>
                    <a:pt x="4" y="0"/>
                  </a:lnTo>
                  <a:lnTo>
                    <a:pt x="1" y="0"/>
                  </a:lnTo>
                  <a:lnTo>
                    <a:pt x="1" y="0"/>
                  </a:lnTo>
                  <a:lnTo>
                    <a:pt x="0" y="0"/>
                  </a:lnTo>
                  <a:lnTo>
                    <a:pt x="4" y="0"/>
                  </a:lnTo>
                  <a:lnTo>
                    <a:pt x="4"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207" name=""/>
            <p:cNvSpPr/>
            <p:nvPr/>
          </p:nvSpPr>
          <p:spPr>
            <a:xfrm>
              <a:off x="7373880" y="399744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208" name=""/>
            <p:cNvSpPr/>
            <p:nvPr/>
          </p:nvSpPr>
          <p:spPr>
            <a:xfrm>
              <a:off x="7373880" y="3987720"/>
              <a:ext cx="15840" cy="11160"/>
            </a:xfrm>
            <a:custGeom>
              <a:avLst/>
              <a:gdLst/>
              <a:ahLst/>
              <a:rect l="l" t="t" r="r" b="b"/>
              <a:pathLst>
                <a:path w="10" h="7">
                  <a:moveTo>
                    <a:pt x="7" y="0"/>
                  </a:moveTo>
                  <a:lnTo>
                    <a:pt x="7" y="0"/>
                  </a:lnTo>
                  <a:lnTo>
                    <a:pt x="7" y="1"/>
                  </a:lnTo>
                  <a:lnTo>
                    <a:pt x="6" y="1"/>
                  </a:lnTo>
                  <a:lnTo>
                    <a:pt x="4" y="2"/>
                  </a:lnTo>
                  <a:lnTo>
                    <a:pt x="3" y="6"/>
                  </a:lnTo>
                  <a:lnTo>
                    <a:pt x="3" y="6"/>
                  </a:lnTo>
                  <a:lnTo>
                    <a:pt x="0" y="6"/>
                  </a:lnTo>
                  <a:lnTo>
                    <a:pt x="0" y="6"/>
                  </a:lnTo>
                  <a:lnTo>
                    <a:pt x="0" y="6"/>
                  </a:lnTo>
                  <a:lnTo>
                    <a:pt x="0" y="6"/>
                  </a:lnTo>
                  <a:lnTo>
                    <a:pt x="0" y="6"/>
                  </a:lnTo>
                  <a:lnTo>
                    <a:pt x="0" y="6"/>
                  </a:lnTo>
                  <a:lnTo>
                    <a:pt x="3" y="6"/>
                  </a:lnTo>
                  <a:lnTo>
                    <a:pt x="3" y="6"/>
                  </a:lnTo>
                  <a:lnTo>
                    <a:pt x="6" y="6"/>
                  </a:lnTo>
                  <a:lnTo>
                    <a:pt x="7" y="2"/>
                  </a:lnTo>
                  <a:lnTo>
                    <a:pt x="7" y="1"/>
                  </a:lnTo>
                  <a:lnTo>
                    <a:pt x="8" y="0"/>
                  </a:lnTo>
                  <a:lnTo>
                    <a:pt x="9" y="0"/>
                  </a:lnTo>
                  <a:lnTo>
                    <a:pt x="7" y="0"/>
                  </a:lnTo>
                  <a:lnTo>
                    <a:pt x="7"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209" name=""/>
            <p:cNvSpPr/>
            <p:nvPr/>
          </p:nvSpPr>
          <p:spPr>
            <a:xfrm>
              <a:off x="7385040" y="3965400"/>
              <a:ext cx="15840" cy="24120"/>
            </a:xfrm>
            <a:custGeom>
              <a:avLst/>
              <a:gdLst/>
              <a:ahLst/>
              <a:rect l="l" t="t" r="r" b="b"/>
              <a:pathLst>
                <a:path w="10" h="15">
                  <a:moveTo>
                    <a:pt x="9" y="0"/>
                  </a:moveTo>
                  <a:lnTo>
                    <a:pt x="9" y="4"/>
                  </a:lnTo>
                  <a:lnTo>
                    <a:pt x="4" y="4"/>
                  </a:lnTo>
                  <a:lnTo>
                    <a:pt x="3" y="6"/>
                  </a:lnTo>
                  <a:lnTo>
                    <a:pt x="3" y="7"/>
                  </a:lnTo>
                  <a:lnTo>
                    <a:pt x="2" y="7"/>
                  </a:lnTo>
                  <a:lnTo>
                    <a:pt x="2" y="9"/>
                  </a:lnTo>
                  <a:lnTo>
                    <a:pt x="1" y="11"/>
                  </a:lnTo>
                  <a:lnTo>
                    <a:pt x="0" y="14"/>
                  </a:lnTo>
                  <a:lnTo>
                    <a:pt x="2" y="14"/>
                  </a:lnTo>
                  <a:lnTo>
                    <a:pt x="2" y="12"/>
                  </a:lnTo>
                  <a:lnTo>
                    <a:pt x="2" y="9"/>
                  </a:lnTo>
                  <a:lnTo>
                    <a:pt x="3" y="9"/>
                  </a:lnTo>
                  <a:lnTo>
                    <a:pt x="3" y="7"/>
                  </a:lnTo>
                  <a:lnTo>
                    <a:pt x="4" y="6"/>
                  </a:lnTo>
                  <a:lnTo>
                    <a:pt x="9" y="6"/>
                  </a:lnTo>
                  <a:lnTo>
                    <a:pt x="9" y="4"/>
                  </a:lnTo>
                  <a:lnTo>
                    <a:pt x="9" y="4"/>
                  </a:lnTo>
                  <a:lnTo>
                    <a:pt x="9" y="0"/>
                  </a:lnTo>
                  <a:lnTo>
                    <a:pt x="9" y="0"/>
                  </a:lnTo>
                </a:path>
              </a:pathLst>
            </a:custGeom>
            <a:solidFill>
              <a:srgbClr val="ffc0b6"/>
            </a:solidFill>
            <a:ln w="0">
              <a:noFill/>
            </a:ln>
          </p:spPr>
          <p:style>
            <a:lnRef idx="0"/>
            <a:fillRef idx="0"/>
            <a:effectRef idx="0"/>
            <a:fontRef idx="minor"/>
          </p:style>
          <p:txBody>
            <a:bodyPr lIns="90000" rIns="90000" tIns="-22680" bIns="-22680" anchor="t">
              <a:noAutofit/>
            </a:bodyPr>
            <a:p>
              <a:endParaRPr b="0" lang="en-IN" sz="2400" strike="noStrike" u="none">
                <a:solidFill>
                  <a:srgbClr val="ffffff"/>
                </a:solidFill>
                <a:effectLst/>
                <a:uFillTx/>
                <a:latin typeface="Times New Roman"/>
              </a:endParaRPr>
            </a:p>
          </p:txBody>
        </p:sp>
        <p:sp>
          <p:nvSpPr>
            <p:cNvPr id="3210" name=""/>
            <p:cNvSpPr/>
            <p:nvPr/>
          </p:nvSpPr>
          <p:spPr>
            <a:xfrm>
              <a:off x="7385040" y="3987720"/>
              <a:ext cx="4680" cy="1800"/>
            </a:xfrm>
            <a:custGeom>
              <a:avLst/>
              <a:gdLst/>
              <a:ahLst/>
              <a:rect l="l" t="t" r="r" b="b"/>
              <a:pathLst>
                <a:path w="3" h="1">
                  <a:moveTo>
                    <a:pt x="0" y="0"/>
                  </a:moveTo>
                  <a:lnTo>
                    <a:pt x="2" y="0"/>
                  </a:lnTo>
                  <a:lnTo>
                    <a:pt x="2" y="0"/>
                  </a:lnTo>
                  <a:lnTo>
                    <a:pt x="1"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211" name=""/>
            <p:cNvSpPr/>
            <p:nvPr/>
          </p:nvSpPr>
          <p:spPr>
            <a:xfrm>
              <a:off x="7404120" y="4022640"/>
              <a:ext cx="1440" cy="7920"/>
            </a:xfrm>
            <a:custGeom>
              <a:avLst/>
              <a:gdLst/>
              <a:ahLst/>
              <a:rect l="l" t="t" r="r" b="b"/>
              <a:pathLst>
                <a:path w="1" h="5">
                  <a:moveTo>
                    <a:pt x="0" y="0"/>
                  </a:moveTo>
                  <a:lnTo>
                    <a:pt x="0" y="0"/>
                  </a:lnTo>
                  <a:lnTo>
                    <a:pt x="0" y="4"/>
                  </a:lnTo>
                  <a:lnTo>
                    <a:pt x="0" y="4"/>
                  </a:lnTo>
                  <a:lnTo>
                    <a:pt x="0" y="4"/>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212" name=""/>
            <p:cNvSpPr/>
            <p:nvPr/>
          </p:nvSpPr>
          <p:spPr>
            <a:xfrm>
              <a:off x="7404120" y="4011480"/>
              <a:ext cx="17280" cy="19080"/>
            </a:xfrm>
            <a:custGeom>
              <a:avLst/>
              <a:gdLst/>
              <a:ahLst/>
              <a:rect l="l" t="t" r="r" b="b"/>
              <a:pathLst>
                <a:path w="11" h="12">
                  <a:moveTo>
                    <a:pt x="5" y="0"/>
                  </a:moveTo>
                  <a:lnTo>
                    <a:pt x="5" y="0"/>
                  </a:lnTo>
                  <a:lnTo>
                    <a:pt x="5" y="2"/>
                  </a:lnTo>
                  <a:lnTo>
                    <a:pt x="4" y="4"/>
                  </a:lnTo>
                  <a:lnTo>
                    <a:pt x="4" y="4"/>
                  </a:lnTo>
                  <a:lnTo>
                    <a:pt x="4" y="5"/>
                  </a:lnTo>
                  <a:lnTo>
                    <a:pt x="3" y="6"/>
                  </a:lnTo>
                  <a:lnTo>
                    <a:pt x="0" y="7"/>
                  </a:lnTo>
                  <a:lnTo>
                    <a:pt x="0" y="7"/>
                  </a:lnTo>
                  <a:lnTo>
                    <a:pt x="0" y="7"/>
                  </a:lnTo>
                  <a:lnTo>
                    <a:pt x="0" y="11"/>
                  </a:lnTo>
                  <a:lnTo>
                    <a:pt x="2" y="11"/>
                  </a:lnTo>
                  <a:lnTo>
                    <a:pt x="3" y="7"/>
                  </a:lnTo>
                  <a:lnTo>
                    <a:pt x="3" y="7"/>
                  </a:lnTo>
                  <a:lnTo>
                    <a:pt x="4" y="6"/>
                  </a:lnTo>
                  <a:lnTo>
                    <a:pt x="4" y="4"/>
                  </a:lnTo>
                  <a:lnTo>
                    <a:pt x="5" y="4"/>
                  </a:lnTo>
                  <a:lnTo>
                    <a:pt x="5" y="4"/>
                  </a:lnTo>
                  <a:lnTo>
                    <a:pt x="10" y="2"/>
                  </a:lnTo>
                  <a:lnTo>
                    <a:pt x="10" y="2"/>
                  </a:lnTo>
                  <a:lnTo>
                    <a:pt x="5" y="0"/>
                  </a:lnTo>
                  <a:lnTo>
                    <a:pt x="5"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213" name=""/>
            <p:cNvSpPr/>
            <p:nvPr/>
          </p:nvSpPr>
          <p:spPr>
            <a:xfrm>
              <a:off x="7412040" y="3997440"/>
              <a:ext cx="23760" cy="19080"/>
            </a:xfrm>
            <a:custGeom>
              <a:avLst/>
              <a:gdLst/>
              <a:ahLst/>
              <a:rect l="l" t="t" r="r" b="b"/>
              <a:pathLst>
                <a:path w="15" h="12">
                  <a:moveTo>
                    <a:pt x="14" y="0"/>
                  </a:moveTo>
                  <a:lnTo>
                    <a:pt x="12" y="0"/>
                  </a:lnTo>
                  <a:lnTo>
                    <a:pt x="12" y="0"/>
                  </a:lnTo>
                  <a:lnTo>
                    <a:pt x="9" y="0"/>
                  </a:lnTo>
                  <a:lnTo>
                    <a:pt x="8" y="2"/>
                  </a:lnTo>
                  <a:lnTo>
                    <a:pt x="5" y="5"/>
                  </a:lnTo>
                  <a:lnTo>
                    <a:pt x="5" y="7"/>
                  </a:lnTo>
                  <a:lnTo>
                    <a:pt x="5" y="8"/>
                  </a:lnTo>
                  <a:lnTo>
                    <a:pt x="0" y="9"/>
                  </a:lnTo>
                  <a:lnTo>
                    <a:pt x="5" y="11"/>
                  </a:lnTo>
                  <a:lnTo>
                    <a:pt x="5" y="8"/>
                  </a:lnTo>
                  <a:lnTo>
                    <a:pt x="5" y="8"/>
                  </a:lnTo>
                  <a:lnTo>
                    <a:pt x="7" y="7"/>
                  </a:lnTo>
                  <a:lnTo>
                    <a:pt x="8" y="2"/>
                  </a:lnTo>
                  <a:lnTo>
                    <a:pt x="9" y="2"/>
                  </a:lnTo>
                  <a:lnTo>
                    <a:pt x="12" y="0"/>
                  </a:lnTo>
                  <a:lnTo>
                    <a:pt x="14" y="0"/>
                  </a:lnTo>
                  <a:lnTo>
                    <a:pt x="14" y="0"/>
                  </a:lnTo>
                  <a:lnTo>
                    <a:pt x="14" y="0"/>
                  </a:lnTo>
                  <a:lnTo>
                    <a:pt x="14"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214" name=""/>
            <p:cNvSpPr/>
            <p:nvPr/>
          </p:nvSpPr>
          <p:spPr>
            <a:xfrm>
              <a:off x="7415280" y="4011480"/>
              <a:ext cx="6120" cy="5040"/>
            </a:xfrm>
            <a:custGeom>
              <a:avLst/>
              <a:gdLst/>
              <a:ahLst/>
              <a:rect l="l" t="t" r="r" b="b"/>
              <a:pathLst>
                <a:path w="4" h="3">
                  <a:moveTo>
                    <a:pt x="0" y="2"/>
                  </a:moveTo>
                  <a:lnTo>
                    <a:pt x="3" y="2"/>
                  </a:lnTo>
                  <a:lnTo>
                    <a:pt x="3" y="0"/>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215" name=""/>
            <p:cNvSpPr/>
            <p:nvPr/>
          </p:nvSpPr>
          <p:spPr>
            <a:xfrm>
              <a:off x="7412040" y="4038480"/>
              <a:ext cx="4680" cy="7920"/>
            </a:xfrm>
            <a:custGeom>
              <a:avLst/>
              <a:gdLst/>
              <a:ahLst/>
              <a:rect l="l" t="t" r="r" b="b"/>
              <a:pathLst>
                <a:path w="3" h="5">
                  <a:moveTo>
                    <a:pt x="2" y="0"/>
                  </a:moveTo>
                  <a:lnTo>
                    <a:pt x="0" y="0"/>
                  </a:lnTo>
                  <a:lnTo>
                    <a:pt x="2" y="4"/>
                  </a:lnTo>
                  <a:lnTo>
                    <a:pt x="2" y="4"/>
                  </a:lnTo>
                  <a:lnTo>
                    <a:pt x="2" y="4"/>
                  </a:lnTo>
                  <a:lnTo>
                    <a:pt x="2" y="0"/>
                  </a:lnTo>
                  <a:lnTo>
                    <a:pt x="2"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216" name=""/>
            <p:cNvSpPr/>
            <p:nvPr/>
          </p:nvSpPr>
          <p:spPr>
            <a:xfrm>
              <a:off x="7415280" y="4032360"/>
              <a:ext cx="11160" cy="14040"/>
            </a:xfrm>
            <a:custGeom>
              <a:avLst/>
              <a:gdLst/>
              <a:ahLst/>
              <a:rect l="l" t="t" r="r" b="b"/>
              <a:pathLst>
                <a:path w="7" h="9">
                  <a:moveTo>
                    <a:pt x="6" y="0"/>
                  </a:moveTo>
                  <a:lnTo>
                    <a:pt x="6" y="0"/>
                  </a:lnTo>
                  <a:lnTo>
                    <a:pt x="0" y="4"/>
                  </a:lnTo>
                  <a:lnTo>
                    <a:pt x="0" y="8"/>
                  </a:lnTo>
                  <a:lnTo>
                    <a:pt x="6" y="1"/>
                  </a:lnTo>
                  <a:lnTo>
                    <a:pt x="6" y="0"/>
                  </a:lnTo>
                  <a:lnTo>
                    <a:pt x="6" y="0"/>
                  </a:lnTo>
                  <a:lnTo>
                    <a:pt x="6" y="0"/>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217" name=""/>
            <p:cNvSpPr/>
            <p:nvPr/>
          </p:nvSpPr>
          <p:spPr>
            <a:xfrm>
              <a:off x="7424640" y="4032360"/>
              <a:ext cx="1800" cy="3240"/>
            </a:xfrm>
            <a:custGeom>
              <a:avLst/>
              <a:gdLst/>
              <a:ahLst/>
              <a:rect l="l" t="t" r="r" b="b"/>
              <a:pathLst>
                <a:path w="1" h="2">
                  <a:moveTo>
                    <a:pt x="0" y="1"/>
                  </a:moveTo>
                  <a:lnTo>
                    <a:pt x="0" y="0"/>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218" name=""/>
            <p:cNvSpPr/>
            <p:nvPr/>
          </p:nvSpPr>
          <p:spPr>
            <a:xfrm>
              <a:off x="7389720" y="4105440"/>
              <a:ext cx="1800" cy="2880"/>
            </a:xfrm>
            <a:custGeom>
              <a:avLst/>
              <a:gdLst/>
              <a:ahLst/>
              <a:rect l="l" t="t" r="r" b="b"/>
              <a:pathLst>
                <a:path w="1" h="2">
                  <a:moveTo>
                    <a:pt x="0" y="0"/>
                  </a:moveTo>
                  <a:lnTo>
                    <a:pt x="0" y="0"/>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219" name=""/>
            <p:cNvSpPr/>
            <p:nvPr/>
          </p:nvSpPr>
          <p:spPr>
            <a:xfrm>
              <a:off x="7389720" y="4105440"/>
              <a:ext cx="22320" cy="2880"/>
            </a:xfrm>
            <a:custGeom>
              <a:avLst/>
              <a:gdLst/>
              <a:ahLst/>
              <a:rect l="l" t="t" r="r" b="b"/>
              <a:pathLst>
                <a:path w="14" h="2">
                  <a:moveTo>
                    <a:pt x="12" y="0"/>
                  </a:moveTo>
                  <a:lnTo>
                    <a:pt x="12" y="0"/>
                  </a:lnTo>
                  <a:lnTo>
                    <a:pt x="12" y="1"/>
                  </a:lnTo>
                  <a:lnTo>
                    <a:pt x="9" y="1"/>
                  </a:lnTo>
                  <a:lnTo>
                    <a:pt x="8" y="1"/>
                  </a:lnTo>
                  <a:lnTo>
                    <a:pt x="6" y="1"/>
                  </a:lnTo>
                  <a:lnTo>
                    <a:pt x="6" y="1"/>
                  </a:lnTo>
                  <a:lnTo>
                    <a:pt x="1" y="1"/>
                  </a:lnTo>
                  <a:lnTo>
                    <a:pt x="0" y="0"/>
                  </a:lnTo>
                  <a:lnTo>
                    <a:pt x="0" y="0"/>
                  </a:lnTo>
                  <a:lnTo>
                    <a:pt x="0" y="1"/>
                  </a:lnTo>
                  <a:lnTo>
                    <a:pt x="0" y="1"/>
                  </a:lnTo>
                  <a:lnTo>
                    <a:pt x="0" y="1"/>
                  </a:lnTo>
                  <a:lnTo>
                    <a:pt x="6" y="1"/>
                  </a:lnTo>
                  <a:lnTo>
                    <a:pt x="6" y="1"/>
                  </a:lnTo>
                  <a:lnTo>
                    <a:pt x="8" y="1"/>
                  </a:lnTo>
                  <a:lnTo>
                    <a:pt x="9" y="1"/>
                  </a:lnTo>
                  <a:lnTo>
                    <a:pt x="12" y="1"/>
                  </a:lnTo>
                  <a:lnTo>
                    <a:pt x="13" y="0"/>
                  </a:lnTo>
                  <a:lnTo>
                    <a:pt x="13" y="0"/>
                  </a:lnTo>
                  <a:lnTo>
                    <a:pt x="12" y="0"/>
                  </a:lnTo>
                  <a:lnTo>
                    <a:pt x="12"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220" name=""/>
            <p:cNvSpPr/>
            <p:nvPr/>
          </p:nvSpPr>
          <p:spPr>
            <a:xfrm>
              <a:off x="7408800" y="4095720"/>
              <a:ext cx="17640" cy="11160"/>
            </a:xfrm>
            <a:custGeom>
              <a:avLst/>
              <a:gdLst/>
              <a:ahLst/>
              <a:rect l="l" t="t" r="r" b="b"/>
              <a:pathLst>
                <a:path w="11" h="7">
                  <a:moveTo>
                    <a:pt x="10" y="0"/>
                  </a:moveTo>
                  <a:lnTo>
                    <a:pt x="10" y="0"/>
                  </a:lnTo>
                  <a:lnTo>
                    <a:pt x="10" y="0"/>
                  </a:lnTo>
                  <a:lnTo>
                    <a:pt x="7" y="0"/>
                  </a:lnTo>
                  <a:lnTo>
                    <a:pt x="7" y="0"/>
                  </a:lnTo>
                  <a:lnTo>
                    <a:pt x="4" y="0"/>
                  </a:lnTo>
                  <a:lnTo>
                    <a:pt x="1" y="0"/>
                  </a:lnTo>
                  <a:lnTo>
                    <a:pt x="1" y="5"/>
                  </a:lnTo>
                  <a:lnTo>
                    <a:pt x="0" y="6"/>
                  </a:lnTo>
                  <a:lnTo>
                    <a:pt x="1" y="6"/>
                  </a:lnTo>
                  <a:lnTo>
                    <a:pt x="1" y="6"/>
                  </a:lnTo>
                  <a:lnTo>
                    <a:pt x="2" y="5"/>
                  </a:lnTo>
                  <a:lnTo>
                    <a:pt x="4" y="0"/>
                  </a:lnTo>
                  <a:lnTo>
                    <a:pt x="7" y="0"/>
                  </a:lnTo>
                  <a:lnTo>
                    <a:pt x="7" y="0"/>
                  </a:lnTo>
                  <a:lnTo>
                    <a:pt x="10" y="0"/>
                  </a:lnTo>
                  <a:lnTo>
                    <a:pt x="10" y="0"/>
                  </a:lnTo>
                  <a:lnTo>
                    <a:pt x="10" y="0"/>
                  </a:lnTo>
                  <a:lnTo>
                    <a:pt x="10" y="0"/>
                  </a:lnTo>
                  <a:lnTo>
                    <a:pt x="10"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221" name=""/>
            <p:cNvSpPr/>
            <p:nvPr/>
          </p:nvSpPr>
          <p:spPr>
            <a:xfrm>
              <a:off x="7410600" y="410544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222" name=""/>
            <p:cNvSpPr/>
            <p:nvPr/>
          </p:nvSpPr>
          <p:spPr>
            <a:xfrm>
              <a:off x="6718320" y="3679920"/>
              <a:ext cx="3240" cy="1440"/>
            </a:xfrm>
            <a:custGeom>
              <a:avLst/>
              <a:gdLst/>
              <a:ahLst/>
              <a:rect l="l" t="t" r="r" b="b"/>
              <a:pathLst>
                <a:path w="2" h="1">
                  <a:moveTo>
                    <a:pt x="1" y="0"/>
                  </a:moveTo>
                  <a:lnTo>
                    <a:pt x="1" y="0"/>
                  </a:lnTo>
                  <a:lnTo>
                    <a:pt x="1" y="0"/>
                  </a:lnTo>
                  <a:lnTo>
                    <a:pt x="0" y="0"/>
                  </a:lnTo>
                  <a:lnTo>
                    <a:pt x="0" y="0"/>
                  </a:lnTo>
                  <a:lnTo>
                    <a:pt x="1" y="0"/>
                  </a:lnTo>
                  <a:lnTo>
                    <a:pt x="1"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223" name=""/>
            <p:cNvSpPr/>
            <p:nvPr/>
          </p:nvSpPr>
          <p:spPr>
            <a:xfrm>
              <a:off x="6715080" y="3679920"/>
              <a:ext cx="6480" cy="21960"/>
            </a:xfrm>
            <a:custGeom>
              <a:avLst/>
              <a:gdLst/>
              <a:ahLst/>
              <a:rect l="l" t="t" r="r" b="b"/>
              <a:pathLst>
                <a:path w="4" h="14">
                  <a:moveTo>
                    <a:pt x="0" y="13"/>
                  </a:moveTo>
                  <a:lnTo>
                    <a:pt x="0" y="13"/>
                  </a:lnTo>
                  <a:lnTo>
                    <a:pt x="1" y="13"/>
                  </a:lnTo>
                  <a:lnTo>
                    <a:pt x="2" y="10"/>
                  </a:lnTo>
                  <a:lnTo>
                    <a:pt x="3" y="6"/>
                  </a:lnTo>
                  <a:lnTo>
                    <a:pt x="3" y="5"/>
                  </a:lnTo>
                  <a:lnTo>
                    <a:pt x="3" y="0"/>
                  </a:lnTo>
                  <a:lnTo>
                    <a:pt x="3" y="0"/>
                  </a:lnTo>
                  <a:lnTo>
                    <a:pt x="3" y="0"/>
                  </a:lnTo>
                  <a:lnTo>
                    <a:pt x="3" y="0"/>
                  </a:lnTo>
                  <a:lnTo>
                    <a:pt x="2" y="0"/>
                  </a:lnTo>
                  <a:lnTo>
                    <a:pt x="2" y="0"/>
                  </a:lnTo>
                  <a:lnTo>
                    <a:pt x="2" y="0"/>
                  </a:lnTo>
                  <a:lnTo>
                    <a:pt x="2" y="0"/>
                  </a:lnTo>
                  <a:lnTo>
                    <a:pt x="2" y="5"/>
                  </a:lnTo>
                  <a:lnTo>
                    <a:pt x="2" y="6"/>
                  </a:lnTo>
                  <a:lnTo>
                    <a:pt x="1" y="8"/>
                  </a:lnTo>
                  <a:lnTo>
                    <a:pt x="0" y="13"/>
                  </a:lnTo>
                  <a:lnTo>
                    <a:pt x="0" y="13"/>
                  </a:lnTo>
                  <a:lnTo>
                    <a:pt x="0" y="13"/>
                  </a:lnTo>
                  <a:lnTo>
                    <a:pt x="0" y="13"/>
                  </a:lnTo>
                  <a:lnTo>
                    <a:pt x="0" y="13"/>
                  </a:lnTo>
                </a:path>
              </a:pathLst>
            </a:custGeom>
            <a:solidFill>
              <a:srgbClr val="a1e2ff"/>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3224" name=""/>
            <p:cNvSpPr/>
            <p:nvPr/>
          </p:nvSpPr>
          <p:spPr>
            <a:xfrm>
              <a:off x="6713640" y="3700440"/>
              <a:ext cx="3240" cy="12600"/>
            </a:xfrm>
            <a:custGeom>
              <a:avLst/>
              <a:gdLst/>
              <a:ahLst/>
              <a:rect l="l" t="t" r="r" b="b"/>
              <a:pathLst>
                <a:path w="2" h="8">
                  <a:moveTo>
                    <a:pt x="1" y="7"/>
                  </a:moveTo>
                  <a:lnTo>
                    <a:pt x="1" y="7"/>
                  </a:lnTo>
                  <a:lnTo>
                    <a:pt x="1" y="7"/>
                  </a:lnTo>
                  <a:lnTo>
                    <a:pt x="1" y="6"/>
                  </a:lnTo>
                  <a:lnTo>
                    <a:pt x="0" y="3"/>
                  </a:lnTo>
                  <a:lnTo>
                    <a:pt x="0" y="3"/>
                  </a:lnTo>
                  <a:lnTo>
                    <a:pt x="0" y="1"/>
                  </a:lnTo>
                  <a:lnTo>
                    <a:pt x="0" y="1"/>
                  </a:lnTo>
                  <a:lnTo>
                    <a:pt x="1" y="0"/>
                  </a:lnTo>
                  <a:lnTo>
                    <a:pt x="1" y="0"/>
                  </a:lnTo>
                  <a:lnTo>
                    <a:pt x="0" y="0"/>
                  </a:lnTo>
                  <a:lnTo>
                    <a:pt x="0" y="1"/>
                  </a:lnTo>
                  <a:lnTo>
                    <a:pt x="0" y="3"/>
                  </a:lnTo>
                  <a:lnTo>
                    <a:pt x="0" y="3"/>
                  </a:lnTo>
                  <a:lnTo>
                    <a:pt x="0" y="6"/>
                  </a:lnTo>
                  <a:lnTo>
                    <a:pt x="0" y="7"/>
                  </a:lnTo>
                  <a:lnTo>
                    <a:pt x="0" y="7"/>
                  </a:lnTo>
                  <a:lnTo>
                    <a:pt x="1" y="7"/>
                  </a:lnTo>
                  <a:lnTo>
                    <a:pt x="1" y="7"/>
                  </a:lnTo>
                  <a:lnTo>
                    <a:pt x="1" y="7"/>
                  </a:lnTo>
                </a:path>
              </a:pathLst>
            </a:custGeom>
            <a:solidFill>
              <a:srgbClr val="a1e2ff"/>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225" name=""/>
            <p:cNvSpPr/>
            <p:nvPr/>
          </p:nvSpPr>
          <p:spPr>
            <a:xfrm>
              <a:off x="6715080" y="370044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226" name=""/>
            <p:cNvSpPr/>
            <p:nvPr/>
          </p:nvSpPr>
          <p:spPr>
            <a:xfrm>
              <a:off x="6664320" y="3670200"/>
              <a:ext cx="1440" cy="7920"/>
            </a:xfrm>
            <a:custGeom>
              <a:avLst/>
              <a:gdLst/>
              <a:ahLst/>
              <a:rect l="l" t="t" r="r" b="b"/>
              <a:pathLst>
                <a:path w="1" h="5">
                  <a:moveTo>
                    <a:pt x="0" y="0"/>
                  </a:moveTo>
                  <a:lnTo>
                    <a:pt x="0" y="2"/>
                  </a:lnTo>
                  <a:lnTo>
                    <a:pt x="0" y="4"/>
                  </a:lnTo>
                  <a:lnTo>
                    <a:pt x="0" y="4"/>
                  </a:lnTo>
                  <a:lnTo>
                    <a:pt x="0" y="2"/>
                  </a:lnTo>
                  <a:lnTo>
                    <a:pt x="0" y="0"/>
                  </a:lnTo>
                  <a:lnTo>
                    <a:pt x="0" y="0"/>
                  </a:lnTo>
                </a:path>
              </a:pathLst>
            </a:custGeom>
            <a:solidFill>
              <a:srgbClr val="a1e2ff"/>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227" name=""/>
            <p:cNvSpPr/>
            <p:nvPr/>
          </p:nvSpPr>
          <p:spPr>
            <a:xfrm>
              <a:off x="6664320" y="3657600"/>
              <a:ext cx="9360" cy="17640"/>
            </a:xfrm>
            <a:custGeom>
              <a:avLst/>
              <a:gdLst/>
              <a:ahLst/>
              <a:rect l="l" t="t" r="r" b="b"/>
              <a:pathLst>
                <a:path w="6" h="11">
                  <a:moveTo>
                    <a:pt x="5" y="0"/>
                  </a:moveTo>
                  <a:lnTo>
                    <a:pt x="4" y="0"/>
                  </a:lnTo>
                  <a:lnTo>
                    <a:pt x="0" y="8"/>
                  </a:lnTo>
                  <a:lnTo>
                    <a:pt x="0" y="10"/>
                  </a:lnTo>
                  <a:lnTo>
                    <a:pt x="5" y="0"/>
                  </a:lnTo>
                  <a:lnTo>
                    <a:pt x="5" y="0"/>
                  </a:lnTo>
                  <a:lnTo>
                    <a:pt x="5" y="0"/>
                  </a:lnTo>
                  <a:lnTo>
                    <a:pt x="5" y="0"/>
                  </a:lnTo>
                </a:path>
              </a:pathLst>
            </a:custGeom>
            <a:solidFill>
              <a:srgbClr val="a1e2ff"/>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3228" name=""/>
            <p:cNvSpPr/>
            <p:nvPr/>
          </p:nvSpPr>
          <p:spPr>
            <a:xfrm>
              <a:off x="6670800" y="3657600"/>
              <a:ext cx="2880" cy="1440"/>
            </a:xfrm>
            <a:custGeom>
              <a:avLst/>
              <a:gdLst/>
              <a:ahLst/>
              <a:rect l="l" t="t" r="r" b="b"/>
              <a:pathLst>
                <a:path w="2" h="1">
                  <a:moveTo>
                    <a:pt x="1" y="0"/>
                  </a:moveTo>
                  <a:lnTo>
                    <a:pt x="1" y="0"/>
                  </a:lnTo>
                  <a:lnTo>
                    <a:pt x="1" y="0"/>
                  </a:lnTo>
                  <a:lnTo>
                    <a:pt x="1" y="0"/>
                  </a:lnTo>
                  <a:lnTo>
                    <a:pt x="0" y="0"/>
                  </a:lnTo>
                  <a:lnTo>
                    <a:pt x="1" y="0"/>
                  </a:lnTo>
                  <a:lnTo>
                    <a:pt x="1"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229" name=""/>
            <p:cNvSpPr/>
            <p:nvPr/>
          </p:nvSpPr>
          <p:spPr>
            <a:xfrm>
              <a:off x="6551640" y="3749760"/>
              <a:ext cx="3240" cy="1440"/>
            </a:xfrm>
            <a:custGeom>
              <a:avLst/>
              <a:gdLst/>
              <a:ahLst/>
              <a:rect l="l" t="t" r="r" b="b"/>
              <a:pathLst>
                <a:path w="2" h="1">
                  <a:moveTo>
                    <a:pt x="0" y="0"/>
                  </a:moveTo>
                  <a:lnTo>
                    <a:pt x="0" y="0"/>
                  </a:lnTo>
                  <a:lnTo>
                    <a:pt x="0" y="0"/>
                  </a:lnTo>
                  <a:lnTo>
                    <a:pt x="0" y="0"/>
                  </a:lnTo>
                  <a:lnTo>
                    <a:pt x="1" y="0"/>
                  </a:lnTo>
                  <a:lnTo>
                    <a:pt x="0" y="0"/>
                  </a:lnTo>
                  <a:lnTo>
                    <a:pt x="0"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230" name=""/>
            <p:cNvSpPr/>
            <p:nvPr/>
          </p:nvSpPr>
          <p:spPr>
            <a:xfrm>
              <a:off x="6551640" y="3733920"/>
              <a:ext cx="9360" cy="17280"/>
            </a:xfrm>
            <a:custGeom>
              <a:avLst/>
              <a:gdLst/>
              <a:ahLst/>
              <a:rect l="l" t="t" r="r" b="b"/>
              <a:pathLst>
                <a:path w="6" h="11">
                  <a:moveTo>
                    <a:pt x="4" y="0"/>
                  </a:moveTo>
                  <a:lnTo>
                    <a:pt x="4" y="1"/>
                  </a:lnTo>
                  <a:lnTo>
                    <a:pt x="4" y="3"/>
                  </a:lnTo>
                  <a:lnTo>
                    <a:pt x="4" y="3"/>
                  </a:lnTo>
                  <a:lnTo>
                    <a:pt x="2" y="5"/>
                  </a:lnTo>
                  <a:lnTo>
                    <a:pt x="2" y="5"/>
                  </a:lnTo>
                  <a:lnTo>
                    <a:pt x="0" y="7"/>
                  </a:lnTo>
                  <a:lnTo>
                    <a:pt x="0" y="10"/>
                  </a:lnTo>
                  <a:lnTo>
                    <a:pt x="0" y="10"/>
                  </a:lnTo>
                  <a:lnTo>
                    <a:pt x="1" y="10"/>
                  </a:lnTo>
                  <a:lnTo>
                    <a:pt x="2" y="10"/>
                  </a:lnTo>
                  <a:lnTo>
                    <a:pt x="2" y="10"/>
                  </a:lnTo>
                  <a:lnTo>
                    <a:pt x="2" y="6"/>
                  </a:lnTo>
                  <a:lnTo>
                    <a:pt x="4" y="5"/>
                  </a:lnTo>
                  <a:lnTo>
                    <a:pt x="5" y="4"/>
                  </a:lnTo>
                  <a:lnTo>
                    <a:pt x="5" y="3"/>
                  </a:lnTo>
                  <a:lnTo>
                    <a:pt x="5" y="1"/>
                  </a:lnTo>
                  <a:lnTo>
                    <a:pt x="5" y="0"/>
                  </a:lnTo>
                  <a:lnTo>
                    <a:pt x="4" y="0"/>
                  </a:lnTo>
                  <a:lnTo>
                    <a:pt x="4" y="0"/>
                  </a:lnTo>
                </a:path>
              </a:pathLst>
            </a:custGeom>
            <a:solidFill>
              <a:srgbClr val="a1e2ff"/>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3231" name=""/>
            <p:cNvSpPr/>
            <p:nvPr/>
          </p:nvSpPr>
          <p:spPr>
            <a:xfrm>
              <a:off x="6551640" y="3749760"/>
              <a:ext cx="4680" cy="1440"/>
            </a:xfrm>
            <a:custGeom>
              <a:avLst/>
              <a:gdLst/>
              <a:ahLst/>
              <a:rect l="l" t="t" r="r" b="b"/>
              <a:pathLst>
                <a:path w="3" h="1">
                  <a:moveTo>
                    <a:pt x="2" y="0"/>
                  </a:moveTo>
                  <a:lnTo>
                    <a:pt x="1" y="0"/>
                  </a:lnTo>
                  <a:lnTo>
                    <a:pt x="0" y="0"/>
                  </a:lnTo>
                  <a:lnTo>
                    <a:pt x="0" y="0"/>
                  </a:lnTo>
                  <a:lnTo>
                    <a:pt x="0" y="0"/>
                  </a:lnTo>
                  <a:lnTo>
                    <a:pt x="2" y="0"/>
                  </a:lnTo>
                  <a:lnTo>
                    <a:pt x="2"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232" name=""/>
            <p:cNvSpPr/>
            <p:nvPr/>
          </p:nvSpPr>
          <p:spPr>
            <a:xfrm>
              <a:off x="6989760" y="4064040"/>
              <a:ext cx="39600" cy="44280"/>
            </a:xfrm>
            <a:custGeom>
              <a:avLst/>
              <a:gdLst/>
              <a:ahLst/>
              <a:rect l="l" t="t" r="r" b="b"/>
              <a:pathLst>
                <a:path w="25" h="28">
                  <a:moveTo>
                    <a:pt x="24" y="0"/>
                  </a:moveTo>
                  <a:lnTo>
                    <a:pt x="24" y="2"/>
                  </a:lnTo>
                  <a:lnTo>
                    <a:pt x="24" y="4"/>
                  </a:lnTo>
                  <a:lnTo>
                    <a:pt x="23" y="7"/>
                  </a:lnTo>
                  <a:lnTo>
                    <a:pt x="17" y="13"/>
                  </a:lnTo>
                  <a:lnTo>
                    <a:pt x="17" y="17"/>
                  </a:lnTo>
                  <a:lnTo>
                    <a:pt x="15" y="18"/>
                  </a:lnTo>
                  <a:lnTo>
                    <a:pt x="12" y="20"/>
                  </a:lnTo>
                  <a:lnTo>
                    <a:pt x="12" y="20"/>
                  </a:lnTo>
                  <a:lnTo>
                    <a:pt x="12" y="20"/>
                  </a:lnTo>
                  <a:lnTo>
                    <a:pt x="8" y="20"/>
                  </a:lnTo>
                  <a:lnTo>
                    <a:pt x="7" y="20"/>
                  </a:lnTo>
                  <a:lnTo>
                    <a:pt x="5" y="25"/>
                  </a:lnTo>
                  <a:lnTo>
                    <a:pt x="5" y="25"/>
                  </a:lnTo>
                  <a:lnTo>
                    <a:pt x="2" y="26"/>
                  </a:lnTo>
                  <a:lnTo>
                    <a:pt x="1" y="26"/>
                  </a:lnTo>
                  <a:lnTo>
                    <a:pt x="0" y="27"/>
                  </a:lnTo>
                </a:path>
              </a:pathLst>
            </a:custGeom>
            <a:noFill/>
            <a:ln w="9360">
              <a:solidFill>
                <a:srgbClr val="82c168"/>
              </a:solidFill>
              <a:round/>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3233" name=""/>
            <p:cNvSpPr/>
            <p:nvPr/>
          </p:nvSpPr>
          <p:spPr>
            <a:xfrm>
              <a:off x="6948360" y="4062240"/>
              <a:ext cx="3240" cy="1800"/>
            </a:xfrm>
            <a:custGeom>
              <a:avLst/>
              <a:gdLst/>
              <a:ahLst/>
              <a:rect l="l" t="t" r="r" b="b"/>
              <a:pathLst>
                <a:path w="2" h="1">
                  <a:moveTo>
                    <a:pt x="1" y="0"/>
                  </a:moveTo>
                  <a:lnTo>
                    <a:pt x="1" y="0"/>
                  </a:lnTo>
                  <a:lnTo>
                    <a:pt x="1" y="0"/>
                  </a:lnTo>
                  <a:lnTo>
                    <a:pt x="0"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234" name=""/>
            <p:cNvSpPr/>
            <p:nvPr/>
          </p:nvSpPr>
          <p:spPr>
            <a:xfrm>
              <a:off x="6939000" y="4062240"/>
              <a:ext cx="12600" cy="25560"/>
            </a:xfrm>
            <a:custGeom>
              <a:avLst/>
              <a:gdLst/>
              <a:ahLst/>
              <a:rect l="l" t="t" r="r" b="b"/>
              <a:pathLst>
                <a:path w="8" h="16">
                  <a:moveTo>
                    <a:pt x="0" y="15"/>
                  </a:moveTo>
                  <a:lnTo>
                    <a:pt x="5" y="14"/>
                  </a:lnTo>
                  <a:lnTo>
                    <a:pt x="5" y="11"/>
                  </a:lnTo>
                  <a:lnTo>
                    <a:pt x="5" y="8"/>
                  </a:lnTo>
                  <a:lnTo>
                    <a:pt x="5" y="6"/>
                  </a:lnTo>
                  <a:lnTo>
                    <a:pt x="6" y="4"/>
                  </a:lnTo>
                  <a:lnTo>
                    <a:pt x="7" y="1"/>
                  </a:lnTo>
                  <a:lnTo>
                    <a:pt x="7" y="1"/>
                  </a:lnTo>
                  <a:lnTo>
                    <a:pt x="7" y="0"/>
                  </a:lnTo>
                  <a:lnTo>
                    <a:pt x="6" y="0"/>
                  </a:lnTo>
                  <a:lnTo>
                    <a:pt x="6" y="0"/>
                  </a:lnTo>
                  <a:lnTo>
                    <a:pt x="5" y="1"/>
                  </a:lnTo>
                  <a:lnTo>
                    <a:pt x="5" y="3"/>
                  </a:lnTo>
                  <a:lnTo>
                    <a:pt x="5" y="5"/>
                  </a:lnTo>
                  <a:lnTo>
                    <a:pt x="5" y="8"/>
                  </a:lnTo>
                  <a:lnTo>
                    <a:pt x="5" y="11"/>
                  </a:lnTo>
                  <a:lnTo>
                    <a:pt x="0" y="13"/>
                  </a:lnTo>
                  <a:lnTo>
                    <a:pt x="0" y="14"/>
                  </a:lnTo>
                  <a:lnTo>
                    <a:pt x="0" y="15"/>
                  </a:lnTo>
                  <a:lnTo>
                    <a:pt x="0" y="15"/>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3235" name=""/>
            <p:cNvSpPr/>
            <p:nvPr/>
          </p:nvSpPr>
          <p:spPr>
            <a:xfrm>
              <a:off x="6948360" y="4062240"/>
              <a:ext cx="3240" cy="1800"/>
            </a:xfrm>
            <a:custGeom>
              <a:avLst/>
              <a:gdLst/>
              <a:ahLst/>
              <a:rect l="l" t="t" r="r" b="b"/>
              <a:pathLst>
                <a:path w="2" h="1">
                  <a:moveTo>
                    <a:pt x="0" y="0"/>
                  </a:moveTo>
                  <a:lnTo>
                    <a:pt x="0" y="0"/>
                  </a:lnTo>
                  <a:lnTo>
                    <a:pt x="0"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236" name=""/>
            <p:cNvSpPr/>
            <p:nvPr/>
          </p:nvSpPr>
          <p:spPr>
            <a:xfrm>
              <a:off x="6873840" y="4095720"/>
              <a:ext cx="33480" cy="20520"/>
            </a:xfrm>
            <a:custGeom>
              <a:avLst/>
              <a:gdLst/>
              <a:ahLst/>
              <a:rect l="l" t="t" r="r" b="b"/>
              <a:pathLst>
                <a:path w="21" h="13">
                  <a:moveTo>
                    <a:pt x="20" y="0"/>
                  </a:moveTo>
                  <a:lnTo>
                    <a:pt x="20" y="0"/>
                  </a:lnTo>
                  <a:lnTo>
                    <a:pt x="19" y="0"/>
                  </a:lnTo>
                  <a:lnTo>
                    <a:pt x="19" y="0"/>
                  </a:lnTo>
                  <a:lnTo>
                    <a:pt x="17" y="4"/>
                  </a:lnTo>
                  <a:lnTo>
                    <a:pt x="17" y="5"/>
                  </a:lnTo>
                  <a:lnTo>
                    <a:pt x="17" y="6"/>
                  </a:lnTo>
                  <a:lnTo>
                    <a:pt x="15" y="6"/>
                  </a:lnTo>
                  <a:lnTo>
                    <a:pt x="13" y="7"/>
                  </a:lnTo>
                  <a:lnTo>
                    <a:pt x="10" y="7"/>
                  </a:lnTo>
                  <a:lnTo>
                    <a:pt x="10" y="7"/>
                  </a:lnTo>
                  <a:lnTo>
                    <a:pt x="8" y="7"/>
                  </a:lnTo>
                  <a:lnTo>
                    <a:pt x="6" y="10"/>
                  </a:lnTo>
                  <a:lnTo>
                    <a:pt x="6" y="10"/>
                  </a:lnTo>
                  <a:lnTo>
                    <a:pt x="2" y="12"/>
                  </a:lnTo>
                  <a:lnTo>
                    <a:pt x="0" y="12"/>
                  </a:lnTo>
                  <a:lnTo>
                    <a:pt x="0" y="12"/>
                  </a:lnTo>
                </a:path>
              </a:pathLst>
            </a:custGeom>
            <a:noFill/>
            <a:ln w="9360">
              <a:solidFill>
                <a:srgbClr val="82c168"/>
              </a:solidFill>
              <a:round/>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237" name=""/>
            <p:cNvSpPr/>
            <p:nvPr/>
          </p:nvSpPr>
          <p:spPr>
            <a:xfrm>
              <a:off x="6916680" y="4122720"/>
              <a:ext cx="1800" cy="468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238" name=""/>
            <p:cNvSpPr/>
            <p:nvPr/>
          </p:nvSpPr>
          <p:spPr>
            <a:xfrm>
              <a:off x="6916680" y="4116240"/>
              <a:ext cx="23760" cy="11160"/>
            </a:xfrm>
            <a:custGeom>
              <a:avLst/>
              <a:gdLst/>
              <a:ahLst/>
              <a:rect l="l" t="t" r="r" b="b"/>
              <a:pathLst>
                <a:path w="15" h="7">
                  <a:moveTo>
                    <a:pt x="11" y="0"/>
                  </a:moveTo>
                  <a:lnTo>
                    <a:pt x="11" y="0"/>
                  </a:lnTo>
                  <a:lnTo>
                    <a:pt x="11" y="0"/>
                  </a:lnTo>
                  <a:lnTo>
                    <a:pt x="11" y="2"/>
                  </a:lnTo>
                  <a:lnTo>
                    <a:pt x="10" y="4"/>
                  </a:lnTo>
                  <a:lnTo>
                    <a:pt x="8" y="4"/>
                  </a:lnTo>
                  <a:lnTo>
                    <a:pt x="7" y="4"/>
                  </a:lnTo>
                  <a:lnTo>
                    <a:pt x="2" y="4"/>
                  </a:lnTo>
                  <a:lnTo>
                    <a:pt x="2" y="4"/>
                  </a:lnTo>
                  <a:lnTo>
                    <a:pt x="0" y="4"/>
                  </a:lnTo>
                  <a:lnTo>
                    <a:pt x="0" y="6"/>
                  </a:lnTo>
                  <a:lnTo>
                    <a:pt x="2" y="6"/>
                  </a:lnTo>
                  <a:lnTo>
                    <a:pt x="2" y="6"/>
                  </a:lnTo>
                  <a:lnTo>
                    <a:pt x="7" y="6"/>
                  </a:lnTo>
                  <a:lnTo>
                    <a:pt x="8" y="4"/>
                  </a:lnTo>
                  <a:lnTo>
                    <a:pt x="10" y="4"/>
                  </a:lnTo>
                  <a:lnTo>
                    <a:pt x="11" y="4"/>
                  </a:lnTo>
                  <a:lnTo>
                    <a:pt x="11" y="2"/>
                  </a:lnTo>
                  <a:lnTo>
                    <a:pt x="14" y="0"/>
                  </a:lnTo>
                  <a:lnTo>
                    <a:pt x="14" y="0"/>
                  </a:lnTo>
                  <a:lnTo>
                    <a:pt x="11" y="0"/>
                  </a:lnTo>
                  <a:lnTo>
                    <a:pt x="11"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239" name=""/>
            <p:cNvSpPr/>
            <p:nvPr/>
          </p:nvSpPr>
          <p:spPr>
            <a:xfrm>
              <a:off x="6934320" y="4106880"/>
              <a:ext cx="17280" cy="11160"/>
            </a:xfrm>
            <a:custGeom>
              <a:avLst/>
              <a:gdLst/>
              <a:ahLst/>
              <a:rect l="l" t="t" r="r" b="b"/>
              <a:pathLst>
                <a:path w="11" h="7">
                  <a:moveTo>
                    <a:pt x="10" y="0"/>
                  </a:moveTo>
                  <a:lnTo>
                    <a:pt x="10" y="0"/>
                  </a:lnTo>
                  <a:lnTo>
                    <a:pt x="9" y="0"/>
                  </a:lnTo>
                  <a:lnTo>
                    <a:pt x="8" y="0"/>
                  </a:lnTo>
                  <a:lnTo>
                    <a:pt x="8" y="0"/>
                  </a:lnTo>
                  <a:lnTo>
                    <a:pt x="8" y="0"/>
                  </a:lnTo>
                  <a:lnTo>
                    <a:pt x="6" y="3"/>
                  </a:lnTo>
                  <a:lnTo>
                    <a:pt x="3" y="3"/>
                  </a:lnTo>
                  <a:lnTo>
                    <a:pt x="3" y="5"/>
                  </a:lnTo>
                  <a:lnTo>
                    <a:pt x="0" y="6"/>
                  </a:lnTo>
                  <a:lnTo>
                    <a:pt x="3" y="6"/>
                  </a:lnTo>
                  <a:lnTo>
                    <a:pt x="3" y="6"/>
                  </a:lnTo>
                  <a:lnTo>
                    <a:pt x="3" y="6"/>
                  </a:lnTo>
                  <a:lnTo>
                    <a:pt x="8" y="5"/>
                  </a:lnTo>
                  <a:lnTo>
                    <a:pt x="8" y="3"/>
                  </a:lnTo>
                  <a:lnTo>
                    <a:pt x="8" y="3"/>
                  </a:lnTo>
                  <a:lnTo>
                    <a:pt x="9" y="3"/>
                  </a:lnTo>
                  <a:lnTo>
                    <a:pt x="10" y="0"/>
                  </a:lnTo>
                  <a:lnTo>
                    <a:pt x="10" y="0"/>
                  </a:lnTo>
                  <a:lnTo>
                    <a:pt x="10" y="0"/>
                  </a:lnTo>
                  <a:lnTo>
                    <a:pt x="10" y="0"/>
                  </a:lnTo>
                  <a:lnTo>
                    <a:pt x="10"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240" name=""/>
            <p:cNvSpPr/>
            <p:nvPr/>
          </p:nvSpPr>
          <p:spPr>
            <a:xfrm>
              <a:off x="6950160" y="4095720"/>
              <a:ext cx="9360" cy="12600"/>
            </a:xfrm>
            <a:custGeom>
              <a:avLst/>
              <a:gdLst/>
              <a:ahLst/>
              <a:rect l="l" t="t" r="r" b="b"/>
              <a:pathLst>
                <a:path w="6" h="8">
                  <a:moveTo>
                    <a:pt x="3" y="0"/>
                  </a:moveTo>
                  <a:lnTo>
                    <a:pt x="3" y="0"/>
                  </a:lnTo>
                  <a:lnTo>
                    <a:pt x="3" y="0"/>
                  </a:lnTo>
                  <a:lnTo>
                    <a:pt x="2" y="1"/>
                  </a:lnTo>
                  <a:lnTo>
                    <a:pt x="0" y="5"/>
                  </a:lnTo>
                  <a:lnTo>
                    <a:pt x="0" y="5"/>
                  </a:lnTo>
                  <a:lnTo>
                    <a:pt x="0" y="6"/>
                  </a:lnTo>
                  <a:lnTo>
                    <a:pt x="0" y="6"/>
                  </a:lnTo>
                  <a:lnTo>
                    <a:pt x="0" y="7"/>
                  </a:lnTo>
                  <a:lnTo>
                    <a:pt x="0" y="7"/>
                  </a:lnTo>
                  <a:lnTo>
                    <a:pt x="0" y="7"/>
                  </a:lnTo>
                  <a:lnTo>
                    <a:pt x="0" y="6"/>
                  </a:lnTo>
                  <a:lnTo>
                    <a:pt x="0" y="6"/>
                  </a:lnTo>
                  <a:lnTo>
                    <a:pt x="2" y="5"/>
                  </a:lnTo>
                  <a:lnTo>
                    <a:pt x="3" y="5"/>
                  </a:lnTo>
                  <a:lnTo>
                    <a:pt x="3" y="4"/>
                  </a:lnTo>
                  <a:lnTo>
                    <a:pt x="5" y="1"/>
                  </a:lnTo>
                  <a:lnTo>
                    <a:pt x="5" y="1"/>
                  </a:lnTo>
                  <a:lnTo>
                    <a:pt x="3" y="0"/>
                  </a:lnTo>
                  <a:lnTo>
                    <a:pt x="3"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241" name=""/>
            <p:cNvSpPr/>
            <p:nvPr/>
          </p:nvSpPr>
          <p:spPr>
            <a:xfrm>
              <a:off x="6950160" y="410688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242" name=""/>
            <p:cNvSpPr/>
            <p:nvPr/>
          </p:nvSpPr>
          <p:spPr>
            <a:xfrm>
              <a:off x="7048440" y="4125960"/>
              <a:ext cx="3240" cy="4680"/>
            </a:xfrm>
            <a:custGeom>
              <a:avLst/>
              <a:gdLst/>
              <a:ahLst/>
              <a:rect l="l" t="t" r="r" b="b"/>
              <a:pathLst>
                <a:path w="2" h="3">
                  <a:moveTo>
                    <a:pt x="1" y="0"/>
                  </a:moveTo>
                  <a:lnTo>
                    <a:pt x="0" y="0"/>
                  </a:lnTo>
                  <a:lnTo>
                    <a:pt x="0" y="1"/>
                  </a:lnTo>
                  <a:lnTo>
                    <a:pt x="0" y="2"/>
                  </a:lnTo>
                  <a:lnTo>
                    <a:pt x="1" y="2"/>
                  </a:lnTo>
                  <a:lnTo>
                    <a:pt x="1" y="0"/>
                  </a:lnTo>
                  <a:lnTo>
                    <a:pt x="1"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243" name=""/>
            <p:cNvSpPr/>
            <p:nvPr/>
          </p:nvSpPr>
          <p:spPr>
            <a:xfrm>
              <a:off x="7050240" y="4122720"/>
              <a:ext cx="17280" cy="7920"/>
            </a:xfrm>
            <a:custGeom>
              <a:avLst/>
              <a:gdLst/>
              <a:ahLst/>
              <a:rect l="l" t="t" r="r" b="b"/>
              <a:pathLst>
                <a:path w="11" h="5">
                  <a:moveTo>
                    <a:pt x="7" y="0"/>
                  </a:moveTo>
                  <a:lnTo>
                    <a:pt x="7" y="0"/>
                  </a:lnTo>
                  <a:lnTo>
                    <a:pt x="6" y="2"/>
                  </a:lnTo>
                  <a:lnTo>
                    <a:pt x="6" y="2"/>
                  </a:lnTo>
                  <a:lnTo>
                    <a:pt x="6" y="2"/>
                  </a:lnTo>
                  <a:lnTo>
                    <a:pt x="2" y="2"/>
                  </a:lnTo>
                  <a:lnTo>
                    <a:pt x="0" y="2"/>
                  </a:lnTo>
                  <a:lnTo>
                    <a:pt x="0" y="2"/>
                  </a:lnTo>
                  <a:lnTo>
                    <a:pt x="0" y="2"/>
                  </a:lnTo>
                  <a:lnTo>
                    <a:pt x="0" y="2"/>
                  </a:lnTo>
                  <a:lnTo>
                    <a:pt x="0" y="4"/>
                  </a:lnTo>
                  <a:lnTo>
                    <a:pt x="0" y="4"/>
                  </a:lnTo>
                  <a:lnTo>
                    <a:pt x="0" y="4"/>
                  </a:lnTo>
                  <a:lnTo>
                    <a:pt x="0" y="3"/>
                  </a:lnTo>
                  <a:lnTo>
                    <a:pt x="2" y="2"/>
                  </a:lnTo>
                  <a:lnTo>
                    <a:pt x="6" y="2"/>
                  </a:lnTo>
                  <a:lnTo>
                    <a:pt x="6" y="2"/>
                  </a:lnTo>
                  <a:lnTo>
                    <a:pt x="10" y="2"/>
                  </a:lnTo>
                  <a:lnTo>
                    <a:pt x="10" y="2"/>
                  </a:lnTo>
                  <a:lnTo>
                    <a:pt x="10" y="2"/>
                  </a:lnTo>
                  <a:lnTo>
                    <a:pt x="7" y="0"/>
                  </a:lnTo>
                  <a:lnTo>
                    <a:pt x="7"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244" name=""/>
            <p:cNvSpPr/>
            <p:nvPr/>
          </p:nvSpPr>
          <p:spPr>
            <a:xfrm>
              <a:off x="7061040" y="4106880"/>
              <a:ext cx="30240" cy="20520"/>
            </a:xfrm>
            <a:custGeom>
              <a:avLst/>
              <a:gdLst/>
              <a:ahLst/>
              <a:rect l="l" t="t" r="r" b="b"/>
              <a:pathLst>
                <a:path w="19" h="13">
                  <a:moveTo>
                    <a:pt x="16" y="0"/>
                  </a:moveTo>
                  <a:lnTo>
                    <a:pt x="14" y="3"/>
                  </a:lnTo>
                  <a:lnTo>
                    <a:pt x="11" y="6"/>
                  </a:lnTo>
                  <a:lnTo>
                    <a:pt x="10" y="6"/>
                  </a:lnTo>
                  <a:lnTo>
                    <a:pt x="7" y="6"/>
                  </a:lnTo>
                  <a:lnTo>
                    <a:pt x="5" y="8"/>
                  </a:lnTo>
                  <a:lnTo>
                    <a:pt x="4" y="10"/>
                  </a:lnTo>
                  <a:lnTo>
                    <a:pt x="4" y="10"/>
                  </a:lnTo>
                  <a:lnTo>
                    <a:pt x="0" y="10"/>
                  </a:lnTo>
                  <a:lnTo>
                    <a:pt x="3" y="12"/>
                  </a:lnTo>
                  <a:lnTo>
                    <a:pt x="4" y="10"/>
                  </a:lnTo>
                  <a:lnTo>
                    <a:pt x="4" y="10"/>
                  </a:lnTo>
                  <a:lnTo>
                    <a:pt x="5" y="10"/>
                  </a:lnTo>
                  <a:lnTo>
                    <a:pt x="7" y="10"/>
                  </a:lnTo>
                  <a:lnTo>
                    <a:pt x="11" y="6"/>
                  </a:lnTo>
                  <a:lnTo>
                    <a:pt x="11" y="6"/>
                  </a:lnTo>
                  <a:lnTo>
                    <a:pt x="14" y="5"/>
                  </a:lnTo>
                  <a:lnTo>
                    <a:pt x="18" y="0"/>
                  </a:lnTo>
                  <a:lnTo>
                    <a:pt x="16" y="0"/>
                  </a:lnTo>
                  <a:lnTo>
                    <a:pt x="16"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245" name=""/>
            <p:cNvSpPr/>
            <p:nvPr/>
          </p:nvSpPr>
          <p:spPr>
            <a:xfrm>
              <a:off x="7061040" y="4122720"/>
              <a:ext cx="6480" cy="4680"/>
            </a:xfrm>
            <a:custGeom>
              <a:avLst/>
              <a:gdLst/>
              <a:ahLst/>
              <a:rect l="l" t="t" r="r" b="b"/>
              <a:pathLst>
                <a:path w="4" h="3">
                  <a:moveTo>
                    <a:pt x="3" y="2"/>
                  </a:moveTo>
                  <a:lnTo>
                    <a:pt x="3" y="0"/>
                  </a:lnTo>
                  <a:lnTo>
                    <a:pt x="3" y="0"/>
                  </a:lnTo>
                  <a:lnTo>
                    <a:pt x="3" y="0"/>
                  </a:lnTo>
                  <a:lnTo>
                    <a:pt x="0" y="0"/>
                  </a:lnTo>
                  <a:lnTo>
                    <a:pt x="3" y="2"/>
                  </a:lnTo>
                  <a:lnTo>
                    <a:pt x="3"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246" name=""/>
            <p:cNvSpPr/>
            <p:nvPr/>
          </p:nvSpPr>
          <p:spPr>
            <a:xfrm>
              <a:off x="6700680" y="4105440"/>
              <a:ext cx="3240" cy="2880"/>
            </a:xfrm>
            <a:custGeom>
              <a:avLst/>
              <a:gdLst/>
              <a:ahLst/>
              <a:rect l="l" t="t" r="r" b="b"/>
              <a:pathLst>
                <a:path w="2" h="2">
                  <a:moveTo>
                    <a:pt x="0" y="0"/>
                  </a:moveTo>
                  <a:lnTo>
                    <a:pt x="0" y="0"/>
                  </a:lnTo>
                  <a:lnTo>
                    <a:pt x="0" y="1"/>
                  </a:lnTo>
                  <a:lnTo>
                    <a:pt x="0" y="1"/>
                  </a:lnTo>
                  <a:lnTo>
                    <a:pt x="1" y="1"/>
                  </a:lnTo>
                  <a:lnTo>
                    <a:pt x="0" y="0"/>
                  </a:lnTo>
                  <a:lnTo>
                    <a:pt x="0"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247" name=""/>
            <p:cNvSpPr/>
            <p:nvPr/>
          </p:nvSpPr>
          <p:spPr>
            <a:xfrm>
              <a:off x="6700680" y="4097160"/>
              <a:ext cx="14400" cy="11160"/>
            </a:xfrm>
            <a:custGeom>
              <a:avLst/>
              <a:gdLst/>
              <a:ahLst/>
              <a:rect l="l" t="t" r="r" b="b"/>
              <a:pathLst>
                <a:path w="9" h="7">
                  <a:moveTo>
                    <a:pt x="4" y="0"/>
                  </a:moveTo>
                  <a:lnTo>
                    <a:pt x="4" y="0"/>
                  </a:lnTo>
                  <a:lnTo>
                    <a:pt x="4" y="4"/>
                  </a:lnTo>
                  <a:lnTo>
                    <a:pt x="1" y="4"/>
                  </a:lnTo>
                  <a:lnTo>
                    <a:pt x="1" y="5"/>
                  </a:lnTo>
                  <a:lnTo>
                    <a:pt x="1" y="5"/>
                  </a:lnTo>
                  <a:lnTo>
                    <a:pt x="1" y="5"/>
                  </a:lnTo>
                  <a:lnTo>
                    <a:pt x="0" y="5"/>
                  </a:lnTo>
                  <a:lnTo>
                    <a:pt x="0" y="5"/>
                  </a:lnTo>
                  <a:lnTo>
                    <a:pt x="0" y="5"/>
                  </a:lnTo>
                  <a:lnTo>
                    <a:pt x="1" y="6"/>
                  </a:lnTo>
                  <a:lnTo>
                    <a:pt x="1" y="6"/>
                  </a:lnTo>
                  <a:lnTo>
                    <a:pt x="1" y="6"/>
                  </a:lnTo>
                  <a:lnTo>
                    <a:pt x="1" y="6"/>
                  </a:lnTo>
                  <a:lnTo>
                    <a:pt x="1" y="5"/>
                  </a:lnTo>
                  <a:lnTo>
                    <a:pt x="1" y="5"/>
                  </a:lnTo>
                  <a:lnTo>
                    <a:pt x="4" y="5"/>
                  </a:lnTo>
                  <a:lnTo>
                    <a:pt x="4" y="5"/>
                  </a:lnTo>
                  <a:lnTo>
                    <a:pt x="8" y="4"/>
                  </a:lnTo>
                  <a:lnTo>
                    <a:pt x="8" y="4"/>
                  </a:lnTo>
                  <a:lnTo>
                    <a:pt x="4" y="0"/>
                  </a:lnTo>
                  <a:lnTo>
                    <a:pt x="4"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248" name=""/>
            <p:cNvSpPr/>
            <p:nvPr/>
          </p:nvSpPr>
          <p:spPr>
            <a:xfrm>
              <a:off x="6707160" y="4091040"/>
              <a:ext cx="14400" cy="14400"/>
            </a:xfrm>
            <a:custGeom>
              <a:avLst/>
              <a:gdLst/>
              <a:ahLst/>
              <a:rect l="l" t="t" r="r" b="b"/>
              <a:pathLst>
                <a:path w="9" h="9">
                  <a:moveTo>
                    <a:pt x="8" y="0"/>
                  </a:moveTo>
                  <a:lnTo>
                    <a:pt x="7" y="0"/>
                  </a:lnTo>
                  <a:lnTo>
                    <a:pt x="5" y="1"/>
                  </a:lnTo>
                  <a:lnTo>
                    <a:pt x="5" y="1"/>
                  </a:lnTo>
                  <a:lnTo>
                    <a:pt x="5" y="3"/>
                  </a:lnTo>
                  <a:lnTo>
                    <a:pt x="4" y="3"/>
                  </a:lnTo>
                  <a:lnTo>
                    <a:pt x="4" y="3"/>
                  </a:lnTo>
                  <a:lnTo>
                    <a:pt x="0" y="3"/>
                  </a:lnTo>
                  <a:lnTo>
                    <a:pt x="0" y="4"/>
                  </a:lnTo>
                  <a:lnTo>
                    <a:pt x="4" y="8"/>
                  </a:lnTo>
                  <a:lnTo>
                    <a:pt x="4" y="8"/>
                  </a:lnTo>
                  <a:lnTo>
                    <a:pt x="4" y="3"/>
                  </a:lnTo>
                  <a:lnTo>
                    <a:pt x="5" y="3"/>
                  </a:lnTo>
                  <a:lnTo>
                    <a:pt x="5" y="3"/>
                  </a:lnTo>
                  <a:lnTo>
                    <a:pt x="5" y="3"/>
                  </a:lnTo>
                  <a:lnTo>
                    <a:pt x="7" y="3"/>
                  </a:lnTo>
                  <a:lnTo>
                    <a:pt x="8" y="1"/>
                  </a:lnTo>
                  <a:lnTo>
                    <a:pt x="8" y="1"/>
                  </a:lnTo>
                  <a:lnTo>
                    <a:pt x="8" y="0"/>
                  </a:lnTo>
                  <a:lnTo>
                    <a:pt x="8"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249" name=""/>
            <p:cNvSpPr/>
            <p:nvPr/>
          </p:nvSpPr>
          <p:spPr>
            <a:xfrm>
              <a:off x="6707160" y="4097160"/>
              <a:ext cx="7920" cy="8280"/>
            </a:xfrm>
            <a:custGeom>
              <a:avLst/>
              <a:gdLst/>
              <a:ahLst/>
              <a:rect l="l" t="t" r="r" b="b"/>
              <a:pathLst>
                <a:path w="5" h="5">
                  <a:moveTo>
                    <a:pt x="0" y="4"/>
                  </a:moveTo>
                  <a:lnTo>
                    <a:pt x="4" y="4"/>
                  </a:lnTo>
                  <a:lnTo>
                    <a:pt x="4" y="4"/>
                  </a:lnTo>
                  <a:lnTo>
                    <a:pt x="4" y="0"/>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520" bIns="-38520" anchor="t">
              <a:noAutofit/>
            </a:bodyPr>
            <a:p>
              <a:endParaRPr b="0" lang="en-IN" sz="2400" strike="noStrike" u="none">
                <a:solidFill>
                  <a:srgbClr val="ffffff"/>
                </a:solidFill>
                <a:effectLst/>
                <a:uFillTx/>
                <a:latin typeface="Times New Roman"/>
              </a:endParaRPr>
            </a:p>
          </p:txBody>
        </p:sp>
        <p:sp>
          <p:nvSpPr>
            <p:cNvPr id="3250" name=""/>
            <p:cNvSpPr/>
            <p:nvPr/>
          </p:nvSpPr>
          <p:spPr>
            <a:xfrm>
              <a:off x="6737400" y="4064040"/>
              <a:ext cx="1440" cy="6480"/>
            </a:xfrm>
            <a:custGeom>
              <a:avLst/>
              <a:gdLst/>
              <a:ahLst/>
              <a:rect l="l" t="t" r="r" b="b"/>
              <a:pathLst>
                <a:path w="1" h="4">
                  <a:moveTo>
                    <a:pt x="0" y="3"/>
                  </a:moveTo>
                  <a:lnTo>
                    <a:pt x="0" y="3"/>
                  </a:lnTo>
                  <a:lnTo>
                    <a:pt x="0" y="2"/>
                  </a:lnTo>
                  <a:lnTo>
                    <a:pt x="0" y="0"/>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251" name=""/>
            <p:cNvSpPr/>
            <p:nvPr/>
          </p:nvSpPr>
          <p:spPr>
            <a:xfrm>
              <a:off x="6719760" y="4064040"/>
              <a:ext cx="19080" cy="17280"/>
            </a:xfrm>
            <a:custGeom>
              <a:avLst/>
              <a:gdLst/>
              <a:ahLst/>
              <a:rect l="l" t="t" r="r" b="b"/>
              <a:pathLst>
                <a:path w="12" h="11">
                  <a:moveTo>
                    <a:pt x="0" y="10"/>
                  </a:moveTo>
                  <a:lnTo>
                    <a:pt x="3" y="7"/>
                  </a:lnTo>
                  <a:lnTo>
                    <a:pt x="4" y="7"/>
                  </a:lnTo>
                  <a:lnTo>
                    <a:pt x="4" y="5"/>
                  </a:lnTo>
                  <a:lnTo>
                    <a:pt x="4" y="5"/>
                  </a:lnTo>
                  <a:lnTo>
                    <a:pt x="10" y="4"/>
                  </a:lnTo>
                  <a:lnTo>
                    <a:pt x="11" y="4"/>
                  </a:lnTo>
                  <a:lnTo>
                    <a:pt x="11" y="3"/>
                  </a:lnTo>
                  <a:lnTo>
                    <a:pt x="11" y="3"/>
                  </a:lnTo>
                  <a:lnTo>
                    <a:pt x="11" y="0"/>
                  </a:lnTo>
                  <a:lnTo>
                    <a:pt x="11" y="0"/>
                  </a:lnTo>
                  <a:lnTo>
                    <a:pt x="11" y="2"/>
                  </a:lnTo>
                  <a:lnTo>
                    <a:pt x="9" y="3"/>
                  </a:lnTo>
                  <a:lnTo>
                    <a:pt x="4" y="4"/>
                  </a:lnTo>
                  <a:lnTo>
                    <a:pt x="4" y="4"/>
                  </a:lnTo>
                  <a:lnTo>
                    <a:pt x="3" y="5"/>
                  </a:lnTo>
                  <a:lnTo>
                    <a:pt x="0" y="7"/>
                  </a:lnTo>
                  <a:lnTo>
                    <a:pt x="0" y="7"/>
                  </a:lnTo>
                  <a:lnTo>
                    <a:pt x="0" y="10"/>
                  </a:lnTo>
                  <a:lnTo>
                    <a:pt x="0" y="1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3252" name=""/>
            <p:cNvSpPr/>
            <p:nvPr/>
          </p:nvSpPr>
          <p:spPr>
            <a:xfrm>
              <a:off x="6737400" y="4064040"/>
              <a:ext cx="1440" cy="6480"/>
            </a:xfrm>
            <a:custGeom>
              <a:avLst/>
              <a:gdLst/>
              <a:ahLst/>
              <a:rect l="l" t="t" r="r" b="b"/>
              <a:pathLst>
                <a:path w="1" h="4">
                  <a:moveTo>
                    <a:pt x="0" y="0"/>
                  </a:moveTo>
                  <a:lnTo>
                    <a:pt x="0" y="2"/>
                  </a:lnTo>
                  <a:lnTo>
                    <a:pt x="0" y="3"/>
                  </a:lnTo>
                  <a:lnTo>
                    <a:pt x="0" y="3"/>
                  </a:lnTo>
                  <a:lnTo>
                    <a:pt x="0" y="3"/>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253" name=""/>
            <p:cNvSpPr/>
            <p:nvPr/>
          </p:nvSpPr>
          <p:spPr>
            <a:xfrm>
              <a:off x="6737400" y="4122720"/>
              <a:ext cx="1440" cy="4680"/>
            </a:xfrm>
            <a:custGeom>
              <a:avLst/>
              <a:gdLst/>
              <a:ahLst/>
              <a:rect l="l" t="t" r="r" b="b"/>
              <a:pathLst>
                <a:path w="1" h="3">
                  <a:moveTo>
                    <a:pt x="0" y="2"/>
                  </a:moveTo>
                  <a:lnTo>
                    <a:pt x="0" y="2"/>
                  </a:lnTo>
                  <a:lnTo>
                    <a:pt x="0" y="2"/>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254" name=""/>
            <p:cNvSpPr/>
            <p:nvPr/>
          </p:nvSpPr>
          <p:spPr>
            <a:xfrm>
              <a:off x="6719760" y="4122720"/>
              <a:ext cx="19080" cy="9720"/>
            </a:xfrm>
            <a:custGeom>
              <a:avLst/>
              <a:gdLst/>
              <a:ahLst/>
              <a:rect l="l" t="t" r="r" b="b"/>
              <a:pathLst>
                <a:path w="12" h="6">
                  <a:moveTo>
                    <a:pt x="0" y="5"/>
                  </a:moveTo>
                  <a:lnTo>
                    <a:pt x="3" y="5"/>
                  </a:lnTo>
                  <a:lnTo>
                    <a:pt x="4" y="4"/>
                  </a:lnTo>
                  <a:lnTo>
                    <a:pt x="4" y="3"/>
                  </a:lnTo>
                  <a:lnTo>
                    <a:pt x="7" y="2"/>
                  </a:lnTo>
                  <a:lnTo>
                    <a:pt x="11" y="2"/>
                  </a:lnTo>
                  <a:lnTo>
                    <a:pt x="11" y="2"/>
                  </a:lnTo>
                  <a:lnTo>
                    <a:pt x="11" y="2"/>
                  </a:lnTo>
                  <a:lnTo>
                    <a:pt x="11" y="2"/>
                  </a:lnTo>
                  <a:lnTo>
                    <a:pt x="11" y="0"/>
                  </a:lnTo>
                  <a:lnTo>
                    <a:pt x="11" y="0"/>
                  </a:lnTo>
                  <a:lnTo>
                    <a:pt x="11" y="2"/>
                  </a:lnTo>
                  <a:lnTo>
                    <a:pt x="10" y="2"/>
                  </a:lnTo>
                  <a:lnTo>
                    <a:pt x="7" y="2"/>
                  </a:lnTo>
                  <a:lnTo>
                    <a:pt x="4" y="2"/>
                  </a:lnTo>
                  <a:lnTo>
                    <a:pt x="4" y="2"/>
                  </a:lnTo>
                  <a:lnTo>
                    <a:pt x="3" y="2"/>
                  </a:lnTo>
                  <a:lnTo>
                    <a:pt x="2" y="2"/>
                  </a:lnTo>
                  <a:lnTo>
                    <a:pt x="0" y="5"/>
                  </a:lnTo>
                  <a:lnTo>
                    <a:pt x="0" y="5"/>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3255" name=""/>
            <p:cNvSpPr/>
            <p:nvPr/>
          </p:nvSpPr>
          <p:spPr>
            <a:xfrm>
              <a:off x="6737400" y="4122720"/>
              <a:ext cx="1440" cy="468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256" name=""/>
            <p:cNvSpPr/>
            <p:nvPr/>
          </p:nvSpPr>
          <p:spPr>
            <a:xfrm>
              <a:off x="6624720" y="4075200"/>
              <a:ext cx="27000" cy="12600"/>
            </a:xfrm>
            <a:custGeom>
              <a:avLst/>
              <a:gdLst/>
              <a:ahLst/>
              <a:rect l="l" t="t" r="r" b="b"/>
              <a:pathLst>
                <a:path w="17" h="8">
                  <a:moveTo>
                    <a:pt x="0" y="7"/>
                  </a:moveTo>
                  <a:lnTo>
                    <a:pt x="0" y="7"/>
                  </a:lnTo>
                  <a:lnTo>
                    <a:pt x="1" y="6"/>
                  </a:lnTo>
                  <a:lnTo>
                    <a:pt x="5" y="5"/>
                  </a:lnTo>
                  <a:lnTo>
                    <a:pt x="7" y="5"/>
                  </a:lnTo>
                  <a:lnTo>
                    <a:pt x="7" y="3"/>
                  </a:lnTo>
                  <a:lnTo>
                    <a:pt x="14" y="3"/>
                  </a:lnTo>
                  <a:lnTo>
                    <a:pt x="14" y="0"/>
                  </a:lnTo>
                  <a:lnTo>
                    <a:pt x="16" y="0"/>
                  </a:lnTo>
                </a:path>
              </a:pathLst>
            </a:custGeom>
            <a:noFill/>
            <a:ln w="9360">
              <a:solidFill>
                <a:srgbClr val="82c168"/>
              </a:solidFill>
              <a:round/>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257" name=""/>
            <p:cNvSpPr/>
            <p:nvPr/>
          </p:nvSpPr>
          <p:spPr>
            <a:xfrm>
              <a:off x="6615000" y="4029120"/>
              <a:ext cx="38160" cy="36360"/>
            </a:xfrm>
            <a:custGeom>
              <a:avLst/>
              <a:gdLst/>
              <a:ahLst/>
              <a:rect l="l" t="t" r="r" b="b"/>
              <a:pathLst>
                <a:path w="24" h="23">
                  <a:moveTo>
                    <a:pt x="23" y="0"/>
                  </a:moveTo>
                  <a:lnTo>
                    <a:pt x="22" y="0"/>
                  </a:lnTo>
                  <a:lnTo>
                    <a:pt x="22" y="0"/>
                  </a:lnTo>
                  <a:lnTo>
                    <a:pt x="22" y="1"/>
                  </a:lnTo>
                  <a:lnTo>
                    <a:pt x="20" y="1"/>
                  </a:lnTo>
                  <a:lnTo>
                    <a:pt x="13" y="2"/>
                  </a:lnTo>
                  <a:lnTo>
                    <a:pt x="13" y="4"/>
                  </a:lnTo>
                  <a:lnTo>
                    <a:pt x="13" y="6"/>
                  </a:lnTo>
                  <a:lnTo>
                    <a:pt x="13" y="10"/>
                  </a:lnTo>
                  <a:lnTo>
                    <a:pt x="11" y="10"/>
                  </a:lnTo>
                  <a:lnTo>
                    <a:pt x="11" y="10"/>
                  </a:lnTo>
                  <a:lnTo>
                    <a:pt x="11" y="10"/>
                  </a:lnTo>
                  <a:lnTo>
                    <a:pt x="6" y="15"/>
                  </a:lnTo>
                  <a:lnTo>
                    <a:pt x="6" y="15"/>
                  </a:lnTo>
                  <a:lnTo>
                    <a:pt x="4" y="15"/>
                  </a:lnTo>
                  <a:lnTo>
                    <a:pt x="4" y="15"/>
                  </a:lnTo>
                  <a:lnTo>
                    <a:pt x="4" y="18"/>
                  </a:lnTo>
                  <a:lnTo>
                    <a:pt x="0" y="22"/>
                  </a:lnTo>
                </a:path>
              </a:pathLst>
            </a:custGeom>
            <a:noFill/>
            <a:ln w="9360">
              <a:solidFill>
                <a:srgbClr val="82c168"/>
              </a:solidFill>
              <a:round/>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3258" name=""/>
            <p:cNvSpPr/>
            <p:nvPr/>
          </p:nvSpPr>
          <p:spPr>
            <a:xfrm>
              <a:off x="6632640" y="3997440"/>
              <a:ext cx="19080" cy="21960"/>
            </a:xfrm>
            <a:custGeom>
              <a:avLst/>
              <a:gdLst/>
              <a:ahLst/>
              <a:rect l="l" t="t" r="r" b="b"/>
              <a:pathLst>
                <a:path w="12" h="14">
                  <a:moveTo>
                    <a:pt x="0" y="13"/>
                  </a:moveTo>
                  <a:lnTo>
                    <a:pt x="0" y="13"/>
                  </a:lnTo>
                  <a:lnTo>
                    <a:pt x="2" y="13"/>
                  </a:lnTo>
                  <a:lnTo>
                    <a:pt x="2" y="13"/>
                  </a:lnTo>
                  <a:lnTo>
                    <a:pt x="2" y="13"/>
                  </a:lnTo>
                  <a:lnTo>
                    <a:pt x="2" y="11"/>
                  </a:lnTo>
                  <a:lnTo>
                    <a:pt x="2" y="9"/>
                  </a:lnTo>
                  <a:lnTo>
                    <a:pt x="2" y="8"/>
                  </a:lnTo>
                  <a:lnTo>
                    <a:pt x="2" y="8"/>
                  </a:lnTo>
                  <a:lnTo>
                    <a:pt x="2" y="8"/>
                  </a:lnTo>
                  <a:lnTo>
                    <a:pt x="2" y="7"/>
                  </a:lnTo>
                  <a:lnTo>
                    <a:pt x="8" y="2"/>
                  </a:lnTo>
                  <a:lnTo>
                    <a:pt x="9" y="2"/>
                  </a:lnTo>
                  <a:lnTo>
                    <a:pt x="9" y="0"/>
                  </a:lnTo>
                  <a:lnTo>
                    <a:pt x="11" y="0"/>
                  </a:lnTo>
                  <a:lnTo>
                    <a:pt x="11" y="0"/>
                  </a:lnTo>
                  <a:lnTo>
                    <a:pt x="11" y="0"/>
                  </a:lnTo>
                </a:path>
              </a:pathLst>
            </a:custGeom>
            <a:noFill/>
            <a:ln w="9360">
              <a:solidFill>
                <a:srgbClr val="82c168"/>
              </a:solidFill>
              <a:round/>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3259" name=""/>
            <p:cNvSpPr/>
            <p:nvPr/>
          </p:nvSpPr>
          <p:spPr>
            <a:xfrm>
              <a:off x="6600960" y="4010040"/>
              <a:ext cx="15840" cy="20520"/>
            </a:xfrm>
            <a:custGeom>
              <a:avLst/>
              <a:gdLst/>
              <a:ahLst/>
              <a:rect l="l" t="t" r="r" b="b"/>
              <a:pathLst>
                <a:path w="10" h="13">
                  <a:moveTo>
                    <a:pt x="9" y="0"/>
                  </a:moveTo>
                  <a:lnTo>
                    <a:pt x="4" y="5"/>
                  </a:lnTo>
                  <a:lnTo>
                    <a:pt x="0" y="12"/>
                  </a:lnTo>
                </a:path>
              </a:pathLst>
            </a:custGeom>
            <a:noFill/>
            <a:ln w="9360">
              <a:solidFill>
                <a:srgbClr val="82c168"/>
              </a:solidFill>
              <a:round/>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260" name=""/>
            <p:cNvSpPr/>
            <p:nvPr/>
          </p:nvSpPr>
          <p:spPr>
            <a:xfrm>
              <a:off x="6567480" y="3979800"/>
              <a:ext cx="1440" cy="6480"/>
            </a:xfrm>
            <a:custGeom>
              <a:avLst/>
              <a:gdLst/>
              <a:ahLst/>
              <a:rect l="l" t="t" r="r" b="b"/>
              <a:pathLst>
                <a:path w="1" h="4">
                  <a:moveTo>
                    <a:pt x="0" y="0"/>
                  </a:moveTo>
                  <a:lnTo>
                    <a:pt x="0" y="2"/>
                  </a:lnTo>
                  <a:lnTo>
                    <a:pt x="0" y="2"/>
                  </a:lnTo>
                  <a:lnTo>
                    <a:pt x="0" y="3"/>
                  </a:lnTo>
                  <a:lnTo>
                    <a:pt x="0" y="3"/>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261" name=""/>
            <p:cNvSpPr/>
            <p:nvPr/>
          </p:nvSpPr>
          <p:spPr>
            <a:xfrm>
              <a:off x="6567480" y="3979800"/>
              <a:ext cx="11160" cy="6480"/>
            </a:xfrm>
            <a:custGeom>
              <a:avLst/>
              <a:gdLst/>
              <a:ahLst/>
              <a:rect l="l" t="t" r="r" b="b"/>
              <a:pathLst>
                <a:path w="7" h="4">
                  <a:moveTo>
                    <a:pt x="6" y="0"/>
                  </a:moveTo>
                  <a:lnTo>
                    <a:pt x="6" y="0"/>
                  </a:lnTo>
                  <a:lnTo>
                    <a:pt x="6" y="0"/>
                  </a:lnTo>
                  <a:lnTo>
                    <a:pt x="4" y="0"/>
                  </a:lnTo>
                  <a:lnTo>
                    <a:pt x="4" y="0"/>
                  </a:lnTo>
                  <a:lnTo>
                    <a:pt x="4" y="0"/>
                  </a:lnTo>
                  <a:lnTo>
                    <a:pt x="3" y="0"/>
                  </a:lnTo>
                  <a:lnTo>
                    <a:pt x="3" y="0"/>
                  </a:lnTo>
                  <a:lnTo>
                    <a:pt x="2" y="0"/>
                  </a:lnTo>
                  <a:lnTo>
                    <a:pt x="0" y="0"/>
                  </a:lnTo>
                  <a:lnTo>
                    <a:pt x="0" y="3"/>
                  </a:lnTo>
                  <a:lnTo>
                    <a:pt x="2" y="3"/>
                  </a:lnTo>
                  <a:lnTo>
                    <a:pt x="3" y="3"/>
                  </a:lnTo>
                  <a:lnTo>
                    <a:pt x="3" y="3"/>
                  </a:lnTo>
                  <a:lnTo>
                    <a:pt x="4" y="3"/>
                  </a:lnTo>
                  <a:lnTo>
                    <a:pt x="4" y="2"/>
                  </a:lnTo>
                  <a:lnTo>
                    <a:pt x="4" y="2"/>
                  </a:lnTo>
                  <a:lnTo>
                    <a:pt x="6" y="2"/>
                  </a:lnTo>
                  <a:lnTo>
                    <a:pt x="6" y="0"/>
                  </a:lnTo>
                  <a:lnTo>
                    <a:pt x="6" y="0"/>
                  </a:lnTo>
                  <a:lnTo>
                    <a:pt x="6" y="0"/>
                  </a:lnTo>
                  <a:lnTo>
                    <a:pt x="6"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262" name=""/>
            <p:cNvSpPr/>
            <p:nvPr/>
          </p:nvSpPr>
          <p:spPr>
            <a:xfrm>
              <a:off x="6576840" y="3975120"/>
              <a:ext cx="11160" cy="6480"/>
            </a:xfrm>
            <a:custGeom>
              <a:avLst/>
              <a:gdLst/>
              <a:ahLst/>
              <a:rect l="l" t="t" r="r" b="b"/>
              <a:pathLst>
                <a:path w="7" h="4">
                  <a:moveTo>
                    <a:pt x="6" y="0"/>
                  </a:moveTo>
                  <a:lnTo>
                    <a:pt x="6" y="0"/>
                  </a:lnTo>
                  <a:lnTo>
                    <a:pt x="6" y="0"/>
                  </a:lnTo>
                  <a:lnTo>
                    <a:pt x="4" y="1"/>
                  </a:lnTo>
                  <a:lnTo>
                    <a:pt x="4" y="1"/>
                  </a:lnTo>
                  <a:lnTo>
                    <a:pt x="1" y="1"/>
                  </a:lnTo>
                  <a:lnTo>
                    <a:pt x="1" y="3"/>
                  </a:lnTo>
                  <a:lnTo>
                    <a:pt x="0" y="3"/>
                  </a:lnTo>
                  <a:lnTo>
                    <a:pt x="0" y="3"/>
                  </a:lnTo>
                  <a:lnTo>
                    <a:pt x="0" y="3"/>
                  </a:lnTo>
                  <a:lnTo>
                    <a:pt x="1" y="3"/>
                  </a:lnTo>
                  <a:lnTo>
                    <a:pt x="3" y="3"/>
                  </a:lnTo>
                  <a:lnTo>
                    <a:pt x="4" y="3"/>
                  </a:lnTo>
                  <a:lnTo>
                    <a:pt x="4" y="1"/>
                  </a:lnTo>
                  <a:lnTo>
                    <a:pt x="6" y="1"/>
                  </a:lnTo>
                  <a:lnTo>
                    <a:pt x="6" y="1"/>
                  </a:lnTo>
                  <a:lnTo>
                    <a:pt x="6" y="1"/>
                  </a:lnTo>
                  <a:lnTo>
                    <a:pt x="6" y="1"/>
                  </a:lnTo>
                  <a:lnTo>
                    <a:pt x="6" y="0"/>
                  </a:lnTo>
                  <a:lnTo>
                    <a:pt x="6"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263" name=""/>
            <p:cNvSpPr/>
            <p:nvPr/>
          </p:nvSpPr>
          <p:spPr>
            <a:xfrm>
              <a:off x="6576840" y="3979800"/>
              <a:ext cx="3240" cy="1800"/>
            </a:xfrm>
            <a:custGeom>
              <a:avLst/>
              <a:gdLst/>
              <a:ahLst/>
              <a:rect l="l" t="t" r="r" b="b"/>
              <a:pathLst>
                <a:path w="2" h="1">
                  <a:moveTo>
                    <a:pt x="0" y="0"/>
                  </a:moveTo>
                  <a:lnTo>
                    <a:pt x="0" y="0"/>
                  </a:lnTo>
                  <a:lnTo>
                    <a:pt x="1"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264" name=""/>
            <p:cNvSpPr/>
            <p:nvPr/>
          </p:nvSpPr>
          <p:spPr>
            <a:xfrm>
              <a:off x="6567480" y="395604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265" name=""/>
            <p:cNvSpPr/>
            <p:nvPr/>
          </p:nvSpPr>
          <p:spPr>
            <a:xfrm>
              <a:off x="6567480" y="3948120"/>
              <a:ext cx="12600" cy="9360"/>
            </a:xfrm>
            <a:custGeom>
              <a:avLst/>
              <a:gdLst/>
              <a:ahLst/>
              <a:rect l="l" t="t" r="r" b="b"/>
              <a:pathLst>
                <a:path w="8" h="6">
                  <a:moveTo>
                    <a:pt x="7" y="0"/>
                  </a:moveTo>
                  <a:lnTo>
                    <a:pt x="7" y="0"/>
                  </a:lnTo>
                  <a:lnTo>
                    <a:pt x="6" y="0"/>
                  </a:lnTo>
                  <a:lnTo>
                    <a:pt x="6" y="1"/>
                  </a:lnTo>
                  <a:lnTo>
                    <a:pt x="4" y="2"/>
                  </a:lnTo>
                  <a:lnTo>
                    <a:pt x="4" y="2"/>
                  </a:lnTo>
                  <a:lnTo>
                    <a:pt x="3" y="3"/>
                  </a:lnTo>
                  <a:lnTo>
                    <a:pt x="0" y="4"/>
                  </a:lnTo>
                  <a:lnTo>
                    <a:pt x="0" y="5"/>
                  </a:lnTo>
                  <a:lnTo>
                    <a:pt x="0" y="5"/>
                  </a:lnTo>
                  <a:lnTo>
                    <a:pt x="0" y="5"/>
                  </a:lnTo>
                  <a:lnTo>
                    <a:pt x="0" y="5"/>
                  </a:lnTo>
                  <a:lnTo>
                    <a:pt x="3" y="5"/>
                  </a:lnTo>
                  <a:lnTo>
                    <a:pt x="3" y="4"/>
                  </a:lnTo>
                  <a:lnTo>
                    <a:pt x="4" y="3"/>
                  </a:lnTo>
                  <a:lnTo>
                    <a:pt x="4" y="2"/>
                  </a:lnTo>
                  <a:lnTo>
                    <a:pt x="6" y="2"/>
                  </a:lnTo>
                  <a:lnTo>
                    <a:pt x="7" y="2"/>
                  </a:lnTo>
                  <a:lnTo>
                    <a:pt x="7" y="1"/>
                  </a:lnTo>
                  <a:lnTo>
                    <a:pt x="7" y="1"/>
                  </a:lnTo>
                  <a:lnTo>
                    <a:pt x="7" y="0"/>
                  </a:lnTo>
                  <a:lnTo>
                    <a:pt x="7"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266" name=""/>
            <p:cNvSpPr/>
            <p:nvPr/>
          </p:nvSpPr>
          <p:spPr>
            <a:xfrm>
              <a:off x="6578640" y="3941640"/>
              <a:ext cx="15840" cy="9720"/>
            </a:xfrm>
            <a:custGeom>
              <a:avLst/>
              <a:gdLst/>
              <a:ahLst/>
              <a:rect l="l" t="t" r="r" b="b"/>
              <a:pathLst>
                <a:path w="10" h="6">
                  <a:moveTo>
                    <a:pt x="9" y="0"/>
                  </a:moveTo>
                  <a:lnTo>
                    <a:pt x="9" y="0"/>
                  </a:lnTo>
                  <a:lnTo>
                    <a:pt x="8" y="4"/>
                  </a:lnTo>
                  <a:lnTo>
                    <a:pt x="7" y="4"/>
                  </a:lnTo>
                  <a:lnTo>
                    <a:pt x="5" y="4"/>
                  </a:lnTo>
                  <a:lnTo>
                    <a:pt x="5" y="4"/>
                  </a:lnTo>
                  <a:lnTo>
                    <a:pt x="5" y="4"/>
                  </a:lnTo>
                  <a:lnTo>
                    <a:pt x="3" y="4"/>
                  </a:lnTo>
                  <a:lnTo>
                    <a:pt x="0" y="4"/>
                  </a:lnTo>
                  <a:lnTo>
                    <a:pt x="0" y="5"/>
                  </a:lnTo>
                  <a:lnTo>
                    <a:pt x="3" y="5"/>
                  </a:lnTo>
                  <a:lnTo>
                    <a:pt x="5" y="4"/>
                  </a:lnTo>
                  <a:lnTo>
                    <a:pt x="5" y="4"/>
                  </a:lnTo>
                  <a:lnTo>
                    <a:pt x="5" y="4"/>
                  </a:lnTo>
                  <a:lnTo>
                    <a:pt x="8" y="4"/>
                  </a:lnTo>
                  <a:lnTo>
                    <a:pt x="9" y="4"/>
                  </a:lnTo>
                  <a:lnTo>
                    <a:pt x="9" y="4"/>
                  </a:lnTo>
                  <a:lnTo>
                    <a:pt x="9" y="4"/>
                  </a:lnTo>
                  <a:lnTo>
                    <a:pt x="9" y="0"/>
                  </a:lnTo>
                  <a:lnTo>
                    <a:pt x="9"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3267" name=""/>
            <p:cNvSpPr/>
            <p:nvPr/>
          </p:nvSpPr>
          <p:spPr>
            <a:xfrm>
              <a:off x="6578640" y="3948120"/>
              <a:ext cx="6480" cy="3240"/>
            </a:xfrm>
            <a:custGeom>
              <a:avLst/>
              <a:gdLst/>
              <a:ahLst/>
              <a:rect l="l" t="t" r="r" b="b"/>
              <a:pathLst>
                <a:path w="4" h="2">
                  <a:moveTo>
                    <a:pt x="2" y="1"/>
                  </a:moveTo>
                  <a:lnTo>
                    <a:pt x="3" y="0"/>
                  </a:lnTo>
                  <a:lnTo>
                    <a:pt x="3" y="0"/>
                  </a:lnTo>
                  <a:lnTo>
                    <a:pt x="2" y="0"/>
                  </a:lnTo>
                  <a:lnTo>
                    <a:pt x="0" y="0"/>
                  </a:lnTo>
                  <a:lnTo>
                    <a:pt x="2" y="1"/>
                  </a:lnTo>
                  <a:lnTo>
                    <a:pt x="2"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268" name=""/>
            <p:cNvSpPr/>
            <p:nvPr/>
          </p:nvSpPr>
          <p:spPr>
            <a:xfrm>
              <a:off x="6576840" y="3957480"/>
              <a:ext cx="3240" cy="3240"/>
            </a:xfrm>
            <a:custGeom>
              <a:avLst/>
              <a:gdLst/>
              <a:ahLst/>
              <a:rect l="l" t="t" r="r" b="b"/>
              <a:pathLst>
                <a:path w="2" h="2">
                  <a:moveTo>
                    <a:pt x="0" y="0"/>
                  </a:moveTo>
                  <a:lnTo>
                    <a:pt x="0" y="0"/>
                  </a:lnTo>
                  <a:lnTo>
                    <a:pt x="0" y="0"/>
                  </a:lnTo>
                  <a:lnTo>
                    <a:pt x="0" y="1"/>
                  </a:lnTo>
                  <a:lnTo>
                    <a:pt x="1"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269" name=""/>
            <p:cNvSpPr/>
            <p:nvPr/>
          </p:nvSpPr>
          <p:spPr>
            <a:xfrm>
              <a:off x="6576840" y="3956040"/>
              <a:ext cx="17640" cy="4680"/>
            </a:xfrm>
            <a:custGeom>
              <a:avLst/>
              <a:gdLst/>
              <a:ahLst/>
              <a:rect l="l" t="t" r="r" b="b"/>
              <a:pathLst>
                <a:path w="11" h="3">
                  <a:moveTo>
                    <a:pt x="9" y="0"/>
                  </a:moveTo>
                  <a:lnTo>
                    <a:pt x="9" y="0"/>
                  </a:lnTo>
                  <a:lnTo>
                    <a:pt x="0" y="1"/>
                  </a:lnTo>
                  <a:lnTo>
                    <a:pt x="1" y="2"/>
                  </a:lnTo>
                  <a:lnTo>
                    <a:pt x="10" y="0"/>
                  </a:lnTo>
                  <a:lnTo>
                    <a:pt x="9" y="0"/>
                  </a:lnTo>
                  <a:lnTo>
                    <a:pt x="9" y="0"/>
                  </a:lnTo>
                  <a:lnTo>
                    <a:pt x="9"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270" name=""/>
            <p:cNvSpPr/>
            <p:nvPr/>
          </p:nvSpPr>
          <p:spPr>
            <a:xfrm>
              <a:off x="6591240" y="3956040"/>
              <a:ext cx="3240" cy="1440"/>
            </a:xfrm>
            <a:custGeom>
              <a:avLst/>
              <a:gdLst/>
              <a:ahLst/>
              <a:rect l="l" t="t" r="r" b="b"/>
              <a:pathLst>
                <a:path w="2" h="1">
                  <a:moveTo>
                    <a:pt x="1" y="0"/>
                  </a:moveTo>
                  <a:lnTo>
                    <a:pt x="1" y="0"/>
                  </a:lnTo>
                  <a:lnTo>
                    <a:pt x="1" y="0"/>
                  </a:lnTo>
                  <a:lnTo>
                    <a:pt x="1"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271" name=""/>
            <p:cNvSpPr/>
            <p:nvPr/>
          </p:nvSpPr>
          <p:spPr>
            <a:xfrm>
              <a:off x="6686640" y="4157640"/>
              <a:ext cx="21960" cy="7920"/>
            </a:xfrm>
            <a:custGeom>
              <a:avLst/>
              <a:gdLst/>
              <a:ahLst/>
              <a:rect l="l" t="t" r="r" b="b"/>
              <a:pathLst>
                <a:path w="14" h="5">
                  <a:moveTo>
                    <a:pt x="0" y="0"/>
                  </a:moveTo>
                  <a:lnTo>
                    <a:pt x="0" y="2"/>
                  </a:lnTo>
                  <a:lnTo>
                    <a:pt x="1" y="2"/>
                  </a:lnTo>
                  <a:lnTo>
                    <a:pt x="4" y="2"/>
                  </a:lnTo>
                  <a:lnTo>
                    <a:pt x="6" y="4"/>
                  </a:lnTo>
                  <a:lnTo>
                    <a:pt x="9" y="4"/>
                  </a:lnTo>
                  <a:lnTo>
                    <a:pt x="10" y="4"/>
                  </a:lnTo>
                  <a:lnTo>
                    <a:pt x="10" y="4"/>
                  </a:lnTo>
                  <a:lnTo>
                    <a:pt x="13" y="4"/>
                  </a:lnTo>
                </a:path>
              </a:pathLst>
            </a:custGeom>
            <a:noFill/>
            <a:ln w="9360">
              <a:solidFill>
                <a:srgbClr val="82c168"/>
              </a:solidFill>
              <a:round/>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272" name=""/>
            <p:cNvSpPr/>
            <p:nvPr/>
          </p:nvSpPr>
          <p:spPr>
            <a:xfrm>
              <a:off x="6683400" y="4146480"/>
              <a:ext cx="20520" cy="1800"/>
            </a:xfrm>
            <a:custGeom>
              <a:avLst/>
              <a:gdLst/>
              <a:ahLst/>
              <a:rect l="l" t="t" r="r" b="b"/>
              <a:pathLst>
                <a:path w="13" h="1">
                  <a:moveTo>
                    <a:pt x="12" y="0"/>
                  </a:moveTo>
                  <a:lnTo>
                    <a:pt x="12" y="0"/>
                  </a:lnTo>
                  <a:lnTo>
                    <a:pt x="11" y="0"/>
                  </a:lnTo>
                  <a:lnTo>
                    <a:pt x="10" y="0"/>
                  </a:lnTo>
                  <a:lnTo>
                    <a:pt x="8" y="0"/>
                  </a:lnTo>
                  <a:lnTo>
                    <a:pt x="6" y="0"/>
                  </a:lnTo>
                  <a:lnTo>
                    <a:pt x="3" y="0"/>
                  </a:lnTo>
                  <a:lnTo>
                    <a:pt x="2" y="0"/>
                  </a:lnTo>
                  <a:lnTo>
                    <a:pt x="0" y="0"/>
                  </a:lnTo>
                </a:path>
              </a:pathLst>
            </a:custGeom>
            <a:noFill/>
            <a:ln w="9360">
              <a:solidFill>
                <a:srgbClr val="82c168"/>
              </a:solidFill>
              <a:round/>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273" name=""/>
            <p:cNvSpPr/>
            <p:nvPr/>
          </p:nvSpPr>
          <p:spPr>
            <a:xfrm>
              <a:off x="6675480" y="4125960"/>
              <a:ext cx="20520" cy="1440"/>
            </a:xfrm>
            <a:custGeom>
              <a:avLst/>
              <a:gdLst/>
              <a:ahLst/>
              <a:rect l="l" t="t" r="r" b="b"/>
              <a:pathLst>
                <a:path w="13" h="1">
                  <a:moveTo>
                    <a:pt x="0" y="0"/>
                  </a:moveTo>
                  <a:lnTo>
                    <a:pt x="0" y="0"/>
                  </a:lnTo>
                  <a:lnTo>
                    <a:pt x="1" y="0"/>
                  </a:lnTo>
                  <a:lnTo>
                    <a:pt x="5" y="0"/>
                  </a:lnTo>
                  <a:lnTo>
                    <a:pt x="6" y="0"/>
                  </a:lnTo>
                  <a:lnTo>
                    <a:pt x="7" y="0"/>
                  </a:lnTo>
                  <a:lnTo>
                    <a:pt x="8" y="0"/>
                  </a:lnTo>
                  <a:lnTo>
                    <a:pt x="10" y="0"/>
                  </a:lnTo>
                  <a:lnTo>
                    <a:pt x="12" y="0"/>
                  </a:lnTo>
                </a:path>
              </a:pathLst>
            </a:custGeom>
            <a:noFill/>
            <a:ln w="9360">
              <a:solidFill>
                <a:srgbClr val="82c168"/>
              </a:solidFill>
              <a:round/>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274" name=""/>
            <p:cNvSpPr/>
            <p:nvPr/>
          </p:nvSpPr>
          <p:spPr>
            <a:xfrm>
              <a:off x="6719760" y="4154400"/>
              <a:ext cx="19080" cy="3240"/>
            </a:xfrm>
            <a:custGeom>
              <a:avLst/>
              <a:gdLst/>
              <a:ahLst/>
              <a:rect l="l" t="t" r="r" b="b"/>
              <a:pathLst>
                <a:path w="12" h="2">
                  <a:moveTo>
                    <a:pt x="0" y="1"/>
                  </a:moveTo>
                  <a:lnTo>
                    <a:pt x="0" y="1"/>
                  </a:lnTo>
                  <a:lnTo>
                    <a:pt x="3" y="1"/>
                  </a:lnTo>
                  <a:lnTo>
                    <a:pt x="4" y="1"/>
                  </a:lnTo>
                  <a:lnTo>
                    <a:pt x="4" y="1"/>
                  </a:lnTo>
                  <a:lnTo>
                    <a:pt x="4" y="1"/>
                  </a:lnTo>
                  <a:lnTo>
                    <a:pt x="9" y="1"/>
                  </a:lnTo>
                  <a:lnTo>
                    <a:pt x="11" y="1"/>
                  </a:lnTo>
                  <a:lnTo>
                    <a:pt x="11" y="0"/>
                  </a:lnTo>
                </a:path>
              </a:pathLst>
            </a:custGeom>
            <a:noFill/>
            <a:ln w="9360">
              <a:solidFill>
                <a:srgbClr val="82c168"/>
              </a:solidFill>
              <a:round/>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275" name=""/>
            <p:cNvSpPr/>
            <p:nvPr/>
          </p:nvSpPr>
          <p:spPr>
            <a:xfrm>
              <a:off x="6813720" y="4210200"/>
              <a:ext cx="12600" cy="2880"/>
            </a:xfrm>
            <a:custGeom>
              <a:avLst/>
              <a:gdLst/>
              <a:ahLst/>
              <a:rect l="l" t="t" r="r" b="b"/>
              <a:pathLst>
                <a:path w="8" h="2">
                  <a:moveTo>
                    <a:pt x="7" y="1"/>
                  </a:moveTo>
                  <a:lnTo>
                    <a:pt x="7" y="1"/>
                  </a:lnTo>
                  <a:lnTo>
                    <a:pt x="7" y="1"/>
                  </a:lnTo>
                  <a:lnTo>
                    <a:pt x="6" y="1"/>
                  </a:lnTo>
                  <a:lnTo>
                    <a:pt x="2" y="1"/>
                  </a:lnTo>
                  <a:lnTo>
                    <a:pt x="2" y="1"/>
                  </a:lnTo>
                  <a:lnTo>
                    <a:pt x="1" y="0"/>
                  </a:lnTo>
                  <a:lnTo>
                    <a:pt x="0" y="0"/>
                  </a:lnTo>
                  <a:lnTo>
                    <a:pt x="0" y="0"/>
                  </a:lnTo>
                </a:path>
              </a:pathLst>
            </a:custGeom>
            <a:noFill/>
            <a:ln w="9360">
              <a:solidFill>
                <a:srgbClr val="82c168"/>
              </a:solidFill>
              <a:round/>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276" name=""/>
            <p:cNvSpPr/>
            <p:nvPr/>
          </p:nvSpPr>
          <p:spPr>
            <a:xfrm>
              <a:off x="6854760" y="4086360"/>
              <a:ext cx="1800" cy="4680"/>
            </a:xfrm>
            <a:custGeom>
              <a:avLst/>
              <a:gdLst/>
              <a:ahLst/>
              <a:rect l="l" t="t" r="r" b="b"/>
              <a:pathLst>
                <a:path w="1" h="3">
                  <a:moveTo>
                    <a:pt x="0" y="2"/>
                  </a:moveTo>
                  <a:lnTo>
                    <a:pt x="0" y="2"/>
                  </a:lnTo>
                  <a:lnTo>
                    <a:pt x="0" y="2"/>
                  </a:lnTo>
                  <a:lnTo>
                    <a:pt x="0" y="2"/>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277" name=""/>
            <p:cNvSpPr/>
            <p:nvPr/>
          </p:nvSpPr>
          <p:spPr>
            <a:xfrm>
              <a:off x="6848640" y="4075200"/>
              <a:ext cx="7920" cy="15840"/>
            </a:xfrm>
            <a:custGeom>
              <a:avLst/>
              <a:gdLst/>
              <a:ahLst/>
              <a:rect l="l" t="t" r="r" b="b"/>
              <a:pathLst>
                <a:path w="5" h="10">
                  <a:moveTo>
                    <a:pt x="0" y="0"/>
                  </a:moveTo>
                  <a:lnTo>
                    <a:pt x="0" y="0"/>
                  </a:lnTo>
                  <a:lnTo>
                    <a:pt x="0" y="3"/>
                  </a:lnTo>
                  <a:lnTo>
                    <a:pt x="1" y="5"/>
                  </a:lnTo>
                  <a:lnTo>
                    <a:pt x="1" y="5"/>
                  </a:lnTo>
                  <a:lnTo>
                    <a:pt x="2" y="6"/>
                  </a:lnTo>
                  <a:lnTo>
                    <a:pt x="4" y="7"/>
                  </a:lnTo>
                  <a:lnTo>
                    <a:pt x="4" y="9"/>
                  </a:lnTo>
                  <a:lnTo>
                    <a:pt x="4" y="9"/>
                  </a:lnTo>
                  <a:lnTo>
                    <a:pt x="4" y="9"/>
                  </a:lnTo>
                  <a:lnTo>
                    <a:pt x="4" y="7"/>
                  </a:lnTo>
                  <a:lnTo>
                    <a:pt x="4" y="7"/>
                  </a:lnTo>
                  <a:lnTo>
                    <a:pt x="4" y="7"/>
                  </a:lnTo>
                  <a:lnTo>
                    <a:pt x="4" y="6"/>
                  </a:lnTo>
                  <a:lnTo>
                    <a:pt x="4" y="5"/>
                  </a:lnTo>
                  <a:lnTo>
                    <a:pt x="2" y="3"/>
                  </a:lnTo>
                  <a:lnTo>
                    <a:pt x="1" y="3"/>
                  </a:lnTo>
                  <a:lnTo>
                    <a:pt x="1"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278" name=""/>
            <p:cNvSpPr/>
            <p:nvPr/>
          </p:nvSpPr>
          <p:spPr>
            <a:xfrm>
              <a:off x="6838920" y="4064040"/>
              <a:ext cx="12600" cy="12600"/>
            </a:xfrm>
            <a:custGeom>
              <a:avLst/>
              <a:gdLst/>
              <a:ahLst/>
              <a:rect l="l" t="t" r="r" b="b"/>
              <a:pathLst>
                <a:path w="8" h="8">
                  <a:moveTo>
                    <a:pt x="0" y="0"/>
                  </a:moveTo>
                  <a:lnTo>
                    <a:pt x="0" y="2"/>
                  </a:lnTo>
                  <a:lnTo>
                    <a:pt x="0" y="2"/>
                  </a:lnTo>
                  <a:lnTo>
                    <a:pt x="0" y="3"/>
                  </a:lnTo>
                  <a:lnTo>
                    <a:pt x="0" y="4"/>
                  </a:lnTo>
                  <a:lnTo>
                    <a:pt x="0" y="4"/>
                  </a:lnTo>
                  <a:lnTo>
                    <a:pt x="2" y="5"/>
                  </a:lnTo>
                  <a:lnTo>
                    <a:pt x="2" y="7"/>
                  </a:lnTo>
                  <a:lnTo>
                    <a:pt x="6" y="7"/>
                  </a:lnTo>
                  <a:lnTo>
                    <a:pt x="7" y="7"/>
                  </a:lnTo>
                  <a:lnTo>
                    <a:pt x="6" y="5"/>
                  </a:lnTo>
                  <a:lnTo>
                    <a:pt x="2" y="5"/>
                  </a:lnTo>
                  <a:lnTo>
                    <a:pt x="2" y="4"/>
                  </a:lnTo>
                  <a:lnTo>
                    <a:pt x="0" y="3"/>
                  </a:lnTo>
                  <a:lnTo>
                    <a:pt x="0" y="2"/>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279" name=""/>
            <p:cNvSpPr/>
            <p:nvPr/>
          </p:nvSpPr>
          <p:spPr>
            <a:xfrm>
              <a:off x="6842160" y="4075200"/>
              <a:ext cx="9360" cy="4680"/>
            </a:xfrm>
            <a:custGeom>
              <a:avLst/>
              <a:gdLst/>
              <a:ahLst/>
              <a:rect l="l" t="t" r="r" b="b"/>
              <a:pathLst>
                <a:path w="6" h="3">
                  <a:moveTo>
                    <a:pt x="5" y="0"/>
                  </a:moveTo>
                  <a:lnTo>
                    <a:pt x="4" y="0"/>
                  </a:lnTo>
                  <a:lnTo>
                    <a:pt x="4" y="0"/>
                  </a:lnTo>
                  <a:lnTo>
                    <a:pt x="0" y="0"/>
                  </a:lnTo>
                  <a:lnTo>
                    <a:pt x="4" y="2"/>
                  </a:lnTo>
                  <a:lnTo>
                    <a:pt x="5" y="0"/>
                  </a:lnTo>
                  <a:lnTo>
                    <a:pt x="5"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280" name=""/>
            <p:cNvSpPr/>
            <p:nvPr/>
          </p:nvSpPr>
          <p:spPr>
            <a:xfrm>
              <a:off x="6759720" y="4254480"/>
              <a:ext cx="7920" cy="7920"/>
            </a:xfrm>
            <a:custGeom>
              <a:avLst/>
              <a:gdLst/>
              <a:ahLst/>
              <a:rect l="l" t="t" r="r" b="b"/>
              <a:pathLst>
                <a:path w="5" h="5">
                  <a:moveTo>
                    <a:pt x="4" y="0"/>
                  </a:moveTo>
                  <a:lnTo>
                    <a:pt x="3" y="0"/>
                  </a:lnTo>
                  <a:lnTo>
                    <a:pt x="3" y="0"/>
                  </a:lnTo>
                  <a:lnTo>
                    <a:pt x="1" y="0"/>
                  </a:lnTo>
                  <a:lnTo>
                    <a:pt x="1" y="0"/>
                  </a:lnTo>
                  <a:lnTo>
                    <a:pt x="0" y="0"/>
                  </a:lnTo>
                  <a:lnTo>
                    <a:pt x="0" y="4"/>
                  </a:lnTo>
                  <a:lnTo>
                    <a:pt x="0" y="4"/>
                  </a:lnTo>
                  <a:lnTo>
                    <a:pt x="0" y="4"/>
                  </a:lnTo>
                  <a:lnTo>
                    <a:pt x="4" y="0"/>
                  </a:lnTo>
                  <a:lnTo>
                    <a:pt x="4" y="0"/>
                  </a:lnTo>
                </a:path>
              </a:pathLst>
            </a:custGeom>
            <a:solidFill>
              <a:srgbClr val="626200"/>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281" name=""/>
            <p:cNvSpPr/>
            <p:nvPr/>
          </p:nvSpPr>
          <p:spPr>
            <a:xfrm>
              <a:off x="6759720" y="4254480"/>
              <a:ext cx="31680" cy="27000"/>
            </a:xfrm>
            <a:custGeom>
              <a:avLst/>
              <a:gdLst/>
              <a:ahLst/>
              <a:rect l="l" t="t" r="r" b="b"/>
              <a:pathLst>
                <a:path w="20" h="17">
                  <a:moveTo>
                    <a:pt x="19" y="10"/>
                  </a:moveTo>
                  <a:lnTo>
                    <a:pt x="19" y="10"/>
                  </a:lnTo>
                  <a:lnTo>
                    <a:pt x="16" y="10"/>
                  </a:lnTo>
                  <a:lnTo>
                    <a:pt x="14" y="9"/>
                  </a:lnTo>
                  <a:lnTo>
                    <a:pt x="13" y="9"/>
                  </a:lnTo>
                  <a:lnTo>
                    <a:pt x="10" y="9"/>
                  </a:lnTo>
                  <a:lnTo>
                    <a:pt x="10" y="6"/>
                  </a:lnTo>
                  <a:lnTo>
                    <a:pt x="9" y="6"/>
                  </a:lnTo>
                  <a:lnTo>
                    <a:pt x="7" y="5"/>
                  </a:lnTo>
                  <a:lnTo>
                    <a:pt x="4" y="0"/>
                  </a:lnTo>
                  <a:lnTo>
                    <a:pt x="0" y="4"/>
                  </a:lnTo>
                  <a:lnTo>
                    <a:pt x="4" y="5"/>
                  </a:lnTo>
                  <a:lnTo>
                    <a:pt x="7" y="6"/>
                  </a:lnTo>
                  <a:lnTo>
                    <a:pt x="9" y="9"/>
                  </a:lnTo>
                  <a:lnTo>
                    <a:pt x="10" y="10"/>
                  </a:lnTo>
                  <a:lnTo>
                    <a:pt x="13" y="16"/>
                  </a:lnTo>
                  <a:lnTo>
                    <a:pt x="14" y="16"/>
                  </a:lnTo>
                  <a:lnTo>
                    <a:pt x="14" y="16"/>
                  </a:lnTo>
                  <a:lnTo>
                    <a:pt x="19" y="16"/>
                  </a:lnTo>
                  <a:lnTo>
                    <a:pt x="19" y="16"/>
                  </a:lnTo>
                  <a:lnTo>
                    <a:pt x="19" y="10"/>
                  </a:lnTo>
                  <a:lnTo>
                    <a:pt x="19" y="10"/>
                  </a:lnTo>
                </a:path>
              </a:pathLst>
            </a:custGeom>
            <a:solidFill>
              <a:srgbClr val="626200"/>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3282" name=""/>
            <p:cNvSpPr/>
            <p:nvPr/>
          </p:nvSpPr>
          <p:spPr>
            <a:xfrm>
              <a:off x="6789600" y="4268880"/>
              <a:ext cx="19080" cy="12600"/>
            </a:xfrm>
            <a:custGeom>
              <a:avLst/>
              <a:gdLst/>
              <a:ahLst/>
              <a:rect l="l" t="t" r="r" b="b"/>
              <a:pathLst>
                <a:path w="12" h="8">
                  <a:moveTo>
                    <a:pt x="6" y="0"/>
                  </a:moveTo>
                  <a:lnTo>
                    <a:pt x="6" y="0"/>
                  </a:lnTo>
                  <a:lnTo>
                    <a:pt x="6" y="0"/>
                  </a:lnTo>
                  <a:lnTo>
                    <a:pt x="6" y="1"/>
                  </a:lnTo>
                  <a:lnTo>
                    <a:pt x="6" y="1"/>
                  </a:lnTo>
                  <a:lnTo>
                    <a:pt x="5" y="1"/>
                  </a:lnTo>
                  <a:lnTo>
                    <a:pt x="2" y="1"/>
                  </a:lnTo>
                  <a:lnTo>
                    <a:pt x="2" y="1"/>
                  </a:lnTo>
                  <a:lnTo>
                    <a:pt x="1" y="1"/>
                  </a:lnTo>
                  <a:lnTo>
                    <a:pt x="0" y="1"/>
                  </a:lnTo>
                  <a:lnTo>
                    <a:pt x="0" y="7"/>
                  </a:lnTo>
                  <a:lnTo>
                    <a:pt x="1" y="7"/>
                  </a:lnTo>
                  <a:lnTo>
                    <a:pt x="2" y="7"/>
                  </a:lnTo>
                  <a:lnTo>
                    <a:pt x="2" y="7"/>
                  </a:lnTo>
                  <a:lnTo>
                    <a:pt x="5" y="7"/>
                  </a:lnTo>
                  <a:lnTo>
                    <a:pt x="6" y="7"/>
                  </a:lnTo>
                  <a:lnTo>
                    <a:pt x="6" y="7"/>
                  </a:lnTo>
                  <a:lnTo>
                    <a:pt x="6" y="7"/>
                  </a:lnTo>
                  <a:lnTo>
                    <a:pt x="11" y="1"/>
                  </a:lnTo>
                  <a:lnTo>
                    <a:pt x="8" y="1"/>
                  </a:lnTo>
                  <a:lnTo>
                    <a:pt x="6" y="0"/>
                  </a:lnTo>
                  <a:lnTo>
                    <a:pt x="6" y="0"/>
                  </a:lnTo>
                </a:path>
              </a:pathLst>
            </a:custGeom>
            <a:solidFill>
              <a:srgbClr val="626200"/>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283" name=""/>
            <p:cNvSpPr/>
            <p:nvPr/>
          </p:nvSpPr>
          <p:spPr>
            <a:xfrm>
              <a:off x="6799320" y="4260960"/>
              <a:ext cx="27000" cy="11160"/>
            </a:xfrm>
            <a:custGeom>
              <a:avLst/>
              <a:gdLst/>
              <a:ahLst/>
              <a:rect l="l" t="t" r="r" b="b"/>
              <a:pathLst>
                <a:path w="17" h="7">
                  <a:moveTo>
                    <a:pt x="14" y="0"/>
                  </a:moveTo>
                  <a:lnTo>
                    <a:pt x="11" y="1"/>
                  </a:lnTo>
                  <a:lnTo>
                    <a:pt x="11" y="1"/>
                  </a:lnTo>
                  <a:lnTo>
                    <a:pt x="10" y="1"/>
                  </a:lnTo>
                  <a:lnTo>
                    <a:pt x="9" y="1"/>
                  </a:lnTo>
                  <a:lnTo>
                    <a:pt x="7" y="2"/>
                  </a:lnTo>
                  <a:lnTo>
                    <a:pt x="6" y="2"/>
                  </a:lnTo>
                  <a:lnTo>
                    <a:pt x="5" y="2"/>
                  </a:lnTo>
                  <a:lnTo>
                    <a:pt x="0" y="5"/>
                  </a:lnTo>
                  <a:lnTo>
                    <a:pt x="2" y="6"/>
                  </a:lnTo>
                  <a:lnTo>
                    <a:pt x="5" y="5"/>
                  </a:lnTo>
                  <a:lnTo>
                    <a:pt x="7" y="5"/>
                  </a:lnTo>
                  <a:lnTo>
                    <a:pt x="9" y="5"/>
                  </a:lnTo>
                  <a:lnTo>
                    <a:pt x="10" y="2"/>
                  </a:lnTo>
                  <a:lnTo>
                    <a:pt x="11" y="2"/>
                  </a:lnTo>
                  <a:lnTo>
                    <a:pt x="11" y="2"/>
                  </a:lnTo>
                  <a:lnTo>
                    <a:pt x="16" y="1"/>
                  </a:lnTo>
                  <a:lnTo>
                    <a:pt x="16" y="0"/>
                  </a:lnTo>
                  <a:lnTo>
                    <a:pt x="14" y="0"/>
                  </a:lnTo>
                  <a:lnTo>
                    <a:pt x="14" y="0"/>
                  </a:lnTo>
                </a:path>
              </a:pathLst>
            </a:custGeom>
            <a:solidFill>
              <a:srgbClr val="626200"/>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284" name=""/>
            <p:cNvSpPr/>
            <p:nvPr/>
          </p:nvSpPr>
          <p:spPr>
            <a:xfrm>
              <a:off x="6799320" y="4268880"/>
              <a:ext cx="9360" cy="3240"/>
            </a:xfrm>
            <a:custGeom>
              <a:avLst/>
              <a:gdLst/>
              <a:ahLst/>
              <a:rect l="l" t="t" r="r" b="b"/>
              <a:pathLst>
                <a:path w="6" h="2">
                  <a:moveTo>
                    <a:pt x="5" y="1"/>
                  </a:moveTo>
                  <a:lnTo>
                    <a:pt x="5" y="1"/>
                  </a:lnTo>
                  <a:lnTo>
                    <a:pt x="5" y="0"/>
                  </a:lnTo>
                  <a:lnTo>
                    <a:pt x="5" y="0"/>
                  </a:lnTo>
                  <a:lnTo>
                    <a:pt x="0" y="0"/>
                  </a:lnTo>
                  <a:lnTo>
                    <a:pt x="0" y="0"/>
                  </a:lnTo>
                  <a:lnTo>
                    <a:pt x="0" y="0"/>
                  </a:lnTo>
                  <a:lnTo>
                    <a:pt x="0" y="0"/>
                  </a:lnTo>
                  <a:lnTo>
                    <a:pt x="0" y="0"/>
                  </a:lnTo>
                  <a:lnTo>
                    <a:pt x="5" y="1"/>
                  </a:lnTo>
                  <a:lnTo>
                    <a:pt x="5" y="1"/>
                  </a:lnTo>
                </a:path>
              </a:pathLst>
            </a:custGeom>
            <a:solidFill>
              <a:srgbClr val="626200"/>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285" name=""/>
            <p:cNvSpPr/>
            <p:nvPr/>
          </p:nvSpPr>
          <p:spPr>
            <a:xfrm>
              <a:off x="6759720" y="4251240"/>
              <a:ext cx="6120" cy="4680"/>
            </a:xfrm>
            <a:custGeom>
              <a:avLst/>
              <a:gdLst/>
              <a:ahLst/>
              <a:rect l="l" t="t" r="r" b="b"/>
              <a:pathLst>
                <a:path w="4" h="3">
                  <a:moveTo>
                    <a:pt x="3" y="0"/>
                  </a:moveTo>
                  <a:lnTo>
                    <a:pt x="3" y="0"/>
                  </a:lnTo>
                  <a:lnTo>
                    <a:pt x="1" y="0"/>
                  </a:lnTo>
                  <a:lnTo>
                    <a:pt x="1" y="0"/>
                  </a:lnTo>
                  <a:lnTo>
                    <a:pt x="0" y="0"/>
                  </a:lnTo>
                  <a:lnTo>
                    <a:pt x="0" y="0"/>
                  </a:lnTo>
                  <a:lnTo>
                    <a:pt x="0" y="0"/>
                  </a:lnTo>
                  <a:lnTo>
                    <a:pt x="0" y="1"/>
                  </a:lnTo>
                  <a:lnTo>
                    <a:pt x="0" y="2"/>
                  </a:lnTo>
                  <a:lnTo>
                    <a:pt x="3" y="0"/>
                  </a:lnTo>
                  <a:lnTo>
                    <a:pt x="3" y="0"/>
                  </a:lnTo>
                </a:path>
              </a:pathLst>
            </a:custGeom>
            <a:solidFill>
              <a:srgbClr val="82c168"/>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286" name=""/>
            <p:cNvSpPr/>
            <p:nvPr/>
          </p:nvSpPr>
          <p:spPr>
            <a:xfrm>
              <a:off x="6759720" y="4251240"/>
              <a:ext cx="31680" cy="20880"/>
            </a:xfrm>
            <a:custGeom>
              <a:avLst/>
              <a:gdLst/>
              <a:ahLst/>
              <a:rect l="l" t="t" r="r" b="b"/>
              <a:pathLst>
                <a:path w="20" h="13">
                  <a:moveTo>
                    <a:pt x="19" y="11"/>
                  </a:moveTo>
                  <a:lnTo>
                    <a:pt x="19" y="11"/>
                  </a:lnTo>
                  <a:lnTo>
                    <a:pt x="16" y="11"/>
                  </a:lnTo>
                  <a:lnTo>
                    <a:pt x="14" y="11"/>
                  </a:lnTo>
                  <a:lnTo>
                    <a:pt x="13" y="8"/>
                  </a:lnTo>
                  <a:lnTo>
                    <a:pt x="10" y="8"/>
                  </a:lnTo>
                  <a:lnTo>
                    <a:pt x="10" y="8"/>
                  </a:lnTo>
                  <a:lnTo>
                    <a:pt x="8" y="7"/>
                  </a:lnTo>
                  <a:lnTo>
                    <a:pt x="6" y="6"/>
                  </a:lnTo>
                  <a:lnTo>
                    <a:pt x="3" y="0"/>
                  </a:lnTo>
                  <a:lnTo>
                    <a:pt x="0" y="2"/>
                  </a:lnTo>
                  <a:lnTo>
                    <a:pt x="4" y="6"/>
                  </a:lnTo>
                  <a:lnTo>
                    <a:pt x="7" y="8"/>
                  </a:lnTo>
                  <a:lnTo>
                    <a:pt x="9" y="8"/>
                  </a:lnTo>
                  <a:lnTo>
                    <a:pt x="10" y="11"/>
                  </a:lnTo>
                  <a:lnTo>
                    <a:pt x="12" y="11"/>
                  </a:lnTo>
                  <a:lnTo>
                    <a:pt x="14" y="12"/>
                  </a:lnTo>
                  <a:lnTo>
                    <a:pt x="16" y="12"/>
                  </a:lnTo>
                  <a:lnTo>
                    <a:pt x="19" y="12"/>
                  </a:lnTo>
                  <a:lnTo>
                    <a:pt x="19" y="12"/>
                  </a:lnTo>
                  <a:lnTo>
                    <a:pt x="19" y="11"/>
                  </a:lnTo>
                  <a:lnTo>
                    <a:pt x="19" y="11"/>
                  </a:lnTo>
                </a:path>
              </a:pathLst>
            </a:custGeom>
            <a:solidFill>
              <a:srgbClr val="82c168"/>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3287" name=""/>
            <p:cNvSpPr/>
            <p:nvPr/>
          </p:nvSpPr>
          <p:spPr>
            <a:xfrm>
              <a:off x="6789600" y="4264200"/>
              <a:ext cx="19080" cy="7920"/>
            </a:xfrm>
            <a:custGeom>
              <a:avLst/>
              <a:gdLst/>
              <a:ahLst/>
              <a:rect l="l" t="t" r="r" b="b"/>
              <a:pathLst>
                <a:path w="12" h="5">
                  <a:moveTo>
                    <a:pt x="6" y="0"/>
                  </a:moveTo>
                  <a:lnTo>
                    <a:pt x="6" y="0"/>
                  </a:lnTo>
                  <a:lnTo>
                    <a:pt x="6" y="0"/>
                  </a:lnTo>
                  <a:lnTo>
                    <a:pt x="6" y="3"/>
                  </a:lnTo>
                  <a:lnTo>
                    <a:pt x="6" y="3"/>
                  </a:lnTo>
                  <a:lnTo>
                    <a:pt x="5" y="3"/>
                  </a:lnTo>
                  <a:lnTo>
                    <a:pt x="2" y="3"/>
                  </a:lnTo>
                  <a:lnTo>
                    <a:pt x="2" y="3"/>
                  </a:lnTo>
                  <a:lnTo>
                    <a:pt x="1" y="3"/>
                  </a:lnTo>
                  <a:lnTo>
                    <a:pt x="0" y="3"/>
                  </a:lnTo>
                  <a:lnTo>
                    <a:pt x="0" y="4"/>
                  </a:lnTo>
                  <a:lnTo>
                    <a:pt x="1" y="4"/>
                  </a:lnTo>
                  <a:lnTo>
                    <a:pt x="2" y="4"/>
                  </a:lnTo>
                  <a:lnTo>
                    <a:pt x="2" y="4"/>
                  </a:lnTo>
                  <a:lnTo>
                    <a:pt x="5" y="4"/>
                  </a:lnTo>
                  <a:lnTo>
                    <a:pt x="6" y="4"/>
                  </a:lnTo>
                  <a:lnTo>
                    <a:pt x="6" y="4"/>
                  </a:lnTo>
                  <a:lnTo>
                    <a:pt x="6" y="3"/>
                  </a:lnTo>
                  <a:lnTo>
                    <a:pt x="11" y="3"/>
                  </a:lnTo>
                  <a:lnTo>
                    <a:pt x="11" y="3"/>
                  </a:lnTo>
                  <a:lnTo>
                    <a:pt x="6" y="0"/>
                  </a:lnTo>
                  <a:lnTo>
                    <a:pt x="6" y="0"/>
                  </a:lnTo>
                </a:path>
              </a:pathLst>
            </a:custGeom>
            <a:solidFill>
              <a:srgbClr val="82c168"/>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288" name=""/>
            <p:cNvSpPr/>
            <p:nvPr/>
          </p:nvSpPr>
          <p:spPr>
            <a:xfrm>
              <a:off x="6799320" y="4253040"/>
              <a:ext cx="27000" cy="17280"/>
            </a:xfrm>
            <a:custGeom>
              <a:avLst/>
              <a:gdLst/>
              <a:ahLst/>
              <a:rect l="l" t="t" r="r" b="b"/>
              <a:pathLst>
                <a:path w="17" h="11">
                  <a:moveTo>
                    <a:pt x="15" y="0"/>
                  </a:moveTo>
                  <a:lnTo>
                    <a:pt x="11" y="5"/>
                  </a:lnTo>
                  <a:lnTo>
                    <a:pt x="11" y="5"/>
                  </a:lnTo>
                  <a:lnTo>
                    <a:pt x="10" y="5"/>
                  </a:lnTo>
                  <a:lnTo>
                    <a:pt x="9" y="6"/>
                  </a:lnTo>
                  <a:lnTo>
                    <a:pt x="7" y="6"/>
                  </a:lnTo>
                  <a:lnTo>
                    <a:pt x="6" y="6"/>
                  </a:lnTo>
                  <a:lnTo>
                    <a:pt x="5" y="7"/>
                  </a:lnTo>
                  <a:lnTo>
                    <a:pt x="0" y="7"/>
                  </a:lnTo>
                  <a:lnTo>
                    <a:pt x="5" y="10"/>
                  </a:lnTo>
                  <a:lnTo>
                    <a:pt x="5" y="7"/>
                  </a:lnTo>
                  <a:lnTo>
                    <a:pt x="7" y="7"/>
                  </a:lnTo>
                  <a:lnTo>
                    <a:pt x="9" y="7"/>
                  </a:lnTo>
                  <a:lnTo>
                    <a:pt x="10" y="7"/>
                  </a:lnTo>
                  <a:lnTo>
                    <a:pt x="11" y="6"/>
                  </a:lnTo>
                  <a:lnTo>
                    <a:pt x="14" y="6"/>
                  </a:lnTo>
                  <a:lnTo>
                    <a:pt x="16" y="5"/>
                  </a:lnTo>
                  <a:lnTo>
                    <a:pt x="16" y="1"/>
                  </a:lnTo>
                  <a:lnTo>
                    <a:pt x="15" y="0"/>
                  </a:lnTo>
                  <a:lnTo>
                    <a:pt x="15" y="0"/>
                  </a:lnTo>
                </a:path>
              </a:pathLst>
            </a:custGeom>
            <a:solidFill>
              <a:srgbClr val="82c168"/>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3289" name=""/>
            <p:cNvSpPr/>
            <p:nvPr/>
          </p:nvSpPr>
          <p:spPr>
            <a:xfrm>
              <a:off x="6799320" y="4264200"/>
              <a:ext cx="9360" cy="6120"/>
            </a:xfrm>
            <a:custGeom>
              <a:avLst/>
              <a:gdLst/>
              <a:ahLst/>
              <a:rect l="l" t="t" r="r" b="b"/>
              <a:pathLst>
                <a:path w="6" h="4">
                  <a:moveTo>
                    <a:pt x="5" y="3"/>
                  </a:moveTo>
                  <a:lnTo>
                    <a:pt x="5" y="3"/>
                  </a:lnTo>
                  <a:lnTo>
                    <a:pt x="5" y="0"/>
                  </a:lnTo>
                  <a:lnTo>
                    <a:pt x="5" y="0"/>
                  </a:lnTo>
                  <a:lnTo>
                    <a:pt x="2" y="0"/>
                  </a:lnTo>
                  <a:lnTo>
                    <a:pt x="0" y="0"/>
                  </a:lnTo>
                  <a:lnTo>
                    <a:pt x="0" y="0"/>
                  </a:lnTo>
                  <a:lnTo>
                    <a:pt x="0" y="0"/>
                  </a:lnTo>
                  <a:lnTo>
                    <a:pt x="0" y="0"/>
                  </a:lnTo>
                  <a:lnTo>
                    <a:pt x="5" y="3"/>
                  </a:lnTo>
                  <a:lnTo>
                    <a:pt x="5" y="3"/>
                  </a:lnTo>
                </a:path>
              </a:pathLst>
            </a:custGeom>
            <a:solidFill>
              <a:srgbClr val="82c168"/>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290" name=""/>
            <p:cNvSpPr/>
            <p:nvPr/>
          </p:nvSpPr>
          <p:spPr>
            <a:xfrm>
              <a:off x="6759720" y="4245120"/>
              <a:ext cx="6120" cy="6120"/>
            </a:xfrm>
            <a:custGeom>
              <a:avLst/>
              <a:gdLst/>
              <a:ahLst/>
              <a:rect l="l" t="t" r="r" b="b"/>
              <a:pathLst>
                <a:path w="4" h="4">
                  <a:moveTo>
                    <a:pt x="3" y="2"/>
                  </a:moveTo>
                  <a:lnTo>
                    <a:pt x="3" y="0"/>
                  </a:lnTo>
                  <a:lnTo>
                    <a:pt x="1" y="0"/>
                  </a:lnTo>
                  <a:lnTo>
                    <a:pt x="1" y="0"/>
                  </a:lnTo>
                  <a:lnTo>
                    <a:pt x="0" y="0"/>
                  </a:lnTo>
                  <a:lnTo>
                    <a:pt x="0" y="2"/>
                  </a:lnTo>
                  <a:lnTo>
                    <a:pt x="0" y="3"/>
                  </a:lnTo>
                  <a:lnTo>
                    <a:pt x="0" y="3"/>
                  </a:lnTo>
                  <a:lnTo>
                    <a:pt x="0" y="3"/>
                  </a:lnTo>
                  <a:lnTo>
                    <a:pt x="3" y="2"/>
                  </a:lnTo>
                  <a:lnTo>
                    <a:pt x="3" y="2"/>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291" name=""/>
            <p:cNvSpPr/>
            <p:nvPr/>
          </p:nvSpPr>
          <p:spPr>
            <a:xfrm>
              <a:off x="6759720" y="4248000"/>
              <a:ext cx="31680" cy="22320"/>
            </a:xfrm>
            <a:custGeom>
              <a:avLst/>
              <a:gdLst/>
              <a:ahLst/>
              <a:rect l="l" t="t" r="r" b="b"/>
              <a:pathLst>
                <a:path w="20" h="14">
                  <a:moveTo>
                    <a:pt x="19" y="10"/>
                  </a:moveTo>
                  <a:lnTo>
                    <a:pt x="19" y="10"/>
                  </a:lnTo>
                  <a:lnTo>
                    <a:pt x="16" y="10"/>
                  </a:lnTo>
                  <a:lnTo>
                    <a:pt x="16" y="10"/>
                  </a:lnTo>
                  <a:lnTo>
                    <a:pt x="14" y="10"/>
                  </a:lnTo>
                  <a:lnTo>
                    <a:pt x="14" y="10"/>
                  </a:lnTo>
                  <a:lnTo>
                    <a:pt x="14" y="10"/>
                  </a:lnTo>
                  <a:lnTo>
                    <a:pt x="13" y="10"/>
                  </a:lnTo>
                  <a:lnTo>
                    <a:pt x="12" y="9"/>
                  </a:lnTo>
                  <a:lnTo>
                    <a:pt x="10" y="9"/>
                  </a:lnTo>
                  <a:lnTo>
                    <a:pt x="10" y="9"/>
                  </a:lnTo>
                  <a:lnTo>
                    <a:pt x="9" y="9"/>
                  </a:lnTo>
                  <a:lnTo>
                    <a:pt x="9" y="8"/>
                  </a:lnTo>
                  <a:lnTo>
                    <a:pt x="8" y="8"/>
                  </a:lnTo>
                  <a:lnTo>
                    <a:pt x="7" y="4"/>
                  </a:lnTo>
                  <a:lnTo>
                    <a:pt x="4" y="3"/>
                  </a:lnTo>
                  <a:lnTo>
                    <a:pt x="4" y="2"/>
                  </a:lnTo>
                  <a:lnTo>
                    <a:pt x="3" y="0"/>
                  </a:lnTo>
                  <a:lnTo>
                    <a:pt x="0" y="1"/>
                  </a:lnTo>
                  <a:lnTo>
                    <a:pt x="1" y="3"/>
                  </a:lnTo>
                  <a:lnTo>
                    <a:pt x="3" y="8"/>
                  </a:lnTo>
                  <a:lnTo>
                    <a:pt x="4" y="8"/>
                  </a:lnTo>
                  <a:lnTo>
                    <a:pt x="7" y="9"/>
                  </a:lnTo>
                  <a:lnTo>
                    <a:pt x="7" y="9"/>
                  </a:lnTo>
                  <a:lnTo>
                    <a:pt x="9" y="10"/>
                  </a:lnTo>
                  <a:lnTo>
                    <a:pt x="9" y="10"/>
                  </a:lnTo>
                  <a:lnTo>
                    <a:pt x="10" y="10"/>
                  </a:lnTo>
                  <a:lnTo>
                    <a:pt x="10" y="10"/>
                  </a:lnTo>
                  <a:lnTo>
                    <a:pt x="12" y="13"/>
                  </a:lnTo>
                  <a:lnTo>
                    <a:pt x="13" y="13"/>
                  </a:lnTo>
                  <a:lnTo>
                    <a:pt x="14" y="13"/>
                  </a:lnTo>
                  <a:lnTo>
                    <a:pt x="14" y="13"/>
                  </a:lnTo>
                  <a:lnTo>
                    <a:pt x="16" y="13"/>
                  </a:lnTo>
                  <a:lnTo>
                    <a:pt x="16" y="13"/>
                  </a:lnTo>
                  <a:lnTo>
                    <a:pt x="19" y="13"/>
                  </a:lnTo>
                  <a:lnTo>
                    <a:pt x="19" y="13"/>
                  </a:lnTo>
                  <a:lnTo>
                    <a:pt x="19" y="10"/>
                  </a:lnTo>
                  <a:lnTo>
                    <a:pt x="19" y="1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292" name=""/>
            <p:cNvSpPr/>
            <p:nvPr/>
          </p:nvSpPr>
          <p:spPr>
            <a:xfrm>
              <a:off x="6789600" y="4262400"/>
              <a:ext cx="19080" cy="7920"/>
            </a:xfrm>
            <a:custGeom>
              <a:avLst/>
              <a:gdLst/>
              <a:ahLst/>
              <a:rect l="l" t="t" r="r" b="b"/>
              <a:pathLst>
                <a:path w="12" h="5">
                  <a:moveTo>
                    <a:pt x="6" y="0"/>
                  </a:moveTo>
                  <a:lnTo>
                    <a:pt x="6" y="0"/>
                  </a:lnTo>
                  <a:lnTo>
                    <a:pt x="6" y="1"/>
                  </a:lnTo>
                  <a:lnTo>
                    <a:pt x="6" y="1"/>
                  </a:lnTo>
                  <a:lnTo>
                    <a:pt x="6" y="1"/>
                  </a:lnTo>
                  <a:lnTo>
                    <a:pt x="5" y="1"/>
                  </a:lnTo>
                  <a:lnTo>
                    <a:pt x="2" y="1"/>
                  </a:lnTo>
                  <a:lnTo>
                    <a:pt x="2" y="1"/>
                  </a:lnTo>
                  <a:lnTo>
                    <a:pt x="1" y="1"/>
                  </a:lnTo>
                  <a:lnTo>
                    <a:pt x="0" y="1"/>
                  </a:lnTo>
                  <a:lnTo>
                    <a:pt x="0" y="4"/>
                  </a:lnTo>
                  <a:lnTo>
                    <a:pt x="1" y="4"/>
                  </a:lnTo>
                  <a:lnTo>
                    <a:pt x="2" y="4"/>
                  </a:lnTo>
                  <a:lnTo>
                    <a:pt x="2" y="4"/>
                  </a:lnTo>
                  <a:lnTo>
                    <a:pt x="5" y="4"/>
                  </a:lnTo>
                  <a:lnTo>
                    <a:pt x="6" y="4"/>
                  </a:lnTo>
                  <a:lnTo>
                    <a:pt x="6" y="4"/>
                  </a:lnTo>
                  <a:lnTo>
                    <a:pt x="6" y="1"/>
                  </a:lnTo>
                  <a:lnTo>
                    <a:pt x="11" y="1"/>
                  </a:lnTo>
                  <a:lnTo>
                    <a:pt x="11" y="1"/>
                  </a:lnTo>
                  <a:lnTo>
                    <a:pt x="6" y="0"/>
                  </a:lnTo>
                  <a:lnTo>
                    <a:pt x="6"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293" name=""/>
            <p:cNvSpPr/>
            <p:nvPr/>
          </p:nvSpPr>
          <p:spPr>
            <a:xfrm>
              <a:off x="6799320" y="4251240"/>
              <a:ext cx="27000" cy="14400"/>
            </a:xfrm>
            <a:custGeom>
              <a:avLst/>
              <a:gdLst/>
              <a:ahLst/>
              <a:rect l="l" t="t" r="r" b="b"/>
              <a:pathLst>
                <a:path w="17" h="9">
                  <a:moveTo>
                    <a:pt x="15" y="0"/>
                  </a:moveTo>
                  <a:lnTo>
                    <a:pt x="14" y="0"/>
                  </a:lnTo>
                  <a:lnTo>
                    <a:pt x="11" y="2"/>
                  </a:lnTo>
                  <a:lnTo>
                    <a:pt x="11" y="2"/>
                  </a:lnTo>
                  <a:lnTo>
                    <a:pt x="9" y="6"/>
                  </a:lnTo>
                  <a:lnTo>
                    <a:pt x="7" y="6"/>
                  </a:lnTo>
                  <a:lnTo>
                    <a:pt x="6" y="6"/>
                  </a:lnTo>
                  <a:lnTo>
                    <a:pt x="5" y="7"/>
                  </a:lnTo>
                  <a:lnTo>
                    <a:pt x="0" y="7"/>
                  </a:lnTo>
                  <a:lnTo>
                    <a:pt x="5" y="8"/>
                  </a:lnTo>
                  <a:lnTo>
                    <a:pt x="5" y="8"/>
                  </a:lnTo>
                  <a:lnTo>
                    <a:pt x="7" y="7"/>
                  </a:lnTo>
                  <a:lnTo>
                    <a:pt x="9" y="7"/>
                  </a:lnTo>
                  <a:lnTo>
                    <a:pt x="10" y="7"/>
                  </a:lnTo>
                  <a:lnTo>
                    <a:pt x="11" y="6"/>
                  </a:lnTo>
                  <a:lnTo>
                    <a:pt x="14" y="6"/>
                  </a:lnTo>
                  <a:lnTo>
                    <a:pt x="16" y="2"/>
                  </a:lnTo>
                  <a:lnTo>
                    <a:pt x="16" y="0"/>
                  </a:lnTo>
                  <a:lnTo>
                    <a:pt x="15" y="0"/>
                  </a:lnTo>
                  <a:lnTo>
                    <a:pt x="15"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294" name=""/>
            <p:cNvSpPr/>
            <p:nvPr/>
          </p:nvSpPr>
          <p:spPr>
            <a:xfrm>
              <a:off x="6799320" y="4262400"/>
              <a:ext cx="9360" cy="3240"/>
            </a:xfrm>
            <a:custGeom>
              <a:avLst/>
              <a:gdLst/>
              <a:ahLst/>
              <a:rect l="l" t="t" r="r" b="b"/>
              <a:pathLst>
                <a:path w="6" h="2">
                  <a:moveTo>
                    <a:pt x="5" y="1"/>
                  </a:moveTo>
                  <a:lnTo>
                    <a:pt x="5" y="1"/>
                  </a:lnTo>
                  <a:lnTo>
                    <a:pt x="5" y="1"/>
                  </a:lnTo>
                  <a:lnTo>
                    <a:pt x="5" y="0"/>
                  </a:lnTo>
                  <a:lnTo>
                    <a:pt x="5" y="0"/>
                  </a:lnTo>
                  <a:lnTo>
                    <a:pt x="0" y="0"/>
                  </a:lnTo>
                  <a:lnTo>
                    <a:pt x="0" y="0"/>
                  </a:lnTo>
                  <a:lnTo>
                    <a:pt x="0" y="0"/>
                  </a:lnTo>
                  <a:lnTo>
                    <a:pt x="0" y="1"/>
                  </a:lnTo>
                  <a:lnTo>
                    <a:pt x="5" y="1"/>
                  </a:lnTo>
                  <a:lnTo>
                    <a:pt x="5"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295" name=""/>
            <p:cNvSpPr/>
            <p:nvPr/>
          </p:nvSpPr>
          <p:spPr>
            <a:xfrm>
              <a:off x="6759720" y="4245120"/>
              <a:ext cx="6120" cy="1440"/>
            </a:xfrm>
            <a:custGeom>
              <a:avLst/>
              <a:gdLst/>
              <a:ahLst/>
              <a:rect l="l" t="t" r="r" b="b"/>
              <a:pathLst>
                <a:path w="4" h="1">
                  <a:moveTo>
                    <a:pt x="3" y="0"/>
                  </a:moveTo>
                  <a:lnTo>
                    <a:pt x="1" y="0"/>
                  </a:lnTo>
                  <a:lnTo>
                    <a:pt x="1" y="0"/>
                  </a:lnTo>
                  <a:lnTo>
                    <a:pt x="0" y="0"/>
                  </a:lnTo>
                  <a:lnTo>
                    <a:pt x="0" y="0"/>
                  </a:lnTo>
                  <a:lnTo>
                    <a:pt x="0" y="0"/>
                  </a:lnTo>
                  <a:lnTo>
                    <a:pt x="0" y="0"/>
                  </a:lnTo>
                  <a:lnTo>
                    <a:pt x="0" y="0"/>
                  </a:lnTo>
                  <a:lnTo>
                    <a:pt x="0" y="0"/>
                  </a:lnTo>
                  <a:lnTo>
                    <a:pt x="3" y="0"/>
                  </a:lnTo>
                  <a:lnTo>
                    <a:pt x="3"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296" name=""/>
            <p:cNvSpPr/>
            <p:nvPr/>
          </p:nvSpPr>
          <p:spPr>
            <a:xfrm>
              <a:off x="6759720" y="4245120"/>
              <a:ext cx="31680" cy="20520"/>
            </a:xfrm>
            <a:custGeom>
              <a:avLst/>
              <a:gdLst/>
              <a:ahLst/>
              <a:rect l="l" t="t" r="r" b="b"/>
              <a:pathLst>
                <a:path w="20" h="13">
                  <a:moveTo>
                    <a:pt x="19" y="11"/>
                  </a:moveTo>
                  <a:lnTo>
                    <a:pt x="19" y="11"/>
                  </a:lnTo>
                  <a:lnTo>
                    <a:pt x="16" y="11"/>
                  </a:lnTo>
                  <a:lnTo>
                    <a:pt x="16" y="11"/>
                  </a:lnTo>
                  <a:lnTo>
                    <a:pt x="14" y="11"/>
                  </a:lnTo>
                  <a:lnTo>
                    <a:pt x="14" y="11"/>
                  </a:lnTo>
                  <a:lnTo>
                    <a:pt x="14" y="11"/>
                  </a:lnTo>
                  <a:lnTo>
                    <a:pt x="13" y="11"/>
                  </a:lnTo>
                  <a:lnTo>
                    <a:pt x="12" y="11"/>
                  </a:lnTo>
                  <a:lnTo>
                    <a:pt x="10" y="10"/>
                  </a:lnTo>
                  <a:lnTo>
                    <a:pt x="10" y="10"/>
                  </a:lnTo>
                  <a:lnTo>
                    <a:pt x="9" y="10"/>
                  </a:lnTo>
                  <a:lnTo>
                    <a:pt x="9" y="6"/>
                  </a:lnTo>
                  <a:lnTo>
                    <a:pt x="8" y="6"/>
                  </a:lnTo>
                  <a:lnTo>
                    <a:pt x="7" y="4"/>
                  </a:lnTo>
                  <a:lnTo>
                    <a:pt x="4" y="3"/>
                  </a:lnTo>
                  <a:lnTo>
                    <a:pt x="4" y="0"/>
                  </a:lnTo>
                  <a:lnTo>
                    <a:pt x="3" y="0"/>
                  </a:lnTo>
                  <a:lnTo>
                    <a:pt x="0" y="0"/>
                  </a:lnTo>
                  <a:lnTo>
                    <a:pt x="1" y="3"/>
                  </a:lnTo>
                  <a:lnTo>
                    <a:pt x="3" y="4"/>
                  </a:lnTo>
                  <a:lnTo>
                    <a:pt x="4" y="6"/>
                  </a:lnTo>
                  <a:lnTo>
                    <a:pt x="6" y="10"/>
                  </a:lnTo>
                  <a:lnTo>
                    <a:pt x="7" y="10"/>
                  </a:lnTo>
                  <a:lnTo>
                    <a:pt x="9" y="11"/>
                  </a:lnTo>
                  <a:lnTo>
                    <a:pt x="9" y="11"/>
                  </a:lnTo>
                  <a:lnTo>
                    <a:pt x="10" y="11"/>
                  </a:lnTo>
                  <a:lnTo>
                    <a:pt x="10" y="12"/>
                  </a:lnTo>
                  <a:lnTo>
                    <a:pt x="12" y="12"/>
                  </a:lnTo>
                  <a:lnTo>
                    <a:pt x="13" y="12"/>
                  </a:lnTo>
                  <a:lnTo>
                    <a:pt x="14" y="12"/>
                  </a:lnTo>
                  <a:lnTo>
                    <a:pt x="14" y="12"/>
                  </a:lnTo>
                  <a:lnTo>
                    <a:pt x="16" y="12"/>
                  </a:lnTo>
                  <a:lnTo>
                    <a:pt x="16" y="12"/>
                  </a:lnTo>
                  <a:lnTo>
                    <a:pt x="19" y="12"/>
                  </a:lnTo>
                  <a:lnTo>
                    <a:pt x="19" y="12"/>
                  </a:lnTo>
                  <a:lnTo>
                    <a:pt x="19" y="11"/>
                  </a:lnTo>
                  <a:lnTo>
                    <a:pt x="19" y="11"/>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297" name=""/>
            <p:cNvSpPr/>
            <p:nvPr/>
          </p:nvSpPr>
          <p:spPr>
            <a:xfrm>
              <a:off x="6789600" y="4260960"/>
              <a:ext cx="19080" cy="4680"/>
            </a:xfrm>
            <a:custGeom>
              <a:avLst/>
              <a:gdLst/>
              <a:ahLst/>
              <a:rect l="l" t="t" r="r" b="b"/>
              <a:pathLst>
                <a:path w="12" h="3">
                  <a:moveTo>
                    <a:pt x="6" y="0"/>
                  </a:moveTo>
                  <a:lnTo>
                    <a:pt x="6" y="0"/>
                  </a:lnTo>
                  <a:lnTo>
                    <a:pt x="6" y="1"/>
                  </a:lnTo>
                  <a:lnTo>
                    <a:pt x="6" y="1"/>
                  </a:lnTo>
                  <a:lnTo>
                    <a:pt x="6" y="1"/>
                  </a:lnTo>
                  <a:lnTo>
                    <a:pt x="5" y="1"/>
                  </a:lnTo>
                  <a:lnTo>
                    <a:pt x="2" y="1"/>
                  </a:lnTo>
                  <a:lnTo>
                    <a:pt x="2" y="1"/>
                  </a:lnTo>
                  <a:lnTo>
                    <a:pt x="1" y="1"/>
                  </a:lnTo>
                  <a:lnTo>
                    <a:pt x="0" y="1"/>
                  </a:lnTo>
                  <a:lnTo>
                    <a:pt x="0" y="2"/>
                  </a:lnTo>
                  <a:lnTo>
                    <a:pt x="1" y="2"/>
                  </a:lnTo>
                  <a:lnTo>
                    <a:pt x="2" y="2"/>
                  </a:lnTo>
                  <a:lnTo>
                    <a:pt x="2" y="2"/>
                  </a:lnTo>
                  <a:lnTo>
                    <a:pt x="5" y="2"/>
                  </a:lnTo>
                  <a:lnTo>
                    <a:pt x="6" y="2"/>
                  </a:lnTo>
                  <a:lnTo>
                    <a:pt x="6" y="2"/>
                  </a:lnTo>
                  <a:lnTo>
                    <a:pt x="6" y="2"/>
                  </a:lnTo>
                  <a:lnTo>
                    <a:pt x="11" y="1"/>
                  </a:lnTo>
                  <a:lnTo>
                    <a:pt x="11" y="1"/>
                  </a:lnTo>
                  <a:lnTo>
                    <a:pt x="6" y="0"/>
                  </a:lnTo>
                  <a:lnTo>
                    <a:pt x="6"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298" name=""/>
            <p:cNvSpPr/>
            <p:nvPr/>
          </p:nvSpPr>
          <p:spPr>
            <a:xfrm>
              <a:off x="6799320" y="4245120"/>
              <a:ext cx="27000" cy="19080"/>
            </a:xfrm>
            <a:custGeom>
              <a:avLst/>
              <a:gdLst/>
              <a:ahLst/>
              <a:rect l="l" t="t" r="r" b="b"/>
              <a:pathLst>
                <a:path w="17" h="12">
                  <a:moveTo>
                    <a:pt x="15" y="0"/>
                  </a:moveTo>
                  <a:lnTo>
                    <a:pt x="14" y="3"/>
                  </a:lnTo>
                  <a:lnTo>
                    <a:pt x="11" y="4"/>
                  </a:lnTo>
                  <a:lnTo>
                    <a:pt x="11" y="4"/>
                  </a:lnTo>
                  <a:lnTo>
                    <a:pt x="9" y="4"/>
                  </a:lnTo>
                  <a:lnTo>
                    <a:pt x="7" y="5"/>
                  </a:lnTo>
                  <a:lnTo>
                    <a:pt x="6" y="6"/>
                  </a:lnTo>
                  <a:lnTo>
                    <a:pt x="5" y="10"/>
                  </a:lnTo>
                  <a:lnTo>
                    <a:pt x="0" y="10"/>
                  </a:lnTo>
                  <a:lnTo>
                    <a:pt x="5" y="11"/>
                  </a:lnTo>
                  <a:lnTo>
                    <a:pt x="5" y="11"/>
                  </a:lnTo>
                  <a:lnTo>
                    <a:pt x="7" y="10"/>
                  </a:lnTo>
                  <a:lnTo>
                    <a:pt x="9" y="10"/>
                  </a:lnTo>
                  <a:lnTo>
                    <a:pt x="10" y="10"/>
                  </a:lnTo>
                  <a:lnTo>
                    <a:pt x="11" y="6"/>
                  </a:lnTo>
                  <a:lnTo>
                    <a:pt x="14" y="6"/>
                  </a:lnTo>
                  <a:lnTo>
                    <a:pt x="16" y="4"/>
                  </a:lnTo>
                  <a:lnTo>
                    <a:pt x="16" y="3"/>
                  </a:lnTo>
                  <a:lnTo>
                    <a:pt x="15" y="0"/>
                  </a:lnTo>
                  <a:lnTo>
                    <a:pt x="15"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299" name=""/>
            <p:cNvSpPr/>
            <p:nvPr/>
          </p:nvSpPr>
          <p:spPr>
            <a:xfrm>
              <a:off x="6799320" y="4260960"/>
              <a:ext cx="9360" cy="3240"/>
            </a:xfrm>
            <a:custGeom>
              <a:avLst/>
              <a:gdLst/>
              <a:ahLst/>
              <a:rect l="l" t="t" r="r" b="b"/>
              <a:pathLst>
                <a:path w="6" h="2">
                  <a:moveTo>
                    <a:pt x="5" y="1"/>
                  </a:moveTo>
                  <a:lnTo>
                    <a:pt x="5" y="1"/>
                  </a:lnTo>
                  <a:lnTo>
                    <a:pt x="5" y="1"/>
                  </a:lnTo>
                  <a:lnTo>
                    <a:pt x="5" y="0"/>
                  </a:lnTo>
                  <a:lnTo>
                    <a:pt x="5" y="0"/>
                  </a:lnTo>
                  <a:lnTo>
                    <a:pt x="0" y="0"/>
                  </a:lnTo>
                  <a:lnTo>
                    <a:pt x="0" y="0"/>
                  </a:lnTo>
                  <a:lnTo>
                    <a:pt x="0" y="0"/>
                  </a:lnTo>
                  <a:lnTo>
                    <a:pt x="0" y="1"/>
                  </a:lnTo>
                  <a:lnTo>
                    <a:pt x="5" y="1"/>
                  </a:lnTo>
                  <a:lnTo>
                    <a:pt x="5"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00" name=""/>
            <p:cNvSpPr/>
            <p:nvPr/>
          </p:nvSpPr>
          <p:spPr>
            <a:xfrm>
              <a:off x="6759720" y="4243320"/>
              <a:ext cx="2880" cy="3240"/>
            </a:xfrm>
            <a:custGeom>
              <a:avLst/>
              <a:gdLst/>
              <a:ahLst/>
              <a:rect l="l" t="t" r="r" b="b"/>
              <a:pathLst>
                <a:path w="2" h="2">
                  <a:moveTo>
                    <a:pt x="1" y="0"/>
                  </a:moveTo>
                  <a:lnTo>
                    <a:pt x="1" y="0"/>
                  </a:lnTo>
                  <a:lnTo>
                    <a:pt x="0" y="0"/>
                  </a:lnTo>
                  <a:lnTo>
                    <a:pt x="0" y="0"/>
                  </a:lnTo>
                  <a:lnTo>
                    <a:pt x="0" y="0"/>
                  </a:lnTo>
                  <a:lnTo>
                    <a:pt x="0" y="0"/>
                  </a:lnTo>
                  <a:lnTo>
                    <a:pt x="0" y="0"/>
                  </a:lnTo>
                  <a:lnTo>
                    <a:pt x="0" y="1"/>
                  </a:lnTo>
                  <a:lnTo>
                    <a:pt x="0" y="1"/>
                  </a:lnTo>
                  <a:lnTo>
                    <a:pt x="1" y="0"/>
                  </a:lnTo>
                  <a:lnTo>
                    <a:pt x="1" y="0"/>
                  </a:lnTo>
                </a:path>
              </a:pathLst>
            </a:custGeom>
            <a:solidFill>
              <a:srgbClr val="a1e2ff"/>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01" name=""/>
            <p:cNvSpPr/>
            <p:nvPr/>
          </p:nvSpPr>
          <p:spPr>
            <a:xfrm>
              <a:off x="6759720" y="4243320"/>
              <a:ext cx="31680" cy="20880"/>
            </a:xfrm>
            <a:custGeom>
              <a:avLst/>
              <a:gdLst/>
              <a:ahLst/>
              <a:rect l="l" t="t" r="r" b="b"/>
              <a:pathLst>
                <a:path w="20" h="13">
                  <a:moveTo>
                    <a:pt x="19" y="11"/>
                  </a:moveTo>
                  <a:lnTo>
                    <a:pt x="19" y="11"/>
                  </a:lnTo>
                  <a:lnTo>
                    <a:pt x="16" y="11"/>
                  </a:lnTo>
                  <a:lnTo>
                    <a:pt x="16" y="11"/>
                  </a:lnTo>
                  <a:lnTo>
                    <a:pt x="14" y="11"/>
                  </a:lnTo>
                  <a:lnTo>
                    <a:pt x="14" y="11"/>
                  </a:lnTo>
                  <a:lnTo>
                    <a:pt x="14" y="11"/>
                  </a:lnTo>
                  <a:lnTo>
                    <a:pt x="13" y="11"/>
                  </a:lnTo>
                  <a:lnTo>
                    <a:pt x="12" y="11"/>
                  </a:lnTo>
                  <a:lnTo>
                    <a:pt x="10" y="7"/>
                  </a:lnTo>
                  <a:lnTo>
                    <a:pt x="10" y="7"/>
                  </a:lnTo>
                  <a:lnTo>
                    <a:pt x="9" y="6"/>
                  </a:lnTo>
                  <a:lnTo>
                    <a:pt x="9" y="5"/>
                  </a:lnTo>
                  <a:lnTo>
                    <a:pt x="7" y="4"/>
                  </a:lnTo>
                  <a:lnTo>
                    <a:pt x="7" y="3"/>
                  </a:lnTo>
                  <a:lnTo>
                    <a:pt x="4" y="1"/>
                  </a:lnTo>
                  <a:lnTo>
                    <a:pt x="4" y="1"/>
                  </a:lnTo>
                  <a:lnTo>
                    <a:pt x="1" y="0"/>
                  </a:lnTo>
                  <a:lnTo>
                    <a:pt x="0" y="1"/>
                  </a:lnTo>
                  <a:lnTo>
                    <a:pt x="0" y="1"/>
                  </a:lnTo>
                  <a:lnTo>
                    <a:pt x="3" y="4"/>
                  </a:lnTo>
                  <a:lnTo>
                    <a:pt x="4" y="5"/>
                  </a:lnTo>
                  <a:lnTo>
                    <a:pt x="4" y="5"/>
                  </a:lnTo>
                  <a:lnTo>
                    <a:pt x="7" y="7"/>
                  </a:lnTo>
                  <a:lnTo>
                    <a:pt x="9" y="11"/>
                  </a:lnTo>
                  <a:lnTo>
                    <a:pt x="9" y="11"/>
                  </a:lnTo>
                  <a:lnTo>
                    <a:pt x="10" y="11"/>
                  </a:lnTo>
                  <a:lnTo>
                    <a:pt x="10" y="12"/>
                  </a:lnTo>
                  <a:lnTo>
                    <a:pt x="12" y="12"/>
                  </a:lnTo>
                  <a:lnTo>
                    <a:pt x="13" y="12"/>
                  </a:lnTo>
                  <a:lnTo>
                    <a:pt x="14" y="12"/>
                  </a:lnTo>
                  <a:lnTo>
                    <a:pt x="14" y="12"/>
                  </a:lnTo>
                  <a:lnTo>
                    <a:pt x="16" y="12"/>
                  </a:lnTo>
                  <a:lnTo>
                    <a:pt x="16" y="12"/>
                  </a:lnTo>
                  <a:lnTo>
                    <a:pt x="19" y="12"/>
                  </a:lnTo>
                  <a:lnTo>
                    <a:pt x="19" y="12"/>
                  </a:lnTo>
                  <a:lnTo>
                    <a:pt x="19" y="11"/>
                  </a:lnTo>
                  <a:lnTo>
                    <a:pt x="19" y="11"/>
                  </a:lnTo>
                </a:path>
              </a:pathLst>
            </a:custGeom>
            <a:solidFill>
              <a:srgbClr val="a1e2ff"/>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3302" name=""/>
            <p:cNvSpPr/>
            <p:nvPr/>
          </p:nvSpPr>
          <p:spPr>
            <a:xfrm>
              <a:off x="6789600" y="4254480"/>
              <a:ext cx="19080" cy="9720"/>
            </a:xfrm>
            <a:custGeom>
              <a:avLst/>
              <a:gdLst/>
              <a:ahLst/>
              <a:rect l="l" t="t" r="r" b="b"/>
              <a:pathLst>
                <a:path w="12" h="6">
                  <a:moveTo>
                    <a:pt x="6" y="0"/>
                  </a:moveTo>
                  <a:lnTo>
                    <a:pt x="6" y="0"/>
                  </a:lnTo>
                  <a:lnTo>
                    <a:pt x="6" y="4"/>
                  </a:lnTo>
                  <a:lnTo>
                    <a:pt x="6" y="4"/>
                  </a:lnTo>
                  <a:lnTo>
                    <a:pt x="6" y="4"/>
                  </a:lnTo>
                  <a:lnTo>
                    <a:pt x="5" y="4"/>
                  </a:lnTo>
                  <a:lnTo>
                    <a:pt x="2" y="4"/>
                  </a:lnTo>
                  <a:lnTo>
                    <a:pt x="2" y="4"/>
                  </a:lnTo>
                  <a:lnTo>
                    <a:pt x="1" y="4"/>
                  </a:lnTo>
                  <a:lnTo>
                    <a:pt x="0" y="4"/>
                  </a:lnTo>
                  <a:lnTo>
                    <a:pt x="0" y="5"/>
                  </a:lnTo>
                  <a:lnTo>
                    <a:pt x="1" y="5"/>
                  </a:lnTo>
                  <a:lnTo>
                    <a:pt x="2" y="5"/>
                  </a:lnTo>
                  <a:lnTo>
                    <a:pt x="2" y="5"/>
                  </a:lnTo>
                  <a:lnTo>
                    <a:pt x="5" y="5"/>
                  </a:lnTo>
                  <a:lnTo>
                    <a:pt x="6" y="5"/>
                  </a:lnTo>
                  <a:lnTo>
                    <a:pt x="6" y="5"/>
                  </a:lnTo>
                  <a:lnTo>
                    <a:pt x="6" y="5"/>
                  </a:lnTo>
                  <a:lnTo>
                    <a:pt x="11" y="4"/>
                  </a:lnTo>
                  <a:lnTo>
                    <a:pt x="11" y="4"/>
                  </a:lnTo>
                  <a:lnTo>
                    <a:pt x="6" y="0"/>
                  </a:lnTo>
                  <a:lnTo>
                    <a:pt x="6" y="0"/>
                  </a:lnTo>
                </a:path>
              </a:pathLst>
            </a:custGeom>
            <a:solidFill>
              <a:srgbClr val="a1e2ff"/>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3303" name=""/>
            <p:cNvSpPr/>
            <p:nvPr/>
          </p:nvSpPr>
          <p:spPr>
            <a:xfrm>
              <a:off x="6799320" y="4245120"/>
              <a:ext cx="27000" cy="17280"/>
            </a:xfrm>
            <a:custGeom>
              <a:avLst/>
              <a:gdLst/>
              <a:ahLst/>
              <a:rect l="l" t="t" r="r" b="b"/>
              <a:pathLst>
                <a:path w="17" h="11">
                  <a:moveTo>
                    <a:pt x="16" y="0"/>
                  </a:moveTo>
                  <a:lnTo>
                    <a:pt x="15" y="0"/>
                  </a:lnTo>
                  <a:lnTo>
                    <a:pt x="11" y="0"/>
                  </a:lnTo>
                  <a:lnTo>
                    <a:pt x="11" y="2"/>
                  </a:lnTo>
                  <a:lnTo>
                    <a:pt x="9" y="3"/>
                  </a:lnTo>
                  <a:lnTo>
                    <a:pt x="7" y="3"/>
                  </a:lnTo>
                  <a:lnTo>
                    <a:pt x="6" y="4"/>
                  </a:lnTo>
                  <a:lnTo>
                    <a:pt x="5" y="5"/>
                  </a:lnTo>
                  <a:lnTo>
                    <a:pt x="0" y="6"/>
                  </a:lnTo>
                  <a:lnTo>
                    <a:pt x="5" y="10"/>
                  </a:lnTo>
                  <a:lnTo>
                    <a:pt x="5" y="10"/>
                  </a:lnTo>
                  <a:lnTo>
                    <a:pt x="7" y="6"/>
                  </a:lnTo>
                  <a:lnTo>
                    <a:pt x="9" y="6"/>
                  </a:lnTo>
                  <a:lnTo>
                    <a:pt x="10" y="5"/>
                  </a:lnTo>
                  <a:lnTo>
                    <a:pt x="11" y="4"/>
                  </a:lnTo>
                  <a:lnTo>
                    <a:pt x="15" y="4"/>
                  </a:lnTo>
                  <a:lnTo>
                    <a:pt x="16" y="3"/>
                  </a:lnTo>
                  <a:lnTo>
                    <a:pt x="16" y="0"/>
                  </a:lnTo>
                  <a:lnTo>
                    <a:pt x="16" y="0"/>
                  </a:lnTo>
                  <a:lnTo>
                    <a:pt x="16" y="0"/>
                  </a:lnTo>
                </a:path>
              </a:pathLst>
            </a:custGeom>
            <a:solidFill>
              <a:srgbClr val="a1e2ff"/>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3304" name=""/>
            <p:cNvSpPr/>
            <p:nvPr/>
          </p:nvSpPr>
          <p:spPr>
            <a:xfrm>
              <a:off x="6799320" y="4254480"/>
              <a:ext cx="9360" cy="7920"/>
            </a:xfrm>
            <a:custGeom>
              <a:avLst/>
              <a:gdLst/>
              <a:ahLst/>
              <a:rect l="l" t="t" r="r" b="b"/>
              <a:pathLst>
                <a:path w="6" h="5">
                  <a:moveTo>
                    <a:pt x="5" y="4"/>
                  </a:moveTo>
                  <a:lnTo>
                    <a:pt x="5" y="4"/>
                  </a:lnTo>
                  <a:lnTo>
                    <a:pt x="5" y="4"/>
                  </a:lnTo>
                  <a:lnTo>
                    <a:pt x="5" y="4"/>
                  </a:lnTo>
                  <a:lnTo>
                    <a:pt x="5" y="0"/>
                  </a:lnTo>
                  <a:lnTo>
                    <a:pt x="2" y="0"/>
                  </a:lnTo>
                  <a:lnTo>
                    <a:pt x="0" y="0"/>
                  </a:lnTo>
                  <a:lnTo>
                    <a:pt x="0" y="0"/>
                  </a:lnTo>
                  <a:lnTo>
                    <a:pt x="0" y="4"/>
                  </a:lnTo>
                  <a:lnTo>
                    <a:pt x="5" y="4"/>
                  </a:lnTo>
                  <a:lnTo>
                    <a:pt x="5" y="4"/>
                  </a:lnTo>
                </a:path>
              </a:pathLst>
            </a:custGeom>
            <a:solidFill>
              <a:srgbClr val="a1e2ff"/>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305" name=""/>
            <p:cNvSpPr/>
            <p:nvPr/>
          </p:nvSpPr>
          <p:spPr>
            <a:xfrm>
              <a:off x="6759720" y="4238640"/>
              <a:ext cx="2880" cy="4680"/>
            </a:xfrm>
            <a:custGeom>
              <a:avLst/>
              <a:gdLst/>
              <a:ahLst/>
              <a:rect l="l" t="t" r="r" b="b"/>
              <a:pathLst>
                <a:path w="2" h="3">
                  <a:moveTo>
                    <a:pt x="1" y="0"/>
                  </a:moveTo>
                  <a:lnTo>
                    <a:pt x="1" y="0"/>
                  </a:lnTo>
                  <a:lnTo>
                    <a:pt x="0" y="0"/>
                  </a:lnTo>
                  <a:lnTo>
                    <a:pt x="0" y="0"/>
                  </a:lnTo>
                  <a:lnTo>
                    <a:pt x="0" y="0"/>
                  </a:lnTo>
                  <a:lnTo>
                    <a:pt x="0" y="0"/>
                  </a:lnTo>
                  <a:lnTo>
                    <a:pt x="0" y="0"/>
                  </a:lnTo>
                  <a:lnTo>
                    <a:pt x="0" y="2"/>
                  </a:lnTo>
                  <a:lnTo>
                    <a:pt x="0" y="2"/>
                  </a:lnTo>
                  <a:lnTo>
                    <a:pt x="1" y="0"/>
                  </a:lnTo>
                  <a:lnTo>
                    <a:pt x="1"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306" name=""/>
            <p:cNvSpPr/>
            <p:nvPr/>
          </p:nvSpPr>
          <p:spPr>
            <a:xfrm>
              <a:off x="6759720" y="4238640"/>
              <a:ext cx="31680" cy="23760"/>
            </a:xfrm>
            <a:custGeom>
              <a:avLst/>
              <a:gdLst/>
              <a:ahLst/>
              <a:rect l="l" t="t" r="r" b="b"/>
              <a:pathLst>
                <a:path w="20" h="15">
                  <a:moveTo>
                    <a:pt x="16" y="10"/>
                  </a:moveTo>
                  <a:lnTo>
                    <a:pt x="16" y="10"/>
                  </a:lnTo>
                  <a:lnTo>
                    <a:pt x="16" y="10"/>
                  </a:lnTo>
                  <a:lnTo>
                    <a:pt x="16" y="10"/>
                  </a:lnTo>
                  <a:lnTo>
                    <a:pt x="14" y="10"/>
                  </a:lnTo>
                  <a:lnTo>
                    <a:pt x="14" y="10"/>
                  </a:lnTo>
                  <a:lnTo>
                    <a:pt x="14" y="10"/>
                  </a:lnTo>
                  <a:lnTo>
                    <a:pt x="13" y="9"/>
                  </a:lnTo>
                  <a:lnTo>
                    <a:pt x="12" y="8"/>
                  </a:lnTo>
                  <a:lnTo>
                    <a:pt x="10" y="8"/>
                  </a:lnTo>
                  <a:lnTo>
                    <a:pt x="10" y="8"/>
                  </a:lnTo>
                  <a:lnTo>
                    <a:pt x="9" y="7"/>
                  </a:lnTo>
                  <a:lnTo>
                    <a:pt x="9" y="6"/>
                  </a:lnTo>
                  <a:lnTo>
                    <a:pt x="7" y="4"/>
                  </a:lnTo>
                  <a:lnTo>
                    <a:pt x="6" y="4"/>
                  </a:lnTo>
                  <a:lnTo>
                    <a:pt x="4" y="4"/>
                  </a:lnTo>
                  <a:lnTo>
                    <a:pt x="3" y="3"/>
                  </a:lnTo>
                  <a:lnTo>
                    <a:pt x="1" y="0"/>
                  </a:lnTo>
                  <a:lnTo>
                    <a:pt x="0" y="2"/>
                  </a:lnTo>
                  <a:lnTo>
                    <a:pt x="0" y="4"/>
                  </a:lnTo>
                  <a:lnTo>
                    <a:pt x="3" y="4"/>
                  </a:lnTo>
                  <a:lnTo>
                    <a:pt x="4" y="4"/>
                  </a:lnTo>
                  <a:lnTo>
                    <a:pt x="4" y="7"/>
                  </a:lnTo>
                  <a:lnTo>
                    <a:pt x="7" y="8"/>
                  </a:lnTo>
                  <a:lnTo>
                    <a:pt x="8" y="9"/>
                  </a:lnTo>
                  <a:lnTo>
                    <a:pt x="9" y="10"/>
                  </a:lnTo>
                  <a:lnTo>
                    <a:pt x="10" y="10"/>
                  </a:lnTo>
                  <a:lnTo>
                    <a:pt x="10" y="14"/>
                  </a:lnTo>
                  <a:lnTo>
                    <a:pt x="12" y="14"/>
                  </a:lnTo>
                  <a:lnTo>
                    <a:pt x="13" y="14"/>
                  </a:lnTo>
                  <a:lnTo>
                    <a:pt x="14" y="14"/>
                  </a:lnTo>
                  <a:lnTo>
                    <a:pt x="14" y="14"/>
                  </a:lnTo>
                  <a:lnTo>
                    <a:pt x="16" y="14"/>
                  </a:lnTo>
                  <a:lnTo>
                    <a:pt x="16" y="14"/>
                  </a:lnTo>
                  <a:lnTo>
                    <a:pt x="19" y="14"/>
                  </a:lnTo>
                  <a:lnTo>
                    <a:pt x="19" y="14"/>
                  </a:lnTo>
                  <a:lnTo>
                    <a:pt x="16" y="10"/>
                  </a:lnTo>
                  <a:lnTo>
                    <a:pt x="16" y="1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307" name=""/>
            <p:cNvSpPr/>
            <p:nvPr/>
          </p:nvSpPr>
          <p:spPr>
            <a:xfrm>
              <a:off x="6784920" y="4251240"/>
              <a:ext cx="23760" cy="11160"/>
            </a:xfrm>
            <a:custGeom>
              <a:avLst/>
              <a:gdLst/>
              <a:ahLst/>
              <a:rect l="l" t="t" r="r" b="b"/>
              <a:pathLst>
                <a:path w="15" h="7">
                  <a:moveTo>
                    <a:pt x="9" y="0"/>
                  </a:moveTo>
                  <a:lnTo>
                    <a:pt x="9" y="0"/>
                  </a:lnTo>
                  <a:lnTo>
                    <a:pt x="9" y="0"/>
                  </a:lnTo>
                  <a:lnTo>
                    <a:pt x="9" y="1"/>
                  </a:lnTo>
                  <a:lnTo>
                    <a:pt x="9" y="2"/>
                  </a:lnTo>
                  <a:lnTo>
                    <a:pt x="8" y="2"/>
                  </a:lnTo>
                  <a:lnTo>
                    <a:pt x="5" y="2"/>
                  </a:lnTo>
                  <a:lnTo>
                    <a:pt x="5" y="2"/>
                  </a:lnTo>
                  <a:lnTo>
                    <a:pt x="4" y="2"/>
                  </a:lnTo>
                  <a:lnTo>
                    <a:pt x="0" y="2"/>
                  </a:lnTo>
                  <a:lnTo>
                    <a:pt x="3" y="6"/>
                  </a:lnTo>
                  <a:lnTo>
                    <a:pt x="4" y="6"/>
                  </a:lnTo>
                  <a:lnTo>
                    <a:pt x="5" y="6"/>
                  </a:lnTo>
                  <a:lnTo>
                    <a:pt x="5" y="6"/>
                  </a:lnTo>
                  <a:lnTo>
                    <a:pt x="8" y="6"/>
                  </a:lnTo>
                  <a:lnTo>
                    <a:pt x="9" y="6"/>
                  </a:lnTo>
                  <a:lnTo>
                    <a:pt x="9" y="6"/>
                  </a:lnTo>
                  <a:lnTo>
                    <a:pt x="9" y="6"/>
                  </a:lnTo>
                  <a:lnTo>
                    <a:pt x="14" y="2"/>
                  </a:lnTo>
                  <a:lnTo>
                    <a:pt x="14" y="2"/>
                  </a:lnTo>
                  <a:lnTo>
                    <a:pt x="9" y="0"/>
                  </a:lnTo>
                  <a:lnTo>
                    <a:pt x="9"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308" name=""/>
            <p:cNvSpPr/>
            <p:nvPr/>
          </p:nvSpPr>
          <p:spPr>
            <a:xfrm>
              <a:off x="6799320" y="4243320"/>
              <a:ext cx="27000" cy="12600"/>
            </a:xfrm>
            <a:custGeom>
              <a:avLst/>
              <a:gdLst/>
              <a:ahLst/>
              <a:rect l="l" t="t" r="r" b="b"/>
              <a:pathLst>
                <a:path w="17" h="8">
                  <a:moveTo>
                    <a:pt x="16" y="0"/>
                  </a:moveTo>
                  <a:lnTo>
                    <a:pt x="15" y="1"/>
                  </a:lnTo>
                  <a:lnTo>
                    <a:pt x="11" y="1"/>
                  </a:lnTo>
                  <a:lnTo>
                    <a:pt x="11" y="1"/>
                  </a:lnTo>
                  <a:lnTo>
                    <a:pt x="9" y="1"/>
                  </a:lnTo>
                  <a:lnTo>
                    <a:pt x="7" y="1"/>
                  </a:lnTo>
                  <a:lnTo>
                    <a:pt x="6" y="3"/>
                  </a:lnTo>
                  <a:lnTo>
                    <a:pt x="5" y="4"/>
                  </a:lnTo>
                  <a:lnTo>
                    <a:pt x="0" y="5"/>
                  </a:lnTo>
                  <a:lnTo>
                    <a:pt x="5" y="7"/>
                  </a:lnTo>
                  <a:lnTo>
                    <a:pt x="5" y="6"/>
                  </a:lnTo>
                  <a:lnTo>
                    <a:pt x="7" y="5"/>
                  </a:lnTo>
                  <a:lnTo>
                    <a:pt x="9" y="5"/>
                  </a:lnTo>
                  <a:lnTo>
                    <a:pt x="10" y="4"/>
                  </a:lnTo>
                  <a:lnTo>
                    <a:pt x="11" y="3"/>
                  </a:lnTo>
                  <a:lnTo>
                    <a:pt x="15" y="1"/>
                  </a:lnTo>
                  <a:lnTo>
                    <a:pt x="16" y="1"/>
                  </a:lnTo>
                  <a:lnTo>
                    <a:pt x="16" y="1"/>
                  </a:lnTo>
                  <a:lnTo>
                    <a:pt x="16" y="0"/>
                  </a:lnTo>
                  <a:lnTo>
                    <a:pt x="16"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309" name=""/>
            <p:cNvSpPr/>
            <p:nvPr/>
          </p:nvSpPr>
          <p:spPr>
            <a:xfrm>
              <a:off x="6799320" y="4251240"/>
              <a:ext cx="9360" cy="4680"/>
            </a:xfrm>
            <a:custGeom>
              <a:avLst/>
              <a:gdLst/>
              <a:ahLst/>
              <a:rect l="l" t="t" r="r" b="b"/>
              <a:pathLst>
                <a:path w="6" h="3">
                  <a:moveTo>
                    <a:pt x="5" y="2"/>
                  </a:moveTo>
                  <a:lnTo>
                    <a:pt x="5" y="1"/>
                  </a:lnTo>
                  <a:lnTo>
                    <a:pt x="5" y="0"/>
                  </a:lnTo>
                  <a:lnTo>
                    <a:pt x="5" y="0"/>
                  </a:lnTo>
                  <a:lnTo>
                    <a:pt x="5" y="0"/>
                  </a:lnTo>
                  <a:lnTo>
                    <a:pt x="5" y="0"/>
                  </a:lnTo>
                  <a:lnTo>
                    <a:pt x="0" y="0"/>
                  </a:lnTo>
                  <a:lnTo>
                    <a:pt x="0" y="0"/>
                  </a:lnTo>
                  <a:lnTo>
                    <a:pt x="0" y="0"/>
                  </a:lnTo>
                  <a:lnTo>
                    <a:pt x="5" y="2"/>
                  </a:lnTo>
                  <a:lnTo>
                    <a:pt x="5"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310" name=""/>
            <p:cNvSpPr/>
            <p:nvPr/>
          </p:nvSpPr>
          <p:spPr>
            <a:xfrm>
              <a:off x="6757920" y="4230720"/>
              <a:ext cx="4680" cy="9360"/>
            </a:xfrm>
            <a:custGeom>
              <a:avLst/>
              <a:gdLst/>
              <a:ahLst/>
              <a:rect l="l" t="t" r="r" b="b"/>
              <a:pathLst>
                <a:path w="3" h="6">
                  <a:moveTo>
                    <a:pt x="2" y="0"/>
                  </a:moveTo>
                  <a:lnTo>
                    <a:pt x="1" y="0"/>
                  </a:lnTo>
                  <a:lnTo>
                    <a:pt x="1" y="0"/>
                  </a:lnTo>
                  <a:lnTo>
                    <a:pt x="1" y="0"/>
                  </a:lnTo>
                  <a:lnTo>
                    <a:pt x="1" y="0"/>
                  </a:lnTo>
                  <a:lnTo>
                    <a:pt x="1" y="0"/>
                  </a:lnTo>
                  <a:lnTo>
                    <a:pt x="0" y="2"/>
                  </a:lnTo>
                  <a:lnTo>
                    <a:pt x="0" y="2"/>
                  </a:lnTo>
                  <a:lnTo>
                    <a:pt x="1" y="5"/>
                  </a:lnTo>
                  <a:lnTo>
                    <a:pt x="2" y="0"/>
                  </a:lnTo>
                  <a:lnTo>
                    <a:pt x="2"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311" name=""/>
            <p:cNvSpPr/>
            <p:nvPr/>
          </p:nvSpPr>
          <p:spPr>
            <a:xfrm>
              <a:off x="6759720" y="4230720"/>
              <a:ext cx="31680" cy="25200"/>
            </a:xfrm>
            <a:custGeom>
              <a:avLst/>
              <a:gdLst/>
              <a:ahLst/>
              <a:rect l="l" t="t" r="r" b="b"/>
              <a:pathLst>
                <a:path w="20" h="16">
                  <a:moveTo>
                    <a:pt x="16" y="13"/>
                  </a:moveTo>
                  <a:lnTo>
                    <a:pt x="16" y="13"/>
                  </a:lnTo>
                  <a:lnTo>
                    <a:pt x="16" y="13"/>
                  </a:lnTo>
                  <a:lnTo>
                    <a:pt x="14" y="13"/>
                  </a:lnTo>
                  <a:lnTo>
                    <a:pt x="14" y="13"/>
                  </a:lnTo>
                  <a:lnTo>
                    <a:pt x="14" y="13"/>
                  </a:lnTo>
                  <a:lnTo>
                    <a:pt x="14" y="13"/>
                  </a:lnTo>
                  <a:lnTo>
                    <a:pt x="13" y="12"/>
                  </a:lnTo>
                  <a:lnTo>
                    <a:pt x="12" y="12"/>
                  </a:lnTo>
                  <a:lnTo>
                    <a:pt x="10" y="12"/>
                  </a:lnTo>
                  <a:lnTo>
                    <a:pt x="10" y="9"/>
                  </a:lnTo>
                  <a:lnTo>
                    <a:pt x="9" y="9"/>
                  </a:lnTo>
                  <a:lnTo>
                    <a:pt x="9" y="9"/>
                  </a:lnTo>
                  <a:lnTo>
                    <a:pt x="7" y="9"/>
                  </a:lnTo>
                  <a:lnTo>
                    <a:pt x="6" y="8"/>
                  </a:lnTo>
                  <a:lnTo>
                    <a:pt x="4" y="7"/>
                  </a:lnTo>
                  <a:lnTo>
                    <a:pt x="3" y="5"/>
                  </a:lnTo>
                  <a:lnTo>
                    <a:pt x="1" y="0"/>
                  </a:lnTo>
                  <a:lnTo>
                    <a:pt x="0" y="5"/>
                  </a:lnTo>
                  <a:lnTo>
                    <a:pt x="0" y="7"/>
                  </a:lnTo>
                  <a:lnTo>
                    <a:pt x="1" y="8"/>
                  </a:lnTo>
                  <a:lnTo>
                    <a:pt x="4" y="9"/>
                  </a:lnTo>
                  <a:lnTo>
                    <a:pt x="4" y="9"/>
                  </a:lnTo>
                  <a:lnTo>
                    <a:pt x="7" y="11"/>
                  </a:lnTo>
                  <a:lnTo>
                    <a:pt x="8" y="12"/>
                  </a:lnTo>
                  <a:lnTo>
                    <a:pt x="9" y="13"/>
                  </a:lnTo>
                  <a:lnTo>
                    <a:pt x="10" y="13"/>
                  </a:lnTo>
                  <a:lnTo>
                    <a:pt x="10" y="14"/>
                  </a:lnTo>
                  <a:lnTo>
                    <a:pt x="12" y="15"/>
                  </a:lnTo>
                  <a:lnTo>
                    <a:pt x="13" y="15"/>
                  </a:lnTo>
                  <a:lnTo>
                    <a:pt x="14" y="15"/>
                  </a:lnTo>
                  <a:lnTo>
                    <a:pt x="14" y="15"/>
                  </a:lnTo>
                  <a:lnTo>
                    <a:pt x="14" y="15"/>
                  </a:lnTo>
                  <a:lnTo>
                    <a:pt x="16" y="15"/>
                  </a:lnTo>
                  <a:lnTo>
                    <a:pt x="19" y="15"/>
                  </a:lnTo>
                  <a:lnTo>
                    <a:pt x="19" y="15"/>
                  </a:lnTo>
                  <a:lnTo>
                    <a:pt x="16" y="13"/>
                  </a:lnTo>
                  <a:lnTo>
                    <a:pt x="16" y="13"/>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3312" name=""/>
            <p:cNvSpPr/>
            <p:nvPr/>
          </p:nvSpPr>
          <p:spPr>
            <a:xfrm>
              <a:off x="6784920" y="4249800"/>
              <a:ext cx="23760" cy="6120"/>
            </a:xfrm>
            <a:custGeom>
              <a:avLst/>
              <a:gdLst/>
              <a:ahLst/>
              <a:rect l="l" t="t" r="r" b="b"/>
              <a:pathLst>
                <a:path w="15" h="4">
                  <a:moveTo>
                    <a:pt x="9" y="0"/>
                  </a:moveTo>
                  <a:lnTo>
                    <a:pt x="9" y="0"/>
                  </a:lnTo>
                  <a:lnTo>
                    <a:pt x="9" y="0"/>
                  </a:lnTo>
                  <a:lnTo>
                    <a:pt x="9" y="0"/>
                  </a:lnTo>
                  <a:lnTo>
                    <a:pt x="9" y="0"/>
                  </a:lnTo>
                  <a:lnTo>
                    <a:pt x="8" y="0"/>
                  </a:lnTo>
                  <a:lnTo>
                    <a:pt x="5" y="0"/>
                  </a:lnTo>
                  <a:lnTo>
                    <a:pt x="5" y="0"/>
                  </a:lnTo>
                  <a:lnTo>
                    <a:pt x="4" y="1"/>
                  </a:lnTo>
                  <a:lnTo>
                    <a:pt x="0" y="1"/>
                  </a:lnTo>
                  <a:lnTo>
                    <a:pt x="3" y="3"/>
                  </a:lnTo>
                  <a:lnTo>
                    <a:pt x="4" y="3"/>
                  </a:lnTo>
                  <a:lnTo>
                    <a:pt x="5" y="3"/>
                  </a:lnTo>
                  <a:lnTo>
                    <a:pt x="5" y="3"/>
                  </a:lnTo>
                  <a:lnTo>
                    <a:pt x="8" y="3"/>
                  </a:lnTo>
                  <a:lnTo>
                    <a:pt x="9" y="3"/>
                  </a:lnTo>
                  <a:lnTo>
                    <a:pt x="9" y="3"/>
                  </a:lnTo>
                  <a:lnTo>
                    <a:pt x="11" y="1"/>
                  </a:lnTo>
                  <a:lnTo>
                    <a:pt x="14" y="1"/>
                  </a:lnTo>
                  <a:lnTo>
                    <a:pt x="14" y="1"/>
                  </a:lnTo>
                  <a:lnTo>
                    <a:pt x="9" y="0"/>
                  </a:lnTo>
                  <a:lnTo>
                    <a:pt x="9"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313" name=""/>
            <p:cNvSpPr/>
            <p:nvPr/>
          </p:nvSpPr>
          <p:spPr>
            <a:xfrm>
              <a:off x="6799320" y="4238640"/>
              <a:ext cx="27000" cy="14400"/>
            </a:xfrm>
            <a:custGeom>
              <a:avLst/>
              <a:gdLst/>
              <a:ahLst/>
              <a:rect l="l" t="t" r="r" b="b"/>
              <a:pathLst>
                <a:path w="17" h="9">
                  <a:moveTo>
                    <a:pt x="16" y="0"/>
                  </a:moveTo>
                  <a:lnTo>
                    <a:pt x="16" y="2"/>
                  </a:lnTo>
                  <a:lnTo>
                    <a:pt x="14" y="3"/>
                  </a:lnTo>
                  <a:lnTo>
                    <a:pt x="11" y="3"/>
                  </a:lnTo>
                  <a:lnTo>
                    <a:pt x="9" y="4"/>
                  </a:lnTo>
                  <a:lnTo>
                    <a:pt x="7" y="4"/>
                  </a:lnTo>
                  <a:lnTo>
                    <a:pt x="6" y="4"/>
                  </a:lnTo>
                  <a:lnTo>
                    <a:pt x="5" y="4"/>
                  </a:lnTo>
                  <a:lnTo>
                    <a:pt x="0" y="7"/>
                  </a:lnTo>
                  <a:lnTo>
                    <a:pt x="5" y="8"/>
                  </a:lnTo>
                  <a:lnTo>
                    <a:pt x="5" y="7"/>
                  </a:lnTo>
                  <a:lnTo>
                    <a:pt x="7" y="7"/>
                  </a:lnTo>
                  <a:lnTo>
                    <a:pt x="9" y="4"/>
                  </a:lnTo>
                  <a:lnTo>
                    <a:pt x="10" y="4"/>
                  </a:lnTo>
                  <a:lnTo>
                    <a:pt x="11" y="4"/>
                  </a:lnTo>
                  <a:lnTo>
                    <a:pt x="15" y="4"/>
                  </a:lnTo>
                  <a:lnTo>
                    <a:pt x="16" y="4"/>
                  </a:lnTo>
                  <a:lnTo>
                    <a:pt x="16" y="3"/>
                  </a:lnTo>
                  <a:lnTo>
                    <a:pt x="16" y="0"/>
                  </a:lnTo>
                  <a:lnTo>
                    <a:pt x="16"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314" name=""/>
            <p:cNvSpPr/>
            <p:nvPr/>
          </p:nvSpPr>
          <p:spPr>
            <a:xfrm>
              <a:off x="6799320" y="4245120"/>
              <a:ext cx="9360" cy="7920"/>
            </a:xfrm>
            <a:custGeom>
              <a:avLst/>
              <a:gdLst/>
              <a:ahLst/>
              <a:rect l="l" t="t" r="r" b="b"/>
              <a:pathLst>
                <a:path w="6" h="5">
                  <a:moveTo>
                    <a:pt x="5" y="4"/>
                  </a:moveTo>
                  <a:lnTo>
                    <a:pt x="5" y="3"/>
                  </a:lnTo>
                  <a:lnTo>
                    <a:pt x="5" y="3"/>
                  </a:lnTo>
                  <a:lnTo>
                    <a:pt x="5" y="3"/>
                  </a:lnTo>
                  <a:lnTo>
                    <a:pt x="5" y="2"/>
                  </a:lnTo>
                  <a:lnTo>
                    <a:pt x="5" y="0"/>
                  </a:lnTo>
                  <a:lnTo>
                    <a:pt x="2" y="0"/>
                  </a:lnTo>
                  <a:lnTo>
                    <a:pt x="0" y="2"/>
                  </a:lnTo>
                  <a:lnTo>
                    <a:pt x="0" y="3"/>
                  </a:lnTo>
                  <a:lnTo>
                    <a:pt x="5" y="4"/>
                  </a:lnTo>
                  <a:lnTo>
                    <a:pt x="5"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315" name=""/>
            <p:cNvSpPr/>
            <p:nvPr/>
          </p:nvSpPr>
          <p:spPr>
            <a:xfrm>
              <a:off x="6754680" y="4230720"/>
              <a:ext cx="6480" cy="1440"/>
            </a:xfrm>
            <a:custGeom>
              <a:avLst/>
              <a:gdLst/>
              <a:ahLst/>
              <a:rect l="l" t="t" r="r" b="b"/>
              <a:pathLst>
                <a:path w="4" h="1">
                  <a:moveTo>
                    <a:pt x="3" y="0"/>
                  </a:moveTo>
                  <a:lnTo>
                    <a:pt x="3" y="0"/>
                  </a:lnTo>
                  <a:lnTo>
                    <a:pt x="3" y="0"/>
                  </a:lnTo>
                  <a:lnTo>
                    <a:pt x="3" y="0"/>
                  </a:lnTo>
                  <a:lnTo>
                    <a:pt x="3" y="0"/>
                  </a:lnTo>
                  <a:lnTo>
                    <a:pt x="2" y="0"/>
                  </a:lnTo>
                  <a:lnTo>
                    <a:pt x="0" y="0"/>
                  </a:lnTo>
                  <a:lnTo>
                    <a:pt x="0" y="0"/>
                  </a:lnTo>
                  <a:lnTo>
                    <a:pt x="2" y="0"/>
                  </a:lnTo>
                  <a:lnTo>
                    <a:pt x="3" y="0"/>
                  </a:lnTo>
                  <a:lnTo>
                    <a:pt x="3" y="0"/>
                  </a:lnTo>
                </a:path>
              </a:pathLst>
            </a:custGeom>
            <a:solidFill>
              <a:srgbClr val="ffe0e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316" name=""/>
            <p:cNvSpPr/>
            <p:nvPr/>
          </p:nvSpPr>
          <p:spPr>
            <a:xfrm>
              <a:off x="6757920" y="4230720"/>
              <a:ext cx="33480" cy="22320"/>
            </a:xfrm>
            <a:custGeom>
              <a:avLst/>
              <a:gdLst/>
              <a:ahLst/>
              <a:rect l="l" t="t" r="r" b="b"/>
              <a:pathLst>
                <a:path w="21" h="14">
                  <a:moveTo>
                    <a:pt x="17" y="11"/>
                  </a:moveTo>
                  <a:lnTo>
                    <a:pt x="17" y="11"/>
                  </a:lnTo>
                  <a:lnTo>
                    <a:pt x="17" y="11"/>
                  </a:lnTo>
                  <a:lnTo>
                    <a:pt x="15" y="11"/>
                  </a:lnTo>
                  <a:lnTo>
                    <a:pt x="15" y="11"/>
                  </a:lnTo>
                  <a:lnTo>
                    <a:pt x="15" y="11"/>
                  </a:lnTo>
                  <a:lnTo>
                    <a:pt x="15" y="9"/>
                  </a:lnTo>
                  <a:lnTo>
                    <a:pt x="14" y="9"/>
                  </a:lnTo>
                  <a:lnTo>
                    <a:pt x="13" y="9"/>
                  </a:lnTo>
                  <a:lnTo>
                    <a:pt x="11" y="9"/>
                  </a:lnTo>
                  <a:lnTo>
                    <a:pt x="11" y="9"/>
                  </a:lnTo>
                  <a:lnTo>
                    <a:pt x="10" y="9"/>
                  </a:lnTo>
                  <a:lnTo>
                    <a:pt x="9" y="8"/>
                  </a:lnTo>
                  <a:lnTo>
                    <a:pt x="8" y="7"/>
                  </a:lnTo>
                  <a:lnTo>
                    <a:pt x="5" y="5"/>
                  </a:lnTo>
                  <a:lnTo>
                    <a:pt x="5" y="2"/>
                  </a:lnTo>
                  <a:lnTo>
                    <a:pt x="4" y="0"/>
                  </a:lnTo>
                  <a:lnTo>
                    <a:pt x="1" y="0"/>
                  </a:lnTo>
                  <a:lnTo>
                    <a:pt x="0" y="0"/>
                  </a:lnTo>
                  <a:lnTo>
                    <a:pt x="1" y="2"/>
                  </a:lnTo>
                  <a:lnTo>
                    <a:pt x="2" y="5"/>
                  </a:lnTo>
                  <a:lnTo>
                    <a:pt x="4" y="8"/>
                  </a:lnTo>
                  <a:lnTo>
                    <a:pt x="5" y="9"/>
                  </a:lnTo>
                  <a:lnTo>
                    <a:pt x="8" y="9"/>
                  </a:lnTo>
                  <a:lnTo>
                    <a:pt x="9" y="9"/>
                  </a:lnTo>
                  <a:lnTo>
                    <a:pt x="10" y="9"/>
                  </a:lnTo>
                  <a:lnTo>
                    <a:pt x="11" y="12"/>
                  </a:lnTo>
                  <a:lnTo>
                    <a:pt x="11" y="12"/>
                  </a:lnTo>
                  <a:lnTo>
                    <a:pt x="13" y="13"/>
                  </a:lnTo>
                  <a:lnTo>
                    <a:pt x="14" y="13"/>
                  </a:lnTo>
                  <a:lnTo>
                    <a:pt x="15" y="13"/>
                  </a:lnTo>
                  <a:lnTo>
                    <a:pt x="15" y="13"/>
                  </a:lnTo>
                  <a:lnTo>
                    <a:pt x="15" y="13"/>
                  </a:lnTo>
                  <a:lnTo>
                    <a:pt x="20" y="13"/>
                  </a:lnTo>
                  <a:lnTo>
                    <a:pt x="20" y="13"/>
                  </a:lnTo>
                  <a:lnTo>
                    <a:pt x="20" y="13"/>
                  </a:lnTo>
                  <a:lnTo>
                    <a:pt x="17" y="11"/>
                  </a:lnTo>
                  <a:lnTo>
                    <a:pt x="17" y="11"/>
                  </a:lnTo>
                </a:path>
              </a:pathLst>
            </a:custGeom>
            <a:solidFill>
              <a:srgbClr val="ffe0e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317" name=""/>
            <p:cNvSpPr/>
            <p:nvPr/>
          </p:nvSpPr>
          <p:spPr>
            <a:xfrm>
              <a:off x="6784920" y="4245120"/>
              <a:ext cx="23760" cy="7920"/>
            </a:xfrm>
            <a:custGeom>
              <a:avLst/>
              <a:gdLst/>
              <a:ahLst/>
              <a:rect l="l" t="t" r="r" b="b"/>
              <a:pathLst>
                <a:path w="15" h="5">
                  <a:moveTo>
                    <a:pt x="9" y="0"/>
                  </a:moveTo>
                  <a:lnTo>
                    <a:pt x="9" y="0"/>
                  </a:lnTo>
                  <a:lnTo>
                    <a:pt x="9" y="0"/>
                  </a:lnTo>
                  <a:lnTo>
                    <a:pt x="9" y="0"/>
                  </a:lnTo>
                  <a:lnTo>
                    <a:pt x="9" y="0"/>
                  </a:lnTo>
                  <a:lnTo>
                    <a:pt x="8" y="0"/>
                  </a:lnTo>
                  <a:lnTo>
                    <a:pt x="5" y="0"/>
                  </a:lnTo>
                  <a:lnTo>
                    <a:pt x="5" y="0"/>
                  </a:lnTo>
                  <a:lnTo>
                    <a:pt x="3" y="0"/>
                  </a:lnTo>
                  <a:lnTo>
                    <a:pt x="0" y="2"/>
                  </a:lnTo>
                  <a:lnTo>
                    <a:pt x="3" y="4"/>
                  </a:lnTo>
                  <a:lnTo>
                    <a:pt x="4" y="4"/>
                  </a:lnTo>
                  <a:lnTo>
                    <a:pt x="5" y="4"/>
                  </a:lnTo>
                  <a:lnTo>
                    <a:pt x="5" y="4"/>
                  </a:lnTo>
                  <a:lnTo>
                    <a:pt x="8" y="4"/>
                  </a:lnTo>
                  <a:lnTo>
                    <a:pt x="9" y="3"/>
                  </a:lnTo>
                  <a:lnTo>
                    <a:pt x="9" y="3"/>
                  </a:lnTo>
                  <a:lnTo>
                    <a:pt x="14" y="3"/>
                  </a:lnTo>
                  <a:lnTo>
                    <a:pt x="14" y="0"/>
                  </a:lnTo>
                  <a:lnTo>
                    <a:pt x="14" y="0"/>
                  </a:lnTo>
                  <a:lnTo>
                    <a:pt x="9" y="0"/>
                  </a:lnTo>
                  <a:lnTo>
                    <a:pt x="9" y="0"/>
                  </a:lnTo>
                </a:path>
              </a:pathLst>
            </a:custGeom>
            <a:solidFill>
              <a:srgbClr val="ffe0e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318" name=""/>
            <p:cNvSpPr/>
            <p:nvPr/>
          </p:nvSpPr>
          <p:spPr>
            <a:xfrm>
              <a:off x="6799320" y="4232160"/>
              <a:ext cx="27000" cy="14400"/>
            </a:xfrm>
            <a:custGeom>
              <a:avLst/>
              <a:gdLst/>
              <a:ahLst/>
              <a:rect l="l" t="t" r="r" b="b"/>
              <a:pathLst>
                <a:path w="17" h="9">
                  <a:moveTo>
                    <a:pt x="16" y="0"/>
                  </a:moveTo>
                  <a:lnTo>
                    <a:pt x="16" y="1"/>
                  </a:lnTo>
                  <a:lnTo>
                    <a:pt x="14" y="4"/>
                  </a:lnTo>
                  <a:lnTo>
                    <a:pt x="11" y="4"/>
                  </a:lnTo>
                  <a:lnTo>
                    <a:pt x="10" y="6"/>
                  </a:lnTo>
                  <a:lnTo>
                    <a:pt x="7" y="7"/>
                  </a:lnTo>
                  <a:lnTo>
                    <a:pt x="6" y="7"/>
                  </a:lnTo>
                  <a:lnTo>
                    <a:pt x="5" y="8"/>
                  </a:lnTo>
                  <a:lnTo>
                    <a:pt x="0" y="8"/>
                  </a:lnTo>
                  <a:lnTo>
                    <a:pt x="5" y="8"/>
                  </a:lnTo>
                  <a:lnTo>
                    <a:pt x="5" y="8"/>
                  </a:lnTo>
                  <a:lnTo>
                    <a:pt x="7" y="8"/>
                  </a:lnTo>
                  <a:lnTo>
                    <a:pt x="9" y="8"/>
                  </a:lnTo>
                  <a:lnTo>
                    <a:pt x="10" y="8"/>
                  </a:lnTo>
                  <a:lnTo>
                    <a:pt x="11" y="7"/>
                  </a:lnTo>
                  <a:lnTo>
                    <a:pt x="16" y="7"/>
                  </a:lnTo>
                  <a:lnTo>
                    <a:pt x="16" y="6"/>
                  </a:lnTo>
                  <a:lnTo>
                    <a:pt x="16" y="4"/>
                  </a:lnTo>
                  <a:lnTo>
                    <a:pt x="16" y="0"/>
                  </a:lnTo>
                  <a:lnTo>
                    <a:pt x="16" y="0"/>
                  </a:lnTo>
                </a:path>
              </a:pathLst>
            </a:custGeom>
            <a:solidFill>
              <a:srgbClr val="ffe0e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319" name=""/>
            <p:cNvSpPr/>
            <p:nvPr/>
          </p:nvSpPr>
          <p:spPr>
            <a:xfrm>
              <a:off x="6799320" y="4245120"/>
              <a:ext cx="9360" cy="1440"/>
            </a:xfrm>
            <a:custGeom>
              <a:avLst/>
              <a:gdLst/>
              <a:ahLst/>
              <a:rect l="l" t="t" r="r" b="b"/>
              <a:pathLst>
                <a:path w="6" h="1">
                  <a:moveTo>
                    <a:pt x="5" y="0"/>
                  </a:moveTo>
                  <a:lnTo>
                    <a:pt x="5" y="0"/>
                  </a:lnTo>
                  <a:lnTo>
                    <a:pt x="5" y="0"/>
                  </a:lnTo>
                  <a:lnTo>
                    <a:pt x="5" y="0"/>
                  </a:lnTo>
                  <a:lnTo>
                    <a:pt x="5" y="0"/>
                  </a:lnTo>
                  <a:lnTo>
                    <a:pt x="5" y="0"/>
                  </a:lnTo>
                  <a:lnTo>
                    <a:pt x="5" y="0"/>
                  </a:lnTo>
                  <a:lnTo>
                    <a:pt x="0" y="0"/>
                  </a:lnTo>
                  <a:lnTo>
                    <a:pt x="0" y="0"/>
                  </a:lnTo>
                  <a:lnTo>
                    <a:pt x="5" y="0"/>
                  </a:lnTo>
                  <a:lnTo>
                    <a:pt x="5" y="0"/>
                  </a:lnTo>
                </a:path>
              </a:pathLst>
            </a:custGeom>
            <a:solidFill>
              <a:srgbClr val="ffe0e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320" name=""/>
            <p:cNvSpPr/>
            <p:nvPr/>
          </p:nvSpPr>
          <p:spPr>
            <a:xfrm>
              <a:off x="6686640" y="4210200"/>
              <a:ext cx="3240" cy="2880"/>
            </a:xfrm>
            <a:custGeom>
              <a:avLst/>
              <a:gdLst/>
              <a:ahLst/>
              <a:rect l="l" t="t" r="r" b="b"/>
              <a:pathLst>
                <a:path w="2" h="2">
                  <a:moveTo>
                    <a:pt x="1" y="0"/>
                  </a:moveTo>
                  <a:lnTo>
                    <a:pt x="1" y="0"/>
                  </a:lnTo>
                  <a:lnTo>
                    <a:pt x="1" y="0"/>
                  </a:lnTo>
                  <a:lnTo>
                    <a:pt x="0" y="0"/>
                  </a:lnTo>
                  <a:lnTo>
                    <a:pt x="0" y="0"/>
                  </a:lnTo>
                  <a:lnTo>
                    <a:pt x="0" y="0"/>
                  </a:lnTo>
                  <a:lnTo>
                    <a:pt x="0" y="1"/>
                  </a:lnTo>
                  <a:lnTo>
                    <a:pt x="0" y="1"/>
                  </a:lnTo>
                  <a:lnTo>
                    <a:pt x="0" y="1"/>
                  </a:lnTo>
                  <a:lnTo>
                    <a:pt x="1" y="0"/>
                  </a:lnTo>
                  <a:lnTo>
                    <a:pt x="1" y="0"/>
                  </a:lnTo>
                </a:path>
              </a:pathLst>
            </a:custGeom>
            <a:solidFill>
              <a:srgbClr val="626200"/>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321" name=""/>
            <p:cNvSpPr/>
            <p:nvPr/>
          </p:nvSpPr>
          <p:spPr>
            <a:xfrm>
              <a:off x="6686640" y="4210200"/>
              <a:ext cx="28440" cy="14040"/>
            </a:xfrm>
            <a:custGeom>
              <a:avLst/>
              <a:gdLst/>
              <a:ahLst/>
              <a:rect l="l" t="t" r="r" b="b"/>
              <a:pathLst>
                <a:path w="18" h="9">
                  <a:moveTo>
                    <a:pt x="17" y="3"/>
                  </a:moveTo>
                  <a:lnTo>
                    <a:pt x="17" y="3"/>
                  </a:lnTo>
                  <a:lnTo>
                    <a:pt x="13" y="3"/>
                  </a:lnTo>
                  <a:lnTo>
                    <a:pt x="10" y="3"/>
                  </a:lnTo>
                  <a:lnTo>
                    <a:pt x="10" y="3"/>
                  </a:lnTo>
                  <a:lnTo>
                    <a:pt x="9" y="3"/>
                  </a:lnTo>
                  <a:lnTo>
                    <a:pt x="8" y="3"/>
                  </a:lnTo>
                  <a:lnTo>
                    <a:pt x="6" y="3"/>
                  </a:lnTo>
                  <a:lnTo>
                    <a:pt x="5" y="3"/>
                  </a:lnTo>
                  <a:lnTo>
                    <a:pt x="1" y="0"/>
                  </a:lnTo>
                  <a:lnTo>
                    <a:pt x="0" y="1"/>
                  </a:lnTo>
                  <a:lnTo>
                    <a:pt x="1" y="3"/>
                  </a:lnTo>
                  <a:lnTo>
                    <a:pt x="5" y="8"/>
                  </a:lnTo>
                  <a:lnTo>
                    <a:pt x="6" y="8"/>
                  </a:lnTo>
                  <a:lnTo>
                    <a:pt x="9" y="8"/>
                  </a:lnTo>
                  <a:lnTo>
                    <a:pt x="10" y="8"/>
                  </a:lnTo>
                  <a:lnTo>
                    <a:pt x="13" y="8"/>
                  </a:lnTo>
                  <a:lnTo>
                    <a:pt x="15" y="8"/>
                  </a:lnTo>
                  <a:lnTo>
                    <a:pt x="17" y="6"/>
                  </a:lnTo>
                  <a:lnTo>
                    <a:pt x="17" y="6"/>
                  </a:lnTo>
                  <a:lnTo>
                    <a:pt x="17" y="3"/>
                  </a:lnTo>
                  <a:lnTo>
                    <a:pt x="17" y="3"/>
                  </a:lnTo>
                </a:path>
              </a:pathLst>
            </a:custGeom>
            <a:solidFill>
              <a:srgbClr val="626200"/>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322" name=""/>
            <p:cNvSpPr/>
            <p:nvPr/>
          </p:nvSpPr>
          <p:spPr>
            <a:xfrm>
              <a:off x="6713640" y="4199040"/>
              <a:ext cx="14040" cy="21960"/>
            </a:xfrm>
            <a:custGeom>
              <a:avLst/>
              <a:gdLst/>
              <a:ahLst/>
              <a:rect l="l" t="t" r="r" b="b"/>
              <a:pathLst>
                <a:path w="9" h="14">
                  <a:moveTo>
                    <a:pt x="4" y="0"/>
                  </a:moveTo>
                  <a:lnTo>
                    <a:pt x="4" y="2"/>
                  </a:lnTo>
                  <a:lnTo>
                    <a:pt x="3" y="7"/>
                  </a:lnTo>
                  <a:lnTo>
                    <a:pt x="1" y="7"/>
                  </a:lnTo>
                  <a:lnTo>
                    <a:pt x="1" y="8"/>
                  </a:lnTo>
                  <a:lnTo>
                    <a:pt x="1" y="10"/>
                  </a:lnTo>
                  <a:lnTo>
                    <a:pt x="0" y="10"/>
                  </a:lnTo>
                  <a:lnTo>
                    <a:pt x="0" y="10"/>
                  </a:lnTo>
                  <a:lnTo>
                    <a:pt x="0" y="10"/>
                  </a:lnTo>
                  <a:lnTo>
                    <a:pt x="0" y="13"/>
                  </a:lnTo>
                  <a:lnTo>
                    <a:pt x="1" y="13"/>
                  </a:lnTo>
                  <a:lnTo>
                    <a:pt x="1" y="10"/>
                  </a:lnTo>
                  <a:lnTo>
                    <a:pt x="1" y="10"/>
                  </a:lnTo>
                  <a:lnTo>
                    <a:pt x="3" y="10"/>
                  </a:lnTo>
                  <a:lnTo>
                    <a:pt x="4" y="8"/>
                  </a:lnTo>
                  <a:lnTo>
                    <a:pt x="4" y="7"/>
                  </a:lnTo>
                  <a:lnTo>
                    <a:pt x="7" y="7"/>
                  </a:lnTo>
                  <a:lnTo>
                    <a:pt x="8" y="4"/>
                  </a:lnTo>
                  <a:lnTo>
                    <a:pt x="4" y="0"/>
                  </a:lnTo>
                  <a:lnTo>
                    <a:pt x="4" y="0"/>
                  </a:lnTo>
                </a:path>
              </a:pathLst>
            </a:custGeom>
            <a:solidFill>
              <a:srgbClr val="626200"/>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3323" name=""/>
            <p:cNvSpPr/>
            <p:nvPr/>
          </p:nvSpPr>
          <p:spPr>
            <a:xfrm>
              <a:off x="6713640" y="4214880"/>
              <a:ext cx="1440" cy="6120"/>
            </a:xfrm>
            <a:custGeom>
              <a:avLst/>
              <a:gdLst/>
              <a:ahLst/>
              <a:rect l="l" t="t" r="r" b="b"/>
              <a:pathLst>
                <a:path w="1" h="4">
                  <a:moveTo>
                    <a:pt x="0" y="3"/>
                  </a:moveTo>
                  <a:lnTo>
                    <a:pt x="0" y="2"/>
                  </a:lnTo>
                  <a:lnTo>
                    <a:pt x="0" y="0"/>
                  </a:lnTo>
                  <a:lnTo>
                    <a:pt x="0" y="0"/>
                  </a:lnTo>
                  <a:lnTo>
                    <a:pt x="0" y="0"/>
                  </a:lnTo>
                  <a:lnTo>
                    <a:pt x="0" y="0"/>
                  </a:lnTo>
                  <a:lnTo>
                    <a:pt x="0" y="0"/>
                  </a:lnTo>
                  <a:lnTo>
                    <a:pt x="0" y="0"/>
                  </a:lnTo>
                  <a:lnTo>
                    <a:pt x="0" y="0"/>
                  </a:lnTo>
                  <a:lnTo>
                    <a:pt x="0" y="3"/>
                  </a:lnTo>
                  <a:lnTo>
                    <a:pt x="0" y="3"/>
                  </a:lnTo>
                </a:path>
              </a:pathLst>
            </a:custGeom>
            <a:solidFill>
              <a:srgbClr val="626200"/>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324" name=""/>
            <p:cNvSpPr/>
            <p:nvPr/>
          </p:nvSpPr>
          <p:spPr>
            <a:xfrm>
              <a:off x="6686640" y="4205160"/>
              <a:ext cx="3240" cy="6480"/>
            </a:xfrm>
            <a:custGeom>
              <a:avLst/>
              <a:gdLst/>
              <a:ahLst/>
              <a:rect l="l" t="t" r="r" b="b"/>
              <a:pathLst>
                <a:path w="2" h="4">
                  <a:moveTo>
                    <a:pt x="1" y="3"/>
                  </a:moveTo>
                  <a:lnTo>
                    <a:pt x="1" y="0"/>
                  </a:lnTo>
                  <a:lnTo>
                    <a:pt x="1" y="0"/>
                  </a:lnTo>
                  <a:lnTo>
                    <a:pt x="0" y="0"/>
                  </a:lnTo>
                  <a:lnTo>
                    <a:pt x="0" y="0"/>
                  </a:lnTo>
                  <a:lnTo>
                    <a:pt x="0" y="3"/>
                  </a:lnTo>
                  <a:lnTo>
                    <a:pt x="0" y="3"/>
                  </a:lnTo>
                  <a:lnTo>
                    <a:pt x="0" y="3"/>
                  </a:lnTo>
                  <a:lnTo>
                    <a:pt x="0" y="3"/>
                  </a:lnTo>
                  <a:lnTo>
                    <a:pt x="1" y="3"/>
                  </a:lnTo>
                  <a:lnTo>
                    <a:pt x="1" y="3"/>
                  </a:lnTo>
                </a:path>
              </a:pathLst>
            </a:custGeom>
            <a:solidFill>
              <a:srgbClr val="82c168"/>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325" name=""/>
            <p:cNvSpPr/>
            <p:nvPr/>
          </p:nvSpPr>
          <p:spPr>
            <a:xfrm>
              <a:off x="6686640" y="4210200"/>
              <a:ext cx="25200" cy="10800"/>
            </a:xfrm>
            <a:custGeom>
              <a:avLst/>
              <a:gdLst/>
              <a:ahLst/>
              <a:rect l="l" t="t" r="r" b="b"/>
              <a:pathLst>
                <a:path w="16" h="7">
                  <a:moveTo>
                    <a:pt x="15" y="2"/>
                  </a:moveTo>
                  <a:lnTo>
                    <a:pt x="15" y="2"/>
                  </a:lnTo>
                  <a:lnTo>
                    <a:pt x="13" y="2"/>
                  </a:lnTo>
                  <a:lnTo>
                    <a:pt x="10" y="3"/>
                  </a:lnTo>
                  <a:lnTo>
                    <a:pt x="10" y="3"/>
                  </a:lnTo>
                  <a:lnTo>
                    <a:pt x="9" y="3"/>
                  </a:lnTo>
                  <a:lnTo>
                    <a:pt x="6" y="3"/>
                  </a:lnTo>
                  <a:lnTo>
                    <a:pt x="6" y="3"/>
                  </a:lnTo>
                  <a:lnTo>
                    <a:pt x="5" y="1"/>
                  </a:lnTo>
                  <a:lnTo>
                    <a:pt x="1" y="0"/>
                  </a:lnTo>
                  <a:lnTo>
                    <a:pt x="0" y="0"/>
                  </a:lnTo>
                  <a:lnTo>
                    <a:pt x="1" y="3"/>
                  </a:lnTo>
                  <a:lnTo>
                    <a:pt x="5" y="3"/>
                  </a:lnTo>
                  <a:lnTo>
                    <a:pt x="6" y="5"/>
                  </a:lnTo>
                  <a:lnTo>
                    <a:pt x="9" y="6"/>
                  </a:lnTo>
                  <a:lnTo>
                    <a:pt x="10" y="5"/>
                  </a:lnTo>
                  <a:lnTo>
                    <a:pt x="10" y="3"/>
                  </a:lnTo>
                  <a:lnTo>
                    <a:pt x="13" y="3"/>
                  </a:lnTo>
                  <a:lnTo>
                    <a:pt x="15" y="3"/>
                  </a:lnTo>
                  <a:lnTo>
                    <a:pt x="15" y="3"/>
                  </a:lnTo>
                  <a:lnTo>
                    <a:pt x="15" y="2"/>
                  </a:lnTo>
                  <a:lnTo>
                    <a:pt x="15" y="2"/>
                  </a:lnTo>
                </a:path>
              </a:pathLst>
            </a:custGeom>
            <a:solidFill>
              <a:srgbClr val="82c168"/>
            </a:solidFill>
            <a:ln w="0">
              <a:noFill/>
            </a:ln>
          </p:spPr>
          <p:style>
            <a:lnRef idx="0"/>
            <a:fillRef idx="0"/>
            <a:effectRef idx="0"/>
            <a:fontRef idx="minor"/>
          </p:style>
          <p:txBody>
            <a:bodyPr lIns="90000" rIns="90000" tIns="-36000" bIns="-36000" anchor="t">
              <a:noAutofit/>
            </a:bodyPr>
            <a:p>
              <a:endParaRPr b="0" lang="en-IN" sz="2400" strike="noStrike" u="none">
                <a:solidFill>
                  <a:srgbClr val="ffffff"/>
                </a:solidFill>
                <a:effectLst/>
                <a:uFillTx/>
                <a:latin typeface="Times New Roman"/>
              </a:endParaRPr>
            </a:p>
          </p:txBody>
        </p:sp>
        <p:sp>
          <p:nvSpPr>
            <p:cNvPr id="3326" name=""/>
            <p:cNvSpPr/>
            <p:nvPr/>
          </p:nvSpPr>
          <p:spPr>
            <a:xfrm>
              <a:off x="6710400" y="4199040"/>
              <a:ext cx="15840" cy="17280"/>
            </a:xfrm>
            <a:custGeom>
              <a:avLst/>
              <a:gdLst/>
              <a:ahLst/>
              <a:rect l="l" t="t" r="r" b="b"/>
              <a:pathLst>
                <a:path w="10" h="11">
                  <a:moveTo>
                    <a:pt x="6" y="0"/>
                  </a:moveTo>
                  <a:lnTo>
                    <a:pt x="5" y="1"/>
                  </a:lnTo>
                  <a:lnTo>
                    <a:pt x="3" y="4"/>
                  </a:lnTo>
                  <a:lnTo>
                    <a:pt x="3" y="7"/>
                  </a:lnTo>
                  <a:lnTo>
                    <a:pt x="3" y="7"/>
                  </a:lnTo>
                  <a:lnTo>
                    <a:pt x="2" y="8"/>
                  </a:lnTo>
                  <a:lnTo>
                    <a:pt x="2" y="8"/>
                  </a:lnTo>
                  <a:lnTo>
                    <a:pt x="2" y="9"/>
                  </a:lnTo>
                  <a:lnTo>
                    <a:pt x="0" y="9"/>
                  </a:lnTo>
                  <a:lnTo>
                    <a:pt x="0" y="10"/>
                  </a:lnTo>
                  <a:lnTo>
                    <a:pt x="2" y="10"/>
                  </a:lnTo>
                  <a:lnTo>
                    <a:pt x="2" y="10"/>
                  </a:lnTo>
                  <a:lnTo>
                    <a:pt x="3" y="10"/>
                  </a:lnTo>
                  <a:lnTo>
                    <a:pt x="3" y="8"/>
                  </a:lnTo>
                  <a:lnTo>
                    <a:pt x="5" y="8"/>
                  </a:lnTo>
                  <a:lnTo>
                    <a:pt x="6" y="7"/>
                  </a:lnTo>
                  <a:lnTo>
                    <a:pt x="6" y="4"/>
                  </a:lnTo>
                  <a:lnTo>
                    <a:pt x="9" y="2"/>
                  </a:lnTo>
                  <a:lnTo>
                    <a:pt x="6" y="0"/>
                  </a:lnTo>
                  <a:lnTo>
                    <a:pt x="6" y="0"/>
                  </a:lnTo>
                </a:path>
              </a:pathLst>
            </a:custGeom>
            <a:solidFill>
              <a:srgbClr val="82c168"/>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3327" name=""/>
            <p:cNvSpPr/>
            <p:nvPr/>
          </p:nvSpPr>
          <p:spPr>
            <a:xfrm>
              <a:off x="6707160" y="4213080"/>
              <a:ext cx="7920" cy="3240"/>
            </a:xfrm>
            <a:custGeom>
              <a:avLst/>
              <a:gdLst/>
              <a:ahLst/>
              <a:rect l="l" t="t" r="r" b="b"/>
              <a:pathLst>
                <a:path w="5" h="2">
                  <a:moveTo>
                    <a:pt x="4" y="1"/>
                  </a:moveTo>
                  <a:lnTo>
                    <a:pt x="4" y="1"/>
                  </a:lnTo>
                  <a:lnTo>
                    <a:pt x="4" y="1"/>
                  </a:lnTo>
                  <a:lnTo>
                    <a:pt x="4" y="1"/>
                  </a:lnTo>
                  <a:lnTo>
                    <a:pt x="4" y="1"/>
                  </a:lnTo>
                  <a:lnTo>
                    <a:pt x="4" y="0"/>
                  </a:lnTo>
                  <a:lnTo>
                    <a:pt x="2" y="0"/>
                  </a:lnTo>
                  <a:lnTo>
                    <a:pt x="0" y="0"/>
                  </a:lnTo>
                  <a:lnTo>
                    <a:pt x="0" y="1"/>
                  </a:lnTo>
                  <a:lnTo>
                    <a:pt x="4" y="1"/>
                  </a:lnTo>
                  <a:lnTo>
                    <a:pt x="4" y="1"/>
                  </a:lnTo>
                </a:path>
              </a:pathLst>
            </a:custGeom>
            <a:solidFill>
              <a:srgbClr val="82c168"/>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28" name=""/>
            <p:cNvSpPr/>
            <p:nvPr/>
          </p:nvSpPr>
          <p:spPr>
            <a:xfrm>
              <a:off x="6686640" y="4199040"/>
              <a:ext cx="3240" cy="7920"/>
            </a:xfrm>
            <a:custGeom>
              <a:avLst/>
              <a:gdLst/>
              <a:ahLst/>
              <a:rect l="l" t="t" r="r" b="b"/>
              <a:pathLst>
                <a:path w="2" h="5">
                  <a:moveTo>
                    <a:pt x="1" y="1"/>
                  </a:moveTo>
                  <a:lnTo>
                    <a:pt x="1" y="0"/>
                  </a:lnTo>
                  <a:lnTo>
                    <a:pt x="0" y="0"/>
                  </a:lnTo>
                  <a:lnTo>
                    <a:pt x="0" y="0"/>
                  </a:lnTo>
                  <a:lnTo>
                    <a:pt x="0" y="0"/>
                  </a:lnTo>
                  <a:lnTo>
                    <a:pt x="0" y="1"/>
                  </a:lnTo>
                  <a:lnTo>
                    <a:pt x="0" y="2"/>
                  </a:lnTo>
                  <a:lnTo>
                    <a:pt x="0" y="4"/>
                  </a:lnTo>
                  <a:lnTo>
                    <a:pt x="0" y="4"/>
                  </a:lnTo>
                  <a:lnTo>
                    <a:pt x="1" y="1"/>
                  </a:lnTo>
                  <a:lnTo>
                    <a:pt x="1" y="1"/>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329" name=""/>
            <p:cNvSpPr/>
            <p:nvPr/>
          </p:nvSpPr>
          <p:spPr>
            <a:xfrm>
              <a:off x="6686640" y="4200480"/>
              <a:ext cx="21960" cy="15840"/>
            </a:xfrm>
            <a:custGeom>
              <a:avLst/>
              <a:gdLst/>
              <a:ahLst/>
              <a:rect l="l" t="t" r="r" b="b"/>
              <a:pathLst>
                <a:path w="14" h="10">
                  <a:moveTo>
                    <a:pt x="13" y="6"/>
                  </a:moveTo>
                  <a:lnTo>
                    <a:pt x="13" y="6"/>
                  </a:lnTo>
                  <a:lnTo>
                    <a:pt x="10" y="7"/>
                  </a:lnTo>
                  <a:lnTo>
                    <a:pt x="10" y="7"/>
                  </a:lnTo>
                  <a:lnTo>
                    <a:pt x="9" y="7"/>
                  </a:lnTo>
                  <a:lnTo>
                    <a:pt x="9" y="7"/>
                  </a:lnTo>
                  <a:lnTo>
                    <a:pt x="6" y="7"/>
                  </a:lnTo>
                  <a:lnTo>
                    <a:pt x="5" y="7"/>
                  </a:lnTo>
                  <a:lnTo>
                    <a:pt x="4" y="6"/>
                  </a:lnTo>
                  <a:lnTo>
                    <a:pt x="1" y="0"/>
                  </a:lnTo>
                  <a:lnTo>
                    <a:pt x="0" y="3"/>
                  </a:lnTo>
                  <a:lnTo>
                    <a:pt x="1" y="7"/>
                  </a:lnTo>
                  <a:lnTo>
                    <a:pt x="5" y="9"/>
                  </a:lnTo>
                  <a:lnTo>
                    <a:pt x="6" y="9"/>
                  </a:lnTo>
                  <a:lnTo>
                    <a:pt x="9" y="9"/>
                  </a:lnTo>
                  <a:lnTo>
                    <a:pt x="9" y="9"/>
                  </a:lnTo>
                  <a:lnTo>
                    <a:pt x="10" y="9"/>
                  </a:lnTo>
                  <a:lnTo>
                    <a:pt x="10" y="9"/>
                  </a:lnTo>
                  <a:lnTo>
                    <a:pt x="13" y="9"/>
                  </a:lnTo>
                  <a:lnTo>
                    <a:pt x="13" y="9"/>
                  </a:lnTo>
                  <a:lnTo>
                    <a:pt x="13" y="6"/>
                  </a:lnTo>
                  <a:lnTo>
                    <a:pt x="13" y="6"/>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330" name=""/>
            <p:cNvSpPr/>
            <p:nvPr/>
          </p:nvSpPr>
          <p:spPr>
            <a:xfrm>
              <a:off x="6707160" y="4197240"/>
              <a:ext cx="14400" cy="19080"/>
            </a:xfrm>
            <a:custGeom>
              <a:avLst/>
              <a:gdLst/>
              <a:ahLst/>
              <a:rect l="l" t="t" r="r" b="b"/>
              <a:pathLst>
                <a:path w="9" h="12">
                  <a:moveTo>
                    <a:pt x="7" y="0"/>
                  </a:moveTo>
                  <a:lnTo>
                    <a:pt x="5" y="1"/>
                  </a:lnTo>
                  <a:lnTo>
                    <a:pt x="5" y="2"/>
                  </a:lnTo>
                  <a:lnTo>
                    <a:pt x="5" y="5"/>
                  </a:lnTo>
                  <a:lnTo>
                    <a:pt x="4" y="5"/>
                  </a:lnTo>
                  <a:lnTo>
                    <a:pt x="4" y="8"/>
                  </a:lnTo>
                  <a:lnTo>
                    <a:pt x="2" y="8"/>
                  </a:lnTo>
                  <a:lnTo>
                    <a:pt x="0" y="8"/>
                  </a:lnTo>
                  <a:lnTo>
                    <a:pt x="0" y="8"/>
                  </a:lnTo>
                  <a:lnTo>
                    <a:pt x="0" y="11"/>
                  </a:lnTo>
                  <a:lnTo>
                    <a:pt x="4" y="11"/>
                  </a:lnTo>
                  <a:lnTo>
                    <a:pt x="4" y="10"/>
                  </a:lnTo>
                  <a:lnTo>
                    <a:pt x="4" y="9"/>
                  </a:lnTo>
                  <a:lnTo>
                    <a:pt x="5" y="8"/>
                  </a:lnTo>
                  <a:lnTo>
                    <a:pt x="5" y="8"/>
                  </a:lnTo>
                  <a:lnTo>
                    <a:pt x="7" y="5"/>
                  </a:lnTo>
                  <a:lnTo>
                    <a:pt x="8" y="3"/>
                  </a:lnTo>
                  <a:lnTo>
                    <a:pt x="8" y="2"/>
                  </a:lnTo>
                  <a:lnTo>
                    <a:pt x="7" y="0"/>
                  </a:lnTo>
                  <a:lnTo>
                    <a:pt x="7"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331" name=""/>
            <p:cNvSpPr/>
            <p:nvPr/>
          </p:nvSpPr>
          <p:spPr>
            <a:xfrm>
              <a:off x="6702480" y="4210200"/>
              <a:ext cx="12600" cy="4680"/>
            </a:xfrm>
            <a:custGeom>
              <a:avLst/>
              <a:gdLst/>
              <a:ahLst/>
              <a:rect l="l" t="t" r="r" b="b"/>
              <a:pathLst>
                <a:path w="8" h="3">
                  <a:moveTo>
                    <a:pt x="5" y="2"/>
                  </a:moveTo>
                  <a:lnTo>
                    <a:pt x="7" y="2"/>
                  </a:lnTo>
                  <a:lnTo>
                    <a:pt x="7" y="1"/>
                  </a:lnTo>
                  <a:lnTo>
                    <a:pt x="5" y="1"/>
                  </a:lnTo>
                  <a:lnTo>
                    <a:pt x="3" y="1"/>
                  </a:lnTo>
                  <a:lnTo>
                    <a:pt x="3" y="0"/>
                  </a:lnTo>
                  <a:lnTo>
                    <a:pt x="3" y="0"/>
                  </a:lnTo>
                  <a:lnTo>
                    <a:pt x="2" y="0"/>
                  </a:lnTo>
                  <a:lnTo>
                    <a:pt x="0" y="1"/>
                  </a:lnTo>
                  <a:lnTo>
                    <a:pt x="5" y="2"/>
                  </a:lnTo>
                  <a:lnTo>
                    <a:pt x="5"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332" name=""/>
            <p:cNvSpPr/>
            <p:nvPr/>
          </p:nvSpPr>
          <p:spPr>
            <a:xfrm>
              <a:off x="6684840" y="4197240"/>
              <a:ext cx="5040" cy="3240"/>
            </a:xfrm>
            <a:custGeom>
              <a:avLst/>
              <a:gdLst/>
              <a:ahLst/>
              <a:rect l="l" t="t" r="r" b="b"/>
              <a:pathLst>
                <a:path w="3" h="2">
                  <a:moveTo>
                    <a:pt x="2" y="0"/>
                  </a:moveTo>
                  <a:lnTo>
                    <a:pt x="1" y="0"/>
                  </a:lnTo>
                  <a:lnTo>
                    <a:pt x="1" y="0"/>
                  </a:lnTo>
                  <a:lnTo>
                    <a:pt x="1" y="0"/>
                  </a:lnTo>
                  <a:lnTo>
                    <a:pt x="1" y="0"/>
                  </a:lnTo>
                  <a:lnTo>
                    <a:pt x="1" y="0"/>
                  </a:lnTo>
                  <a:lnTo>
                    <a:pt x="0" y="0"/>
                  </a:lnTo>
                  <a:lnTo>
                    <a:pt x="0" y="1"/>
                  </a:lnTo>
                  <a:lnTo>
                    <a:pt x="1" y="1"/>
                  </a:lnTo>
                  <a:lnTo>
                    <a:pt x="2" y="0"/>
                  </a:lnTo>
                  <a:lnTo>
                    <a:pt x="2" y="0"/>
                  </a:lnTo>
                </a:path>
              </a:pathLst>
            </a:custGeom>
            <a:solidFill>
              <a:srgbClr val="c0c27c"/>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33" name=""/>
            <p:cNvSpPr/>
            <p:nvPr/>
          </p:nvSpPr>
          <p:spPr>
            <a:xfrm>
              <a:off x="6686640" y="4197240"/>
              <a:ext cx="17280" cy="17640"/>
            </a:xfrm>
            <a:custGeom>
              <a:avLst/>
              <a:gdLst/>
              <a:ahLst/>
              <a:rect l="l" t="t" r="r" b="b"/>
              <a:pathLst>
                <a:path w="11" h="11">
                  <a:moveTo>
                    <a:pt x="10" y="5"/>
                  </a:moveTo>
                  <a:lnTo>
                    <a:pt x="10" y="5"/>
                  </a:lnTo>
                  <a:lnTo>
                    <a:pt x="10" y="8"/>
                  </a:lnTo>
                  <a:lnTo>
                    <a:pt x="9" y="8"/>
                  </a:lnTo>
                  <a:lnTo>
                    <a:pt x="9" y="8"/>
                  </a:lnTo>
                  <a:lnTo>
                    <a:pt x="8" y="8"/>
                  </a:lnTo>
                  <a:lnTo>
                    <a:pt x="6" y="8"/>
                  </a:lnTo>
                  <a:lnTo>
                    <a:pt x="5" y="8"/>
                  </a:lnTo>
                  <a:lnTo>
                    <a:pt x="3" y="3"/>
                  </a:lnTo>
                  <a:lnTo>
                    <a:pt x="1" y="0"/>
                  </a:lnTo>
                  <a:lnTo>
                    <a:pt x="0" y="1"/>
                  </a:lnTo>
                  <a:lnTo>
                    <a:pt x="1" y="8"/>
                  </a:lnTo>
                  <a:lnTo>
                    <a:pt x="5" y="9"/>
                  </a:lnTo>
                  <a:lnTo>
                    <a:pt x="6" y="10"/>
                  </a:lnTo>
                  <a:lnTo>
                    <a:pt x="8" y="10"/>
                  </a:lnTo>
                  <a:lnTo>
                    <a:pt x="9" y="10"/>
                  </a:lnTo>
                  <a:lnTo>
                    <a:pt x="10" y="9"/>
                  </a:lnTo>
                  <a:lnTo>
                    <a:pt x="10" y="9"/>
                  </a:lnTo>
                  <a:lnTo>
                    <a:pt x="10" y="9"/>
                  </a:lnTo>
                  <a:lnTo>
                    <a:pt x="10" y="9"/>
                  </a:lnTo>
                  <a:lnTo>
                    <a:pt x="10" y="5"/>
                  </a:lnTo>
                  <a:lnTo>
                    <a:pt x="10" y="5"/>
                  </a:lnTo>
                </a:path>
              </a:pathLst>
            </a:custGeom>
            <a:solidFill>
              <a:srgbClr val="c0c27c"/>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3334" name=""/>
            <p:cNvSpPr/>
            <p:nvPr/>
          </p:nvSpPr>
          <p:spPr>
            <a:xfrm>
              <a:off x="6702480" y="4197240"/>
              <a:ext cx="19080" cy="15840"/>
            </a:xfrm>
            <a:custGeom>
              <a:avLst/>
              <a:gdLst/>
              <a:ahLst/>
              <a:rect l="l" t="t" r="r" b="b"/>
              <a:pathLst>
                <a:path w="12" h="10">
                  <a:moveTo>
                    <a:pt x="8" y="0"/>
                  </a:moveTo>
                  <a:lnTo>
                    <a:pt x="8" y="0"/>
                  </a:lnTo>
                  <a:lnTo>
                    <a:pt x="8" y="1"/>
                  </a:lnTo>
                  <a:lnTo>
                    <a:pt x="7" y="1"/>
                  </a:lnTo>
                  <a:lnTo>
                    <a:pt x="7" y="2"/>
                  </a:lnTo>
                  <a:lnTo>
                    <a:pt x="7" y="3"/>
                  </a:lnTo>
                  <a:lnTo>
                    <a:pt x="3" y="5"/>
                  </a:lnTo>
                  <a:lnTo>
                    <a:pt x="2" y="5"/>
                  </a:lnTo>
                  <a:lnTo>
                    <a:pt x="0" y="5"/>
                  </a:lnTo>
                  <a:lnTo>
                    <a:pt x="0" y="9"/>
                  </a:lnTo>
                  <a:lnTo>
                    <a:pt x="3" y="9"/>
                  </a:lnTo>
                  <a:lnTo>
                    <a:pt x="5" y="8"/>
                  </a:lnTo>
                  <a:lnTo>
                    <a:pt x="7" y="8"/>
                  </a:lnTo>
                  <a:lnTo>
                    <a:pt x="7" y="8"/>
                  </a:lnTo>
                  <a:lnTo>
                    <a:pt x="8" y="5"/>
                  </a:lnTo>
                  <a:lnTo>
                    <a:pt x="8" y="5"/>
                  </a:lnTo>
                  <a:lnTo>
                    <a:pt x="10" y="2"/>
                  </a:lnTo>
                  <a:lnTo>
                    <a:pt x="11" y="1"/>
                  </a:lnTo>
                  <a:lnTo>
                    <a:pt x="8" y="0"/>
                  </a:lnTo>
                  <a:lnTo>
                    <a:pt x="8" y="0"/>
                  </a:lnTo>
                </a:path>
              </a:pathLst>
            </a:custGeom>
            <a:solidFill>
              <a:srgbClr val="c0c27c"/>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335" name=""/>
            <p:cNvSpPr/>
            <p:nvPr/>
          </p:nvSpPr>
          <p:spPr>
            <a:xfrm>
              <a:off x="6702480" y="4205160"/>
              <a:ext cx="6120" cy="6480"/>
            </a:xfrm>
            <a:custGeom>
              <a:avLst/>
              <a:gdLst/>
              <a:ahLst/>
              <a:rect l="l" t="t" r="r" b="b"/>
              <a:pathLst>
                <a:path w="4" h="4">
                  <a:moveTo>
                    <a:pt x="3" y="3"/>
                  </a:moveTo>
                  <a:lnTo>
                    <a:pt x="3" y="3"/>
                  </a:lnTo>
                  <a:lnTo>
                    <a:pt x="3" y="3"/>
                  </a:lnTo>
                  <a:lnTo>
                    <a:pt x="3" y="3"/>
                  </a:lnTo>
                  <a:lnTo>
                    <a:pt x="3" y="3"/>
                  </a:lnTo>
                  <a:lnTo>
                    <a:pt x="2" y="0"/>
                  </a:lnTo>
                  <a:lnTo>
                    <a:pt x="0" y="0"/>
                  </a:lnTo>
                  <a:lnTo>
                    <a:pt x="0" y="0"/>
                  </a:lnTo>
                  <a:lnTo>
                    <a:pt x="0" y="3"/>
                  </a:lnTo>
                  <a:lnTo>
                    <a:pt x="3" y="3"/>
                  </a:lnTo>
                  <a:lnTo>
                    <a:pt x="3" y="3"/>
                  </a:lnTo>
                </a:path>
              </a:pathLst>
            </a:custGeom>
            <a:solidFill>
              <a:srgbClr val="c0c27c"/>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336" name=""/>
            <p:cNvSpPr/>
            <p:nvPr/>
          </p:nvSpPr>
          <p:spPr>
            <a:xfrm>
              <a:off x="6684840" y="4195800"/>
              <a:ext cx="3240" cy="3240"/>
            </a:xfrm>
            <a:custGeom>
              <a:avLst/>
              <a:gdLst/>
              <a:ahLst/>
              <a:rect l="l" t="t" r="r" b="b"/>
              <a:pathLst>
                <a:path w="2" h="2">
                  <a:moveTo>
                    <a:pt x="1" y="0"/>
                  </a:moveTo>
                  <a:lnTo>
                    <a:pt x="1" y="0"/>
                  </a:lnTo>
                  <a:lnTo>
                    <a:pt x="1" y="0"/>
                  </a:lnTo>
                  <a:lnTo>
                    <a:pt x="1" y="0"/>
                  </a:lnTo>
                  <a:lnTo>
                    <a:pt x="0" y="0"/>
                  </a:lnTo>
                  <a:lnTo>
                    <a:pt x="0" y="0"/>
                  </a:lnTo>
                  <a:lnTo>
                    <a:pt x="0" y="0"/>
                  </a:lnTo>
                  <a:lnTo>
                    <a:pt x="0" y="1"/>
                  </a:lnTo>
                  <a:lnTo>
                    <a:pt x="0" y="1"/>
                  </a:lnTo>
                  <a:lnTo>
                    <a:pt x="1" y="0"/>
                  </a:lnTo>
                  <a:lnTo>
                    <a:pt x="1"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37" name=""/>
            <p:cNvSpPr/>
            <p:nvPr/>
          </p:nvSpPr>
          <p:spPr>
            <a:xfrm>
              <a:off x="6684840" y="4195800"/>
              <a:ext cx="19080" cy="15840"/>
            </a:xfrm>
            <a:custGeom>
              <a:avLst/>
              <a:gdLst/>
              <a:ahLst/>
              <a:rect l="l" t="t" r="r" b="b"/>
              <a:pathLst>
                <a:path w="12" h="10">
                  <a:moveTo>
                    <a:pt x="11" y="2"/>
                  </a:moveTo>
                  <a:lnTo>
                    <a:pt x="11" y="2"/>
                  </a:lnTo>
                  <a:lnTo>
                    <a:pt x="10" y="3"/>
                  </a:lnTo>
                  <a:lnTo>
                    <a:pt x="10" y="4"/>
                  </a:lnTo>
                  <a:lnTo>
                    <a:pt x="10" y="4"/>
                  </a:lnTo>
                  <a:lnTo>
                    <a:pt x="7" y="4"/>
                  </a:lnTo>
                  <a:lnTo>
                    <a:pt x="7" y="4"/>
                  </a:lnTo>
                  <a:lnTo>
                    <a:pt x="6" y="3"/>
                  </a:lnTo>
                  <a:lnTo>
                    <a:pt x="3" y="1"/>
                  </a:lnTo>
                  <a:lnTo>
                    <a:pt x="1" y="0"/>
                  </a:lnTo>
                  <a:lnTo>
                    <a:pt x="0" y="1"/>
                  </a:lnTo>
                  <a:lnTo>
                    <a:pt x="2" y="4"/>
                  </a:lnTo>
                  <a:lnTo>
                    <a:pt x="4" y="9"/>
                  </a:lnTo>
                  <a:lnTo>
                    <a:pt x="6" y="9"/>
                  </a:lnTo>
                  <a:lnTo>
                    <a:pt x="7" y="9"/>
                  </a:lnTo>
                  <a:lnTo>
                    <a:pt x="10" y="9"/>
                  </a:lnTo>
                  <a:lnTo>
                    <a:pt x="10" y="9"/>
                  </a:lnTo>
                  <a:lnTo>
                    <a:pt x="11" y="9"/>
                  </a:lnTo>
                  <a:lnTo>
                    <a:pt x="11" y="9"/>
                  </a:lnTo>
                  <a:lnTo>
                    <a:pt x="11" y="9"/>
                  </a:lnTo>
                  <a:lnTo>
                    <a:pt x="11" y="2"/>
                  </a:lnTo>
                  <a:lnTo>
                    <a:pt x="11" y="2"/>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338" name=""/>
            <p:cNvSpPr/>
            <p:nvPr/>
          </p:nvSpPr>
          <p:spPr>
            <a:xfrm>
              <a:off x="6702480" y="4195800"/>
              <a:ext cx="17280" cy="15840"/>
            </a:xfrm>
            <a:custGeom>
              <a:avLst/>
              <a:gdLst/>
              <a:ahLst/>
              <a:rect l="l" t="t" r="r" b="b"/>
              <a:pathLst>
                <a:path w="11" h="10">
                  <a:moveTo>
                    <a:pt x="8" y="0"/>
                  </a:moveTo>
                  <a:lnTo>
                    <a:pt x="8" y="1"/>
                  </a:lnTo>
                  <a:lnTo>
                    <a:pt x="7" y="1"/>
                  </a:lnTo>
                  <a:lnTo>
                    <a:pt x="7" y="1"/>
                  </a:lnTo>
                  <a:lnTo>
                    <a:pt x="7" y="1"/>
                  </a:lnTo>
                  <a:lnTo>
                    <a:pt x="3" y="2"/>
                  </a:lnTo>
                  <a:lnTo>
                    <a:pt x="2" y="2"/>
                  </a:lnTo>
                  <a:lnTo>
                    <a:pt x="0" y="2"/>
                  </a:lnTo>
                  <a:lnTo>
                    <a:pt x="0" y="2"/>
                  </a:lnTo>
                  <a:lnTo>
                    <a:pt x="0" y="9"/>
                  </a:lnTo>
                  <a:lnTo>
                    <a:pt x="0" y="6"/>
                  </a:lnTo>
                  <a:lnTo>
                    <a:pt x="3" y="6"/>
                  </a:lnTo>
                  <a:lnTo>
                    <a:pt x="5" y="6"/>
                  </a:lnTo>
                  <a:lnTo>
                    <a:pt x="7" y="6"/>
                  </a:lnTo>
                  <a:lnTo>
                    <a:pt x="7" y="4"/>
                  </a:lnTo>
                  <a:lnTo>
                    <a:pt x="8" y="3"/>
                  </a:lnTo>
                  <a:lnTo>
                    <a:pt x="8" y="2"/>
                  </a:lnTo>
                  <a:lnTo>
                    <a:pt x="10" y="1"/>
                  </a:lnTo>
                  <a:lnTo>
                    <a:pt x="8" y="0"/>
                  </a:lnTo>
                  <a:lnTo>
                    <a:pt x="8"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339" name=""/>
            <p:cNvSpPr/>
            <p:nvPr/>
          </p:nvSpPr>
          <p:spPr>
            <a:xfrm>
              <a:off x="6702480" y="4199040"/>
              <a:ext cx="1440" cy="7920"/>
            </a:xfrm>
            <a:custGeom>
              <a:avLst/>
              <a:gdLst/>
              <a:ahLst/>
              <a:rect l="l" t="t" r="r" b="b"/>
              <a:pathLst>
                <a:path w="1" h="5">
                  <a:moveTo>
                    <a:pt x="0" y="4"/>
                  </a:moveTo>
                  <a:lnTo>
                    <a:pt x="0" y="4"/>
                  </a:lnTo>
                  <a:lnTo>
                    <a:pt x="0" y="2"/>
                  </a:lnTo>
                  <a:lnTo>
                    <a:pt x="0" y="1"/>
                  </a:lnTo>
                  <a:lnTo>
                    <a:pt x="0" y="1"/>
                  </a:lnTo>
                  <a:lnTo>
                    <a:pt x="0" y="0"/>
                  </a:lnTo>
                  <a:lnTo>
                    <a:pt x="0" y="0"/>
                  </a:lnTo>
                  <a:lnTo>
                    <a:pt x="0" y="0"/>
                  </a:lnTo>
                  <a:lnTo>
                    <a:pt x="0" y="1"/>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340" name=""/>
            <p:cNvSpPr/>
            <p:nvPr/>
          </p:nvSpPr>
          <p:spPr>
            <a:xfrm>
              <a:off x="6684840" y="4194000"/>
              <a:ext cx="3240" cy="3240"/>
            </a:xfrm>
            <a:custGeom>
              <a:avLst/>
              <a:gdLst/>
              <a:ahLst/>
              <a:rect l="l" t="t" r="r" b="b"/>
              <a:pathLst>
                <a:path w="2" h="2">
                  <a:moveTo>
                    <a:pt x="1" y="1"/>
                  </a:moveTo>
                  <a:lnTo>
                    <a:pt x="1" y="0"/>
                  </a:lnTo>
                  <a:lnTo>
                    <a:pt x="1" y="0"/>
                  </a:lnTo>
                  <a:lnTo>
                    <a:pt x="0" y="0"/>
                  </a:lnTo>
                  <a:lnTo>
                    <a:pt x="0" y="1"/>
                  </a:lnTo>
                  <a:lnTo>
                    <a:pt x="0" y="1"/>
                  </a:lnTo>
                  <a:lnTo>
                    <a:pt x="0" y="1"/>
                  </a:lnTo>
                  <a:lnTo>
                    <a:pt x="0" y="1"/>
                  </a:lnTo>
                  <a:lnTo>
                    <a:pt x="0" y="1"/>
                  </a:lnTo>
                  <a:lnTo>
                    <a:pt x="1" y="1"/>
                  </a:lnTo>
                  <a:lnTo>
                    <a:pt x="1"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41" name=""/>
            <p:cNvSpPr/>
            <p:nvPr/>
          </p:nvSpPr>
          <p:spPr>
            <a:xfrm>
              <a:off x="6684840" y="4195800"/>
              <a:ext cx="19080" cy="11160"/>
            </a:xfrm>
            <a:custGeom>
              <a:avLst/>
              <a:gdLst/>
              <a:ahLst/>
              <a:rect l="l" t="t" r="r" b="b"/>
              <a:pathLst>
                <a:path w="12" h="7">
                  <a:moveTo>
                    <a:pt x="10" y="1"/>
                  </a:moveTo>
                  <a:lnTo>
                    <a:pt x="10" y="1"/>
                  </a:lnTo>
                  <a:lnTo>
                    <a:pt x="10" y="1"/>
                  </a:lnTo>
                  <a:lnTo>
                    <a:pt x="10" y="1"/>
                  </a:lnTo>
                  <a:lnTo>
                    <a:pt x="7" y="1"/>
                  </a:lnTo>
                  <a:lnTo>
                    <a:pt x="7" y="2"/>
                  </a:lnTo>
                  <a:lnTo>
                    <a:pt x="7" y="1"/>
                  </a:lnTo>
                  <a:lnTo>
                    <a:pt x="6" y="1"/>
                  </a:lnTo>
                  <a:lnTo>
                    <a:pt x="3" y="0"/>
                  </a:lnTo>
                  <a:lnTo>
                    <a:pt x="1" y="0"/>
                  </a:lnTo>
                  <a:lnTo>
                    <a:pt x="0" y="0"/>
                  </a:lnTo>
                  <a:lnTo>
                    <a:pt x="2" y="1"/>
                  </a:lnTo>
                  <a:lnTo>
                    <a:pt x="4" y="3"/>
                  </a:lnTo>
                  <a:lnTo>
                    <a:pt x="6" y="6"/>
                  </a:lnTo>
                  <a:lnTo>
                    <a:pt x="7" y="6"/>
                  </a:lnTo>
                  <a:lnTo>
                    <a:pt x="9" y="6"/>
                  </a:lnTo>
                  <a:lnTo>
                    <a:pt x="10" y="6"/>
                  </a:lnTo>
                  <a:lnTo>
                    <a:pt x="10" y="4"/>
                  </a:lnTo>
                  <a:lnTo>
                    <a:pt x="11" y="3"/>
                  </a:lnTo>
                  <a:lnTo>
                    <a:pt x="11" y="3"/>
                  </a:lnTo>
                  <a:lnTo>
                    <a:pt x="10" y="1"/>
                  </a:lnTo>
                  <a:lnTo>
                    <a:pt x="10" y="1"/>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342" name=""/>
            <p:cNvSpPr/>
            <p:nvPr/>
          </p:nvSpPr>
          <p:spPr>
            <a:xfrm>
              <a:off x="6700680" y="4195800"/>
              <a:ext cx="17640" cy="6480"/>
            </a:xfrm>
            <a:custGeom>
              <a:avLst/>
              <a:gdLst/>
              <a:ahLst/>
              <a:rect l="l" t="t" r="r" b="b"/>
              <a:pathLst>
                <a:path w="11" h="4">
                  <a:moveTo>
                    <a:pt x="9" y="0"/>
                  </a:moveTo>
                  <a:lnTo>
                    <a:pt x="8" y="0"/>
                  </a:lnTo>
                  <a:lnTo>
                    <a:pt x="8" y="0"/>
                  </a:lnTo>
                  <a:lnTo>
                    <a:pt x="8" y="0"/>
                  </a:lnTo>
                  <a:lnTo>
                    <a:pt x="6" y="0"/>
                  </a:lnTo>
                  <a:lnTo>
                    <a:pt x="4" y="0"/>
                  </a:lnTo>
                  <a:lnTo>
                    <a:pt x="1" y="0"/>
                  </a:lnTo>
                  <a:lnTo>
                    <a:pt x="1" y="1"/>
                  </a:lnTo>
                  <a:lnTo>
                    <a:pt x="0" y="1"/>
                  </a:lnTo>
                  <a:lnTo>
                    <a:pt x="1" y="3"/>
                  </a:lnTo>
                  <a:lnTo>
                    <a:pt x="1" y="3"/>
                  </a:lnTo>
                  <a:lnTo>
                    <a:pt x="1" y="2"/>
                  </a:lnTo>
                  <a:lnTo>
                    <a:pt x="4" y="2"/>
                  </a:lnTo>
                  <a:lnTo>
                    <a:pt x="6" y="2"/>
                  </a:lnTo>
                  <a:lnTo>
                    <a:pt x="8" y="2"/>
                  </a:lnTo>
                  <a:lnTo>
                    <a:pt x="9" y="2"/>
                  </a:lnTo>
                  <a:lnTo>
                    <a:pt x="9" y="1"/>
                  </a:lnTo>
                  <a:lnTo>
                    <a:pt x="10" y="1"/>
                  </a:lnTo>
                  <a:lnTo>
                    <a:pt x="9" y="0"/>
                  </a:lnTo>
                  <a:lnTo>
                    <a:pt x="9"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343" name=""/>
            <p:cNvSpPr/>
            <p:nvPr/>
          </p:nvSpPr>
          <p:spPr>
            <a:xfrm>
              <a:off x="6700680" y="4197240"/>
              <a:ext cx="3240" cy="3240"/>
            </a:xfrm>
            <a:custGeom>
              <a:avLst/>
              <a:gdLst/>
              <a:ahLst/>
              <a:rect l="l" t="t" r="r" b="b"/>
              <a:pathLst>
                <a:path w="2" h="2">
                  <a:moveTo>
                    <a:pt x="1" y="1"/>
                  </a:moveTo>
                  <a:lnTo>
                    <a:pt x="1" y="1"/>
                  </a:lnTo>
                  <a:lnTo>
                    <a:pt x="1" y="0"/>
                  </a:lnTo>
                  <a:lnTo>
                    <a:pt x="1" y="0"/>
                  </a:lnTo>
                  <a:lnTo>
                    <a:pt x="1" y="0"/>
                  </a:lnTo>
                  <a:lnTo>
                    <a:pt x="1" y="0"/>
                  </a:lnTo>
                  <a:lnTo>
                    <a:pt x="0" y="0"/>
                  </a:lnTo>
                  <a:lnTo>
                    <a:pt x="0" y="0"/>
                  </a:lnTo>
                  <a:lnTo>
                    <a:pt x="0" y="0"/>
                  </a:lnTo>
                  <a:lnTo>
                    <a:pt x="1" y="1"/>
                  </a:lnTo>
                  <a:lnTo>
                    <a:pt x="1"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44" name=""/>
            <p:cNvSpPr/>
            <p:nvPr/>
          </p:nvSpPr>
          <p:spPr>
            <a:xfrm>
              <a:off x="6683400" y="4187880"/>
              <a:ext cx="4680" cy="9360"/>
            </a:xfrm>
            <a:custGeom>
              <a:avLst/>
              <a:gdLst/>
              <a:ahLst/>
              <a:rect l="l" t="t" r="r" b="b"/>
              <a:pathLst>
                <a:path w="3" h="6">
                  <a:moveTo>
                    <a:pt x="2" y="1"/>
                  </a:moveTo>
                  <a:lnTo>
                    <a:pt x="2" y="0"/>
                  </a:lnTo>
                  <a:lnTo>
                    <a:pt x="2" y="0"/>
                  </a:lnTo>
                  <a:lnTo>
                    <a:pt x="1" y="0"/>
                  </a:lnTo>
                  <a:lnTo>
                    <a:pt x="1" y="1"/>
                  </a:lnTo>
                  <a:lnTo>
                    <a:pt x="0" y="1"/>
                  </a:lnTo>
                  <a:lnTo>
                    <a:pt x="0" y="1"/>
                  </a:lnTo>
                  <a:lnTo>
                    <a:pt x="0" y="4"/>
                  </a:lnTo>
                  <a:lnTo>
                    <a:pt x="1" y="5"/>
                  </a:lnTo>
                  <a:lnTo>
                    <a:pt x="2" y="1"/>
                  </a:lnTo>
                  <a:lnTo>
                    <a:pt x="2" y="1"/>
                  </a:lnTo>
                </a:path>
              </a:pathLst>
            </a:custGeom>
            <a:solidFill>
              <a:srgbClr val="ffe0e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345" name=""/>
            <p:cNvSpPr/>
            <p:nvPr/>
          </p:nvSpPr>
          <p:spPr>
            <a:xfrm>
              <a:off x="6684840" y="4189320"/>
              <a:ext cx="17640" cy="11160"/>
            </a:xfrm>
            <a:custGeom>
              <a:avLst/>
              <a:gdLst/>
              <a:ahLst/>
              <a:rect l="l" t="t" r="r" b="b"/>
              <a:pathLst>
                <a:path w="11" h="7">
                  <a:moveTo>
                    <a:pt x="10" y="4"/>
                  </a:moveTo>
                  <a:lnTo>
                    <a:pt x="10" y="4"/>
                  </a:lnTo>
                  <a:lnTo>
                    <a:pt x="7" y="4"/>
                  </a:lnTo>
                  <a:lnTo>
                    <a:pt x="7" y="4"/>
                  </a:lnTo>
                  <a:lnTo>
                    <a:pt x="7" y="4"/>
                  </a:lnTo>
                  <a:lnTo>
                    <a:pt x="7" y="4"/>
                  </a:lnTo>
                  <a:lnTo>
                    <a:pt x="6" y="4"/>
                  </a:lnTo>
                  <a:lnTo>
                    <a:pt x="6" y="4"/>
                  </a:lnTo>
                  <a:lnTo>
                    <a:pt x="2" y="4"/>
                  </a:lnTo>
                  <a:lnTo>
                    <a:pt x="1" y="0"/>
                  </a:lnTo>
                  <a:lnTo>
                    <a:pt x="0" y="4"/>
                  </a:lnTo>
                  <a:lnTo>
                    <a:pt x="1" y="4"/>
                  </a:lnTo>
                  <a:lnTo>
                    <a:pt x="3" y="5"/>
                  </a:lnTo>
                  <a:lnTo>
                    <a:pt x="6" y="6"/>
                  </a:lnTo>
                  <a:lnTo>
                    <a:pt x="7" y="6"/>
                  </a:lnTo>
                  <a:lnTo>
                    <a:pt x="7" y="6"/>
                  </a:lnTo>
                  <a:lnTo>
                    <a:pt x="10" y="6"/>
                  </a:lnTo>
                  <a:lnTo>
                    <a:pt x="10" y="5"/>
                  </a:lnTo>
                  <a:lnTo>
                    <a:pt x="10" y="5"/>
                  </a:lnTo>
                  <a:lnTo>
                    <a:pt x="10" y="5"/>
                  </a:lnTo>
                  <a:lnTo>
                    <a:pt x="10" y="4"/>
                  </a:lnTo>
                  <a:lnTo>
                    <a:pt x="10" y="4"/>
                  </a:lnTo>
                </a:path>
              </a:pathLst>
            </a:custGeom>
            <a:solidFill>
              <a:srgbClr val="ffe0e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346" name=""/>
            <p:cNvSpPr/>
            <p:nvPr/>
          </p:nvSpPr>
          <p:spPr>
            <a:xfrm>
              <a:off x="6700680" y="4195800"/>
              <a:ext cx="16200" cy="3240"/>
            </a:xfrm>
            <a:custGeom>
              <a:avLst/>
              <a:gdLst/>
              <a:ahLst/>
              <a:rect l="l" t="t" r="r" b="b"/>
              <a:pathLst>
                <a:path w="10" h="2">
                  <a:moveTo>
                    <a:pt x="8" y="0"/>
                  </a:moveTo>
                  <a:lnTo>
                    <a:pt x="8" y="0"/>
                  </a:lnTo>
                  <a:lnTo>
                    <a:pt x="8" y="0"/>
                  </a:lnTo>
                  <a:lnTo>
                    <a:pt x="8" y="0"/>
                  </a:lnTo>
                  <a:lnTo>
                    <a:pt x="4" y="0"/>
                  </a:lnTo>
                  <a:lnTo>
                    <a:pt x="1" y="0"/>
                  </a:lnTo>
                  <a:lnTo>
                    <a:pt x="1" y="0"/>
                  </a:lnTo>
                  <a:lnTo>
                    <a:pt x="0" y="0"/>
                  </a:lnTo>
                  <a:lnTo>
                    <a:pt x="0" y="0"/>
                  </a:lnTo>
                  <a:lnTo>
                    <a:pt x="0" y="1"/>
                  </a:lnTo>
                  <a:lnTo>
                    <a:pt x="1" y="1"/>
                  </a:lnTo>
                  <a:lnTo>
                    <a:pt x="1" y="1"/>
                  </a:lnTo>
                  <a:lnTo>
                    <a:pt x="1" y="1"/>
                  </a:lnTo>
                  <a:lnTo>
                    <a:pt x="4" y="1"/>
                  </a:lnTo>
                  <a:lnTo>
                    <a:pt x="6" y="1"/>
                  </a:lnTo>
                  <a:lnTo>
                    <a:pt x="8" y="1"/>
                  </a:lnTo>
                  <a:lnTo>
                    <a:pt x="9" y="1"/>
                  </a:lnTo>
                  <a:lnTo>
                    <a:pt x="9" y="0"/>
                  </a:lnTo>
                  <a:lnTo>
                    <a:pt x="8" y="0"/>
                  </a:lnTo>
                  <a:lnTo>
                    <a:pt x="8" y="0"/>
                  </a:lnTo>
                </a:path>
              </a:pathLst>
            </a:custGeom>
            <a:solidFill>
              <a:srgbClr val="ffe0e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47" name=""/>
            <p:cNvSpPr/>
            <p:nvPr/>
          </p:nvSpPr>
          <p:spPr>
            <a:xfrm>
              <a:off x="6700680" y="4195800"/>
              <a:ext cx="3240" cy="3240"/>
            </a:xfrm>
            <a:custGeom>
              <a:avLst/>
              <a:gdLst/>
              <a:ahLst/>
              <a:rect l="l" t="t" r="r" b="b"/>
              <a:pathLst>
                <a:path w="2" h="2">
                  <a:moveTo>
                    <a:pt x="0" y="1"/>
                  </a:moveTo>
                  <a:lnTo>
                    <a:pt x="1" y="0"/>
                  </a:lnTo>
                  <a:lnTo>
                    <a:pt x="1" y="0"/>
                  </a:lnTo>
                  <a:lnTo>
                    <a:pt x="0" y="0"/>
                  </a:lnTo>
                  <a:lnTo>
                    <a:pt x="0" y="0"/>
                  </a:lnTo>
                  <a:lnTo>
                    <a:pt x="0" y="0"/>
                  </a:lnTo>
                  <a:lnTo>
                    <a:pt x="0" y="0"/>
                  </a:lnTo>
                  <a:lnTo>
                    <a:pt x="0" y="0"/>
                  </a:lnTo>
                  <a:lnTo>
                    <a:pt x="0" y="0"/>
                  </a:lnTo>
                  <a:lnTo>
                    <a:pt x="0" y="1"/>
                  </a:lnTo>
                  <a:lnTo>
                    <a:pt x="0" y="1"/>
                  </a:lnTo>
                </a:path>
              </a:pathLst>
            </a:custGeom>
            <a:solidFill>
              <a:srgbClr val="ffe0e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48" name=""/>
            <p:cNvSpPr/>
            <p:nvPr/>
          </p:nvSpPr>
          <p:spPr>
            <a:xfrm>
              <a:off x="7434360" y="4197240"/>
              <a:ext cx="6120" cy="3240"/>
            </a:xfrm>
            <a:custGeom>
              <a:avLst/>
              <a:gdLst/>
              <a:ahLst/>
              <a:rect l="l" t="t" r="r" b="b"/>
              <a:pathLst>
                <a:path w="4" h="2">
                  <a:moveTo>
                    <a:pt x="3" y="0"/>
                  </a:moveTo>
                  <a:lnTo>
                    <a:pt x="3" y="0"/>
                  </a:lnTo>
                  <a:lnTo>
                    <a:pt x="2" y="0"/>
                  </a:lnTo>
                  <a:lnTo>
                    <a:pt x="0" y="0"/>
                  </a:lnTo>
                  <a:lnTo>
                    <a:pt x="0" y="0"/>
                  </a:lnTo>
                  <a:lnTo>
                    <a:pt x="0" y="0"/>
                  </a:lnTo>
                  <a:lnTo>
                    <a:pt x="0" y="0"/>
                  </a:lnTo>
                  <a:lnTo>
                    <a:pt x="0" y="1"/>
                  </a:lnTo>
                  <a:lnTo>
                    <a:pt x="0" y="1"/>
                  </a:lnTo>
                  <a:lnTo>
                    <a:pt x="3" y="0"/>
                  </a:lnTo>
                  <a:lnTo>
                    <a:pt x="3" y="0"/>
                  </a:lnTo>
                </a:path>
              </a:pathLst>
            </a:custGeom>
            <a:solidFill>
              <a:srgbClr val="626200"/>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49" name=""/>
            <p:cNvSpPr/>
            <p:nvPr/>
          </p:nvSpPr>
          <p:spPr>
            <a:xfrm>
              <a:off x="7434360" y="4197240"/>
              <a:ext cx="33120" cy="19080"/>
            </a:xfrm>
            <a:custGeom>
              <a:avLst/>
              <a:gdLst/>
              <a:ahLst/>
              <a:rect l="l" t="t" r="r" b="b"/>
              <a:pathLst>
                <a:path w="21" h="12">
                  <a:moveTo>
                    <a:pt x="20" y="9"/>
                  </a:moveTo>
                  <a:lnTo>
                    <a:pt x="20" y="9"/>
                  </a:lnTo>
                  <a:lnTo>
                    <a:pt x="20" y="9"/>
                  </a:lnTo>
                  <a:lnTo>
                    <a:pt x="20" y="9"/>
                  </a:lnTo>
                  <a:lnTo>
                    <a:pt x="17" y="9"/>
                  </a:lnTo>
                  <a:lnTo>
                    <a:pt x="15" y="9"/>
                  </a:lnTo>
                  <a:lnTo>
                    <a:pt x="15" y="9"/>
                  </a:lnTo>
                  <a:lnTo>
                    <a:pt x="12" y="9"/>
                  </a:lnTo>
                  <a:lnTo>
                    <a:pt x="10" y="9"/>
                  </a:lnTo>
                  <a:lnTo>
                    <a:pt x="10" y="9"/>
                  </a:lnTo>
                  <a:lnTo>
                    <a:pt x="10" y="9"/>
                  </a:lnTo>
                  <a:lnTo>
                    <a:pt x="10" y="9"/>
                  </a:lnTo>
                  <a:lnTo>
                    <a:pt x="10" y="9"/>
                  </a:lnTo>
                  <a:lnTo>
                    <a:pt x="8" y="8"/>
                  </a:lnTo>
                  <a:lnTo>
                    <a:pt x="5" y="8"/>
                  </a:lnTo>
                  <a:lnTo>
                    <a:pt x="5" y="5"/>
                  </a:lnTo>
                  <a:lnTo>
                    <a:pt x="5" y="2"/>
                  </a:lnTo>
                  <a:lnTo>
                    <a:pt x="3" y="0"/>
                  </a:lnTo>
                  <a:lnTo>
                    <a:pt x="0" y="1"/>
                  </a:lnTo>
                  <a:lnTo>
                    <a:pt x="2" y="5"/>
                  </a:lnTo>
                  <a:lnTo>
                    <a:pt x="5" y="8"/>
                  </a:lnTo>
                  <a:lnTo>
                    <a:pt x="5" y="9"/>
                  </a:lnTo>
                  <a:lnTo>
                    <a:pt x="5" y="10"/>
                  </a:lnTo>
                  <a:lnTo>
                    <a:pt x="8" y="11"/>
                  </a:lnTo>
                  <a:lnTo>
                    <a:pt x="10" y="11"/>
                  </a:lnTo>
                  <a:lnTo>
                    <a:pt x="10" y="11"/>
                  </a:lnTo>
                  <a:lnTo>
                    <a:pt x="10" y="11"/>
                  </a:lnTo>
                  <a:lnTo>
                    <a:pt x="10" y="11"/>
                  </a:lnTo>
                  <a:lnTo>
                    <a:pt x="12" y="11"/>
                  </a:lnTo>
                  <a:lnTo>
                    <a:pt x="15" y="11"/>
                  </a:lnTo>
                  <a:lnTo>
                    <a:pt x="15" y="11"/>
                  </a:lnTo>
                  <a:lnTo>
                    <a:pt x="17" y="11"/>
                  </a:lnTo>
                  <a:lnTo>
                    <a:pt x="20" y="11"/>
                  </a:lnTo>
                  <a:lnTo>
                    <a:pt x="20" y="11"/>
                  </a:lnTo>
                  <a:lnTo>
                    <a:pt x="20" y="11"/>
                  </a:lnTo>
                  <a:lnTo>
                    <a:pt x="20" y="11"/>
                  </a:lnTo>
                  <a:lnTo>
                    <a:pt x="20" y="9"/>
                  </a:lnTo>
                  <a:lnTo>
                    <a:pt x="20" y="9"/>
                  </a:lnTo>
                </a:path>
              </a:pathLst>
            </a:custGeom>
            <a:solidFill>
              <a:srgbClr val="626200"/>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350" name=""/>
            <p:cNvSpPr/>
            <p:nvPr/>
          </p:nvSpPr>
          <p:spPr>
            <a:xfrm>
              <a:off x="7466040" y="4211640"/>
              <a:ext cx="19080" cy="12600"/>
            </a:xfrm>
            <a:custGeom>
              <a:avLst/>
              <a:gdLst/>
              <a:ahLst/>
              <a:rect l="l" t="t" r="r" b="b"/>
              <a:pathLst>
                <a:path w="12" h="8">
                  <a:moveTo>
                    <a:pt x="10" y="2"/>
                  </a:moveTo>
                  <a:lnTo>
                    <a:pt x="10" y="2"/>
                  </a:lnTo>
                  <a:lnTo>
                    <a:pt x="10" y="2"/>
                  </a:lnTo>
                  <a:lnTo>
                    <a:pt x="9" y="2"/>
                  </a:lnTo>
                  <a:lnTo>
                    <a:pt x="8" y="2"/>
                  </a:lnTo>
                  <a:lnTo>
                    <a:pt x="6" y="2"/>
                  </a:lnTo>
                  <a:lnTo>
                    <a:pt x="2" y="2"/>
                  </a:lnTo>
                  <a:lnTo>
                    <a:pt x="1" y="1"/>
                  </a:lnTo>
                  <a:lnTo>
                    <a:pt x="0" y="0"/>
                  </a:lnTo>
                  <a:lnTo>
                    <a:pt x="0" y="0"/>
                  </a:lnTo>
                  <a:lnTo>
                    <a:pt x="0" y="2"/>
                  </a:lnTo>
                  <a:lnTo>
                    <a:pt x="0" y="2"/>
                  </a:lnTo>
                  <a:lnTo>
                    <a:pt x="0" y="2"/>
                  </a:lnTo>
                  <a:lnTo>
                    <a:pt x="1" y="2"/>
                  </a:lnTo>
                  <a:lnTo>
                    <a:pt x="2" y="4"/>
                  </a:lnTo>
                  <a:lnTo>
                    <a:pt x="6" y="5"/>
                  </a:lnTo>
                  <a:lnTo>
                    <a:pt x="8" y="7"/>
                  </a:lnTo>
                  <a:lnTo>
                    <a:pt x="10" y="7"/>
                  </a:lnTo>
                  <a:lnTo>
                    <a:pt x="11" y="4"/>
                  </a:lnTo>
                  <a:lnTo>
                    <a:pt x="11" y="4"/>
                  </a:lnTo>
                  <a:lnTo>
                    <a:pt x="10" y="2"/>
                  </a:lnTo>
                  <a:lnTo>
                    <a:pt x="10" y="2"/>
                  </a:lnTo>
                </a:path>
              </a:pathLst>
            </a:custGeom>
            <a:solidFill>
              <a:srgbClr val="626200"/>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351" name=""/>
            <p:cNvSpPr/>
            <p:nvPr/>
          </p:nvSpPr>
          <p:spPr>
            <a:xfrm>
              <a:off x="7481880" y="4210200"/>
              <a:ext cx="17640" cy="9360"/>
            </a:xfrm>
            <a:custGeom>
              <a:avLst/>
              <a:gdLst/>
              <a:ahLst/>
              <a:rect l="l" t="t" r="r" b="b"/>
              <a:pathLst>
                <a:path w="11" h="6">
                  <a:moveTo>
                    <a:pt x="4" y="0"/>
                  </a:moveTo>
                  <a:lnTo>
                    <a:pt x="4" y="1"/>
                  </a:lnTo>
                  <a:lnTo>
                    <a:pt x="4" y="1"/>
                  </a:lnTo>
                  <a:lnTo>
                    <a:pt x="4" y="1"/>
                  </a:lnTo>
                  <a:lnTo>
                    <a:pt x="4" y="1"/>
                  </a:lnTo>
                  <a:lnTo>
                    <a:pt x="2" y="1"/>
                  </a:lnTo>
                  <a:lnTo>
                    <a:pt x="2" y="1"/>
                  </a:lnTo>
                  <a:lnTo>
                    <a:pt x="1" y="2"/>
                  </a:lnTo>
                  <a:lnTo>
                    <a:pt x="0" y="3"/>
                  </a:lnTo>
                  <a:lnTo>
                    <a:pt x="1" y="5"/>
                  </a:lnTo>
                  <a:lnTo>
                    <a:pt x="2" y="3"/>
                  </a:lnTo>
                  <a:lnTo>
                    <a:pt x="2" y="3"/>
                  </a:lnTo>
                  <a:lnTo>
                    <a:pt x="2" y="3"/>
                  </a:lnTo>
                  <a:lnTo>
                    <a:pt x="4" y="3"/>
                  </a:lnTo>
                  <a:lnTo>
                    <a:pt x="4" y="3"/>
                  </a:lnTo>
                  <a:lnTo>
                    <a:pt x="4" y="3"/>
                  </a:lnTo>
                  <a:lnTo>
                    <a:pt x="7" y="2"/>
                  </a:lnTo>
                  <a:lnTo>
                    <a:pt x="10" y="0"/>
                  </a:lnTo>
                  <a:lnTo>
                    <a:pt x="4" y="0"/>
                  </a:lnTo>
                  <a:lnTo>
                    <a:pt x="4" y="0"/>
                  </a:lnTo>
                </a:path>
              </a:pathLst>
            </a:custGeom>
            <a:solidFill>
              <a:srgbClr val="626200"/>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352" name=""/>
            <p:cNvSpPr/>
            <p:nvPr/>
          </p:nvSpPr>
          <p:spPr>
            <a:xfrm>
              <a:off x="7481880" y="4214880"/>
              <a:ext cx="3240" cy="1440"/>
            </a:xfrm>
            <a:custGeom>
              <a:avLst/>
              <a:gdLst/>
              <a:ahLst/>
              <a:rect l="l" t="t" r="r" b="b"/>
              <a:pathLst>
                <a:path w="2" h="1">
                  <a:moveTo>
                    <a:pt x="1" y="0"/>
                  </a:moveTo>
                  <a:lnTo>
                    <a:pt x="1" y="0"/>
                  </a:lnTo>
                  <a:lnTo>
                    <a:pt x="1" y="0"/>
                  </a:lnTo>
                  <a:lnTo>
                    <a:pt x="1" y="0"/>
                  </a:lnTo>
                  <a:lnTo>
                    <a:pt x="1" y="0"/>
                  </a:lnTo>
                  <a:lnTo>
                    <a:pt x="0" y="0"/>
                  </a:lnTo>
                  <a:lnTo>
                    <a:pt x="0" y="0"/>
                  </a:lnTo>
                  <a:lnTo>
                    <a:pt x="0" y="0"/>
                  </a:lnTo>
                  <a:lnTo>
                    <a:pt x="0" y="0"/>
                  </a:lnTo>
                  <a:lnTo>
                    <a:pt x="1" y="0"/>
                  </a:lnTo>
                  <a:lnTo>
                    <a:pt x="1" y="0"/>
                  </a:lnTo>
                </a:path>
              </a:pathLst>
            </a:custGeom>
            <a:solidFill>
              <a:srgbClr val="626200"/>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353" name=""/>
            <p:cNvSpPr/>
            <p:nvPr/>
          </p:nvSpPr>
          <p:spPr>
            <a:xfrm>
              <a:off x="7434360" y="4195800"/>
              <a:ext cx="6120" cy="3240"/>
            </a:xfrm>
            <a:custGeom>
              <a:avLst/>
              <a:gdLst/>
              <a:ahLst/>
              <a:rect l="l" t="t" r="r" b="b"/>
              <a:pathLst>
                <a:path w="4" h="2">
                  <a:moveTo>
                    <a:pt x="3" y="0"/>
                  </a:moveTo>
                  <a:lnTo>
                    <a:pt x="3" y="0"/>
                  </a:lnTo>
                  <a:lnTo>
                    <a:pt x="0" y="0"/>
                  </a:lnTo>
                  <a:lnTo>
                    <a:pt x="0" y="0"/>
                  </a:lnTo>
                  <a:lnTo>
                    <a:pt x="0" y="0"/>
                  </a:lnTo>
                  <a:lnTo>
                    <a:pt x="0" y="0"/>
                  </a:lnTo>
                  <a:lnTo>
                    <a:pt x="0" y="0"/>
                  </a:lnTo>
                  <a:lnTo>
                    <a:pt x="0" y="1"/>
                  </a:lnTo>
                  <a:lnTo>
                    <a:pt x="0" y="1"/>
                  </a:lnTo>
                  <a:lnTo>
                    <a:pt x="3" y="0"/>
                  </a:lnTo>
                  <a:lnTo>
                    <a:pt x="3" y="0"/>
                  </a:lnTo>
                </a:path>
              </a:pathLst>
            </a:custGeom>
            <a:solidFill>
              <a:srgbClr val="82c168"/>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54" name=""/>
            <p:cNvSpPr/>
            <p:nvPr/>
          </p:nvSpPr>
          <p:spPr>
            <a:xfrm>
              <a:off x="7434360" y="4195800"/>
              <a:ext cx="33120" cy="19080"/>
            </a:xfrm>
            <a:custGeom>
              <a:avLst/>
              <a:gdLst/>
              <a:ahLst/>
              <a:rect l="l" t="t" r="r" b="b"/>
              <a:pathLst>
                <a:path w="21" h="12">
                  <a:moveTo>
                    <a:pt x="20" y="9"/>
                  </a:moveTo>
                  <a:lnTo>
                    <a:pt x="20" y="9"/>
                  </a:lnTo>
                  <a:lnTo>
                    <a:pt x="20" y="9"/>
                  </a:lnTo>
                  <a:lnTo>
                    <a:pt x="19" y="9"/>
                  </a:lnTo>
                  <a:lnTo>
                    <a:pt x="17" y="9"/>
                  </a:lnTo>
                  <a:lnTo>
                    <a:pt x="15" y="9"/>
                  </a:lnTo>
                  <a:lnTo>
                    <a:pt x="15" y="9"/>
                  </a:lnTo>
                  <a:lnTo>
                    <a:pt x="10" y="9"/>
                  </a:lnTo>
                  <a:lnTo>
                    <a:pt x="10" y="9"/>
                  </a:lnTo>
                  <a:lnTo>
                    <a:pt x="10" y="9"/>
                  </a:lnTo>
                  <a:lnTo>
                    <a:pt x="10" y="9"/>
                  </a:lnTo>
                  <a:lnTo>
                    <a:pt x="10" y="9"/>
                  </a:lnTo>
                  <a:lnTo>
                    <a:pt x="9" y="6"/>
                  </a:lnTo>
                  <a:lnTo>
                    <a:pt x="8" y="6"/>
                  </a:lnTo>
                  <a:lnTo>
                    <a:pt x="5" y="3"/>
                  </a:lnTo>
                  <a:lnTo>
                    <a:pt x="5" y="2"/>
                  </a:lnTo>
                  <a:lnTo>
                    <a:pt x="5" y="1"/>
                  </a:lnTo>
                  <a:lnTo>
                    <a:pt x="3" y="0"/>
                  </a:lnTo>
                  <a:lnTo>
                    <a:pt x="0" y="1"/>
                  </a:lnTo>
                  <a:lnTo>
                    <a:pt x="0" y="2"/>
                  </a:lnTo>
                  <a:lnTo>
                    <a:pt x="3" y="6"/>
                  </a:lnTo>
                  <a:lnTo>
                    <a:pt x="5" y="9"/>
                  </a:lnTo>
                  <a:lnTo>
                    <a:pt x="5" y="9"/>
                  </a:lnTo>
                  <a:lnTo>
                    <a:pt x="8" y="10"/>
                  </a:lnTo>
                  <a:lnTo>
                    <a:pt x="10" y="10"/>
                  </a:lnTo>
                  <a:lnTo>
                    <a:pt x="10" y="10"/>
                  </a:lnTo>
                  <a:lnTo>
                    <a:pt x="10" y="10"/>
                  </a:lnTo>
                  <a:lnTo>
                    <a:pt x="10" y="10"/>
                  </a:lnTo>
                  <a:lnTo>
                    <a:pt x="10" y="11"/>
                  </a:lnTo>
                  <a:lnTo>
                    <a:pt x="15" y="10"/>
                  </a:lnTo>
                  <a:lnTo>
                    <a:pt x="15" y="10"/>
                  </a:lnTo>
                  <a:lnTo>
                    <a:pt x="17" y="10"/>
                  </a:lnTo>
                  <a:lnTo>
                    <a:pt x="19" y="10"/>
                  </a:lnTo>
                  <a:lnTo>
                    <a:pt x="20" y="10"/>
                  </a:lnTo>
                  <a:lnTo>
                    <a:pt x="20" y="10"/>
                  </a:lnTo>
                  <a:lnTo>
                    <a:pt x="20" y="10"/>
                  </a:lnTo>
                  <a:lnTo>
                    <a:pt x="20" y="9"/>
                  </a:lnTo>
                  <a:lnTo>
                    <a:pt x="20" y="9"/>
                  </a:lnTo>
                </a:path>
              </a:pathLst>
            </a:custGeom>
            <a:solidFill>
              <a:srgbClr val="82c168"/>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355" name=""/>
            <p:cNvSpPr/>
            <p:nvPr/>
          </p:nvSpPr>
          <p:spPr>
            <a:xfrm>
              <a:off x="7466040" y="4210200"/>
              <a:ext cx="17280" cy="6120"/>
            </a:xfrm>
            <a:custGeom>
              <a:avLst/>
              <a:gdLst/>
              <a:ahLst/>
              <a:rect l="l" t="t" r="r" b="b"/>
              <a:pathLst>
                <a:path w="11" h="4">
                  <a:moveTo>
                    <a:pt x="10" y="3"/>
                  </a:moveTo>
                  <a:lnTo>
                    <a:pt x="10" y="3"/>
                  </a:lnTo>
                  <a:lnTo>
                    <a:pt x="10" y="3"/>
                  </a:lnTo>
                  <a:lnTo>
                    <a:pt x="8" y="3"/>
                  </a:lnTo>
                  <a:lnTo>
                    <a:pt x="6" y="2"/>
                  </a:lnTo>
                  <a:lnTo>
                    <a:pt x="2" y="1"/>
                  </a:lnTo>
                  <a:lnTo>
                    <a:pt x="2" y="1"/>
                  </a:lnTo>
                  <a:lnTo>
                    <a:pt x="0" y="0"/>
                  </a:lnTo>
                  <a:lnTo>
                    <a:pt x="0" y="0"/>
                  </a:lnTo>
                  <a:lnTo>
                    <a:pt x="0" y="0"/>
                  </a:lnTo>
                  <a:lnTo>
                    <a:pt x="0" y="1"/>
                  </a:lnTo>
                  <a:lnTo>
                    <a:pt x="0" y="1"/>
                  </a:lnTo>
                  <a:lnTo>
                    <a:pt x="0" y="2"/>
                  </a:lnTo>
                  <a:lnTo>
                    <a:pt x="0" y="3"/>
                  </a:lnTo>
                  <a:lnTo>
                    <a:pt x="1" y="3"/>
                  </a:lnTo>
                  <a:lnTo>
                    <a:pt x="4" y="3"/>
                  </a:lnTo>
                  <a:lnTo>
                    <a:pt x="8" y="3"/>
                  </a:lnTo>
                  <a:lnTo>
                    <a:pt x="10" y="3"/>
                  </a:lnTo>
                  <a:lnTo>
                    <a:pt x="10" y="3"/>
                  </a:lnTo>
                  <a:lnTo>
                    <a:pt x="10" y="3"/>
                  </a:lnTo>
                  <a:lnTo>
                    <a:pt x="10" y="3"/>
                  </a:lnTo>
                  <a:lnTo>
                    <a:pt x="10" y="3"/>
                  </a:lnTo>
                </a:path>
              </a:pathLst>
            </a:custGeom>
            <a:solidFill>
              <a:srgbClr val="82c168"/>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356" name=""/>
            <p:cNvSpPr/>
            <p:nvPr/>
          </p:nvSpPr>
          <p:spPr>
            <a:xfrm>
              <a:off x="7481880" y="4205160"/>
              <a:ext cx="17640" cy="11160"/>
            </a:xfrm>
            <a:custGeom>
              <a:avLst/>
              <a:gdLst/>
              <a:ahLst/>
              <a:rect l="l" t="t" r="r" b="b"/>
              <a:pathLst>
                <a:path w="11" h="7">
                  <a:moveTo>
                    <a:pt x="4" y="0"/>
                  </a:moveTo>
                  <a:lnTo>
                    <a:pt x="4" y="3"/>
                  </a:lnTo>
                  <a:lnTo>
                    <a:pt x="4" y="3"/>
                  </a:lnTo>
                  <a:lnTo>
                    <a:pt x="4" y="3"/>
                  </a:lnTo>
                  <a:lnTo>
                    <a:pt x="3" y="3"/>
                  </a:lnTo>
                  <a:lnTo>
                    <a:pt x="2" y="3"/>
                  </a:lnTo>
                  <a:lnTo>
                    <a:pt x="2" y="3"/>
                  </a:lnTo>
                  <a:lnTo>
                    <a:pt x="0" y="4"/>
                  </a:lnTo>
                  <a:lnTo>
                    <a:pt x="0" y="6"/>
                  </a:lnTo>
                  <a:lnTo>
                    <a:pt x="0" y="6"/>
                  </a:lnTo>
                  <a:lnTo>
                    <a:pt x="2" y="6"/>
                  </a:lnTo>
                  <a:lnTo>
                    <a:pt x="2" y="6"/>
                  </a:lnTo>
                  <a:lnTo>
                    <a:pt x="2" y="6"/>
                  </a:lnTo>
                  <a:lnTo>
                    <a:pt x="3" y="6"/>
                  </a:lnTo>
                  <a:lnTo>
                    <a:pt x="4" y="6"/>
                  </a:lnTo>
                  <a:lnTo>
                    <a:pt x="4" y="5"/>
                  </a:lnTo>
                  <a:lnTo>
                    <a:pt x="7" y="4"/>
                  </a:lnTo>
                  <a:lnTo>
                    <a:pt x="10" y="3"/>
                  </a:lnTo>
                  <a:lnTo>
                    <a:pt x="4" y="0"/>
                  </a:lnTo>
                  <a:lnTo>
                    <a:pt x="4" y="0"/>
                  </a:lnTo>
                </a:path>
              </a:pathLst>
            </a:custGeom>
            <a:solidFill>
              <a:srgbClr val="82c168"/>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357" name=""/>
            <p:cNvSpPr/>
            <p:nvPr/>
          </p:nvSpPr>
          <p:spPr>
            <a:xfrm>
              <a:off x="7481880" y="4213080"/>
              <a:ext cx="3240" cy="3240"/>
            </a:xfrm>
            <a:custGeom>
              <a:avLst/>
              <a:gdLst/>
              <a:ahLst/>
              <a:rect l="l" t="t" r="r" b="b"/>
              <a:pathLst>
                <a:path w="2" h="2">
                  <a:moveTo>
                    <a:pt x="1" y="1"/>
                  </a:moveTo>
                  <a:lnTo>
                    <a:pt x="1" y="1"/>
                  </a:lnTo>
                  <a:lnTo>
                    <a:pt x="1" y="1"/>
                  </a:lnTo>
                  <a:lnTo>
                    <a:pt x="0" y="1"/>
                  </a:lnTo>
                  <a:lnTo>
                    <a:pt x="0" y="1"/>
                  </a:lnTo>
                  <a:lnTo>
                    <a:pt x="0" y="0"/>
                  </a:lnTo>
                  <a:lnTo>
                    <a:pt x="0" y="0"/>
                  </a:lnTo>
                  <a:lnTo>
                    <a:pt x="0" y="1"/>
                  </a:lnTo>
                  <a:lnTo>
                    <a:pt x="0" y="1"/>
                  </a:lnTo>
                  <a:lnTo>
                    <a:pt x="1" y="1"/>
                  </a:lnTo>
                  <a:lnTo>
                    <a:pt x="1" y="1"/>
                  </a:lnTo>
                </a:path>
              </a:pathLst>
            </a:custGeom>
            <a:solidFill>
              <a:srgbClr val="82c168"/>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58" name=""/>
            <p:cNvSpPr/>
            <p:nvPr/>
          </p:nvSpPr>
          <p:spPr>
            <a:xfrm>
              <a:off x="7434360" y="4192560"/>
              <a:ext cx="6120" cy="4680"/>
            </a:xfrm>
            <a:custGeom>
              <a:avLst/>
              <a:gdLst/>
              <a:ahLst/>
              <a:rect l="l" t="t" r="r" b="b"/>
              <a:pathLst>
                <a:path w="4" h="3">
                  <a:moveTo>
                    <a:pt x="3" y="2"/>
                  </a:moveTo>
                  <a:lnTo>
                    <a:pt x="2" y="1"/>
                  </a:lnTo>
                  <a:lnTo>
                    <a:pt x="0" y="0"/>
                  </a:lnTo>
                  <a:lnTo>
                    <a:pt x="0" y="0"/>
                  </a:lnTo>
                  <a:lnTo>
                    <a:pt x="0" y="1"/>
                  </a:lnTo>
                  <a:lnTo>
                    <a:pt x="0" y="2"/>
                  </a:lnTo>
                  <a:lnTo>
                    <a:pt x="0" y="2"/>
                  </a:lnTo>
                  <a:lnTo>
                    <a:pt x="0" y="2"/>
                  </a:lnTo>
                  <a:lnTo>
                    <a:pt x="0" y="2"/>
                  </a:lnTo>
                  <a:lnTo>
                    <a:pt x="3" y="2"/>
                  </a:lnTo>
                  <a:lnTo>
                    <a:pt x="3"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359" name=""/>
            <p:cNvSpPr/>
            <p:nvPr/>
          </p:nvSpPr>
          <p:spPr>
            <a:xfrm>
              <a:off x="7434360" y="4195800"/>
              <a:ext cx="33120" cy="15840"/>
            </a:xfrm>
            <a:custGeom>
              <a:avLst/>
              <a:gdLst/>
              <a:ahLst/>
              <a:rect l="l" t="t" r="r" b="b"/>
              <a:pathLst>
                <a:path w="21" h="10">
                  <a:moveTo>
                    <a:pt x="20" y="3"/>
                  </a:moveTo>
                  <a:lnTo>
                    <a:pt x="20" y="3"/>
                  </a:lnTo>
                  <a:lnTo>
                    <a:pt x="19" y="3"/>
                  </a:lnTo>
                  <a:lnTo>
                    <a:pt x="17" y="3"/>
                  </a:lnTo>
                  <a:lnTo>
                    <a:pt x="15" y="3"/>
                  </a:lnTo>
                  <a:lnTo>
                    <a:pt x="15" y="3"/>
                  </a:lnTo>
                  <a:lnTo>
                    <a:pt x="12" y="3"/>
                  </a:lnTo>
                  <a:lnTo>
                    <a:pt x="10" y="3"/>
                  </a:lnTo>
                  <a:lnTo>
                    <a:pt x="10" y="3"/>
                  </a:lnTo>
                  <a:lnTo>
                    <a:pt x="10" y="3"/>
                  </a:lnTo>
                  <a:lnTo>
                    <a:pt x="10" y="3"/>
                  </a:lnTo>
                  <a:lnTo>
                    <a:pt x="10" y="2"/>
                  </a:lnTo>
                  <a:lnTo>
                    <a:pt x="9" y="2"/>
                  </a:lnTo>
                  <a:lnTo>
                    <a:pt x="6" y="1"/>
                  </a:lnTo>
                  <a:lnTo>
                    <a:pt x="5" y="1"/>
                  </a:lnTo>
                  <a:lnTo>
                    <a:pt x="5" y="0"/>
                  </a:lnTo>
                  <a:lnTo>
                    <a:pt x="5" y="0"/>
                  </a:lnTo>
                  <a:lnTo>
                    <a:pt x="3" y="0"/>
                  </a:lnTo>
                  <a:lnTo>
                    <a:pt x="0" y="0"/>
                  </a:lnTo>
                  <a:lnTo>
                    <a:pt x="0" y="1"/>
                  </a:lnTo>
                  <a:lnTo>
                    <a:pt x="3" y="1"/>
                  </a:lnTo>
                  <a:lnTo>
                    <a:pt x="5" y="3"/>
                  </a:lnTo>
                  <a:lnTo>
                    <a:pt x="5" y="4"/>
                  </a:lnTo>
                  <a:lnTo>
                    <a:pt x="6" y="6"/>
                  </a:lnTo>
                  <a:lnTo>
                    <a:pt x="9" y="9"/>
                  </a:lnTo>
                  <a:lnTo>
                    <a:pt x="10" y="9"/>
                  </a:lnTo>
                  <a:lnTo>
                    <a:pt x="10" y="9"/>
                  </a:lnTo>
                  <a:lnTo>
                    <a:pt x="10" y="9"/>
                  </a:lnTo>
                  <a:lnTo>
                    <a:pt x="10" y="9"/>
                  </a:lnTo>
                  <a:lnTo>
                    <a:pt x="12" y="9"/>
                  </a:lnTo>
                  <a:lnTo>
                    <a:pt x="15" y="9"/>
                  </a:lnTo>
                  <a:lnTo>
                    <a:pt x="15" y="9"/>
                  </a:lnTo>
                  <a:lnTo>
                    <a:pt x="17" y="9"/>
                  </a:lnTo>
                  <a:lnTo>
                    <a:pt x="20" y="9"/>
                  </a:lnTo>
                  <a:lnTo>
                    <a:pt x="20" y="9"/>
                  </a:lnTo>
                  <a:lnTo>
                    <a:pt x="20" y="9"/>
                  </a:lnTo>
                  <a:lnTo>
                    <a:pt x="20" y="3"/>
                  </a:lnTo>
                  <a:lnTo>
                    <a:pt x="20" y="3"/>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360" name=""/>
            <p:cNvSpPr/>
            <p:nvPr/>
          </p:nvSpPr>
          <p:spPr>
            <a:xfrm>
              <a:off x="7466040" y="4200480"/>
              <a:ext cx="17280" cy="15840"/>
            </a:xfrm>
            <a:custGeom>
              <a:avLst/>
              <a:gdLst/>
              <a:ahLst/>
              <a:rect l="l" t="t" r="r" b="b"/>
              <a:pathLst>
                <a:path w="11" h="10">
                  <a:moveTo>
                    <a:pt x="9" y="7"/>
                  </a:moveTo>
                  <a:lnTo>
                    <a:pt x="9" y="7"/>
                  </a:lnTo>
                  <a:lnTo>
                    <a:pt x="9" y="7"/>
                  </a:lnTo>
                  <a:lnTo>
                    <a:pt x="8" y="7"/>
                  </a:lnTo>
                  <a:lnTo>
                    <a:pt x="6" y="7"/>
                  </a:lnTo>
                  <a:lnTo>
                    <a:pt x="2" y="6"/>
                  </a:lnTo>
                  <a:lnTo>
                    <a:pt x="1" y="6"/>
                  </a:lnTo>
                  <a:lnTo>
                    <a:pt x="0" y="3"/>
                  </a:lnTo>
                  <a:lnTo>
                    <a:pt x="0" y="0"/>
                  </a:lnTo>
                  <a:lnTo>
                    <a:pt x="0" y="0"/>
                  </a:lnTo>
                  <a:lnTo>
                    <a:pt x="0" y="6"/>
                  </a:lnTo>
                  <a:lnTo>
                    <a:pt x="0" y="6"/>
                  </a:lnTo>
                  <a:lnTo>
                    <a:pt x="0" y="6"/>
                  </a:lnTo>
                  <a:lnTo>
                    <a:pt x="0" y="7"/>
                  </a:lnTo>
                  <a:lnTo>
                    <a:pt x="1" y="8"/>
                  </a:lnTo>
                  <a:lnTo>
                    <a:pt x="2" y="9"/>
                  </a:lnTo>
                  <a:lnTo>
                    <a:pt x="6" y="9"/>
                  </a:lnTo>
                  <a:lnTo>
                    <a:pt x="9" y="9"/>
                  </a:lnTo>
                  <a:lnTo>
                    <a:pt x="10" y="9"/>
                  </a:lnTo>
                  <a:lnTo>
                    <a:pt x="10" y="9"/>
                  </a:lnTo>
                  <a:lnTo>
                    <a:pt x="9" y="7"/>
                  </a:lnTo>
                  <a:lnTo>
                    <a:pt x="9" y="7"/>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361" name=""/>
            <p:cNvSpPr/>
            <p:nvPr/>
          </p:nvSpPr>
          <p:spPr>
            <a:xfrm>
              <a:off x="7480440" y="4200480"/>
              <a:ext cx="19080" cy="15840"/>
            </a:xfrm>
            <a:custGeom>
              <a:avLst/>
              <a:gdLst/>
              <a:ahLst/>
              <a:rect l="l" t="t" r="r" b="b"/>
              <a:pathLst>
                <a:path w="12" h="10">
                  <a:moveTo>
                    <a:pt x="5" y="0"/>
                  </a:moveTo>
                  <a:lnTo>
                    <a:pt x="5" y="3"/>
                  </a:lnTo>
                  <a:lnTo>
                    <a:pt x="5" y="6"/>
                  </a:lnTo>
                  <a:lnTo>
                    <a:pt x="5" y="6"/>
                  </a:lnTo>
                  <a:lnTo>
                    <a:pt x="3" y="6"/>
                  </a:lnTo>
                  <a:lnTo>
                    <a:pt x="3" y="6"/>
                  </a:lnTo>
                  <a:lnTo>
                    <a:pt x="3" y="6"/>
                  </a:lnTo>
                  <a:lnTo>
                    <a:pt x="1" y="6"/>
                  </a:lnTo>
                  <a:lnTo>
                    <a:pt x="0" y="7"/>
                  </a:lnTo>
                  <a:lnTo>
                    <a:pt x="1" y="9"/>
                  </a:lnTo>
                  <a:lnTo>
                    <a:pt x="2" y="8"/>
                  </a:lnTo>
                  <a:lnTo>
                    <a:pt x="3" y="7"/>
                  </a:lnTo>
                  <a:lnTo>
                    <a:pt x="3" y="7"/>
                  </a:lnTo>
                  <a:lnTo>
                    <a:pt x="3" y="7"/>
                  </a:lnTo>
                  <a:lnTo>
                    <a:pt x="5" y="7"/>
                  </a:lnTo>
                  <a:lnTo>
                    <a:pt x="5" y="7"/>
                  </a:lnTo>
                  <a:lnTo>
                    <a:pt x="8" y="6"/>
                  </a:lnTo>
                  <a:lnTo>
                    <a:pt x="11" y="3"/>
                  </a:lnTo>
                  <a:lnTo>
                    <a:pt x="5" y="0"/>
                  </a:lnTo>
                  <a:lnTo>
                    <a:pt x="5"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362" name=""/>
            <p:cNvSpPr/>
            <p:nvPr/>
          </p:nvSpPr>
          <p:spPr>
            <a:xfrm>
              <a:off x="7478640" y="4211640"/>
              <a:ext cx="4680" cy="4680"/>
            </a:xfrm>
            <a:custGeom>
              <a:avLst/>
              <a:gdLst/>
              <a:ahLst/>
              <a:rect l="l" t="t" r="r" b="b"/>
              <a:pathLst>
                <a:path w="3" h="3">
                  <a:moveTo>
                    <a:pt x="2" y="2"/>
                  </a:moveTo>
                  <a:lnTo>
                    <a:pt x="2" y="1"/>
                  </a:lnTo>
                  <a:lnTo>
                    <a:pt x="2" y="0"/>
                  </a:lnTo>
                  <a:lnTo>
                    <a:pt x="2" y="0"/>
                  </a:lnTo>
                  <a:lnTo>
                    <a:pt x="2" y="0"/>
                  </a:lnTo>
                  <a:lnTo>
                    <a:pt x="2" y="0"/>
                  </a:lnTo>
                  <a:lnTo>
                    <a:pt x="2" y="0"/>
                  </a:lnTo>
                  <a:lnTo>
                    <a:pt x="1" y="0"/>
                  </a:lnTo>
                  <a:lnTo>
                    <a:pt x="0" y="0"/>
                  </a:lnTo>
                  <a:lnTo>
                    <a:pt x="2" y="2"/>
                  </a:lnTo>
                  <a:lnTo>
                    <a:pt x="2"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363" name=""/>
            <p:cNvSpPr/>
            <p:nvPr/>
          </p:nvSpPr>
          <p:spPr>
            <a:xfrm>
              <a:off x="7431120" y="4186080"/>
              <a:ext cx="7920" cy="7920"/>
            </a:xfrm>
            <a:custGeom>
              <a:avLst/>
              <a:gdLst/>
              <a:ahLst/>
              <a:rect l="l" t="t" r="r" b="b"/>
              <a:pathLst>
                <a:path w="5" h="5">
                  <a:moveTo>
                    <a:pt x="4" y="1"/>
                  </a:moveTo>
                  <a:lnTo>
                    <a:pt x="2" y="1"/>
                  </a:lnTo>
                  <a:lnTo>
                    <a:pt x="2" y="0"/>
                  </a:lnTo>
                  <a:lnTo>
                    <a:pt x="2" y="0"/>
                  </a:lnTo>
                  <a:lnTo>
                    <a:pt x="2" y="1"/>
                  </a:lnTo>
                  <a:lnTo>
                    <a:pt x="2" y="1"/>
                  </a:lnTo>
                  <a:lnTo>
                    <a:pt x="0" y="2"/>
                  </a:lnTo>
                  <a:lnTo>
                    <a:pt x="0" y="2"/>
                  </a:lnTo>
                  <a:lnTo>
                    <a:pt x="2" y="4"/>
                  </a:lnTo>
                  <a:lnTo>
                    <a:pt x="4" y="1"/>
                  </a:lnTo>
                  <a:lnTo>
                    <a:pt x="4" y="1"/>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364" name=""/>
            <p:cNvSpPr/>
            <p:nvPr/>
          </p:nvSpPr>
          <p:spPr>
            <a:xfrm>
              <a:off x="7434360" y="4187880"/>
              <a:ext cx="33120" cy="19080"/>
            </a:xfrm>
            <a:custGeom>
              <a:avLst/>
              <a:gdLst/>
              <a:ahLst/>
              <a:rect l="l" t="t" r="r" b="b"/>
              <a:pathLst>
                <a:path w="21" h="12">
                  <a:moveTo>
                    <a:pt x="19" y="6"/>
                  </a:moveTo>
                  <a:lnTo>
                    <a:pt x="20" y="6"/>
                  </a:lnTo>
                  <a:lnTo>
                    <a:pt x="17" y="6"/>
                  </a:lnTo>
                  <a:lnTo>
                    <a:pt x="17" y="6"/>
                  </a:lnTo>
                  <a:lnTo>
                    <a:pt x="15" y="6"/>
                  </a:lnTo>
                  <a:lnTo>
                    <a:pt x="15" y="6"/>
                  </a:lnTo>
                  <a:lnTo>
                    <a:pt x="10" y="6"/>
                  </a:lnTo>
                  <a:lnTo>
                    <a:pt x="10" y="6"/>
                  </a:lnTo>
                  <a:lnTo>
                    <a:pt x="10" y="6"/>
                  </a:lnTo>
                  <a:lnTo>
                    <a:pt x="10" y="6"/>
                  </a:lnTo>
                  <a:lnTo>
                    <a:pt x="10" y="6"/>
                  </a:lnTo>
                  <a:lnTo>
                    <a:pt x="10" y="6"/>
                  </a:lnTo>
                  <a:lnTo>
                    <a:pt x="9" y="5"/>
                  </a:lnTo>
                  <a:lnTo>
                    <a:pt x="5" y="5"/>
                  </a:lnTo>
                  <a:lnTo>
                    <a:pt x="5" y="5"/>
                  </a:lnTo>
                  <a:lnTo>
                    <a:pt x="5" y="5"/>
                  </a:lnTo>
                  <a:lnTo>
                    <a:pt x="3" y="1"/>
                  </a:lnTo>
                  <a:lnTo>
                    <a:pt x="2" y="0"/>
                  </a:lnTo>
                  <a:lnTo>
                    <a:pt x="0" y="3"/>
                  </a:lnTo>
                  <a:lnTo>
                    <a:pt x="0" y="5"/>
                  </a:lnTo>
                  <a:lnTo>
                    <a:pt x="3" y="5"/>
                  </a:lnTo>
                  <a:lnTo>
                    <a:pt x="5" y="6"/>
                  </a:lnTo>
                  <a:lnTo>
                    <a:pt x="5" y="6"/>
                  </a:lnTo>
                  <a:lnTo>
                    <a:pt x="5" y="7"/>
                  </a:lnTo>
                  <a:lnTo>
                    <a:pt x="9" y="7"/>
                  </a:lnTo>
                  <a:lnTo>
                    <a:pt x="10" y="8"/>
                  </a:lnTo>
                  <a:lnTo>
                    <a:pt x="10" y="9"/>
                  </a:lnTo>
                  <a:lnTo>
                    <a:pt x="10" y="9"/>
                  </a:lnTo>
                  <a:lnTo>
                    <a:pt x="10" y="9"/>
                  </a:lnTo>
                  <a:lnTo>
                    <a:pt x="10" y="11"/>
                  </a:lnTo>
                  <a:lnTo>
                    <a:pt x="15" y="9"/>
                  </a:lnTo>
                  <a:lnTo>
                    <a:pt x="15" y="9"/>
                  </a:lnTo>
                  <a:lnTo>
                    <a:pt x="17" y="9"/>
                  </a:lnTo>
                  <a:lnTo>
                    <a:pt x="19" y="9"/>
                  </a:lnTo>
                  <a:lnTo>
                    <a:pt x="20" y="8"/>
                  </a:lnTo>
                  <a:lnTo>
                    <a:pt x="20" y="8"/>
                  </a:lnTo>
                  <a:lnTo>
                    <a:pt x="19" y="6"/>
                  </a:lnTo>
                  <a:lnTo>
                    <a:pt x="19" y="6"/>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365" name=""/>
            <p:cNvSpPr/>
            <p:nvPr/>
          </p:nvSpPr>
          <p:spPr>
            <a:xfrm>
              <a:off x="7464600" y="4197240"/>
              <a:ext cx="18720" cy="17640"/>
            </a:xfrm>
            <a:custGeom>
              <a:avLst/>
              <a:gdLst/>
              <a:ahLst/>
              <a:rect l="l" t="t" r="r" b="b"/>
              <a:pathLst>
                <a:path w="12" h="11">
                  <a:moveTo>
                    <a:pt x="9" y="8"/>
                  </a:moveTo>
                  <a:lnTo>
                    <a:pt x="9" y="8"/>
                  </a:lnTo>
                  <a:lnTo>
                    <a:pt x="9" y="8"/>
                  </a:lnTo>
                  <a:lnTo>
                    <a:pt x="7" y="8"/>
                  </a:lnTo>
                  <a:lnTo>
                    <a:pt x="5" y="8"/>
                  </a:lnTo>
                  <a:lnTo>
                    <a:pt x="3" y="5"/>
                  </a:lnTo>
                  <a:lnTo>
                    <a:pt x="2" y="2"/>
                  </a:lnTo>
                  <a:lnTo>
                    <a:pt x="1" y="1"/>
                  </a:lnTo>
                  <a:lnTo>
                    <a:pt x="1" y="0"/>
                  </a:lnTo>
                  <a:lnTo>
                    <a:pt x="0" y="0"/>
                  </a:lnTo>
                  <a:lnTo>
                    <a:pt x="1" y="2"/>
                  </a:lnTo>
                  <a:lnTo>
                    <a:pt x="1" y="3"/>
                  </a:lnTo>
                  <a:lnTo>
                    <a:pt x="1" y="5"/>
                  </a:lnTo>
                  <a:lnTo>
                    <a:pt x="1" y="8"/>
                  </a:lnTo>
                  <a:lnTo>
                    <a:pt x="1" y="8"/>
                  </a:lnTo>
                  <a:lnTo>
                    <a:pt x="3" y="9"/>
                  </a:lnTo>
                  <a:lnTo>
                    <a:pt x="5" y="10"/>
                  </a:lnTo>
                  <a:lnTo>
                    <a:pt x="9" y="10"/>
                  </a:lnTo>
                  <a:lnTo>
                    <a:pt x="11" y="9"/>
                  </a:lnTo>
                  <a:lnTo>
                    <a:pt x="11" y="9"/>
                  </a:lnTo>
                  <a:lnTo>
                    <a:pt x="9" y="8"/>
                  </a:lnTo>
                  <a:lnTo>
                    <a:pt x="9" y="8"/>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3366" name=""/>
            <p:cNvSpPr/>
            <p:nvPr/>
          </p:nvSpPr>
          <p:spPr>
            <a:xfrm>
              <a:off x="7478640" y="4197240"/>
              <a:ext cx="20880" cy="15840"/>
            </a:xfrm>
            <a:custGeom>
              <a:avLst/>
              <a:gdLst/>
              <a:ahLst/>
              <a:rect l="l" t="t" r="r" b="b"/>
              <a:pathLst>
                <a:path w="13" h="10">
                  <a:moveTo>
                    <a:pt x="6" y="0"/>
                  </a:moveTo>
                  <a:lnTo>
                    <a:pt x="6" y="3"/>
                  </a:lnTo>
                  <a:lnTo>
                    <a:pt x="6" y="5"/>
                  </a:lnTo>
                  <a:lnTo>
                    <a:pt x="5" y="5"/>
                  </a:lnTo>
                  <a:lnTo>
                    <a:pt x="4" y="5"/>
                  </a:lnTo>
                  <a:lnTo>
                    <a:pt x="4" y="5"/>
                  </a:lnTo>
                  <a:lnTo>
                    <a:pt x="3" y="5"/>
                  </a:lnTo>
                  <a:lnTo>
                    <a:pt x="2" y="5"/>
                  </a:lnTo>
                  <a:lnTo>
                    <a:pt x="0" y="8"/>
                  </a:lnTo>
                  <a:lnTo>
                    <a:pt x="2" y="9"/>
                  </a:lnTo>
                  <a:lnTo>
                    <a:pt x="2" y="9"/>
                  </a:lnTo>
                  <a:lnTo>
                    <a:pt x="3" y="8"/>
                  </a:lnTo>
                  <a:lnTo>
                    <a:pt x="4" y="8"/>
                  </a:lnTo>
                  <a:lnTo>
                    <a:pt x="4" y="9"/>
                  </a:lnTo>
                  <a:lnTo>
                    <a:pt x="6" y="9"/>
                  </a:lnTo>
                  <a:lnTo>
                    <a:pt x="6" y="8"/>
                  </a:lnTo>
                  <a:lnTo>
                    <a:pt x="9" y="8"/>
                  </a:lnTo>
                  <a:lnTo>
                    <a:pt x="12" y="2"/>
                  </a:lnTo>
                  <a:lnTo>
                    <a:pt x="6" y="0"/>
                  </a:lnTo>
                  <a:lnTo>
                    <a:pt x="6"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367" name=""/>
            <p:cNvSpPr/>
            <p:nvPr/>
          </p:nvSpPr>
          <p:spPr>
            <a:xfrm>
              <a:off x="7478640" y="4210200"/>
              <a:ext cx="4680" cy="2880"/>
            </a:xfrm>
            <a:custGeom>
              <a:avLst/>
              <a:gdLst/>
              <a:ahLst/>
              <a:rect l="l" t="t" r="r" b="b"/>
              <a:pathLst>
                <a:path w="3" h="2">
                  <a:moveTo>
                    <a:pt x="2" y="1"/>
                  </a:moveTo>
                  <a:lnTo>
                    <a:pt x="2" y="1"/>
                  </a:lnTo>
                  <a:lnTo>
                    <a:pt x="2" y="0"/>
                  </a:lnTo>
                  <a:lnTo>
                    <a:pt x="2" y="0"/>
                  </a:lnTo>
                  <a:lnTo>
                    <a:pt x="2" y="0"/>
                  </a:lnTo>
                  <a:lnTo>
                    <a:pt x="2" y="0"/>
                  </a:lnTo>
                  <a:lnTo>
                    <a:pt x="1" y="0"/>
                  </a:lnTo>
                  <a:lnTo>
                    <a:pt x="0" y="0"/>
                  </a:lnTo>
                  <a:lnTo>
                    <a:pt x="0" y="0"/>
                  </a:lnTo>
                  <a:lnTo>
                    <a:pt x="2" y="1"/>
                  </a:lnTo>
                  <a:lnTo>
                    <a:pt x="2" y="1"/>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368" name=""/>
            <p:cNvSpPr/>
            <p:nvPr/>
          </p:nvSpPr>
          <p:spPr>
            <a:xfrm>
              <a:off x="7431120" y="4186080"/>
              <a:ext cx="7920" cy="1800"/>
            </a:xfrm>
            <a:custGeom>
              <a:avLst/>
              <a:gdLst/>
              <a:ahLst/>
              <a:rect l="l" t="t" r="r" b="b"/>
              <a:pathLst>
                <a:path w="5" h="1">
                  <a:moveTo>
                    <a:pt x="4" y="0"/>
                  </a:moveTo>
                  <a:lnTo>
                    <a:pt x="2" y="0"/>
                  </a:lnTo>
                  <a:lnTo>
                    <a:pt x="2" y="0"/>
                  </a:lnTo>
                  <a:lnTo>
                    <a:pt x="2" y="0"/>
                  </a:lnTo>
                  <a:lnTo>
                    <a:pt x="2" y="0"/>
                  </a:lnTo>
                  <a:lnTo>
                    <a:pt x="0" y="0"/>
                  </a:lnTo>
                  <a:lnTo>
                    <a:pt x="0" y="0"/>
                  </a:lnTo>
                  <a:lnTo>
                    <a:pt x="0" y="0"/>
                  </a:lnTo>
                  <a:lnTo>
                    <a:pt x="0" y="0"/>
                  </a:lnTo>
                  <a:lnTo>
                    <a:pt x="4" y="0"/>
                  </a:lnTo>
                  <a:lnTo>
                    <a:pt x="4" y="0"/>
                  </a:lnTo>
                </a:path>
              </a:pathLst>
            </a:custGeom>
            <a:solidFill>
              <a:srgbClr val="a1e2ff"/>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369" name=""/>
            <p:cNvSpPr/>
            <p:nvPr/>
          </p:nvSpPr>
          <p:spPr>
            <a:xfrm>
              <a:off x="7431120" y="4186080"/>
              <a:ext cx="34920" cy="12960"/>
            </a:xfrm>
            <a:custGeom>
              <a:avLst/>
              <a:gdLst/>
              <a:ahLst/>
              <a:rect l="l" t="t" r="r" b="b"/>
              <a:pathLst>
                <a:path w="22" h="8">
                  <a:moveTo>
                    <a:pt x="19" y="6"/>
                  </a:moveTo>
                  <a:lnTo>
                    <a:pt x="19" y="6"/>
                  </a:lnTo>
                  <a:lnTo>
                    <a:pt x="19" y="6"/>
                  </a:lnTo>
                  <a:lnTo>
                    <a:pt x="17" y="6"/>
                  </a:lnTo>
                  <a:lnTo>
                    <a:pt x="17" y="6"/>
                  </a:lnTo>
                  <a:lnTo>
                    <a:pt x="14" y="6"/>
                  </a:lnTo>
                  <a:lnTo>
                    <a:pt x="12" y="6"/>
                  </a:lnTo>
                  <a:lnTo>
                    <a:pt x="12" y="6"/>
                  </a:lnTo>
                  <a:lnTo>
                    <a:pt x="12" y="6"/>
                  </a:lnTo>
                  <a:lnTo>
                    <a:pt x="12" y="6"/>
                  </a:lnTo>
                  <a:lnTo>
                    <a:pt x="12" y="6"/>
                  </a:lnTo>
                  <a:lnTo>
                    <a:pt x="11" y="6"/>
                  </a:lnTo>
                  <a:lnTo>
                    <a:pt x="10" y="6"/>
                  </a:lnTo>
                  <a:lnTo>
                    <a:pt x="7" y="5"/>
                  </a:lnTo>
                  <a:lnTo>
                    <a:pt x="7" y="2"/>
                  </a:lnTo>
                  <a:lnTo>
                    <a:pt x="7" y="1"/>
                  </a:lnTo>
                  <a:lnTo>
                    <a:pt x="5" y="0"/>
                  </a:lnTo>
                  <a:lnTo>
                    <a:pt x="4" y="0"/>
                  </a:lnTo>
                  <a:lnTo>
                    <a:pt x="0" y="0"/>
                  </a:lnTo>
                  <a:lnTo>
                    <a:pt x="2" y="2"/>
                  </a:lnTo>
                  <a:lnTo>
                    <a:pt x="4" y="6"/>
                  </a:lnTo>
                  <a:lnTo>
                    <a:pt x="7" y="6"/>
                  </a:lnTo>
                  <a:lnTo>
                    <a:pt x="7" y="6"/>
                  </a:lnTo>
                  <a:lnTo>
                    <a:pt x="7" y="6"/>
                  </a:lnTo>
                  <a:lnTo>
                    <a:pt x="10" y="7"/>
                  </a:lnTo>
                  <a:lnTo>
                    <a:pt x="12" y="7"/>
                  </a:lnTo>
                  <a:lnTo>
                    <a:pt x="12" y="7"/>
                  </a:lnTo>
                  <a:lnTo>
                    <a:pt x="12" y="7"/>
                  </a:lnTo>
                  <a:lnTo>
                    <a:pt x="12" y="7"/>
                  </a:lnTo>
                  <a:lnTo>
                    <a:pt x="12" y="7"/>
                  </a:lnTo>
                  <a:lnTo>
                    <a:pt x="14" y="7"/>
                  </a:lnTo>
                  <a:lnTo>
                    <a:pt x="17" y="7"/>
                  </a:lnTo>
                  <a:lnTo>
                    <a:pt x="17" y="7"/>
                  </a:lnTo>
                  <a:lnTo>
                    <a:pt x="19" y="7"/>
                  </a:lnTo>
                  <a:lnTo>
                    <a:pt x="21" y="7"/>
                  </a:lnTo>
                  <a:lnTo>
                    <a:pt x="21" y="7"/>
                  </a:lnTo>
                  <a:lnTo>
                    <a:pt x="19" y="6"/>
                  </a:lnTo>
                  <a:lnTo>
                    <a:pt x="19" y="6"/>
                  </a:lnTo>
                </a:path>
              </a:pathLst>
            </a:custGeom>
            <a:solidFill>
              <a:srgbClr val="a1e2ff"/>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3370" name=""/>
            <p:cNvSpPr/>
            <p:nvPr/>
          </p:nvSpPr>
          <p:spPr>
            <a:xfrm>
              <a:off x="7461360" y="4195800"/>
              <a:ext cx="21960" cy="17280"/>
            </a:xfrm>
            <a:custGeom>
              <a:avLst/>
              <a:gdLst/>
              <a:ahLst/>
              <a:rect l="l" t="t" r="r" b="b"/>
              <a:pathLst>
                <a:path w="14" h="11">
                  <a:moveTo>
                    <a:pt x="9" y="6"/>
                  </a:moveTo>
                  <a:lnTo>
                    <a:pt x="9" y="6"/>
                  </a:lnTo>
                  <a:lnTo>
                    <a:pt x="9" y="6"/>
                  </a:lnTo>
                  <a:lnTo>
                    <a:pt x="9" y="6"/>
                  </a:lnTo>
                  <a:lnTo>
                    <a:pt x="5" y="4"/>
                  </a:lnTo>
                  <a:lnTo>
                    <a:pt x="5" y="2"/>
                  </a:lnTo>
                  <a:lnTo>
                    <a:pt x="3" y="1"/>
                  </a:lnTo>
                  <a:lnTo>
                    <a:pt x="3" y="0"/>
                  </a:lnTo>
                  <a:lnTo>
                    <a:pt x="3" y="0"/>
                  </a:lnTo>
                  <a:lnTo>
                    <a:pt x="0" y="0"/>
                  </a:lnTo>
                  <a:lnTo>
                    <a:pt x="2" y="1"/>
                  </a:lnTo>
                  <a:lnTo>
                    <a:pt x="3" y="1"/>
                  </a:lnTo>
                  <a:lnTo>
                    <a:pt x="3" y="2"/>
                  </a:lnTo>
                  <a:lnTo>
                    <a:pt x="3" y="3"/>
                  </a:lnTo>
                  <a:lnTo>
                    <a:pt x="3" y="6"/>
                  </a:lnTo>
                  <a:lnTo>
                    <a:pt x="4" y="9"/>
                  </a:lnTo>
                  <a:lnTo>
                    <a:pt x="5" y="10"/>
                  </a:lnTo>
                  <a:lnTo>
                    <a:pt x="9" y="10"/>
                  </a:lnTo>
                  <a:lnTo>
                    <a:pt x="13" y="9"/>
                  </a:lnTo>
                  <a:lnTo>
                    <a:pt x="13" y="9"/>
                  </a:lnTo>
                  <a:lnTo>
                    <a:pt x="9" y="6"/>
                  </a:lnTo>
                  <a:lnTo>
                    <a:pt x="9" y="6"/>
                  </a:lnTo>
                </a:path>
              </a:pathLst>
            </a:custGeom>
            <a:solidFill>
              <a:srgbClr val="a1e2ff"/>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3371" name=""/>
            <p:cNvSpPr/>
            <p:nvPr/>
          </p:nvSpPr>
          <p:spPr>
            <a:xfrm>
              <a:off x="7475400" y="4197240"/>
              <a:ext cx="24120" cy="14400"/>
            </a:xfrm>
            <a:custGeom>
              <a:avLst/>
              <a:gdLst/>
              <a:ahLst/>
              <a:rect l="l" t="t" r="r" b="b"/>
              <a:pathLst>
                <a:path w="15" h="9">
                  <a:moveTo>
                    <a:pt x="8" y="0"/>
                  </a:moveTo>
                  <a:lnTo>
                    <a:pt x="8" y="1"/>
                  </a:lnTo>
                  <a:lnTo>
                    <a:pt x="8" y="2"/>
                  </a:lnTo>
                  <a:lnTo>
                    <a:pt x="6" y="2"/>
                  </a:lnTo>
                  <a:lnTo>
                    <a:pt x="6" y="2"/>
                  </a:lnTo>
                  <a:lnTo>
                    <a:pt x="6" y="2"/>
                  </a:lnTo>
                  <a:lnTo>
                    <a:pt x="4" y="2"/>
                  </a:lnTo>
                  <a:lnTo>
                    <a:pt x="4" y="2"/>
                  </a:lnTo>
                  <a:lnTo>
                    <a:pt x="0" y="5"/>
                  </a:lnTo>
                  <a:lnTo>
                    <a:pt x="4" y="8"/>
                  </a:lnTo>
                  <a:lnTo>
                    <a:pt x="4" y="8"/>
                  </a:lnTo>
                  <a:lnTo>
                    <a:pt x="4" y="8"/>
                  </a:lnTo>
                  <a:lnTo>
                    <a:pt x="6" y="8"/>
                  </a:lnTo>
                  <a:lnTo>
                    <a:pt x="6" y="8"/>
                  </a:lnTo>
                  <a:lnTo>
                    <a:pt x="6" y="8"/>
                  </a:lnTo>
                  <a:lnTo>
                    <a:pt x="8" y="8"/>
                  </a:lnTo>
                  <a:lnTo>
                    <a:pt x="11" y="5"/>
                  </a:lnTo>
                  <a:lnTo>
                    <a:pt x="14" y="0"/>
                  </a:lnTo>
                  <a:lnTo>
                    <a:pt x="8" y="0"/>
                  </a:lnTo>
                  <a:lnTo>
                    <a:pt x="8" y="0"/>
                  </a:lnTo>
                </a:path>
              </a:pathLst>
            </a:custGeom>
            <a:solidFill>
              <a:srgbClr val="a1e2ff"/>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372" name=""/>
            <p:cNvSpPr/>
            <p:nvPr/>
          </p:nvSpPr>
          <p:spPr>
            <a:xfrm>
              <a:off x="7475400" y="4205160"/>
              <a:ext cx="7920" cy="6480"/>
            </a:xfrm>
            <a:custGeom>
              <a:avLst/>
              <a:gdLst/>
              <a:ahLst/>
              <a:rect l="l" t="t" r="r" b="b"/>
              <a:pathLst>
                <a:path w="5" h="4">
                  <a:moveTo>
                    <a:pt x="4" y="3"/>
                  </a:moveTo>
                  <a:lnTo>
                    <a:pt x="4" y="3"/>
                  </a:lnTo>
                  <a:lnTo>
                    <a:pt x="4" y="3"/>
                  </a:lnTo>
                  <a:lnTo>
                    <a:pt x="4" y="0"/>
                  </a:lnTo>
                  <a:lnTo>
                    <a:pt x="4" y="0"/>
                  </a:lnTo>
                  <a:lnTo>
                    <a:pt x="2" y="0"/>
                  </a:lnTo>
                  <a:lnTo>
                    <a:pt x="2" y="0"/>
                  </a:lnTo>
                  <a:lnTo>
                    <a:pt x="2" y="0"/>
                  </a:lnTo>
                  <a:lnTo>
                    <a:pt x="0" y="3"/>
                  </a:lnTo>
                  <a:lnTo>
                    <a:pt x="4" y="3"/>
                  </a:lnTo>
                  <a:lnTo>
                    <a:pt x="4" y="3"/>
                  </a:lnTo>
                </a:path>
              </a:pathLst>
            </a:custGeom>
            <a:solidFill>
              <a:srgbClr val="a1e2ff"/>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373" name=""/>
            <p:cNvSpPr/>
            <p:nvPr/>
          </p:nvSpPr>
          <p:spPr>
            <a:xfrm>
              <a:off x="7431120" y="4183200"/>
              <a:ext cx="4680" cy="4680"/>
            </a:xfrm>
            <a:custGeom>
              <a:avLst/>
              <a:gdLst/>
              <a:ahLst/>
              <a:rect l="l" t="t" r="r" b="b"/>
              <a:pathLst>
                <a:path w="3" h="3">
                  <a:moveTo>
                    <a:pt x="2" y="0"/>
                  </a:moveTo>
                  <a:lnTo>
                    <a:pt x="2" y="0"/>
                  </a:lnTo>
                  <a:lnTo>
                    <a:pt x="2" y="0"/>
                  </a:lnTo>
                  <a:lnTo>
                    <a:pt x="2" y="0"/>
                  </a:lnTo>
                  <a:lnTo>
                    <a:pt x="0" y="0"/>
                  </a:lnTo>
                  <a:lnTo>
                    <a:pt x="0" y="0"/>
                  </a:lnTo>
                  <a:lnTo>
                    <a:pt x="0" y="0"/>
                  </a:lnTo>
                  <a:lnTo>
                    <a:pt x="0" y="2"/>
                  </a:lnTo>
                  <a:lnTo>
                    <a:pt x="0" y="2"/>
                  </a:lnTo>
                  <a:lnTo>
                    <a:pt x="2" y="0"/>
                  </a:lnTo>
                  <a:lnTo>
                    <a:pt x="2"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374" name=""/>
            <p:cNvSpPr/>
            <p:nvPr/>
          </p:nvSpPr>
          <p:spPr>
            <a:xfrm>
              <a:off x="7431120" y="4183200"/>
              <a:ext cx="31680" cy="14040"/>
            </a:xfrm>
            <a:custGeom>
              <a:avLst/>
              <a:gdLst/>
              <a:ahLst/>
              <a:rect l="l" t="t" r="r" b="b"/>
              <a:pathLst>
                <a:path w="20" h="9">
                  <a:moveTo>
                    <a:pt x="19" y="6"/>
                  </a:moveTo>
                  <a:lnTo>
                    <a:pt x="19" y="6"/>
                  </a:lnTo>
                  <a:lnTo>
                    <a:pt x="17" y="6"/>
                  </a:lnTo>
                  <a:lnTo>
                    <a:pt x="17" y="6"/>
                  </a:lnTo>
                  <a:lnTo>
                    <a:pt x="17" y="6"/>
                  </a:lnTo>
                  <a:lnTo>
                    <a:pt x="12" y="6"/>
                  </a:lnTo>
                  <a:lnTo>
                    <a:pt x="12" y="6"/>
                  </a:lnTo>
                  <a:lnTo>
                    <a:pt x="12" y="6"/>
                  </a:lnTo>
                  <a:lnTo>
                    <a:pt x="12" y="6"/>
                  </a:lnTo>
                  <a:lnTo>
                    <a:pt x="12" y="4"/>
                  </a:lnTo>
                  <a:lnTo>
                    <a:pt x="12" y="4"/>
                  </a:lnTo>
                  <a:lnTo>
                    <a:pt x="11" y="4"/>
                  </a:lnTo>
                  <a:lnTo>
                    <a:pt x="8" y="3"/>
                  </a:lnTo>
                  <a:lnTo>
                    <a:pt x="7" y="2"/>
                  </a:lnTo>
                  <a:lnTo>
                    <a:pt x="7" y="2"/>
                  </a:lnTo>
                  <a:lnTo>
                    <a:pt x="7" y="2"/>
                  </a:lnTo>
                  <a:lnTo>
                    <a:pt x="5" y="2"/>
                  </a:lnTo>
                  <a:lnTo>
                    <a:pt x="2" y="0"/>
                  </a:lnTo>
                  <a:lnTo>
                    <a:pt x="0" y="2"/>
                  </a:lnTo>
                  <a:lnTo>
                    <a:pt x="2" y="2"/>
                  </a:lnTo>
                  <a:lnTo>
                    <a:pt x="2" y="3"/>
                  </a:lnTo>
                  <a:lnTo>
                    <a:pt x="5" y="4"/>
                  </a:lnTo>
                  <a:lnTo>
                    <a:pt x="7" y="6"/>
                  </a:lnTo>
                  <a:lnTo>
                    <a:pt x="7" y="8"/>
                  </a:lnTo>
                  <a:lnTo>
                    <a:pt x="8" y="8"/>
                  </a:lnTo>
                  <a:lnTo>
                    <a:pt x="11" y="8"/>
                  </a:lnTo>
                  <a:lnTo>
                    <a:pt x="12" y="8"/>
                  </a:lnTo>
                  <a:lnTo>
                    <a:pt x="12" y="8"/>
                  </a:lnTo>
                  <a:lnTo>
                    <a:pt x="12" y="8"/>
                  </a:lnTo>
                  <a:lnTo>
                    <a:pt x="12" y="8"/>
                  </a:lnTo>
                  <a:lnTo>
                    <a:pt x="12" y="8"/>
                  </a:lnTo>
                  <a:lnTo>
                    <a:pt x="17" y="8"/>
                  </a:lnTo>
                  <a:lnTo>
                    <a:pt x="17" y="8"/>
                  </a:lnTo>
                  <a:lnTo>
                    <a:pt x="19" y="8"/>
                  </a:lnTo>
                  <a:lnTo>
                    <a:pt x="19" y="8"/>
                  </a:lnTo>
                  <a:lnTo>
                    <a:pt x="19" y="8"/>
                  </a:lnTo>
                  <a:lnTo>
                    <a:pt x="19" y="6"/>
                  </a:lnTo>
                  <a:lnTo>
                    <a:pt x="19" y="6"/>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375" name=""/>
            <p:cNvSpPr/>
            <p:nvPr/>
          </p:nvSpPr>
          <p:spPr>
            <a:xfrm>
              <a:off x="7461360" y="4192560"/>
              <a:ext cx="20520" cy="19080"/>
            </a:xfrm>
            <a:custGeom>
              <a:avLst/>
              <a:gdLst/>
              <a:ahLst/>
              <a:rect l="l" t="t" r="r" b="b"/>
              <a:pathLst>
                <a:path w="13" h="12">
                  <a:moveTo>
                    <a:pt x="9" y="5"/>
                  </a:moveTo>
                  <a:lnTo>
                    <a:pt x="9" y="5"/>
                  </a:lnTo>
                  <a:lnTo>
                    <a:pt x="9" y="5"/>
                  </a:lnTo>
                  <a:lnTo>
                    <a:pt x="7" y="5"/>
                  </a:lnTo>
                  <a:lnTo>
                    <a:pt x="5" y="4"/>
                  </a:lnTo>
                  <a:lnTo>
                    <a:pt x="4" y="3"/>
                  </a:lnTo>
                  <a:lnTo>
                    <a:pt x="3" y="2"/>
                  </a:lnTo>
                  <a:lnTo>
                    <a:pt x="3" y="2"/>
                  </a:lnTo>
                  <a:lnTo>
                    <a:pt x="3" y="0"/>
                  </a:lnTo>
                  <a:lnTo>
                    <a:pt x="0" y="0"/>
                  </a:lnTo>
                  <a:lnTo>
                    <a:pt x="0" y="2"/>
                  </a:lnTo>
                  <a:lnTo>
                    <a:pt x="0" y="2"/>
                  </a:lnTo>
                  <a:lnTo>
                    <a:pt x="3" y="2"/>
                  </a:lnTo>
                  <a:lnTo>
                    <a:pt x="3" y="3"/>
                  </a:lnTo>
                  <a:lnTo>
                    <a:pt x="3" y="4"/>
                  </a:lnTo>
                  <a:lnTo>
                    <a:pt x="3" y="6"/>
                  </a:lnTo>
                  <a:lnTo>
                    <a:pt x="5" y="11"/>
                  </a:lnTo>
                  <a:lnTo>
                    <a:pt x="9" y="11"/>
                  </a:lnTo>
                  <a:lnTo>
                    <a:pt x="12" y="11"/>
                  </a:lnTo>
                  <a:lnTo>
                    <a:pt x="12" y="11"/>
                  </a:lnTo>
                  <a:lnTo>
                    <a:pt x="9" y="5"/>
                  </a:lnTo>
                  <a:lnTo>
                    <a:pt x="9" y="5"/>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376" name=""/>
            <p:cNvSpPr/>
            <p:nvPr/>
          </p:nvSpPr>
          <p:spPr>
            <a:xfrm>
              <a:off x="7475400" y="4195800"/>
              <a:ext cx="24120" cy="15840"/>
            </a:xfrm>
            <a:custGeom>
              <a:avLst/>
              <a:gdLst/>
              <a:ahLst/>
              <a:rect l="l" t="t" r="r" b="b"/>
              <a:pathLst>
                <a:path w="15" h="10">
                  <a:moveTo>
                    <a:pt x="11" y="0"/>
                  </a:moveTo>
                  <a:lnTo>
                    <a:pt x="8" y="1"/>
                  </a:lnTo>
                  <a:lnTo>
                    <a:pt x="8" y="2"/>
                  </a:lnTo>
                  <a:lnTo>
                    <a:pt x="6" y="2"/>
                  </a:lnTo>
                  <a:lnTo>
                    <a:pt x="6" y="2"/>
                  </a:lnTo>
                  <a:lnTo>
                    <a:pt x="5" y="2"/>
                  </a:lnTo>
                  <a:lnTo>
                    <a:pt x="4" y="1"/>
                  </a:lnTo>
                  <a:lnTo>
                    <a:pt x="3" y="2"/>
                  </a:lnTo>
                  <a:lnTo>
                    <a:pt x="0" y="3"/>
                  </a:lnTo>
                  <a:lnTo>
                    <a:pt x="3" y="9"/>
                  </a:lnTo>
                  <a:lnTo>
                    <a:pt x="4" y="6"/>
                  </a:lnTo>
                  <a:lnTo>
                    <a:pt x="4" y="6"/>
                  </a:lnTo>
                  <a:lnTo>
                    <a:pt x="5" y="6"/>
                  </a:lnTo>
                  <a:lnTo>
                    <a:pt x="6" y="6"/>
                  </a:lnTo>
                  <a:lnTo>
                    <a:pt x="6" y="6"/>
                  </a:lnTo>
                  <a:lnTo>
                    <a:pt x="8" y="6"/>
                  </a:lnTo>
                  <a:lnTo>
                    <a:pt x="11" y="3"/>
                  </a:lnTo>
                  <a:lnTo>
                    <a:pt x="14" y="1"/>
                  </a:lnTo>
                  <a:lnTo>
                    <a:pt x="11" y="0"/>
                  </a:lnTo>
                  <a:lnTo>
                    <a:pt x="11"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377" name=""/>
            <p:cNvSpPr/>
            <p:nvPr/>
          </p:nvSpPr>
          <p:spPr>
            <a:xfrm>
              <a:off x="7475400" y="4199040"/>
              <a:ext cx="7920" cy="7920"/>
            </a:xfrm>
            <a:custGeom>
              <a:avLst/>
              <a:gdLst/>
              <a:ahLst/>
              <a:rect l="l" t="t" r="r" b="b"/>
              <a:pathLst>
                <a:path w="5" h="5">
                  <a:moveTo>
                    <a:pt x="4" y="4"/>
                  </a:moveTo>
                  <a:lnTo>
                    <a:pt x="4" y="4"/>
                  </a:lnTo>
                  <a:lnTo>
                    <a:pt x="4" y="2"/>
                  </a:lnTo>
                  <a:lnTo>
                    <a:pt x="3" y="1"/>
                  </a:lnTo>
                  <a:lnTo>
                    <a:pt x="2" y="1"/>
                  </a:lnTo>
                  <a:lnTo>
                    <a:pt x="2" y="0"/>
                  </a:lnTo>
                  <a:lnTo>
                    <a:pt x="0" y="0"/>
                  </a:lnTo>
                  <a:lnTo>
                    <a:pt x="0" y="1"/>
                  </a:lnTo>
                  <a:lnTo>
                    <a:pt x="0" y="1"/>
                  </a:lnTo>
                  <a:lnTo>
                    <a:pt x="4" y="4"/>
                  </a:lnTo>
                  <a:lnTo>
                    <a:pt x="4"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378" name=""/>
            <p:cNvSpPr/>
            <p:nvPr/>
          </p:nvSpPr>
          <p:spPr>
            <a:xfrm>
              <a:off x="7431120" y="4181400"/>
              <a:ext cx="4680" cy="3240"/>
            </a:xfrm>
            <a:custGeom>
              <a:avLst/>
              <a:gdLst/>
              <a:ahLst/>
              <a:rect l="l" t="t" r="r" b="b"/>
              <a:pathLst>
                <a:path w="3" h="2">
                  <a:moveTo>
                    <a:pt x="2" y="1"/>
                  </a:moveTo>
                  <a:lnTo>
                    <a:pt x="2" y="0"/>
                  </a:lnTo>
                  <a:lnTo>
                    <a:pt x="2" y="0"/>
                  </a:lnTo>
                  <a:lnTo>
                    <a:pt x="0" y="0"/>
                  </a:lnTo>
                  <a:lnTo>
                    <a:pt x="0" y="1"/>
                  </a:lnTo>
                  <a:lnTo>
                    <a:pt x="0" y="1"/>
                  </a:lnTo>
                  <a:lnTo>
                    <a:pt x="0" y="1"/>
                  </a:lnTo>
                  <a:lnTo>
                    <a:pt x="0" y="1"/>
                  </a:lnTo>
                  <a:lnTo>
                    <a:pt x="0" y="1"/>
                  </a:lnTo>
                  <a:lnTo>
                    <a:pt x="2" y="1"/>
                  </a:lnTo>
                  <a:lnTo>
                    <a:pt x="2"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79" name=""/>
            <p:cNvSpPr/>
            <p:nvPr/>
          </p:nvSpPr>
          <p:spPr>
            <a:xfrm>
              <a:off x="7431120" y="4183200"/>
              <a:ext cx="31680" cy="14040"/>
            </a:xfrm>
            <a:custGeom>
              <a:avLst/>
              <a:gdLst/>
              <a:ahLst/>
              <a:rect l="l" t="t" r="r" b="b"/>
              <a:pathLst>
                <a:path w="20" h="9">
                  <a:moveTo>
                    <a:pt x="17" y="2"/>
                  </a:moveTo>
                  <a:lnTo>
                    <a:pt x="17" y="2"/>
                  </a:lnTo>
                  <a:lnTo>
                    <a:pt x="17" y="2"/>
                  </a:lnTo>
                  <a:lnTo>
                    <a:pt x="17" y="2"/>
                  </a:lnTo>
                  <a:lnTo>
                    <a:pt x="14" y="2"/>
                  </a:lnTo>
                  <a:lnTo>
                    <a:pt x="12" y="2"/>
                  </a:lnTo>
                  <a:lnTo>
                    <a:pt x="12" y="2"/>
                  </a:lnTo>
                  <a:lnTo>
                    <a:pt x="12" y="2"/>
                  </a:lnTo>
                  <a:lnTo>
                    <a:pt x="12" y="2"/>
                  </a:lnTo>
                  <a:lnTo>
                    <a:pt x="12" y="2"/>
                  </a:lnTo>
                  <a:lnTo>
                    <a:pt x="12" y="2"/>
                  </a:lnTo>
                  <a:lnTo>
                    <a:pt x="10" y="2"/>
                  </a:lnTo>
                  <a:lnTo>
                    <a:pt x="7" y="2"/>
                  </a:lnTo>
                  <a:lnTo>
                    <a:pt x="7" y="2"/>
                  </a:lnTo>
                  <a:lnTo>
                    <a:pt x="7" y="0"/>
                  </a:lnTo>
                  <a:lnTo>
                    <a:pt x="5" y="0"/>
                  </a:lnTo>
                  <a:lnTo>
                    <a:pt x="5" y="0"/>
                  </a:lnTo>
                  <a:lnTo>
                    <a:pt x="2" y="0"/>
                  </a:lnTo>
                  <a:lnTo>
                    <a:pt x="0" y="0"/>
                  </a:lnTo>
                  <a:lnTo>
                    <a:pt x="2" y="0"/>
                  </a:lnTo>
                  <a:lnTo>
                    <a:pt x="2" y="2"/>
                  </a:lnTo>
                  <a:lnTo>
                    <a:pt x="5" y="2"/>
                  </a:lnTo>
                  <a:lnTo>
                    <a:pt x="7" y="2"/>
                  </a:lnTo>
                  <a:lnTo>
                    <a:pt x="7" y="3"/>
                  </a:lnTo>
                  <a:lnTo>
                    <a:pt x="7" y="4"/>
                  </a:lnTo>
                  <a:lnTo>
                    <a:pt x="11" y="4"/>
                  </a:lnTo>
                  <a:lnTo>
                    <a:pt x="12" y="6"/>
                  </a:lnTo>
                  <a:lnTo>
                    <a:pt x="12" y="6"/>
                  </a:lnTo>
                  <a:lnTo>
                    <a:pt x="12" y="7"/>
                  </a:lnTo>
                  <a:lnTo>
                    <a:pt x="12" y="8"/>
                  </a:lnTo>
                  <a:lnTo>
                    <a:pt x="12" y="8"/>
                  </a:lnTo>
                  <a:lnTo>
                    <a:pt x="14" y="8"/>
                  </a:lnTo>
                  <a:lnTo>
                    <a:pt x="17" y="7"/>
                  </a:lnTo>
                  <a:lnTo>
                    <a:pt x="17" y="7"/>
                  </a:lnTo>
                  <a:lnTo>
                    <a:pt x="19" y="6"/>
                  </a:lnTo>
                  <a:lnTo>
                    <a:pt x="19" y="6"/>
                  </a:lnTo>
                  <a:lnTo>
                    <a:pt x="17" y="2"/>
                  </a:lnTo>
                  <a:lnTo>
                    <a:pt x="17" y="2"/>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380" name=""/>
            <p:cNvSpPr/>
            <p:nvPr/>
          </p:nvSpPr>
          <p:spPr>
            <a:xfrm>
              <a:off x="7458120" y="4186080"/>
              <a:ext cx="22320" cy="20880"/>
            </a:xfrm>
            <a:custGeom>
              <a:avLst/>
              <a:gdLst/>
              <a:ahLst/>
              <a:rect l="l" t="t" r="r" b="b"/>
              <a:pathLst>
                <a:path w="14" h="13">
                  <a:moveTo>
                    <a:pt x="7" y="7"/>
                  </a:moveTo>
                  <a:lnTo>
                    <a:pt x="7" y="7"/>
                  </a:lnTo>
                  <a:lnTo>
                    <a:pt x="9" y="7"/>
                  </a:lnTo>
                  <a:lnTo>
                    <a:pt x="7" y="7"/>
                  </a:lnTo>
                  <a:lnTo>
                    <a:pt x="7" y="7"/>
                  </a:lnTo>
                  <a:lnTo>
                    <a:pt x="6" y="6"/>
                  </a:lnTo>
                  <a:lnTo>
                    <a:pt x="5" y="5"/>
                  </a:lnTo>
                  <a:lnTo>
                    <a:pt x="5" y="2"/>
                  </a:lnTo>
                  <a:lnTo>
                    <a:pt x="5" y="0"/>
                  </a:lnTo>
                  <a:lnTo>
                    <a:pt x="0" y="0"/>
                  </a:lnTo>
                  <a:lnTo>
                    <a:pt x="2" y="4"/>
                  </a:lnTo>
                  <a:lnTo>
                    <a:pt x="2" y="4"/>
                  </a:lnTo>
                  <a:lnTo>
                    <a:pt x="4" y="6"/>
                  </a:lnTo>
                  <a:lnTo>
                    <a:pt x="5" y="6"/>
                  </a:lnTo>
                  <a:lnTo>
                    <a:pt x="5" y="7"/>
                  </a:lnTo>
                  <a:lnTo>
                    <a:pt x="5" y="8"/>
                  </a:lnTo>
                  <a:lnTo>
                    <a:pt x="6" y="9"/>
                  </a:lnTo>
                  <a:lnTo>
                    <a:pt x="9" y="12"/>
                  </a:lnTo>
                  <a:lnTo>
                    <a:pt x="13" y="9"/>
                  </a:lnTo>
                  <a:lnTo>
                    <a:pt x="13" y="9"/>
                  </a:lnTo>
                  <a:lnTo>
                    <a:pt x="7" y="7"/>
                  </a:lnTo>
                  <a:lnTo>
                    <a:pt x="7" y="7"/>
                  </a:lnTo>
                </a:path>
              </a:pathLst>
            </a:custGeom>
            <a:solidFill>
              <a:srgbClr val="ffc0b6"/>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3381" name=""/>
            <p:cNvSpPr/>
            <p:nvPr/>
          </p:nvSpPr>
          <p:spPr>
            <a:xfrm>
              <a:off x="7469280" y="4195800"/>
              <a:ext cx="30240" cy="7920"/>
            </a:xfrm>
            <a:custGeom>
              <a:avLst/>
              <a:gdLst/>
              <a:ahLst/>
              <a:rect l="l" t="t" r="r" b="b"/>
              <a:pathLst>
                <a:path w="19" h="5">
                  <a:moveTo>
                    <a:pt x="15" y="0"/>
                  </a:moveTo>
                  <a:lnTo>
                    <a:pt x="12" y="0"/>
                  </a:lnTo>
                  <a:lnTo>
                    <a:pt x="12" y="1"/>
                  </a:lnTo>
                  <a:lnTo>
                    <a:pt x="10" y="1"/>
                  </a:lnTo>
                  <a:lnTo>
                    <a:pt x="10" y="1"/>
                  </a:lnTo>
                  <a:lnTo>
                    <a:pt x="9" y="1"/>
                  </a:lnTo>
                  <a:lnTo>
                    <a:pt x="8" y="1"/>
                  </a:lnTo>
                  <a:lnTo>
                    <a:pt x="6" y="1"/>
                  </a:lnTo>
                  <a:lnTo>
                    <a:pt x="0" y="1"/>
                  </a:lnTo>
                  <a:lnTo>
                    <a:pt x="6" y="3"/>
                  </a:lnTo>
                  <a:lnTo>
                    <a:pt x="7" y="3"/>
                  </a:lnTo>
                  <a:lnTo>
                    <a:pt x="8" y="3"/>
                  </a:lnTo>
                  <a:lnTo>
                    <a:pt x="8" y="3"/>
                  </a:lnTo>
                  <a:lnTo>
                    <a:pt x="10" y="4"/>
                  </a:lnTo>
                  <a:lnTo>
                    <a:pt x="10" y="4"/>
                  </a:lnTo>
                  <a:lnTo>
                    <a:pt x="12" y="3"/>
                  </a:lnTo>
                  <a:lnTo>
                    <a:pt x="15" y="1"/>
                  </a:lnTo>
                  <a:lnTo>
                    <a:pt x="18" y="0"/>
                  </a:lnTo>
                  <a:lnTo>
                    <a:pt x="15" y="0"/>
                  </a:lnTo>
                  <a:lnTo>
                    <a:pt x="15"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382" name=""/>
            <p:cNvSpPr/>
            <p:nvPr/>
          </p:nvSpPr>
          <p:spPr>
            <a:xfrm>
              <a:off x="7469280" y="4197240"/>
              <a:ext cx="11160" cy="5040"/>
            </a:xfrm>
            <a:custGeom>
              <a:avLst/>
              <a:gdLst/>
              <a:ahLst/>
              <a:rect l="l" t="t" r="r" b="b"/>
              <a:pathLst>
                <a:path w="7" h="3">
                  <a:moveTo>
                    <a:pt x="6" y="2"/>
                  </a:moveTo>
                  <a:lnTo>
                    <a:pt x="6" y="1"/>
                  </a:lnTo>
                  <a:lnTo>
                    <a:pt x="6" y="1"/>
                  </a:lnTo>
                  <a:lnTo>
                    <a:pt x="6" y="0"/>
                  </a:lnTo>
                  <a:lnTo>
                    <a:pt x="6" y="0"/>
                  </a:lnTo>
                  <a:lnTo>
                    <a:pt x="4" y="0"/>
                  </a:lnTo>
                  <a:lnTo>
                    <a:pt x="4" y="0"/>
                  </a:lnTo>
                  <a:lnTo>
                    <a:pt x="2" y="0"/>
                  </a:lnTo>
                  <a:lnTo>
                    <a:pt x="0" y="1"/>
                  </a:lnTo>
                  <a:lnTo>
                    <a:pt x="6" y="2"/>
                  </a:lnTo>
                  <a:lnTo>
                    <a:pt x="6" y="2"/>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383" name=""/>
            <p:cNvSpPr/>
            <p:nvPr/>
          </p:nvSpPr>
          <p:spPr>
            <a:xfrm>
              <a:off x="7431120" y="4176720"/>
              <a:ext cx="4680" cy="6480"/>
            </a:xfrm>
            <a:custGeom>
              <a:avLst/>
              <a:gdLst/>
              <a:ahLst/>
              <a:rect l="l" t="t" r="r" b="b"/>
              <a:pathLst>
                <a:path w="3" h="4">
                  <a:moveTo>
                    <a:pt x="2" y="0"/>
                  </a:moveTo>
                  <a:lnTo>
                    <a:pt x="2" y="0"/>
                  </a:lnTo>
                  <a:lnTo>
                    <a:pt x="2" y="0"/>
                  </a:lnTo>
                  <a:lnTo>
                    <a:pt x="0" y="0"/>
                  </a:lnTo>
                  <a:lnTo>
                    <a:pt x="0" y="0"/>
                  </a:lnTo>
                  <a:lnTo>
                    <a:pt x="0" y="1"/>
                  </a:lnTo>
                  <a:lnTo>
                    <a:pt x="0" y="1"/>
                  </a:lnTo>
                  <a:lnTo>
                    <a:pt x="0" y="1"/>
                  </a:lnTo>
                  <a:lnTo>
                    <a:pt x="0" y="3"/>
                  </a:lnTo>
                  <a:lnTo>
                    <a:pt x="2" y="0"/>
                  </a:lnTo>
                  <a:lnTo>
                    <a:pt x="2" y="0"/>
                  </a:lnTo>
                </a:path>
              </a:pathLst>
            </a:custGeom>
            <a:solidFill>
              <a:srgbClr val="ffe0e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384" name=""/>
            <p:cNvSpPr/>
            <p:nvPr/>
          </p:nvSpPr>
          <p:spPr>
            <a:xfrm>
              <a:off x="7431120" y="4176720"/>
              <a:ext cx="31680" cy="12600"/>
            </a:xfrm>
            <a:custGeom>
              <a:avLst/>
              <a:gdLst/>
              <a:ahLst/>
              <a:rect l="l" t="t" r="r" b="b"/>
              <a:pathLst>
                <a:path w="20" h="8">
                  <a:moveTo>
                    <a:pt x="17" y="6"/>
                  </a:moveTo>
                  <a:lnTo>
                    <a:pt x="17" y="6"/>
                  </a:lnTo>
                  <a:lnTo>
                    <a:pt x="17" y="6"/>
                  </a:lnTo>
                  <a:lnTo>
                    <a:pt x="17" y="6"/>
                  </a:lnTo>
                  <a:lnTo>
                    <a:pt x="12" y="6"/>
                  </a:lnTo>
                  <a:lnTo>
                    <a:pt x="12" y="6"/>
                  </a:lnTo>
                  <a:lnTo>
                    <a:pt x="12" y="6"/>
                  </a:lnTo>
                  <a:lnTo>
                    <a:pt x="12" y="6"/>
                  </a:lnTo>
                  <a:lnTo>
                    <a:pt x="12" y="4"/>
                  </a:lnTo>
                  <a:lnTo>
                    <a:pt x="12" y="4"/>
                  </a:lnTo>
                  <a:lnTo>
                    <a:pt x="11" y="4"/>
                  </a:lnTo>
                  <a:lnTo>
                    <a:pt x="10" y="4"/>
                  </a:lnTo>
                  <a:lnTo>
                    <a:pt x="7" y="4"/>
                  </a:lnTo>
                  <a:lnTo>
                    <a:pt x="7" y="4"/>
                  </a:lnTo>
                  <a:lnTo>
                    <a:pt x="7" y="4"/>
                  </a:lnTo>
                  <a:lnTo>
                    <a:pt x="5" y="3"/>
                  </a:lnTo>
                  <a:lnTo>
                    <a:pt x="4" y="1"/>
                  </a:lnTo>
                  <a:lnTo>
                    <a:pt x="2" y="0"/>
                  </a:lnTo>
                  <a:lnTo>
                    <a:pt x="0" y="3"/>
                  </a:lnTo>
                  <a:lnTo>
                    <a:pt x="2" y="4"/>
                  </a:lnTo>
                  <a:lnTo>
                    <a:pt x="2" y="4"/>
                  </a:lnTo>
                  <a:lnTo>
                    <a:pt x="5" y="4"/>
                  </a:lnTo>
                  <a:lnTo>
                    <a:pt x="7" y="6"/>
                  </a:lnTo>
                  <a:lnTo>
                    <a:pt x="7" y="6"/>
                  </a:lnTo>
                  <a:lnTo>
                    <a:pt x="7" y="6"/>
                  </a:lnTo>
                  <a:lnTo>
                    <a:pt x="10" y="6"/>
                  </a:lnTo>
                  <a:lnTo>
                    <a:pt x="12" y="6"/>
                  </a:lnTo>
                  <a:lnTo>
                    <a:pt x="12" y="6"/>
                  </a:lnTo>
                  <a:lnTo>
                    <a:pt x="12" y="6"/>
                  </a:lnTo>
                  <a:lnTo>
                    <a:pt x="12" y="7"/>
                  </a:lnTo>
                  <a:lnTo>
                    <a:pt x="12" y="7"/>
                  </a:lnTo>
                  <a:lnTo>
                    <a:pt x="12" y="7"/>
                  </a:lnTo>
                  <a:lnTo>
                    <a:pt x="17" y="7"/>
                  </a:lnTo>
                  <a:lnTo>
                    <a:pt x="17" y="6"/>
                  </a:lnTo>
                  <a:lnTo>
                    <a:pt x="19" y="6"/>
                  </a:lnTo>
                  <a:lnTo>
                    <a:pt x="19" y="6"/>
                  </a:lnTo>
                  <a:lnTo>
                    <a:pt x="17" y="6"/>
                  </a:lnTo>
                  <a:lnTo>
                    <a:pt x="17" y="6"/>
                  </a:lnTo>
                </a:path>
              </a:pathLst>
            </a:custGeom>
            <a:solidFill>
              <a:srgbClr val="ffe0e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385" name=""/>
            <p:cNvSpPr/>
            <p:nvPr/>
          </p:nvSpPr>
          <p:spPr>
            <a:xfrm>
              <a:off x="7458120" y="4186080"/>
              <a:ext cx="19080" cy="14400"/>
            </a:xfrm>
            <a:custGeom>
              <a:avLst/>
              <a:gdLst/>
              <a:ahLst/>
              <a:rect l="l" t="t" r="r" b="b"/>
              <a:pathLst>
                <a:path w="12" h="9">
                  <a:moveTo>
                    <a:pt x="7" y="6"/>
                  </a:moveTo>
                  <a:lnTo>
                    <a:pt x="7" y="6"/>
                  </a:lnTo>
                  <a:lnTo>
                    <a:pt x="7" y="6"/>
                  </a:lnTo>
                  <a:lnTo>
                    <a:pt x="7" y="6"/>
                  </a:lnTo>
                  <a:lnTo>
                    <a:pt x="6" y="6"/>
                  </a:lnTo>
                  <a:lnTo>
                    <a:pt x="5" y="5"/>
                  </a:lnTo>
                  <a:lnTo>
                    <a:pt x="5" y="1"/>
                  </a:lnTo>
                  <a:lnTo>
                    <a:pt x="5" y="0"/>
                  </a:lnTo>
                  <a:lnTo>
                    <a:pt x="4" y="0"/>
                  </a:lnTo>
                  <a:lnTo>
                    <a:pt x="0" y="0"/>
                  </a:lnTo>
                  <a:lnTo>
                    <a:pt x="2" y="0"/>
                  </a:lnTo>
                  <a:lnTo>
                    <a:pt x="0" y="0"/>
                  </a:lnTo>
                  <a:lnTo>
                    <a:pt x="2" y="1"/>
                  </a:lnTo>
                  <a:lnTo>
                    <a:pt x="5" y="4"/>
                  </a:lnTo>
                  <a:lnTo>
                    <a:pt x="5" y="6"/>
                  </a:lnTo>
                  <a:lnTo>
                    <a:pt x="5" y="6"/>
                  </a:lnTo>
                  <a:lnTo>
                    <a:pt x="5" y="7"/>
                  </a:lnTo>
                  <a:lnTo>
                    <a:pt x="7" y="8"/>
                  </a:lnTo>
                  <a:lnTo>
                    <a:pt x="11" y="8"/>
                  </a:lnTo>
                  <a:lnTo>
                    <a:pt x="11" y="8"/>
                  </a:lnTo>
                  <a:lnTo>
                    <a:pt x="7" y="6"/>
                  </a:lnTo>
                  <a:lnTo>
                    <a:pt x="7" y="6"/>
                  </a:lnTo>
                </a:path>
              </a:pathLst>
            </a:custGeom>
            <a:solidFill>
              <a:srgbClr val="ffe0e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386" name=""/>
            <p:cNvSpPr/>
            <p:nvPr/>
          </p:nvSpPr>
          <p:spPr>
            <a:xfrm>
              <a:off x="7469280" y="4194000"/>
              <a:ext cx="30240" cy="6480"/>
            </a:xfrm>
            <a:custGeom>
              <a:avLst/>
              <a:gdLst/>
              <a:ahLst/>
              <a:rect l="l" t="t" r="r" b="b"/>
              <a:pathLst>
                <a:path w="19" h="4">
                  <a:moveTo>
                    <a:pt x="15" y="0"/>
                  </a:moveTo>
                  <a:lnTo>
                    <a:pt x="12" y="1"/>
                  </a:lnTo>
                  <a:lnTo>
                    <a:pt x="12" y="1"/>
                  </a:lnTo>
                  <a:lnTo>
                    <a:pt x="10" y="1"/>
                  </a:lnTo>
                  <a:lnTo>
                    <a:pt x="10" y="1"/>
                  </a:lnTo>
                  <a:lnTo>
                    <a:pt x="8" y="1"/>
                  </a:lnTo>
                  <a:lnTo>
                    <a:pt x="8" y="1"/>
                  </a:lnTo>
                  <a:lnTo>
                    <a:pt x="4" y="1"/>
                  </a:lnTo>
                  <a:lnTo>
                    <a:pt x="0" y="1"/>
                  </a:lnTo>
                  <a:lnTo>
                    <a:pt x="4" y="3"/>
                  </a:lnTo>
                  <a:lnTo>
                    <a:pt x="6" y="2"/>
                  </a:lnTo>
                  <a:lnTo>
                    <a:pt x="8" y="2"/>
                  </a:lnTo>
                  <a:lnTo>
                    <a:pt x="8" y="3"/>
                  </a:lnTo>
                  <a:lnTo>
                    <a:pt x="10" y="3"/>
                  </a:lnTo>
                  <a:lnTo>
                    <a:pt x="10" y="3"/>
                  </a:lnTo>
                  <a:lnTo>
                    <a:pt x="12" y="3"/>
                  </a:lnTo>
                  <a:lnTo>
                    <a:pt x="15" y="2"/>
                  </a:lnTo>
                  <a:lnTo>
                    <a:pt x="18" y="1"/>
                  </a:lnTo>
                  <a:lnTo>
                    <a:pt x="15" y="0"/>
                  </a:lnTo>
                  <a:lnTo>
                    <a:pt x="15" y="0"/>
                  </a:lnTo>
                </a:path>
              </a:pathLst>
            </a:custGeom>
            <a:solidFill>
              <a:srgbClr val="ffe0e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387" name=""/>
            <p:cNvSpPr/>
            <p:nvPr/>
          </p:nvSpPr>
          <p:spPr>
            <a:xfrm>
              <a:off x="7469280" y="4195800"/>
              <a:ext cx="11160" cy="3240"/>
            </a:xfrm>
            <a:custGeom>
              <a:avLst/>
              <a:gdLst/>
              <a:ahLst/>
              <a:rect l="l" t="t" r="r" b="b"/>
              <a:pathLst>
                <a:path w="7" h="2">
                  <a:moveTo>
                    <a:pt x="6" y="1"/>
                  </a:moveTo>
                  <a:lnTo>
                    <a:pt x="6" y="1"/>
                  </a:lnTo>
                  <a:lnTo>
                    <a:pt x="6" y="1"/>
                  </a:lnTo>
                  <a:lnTo>
                    <a:pt x="4" y="0"/>
                  </a:lnTo>
                  <a:lnTo>
                    <a:pt x="4" y="0"/>
                  </a:lnTo>
                  <a:lnTo>
                    <a:pt x="4" y="0"/>
                  </a:lnTo>
                  <a:lnTo>
                    <a:pt x="0" y="0"/>
                  </a:lnTo>
                  <a:lnTo>
                    <a:pt x="0" y="0"/>
                  </a:lnTo>
                  <a:lnTo>
                    <a:pt x="0" y="1"/>
                  </a:lnTo>
                  <a:lnTo>
                    <a:pt x="6" y="1"/>
                  </a:lnTo>
                  <a:lnTo>
                    <a:pt x="6" y="1"/>
                  </a:lnTo>
                </a:path>
              </a:pathLst>
            </a:custGeom>
            <a:solidFill>
              <a:srgbClr val="ffe0e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88" name=""/>
            <p:cNvSpPr/>
            <p:nvPr/>
          </p:nvSpPr>
          <p:spPr>
            <a:xfrm>
              <a:off x="7288200" y="4030560"/>
              <a:ext cx="112680" cy="119160"/>
            </a:xfrm>
            <a:custGeom>
              <a:avLst/>
              <a:gdLst/>
              <a:ahLst/>
              <a:rect l="l" t="t" r="r" b="b"/>
              <a:pathLst>
                <a:path w="71" h="75">
                  <a:moveTo>
                    <a:pt x="70" y="74"/>
                  </a:moveTo>
                  <a:lnTo>
                    <a:pt x="70" y="74"/>
                  </a:lnTo>
                  <a:lnTo>
                    <a:pt x="66" y="73"/>
                  </a:lnTo>
                  <a:lnTo>
                    <a:pt x="65" y="73"/>
                  </a:lnTo>
                  <a:lnTo>
                    <a:pt x="64" y="73"/>
                  </a:lnTo>
                  <a:lnTo>
                    <a:pt x="64" y="73"/>
                  </a:lnTo>
                  <a:lnTo>
                    <a:pt x="64" y="73"/>
                  </a:lnTo>
                  <a:lnTo>
                    <a:pt x="64" y="73"/>
                  </a:lnTo>
                  <a:lnTo>
                    <a:pt x="63" y="69"/>
                  </a:lnTo>
                  <a:lnTo>
                    <a:pt x="63" y="68"/>
                  </a:lnTo>
                  <a:lnTo>
                    <a:pt x="63" y="67"/>
                  </a:lnTo>
                  <a:lnTo>
                    <a:pt x="61" y="65"/>
                  </a:lnTo>
                  <a:lnTo>
                    <a:pt x="60" y="65"/>
                  </a:lnTo>
                  <a:lnTo>
                    <a:pt x="60" y="60"/>
                  </a:lnTo>
                  <a:lnTo>
                    <a:pt x="57" y="60"/>
                  </a:lnTo>
                  <a:lnTo>
                    <a:pt x="54" y="60"/>
                  </a:lnTo>
                  <a:lnTo>
                    <a:pt x="54" y="58"/>
                  </a:lnTo>
                  <a:lnTo>
                    <a:pt x="54" y="58"/>
                  </a:lnTo>
                  <a:lnTo>
                    <a:pt x="54" y="58"/>
                  </a:lnTo>
                  <a:lnTo>
                    <a:pt x="54" y="58"/>
                  </a:lnTo>
                  <a:lnTo>
                    <a:pt x="54" y="58"/>
                  </a:lnTo>
                  <a:lnTo>
                    <a:pt x="51" y="58"/>
                  </a:lnTo>
                  <a:lnTo>
                    <a:pt x="51" y="56"/>
                  </a:lnTo>
                  <a:lnTo>
                    <a:pt x="51" y="54"/>
                  </a:lnTo>
                  <a:lnTo>
                    <a:pt x="50" y="54"/>
                  </a:lnTo>
                  <a:lnTo>
                    <a:pt x="49" y="54"/>
                  </a:lnTo>
                  <a:lnTo>
                    <a:pt x="48" y="53"/>
                  </a:lnTo>
                  <a:lnTo>
                    <a:pt x="46" y="51"/>
                  </a:lnTo>
                  <a:lnTo>
                    <a:pt x="42" y="48"/>
                  </a:lnTo>
                  <a:lnTo>
                    <a:pt x="42" y="48"/>
                  </a:lnTo>
                  <a:lnTo>
                    <a:pt x="42" y="47"/>
                  </a:lnTo>
                  <a:lnTo>
                    <a:pt x="41" y="47"/>
                  </a:lnTo>
                  <a:lnTo>
                    <a:pt x="41" y="46"/>
                  </a:lnTo>
                  <a:lnTo>
                    <a:pt x="41" y="45"/>
                  </a:lnTo>
                  <a:lnTo>
                    <a:pt x="41" y="41"/>
                  </a:lnTo>
                  <a:lnTo>
                    <a:pt x="41" y="41"/>
                  </a:lnTo>
                  <a:lnTo>
                    <a:pt x="41" y="41"/>
                  </a:lnTo>
                  <a:lnTo>
                    <a:pt x="40" y="41"/>
                  </a:lnTo>
                  <a:lnTo>
                    <a:pt x="40" y="41"/>
                  </a:lnTo>
                  <a:lnTo>
                    <a:pt x="35" y="39"/>
                  </a:lnTo>
                  <a:lnTo>
                    <a:pt x="35" y="39"/>
                  </a:lnTo>
                  <a:lnTo>
                    <a:pt x="34" y="38"/>
                  </a:lnTo>
                  <a:lnTo>
                    <a:pt x="34" y="38"/>
                  </a:lnTo>
                  <a:lnTo>
                    <a:pt x="34" y="37"/>
                  </a:lnTo>
                  <a:lnTo>
                    <a:pt x="34" y="37"/>
                  </a:lnTo>
                  <a:lnTo>
                    <a:pt x="34" y="35"/>
                  </a:lnTo>
                  <a:lnTo>
                    <a:pt x="34" y="34"/>
                  </a:lnTo>
                  <a:lnTo>
                    <a:pt x="33" y="33"/>
                  </a:lnTo>
                  <a:lnTo>
                    <a:pt x="33" y="33"/>
                  </a:lnTo>
                  <a:lnTo>
                    <a:pt x="33" y="31"/>
                  </a:lnTo>
                  <a:lnTo>
                    <a:pt x="32" y="31"/>
                  </a:lnTo>
                  <a:lnTo>
                    <a:pt x="31" y="31"/>
                  </a:lnTo>
                  <a:lnTo>
                    <a:pt x="29" y="30"/>
                  </a:lnTo>
                  <a:lnTo>
                    <a:pt x="27" y="28"/>
                  </a:lnTo>
                  <a:lnTo>
                    <a:pt x="26" y="28"/>
                  </a:lnTo>
                  <a:lnTo>
                    <a:pt x="26" y="28"/>
                  </a:lnTo>
                  <a:lnTo>
                    <a:pt x="26" y="28"/>
                  </a:lnTo>
                  <a:lnTo>
                    <a:pt x="26" y="28"/>
                  </a:lnTo>
                  <a:lnTo>
                    <a:pt x="26" y="26"/>
                  </a:lnTo>
                  <a:lnTo>
                    <a:pt x="26" y="26"/>
                  </a:lnTo>
                  <a:lnTo>
                    <a:pt x="26" y="25"/>
                  </a:lnTo>
                  <a:lnTo>
                    <a:pt x="26" y="25"/>
                  </a:lnTo>
                  <a:lnTo>
                    <a:pt x="25" y="24"/>
                  </a:lnTo>
                  <a:lnTo>
                    <a:pt x="22" y="23"/>
                  </a:lnTo>
                  <a:lnTo>
                    <a:pt x="22" y="21"/>
                  </a:lnTo>
                  <a:lnTo>
                    <a:pt x="22" y="21"/>
                  </a:lnTo>
                  <a:lnTo>
                    <a:pt x="22" y="21"/>
                  </a:lnTo>
                  <a:lnTo>
                    <a:pt x="22" y="21"/>
                  </a:lnTo>
                  <a:lnTo>
                    <a:pt x="22" y="20"/>
                  </a:lnTo>
                  <a:lnTo>
                    <a:pt x="22" y="19"/>
                  </a:lnTo>
                  <a:lnTo>
                    <a:pt x="20" y="17"/>
                  </a:lnTo>
                  <a:lnTo>
                    <a:pt x="19" y="14"/>
                  </a:lnTo>
                  <a:lnTo>
                    <a:pt x="19" y="14"/>
                  </a:lnTo>
                  <a:lnTo>
                    <a:pt x="19" y="14"/>
                  </a:lnTo>
                  <a:lnTo>
                    <a:pt x="19" y="14"/>
                  </a:lnTo>
                  <a:lnTo>
                    <a:pt x="19" y="10"/>
                  </a:lnTo>
                  <a:lnTo>
                    <a:pt x="18" y="10"/>
                  </a:lnTo>
                  <a:lnTo>
                    <a:pt x="18" y="9"/>
                  </a:lnTo>
                  <a:lnTo>
                    <a:pt x="16" y="9"/>
                  </a:lnTo>
                  <a:lnTo>
                    <a:pt x="15" y="9"/>
                  </a:lnTo>
                  <a:lnTo>
                    <a:pt x="15" y="9"/>
                  </a:lnTo>
                  <a:lnTo>
                    <a:pt x="15" y="9"/>
                  </a:lnTo>
                  <a:lnTo>
                    <a:pt x="15" y="3"/>
                  </a:lnTo>
                  <a:lnTo>
                    <a:pt x="14" y="2"/>
                  </a:lnTo>
                  <a:lnTo>
                    <a:pt x="14" y="2"/>
                  </a:lnTo>
                  <a:lnTo>
                    <a:pt x="12" y="1"/>
                  </a:lnTo>
                  <a:lnTo>
                    <a:pt x="11" y="0"/>
                  </a:lnTo>
                  <a:lnTo>
                    <a:pt x="10" y="0"/>
                  </a:lnTo>
                  <a:lnTo>
                    <a:pt x="9" y="0"/>
                  </a:lnTo>
                  <a:lnTo>
                    <a:pt x="5" y="0"/>
                  </a:lnTo>
                  <a:lnTo>
                    <a:pt x="3" y="0"/>
                  </a:lnTo>
                  <a:lnTo>
                    <a:pt x="0" y="0"/>
                  </a:lnTo>
                  <a:lnTo>
                    <a:pt x="0" y="0"/>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389" name=""/>
            <p:cNvSpPr/>
            <p:nvPr/>
          </p:nvSpPr>
          <p:spPr>
            <a:xfrm>
              <a:off x="7262640" y="4083120"/>
              <a:ext cx="81000" cy="9360"/>
            </a:xfrm>
            <a:custGeom>
              <a:avLst/>
              <a:gdLst/>
              <a:ahLst/>
              <a:rect l="l" t="t" r="r" b="b"/>
              <a:pathLst>
                <a:path w="51" h="6">
                  <a:moveTo>
                    <a:pt x="50" y="1"/>
                  </a:moveTo>
                  <a:lnTo>
                    <a:pt x="49" y="1"/>
                  </a:lnTo>
                  <a:lnTo>
                    <a:pt x="49" y="1"/>
                  </a:lnTo>
                  <a:lnTo>
                    <a:pt x="48" y="1"/>
                  </a:lnTo>
                  <a:lnTo>
                    <a:pt x="47" y="0"/>
                  </a:lnTo>
                  <a:lnTo>
                    <a:pt x="42" y="0"/>
                  </a:lnTo>
                  <a:lnTo>
                    <a:pt x="42" y="0"/>
                  </a:lnTo>
                  <a:lnTo>
                    <a:pt x="42" y="0"/>
                  </a:lnTo>
                  <a:lnTo>
                    <a:pt x="42" y="0"/>
                  </a:lnTo>
                  <a:lnTo>
                    <a:pt x="42" y="0"/>
                  </a:lnTo>
                  <a:lnTo>
                    <a:pt x="38" y="0"/>
                  </a:lnTo>
                  <a:lnTo>
                    <a:pt x="38" y="0"/>
                  </a:lnTo>
                  <a:lnTo>
                    <a:pt x="38" y="0"/>
                  </a:lnTo>
                  <a:lnTo>
                    <a:pt x="38" y="0"/>
                  </a:lnTo>
                  <a:lnTo>
                    <a:pt x="36" y="0"/>
                  </a:lnTo>
                  <a:lnTo>
                    <a:pt x="35" y="0"/>
                  </a:lnTo>
                  <a:lnTo>
                    <a:pt x="35" y="0"/>
                  </a:lnTo>
                  <a:lnTo>
                    <a:pt x="35" y="0"/>
                  </a:lnTo>
                  <a:lnTo>
                    <a:pt x="35" y="0"/>
                  </a:lnTo>
                  <a:lnTo>
                    <a:pt x="32" y="0"/>
                  </a:lnTo>
                  <a:lnTo>
                    <a:pt x="31" y="0"/>
                  </a:lnTo>
                  <a:lnTo>
                    <a:pt x="31" y="0"/>
                  </a:lnTo>
                  <a:lnTo>
                    <a:pt x="30" y="0"/>
                  </a:lnTo>
                  <a:lnTo>
                    <a:pt x="28" y="1"/>
                  </a:lnTo>
                  <a:lnTo>
                    <a:pt x="27" y="1"/>
                  </a:lnTo>
                  <a:lnTo>
                    <a:pt x="27" y="1"/>
                  </a:lnTo>
                  <a:lnTo>
                    <a:pt x="26" y="1"/>
                  </a:lnTo>
                  <a:lnTo>
                    <a:pt x="26" y="1"/>
                  </a:lnTo>
                  <a:lnTo>
                    <a:pt x="25" y="1"/>
                  </a:lnTo>
                  <a:lnTo>
                    <a:pt x="25" y="1"/>
                  </a:lnTo>
                  <a:lnTo>
                    <a:pt x="21" y="1"/>
                  </a:lnTo>
                  <a:lnTo>
                    <a:pt x="21" y="1"/>
                  </a:lnTo>
                  <a:lnTo>
                    <a:pt x="19" y="1"/>
                  </a:lnTo>
                  <a:lnTo>
                    <a:pt x="16" y="0"/>
                  </a:lnTo>
                  <a:lnTo>
                    <a:pt x="16" y="0"/>
                  </a:lnTo>
                  <a:lnTo>
                    <a:pt x="16" y="1"/>
                  </a:lnTo>
                  <a:lnTo>
                    <a:pt x="16" y="1"/>
                  </a:lnTo>
                  <a:lnTo>
                    <a:pt x="16" y="1"/>
                  </a:lnTo>
                  <a:lnTo>
                    <a:pt x="16" y="2"/>
                  </a:lnTo>
                  <a:lnTo>
                    <a:pt x="16" y="2"/>
                  </a:lnTo>
                  <a:lnTo>
                    <a:pt x="15" y="2"/>
                  </a:lnTo>
                  <a:lnTo>
                    <a:pt x="15" y="2"/>
                  </a:lnTo>
                  <a:lnTo>
                    <a:pt x="15" y="2"/>
                  </a:lnTo>
                  <a:lnTo>
                    <a:pt x="15" y="2"/>
                  </a:lnTo>
                  <a:lnTo>
                    <a:pt x="14" y="2"/>
                  </a:lnTo>
                  <a:lnTo>
                    <a:pt x="13" y="2"/>
                  </a:lnTo>
                  <a:lnTo>
                    <a:pt x="13" y="2"/>
                  </a:lnTo>
                  <a:lnTo>
                    <a:pt x="9" y="2"/>
                  </a:lnTo>
                  <a:lnTo>
                    <a:pt x="9" y="2"/>
                  </a:lnTo>
                  <a:lnTo>
                    <a:pt x="9" y="4"/>
                  </a:lnTo>
                  <a:lnTo>
                    <a:pt x="9" y="4"/>
                  </a:lnTo>
                  <a:lnTo>
                    <a:pt x="9" y="4"/>
                  </a:lnTo>
                  <a:lnTo>
                    <a:pt x="9" y="4"/>
                  </a:lnTo>
                  <a:lnTo>
                    <a:pt x="8" y="5"/>
                  </a:lnTo>
                  <a:lnTo>
                    <a:pt x="4" y="5"/>
                  </a:lnTo>
                  <a:lnTo>
                    <a:pt x="1" y="5"/>
                  </a:lnTo>
                  <a:lnTo>
                    <a:pt x="0" y="5"/>
                  </a:lnTo>
                </a:path>
              </a:pathLst>
            </a:custGeom>
            <a:noFill/>
            <a:ln w="9360">
              <a:solidFill>
                <a:srgbClr val="000000"/>
              </a:solidFill>
              <a:round/>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390" name=""/>
            <p:cNvSpPr/>
            <p:nvPr/>
          </p:nvSpPr>
          <p:spPr>
            <a:xfrm>
              <a:off x="6680160" y="4079880"/>
              <a:ext cx="47520" cy="119160"/>
            </a:xfrm>
            <a:custGeom>
              <a:avLst/>
              <a:gdLst/>
              <a:ahLst/>
              <a:rect l="l" t="t" r="r" b="b"/>
              <a:pathLst>
                <a:path w="30" h="75">
                  <a:moveTo>
                    <a:pt x="29" y="74"/>
                  </a:moveTo>
                  <a:lnTo>
                    <a:pt x="29" y="74"/>
                  </a:lnTo>
                  <a:lnTo>
                    <a:pt x="29" y="74"/>
                  </a:lnTo>
                  <a:lnTo>
                    <a:pt x="29" y="74"/>
                  </a:lnTo>
                  <a:lnTo>
                    <a:pt x="29" y="74"/>
                  </a:lnTo>
                  <a:lnTo>
                    <a:pt x="29" y="73"/>
                  </a:lnTo>
                  <a:lnTo>
                    <a:pt x="29" y="73"/>
                  </a:lnTo>
                  <a:lnTo>
                    <a:pt x="28" y="73"/>
                  </a:lnTo>
                  <a:lnTo>
                    <a:pt x="28" y="72"/>
                  </a:lnTo>
                  <a:lnTo>
                    <a:pt x="27" y="69"/>
                  </a:lnTo>
                  <a:lnTo>
                    <a:pt x="25" y="68"/>
                  </a:lnTo>
                  <a:lnTo>
                    <a:pt x="25" y="67"/>
                  </a:lnTo>
                  <a:lnTo>
                    <a:pt x="25" y="67"/>
                  </a:lnTo>
                  <a:lnTo>
                    <a:pt x="25" y="67"/>
                  </a:lnTo>
                  <a:lnTo>
                    <a:pt x="24" y="67"/>
                  </a:lnTo>
                  <a:lnTo>
                    <a:pt x="24" y="65"/>
                  </a:lnTo>
                  <a:lnTo>
                    <a:pt x="23" y="65"/>
                  </a:lnTo>
                  <a:lnTo>
                    <a:pt x="22" y="65"/>
                  </a:lnTo>
                  <a:lnTo>
                    <a:pt x="22" y="62"/>
                  </a:lnTo>
                  <a:lnTo>
                    <a:pt x="21" y="61"/>
                  </a:lnTo>
                  <a:lnTo>
                    <a:pt x="21" y="56"/>
                  </a:lnTo>
                  <a:lnTo>
                    <a:pt x="21" y="55"/>
                  </a:lnTo>
                  <a:lnTo>
                    <a:pt x="17" y="55"/>
                  </a:lnTo>
                  <a:lnTo>
                    <a:pt x="17" y="51"/>
                  </a:lnTo>
                  <a:lnTo>
                    <a:pt x="16" y="49"/>
                  </a:lnTo>
                  <a:lnTo>
                    <a:pt x="14" y="48"/>
                  </a:lnTo>
                  <a:lnTo>
                    <a:pt x="14" y="47"/>
                  </a:lnTo>
                  <a:lnTo>
                    <a:pt x="14" y="47"/>
                  </a:lnTo>
                  <a:lnTo>
                    <a:pt x="14" y="42"/>
                  </a:lnTo>
                  <a:lnTo>
                    <a:pt x="14" y="42"/>
                  </a:lnTo>
                  <a:lnTo>
                    <a:pt x="14" y="42"/>
                  </a:lnTo>
                  <a:lnTo>
                    <a:pt x="14" y="38"/>
                  </a:lnTo>
                  <a:lnTo>
                    <a:pt x="13" y="36"/>
                  </a:lnTo>
                  <a:lnTo>
                    <a:pt x="13" y="36"/>
                  </a:lnTo>
                  <a:lnTo>
                    <a:pt x="13" y="34"/>
                  </a:lnTo>
                  <a:lnTo>
                    <a:pt x="13" y="34"/>
                  </a:lnTo>
                  <a:lnTo>
                    <a:pt x="13" y="34"/>
                  </a:lnTo>
                  <a:lnTo>
                    <a:pt x="13" y="30"/>
                  </a:lnTo>
                  <a:lnTo>
                    <a:pt x="12" y="29"/>
                  </a:lnTo>
                  <a:lnTo>
                    <a:pt x="10" y="29"/>
                  </a:lnTo>
                  <a:lnTo>
                    <a:pt x="10" y="27"/>
                  </a:lnTo>
                  <a:lnTo>
                    <a:pt x="10" y="25"/>
                  </a:lnTo>
                  <a:lnTo>
                    <a:pt x="10" y="23"/>
                  </a:lnTo>
                  <a:lnTo>
                    <a:pt x="10" y="23"/>
                  </a:lnTo>
                  <a:lnTo>
                    <a:pt x="10" y="22"/>
                  </a:lnTo>
                  <a:lnTo>
                    <a:pt x="9" y="20"/>
                  </a:lnTo>
                  <a:lnTo>
                    <a:pt x="9" y="17"/>
                  </a:lnTo>
                  <a:lnTo>
                    <a:pt x="9" y="17"/>
                  </a:lnTo>
                  <a:lnTo>
                    <a:pt x="8" y="17"/>
                  </a:lnTo>
                  <a:lnTo>
                    <a:pt x="7" y="17"/>
                  </a:lnTo>
                  <a:lnTo>
                    <a:pt x="6" y="17"/>
                  </a:lnTo>
                  <a:lnTo>
                    <a:pt x="6" y="16"/>
                  </a:lnTo>
                  <a:lnTo>
                    <a:pt x="5" y="16"/>
                  </a:lnTo>
                  <a:lnTo>
                    <a:pt x="5" y="16"/>
                  </a:lnTo>
                  <a:lnTo>
                    <a:pt x="5" y="15"/>
                  </a:lnTo>
                  <a:lnTo>
                    <a:pt x="4" y="11"/>
                  </a:lnTo>
                  <a:lnTo>
                    <a:pt x="4" y="10"/>
                  </a:lnTo>
                  <a:lnTo>
                    <a:pt x="4" y="10"/>
                  </a:lnTo>
                  <a:lnTo>
                    <a:pt x="4" y="8"/>
                  </a:lnTo>
                  <a:lnTo>
                    <a:pt x="4" y="7"/>
                  </a:lnTo>
                  <a:lnTo>
                    <a:pt x="3" y="7"/>
                  </a:lnTo>
                  <a:lnTo>
                    <a:pt x="2" y="6"/>
                  </a:lnTo>
                  <a:lnTo>
                    <a:pt x="2" y="3"/>
                  </a:lnTo>
                  <a:lnTo>
                    <a:pt x="2" y="2"/>
                  </a:lnTo>
                  <a:lnTo>
                    <a:pt x="0" y="0"/>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391" name=""/>
            <p:cNvSpPr/>
            <p:nvPr/>
          </p:nvSpPr>
          <p:spPr>
            <a:xfrm>
              <a:off x="6672240" y="4095720"/>
              <a:ext cx="28440" cy="31680"/>
            </a:xfrm>
            <a:custGeom>
              <a:avLst/>
              <a:gdLst/>
              <a:ahLst/>
              <a:rect l="l" t="t" r="r" b="b"/>
              <a:pathLst>
                <a:path w="18" h="20">
                  <a:moveTo>
                    <a:pt x="17" y="19"/>
                  </a:moveTo>
                  <a:lnTo>
                    <a:pt x="15" y="19"/>
                  </a:lnTo>
                  <a:lnTo>
                    <a:pt x="15" y="19"/>
                  </a:lnTo>
                  <a:lnTo>
                    <a:pt x="15" y="19"/>
                  </a:lnTo>
                  <a:lnTo>
                    <a:pt x="14" y="17"/>
                  </a:lnTo>
                  <a:lnTo>
                    <a:pt x="14" y="17"/>
                  </a:lnTo>
                  <a:lnTo>
                    <a:pt x="13" y="13"/>
                  </a:lnTo>
                  <a:lnTo>
                    <a:pt x="11" y="13"/>
                  </a:lnTo>
                  <a:lnTo>
                    <a:pt x="11" y="13"/>
                  </a:lnTo>
                  <a:lnTo>
                    <a:pt x="11" y="12"/>
                  </a:lnTo>
                  <a:lnTo>
                    <a:pt x="11" y="10"/>
                  </a:lnTo>
                  <a:lnTo>
                    <a:pt x="10" y="10"/>
                  </a:lnTo>
                  <a:lnTo>
                    <a:pt x="10" y="7"/>
                  </a:lnTo>
                  <a:lnTo>
                    <a:pt x="9" y="7"/>
                  </a:lnTo>
                  <a:lnTo>
                    <a:pt x="9" y="7"/>
                  </a:lnTo>
                  <a:lnTo>
                    <a:pt x="9" y="7"/>
                  </a:lnTo>
                  <a:lnTo>
                    <a:pt x="8" y="7"/>
                  </a:lnTo>
                  <a:lnTo>
                    <a:pt x="8" y="6"/>
                  </a:lnTo>
                  <a:lnTo>
                    <a:pt x="7" y="6"/>
                  </a:lnTo>
                  <a:lnTo>
                    <a:pt x="7" y="5"/>
                  </a:lnTo>
                  <a:lnTo>
                    <a:pt x="7" y="4"/>
                  </a:lnTo>
                  <a:lnTo>
                    <a:pt x="2" y="0"/>
                  </a:lnTo>
                  <a:lnTo>
                    <a:pt x="2" y="0"/>
                  </a:lnTo>
                  <a:lnTo>
                    <a:pt x="0" y="0"/>
                  </a:lnTo>
                  <a:lnTo>
                    <a:pt x="0" y="0"/>
                  </a:lnTo>
                </a:path>
              </a:pathLst>
            </a:custGeom>
            <a:noFill/>
            <a:ln w="9360">
              <a:solidFill>
                <a:srgbClr val="000000"/>
              </a:solidFill>
              <a:round/>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3392" name=""/>
            <p:cNvSpPr/>
            <p:nvPr/>
          </p:nvSpPr>
          <p:spPr>
            <a:xfrm>
              <a:off x="6381720" y="3740040"/>
              <a:ext cx="58680" cy="27000"/>
            </a:xfrm>
            <a:custGeom>
              <a:avLst/>
              <a:gdLst/>
              <a:ahLst/>
              <a:rect l="l" t="t" r="r" b="b"/>
              <a:pathLst>
                <a:path w="37" h="17">
                  <a:moveTo>
                    <a:pt x="34" y="0"/>
                  </a:moveTo>
                  <a:lnTo>
                    <a:pt x="34" y="0"/>
                  </a:lnTo>
                  <a:lnTo>
                    <a:pt x="34" y="0"/>
                  </a:lnTo>
                  <a:lnTo>
                    <a:pt x="34" y="0"/>
                  </a:lnTo>
                  <a:lnTo>
                    <a:pt x="34" y="0"/>
                  </a:lnTo>
                  <a:lnTo>
                    <a:pt x="34" y="0"/>
                  </a:lnTo>
                  <a:lnTo>
                    <a:pt x="33" y="0"/>
                  </a:lnTo>
                  <a:lnTo>
                    <a:pt x="31" y="0"/>
                  </a:lnTo>
                  <a:lnTo>
                    <a:pt x="31" y="1"/>
                  </a:lnTo>
                  <a:lnTo>
                    <a:pt x="29" y="1"/>
                  </a:lnTo>
                  <a:lnTo>
                    <a:pt x="28" y="1"/>
                  </a:lnTo>
                  <a:lnTo>
                    <a:pt x="27" y="1"/>
                  </a:lnTo>
                  <a:lnTo>
                    <a:pt x="27" y="3"/>
                  </a:lnTo>
                  <a:lnTo>
                    <a:pt x="27" y="6"/>
                  </a:lnTo>
                  <a:lnTo>
                    <a:pt x="24" y="6"/>
                  </a:lnTo>
                  <a:lnTo>
                    <a:pt x="21" y="8"/>
                  </a:lnTo>
                  <a:lnTo>
                    <a:pt x="21" y="8"/>
                  </a:lnTo>
                  <a:lnTo>
                    <a:pt x="20" y="8"/>
                  </a:lnTo>
                  <a:lnTo>
                    <a:pt x="19" y="11"/>
                  </a:lnTo>
                  <a:lnTo>
                    <a:pt x="16" y="11"/>
                  </a:lnTo>
                  <a:lnTo>
                    <a:pt x="16" y="13"/>
                  </a:lnTo>
                  <a:lnTo>
                    <a:pt x="14" y="13"/>
                  </a:lnTo>
                  <a:lnTo>
                    <a:pt x="11" y="14"/>
                  </a:lnTo>
                  <a:lnTo>
                    <a:pt x="11" y="15"/>
                  </a:lnTo>
                  <a:lnTo>
                    <a:pt x="11" y="15"/>
                  </a:lnTo>
                  <a:lnTo>
                    <a:pt x="7" y="15"/>
                  </a:lnTo>
                  <a:lnTo>
                    <a:pt x="7" y="15"/>
                  </a:lnTo>
                  <a:lnTo>
                    <a:pt x="5" y="16"/>
                  </a:lnTo>
                  <a:lnTo>
                    <a:pt x="3" y="16"/>
                  </a:lnTo>
                  <a:lnTo>
                    <a:pt x="3" y="16"/>
                  </a:lnTo>
                  <a:lnTo>
                    <a:pt x="3" y="16"/>
                  </a:lnTo>
                  <a:lnTo>
                    <a:pt x="0" y="16"/>
                  </a:lnTo>
                  <a:lnTo>
                    <a:pt x="0" y="16"/>
                  </a:lnTo>
                  <a:lnTo>
                    <a:pt x="0" y="16"/>
                  </a:lnTo>
                  <a:lnTo>
                    <a:pt x="3" y="16"/>
                  </a:lnTo>
                  <a:lnTo>
                    <a:pt x="3" y="16"/>
                  </a:lnTo>
                  <a:lnTo>
                    <a:pt x="7" y="16"/>
                  </a:lnTo>
                  <a:lnTo>
                    <a:pt x="7" y="16"/>
                  </a:lnTo>
                  <a:lnTo>
                    <a:pt x="7" y="15"/>
                  </a:lnTo>
                  <a:lnTo>
                    <a:pt x="11" y="15"/>
                  </a:lnTo>
                  <a:lnTo>
                    <a:pt x="11" y="15"/>
                  </a:lnTo>
                  <a:lnTo>
                    <a:pt x="11" y="15"/>
                  </a:lnTo>
                  <a:lnTo>
                    <a:pt x="14" y="13"/>
                  </a:lnTo>
                  <a:lnTo>
                    <a:pt x="16" y="11"/>
                  </a:lnTo>
                  <a:lnTo>
                    <a:pt x="20" y="11"/>
                  </a:lnTo>
                  <a:lnTo>
                    <a:pt x="21" y="8"/>
                  </a:lnTo>
                  <a:lnTo>
                    <a:pt x="24" y="8"/>
                  </a:lnTo>
                  <a:lnTo>
                    <a:pt x="25" y="6"/>
                  </a:lnTo>
                  <a:lnTo>
                    <a:pt x="27" y="6"/>
                  </a:lnTo>
                  <a:lnTo>
                    <a:pt x="27" y="6"/>
                  </a:lnTo>
                  <a:lnTo>
                    <a:pt x="27" y="6"/>
                  </a:lnTo>
                  <a:lnTo>
                    <a:pt x="27" y="3"/>
                  </a:lnTo>
                  <a:lnTo>
                    <a:pt x="29" y="1"/>
                  </a:lnTo>
                  <a:lnTo>
                    <a:pt x="31" y="1"/>
                  </a:lnTo>
                  <a:lnTo>
                    <a:pt x="31" y="1"/>
                  </a:lnTo>
                  <a:lnTo>
                    <a:pt x="33" y="1"/>
                  </a:lnTo>
                  <a:lnTo>
                    <a:pt x="33" y="1"/>
                  </a:lnTo>
                  <a:lnTo>
                    <a:pt x="34" y="1"/>
                  </a:lnTo>
                  <a:lnTo>
                    <a:pt x="34" y="1"/>
                  </a:lnTo>
                  <a:lnTo>
                    <a:pt x="34" y="1"/>
                  </a:lnTo>
                  <a:lnTo>
                    <a:pt x="34" y="1"/>
                  </a:lnTo>
                  <a:lnTo>
                    <a:pt x="34" y="1"/>
                  </a:lnTo>
                  <a:lnTo>
                    <a:pt x="36" y="1"/>
                  </a:lnTo>
                  <a:lnTo>
                    <a:pt x="36" y="1"/>
                  </a:lnTo>
                  <a:lnTo>
                    <a:pt x="34" y="0"/>
                  </a:lnTo>
                  <a:lnTo>
                    <a:pt x="34" y="0"/>
                  </a:lnTo>
                </a:path>
              </a:pathLst>
            </a:custGeom>
            <a:solidFill>
              <a:srgbClr val="003100"/>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3393" name=""/>
            <p:cNvSpPr/>
            <p:nvPr/>
          </p:nvSpPr>
          <p:spPr>
            <a:xfrm>
              <a:off x="6615000" y="3603600"/>
              <a:ext cx="22320" cy="17640"/>
            </a:xfrm>
            <a:custGeom>
              <a:avLst/>
              <a:gdLst/>
              <a:ahLst/>
              <a:rect l="l" t="t" r="r" b="b"/>
              <a:pathLst>
                <a:path w="14" h="11">
                  <a:moveTo>
                    <a:pt x="13" y="0"/>
                  </a:moveTo>
                  <a:lnTo>
                    <a:pt x="13" y="0"/>
                  </a:lnTo>
                  <a:lnTo>
                    <a:pt x="13" y="0"/>
                  </a:lnTo>
                  <a:lnTo>
                    <a:pt x="13" y="0"/>
                  </a:lnTo>
                  <a:lnTo>
                    <a:pt x="11" y="2"/>
                  </a:lnTo>
                  <a:lnTo>
                    <a:pt x="11" y="2"/>
                  </a:lnTo>
                  <a:lnTo>
                    <a:pt x="11" y="3"/>
                  </a:lnTo>
                  <a:lnTo>
                    <a:pt x="11" y="3"/>
                  </a:lnTo>
                  <a:lnTo>
                    <a:pt x="11" y="3"/>
                  </a:lnTo>
                  <a:lnTo>
                    <a:pt x="9" y="3"/>
                  </a:lnTo>
                  <a:lnTo>
                    <a:pt x="6" y="4"/>
                  </a:lnTo>
                  <a:lnTo>
                    <a:pt x="6" y="7"/>
                  </a:lnTo>
                  <a:lnTo>
                    <a:pt x="4" y="9"/>
                  </a:lnTo>
                  <a:lnTo>
                    <a:pt x="2" y="9"/>
                  </a:lnTo>
                  <a:lnTo>
                    <a:pt x="0" y="10"/>
                  </a:lnTo>
                  <a:lnTo>
                    <a:pt x="0" y="10"/>
                  </a:lnTo>
                  <a:lnTo>
                    <a:pt x="0" y="10"/>
                  </a:lnTo>
                  <a:lnTo>
                    <a:pt x="0" y="10"/>
                  </a:lnTo>
                  <a:lnTo>
                    <a:pt x="0" y="9"/>
                  </a:lnTo>
                  <a:lnTo>
                    <a:pt x="2" y="7"/>
                  </a:lnTo>
                  <a:lnTo>
                    <a:pt x="4" y="4"/>
                  </a:lnTo>
                  <a:lnTo>
                    <a:pt x="6" y="3"/>
                  </a:lnTo>
                  <a:lnTo>
                    <a:pt x="11" y="2"/>
                  </a:lnTo>
                  <a:lnTo>
                    <a:pt x="11" y="0"/>
                  </a:lnTo>
                  <a:lnTo>
                    <a:pt x="13" y="0"/>
                  </a:lnTo>
                  <a:lnTo>
                    <a:pt x="13" y="0"/>
                  </a:lnTo>
                </a:path>
              </a:pathLst>
            </a:custGeom>
            <a:solidFill>
              <a:srgbClr val="003100"/>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3394" name=""/>
            <p:cNvSpPr/>
            <p:nvPr/>
          </p:nvSpPr>
          <p:spPr>
            <a:xfrm>
              <a:off x="7481880" y="4122720"/>
              <a:ext cx="17640" cy="60480"/>
            </a:xfrm>
            <a:custGeom>
              <a:avLst/>
              <a:gdLst/>
              <a:ahLst/>
              <a:rect l="l" t="t" r="r" b="b"/>
              <a:pathLst>
                <a:path w="11" h="38">
                  <a:moveTo>
                    <a:pt x="4" y="27"/>
                  </a:moveTo>
                  <a:lnTo>
                    <a:pt x="4" y="26"/>
                  </a:lnTo>
                  <a:lnTo>
                    <a:pt x="4" y="24"/>
                  </a:lnTo>
                  <a:lnTo>
                    <a:pt x="7" y="22"/>
                  </a:lnTo>
                  <a:lnTo>
                    <a:pt x="7" y="21"/>
                  </a:lnTo>
                  <a:lnTo>
                    <a:pt x="7" y="21"/>
                  </a:lnTo>
                  <a:lnTo>
                    <a:pt x="10" y="20"/>
                  </a:lnTo>
                  <a:lnTo>
                    <a:pt x="7" y="20"/>
                  </a:lnTo>
                  <a:lnTo>
                    <a:pt x="7" y="15"/>
                  </a:lnTo>
                  <a:lnTo>
                    <a:pt x="4" y="15"/>
                  </a:lnTo>
                  <a:lnTo>
                    <a:pt x="4" y="15"/>
                  </a:lnTo>
                  <a:lnTo>
                    <a:pt x="4" y="15"/>
                  </a:lnTo>
                  <a:lnTo>
                    <a:pt x="4" y="15"/>
                  </a:lnTo>
                  <a:lnTo>
                    <a:pt x="4" y="15"/>
                  </a:lnTo>
                  <a:lnTo>
                    <a:pt x="4" y="15"/>
                  </a:lnTo>
                  <a:lnTo>
                    <a:pt x="4" y="14"/>
                  </a:lnTo>
                  <a:lnTo>
                    <a:pt x="3" y="10"/>
                  </a:lnTo>
                  <a:lnTo>
                    <a:pt x="2" y="9"/>
                  </a:lnTo>
                  <a:lnTo>
                    <a:pt x="2" y="7"/>
                  </a:lnTo>
                  <a:lnTo>
                    <a:pt x="2" y="7"/>
                  </a:lnTo>
                  <a:lnTo>
                    <a:pt x="2" y="4"/>
                  </a:lnTo>
                  <a:lnTo>
                    <a:pt x="2" y="2"/>
                  </a:lnTo>
                  <a:lnTo>
                    <a:pt x="2" y="2"/>
                  </a:lnTo>
                  <a:lnTo>
                    <a:pt x="1" y="2"/>
                  </a:lnTo>
                  <a:lnTo>
                    <a:pt x="1" y="0"/>
                  </a:lnTo>
                  <a:lnTo>
                    <a:pt x="0" y="2"/>
                  </a:lnTo>
                  <a:lnTo>
                    <a:pt x="0" y="2"/>
                  </a:lnTo>
                  <a:lnTo>
                    <a:pt x="0" y="2"/>
                  </a:lnTo>
                  <a:lnTo>
                    <a:pt x="0" y="2"/>
                  </a:lnTo>
                  <a:lnTo>
                    <a:pt x="0" y="2"/>
                  </a:lnTo>
                  <a:lnTo>
                    <a:pt x="1" y="4"/>
                  </a:lnTo>
                  <a:lnTo>
                    <a:pt x="1" y="7"/>
                  </a:lnTo>
                  <a:lnTo>
                    <a:pt x="1" y="7"/>
                  </a:lnTo>
                  <a:lnTo>
                    <a:pt x="0" y="7"/>
                  </a:lnTo>
                  <a:lnTo>
                    <a:pt x="1" y="9"/>
                  </a:lnTo>
                  <a:lnTo>
                    <a:pt x="2" y="10"/>
                  </a:lnTo>
                  <a:lnTo>
                    <a:pt x="2" y="15"/>
                  </a:lnTo>
                  <a:lnTo>
                    <a:pt x="2" y="15"/>
                  </a:lnTo>
                  <a:lnTo>
                    <a:pt x="2" y="16"/>
                  </a:lnTo>
                  <a:lnTo>
                    <a:pt x="2" y="20"/>
                  </a:lnTo>
                  <a:lnTo>
                    <a:pt x="2" y="20"/>
                  </a:lnTo>
                  <a:lnTo>
                    <a:pt x="2" y="21"/>
                  </a:lnTo>
                  <a:lnTo>
                    <a:pt x="2" y="22"/>
                  </a:lnTo>
                  <a:lnTo>
                    <a:pt x="2" y="28"/>
                  </a:lnTo>
                  <a:lnTo>
                    <a:pt x="2" y="28"/>
                  </a:lnTo>
                  <a:lnTo>
                    <a:pt x="2" y="31"/>
                  </a:lnTo>
                  <a:lnTo>
                    <a:pt x="2" y="34"/>
                  </a:lnTo>
                  <a:lnTo>
                    <a:pt x="2" y="35"/>
                  </a:lnTo>
                  <a:lnTo>
                    <a:pt x="2" y="37"/>
                  </a:lnTo>
                  <a:lnTo>
                    <a:pt x="4" y="27"/>
                  </a:lnTo>
                  <a:lnTo>
                    <a:pt x="4" y="27"/>
                  </a:lnTo>
                </a:path>
              </a:pathLst>
            </a:custGeom>
            <a:solidFill>
              <a:srgbClr val="a1e2ff"/>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3395" name=""/>
            <p:cNvSpPr/>
            <p:nvPr/>
          </p:nvSpPr>
          <p:spPr>
            <a:xfrm>
              <a:off x="6916680" y="3740040"/>
              <a:ext cx="1800" cy="3240"/>
            </a:xfrm>
            <a:custGeom>
              <a:avLst/>
              <a:gdLst/>
              <a:ahLst/>
              <a:rect l="l" t="t" r="r" b="b"/>
              <a:pathLst>
                <a:path w="1" h="2">
                  <a:moveTo>
                    <a:pt x="0" y="1"/>
                  </a:moveTo>
                  <a:lnTo>
                    <a:pt x="0" y="1"/>
                  </a:lnTo>
                  <a:lnTo>
                    <a:pt x="0" y="1"/>
                  </a:lnTo>
                  <a:lnTo>
                    <a:pt x="0" y="1"/>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396" name=""/>
            <p:cNvSpPr/>
            <p:nvPr/>
          </p:nvSpPr>
          <p:spPr>
            <a:xfrm>
              <a:off x="6912000" y="3719520"/>
              <a:ext cx="6480" cy="23760"/>
            </a:xfrm>
            <a:custGeom>
              <a:avLst/>
              <a:gdLst/>
              <a:ahLst/>
              <a:rect l="l" t="t" r="r" b="b"/>
              <a:pathLst>
                <a:path w="4" h="15">
                  <a:moveTo>
                    <a:pt x="0" y="0"/>
                  </a:moveTo>
                  <a:lnTo>
                    <a:pt x="0" y="0"/>
                  </a:lnTo>
                  <a:lnTo>
                    <a:pt x="0" y="1"/>
                  </a:lnTo>
                  <a:lnTo>
                    <a:pt x="2" y="7"/>
                  </a:lnTo>
                  <a:lnTo>
                    <a:pt x="2" y="9"/>
                  </a:lnTo>
                  <a:lnTo>
                    <a:pt x="2" y="10"/>
                  </a:lnTo>
                  <a:lnTo>
                    <a:pt x="3" y="12"/>
                  </a:lnTo>
                  <a:lnTo>
                    <a:pt x="3" y="13"/>
                  </a:lnTo>
                  <a:lnTo>
                    <a:pt x="3" y="14"/>
                  </a:lnTo>
                  <a:lnTo>
                    <a:pt x="3" y="14"/>
                  </a:lnTo>
                  <a:lnTo>
                    <a:pt x="3" y="13"/>
                  </a:lnTo>
                  <a:lnTo>
                    <a:pt x="3" y="13"/>
                  </a:lnTo>
                  <a:lnTo>
                    <a:pt x="3" y="12"/>
                  </a:lnTo>
                  <a:lnTo>
                    <a:pt x="3" y="12"/>
                  </a:lnTo>
                  <a:lnTo>
                    <a:pt x="3" y="10"/>
                  </a:lnTo>
                  <a:lnTo>
                    <a:pt x="3" y="9"/>
                  </a:lnTo>
                  <a:lnTo>
                    <a:pt x="2" y="7"/>
                  </a:lnTo>
                  <a:lnTo>
                    <a:pt x="2" y="1"/>
                  </a:lnTo>
                  <a:lnTo>
                    <a:pt x="2"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397" name=""/>
            <p:cNvSpPr/>
            <p:nvPr/>
          </p:nvSpPr>
          <p:spPr>
            <a:xfrm>
              <a:off x="6897600" y="3687840"/>
              <a:ext cx="19080" cy="33120"/>
            </a:xfrm>
            <a:custGeom>
              <a:avLst/>
              <a:gdLst/>
              <a:ahLst/>
              <a:rect l="l" t="t" r="r" b="b"/>
              <a:pathLst>
                <a:path w="12" h="21">
                  <a:moveTo>
                    <a:pt x="0" y="0"/>
                  </a:moveTo>
                  <a:lnTo>
                    <a:pt x="2" y="3"/>
                  </a:lnTo>
                  <a:lnTo>
                    <a:pt x="2" y="5"/>
                  </a:lnTo>
                  <a:lnTo>
                    <a:pt x="4" y="8"/>
                  </a:lnTo>
                  <a:lnTo>
                    <a:pt x="5" y="9"/>
                  </a:lnTo>
                  <a:lnTo>
                    <a:pt x="9" y="11"/>
                  </a:lnTo>
                  <a:lnTo>
                    <a:pt x="9" y="14"/>
                  </a:lnTo>
                  <a:lnTo>
                    <a:pt x="9" y="19"/>
                  </a:lnTo>
                  <a:lnTo>
                    <a:pt x="9" y="20"/>
                  </a:lnTo>
                  <a:lnTo>
                    <a:pt x="11" y="20"/>
                  </a:lnTo>
                  <a:lnTo>
                    <a:pt x="11" y="19"/>
                  </a:lnTo>
                  <a:lnTo>
                    <a:pt x="11" y="14"/>
                  </a:lnTo>
                  <a:lnTo>
                    <a:pt x="9" y="11"/>
                  </a:lnTo>
                  <a:lnTo>
                    <a:pt x="9" y="9"/>
                  </a:lnTo>
                  <a:lnTo>
                    <a:pt x="5" y="8"/>
                  </a:lnTo>
                  <a:lnTo>
                    <a:pt x="2" y="5"/>
                  </a:lnTo>
                  <a:lnTo>
                    <a:pt x="2" y="1"/>
                  </a:lnTo>
                  <a:lnTo>
                    <a:pt x="0" y="0"/>
                  </a:lnTo>
                  <a:lnTo>
                    <a:pt x="0" y="0"/>
                  </a:lnTo>
                  <a:lnTo>
                    <a:pt x="0" y="0"/>
                  </a:lnTo>
                </a:path>
              </a:pathLst>
            </a:custGeom>
            <a:solidFill>
              <a:srgbClr val="ffc0b6"/>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3398" name=""/>
            <p:cNvSpPr/>
            <p:nvPr/>
          </p:nvSpPr>
          <p:spPr>
            <a:xfrm>
              <a:off x="6912000" y="3719520"/>
              <a:ext cx="4680" cy="1440"/>
            </a:xfrm>
            <a:custGeom>
              <a:avLst/>
              <a:gdLst/>
              <a:ahLst/>
              <a:rect l="l" t="t" r="r" b="b"/>
              <a:pathLst>
                <a:path w="3" h="1">
                  <a:moveTo>
                    <a:pt x="2" y="0"/>
                  </a:moveTo>
                  <a:lnTo>
                    <a:pt x="2" y="0"/>
                  </a:lnTo>
                  <a:lnTo>
                    <a:pt x="2" y="0"/>
                  </a:lnTo>
                  <a:lnTo>
                    <a:pt x="0" y="0"/>
                  </a:lnTo>
                  <a:lnTo>
                    <a:pt x="2" y="0"/>
                  </a:lnTo>
                  <a:lnTo>
                    <a:pt x="2" y="0"/>
                  </a:lnTo>
                  <a:lnTo>
                    <a:pt x="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399" name=""/>
            <p:cNvSpPr/>
            <p:nvPr/>
          </p:nvSpPr>
          <p:spPr>
            <a:xfrm>
              <a:off x="7016760" y="370512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400" name=""/>
            <p:cNvSpPr/>
            <p:nvPr/>
          </p:nvSpPr>
          <p:spPr>
            <a:xfrm>
              <a:off x="7016760" y="3705120"/>
              <a:ext cx="12600" cy="31680"/>
            </a:xfrm>
            <a:custGeom>
              <a:avLst/>
              <a:gdLst/>
              <a:ahLst/>
              <a:rect l="l" t="t" r="r" b="b"/>
              <a:pathLst>
                <a:path w="8" h="20">
                  <a:moveTo>
                    <a:pt x="7" y="18"/>
                  </a:moveTo>
                  <a:lnTo>
                    <a:pt x="7" y="18"/>
                  </a:lnTo>
                  <a:lnTo>
                    <a:pt x="7" y="18"/>
                  </a:lnTo>
                  <a:lnTo>
                    <a:pt x="6" y="16"/>
                  </a:lnTo>
                  <a:lnTo>
                    <a:pt x="2" y="10"/>
                  </a:lnTo>
                  <a:lnTo>
                    <a:pt x="0" y="9"/>
                  </a:lnTo>
                  <a:lnTo>
                    <a:pt x="0" y="8"/>
                  </a:lnTo>
                  <a:lnTo>
                    <a:pt x="0" y="4"/>
                  </a:lnTo>
                  <a:lnTo>
                    <a:pt x="0" y="0"/>
                  </a:lnTo>
                  <a:lnTo>
                    <a:pt x="0" y="0"/>
                  </a:lnTo>
                  <a:lnTo>
                    <a:pt x="0" y="0"/>
                  </a:lnTo>
                  <a:lnTo>
                    <a:pt x="0" y="0"/>
                  </a:lnTo>
                  <a:lnTo>
                    <a:pt x="0" y="4"/>
                  </a:lnTo>
                  <a:lnTo>
                    <a:pt x="0" y="8"/>
                  </a:lnTo>
                  <a:lnTo>
                    <a:pt x="0" y="9"/>
                  </a:lnTo>
                  <a:lnTo>
                    <a:pt x="0" y="10"/>
                  </a:lnTo>
                  <a:lnTo>
                    <a:pt x="2" y="16"/>
                  </a:lnTo>
                  <a:lnTo>
                    <a:pt x="7" y="18"/>
                  </a:lnTo>
                  <a:lnTo>
                    <a:pt x="7" y="19"/>
                  </a:lnTo>
                  <a:lnTo>
                    <a:pt x="7" y="19"/>
                  </a:lnTo>
                  <a:lnTo>
                    <a:pt x="7" y="18"/>
                  </a:lnTo>
                  <a:lnTo>
                    <a:pt x="7" y="18"/>
                  </a:lnTo>
                </a:path>
              </a:pathLst>
            </a:custGeom>
            <a:solidFill>
              <a:srgbClr val="ffc0b6"/>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3401" name=""/>
            <p:cNvSpPr/>
            <p:nvPr/>
          </p:nvSpPr>
          <p:spPr>
            <a:xfrm>
              <a:off x="7027920" y="3733920"/>
              <a:ext cx="9360" cy="20520"/>
            </a:xfrm>
            <a:custGeom>
              <a:avLst/>
              <a:gdLst/>
              <a:ahLst/>
              <a:rect l="l" t="t" r="r" b="b"/>
              <a:pathLst>
                <a:path w="6" h="13">
                  <a:moveTo>
                    <a:pt x="5" y="12"/>
                  </a:moveTo>
                  <a:lnTo>
                    <a:pt x="5" y="11"/>
                  </a:lnTo>
                  <a:lnTo>
                    <a:pt x="5" y="10"/>
                  </a:lnTo>
                  <a:lnTo>
                    <a:pt x="5" y="10"/>
                  </a:lnTo>
                  <a:lnTo>
                    <a:pt x="5" y="7"/>
                  </a:lnTo>
                  <a:lnTo>
                    <a:pt x="4" y="5"/>
                  </a:lnTo>
                  <a:lnTo>
                    <a:pt x="3" y="5"/>
                  </a:lnTo>
                  <a:lnTo>
                    <a:pt x="3" y="3"/>
                  </a:lnTo>
                  <a:lnTo>
                    <a:pt x="1" y="1"/>
                  </a:lnTo>
                  <a:lnTo>
                    <a:pt x="0" y="0"/>
                  </a:lnTo>
                  <a:lnTo>
                    <a:pt x="0" y="1"/>
                  </a:lnTo>
                  <a:lnTo>
                    <a:pt x="0" y="3"/>
                  </a:lnTo>
                  <a:lnTo>
                    <a:pt x="2" y="3"/>
                  </a:lnTo>
                  <a:lnTo>
                    <a:pt x="3" y="5"/>
                  </a:lnTo>
                  <a:lnTo>
                    <a:pt x="3" y="5"/>
                  </a:lnTo>
                  <a:lnTo>
                    <a:pt x="3" y="10"/>
                  </a:lnTo>
                  <a:lnTo>
                    <a:pt x="4" y="10"/>
                  </a:lnTo>
                  <a:lnTo>
                    <a:pt x="4" y="11"/>
                  </a:lnTo>
                  <a:lnTo>
                    <a:pt x="4" y="11"/>
                  </a:lnTo>
                  <a:lnTo>
                    <a:pt x="4" y="11"/>
                  </a:lnTo>
                  <a:lnTo>
                    <a:pt x="5" y="12"/>
                  </a:lnTo>
                  <a:lnTo>
                    <a:pt x="5" y="12"/>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402" name=""/>
            <p:cNvSpPr/>
            <p:nvPr/>
          </p:nvSpPr>
          <p:spPr>
            <a:xfrm>
              <a:off x="7032600" y="3751200"/>
              <a:ext cx="4680" cy="15840"/>
            </a:xfrm>
            <a:custGeom>
              <a:avLst/>
              <a:gdLst/>
              <a:ahLst/>
              <a:rect l="l" t="t" r="r" b="b"/>
              <a:pathLst>
                <a:path w="3" h="10">
                  <a:moveTo>
                    <a:pt x="2" y="9"/>
                  </a:moveTo>
                  <a:lnTo>
                    <a:pt x="1" y="8"/>
                  </a:lnTo>
                  <a:lnTo>
                    <a:pt x="1" y="4"/>
                  </a:lnTo>
                  <a:lnTo>
                    <a:pt x="2" y="1"/>
                  </a:lnTo>
                  <a:lnTo>
                    <a:pt x="2" y="1"/>
                  </a:lnTo>
                  <a:lnTo>
                    <a:pt x="1" y="0"/>
                  </a:lnTo>
                  <a:lnTo>
                    <a:pt x="1" y="1"/>
                  </a:lnTo>
                  <a:lnTo>
                    <a:pt x="0" y="4"/>
                  </a:lnTo>
                  <a:lnTo>
                    <a:pt x="0" y="8"/>
                  </a:lnTo>
                  <a:lnTo>
                    <a:pt x="1" y="9"/>
                  </a:lnTo>
                  <a:lnTo>
                    <a:pt x="2" y="9"/>
                  </a:lnTo>
                  <a:lnTo>
                    <a:pt x="2" y="9"/>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403" name=""/>
            <p:cNvSpPr/>
            <p:nvPr/>
          </p:nvSpPr>
          <p:spPr>
            <a:xfrm>
              <a:off x="7034040" y="3749760"/>
              <a:ext cx="3240" cy="4680"/>
            </a:xfrm>
            <a:custGeom>
              <a:avLst/>
              <a:gdLst/>
              <a:ahLst/>
              <a:rect l="l" t="t" r="r" b="b"/>
              <a:pathLst>
                <a:path w="2" h="3">
                  <a:moveTo>
                    <a:pt x="0" y="2"/>
                  </a:moveTo>
                  <a:lnTo>
                    <a:pt x="0" y="2"/>
                  </a:lnTo>
                  <a:lnTo>
                    <a:pt x="1" y="2"/>
                  </a:lnTo>
                  <a:lnTo>
                    <a:pt x="1" y="1"/>
                  </a:lnTo>
                  <a:lnTo>
                    <a:pt x="1"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404" name=""/>
            <p:cNvSpPr/>
            <p:nvPr/>
          </p:nvSpPr>
          <p:spPr>
            <a:xfrm>
              <a:off x="6964200" y="3705120"/>
              <a:ext cx="1800" cy="6480"/>
            </a:xfrm>
            <a:custGeom>
              <a:avLst/>
              <a:gdLst/>
              <a:ahLst/>
              <a:rect l="l" t="t" r="r" b="b"/>
              <a:pathLst>
                <a:path w="1" h="4">
                  <a:moveTo>
                    <a:pt x="0" y="3"/>
                  </a:moveTo>
                  <a:lnTo>
                    <a:pt x="0" y="3"/>
                  </a:lnTo>
                  <a:lnTo>
                    <a:pt x="0" y="3"/>
                  </a:lnTo>
                  <a:lnTo>
                    <a:pt x="0" y="3"/>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405" name=""/>
            <p:cNvSpPr/>
            <p:nvPr/>
          </p:nvSpPr>
          <p:spPr>
            <a:xfrm>
              <a:off x="6948360" y="3679920"/>
              <a:ext cx="17640" cy="31680"/>
            </a:xfrm>
            <a:custGeom>
              <a:avLst/>
              <a:gdLst/>
              <a:ahLst/>
              <a:rect l="l" t="t" r="r" b="b"/>
              <a:pathLst>
                <a:path w="11" h="20">
                  <a:moveTo>
                    <a:pt x="0" y="0"/>
                  </a:moveTo>
                  <a:lnTo>
                    <a:pt x="1" y="4"/>
                  </a:lnTo>
                  <a:lnTo>
                    <a:pt x="3" y="5"/>
                  </a:lnTo>
                  <a:lnTo>
                    <a:pt x="6" y="8"/>
                  </a:lnTo>
                  <a:lnTo>
                    <a:pt x="9" y="13"/>
                  </a:lnTo>
                  <a:lnTo>
                    <a:pt x="10" y="14"/>
                  </a:lnTo>
                  <a:lnTo>
                    <a:pt x="10" y="16"/>
                  </a:lnTo>
                  <a:lnTo>
                    <a:pt x="10" y="16"/>
                  </a:lnTo>
                  <a:lnTo>
                    <a:pt x="10" y="19"/>
                  </a:lnTo>
                  <a:lnTo>
                    <a:pt x="10" y="16"/>
                  </a:lnTo>
                  <a:lnTo>
                    <a:pt x="10" y="16"/>
                  </a:lnTo>
                  <a:lnTo>
                    <a:pt x="10" y="16"/>
                  </a:lnTo>
                  <a:lnTo>
                    <a:pt x="10" y="14"/>
                  </a:lnTo>
                  <a:lnTo>
                    <a:pt x="10" y="13"/>
                  </a:lnTo>
                  <a:lnTo>
                    <a:pt x="7" y="6"/>
                  </a:lnTo>
                  <a:lnTo>
                    <a:pt x="4" y="5"/>
                  </a:lnTo>
                  <a:lnTo>
                    <a:pt x="1"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3406" name=""/>
            <p:cNvSpPr/>
            <p:nvPr/>
          </p:nvSpPr>
          <p:spPr>
            <a:xfrm>
              <a:off x="6964200" y="3705120"/>
              <a:ext cx="1800" cy="6480"/>
            </a:xfrm>
            <a:custGeom>
              <a:avLst/>
              <a:gdLst/>
              <a:ahLst/>
              <a:rect l="l" t="t" r="r" b="b"/>
              <a:pathLst>
                <a:path w="1" h="4">
                  <a:moveTo>
                    <a:pt x="0" y="0"/>
                  </a:moveTo>
                  <a:lnTo>
                    <a:pt x="0" y="0"/>
                  </a:lnTo>
                  <a:lnTo>
                    <a:pt x="0" y="0"/>
                  </a:lnTo>
                  <a:lnTo>
                    <a:pt x="0" y="3"/>
                  </a:lnTo>
                  <a:lnTo>
                    <a:pt x="0" y="3"/>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407" name=""/>
            <p:cNvSpPr/>
            <p:nvPr/>
          </p:nvSpPr>
          <p:spPr>
            <a:xfrm>
              <a:off x="7145280" y="3765600"/>
              <a:ext cx="3240" cy="6480"/>
            </a:xfrm>
            <a:custGeom>
              <a:avLst/>
              <a:gdLst/>
              <a:ahLst/>
              <a:rect l="l" t="t" r="r" b="b"/>
              <a:pathLst>
                <a:path w="2" h="4">
                  <a:moveTo>
                    <a:pt x="0" y="0"/>
                  </a:moveTo>
                  <a:lnTo>
                    <a:pt x="0" y="3"/>
                  </a:lnTo>
                  <a:lnTo>
                    <a:pt x="1" y="3"/>
                  </a:lnTo>
                  <a:lnTo>
                    <a:pt x="1" y="3"/>
                  </a:lnTo>
                  <a:lnTo>
                    <a:pt x="1" y="0"/>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408" name=""/>
            <p:cNvSpPr/>
            <p:nvPr/>
          </p:nvSpPr>
          <p:spPr>
            <a:xfrm>
              <a:off x="7140600" y="3749760"/>
              <a:ext cx="7920" cy="17280"/>
            </a:xfrm>
            <a:custGeom>
              <a:avLst/>
              <a:gdLst/>
              <a:ahLst/>
              <a:rect l="l" t="t" r="r" b="b"/>
              <a:pathLst>
                <a:path w="5" h="11">
                  <a:moveTo>
                    <a:pt x="0" y="2"/>
                  </a:moveTo>
                  <a:lnTo>
                    <a:pt x="0" y="2"/>
                  </a:lnTo>
                  <a:lnTo>
                    <a:pt x="3" y="2"/>
                  </a:lnTo>
                  <a:lnTo>
                    <a:pt x="4" y="5"/>
                  </a:lnTo>
                  <a:lnTo>
                    <a:pt x="4" y="7"/>
                  </a:lnTo>
                  <a:lnTo>
                    <a:pt x="4" y="9"/>
                  </a:lnTo>
                  <a:lnTo>
                    <a:pt x="4" y="9"/>
                  </a:lnTo>
                  <a:lnTo>
                    <a:pt x="4" y="10"/>
                  </a:lnTo>
                  <a:lnTo>
                    <a:pt x="3" y="10"/>
                  </a:lnTo>
                  <a:lnTo>
                    <a:pt x="3" y="10"/>
                  </a:lnTo>
                  <a:lnTo>
                    <a:pt x="4" y="10"/>
                  </a:lnTo>
                  <a:lnTo>
                    <a:pt x="4" y="10"/>
                  </a:lnTo>
                  <a:lnTo>
                    <a:pt x="4" y="10"/>
                  </a:lnTo>
                  <a:lnTo>
                    <a:pt x="4" y="9"/>
                  </a:lnTo>
                  <a:lnTo>
                    <a:pt x="4" y="9"/>
                  </a:lnTo>
                  <a:lnTo>
                    <a:pt x="4" y="7"/>
                  </a:lnTo>
                  <a:lnTo>
                    <a:pt x="4" y="5"/>
                  </a:lnTo>
                  <a:lnTo>
                    <a:pt x="4" y="2"/>
                  </a:lnTo>
                  <a:lnTo>
                    <a:pt x="1" y="0"/>
                  </a:lnTo>
                  <a:lnTo>
                    <a:pt x="1" y="0"/>
                  </a:lnTo>
                  <a:lnTo>
                    <a:pt x="0" y="2"/>
                  </a:lnTo>
                  <a:lnTo>
                    <a:pt x="0" y="2"/>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3409" name=""/>
            <p:cNvSpPr/>
            <p:nvPr/>
          </p:nvSpPr>
          <p:spPr>
            <a:xfrm>
              <a:off x="7139160" y="3733920"/>
              <a:ext cx="4680" cy="20520"/>
            </a:xfrm>
            <a:custGeom>
              <a:avLst/>
              <a:gdLst/>
              <a:ahLst/>
              <a:rect l="l" t="t" r="r" b="b"/>
              <a:pathLst>
                <a:path w="3" h="13">
                  <a:moveTo>
                    <a:pt x="0" y="0"/>
                  </a:moveTo>
                  <a:lnTo>
                    <a:pt x="0" y="0"/>
                  </a:lnTo>
                  <a:lnTo>
                    <a:pt x="0" y="1"/>
                  </a:lnTo>
                  <a:lnTo>
                    <a:pt x="0" y="3"/>
                  </a:lnTo>
                  <a:lnTo>
                    <a:pt x="0" y="4"/>
                  </a:lnTo>
                  <a:lnTo>
                    <a:pt x="0" y="5"/>
                  </a:lnTo>
                  <a:lnTo>
                    <a:pt x="0" y="5"/>
                  </a:lnTo>
                  <a:lnTo>
                    <a:pt x="0" y="7"/>
                  </a:lnTo>
                  <a:lnTo>
                    <a:pt x="1" y="10"/>
                  </a:lnTo>
                  <a:lnTo>
                    <a:pt x="1" y="12"/>
                  </a:lnTo>
                  <a:lnTo>
                    <a:pt x="2" y="10"/>
                  </a:lnTo>
                  <a:lnTo>
                    <a:pt x="1" y="10"/>
                  </a:lnTo>
                  <a:lnTo>
                    <a:pt x="1" y="6"/>
                  </a:lnTo>
                  <a:lnTo>
                    <a:pt x="0" y="5"/>
                  </a:lnTo>
                  <a:lnTo>
                    <a:pt x="0" y="5"/>
                  </a:lnTo>
                  <a:lnTo>
                    <a:pt x="0" y="4"/>
                  </a:lnTo>
                  <a:lnTo>
                    <a:pt x="0" y="3"/>
                  </a:lnTo>
                  <a:lnTo>
                    <a:pt x="0" y="1"/>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410" name=""/>
            <p:cNvSpPr/>
            <p:nvPr/>
          </p:nvSpPr>
          <p:spPr>
            <a:xfrm>
              <a:off x="7132680" y="3711600"/>
              <a:ext cx="9360" cy="23760"/>
            </a:xfrm>
            <a:custGeom>
              <a:avLst/>
              <a:gdLst/>
              <a:ahLst/>
              <a:rect l="l" t="t" r="r" b="b"/>
              <a:pathLst>
                <a:path w="6" h="15">
                  <a:moveTo>
                    <a:pt x="0" y="3"/>
                  </a:moveTo>
                  <a:lnTo>
                    <a:pt x="1" y="4"/>
                  </a:lnTo>
                  <a:lnTo>
                    <a:pt x="2" y="5"/>
                  </a:lnTo>
                  <a:lnTo>
                    <a:pt x="4" y="5"/>
                  </a:lnTo>
                  <a:lnTo>
                    <a:pt x="4" y="6"/>
                  </a:lnTo>
                  <a:lnTo>
                    <a:pt x="4" y="6"/>
                  </a:lnTo>
                  <a:lnTo>
                    <a:pt x="4" y="12"/>
                  </a:lnTo>
                  <a:lnTo>
                    <a:pt x="4" y="12"/>
                  </a:lnTo>
                  <a:lnTo>
                    <a:pt x="4" y="14"/>
                  </a:lnTo>
                  <a:lnTo>
                    <a:pt x="4" y="14"/>
                  </a:lnTo>
                  <a:lnTo>
                    <a:pt x="5" y="12"/>
                  </a:lnTo>
                  <a:lnTo>
                    <a:pt x="5" y="12"/>
                  </a:lnTo>
                  <a:lnTo>
                    <a:pt x="5" y="6"/>
                  </a:lnTo>
                  <a:lnTo>
                    <a:pt x="4" y="6"/>
                  </a:lnTo>
                  <a:lnTo>
                    <a:pt x="4" y="5"/>
                  </a:lnTo>
                  <a:lnTo>
                    <a:pt x="4" y="5"/>
                  </a:lnTo>
                  <a:lnTo>
                    <a:pt x="2" y="3"/>
                  </a:lnTo>
                  <a:lnTo>
                    <a:pt x="1" y="0"/>
                  </a:lnTo>
                  <a:lnTo>
                    <a:pt x="0" y="3"/>
                  </a:lnTo>
                  <a:lnTo>
                    <a:pt x="0" y="3"/>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411" name=""/>
            <p:cNvSpPr/>
            <p:nvPr/>
          </p:nvSpPr>
          <p:spPr>
            <a:xfrm>
              <a:off x="7139160" y="3733920"/>
              <a:ext cx="1440" cy="288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412" name=""/>
            <p:cNvSpPr/>
            <p:nvPr/>
          </p:nvSpPr>
          <p:spPr>
            <a:xfrm>
              <a:off x="7191360" y="3701880"/>
              <a:ext cx="1440" cy="3240"/>
            </a:xfrm>
            <a:custGeom>
              <a:avLst/>
              <a:gdLst/>
              <a:ahLst/>
              <a:rect l="l" t="t" r="r" b="b"/>
              <a:pathLst>
                <a:path w="1" h="2">
                  <a:moveTo>
                    <a:pt x="0" y="0"/>
                  </a:moveTo>
                  <a:lnTo>
                    <a:pt x="0" y="1"/>
                  </a:lnTo>
                  <a:lnTo>
                    <a:pt x="0" y="1"/>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413" name=""/>
            <p:cNvSpPr/>
            <p:nvPr/>
          </p:nvSpPr>
          <p:spPr>
            <a:xfrm>
              <a:off x="7178760" y="3686040"/>
              <a:ext cx="14040" cy="17640"/>
            </a:xfrm>
            <a:custGeom>
              <a:avLst/>
              <a:gdLst/>
              <a:ahLst/>
              <a:rect l="l" t="t" r="r" b="b"/>
              <a:pathLst>
                <a:path w="9" h="11">
                  <a:moveTo>
                    <a:pt x="0" y="1"/>
                  </a:moveTo>
                  <a:lnTo>
                    <a:pt x="0" y="1"/>
                  </a:lnTo>
                  <a:lnTo>
                    <a:pt x="1" y="1"/>
                  </a:lnTo>
                  <a:lnTo>
                    <a:pt x="2" y="1"/>
                  </a:lnTo>
                  <a:lnTo>
                    <a:pt x="3" y="3"/>
                  </a:lnTo>
                  <a:lnTo>
                    <a:pt x="6" y="6"/>
                  </a:lnTo>
                  <a:lnTo>
                    <a:pt x="6" y="9"/>
                  </a:lnTo>
                  <a:lnTo>
                    <a:pt x="7" y="10"/>
                  </a:lnTo>
                  <a:lnTo>
                    <a:pt x="8" y="10"/>
                  </a:lnTo>
                  <a:lnTo>
                    <a:pt x="8" y="10"/>
                  </a:lnTo>
                  <a:lnTo>
                    <a:pt x="8" y="10"/>
                  </a:lnTo>
                  <a:lnTo>
                    <a:pt x="8" y="10"/>
                  </a:lnTo>
                  <a:lnTo>
                    <a:pt x="8" y="9"/>
                  </a:lnTo>
                  <a:lnTo>
                    <a:pt x="8" y="9"/>
                  </a:lnTo>
                  <a:lnTo>
                    <a:pt x="6" y="6"/>
                  </a:lnTo>
                  <a:lnTo>
                    <a:pt x="6" y="2"/>
                  </a:lnTo>
                  <a:lnTo>
                    <a:pt x="3" y="1"/>
                  </a:lnTo>
                  <a:lnTo>
                    <a:pt x="2" y="1"/>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3414" name=""/>
            <p:cNvSpPr/>
            <p:nvPr/>
          </p:nvSpPr>
          <p:spPr>
            <a:xfrm>
              <a:off x="7170840" y="3676680"/>
              <a:ext cx="9360" cy="12600"/>
            </a:xfrm>
            <a:custGeom>
              <a:avLst/>
              <a:gdLst/>
              <a:ahLst/>
              <a:rect l="l" t="t" r="r" b="b"/>
              <a:pathLst>
                <a:path w="6" h="8">
                  <a:moveTo>
                    <a:pt x="0" y="1"/>
                  </a:moveTo>
                  <a:lnTo>
                    <a:pt x="0" y="1"/>
                  </a:lnTo>
                  <a:lnTo>
                    <a:pt x="0" y="2"/>
                  </a:lnTo>
                  <a:lnTo>
                    <a:pt x="2" y="2"/>
                  </a:lnTo>
                  <a:lnTo>
                    <a:pt x="2" y="2"/>
                  </a:lnTo>
                  <a:lnTo>
                    <a:pt x="2" y="2"/>
                  </a:lnTo>
                  <a:lnTo>
                    <a:pt x="2" y="2"/>
                  </a:lnTo>
                  <a:lnTo>
                    <a:pt x="2" y="6"/>
                  </a:lnTo>
                  <a:lnTo>
                    <a:pt x="3" y="7"/>
                  </a:lnTo>
                  <a:lnTo>
                    <a:pt x="5" y="7"/>
                  </a:lnTo>
                  <a:lnTo>
                    <a:pt x="5" y="6"/>
                  </a:lnTo>
                  <a:lnTo>
                    <a:pt x="3" y="6"/>
                  </a:lnTo>
                  <a:lnTo>
                    <a:pt x="3" y="2"/>
                  </a:lnTo>
                  <a:lnTo>
                    <a:pt x="3" y="2"/>
                  </a:lnTo>
                  <a:lnTo>
                    <a:pt x="2" y="2"/>
                  </a:lnTo>
                  <a:lnTo>
                    <a:pt x="2" y="2"/>
                  </a:lnTo>
                  <a:lnTo>
                    <a:pt x="2" y="2"/>
                  </a:lnTo>
                  <a:lnTo>
                    <a:pt x="2" y="1"/>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415" name=""/>
            <p:cNvSpPr/>
            <p:nvPr/>
          </p:nvSpPr>
          <p:spPr>
            <a:xfrm>
              <a:off x="7159680" y="3670200"/>
              <a:ext cx="12600" cy="9720"/>
            </a:xfrm>
            <a:custGeom>
              <a:avLst/>
              <a:gdLst/>
              <a:ahLst/>
              <a:rect l="l" t="t" r="r" b="b"/>
              <a:pathLst>
                <a:path w="8" h="6">
                  <a:moveTo>
                    <a:pt x="0" y="0"/>
                  </a:moveTo>
                  <a:lnTo>
                    <a:pt x="1" y="0"/>
                  </a:lnTo>
                  <a:lnTo>
                    <a:pt x="1" y="0"/>
                  </a:lnTo>
                  <a:lnTo>
                    <a:pt x="1" y="0"/>
                  </a:lnTo>
                  <a:lnTo>
                    <a:pt x="1" y="2"/>
                  </a:lnTo>
                  <a:lnTo>
                    <a:pt x="2" y="4"/>
                  </a:lnTo>
                  <a:lnTo>
                    <a:pt x="5" y="5"/>
                  </a:lnTo>
                  <a:lnTo>
                    <a:pt x="7" y="5"/>
                  </a:lnTo>
                  <a:lnTo>
                    <a:pt x="7" y="5"/>
                  </a:lnTo>
                  <a:lnTo>
                    <a:pt x="7" y="4"/>
                  </a:lnTo>
                  <a:lnTo>
                    <a:pt x="7" y="4"/>
                  </a:lnTo>
                  <a:lnTo>
                    <a:pt x="7" y="2"/>
                  </a:lnTo>
                  <a:lnTo>
                    <a:pt x="4" y="2"/>
                  </a:lnTo>
                  <a:lnTo>
                    <a:pt x="2" y="0"/>
                  </a:lnTo>
                  <a:lnTo>
                    <a:pt x="1" y="0"/>
                  </a:lnTo>
                  <a:lnTo>
                    <a:pt x="1"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3416" name=""/>
            <p:cNvSpPr/>
            <p:nvPr/>
          </p:nvSpPr>
          <p:spPr>
            <a:xfrm>
              <a:off x="7170840" y="3676680"/>
              <a:ext cx="1440" cy="3240"/>
            </a:xfrm>
            <a:custGeom>
              <a:avLst/>
              <a:gdLst/>
              <a:ahLst/>
              <a:rect l="l" t="t" r="r" b="b"/>
              <a:pathLst>
                <a:path w="1" h="2">
                  <a:moveTo>
                    <a:pt x="0" y="1"/>
                  </a:moveTo>
                  <a:lnTo>
                    <a:pt x="0" y="0"/>
                  </a:lnTo>
                  <a:lnTo>
                    <a:pt x="0" y="1"/>
                  </a:lnTo>
                  <a:lnTo>
                    <a:pt x="0" y="1"/>
                  </a:lnTo>
                  <a:lnTo>
                    <a:pt x="0" y="1"/>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417" name=""/>
            <p:cNvSpPr/>
            <p:nvPr/>
          </p:nvSpPr>
          <p:spPr>
            <a:xfrm>
              <a:off x="6834240" y="3700440"/>
              <a:ext cx="144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418" name=""/>
            <p:cNvSpPr/>
            <p:nvPr/>
          </p:nvSpPr>
          <p:spPr>
            <a:xfrm>
              <a:off x="6834240" y="3700440"/>
              <a:ext cx="19080" cy="12600"/>
            </a:xfrm>
            <a:custGeom>
              <a:avLst/>
              <a:gdLst/>
              <a:ahLst/>
              <a:rect l="l" t="t" r="r" b="b"/>
              <a:pathLst>
                <a:path w="12" h="8">
                  <a:moveTo>
                    <a:pt x="11" y="7"/>
                  </a:moveTo>
                  <a:lnTo>
                    <a:pt x="11" y="7"/>
                  </a:lnTo>
                  <a:lnTo>
                    <a:pt x="10" y="3"/>
                  </a:lnTo>
                  <a:lnTo>
                    <a:pt x="9" y="2"/>
                  </a:lnTo>
                  <a:lnTo>
                    <a:pt x="5" y="1"/>
                  </a:lnTo>
                  <a:lnTo>
                    <a:pt x="3" y="0"/>
                  </a:lnTo>
                  <a:lnTo>
                    <a:pt x="3" y="0"/>
                  </a:lnTo>
                  <a:lnTo>
                    <a:pt x="3" y="0"/>
                  </a:lnTo>
                  <a:lnTo>
                    <a:pt x="2" y="0"/>
                  </a:lnTo>
                  <a:lnTo>
                    <a:pt x="0" y="0"/>
                  </a:lnTo>
                  <a:lnTo>
                    <a:pt x="0" y="1"/>
                  </a:lnTo>
                  <a:lnTo>
                    <a:pt x="2" y="1"/>
                  </a:lnTo>
                  <a:lnTo>
                    <a:pt x="3" y="1"/>
                  </a:lnTo>
                  <a:lnTo>
                    <a:pt x="3" y="1"/>
                  </a:lnTo>
                  <a:lnTo>
                    <a:pt x="3" y="1"/>
                  </a:lnTo>
                  <a:lnTo>
                    <a:pt x="3" y="1"/>
                  </a:lnTo>
                  <a:lnTo>
                    <a:pt x="5" y="2"/>
                  </a:lnTo>
                  <a:lnTo>
                    <a:pt x="10" y="3"/>
                  </a:lnTo>
                  <a:lnTo>
                    <a:pt x="10" y="7"/>
                  </a:lnTo>
                  <a:lnTo>
                    <a:pt x="10" y="7"/>
                  </a:lnTo>
                  <a:lnTo>
                    <a:pt x="11" y="7"/>
                  </a:lnTo>
                  <a:lnTo>
                    <a:pt x="11" y="7"/>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419" name=""/>
            <p:cNvSpPr/>
            <p:nvPr/>
          </p:nvSpPr>
          <p:spPr>
            <a:xfrm>
              <a:off x="6850080" y="3711600"/>
              <a:ext cx="9360" cy="20520"/>
            </a:xfrm>
            <a:custGeom>
              <a:avLst/>
              <a:gdLst/>
              <a:ahLst/>
              <a:rect l="l" t="t" r="r" b="b"/>
              <a:pathLst>
                <a:path w="6" h="13">
                  <a:moveTo>
                    <a:pt x="5" y="12"/>
                  </a:moveTo>
                  <a:lnTo>
                    <a:pt x="5" y="12"/>
                  </a:lnTo>
                  <a:lnTo>
                    <a:pt x="5" y="12"/>
                  </a:lnTo>
                  <a:lnTo>
                    <a:pt x="4" y="9"/>
                  </a:lnTo>
                  <a:lnTo>
                    <a:pt x="3" y="6"/>
                  </a:lnTo>
                  <a:lnTo>
                    <a:pt x="3" y="6"/>
                  </a:lnTo>
                  <a:lnTo>
                    <a:pt x="3" y="5"/>
                  </a:lnTo>
                  <a:lnTo>
                    <a:pt x="3" y="4"/>
                  </a:lnTo>
                  <a:lnTo>
                    <a:pt x="1" y="0"/>
                  </a:lnTo>
                  <a:lnTo>
                    <a:pt x="0" y="0"/>
                  </a:lnTo>
                  <a:lnTo>
                    <a:pt x="3" y="5"/>
                  </a:lnTo>
                  <a:lnTo>
                    <a:pt x="3" y="5"/>
                  </a:lnTo>
                  <a:lnTo>
                    <a:pt x="3" y="6"/>
                  </a:lnTo>
                  <a:lnTo>
                    <a:pt x="3" y="6"/>
                  </a:lnTo>
                  <a:lnTo>
                    <a:pt x="3" y="9"/>
                  </a:lnTo>
                  <a:lnTo>
                    <a:pt x="3" y="12"/>
                  </a:lnTo>
                  <a:lnTo>
                    <a:pt x="3" y="12"/>
                  </a:lnTo>
                  <a:lnTo>
                    <a:pt x="4" y="12"/>
                  </a:lnTo>
                  <a:lnTo>
                    <a:pt x="5" y="12"/>
                  </a:lnTo>
                  <a:lnTo>
                    <a:pt x="5" y="12"/>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420" name=""/>
            <p:cNvSpPr/>
            <p:nvPr/>
          </p:nvSpPr>
          <p:spPr>
            <a:xfrm>
              <a:off x="6850080" y="3711600"/>
              <a:ext cx="3240" cy="1440"/>
            </a:xfrm>
            <a:custGeom>
              <a:avLst/>
              <a:gdLst/>
              <a:ahLst/>
              <a:rect l="l" t="t" r="r" b="b"/>
              <a:pathLst>
                <a:path w="2" h="1">
                  <a:moveTo>
                    <a:pt x="0" y="0"/>
                  </a:moveTo>
                  <a:lnTo>
                    <a:pt x="1" y="0"/>
                  </a:lnTo>
                  <a:lnTo>
                    <a:pt x="1"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421" name=""/>
            <p:cNvSpPr/>
            <p:nvPr/>
          </p:nvSpPr>
          <p:spPr>
            <a:xfrm>
              <a:off x="7369200" y="3733920"/>
              <a:ext cx="6480" cy="2880"/>
            </a:xfrm>
            <a:custGeom>
              <a:avLst/>
              <a:gdLst/>
              <a:ahLst/>
              <a:rect l="l" t="t" r="r" b="b"/>
              <a:pathLst>
                <a:path w="4" h="2">
                  <a:moveTo>
                    <a:pt x="0" y="1"/>
                  </a:moveTo>
                  <a:lnTo>
                    <a:pt x="3" y="1"/>
                  </a:lnTo>
                  <a:lnTo>
                    <a:pt x="3" y="1"/>
                  </a:lnTo>
                  <a:lnTo>
                    <a:pt x="3" y="1"/>
                  </a:lnTo>
                  <a:lnTo>
                    <a:pt x="3" y="0"/>
                  </a:lnTo>
                  <a:lnTo>
                    <a:pt x="0" y="1"/>
                  </a:lnTo>
                  <a:lnTo>
                    <a:pt x="0" y="1"/>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422" name=""/>
            <p:cNvSpPr/>
            <p:nvPr/>
          </p:nvSpPr>
          <p:spPr>
            <a:xfrm>
              <a:off x="7359480" y="3719520"/>
              <a:ext cx="16200" cy="17280"/>
            </a:xfrm>
            <a:custGeom>
              <a:avLst/>
              <a:gdLst/>
              <a:ahLst/>
              <a:rect l="l" t="t" r="r" b="b"/>
              <a:pathLst>
                <a:path w="10" h="11">
                  <a:moveTo>
                    <a:pt x="0" y="0"/>
                  </a:moveTo>
                  <a:lnTo>
                    <a:pt x="3" y="0"/>
                  </a:lnTo>
                  <a:lnTo>
                    <a:pt x="3" y="1"/>
                  </a:lnTo>
                  <a:lnTo>
                    <a:pt x="4" y="1"/>
                  </a:lnTo>
                  <a:lnTo>
                    <a:pt x="5" y="4"/>
                  </a:lnTo>
                  <a:lnTo>
                    <a:pt x="6" y="7"/>
                  </a:lnTo>
                  <a:lnTo>
                    <a:pt x="6" y="9"/>
                  </a:lnTo>
                  <a:lnTo>
                    <a:pt x="6" y="9"/>
                  </a:lnTo>
                  <a:lnTo>
                    <a:pt x="6" y="10"/>
                  </a:lnTo>
                  <a:lnTo>
                    <a:pt x="9" y="9"/>
                  </a:lnTo>
                  <a:lnTo>
                    <a:pt x="9" y="9"/>
                  </a:lnTo>
                  <a:lnTo>
                    <a:pt x="9" y="9"/>
                  </a:lnTo>
                  <a:lnTo>
                    <a:pt x="6" y="7"/>
                  </a:lnTo>
                  <a:lnTo>
                    <a:pt x="6" y="4"/>
                  </a:lnTo>
                  <a:lnTo>
                    <a:pt x="5" y="1"/>
                  </a:lnTo>
                  <a:lnTo>
                    <a:pt x="4" y="1"/>
                  </a:lnTo>
                  <a:lnTo>
                    <a:pt x="3"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3423" name=""/>
            <p:cNvSpPr/>
            <p:nvPr/>
          </p:nvSpPr>
          <p:spPr>
            <a:xfrm>
              <a:off x="7369200" y="3733920"/>
              <a:ext cx="6480" cy="2880"/>
            </a:xfrm>
            <a:custGeom>
              <a:avLst/>
              <a:gdLst/>
              <a:ahLst/>
              <a:rect l="l" t="t" r="r" b="b"/>
              <a:pathLst>
                <a:path w="4" h="2">
                  <a:moveTo>
                    <a:pt x="3" y="0"/>
                  </a:moveTo>
                  <a:lnTo>
                    <a:pt x="3" y="0"/>
                  </a:lnTo>
                  <a:lnTo>
                    <a:pt x="0" y="0"/>
                  </a:lnTo>
                  <a:lnTo>
                    <a:pt x="0" y="1"/>
                  </a:lnTo>
                  <a:lnTo>
                    <a:pt x="0" y="1"/>
                  </a:lnTo>
                  <a:lnTo>
                    <a:pt x="3" y="0"/>
                  </a:lnTo>
                  <a:lnTo>
                    <a:pt x="3"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424" name=""/>
            <p:cNvSpPr/>
            <p:nvPr/>
          </p:nvSpPr>
          <p:spPr>
            <a:xfrm>
              <a:off x="6834240" y="3817800"/>
              <a:ext cx="6120" cy="1800"/>
            </a:xfrm>
            <a:custGeom>
              <a:avLst/>
              <a:gdLst/>
              <a:ahLst/>
              <a:rect l="l" t="t" r="r" b="b"/>
              <a:pathLst>
                <a:path w="4" h="1">
                  <a:moveTo>
                    <a:pt x="3" y="0"/>
                  </a:moveTo>
                  <a:lnTo>
                    <a:pt x="3" y="0"/>
                  </a:lnTo>
                  <a:lnTo>
                    <a:pt x="2" y="0"/>
                  </a:lnTo>
                  <a:lnTo>
                    <a:pt x="0" y="0"/>
                  </a:lnTo>
                  <a:lnTo>
                    <a:pt x="2" y="0"/>
                  </a:lnTo>
                  <a:lnTo>
                    <a:pt x="3" y="0"/>
                  </a:lnTo>
                  <a:lnTo>
                    <a:pt x="3"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425" name=""/>
            <p:cNvSpPr/>
            <p:nvPr/>
          </p:nvSpPr>
          <p:spPr>
            <a:xfrm>
              <a:off x="6837480" y="3817800"/>
              <a:ext cx="19080" cy="22320"/>
            </a:xfrm>
            <a:custGeom>
              <a:avLst/>
              <a:gdLst/>
              <a:ahLst/>
              <a:rect l="l" t="t" r="r" b="b"/>
              <a:pathLst>
                <a:path w="12" h="14">
                  <a:moveTo>
                    <a:pt x="11" y="13"/>
                  </a:moveTo>
                  <a:lnTo>
                    <a:pt x="11" y="13"/>
                  </a:lnTo>
                  <a:lnTo>
                    <a:pt x="9" y="11"/>
                  </a:lnTo>
                  <a:lnTo>
                    <a:pt x="8" y="9"/>
                  </a:lnTo>
                  <a:lnTo>
                    <a:pt x="7" y="9"/>
                  </a:lnTo>
                  <a:lnTo>
                    <a:pt x="3" y="5"/>
                  </a:lnTo>
                  <a:lnTo>
                    <a:pt x="1" y="2"/>
                  </a:lnTo>
                  <a:lnTo>
                    <a:pt x="1" y="2"/>
                  </a:lnTo>
                  <a:lnTo>
                    <a:pt x="1" y="0"/>
                  </a:lnTo>
                  <a:lnTo>
                    <a:pt x="1" y="0"/>
                  </a:lnTo>
                  <a:lnTo>
                    <a:pt x="0" y="0"/>
                  </a:lnTo>
                  <a:lnTo>
                    <a:pt x="1" y="2"/>
                  </a:lnTo>
                  <a:lnTo>
                    <a:pt x="1" y="2"/>
                  </a:lnTo>
                  <a:lnTo>
                    <a:pt x="1" y="5"/>
                  </a:lnTo>
                  <a:lnTo>
                    <a:pt x="1" y="6"/>
                  </a:lnTo>
                  <a:lnTo>
                    <a:pt x="7" y="9"/>
                  </a:lnTo>
                  <a:lnTo>
                    <a:pt x="8" y="9"/>
                  </a:lnTo>
                  <a:lnTo>
                    <a:pt x="8" y="12"/>
                  </a:lnTo>
                  <a:lnTo>
                    <a:pt x="9" y="13"/>
                  </a:lnTo>
                  <a:lnTo>
                    <a:pt x="9" y="13"/>
                  </a:lnTo>
                  <a:lnTo>
                    <a:pt x="11" y="13"/>
                  </a:lnTo>
                  <a:lnTo>
                    <a:pt x="11" y="13"/>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426" name=""/>
            <p:cNvSpPr/>
            <p:nvPr/>
          </p:nvSpPr>
          <p:spPr>
            <a:xfrm>
              <a:off x="6851520" y="3838680"/>
              <a:ext cx="12960" cy="14040"/>
            </a:xfrm>
            <a:custGeom>
              <a:avLst/>
              <a:gdLst/>
              <a:ahLst/>
              <a:rect l="l" t="t" r="r" b="b"/>
              <a:pathLst>
                <a:path w="8" h="9">
                  <a:moveTo>
                    <a:pt x="7" y="8"/>
                  </a:moveTo>
                  <a:lnTo>
                    <a:pt x="7" y="8"/>
                  </a:lnTo>
                  <a:lnTo>
                    <a:pt x="7" y="8"/>
                  </a:lnTo>
                  <a:lnTo>
                    <a:pt x="6" y="6"/>
                  </a:lnTo>
                  <a:lnTo>
                    <a:pt x="4" y="6"/>
                  </a:lnTo>
                  <a:lnTo>
                    <a:pt x="2" y="3"/>
                  </a:lnTo>
                  <a:lnTo>
                    <a:pt x="2" y="2"/>
                  </a:lnTo>
                  <a:lnTo>
                    <a:pt x="2" y="2"/>
                  </a:lnTo>
                  <a:lnTo>
                    <a:pt x="2" y="1"/>
                  </a:lnTo>
                  <a:lnTo>
                    <a:pt x="2" y="0"/>
                  </a:lnTo>
                  <a:lnTo>
                    <a:pt x="0" y="0"/>
                  </a:lnTo>
                  <a:lnTo>
                    <a:pt x="0" y="1"/>
                  </a:lnTo>
                  <a:lnTo>
                    <a:pt x="2" y="2"/>
                  </a:lnTo>
                  <a:lnTo>
                    <a:pt x="2" y="3"/>
                  </a:lnTo>
                  <a:lnTo>
                    <a:pt x="2" y="6"/>
                  </a:lnTo>
                  <a:lnTo>
                    <a:pt x="3" y="8"/>
                  </a:lnTo>
                  <a:lnTo>
                    <a:pt x="4" y="8"/>
                  </a:lnTo>
                  <a:lnTo>
                    <a:pt x="6" y="8"/>
                  </a:lnTo>
                  <a:lnTo>
                    <a:pt x="6" y="8"/>
                  </a:lnTo>
                  <a:lnTo>
                    <a:pt x="6" y="8"/>
                  </a:lnTo>
                  <a:lnTo>
                    <a:pt x="7" y="8"/>
                  </a:lnTo>
                  <a:lnTo>
                    <a:pt x="7" y="8"/>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427" name=""/>
            <p:cNvSpPr/>
            <p:nvPr/>
          </p:nvSpPr>
          <p:spPr>
            <a:xfrm>
              <a:off x="6861240" y="3851280"/>
              <a:ext cx="4680" cy="20520"/>
            </a:xfrm>
            <a:custGeom>
              <a:avLst/>
              <a:gdLst/>
              <a:ahLst/>
              <a:rect l="l" t="t" r="r" b="b"/>
              <a:pathLst>
                <a:path w="3" h="13">
                  <a:moveTo>
                    <a:pt x="2" y="12"/>
                  </a:moveTo>
                  <a:lnTo>
                    <a:pt x="2" y="12"/>
                  </a:lnTo>
                  <a:lnTo>
                    <a:pt x="1" y="0"/>
                  </a:lnTo>
                  <a:lnTo>
                    <a:pt x="0" y="0"/>
                  </a:lnTo>
                  <a:lnTo>
                    <a:pt x="2" y="12"/>
                  </a:lnTo>
                  <a:lnTo>
                    <a:pt x="2" y="12"/>
                  </a:lnTo>
                  <a:lnTo>
                    <a:pt x="2" y="12"/>
                  </a:lnTo>
                  <a:lnTo>
                    <a:pt x="2" y="12"/>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428" name=""/>
            <p:cNvSpPr/>
            <p:nvPr/>
          </p:nvSpPr>
          <p:spPr>
            <a:xfrm>
              <a:off x="6864480" y="387036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429" name=""/>
            <p:cNvSpPr/>
            <p:nvPr/>
          </p:nvSpPr>
          <p:spPr>
            <a:xfrm>
              <a:off x="6929280" y="3805200"/>
              <a:ext cx="5040" cy="4680"/>
            </a:xfrm>
            <a:custGeom>
              <a:avLst/>
              <a:gdLst/>
              <a:ahLst/>
              <a:rect l="l" t="t" r="r" b="b"/>
              <a:pathLst>
                <a:path w="3" h="3">
                  <a:moveTo>
                    <a:pt x="2" y="0"/>
                  </a:moveTo>
                  <a:lnTo>
                    <a:pt x="2" y="0"/>
                  </a:lnTo>
                  <a:lnTo>
                    <a:pt x="0" y="0"/>
                  </a:lnTo>
                  <a:lnTo>
                    <a:pt x="2" y="2"/>
                  </a:lnTo>
                  <a:lnTo>
                    <a:pt x="2" y="2"/>
                  </a:lnTo>
                  <a:lnTo>
                    <a:pt x="2" y="0"/>
                  </a:lnTo>
                  <a:lnTo>
                    <a:pt x="2"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430" name=""/>
            <p:cNvSpPr/>
            <p:nvPr/>
          </p:nvSpPr>
          <p:spPr>
            <a:xfrm>
              <a:off x="6932520" y="3805200"/>
              <a:ext cx="12960" cy="14400"/>
            </a:xfrm>
            <a:custGeom>
              <a:avLst/>
              <a:gdLst/>
              <a:ahLst/>
              <a:rect l="l" t="t" r="r" b="b"/>
              <a:pathLst>
                <a:path w="8" h="9">
                  <a:moveTo>
                    <a:pt x="7" y="8"/>
                  </a:moveTo>
                  <a:lnTo>
                    <a:pt x="7" y="8"/>
                  </a:lnTo>
                  <a:lnTo>
                    <a:pt x="4" y="6"/>
                  </a:lnTo>
                  <a:lnTo>
                    <a:pt x="4" y="4"/>
                  </a:lnTo>
                  <a:lnTo>
                    <a:pt x="1" y="2"/>
                  </a:lnTo>
                  <a:lnTo>
                    <a:pt x="1" y="2"/>
                  </a:lnTo>
                  <a:lnTo>
                    <a:pt x="0" y="2"/>
                  </a:lnTo>
                  <a:lnTo>
                    <a:pt x="0" y="0"/>
                  </a:lnTo>
                  <a:lnTo>
                    <a:pt x="0" y="0"/>
                  </a:lnTo>
                  <a:lnTo>
                    <a:pt x="0" y="0"/>
                  </a:lnTo>
                  <a:lnTo>
                    <a:pt x="0" y="2"/>
                  </a:lnTo>
                  <a:lnTo>
                    <a:pt x="0" y="2"/>
                  </a:lnTo>
                  <a:lnTo>
                    <a:pt x="0" y="2"/>
                  </a:lnTo>
                  <a:lnTo>
                    <a:pt x="0" y="2"/>
                  </a:lnTo>
                  <a:lnTo>
                    <a:pt x="1" y="2"/>
                  </a:lnTo>
                  <a:lnTo>
                    <a:pt x="1" y="2"/>
                  </a:lnTo>
                  <a:lnTo>
                    <a:pt x="4" y="5"/>
                  </a:lnTo>
                  <a:lnTo>
                    <a:pt x="4" y="6"/>
                  </a:lnTo>
                  <a:lnTo>
                    <a:pt x="4" y="8"/>
                  </a:lnTo>
                  <a:lnTo>
                    <a:pt x="4" y="8"/>
                  </a:lnTo>
                  <a:lnTo>
                    <a:pt x="7" y="8"/>
                  </a:lnTo>
                  <a:lnTo>
                    <a:pt x="7" y="8"/>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431" name=""/>
            <p:cNvSpPr/>
            <p:nvPr/>
          </p:nvSpPr>
          <p:spPr>
            <a:xfrm>
              <a:off x="6939000" y="3817800"/>
              <a:ext cx="9360" cy="22320"/>
            </a:xfrm>
            <a:custGeom>
              <a:avLst/>
              <a:gdLst/>
              <a:ahLst/>
              <a:rect l="l" t="t" r="r" b="b"/>
              <a:pathLst>
                <a:path w="6" h="14">
                  <a:moveTo>
                    <a:pt x="5" y="13"/>
                  </a:moveTo>
                  <a:lnTo>
                    <a:pt x="5" y="11"/>
                  </a:lnTo>
                  <a:lnTo>
                    <a:pt x="5" y="9"/>
                  </a:lnTo>
                  <a:lnTo>
                    <a:pt x="5" y="5"/>
                  </a:lnTo>
                  <a:lnTo>
                    <a:pt x="3" y="0"/>
                  </a:lnTo>
                  <a:lnTo>
                    <a:pt x="0" y="0"/>
                  </a:lnTo>
                  <a:lnTo>
                    <a:pt x="0" y="5"/>
                  </a:lnTo>
                  <a:lnTo>
                    <a:pt x="0" y="9"/>
                  </a:lnTo>
                  <a:lnTo>
                    <a:pt x="0" y="11"/>
                  </a:lnTo>
                  <a:lnTo>
                    <a:pt x="0" y="13"/>
                  </a:lnTo>
                  <a:lnTo>
                    <a:pt x="5" y="13"/>
                  </a:lnTo>
                  <a:lnTo>
                    <a:pt x="5" y="13"/>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432" name=""/>
            <p:cNvSpPr/>
            <p:nvPr/>
          </p:nvSpPr>
          <p:spPr>
            <a:xfrm>
              <a:off x="6939000" y="3817800"/>
              <a:ext cx="6480" cy="1800"/>
            </a:xfrm>
            <a:custGeom>
              <a:avLst/>
              <a:gdLst/>
              <a:ahLst/>
              <a:rect l="l" t="t" r="r" b="b"/>
              <a:pathLst>
                <a:path w="4" h="1">
                  <a:moveTo>
                    <a:pt x="0" y="0"/>
                  </a:moveTo>
                  <a:lnTo>
                    <a:pt x="0" y="0"/>
                  </a:lnTo>
                  <a:lnTo>
                    <a:pt x="0" y="0"/>
                  </a:lnTo>
                  <a:lnTo>
                    <a:pt x="0" y="0"/>
                  </a:lnTo>
                  <a:lnTo>
                    <a:pt x="3"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433" name=""/>
            <p:cNvSpPr/>
            <p:nvPr/>
          </p:nvSpPr>
          <p:spPr>
            <a:xfrm>
              <a:off x="7034040" y="3887640"/>
              <a:ext cx="3240" cy="1800"/>
            </a:xfrm>
            <a:custGeom>
              <a:avLst/>
              <a:gdLst/>
              <a:ahLst/>
              <a:rect l="l" t="t" r="r" b="b"/>
              <a:pathLst>
                <a:path w="2" h="1">
                  <a:moveTo>
                    <a:pt x="0" y="0"/>
                  </a:moveTo>
                  <a:lnTo>
                    <a:pt x="0" y="0"/>
                  </a:lnTo>
                  <a:lnTo>
                    <a:pt x="0"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434" name=""/>
            <p:cNvSpPr/>
            <p:nvPr/>
          </p:nvSpPr>
          <p:spPr>
            <a:xfrm>
              <a:off x="7034040" y="3868560"/>
              <a:ext cx="11160" cy="20880"/>
            </a:xfrm>
            <a:custGeom>
              <a:avLst/>
              <a:gdLst/>
              <a:ahLst/>
              <a:rect l="l" t="t" r="r" b="b"/>
              <a:pathLst>
                <a:path w="7" h="13">
                  <a:moveTo>
                    <a:pt x="6" y="0"/>
                  </a:moveTo>
                  <a:lnTo>
                    <a:pt x="6" y="0"/>
                  </a:lnTo>
                  <a:lnTo>
                    <a:pt x="6" y="2"/>
                  </a:lnTo>
                  <a:lnTo>
                    <a:pt x="3" y="4"/>
                  </a:lnTo>
                  <a:lnTo>
                    <a:pt x="3" y="4"/>
                  </a:lnTo>
                  <a:lnTo>
                    <a:pt x="1" y="9"/>
                  </a:lnTo>
                  <a:lnTo>
                    <a:pt x="1" y="11"/>
                  </a:lnTo>
                  <a:lnTo>
                    <a:pt x="1" y="12"/>
                  </a:lnTo>
                  <a:lnTo>
                    <a:pt x="0" y="12"/>
                  </a:lnTo>
                  <a:lnTo>
                    <a:pt x="0" y="12"/>
                  </a:lnTo>
                  <a:lnTo>
                    <a:pt x="1" y="12"/>
                  </a:lnTo>
                  <a:lnTo>
                    <a:pt x="1" y="12"/>
                  </a:lnTo>
                  <a:lnTo>
                    <a:pt x="1" y="12"/>
                  </a:lnTo>
                  <a:lnTo>
                    <a:pt x="1" y="11"/>
                  </a:lnTo>
                  <a:lnTo>
                    <a:pt x="3" y="9"/>
                  </a:lnTo>
                  <a:lnTo>
                    <a:pt x="6" y="8"/>
                  </a:lnTo>
                  <a:lnTo>
                    <a:pt x="6" y="4"/>
                  </a:lnTo>
                  <a:lnTo>
                    <a:pt x="6" y="2"/>
                  </a:lnTo>
                  <a:lnTo>
                    <a:pt x="6" y="0"/>
                  </a:lnTo>
                  <a:lnTo>
                    <a:pt x="6" y="0"/>
                  </a:lnTo>
                  <a:lnTo>
                    <a:pt x="6" y="0"/>
                  </a:lnTo>
                  <a:lnTo>
                    <a:pt x="6" y="0"/>
                  </a:lnTo>
                </a:path>
              </a:pathLst>
            </a:custGeom>
            <a:solidFill>
              <a:srgbClr val="ffc0b6"/>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3435" name=""/>
            <p:cNvSpPr/>
            <p:nvPr/>
          </p:nvSpPr>
          <p:spPr>
            <a:xfrm>
              <a:off x="7043760" y="3838680"/>
              <a:ext cx="6480" cy="31680"/>
            </a:xfrm>
            <a:custGeom>
              <a:avLst/>
              <a:gdLst/>
              <a:ahLst/>
              <a:rect l="l" t="t" r="r" b="b"/>
              <a:pathLst>
                <a:path w="4" h="20">
                  <a:moveTo>
                    <a:pt x="3" y="0"/>
                  </a:moveTo>
                  <a:lnTo>
                    <a:pt x="3" y="1"/>
                  </a:lnTo>
                  <a:lnTo>
                    <a:pt x="3" y="3"/>
                  </a:lnTo>
                  <a:lnTo>
                    <a:pt x="3" y="6"/>
                  </a:lnTo>
                  <a:lnTo>
                    <a:pt x="3" y="8"/>
                  </a:lnTo>
                  <a:lnTo>
                    <a:pt x="2" y="10"/>
                  </a:lnTo>
                  <a:lnTo>
                    <a:pt x="0" y="11"/>
                  </a:lnTo>
                  <a:lnTo>
                    <a:pt x="0" y="16"/>
                  </a:lnTo>
                  <a:lnTo>
                    <a:pt x="0" y="19"/>
                  </a:lnTo>
                  <a:lnTo>
                    <a:pt x="0" y="19"/>
                  </a:lnTo>
                  <a:lnTo>
                    <a:pt x="0" y="16"/>
                  </a:lnTo>
                  <a:lnTo>
                    <a:pt x="2" y="12"/>
                  </a:lnTo>
                  <a:lnTo>
                    <a:pt x="3" y="10"/>
                  </a:lnTo>
                  <a:lnTo>
                    <a:pt x="3" y="8"/>
                  </a:lnTo>
                  <a:lnTo>
                    <a:pt x="3" y="6"/>
                  </a:lnTo>
                  <a:lnTo>
                    <a:pt x="3" y="3"/>
                  </a:lnTo>
                  <a:lnTo>
                    <a:pt x="3" y="1"/>
                  </a:lnTo>
                  <a:lnTo>
                    <a:pt x="3" y="0"/>
                  </a:lnTo>
                  <a:lnTo>
                    <a:pt x="3" y="0"/>
                  </a:lnTo>
                  <a:lnTo>
                    <a:pt x="3" y="0"/>
                  </a:lnTo>
                </a:path>
              </a:pathLst>
            </a:custGeom>
            <a:solidFill>
              <a:srgbClr val="ffc0b6"/>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3436" name=""/>
            <p:cNvSpPr/>
            <p:nvPr/>
          </p:nvSpPr>
          <p:spPr>
            <a:xfrm>
              <a:off x="7043760" y="386856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437" name=""/>
            <p:cNvSpPr/>
            <p:nvPr/>
          </p:nvSpPr>
          <p:spPr>
            <a:xfrm>
              <a:off x="7153200" y="391968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438" name=""/>
            <p:cNvSpPr/>
            <p:nvPr/>
          </p:nvSpPr>
          <p:spPr>
            <a:xfrm>
              <a:off x="7153200" y="3892680"/>
              <a:ext cx="9720" cy="28440"/>
            </a:xfrm>
            <a:custGeom>
              <a:avLst/>
              <a:gdLst/>
              <a:ahLst/>
              <a:rect l="l" t="t" r="r" b="b"/>
              <a:pathLst>
                <a:path w="6" h="18">
                  <a:moveTo>
                    <a:pt x="2" y="0"/>
                  </a:moveTo>
                  <a:lnTo>
                    <a:pt x="2" y="3"/>
                  </a:lnTo>
                  <a:lnTo>
                    <a:pt x="2" y="7"/>
                  </a:lnTo>
                  <a:lnTo>
                    <a:pt x="2" y="7"/>
                  </a:lnTo>
                  <a:lnTo>
                    <a:pt x="2" y="11"/>
                  </a:lnTo>
                  <a:lnTo>
                    <a:pt x="0" y="15"/>
                  </a:lnTo>
                  <a:lnTo>
                    <a:pt x="0" y="16"/>
                  </a:lnTo>
                  <a:lnTo>
                    <a:pt x="0" y="17"/>
                  </a:lnTo>
                  <a:lnTo>
                    <a:pt x="0" y="17"/>
                  </a:lnTo>
                  <a:lnTo>
                    <a:pt x="0" y="17"/>
                  </a:lnTo>
                  <a:lnTo>
                    <a:pt x="0" y="17"/>
                  </a:lnTo>
                  <a:lnTo>
                    <a:pt x="0" y="17"/>
                  </a:lnTo>
                  <a:lnTo>
                    <a:pt x="2" y="15"/>
                  </a:lnTo>
                  <a:lnTo>
                    <a:pt x="2" y="11"/>
                  </a:lnTo>
                  <a:lnTo>
                    <a:pt x="2" y="9"/>
                  </a:lnTo>
                  <a:lnTo>
                    <a:pt x="5" y="7"/>
                  </a:lnTo>
                  <a:lnTo>
                    <a:pt x="5" y="3"/>
                  </a:lnTo>
                  <a:lnTo>
                    <a:pt x="4" y="0"/>
                  </a:lnTo>
                  <a:lnTo>
                    <a:pt x="2" y="0"/>
                  </a:lnTo>
                  <a:lnTo>
                    <a:pt x="2" y="0"/>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3439" name=""/>
            <p:cNvSpPr/>
            <p:nvPr/>
          </p:nvSpPr>
          <p:spPr>
            <a:xfrm>
              <a:off x="7153200" y="391968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440" name=""/>
            <p:cNvSpPr/>
            <p:nvPr/>
          </p:nvSpPr>
          <p:spPr>
            <a:xfrm>
              <a:off x="6932520" y="390996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441" name=""/>
            <p:cNvSpPr/>
            <p:nvPr/>
          </p:nvSpPr>
          <p:spPr>
            <a:xfrm>
              <a:off x="6932520" y="3875040"/>
              <a:ext cx="15840" cy="36720"/>
            </a:xfrm>
            <a:custGeom>
              <a:avLst/>
              <a:gdLst/>
              <a:ahLst/>
              <a:rect l="l" t="t" r="r" b="b"/>
              <a:pathLst>
                <a:path w="10" h="23">
                  <a:moveTo>
                    <a:pt x="4" y="0"/>
                  </a:moveTo>
                  <a:lnTo>
                    <a:pt x="4" y="5"/>
                  </a:lnTo>
                  <a:lnTo>
                    <a:pt x="7" y="8"/>
                  </a:lnTo>
                  <a:lnTo>
                    <a:pt x="4" y="10"/>
                  </a:lnTo>
                  <a:lnTo>
                    <a:pt x="4" y="13"/>
                  </a:lnTo>
                  <a:lnTo>
                    <a:pt x="1" y="18"/>
                  </a:lnTo>
                  <a:lnTo>
                    <a:pt x="1" y="18"/>
                  </a:lnTo>
                  <a:lnTo>
                    <a:pt x="0" y="21"/>
                  </a:lnTo>
                  <a:lnTo>
                    <a:pt x="0" y="22"/>
                  </a:lnTo>
                  <a:lnTo>
                    <a:pt x="0" y="22"/>
                  </a:lnTo>
                  <a:lnTo>
                    <a:pt x="0" y="22"/>
                  </a:lnTo>
                  <a:lnTo>
                    <a:pt x="1" y="20"/>
                  </a:lnTo>
                  <a:lnTo>
                    <a:pt x="4" y="18"/>
                  </a:lnTo>
                  <a:lnTo>
                    <a:pt x="4" y="13"/>
                  </a:lnTo>
                  <a:lnTo>
                    <a:pt x="9" y="10"/>
                  </a:lnTo>
                  <a:lnTo>
                    <a:pt x="9" y="8"/>
                  </a:lnTo>
                  <a:lnTo>
                    <a:pt x="9" y="5"/>
                  </a:lnTo>
                  <a:lnTo>
                    <a:pt x="4" y="0"/>
                  </a:lnTo>
                  <a:lnTo>
                    <a:pt x="4" y="0"/>
                  </a:lnTo>
                  <a:lnTo>
                    <a:pt x="4" y="0"/>
                  </a:lnTo>
                </a:path>
              </a:pathLst>
            </a:custGeom>
            <a:solidFill>
              <a:srgbClr val="ffc0b6"/>
            </a:solidFill>
            <a:ln w="0">
              <a:noFill/>
            </a:ln>
          </p:spPr>
          <p:style>
            <a:lnRef idx="0"/>
            <a:fillRef idx="0"/>
            <a:effectRef idx="0"/>
            <a:fontRef idx="minor"/>
          </p:style>
          <p:txBody>
            <a:bodyPr lIns="90000" rIns="90000" tIns="-10080" bIns="-10080" anchor="t">
              <a:noAutofit/>
            </a:bodyPr>
            <a:p>
              <a:endParaRPr b="0" lang="en-IN" sz="2400" strike="noStrike" u="none">
                <a:solidFill>
                  <a:srgbClr val="ffffff"/>
                </a:solidFill>
                <a:effectLst/>
                <a:uFillTx/>
                <a:latin typeface="Times New Roman"/>
              </a:endParaRPr>
            </a:p>
          </p:txBody>
        </p:sp>
        <p:sp>
          <p:nvSpPr>
            <p:cNvPr id="3442" name=""/>
            <p:cNvSpPr/>
            <p:nvPr/>
          </p:nvSpPr>
          <p:spPr>
            <a:xfrm>
              <a:off x="6932520" y="390996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grpSp>
      <p:sp>
        <p:nvSpPr>
          <p:cNvPr id="3443" name=""/>
          <p:cNvSpPr/>
          <p:nvPr/>
        </p:nvSpPr>
        <p:spPr>
          <a:xfrm>
            <a:off x="2414520" y="4614840"/>
            <a:ext cx="1668600" cy="344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100" strike="noStrike" u="none">
                <a:solidFill>
                  <a:srgbClr val="ffffff"/>
                </a:solidFill>
                <a:effectLst/>
                <a:uFillTx/>
                <a:latin typeface="Arial"/>
              </a:rPr>
              <a:t>negative line</a:t>
            </a:r>
            <a:endParaRPr b="0" lang="en-IN" sz="2100" strike="noStrike" u="none">
              <a:solidFill>
                <a:srgbClr val="ffffff"/>
              </a:solidFill>
              <a:effectLst/>
              <a:uFillTx/>
              <a:latin typeface="Times New Roman"/>
            </a:endParaRPr>
          </a:p>
        </p:txBody>
      </p:sp>
      <p:sp>
        <p:nvSpPr>
          <p:cNvPr id="3444" name=""/>
          <p:cNvSpPr/>
          <p:nvPr/>
        </p:nvSpPr>
        <p:spPr>
          <a:xfrm>
            <a:off x="6367320" y="4521240"/>
            <a:ext cx="1552680" cy="342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100" strike="noStrike" u="none">
                <a:solidFill>
                  <a:srgbClr val="ffffff"/>
                </a:solidFill>
                <a:effectLst/>
                <a:uFillTx/>
                <a:latin typeface="Arial"/>
              </a:rPr>
              <a:t>positive line</a:t>
            </a:r>
            <a:endParaRPr b="0" lang="en-IN" sz="2100" strike="noStrike" u="none">
              <a:solidFill>
                <a:srgbClr val="ffffff"/>
              </a:solidFill>
              <a:effectLst/>
              <a:uFillTx/>
              <a:latin typeface="Times New Roman"/>
            </a:endParaRPr>
          </a:p>
        </p:txBody>
      </p:sp>
      <p:sp>
        <p:nvSpPr>
          <p:cNvPr id="3445" name=""/>
          <p:cNvSpPr/>
          <p:nvPr/>
        </p:nvSpPr>
        <p:spPr>
          <a:xfrm>
            <a:off x="4168800" y="2992320"/>
            <a:ext cx="706320" cy="636840"/>
          </a:xfrm>
          <a:custGeom>
            <a:avLst/>
            <a:gdLst/>
            <a:ahLst/>
            <a:rect l="l" t="t" r="r" b="b"/>
            <a:pathLst>
              <a:path w="445" h="401">
                <a:moveTo>
                  <a:pt x="444" y="107"/>
                </a:moveTo>
                <a:lnTo>
                  <a:pt x="145" y="324"/>
                </a:lnTo>
                <a:lnTo>
                  <a:pt x="200" y="400"/>
                </a:lnTo>
                <a:lnTo>
                  <a:pt x="0" y="349"/>
                </a:lnTo>
                <a:lnTo>
                  <a:pt x="13" y="144"/>
                </a:lnTo>
                <a:lnTo>
                  <a:pt x="67" y="218"/>
                </a:lnTo>
                <a:lnTo>
                  <a:pt x="366" y="0"/>
                </a:lnTo>
                <a:lnTo>
                  <a:pt x="444" y="107"/>
                </a:lnTo>
                <a:lnTo>
                  <a:pt x="444" y="107"/>
                </a:lnTo>
              </a:path>
            </a:pathLst>
          </a:custGeom>
          <a:solidFill>
            <a:srgbClr val="0000ff"/>
          </a:solidFill>
          <a:ln w="18360">
            <a:solidFill>
              <a:srgbClr val="fffff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46" name=""/>
          <p:cNvSpPr/>
          <p:nvPr/>
        </p:nvSpPr>
        <p:spPr>
          <a:xfrm>
            <a:off x="5635800" y="2982960"/>
            <a:ext cx="563400" cy="536400"/>
          </a:xfrm>
          <a:custGeom>
            <a:avLst/>
            <a:gdLst/>
            <a:ahLst/>
            <a:rect l="l" t="t" r="r" b="b"/>
            <a:pathLst>
              <a:path w="355" h="338">
                <a:moveTo>
                  <a:pt x="74" y="0"/>
                </a:moveTo>
                <a:lnTo>
                  <a:pt x="301" y="153"/>
                </a:lnTo>
                <a:lnTo>
                  <a:pt x="354" y="76"/>
                </a:lnTo>
                <a:lnTo>
                  <a:pt x="345" y="262"/>
                </a:lnTo>
                <a:lnTo>
                  <a:pt x="175" y="337"/>
                </a:lnTo>
                <a:lnTo>
                  <a:pt x="227" y="262"/>
                </a:lnTo>
                <a:lnTo>
                  <a:pt x="0" y="108"/>
                </a:lnTo>
                <a:lnTo>
                  <a:pt x="74" y="0"/>
                </a:lnTo>
                <a:lnTo>
                  <a:pt x="74" y="0"/>
                </a:lnTo>
              </a:path>
            </a:pathLst>
          </a:custGeom>
          <a:solidFill>
            <a:srgbClr val="0000ff"/>
          </a:solidFill>
          <a:ln w="18360">
            <a:solidFill>
              <a:srgbClr val="fffff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47" name=""/>
          <p:cNvSpPr/>
          <p:nvPr/>
        </p:nvSpPr>
        <p:spPr>
          <a:xfrm>
            <a:off x="4511520" y="3770280"/>
            <a:ext cx="1373400" cy="728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100" strike="noStrike" u="none">
                <a:solidFill>
                  <a:srgbClr val="ffffff"/>
                </a:solidFill>
                <a:effectLst/>
                <a:uFillTx/>
                <a:latin typeface="Arial"/>
              </a:rPr>
              <a:t>6 negative</a:t>
            </a:r>
            <a:endParaRPr b="0" lang="en-IN" sz="21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2100" strike="noStrike" u="none">
                <a:solidFill>
                  <a:srgbClr val="ffffff"/>
                </a:solidFill>
                <a:effectLst/>
                <a:uFillTx/>
                <a:latin typeface="Arial"/>
              </a:rPr>
              <a:t>5 positive</a:t>
            </a:r>
            <a:endParaRPr b="0" lang="en-IN" sz="2100" strike="noStrike" u="none">
              <a:solidFill>
                <a:srgbClr val="ffffff"/>
              </a:solidFill>
              <a:effectLst/>
              <a:uFillTx/>
              <a:latin typeface="Times New Roman"/>
            </a:endParaRPr>
          </a:p>
        </p:txBody>
      </p:sp>
      <p:sp>
        <p:nvSpPr>
          <p:cNvPr id="3448" name=""/>
          <p:cNvSpPr/>
          <p:nvPr/>
        </p:nvSpPr>
        <p:spPr>
          <a:xfrm>
            <a:off x="2859120" y="4943520"/>
            <a:ext cx="493560" cy="763560"/>
          </a:xfrm>
          <a:custGeom>
            <a:avLst/>
            <a:gdLst/>
            <a:ahLst/>
            <a:rect l="l" t="t" r="r" b="b"/>
            <a:pathLst>
              <a:path w="311" h="481">
                <a:moveTo>
                  <a:pt x="285" y="25"/>
                </a:moveTo>
                <a:lnTo>
                  <a:pt x="219" y="370"/>
                </a:lnTo>
                <a:lnTo>
                  <a:pt x="310" y="388"/>
                </a:lnTo>
                <a:lnTo>
                  <a:pt x="131" y="480"/>
                </a:lnTo>
                <a:lnTo>
                  <a:pt x="0" y="327"/>
                </a:lnTo>
                <a:lnTo>
                  <a:pt x="90" y="345"/>
                </a:lnTo>
                <a:lnTo>
                  <a:pt x="156" y="0"/>
                </a:lnTo>
                <a:lnTo>
                  <a:pt x="285" y="25"/>
                </a:lnTo>
                <a:lnTo>
                  <a:pt x="285" y="25"/>
                </a:lnTo>
              </a:path>
            </a:pathLst>
          </a:custGeom>
          <a:solidFill>
            <a:srgbClr val="0000ff"/>
          </a:solidFill>
          <a:ln w="18360">
            <a:solidFill>
              <a:srgbClr val="fffff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49" name=""/>
          <p:cNvSpPr/>
          <p:nvPr/>
        </p:nvSpPr>
        <p:spPr>
          <a:xfrm>
            <a:off x="2071800" y="5757840"/>
            <a:ext cx="3433680" cy="10382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100" strike="noStrike" u="none">
                <a:solidFill>
                  <a:srgbClr val="ffffff"/>
                </a:solidFill>
                <a:effectLst/>
                <a:uFillTx/>
                <a:latin typeface="Arial"/>
              </a:rPr>
              <a:t>1 clinical, BSE identified</a:t>
            </a:r>
            <a:endParaRPr b="0" lang="en-IN" sz="2100" strike="noStrike" u="none">
              <a:solidFill>
                <a:srgbClr val="ffffff"/>
              </a:solidFill>
              <a:effectLst/>
              <a:uFillTx/>
              <a:latin typeface="Times New Roman"/>
            </a:endParaRPr>
          </a:p>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endParaRPr b="0" lang="en-IN" sz="2100" strike="noStrike" u="none">
              <a:solidFill>
                <a:srgbClr val="ffffff"/>
              </a:solidFill>
              <a:effectLst/>
              <a:uFillTx/>
              <a:latin typeface="Times New Roman"/>
            </a:endParaRPr>
          </a:p>
        </p:txBody>
      </p:sp>
      <p:sp>
        <p:nvSpPr>
          <p:cNvPr id="3450" name=""/>
          <p:cNvSpPr/>
          <p:nvPr/>
        </p:nvSpPr>
        <p:spPr>
          <a:xfrm>
            <a:off x="7008840" y="4834080"/>
            <a:ext cx="579240" cy="925200"/>
          </a:xfrm>
          <a:custGeom>
            <a:avLst/>
            <a:gdLst/>
            <a:ahLst/>
            <a:rect l="l" t="t" r="r" b="b"/>
            <a:pathLst>
              <a:path w="365" h="583">
                <a:moveTo>
                  <a:pt x="124" y="0"/>
                </a:moveTo>
                <a:lnTo>
                  <a:pt x="276" y="413"/>
                </a:lnTo>
                <a:lnTo>
                  <a:pt x="364" y="379"/>
                </a:lnTo>
                <a:lnTo>
                  <a:pt x="268" y="582"/>
                </a:lnTo>
                <a:lnTo>
                  <a:pt x="66" y="490"/>
                </a:lnTo>
                <a:lnTo>
                  <a:pt x="152" y="458"/>
                </a:lnTo>
                <a:lnTo>
                  <a:pt x="0" y="45"/>
                </a:lnTo>
                <a:lnTo>
                  <a:pt x="124" y="0"/>
                </a:lnTo>
                <a:lnTo>
                  <a:pt x="124" y="0"/>
                </a:lnTo>
              </a:path>
            </a:pathLst>
          </a:custGeom>
          <a:solidFill>
            <a:srgbClr val="0000ff"/>
          </a:solidFill>
          <a:ln w="18360">
            <a:solidFill>
              <a:srgbClr val="fffff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51" name=""/>
          <p:cNvSpPr/>
          <p:nvPr/>
        </p:nvSpPr>
        <p:spPr>
          <a:xfrm>
            <a:off x="6066000" y="5935680"/>
            <a:ext cx="3186000" cy="6825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100" strike="noStrike" u="none">
                <a:solidFill>
                  <a:srgbClr val="ffffff"/>
                </a:solidFill>
                <a:effectLst/>
                <a:uFillTx/>
                <a:latin typeface="Arial"/>
              </a:rPr>
              <a:t>2 clinical, atypical TSE</a:t>
            </a:r>
            <a:endParaRPr b="0" lang="en-IN" sz="2100" strike="noStrike" u="none">
              <a:solidFill>
                <a:srgbClr val="ffffff"/>
              </a:solidFill>
              <a:effectLst/>
              <a:uFillTx/>
              <a:latin typeface="Times New Roman"/>
            </a:endParaRPr>
          </a:p>
        </p:txBody>
      </p:sp>
      <p:sp>
        <p:nvSpPr>
          <p:cNvPr id="3452" name=""/>
          <p:cNvSpPr/>
          <p:nvPr/>
        </p:nvSpPr>
        <p:spPr>
          <a:xfrm>
            <a:off x="4973760" y="3317760"/>
            <a:ext cx="653760" cy="400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500" strike="noStrike" u="none">
                <a:solidFill>
                  <a:srgbClr val="ffff00"/>
                </a:solidFill>
                <a:effectLst/>
                <a:uFillTx/>
                <a:latin typeface="Arial"/>
              </a:rPr>
              <a:t>oral</a:t>
            </a:r>
            <a:endParaRPr b="0" lang="en-IN" sz="2500" strike="noStrike" u="none">
              <a:solidFill>
                <a:srgbClr val="ffffff"/>
              </a:solidFill>
              <a:effectLst/>
              <a:uFillTx/>
              <a:latin typeface="Times New Roman"/>
            </a:endParaRPr>
          </a:p>
        </p:txBody>
      </p:sp>
    </p:spTree>
  </p:cSld>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3453" name=""/>
          <p:cNvGrpSpPr/>
          <p:nvPr/>
        </p:nvGrpSpPr>
        <p:grpSpPr>
          <a:xfrm>
            <a:off x="538200" y="-7920"/>
            <a:ext cx="9456840" cy="8099280"/>
            <a:chOff x="538200" y="-7920"/>
            <a:chExt cx="9456840" cy="8099280"/>
          </a:xfrm>
        </p:grpSpPr>
        <p:sp>
          <p:nvSpPr>
            <p:cNvPr id="3454"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3455" name=""/>
            <p:cNvGrpSpPr/>
            <p:nvPr/>
          </p:nvGrpSpPr>
          <p:grpSpPr>
            <a:xfrm>
              <a:off x="538200" y="727200"/>
              <a:ext cx="1542960" cy="1599840"/>
              <a:chOff x="538200" y="727200"/>
              <a:chExt cx="1542960" cy="1599840"/>
            </a:xfrm>
          </p:grpSpPr>
          <p:sp>
            <p:nvSpPr>
              <p:cNvPr id="3456"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3457" name="" descr=""/>
              <p:cNvPicPr/>
              <p:nvPr/>
            </p:nvPicPr>
            <p:blipFill>
              <a:blip r:embed="rId1"/>
              <a:stretch/>
            </p:blipFill>
            <p:spPr>
              <a:xfrm>
                <a:off x="568440" y="779400"/>
                <a:ext cx="1430280" cy="1460520"/>
              </a:xfrm>
              <a:prstGeom prst="rect">
                <a:avLst/>
              </a:prstGeom>
              <a:noFill/>
              <a:ln w="0">
                <a:noFill/>
              </a:ln>
            </p:spPr>
          </p:pic>
          <p:sp>
            <p:nvSpPr>
              <p:cNvPr id="3458"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59"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460"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3461"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3462"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3463"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BSE in Sheep: Research</a:t>
            </a:r>
            <a:endParaRPr b="0" lang="en-IN" sz="4200" strike="noStrike" u="none">
              <a:solidFill>
                <a:srgbClr val="ffffff"/>
              </a:solidFill>
              <a:effectLst/>
              <a:uFillTx/>
              <a:latin typeface="Times New Roman"/>
            </a:endParaRPr>
          </a:p>
        </p:txBody>
      </p:sp>
      <p:grpSp>
        <p:nvGrpSpPr>
          <p:cNvPr id="3464" name=""/>
          <p:cNvGrpSpPr/>
          <p:nvPr/>
        </p:nvGrpSpPr>
        <p:grpSpPr>
          <a:xfrm>
            <a:off x="4135320" y="4284720"/>
            <a:ext cx="2136960" cy="1685880"/>
            <a:chOff x="4135320" y="4284720"/>
            <a:chExt cx="2136960" cy="1685880"/>
          </a:xfrm>
        </p:grpSpPr>
        <p:sp>
          <p:nvSpPr>
            <p:cNvPr id="3465" name=""/>
            <p:cNvSpPr/>
            <p:nvPr/>
          </p:nvSpPr>
          <p:spPr>
            <a:xfrm>
              <a:off x="4135320" y="4363920"/>
              <a:ext cx="411120" cy="376200"/>
            </a:xfrm>
            <a:custGeom>
              <a:avLst/>
              <a:gdLst/>
              <a:ahLst/>
              <a:rect l="l" t="t" r="r" b="b"/>
              <a:pathLst>
                <a:path w="259" h="237">
                  <a:moveTo>
                    <a:pt x="79" y="52"/>
                  </a:moveTo>
                  <a:lnTo>
                    <a:pt x="76" y="58"/>
                  </a:lnTo>
                  <a:lnTo>
                    <a:pt x="74" y="58"/>
                  </a:lnTo>
                  <a:lnTo>
                    <a:pt x="69" y="58"/>
                  </a:lnTo>
                  <a:lnTo>
                    <a:pt x="68" y="59"/>
                  </a:lnTo>
                  <a:lnTo>
                    <a:pt x="64" y="59"/>
                  </a:lnTo>
                  <a:lnTo>
                    <a:pt x="60" y="66"/>
                  </a:lnTo>
                  <a:lnTo>
                    <a:pt x="57" y="73"/>
                  </a:lnTo>
                  <a:lnTo>
                    <a:pt x="55" y="73"/>
                  </a:lnTo>
                  <a:lnTo>
                    <a:pt x="48" y="77"/>
                  </a:lnTo>
                  <a:lnTo>
                    <a:pt x="48" y="81"/>
                  </a:lnTo>
                  <a:lnTo>
                    <a:pt x="42" y="81"/>
                  </a:lnTo>
                  <a:lnTo>
                    <a:pt x="38" y="92"/>
                  </a:lnTo>
                  <a:lnTo>
                    <a:pt x="34" y="92"/>
                  </a:lnTo>
                  <a:lnTo>
                    <a:pt x="28" y="92"/>
                  </a:lnTo>
                  <a:lnTo>
                    <a:pt x="26" y="99"/>
                  </a:lnTo>
                  <a:lnTo>
                    <a:pt x="26" y="102"/>
                  </a:lnTo>
                  <a:lnTo>
                    <a:pt x="23" y="104"/>
                  </a:lnTo>
                  <a:lnTo>
                    <a:pt x="20" y="109"/>
                  </a:lnTo>
                  <a:lnTo>
                    <a:pt x="20" y="109"/>
                  </a:lnTo>
                  <a:lnTo>
                    <a:pt x="11" y="116"/>
                  </a:lnTo>
                  <a:lnTo>
                    <a:pt x="9" y="118"/>
                  </a:lnTo>
                  <a:lnTo>
                    <a:pt x="9" y="119"/>
                  </a:lnTo>
                  <a:lnTo>
                    <a:pt x="7" y="119"/>
                  </a:lnTo>
                  <a:lnTo>
                    <a:pt x="6" y="127"/>
                  </a:lnTo>
                  <a:lnTo>
                    <a:pt x="5" y="128"/>
                  </a:lnTo>
                  <a:lnTo>
                    <a:pt x="3" y="129"/>
                  </a:lnTo>
                  <a:lnTo>
                    <a:pt x="2" y="138"/>
                  </a:lnTo>
                  <a:lnTo>
                    <a:pt x="0" y="143"/>
                  </a:lnTo>
                  <a:lnTo>
                    <a:pt x="0" y="147"/>
                  </a:lnTo>
                  <a:lnTo>
                    <a:pt x="0" y="149"/>
                  </a:lnTo>
                  <a:lnTo>
                    <a:pt x="0" y="155"/>
                  </a:lnTo>
                  <a:lnTo>
                    <a:pt x="0" y="161"/>
                  </a:lnTo>
                  <a:lnTo>
                    <a:pt x="0" y="165"/>
                  </a:lnTo>
                  <a:lnTo>
                    <a:pt x="0" y="165"/>
                  </a:lnTo>
                  <a:lnTo>
                    <a:pt x="0" y="169"/>
                  </a:lnTo>
                  <a:lnTo>
                    <a:pt x="0" y="172"/>
                  </a:lnTo>
                  <a:lnTo>
                    <a:pt x="0" y="178"/>
                  </a:lnTo>
                  <a:lnTo>
                    <a:pt x="0" y="182"/>
                  </a:lnTo>
                  <a:lnTo>
                    <a:pt x="0" y="183"/>
                  </a:lnTo>
                  <a:lnTo>
                    <a:pt x="0" y="187"/>
                  </a:lnTo>
                  <a:lnTo>
                    <a:pt x="0" y="188"/>
                  </a:lnTo>
                  <a:lnTo>
                    <a:pt x="0" y="192"/>
                  </a:lnTo>
                  <a:lnTo>
                    <a:pt x="0" y="192"/>
                  </a:lnTo>
                  <a:lnTo>
                    <a:pt x="0" y="193"/>
                  </a:lnTo>
                  <a:lnTo>
                    <a:pt x="0" y="200"/>
                  </a:lnTo>
                  <a:lnTo>
                    <a:pt x="0" y="200"/>
                  </a:lnTo>
                  <a:lnTo>
                    <a:pt x="0" y="204"/>
                  </a:lnTo>
                  <a:lnTo>
                    <a:pt x="0" y="204"/>
                  </a:lnTo>
                  <a:lnTo>
                    <a:pt x="2" y="209"/>
                  </a:lnTo>
                  <a:lnTo>
                    <a:pt x="2" y="210"/>
                  </a:lnTo>
                  <a:lnTo>
                    <a:pt x="4" y="213"/>
                  </a:lnTo>
                  <a:lnTo>
                    <a:pt x="5" y="216"/>
                  </a:lnTo>
                  <a:lnTo>
                    <a:pt x="6" y="219"/>
                  </a:lnTo>
                  <a:lnTo>
                    <a:pt x="9" y="219"/>
                  </a:lnTo>
                  <a:lnTo>
                    <a:pt x="11" y="219"/>
                  </a:lnTo>
                  <a:lnTo>
                    <a:pt x="20" y="219"/>
                  </a:lnTo>
                  <a:lnTo>
                    <a:pt x="20" y="219"/>
                  </a:lnTo>
                  <a:lnTo>
                    <a:pt x="20" y="219"/>
                  </a:lnTo>
                  <a:lnTo>
                    <a:pt x="23" y="219"/>
                  </a:lnTo>
                  <a:lnTo>
                    <a:pt x="23" y="219"/>
                  </a:lnTo>
                  <a:lnTo>
                    <a:pt x="26" y="219"/>
                  </a:lnTo>
                  <a:lnTo>
                    <a:pt x="26" y="219"/>
                  </a:lnTo>
                  <a:lnTo>
                    <a:pt x="26" y="219"/>
                  </a:lnTo>
                  <a:lnTo>
                    <a:pt x="26" y="219"/>
                  </a:lnTo>
                  <a:lnTo>
                    <a:pt x="26" y="219"/>
                  </a:lnTo>
                  <a:lnTo>
                    <a:pt x="26" y="219"/>
                  </a:lnTo>
                  <a:lnTo>
                    <a:pt x="26" y="224"/>
                  </a:lnTo>
                  <a:lnTo>
                    <a:pt x="28" y="229"/>
                  </a:lnTo>
                  <a:lnTo>
                    <a:pt x="29" y="229"/>
                  </a:lnTo>
                  <a:lnTo>
                    <a:pt x="34" y="233"/>
                  </a:lnTo>
                  <a:lnTo>
                    <a:pt x="34" y="233"/>
                  </a:lnTo>
                  <a:lnTo>
                    <a:pt x="34" y="233"/>
                  </a:lnTo>
                  <a:lnTo>
                    <a:pt x="36" y="233"/>
                  </a:lnTo>
                  <a:lnTo>
                    <a:pt x="42" y="233"/>
                  </a:lnTo>
                  <a:lnTo>
                    <a:pt x="42" y="233"/>
                  </a:lnTo>
                  <a:lnTo>
                    <a:pt x="42" y="234"/>
                  </a:lnTo>
                  <a:lnTo>
                    <a:pt x="42" y="236"/>
                  </a:lnTo>
                  <a:lnTo>
                    <a:pt x="42" y="236"/>
                  </a:lnTo>
                  <a:lnTo>
                    <a:pt x="42" y="236"/>
                  </a:lnTo>
                  <a:lnTo>
                    <a:pt x="46" y="236"/>
                  </a:lnTo>
                  <a:lnTo>
                    <a:pt x="48" y="236"/>
                  </a:lnTo>
                  <a:lnTo>
                    <a:pt x="48" y="236"/>
                  </a:lnTo>
                  <a:lnTo>
                    <a:pt x="55" y="236"/>
                  </a:lnTo>
                  <a:lnTo>
                    <a:pt x="57" y="236"/>
                  </a:lnTo>
                  <a:lnTo>
                    <a:pt x="57" y="236"/>
                  </a:lnTo>
                  <a:lnTo>
                    <a:pt x="64" y="236"/>
                  </a:lnTo>
                  <a:lnTo>
                    <a:pt x="64" y="236"/>
                  </a:lnTo>
                  <a:lnTo>
                    <a:pt x="68" y="234"/>
                  </a:lnTo>
                  <a:lnTo>
                    <a:pt x="73" y="233"/>
                  </a:lnTo>
                  <a:lnTo>
                    <a:pt x="74" y="233"/>
                  </a:lnTo>
                  <a:lnTo>
                    <a:pt x="79" y="229"/>
                  </a:lnTo>
                  <a:lnTo>
                    <a:pt x="79" y="225"/>
                  </a:lnTo>
                  <a:lnTo>
                    <a:pt x="79" y="224"/>
                  </a:lnTo>
                  <a:lnTo>
                    <a:pt x="80" y="219"/>
                  </a:lnTo>
                  <a:lnTo>
                    <a:pt x="81" y="219"/>
                  </a:lnTo>
                  <a:lnTo>
                    <a:pt x="85" y="219"/>
                  </a:lnTo>
                  <a:lnTo>
                    <a:pt x="90" y="219"/>
                  </a:lnTo>
                  <a:lnTo>
                    <a:pt x="90" y="219"/>
                  </a:lnTo>
                  <a:lnTo>
                    <a:pt x="96" y="219"/>
                  </a:lnTo>
                  <a:lnTo>
                    <a:pt x="96" y="219"/>
                  </a:lnTo>
                  <a:lnTo>
                    <a:pt x="97" y="219"/>
                  </a:lnTo>
                  <a:lnTo>
                    <a:pt x="102" y="219"/>
                  </a:lnTo>
                  <a:lnTo>
                    <a:pt x="102" y="216"/>
                  </a:lnTo>
                  <a:lnTo>
                    <a:pt x="104" y="216"/>
                  </a:lnTo>
                  <a:lnTo>
                    <a:pt x="106" y="216"/>
                  </a:lnTo>
                  <a:lnTo>
                    <a:pt x="112" y="216"/>
                  </a:lnTo>
                  <a:lnTo>
                    <a:pt x="112" y="216"/>
                  </a:lnTo>
                  <a:lnTo>
                    <a:pt x="114" y="216"/>
                  </a:lnTo>
                  <a:lnTo>
                    <a:pt x="117" y="216"/>
                  </a:lnTo>
                  <a:lnTo>
                    <a:pt x="123" y="216"/>
                  </a:lnTo>
                  <a:lnTo>
                    <a:pt x="123" y="216"/>
                  </a:lnTo>
                  <a:lnTo>
                    <a:pt x="126" y="216"/>
                  </a:lnTo>
                  <a:lnTo>
                    <a:pt x="133" y="216"/>
                  </a:lnTo>
                  <a:lnTo>
                    <a:pt x="134" y="216"/>
                  </a:lnTo>
                  <a:lnTo>
                    <a:pt x="138" y="216"/>
                  </a:lnTo>
                  <a:lnTo>
                    <a:pt x="138" y="216"/>
                  </a:lnTo>
                  <a:lnTo>
                    <a:pt x="138" y="216"/>
                  </a:lnTo>
                  <a:lnTo>
                    <a:pt x="148" y="216"/>
                  </a:lnTo>
                  <a:lnTo>
                    <a:pt x="151" y="216"/>
                  </a:lnTo>
                  <a:lnTo>
                    <a:pt x="151" y="216"/>
                  </a:lnTo>
                  <a:lnTo>
                    <a:pt x="158" y="216"/>
                  </a:lnTo>
                  <a:lnTo>
                    <a:pt x="158" y="216"/>
                  </a:lnTo>
                  <a:lnTo>
                    <a:pt x="160" y="219"/>
                  </a:lnTo>
                  <a:lnTo>
                    <a:pt x="161" y="219"/>
                  </a:lnTo>
                  <a:lnTo>
                    <a:pt x="161" y="219"/>
                  </a:lnTo>
                  <a:lnTo>
                    <a:pt x="166" y="219"/>
                  </a:lnTo>
                  <a:lnTo>
                    <a:pt x="172" y="224"/>
                  </a:lnTo>
                  <a:lnTo>
                    <a:pt x="176" y="225"/>
                  </a:lnTo>
                  <a:lnTo>
                    <a:pt x="180" y="229"/>
                  </a:lnTo>
                  <a:lnTo>
                    <a:pt x="190" y="229"/>
                  </a:lnTo>
                  <a:lnTo>
                    <a:pt x="194" y="229"/>
                  </a:lnTo>
                  <a:lnTo>
                    <a:pt x="198" y="229"/>
                  </a:lnTo>
                  <a:lnTo>
                    <a:pt x="209" y="229"/>
                  </a:lnTo>
                  <a:lnTo>
                    <a:pt x="212" y="229"/>
                  </a:lnTo>
                  <a:lnTo>
                    <a:pt x="217" y="225"/>
                  </a:lnTo>
                  <a:lnTo>
                    <a:pt x="226" y="224"/>
                  </a:lnTo>
                  <a:lnTo>
                    <a:pt x="230" y="219"/>
                  </a:lnTo>
                  <a:lnTo>
                    <a:pt x="236" y="219"/>
                  </a:lnTo>
                  <a:lnTo>
                    <a:pt x="236" y="219"/>
                  </a:lnTo>
                  <a:lnTo>
                    <a:pt x="238" y="216"/>
                  </a:lnTo>
                  <a:lnTo>
                    <a:pt x="241" y="213"/>
                  </a:lnTo>
                  <a:lnTo>
                    <a:pt x="244" y="204"/>
                  </a:lnTo>
                  <a:lnTo>
                    <a:pt x="250" y="192"/>
                  </a:lnTo>
                  <a:lnTo>
                    <a:pt x="251" y="182"/>
                  </a:lnTo>
                  <a:lnTo>
                    <a:pt x="251" y="165"/>
                  </a:lnTo>
                  <a:lnTo>
                    <a:pt x="255" y="147"/>
                  </a:lnTo>
                  <a:lnTo>
                    <a:pt x="257" y="128"/>
                  </a:lnTo>
                  <a:lnTo>
                    <a:pt x="258" y="109"/>
                  </a:lnTo>
                  <a:lnTo>
                    <a:pt x="257" y="92"/>
                  </a:lnTo>
                  <a:lnTo>
                    <a:pt x="255" y="73"/>
                  </a:lnTo>
                  <a:lnTo>
                    <a:pt x="251" y="52"/>
                  </a:lnTo>
                  <a:lnTo>
                    <a:pt x="250" y="36"/>
                  </a:lnTo>
                  <a:lnTo>
                    <a:pt x="238" y="22"/>
                  </a:lnTo>
                  <a:lnTo>
                    <a:pt x="233" y="14"/>
                  </a:lnTo>
                  <a:lnTo>
                    <a:pt x="220" y="4"/>
                  </a:lnTo>
                  <a:lnTo>
                    <a:pt x="207" y="0"/>
                  </a:lnTo>
                  <a:lnTo>
                    <a:pt x="197" y="0"/>
                  </a:lnTo>
                  <a:lnTo>
                    <a:pt x="194" y="0"/>
                  </a:lnTo>
                  <a:lnTo>
                    <a:pt x="185" y="0"/>
                  </a:lnTo>
                  <a:lnTo>
                    <a:pt x="176" y="0"/>
                  </a:lnTo>
                  <a:lnTo>
                    <a:pt x="172" y="0"/>
                  </a:lnTo>
                  <a:lnTo>
                    <a:pt x="161" y="0"/>
                  </a:lnTo>
                  <a:lnTo>
                    <a:pt x="160" y="4"/>
                  </a:lnTo>
                  <a:lnTo>
                    <a:pt x="151" y="4"/>
                  </a:lnTo>
                  <a:lnTo>
                    <a:pt x="146" y="4"/>
                  </a:lnTo>
                  <a:lnTo>
                    <a:pt x="138" y="9"/>
                  </a:lnTo>
                  <a:lnTo>
                    <a:pt x="134" y="14"/>
                  </a:lnTo>
                  <a:lnTo>
                    <a:pt x="129" y="15"/>
                  </a:lnTo>
                  <a:lnTo>
                    <a:pt x="123" y="16"/>
                  </a:lnTo>
                  <a:lnTo>
                    <a:pt x="123" y="19"/>
                  </a:lnTo>
                  <a:lnTo>
                    <a:pt x="116" y="21"/>
                  </a:lnTo>
                  <a:lnTo>
                    <a:pt x="112" y="24"/>
                  </a:lnTo>
                  <a:lnTo>
                    <a:pt x="106" y="24"/>
                  </a:lnTo>
                  <a:lnTo>
                    <a:pt x="102" y="29"/>
                  </a:lnTo>
                  <a:lnTo>
                    <a:pt x="98" y="31"/>
                  </a:lnTo>
                  <a:lnTo>
                    <a:pt x="96" y="35"/>
                  </a:lnTo>
                  <a:lnTo>
                    <a:pt x="96" y="36"/>
                  </a:lnTo>
                  <a:lnTo>
                    <a:pt x="90" y="37"/>
                  </a:lnTo>
                  <a:lnTo>
                    <a:pt x="90" y="43"/>
                  </a:lnTo>
                  <a:lnTo>
                    <a:pt x="85" y="46"/>
                  </a:lnTo>
                  <a:lnTo>
                    <a:pt x="85" y="48"/>
                  </a:lnTo>
                  <a:lnTo>
                    <a:pt x="80" y="48"/>
                  </a:lnTo>
                  <a:lnTo>
                    <a:pt x="79" y="48"/>
                  </a:lnTo>
                  <a:lnTo>
                    <a:pt x="79" y="48"/>
                  </a:lnTo>
                  <a:lnTo>
                    <a:pt x="79" y="49"/>
                  </a:lnTo>
                  <a:lnTo>
                    <a:pt x="79" y="52"/>
                  </a:lnTo>
                  <a:lnTo>
                    <a:pt x="79" y="52"/>
                  </a:lnTo>
                  <a:lnTo>
                    <a:pt x="79" y="52"/>
                  </a:lnTo>
                  <a:lnTo>
                    <a:pt x="79" y="52"/>
                  </a:lnTo>
                </a:path>
              </a:pathLst>
            </a:custGeom>
            <a:solidFill>
              <a:srgbClr val="82c168"/>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66" name=""/>
            <p:cNvSpPr/>
            <p:nvPr/>
          </p:nvSpPr>
          <p:spPr>
            <a:xfrm>
              <a:off x="4135320" y="4471920"/>
              <a:ext cx="101880" cy="241200"/>
            </a:xfrm>
            <a:custGeom>
              <a:avLst/>
              <a:gdLst/>
              <a:ahLst/>
              <a:rect l="l" t="t" r="r" b="b"/>
              <a:pathLst>
                <a:path w="64" h="152">
                  <a:moveTo>
                    <a:pt x="63" y="0"/>
                  </a:moveTo>
                  <a:lnTo>
                    <a:pt x="58" y="5"/>
                  </a:lnTo>
                  <a:lnTo>
                    <a:pt x="57" y="5"/>
                  </a:lnTo>
                  <a:lnTo>
                    <a:pt x="55" y="13"/>
                  </a:lnTo>
                  <a:lnTo>
                    <a:pt x="48" y="24"/>
                  </a:lnTo>
                  <a:lnTo>
                    <a:pt x="48" y="31"/>
                  </a:lnTo>
                  <a:lnTo>
                    <a:pt x="42" y="36"/>
                  </a:lnTo>
                  <a:lnTo>
                    <a:pt x="42" y="41"/>
                  </a:lnTo>
                  <a:lnTo>
                    <a:pt x="42" y="50"/>
                  </a:lnTo>
                  <a:lnTo>
                    <a:pt x="43" y="50"/>
                  </a:lnTo>
                  <a:lnTo>
                    <a:pt x="48" y="51"/>
                  </a:lnTo>
                  <a:lnTo>
                    <a:pt x="48" y="51"/>
                  </a:lnTo>
                  <a:lnTo>
                    <a:pt x="48" y="51"/>
                  </a:lnTo>
                  <a:lnTo>
                    <a:pt x="48" y="60"/>
                  </a:lnTo>
                  <a:lnTo>
                    <a:pt x="48" y="60"/>
                  </a:lnTo>
                  <a:lnTo>
                    <a:pt x="48" y="65"/>
                  </a:lnTo>
                  <a:lnTo>
                    <a:pt x="52" y="75"/>
                  </a:lnTo>
                  <a:lnTo>
                    <a:pt x="55" y="80"/>
                  </a:lnTo>
                  <a:lnTo>
                    <a:pt x="55" y="87"/>
                  </a:lnTo>
                  <a:lnTo>
                    <a:pt x="55" y="97"/>
                  </a:lnTo>
                  <a:lnTo>
                    <a:pt x="55" y="101"/>
                  </a:lnTo>
                  <a:lnTo>
                    <a:pt x="48" y="110"/>
                  </a:lnTo>
                  <a:lnTo>
                    <a:pt x="48" y="114"/>
                  </a:lnTo>
                  <a:lnTo>
                    <a:pt x="46" y="115"/>
                  </a:lnTo>
                  <a:lnTo>
                    <a:pt x="42" y="120"/>
                  </a:lnTo>
                  <a:lnTo>
                    <a:pt x="42" y="121"/>
                  </a:lnTo>
                  <a:lnTo>
                    <a:pt x="34" y="124"/>
                  </a:lnTo>
                  <a:lnTo>
                    <a:pt x="28" y="132"/>
                  </a:lnTo>
                  <a:lnTo>
                    <a:pt x="26" y="136"/>
                  </a:lnTo>
                  <a:lnTo>
                    <a:pt x="23" y="142"/>
                  </a:lnTo>
                  <a:lnTo>
                    <a:pt x="20" y="146"/>
                  </a:lnTo>
                  <a:lnTo>
                    <a:pt x="20" y="148"/>
                  </a:lnTo>
                  <a:lnTo>
                    <a:pt x="20" y="151"/>
                  </a:lnTo>
                  <a:lnTo>
                    <a:pt x="20" y="151"/>
                  </a:lnTo>
                  <a:lnTo>
                    <a:pt x="20" y="151"/>
                  </a:lnTo>
                  <a:lnTo>
                    <a:pt x="11" y="151"/>
                  </a:lnTo>
                  <a:lnTo>
                    <a:pt x="11" y="151"/>
                  </a:lnTo>
                  <a:lnTo>
                    <a:pt x="9" y="151"/>
                  </a:lnTo>
                  <a:lnTo>
                    <a:pt x="6" y="148"/>
                  </a:lnTo>
                  <a:lnTo>
                    <a:pt x="5" y="148"/>
                  </a:lnTo>
                  <a:lnTo>
                    <a:pt x="3" y="142"/>
                  </a:lnTo>
                  <a:lnTo>
                    <a:pt x="2" y="136"/>
                  </a:lnTo>
                  <a:lnTo>
                    <a:pt x="2" y="136"/>
                  </a:lnTo>
                  <a:lnTo>
                    <a:pt x="2" y="134"/>
                  </a:lnTo>
                  <a:lnTo>
                    <a:pt x="2" y="132"/>
                  </a:lnTo>
                  <a:lnTo>
                    <a:pt x="2" y="126"/>
                  </a:lnTo>
                  <a:lnTo>
                    <a:pt x="0" y="124"/>
                  </a:lnTo>
                  <a:lnTo>
                    <a:pt x="0" y="124"/>
                  </a:lnTo>
                  <a:lnTo>
                    <a:pt x="0" y="120"/>
                  </a:lnTo>
                  <a:lnTo>
                    <a:pt x="0" y="120"/>
                  </a:lnTo>
                  <a:lnTo>
                    <a:pt x="0" y="115"/>
                  </a:lnTo>
                  <a:lnTo>
                    <a:pt x="0" y="114"/>
                  </a:lnTo>
                  <a:lnTo>
                    <a:pt x="0" y="110"/>
                  </a:lnTo>
                  <a:lnTo>
                    <a:pt x="0" y="104"/>
                  </a:lnTo>
                  <a:lnTo>
                    <a:pt x="0" y="101"/>
                  </a:lnTo>
                  <a:lnTo>
                    <a:pt x="0" y="97"/>
                  </a:lnTo>
                  <a:lnTo>
                    <a:pt x="0" y="97"/>
                  </a:lnTo>
                  <a:lnTo>
                    <a:pt x="0" y="81"/>
                  </a:lnTo>
                  <a:lnTo>
                    <a:pt x="0" y="75"/>
                  </a:lnTo>
                  <a:lnTo>
                    <a:pt x="4" y="65"/>
                  </a:lnTo>
                  <a:lnTo>
                    <a:pt x="6" y="60"/>
                  </a:lnTo>
                  <a:lnTo>
                    <a:pt x="7" y="51"/>
                  </a:lnTo>
                  <a:lnTo>
                    <a:pt x="9" y="51"/>
                  </a:lnTo>
                  <a:lnTo>
                    <a:pt x="11" y="50"/>
                  </a:lnTo>
                  <a:lnTo>
                    <a:pt x="11" y="50"/>
                  </a:lnTo>
                  <a:lnTo>
                    <a:pt x="20" y="48"/>
                  </a:lnTo>
                  <a:lnTo>
                    <a:pt x="20" y="41"/>
                  </a:lnTo>
                  <a:lnTo>
                    <a:pt x="23" y="41"/>
                  </a:lnTo>
                  <a:lnTo>
                    <a:pt x="26" y="34"/>
                  </a:lnTo>
                  <a:lnTo>
                    <a:pt x="28" y="31"/>
                  </a:lnTo>
                  <a:lnTo>
                    <a:pt x="34" y="24"/>
                  </a:lnTo>
                  <a:lnTo>
                    <a:pt x="42" y="24"/>
                  </a:lnTo>
                  <a:lnTo>
                    <a:pt x="42" y="21"/>
                  </a:lnTo>
                  <a:lnTo>
                    <a:pt x="48" y="13"/>
                  </a:lnTo>
                  <a:lnTo>
                    <a:pt x="48" y="9"/>
                  </a:lnTo>
                  <a:lnTo>
                    <a:pt x="55" y="5"/>
                  </a:lnTo>
                  <a:lnTo>
                    <a:pt x="57" y="5"/>
                  </a:lnTo>
                  <a:lnTo>
                    <a:pt x="57" y="5"/>
                  </a:lnTo>
                  <a:lnTo>
                    <a:pt x="57" y="5"/>
                  </a:lnTo>
                  <a:lnTo>
                    <a:pt x="60" y="2"/>
                  </a:lnTo>
                  <a:lnTo>
                    <a:pt x="63" y="0"/>
                  </a:lnTo>
                  <a:lnTo>
                    <a:pt x="63" y="0"/>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67" name=""/>
            <p:cNvSpPr/>
            <p:nvPr/>
          </p:nvSpPr>
          <p:spPr>
            <a:xfrm>
              <a:off x="4330800" y="4626000"/>
              <a:ext cx="65160" cy="25200"/>
            </a:xfrm>
            <a:custGeom>
              <a:avLst/>
              <a:gdLst/>
              <a:ahLst/>
              <a:rect l="l" t="t" r="r" b="b"/>
              <a:pathLst>
                <a:path w="41" h="16">
                  <a:moveTo>
                    <a:pt x="37" y="0"/>
                  </a:moveTo>
                  <a:lnTo>
                    <a:pt x="37" y="0"/>
                  </a:lnTo>
                  <a:lnTo>
                    <a:pt x="35" y="0"/>
                  </a:lnTo>
                  <a:lnTo>
                    <a:pt x="35" y="1"/>
                  </a:lnTo>
                  <a:lnTo>
                    <a:pt x="28" y="3"/>
                  </a:lnTo>
                  <a:lnTo>
                    <a:pt x="28" y="3"/>
                  </a:lnTo>
                  <a:lnTo>
                    <a:pt x="25" y="4"/>
                  </a:lnTo>
                  <a:lnTo>
                    <a:pt x="15" y="4"/>
                  </a:lnTo>
                  <a:lnTo>
                    <a:pt x="15" y="4"/>
                  </a:lnTo>
                  <a:lnTo>
                    <a:pt x="15" y="4"/>
                  </a:lnTo>
                  <a:lnTo>
                    <a:pt x="15" y="4"/>
                  </a:lnTo>
                  <a:lnTo>
                    <a:pt x="11" y="7"/>
                  </a:lnTo>
                  <a:lnTo>
                    <a:pt x="6" y="7"/>
                  </a:lnTo>
                  <a:lnTo>
                    <a:pt x="2" y="13"/>
                  </a:lnTo>
                  <a:lnTo>
                    <a:pt x="0" y="15"/>
                  </a:lnTo>
                  <a:lnTo>
                    <a:pt x="0" y="15"/>
                  </a:lnTo>
                  <a:lnTo>
                    <a:pt x="4" y="15"/>
                  </a:lnTo>
                  <a:lnTo>
                    <a:pt x="6" y="15"/>
                  </a:lnTo>
                  <a:lnTo>
                    <a:pt x="10" y="15"/>
                  </a:lnTo>
                  <a:lnTo>
                    <a:pt x="11" y="13"/>
                  </a:lnTo>
                  <a:lnTo>
                    <a:pt x="15" y="13"/>
                  </a:lnTo>
                  <a:lnTo>
                    <a:pt x="15" y="13"/>
                  </a:lnTo>
                  <a:lnTo>
                    <a:pt x="15" y="13"/>
                  </a:lnTo>
                  <a:lnTo>
                    <a:pt x="15" y="7"/>
                  </a:lnTo>
                  <a:lnTo>
                    <a:pt x="23" y="7"/>
                  </a:lnTo>
                  <a:lnTo>
                    <a:pt x="27" y="7"/>
                  </a:lnTo>
                  <a:lnTo>
                    <a:pt x="28" y="7"/>
                  </a:lnTo>
                  <a:lnTo>
                    <a:pt x="30" y="7"/>
                  </a:lnTo>
                  <a:lnTo>
                    <a:pt x="35" y="7"/>
                  </a:lnTo>
                  <a:lnTo>
                    <a:pt x="37" y="7"/>
                  </a:lnTo>
                  <a:lnTo>
                    <a:pt x="38" y="7"/>
                  </a:lnTo>
                  <a:lnTo>
                    <a:pt x="38" y="7"/>
                  </a:lnTo>
                  <a:lnTo>
                    <a:pt x="40" y="13"/>
                  </a:lnTo>
                  <a:lnTo>
                    <a:pt x="37" y="0"/>
                  </a:lnTo>
                  <a:lnTo>
                    <a:pt x="37" y="0"/>
                  </a:lnTo>
                </a:path>
              </a:pathLst>
            </a:custGeom>
            <a:solidFill>
              <a:srgbClr val="626200"/>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3468" name=""/>
            <p:cNvSpPr/>
            <p:nvPr/>
          </p:nvSpPr>
          <p:spPr>
            <a:xfrm>
              <a:off x="4390920" y="4413240"/>
              <a:ext cx="95400" cy="44640"/>
            </a:xfrm>
            <a:custGeom>
              <a:avLst/>
              <a:gdLst/>
              <a:ahLst/>
              <a:rect l="l" t="t" r="r" b="b"/>
              <a:pathLst>
                <a:path w="60" h="28">
                  <a:moveTo>
                    <a:pt x="56" y="6"/>
                  </a:moveTo>
                  <a:lnTo>
                    <a:pt x="56" y="5"/>
                  </a:lnTo>
                  <a:lnTo>
                    <a:pt x="51" y="5"/>
                  </a:lnTo>
                  <a:lnTo>
                    <a:pt x="51" y="4"/>
                  </a:lnTo>
                  <a:lnTo>
                    <a:pt x="48" y="0"/>
                  </a:lnTo>
                  <a:lnTo>
                    <a:pt x="41" y="0"/>
                  </a:lnTo>
                  <a:lnTo>
                    <a:pt x="37" y="0"/>
                  </a:lnTo>
                  <a:lnTo>
                    <a:pt x="35" y="0"/>
                  </a:lnTo>
                  <a:lnTo>
                    <a:pt x="33" y="0"/>
                  </a:lnTo>
                  <a:lnTo>
                    <a:pt x="31" y="0"/>
                  </a:lnTo>
                  <a:lnTo>
                    <a:pt x="29" y="0"/>
                  </a:lnTo>
                  <a:lnTo>
                    <a:pt x="24" y="4"/>
                  </a:lnTo>
                  <a:lnTo>
                    <a:pt x="19" y="4"/>
                  </a:lnTo>
                  <a:lnTo>
                    <a:pt x="19" y="5"/>
                  </a:lnTo>
                  <a:lnTo>
                    <a:pt x="19" y="5"/>
                  </a:lnTo>
                  <a:lnTo>
                    <a:pt x="15" y="6"/>
                  </a:lnTo>
                  <a:lnTo>
                    <a:pt x="15" y="12"/>
                  </a:lnTo>
                  <a:lnTo>
                    <a:pt x="11" y="15"/>
                  </a:lnTo>
                  <a:lnTo>
                    <a:pt x="11" y="17"/>
                  </a:lnTo>
                  <a:lnTo>
                    <a:pt x="7" y="17"/>
                  </a:lnTo>
                  <a:lnTo>
                    <a:pt x="5" y="18"/>
                  </a:lnTo>
                  <a:lnTo>
                    <a:pt x="2" y="21"/>
                  </a:lnTo>
                  <a:lnTo>
                    <a:pt x="0" y="27"/>
                  </a:lnTo>
                  <a:lnTo>
                    <a:pt x="0" y="27"/>
                  </a:lnTo>
                  <a:lnTo>
                    <a:pt x="2" y="27"/>
                  </a:lnTo>
                  <a:lnTo>
                    <a:pt x="5" y="27"/>
                  </a:lnTo>
                  <a:lnTo>
                    <a:pt x="7" y="27"/>
                  </a:lnTo>
                  <a:lnTo>
                    <a:pt x="11" y="27"/>
                  </a:lnTo>
                  <a:lnTo>
                    <a:pt x="11" y="27"/>
                  </a:lnTo>
                  <a:lnTo>
                    <a:pt x="11" y="21"/>
                  </a:lnTo>
                  <a:lnTo>
                    <a:pt x="15" y="21"/>
                  </a:lnTo>
                  <a:lnTo>
                    <a:pt x="15" y="18"/>
                  </a:lnTo>
                  <a:lnTo>
                    <a:pt x="15" y="17"/>
                  </a:lnTo>
                  <a:lnTo>
                    <a:pt x="18" y="17"/>
                  </a:lnTo>
                  <a:lnTo>
                    <a:pt x="19" y="17"/>
                  </a:lnTo>
                  <a:lnTo>
                    <a:pt x="19" y="15"/>
                  </a:lnTo>
                  <a:lnTo>
                    <a:pt x="24" y="11"/>
                  </a:lnTo>
                  <a:lnTo>
                    <a:pt x="30" y="5"/>
                  </a:lnTo>
                  <a:lnTo>
                    <a:pt x="33" y="5"/>
                  </a:lnTo>
                  <a:lnTo>
                    <a:pt x="35" y="5"/>
                  </a:lnTo>
                  <a:lnTo>
                    <a:pt x="37" y="5"/>
                  </a:lnTo>
                  <a:lnTo>
                    <a:pt x="41" y="6"/>
                  </a:lnTo>
                  <a:lnTo>
                    <a:pt x="48" y="12"/>
                  </a:lnTo>
                  <a:lnTo>
                    <a:pt x="51" y="15"/>
                  </a:lnTo>
                  <a:lnTo>
                    <a:pt x="53" y="15"/>
                  </a:lnTo>
                  <a:lnTo>
                    <a:pt x="56" y="15"/>
                  </a:lnTo>
                  <a:lnTo>
                    <a:pt x="59" y="15"/>
                  </a:lnTo>
                  <a:lnTo>
                    <a:pt x="59" y="12"/>
                  </a:lnTo>
                  <a:lnTo>
                    <a:pt x="56" y="6"/>
                  </a:lnTo>
                  <a:lnTo>
                    <a:pt x="56" y="6"/>
                  </a:lnTo>
                </a:path>
              </a:pathLst>
            </a:custGeom>
            <a:solidFill>
              <a:srgbClr val="ffc0b6"/>
            </a:solidFill>
            <a:ln w="0">
              <a:noFill/>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3469" name=""/>
            <p:cNvSpPr/>
            <p:nvPr/>
          </p:nvSpPr>
          <p:spPr>
            <a:xfrm>
              <a:off x="4443480" y="4408560"/>
              <a:ext cx="42840" cy="15840"/>
            </a:xfrm>
            <a:custGeom>
              <a:avLst/>
              <a:gdLst/>
              <a:ahLst/>
              <a:rect l="l" t="t" r="r" b="b"/>
              <a:pathLst>
                <a:path w="27" h="10">
                  <a:moveTo>
                    <a:pt x="0" y="3"/>
                  </a:moveTo>
                  <a:lnTo>
                    <a:pt x="0" y="3"/>
                  </a:lnTo>
                  <a:lnTo>
                    <a:pt x="2" y="3"/>
                  </a:lnTo>
                  <a:lnTo>
                    <a:pt x="4" y="3"/>
                  </a:lnTo>
                  <a:lnTo>
                    <a:pt x="8" y="3"/>
                  </a:lnTo>
                  <a:lnTo>
                    <a:pt x="15" y="7"/>
                  </a:lnTo>
                  <a:lnTo>
                    <a:pt x="17" y="7"/>
                  </a:lnTo>
                  <a:lnTo>
                    <a:pt x="18" y="8"/>
                  </a:lnTo>
                  <a:lnTo>
                    <a:pt x="23" y="8"/>
                  </a:lnTo>
                  <a:lnTo>
                    <a:pt x="23" y="9"/>
                  </a:lnTo>
                  <a:lnTo>
                    <a:pt x="26" y="8"/>
                  </a:lnTo>
                  <a:lnTo>
                    <a:pt x="23" y="8"/>
                  </a:lnTo>
                  <a:lnTo>
                    <a:pt x="18" y="8"/>
                  </a:lnTo>
                  <a:lnTo>
                    <a:pt x="18" y="7"/>
                  </a:lnTo>
                  <a:lnTo>
                    <a:pt x="15" y="3"/>
                  </a:lnTo>
                  <a:lnTo>
                    <a:pt x="8" y="3"/>
                  </a:lnTo>
                  <a:lnTo>
                    <a:pt x="4" y="1"/>
                  </a:lnTo>
                  <a:lnTo>
                    <a:pt x="2" y="0"/>
                  </a:lnTo>
                  <a:lnTo>
                    <a:pt x="0" y="1"/>
                  </a:lnTo>
                  <a:lnTo>
                    <a:pt x="0" y="1"/>
                  </a:lnTo>
                  <a:lnTo>
                    <a:pt x="0" y="3"/>
                  </a:lnTo>
                  <a:lnTo>
                    <a:pt x="0" y="3"/>
                  </a:lnTo>
                </a:path>
              </a:pathLst>
            </a:custGeom>
            <a:solidFill>
              <a:srgbClr val="82c168"/>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470" name=""/>
            <p:cNvSpPr/>
            <p:nvPr/>
          </p:nvSpPr>
          <p:spPr>
            <a:xfrm>
              <a:off x="4408560" y="4410000"/>
              <a:ext cx="36360" cy="23760"/>
            </a:xfrm>
            <a:custGeom>
              <a:avLst/>
              <a:gdLst/>
              <a:ahLst/>
              <a:rect l="l" t="t" r="r" b="b"/>
              <a:pathLst>
                <a:path w="23" h="15">
                  <a:moveTo>
                    <a:pt x="4" y="14"/>
                  </a:moveTo>
                  <a:lnTo>
                    <a:pt x="4" y="14"/>
                  </a:lnTo>
                  <a:lnTo>
                    <a:pt x="4" y="8"/>
                  </a:lnTo>
                  <a:lnTo>
                    <a:pt x="8" y="7"/>
                  </a:lnTo>
                  <a:lnTo>
                    <a:pt x="8" y="7"/>
                  </a:lnTo>
                  <a:lnTo>
                    <a:pt x="8" y="7"/>
                  </a:lnTo>
                  <a:lnTo>
                    <a:pt x="13" y="6"/>
                  </a:lnTo>
                  <a:lnTo>
                    <a:pt x="18" y="2"/>
                  </a:lnTo>
                  <a:lnTo>
                    <a:pt x="20" y="2"/>
                  </a:lnTo>
                  <a:lnTo>
                    <a:pt x="22" y="2"/>
                  </a:lnTo>
                  <a:lnTo>
                    <a:pt x="22" y="0"/>
                  </a:lnTo>
                  <a:lnTo>
                    <a:pt x="20" y="2"/>
                  </a:lnTo>
                  <a:lnTo>
                    <a:pt x="18" y="2"/>
                  </a:lnTo>
                  <a:lnTo>
                    <a:pt x="13" y="2"/>
                  </a:lnTo>
                  <a:lnTo>
                    <a:pt x="8" y="6"/>
                  </a:lnTo>
                  <a:lnTo>
                    <a:pt x="8" y="7"/>
                  </a:lnTo>
                  <a:lnTo>
                    <a:pt x="7" y="7"/>
                  </a:lnTo>
                  <a:lnTo>
                    <a:pt x="4" y="7"/>
                  </a:lnTo>
                  <a:lnTo>
                    <a:pt x="0" y="13"/>
                  </a:lnTo>
                  <a:lnTo>
                    <a:pt x="0" y="13"/>
                  </a:lnTo>
                  <a:lnTo>
                    <a:pt x="4" y="14"/>
                  </a:lnTo>
                  <a:lnTo>
                    <a:pt x="4" y="14"/>
                  </a:lnTo>
                </a:path>
              </a:pathLst>
            </a:custGeom>
            <a:solidFill>
              <a:srgbClr val="82c168"/>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471" name=""/>
            <p:cNvSpPr/>
            <p:nvPr/>
          </p:nvSpPr>
          <p:spPr>
            <a:xfrm>
              <a:off x="4390920" y="4430880"/>
              <a:ext cx="25560" cy="27000"/>
            </a:xfrm>
            <a:custGeom>
              <a:avLst/>
              <a:gdLst/>
              <a:ahLst/>
              <a:rect l="l" t="t" r="r" b="b"/>
              <a:pathLst>
                <a:path w="16" h="17">
                  <a:moveTo>
                    <a:pt x="2" y="16"/>
                  </a:moveTo>
                  <a:lnTo>
                    <a:pt x="2" y="16"/>
                  </a:lnTo>
                  <a:lnTo>
                    <a:pt x="0" y="16"/>
                  </a:lnTo>
                  <a:lnTo>
                    <a:pt x="2" y="16"/>
                  </a:lnTo>
                  <a:lnTo>
                    <a:pt x="2" y="16"/>
                  </a:lnTo>
                  <a:lnTo>
                    <a:pt x="5" y="7"/>
                  </a:lnTo>
                  <a:lnTo>
                    <a:pt x="11" y="6"/>
                  </a:lnTo>
                  <a:lnTo>
                    <a:pt x="11" y="6"/>
                  </a:lnTo>
                  <a:lnTo>
                    <a:pt x="11" y="4"/>
                  </a:lnTo>
                  <a:lnTo>
                    <a:pt x="15" y="1"/>
                  </a:lnTo>
                  <a:lnTo>
                    <a:pt x="11" y="0"/>
                  </a:lnTo>
                  <a:lnTo>
                    <a:pt x="11" y="1"/>
                  </a:lnTo>
                  <a:lnTo>
                    <a:pt x="11" y="6"/>
                  </a:lnTo>
                  <a:lnTo>
                    <a:pt x="5" y="6"/>
                  </a:lnTo>
                  <a:lnTo>
                    <a:pt x="5" y="6"/>
                  </a:lnTo>
                  <a:lnTo>
                    <a:pt x="0" y="10"/>
                  </a:lnTo>
                  <a:lnTo>
                    <a:pt x="0" y="16"/>
                  </a:lnTo>
                  <a:lnTo>
                    <a:pt x="0" y="16"/>
                  </a:lnTo>
                  <a:lnTo>
                    <a:pt x="2" y="16"/>
                  </a:lnTo>
                  <a:lnTo>
                    <a:pt x="2" y="16"/>
                  </a:lnTo>
                  <a:lnTo>
                    <a:pt x="2" y="16"/>
                  </a:lnTo>
                  <a:lnTo>
                    <a:pt x="2" y="16"/>
                  </a:lnTo>
                </a:path>
              </a:pathLst>
            </a:custGeom>
            <a:solidFill>
              <a:srgbClr val="82c168"/>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3472" name=""/>
            <p:cNvSpPr/>
            <p:nvPr/>
          </p:nvSpPr>
          <p:spPr>
            <a:xfrm>
              <a:off x="4394160" y="4440240"/>
              <a:ext cx="22320" cy="17640"/>
            </a:xfrm>
            <a:custGeom>
              <a:avLst/>
              <a:gdLst/>
              <a:ahLst/>
              <a:rect l="l" t="t" r="r" b="b"/>
              <a:pathLst>
                <a:path w="14" h="11">
                  <a:moveTo>
                    <a:pt x="13" y="0"/>
                  </a:moveTo>
                  <a:lnTo>
                    <a:pt x="13" y="0"/>
                  </a:lnTo>
                  <a:lnTo>
                    <a:pt x="13" y="0"/>
                  </a:lnTo>
                  <a:lnTo>
                    <a:pt x="11" y="1"/>
                  </a:lnTo>
                  <a:lnTo>
                    <a:pt x="9" y="4"/>
                  </a:lnTo>
                  <a:lnTo>
                    <a:pt x="9" y="10"/>
                  </a:lnTo>
                  <a:lnTo>
                    <a:pt x="9" y="10"/>
                  </a:lnTo>
                  <a:lnTo>
                    <a:pt x="5" y="10"/>
                  </a:lnTo>
                  <a:lnTo>
                    <a:pt x="3" y="10"/>
                  </a:lnTo>
                  <a:lnTo>
                    <a:pt x="0" y="10"/>
                  </a:lnTo>
                  <a:lnTo>
                    <a:pt x="0" y="10"/>
                  </a:lnTo>
                  <a:lnTo>
                    <a:pt x="3" y="10"/>
                  </a:lnTo>
                  <a:lnTo>
                    <a:pt x="5" y="10"/>
                  </a:lnTo>
                  <a:lnTo>
                    <a:pt x="9" y="10"/>
                  </a:lnTo>
                  <a:lnTo>
                    <a:pt x="9" y="10"/>
                  </a:lnTo>
                  <a:lnTo>
                    <a:pt x="9" y="10"/>
                  </a:lnTo>
                  <a:lnTo>
                    <a:pt x="13" y="4"/>
                  </a:lnTo>
                  <a:lnTo>
                    <a:pt x="13" y="1"/>
                  </a:lnTo>
                  <a:lnTo>
                    <a:pt x="13" y="0"/>
                  </a:lnTo>
                  <a:lnTo>
                    <a:pt x="13" y="0"/>
                  </a:lnTo>
                  <a:lnTo>
                    <a:pt x="13" y="0"/>
                  </a:lnTo>
                  <a:lnTo>
                    <a:pt x="13" y="0"/>
                  </a:lnTo>
                </a:path>
              </a:pathLst>
            </a:custGeom>
            <a:solidFill>
              <a:srgbClr val="82c168"/>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3473" name=""/>
            <p:cNvSpPr/>
            <p:nvPr/>
          </p:nvSpPr>
          <p:spPr>
            <a:xfrm>
              <a:off x="4414680" y="4421160"/>
              <a:ext cx="36720" cy="20520"/>
            </a:xfrm>
            <a:custGeom>
              <a:avLst/>
              <a:gdLst/>
              <a:ahLst/>
              <a:rect l="l" t="t" r="r" b="b"/>
              <a:pathLst>
                <a:path w="23" h="13">
                  <a:moveTo>
                    <a:pt x="22" y="0"/>
                  </a:moveTo>
                  <a:lnTo>
                    <a:pt x="22" y="0"/>
                  </a:lnTo>
                  <a:lnTo>
                    <a:pt x="20" y="0"/>
                  </a:lnTo>
                  <a:lnTo>
                    <a:pt x="18" y="0"/>
                  </a:lnTo>
                  <a:lnTo>
                    <a:pt x="15" y="0"/>
                  </a:lnTo>
                  <a:lnTo>
                    <a:pt x="9" y="1"/>
                  </a:lnTo>
                  <a:lnTo>
                    <a:pt x="4" y="7"/>
                  </a:lnTo>
                  <a:lnTo>
                    <a:pt x="4" y="10"/>
                  </a:lnTo>
                  <a:lnTo>
                    <a:pt x="0" y="12"/>
                  </a:lnTo>
                  <a:lnTo>
                    <a:pt x="0" y="12"/>
                  </a:lnTo>
                  <a:lnTo>
                    <a:pt x="0" y="12"/>
                  </a:lnTo>
                  <a:lnTo>
                    <a:pt x="4" y="12"/>
                  </a:lnTo>
                  <a:lnTo>
                    <a:pt x="4" y="12"/>
                  </a:lnTo>
                  <a:lnTo>
                    <a:pt x="4" y="10"/>
                  </a:lnTo>
                  <a:lnTo>
                    <a:pt x="9" y="7"/>
                  </a:lnTo>
                  <a:lnTo>
                    <a:pt x="15" y="1"/>
                  </a:lnTo>
                  <a:lnTo>
                    <a:pt x="18" y="0"/>
                  </a:lnTo>
                  <a:lnTo>
                    <a:pt x="20" y="0"/>
                  </a:lnTo>
                  <a:lnTo>
                    <a:pt x="22" y="1"/>
                  </a:lnTo>
                  <a:lnTo>
                    <a:pt x="22" y="1"/>
                  </a:lnTo>
                  <a:lnTo>
                    <a:pt x="22" y="0"/>
                  </a:lnTo>
                  <a:lnTo>
                    <a:pt x="22" y="0"/>
                  </a:lnTo>
                </a:path>
              </a:pathLst>
            </a:custGeom>
            <a:solidFill>
              <a:srgbClr val="82c168"/>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474" name=""/>
            <p:cNvSpPr/>
            <p:nvPr/>
          </p:nvSpPr>
          <p:spPr>
            <a:xfrm>
              <a:off x="4449600" y="4421160"/>
              <a:ext cx="46080" cy="20520"/>
            </a:xfrm>
            <a:custGeom>
              <a:avLst/>
              <a:gdLst/>
              <a:ahLst/>
              <a:rect l="l" t="t" r="r" b="b"/>
              <a:pathLst>
                <a:path w="29" h="13">
                  <a:moveTo>
                    <a:pt x="19" y="1"/>
                  </a:moveTo>
                  <a:lnTo>
                    <a:pt x="19" y="1"/>
                  </a:lnTo>
                  <a:lnTo>
                    <a:pt x="22" y="7"/>
                  </a:lnTo>
                  <a:lnTo>
                    <a:pt x="22" y="10"/>
                  </a:lnTo>
                  <a:lnTo>
                    <a:pt x="19" y="10"/>
                  </a:lnTo>
                  <a:lnTo>
                    <a:pt x="16" y="10"/>
                  </a:lnTo>
                  <a:lnTo>
                    <a:pt x="14" y="7"/>
                  </a:lnTo>
                  <a:lnTo>
                    <a:pt x="11" y="7"/>
                  </a:lnTo>
                  <a:lnTo>
                    <a:pt x="4" y="1"/>
                  </a:lnTo>
                  <a:lnTo>
                    <a:pt x="0" y="0"/>
                  </a:lnTo>
                  <a:lnTo>
                    <a:pt x="0" y="1"/>
                  </a:lnTo>
                  <a:lnTo>
                    <a:pt x="4" y="6"/>
                  </a:lnTo>
                  <a:lnTo>
                    <a:pt x="11" y="7"/>
                  </a:lnTo>
                  <a:lnTo>
                    <a:pt x="14" y="10"/>
                  </a:lnTo>
                  <a:lnTo>
                    <a:pt x="16" y="12"/>
                  </a:lnTo>
                  <a:lnTo>
                    <a:pt x="19" y="12"/>
                  </a:lnTo>
                  <a:lnTo>
                    <a:pt x="28" y="10"/>
                  </a:lnTo>
                  <a:lnTo>
                    <a:pt x="28" y="7"/>
                  </a:lnTo>
                  <a:lnTo>
                    <a:pt x="22" y="0"/>
                  </a:lnTo>
                  <a:lnTo>
                    <a:pt x="22" y="0"/>
                  </a:lnTo>
                  <a:lnTo>
                    <a:pt x="19" y="1"/>
                  </a:lnTo>
                  <a:lnTo>
                    <a:pt x="19" y="1"/>
                  </a:lnTo>
                </a:path>
              </a:pathLst>
            </a:custGeom>
            <a:solidFill>
              <a:srgbClr val="82c168"/>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475" name=""/>
            <p:cNvSpPr/>
            <p:nvPr/>
          </p:nvSpPr>
          <p:spPr>
            <a:xfrm>
              <a:off x="4378320" y="4402080"/>
              <a:ext cx="136440" cy="104760"/>
            </a:xfrm>
            <a:custGeom>
              <a:avLst/>
              <a:gdLst/>
              <a:ahLst/>
              <a:rect l="l" t="t" r="r" b="b"/>
              <a:pathLst>
                <a:path w="86" h="66">
                  <a:moveTo>
                    <a:pt x="74" y="19"/>
                  </a:moveTo>
                  <a:lnTo>
                    <a:pt x="74" y="22"/>
                  </a:lnTo>
                  <a:lnTo>
                    <a:pt x="74" y="22"/>
                  </a:lnTo>
                  <a:lnTo>
                    <a:pt x="74" y="24"/>
                  </a:lnTo>
                  <a:lnTo>
                    <a:pt x="74" y="24"/>
                  </a:lnTo>
                  <a:lnTo>
                    <a:pt x="73" y="24"/>
                  </a:lnTo>
                  <a:lnTo>
                    <a:pt x="73" y="24"/>
                  </a:lnTo>
                  <a:lnTo>
                    <a:pt x="64" y="24"/>
                  </a:lnTo>
                  <a:lnTo>
                    <a:pt x="61" y="24"/>
                  </a:lnTo>
                  <a:lnTo>
                    <a:pt x="59" y="24"/>
                  </a:lnTo>
                  <a:lnTo>
                    <a:pt x="58" y="24"/>
                  </a:lnTo>
                  <a:lnTo>
                    <a:pt x="56" y="22"/>
                  </a:lnTo>
                  <a:lnTo>
                    <a:pt x="49" y="19"/>
                  </a:lnTo>
                  <a:lnTo>
                    <a:pt x="45" y="18"/>
                  </a:lnTo>
                  <a:lnTo>
                    <a:pt x="43" y="13"/>
                  </a:lnTo>
                  <a:lnTo>
                    <a:pt x="41" y="18"/>
                  </a:lnTo>
                  <a:lnTo>
                    <a:pt x="38" y="19"/>
                  </a:lnTo>
                  <a:lnTo>
                    <a:pt x="37" y="22"/>
                  </a:lnTo>
                  <a:lnTo>
                    <a:pt x="32" y="22"/>
                  </a:lnTo>
                  <a:lnTo>
                    <a:pt x="27" y="24"/>
                  </a:lnTo>
                  <a:lnTo>
                    <a:pt x="27" y="24"/>
                  </a:lnTo>
                  <a:lnTo>
                    <a:pt x="27" y="25"/>
                  </a:lnTo>
                  <a:lnTo>
                    <a:pt x="23" y="34"/>
                  </a:lnTo>
                  <a:lnTo>
                    <a:pt x="23" y="34"/>
                  </a:lnTo>
                  <a:lnTo>
                    <a:pt x="21" y="34"/>
                  </a:lnTo>
                  <a:lnTo>
                    <a:pt x="19" y="34"/>
                  </a:lnTo>
                  <a:lnTo>
                    <a:pt x="19" y="35"/>
                  </a:lnTo>
                  <a:lnTo>
                    <a:pt x="13" y="35"/>
                  </a:lnTo>
                  <a:lnTo>
                    <a:pt x="8" y="41"/>
                  </a:lnTo>
                  <a:lnTo>
                    <a:pt x="7" y="42"/>
                  </a:lnTo>
                  <a:lnTo>
                    <a:pt x="5" y="44"/>
                  </a:lnTo>
                  <a:lnTo>
                    <a:pt x="0" y="46"/>
                  </a:lnTo>
                  <a:lnTo>
                    <a:pt x="0" y="49"/>
                  </a:lnTo>
                  <a:lnTo>
                    <a:pt x="5" y="49"/>
                  </a:lnTo>
                  <a:lnTo>
                    <a:pt x="7" y="49"/>
                  </a:lnTo>
                  <a:lnTo>
                    <a:pt x="8" y="44"/>
                  </a:lnTo>
                  <a:lnTo>
                    <a:pt x="8" y="44"/>
                  </a:lnTo>
                  <a:lnTo>
                    <a:pt x="13" y="42"/>
                  </a:lnTo>
                  <a:lnTo>
                    <a:pt x="19" y="41"/>
                  </a:lnTo>
                  <a:lnTo>
                    <a:pt x="19" y="41"/>
                  </a:lnTo>
                  <a:lnTo>
                    <a:pt x="19" y="42"/>
                  </a:lnTo>
                  <a:lnTo>
                    <a:pt x="15" y="44"/>
                  </a:lnTo>
                  <a:lnTo>
                    <a:pt x="13" y="49"/>
                  </a:lnTo>
                  <a:lnTo>
                    <a:pt x="10" y="49"/>
                  </a:lnTo>
                  <a:lnTo>
                    <a:pt x="8" y="49"/>
                  </a:lnTo>
                  <a:lnTo>
                    <a:pt x="8" y="49"/>
                  </a:lnTo>
                  <a:lnTo>
                    <a:pt x="7" y="53"/>
                  </a:lnTo>
                  <a:lnTo>
                    <a:pt x="7" y="53"/>
                  </a:lnTo>
                  <a:lnTo>
                    <a:pt x="7" y="53"/>
                  </a:lnTo>
                  <a:lnTo>
                    <a:pt x="8" y="49"/>
                  </a:lnTo>
                  <a:lnTo>
                    <a:pt x="8" y="49"/>
                  </a:lnTo>
                  <a:lnTo>
                    <a:pt x="13" y="49"/>
                  </a:lnTo>
                  <a:lnTo>
                    <a:pt x="19" y="49"/>
                  </a:lnTo>
                  <a:lnTo>
                    <a:pt x="19" y="49"/>
                  </a:lnTo>
                  <a:lnTo>
                    <a:pt x="19" y="49"/>
                  </a:lnTo>
                  <a:lnTo>
                    <a:pt x="23" y="49"/>
                  </a:lnTo>
                  <a:lnTo>
                    <a:pt x="26" y="49"/>
                  </a:lnTo>
                  <a:lnTo>
                    <a:pt x="27" y="49"/>
                  </a:lnTo>
                  <a:lnTo>
                    <a:pt x="27" y="49"/>
                  </a:lnTo>
                  <a:lnTo>
                    <a:pt x="27" y="49"/>
                  </a:lnTo>
                  <a:lnTo>
                    <a:pt x="32" y="49"/>
                  </a:lnTo>
                  <a:lnTo>
                    <a:pt x="37" y="53"/>
                  </a:lnTo>
                  <a:lnTo>
                    <a:pt x="39" y="53"/>
                  </a:lnTo>
                  <a:lnTo>
                    <a:pt x="41" y="53"/>
                  </a:lnTo>
                  <a:lnTo>
                    <a:pt x="43" y="53"/>
                  </a:lnTo>
                  <a:lnTo>
                    <a:pt x="44" y="53"/>
                  </a:lnTo>
                  <a:lnTo>
                    <a:pt x="45" y="53"/>
                  </a:lnTo>
                  <a:lnTo>
                    <a:pt x="49" y="53"/>
                  </a:lnTo>
                  <a:lnTo>
                    <a:pt x="54" y="53"/>
                  </a:lnTo>
                  <a:lnTo>
                    <a:pt x="56" y="53"/>
                  </a:lnTo>
                  <a:lnTo>
                    <a:pt x="58" y="49"/>
                  </a:lnTo>
                  <a:lnTo>
                    <a:pt x="59" y="49"/>
                  </a:lnTo>
                  <a:lnTo>
                    <a:pt x="59" y="49"/>
                  </a:lnTo>
                  <a:lnTo>
                    <a:pt x="59" y="49"/>
                  </a:lnTo>
                  <a:lnTo>
                    <a:pt x="61" y="49"/>
                  </a:lnTo>
                  <a:lnTo>
                    <a:pt x="64" y="46"/>
                  </a:lnTo>
                  <a:lnTo>
                    <a:pt x="64" y="44"/>
                  </a:lnTo>
                  <a:lnTo>
                    <a:pt x="64" y="44"/>
                  </a:lnTo>
                  <a:lnTo>
                    <a:pt x="67" y="44"/>
                  </a:lnTo>
                  <a:lnTo>
                    <a:pt x="67" y="46"/>
                  </a:lnTo>
                  <a:lnTo>
                    <a:pt x="67" y="49"/>
                  </a:lnTo>
                  <a:lnTo>
                    <a:pt x="64" y="49"/>
                  </a:lnTo>
                  <a:lnTo>
                    <a:pt x="64" y="49"/>
                  </a:lnTo>
                  <a:lnTo>
                    <a:pt x="64" y="49"/>
                  </a:lnTo>
                  <a:lnTo>
                    <a:pt x="64" y="53"/>
                  </a:lnTo>
                  <a:lnTo>
                    <a:pt x="61" y="56"/>
                  </a:lnTo>
                  <a:lnTo>
                    <a:pt x="59" y="57"/>
                  </a:lnTo>
                  <a:lnTo>
                    <a:pt x="59" y="57"/>
                  </a:lnTo>
                  <a:lnTo>
                    <a:pt x="58" y="65"/>
                  </a:lnTo>
                  <a:lnTo>
                    <a:pt x="58" y="65"/>
                  </a:lnTo>
                  <a:lnTo>
                    <a:pt x="58" y="65"/>
                  </a:lnTo>
                  <a:lnTo>
                    <a:pt x="59" y="65"/>
                  </a:lnTo>
                  <a:lnTo>
                    <a:pt x="61" y="65"/>
                  </a:lnTo>
                  <a:lnTo>
                    <a:pt x="67" y="65"/>
                  </a:lnTo>
                  <a:lnTo>
                    <a:pt x="73" y="65"/>
                  </a:lnTo>
                  <a:lnTo>
                    <a:pt x="74" y="57"/>
                  </a:lnTo>
                  <a:lnTo>
                    <a:pt x="77" y="57"/>
                  </a:lnTo>
                  <a:lnTo>
                    <a:pt x="80" y="53"/>
                  </a:lnTo>
                  <a:lnTo>
                    <a:pt x="83" y="49"/>
                  </a:lnTo>
                  <a:lnTo>
                    <a:pt x="83" y="49"/>
                  </a:lnTo>
                  <a:lnTo>
                    <a:pt x="83" y="42"/>
                  </a:lnTo>
                  <a:lnTo>
                    <a:pt x="85" y="35"/>
                  </a:lnTo>
                  <a:lnTo>
                    <a:pt x="85" y="34"/>
                  </a:lnTo>
                  <a:lnTo>
                    <a:pt x="85" y="34"/>
                  </a:lnTo>
                  <a:lnTo>
                    <a:pt x="85" y="28"/>
                  </a:lnTo>
                  <a:lnTo>
                    <a:pt x="85" y="24"/>
                  </a:lnTo>
                  <a:lnTo>
                    <a:pt x="83" y="22"/>
                  </a:lnTo>
                  <a:lnTo>
                    <a:pt x="83" y="12"/>
                  </a:lnTo>
                  <a:lnTo>
                    <a:pt x="83" y="11"/>
                  </a:lnTo>
                  <a:lnTo>
                    <a:pt x="83" y="7"/>
                  </a:lnTo>
                  <a:lnTo>
                    <a:pt x="83" y="7"/>
                  </a:lnTo>
                  <a:lnTo>
                    <a:pt x="80" y="7"/>
                  </a:lnTo>
                  <a:lnTo>
                    <a:pt x="74" y="5"/>
                  </a:lnTo>
                  <a:lnTo>
                    <a:pt x="73" y="4"/>
                  </a:lnTo>
                  <a:lnTo>
                    <a:pt x="64" y="0"/>
                  </a:lnTo>
                  <a:lnTo>
                    <a:pt x="59" y="0"/>
                  </a:lnTo>
                  <a:lnTo>
                    <a:pt x="58" y="0"/>
                  </a:lnTo>
                  <a:lnTo>
                    <a:pt x="56" y="0"/>
                  </a:lnTo>
                  <a:lnTo>
                    <a:pt x="49" y="0"/>
                  </a:lnTo>
                  <a:lnTo>
                    <a:pt x="45" y="0"/>
                  </a:lnTo>
                  <a:lnTo>
                    <a:pt x="44" y="0"/>
                  </a:lnTo>
                  <a:lnTo>
                    <a:pt x="43" y="0"/>
                  </a:lnTo>
                  <a:lnTo>
                    <a:pt x="43" y="0"/>
                  </a:lnTo>
                  <a:lnTo>
                    <a:pt x="43" y="0"/>
                  </a:lnTo>
                  <a:lnTo>
                    <a:pt x="44" y="0"/>
                  </a:lnTo>
                  <a:lnTo>
                    <a:pt x="49" y="0"/>
                  </a:lnTo>
                  <a:lnTo>
                    <a:pt x="54" y="0"/>
                  </a:lnTo>
                  <a:lnTo>
                    <a:pt x="58" y="5"/>
                  </a:lnTo>
                  <a:lnTo>
                    <a:pt x="59" y="7"/>
                  </a:lnTo>
                  <a:lnTo>
                    <a:pt x="64" y="11"/>
                  </a:lnTo>
                  <a:lnTo>
                    <a:pt x="73" y="12"/>
                  </a:lnTo>
                  <a:lnTo>
                    <a:pt x="74" y="12"/>
                  </a:lnTo>
                  <a:lnTo>
                    <a:pt x="74" y="19"/>
                  </a:lnTo>
                  <a:lnTo>
                    <a:pt x="74" y="19"/>
                  </a:lnTo>
                </a:path>
              </a:pathLst>
            </a:custGeom>
            <a:solidFill>
              <a:srgbClr val="626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76" name=""/>
            <p:cNvSpPr/>
            <p:nvPr/>
          </p:nvSpPr>
          <p:spPr>
            <a:xfrm>
              <a:off x="4211640" y="4430880"/>
              <a:ext cx="130320" cy="80640"/>
            </a:xfrm>
            <a:custGeom>
              <a:avLst/>
              <a:gdLst/>
              <a:ahLst/>
              <a:rect l="l" t="t" r="r" b="b"/>
              <a:pathLst>
                <a:path w="82" h="51">
                  <a:moveTo>
                    <a:pt x="81" y="6"/>
                  </a:moveTo>
                  <a:lnTo>
                    <a:pt x="81" y="6"/>
                  </a:lnTo>
                  <a:lnTo>
                    <a:pt x="78" y="10"/>
                  </a:lnTo>
                  <a:lnTo>
                    <a:pt x="75" y="16"/>
                  </a:lnTo>
                  <a:lnTo>
                    <a:pt x="75" y="16"/>
                  </a:lnTo>
                  <a:lnTo>
                    <a:pt x="75" y="16"/>
                  </a:lnTo>
                  <a:lnTo>
                    <a:pt x="75" y="17"/>
                  </a:lnTo>
                  <a:lnTo>
                    <a:pt x="69" y="17"/>
                  </a:lnTo>
                  <a:lnTo>
                    <a:pt x="66" y="23"/>
                  </a:lnTo>
                  <a:lnTo>
                    <a:pt x="64" y="24"/>
                  </a:lnTo>
                  <a:lnTo>
                    <a:pt x="58" y="26"/>
                  </a:lnTo>
                  <a:lnTo>
                    <a:pt x="54" y="31"/>
                  </a:lnTo>
                  <a:lnTo>
                    <a:pt x="54" y="31"/>
                  </a:lnTo>
                  <a:lnTo>
                    <a:pt x="48" y="31"/>
                  </a:lnTo>
                  <a:lnTo>
                    <a:pt x="48" y="31"/>
                  </a:lnTo>
                  <a:lnTo>
                    <a:pt x="42" y="35"/>
                  </a:lnTo>
                  <a:lnTo>
                    <a:pt x="42" y="35"/>
                  </a:lnTo>
                  <a:lnTo>
                    <a:pt x="37" y="35"/>
                  </a:lnTo>
                  <a:lnTo>
                    <a:pt x="32" y="35"/>
                  </a:lnTo>
                  <a:lnTo>
                    <a:pt x="31" y="35"/>
                  </a:lnTo>
                  <a:lnTo>
                    <a:pt x="28" y="38"/>
                  </a:lnTo>
                  <a:lnTo>
                    <a:pt x="25" y="39"/>
                  </a:lnTo>
                  <a:lnTo>
                    <a:pt x="20" y="39"/>
                  </a:lnTo>
                  <a:lnTo>
                    <a:pt x="16" y="39"/>
                  </a:lnTo>
                  <a:lnTo>
                    <a:pt x="16" y="47"/>
                  </a:lnTo>
                  <a:lnTo>
                    <a:pt x="10" y="47"/>
                  </a:lnTo>
                  <a:lnTo>
                    <a:pt x="9" y="50"/>
                  </a:lnTo>
                  <a:lnTo>
                    <a:pt x="9" y="50"/>
                  </a:lnTo>
                  <a:lnTo>
                    <a:pt x="7" y="50"/>
                  </a:lnTo>
                  <a:lnTo>
                    <a:pt x="7" y="50"/>
                  </a:lnTo>
                  <a:lnTo>
                    <a:pt x="2" y="50"/>
                  </a:lnTo>
                  <a:lnTo>
                    <a:pt x="0" y="50"/>
                  </a:lnTo>
                  <a:lnTo>
                    <a:pt x="0" y="50"/>
                  </a:lnTo>
                  <a:lnTo>
                    <a:pt x="0" y="50"/>
                  </a:lnTo>
                  <a:lnTo>
                    <a:pt x="0" y="50"/>
                  </a:lnTo>
                  <a:lnTo>
                    <a:pt x="0" y="50"/>
                  </a:lnTo>
                  <a:lnTo>
                    <a:pt x="2" y="50"/>
                  </a:lnTo>
                  <a:lnTo>
                    <a:pt x="4" y="50"/>
                  </a:lnTo>
                  <a:lnTo>
                    <a:pt x="7" y="47"/>
                  </a:lnTo>
                  <a:lnTo>
                    <a:pt x="7" y="39"/>
                  </a:lnTo>
                  <a:lnTo>
                    <a:pt x="9" y="38"/>
                  </a:lnTo>
                  <a:lnTo>
                    <a:pt x="9" y="35"/>
                  </a:lnTo>
                  <a:lnTo>
                    <a:pt x="9" y="31"/>
                  </a:lnTo>
                  <a:lnTo>
                    <a:pt x="15" y="31"/>
                  </a:lnTo>
                  <a:lnTo>
                    <a:pt x="16" y="24"/>
                  </a:lnTo>
                  <a:lnTo>
                    <a:pt x="20" y="17"/>
                  </a:lnTo>
                  <a:lnTo>
                    <a:pt x="26" y="16"/>
                  </a:lnTo>
                  <a:lnTo>
                    <a:pt x="31" y="16"/>
                  </a:lnTo>
                  <a:lnTo>
                    <a:pt x="37" y="6"/>
                  </a:lnTo>
                  <a:lnTo>
                    <a:pt x="42" y="6"/>
                  </a:lnTo>
                  <a:lnTo>
                    <a:pt x="48" y="4"/>
                  </a:lnTo>
                  <a:lnTo>
                    <a:pt x="54" y="1"/>
                  </a:lnTo>
                  <a:lnTo>
                    <a:pt x="58" y="1"/>
                  </a:lnTo>
                  <a:lnTo>
                    <a:pt x="64" y="0"/>
                  </a:lnTo>
                  <a:lnTo>
                    <a:pt x="68" y="0"/>
                  </a:lnTo>
                  <a:lnTo>
                    <a:pt x="71" y="1"/>
                  </a:lnTo>
                  <a:lnTo>
                    <a:pt x="75" y="1"/>
                  </a:lnTo>
                  <a:lnTo>
                    <a:pt x="75" y="4"/>
                  </a:lnTo>
                  <a:lnTo>
                    <a:pt x="75" y="4"/>
                  </a:lnTo>
                  <a:lnTo>
                    <a:pt x="75" y="6"/>
                  </a:lnTo>
                  <a:lnTo>
                    <a:pt x="78" y="6"/>
                  </a:lnTo>
                  <a:lnTo>
                    <a:pt x="79" y="6"/>
                  </a:lnTo>
                  <a:lnTo>
                    <a:pt x="81" y="6"/>
                  </a:lnTo>
                  <a:lnTo>
                    <a:pt x="81" y="6"/>
                  </a:lnTo>
                  <a:lnTo>
                    <a:pt x="81" y="6"/>
                  </a:lnTo>
                  <a:lnTo>
                    <a:pt x="81" y="6"/>
                  </a:lnTo>
                </a:path>
              </a:pathLst>
            </a:custGeom>
            <a:solidFill>
              <a:srgbClr val="ffc0b6"/>
            </a:solidFill>
            <a:ln w="9360">
              <a:solidFill>
                <a:srgbClr val="82c168"/>
              </a:solidFill>
              <a:round/>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3477" name=""/>
            <p:cNvSpPr/>
            <p:nvPr/>
          </p:nvSpPr>
          <p:spPr>
            <a:xfrm>
              <a:off x="4772160" y="5875200"/>
              <a:ext cx="136440" cy="90720"/>
            </a:xfrm>
            <a:custGeom>
              <a:avLst/>
              <a:gdLst/>
              <a:ahLst/>
              <a:rect l="l" t="t" r="r" b="b"/>
              <a:pathLst>
                <a:path w="86" h="57">
                  <a:moveTo>
                    <a:pt x="85" y="26"/>
                  </a:moveTo>
                  <a:lnTo>
                    <a:pt x="85" y="26"/>
                  </a:lnTo>
                  <a:lnTo>
                    <a:pt x="85" y="26"/>
                  </a:lnTo>
                  <a:lnTo>
                    <a:pt x="85" y="26"/>
                  </a:lnTo>
                  <a:lnTo>
                    <a:pt x="85" y="27"/>
                  </a:lnTo>
                  <a:lnTo>
                    <a:pt x="84" y="28"/>
                  </a:lnTo>
                  <a:lnTo>
                    <a:pt x="84" y="31"/>
                  </a:lnTo>
                  <a:lnTo>
                    <a:pt x="83" y="34"/>
                  </a:lnTo>
                  <a:lnTo>
                    <a:pt x="79" y="36"/>
                  </a:lnTo>
                  <a:lnTo>
                    <a:pt x="75" y="38"/>
                  </a:lnTo>
                  <a:lnTo>
                    <a:pt x="75" y="40"/>
                  </a:lnTo>
                  <a:lnTo>
                    <a:pt x="73" y="40"/>
                  </a:lnTo>
                  <a:lnTo>
                    <a:pt x="69" y="40"/>
                  </a:lnTo>
                  <a:lnTo>
                    <a:pt x="62" y="43"/>
                  </a:lnTo>
                  <a:lnTo>
                    <a:pt x="62" y="43"/>
                  </a:lnTo>
                  <a:lnTo>
                    <a:pt x="60" y="45"/>
                  </a:lnTo>
                  <a:lnTo>
                    <a:pt x="54" y="46"/>
                  </a:lnTo>
                  <a:lnTo>
                    <a:pt x="45" y="53"/>
                  </a:lnTo>
                  <a:lnTo>
                    <a:pt x="42" y="56"/>
                  </a:lnTo>
                  <a:lnTo>
                    <a:pt x="39" y="56"/>
                  </a:lnTo>
                  <a:lnTo>
                    <a:pt x="29" y="56"/>
                  </a:lnTo>
                  <a:lnTo>
                    <a:pt x="24" y="56"/>
                  </a:lnTo>
                  <a:lnTo>
                    <a:pt x="16" y="56"/>
                  </a:lnTo>
                  <a:lnTo>
                    <a:pt x="11" y="56"/>
                  </a:lnTo>
                  <a:lnTo>
                    <a:pt x="1" y="53"/>
                  </a:lnTo>
                  <a:lnTo>
                    <a:pt x="1" y="53"/>
                  </a:lnTo>
                  <a:lnTo>
                    <a:pt x="0" y="45"/>
                  </a:lnTo>
                  <a:lnTo>
                    <a:pt x="0" y="45"/>
                  </a:lnTo>
                  <a:lnTo>
                    <a:pt x="0" y="43"/>
                  </a:lnTo>
                  <a:lnTo>
                    <a:pt x="0" y="40"/>
                  </a:lnTo>
                  <a:lnTo>
                    <a:pt x="0" y="34"/>
                  </a:lnTo>
                  <a:lnTo>
                    <a:pt x="3" y="28"/>
                  </a:lnTo>
                  <a:lnTo>
                    <a:pt x="6" y="26"/>
                  </a:lnTo>
                  <a:lnTo>
                    <a:pt x="14" y="19"/>
                  </a:lnTo>
                  <a:lnTo>
                    <a:pt x="16" y="15"/>
                  </a:lnTo>
                  <a:lnTo>
                    <a:pt x="16" y="14"/>
                  </a:lnTo>
                  <a:lnTo>
                    <a:pt x="22" y="10"/>
                  </a:lnTo>
                  <a:lnTo>
                    <a:pt x="26" y="6"/>
                  </a:lnTo>
                  <a:lnTo>
                    <a:pt x="29" y="6"/>
                  </a:lnTo>
                  <a:lnTo>
                    <a:pt x="29" y="6"/>
                  </a:lnTo>
                  <a:lnTo>
                    <a:pt x="29" y="4"/>
                  </a:lnTo>
                  <a:lnTo>
                    <a:pt x="29" y="4"/>
                  </a:lnTo>
                  <a:lnTo>
                    <a:pt x="29" y="2"/>
                  </a:lnTo>
                  <a:lnTo>
                    <a:pt x="29" y="2"/>
                  </a:lnTo>
                  <a:lnTo>
                    <a:pt x="37" y="2"/>
                  </a:lnTo>
                  <a:lnTo>
                    <a:pt x="41" y="0"/>
                  </a:lnTo>
                  <a:lnTo>
                    <a:pt x="42" y="2"/>
                  </a:lnTo>
                  <a:lnTo>
                    <a:pt x="42" y="2"/>
                  </a:lnTo>
                  <a:lnTo>
                    <a:pt x="48" y="4"/>
                  </a:lnTo>
                  <a:lnTo>
                    <a:pt x="54" y="6"/>
                  </a:lnTo>
                  <a:lnTo>
                    <a:pt x="60" y="6"/>
                  </a:lnTo>
                  <a:lnTo>
                    <a:pt x="62" y="6"/>
                  </a:lnTo>
                  <a:lnTo>
                    <a:pt x="69" y="6"/>
                  </a:lnTo>
                  <a:lnTo>
                    <a:pt x="73" y="10"/>
                  </a:lnTo>
                  <a:lnTo>
                    <a:pt x="77" y="14"/>
                  </a:lnTo>
                  <a:lnTo>
                    <a:pt x="84" y="17"/>
                  </a:lnTo>
                  <a:lnTo>
                    <a:pt x="85" y="26"/>
                  </a:lnTo>
                  <a:lnTo>
                    <a:pt x="85" y="26"/>
                  </a:lnTo>
                </a:path>
              </a:pathLst>
            </a:custGeom>
            <a:solidFill>
              <a:srgbClr val="ffc0b6"/>
            </a:solidFill>
            <a:ln w="9360">
              <a:solidFill>
                <a:srgbClr val="000000"/>
              </a:solidFill>
              <a:round/>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478" name=""/>
            <p:cNvSpPr/>
            <p:nvPr/>
          </p:nvSpPr>
          <p:spPr>
            <a:xfrm>
              <a:off x="4776840" y="5902200"/>
              <a:ext cx="63360" cy="59040"/>
            </a:xfrm>
            <a:custGeom>
              <a:avLst/>
              <a:gdLst/>
              <a:ahLst/>
              <a:rect l="l" t="t" r="r" b="b"/>
              <a:pathLst>
                <a:path w="40" h="37">
                  <a:moveTo>
                    <a:pt x="25" y="0"/>
                  </a:moveTo>
                  <a:lnTo>
                    <a:pt x="23" y="2"/>
                  </a:lnTo>
                  <a:lnTo>
                    <a:pt x="19" y="6"/>
                  </a:lnTo>
                  <a:lnTo>
                    <a:pt x="16" y="9"/>
                  </a:lnTo>
                  <a:lnTo>
                    <a:pt x="13" y="11"/>
                  </a:lnTo>
                  <a:lnTo>
                    <a:pt x="11" y="17"/>
                  </a:lnTo>
                  <a:lnTo>
                    <a:pt x="3" y="23"/>
                  </a:lnTo>
                  <a:lnTo>
                    <a:pt x="0" y="26"/>
                  </a:lnTo>
                  <a:lnTo>
                    <a:pt x="0" y="28"/>
                  </a:lnTo>
                  <a:lnTo>
                    <a:pt x="0" y="29"/>
                  </a:lnTo>
                  <a:lnTo>
                    <a:pt x="2" y="36"/>
                  </a:lnTo>
                  <a:lnTo>
                    <a:pt x="8" y="36"/>
                  </a:lnTo>
                  <a:lnTo>
                    <a:pt x="11" y="36"/>
                  </a:lnTo>
                  <a:lnTo>
                    <a:pt x="13" y="36"/>
                  </a:lnTo>
                  <a:lnTo>
                    <a:pt x="16" y="36"/>
                  </a:lnTo>
                  <a:lnTo>
                    <a:pt x="19" y="36"/>
                  </a:lnTo>
                  <a:lnTo>
                    <a:pt x="23" y="36"/>
                  </a:lnTo>
                  <a:lnTo>
                    <a:pt x="26" y="29"/>
                  </a:lnTo>
                  <a:lnTo>
                    <a:pt x="26" y="26"/>
                  </a:lnTo>
                  <a:lnTo>
                    <a:pt x="26" y="23"/>
                  </a:lnTo>
                  <a:lnTo>
                    <a:pt x="36" y="14"/>
                  </a:lnTo>
                  <a:lnTo>
                    <a:pt x="39" y="10"/>
                  </a:lnTo>
                  <a:lnTo>
                    <a:pt x="38" y="9"/>
                  </a:lnTo>
                  <a:lnTo>
                    <a:pt x="26" y="2"/>
                  </a:lnTo>
                  <a:lnTo>
                    <a:pt x="25" y="0"/>
                  </a:lnTo>
                  <a:lnTo>
                    <a:pt x="25" y="0"/>
                  </a:lnTo>
                </a:path>
              </a:pathLst>
            </a:custGeom>
            <a:solidFill>
              <a:srgbClr val="ffc0b6"/>
            </a:solidFill>
            <a:ln w="0">
              <a:noFill/>
            </a:ln>
          </p:spPr>
          <p:style>
            <a:lnRef idx="0"/>
            <a:fillRef idx="0"/>
            <a:effectRef idx="0"/>
            <a:fontRef idx="minor"/>
          </p:style>
          <p:txBody>
            <a:bodyPr lIns="90000" rIns="90000" tIns="12240" bIns="12240" anchor="t">
              <a:noAutofit/>
            </a:bodyPr>
            <a:p>
              <a:endParaRPr b="0" lang="en-IN" sz="2400" strike="noStrike" u="none">
                <a:solidFill>
                  <a:srgbClr val="ffffff"/>
                </a:solidFill>
                <a:effectLst/>
                <a:uFillTx/>
                <a:latin typeface="Times New Roman"/>
              </a:endParaRPr>
            </a:p>
          </p:txBody>
        </p:sp>
        <p:sp>
          <p:nvSpPr>
            <p:cNvPr id="3479" name=""/>
            <p:cNvSpPr/>
            <p:nvPr/>
          </p:nvSpPr>
          <p:spPr>
            <a:xfrm>
              <a:off x="4794120" y="5897520"/>
              <a:ext cx="142920" cy="73080"/>
            </a:xfrm>
            <a:custGeom>
              <a:avLst/>
              <a:gdLst/>
              <a:ahLst/>
              <a:rect l="l" t="t" r="r" b="b"/>
              <a:pathLst>
                <a:path w="90" h="46">
                  <a:moveTo>
                    <a:pt x="89" y="17"/>
                  </a:moveTo>
                  <a:lnTo>
                    <a:pt x="89" y="17"/>
                  </a:lnTo>
                  <a:lnTo>
                    <a:pt x="89" y="17"/>
                  </a:lnTo>
                  <a:lnTo>
                    <a:pt x="89" y="17"/>
                  </a:lnTo>
                  <a:lnTo>
                    <a:pt x="87" y="20"/>
                  </a:lnTo>
                  <a:lnTo>
                    <a:pt x="87" y="24"/>
                  </a:lnTo>
                  <a:lnTo>
                    <a:pt x="83" y="26"/>
                  </a:lnTo>
                  <a:lnTo>
                    <a:pt x="81" y="26"/>
                  </a:lnTo>
                  <a:lnTo>
                    <a:pt x="81" y="29"/>
                  </a:lnTo>
                  <a:lnTo>
                    <a:pt x="78" y="29"/>
                  </a:lnTo>
                  <a:lnTo>
                    <a:pt x="71" y="31"/>
                  </a:lnTo>
                  <a:lnTo>
                    <a:pt x="71" y="31"/>
                  </a:lnTo>
                  <a:lnTo>
                    <a:pt x="70" y="39"/>
                  </a:lnTo>
                  <a:lnTo>
                    <a:pt x="66" y="42"/>
                  </a:lnTo>
                  <a:lnTo>
                    <a:pt x="61" y="42"/>
                  </a:lnTo>
                  <a:lnTo>
                    <a:pt x="55" y="45"/>
                  </a:lnTo>
                  <a:lnTo>
                    <a:pt x="52" y="45"/>
                  </a:lnTo>
                  <a:lnTo>
                    <a:pt x="46" y="45"/>
                  </a:lnTo>
                  <a:lnTo>
                    <a:pt x="41" y="45"/>
                  </a:lnTo>
                  <a:lnTo>
                    <a:pt x="34" y="45"/>
                  </a:lnTo>
                  <a:lnTo>
                    <a:pt x="28" y="45"/>
                  </a:lnTo>
                  <a:lnTo>
                    <a:pt x="19" y="45"/>
                  </a:lnTo>
                  <a:lnTo>
                    <a:pt x="15" y="45"/>
                  </a:lnTo>
                  <a:lnTo>
                    <a:pt x="5" y="45"/>
                  </a:lnTo>
                  <a:lnTo>
                    <a:pt x="0" y="45"/>
                  </a:lnTo>
                  <a:lnTo>
                    <a:pt x="0" y="45"/>
                  </a:lnTo>
                  <a:lnTo>
                    <a:pt x="0" y="42"/>
                  </a:lnTo>
                  <a:lnTo>
                    <a:pt x="0" y="39"/>
                  </a:lnTo>
                  <a:lnTo>
                    <a:pt x="2" y="31"/>
                  </a:lnTo>
                  <a:lnTo>
                    <a:pt x="2" y="29"/>
                  </a:lnTo>
                  <a:lnTo>
                    <a:pt x="2" y="26"/>
                  </a:lnTo>
                  <a:lnTo>
                    <a:pt x="8" y="20"/>
                  </a:lnTo>
                  <a:lnTo>
                    <a:pt x="12" y="14"/>
                  </a:lnTo>
                  <a:lnTo>
                    <a:pt x="15" y="12"/>
                  </a:lnTo>
                  <a:lnTo>
                    <a:pt x="15" y="5"/>
                  </a:lnTo>
                  <a:lnTo>
                    <a:pt x="15" y="3"/>
                  </a:lnTo>
                  <a:lnTo>
                    <a:pt x="15" y="1"/>
                  </a:lnTo>
                  <a:lnTo>
                    <a:pt x="15" y="1"/>
                  </a:lnTo>
                  <a:lnTo>
                    <a:pt x="23" y="1"/>
                  </a:lnTo>
                  <a:lnTo>
                    <a:pt x="27" y="0"/>
                  </a:lnTo>
                  <a:lnTo>
                    <a:pt x="28" y="0"/>
                  </a:lnTo>
                  <a:lnTo>
                    <a:pt x="28" y="0"/>
                  </a:lnTo>
                  <a:lnTo>
                    <a:pt x="34" y="0"/>
                  </a:lnTo>
                  <a:lnTo>
                    <a:pt x="40" y="0"/>
                  </a:lnTo>
                  <a:lnTo>
                    <a:pt x="46" y="0"/>
                  </a:lnTo>
                  <a:lnTo>
                    <a:pt x="48" y="0"/>
                  </a:lnTo>
                  <a:lnTo>
                    <a:pt x="55" y="0"/>
                  </a:lnTo>
                  <a:lnTo>
                    <a:pt x="61" y="1"/>
                  </a:lnTo>
                  <a:lnTo>
                    <a:pt x="69" y="3"/>
                  </a:lnTo>
                  <a:lnTo>
                    <a:pt x="71" y="5"/>
                  </a:lnTo>
                  <a:lnTo>
                    <a:pt x="78" y="12"/>
                  </a:lnTo>
                  <a:lnTo>
                    <a:pt x="81" y="12"/>
                  </a:lnTo>
                  <a:lnTo>
                    <a:pt x="89" y="17"/>
                  </a:lnTo>
                  <a:lnTo>
                    <a:pt x="89" y="17"/>
                  </a:lnTo>
                </a:path>
              </a:pathLst>
            </a:custGeom>
            <a:solidFill>
              <a:srgbClr val="ffc0b6"/>
            </a:solidFill>
            <a:ln w="9360">
              <a:solidFill>
                <a:srgbClr val="000000"/>
              </a:solidFill>
              <a:round/>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480" name=""/>
            <p:cNvSpPr/>
            <p:nvPr/>
          </p:nvSpPr>
          <p:spPr>
            <a:xfrm>
              <a:off x="4881600" y="5916600"/>
              <a:ext cx="52200" cy="49320"/>
            </a:xfrm>
            <a:custGeom>
              <a:avLst/>
              <a:gdLst/>
              <a:ahLst/>
              <a:rect l="l" t="t" r="r" b="b"/>
              <a:pathLst>
                <a:path w="33" h="31">
                  <a:moveTo>
                    <a:pt x="16" y="0"/>
                  </a:moveTo>
                  <a:lnTo>
                    <a:pt x="16" y="0"/>
                  </a:lnTo>
                  <a:lnTo>
                    <a:pt x="15" y="0"/>
                  </a:lnTo>
                  <a:lnTo>
                    <a:pt x="15" y="0"/>
                  </a:lnTo>
                  <a:lnTo>
                    <a:pt x="15" y="0"/>
                  </a:lnTo>
                  <a:lnTo>
                    <a:pt x="14" y="0"/>
                  </a:lnTo>
                  <a:lnTo>
                    <a:pt x="10" y="0"/>
                  </a:lnTo>
                  <a:lnTo>
                    <a:pt x="10" y="0"/>
                  </a:lnTo>
                  <a:lnTo>
                    <a:pt x="10" y="0"/>
                  </a:lnTo>
                  <a:lnTo>
                    <a:pt x="10" y="2"/>
                  </a:lnTo>
                  <a:lnTo>
                    <a:pt x="8" y="5"/>
                  </a:lnTo>
                  <a:lnTo>
                    <a:pt x="6" y="12"/>
                  </a:lnTo>
                  <a:lnTo>
                    <a:pt x="6" y="14"/>
                  </a:lnTo>
                  <a:lnTo>
                    <a:pt x="4" y="14"/>
                  </a:lnTo>
                  <a:lnTo>
                    <a:pt x="0" y="17"/>
                  </a:lnTo>
                  <a:lnTo>
                    <a:pt x="0" y="19"/>
                  </a:lnTo>
                  <a:lnTo>
                    <a:pt x="0" y="19"/>
                  </a:lnTo>
                  <a:lnTo>
                    <a:pt x="0" y="20"/>
                  </a:lnTo>
                  <a:lnTo>
                    <a:pt x="0" y="29"/>
                  </a:lnTo>
                  <a:lnTo>
                    <a:pt x="0" y="30"/>
                  </a:lnTo>
                  <a:lnTo>
                    <a:pt x="0" y="30"/>
                  </a:lnTo>
                  <a:lnTo>
                    <a:pt x="0" y="30"/>
                  </a:lnTo>
                  <a:lnTo>
                    <a:pt x="0" y="30"/>
                  </a:lnTo>
                  <a:lnTo>
                    <a:pt x="0" y="30"/>
                  </a:lnTo>
                  <a:lnTo>
                    <a:pt x="6" y="29"/>
                  </a:lnTo>
                  <a:lnTo>
                    <a:pt x="6" y="27"/>
                  </a:lnTo>
                  <a:lnTo>
                    <a:pt x="11" y="19"/>
                  </a:lnTo>
                  <a:lnTo>
                    <a:pt x="15" y="19"/>
                  </a:lnTo>
                  <a:lnTo>
                    <a:pt x="16" y="17"/>
                  </a:lnTo>
                  <a:lnTo>
                    <a:pt x="16" y="17"/>
                  </a:lnTo>
                  <a:lnTo>
                    <a:pt x="23" y="17"/>
                  </a:lnTo>
                  <a:lnTo>
                    <a:pt x="26" y="14"/>
                  </a:lnTo>
                  <a:lnTo>
                    <a:pt x="26" y="14"/>
                  </a:lnTo>
                  <a:lnTo>
                    <a:pt x="28" y="14"/>
                  </a:lnTo>
                  <a:lnTo>
                    <a:pt x="28" y="10"/>
                  </a:lnTo>
                  <a:lnTo>
                    <a:pt x="32" y="5"/>
                  </a:lnTo>
                  <a:lnTo>
                    <a:pt x="28" y="5"/>
                  </a:lnTo>
                  <a:lnTo>
                    <a:pt x="16" y="0"/>
                  </a:lnTo>
                  <a:lnTo>
                    <a:pt x="16" y="0"/>
                  </a:lnTo>
                </a:path>
              </a:pathLst>
            </a:custGeom>
            <a:solidFill>
              <a:srgbClr val="ffc0b6"/>
            </a:solidFill>
            <a:ln w="0">
              <a:noFill/>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3481" name=""/>
            <p:cNvSpPr/>
            <p:nvPr/>
          </p:nvSpPr>
          <p:spPr>
            <a:xfrm>
              <a:off x="4802040" y="5475240"/>
              <a:ext cx="206640" cy="450720"/>
            </a:xfrm>
            <a:custGeom>
              <a:avLst/>
              <a:gdLst/>
              <a:ahLst/>
              <a:rect l="l" t="t" r="r" b="b"/>
              <a:pathLst>
                <a:path w="130" h="284">
                  <a:moveTo>
                    <a:pt x="129" y="8"/>
                  </a:moveTo>
                  <a:lnTo>
                    <a:pt x="129" y="10"/>
                  </a:lnTo>
                  <a:lnTo>
                    <a:pt x="129" y="20"/>
                  </a:lnTo>
                  <a:lnTo>
                    <a:pt x="129" y="36"/>
                  </a:lnTo>
                  <a:lnTo>
                    <a:pt x="129" y="51"/>
                  </a:lnTo>
                  <a:lnTo>
                    <a:pt x="129" y="61"/>
                  </a:lnTo>
                  <a:lnTo>
                    <a:pt x="125" y="77"/>
                  </a:lnTo>
                  <a:lnTo>
                    <a:pt x="125" y="95"/>
                  </a:lnTo>
                  <a:lnTo>
                    <a:pt x="125" y="100"/>
                  </a:lnTo>
                  <a:lnTo>
                    <a:pt x="125" y="121"/>
                  </a:lnTo>
                  <a:lnTo>
                    <a:pt x="121" y="145"/>
                  </a:lnTo>
                  <a:lnTo>
                    <a:pt x="121" y="161"/>
                  </a:lnTo>
                  <a:lnTo>
                    <a:pt x="116" y="169"/>
                  </a:lnTo>
                  <a:lnTo>
                    <a:pt x="121" y="180"/>
                  </a:lnTo>
                  <a:lnTo>
                    <a:pt x="122" y="195"/>
                  </a:lnTo>
                  <a:lnTo>
                    <a:pt x="122" y="209"/>
                  </a:lnTo>
                  <a:lnTo>
                    <a:pt x="121" y="217"/>
                  </a:lnTo>
                  <a:lnTo>
                    <a:pt x="121" y="218"/>
                  </a:lnTo>
                  <a:lnTo>
                    <a:pt x="116" y="229"/>
                  </a:lnTo>
                  <a:lnTo>
                    <a:pt x="116" y="229"/>
                  </a:lnTo>
                  <a:lnTo>
                    <a:pt x="116" y="232"/>
                  </a:lnTo>
                  <a:lnTo>
                    <a:pt x="116" y="239"/>
                  </a:lnTo>
                  <a:lnTo>
                    <a:pt x="116" y="242"/>
                  </a:lnTo>
                  <a:lnTo>
                    <a:pt x="116" y="243"/>
                  </a:lnTo>
                  <a:lnTo>
                    <a:pt x="114" y="246"/>
                  </a:lnTo>
                  <a:lnTo>
                    <a:pt x="111" y="248"/>
                  </a:lnTo>
                  <a:lnTo>
                    <a:pt x="110" y="252"/>
                  </a:lnTo>
                  <a:lnTo>
                    <a:pt x="110" y="252"/>
                  </a:lnTo>
                  <a:lnTo>
                    <a:pt x="109" y="258"/>
                  </a:lnTo>
                  <a:lnTo>
                    <a:pt x="105" y="258"/>
                  </a:lnTo>
                  <a:lnTo>
                    <a:pt x="104" y="258"/>
                  </a:lnTo>
                  <a:lnTo>
                    <a:pt x="104" y="262"/>
                  </a:lnTo>
                  <a:lnTo>
                    <a:pt x="96" y="262"/>
                  </a:lnTo>
                  <a:lnTo>
                    <a:pt x="96" y="262"/>
                  </a:lnTo>
                  <a:lnTo>
                    <a:pt x="96" y="262"/>
                  </a:lnTo>
                  <a:lnTo>
                    <a:pt x="96" y="266"/>
                  </a:lnTo>
                  <a:lnTo>
                    <a:pt x="96" y="267"/>
                  </a:lnTo>
                  <a:lnTo>
                    <a:pt x="96" y="271"/>
                  </a:lnTo>
                  <a:lnTo>
                    <a:pt x="96" y="271"/>
                  </a:lnTo>
                  <a:lnTo>
                    <a:pt x="96" y="278"/>
                  </a:lnTo>
                  <a:lnTo>
                    <a:pt x="94" y="278"/>
                  </a:lnTo>
                  <a:lnTo>
                    <a:pt x="93" y="278"/>
                  </a:lnTo>
                  <a:lnTo>
                    <a:pt x="93" y="278"/>
                  </a:lnTo>
                  <a:lnTo>
                    <a:pt x="86" y="279"/>
                  </a:lnTo>
                  <a:lnTo>
                    <a:pt x="86" y="280"/>
                  </a:lnTo>
                  <a:lnTo>
                    <a:pt x="86" y="283"/>
                  </a:lnTo>
                  <a:lnTo>
                    <a:pt x="84" y="283"/>
                  </a:lnTo>
                  <a:lnTo>
                    <a:pt x="82" y="283"/>
                  </a:lnTo>
                  <a:lnTo>
                    <a:pt x="76" y="283"/>
                  </a:lnTo>
                  <a:lnTo>
                    <a:pt x="76" y="283"/>
                  </a:lnTo>
                  <a:lnTo>
                    <a:pt x="76" y="283"/>
                  </a:lnTo>
                  <a:lnTo>
                    <a:pt x="73" y="280"/>
                  </a:lnTo>
                  <a:lnTo>
                    <a:pt x="66" y="280"/>
                  </a:lnTo>
                  <a:lnTo>
                    <a:pt x="66" y="279"/>
                  </a:lnTo>
                  <a:lnTo>
                    <a:pt x="65" y="278"/>
                  </a:lnTo>
                  <a:lnTo>
                    <a:pt x="61" y="278"/>
                  </a:lnTo>
                  <a:lnTo>
                    <a:pt x="56" y="278"/>
                  </a:lnTo>
                  <a:lnTo>
                    <a:pt x="54" y="278"/>
                  </a:lnTo>
                  <a:lnTo>
                    <a:pt x="50" y="278"/>
                  </a:lnTo>
                  <a:lnTo>
                    <a:pt x="43" y="275"/>
                  </a:lnTo>
                  <a:lnTo>
                    <a:pt x="41" y="271"/>
                  </a:lnTo>
                  <a:lnTo>
                    <a:pt x="38" y="271"/>
                  </a:lnTo>
                  <a:lnTo>
                    <a:pt x="35" y="271"/>
                  </a:lnTo>
                  <a:lnTo>
                    <a:pt x="29" y="271"/>
                  </a:lnTo>
                  <a:lnTo>
                    <a:pt x="24" y="271"/>
                  </a:lnTo>
                  <a:lnTo>
                    <a:pt x="23" y="271"/>
                  </a:lnTo>
                  <a:lnTo>
                    <a:pt x="18" y="271"/>
                  </a:lnTo>
                  <a:lnTo>
                    <a:pt x="10" y="275"/>
                  </a:lnTo>
                  <a:lnTo>
                    <a:pt x="10" y="278"/>
                  </a:lnTo>
                  <a:lnTo>
                    <a:pt x="7" y="278"/>
                  </a:lnTo>
                  <a:lnTo>
                    <a:pt x="3" y="278"/>
                  </a:lnTo>
                  <a:lnTo>
                    <a:pt x="3" y="275"/>
                  </a:lnTo>
                  <a:lnTo>
                    <a:pt x="3" y="271"/>
                  </a:lnTo>
                  <a:lnTo>
                    <a:pt x="0" y="269"/>
                  </a:lnTo>
                  <a:lnTo>
                    <a:pt x="0" y="267"/>
                  </a:lnTo>
                  <a:lnTo>
                    <a:pt x="0" y="262"/>
                  </a:lnTo>
                  <a:lnTo>
                    <a:pt x="3" y="258"/>
                  </a:lnTo>
                  <a:lnTo>
                    <a:pt x="5" y="258"/>
                  </a:lnTo>
                  <a:lnTo>
                    <a:pt x="9" y="258"/>
                  </a:lnTo>
                  <a:lnTo>
                    <a:pt x="10" y="252"/>
                  </a:lnTo>
                  <a:lnTo>
                    <a:pt x="10" y="252"/>
                  </a:lnTo>
                  <a:lnTo>
                    <a:pt x="10" y="251"/>
                  </a:lnTo>
                  <a:lnTo>
                    <a:pt x="10" y="248"/>
                  </a:lnTo>
                  <a:lnTo>
                    <a:pt x="10" y="243"/>
                  </a:lnTo>
                  <a:lnTo>
                    <a:pt x="14" y="243"/>
                  </a:lnTo>
                  <a:lnTo>
                    <a:pt x="22" y="242"/>
                  </a:lnTo>
                  <a:lnTo>
                    <a:pt x="23" y="239"/>
                  </a:lnTo>
                  <a:lnTo>
                    <a:pt x="23" y="239"/>
                  </a:lnTo>
                  <a:lnTo>
                    <a:pt x="29" y="239"/>
                  </a:lnTo>
                  <a:lnTo>
                    <a:pt x="29" y="239"/>
                  </a:lnTo>
                  <a:lnTo>
                    <a:pt x="35" y="234"/>
                  </a:lnTo>
                  <a:lnTo>
                    <a:pt x="38" y="232"/>
                  </a:lnTo>
                  <a:lnTo>
                    <a:pt x="41" y="229"/>
                  </a:lnTo>
                  <a:lnTo>
                    <a:pt x="41" y="229"/>
                  </a:lnTo>
                  <a:lnTo>
                    <a:pt x="41" y="229"/>
                  </a:lnTo>
                  <a:lnTo>
                    <a:pt x="41" y="218"/>
                  </a:lnTo>
                  <a:lnTo>
                    <a:pt x="43" y="217"/>
                  </a:lnTo>
                  <a:lnTo>
                    <a:pt x="43" y="217"/>
                  </a:lnTo>
                  <a:lnTo>
                    <a:pt x="43" y="217"/>
                  </a:lnTo>
                  <a:lnTo>
                    <a:pt x="43" y="214"/>
                  </a:lnTo>
                  <a:lnTo>
                    <a:pt x="47" y="209"/>
                  </a:lnTo>
                  <a:lnTo>
                    <a:pt x="50" y="209"/>
                  </a:lnTo>
                  <a:lnTo>
                    <a:pt x="50" y="206"/>
                  </a:lnTo>
                  <a:lnTo>
                    <a:pt x="50" y="200"/>
                  </a:lnTo>
                  <a:lnTo>
                    <a:pt x="50" y="195"/>
                  </a:lnTo>
                  <a:lnTo>
                    <a:pt x="50" y="192"/>
                  </a:lnTo>
                  <a:lnTo>
                    <a:pt x="54" y="183"/>
                  </a:lnTo>
                  <a:lnTo>
                    <a:pt x="54" y="180"/>
                  </a:lnTo>
                  <a:lnTo>
                    <a:pt x="54" y="180"/>
                  </a:lnTo>
                  <a:lnTo>
                    <a:pt x="54" y="166"/>
                  </a:lnTo>
                  <a:lnTo>
                    <a:pt x="50" y="149"/>
                  </a:lnTo>
                  <a:lnTo>
                    <a:pt x="50" y="131"/>
                  </a:lnTo>
                  <a:lnTo>
                    <a:pt x="50" y="121"/>
                  </a:lnTo>
                  <a:lnTo>
                    <a:pt x="50" y="119"/>
                  </a:lnTo>
                  <a:lnTo>
                    <a:pt x="50" y="100"/>
                  </a:lnTo>
                  <a:lnTo>
                    <a:pt x="50" y="88"/>
                  </a:lnTo>
                  <a:lnTo>
                    <a:pt x="43" y="75"/>
                  </a:lnTo>
                  <a:lnTo>
                    <a:pt x="43" y="58"/>
                  </a:lnTo>
                  <a:lnTo>
                    <a:pt x="42" y="42"/>
                  </a:lnTo>
                  <a:lnTo>
                    <a:pt x="41" y="36"/>
                  </a:lnTo>
                  <a:lnTo>
                    <a:pt x="41" y="26"/>
                  </a:lnTo>
                  <a:lnTo>
                    <a:pt x="41" y="25"/>
                  </a:lnTo>
                  <a:lnTo>
                    <a:pt x="43" y="23"/>
                  </a:lnTo>
                  <a:lnTo>
                    <a:pt x="50" y="20"/>
                  </a:lnTo>
                  <a:lnTo>
                    <a:pt x="50" y="20"/>
                  </a:lnTo>
                  <a:lnTo>
                    <a:pt x="56" y="17"/>
                  </a:lnTo>
                  <a:lnTo>
                    <a:pt x="65" y="9"/>
                  </a:lnTo>
                  <a:lnTo>
                    <a:pt x="72" y="8"/>
                  </a:lnTo>
                  <a:lnTo>
                    <a:pt x="76" y="5"/>
                  </a:lnTo>
                  <a:lnTo>
                    <a:pt x="86" y="5"/>
                  </a:lnTo>
                  <a:lnTo>
                    <a:pt x="96" y="4"/>
                  </a:lnTo>
                  <a:lnTo>
                    <a:pt x="104" y="0"/>
                  </a:lnTo>
                  <a:lnTo>
                    <a:pt x="109" y="0"/>
                  </a:lnTo>
                  <a:lnTo>
                    <a:pt x="116" y="0"/>
                  </a:lnTo>
                  <a:lnTo>
                    <a:pt x="122" y="4"/>
                  </a:lnTo>
                  <a:lnTo>
                    <a:pt x="125" y="5"/>
                  </a:lnTo>
                  <a:lnTo>
                    <a:pt x="129" y="8"/>
                  </a:lnTo>
                  <a:lnTo>
                    <a:pt x="129" y="8"/>
                  </a:lnTo>
                </a:path>
              </a:pathLst>
            </a:custGeom>
            <a:solidFill>
              <a:srgbClr val="6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82" name=""/>
            <p:cNvSpPr/>
            <p:nvPr/>
          </p:nvSpPr>
          <p:spPr>
            <a:xfrm>
              <a:off x="4630680" y="5803920"/>
              <a:ext cx="142920" cy="82440"/>
            </a:xfrm>
            <a:custGeom>
              <a:avLst/>
              <a:gdLst/>
              <a:ahLst/>
              <a:rect l="l" t="t" r="r" b="b"/>
              <a:pathLst>
                <a:path w="90" h="52">
                  <a:moveTo>
                    <a:pt x="89" y="22"/>
                  </a:moveTo>
                  <a:lnTo>
                    <a:pt x="89" y="22"/>
                  </a:lnTo>
                  <a:lnTo>
                    <a:pt x="89" y="22"/>
                  </a:lnTo>
                  <a:lnTo>
                    <a:pt x="89" y="23"/>
                  </a:lnTo>
                  <a:lnTo>
                    <a:pt x="89" y="25"/>
                  </a:lnTo>
                  <a:lnTo>
                    <a:pt x="89" y="27"/>
                  </a:lnTo>
                  <a:lnTo>
                    <a:pt x="84" y="32"/>
                  </a:lnTo>
                  <a:lnTo>
                    <a:pt x="84" y="32"/>
                  </a:lnTo>
                  <a:lnTo>
                    <a:pt x="80" y="32"/>
                  </a:lnTo>
                  <a:lnTo>
                    <a:pt x="78" y="35"/>
                  </a:lnTo>
                  <a:lnTo>
                    <a:pt x="72" y="36"/>
                  </a:lnTo>
                  <a:lnTo>
                    <a:pt x="72" y="36"/>
                  </a:lnTo>
                  <a:lnTo>
                    <a:pt x="71" y="41"/>
                  </a:lnTo>
                  <a:lnTo>
                    <a:pt x="68" y="44"/>
                  </a:lnTo>
                  <a:lnTo>
                    <a:pt x="63" y="45"/>
                  </a:lnTo>
                  <a:lnTo>
                    <a:pt x="58" y="45"/>
                  </a:lnTo>
                  <a:lnTo>
                    <a:pt x="56" y="51"/>
                  </a:lnTo>
                  <a:lnTo>
                    <a:pt x="48" y="51"/>
                  </a:lnTo>
                  <a:lnTo>
                    <a:pt x="48" y="51"/>
                  </a:lnTo>
                  <a:lnTo>
                    <a:pt x="37" y="51"/>
                  </a:lnTo>
                  <a:lnTo>
                    <a:pt x="29" y="51"/>
                  </a:lnTo>
                  <a:lnTo>
                    <a:pt x="25" y="51"/>
                  </a:lnTo>
                  <a:lnTo>
                    <a:pt x="12" y="51"/>
                  </a:lnTo>
                  <a:lnTo>
                    <a:pt x="12" y="51"/>
                  </a:lnTo>
                  <a:lnTo>
                    <a:pt x="2" y="51"/>
                  </a:lnTo>
                  <a:lnTo>
                    <a:pt x="2" y="51"/>
                  </a:lnTo>
                  <a:lnTo>
                    <a:pt x="0" y="49"/>
                  </a:lnTo>
                  <a:lnTo>
                    <a:pt x="0" y="45"/>
                  </a:lnTo>
                  <a:lnTo>
                    <a:pt x="0" y="41"/>
                  </a:lnTo>
                  <a:lnTo>
                    <a:pt x="0" y="36"/>
                  </a:lnTo>
                  <a:lnTo>
                    <a:pt x="2" y="32"/>
                  </a:lnTo>
                  <a:lnTo>
                    <a:pt x="9" y="27"/>
                  </a:lnTo>
                  <a:lnTo>
                    <a:pt x="12" y="22"/>
                  </a:lnTo>
                  <a:lnTo>
                    <a:pt x="12" y="19"/>
                  </a:lnTo>
                  <a:lnTo>
                    <a:pt x="12" y="11"/>
                  </a:lnTo>
                  <a:lnTo>
                    <a:pt x="21" y="10"/>
                  </a:lnTo>
                  <a:lnTo>
                    <a:pt x="24" y="10"/>
                  </a:lnTo>
                  <a:lnTo>
                    <a:pt x="29" y="5"/>
                  </a:lnTo>
                  <a:lnTo>
                    <a:pt x="29" y="2"/>
                  </a:lnTo>
                  <a:lnTo>
                    <a:pt x="29" y="2"/>
                  </a:lnTo>
                  <a:lnTo>
                    <a:pt x="29" y="2"/>
                  </a:lnTo>
                  <a:lnTo>
                    <a:pt x="29" y="2"/>
                  </a:lnTo>
                  <a:lnTo>
                    <a:pt x="30" y="0"/>
                  </a:lnTo>
                  <a:lnTo>
                    <a:pt x="35" y="0"/>
                  </a:lnTo>
                  <a:lnTo>
                    <a:pt x="37" y="0"/>
                  </a:lnTo>
                  <a:lnTo>
                    <a:pt x="37" y="0"/>
                  </a:lnTo>
                  <a:lnTo>
                    <a:pt x="44" y="0"/>
                  </a:lnTo>
                  <a:lnTo>
                    <a:pt x="48" y="0"/>
                  </a:lnTo>
                  <a:lnTo>
                    <a:pt x="53" y="2"/>
                  </a:lnTo>
                  <a:lnTo>
                    <a:pt x="56" y="2"/>
                  </a:lnTo>
                  <a:lnTo>
                    <a:pt x="58" y="2"/>
                  </a:lnTo>
                  <a:lnTo>
                    <a:pt x="68" y="2"/>
                  </a:lnTo>
                  <a:lnTo>
                    <a:pt x="71" y="7"/>
                  </a:lnTo>
                  <a:lnTo>
                    <a:pt x="72" y="10"/>
                  </a:lnTo>
                  <a:lnTo>
                    <a:pt x="80" y="10"/>
                  </a:lnTo>
                  <a:lnTo>
                    <a:pt x="84" y="11"/>
                  </a:lnTo>
                  <a:lnTo>
                    <a:pt x="89" y="22"/>
                  </a:lnTo>
                  <a:lnTo>
                    <a:pt x="89" y="22"/>
                  </a:lnTo>
                </a:path>
              </a:pathLst>
            </a:custGeom>
            <a:solidFill>
              <a:srgbClr val="ffc0b6"/>
            </a:solidFill>
            <a:ln w="9360">
              <a:solidFill>
                <a:srgbClr val="000000"/>
              </a:solidFill>
              <a:round/>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483" name=""/>
            <p:cNvSpPr/>
            <p:nvPr/>
          </p:nvSpPr>
          <p:spPr>
            <a:xfrm>
              <a:off x="4645080" y="5821200"/>
              <a:ext cx="46080" cy="65160"/>
            </a:xfrm>
            <a:custGeom>
              <a:avLst/>
              <a:gdLst/>
              <a:ahLst/>
              <a:rect l="l" t="t" r="r" b="b"/>
              <a:pathLst>
                <a:path w="29" h="41">
                  <a:moveTo>
                    <a:pt x="20" y="0"/>
                  </a:moveTo>
                  <a:lnTo>
                    <a:pt x="20" y="0"/>
                  </a:lnTo>
                  <a:lnTo>
                    <a:pt x="16" y="11"/>
                  </a:lnTo>
                  <a:lnTo>
                    <a:pt x="15" y="11"/>
                  </a:lnTo>
                  <a:lnTo>
                    <a:pt x="3" y="16"/>
                  </a:lnTo>
                  <a:lnTo>
                    <a:pt x="3" y="21"/>
                  </a:lnTo>
                  <a:lnTo>
                    <a:pt x="3" y="25"/>
                  </a:lnTo>
                  <a:lnTo>
                    <a:pt x="0" y="34"/>
                  </a:lnTo>
                  <a:lnTo>
                    <a:pt x="0" y="38"/>
                  </a:lnTo>
                  <a:lnTo>
                    <a:pt x="0" y="40"/>
                  </a:lnTo>
                  <a:lnTo>
                    <a:pt x="0" y="40"/>
                  </a:lnTo>
                  <a:lnTo>
                    <a:pt x="3" y="40"/>
                  </a:lnTo>
                  <a:lnTo>
                    <a:pt x="3" y="40"/>
                  </a:lnTo>
                  <a:lnTo>
                    <a:pt x="3" y="40"/>
                  </a:lnTo>
                  <a:lnTo>
                    <a:pt x="15" y="40"/>
                  </a:lnTo>
                  <a:lnTo>
                    <a:pt x="16" y="40"/>
                  </a:lnTo>
                  <a:lnTo>
                    <a:pt x="20" y="40"/>
                  </a:lnTo>
                  <a:lnTo>
                    <a:pt x="20" y="40"/>
                  </a:lnTo>
                  <a:lnTo>
                    <a:pt x="20" y="34"/>
                  </a:lnTo>
                  <a:lnTo>
                    <a:pt x="26" y="25"/>
                  </a:lnTo>
                  <a:lnTo>
                    <a:pt x="28" y="21"/>
                  </a:lnTo>
                  <a:lnTo>
                    <a:pt x="28" y="14"/>
                  </a:lnTo>
                  <a:lnTo>
                    <a:pt x="28" y="11"/>
                  </a:lnTo>
                  <a:lnTo>
                    <a:pt x="26" y="0"/>
                  </a:lnTo>
                  <a:lnTo>
                    <a:pt x="20" y="0"/>
                  </a:lnTo>
                  <a:lnTo>
                    <a:pt x="20" y="0"/>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3484" name=""/>
            <p:cNvSpPr/>
            <p:nvPr/>
          </p:nvSpPr>
          <p:spPr>
            <a:xfrm>
              <a:off x="4649760" y="5819760"/>
              <a:ext cx="146160" cy="79560"/>
            </a:xfrm>
            <a:custGeom>
              <a:avLst/>
              <a:gdLst/>
              <a:ahLst/>
              <a:rect l="l" t="t" r="r" b="b"/>
              <a:pathLst>
                <a:path w="92" h="50">
                  <a:moveTo>
                    <a:pt x="91" y="22"/>
                  </a:moveTo>
                  <a:lnTo>
                    <a:pt x="91" y="22"/>
                  </a:lnTo>
                  <a:lnTo>
                    <a:pt x="91" y="22"/>
                  </a:lnTo>
                  <a:lnTo>
                    <a:pt x="91" y="22"/>
                  </a:lnTo>
                  <a:lnTo>
                    <a:pt x="91" y="22"/>
                  </a:lnTo>
                  <a:lnTo>
                    <a:pt x="91" y="26"/>
                  </a:lnTo>
                  <a:lnTo>
                    <a:pt x="91" y="26"/>
                  </a:lnTo>
                  <a:lnTo>
                    <a:pt x="83" y="31"/>
                  </a:lnTo>
                  <a:lnTo>
                    <a:pt x="80" y="35"/>
                  </a:lnTo>
                  <a:lnTo>
                    <a:pt x="80" y="35"/>
                  </a:lnTo>
                  <a:lnTo>
                    <a:pt x="77" y="35"/>
                  </a:lnTo>
                  <a:lnTo>
                    <a:pt x="77" y="39"/>
                  </a:lnTo>
                  <a:lnTo>
                    <a:pt x="72" y="41"/>
                  </a:lnTo>
                  <a:lnTo>
                    <a:pt x="68" y="41"/>
                  </a:lnTo>
                  <a:lnTo>
                    <a:pt x="62" y="41"/>
                  </a:lnTo>
                  <a:lnTo>
                    <a:pt x="59" y="45"/>
                  </a:lnTo>
                  <a:lnTo>
                    <a:pt x="58" y="45"/>
                  </a:lnTo>
                  <a:lnTo>
                    <a:pt x="46" y="45"/>
                  </a:lnTo>
                  <a:lnTo>
                    <a:pt x="44" y="49"/>
                  </a:lnTo>
                  <a:lnTo>
                    <a:pt x="37" y="49"/>
                  </a:lnTo>
                  <a:lnTo>
                    <a:pt x="36" y="49"/>
                  </a:lnTo>
                  <a:lnTo>
                    <a:pt x="25" y="49"/>
                  </a:lnTo>
                  <a:lnTo>
                    <a:pt x="17" y="49"/>
                  </a:lnTo>
                  <a:lnTo>
                    <a:pt x="12" y="47"/>
                  </a:lnTo>
                  <a:lnTo>
                    <a:pt x="0" y="45"/>
                  </a:lnTo>
                  <a:lnTo>
                    <a:pt x="0" y="45"/>
                  </a:lnTo>
                  <a:lnTo>
                    <a:pt x="0" y="41"/>
                  </a:lnTo>
                  <a:lnTo>
                    <a:pt x="0" y="41"/>
                  </a:lnTo>
                  <a:lnTo>
                    <a:pt x="0" y="35"/>
                  </a:lnTo>
                  <a:lnTo>
                    <a:pt x="0" y="34"/>
                  </a:lnTo>
                  <a:lnTo>
                    <a:pt x="9" y="26"/>
                  </a:lnTo>
                  <a:lnTo>
                    <a:pt x="12" y="22"/>
                  </a:lnTo>
                  <a:lnTo>
                    <a:pt x="17" y="17"/>
                  </a:lnTo>
                  <a:lnTo>
                    <a:pt x="17" y="12"/>
                  </a:lnTo>
                  <a:lnTo>
                    <a:pt x="17" y="9"/>
                  </a:lnTo>
                  <a:lnTo>
                    <a:pt x="23" y="1"/>
                  </a:lnTo>
                  <a:lnTo>
                    <a:pt x="23" y="0"/>
                  </a:lnTo>
                  <a:lnTo>
                    <a:pt x="23" y="0"/>
                  </a:lnTo>
                  <a:lnTo>
                    <a:pt x="25" y="0"/>
                  </a:lnTo>
                  <a:lnTo>
                    <a:pt x="25" y="0"/>
                  </a:lnTo>
                  <a:lnTo>
                    <a:pt x="29" y="0"/>
                  </a:lnTo>
                  <a:lnTo>
                    <a:pt x="36" y="0"/>
                  </a:lnTo>
                  <a:lnTo>
                    <a:pt x="37" y="0"/>
                  </a:lnTo>
                  <a:lnTo>
                    <a:pt x="44" y="0"/>
                  </a:lnTo>
                  <a:lnTo>
                    <a:pt x="46" y="0"/>
                  </a:lnTo>
                  <a:lnTo>
                    <a:pt x="56" y="0"/>
                  </a:lnTo>
                  <a:lnTo>
                    <a:pt x="59" y="0"/>
                  </a:lnTo>
                  <a:lnTo>
                    <a:pt x="62" y="0"/>
                  </a:lnTo>
                  <a:lnTo>
                    <a:pt x="72" y="1"/>
                  </a:lnTo>
                  <a:lnTo>
                    <a:pt x="77" y="12"/>
                  </a:lnTo>
                  <a:lnTo>
                    <a:pt x="80" y="12"/>
                  </a:lnTo>
                  <a:lnTo>
                    <a:pt x="83" y="15"/>
                  </a:lnTo>
                  <a:lnTo>
                    <a:pt x="91" y="22"/>
                  </a:lnTo>
                  <a:lnTo>
                    <a:pt x="91" y="22"/>
                  </a:lnTo>
                </a:path>
              </a:pathLst>
            </a:custGeom>
            <a:solidFill>
              <a:srgbClr val="ffc0b6"/>
            </a:solidFill>
            <a:ln w="9360">
              <a:solidFill>
                <a:srgbClr val="000000"/>
              </a:solidFill>
              <a:round/>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485" name=""/>
            <p:cNvSpPr/>
            <p:nvPr/>
          </p:nvSpPr>
          <p:spPr>
            <a:xfrm>
              <a:off x="4741920" y="5838840"/>
              <a:ext cx="54000" cy="47520"/>
            </a:xfrm>
            <a:custGeom>
              <a:avLst/>
              <a:gdLst/>
              <a:ahLst/>
              <a:rect l="l" t="t" r="r" b="b"/>
              <a:pathLst>
                <a:path w="34" h="30">
                  <a:moveTo>
                    <a:pt x="19" y="1"/>
                  </a:moveTo>
                  <a:lnTo>
                    <a:pt x="19" y="1"/>
                  </a:lnTo>
                  <a:lnTo>
                    <a:pt x="19" y="1"/>
                  </a:lnTo>
                  <a:lnTo>
                    <a:pt x="14" y="0"/>
                  </a:lnTo>
                  <a:lnTo>
                    <a:pt x="14" y="0"/>
                  </a:lnTo>
                  <a:lnTo>
                    <a:pt x="14" y="0"/>
                  </a:lnTo>
                  <a:lnTo>
                    <a:pt x="10" y="0"/>
                  </a:lnTo>
                  <a:lnTo>
                    <a:pt x="10" y="0"/>
                  </a:lnTo>
                  <a:lnTo>
                    <a:pt x="10" y="1"/>
                  </a:lnTo>
                  <a:lnTo>
                    <a:pt x="10" y="5"/>
                  </a:lnTo>
                  <a:lnTo>
                    <a:pt x="10" y="10"/>
                  </a:lnTo>
                  <a:lnTo>
                    <a:pt x="8" y="14"/>
                  </a:lnTo>
                  <a:lnTo>
                    <a:pt x="2" y="17"/>
                  </a:lnTo>
                  <a:lnTo>
                    <a:pt x="2" y="19"/>
                  </a:lnTo>
                  <a:lnTo>
                    <a:pt x="2" y="23"/>
                  </a:lnTo>
                  <a:lnTo>
                    <a:pt x="1" y="23"/>
                  </a:lnTo>
                  <a:lnTo>
                    <a:pt x="1" y="25"/>
                  </a:lnTo>
                  <a:lnTo>
                    <a:pt x="1" y="29"/>
                  </a:lnTo>
                  <a:lnTo>
                    <a:pt x="1" y="29"/>
                  </a:lnTo>
                  <a:lnTo>
                    <a:pt x="0" y="29"/>
                  </a:lnTo>
                  <a:lnTo>
                    <a:pt x="0" y="29"/>
                  </a:lnTo>
                  <a:lnTo>
                    <a:pt x="0" y="29"/>
                  </a:lnTo>
                  <a:lnTo>
                    <a:pt x="1" y="29"/>
                  </a:lnTo>
                  <a:lnTo>
                    <a:pt x="1" y="29"/>
                  </a:lnTo>
                  <a:lnTo>
                    <a:pt x="2" y="29"/>
                  </a:lnTo>
                  <a:lnTo>
                    <a:pt x="8" y="29"/>
                  </a:lnTo>
                  <a:lnTo>
                    <a:pt x="14" y="27"/>
                  </a:lnTo>
                  <a:lnTo>
                    <a:pt x="14" y="23"/>
                  </a:lnTo>
                  <a:lnTo>
                    <a:pt x="19" y="23"/>
                  </a:lnTo>
                  <a:lnTo>
                    <a:pt x="19" y="23"/>
                  </a:lnTo>
                  <a:lnTo>
                    <a:pt x="22" y="19"/>
                  </a:lnTo>
                  <a:lnTo>
                    <a:pt x="22" y="17"/>
                  </a:lnTo>
                  <a:lnTo>
                    <a:pt x="25" y="14"/>
                  </a:lnTo>
                  <a:lnTo>
                    <a:pt x="30" y="14"/>
                  </a:lnTo>
                  <a:lnTo>
                    <a:pt x="33" y="10"/>
                  </a:lnTo>
                  <a:lnTo>
                    <a:pt x="33" y="10"/>
                  </a:lnTo>
                  <a:lnTo>
                    <a:pt x="33" y="5"/>
                  </a:lnTo>
                  <a:lnTo>
                    <a:pt x="19" y="1"/>
                  </a:lnTo>
                  <a:lnTo>
                    <a:pt x="19" y="1"/>
                  </a:lnTo>
                </a:path>
              </a:pathLst>
            </a:custGeom>
            <a:solidFill>
              <a:srgbClr val="ffc0b6"/>
            </a:solidFill>
            <a:ln w="0">
              <a:noFill/>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3486" name=""/>
            <p:cNvSpPr/>
            <p:nvPr/>
          </p:nvSpPr>
          <p:spPr>
            <a:xfrm>
              <a:off x="4668840" y="5459400"/>
              <a:ext cx="200160" cy="396720"/>
            </a:xfrm>
            <a:custGeom>
              <a:avLst/>
              <a:gdLst/>
              <a:ahLst/>
              <a:rect l="l" t="t" r="r" b="b"/>
              <a:pathLst>
                <a:path w="126" h="250">
                  <a:moveTo>
                    <a:pt x="125" y="15"/>
                  </a:moveTo>
                  <a:lnTo>
                    <a:pt x="125" y="19"/>
                  </a:lnTo>
                  <a:lnTo>
                    <a:pt x="125" y="33"/>
                  </a:lnTo>
                  <a:lnTo>
                    <a:pt x="125" y="50"/>
                  </a:lnTo>
                  <a:lnTo>
                    <a:pt x="122" y="65"/>
                  </a:lnTo>
                  <a:lnTo>
                    <a:pt x="119" y="85"/>
                  </a:lnTo>
                  <a:lnTo>
                    <a:pt x="119" y="105"/>
                  </a:lnTo>
                  <a:lnTo>
                    <a:pt x="113" y="127"/>
                  </a:lnTo>
                  <a:lnTo>
                    <a:pt x="113" y="134"/>
                  </a:lnTo>
                  <a:lnTo>
                    <a:pt x="113" y="144"/>
                  </a:lnTo>
                  <a:lnTo>
                    <a:pt x="119" y="159"/>
                  </a:lnTo>
                  <a:lnTo>
                    <a:pt x="119" y="173"/>
                  </a:lnTo>
                  <a:lnTo>
                    <a:pt x="119" y="181"/>
                  </a:lnTo>
                  <a:lnTo>
                    <a:pt x="113" y="186"/>
                  </a:lnTo>
                  <a:lnTo>
                    <a:pt x="113" y="190"/>
                  </a:lnTo>
                  <a:lnTo>
                    <a:pt x="113" y="190"/>
                  </a:lnTo>
                  <a:lnTo>
                    <a:pt x="113" y="193"/>
                  </a:lnTo>
                  <a:lnTo>
                    <a:pt x="113" y="202"/>
                  </a:lnTo>
                  <a:lnTo>
                    <a:pt x="110" y="205"/>
                  </a:lnTo>
                  <a:lnTo>
                    <a:pt x="110" y="206"/>
                  </a:lnTo>
                  <a:lnTo>
                    <a:pt x="107" y="210"/>
                  </a:lnTo>
                  <a:lnTo>
                    <a:pt x="107" y="212"/>
                  </a:lnTo>
                  <a:lnTo>
                    <a:pt x="107" y="216"/>
                  </a:lnTo>
                  <a:lnTo>
                    <a:pt x="107" y="217"/>
                  </a:lnTo>
                  <a:lnTo>
                    <a:pt x="107" y="219"/>
                  </a:lnTo>
                  <a:lnTo>
                    <a:pt x="106" y="219"/>
                  </a:lnTo>
                  <a:lnTo>
                    <a:pt x="104" y="224"/>
                  </a:lnTo>
                  <a:lnTo>
                    <a:pt x="98" y="227"/>
                  </a:lnTo>
                  <a:lnTo>
                    <a:pt x="94" y="227"/>
                  </a:lnTo>
                  <a:lnTo>
                    <a:pt x="94" y="227"/>
                  </a:lnTo>
                  <a:lnTo>
                    <a:pt x="94" y="227"/>
                  </a:lnTo>
                  <a:lnTo>
                    <a:pt x="94" y="227"/>
                  </a:lnTo>
                  <a:lnTo>
                    <a:pt x="94" y="228"/>
                  </a:lnTo>
                  <a:lnTo>
                    <a:pt x="94" y="235"/>
                  </a:lnTo>
                  <a:lnTo>
                    <a:pt x="94" y="239"/>
                  </a:lnTo>
                  <a:lnTo>
                    <a:pt x="93" y="239"/>
                  </a:lnTo>
                  <a:lnTo>
                    <a:pt x="89" y="239"/>
                  </a:lnTo>
                  <a:lnTo>
                    <a:pt x="87" y="239"/>
                  </a:lnTo>
                  <a:lnTo>
                    <a:pt x="84" y="242"/>
                  </a:lnTo>
                  <a:lnTo>
                    <a:pt x="81" y="242"/>
                  </a:lnTo>
                  <a:lnTo>
                    <a:pt x="81" y="244"/>
                  </a:lnTo>
                  <a:lnTo>
                    <a:pt x="81" y="249"/>
                  </a:lnTo>
                  <a:lnTo>
                    <a:pt x="81" y="249"/>
                  </a:lnTo>
                  <a:lnTo>
                    <a:pt x="79" y="249"/>
                  </a:lnTo>
                  <a:lnTo>
                    <a:pt x="79" y="249"/>
                  </a:lnTo>
                  <a:lnTo>
                    <a:pt x="71" y="249"/>
                  </a:lnTo>
                  <a:lnTo>
                    <a:pt x="70" y="244"/>
                  </a:lnTo>
                  <a:lnTo>
                    <a:pt x="68" y="244"/>
                  </a:lnTo>
                  <a:lnTo>
                    <a:pt x="66" y="242"/>
                  </a:lnTo>
                  <a:lnTo>
                    <a:pt x="65" y="242"/>
                  </a:lnTo>
                  <a:lnTo>
                    <a:pt x="60" y="242"/>
                  </a:lnTo>
                  <a:lnTo>
                    <a:pt x="60" y="240"/>
                  </a:lnTo>
                  <a:lnTo>
                    <a:pt x="54" y="239"/>
                  </a:lnTo>
                  <a:lnTo>
                    <a:pt x="48" y="239"/>
                  </a:lnTo>
                  <a:lnTo>
                    <a:pt x="47" y="239"/>
                  </a:lnTo>
                  <a:lnTo>
                    <a:pt x="44" y="239"/>
                  </a:lnTo>
                  <a:lnTo>
                    <a:pt x="39" y="239"/>
                  </a:lnTo>
                  <a:lnTo>
                    <a:pt x="34" y="239"/>
                  </a:lnTo>
                  <a:lnTo>
                    <a:pt x="32" y="239"/>
                  </a:lnTo>
                  <a:lnTo>
                    <a:pt x="31" y="236"/>
                  </a:lnTo>
                  <a:lnTo>
                    <a:pt x="24" y="236"/>
                  </a:lnTo>
                  <a:lnTo>
                    <a:pt x="20" y="239"/>
                  </a:lnTo>
                  <a:lnTo>
                    <a:pt x="13" y="239"/>
                  </a:lnTo>
                  <a:lnTo>
                    <a:pt x="11" y="239"/>
                  </a:lnTo>
                  <a:lnTo>
                    <a:pt x="5" y="239"/>
                  </a:lnTo>
                  <a:lnTo>
                    <a:pt x="5" y="239"/>
                  </a:lnTo>
                  <a:lnTo>
                    <a:pt x="4" y="239"/>
                  </a:lnTo>
                  <a:lnTo>
                    <a:pt x="1" y="239"/>
                  </a:lnTo>
                  <a:lnTo>
                    <a:pt x="0" y="239"/>
                  </a:lnTo>
                  <a:lnTo>
                    <a:pt x="0" y="228"/>
                  </a:lnTo>
                  <a:lnTo>
                    <a:pt x="0" y="227"/>
                  </a:lnTo>
                  <a:lnTo>
                    <a:pt x="0" y="227"/>
                  </a:lnTo>
                  <a:lnTo>
                    <a:pt x="1" y="224"/>
                  </a:lnTo>
                  <a:lnTo>
                    <a:pt x="5" y="219"/>
                  </a:lnTo>
                  <a:lnTo>
                    <a:pt x="5" y="219"/>
                  </a:lnTo>
                  <a:lnTo>
                    <a:pt x="5" y="217"/>
                  </a:lnTo>
                  <a:lnTo>
                    <a:pt x="5" y="216"/>
                  </a:lnTo>
                  <a:lnTo>
                    <a:pt x="5" y="216"/>
                  </a:lnTo>
                  <a:lnTo>
                    <a:pt x="6" y="210"/>
                  </a:lnTo>
                  <a:lnTo>
                    <a:pt x="11" y="206"/>
                  </a:lnTo>
                  <a:lnTo>
                    <a:pt x="13" y="205"/>
                  </a:lnTo>
                  <a:lnTo>
                    <a:pt x="13" y="205"/>
                  </a:lnTo>
                  <a:lnTo>
                    <a:pt x="24" y="202"/>
                  </a:lnTo>
                  <a:lnTo>
                    <a:pt x="24" y="202"/>
                  </a:lnTo>
                  <a:lnTo>
                    <a:pt x="29" y="202"/>
                  </a:lnTo>
                  <a:lnTo>
                    <a:pt x="32" y="201"/>
                  </a:lnTo>
                  <a:lnTo>
                    <a:pt x="32" y="199"/>
                  </a:lnTo>
                  <a:lnTo>
                    <a:pt x="34" y="193"/>
                  </a:lnTo>
                  <a:lnTo>
                    <a:pt x="34" y="192"/>
                  </a:lnTo>
                  <a:lnTo>
                    <a:pt x="34" y="190"/>
                  </a:lnTo>
                  <a:lnTo>
                    <a:pt x="34" y="190"/>
                  </a:lnTo>
                  <a:lnTo>
                    <a:pt x="39" y="186"/>
                  </a:lnTo>
                  <a:lnTo>
                    <a:pt x="44" y="184"/>
                  </a:lnTo>
                  <a:lnTo>
                    <a:pt x="44" y="181"/>
                  </a:lnTo>
                  <a:lnTo>
                    <a:pt x="44" y="176"/>
                  </a:lnTo>
                  <a:lnTo>
                    <a:pt x="46" y="173"/>
                  </a:lnTo>
                  <a:lnTo>
                    <a:pt x="46" y="173"/>
                  </a:lnTo>
                  <a:lnTo>
                    <a:pt x="46" y="172"/>
                  </a:lnTo>
                  <a:lnTo>
                    <a:pt x="47" y="171"/>
                  </a:lnTo>
                  <a:lnTo>
                    <a:pt x="47" y="160"/>
                  </a:lnTo>
                  <a:lnTo>
                    <a:pt x="47" y="159"/>
                  </a:lnTo>
                  <a:lnTo>
                    <a:pt x="48" y="157"/>
                  </a:lnTo>
                  <a:lnTo>
                    <a:pt x="48" y="152"/>
                  </a:lnTo>
                  <a:lnTo>
                    <a:pt x="48" y="144"/>
                  </a:lnTo>
                  <a:lnTo>
                    <a:pt x="48" y="141"/>
                  </a:lnTo>
                  <a:lnTo>
                    <a:pt x="48" y="131"/>
                  </a:lnTo>
                  <a:lnTo>
                    <a:pt x="48" y="110"/>
                  </a:lnTo>
                  <a:lnTo>
                    <a:pt x="48" y="94"/>
                  </a:lnTo>
                  <a:lnTo>
                    <a:pt x="48" y="86"/>
                  </a:lnTo>
                  <a:lnTo>
                    <a:pt x="48" y="83"/>
                  </a:lnTo>
                  <a:lnTo>
                    <a:pt x="47" y="71"/>
                  </a:lnTo>
                  <a:lnTo>
                    <a:pt x="47" y="61"/>
                  </a:lnTo>
                  <a:lnTo>
                    <a:pt x="47" y="52"/>
                  </a:lnTo>
                  <a:lnTo>
                    <a:pt x="46" y="47"/>
                  </a:lnTo>
                  <a:lnTo>
                    <a:pt x="46" y="36"/>
                  </a:lnTo>
                  <a:lnTo>
                    <a:pt x="44" y="30"/>
                  </a:lnTo>
                  <a:lnTo>
                    <a:pt x="44" y="30"/>
                  </a:lnTo>
                  <a:lnTo>
                    <a:pt x="44" y="28"/>
                  </a:lnTo>
                  <a:lnTo>
                    <a:pt x="46" y="21"/>
                  </a:lnTo>
                  <a:lnTo>
                    <a:pt x="47" y="19"/>
                  </a:lnTo>
                  <a:lnTo>
                    <a:pt x="50" y="18"/>
                  </a:lnTo>
                  <a:lnTo>
                    <a:pt x="56" y="15"/>
                  </a:lnTo>
                  <a:lnTo>
                    <a:pt x="65" y="15"/>
                  </a:lnTo>
                  <a:lnTo>
                    <a:pt x="68" y="14"/>
                  </a:lnTo>
                  <a:lnTo>
                    <a:pt x="76" y="6"/>
                  </a:lnTo>
                  <a:lnTo>
                    <a:pt x="81" y="6"/>
                  </a:lnTo>
                  <a:lnTo>
                    <a:pt x="87" y="2"/>
                  </a:lnTo>
                  <a:lnTo>
                    <a:pt x="94" y="2"/>
                  </a:lnTo>
                  <a:lnTo>
                    <a:pt x="102" y="0"/>
                  </a:lnTo>
                  <a:lnTo>
                    <a:pt x="107" y="2"/>
                  </a:lnTo>
                  <a:lnTo>
                    <a:pt x="113" y="6"/>
                  </a:lnTo>
                  <a:lnTo>
                    <a:pt x="119" y="10"/>
                  </a:lnTo>
                  <a:lnTo>
                    <a:pt x="125" y="15"/>
                  </a:lnTo>
                  <a:lnTo>
                    <a:pt x="125" y="15"/>
                  </a:lnTo>
                </a:path>
              </a:pathLst>
            </a:custGeom>
            <a:solidFill>
              <a:srgbClr val="6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87" name=""/>
            <p:cNvSpPr/>
            <p:nvPr/>
          </p:nvSpPr>
          <p:spPr>
            <a:xfrm>
              <a:off x="4797360" y="5491080"/>
              <a:ext cx="61920" cy="184320"/>
            </a:xfrm>
            <a:custGeom>
              <a:avLst/>
              <a:gdLst/>
              <a:ahLst/>
              <a:rect l="l" t="t" r="r" b="b"/>
              <a:pathLst>
                <a:path w="39" h="116">
                  <a:moveTo>
                    <a:pt x="0" y="1"/>
                  </a:moveTo>
                  <a:lnTo>
                    <a:pt x="0" y="7"/>
                  </a:lnTo>
                  <a:lnTo>
                    <a:pt x="1" y="10"/>
                  </a:lnTo>
                  <a:lnTo>
                    <a:pt x="3" y="10"/>
                  </a:lnTo>
                  <a:lnTo>
                    <a:pt x="6" y="15"/>
                  </a:lnTo>
                  <a:lnTo>
                    <a:pt x="8" y="22"/>
                  </a:lnTo>
                  <a:lnTo>
                    <a:pt x="13" y="27"/>
                  </a:lnTo>
                  <a:lnTo>
                    <a:pt x="13" y="32"/>
                  </a:lnTo>
                  <a:lnTo>
                    <a:pt x="13" y="41"/>
                  </a:lnTo>
                  <a:lnTo>
                    <a:pt x="13" y="49"/>
                  </a:lnTo>
                  <a:lnTo>
                    <a:pt x="13" y="51"/>
                  </a:lnTo>
                  <a:lnTo>
                    <a:pt x="17" y="60"/>
                  </a:lnTo>
                  <a:lnTo>
                    <a:pt x="23" y="65"/>
                  </a:lnTo>
                  <a:lnTo>
                    <a:pt x="25" y="67"/>
                  </a:lnTo>
                  <a:lnTo>
                    <a:pt x="26" y="71"/>
                  </a:lnTo>
                  <a:lnTo>
                    <a:pt x="26" y="78"/>
                  </a:lnTo>
                  <a:lnTo>
                    <a:pt x="26" y="88"/>
                  </a:lnTo>
                  <a:lnTo>
                    <a:pt x="25" y="107"/>
                  </a:lnTo>
                  <a:lnTo>
                    <a:pt x="26" y="115"/>
                  </a:lnTo>
                  <a:lnTo>
                    <a:pt x="26" y="115"/>
                  </a:lnTo>
                  <a:lnTo>
                    <a:pt x="26" y="107"/>
                  </a:lnTo>
                  <a:lnTo>
                    <a:pt x="26" y="85"/>
                  </a:lnTo>
                  <a:lnTo>
                    <a:pt x="26" y="67"/>
                  </a:lnTo>
                  <a:lnTo>
                    <a:pt x="27" y="60"/>
                  </a:lnTo>
                  <a:lnTo>
                    <a:pt x="27" y="51"/>
                  </a:lnTo>
                  <a:lnTo>
                    <a:pt x="29" y="51"/>
                  </a:lnTo>
                  <a:lnTo>
                    <a:pt x="32" y="45"/>
                  </a:lnTo>
                  <a:lnTo>
                    <a:pt x="32" y="41"/>
                  </a:lnTo>
                  <a:lnTo>
                    <a:pt x="32" y="39"/>
                  </a:lnTo>
                  <a:lnTo>
                    <a:pt x="38" y="35"/>
                  </a:lnTo>
                  <a:lnTo>
                    <a:pt x="38" y="32"/>
                  </a:lnTo>
                  <a:lnTo>
                    <a:pt x="38" y="32"/>
                  </a:lnTo>
                  <a:lnTo>
                    <a:pt x="38" y="32"/>
                  </a:lnTo>
                  <a:lnTo>
                    <a:pt x="38" y="31"/>
                  </a:lnTo>
                  <a:lnTo>
                    <a:pt x="38" y="30"/>
                  </a:lnTo>
                  <a:lnTo>
                    <a:pt x="32" y="27"/>
                  </a:lnTo>
                  <a:lnTo>
                    <a:pt x="32" y="26"/>
                  </a:lnTo>
                  <a:lnTo>
                    <a:pt x="32" y="26"/>
                  </a:lnTo>
                  <a:lnTo>
                    <a:pt x="27" y="18"/>
                  </a:lnTo>
                  <a:lnTo>
                    <a:pt x="26" y="15"/>
                  </a:lnTo>
                  <a:lnTo>
                    <a:pt x="26" y="13"/>
                  </a:lnTo>
                  <a:lnTo>
                    <a:pt x="25" y="10"/>
                  </a:lnTo>
                  <a:lnTo>
                    <a:pt x="17" y="10"/>
                  </a:lnTo>
                  <a:lnTo>
                    <a:pt x="13" y="1"/>
                  </a:lnTo>
                  <a:lnTo>
                    <a:pt x="13" y="1"/>
                  </a:lnTo>
                  <a:lnTo>
                    <a:pt x="12" y="0"/>
                  </a:lnTo>
                  <a:lnTo>
                    <a:pt x="6" y="0"/>
                  </a:lnTo>
                  <a:lnTo>
                    <a:pt x="3" y="1"/>
                  </a:lnTo>
                  <a:lnTo>
                    <a:pt x="0" y="1"/>
                  </a:lnTo>
                  <a:lnTo>
                    <a:pt x="0" y="1"/>
                  </a:lnTo>
                </a:path>
              </a:pathLst>
            </a:custGeom>
            <a:solidFill>
              <a:srgbClr val="626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88" name=""/>
            <p:cNvSpPr/>
            <p:nvPr/>
          </p:nvSpPr>
          <p:spPr>
            <a:xfrm>
              <a:off x="5997600" y="5819760"/>
              <a:ext cx="138240" cy="84240"/>
            </a:xfrm>
            <a:custGeom>
              <a:avLst/>
              <a:gdLst/>
              <a:ahLst/>
              <a:rect l="l" t="t" r="r" b="b"/>
              <a:pathLst>
                <a:path w="87" h="53">
                  <a:moveTo>
                    <a:pt x="86" y="22"/>
                  </a:moveTo>
                  <a:lnTo>
                    <a:pt x="86" y="22"/>
                  </a:lnTo>
                  <a:lnTo>
                    <a:pt x="86" y="22"/>
                  </a:lnTo>
                  <a:lnTo>
                    <a:pt x="86" y="25"/>
                  </a:lnTo>
                  <a:lnTo>
                    <a:pt x="86" y="26"/>
                  </a:lnTo>
                  <a:lnTo>
                    <a:pt x="85" y="29"/>
                  </a:lnTo>
                  <a:lnTo>
                    <a:pt x="83" y="31"/>
                  </a:lnTo>
                  <a:lnTo>
                    <a:pt x="79" y="35"/>
                  </a:lnTo>
                  <a:lnTo>
                    <a:pt x="73" y="35"/>
                  </a:lnTo>
                  <a:lnTo>
                    <a:pt x="71" y="39"/>
                  </a:lnTo>
                  <a:lnTo>
                    <a:pt x="71" y="41"/>
                  </a:lnTo>
                  <a:lnTo>
                    <a:pt x="71" y="41"/>
                  </a:lnTo>
                  <a:lnTo>
                    <a:pt x="67" y="41"/>
                  </a:lnTo>
                  <a:lnTo>
                    <a:pt x="66" y="45"/>
                  </a:lnTo>
                  <a:lnTo>
                    <a:pt x="62" y="45"/>
                  </a:lnTo>
                  <a:lnTo>
                    <a:pt x="54" y="47"/>
                  </a:lnTo>
                  <a:lnTo>
                    <a:pt x="49" y="49"/>
                  </a:lnTo>
                  <a:lnTo>
                    <a:pt x="45" y="50"/>
                  </a:lnTo>
                  <a:lnTo>
                    <a:pt x="40" y="50"/>
                  </a:lnTo>
                  <a:lnTo>
                    <a:pt x="31" y="52"/>
                  </a:lnTo>
                  <a:lnTo>
                    <a:pt x="29" y="52"/>
                  </a:lnTo>
                  <a:lnTo>
                    <a:pt x="22" y="50"/>
                  </a:lnTo>
                  <a:lnTo>
                    <a:pt x="11" y="50"/>
                  </a:lnTo>
                  <a:lnTo>
                    <a:pt x="5" y="49"/>
                  </a:lnTo>
                  <a:lnTo>
                    <a:pt x="1" y="47"/>
                  </a:lnTo>
                  <a:lnTo>
                    <a:pt x="0" y="45"/>
                  </a:lnTo>
                  <a:lnTo>
                    <a:pt x="0" y="45"/>
                  </a:lnTo>
                  <a:lnTo>
                    <a:pt x="0" y="41"/>
                  </a:lnTo>
                  <a:lnTo>
                    <a:pt x="0" y="41"/>
                  </a:lnTo>
                  <a:lnTo>
                    <a:pt x="0" y="35"/>
                  </a:lnTo>
                  <a:lnTo>
                    <a:pt x="1" y="31"/>
                  </a:lnTo>
                  <a:lnTo>
                    <a:pt x="5" y="25"/>
                  </a:lnTo>
                  <a:lnTo>
                    <a:pt x="10" y="17"/>
                  </a:lnTo>
                  <a:lnTo>
                    <a:pt x="11" y="15"/>
                  </a:lnTo>
                  <a:lnTo>
                    <a:pt x="11" y="12"/>
                  </a:lnTo>
                  <a:lnTo>
                    <a:pt x="17" y="12"/>
                  </a:lnTo>
                  <a:lnTo>
                    <a:pt x="22" y="8"/>
                  </a:lnTo>
                  <a:lnTo>
                    <a:pt x="25" y="0"/>
                  </a:lnTo>
                  <a:lnTo>
                    <a:pt x="29" y="0"/>
                  </a:lnTo>
                  <a:lnTo>
                    <a:pt x="29" y="0"/>
                  </a:lnTo>
                  <a:lnTo>
                    <a:pt x="29" y="0"/>
                  </a:lnTo>
                  <a:lnTo>
                    <a:pt x="30" y="0"/>
                  </a:lnTo>
                  <a:lnTo>
                    <a:pt x="30" y="0"/>
                  </a:lnTo>
                  <a:lnTo>
                    <a:pt x="31" y="0"/>
                  </a:lnTo>
                  <a:lnTo>
                    <a:pt x="33" y="0"/>
                  </a:lnTo>
                  <a:lnTo>
                    <a:pt x="40" y="0"/>
                  </a:lnTo>
                  <a:lnTo>
                    <a:pt x="40" y="0"/>
                  </a:lnTo>
                  <a:lnTo>
                    <a:pt x="45" y="0"/>
                  </a:lnTo>
                  <a:lnTo>
                    <a:pt x="49" y="0"/>
                  </a:lnTo>
                  <a:lnTo>
                    <a:pt x="53" y="0"/>
                  </a:lnTo>
                  <a:lnTo>
                    <a:pt x="56" y="0"/>
                  </a:lnTo>
                  <a:lnTo>
                    <a:pt x="66" y="1"/>
                  </a:lnTo>
                  <a:lnTo>
                    <a:pt x="67" y="9"/>
                  </a:lnTo>
                  <a:lnTo>
                    <a:pt x="71" y="12"/>
                  </a:lnTo>
                  <a:lnTo>
                    <a:pt x="73" y="15"/>
                  </a:lnTo>
                  <a:lnTo>
                    <a:pt x="83" y="17"/>
                  </a:lnTo>
                  <a:lnTo>
                    <a:pt x="86" y="22"/>
                  </a:lnTo>
                  <a:lnTo>
                    <a:pt x="86" y="22"/>
                  </a:lnTo>
                </a:path>
              </a:pathLst>
            </a:custGeom>
            <a:solidFill>
              <a:srgbClr val="ffc0b6"/>
            </a:solidFill>
            <a:ln w="9360">
              <a:solidFill>
                <a:srgbClr val="000000"/>
              </a:solidFill>
              <a:round/>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489" name=""/>
            <p:cNvSpPr/>
            <p:nvPr/>
          </p:nvSpPr>
          <p:spPr>
            <a:xfrm>
              <a:off x="6005520" y="5843520"/>
              <a:ext cx="57240" cy="55800"/>
            </a:xfrm>
            <a:custGeom>
              <a:avLst/>
              <a:gdLst/>
              <a:ahLst/>
              <a:rect l="l" t="t" r="r" b="b"/>
              <a:pathLst>
                <a:path w="36" h="35">
                  <a:moveTo>
                    <a:pt x="20" y="0"/>
                  </a:moveTo>
                  <a:lnTo>
                    <a:pt x="20" y="0"/>
                  </a:lnTo>
                  <a:lnTo>
                    <a:pt x="20" y="2"/>
                  </a:lnTo>
                  <a:lnTo>
                    <a:pt x="13" y="7"/>
                  </a:lnTo>
                  <a:lnTo>
                    <a:pt x="11" y="11"/>
                  </a:lnTo>
                  <a:lnTo>
                    <a:pt x="6" y="16"/>
                  </a:lnTo>
                  <a:lnTo>
                    <a:pt x="0" y="20"/>
                  </a:lnTo>
                  <a:lnTo>
                    <a:pt x="0" y="26"/>
                  </a:lnTo>
                  <a:lnTo>
                    <a:pt x="0" y="30"/>
                  </a:lnTo>
                  <a:lnTo>
                    <a:pt x="0" y="30"/>
                  </a:lnTo>
                  <a:lnTo>
                    <a:pt x="0" y="32"/>
                  </a:lnTo>
                  <a:lnTo>
                    <a:pt x="5" y="34"/>
                  </a:lnTo>
                  <a:lnTo>
                    <a:pt x="6" y="34"/>
                  </a:lnTo>
                  <a:lnTo>
                    <a:pt x="6" y="34"/>
                  </a:lnTo>
                  <a:lnTo>
                    <a:pt x="12" y="34"/>
                  </a:lnTo>
                  <a:lnTo>
                    <a:pt x="17" y="34"/>
                  </a:lnTo>
                  <a:lnTo>
                    <a:pt x="20" y="34"/>
                  </a:lnTo>
                  <a:lnTo>
                    <a:pt x="20" y="32"/>
                  </a:lnTo>
                  <a:lnTo>
                    <a:pt x="24" y="26"/>
                  </a:lnTo>
                  <a:lnTo>
                    <a:pt x="25" y="24"/>
                  </a:lnTo>
                  <a:lnTo>
                    <a:pt x="28" y="16"/>
                  </a:lnTo>
                  <a:lnTo>
                    <a:pt x="35" y="10"/>
                  </a:lnTo>
                  <a:lnTo>
                    <a:pt x="35" y="7"/>
                  </a:lnTo>
                  <a:lnTo>
                    <a:pt x="26" y="0"/>
                  </a:lnTo>
                  <a:lnTo>
                    <a:pt x="20" y="0"/>
                  </a:lnTo>
                  <a:lnTo>
                    <a:pt x="20" y="0"/>
                  </a:lnTo>
                </a:path>
              </a:pathLst>
            </a:custGeom>
            <a:solidFill>
              <a:srgbClr val="ffc0b6"/>
            </a:solidFill>
            <a:ln w="0">
              <a:noFill/>
            </a:ln>
          </p:spPr>
          <p:style>
            <a:lnRef idx="0"/>
            <a:fillRef idx="0"/>
            <a:effectRef idx="0"/>
            <a:fontRef idx="minor"/>
          </p:style>
          <p:txBody>
            <a:bodyPr lIns="90000" rIns="90000" tIns="9000" bIns="9000" anchor="t">
              <a:noAutofit/>
            </a:bodyPr>
            <a:p>
              <a:endParaRPr b="0" lang="en-IN" sz="2400" strike="noStrike" u="none">
                <a:solidFill>
                  <a:srgbClr val="ffffff"/>
                </a:solidFill>
                <a:effectLst/>
                <a:uFillTx/>
                <a:latin typeface="Times New Roman"/>
              </a:endParaRPr>
            </a:p>
          </p:txBody>
        </p:sp>
        <p:sp>
          <p:nvSpPr>
            <p:cNvPr id="3490" name=""/>
            <p:cNvSpPr/>
            <p:nvPr/>
          </p:nvSpPr>
          <p:spPr>
            <a:xfrm>
              <a:off x="6014880" y="5838840"/>
              <a:ext cx="147960" cy="79200"/>
            </a:xfrm>
            <a:custGeom>
              <a:avLst/>
              <a:gdLst/>
              <a:ahLst/>
              <a:rect l="l" t="t" r="r" b="b"/>
              <a:pathLst>
                <a:path w="93" h="50">
                  <a:moveTo>
                    <a:pt x="92" y="22"/>
                  </a:moveTo>
                  <a:lnTo>
                    <a:pt x="92" y="22"/>
                  </a:lnTo>
                  <a:lnTo>
                    <a:pt x="92" y="23"/>
                  </a:lnTo>
                  <a:lnTo>
                    <a:pt x="92" y="23"/>
                  </a:lnTo>
                  <a:lnTo>
                    <a:pt x="92" y="23"/>
                  </a:lnTo>
                  <a:lnTo>
                    <a:pt x="90" y="29"/>
                  </a:lnTo>
                  <a:lnTo>
                    <a:pt x="88" y="29"/>
                  </a:lnTo>
                  <a:lnTo>
                    <a:pt x="82" y="29"/>
                  </a:lnTo>
                  <a:lnTo>
                    <a:pt x="79" y="33"/>
                  </a:lnTo>
                  <a:lnTo>
                    <a:pt x="79" y="33"/>
                  </a:lnTo>
                  <a:lnTo>
                    <a:pt x="75" y="37"/>
                  </a:lnTo>
                  <a:lnTo>
                    <a:pt x="72" y="38"/>
                  </a:lnTo>
                  <a:lnTo>
                    <a:pt x="68" y="40"/>
                  </a:lnTo>
                  <a:lnTo>
                    <a:pt x="62" y="40"/>
                  </a:lnTo>
                  <a:lnTo>
                    <a:pt x="60" y="42"/>
                  </a:lnTo>
                  <a:lnTo>
                    <a:pt x="56" y="42"/>
                  </a:lnTo>
                  <a:lnTo>
                    <a:pt x="55" y="49"/>
                  </a:lnTo>
                  <a:lnTo>
                    <a:pt x="45" y="49"/>
                  </a:lnTo>
                  <a:lnTo>
                    <a:pt x="42" y="49"/>
                  </a:lnTo>
                  <a:lnTo>
                    <a:pt x="34" y="49"/>
                  </a:lnTo>
                  <a:lnTo>
                    <a:pt x="29" y="49"/>
                  </a:lnTo>
                  <a:lnTo>
                    <a:pt x="19" y="49"/>
                  </a:lnTo>
                  <a:lnTo>
                    <a:pt x="14" y="49"/>
                  </a:lnTo>
                  <a:lnTo>
                    <a:pt x="6" y="46"/>
                  </a:lnTo>
                  <a:lnTo>
                    <a:pt x="0" y="42"/>
                  </a:lnTo>
                  <a:lnTo>
                    <a:pt x="0" y="42"/>
                  </a:lnTo>
                  <a:lnTo>
                    <a:pt x="0" y="38"/>
                  </a:lnTo>
                  <a:lnTo>
                    <a:pt x="0" y="35"/>
                  </a:lnTo>
                  <a:lnTo>
                    <a:pt x="0" y="29"/>
                  </a:lnTo>
                  <a:lnTo>
                    <a:pt x="0" y="29"/>
                  </a:lnTo>
                  <a:lnTo>
                    <a:pt x="6" y="23"/>
                  </a:lnTo>
                  <a:lnTo>
                    <a:pt x="11" y="19"/>
                  </a:lnTo>
                  <a:lnTo>
                    <a:pt x="14" y="14"/>
                  </a:lnTo>
                  <a:lnTo>
                    <a:pt x="18" y="10"/>
                  </a:lnTo>
                  <a:lnTo>
                    <a:pt x="19" y="3"/>
                  </a:lnTo>
                  <a:lnTo>
                    <a:pt x="19" y="1"/>
                  </a:lnTo>
                  <a:lnTo>
                    <a:pt x="20" y="0"/>
                  </a:lnTo>
                  <a:lnTo>
                    <a:pt x="20" y="0"/>
                  </a:lnTo>
                  <a:lnTo>
                    <a:pt x="22" y="0"/>
                  </a:lnTo>
                  <a:lnTo>
                    <a:pt x="29" y="0"/>
                  </a:lnTo>
                  <a:lnTo>
                    <a:pt x="29" y="0"/>
                  </a:lnTo>
                  <a:lnTo>
                    <a:pt x="33" y="0"/>
                  </a:lnTo>
                  <a:lnTo>
                    <a:pt x="38" y="0"/>
                  </a:lnTo>
                  <a:lnTo>
                    <a:pt x="42" y="0"/>
                  </a:lnTo>
                  <a:lnTo>
                    <a:pt x="45" y="0"/>
                  </a:lnTo>
                  <a:lnTo>
                    <a:pt x="55" y="0"/>
                  </a:lnTo>
                  <a:lnTo>
                    <a:pt x="58" y="1"/>
                  </a:lnTo>
                  <a:lnTo>
                    <a:pt x="60" y="3"/>
                  </a:lnTo>
                  <a:lnTo>
                    <a:pt x="68" y="5"/>
                  </a:lnTo>
                  <a:lnTo>
                    <a:pt x="75" y="10"/>
                  </a:lnTo>
                  <a:lnTo>
                    <a:pt x="79" y="10"/>
                  </a:lnTo>
                  <a:lnTo>
                    <a:pt x="86" y="14"/>
                  </a:lnTo>
                  <a:lnTo>
                    <a:pt x="92" y="22"/>
                  </a:lnTo>
                  <a:lnTo>
                    <a:pt x="92" y="22"/>
                  </a:lnTo>
                </a:path>
              </a:pathLst>
            </a:custGeom>
            <a:solidFill>
              <a:srgbClr val="ffc0b6"/>
            </a:solidFill>
            <a:ln w="9360">
              <a:solidFill>
                <a:srgbClr val="000000"/>
              </a:solidFill>
              <a:round/>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491" name=""/>
            <p:cNvSpPr/>
            <p:nvPr/>
          </p:nvSpPr>
          <p:spPr>
            <a:xfrm>
              <a:off x="6103800" y="5859360"/>
              <a:ext cx="55800" cy="47880"/>
            </a:xfrm>
            <a:custGeom>
              <a:avLst/>
              <a:gdLst/>
              <a:ahLst/>
              <a:rect l="l" t="t" r="r" b="b"/>
              <a:pathLst>
                <a:path w="35" h="30">
                  <a:moveTo>
                    <a:pt x="19" y="1"/>
                  </a:moveTo>
                  <a:lnTo>
                    <a:pt x="19" y="1"/>
                  </a:lnTo>
                  <a:lnTo>
                    <a:pt x="18" y="0"/>
                  </a:lnTo>
                  <a:lnTo>
                    <a:pt x="16" y="0"/>
                  </a:lnTo>
                  <a:lnTo>
                    <a:pt x="14" y="0"/>
                  </a:lnTo>
                  <a:lnTo>
                    <a:pt x="12" y="0"/>
                  </a:lnTo>
                  <a:lnTo>
                    <a:pt x="12" y="0"/>
                  </a:lnTo>
                  <a:lnTo>
                    <a:pt x="6" y="0"/>
                  </a:lnTo>
                  <a:lnTo>
                    <a:pt x="6" y="0"/>
                  </a:lnTo>
                  <a:lnTo>
                    <a:pt x="6" y="1"/>
                  </a:lnTo>
                  <a:lnTo>
                    <a:pt x="6" y="1"/>
                  </a:lnTo>
                  <a:lnTo>
                    <a:pt x="6" y="6"/>
                  </a:lnTo>
                  <a:lnTo>
                    <a:pt x="6" y="10"/>
                  </a:lnTo>
                  <a:lnTo>
                    <a:pt x="6" y="10"/>
                  </a:lnTo>
                  <a:lnTo>
                    <a:pt x="4" y="16"/>
                  </a:lnTo>
                  <a:lnTo>
                    <a:pt x="4" y="16"/>
                  </a:lnTo>
                  <a:lnTo>
                    <a:pt x="4" y="16"/>
                  </a:lnTo>
                  <a:lnTo>
                    <a:pt x="4" y="16"/>
                  </a:lnTo>
                  <a:lnTo>
                    <a:pt x="2" y="20"/>
                  </a:lnTo>
                  <a:lnTo>
                    <a:pt x="1" y="20"/>
                  </a:lnTo>
                  <a:lnTo>
                    <a:pt x="0" y="24"/>
                  </a:lnTo>
                  <a:lnTo>
                    <a:pt x="0" y="25"/>
                  </a:lnTo>
                  <a:lnTo>
                    <a:pt x="0" y="27"/>
                  </a:lnTo>
                  <a:lnTo>
                    <a:pt x="0" y="27"/>
                  </a:lnTo>
                  <a:lnTo>
                    <a:pt x="0" y="29"/>
                  </a:lnTo>
                  <a:lnTo>
                    <a:pt x="0" y="29"/>
                  </a:lnTo>
                  <a:lnTo>
                    <a:pt x="0" y="29"/>
                  </a:lnTo>
                  <a:lnTo>
                    <a:pt x="0" y="27"/>
                  </a:lnTo>
                  <a:lnTo>
                    <a:pt x="4" y="27"/>
                  </a:lnTo>
                  <a:lnTo>
                    <a:pt x="4" y="25"/>
                  </a:lnTo>
                  <a:lnTo>
                    <a:pt x="12" y="25"/>
                  </a:lnTo>
                  <a:lnTo>
                    <a:pt x="14" y="24"/>
                  </a:lnTo>
                  <a:lnTo>
                    <a:pt x="18" y="22"/>
                  </a:lnTo>
                  <a:lnTo>
                    <a:pt x="23" y="20"/>
                  </a:lnTo>
                  <a:lnTo>
                    <a:pt x="23" y="20"/>
                  </a:lnTo>
                  <a:lnTo>
                    <a:pt x="23" y="16"/>
                  </a:lnTo>
                  <a:lnTo>
                    <a:pt x="26" y="16"/>
                  </a:lnTo>
                  <a:lnTo>
                    <a:pt x="30" y="16"/>
                  </a:lnTo>
                  <a:lnTo>
                    <a:pt x="32" y="14"/>
                  </a:lnTo>
                  <a:lnTo>
                    <a:pt x="34" y="10"/>
                  </a:lnTo>
                  <a:lnTo>
                    <a:pt x="32" y="6"/>
                  </a:lnTo>
                  <a:lnTo>
                    <a:pt x="19" y="1"/>
                  </a:lnTo>
                  <a:lnTo>
                    <a:pt x="19" y="1"/>
                  </a:lnTo>
                </a:path>
              </a:pathLst>
            </a:custGeom>
            <a:solidFill>
              <a:srgbClr val="ffc0b6"/>
            </a:solidFill>
            <a:ln w="0">
              <a:noFill/>
            </a:ln>
          </p:spPr>
          <p:style>
            <a:lnRef idx="0"/>
            <a:fillRef idx="0"/>
            <a:effectRef idx="0"/>
            <a:fontRef idx="minor"/>
          </p:style>
          <p:txBody>
            <a:bodyPr lIns="90000" rIns="90000" tIns="1080" bIns="1080" anchor="t">
              <a:noAutofit/>
            </a:bodyPr>
            <a:p>
              <a:endParaRPr b="0" lang="en-IN" sz="2400" strike="noStrike" u="none">
                <a:solidFill>
                  <a:srgbClr val="ffffff"/>
                </a:solidFill>
                <a:effectLst/>
                <a:uFillTx/>
                <a:latin typeface="Times New Roman"/>
              </a:endParaRPr>
            </a:p>
          </p:txBody>
        </p:sp>
        <p:sp>
          <p:nvSpPr>
            <p:cNvPr id="3492" name=""/>
            <p:cNvSpPr/>
            <p:nvPr/>
          </p:nvSpPr>
          <p:spPr>
            <a:xfrm>
              <a:off x="6040440" y="5450040"/>
              <a:ext cx="210960" cy="426960"/>
            </a:xfrm>
            <a:custGeom>
              <a:avLst/>
              <a:gdLst/>
              <a:ahLst/>
              <a:rect l="l" t="t" r="r" b="b"/>
              <a:pathLst>
                <a:path w="133" h="269">
                  <a:moveTo>
                    <a:pt x="129" y="12"/>
                  </a:moveTo>
                  <a:lnTo>
                    <a:pt x="129" y="16"/>
                  </a:lnTo>
                  <a:lnTo>
                    <a:pt x="132" y="21"/>
                  </a:lnTo>
                  <a:lnTo>
                    <a:pt x="132" y="25"/>
                  </a:lnTo>
                  <a:lnTo>
                    <a:pt x="129" y="36"/>
                  </a:lnTo>
                  <a:lnTo>
                    <a:pt x="129" y="41"/>
                  </a:lnTo>
                  <a:lnTo>
                    <a:pt x="129" y="53"/>
                  </a:lnTo>
                  <a:lnTo>
                    <a:pt x="124" y="58"/>
                  </a:lnTo>
                  <a:lnTo>
                    <a:pt x="123" y="67"/>
                  </a:lnTo>
                  <a:lnTo>
                    <a:pt x="119" y="77"/>
                  </a:lnTo>
                  <a:lnTo>
                    <a:pt x="119" y="91"/>
                  </a:lnTo>
                  <a:lnTo>
                    <a:pt x="119" y="100"/>
                  </a:lnTo>
                  <a:lnTo>
                    <a:pt x="117" y="114"/>
                  </a:lnTo>
                  <a:lnTo>
                    <a:pt x="115" y="123"/>
                  </a:lnTo>
                  <a:lnTo>
                    <a:pt x="114" y="135"/>
                  </a:lnTo>
                  <a:lnTo>
                    <a:pt x="114" y="138"/>
                  </a:lnTo>
                  <a:lnTo>
                    <a:pt x="114" y="145"/>
                  </a:lnTo>
                  <a:lnTo>
                    <a:pt x="114" y="158"/>
                  </a:lnTo>
                  <a:lnTo>
                    <a:pt x="114" y="174"/>
                  </a:lnTo>
                  <a:lnTo>
                    <a:pt x="114" y="187"/>
                  </a:lnTo>
                  <a:lnTo>
                    <a:pt x="114" y="196"/>
                  </a:lnTo>
                  <a:lnTo>
                    <a:pt x="114" y="199"/>
                  </a:lnTo>
                  <a:lnTo>
                    <a:pt x="112" y="205"/>
                  </a:lnTo>
                  <a:lnTo>
                    <a:pt x="112" y="208"/>
                  </a:lnTo>
                  <a:lnTo>
                    <a:pt x="109" y="211"/>
                  </a:lnTo>
                  <a:lnTo>
                    <a:pt x="109" y="222"/>
                  </a:lnTo>
                  <a:lnTo>
                    <a:pt x="109" y="223"/>
                  </a:lnTo>
                  <a:lnTo>
                    <a:pt x="109" y="225"/>
                  </a:lnTo>
                  <a:lnTo>
                    <a:pt x="105" y="225"/>
                  </a:lnTo>
                  <a:lnTo>
                    <a:pt x="104" y="230"/>
                  </a:lnTo>
                  <a:lnTo>
                    <a:pt x="102" y="231"/>
                  </a:lnTo>
                  <a:lnTo>
                    <a:pt x="99" y="233"/>
                  </a:lnTo>
                  <a:lnTo>
                    <a:pt x="95" y="233"/>
                  </a:lnTo>
                  <a:lnTo>
                    <a:pt x="95" y="234"/>
                  </a:lnTo>
                  <a:lnTo>
                    <a:pt x="94" y="234"/>
                  </a:lnTo>
                  <a:lnTo>
                    <a:pt x="93" y="242"/>
                  </a:lnTo>
                  <a:lnTo>
                    <a:pt x="93" y="242"/>
                  </a:lnTo>
                  <a:lnTo>
                    <a:pt x="92" y="245"/>
                  </a:lnTo>
                  <a:lnTo>
                    <a:pt x="92" y="245"/>
                  </a:lnTo>
                  <a:lnTo>
                    <a:pt x="92" y="245"/>
                  </a:lnTo>
                  <a:lnTo>
                    <a:pt x="90" y="248"/>
                  </a:lnTo>
                  <a:lnTo>
                    <a:pt x="87" y="250"/>
                  </a:lnTo>
                  <a:lnTo>
                    <a:pt x="87" y="255"/>
                  </a:lnTo>
                  <a:lnTo>
                    <a:pt x="83" y="255"/>
                  </a:lnTo>
                  <a:lnTo>
                    <a:pt x="83" y="258"/>
                  </a:lnTo>
                  <a:lnTo>
                    <a:pt x="79" y="259"/>
                  </a:lnTo>
                  <a:lnTo>
                    <a:pt x="77" y="259"/>
                  </a:lnTo>
                  <a:lnTo>
                    <a:pt x="77" y="262"/>
                  </a:lnTo>
                  <a:lnTo>
                    <a:pt x="77" y="264"/>
                  </a:lnTo>
                  <a:lnTo>
                    <a:pt x="77" y="268"/>
                  </a:lnTo>
                  <a:lnTo>
                    <a:pt x="76" y="268"/>
                  </a:lnTo>
                  <a:lnTo>
                    <a:pt x="76" y="268"/>
                  </a:lnTo>
                  <a:lnTo>
                    <a:pt x="72" y="268"/>
                  </a:lnTo>
                  <a:lnTo>
                    <a:pt x="70" y="267"/>
                  </a:lnTo>
                  <a:lnTo>
                    <a:pt x="63" y="264"/>
                  </a:lnTo>
                  <a:lnTo>
                    <a:pt x="63" y="264"/>
                  </a:lnTo>
                  <a:lnTo>
                    <a:pt x="63" y="262"/>
                  </a:lnTo>
                  <a:lnTo>
                    <a:pt x="59" y="259"/>
                  </a:lnTo>
                  <a:lnTo>
                    <a:pt x="56" y="259"/>
                  </a:lnTo>
                  <a:lnTo>
                    <a:pt x="54" y="258"/>
                  </a:lnTo>
                  <a:lnTo>
                    <a:pt x="46" y="255"/>
                  </a:lnTo>
                  <a:lnTo>
                    <a:pt x="44" y="255"/>
                  </a:lnTo>
                  <a:lnTo>
                    <a:pt x="44" y="255"/>
                  </a:lnTo>
                  <a:lnTo>
                    <a:pt x="40" y="255"/>
                  </a:lnTo>
                  <a:lnTo>
                    <a:pt x="39" y="250"/>
                  </a:lnTo>
                  <a:lnTo>
                    <a:pt x="35" y="250"/>
                  </a:lnTo>
                  <a:lnTo>
                    <a:pt x="28" y="250"/>
                  </a:lnTo>
                  <a:lnTo>
                    <a:pt x="26" y="248"/>
                  </a:lnTo>
                  <a:lnTo>
                    <a:pt x="22" y="248"/>
                  </a:lnTo>
                  <a:lnTo>
                    <a:pt x="18" y="250"/>
                  </a:lnTo>
                  <a:lnTo>
                    <a:pt x="13" y="250"/>
                  </a:lnTo>
                  <a:lnTo>
                    <a:pt x="13" y="250"/>
                  </a:lnTo>
                  <a:lnTo>
                    <a:pt x="4" y="250"/>
                  </a:lnTo>
                  <a:lnTo>
                    <a:pt x="3" y="250"/>
                  </a:lnTo>
                  <a:lnTo>
                    <a:pt x="2" y="250"/>
                  </a:lnTo>
                  <a:lnTo>
                    <a:pt x="2" y="250"/>
                  </a:lnTo>
                  <a:lnTo>
                    <a:pt x="2" y="248"/>
                  </a:lnTo>
                  <a:lnTo>
                    <a:pt x="2" y="248"/>
                  </a:lnTo>
                  <a:lnTo>
                    <a:pt x="0" y="245"/>
                  </a:lnTo>
                  <a:lnTo>
                    <a:pt x="2" y="242"/>
                  </a:lnTo>
                  <a:lnTo>
                    <a:pt x="2" y="233"/>
                  </a:lnTo>
                  <a:lnTo>
                    <a:pt x="3" y="233"/>
                  </a:lnTo>
                  <a:lnTo>
                    <a:pt x="3" y="233"/>
                  </a:lnTo>
                  <a:lnTo>
                    <a:pt x="4" y="230"/>
                  </a:lnTo>
                  <a:lnTo>
                    <a:pt x="6" y="228"/>
                  </a:lnTo>
                  <a:lnTo>
                    <a:pt x="8" y="225"/>
                  </a:lnTo>
                  <a:lnTo>
                    <a:pt x="13" y="223"/>
                  </a:lnTo>
                  <a:lnTo>
                    <a:pt x="13" y="222"/>
                  </a:lnTo>
                  <a:lnTo>
                    <a:pt x="13" y="222"/>
                  </a:lnTo>
                  <a:lnTo>
                    <a:pt x="17" y="218"/>
                  </a:lnTo>
                  <a:lnTo>
                    <a:pt x="18" y="216"/>
                  </a:lnTo>
                  <a:lnTo>
                    <a:pt x="26" y="212"/>
                  </a:lnTo>
                  <a:lnTo>
                    <a:pt x="26" y="211"/>
                  </a:lnTo>
                  <a:lnTo>
                    <a:pt x="29" y="211"/>
                  </a:lnTo>
                  <a:lnTo>
                    <a:pt x="35" y="208"/>
                  </a:lnTo>
                  <a:lnTo>
                    <a:pt x="39" y="208"/>
                  </a:lnTo>
                  <a:lnTo>
                    <a:pt x="39" y="206"/>
                  </a:lnTo>
                  <a:lnTo>
                    <a:pt x="39" y="199"/>
                  </a:lnTo>
                  <a:lnTo>
                    <a:pt x="40" y="199"/>
                  </a:lnTo>
                  <a:lnTo>
                    <a:pt x="40" y="196"/>
                  </a:lnTo>
                  <a:lnTo>
                    <a:pt x="40" y="196"/>
                  </a:lnTo>
                  <a:lnTo>
                    <a:pt x="42" y="192"/>
                  </a:lnTo>
                  <a:lnTo>
                    <a:pt x="44" y="190"/>
                  </a:lnTo>
                  <a:lnTo>
                    <a:pt x="44" y="187"/>
                  </a:lnTo>
                  <a:lnTo>
                    <a:pt x="44" y="182"/>
                  </a:lnTo>
                  <a:lnTo>
                    <a:pt x="44" y="179"/>
                  </a:lnTo>
                  <a:lnTo>
                    <a:pt x="44" y="178"/>
                  </a:lnTo>
                  <a:lnTo>
                    <a:pt x="46" y="174"/>
                  </a:lnTo>
                  <a:lnTo>
                    <a:pt x="46" y="165"/>
                  </a:lnTo>
                  <a:lnTo>
                    <a:pt x="52" y="164"/>
                  </a:lnTo>
                  <a:lnTo>
                    <a:pt x="52" y="163"/>
                  </a:lnTo>
                  <a:lnTo>
                    <a:pt x="52" y="153"/>
                  </a:lnTo>
                  <a:lnTo>
                    <a:pt x="52" y="150"/>
                  </a:lnTo>
                  <a:lnTo>
                    <a:pt x="52" y="137"/>
                  </a:lnTo>
                  <a:lnTo>
                    <a:pt x="54" y="116"/>
                  </a:lnTo>
                  <a:lnTo>
                    <a:pt x="54" y="99"/>
                  </a:lnTo>
                  <a:lnTo>
                    <a:pt x="56" y="89"/>
                  </a:lnTo>
                  <a:lnTo>
                    <a:pt x="56" y="80"/>
                  </a:lnTo>
                  <a:lnTo>
                    <a:pt x="56" y="71"/>
                  </a:lnTo>
                  <a:lnTo>
                    <a:pt x="54" y="58"/>
                  </a:lnTo>
                  <a:lnTo>
                    <a:pt x="52" y="52"/>
                  </a:lnTo>
                  <a:lnTo>
                    <a:pt x="52" y="36"/>
                  </a:lnTo>
                  <a:lnTo>
                    <a:pt x="52" y="25"/>
                  </a:lnTo>
                  <a:lnTo>
                    <a:pt x="52" y="21"/>
                  </a:lnTo>
                  <a:lnTo>
                    <a:pt x="46" y="12"/>
                  </a:lnTo>
                  <a:lnTo>
                    <a:pt x="52" y="12"/>
                  </a:lnTo>
                  <a:lnTo>
                    <a:pt x="52" y="8"/>
                  </a:lnTo>
                  <a:lnTo>
                    <a:pt x="56" y="6"/>
                  </a:lnTo>
                  <a:lnTo>
                    <a:pt x="63" y="4"/>
                  </a:lnTo>
                  <a:lnTo>
                    <a:pt x="63" y="4"/>
                  </a:lnTo>
                  <a:lnTo>
                    <a:pt x="72" y="4"/>
                  </a:lnTo>
                  <a:lnTo>
                    <a:pt x="77" y="4"/>
                  </a:lnTo>
                  <a:lnTo>
                    <a:pt x="83" y="3"/>
                  </a:lnTo>
                  <a:lnTo>
                    <a:pt x="92" y="0"/>
                  </a:lnTo>
                  <a:lnTo>
                    <a:pt x="94" y="0"/>
                  </a:lnTo>
                  <a:lnTo>
                    <a:pt x="102" y="0"/>
                  </a:lnTo>
                  <a:lnTo>
                    <a:pt x="109" y="1"/>
                  </a:lnTo>
                  <a:lnTo>
                    <a:pt x="114" y="4"/>
                  </a:lnTo>
                  <a:lnTo>
                    <a:pt x="119" y="4"/>
                  </a:lnTo>
                  <a:lnTo>
                    <a:pt x="123" y="4"/>
                  </a:lnTo>
                  <a:lnTo>
                    <a:pt x="129" y="12"/>
                  </a:lnTo>
                  <a:lnTo>
                    <a:pt x="129" y="12"/>
                  </a:lnTo>
                </a:path>
              </a:pathLst>
            </a:custGeom>
            <a:solidFill>
              <a:srgbClr val="6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93" name=""/>
            <p:cNvSpPr/>
            <p:nvPr/>
          </p:nvSpPr>
          <p:spPr>
            <a:xfrm>
              <a:off x="6189840" y="5548320"/>
              <a:ext cx="29880" cy="165240"/>
            </a:xfrm>
            <a:custGeom>
              <a:avLst/>
              <a:gdLst/>
              <a:ahLst/>
              <a:rect l="l" t="t" r="r" b="b"/>
              <a:pathLst>
                <a:path w="19" h="104">
                  <a:moveTo>
                    <a:pt x="15" y="9"/>
                  </a:moveTo>
                  <a:lnTo>
                    <a:pt x="11" y="9"/>
                  </a:lnTo>
                  <a:lnTo>
                    <a:pt x="10" y="15"/>
                  </a:lnTo>
                  <a:lnTo>
                    <a:pt x="8" y="24"/>
                  </a:lnTo>
                  <a:lnTo>
                    <a:pt x="5" y="31"/>
                  </a:lnTo>
                  <a:lnTo>
                    <a:pt x="1" y="49"/>
                  </a:lnTo>
                  <a:lnTo>
                    <a:pt x="0" y="59"/>
                  </a:lnTo>
                  <a:lnTo>
                    <a:pt x="0" y="75"/>
                  </a:lnTo>
                  <a:lnTo>
                    <a:pt x="1" y="85"/>
                  </a:lnTo>
                  <a:lnTo>
                    <a:pt x="1" y="91"/>
                  </a:lnTo>
                  <a:lnTo>
                    <a:pt x="1" y="102"/>
                  </a:lnTo>
                  <a:lnTo>
                    <a:pt x="5" y="103"/>
                  </a:lnTo>
                  <a:lnTo>
                    <a:pt x="10" y="84"/>
                  </a:lnTo>
                  <a:lnTo>
                    <a:pt x="10" y="73"/>
                  </a:lnTo>
                  <a:lnTo>
                    <a:pt x="11" y="54"/>
                  </a:lnTo>
                  <a:lnTo>
                    <a:pt x="15" y="49"/>
                  </a:lnTo>
                  <a:lnTo>
                    <a:pt x="15" y="31"/>
                  </a:lnTo>
                  <a:lnTo>
                    <a:pt x="15" y="29"/>
                  </a:lnTo>
                  <a:lnTo>
                    <a:pt x="15" y="18"/>
                  </a:lnTo>
                  <a:lnTo>
                    <a:pt x="15" y="15"/>
                  </a:lnTo>
                  <a:lnTo>
                    <a:pt x="18" y="9"/>
                  </a:lnTo>
                  <a:lnTo>
                    <a:pt x="18" y="5"/>
                  </a:lnTo>
                  <a:lnTo>
                    <a:pt x="18" y="5"/>
                  </a:lnTo>
                  <a:lnTo>
                    <a:pt x="18" y="3"/>
                  </a:lnTo>
                  <a:lnTo>
                    <a:pt x="15" y="3"/>
                  </a:lnTo>
                  <a:lnTo>
                    <a:pt x="15" y="0"/>
                  </a:lnTo>
                  <a:lnTo>
                    <a:pt x="15" y="3"/>
                  </a:lnTo>
                  <a:lnTo>
                    <a:pt x="15" y="5"/>
                  </a:lnTo>
                  <a:lnTo>
                    <a:pt x="15" y="9"/>
                  </a:lnTo>
                  <a:lnTo>
                    <a:pt x="15" y="9"/>
                  </a:lnTo>
                </a:path>
              </a:pathLst>
            </a:custGeom>
            <a:solidFill>
              <a:srgbClr val="626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94" name=""/>
            <p:cNvSpPr/>
            <p:nvPr/>
          </p:nvSpPr>
          <p:spPr>
            <a:xfrm>
              <a:off x="6081840" y="5541840"/>
              <a:ext cx="106200" cy="279360"/>
            </a:xfrm>
            <a:custGeom>
              <a:avLst/>
              <a:gdLst/>
              <a:ahLst/>
              <a:rect l="l" t="t" r="r" b="b"/>
              <a:pathLst>
                <a:path w="67" h="176">
                  <a:moveTo>
                    <a:pt x="61" y="17"/>
                  </a:moveTo>
                  <a:lnTo>
                    <a:pt x="64" y="19"/>
                  </a:lnTo>
                  <a:lnTo>
                    <a:pt x="66" y="28"/>
                  </a:lnTo>
                  <a:lnTo>
                    <a:pt x="66" y="35"/>
                  </a:lnTo>
                  <a:lnTo>
                    <a:pt x="66" y="41"/>
                  </a:lnTo>
                  <a:lnTo>
                    <a:pt x="61" y="56"/>
                  </a:lnTo>
                  <a:lnTo>
                    <a:pt x="61" y="75"/>
                  </a:lnTo>
                  <a:lnTo>
                    <a:pt x="61" y="88"/>
                  </a:lnTo>
                  <a:lnTo>
                    <a:pt x="66" y="105"/>
                  </a:lnTo>
                  <a:lnTo>
                    <a:pt x="66" y="107"/>
                  </a:lnTo>
                  <a:lnTo>
                    <a:pt x="66" y="119"/>
                  </a:lnTo>
                  <a:lnTo>
                    <a:pt x="66" y="124"/>
                  </a:lnTo>
                  <a:lnTo>
                    <a:pt x="64" y="138"/>
                  </a:lnTo>
                  <a:lnTo>
                    <a:pt x="61" y="147"/>
                  </a:lnTo>
                  <a:lnTo>
                    <a:pt x="57" y="150"/>
                  </a:lnTo>
                  <a:lnTo>
                    <a:pt x="57" y="158"/>
                  </a:lnTo>
                  <a:lnTo>
                    <a:pt x="51" y="160"/>
                  </a:lnTo>
                  <a:lnTo>
                    <a:pt x="51" y="160"/>
                  </a:lnTo>
                  <a:lnTo>
                    <a:pt x="51" y="160"/>
                  </a:lnTo>
                  <a:lnTo>
                    <a:pt x="50" y="164"/>
                  </a:lnTo>
                  <a:lnTo>
                    <a:pt x="50" y="164"/>
                  </a:lnTo>
                  <a:lnTo>
                    <a:pt x="46" y="164"/>
                  </a:lnTo>
                  <a:lnTo>
                    <a:pt x="44" y="164"/>
                  </a:lnTo>
                  <a:lnTo>
                    <a:pt x="40" y="164"/>
                  </a:lnTo>
                  <a:lnTo>
                    <a:pt x="37" y="164"/>
                  </a:lnTo>
                  <a:lnTo>
                    <a:pt x="37" y="164"/>
                  </a:lnTo>
                  <a:lnTo>
                    <a:pt x="33" y="164"/>
                  </a:lnTo>
                  <a:lnTo>
                    <a:pt x="32" y="164"/>
                  </a:lnTo>
                  <a:lnTo>
                    <a:pt x="30" y="165"/>
                  </a:lnTo>
                  <a:lnTo>
                    <a:pt x="30" y="167"/>
                  </a:lnTo>
                  <a:lnTo>
                    <a:pt x="30" y="167"/>
                  </a:lnTo>
                  <a:lnTo>
                    <a:pt x="30" y="167"/>
                  </a:lnTo>
                  <a:lnTo>
                    <a:pt x="32" y="170"/>
                  </a:lnTo>
                  <a:lnTo>
                    <a:pt x="33" y="173"/>
                  </a:lnTo>
                  <a:lnTo>
                    <a:pt x="33" y="175"/>
                  </a:lnTo>
                  <a:lnTo>
                    <a:pt x="33" y="175"/>
                  </a:lnTo>
                  <a:lnTo>
                    <a:pt x="33" y="175"/>
                  </a:lnTo>
                  <a:lnTo>
                    <a:pt x="30" y="172"/>
                  </a:lnTo>
                  <a:lnTo>
                    <a:pt x="26" y="172"/>
                  </a:lnTo>
                  <a:lnTo>
                    <a:pt x="20" y="170"/>
                  </a:lnTo>
                  <a:lnTo>
                    <a:pt x="18" y="167"/>
                  </a:lnTo>
                  <a:lnTo>
                    <a:pt x="14" y="167"/>
                  </a:lnTo>
                  <a:lnTo>
                    <a:pt x="13" y="167"/>
                  </a:lnTo>
                  <a:lnTo>
                    <a:pt x="9" y="167"/>
                  </a:lnTo>
                  <a:lnTo>
                    <a:pt x="2" y="167"/>
                  </a:lnTo>
                  <a:lnTo>
                    <a:pt x="1" y="167"/>
                  </a:lnTo>
                  <a:lnTo>
                    <a:pt x="0" y="167"/>
                  </a:lnTo>
                  <a:lnTo>
                    <a:pt x="0" y="165"/>
                  </a:lnTo>
                  <a:lnTo>
                    <a:pt x="1" y="164"/>
                  </a:lnTo>
                  <a:lnTo>
                    <a:pt x="2" y="164"/>
                  </a:lnTo>
                  <a:lnTo>
                    <a:pt x="9" y="164"/>
                  </a:lnTo>
                  <a:lnTo>
                    <a:pt x="13" y="160"/>
                  </a:lnTo>
                  <a:lnTo>
                    <a:pt x="14" y="158"/>
                  </a:lnTo>
                  <a:lnTo>
                    <a:pt x="16" y="158"/>
                  </a:lnTo>
                  <a:lnTo>
                    <a:pt x="18" y="154"/>
                  </a:lnTo>
                  <a:lnTo>
                    <a:pt x="18" y="153"/>
                  </a:lnTo>
                  <a:lnTo>
                    <a:pt x="20" y="153"/>
                  </a:lnTo>
                  <a:lnTo>
                    <a:pt x="20" y="150"/>
                  </a:lnTo>
                  <a:lnTo>
                    <a:pt x="26" y="147"/>
                  </a:lnTo>
                  <a:lnTo>
                    <a:pt x="30" y="138"/>
                  </a:lnTo>
                  <a:lnTo>
                    <a:pt x="32" y="132"/>
                  </a:lnTo>
                  <a:lnTo>
                    <a:pt x="37" y="121"/>
                  </a:lnTo>
                  <a:lnTo>
                    <a:pt x="37" y="116"/>
                  </a:lnTo>
                  <a:lnTo>
                    <a:pt x="37" y="106"/>
                  </a:lnTo>
                  <a:lnTo>
                    <a:pt x="37" y="92"/>
                  </a:lnTo>
                  <a:lnTo>
                    <a:pt x="37" y="83"/>
                  </a:lnTo>
                  <a:lnTo>
                    <a:pt x="37" y="75"/>
                  </a:lnTo>
                  <a:lnTo>
                    <a:pt x="37" y="57"/>
                  </a:lnTo>
                  <a:lnTo>
                    <a:pt x="37" y="39"/>
                  </a:lnTo>
                  <a:lnTo>
                    <a:pt x="37" y="28"/>
                  </a:lnTo>
                  <a:lnTo>
                    <a:pt x="37" y="16"/>
                  </a:lnTo>
                  <a:lnTo>
                    <a:pt x="37" y="9"/>
                  </a:lnTo>
                  <a:lnTo>
                    <a:pt x="37" y="4"/>
                  </a:lnTo>
                  <a:lnTo>
                    <a:pt x="37" y="0"/>
                  </a:lnTo>
                  <a:lnTo>
                    <a:pt x="44" y="0"/>
                  </a:lnTo>
                  <a:lnTo>
                    <a:pt x="50" y="0"/>
                  </a:lnTo>
                  <a:lnTo>
                    <a:pt x="51" y="0"/>
                  </a:lnTo>
                  <a:lnTo>
                    <a:pt x="51" y="0"/>
                  </a:lnTo>
                  <a:lnTo>
                    <a:pt x="57" y="3"/>
                  </a:lnTo>
                  <a:lnTo>
                    <a:pt x="61" y="9"/>
                  </a:lnTo>
                  <a:lnTo>
                    <a:pt x="61" y="17"/>
                  </a:lnTo>
                  <a:lnTo>
                    <a:pt x="61" y="17"/>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95" name=""/>
            <p:cNvSpPr/>
            <p:nvPr/>
          </p:nvSpPr>
          <p:spPr>
            <a:xfrm>
              <a:off x="6178680" y="5568840"/>
              <a:ext cx="9360" cy="39960"/>
            </a:xfrm>
            <a:custGeom>
              <a:avLst/>
              <a:gdLst/>
              <a:ahLst/>
              <a:rect l="l" t="t" r="r" b="b"/>
              <a:pathLst>
                <a:path w="6" h="25">
                  <a:moveTo>
                    <a:pt x="5" y="24"/>
                  </a:moveTo>
                  <a:lnTo>
                    <a:pt x="5" y="24"/>
                  </a:lnTo>
                  <a:lnTo>
                    <a:pt x="5" y="18"/>
                  </a:lnTo>
                  <a:lnTo>
                    <a:pt x="5" y="11"/>
                  </a:lnTo>
                  <a:lnTo>
                    <a:pt x="5" y="2"/>
                  </a:lnTo>
                  <a:lnTo>
                    <a:pt x="5" y="0"/>
                  </a:lnTo>
                  <a:lnTo>
                    <a:pt x="0" y="0"/>
                  </a:lnTo>
                  <a:lnTo>
                    <a:pt x="0" y="2"/>
                  </a:lnTo>
                  <a:lnTo>
                    <a:pt x="3" y="11"/>
                  </a:lnTo>
                  <a:lnTo>
                    <a:pt x="3" y="18"/>
                  </a:lnTo>
                  <a:lnTo>
                    <a:pt x="0" y="24"/>
                  </a:lnTo>
                  <a:lnTo>
                    <a:pt x="0" y="24"/>
                  </a:lnTo>
                  <a:lnTo>
                    <a:pt x="5" y="24"/>
                  </a:lnTo>
                  <a:lnTo>
                    <a:pt x="5" y="24"/>
                  </a:lnTo>
                </a:path>
              </a:pathLst>
            </a:custGeom>
            <a:solidFill>
              <a:srgbClr val="82c168"/>
            </a:solidFill>
            <a:ln w="0">
              <a:noFill/>
            </a:ln>
          </p:spPr>
          <p:style>
            <a:lnRef idx="0"/>
            <a:fillRef idx="0"/>
            <a:effectRef idx="0"/>
            <a:fontRef idx="minor"/>
          </p:style>
          <p:txBody>
            <a:bodyPr lIns="90000" rIns="90000" tIns="-6840" bIns="-6840" anchor="t">
              <a:noAutofit/>
            </a:bodyPr>
            <a:p>
              <a:endParaRPr b="0" lang="en-IN" sz="2400" strike="noStrike" u="none">
                <a:solidFill>
                  <a:srgbClr val="ffffff"/>
                </a:solidFill>
                <a:effectLst/>
                <a:uFillTx/>
                <a:latin typeface="Times New Roman"/>
              </a:endParaRPr>
            </a:p>
          </p:txBody>
        </p:sp>
        <p:sp>
          <p:nvSpPr>
            <p:cNvPr id="3496" name=""/>
            <p:cNvSpPr/>
            <p:nvPr/>
          </p:nvSpPr>
          <p:spPr>
            <a:xfrm>
              <a:off x="6178680" y="5607000"/>
              <a:ext cx="9360" cy="103320"/>
            </a:xfrm>
            <a:custGeom>
              <a:avLst/>
              <a:gdLst/>
              <a:ahLst/>
              <a:rect l="l" t="t" r="r" b="b"/>
              <a:pathLst>
                <a:path w="6" h="65">
                  <a:moveTo>
                    <a:pt x="5" y="64"/>
                  </a:moveTo>
                  <a:lnTo>
                    <a:pt x="5" y="64"/>
                  </a:lnTo>
                  <a:lnTo>
                    <a:pt x="5" y="47"/>
                  </a:lnTo>
                  <a:lnTo>
                    <a:pt x="5" y="34"/>
                  </a:lnTo>
                  <a:lnTo>
                    <a:pt x="5" y="15"/>
                  </a:lnTo>
                  <a:lnTo>
                    <a:pt x="5" y="0"/>
                  </a:lnTo>
                  <a:lnTo>
                    <a:pt x="0" y="0"/>
                  </a:lnTo>
                  <a:lnTo>
                    <a:pt x="0" y="15"/>
                  </a:lnTo>
                  <a:lnTo>
                    <a:pt x="0" y="34"/>
                  </a:lnTo>
                  <a:lnTo>
                    <a:pt x="0" y="47"/>
                  </a:lnTo>
                  <a:lnTo>
                    <a:pt x="0" y="64"/>
                  </a:lnTo>
                  <a:lnTo>
                    <a:pt x="0" y="64"/>
                  </a:lnTo>
                  <a:lnTo>
                    <a:pt x="5" y="64"/>
                  </a:lnTo>
                  <a:lnTo>
                    <a:pt x="5" y="64"/>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97" name=""/>
            <p:cNvSpPr/>
            <p:nvPr/>
          </p:nvSpPr>
          <p:spPr>
            <a:xfrm>
              <a:off x="6162840" y="5708520"/>
              <a:ext cx="25200" cy="95400"/>
            </a:xfrm>
            <a:custGeom>
              <a:avLst/>
              <a:gdLst/>
              <a:ahLst/>
              <a:rect l="l" t="t" r="r" b="b"/>
              <a:pathLst>
                <a:path w="16" h="60">
                  <a:moveTo>
                    <a:pt x="0" y="59"/>
                  </a:moveTo>
                  <a:lnTo>
                    <a:pt x="0" y="59"/>
                  </a:lnTo>
                  <a:lnTo>
                    <a:pt x="6" y="53"/>
                  </a:lnTo>
                  <a:lnTo>
                    <a:pt x="10" y="48"/>
                  </a:lnTo>
                  <a:lnTo>
                    <a:pt x="13" y="42"/>
                  </a:lnTo>
                  <a:lnTo>
                    <a:pt x="15" y="33"/>
                  </a:lnTo>
                  <a:lnTo>
                    <a:pt x="15" y="19"/>
                  </a:lnTo>
                  <a:lnTo>
                    <a:pt x="15" y="14"/>
                  </a:lnTo>
                  <a:lnTo>
                    <a:pt x="15" y="2"/>
                  </a:lnTo>
                  <a:lnTo>
                    <a:pt x="15" y="0"/>
                  </a:lnTo>
                  <a:lnTo>
                    <a:pt x="10" y="0"/>
                  </a:lnTo>
                  <a:lnTo>
                    <a:pt x="13" y="2"/>
                  </a:lnTo>
                  <a:lnTo>
                    <a:pt x="13" y="14"/>
                  </a:lnTo>
                  <a:lnTo>
                    <a:pt x="13" y="19"/>
                  </a:lnTo>
                  <a:lnTo>
                    <a:pt x="10" y="33"/>
                  </a:lnTo>
                  <a:lnTo>
                    <a:pt x="10" y="42"/>
                  </a:lnTo>
                  <a:lnTo>
                    <a:pt x="6" y="45"/>
                  </a:lnTo>
                  <a:lnTo>
                    <a:pt x="6" y="53"/>
                  </a:lnTo>
                  <a:lnTo>
                    <a:pt x="0" y="53"/>
                  </a:lnTo>
                  <a:lnTo>
                    <a:pt x="0" y="53"/>
                  </a:lnTo>
                  <a:lnTo>
                    <a:pt x="0" y="59"/>
                  </a:lnTo>
                  <a:lnTo>
                    <a:pt x="0" y="59"/>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498" name=""/>
            <p:cNvSpPr/>
            <p:nvPr/>
          </p:nvSpPr>
          <p:spPr>
            <a:xfrm>
              <a:off x="6140520" y="5792760"/>
              <a:ext cx="23760" cy="11160"/>
            </a:xfrm>
            <a:custGeom>
              <a:avLst/>
              <a:gdLst/>
              <a:ahLst/>
              <a:rect l="l" t="t" r="r" b="b"/>
              <a:pathLst>
                <a:path w="15" h="7">
                  <a:moveTo>
                    <a:pt x="0" y="6"/>
                  </a:moveTo>
                  <a:lnTo>
                    <a:pt x="0" y="6"/>
                  </a:lnTo>
                  <a:lnTo>
                    <a:pt x="3" y="6"/>
                  </a:lnTo>
                  <a:lnTo>
                    <a:pt x="7" y="6"/>
                  </a:lnTo>
                  <a:lnTo>
                    <a:pt x="9" y="6"/>
                  </a:lnTo>
                  <a:lnTo>
                    <a:pt x="13" y="6"/>
                  </a:lnTo>
                  <a:lnTo>
                    <a:pt x="13" y="6"/>
                  </a:lnTo>
                  <a:lnTo>
                    <a:pt x="14" y="6"/>
                  </a:lnTo>
                  <a:lnTo>
                    <a:pt x="14" y="6"/>
                  </a:lnTo>
                  <a:lnTo>
                    <a:pt x="14" y="6"/>
                  </a:lnTo>
                  <a:lnTo>
                    <a:pt x="14" y="0"/>
                  </a:lnTo>
                  <a:lnTo>
                    <a:pt x="14" y="0"/>
                  </a:lnTo>
                  <a:lnTo>
                    <a:pt x="14" y="0"/>
                  </a:lnTo>
                  <a:lnTo>
                    <a:pt x="13" y="2"/>
                  </a:lnTo>
                  <a:lnTo>
                    <a:pt x="13" y="2"/>
                  </a:lnTo>
                  <a:lnTo>
                    <a:pt x="9" y="6"/>
                  </a:lnTo>
                  <a:lnTo>
                    <a:pt x="7" y="6"/>
                  </a:lnTo>
                  <a:lnTo>
                    <a:pt x="3" y="6"/>
                  </a:lnTo>
                  <a:lnTo>
                    <a:pt x="0" y="6"/>
                  </a:lnTo>
                  <a:lnTo>
                    <a:pt x="0" y="6"/>
                  </a:lnTo>
                  <a:lnTo>
                    <a:pt x="0" y="6"/>
                  </a:lnTo>
                  <a:lnTo>
                    <a:pt x="0" y="6"/>
                  </a:lnTo>
                </a:path>
              </a:pathLst>
            </a:custGeom>
            <a:solidFill>
              <a:srgbClr val="82c168"/>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499" name=""/>
            <p:cNvSpPr/>
            <p:nvPr/>
          </p:nvSpPr>
          <p:spPr>
            <a:xfrm>
              <a:off x="6129360" y="5802480"/>
              <a:ext cx="12600" cy="14040"/>
            </a:xfrm>
            <a:custGeom>
              <a:avLst/>
              <a:gdLst/>
              <a:ahLst/>
              <a:rect l="l" t="t" r="r" b="b"/>
              <a:pathLst>
                <a:path w="8" h="9">
                  <a:moveTo>
                    <a:pt x="3" y="6"/>
                  </a:moveTo>
                  <a:lnTo>
                    <a:pt x="3" y="6"/>
                  </a:lnTo>
                  <a:lnTo>
                    <a:pt x="2" y="3"/>
                  </a:lnTo>
                  <a:lnTo>
                    <a:pt x="2" y="3"/>
                  </a:lnTo>
                  <a:lnTo>
                    <a:pt x="2" y="3"/>
                  </a:lnTo>
                  <a:lnTo>
                    <a:pt x="2" y="1"/>
                  </a:lnTo>
                  <a:lnTo>
                    <a:pt x="3" y="0"/>
                  </a:lnTo>
                  <a:lnTo>
                    <a:pt x="3" y="0"/>
                  </a:lnTo>
                  <a:lnTo>
                    <a:pt x="7" y="0"/>
                  </a:lnTo>
                  <a:lnTo>
                    <a:pt x="7" y="0"/>
                  </a:lnTo>
                  <a:lnTo>
                    <a:pt x="7" y="0"/>
                  </a:lnTo>
                  <a:lnTo>
                    <a:pt x="7" y="0"/>
                  </a:lnTo>
                  <a:lnTo>
                    <a:pt x="3" y="0"/>
                  </a:lnTo>
                  <a:lnTo>
                    <a:pt x="0" y="0"/>
                  </a:lnTo>
                  <a:lnTo>
                    <a:pt x="0" y="1"/>
                  </a:lnTo>
                  <a:lnTo>
                    <a:pt x="0" y="3"/>
                  </a:lnTo>
                  <a:lnTo>
                    <a:pt x="0" y="3"/>
                  </a:lnTo>
                  <a:lnTo>
                    <a:pt x="0" y="6"/>
                  </a:lnTo>
                  <a:lnTo>
                    <a:pt x="0" y="8"/>
                  </a:lnTo>
                  <a:lnTo>
                    <a:pt x="0" y="8"/>
                  </a:lnTo>
                  <a:lnTo>
                    <a:pt x="3" y="6"/>
                  </a:lnTo>
                  <a:lnTo>
                    <a:pt x="3" y="6"/>
                  </a:lnTo>
                </a:path>
              </a:pathLst>
            </a:custGeom>
            <a:solidFill>
              <a:srgbClr val="82c168"/>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500" name=""/>
            <p:cNvSpPr/>
            <p:nvPr/>
          </p:nvSpPr>
          <p:spPr>
            <a:xfrm>
              <a:off x="6110280" y="5807160"/>
              <a:ext cx="31680" cy="14040"/>
            </a:xfrm>
            <a:custGeom>
              <a:avLst/>
              <a:gdLst/>
              <a:ahLst/>
              <a:rect l="l" t="t" r="r" b="b"/>
              <a:pathLst>
                <a:path w="20" h="9">
                  <a:moveTo>
                    <a:pt x="0" y="0"/>
                  </a:moveTo>
                  <a:lnTo>
                    <a:pt x="0" y="0"/>
                  </a:lnTo>
                  <a:lnTo>
                    <a:pt x="2" y="3"/>
                  </a:lnTo>
                  <a:lnTo>
                    <a:pt x="8" y="5"/>
                  </a:lnTo>
                  <a:lnTo>
                    <a:pt x="12" y="8"/>
                  </a:lnTo>
                  <a:lnTo>
                    <a:pt x="15" y="8"/>
                  </a:lnTo>
                  <a:lnTo>
                    <a:pt x="15" y="8"/>
                  </a:lnTo>
                  <a:lnTo>
                    <a:pt x="19" y="8"/>
                  </a:lnTo>
                  <a:lnTo>
                    <a:pt x="15" y="5"/>
                  </a:lnTo>
                  <a:lnTo>
                    <a:pt x="15" y="3"/>
                  </a:lnTo>
                  <a:lnTo>
                    <a:pt x="12" y="5"/>
                  </a:lnTo>
                  <a:lnTo>
                    <a:pt x="15" y="8"/>
                  </a:lnTo>
                  <a:lnTo>
                    <a:pt x="15" y="8"/>
                  </a:lnTo>
                  <a:lnTo>
                    <a:pt x="15" y="6"/>
                  </a:lnTo>
                  <a:lnTo>
                    <a:pt x="15" y="5"/>
                  </a:lnTo>
                  <a:lnTo>
                    <a:pt x="12" y="5"/>
                  </a:lnTo>
                  <a:lnTo>
                    <a:pt x="8" y="3"/>
                  </a:lnTo>
                  <a:lnTo>
                    <a:pt x="2" y="0"/>
                  </a:lnTo>
                  <a:lnTo>
                    <a:pt x="0" y="0"/>
                  </a:lnTo>
                  <a:lnTo>
                    <a:pt x="0" y="0"/>
                  </a:lnTo>
                  <a:lnTo>
                    <a:pt x="0" y="0"/>
                  </a:lnTo>
                  <a:lnTo>
                    <a:pt x="0" y="0"/>
                  </a:lnTo>
                </a:path>
              </a:pathLst>
            </a:custGeom>
            <a:solidFill>
              <a:srgbClr val="82c168"/>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501" name=""/>
            <p:cNvSpPr/>
            <p:nvPr/>
          </p:nvSpPr>
          <p:spPr>
            <a:xfrm>
              <a:off x="6081840" y="5802480"/>
              <a:ext cx="29880" cy="6120"/>
            </a:xfrm>
            <a:custGeom>
              <a:avLst/>
              <a:gdLst/>
              <a:ahLst/>
              <a:rect l="l" t="t" r="r" b="b"/>
              <a:pathLst>
                <a:path w="19" h="4">
                  <a:moveTo>
                    <a:pt x="0" y="0"/>
                  </a:moveTo>
                  <a:lnTo>
                    <a:pt x="0" y="0"/>
                  </a:lnTo>
                  <a:lnTo>
                    <a:pt x="0" y="1"/>
                  </a:lnTo>
                  <a:lnTo>
                    <a:pt x="0" y="3"/>
                  </a:lnTo>
                  <a:lnTo>
                    <a:pt x="0" y="3"/>
                  </a:lnTo>
                  <a:lnTo>
                    <a:pt x="2" y="3"/>
                  </a:lnTo>
                  <a:lnTo>
                    <a:pt x="9" y="3"/>
                  </a:lnTo>
                  <a:lnTo>
                    <a:pt x="13" y="3"/>
                  </a:lnTo>
                  <a:lnTo>
                    <a:pt x="14" y="3"/>
                  </a:lnTo>
                  <a:lnTo>
                    <a:pt x="18" y="3"/>
                  </a:lnTo>
                  <a:lnTo>
                    <a:pt x="18" y="3"/>
                  </a:lnTo>
                  <a:lnTo>
                    <a:pt x="14" y="3"/>
                  </a:lnTo>
                  <a:lnTo>
                    <a:pt x="13" y="3"/>
                  </a:lnTo>
                  <a:lnTo>
                    <a:pt x="9" y="3"/>
                  </a:lnTo>
                  <a:lnTo>
                    <a:pt x="2" y="3"/>
                  </a:lnTo>
                  <a:lnTo>
                    <a:pt x="1" y="3"/>
                  </a:lnTo>
                  <a:lnTo>
                    <a:pt x="0" y="1"/>
                  </a:lnTo>
                  <a:lnTo>
                    <a:pt x="0" y="1"/>
                  </a:lnTo>
                  <a:lnTo>
                    <a:pt x="1" y="1"/>
                  </a:lnTo>
                  <a:lnTo>
                    <a:pt x="1" y="1"/>
                  </a:lnTo>
                  <a:lnTo>
                    <a:pt x="0" y="0"/>
                  </a:lnTo>
                  <a:lnTo>
                    <a:pt x="0" y="0"/>
                  </a:lnTo>
                </a:path>
              </a:pathLst>
            </a:custGeom>
            <a:solidFill>
              <a:srgbClr val="82c168"/>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502" name=""/>
            <p:cNvSpPr/>
            <p:nvPr/>
          </p:nvSpPr>
          <p:spPr>
            <a:xfrm>
              <a:off x="6081840" y="5784840"/>
              <a:ext cx="33120" cy="20520"/>
            </a:xfrm>
            <a:custGeom>
              <a:avLst/>
              <a:gdLst/>
              <a:ahLst/>
              <a:rect l="l" t="t" r="r" b="b"/>
              <a:pathLst>
                <a:path w="21" h="13">
                  <a:moveTo>
                    <a:pt x="18" y="0"/>
                  </a:moveTo>
                  <a:lnTo>
                    <a:pt x="18" y="0"/>
                  </a:lnTo>
                  <a:lnTo>
                    <a:pt x="18" y="0"/>
                  </a:lnTo>
                  <a:lnTo>
                    <a:pt x="18" y="1"/>
                  </a:lnTo>
                  <a:lnTo>
                    <a:pt x="16" y="1"/>
                  </a:lnTo>
                  <a:lnTo>
                    <a:pt x="14" y="5"/>
                  </a:lnTo>
                  <a:lnTo>
                    <a:pt x="13" y="5"/>
                  </a:lnTo>
                  <a:lnTo>
                    <a:pt x="9" y="7"/>
                  </a:lnTo>
                  <a:lnTo>
                    <a:pt x="2" y="11"/>
                  </a:lnTo>
                  <a:lnTo>
                    <a:pt x="0" y="11"/>
                  </a:lnTo>
                  <a:lnTo>
                    <a:pt x="1" y="12"/>
                  </a:lnTo>
                  <a:lnTo>
                    <a:pt x="2" y="11"/>
                  </a:lnTo>
                  <a:lnTo>
                    <a:pt x="9" y="11"/>
                  </a:lnTo>
                  <a:lnTo>
                    <a:pt x="13" y="11"/>
                  </a:lnTo>
                  <a:lnTo>
                    <a:pt x="14" y="7"/>
                  </a:lnTo>
                  <a:lnTo>
                    <a:pt x="16" y="5"/>
                  </a:lnTo>
                  <a:lnTo>
                    <a:pt x="18" y="5"/>
                  </a:lnTo>
                  <a:lnTo>
                    <a:pt x="18" y="1"/>
                  </a:lnTo>
                  <a:lnTo>
                    <a:pt x="20" y="0"/>
                  </a:lnTo>
                  <a:lnTo>
                    <a:pt x="20" y="0"/>
                  </a:lnTo>
                  <a:lnTo>
                    <a:pt x="18" y="0"/>
                  </a:lnTo>
                  <a:lnTo>
                    <a:pt x="18" y="0"/>
                  </a:lnTo>
                </a:path>
              </a:pathLst>
            </a:custGeom>
            <a:solidFill>
              <a:srgbClr val="82c168"/>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503" name=""/>
            <p:cNvSpPr/>
            <p:nvPr/>
          </p:nvSpPr>
          <p:spPr>
            <a:xfrm>
              <a:off x="6110280" y="5688000"/>
              <a:ext cx="31680" cy="98280"/>
            </a:xfrm>
            <a:custGeom>
              <a:avLst/>
              <a:gdLst/>
              <a:ahLst/>
              <a:rect l="l" t="t" r="r" b="b"/>
              <a:pathLst>
                <a:path w="20" h="62">
                  <a:moveTo>
                    <a:pt x="19" y="0"/>
                  </a:moveTo>
                  <a:lnTo>
                    <a:pt x="19" y="0"/>
                  </a:lnTo>
                  <a:lnTo>
                    <a:pt x="19" y="14"/>
                  </a:lnTo>
                  <a:lnTo>
                    <a:pt x="19" y="24"/>
                  </a:lnTo>
                  <a:lnTo>
                    <a:pt x="15" y="29"/>
                  </a:lnTo>
                  <a:lnTo>
                    <a:pt x="12" y="40"/>
                  </a:lnTo>
                  <a:lnTo>
                    <a:pt x="10" y="46"/>
                  </a:lnTo>
                  <a:lnTo>
                    <a:pt x="8" y="55"/>
                  </a:lnTo>
                  <a:lnTo>
                    <a:pt x="2" y="58"/>
                  </a:lnTo>
                  <a:lnTo>
                    <a:pt x="0" y="61"/>
                  </a:lnTo>
                  <a:lnTo>
                    <a:pt x="2" y="61"/>
                  </a:lnTo>
                  <a:lnTo>
                    <a:pt x="8" y="58"/>
                  </a:lnTo>
                  <a:lnTo>
                    <a:pt x="8" y="56"/>
                  </a:lnTo>
                  <a:lnTo>
                    <a:pt x="12" y="46"/>
                  </a:lnTo>
                  <a:lnTo>
                    <a:pt x="15" y="40"/>
                  </a:lnTo>
                  <a:lnTo>
                    <a:pt x="19" y="29"/>
                  </a:lnTo>
                  <a:lnTo>
                    <a:pt x="19" y="27"/>
                  </a:lnTo>
                  <a:lnTo>
                    <a:pt x="19" y="14"/>
                  </a:lnTo>
                  <a:lnTo>
                    <a:pt x="19" y="0"/>
                  </a:lnTo>
                  <a:lnTo>
                    <a:pt x="19" y="0"/>
                  </a:lnTo>
                  <a:lnTo>
                    <a:pt x="19" y="0"/>
                  </a:lnTo>
                  <a:lnTo>
                    <a:pt x="19" y="0"/>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04" name=""/>
            <p:cNvSpPr/>
            <p:nvPr/>
          </p:nvSpPr>
          <p:spPr>
            <a:xfrm>
              <a:off x="6140520" y="5541840"/>
              <a:ext cx="6120" cy="147600"/>
            </a:xfrm>
            <a:custGeom>
              <a:avLst/>
              <a:gdLst/>
              <a:ahLst/>
              <a:rect l="l" t="t" r="r" b="b"/>
              <a:pathLst>
                <a:path w="4" h="93">
                  <a:moveTo>
                    <a:pt x="0" y="0"/>
                  </a:moveTo>
                  <a:lnTo>
                    <a:pt x="0" y="0"/>
                  </a:lnTo>
                  <a:lnTo>
                    <a:pt x="0" y="9"/>
                  </a:lnTo>
                  <a:lnTo>
                    <a:pt x="0" y="16"/>
                  </a:lnTo>
                  <a:lnTo>
                    <a:pt x="0" y="28"/>
                  </a:lnTo>
                  <a:lnTo>
                    <a:pt x="0" y="39"/>
                  </a:lnTo>
                  <a:lnTo>
                    <a:pt x="0" y="57"/>
                  </a:lnTo>
                  <a:lnTo>
                    <a:pt x="0" y="75"/>
                  </a:lnTo>
                  <a:lnTo>
                    <a:pt x="0" y="83"/>
                  </a:lnTo>
                  <a:lnTo>
                    <a:pt x="0" y="92"/>
                  </a:lnTo>
                  <a:lnTo>
                    <a:pt x="0" y="92"/>
                  </a:lnTo>
                  <a:lnTo>
                    <a:pt x="3" y="83"/>
                  </a:lnTo>
                  <a:lnTo>
                    <a:pt x="0" y="75"/>
                  </a:lnTo>
                  <a:lnTo>
                    <a:pt x="0" y="57"/>
                  </a:lnTo>
                  <a:lnTo>
                    <a:pt x="0" y="39"/>
                  </a:lnTo>
                  <a:lnTo>
                    <a:pt x="0" y="28"/>
                  </a:lnTo>
                  <a:lnTo>
                    <a:pt x="0" y="16"/>
                  </a:lnTo>
                  <a:lnTo>
                    <a:pt x="0" y="9"/>
                  </a:lnTo>
                  <a:lnTo>
                    <a:pt x="0" y="4"/>
                  </a:lnTo>
                  <a:lnTo>
                    <a:pt x="0" y="4"/>
                  </a:lnTo>
                  <a:lnTo>
                    <a:pt x="0" y="0"/>
                  </a:lnTo>
                  <a:lnTo>
                    <a:pt x="0" y="0"/>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05" name=""/>
            <p:cNvSpPr/>
            <p:nvPr/>
          </p:nvSpPr>
          <p:spPr>
            <a:xfrm>
              <a:off x="6140520" y="5541840"/>
              <a:ext cx="47520" cy="28800"/>
            </a:xfrm>
            <a:custGeom>
              <a:avLst/>
              <a:gdLst/>
              <a:ahLst/>
              <a:rect l="l" t="t" r="r" b="b"/>
              <a:pathLst>
                <a:path w="30" h="18">
                  <a:moveTo>
                    <a:pt x="29" y="17"/>
                  </a:moveTo>
                  <a:lnTo>
                    <a:pt x="29" y="17"/>
                  </a:lnTo>
                  <a:lnTo>
                    <a:pt x="24" y="9"/>
                  </a:lnTo>
                  <a:lnTo>
                    <a:pt x="20" y="0"/>
                  </a:lnTo>
                  <a:lnTo>
                    <a:pt x="14" y="0"/>
                  </a:lnTo>
                  <a:lnTo>
                    <a:pt x="14" y="0"/>
                  </a:lnTo>
                  <a:lnTo>
                    <a:pt x="13" y="0"/>
                  </a:lnTo>
                  <a:lnTo>
                    <a:pt x="7" y="0"/>
                  </a:lnTo>
                  <a:lnTo>
                    <a:pt x="0" y="0"/>
                  </a:lnTo>
                  <a:lnTo>
                    <a:pt x="0" y="0"/>
                  </a:lnTo>
                  <a:lnTo>
                    <a:pt x="0" y="4"/>
                  </a:lnTo>
                  <a:lnTo>
                    <a:pt x="0" y="3"/>
                  </a:lnTo>
                  <a:lnTo>
                    <a:pt x="7" y="0"/>
                  </a:lnTo>
                  <a:lnTo>
                    <a:pt x="13" y="0"/>
                  </a:lnTo>
                  <a:lnTo>
                    <a:pt x="14" y="0"/>
                  </a:lnTo>
                  <a:lnTo>
                    <a:pt x="14" y="0"/>
                  </a:lnTo>
                  <a:lnTo>
                    <a:pt x="20" y="4"/>
                  </a:lnTo>
                  <a:lnTo>
                    <a:pt x="20" y="9"/>
                  </a:lnTo>
                  <a:lnTo>
                    <a:pt x="24" y="17"/>
                  </a:lnTo>
                  <a:lnTo>
                    <a:pt x="24" y="17"/>
                  </a:lnTo>
                  <a:lnTo>
                    <a:pt x="29" y="17"/>
                  </a:lnTo>
                  <a:lnTo>
                    <a:pt x="29" y="17"/>
                  </a:lnTo>
                </a:path>
              </a:pathLst>
            </a:custGeom>
            <a:solidFill>
              <a:srgbClr val="82c168"/>
            </a:solidFill>
            <a:ln w="0">
              <a:noFill/>
            </a:ln>
          </p:spPr>
          <p:style>
            <a:lnRef idx="0"/>
            <a:fillRef idx="0"/>
            <a:effectRef idx="0"/>
            <a:fontRef idx="minor"/>
          </p:style>
          <p:txBody>
            <a:bodyPr lIns="90000" rIns="90000" tIns="-18000" bIns="-18000" anchor="t">
              <a:noAutofit/>
            </a:bodyPr>
            <a:p>
              <a:endParaRPr b="0" lang="en-IN" sz="2400" strike="noStrike" u="none">
                <a:solidFill>
                  <a:srgbClr val="ffffff"/>
                </a:solidFill>
                <a:effectLst/>
                <a:uFillTx/>
                <a:latin typeface="Times New Roman"/>
              </a:endParaRPr>
            </a:p>
          </p:txBody>
        </p:sp>
        <p:sp>
          <p:nvSpPr>
            <p:cNvPr id="3506" name=""/>
            <p:cNvSpPr/>
            <p:nvPr/>
          </p:nvSpPr>
          <p:spPr>
            <a:xfrm>
              <a:off x="5832360" y="5746680"/>
              <a:ext cx="130320" cy="88920"/>
            </a:xfrm>
            <a:custGeom>
              <a:avLst/>
              <a:gdLst/>
              <a:ahLst/>
              <a:rect l="l" t="t" r="r" b="b"/>
              <a:pathLst>
                <a:path w="82" h="56">
                  <a:moveTo>
                    <a:pt x="81" y="21"/>
                  </a:moveTo>
                  <a:lnTo>
                    <a:pt x="81" y="21"/>
                  </a:lnTo>
                  <a:lnTo>
                    <a:pt x="81" y="21"/>
                  </a:lnTo>
                  <a:lnTo>
                    <a:pt x="81" y="24"/>
                  </a:lnTo>
                  <a:lnTo>
                    <a:pt x="81" y="24"/>
                  </a:lnTo>
                  <a:lnTo>
                    <a:pt x="81" y="25"/>
                  </a:lnTo>
                  <a:lnTo>
                    <a:pt x="81" y="31"/>
                  </a:lnTo>
                  <a:lnTo>
                    <a:pt x="78" y="35"/>
                  </a:lnTo>
                  <a:lnTo>
                    <a:pt x="78" y="36"/>
                  </a:lnTo>
                  <a:lnTo>
                    <a:pt x="76" y="38"/>
                  </a:lnTo>
                  <a:lnTo>
                    <a:pt x="76" y="38"/>
                  </a:lnTo>
                  <a:lnTo>
                    <a:pt x="72" y="38"/>
                  </a:lnTo>
                  <a:lnTo>
                    <a:pt x="65" y="43"/>
                  </a:lnTo>
                  <a:lnTo>
                    <a:pt x="65" y="46"/>
                  </a:lnTo>
                  <a:lnTo>
                    <a:pt x="58" y="46"/>
                  </a:lnTo>
                  <a:lnTo>
                    <a:pt x="56" y="46"/>
                  </a:lnTo>
                  <a:lnTo>
                    <a:pt x="50" y="46"/>
                  </a:lnTo>
                  <a:lnTo>
                    <a:pt x="45" y="47"/>
                  </a:lnTo>
                  <a:lnTo>
                    <a:pt x="43" y="47"/>
                  </a:lnTo>
                  <a:lnTo>
                    <a:pt x="37" y="47"/>
                  </a:lnTo>
                  <a:lnTo>
                    <a:pt x="32" y="54"/>
                  </a:lnTo>
                  <a:lnTo>
                    <a:pt x="21" y="55"/>
                  </a:lnTo>
                  <a:lnTo>
                    <a:pt x="16" y="54"/>
                  </a:lnTo>
                  <a:lnTo>
                    <a:pt x="9" y="47"/>
                  </a:lnTo>
                  <a:lnTo>
                    <a:pt x="2" y="47"/>
                  </a:lnTo>
                  <a:lnTo>
                    <a:pt x="2" y="46"/>
                  </a:lnTo>
                  <a:lnTo>
                    <a:pt x="2" y="46"/>
                  </a:lnTo>
                  <a:lnTo>
                    <a:pt x="2" y="46"/>
                  </a:lnTo>
                  <a:lnTo>
                    <a:pt x="0" y="44"/>
                  </a:lnTo>
                  <a:lnTo>
                    <a:pt x="0" y="38"/>
                  </a:lnTo>
                  <a:lnTo>
                    <a:pt x="2" y="35"/>
                  </a:lnTo>
                  <a:lnTo>
                    <a:pt x="4" y="25"/>
                  </a:lnTo>
                  <a:lnTo>
                    <a:pt x="9" y="21"/>
                  </a:lnTo>
                  <a:lnTo>
                    <a:pt x="14" y="20"/>
                  </a:lnTo>
                  <a:lnTo>
                    <a:pt x="15" y="12"/>
                  </a:lnTo>
                  <a:lnTo>
                    <a:pt x="16" y="9"/>
                  </a:lnTo>
                  <a:lnTo>
                    <a:pt x="17" y="9"/>
                  </a:lnTo>
                  <a:lnTo>
                    <a:pt x="21" y="7"/>
                  </a:lnTo>
                  <a:lnTo>
                    <a:pt x="25" y="3"/>
                  </a:lnTo>
                  <a:lnTo>
                    <a:pt x="26" y="3"/>
                  </a:lnTo>
                  <a:lnTo>
                    <a:pt x="32" y="0"/>
                  </a:lnTo>
                  <a:lnTo>
                    <a:pt x="32" y="0"/>
                  </a:lnTo>
                  <a:lnTo>
                    <a:pt x="32" y="0"/>
                  </a:lnTo>
                  <a:lnTo>
                    <a:pt x="32" y="0"/>
                  </a:lnTo>
                  <a:lnTo>
                    <a:pt x="34" y="0"/>
                  </a:lnTo>
                  <a:lnTo>
                    <a:pt x="37" y="0"/>
                  </a:lnTo>
                  <a:lnTo>
                    <a:pt x="41" y="0"/>
                  </a:lnTo>
                  <a:lnTo>
                    <a:pt x="43" y="0"/>
                  </a:lnTo>
                  <a:lnTo>
                    <a:pt x="45" y="0"/>
                  </a:lnTo>
                  <a:lnTo>
                    <a:pt x="50" y="3"/>
                  </a:lnTo>
                  <a:lnTo>
                    <a:pt x="57" y="3"/>
                  </a:lnTo>
                  <a:lnTo>
                    <a:pt x="62" y="5"/>
                  </a:lnTo>
                  <a:lnTo>
                    <a:pt x="65" y="9"/>
                  </a:lnTo>
                  <a:lnTo>
                    <a:pt x="72" y="9"/>
                  </a:lnTo>
                  <a:lnTo>
                    <a:pt x="78" y="12"/>
                  </a:lnTo>
                  <a:lnTo>
                    <a:pt x="78" y="19"/>
                  </a:lnTo>
                  <a:lnTo>
                    <a:pt x="81" y="21"/>
                  </a:lnTo>
                  <a:lnTo>
                    <a:pt x="81" y="21"/>
                  </a:lnTo>
                </a:path>
              </a:pathLst>
            </a:custGeom>
            <a:solidFill>
              <a:srgbClr val="ffc0b6"/>
            </a:solidFill>
            <a:ln w="9360">
              <a:solidFill>
                <a:srgbClr val="000000"/>
              </a:solidFill>
              <a:round/>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507" name=""/>
            <p:cNvSpPr/>
            <p:nvPr/>
          </p:nvSpPr>
          <p:spPr>
            <a:xfrm>
              <a:off x="5838840" y="5775480"/>
              <a:ext cx="55440" cy="47520"/>
            </a:xfrm>
            <a:custGeom>
              <a:avLst/>
              <a:gdLst/>
              <a:ahLst/>
              <a:rect l="l" t="t" r="r" b="b"/>
              <a:pathLst>
                <a:path w="35" h="30">
                  <a:moveTo>
                    <a:pt x="21" y="0"/>
                  </a:moveTo>
                  <a:lnTo>
                    <a:pt x="17" y="1"/>
                  </a:lnTo>
                  <a:lnTo>
                    <a:pt x="13" y="3"/>
                  </a:lnTo>
                  <a:lnTo>
                    <a:pt x="13" y="6"/>
                  </a:lnTo>
                  <a:lnTo>
                    <a:pt x="11" y="11"/>
                  </a:lnTo>
                  <a:lnTo>
                    <a:pt x="10" y="17"/>
                  </a:lnTo>
                  <a:lnTo>
                    <a:pt x="0" y="20"/>
                  </a:lnTo>
                  <a:lnTo>
                    <a:pt x="0" y="28"/>
                  </a:lnTo>
                  <a:lnTo>
                    <a:pt x="0" y="28"/>
                  </a:lnTo>
                  <a:lnTo>
                    <a:pt x="0" y="28"/>
                  </a:lnTo>
                  <a:lnTo>
                    <a:pt x="0" y="29"/>
                  </a:lnTo>
                  <a:lnTo>
                    <a:pt x="5" y="29"/>
                  </a:lnTo>
                  <a:lnTo>
                    <a:pt x="10" y="29"/>
                  </a:lnTo>
                  <a:lnTo>
                    <a:pt x="12" y="29"/>
                  </a:lnTo>
                  <a:lnTo>
                    <a:pt x="13" y="29"/>
                  </a:lnTo>
                  <a:lnTo>
                    <a:pt x="17" y="29"/>
                  </a:lnTo>
                  <a:lnTo>
                    <a:pt x="17" y="29"/>
                  </a:lnTo>
                  <a:lnTo>
                    <a:pt x="21" y="28"/>
                  </a:lnTo>
                  <a:lnTo>
                    <a:pt x="28" y="28"/>
                  </a:lnTo>
                  <a:lnTo>
                    <a:pt x="28" y="20"/>
                  </a:lnTo>
                  <a:lnTo>
                    <a:pt x="33" y="17"/>
                  </a:lnTo>
                  <a:lnTo>
                    <a:pt x="34" y="6"/>
                  </a:lnTo>
                  <a:lnTo>
                    <a:pt x="33" y="3"/>
                  </a:lnTo>
                  <a:lnTo>
                    <a:pt x="28" y="1"/>
                  </a:lnTo>
                  <a:lnTo>
                    <a:pt x="21" y="0"/>
                  </a:lnTo>
                  <a:lnTo>
                    <a:pt x="21" y="0"/>
                  </a:lnTo>
                </a:path>
              </a:pathLst>
            </a:custGeom>
            <a:solidFill>
              <a:srgbClr val="ffc0b6"/>
            </a:solidFill>
            <a:ln w="0">
              <a:noFill/>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3508" name=""/>
            <p:cNvSpPr/>
            <p:nvPr/>
          </p:nvSpPr>
          <p:spPr>
            <a:xfrm>
              <a:off x="5854680" y="5764320"/>
              <a:ext cx="139680" cy="77760"/>
            </a:xfrm>
            <a:custGeom>
              <a:avLst/>
              <a:gdLst/>
              <a:ahLst/>
              <a:rect l="l" t="t" r="r" b="b"/>
              <a:pathLst>
                <a:path w="88" h="49">
                  <a:moveTo>
                    <a:pt x="87" y="18"/>
                  </a:moveTo>
                  <a:lnTo>
                    <a:pt x="87" y="20"/>
                  </a:lnTo>
                  <a:lnTo>
                    <a:pt x="87" y="24"/>
                  </a:lnTo>
                  <a:lnTo>
                    <a:pt x="87" y="24"/>
                  </a:lnTo>
                  <a:lnTo>
                    <a:pt x="84" y="25"/>
                  </a:lnTo>
                  <a:lnTo>
                    <a:pt x="80" y="27"/>
                  </a:lnTo>
                  <a:lnTo>
                    <a:pt x="80" y="27"/>
                  </a:lnTo>
                  <a:lnTo>
                    <a:pt x="80" y="32"/>
                  </a:lnTo>
                  <a:lnTo>
                    <a:pt x="78" y="35"/>
                  </a:lnTo>
                  <a:lnTo>
                    <a:pt x="76" y="35"/>
                  </a:lnTo>
                  <a:lnTo>
                    <a:pt x="75" y="35"/>
                  </a:lnTo>
                  <a:lnTo>
                    <a:pt x="67" y="35"/>
                  </a:lnTo>
                  <a:lnTo>
                    <a:pt x="64" y="36"/>
                  </a:lnTo>
                  <a:lnTo>
                    <a:pt x="64" y="36"/>
                  </a:lnTo>
                  <a:lnTo>
                    <a:pt x="62" y="44"/>
                  </a:lnTo>
                  <a:lnTo>
                    <a:pt x="54" y="47"/>
                  </a:lnTo>
                  <a:lnTo>
                    <a:pt x="51" y="47"/>
                  </a:lnTo>
                  <a:lnTo>
                    <a:pt x="44" y="47"/>
                  </a:lnTo>
                  <a:lnTo>
                    <a:pt x="36" y="47"/>
                  </a:lnTo>
                  <a:lnTo>
                    <a:pt x="31" y="47"/>
                  </a:lnTo>
                  <a:lnTo>
                    <a:pt x="29" y="48"/>
                  </a:lnTo>
                  <a:lnTo>
                    <a:pt x="20" y="48"/>
                  </a:lnTo>
                  <a:lnTo>
                    <a:pt x="11" y="47"/>
                  </a:lnTo>
                  <a:lnTo>
                    <a:pt x="3" y="47"/>
                  </a:lnTo>
                  <a:lnTo>
                    <a:pt x="0" y="47"/>
                  </a:lnTo>
                  <a:lnTo>
                    <a:pt x="0" y="47"/>
                  </a:lnTo>
                  <a:lnTo>
                    <a:pt x="0" y="44"/>
                  </a:lnTo>
                  <a:lnTo>
                    <a:pt x="0" y="36"/>
                  </a:lnTo>
                  <a:lnTo>
                    <a:pt x="1" y="35"/>
                  </a:lnTo>
                  <a:lnTo>
                    <a:pt x="1" y="33"/>
                  </a:lnTo>
                  <a:lnTo>
                    <a:pt x="2" y="27"/>
                  </a:lnTo>
                  <a:lnTo>
                    <a:pt x="3" y="24"/>
                  </a:lnTo>
                  <a:lnTo>
                    <a:pt x="7" y="14"/>
                  </a:lnTo>
                  <a:lnTo>
                    <a:pt x="12" y="10"/>
                  </a:lnTo>
                  <a:lnTo>
                    <a:pt x="18" y="9"/>
                  </a:lnTo>
                  <a:lnTo>
                    <a:pt x="18" y="1"/>
                  </a:lnTo>
                  <a:lnTo>
                    <a:pt x="18" y="1"/>
                  </a:lnTo>
                  <a:lnTo>
                    <a:pt x="18" y="1"/>
                  </a:lnTo>
                  <a:lnTo>
                    <a:pt x="20" y="1"/>
                  </a:lnTo>
                  <a:lnTo>
                    <a:pt x="23" y="1"/>
                  </a:lnTo>
                  <a:lnTo>
                    <a:pt x="27" y="1"/>
                  </a:lnTo>
                  <a:lnTo>
                    <a:pt x="29" y="1"/>
                  </a:lnTo>
                  <a:lnTo>
                    <a:pt x="31" y="0"/>
                  </a:lnTo>
                  <a:lnTo>
                    <a:pt x="36" y="0"/>
                  </a:lnTo>
                  <a:lnTo>
                    <a:pt x="43" y="0"/>
                  </a:lnTo>
                  <a:lnTo>
                    <a:pt x="51" y="1"/>
                  </a:lnTo>
                  <a:lnTo>
                    <a:pt x="51" y="1"/>
                  </a:lnTo>
                  <a:lnTo>
                    <a:pt x="62" y="1"/>
                  </a:lnTo>
                  <a:lnTo>
                    <a:pt x="64" y="7"/>
                  </a:lnTo>
                  <a:lnTo>
                    <a:pt x="67" y="9"/>
                  </a:lnTo>
                  <a:lnTo>
                    <a:pt x="77" y="10"/>
                  </a:lnTo>
                  <a:lnTo>
                    <a:pt x="80" y="13"/>
                  </a:lnTo>
                  <a:lnTo>
                    <a:pt x="87" y="18"/>
                  </a:lnTo>
                  <a:lnTo>
                    <a:pt x="87" y="18"/>
                  </a:lnTo>
                </a:path>
              </a:pathLst>
            </a:custGeom>
            <a:solidFill>
              <a:srgbClr val="ffc0b6"/>
            </a:solidFill>
            <a:ln w="9360">
              <a:solidFill>
                <a:srgbClr val="000000"/>
              </a:solidFill>
              <a:round/>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509" name=""/>
            <p:cNvSpPr/>
            <p:nvPr/>
          </p:nvSpPr>
          <p:spPr>
            <a:xfrm>
              <a:off x="5935680" y="5780160"/>
              <a:ext cx="47520" cy="55440"/>
            </a:xfrm>
            <a:custGeom>
              <a:avLst/>
              <a:gdLst/>
              <a:ahLst/>
              <a:rect l="l" t="t" r="r" b="b"/>
              <a:pathLst>
                <a:path w="30" h="35">
                  <a:moveTo>
                    <a:pt x="16" y="3"/>
                  </a:moveTo>
                  <a:lnTo>
                    <a:pt x="16" y="3"/>
                  </a:lnTo>
                  <a:lnTo>
                    <a:pt x="16" y="3"/>
                  </a:lnTo>
                  <a:lnTo>
                    <a:pt x="16" y="3"/>
                  </a:lnTo>
                  <a:lnTo>
                    <a:pt x="13" y="0"/>
                  </a:lnTo>
                  <a:lnTo>
                    <a:pt x="13" y="0"/>
                  </a:lnTo>
                  <a:lnTo>
                    <a:pt x="13" y="0"/>
                  </a:lnTo>
                  <a:lnTo>
                    <a:pt x="13" y="3"/>
                  </a:lnTo>
                  <a:lnTo>
                    <a:pt x="13" y="3"/>
                  </a:lnTo>
                  <a:lnTo>
                    <a:pt x="13" y="4"/>
                  </a:lnTo>
                  <a:lnTo>
                    <a:pt x="13" y="14"/>
                  </a:lnTo>
                  <a:lnTo>
                    <a:pt x="11" y="17"/>
                  </a:lnTo>
                  <a:lnTo>
                    <a:pt x="7" y="20"/>
                  </a:lnTo>
                  <a:lnTo>
                    <a:pt x="7" y="22"/>
                  </a:lnTo>
                  <a:lnTo>
                    <a:pt x="7" y="25"/>
                  </a:lnTo>
                  <a:lnTo>
                    <a:pt x="0" y="25"/>
                  </a:lnTo>
                  <a:lnTo>
                    <a:pt x="0" y="25"/>
                  </a:lnTo>
                  <a:lnTo>
                    <a:pt x="0" y="25"/>
                  </a:lnTo>
                  <a:lnTo>
                    <a:pt x="0" y="26"/>
                  </a:lnTo>
                  <a:lnTo>
                    <a:pt x="0" y="26"/>
                  </a:lnTo>
                  <a:lnTo>
                    <a:pt x="0" y="34"/>
                  </a:lnTo>
                  <a:lnTo>
                    <a:pt x="0" y="34"/>
                  </a:lnTo>
                  <a:lnTo>
                    <a:pt x="0" y="33"/>
                  </a:lnTo>
                  <a:lnTo>
                    <a:pt x="0" y="26"/>
                  </a:lnTo>
                  <a:lnTo>
                    <a:pt x="7" y="26"/>
                  </a:lnTo>
                  <a:lnTo>
                    <a:pt x="11" y="26"/>
                  </a:lnTo>
                  <a:lnTo>
                    <a:pt x="13" y="25"/>
                  </a:lnTo>
                  <a:lnTo>
                    <a:pt x="15" y="25"/>
                  </a:lnTo>
                  <a:lnTo>
                    <a:pt x="16" y="25"/>
                  </a:lnTo>
                  <a:lnTo>
                    <a:pt x="24" y="25"/>
                  </a:lnTo>
                  <a:lnTo>
                    <a:pt x="26" y="22"/>
                  </a:lnTo>
                  <a:lnTo>
                    <a:pt x="27" y="20"/>
                  </a:lnTo>
                  <a:lnTo>
                    <a:pt x="27" y="17"/>
                  </a:lnTo>
                  <a:lnTo>
                    <a:pt x="29" y="17"/>
                  </a:lnTo>
                  <a:lnTo>
                    <a:pt x="29" y="15"/>
                  </a:lnTo>
                  <a:lnTo>
                    <a:pt x="29" y="14"/>
                  </a:lnTo>
                  <a:lnTo>
                    <a:pt x="29" y="8"/>
                  </a:lnTo>
                  <a:lnTo>
                    <a:pt x="16" y="3"/>
                  </a:lnTo>
                  <a:lnTo>
                    <a:pt x="16" y="3"/>
                  </a:lnTo>
                </a:path>
              </a:pathLst>
            </a:custGeom>
            <a:solidFill>
              <a:srgbClr val="ffc0b6"/>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3510" name=""/>
            <p:cNvSpPr/>
            <p:nvPr/>
          </p:nvSpPr>
          <p:spPr>
            <a:xfrm>
              <a:off x="5859360" y="5367240"/>
              <a:ext cx="209520" cy="436680"/>
            </a:xfrm>
            <a:custGeom>
              <a:avLst/>
              <a:gdLst/>
              <a:ahLst/>
              <a:rect l="l" t="t" r="r" b="b"/>
              <a:pathLst>
                <a:path w="132" h="275">
                  <a:moveTo>
                    <a:pt x="127" y="13"/>
                  </a:moveTo>
                  <a:lnTo>
                    <a:pt x="127" y="20"/>
                  </a:lnTo>
                  <a:lnTo>
                    <a:pt x="131" y="38"/>
                  </a:lnTo>
                  <a:lnTo>
                    <a:pt x="127" y="53"/>
                  </a:lnTo>
                  <a:lnTo>
                    <a:pt x="127" y="72"/>
                  </a:lnTo>
                  <a:lnTo>
                    <a:pt x="122" y="88"/>
                  </a:lnTo>
                  <a:lnTo>
                    <a:pt x="118" y="110"/>
                  </a:lnTo>
                  <a:lnTo>
                    <a:pt x="118" y="132"/>
                  </a:lnTo>
                  <a:lnTo>
                    <a:pt x="118" y="145"/>
                  </a:lnTo>
                  <a:lnTo>
                    <a:pt x="118" y="156"/>
                  </a:lnTo>
                  <a:lnTo>
                    <a:pt x="120" y="175"/>
                  </a:lnTo>
                  <a:lnTo>
                    <a:pt x="120" y="190"/>
                  </a:lnTo>
                  <a:lnTo>
                    <a:pt x="118" y="198"/>
                  </a:lnTo>
                  <a:lnTo>
                    <a:pt x="118" y="199"/>
                  </a:lnTo>
                  <a:lnTo>
                    <a:pt x="117" y="202"/>
                  </a:lnTo>
                  <a:lnTo>
                    <a:pt x="117" y="213"/>
                  </a:lnTo>
                  <a:lnTo>
                    <a:pt x="117" y="216"/>
                  </a:lnTo>
                  <a:lnTo>
                    <a:pt x="117" y="217"/>
                  </a:lnTo>
                  <a:lnTo>
                    <a:pt x="117" y="221"/>
                  </a:lnTo>
                  <a:lnTo>
                    <a:pt x="116" y="229"/>
                  </a:lnTo>
                  <a:lnTo>
                    <a:pt x="116" y="230"/>
                  </a:lnTo>
                  <a:lnTo>
                    <a:pt x="114" y="231"/>
                  </a:lnTo>
                  <a:lnTo>
                    <a:pt x="112" y="231"/>
                  </a:lnTo>
                  <a:lnTo>
                    <a:pt x="112" y="231"/>
                  </a:lnTo>
                  <a:lnTo>
                    <a:pt x="109" y="234"/>
                  </a:lnTo>
                  <a:lnTo>
                    <a:pt x="109" y="239"/>
                  </a:lnTo>
                  <a:lnTo>
                    <a:pt x="104" y="242"/>
                  </a:lnTo>
                  <a:lnTo>
                    <a:pt x="104" y="244"/>
                  </a:lnTo>
                  <a:lnTo>
                    <a:pt x="98" y="244"/>
                  </a:lnTo>
                  <a:lnTo>
                    <a:pt x="98" y="246"/>
                  </a:lnTo>
                  <a:lnTo>
                    <a:pt x="98" y="248"/>
                  </a:lnTo>
                  <a:lnTo>
                    <a:pt x="98" y="248"/>
                  </a:lnTo>
                  <a:lnTo>
                    <a:pt x="98" y="251"/>
                  </a:lnTo>
                  <a:lnTo>
                    <a:pt x="98" y="251"/>
                  </a:lnTo>
                  <a:lnTo>
                    <a:pt x="98" y="258"/>
                  </a:lnTo>
                  <a:lnTo>
                    <a:pt x="97" y="260"/>
                  </a:lnTo>
                  <a:lnTo>
                    <a:pt x="92" y="260"/>
                  </a:lnTo>
                  <a:lnTo>
                    <a:pt x="92" y="260"/>
                  </a:lnTo>
                  <a:lnTo>
                    <a:pt x="92" y="263"/>
                  </a:lnTo>
                  <a:lnTo>
                    <a:pt x="92" y="263"/>
                  </a:lnTo>
                  <a:lnTo>
                    <a:pt x="88" y="268"/>
                  </a:lnTo>
                  <a:lnTo>
                    <a:pt x="87" y="270"/>
                  </a:lnTo>
                  <a:lnTo>
                    <a:pt x="87" y="274"/>
                  </a:lnTo>
                  <a:lnTo>
                    <a:pt x="84" y="274"/>
                  </a:lnTo>
                  <a:lnTo>
                    <a:pt x="77" y="274"/>
                  </a:lnTo>
                  <a:lnTo>
                    <a:pt x="77" y="270"/>
                  </a:lnTo>
                  <a:lnTo>
                    <a:pt x="75" y="268"/>
                  </a:lnTo>
                  <a:lnTo>
                    <a:pt x="75" y="268"/>
                  </a:lnTo>
                  <a:lnTo>
                    <a:pt x="73" y="264"/>
                  </a:lnTo>
                  <a:lnTo>
                    <a:pt x="68" y="263"/>
                  </a:lnTo>
                  <a:lnTo>
                    <a:pt x="64" y="263"/>
                  </a:lnTo>
                  <a:lnTo>
                    <a:pt x="61" y="260"/>
                  </a:lnTo>
                  <a:lnTo>
                    <a:pt x="61" y="260"/>
                  </a:lnTo>
                  <a:lnTo>
                    <a:pt x="59" y="260"/>
                  </a:lnTo>
                  <a:lnTo>
                    <a:pt x="48" y="260"/>
                  </a:lnTo>
                  <a:lnTo>
                    <a:pt x="48" y="260"/>
                  </a:lnTo>
                  <a:lnTo>
                    <a:pt x="45" y="259"/>
                  </a:lnTo>
                  <a:lnTo>
                    <a:pt x="40" y="258"/>
                  </a:lnTo>
                  <a:lnTo>
                    <a:pt x="33" y="258"/>
                  </a:lnTo>
                  <a:lnTo>
                    <a:pt x="33" y="258"/>
                  </a:lnTo>
                  <a:lnTo>
                    <a:pt x="28" y="258"/>
                  </a:lnTo>
                  <a:lnTo>
                    <a:pt x="26" y="258"/>
                  </a:lnTo>
                  <a:lnTo>
                    <a:pt x="20" y="259"/>
                  </a:lnTo>
                  <a:lnTo>
                    <a:pt x="15" y="259"/>
                  </a:lnTo>
                  <a:lnTo>
                    <a:pt x="15" y="260"/>
                  </a:lnTo>
                  <a:lnTo>
                    <a:pt x="8" y="260"/>
                  </a:lnTo>
                  <a:lnTo>
                    <a:pt x="4" y="260"/>
                  </a:lnTo>
                  <a:lnTo>
                    <a:pt x="4" y="260"/>
                  </a:lnTo>
                  <a:lnTo>
                    <a:pt x="4" y="259"/>
                  </a:lnTo>
                  <a:lnTo>
                    <a:pt x="0" y="251"/>
                  </a:lnTo>
                  <a:lnTo>
                    <a:pt x="0" y="250"/>
                  </a:lnTo>
                  <a:lnTo>
                    <a:pt x="0" y="248"/>
                  </a:lnTo>
                  <a:lnTo>
                    <a:pt x="4" y="244"/>
                  </a:lnTo>
                  <a:lnTo>
                    <a:pt x="8" y="242"/>
                  </a:lnTo>
                  <a:lnTo>
                    <a:pt x="8" y="237"/>
                  </a:lnTo>
                  <a:lnTo>
                    <a:pt x="9" y="234"/>
                  </a:lnTo>
                  <a:lnTo>
                    <a:pt x="15" y="231"/>
                  </a:lnTo>
                  <a:lnTo>
                    <a:pt x="15" y="231"/>
                  </a:lnTo>
                  <a:lnTo>
                    <a:pt x="15" y="231"/>
                  </a:lnTo>
                  <a:lnTo>
                    <a:pt x="17" y="229"/>
                  </a:lnTo>
                  <a:lnTo>
                    <a:pt x="20" y="229"/>
                  </a:lnTo>
                  <a:lnTo>
                    <a:pt x="21" y="221"/>
                  </a:lnTo>
                  <a:lnTo>
                    <a:pt x="26" y="218"/>
                  </a:lnTo>
                  <a:lnTo>
                    <a:pt x="28" y="217"/>
                  </a:lnTo>
                  <a:lnTo>
                    <a:pt x="31" y="217"/>
                  </a:lnTo>
                  <a:lnTo>
                    <a:pt x="33" y="217"/>
                  </a:lnTo>
                  <a:lnTo>
                    <a:pt x="37" y="216"/>
                  </a:lnTo>
                  <a:lnTo>
                    <a:pt x="40" y="215"/>
                  </a:lnTo>
                  <a:lnTo>
                    <a:pt x="41" y="215"/>
                  </a:lnTo>
                  <a:lnTo>
                    <a:pt x="41" y="210"/>
                  </a:lnTo>
                  <a:lnTo>
                    <a:pt x="41" y="202"/>
                  </a:lnTo>
                  <a:lnTo>
                    <a:pt x="41" y="202"/>
                  </a:lnTo>
                  <a:lnTo>
                    <a:pt x="48" y="199"/>
                  </a:lnTo>
                  <a:lnTo>
                    <a:pt x="48" y="197"/>
                  </a:lnTo>
                  <a:lnTo>
                    <a:pt x="48" y="193"/>
                  </a:lnTo>
                  <a:lnTo>
                    <a:pt x="48" y="193"/>
                  </a:lnTo>
                  <a:lnTo>
                    <a:pt x="48" y="190"/>
                  </a:lnTo>
                  <a:lnTo>
                    <a:pt x="48" y="187"/>
                  </a:lnTo>
                  <a:lnTo>
                    <a:pt x="48" y="187"/>
                  </a:lnTo>
                  <a:lnTo>
                    <a:pt x="51" y="177"/>
                  </a:lnTo>
                  <a:lnTo>
                    <a:pt x="55" y="173"/>
                  </a:lnTo>
                  <a:lnTo>
                    <a:pt x="55" y="168"/>
                  </a:lnTo>
                  <a:lnTo>
                    <a:pt x="55" y="166"/>
                  </a:lnTo>
                  <a:lnTo>
                    <a:pt x="59" y="163"/>
                  </a:lnTo>
                  <a:lnTo>
                    <a:pt x="59" y="152"/>
                  </a:lnTo>
                  <a:lnTo>
                    <a:pt x="55" y="143"/>
                  </a:lnTo>
                  <a:lnTo>
                    <a:pt x="55" y="123"/>
                  </a:lnTo>
                  <a:lnTo>
                    <a:pt x="55" y="105"/>
                  </a:lnTo>
                  <a:lnTo>
                    <a:pt x="55" y="91"/>
                  </a:lnTo>
                  <a:lnTo>
                    <a:pt x="55" y="88"/>
                  </a:lnTo>
                  <a:lnTo>
                    <a:pt x="55" y="76"/>
                  </a:lnTo>
                  <a:lnTo>
                    <a:pt x="48" y="68"/>
                  </a:lnTo>
                  <a:lnTo>
                    <a:pt x="48" y="56"/>
                  </a:lnTo>
                  <a:lnTo>
                    <a:pt x="48" y="42"/>
                  </a:lnTo>
                  <a:lnTo>
                    <a:pt x="48" y="38"/>
                  </a:lnTo>
                  <a:lnTo>
                    <a:pt x="48" y="30"/>
                  </a:lnTo>
                  <a:lnTo>
                    <a:pt x="48" y="20"/>
                  </a:lnTo>
                  <a:lnTo>
                    <a:pt x="48" y="20"/>
                  </a:lnTo>
                  <a:lnTo>
                    <a:pt x="48" y="20"/>
                  </a:lnTo>
                  <a:lnTo>
                    <a:pt x="48" y="16"/>
                  </a:lnTo>
                  <a:lnTo>
                    <a:pt x="59" y="15"/>
                  </a:lnTo>
                  <a:lnTo>
                    <a:pt x="61" y="13"/>
                  </a:lnTo>
                  <a:lnTo>
                    <a:pt x="64" y="9"/>
                  </a:lnTo>
                  <a:lnTo>
                    <a:pt x="74" y="9"/>
                  </a:lnTo>
                  <a:lnTo>
                    <a:pt x="77" y="6"/>
                  </a:lnTo>
                  <a:lnTo>
                    <a:pt x="87" y="2"/>
                  </a:lnTo>
                  <a:lnTo>
                    <a:pt x="92" y="0"/>
                  </a:lnTo>
                  <a:lnTo>
                    <a:pt x="98" y="0"/>
                  </a:lnTo>
                  <a:lnTo>
                    <a:pt x="105" y="0"/>
                  </a:lnTo>
                  <a:lnTo>
                    <a:pt x="112" y="2"/>
                  </a:lnTo>
                  <a:lnTo>
                    <a:pt x="117" y="2"/>
                  </a:lnTo>
                  <a:lnTo>
                    <a:pt x="120" y="9"/>
                  </a:lnTo>
                  <a:lnTo>
                    <a:pt x="127" y="13"/>
                  </a:lnTo>
                  <a:lnTo>
                    <a:pt x="127" y="13"/>
                  </a:lnTo>
                </a:path>
              </a:pathLst>
            </a:custGeom>
            <a:solidFill>
              <a:srgbClr val="626200"/>
            </a:solid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11" name=""/>
            <p:cNvSpPr/>
            <p:nvPr/>
          </p:nvSpPr>
          <p:spPr>
            <a:xfrm>
              <a:off x="5961240" y="5391000"/>
              <a:ext cx="101520" cy="255600"/>
            </a:xfrm>
            <a:custGeom>
              <a:avLst/>
              <a:gdLst/>
              <a:ahLst/>
              <a:rect l="l" t="t" r="r" b="b"/>
              <a:pathLst>
                <a:path w="64" h="161">
                  <a:moveTo>
                    <a:pt x="0" y="5"/>
                  </a:moveTo>
                  <a:lnTo>
                    <a:pt x="0" y="9"/>
                  </a:lnTo>
                  <a:lnTo>
                    <a:pt x="0" y="15"/>
                  </a:lnTo>
                  <a:lnTo>
                    <a:pt x="4" y="15"/>
                  </a:lnTo>
                  <a:lnTo>
                    <a:pt x="8" y="15"/>
                  </a:lnTo>
                  <a:lnTo>
                    <a:pt x="9" y="23"/>
                  </a:lnTo>
                  <a:lnTo>
                    <a:pt x="10" y="23"/>
                  </a:lnTo>
                  <a:lnTo>
                    <a:pt x="11" y="25"/>
                  </a:lnTo>
                  <a:lnTo>
                    <a:pt x="11" y="26"/>
                  </a:lnTo>
                  <a:lnTo>
                    <a:pt x="11" y="28"/>
                  </a:lnTo>
                  <a:lnTo>
                    <a:pt x="11" y="37"/>
                  </a:lnTo>
                  <a:lnTo>
                    <a:pt x="13" y="41"/>
                  </a:lnTo>
                  <a:lnTo>
                    <a:pt x="13" y="41"/>
                  </a:lnTo>
                  <a:lnTo>
                    <a:pt x="13" y="45"/>
                  </a:lnTo>
                  <a:lnTo>
                    <a:pt x="20" y="49"/>
                  </a:lnTo>
                  <a:lnTo>
                    <a:pt x="23" y="57"/>
                  </a:lnTo>
                  <a:lnTo>
                    <a:pt x="23" y="58"/>
                  </a:lnTo>
                  <a:lnTo>
                    <a:pt x="24" y="58"/>
                  </a:lnTo>
                  <a:lnTo>
                    <a:pt x="28" y="58"/>
                  </a:lnTo>
                  <a:lnTo>
                    <a:pt x="28" y="62"/>
                  </a:lnTo>
                  <a:lnTo>
                    <a:pt x="33" y="64"/>
                  </a:lnTo>
                  <a:lnTo>
                    <a:pt x="34" y="73"/>
                  </a:lnTo>
                  <a:lnTo>
                    <a:pt x="34" y="73"/>
                  </a:lnTo>
                  <a:lnTo>
                    <a:pt x="39" y="78"/>
                  </a:lnTo>
                  <a:lnTo>
                    <a:pt x="39" y="89"/>
                  </a:lnTo>
                  <a:lnTo>
                    <a:pt x="34" y="104"/>
                  </a:lnTo>
                  <a:lnTo>
                    <a:pt x="34" y="134"/>
                  </a:lnTo>
                  <a:lnTo>
                    <a:pt x="40" y="160"/>
                  </a:lnTo>
                  <a:lnTo>
                    <a:pt x="40" y="158"/>
                  </a:lnTo>
                  <a:lnTo>
                    <a:pt x="45" y="138"/>
                  </a:lnTo>
                  <a:lnTo>
                    <a:pt x="48" y="129"/>
                  </a:lnTo>
                  <a:lnTo>
                    <a:pt x="48" y="117"/>
                  </a:lnTo>
                  <a:lnTo>
                    <a:pt x="48" y="109"/>
                  </a:lnTo>
                  <a:lnTo>
                    <a:pt x="48" y="104"/>
                  </a:lnTo>
                  <a:lnTo>
                    <a:pt x="48" y="102"/>
                  </a:lnTo>
                  <a:lnTo>
                    <a:pt x="48" y="95"/>
                  </a:lnTo>
                  <a:lnTo>
                    <a:pt x="48" y="90"/>
                  </a:lnTo>
                  <a:lnTo>
                    <a:pt x="50" y="89"/>
                  </a:lnTo>
                  <a:lnTo>
                    <a:pt x="52" y="78"/>
                  </a:lnTo>
                  <a:lnTo>
                    <a:pt x="52" y="76"/>
                  </a:lnTo>
                  <a:lnTo>
                    <a:pt x="53" y="73"/>
                  </a:lnTo>
                  <a:lnTo>
                    <a:pt x="53" y="73"/>
                  </a:lnTo>
                  <a:lnTo>
                    <a:pt x="53" y="62"/>
                  </a:lnTo>
                  <a:lnTo>
                    <a:pt x="54" y="58"/>
                  </a:lnTo>
                  <a:lnTo>
                    <a:pt x="56" y="49"/>
                  </a:lnTo>
                  <a:lnTo>
                    <a:pt x="63" y="41"/>
                  </a:lnTo>
                  <a:lnTo>
                    <a:pt x="63" y="27"/>
                  </a:lnTo>
                  <a:lnTo>
                    <a:pt x="63" y="23"/>
                  </a:lnTo>
                  <a:lnTo>
                    <a:pt x="63" y="16"/>
                  </a:lnTo>
                  <a:lnTo>
                    <a:pt x="63" y="15"/>
                  </a:lnTo>
                  <a:lnTo>
                    <a:pt x="63" y="15"/>
                  </a:lnTo>
                  <a:lnTo>
                    <a:pt x="58" y="14"/>
                  </a:lnTo>
                  <a:lnTo>
                    <a:pt x="54" y="5"/>
                  </a:lnTo>
                  <a:lnTo>
                    <a:pt x="53" y="5"/>
                  </a:lnTo>
                  <a:lnTo>
                    <a:pt x="52" y="5"/>
                  </a:lnTo>
                  <a:lnTo>
                    <a:pt x="48" y="1"/>
                  </a:lnTo>
                  <a:lnTo>
                    <a:pt x="41" y="1"/>
                  </a:lnTo>
                  <a:lnTo>
                    <a:pt x="34" y="1"/>
                  </a:lnTo>
                  <a:lnTo>
                    <a:pt x="33" y="0"/>
                  </a:lnTo>
                  <a:lnTo>
                    <a:pt x="28" y="0"/>
                  </a:lnTo>
                  <a:lnTo>
                    <a:pt x="24" y="1"/>
                  </a:lnTo>
                  <a:lnTo>
                    <a:pt x="17" y="1"/>
                  </a:lnTo>
                  <a:lnTo>
                    <a:pt x="11" y="5"/>
                  </a:lnTo>
                  <a:lnTo>
                    <a:pt x="10" y="5"/>
                  </a:lnTo>
                  <a:lnTo>
                    <a:pt x="0" y="5"/>
                  </a:lnTo>
                  <a:lnTo>
                    <a:pt x="0" y="5"/>
                  </a:lnTo>
                </a:path>
              </a:pathLst>
            </a:custGeom>
            <a:solidFill>
              <a:srgbClr val="626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12" name=""/>
            <p:cNvSpPr/>
            <p:nvPr/>
          </p:nvSpPr>
          <p:spPr>
            <a:xfrm>
              <a:off x="4707000" y="5451480"/>
              <a:ext cx="322200" cy="176040"/>
            </a:xfrm>
            <a:custGeom>
              <a:avLst/>
              <a:gdLst/>
              <a:ahLst/>
              <a:rect l="l" t="t" r="r" b="b"/>
              <a:pathLst>
                <a:path w="203" h="111">
                  <a:moveTo>
                    <a:pt x="202" y="0"/>
                  </a:moveTo>
                  <a:lnTo>
                    <a:pt x="202" y="3"/>
                  </a:lnTo>
                  <a:lnTo>
                    <a:pt x="202" y="11"/>
                  </a:lnTo>
                  <a:lnTo>
                    <a:pt x="202" y="20"/>
                  </a:lnTo>
                  <a:lnTo>
                    <a:pt x="202" y="20"/>
                  </a:lnTo>
                  <a:lnTo>
                    <a:pt x="202" y="23"/>
                  </a:lnTo>
                  <a:lnTo>
                    <a:pt x="202" y="24"/>
                  </a:lnTo>
                  <a:lnTo>
                    <a:pt x="202" y="25"/>
                  </a:lnTo>
                  <a:lnTo>
                    <a:pt x="202" y="35"/>
                  </a:lnTo>
                  <a:lnTo>
                    <a:pt x="202" y="35"/>
                  </a:lnTo>
                  <a:lnTo>
                    <a:pt x="201" y="40"/>
                  </a:lnTo>
                  <a:lnTo>
                    <a:pt x="201" y="43"/>
                  </a:lnTo>
                  <a:lnTo>
                    <a:pt x="201" y="51"/>
                  </a:lnTo>
                  <a:lnTo>
                    <a:pt x="196" y="51"/>
                  </a:lnTo>
                  <a:lnTo>
                    <a:pt x="193" y="52"/>
                  </a:lnTo>
                  <a:lnTo>
                    <a:pt x="196" y="52"/>
                  </a:lnTo>
                  <a:lnTo>
                    <a:pt x="196" y="57"/>
                  </a:lnTo>
                  <a:lnTo>
                    <a:pt x="201" y="57"/>
                  </a:lnTo>
                  <a:lnTo>
                    <a:pt x="201" y="57"/>
                  </a:lnTo>
                  <a:lnTo>
                    <a:pt x="201" y="64"/>
                  </a:lnTo>
                  <a:lnTo>
                    <a:pt x="200" y="66"/>
                  </a:lnTo>
                  <a:lnTo>
                    <a:pt x="193" y="66"/>
                  </a:lnTo>
                  <a:lnTo>
                    <a:pt x="193" y="70"/>
                  </a:lnTo>
                  <a:lnTo>
                    <a:pt x="191" y="74"/>
                  </a:lnTo>
                  <a:lnTo>
                    <a:pt x="189" y="76"/>
                  </a:lnTo>
                  <a:lnTo>
                    <a:pt x="189" y="76"/>
                  </a:lnTo>
                  <a:lnTo>
                    <a:pt x="189" y="80"/>
                  </a:lnTo>
                  <a:lnTo>
                    <a:pt x="189" y="85"/>
                  </a:lnTo>
                  <a:lnTo>
                    <a:pt x="189" y="85"/>
                  </a:lnTo>
                  <a:lnTo>
                    <a:pt x="185" y="88"/>
                  </a:lnTo>
                  <a:lnTo>
                    <a:pt x="185" y="90"/>
                  </a:lnTo>
                  <a:lnTo>
                    <a:pt x="185" y="90"/>
                  </a:lnTo>
                  <a:lnTo>
                    <a:pt x="185" y="92"/>
                  </a:lnTo>
                  <a:lnTo>
                    <a:pt x="182" y="92"/>
                  </a:lnTo>
                  <a:lnTo>
                    <a:pt x="181" y="92"/>
                  </a:lnTo>
                  <a:lnTo>
                    <a:pt x="176" y="92"/>
                  </a:lnTo>
                  <a:lnTo>
                    <a:pt x="176" y="92"/>
                  </a:lnTo>
                  <a:lnTo>
                    <a:pt x="174" y="92"/>
                  </a:lnTo>
                  <a:lnTo>
                    <a:pt x="171" y="92"/>
                  </a:lnTo>
                  <a:lnTo>
                    <a:pt x="170" y="92"/>
                  </a:lnTo>
                  <a:lnTo>
                    <a:pt x="169" y="95"/>
                  </a:lnTo>
                  <a:lnTo>
                    <a:pt x="165" y="96"/>
                  </a:lnTo>
                  <a:lnTo>
                    <a:pt x="164" y="98"/>
                  </a:lnTo>
                  <a:lnTo>
                    <a:pt x="156" y="99"/>
                  </a:lnTo>
                  <a:lnTo>
                    <a:pt x="156" y="99"/>
                  </a:lnTo>
                  <a:lnTo>
                    <a:pt x="153" y="98"/>
                  </a:lnTo>
                  <a:lnTo>
                    <a:pt x="146" y="99"/>
                  </a:lnTo>
                  <a:lnTo>
                    <a:pt x="144" y="99"/>
                  </a:lnTo>
                  <a:lnTo>
                    <a:pt x="142" y="103"/>
                  </a:lnTo>
                  <a:lnTo>
                    <a:pt x="136" y="110"/>
                  </a:lnTo>
                  <a:lnTo>
                    <a:pt x="136" y="110"/>
                  </a:lnTo>
                  <a:lnTo>
                    <a:pt x="135" y="110"/>
                  </a:lnTo>
                  <a:lnTo>
                    <a:pt x="133" y="103"/>
                  </a:lnTo>
                  <a:lnTo>
                    <a:pt x="132" y="103"/>
                  </a:lnTo>
                  <a:lnTo>
                    <a:pt x="126" y="99"/>
                  </a:lnTo>
                  <a:lnTo>
                    <a:pt x="126" y="99"/>
                  </a:lnTo>
                  <a:lnTo>
                    <a:pt x="125" y="99"/>
                  </a:lnTo>
                  <a:lnTo>
                    <a:pt x="125" y="99"/>
                  </a:lnTo>
                  <a:lnTo>
                    <a:pt x="121" y="98"/>
                  </a:lnTo>
                  <a:lnTo>
                    <a:pt x="118" y="95"/>
                  </a:lnTo>
                  <a:lnTo>
                    <a:pt x="116" y="92"/>
                  </a:lnTo>
                  <a:lnTo>
                    <a:pt x="116" y="92"/>
                  </a:lnTo>
                  <a:lnTo>
                    <a:pt x="114" y="90"/>
                  </a:lnTo>
                  <a:lnTo>
                    <a:pt x="110" y="85"/>
                  </a:lnTo>
                  <a:lnTo>
                    <a:pt x="110" y="80"/>
                  </a:lnTo>
                  <a:lnTo>
                    <a:pt x="103" y="76"/>
                  </a:lnTo>
                  <a:lnTo>
                    <a:pt x="101" y="76"/>
                  </a:lnTo>
                  <a:lnTo>
                    <a:pt x="101" y="70"/>
                  </a:lnTo>
                  <a:lnTo>
                    <a:pt x="98" y="66"/>
                  </a:lnTo>
                  <a:lnTo>
                    <a:pt x="95" y="66"/>
                  </a:lnTo>
                  <a:lnTo>
                    <a:pt x="95" y="66"/>
                  </a:lnTo>
                  <a:lnTo>
                    <a:pt x="89" y="64"/>
                  </a:lnTo>
                  <a:lnTo>
                    <a:pt x="89" y="61"/>
                  </a:lnTo>
                  <a:lnTo>
                    <a:pt x="86" y="57"/>
                  </a:lnTo>
                  <a:lnTo>
                    <a:pt x="83" y="57"/>
                  </a:lnTo>
                  <a:lnTo>
                    <a:pt x="83" y="55"/>
                  </a:lnTo>
                  <a:lnTo>
                    <a:pt x="83" y="51"/>
                  </a:lnTo>
                  <a:lnTo>
                    <a:pt x="83" y="43"/>
                  </a:lnTo>
                  <a:lnTo>
                    <a:pt x="78" y="40"/>
                  </a:lnTo>
                  <a:lnTo>
                    <a:pt x="70" y="38"/>
                  </a:lnTo>
                  <a:lnTo>
                    <a:pt x="70" y="38"/>
                  </a:lnTo>
                  <a:lnTo>
                    <a:pt x="70" y="38"/>
                  </a:lnTo>
                  <a:lnTo>
                    <a:pt x="67" y="38"/>
                  </a:lnTo>
                  <a:lnTo>
                    <a:pt x="63" y="38"/>
                  </a:lnTo>
                  <a:lnTo>
                    <a:pt x="60" y="35"/>
                  </a:lnTo>
                  <a:lnTo>
                    <a:pt x="58" y="35"/>
                  </a:lnTo>
                  <a:lnTo>
                    <a:pt x="57" y="35"/>
                  </a:lnTo>
                  <a:lnTo>
                    <a:pt x="57" y="38"/>
                  </a:lnTo>
                  <a:lnTo>
                    <a:pt x="57" y="40"/>
                  </a:lnTo>
                  <a:lnTo>
                    <a:pt x="55" y="41"/>
                  </a:lnTo>
                  <a:lnTo>
                    <a:pt x="55" y="47"/>
                  </a:lnTo>
                  <a:lnTo>
                    <a:pt x="47" y="51"/>
                  </a:lnTo>
                  <a:lnTo>
                    <a:pt x="44" y="47"/>
                  </a:lnTo>
                  <a:lnTo>
                    <a:pt x="44" y="47"/>
                  </a:lnTo>
                  <a:lnTo>
                    <a:pt x="42" y="41"/>
                  </a:lnTo>
                  <a:lnTo>
                    <a:pt x="41" y="41"/>
                  </a:lnTo>
                  <a:lnTo>
                    <a:pt x="41" y="40"/>
                  </a:lnTo>
                  <a:lnTo>
                    <a:pt x="41" y="40"/>
                  </a:lnTo>
                  <a:lnTo>
                    <a:pt x="36" y="40"/>
                  </a:lnTo>
                  <a:lnTo>
                    <a:pt x="36" y="40"/>
                  </a:lnTo>
                  <a:lnTo>
                    <a:pt x="36" y="40"/>
                  </a:lnTo>
                  <a:lnTo>
                    <a:pt x="32" y="41"/>
                  </a:lnTo>
                  <a:lnTo>
                    <a:pt x="30" y="41"/>
                  </a:lnTo>
                  <a:lnTo>
                    <a:pt x="24" y="40"/>
                  </a:lnTo>
                  <a:lnTo>
                    <a:pt x="24" y="40"/>
                  </a:lnTo>
                  <a:lnTo>
                    <a:pt x="23" y="38"/>
                  </a:lnTo>
                  <a:lnTo>
                    <a:pt x="23" y="38"/>
                  </a:lnTo>
                  <a:lnTo>
                    <a:pt x="22" y="35"/>
                  </a:lnTo>
                  <a:lnTo>
                    <a:pt x="20" y="35"/>
                  </a:lnTo>
                  <a:lnTo>
                    <a:pt x="20" y="32"/>
                  </a:lnTo>
                  <a:lnTo>
                    <a:pt x="12" y="25"/>
                  </a:lnTo>
                  <a:lnTo>
                    <a:pt x="10" y="24"/>
                  </a:lnTo>
                  <a:lnTo>
                    <a:pt x="8" y="20"/>
                  </a:lnTo>
                  <a:lnTo>
                    <a:pt x="7" y="20"/>
                  </a:lnTo>
                  <a:lnTo>
                    <a:pt x="1" y="19"/>
                  </a:lnTo>
                  <a:lnTo>
                    <a:pt x="0" y="11"/>
                  </a:lnTo>
                  <a:lnTo>
                    <a:pt x="0" y="7"/>
                  </a:lnTo>
                  <a:lnTo>
                    <a:pt x="0" y="3"/>
                  </a:lnTo>
                  <a:lnTo>
                    <a:pt x="0" y="3"/>
                  </a:lnTo>
                  <a:lnTo>
                    <a:pt x="0" y="3"/>
                  </a:lnTo>
                  <a:lnTo>
                    <a:pt x="0" y="0"/>
                  </a:lnTo>
                  <a:lnTo>
                    <a:pt x="202" y="0"/>
                  </a:lnTo>
                  <a:lnTo>
                    <a:pt x="202"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13" name=""/>
            <p:cNvSpPr/>
            <p:nvPr/>
          </p:nvSpPr>
          <p:spPr>
            <a:xfrm>
              <a:off x="6086520" y="5451480"/>
              <a:ext cx="171360" cy="84240"/>
            </a:xfrm>
            <a:custGeom>
              <a:avLst/>
              <a:gdLst/>
              <a:ahLst/>
              <a:rect l="l" t="t" r="r" b="b"/>
              <a:pathLst>
                <a:path w="108" h="53">
                  <a:moveTo>
                    <a:pt x="107" y="0"/>
                  </a:moveTo>
                  <a:lnTo>
                    <a:pt x="107" y="3"/>
                  </a:lnTo>
                  <a:lnTo>
                    <a:pt x="107" y="3"/>
                  </a:lnTo>
                  <a:lnTo>
                    <a:pt x="107" y="7"/>
                  </a:lnTo>
                  <a:lnTo>
                    <a:pt x="107" y="11"/>
                  </a:lnTo>
                  <a:lnTo>
                    <a:pt x="105" y="15"/>
                  </a:lnTo>
                  <a:lnTo>
                    <a:pt x="105" y="20"/>
                  </a:lnTo>
                  <a:lnTo>
                    <a:pt x="105" y="20"/>
                  </a:lnTo>
                  <a:lnTo>
                    <a:pt x="105" y="23"/>
                  </a:lnTo>
                  <a:lnTo>
                    <a:pt x="105" y="24"/>
                  </a:lnTo>
                  <a:lnTo>
                    <a:pt x="103" y="26"/>
                  </a:lnTo>
                  <a:lnTo>
                    <a:pt x="103" y="35"/>
                  </a:lnTo>
                  <a:lnTo>
                    <a:pt x="100" y="35"/>
                  </a:lnTo>
                  <a:lnTo>
                    <a:pt x="100" y="35"/>
                  </a:lnTo>
                  <a:lnTo>
                    <a:pt x="100" y="35"/>
                  </a:lnTo>
                  <a:lnTo>
                    <a:pt x="100" y="38"/>
                  </a:lnTo>
                  <a:lnTo>
                    <a:pt x="100" y="38"/>
                  </a:lnTo>
                  <a:lnTo>
                    <a:pt x="95" y="40"/>
                  </a:lnTo>
                  <a:lnTo>
                    <a:pt x="94" y="43"/>
                  </a:lnTo>
                  <a:lnTo>
                    <a:pt x="90" y="47"/>
                  </a:lnTo>
                  <a:lnTo>
                    <a:pt x="90" y="51"/>
                  </a:lnTo>
                  <a:lnTo>
                    <a:pt x="86" y="51"/>
                  </a:lnTo>
                  <a:lnTo>
                    <a:pt x="85" y="51"/>
                  </a:lnTo>
                  <a:lnTo>
                    <a:pt x="85" y="52"/>
                  </a:lnTo>
                  <a:lnTo>
                    <a:pt x="85" y="52"/>
                  </a:lnTo>
                  <a:lnTo>
                    <a:pt x="85" y="52"/>
                  </a:lnTo>
                  <a:lnTo>
                    <a:pt x="83" y="52"/>
                  </a:lnTo>
                  <a:lnTo>
                    <a:pt x="80" y="51"/>
                  </a:lnTo>
                  <a:lnTo>
                    <a:pt x="80" y="51"/>
                  </a:lnTo>
                  <a:lnTo>
                    <a:pt x="76" y="47"/>
                  </a:lnTo>
                  <a:lnTo>
                    <a:pt x="75" y="43"/>
                  </a:lnTo>
                  <a:lnTo>
                    <a:pt x="73" y="43"/>
                  </a:lnTo>
                  <a:lnTo>
                    <a:pt x="66" y="47"/>
                  </a:lnTo>
                  <a:lnTo>
                    <a:pt x="65" y="47"/>
                  </a:lnTo>
                  <a:lnTo>
                    <a:pt x="64" y="47"/>
                  </a:lnTo>
                  <a:lnTo>
                    <a:pt x="64" y="47"/>
                  </a:lnTo>
                  <a:lnTo>
                    <a:pt x="64" y="41"/>
                  </a:lnTo>
                  <a:lnTo>
                    <a:pt x="63" y="38"/>
                  </a:lnTo>
                  <a:lnTo>
                    <a:pt x="58" y="35"/>
                  </a:lnTo>
                  <a:lnTo>
                    <a:pt x="58" y="35"/>
                  </a:lnTo>
                  <a:lnTo>
                    <a:pt x="54" y="35"/>
                  </a:lnTo>
                  <a:lnTo>
                    <a:pt x="54" y="32"/>
                  </a:lnTo>
                  <a:lnTo>
                    <a:pt x="54" y="26"/>
                  </a:lnTo>
                  <a:lnTo>
                    <a:pt x="50" y="25"/>
                  </a:lnTo>
                  <a:lnTo>
                    <a:pt x="48" y="24"/>
                  </a:lnTo>
                  <a:lnTo>
                    <a:pt x="48" y="24"/>
                  </a:lnTo>
                  <a:lnTo>
                    <a:pt x="47" y="24"/>
                  </a:lnTo>
                  <a:lnTo>
                    <a:pt x="37" y="24"/>
                  </a:lnTo>
                  <a:lnTo>
                    <a:pt x="34" y="23"/>
                  </a:lnTo>
                  <a:lnTo>
                    <a:pt x="30" y="23"/>
                  </a:lnTo>
                  <a:lnTo>
                    <a:pt x="27" y="20"/>
                  </a:lnTo>
                  <a:lnTo>
                    <a:pt x="23" y="20"/>
                  </a:lnTo>
                  <a:lnTo>
                    <a:pt x="17" y="19"/>
                  </a:lnTo>
                  <a:lnTo>
                    <a:pt x="17" y="11"/>
                  </a:lnTo>
                  <a:lnTo>
                    <a:pt x="17" y="11"/>
                  </a:lnTo>
                  <a:lnTo>
                    <a:pt x="15" y="4"/>
                  </a:lnTo>
                  <a:lnTo>
                    <a:pt x="15" y="3"/>
                  </a:lnTo>
                  <a:lnTo>
                    <a:pt x="15" y="3"/>
                  </a:lnTo>
                  <a:lnTo>
                    <a:pt x="11" y="3"/>
                  </a:lnTo>
                  <a:lnTo>
                    <a:pt x="11" y="3"/>
                  </a:lnTo>
                  <a:lnTo>
                    <a:pt x="10" y="3"/>
                  </a:lnTo>
                  <a:lnTo>
                    <a:pt x="10" y="2"/>
                  </a:lnTo>
                  <a:lnTo>
                    <a:pt x="6" y="2"/>
                  </a:lnTo>
                  <a:lnTo>
                    <a:pt x="0" y="2"/>
                  </a:lnTo>
                  <a:lnTo>
                    <a:pt x="0" y="0"/>
                  </a:lnTo>
                  <a:lnTo>
                    <a:pt x="107" y="0"/>
                  </a:lnTo>
                  <a:lnTo>
                    <a:pt x="107" y="0"/>
                  </a:lnTo>
                </a:path>
              </a:pathLst>
            </a:custGeom>
            <a:solidFill>
              <a:srgbClr val="ffe0e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514" name=""/>
            <p:cNvSpPr/>
            <p:nvPr/>
          </p:nvSpPr>
          <p:spPr>
            <a:xfrm>
              <a:off x="4572000" y="5273640"/>
              <a:ext cx="1700280" cy="179280"/>
            </a:xfrm>
            <a:custGeom>
              <a:avLst/>
              <a:gdLst/>
              <a:ahLst/>
              <a:rect l="l" t="t" r="r" b="b"/>
              <a:pathLst>
                <a:path w="1071" h="113">
                  <a:moveTo>
                    <a:pt x="85" y="112"/>
                  </a:moveTo>
                  <a:lnTo>
                    <a:pt x="85" y="107"/>
                  </a:lnTo>
                  <a:lnTo>
                    <a:pt x="85" y="102"/>
                  </a:lnTo>
                  <a:lnTo>
                    <a:pt x="85" y="101"/>
                  </a:lnTo>
                  <a:lnTo>
                    <a:pt x="85" y="100"/>
                  </a:lnTo>
                  <a:lnTo>
                    <a:pt x="85" y="99"/>
                  </a:lnTo>
                  <a:lnTo>
                    <a:pt x="81" y="99"/>
                  </a:lnTo>
                  <a:lnTo>
                    <a:pt x="78" y="97"/>
                  </a:lnTo>
                  <a:lnTo>
                    <a:pt x="74" y="97"/>
                  </a:lnTo>
                  <a:lnTo>
                    <a:pt x="74" y="92"/>
                  </a:lnTo>
                  <a:lnTo>
                    <a:pt x="72" y="89"/>
                  </a:lnTo>
                  <a:lnTo>
                    <a:pt x="72" y="83"/>
                  </a:lnTo>
                  <a:lnTo>
                    <a:pt x="72" y="79"/>
                  </a:lnTo>
                  <a:lnTo>
                    <a:pt x="71" y="75"/>
                  </a:lnTo>
                  <a:lnTo>
                    <a:pt x="67" y="74"/>
                  </a:lnTo>
                  <a:lnTo>
                    <a:pt x="66" y="74"/>
                  </a:lnTo>
                  <a:lnTo>
                    <a:pt x="66" y="69"/>
                  </a:lnTo>
                  <a:lnTo>
                    <a:pt x="65" y="68"/>
                  </a:lnTo>
                  <a:lnTo>
                    <a:pt x="61" y="65"/>
                  </a:lnTo>
                  <a:lnTo>
                    <a:pt x="61" y="61"/>
                  </a:lnTo>
                  <a:lnTo>
                    <a:pt x="61" y="61"/>
                  </a:lnTo>
                  <a:lnTo>
                    <a:pt x="61" y="59"/>
                  </a:lnTo>
                  <a:lnTo>
                    <a:pt x="61" y="57"/>
                  </a:lnTo>
                  <a:lnTo>
                    <a:pt x="61" y="53"/>
                  </a:lnTo>
                  <a:lnTo>
                    <a:pt x="61" y="53"/>
                  </a:lnTo>
                  <a:lnTo>
                    <a:pt x="58" y="44"/>
                  </a:lnTo>
                  <a:lnTo>
                    <a:pt x="49" y="42"/>
                  </a:lnTo>
                  <a:lnTo>
                    <a:pt x="49" y="39"/>
                  </a:lnTo>
                  <a:lnTo>
                    <a:pt x="49" y="32"/>
                  </a:lnTo>
                  <a:lnTo>
                    <a:pt x="49" y="32"/>
                  </a:lnTo>
                  <a:lnTo>
                    <a:pt x="49" y="31"/>
                  </a:lnTo>
                  <a:lnTo>
                    <a:pt x="49" y="28"/>
                  </a:lnTo>
                  <a:lnTo>
                    <a:pt x="49" y="26"/>
                  </a:lnTo>
                  <a:lnTo>
                    <a:pt x="49" y="24"/>
                  </a:lnTo>
                  <a:lnTo>
                    <a:pt x="49" y="24"/>
                  </a:lnTo>
                  <a:lnTo>
                    <a:pt x="49" y="22"/>
                  </a:lnTo>
                  <a:lnTo>
                    <a:pt x="46" y="22"/>
                  </a:lnTo>
                  <a:lnTo>
                    <a:pt x="46" y="22"/>
                  </a:lnTo>
                  <a:lnTo>
                    <a:pt x="46" y="22"/>
                  </a:lnTo>
                  <a:lnTo>
                    <a:pt x="39" y="22"/>
                  </a:lnTo>
                  <a:lnTo>
                    <a:pt x="37" y="22"/>
                  </a:lnTo>
                  <a:lnTo>
                    <a:pt x="33" y="22"/>
                  </a:lnTo>
                  <a:lnTo>
                    <a:pt x="32" y="22"/>
                  </a:lnTo>
                  <a:lnTo>
                    <a:pt x="28" y="22"/>
                  </a:lnTo>
                  <a:lnTo>
                    <a:pt x="26" y="20"/>
                  </a:lnTo>
                  <a:lnTo>
                    <a:pt x="26" y="20"/>
                  </a:lnTo>
                  <a:lnTo>
                    <a:pt x="26" y="17"/>
                  </a:lnTo>
                  <a:lnTo>
                    <a:pt x="26" y="14"/>
                  </a:lnTo>
                  <a:lnTo>
                    <a:pt x="20" y="11"/>
                  </a:lnTo>
                  <a:lnTo>
                    <a:pt x="19" y="11"/>
                  </a:lnTo>
                  <a:lnTo>
                    <a:pt x="15" y="11"/>
                  </a:lnTo>
                  <a:lnTo>
                    <a:pt x="11" y="11"/>
                  </a:lnTo>
                  <a:lnTo>
                    <a:pt x="10" y="11"/>
                  </a:lnTo>
                  <a:lnTo>
                    <a:pt x="10" y="11"/>
                  </a:lnTo>
                  <a:lnTo>
                    <a:pt x="10" y="7"/>
                  </a:lnTo>
                  <a:lnTo>
                    <a:pt x="5" y="4"/>
                  </a:lnTo>
                  <a:lnTo>
                    <a:pt x="0" y="0"/>
                  </a:lnTo>
                  <a:lnTo>
                    <a:pt x="1044" y="0"/>
                  </a:lnTo>
                  <a:lnTo>
                    <a:pt x="1044" y="4"/>
                  </a:lnTo>
                  <a:lnTo>
                    <a:pt x="1044" y="7"/>
                  </a:lnTo>
                  <a:lnTo>
                    <a:pt x="1044" y="7"/>
                  </a:lnTo>
                  <a:lnTo>
                    <a:pt x="1044" y="11"/>
                  </a:lnTo>
                  <a:lnTo>
                    <a:pt x="1044" y="17"/>
                  </a:lnTo>
                  <a:lnTo>
                    <a:pt x="1044" y="24"/>
                  </a:lnTo>
                  <a:lnTo>
                    <a:pt x="1044" y="31"/>
                  </a:lnTo>
                  <a:lnTo>
                    <a:pt x="1044" y="32"/>
                  </a:lnTo>
                  <a:lnTo>
                    <a:pt x="1044" y="32"/>
                  </a:lnTo>
                  <a:lnTo>
                    <a:pt x="1049" y="39"/>
                  </a:lnTo>
                  <a:lnTo>
                    <a:pt x="1054" y="42"/>
                  </a:lnTo>
                  <a:lnTo>
                    <a:pt x="1054" y="42"/>
                  </a:lnTo>
                  <a:lnTo>
                    <a:pt x="1057" y="44"/>
                  </a:lnTo>
                  <a:lnTo>
                    <a:pt x="1057" y="44"/>
                  </a:lnTo>
                  <a:lnTo>
                    <a:pt x="1057" y="50"/>
                  </a:lnTo>
                  <a:lnTo>
                    <a:pt x="1057" y="51"/>
                  </a:lnTo>
                  <a:lnTo>
                    <a:pt x="1057" y="52"/>
                  </a:lnTo>
                  <a:lnTo>
                    <a:pt x="1057" y="53"/>
                  </a:lnTo>
                  <a:lnTo>
                    <a:pt x="1057" y="57"/>
                  </a:lnTo>
                  <a:lnTo>
                    <a:pt x="1057" y="59"/>
                  </a:lnTo>
                  <a:lnTo>
                    <a:pt x="1061" y="59"/>
                  </a:lnTo>
                  <a:lnTo>
                    <a:pt x="1061" y="61"/>
                  </a:lnTo>
                  <a:lnTo>
                    <a:pt x="1061" y="61"/>
                  </a:lnTo>
                  <a:lnTo>
                    <a:pt x="1061" y="65"/>
                  </a:lnTo>
                  <a:lnTo>
                    <a:pt x="1061" y="68"/>
                  </a:lnTo>
                  <a:lnTo>
                    <a:pt x="1061" y="68"/>
                  </a:lnTo>
                  <a:lnTo>
                    <a:pt x="1063" y="69"/>
                  </a:lnTo>
                  <a:lnTo>
                    <a:pt x="1063" y="74"/>
                  </a:lnTo>
                  <a:lnTo>
                    <a:pt x="1069" y="74"/>
                  </a:lnTo>
                  <a:lnTo>
                    <a:pt x="1069" y="79"/>
                  </a:lnTo>
                  <a:lnTo>
                    <a:pt x="1070" y="79"/>
                  </a:lnTo>
                  <a:lnTo>
                    <a:pt x="1069" y="89"/>
                  </a:lnTo>
                  <a:lnTo>
                    <a:pt x="1069" y="90"/>
                  </a:lnTo>
                  <a:lnTo>
                    <a:pt x="1063" y="97"/>
                  </a:lnTo>
                  <a:lnTo>
                    <a:pt x="1063" y="100"/>
                  </a:lnTo>
                  <a:lnTo>
                    <a:pt x="1061" y="107"/>
                  </a:lnTo>
                  <a:lnTo>
                    <a:pt x="1061" y="107"/>
                  </a:lnTo>
                  <a:lnTo>
                    <a:pt x="1061" y="111"/>
                  </a:lnTo>
                  <a:lnTo>
                    <a:pt x="1061" y="111"/>
                  </a:lnTo>
                  <a:lnTo>
                    <a:pt x="1061" y="112"/>
                  </a:lnTo>
                  <a:lnTo>
                    <a:pt x="954" y="112"/>
                  </a:lnTo>
                  <a:lnTo>
                    <a:pt x="952" y="111"/>
                  </a:lnTo>
                  <a:lnTo>
                    <a:pt x="951" y="111"/>
                  </a:lnTo>
                  <a:lnTo>
                    <a:pt x="947" y="107"/>
                  </a:lnTo>
                  <a:lnTo>
                    <a:pt x="947" y="107"/>
                  </a:lnTo>
                  <a:lnTo>
                    <a:pt x="943" y="102"/>
                  </a:lnTo>
                  <a:lnTo>
                    <a:pt x="943" y="101"/>
                  </a:lnTo>
                  <a:lnTo>
                    <a:pt x="942" y="101"/>
                  </a:lnTo>
                  <a:lnTo>
                    <a:pt x="942" y="99"/>
                  </a:lnTo>
                  <a:lnTo>
                    <a:pt x="938" y="99"/>
                  </a:lnTo>
                  <a:lnTo>
                    <a:pt x="938" y="97"/>
                  </a:lnTo>
                  <a:lnTo>
                    <a:pt x="938" y="97"/>
                  </a:lnTo>
                  <a:lnTo>
                    <a:pt x="938" y="97"/>
                  </a:lnTo>
                  <a:lnTo>
                    <a:pt x="938" y="92"/>
                  </a:lnTo>
                  <a:lnTo>
                    <a:pt x="933" y="90"/>
                  </a:lnTo>
                  <a:lnTo>
                    <a:pt x="931" y="89"/>
                  </a:lnTo>
                  <a:lnTo>
                    <a:pt x="928" y="89"/>
                  </a:lnTo>
                  <a:lnTo>
                    <a:pt x="927" y="89"/>
                  </a:lnTo>
                  <a:lnTo>
                    <a:pt x="927" y="89"/>
                  </a:lnTo>
                  <a:lnTo>
                    <a:pt x="925" y="90"/>
                  </a:lnTo>
                  <a:lnTo>
                    <a:pt x="923" y="92"/>
                  </a:lnTo>
                  <a:lnTo>
                    <a:pt x="923" y="96"/>
                  </a:lnTo>
                  <a:lnTo>
                    <a:pt x="923" y="96"/>
                  </a:lnTo>
                  <a:lnTo>
                    <a:pt x="920" y="96"/>
                  </a:lnTo>
                  <a:lnTo>
                    <a:pt x="920" y="96"/>
                  </a:lnTo>
                  <a:lnTo>
                    <a:pt x="916" y="96"/>
                  </a:lnTo>
                  <a:lnTo>
                    <a:pt x="915" y="97"/>
                  </a:lnTo>
                  <a:lnTo>
                    <a:pt x="915" y="97"/>
                  </a:lnTo>
                  <a:lnTo>
                    <a:pt x="909" y="97"/>
                  </a:lnTo>
                  <a:lnTo>
                    <a:pt x="909" y="99"/>
                  </a:lnTo>
                  <a:lnTo>
                    <a:pt x="909" y="99"/>
                  </a:lnTo>
                  <a:lnTo>
                    <a:pt x="903" y="99"/>
                  </a:lnTo>
                  <a:lnTo>
                    <a:pt x="903" y="99"/>
                  </a:lnTo>
                  <a:lnTo>
                    <a:pt x="899" y="99"/>
                  </a:lnTo>
                  <a:lnTo>
                    <a:pt x="898" y="99"/>
                  </a:lnTo>
                  <a:lnTo>
                    <a:pt x="895" y="99"/>
                  </a:lnTo>
                  <a:lnTo>
                    <a:pt x="888" y="99"/>
                  </a:lnTo>
                  <a:lnTo>
                    <a:pt x="888" y="97"/>
                  </a:lnTo>
                  <a:lnTo>
                    <a:pt x="886" y="97"/>
                  </a:lnTo>
                  <a:lnTo>
                    <a:pt x="886" y="97"/>
                  </a:lnTo>
                  <a:lnTo>
                    <a:pt x="886" y="90"/>
                  </a:lnTo>
                  <a:lnTo>
                    <a:pt x="885" y="89"/>
                  </a:lnTo>
                  <a:lnTo>
                    <a:pt x="883" y="89"/>
                  </a:lnTo>
                  <a:lnTo>
                    <a:pt x="875" y="89"/>
                  </a:lnTo>
                  <a:lnTo>
                    <a:pt x="874" y="89"/>
                  </a:lnTo>
                  <a:lnTo>
                    <a:pt x="872" y="88"/>
                  </a:lnTo>
                  <a:lnTo>
                    <a:pt x="870" y="83"/>
                  </a:lnTo>
                  <a:lnTo>
                    <a:pt x="866" y="83"/>
                  </a:lnTo>
                  <a:lnTo>
                    <a:pt x="859" y="89"/>
                  </a:lnTo>
                  <a:lnTo>
                    <a:pt x="859" y="89"/>
                  </a:lnTo>
                  <a:lnTo>
                    <a:pt x="859" y="89"/>
                  </a:lnTo>
                  <a:lnTo>
                    <a:pt x="852" y="89"/>
                  </a:lnTo>
                  <a:lnTo>
                    <a:pt x="851" y="88"/>
                  </a:lnTo>
                  <a:lnTo>
                    <a:pt x="844" y="79"/>
                  </a:lnTo>
                  <a:lnTo>
                    <a:pt x="844" y="79"/>
                  </a:lnTo>
                  <a:lnTo>
                    <a:pt x="844" y="79"/>
                  </a:lnTo>
                  <a:lnTo>
                    <a:pt x="842" y="79"/>
                  </a:lnTo>
                  <a:lnTo>
                    <a:pt x="842" y="75"/>
                  </a:lnTo>
                  <a:lnTo>
                    <a:pt x="842" y="75"/>
                  </a:lnTo>
                  <a:lnTo>
                    <a:pt x="842" y="74"/>
                  </a:lnTo>
                  <a:lnTo>
                    <a:pt x="839" y="74"/>
                  </a:lnTo>
                  <a:lnTo>
                    <a:pt x="839" y="74"/>
                  </a:lnTo>
                  <a:lnTo>
                    <a:pt x="839" y="72"/>
                  </a:lnTo>
                  <a:lnTo>
                    <a:pt x="838" y="69"/>
                  </a:lnTo>
                  <a:lnTo>
                    <a:pt x="837" y="69"/>
                  </a:lnTo>
                  <a:lnTo>
                    <a:pt x="837" y="68"/>
                  </a:lnTo>
                  <a:lnTo>
                    <a:pt x="835" y="68"/>
                  </a:lnTo>
                  <a:lnTo>
                    <a:pt x="835" y="68"/>
                  </a:lnTo>
                  <a:lnTo>
                    <a:pt x="835" y="65"/>
                  </a:lnTo>
                  <a:lnTo>
                    <a:pt x="835" y="65"/>
                  </a:lnTo>
                  <a:lnTo>
                    <a:pt x="835" y="61"/>
                  </a:lnTo>
                  <a:lnTo>
                    <a:pt x="835" y="59"/>
                  </a:lnTo>
                  <a:lnTo>
                    <a:pt x="835" y="57"/>
                  </a:lnTo>
                  <a:lnTo>
                    <a:pt x="832" y="53"/>
                  </a:lnTo>
                  <a:lnTo>
                    <a:pt x="831" y="53"/>
                  </a:lnTo>
                  <a:lnTo>
                    <a:pt x="826" y="53"/>
                  </a:lnTo>
                  <a:lnTo>
                    <a:pt x="826" y="52"/>
                  </a:lnTo>
                  <a:lnTo>
                    <a:pt x="815" y="51"/>
                  </a:lnTo>
                  <a:lnTo>
                    <a:pt x="811" y="50"/>
                  </a:lnTo>
                  <a:lnTo>
                    <a:pt x="810" y="44"/>
                  </a:lnTo>
                  <a:lnTo>
                    <a:pt x="809" y="42"/>
                  </a:lnTo>
                  <a:lnTo>
                    <a:pt x="809" y="42"/>
                  </a:lnTo>
                  <a:lnTo>
                    <a:pt x="808" y="39"/>
                  </a:lnTo>
                  <a:lnTo>
                    <a:pt x="803" y="32"/>
                  </a:lnTo>
                  <a:lnTo>
                    <a:pt x="798" y="32"/>
                  </a:lnTo>
                  <a:lnTo>
                    <a:pt x="798" y="32"/>
                  </a:lnTo>
                  <a:lnTo>
                    <a:pt x="796" y="32"/>
                  </a:lnTo>
                  <a:lnTo>
                    <a:pt x="796" y="32"/>
                  </a:lnTo>
                  <a:lnTo>
                    <a:pt x="794" y="31"/>
                  </a:lnTo>
                  <a:lnTo>
                    <a:pt x="794" y="31"/>
                  </a:lnTo>
                  <a:lnTo>
                    <a:pt x="787" y="28"/>
                  </a:lnTo>
                  <a:lnTo>
                    <a:pt x="782" y="26"/>
                  </a:lnTo>
                  <a:lnTo>
                    <a:pt x="782" y="24"/>
                  </a:lnTo>
                  <a:lnTo>
                    <a:pt x="782" y="22"/>
                  </a:lnTo>
                  <a:lnTo>
                    <a:pt x="781" y="22"/>
                  </a:lnTo>
                  <a:lnTo>
                    <a:pt x="781" y="22"/>
                  </a:lnTo>
                  <a:lnTo>
                    <a:pt x="777" y="22"/>
                  </a:lnTo>
                  <a:lnTo>
                    <a:pt x="777" y="22"/>
                  </a:lnTo>
                  <a:lnTo>
                    <a:pt x="777" y="22"/>
                  </a:lnTo>
                  <a:lnTo>
                    <a:pt x="771" y="22"/>
                  </a:lnTo>
                  <a:lnTo>
                    <a:pt x="770" y="24"/>
                  </a:lnTo>
                  <a:lnTo>
                    <a:pt x="762" y="26"/>
                  </a:lnTo>
                  <a:lnTo>
                    <a:pt x="762" y="28"/>
                  </a:lnTo>
                  <a:lnTo>
                    <a:pt x="757" y="28"/>
                  </a:lnTo>
                  <a:lnTo>
                    <a:pt x="756" y="31"/>
                  </a:lnTo>
                  <a:lnTo>
                    <a:pt x="741" y="32"/>
                  </a:lnTo>
                  <a:lnTo>
                    <a:pt x="740" y="32"/>
                  </a:lnTo>
                  <a:lnTo>
                    <a:pt x="738" y="32"/>
                  </a:lnTo>
                  <a:lnTo>
                    <a:pt x="727" y="39"/>
                  </a:lnTo>
                  <a:lnTo>
                    <a:pt x="726" y="39"/>
                  </a:lnTo>
                  <a:lnTo>
                    <a:pt x="725" y="42"/>
                  </a:lnTo>
                  <a:lnTo>
                    <a:pt x="723" y="42"/>
                  </a:lnTo>
                  <a:lnTo>
                    <a:pt x="716" y="42"/>
                  </a:lnTo>
                  <a:lnTo>
                    <a:pt x="716" y="44"/>
                  </a:lnTo>
                  <a:lnTo>
                    <a:pt x="711" y="44"/>
                  </a:lnTo>
                  <a:lnTo>
                    <a:pt x="711" y="44"/>
                  </a:lnTo>
                  <a:lnTo>
                    <a:pt x="708" y="50"/>
                  </a:lnTo>
                  <a:lnTo>
                    <a:pt x="702" y="50"/>
                  </a:lnTo>
                  <a:lnTo>
                    <a:pt x="698" y="52"/>
                  </a:lnTo>
                  <a:lnTo>
                    <a:pt x="696" y="53"/>
                  </a:lnTo>
                  <a:lnTo>
                    <a:pt x="692" y="53"/>
                  </a:lnTo>
                  <a:lnTo>
                    <a:pt x="689" y="53"/>
                  </a:lnTo>
                  <a:lnTo>
                    <a:pt x="683" y="57"/>
                  </a:lnTo>
                  <a:lnTo>
                    <a:pt x="678" y="59"/>
                  </a:lnTo>
                  <a:lnTo>
                    <a:pt x="677" y="59"/>
                  </a:lnTo>
                  <a:lnTo>
                    <a:pt x="676" y="59"/>
                  </a:lnTo>
                  <a:lnTo>
                    <a:pt x="672" y="61"/>
                  </a:lnTo>
                  <a:lnTo>
                    <a:pt x="672" y="61"/>
                  </a:lnTo>
                  <a:lnTo>
                    <a:pt x="664" y="61"/>
                  </a:lnTo>
                  <a:lnTo>
                    <a:pt x="664" y="61"/>
                  </a:lnTo>
                  <a:lnTo>
                    <a:pt x="663" y="61"/>
                  </a:lnTo>
                  <a:lnTo>
                    <a:pt x="663" y="61"/>
                  </a:lnTo>
                  <a:lnTo>
                    <a:pt x="659" y="61"/>
                  </a:lnTo>
                  <a:lnTo>
                    <a:pt x="656" y="65"/>
                  </a:lnTo>
                  <a:lnTo>
                    <a:pt x="651" y="65"/>
                  </a:lnTo>
                  <a:lnTo>
                    <a:pt x="651" y="68"/>
                  </a:lnTo>
                  <a:lnTo>
                    <a:pt x="650" y="68"/>
                  </a:lnTo>
                  <a:lnTo>
                    <a:pt x="645" y="68"/>
                  </a:lnTo>
                  <a:lnTo>
                    <a:pt x="638" y="68"/>
                  </a:lnTo>
                  <a:lnTo>
                    <a:pt x="636" y="68"/>
                  </a:lnTo>
                  <a:lnTo>
                    <a:pt x="635" y="69"/>
                  </a:lnTo>
                  <a:lnTo>
                    <a:pt x="630" y="70"/>
                  </a:lnTo>
                  <a:lnTo>
                    <a:pt x="629" y="72"/>
                  </a:lnTo>
                  <a:lnTo>
                    <a:pt x="622" y="72"/>
                  </a:lnTo>
                  <a:lnTo>
                    <a:pt x="622" y="70"/>
                  </a:lnTo>
                  <a:lnTo>
                    <a:pt x="620" y="70"/>
                  </a:lnTo>
                  <a:lnTo>
                    <a:pt x="615" y="70"/>
                  </a:lnTo>
                  <a:lnTo>
                    <a:pt x="615" y="72"/>
                  </a:lnTo>
                  <a:lnTo>
                    <a:pt x="612" y="72"/>
                  </a:lnTo>
                  <a:lnTo>
                    <a:pt x="607" y="72"/>
                  </a:lnTo>
                  <a:lnTo>
                    <a:pt x="605" y="74"/>
                  </a:lnTo>
                  <a:lnTo>
                    <a:pt x="599" y="74"/>
                  </a:lnTo>
                  <a:lnTo>
                    <a:pt x="597" y="74"/>
                  </a:lnTo>
                  <a:lnTo>
                    <a:pt x="597" y="74"/>
                  </a:lnTo>
                  <a:lnTo>
                    <a:pt x="589" y="74"/>
                  </a:lnTo>
                  <a:lnTo>
                    <a:pt x="586" y="74"/>
                  </a:lnTo>
                  <a:lnTo>
                    <a:pt x="584" y="74"/>
                  </a:lnTo>
                  <a:lnTo>
                    <a:pt x="582" y="74"/>
                  </a:lnTo>
                  <a:lnTo>
                    <a:pt x="581" y="74"/>
                  </a:lnTo>
                  <a:lnTo>
                    <a:pt x="579" y="74"/>
                  </a:lnTo>
                  <a:lnTo>
                    <a:pt x="574" y="74"/>
                  </a:lnTo>
                  <a:lnTo>
                    <a:pt x="572" y="74"/>
                  </a:lnTo>
                  <a:lnTo>
                    <a:pt x="572" y="74"/>
                  </a:lnTo>
                  <a:lnTo>
                    <a:pt x="567" y="74"/>
                  </a:lnTo>
                  <a:lnTo>
                    <a:pt x="566" y="74"/>
                  </a:lnTo>
                  <a:lnTo>
                    <a:pt x="564" y="74"/>
                  </a:lnTo>
                  <a:lnTo>
                    <a:pt x="564" y="74"/>
                  </a:lnTo>
                  <a:lnTo>
                    <a:pt x="559" y="74"/>
                  </a:lnTo>
                  <a:lnTo>
                    <a:pt x="553" y="74"/>
                  </a:lnTo>
                  <a:lnTo>
                    <a:pt x="551" y="75"/>
                  </a:lnTo>
                  <a:lnTo>
                    <a:pt x="550" y="75"/>
                  </a:lnTo>
                  <a:lnTo>
                    <a:pt x="544" y="75"/>
                  </a:lnTo>
                  <a:lnTo>
                    <a:pt x="544" y="75"/>
                  </a:lnTo>
                  <a:lnTo>
                    <a:pt x="536" y="75"/>
                  </a:lnTo>
                  <a:lnTo>
                    <a:pt x="532" y="74"/>
                  </a:lnTo>
                  <a:lnTo>
                    <a:pt x="532" y="74"/>
                  </a:lnTo>
                  <a:lnTo>
                    <a:pt x="531" y="74"/>
                  </a:lnTo>
                  <a:lnTo>
                    <a:pt x="531" y="74"/>
                  </a:lnTo>
                  <a:lnTo>
                    <a:pt x="529" y="74"/>
                  </a:lnTo>
                  <a:lnTo>
                    <a:pt x="529" y="74"/>
                  </a:lnTo>
                  <a:lnTo>
                    <a:pt x="525" y="74"/>
                  </a:lnTo>
                  <a:lnTo>
                    <a:pt x="525" y="74"/>
                  </a:lnTo>
                  <a:lnTo>
                    <a:pt x="520" y="74"/>
                  </a:lnTo>
                  <a:lnTo>
                    <a:pt x="515" y="74"/>
                  </a:lnTo>
                  <a:lnTo>
                    <a:pt x="513" y="74"/>
                  </a:lnTo>
                  <a:lnTo>
                    <a:pt x="509" y="74"/>
                  </a:lnTo>
                  <a:lnTo>
                    <a:pt x="507" y="74"/>
                  </a:lnTo>
                  <a:lnTo>
                    <a:pt x="507" y="74"/>
                  </a:lnTo>
                  <a:lnTo>
                    <a:pt x="506" y="74"/>
                  </a:lnTo>
                  <a:lnTo>
                    <a:pt x="497" y="74"/>
                  </a:lnTo>
                  <a:lnTo>
                    <a:pt x="492" y="74"/>
                  </a:lnTo>
                  <a:lnTo>
                    <a:pt x="492" y="74"/>
                  </a:lnTo>
                  <a:lnTo>
                    <a:pt x="492" y="74"/>
                  </a:lnTo>
                  <a:lnTo>
                    <a:pt x="486" y="72"/>
                  </a:lnTo>
                  <a:lnTo>
                    <a:pt x="485" y="72"/>
                  </a:lnTo>
                  <a:lnTo>
                    <a:pt x="485" y="72"/>
                  </a:lnTo>
                  <a:lnTo>
                    <a:pt x="473" y="72"/>
                  </a:lnTo>
                  <a:lnTo>
                    <a:pt x="470" y="74"/>
                  </a:lnTo>
                  <a:lnTo>
                    <a:pt x="466" y="74"/>
                  </a:lnTo>
                  <a:lnTo>
                    <a:pt x="461" y="74"/>
                  </a:lnTo>
                  <a:lnTo>
                    <a:pt x="459" y="74"/>
                  </a:lnTo>
                  <a:lnTo>
                    <a:pt x="448" y="74"/>
                  </a:lnTo>
                  <a:lnTo>
                    <a:pt x="445" y="74"/>
                  </a:lnTo>
                  <a:lnTo>
                    <a:pt x="440" y="74"/>
                  </a:lnTo>
                  <a:lnTo>
                    <a:pt x="432" y="74"/>
                  </a:lnTo>
                  <a:lnTo>
                    <a:pt x="432" y="74"/>
                  </a:lnTo>
                  <a:lnTo>
                    <a:pt x="422" y="74"/>
                  </a:lnTo>
                  <a:lnTo>
                    <a:pt x="417" y="74"/>
                  </a:lnTo>
                  <a:lnTo>
                    <a:pt x="417" y="72"/>
                  </a:lnTo>
                  <a:lnTo>
                    <a:pt x="417" y="72"/>
                  </a:lnTo>
                  <a:lnTo>
                    <a:pt x="417" y="72"/>
                  </a:lnTo>
                  <a:lnTo>
                    <a:pt x="415" y="72"/>
                  </a:lnTo>
                  <a:lnTo>
                    <a:pt x="411" y="72"/>
                  </a:lnTo>
                  <a:lnTo>
                    <a:pt x="411" y="70"/>
                  </a:lnTo>
                  <a:lnTo>
                    <a:pt x="411" y="70"/>
                  </a:lnTo>
                  <a:lnTo>
                    <a:pt x="402" y="69"/>
                  </a:lnTo>
                  <a:lnTo>
                    <a:pt x="401" y="69"/>
                  </a:lnTo>
                  <a:lnTo>
                    <a:pt x="397" y="68"/>
                  </a:lnTo>
                  <a:lnTo>
                    <a:pt x="397" y="68"/>
                  </a:lnTo>
                  <a:lnTo>
                    <a:pt x="395" y="68"/>
                  </a:lnTo>
                  <a:lnTo>
                    <a:pt x="392" y="68"/>
                  </a:lnTo>
                  <a:lnTo>
                    <a:pt x="389" y="68"/>
                  </a:lnTo>
                  <a:lnTo>
                    <a:pt x="389" y="68"/>
                  </a:lnTo>
                  <a:lnTo>
                    <a:pt x="382" y="68"/>
                  </a:lnTo>
                  <a:lnTo>
                    <a:pt x="381" y="69"/>
                  </a:lnTo>
                  <a:lnTo>
                    <a:pt x="378" y="70"/>
                  </a:lnTo>
                  <a:lnTo>
                    <a:pt x="376" y="72"/>
                  </a:lnTo>
                  <a:lnTo>
                    <a:pt x="376" y="72"/>
                  </a:lnTo>
                  <a:lnTo>
                    <a:pt x="373" y="72"/>
                  </a:lnTo>
                  <a:lnTo>
                    <a:pt x="371" y="72"/>
                  </a:lnTo>
                  <a:lnTo>
                    <a:pt x="364" y="72"/>
                  </a:lnTo>
                  <a:lnTo>
                    <a:pt x="364" y="69"/>
                  </a:lnTo>
                  <a:lnTo>
                    <a:pt x="362" y="68"/>
                  </a:lnTo>
                  <a:lnTo>
                    <a:pt x="358" y="68"/>
                  </a:lnTo>
                  <a:lnTo>
                    <a:pt x="357" y="68"/>
                  </a:lnTo>
                  <a:lnTo>
                    <a:pt x="354" y="68"/>
                  </a:lnTo>
                  <a:lnTo>
                    <a:pt x="351" y="68"/>
                  </a:lnTo>
                  <a:lnTo>
                    <a:pt x="345" y="68"/>
                  </a:lnTo>
                  <a:lnTo>
                    <a:pt x="345" y="68"/>
                  </a:lnTo>
                  <a:lnTo>
                    <a:pt x="342" y="68"/>
                  </a:lnTo>
                  <a:lnTo>
                    <a:pt x="337" y="68"/>
                  </a:lnTo>
                  <a:lnTo>
                    <a:pt x="337" y="68"/>
                  </a:lnTo>
                  <a:lnTo>
                    <a:pt x="337" y="65"/>
                  </a:lnTo>
                  <a:lnTo>
                    <a:pt x="333" y="65"/>
                  </a:lnTo>
                  <a:lnTo>
                    <a:pt x="330" y="65"/>
                  </a:lnTo>
                  <a:lnTo>
                    <a:pt x="328" y="65"/>
                  </a:lnTo>
                  <a:lnTo>
                    <a:pt x="327" y="61"/>
                  </a:lnTo>
                  <a:lnTo>
                    <a:pt x="322" y="61"/>
                  </a:lnTo>
                  <a:lnTo>
                    <a:pt x="318" y="61"/>
                  </a:lnTo>
                  <a:lnTo>
                    <a:pt x="318" y="61"/>
                  </a:lnTo>
                  <a:lnTo>
                    <a:pt x="316" y="61"/>
                  </a:lnTo>
                  <a:lnTo>
                    <a:pt x="314" y="61"/>
                  </a:lnTo>
                  <a:lnTo>
                    <a:pt x="310" y="61"/>
                  </a:lnTo>
                  <a:lnTo>
                    <a:pt x="307" y="61"/>
                  </a:lnTo>
                  <a:lnTo>
                    <a:pt x="305" y="61"/>
                  </a:lnTo>
                  <a:lnTo>
                    <a:pt x="305" y="61"/>
                  </a:lnTo>
                  <a:lnTo>
                    <a:pt x="305" y="61"/>
                  </a:lnTo>
                  <a:lnTo>
                    <a:pt x="305" y="61"/>
                  </a:lnTo>
                  <a:lnTo>
                    <a:pt x="305" y="65"/>
                  </a:lnTo>
                  <a:lnTo>
                    <a:pt x="304" y="68"/>
                  </a:lnTo>
                  <a:lnTo>
                    <a:pt x="304" y="72"/>
                  </a:lnTo>
                  <a:lnTo>
                    <a:pt x="302" y="74"/>
                  </a:lnTo>
                  <a:lnTo>
                    <a:pt x="301" y="75"/>
                  </a:lnTo>
                  <a:lnTo>
                    <a:pt x="300" y="79"/>
                  </a:lnTo>
                  <a:lnTo>
                    <a:pt x="300" y="79"/>
                  </a:lnTo>
                  <a:lnTo>
                    <a:pt x="300" y="83"/>
                  </a:lnTo>
                  <a:lnTo>
                    <a:pt x="300" y="89"/>
                  </a:lnTo>
                  <a:lnTo>
                    <a:pt x="300" y="89"/>
                  </a:lnTo>
                  <a:lnTo>
                    <a:pt x="300" y="92"/>
                  </a:lnTo>
                  <a:lnTo>
                    <a:pt x="300" y="97"/>
                  </a:lnTo>
                  <a:lnTo>
                    <a:pt x="300" y="99"/>
                  </a:lnTo>
                  <a:lnTo>
                    <a:pt x="297" y="99"/>
                  </a:lnTo>
                  <a:lnTo>
                    <a:pt x="290" y="101"/>
                  </a:lnTo>
                  <a:lnTo>
                    <a:pt x="290" y="101"/>
                  </a:lnTo>
                  <a:lnTo>
                    <a:pt x="288" y="102"/>
                  </a:lnTo>
                  <a:lnTo>
                    <a:pt x="287" y="107"/>
                  </a:lnTo>
                  <a:lnTo>
                    <a:pt x="287" y="112"/>
                  </a:lnTo>
                  <a:lnTo>
                    <a:pt x="85" y="112"/>
                  </a:lnTo>
                  <a:lnTo>
                    <a:pt x="85" y="112"/>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15" name=""/>
            <p:cNvSpPr/>
            <p:nvPr/>
          </p:nvSpPr>
          <p:spPr>
            <a:xfrm>
              <a:off x="4500720" y="4935600"/>
              <a:ext cx="1760400" cy="339840"/>
            </a:xfrm>
            <a:custGeom>
              <a:avLst/>
              <a:gdLst/>
              <a:ahLst/>
              <a:rect l="l" t="t" r="r" b="b"/>
              <a:pathLst>
                <a:path w="1109" h="214">
                  <a:moveTo>
                    <a:pt x="45" y="213"/>
                  </a:moveTo>
                  <a:lnTo>
                    <a:pt x="45" y="213"/>
                  </a:lnTo>
                  <a:lnTo>
                    <a:pt x="45" y="213"/>
                  </a:lnTo>
                  <a:lnTo>
                    <a:pt x="45" y="213"/>
                  </a:lnTo>
                  <a:lnTo>
                    <a:pt x="45" y="210"/>
                  </a:lnTo>
                  <a:lnTo>
                    <a:pt x="41" y="207"/>
                  </a:lnTo>
                  <a:lnTo>
                    <a:pt x="36" y="200"/>
                  </a:lnTo>
                  <a:lnTo>
                    <a:pt x="36" y="200"/>
                  </a:lnTo>
                  <a:lnTo>
                    <a:pt x="36" y="200"/>
                  </a:lnTo>
                  <a:lnTo>
                    <a:pt x="34" y="197"/>
                  </a:lnTo>
                  <a:lnTo>
                    <a:pt x="29" y="197"/>
                  </a:lnTo>
                  <a:lnTo>
                    <a:pt x="28" y="195"/>
                  </a:lnTo>
                  <a:lnTo>
                    <a:pt x="28" y="193"/>
                  </a:lnTo>
                  <a:lnTo>
                    <a:pt x="27" y="183"/>
                  </a:lnTo>
                  <a:lnTo>
                    <a:pt x="25" y="174"/>
                  </a:lnTo>
                  <a:lnTo>
                    <a:pt x="25" y="169"/>
                  </a:lnTo>
                  <a:lnTo>
                    <a:pt x="21" y="167"/>
                  </a:lnTo>
                  <a:lnTo>
                    <a:pt x="21" y="166"/>
                  </a:lnTo>
                  <a:lnTo>
                    <a:pt x="21" y="159"/>
                  </a:lnTo>
                  <a:lnTo>
                    <a:pt x="21" y="158"/>
                  </a:lnTo>
                  <a:lnTo>
                    <a:pt x="21" y="158"/>
                  </a:lnTo>
                  <a:lnTo>
                    <a:pt x="21" y="152"/>
                  </a:lnTo>
                  <a:lnTo>
                    <a:pt x="21" y="152"/>
                  </a:lnTo>
                  <a:lnTo>
                    <a:pt x="21" y="152"/>
                  </a:lnTo>
                  <a:lnTo>
                    <a:pt x="21" y="146"/>
                  </a:lnTo>
                  <a:lnTo>
                    <a:pt x="21" y="141"/>
                  </a:lnTo>
                  <a:lnTo>
                    <a:pt x="20" y="140"/>
                  </a:lnTo>
                  <a:lnTo>
                    <a:pt x="18" y="137"/>
                  </a:lnTo>
                  <a:lnTo>
                    <a:pt x="14" y="133"/>
                  </a:lnTo>
                  <a:lnTo>
                    <a:pt x="14" y="133"/>
                  </a:lnTo>
                  <a:lnTo>
                    <a:pt x="14" y="133"/>
                  </a:lnTo>
                  <a:lnTo>
                    <a:pt x="11" y="133"/>
                  </a:lnTo>
                  <a:lnTo>
                    <a:pt x="11" y="129"/>
                  </a:lnTo>
                  <a:lnTo>
                    <a:pt x="14" y="121"/>
                  </a:lnTo>
                  <a:lnTo>
                    <a:pt x="14" y="120"/>
                  </a:lnTo>
                  <a:lnTo>
                    <a:pt x="11" y="114"/>
                  </a:lnTo>
                  <a:lnTo>
                    <a:pt x="8" y="113"/>
                  </a:lnTo>
                  <a:lnTo>
                    <a:pt x="8" y="108"/>
                  </a:lnTo>
                  <a:lnTo>
                    <a:pt x="8" y="108"/>
                  </a:lnTo>
                  <a:lnTo>
                    <a:pt x="8" y="104"/>
                  </a:lnTo>
                  <a:lnTo>
                    <a:pt x="8" y="99"/>
                  </a:lnTo>
                  <a:lnTo>
                    <a:pt x="8" y="92"/>
                  </a:lnTo>
                  <a:lnTo>
                    <a:pt x="6" y="81"/>
                  </a:lnTo>
                  <a:lnTo>
                    <a:pt x="6" y="72"/>
                  </a:lnTo>
                  <a:lnTo>
                    <a:pt x="6" y="54"/>
                  </a:lnTo>
                  <a:lnTo>
                    <a:pt x="6" y="52"/>
                  </a:lnTo>
                  <a:lnTo>
                    <a:pt x="6" y="46"/>
                  </a:lnTo>
                  <a:lnTo>
                    <a:pt x="6" y="39"/>
                  </a:lnTo>
                  <a:lnTo>
                    <a:pt x="6" y="39"/>
                  </a:lnTo>
                  <a:lnTo>
                    <a:pt x="3" y="36"/>
                  </a:lnTo>
                  <a:lnTo>
                    <a:pt x="3" y="26"/>
                  </a:lnTo>
                  <a:lnTo>
                    <a:pt x="0" y="24"/>
                  </a:lnTo>
                  <a:lnTo>
                    <a:pt x="3" y="20"/>
                  </a:lnTo>
                  <a:lnTo>
                    <a:pt x="3" y="20"/>
                  </a:lnTo>
                  <a:lnTo>
                    <a:pt x="0" y="15"/>
                  </a:lnTo>
                  <a:lnTo>
                    <a:pt x="0" y="8"/>
                  </a:lnTo>
                  <a:lnTo>
                    <a:pt x="0" y="0"/>
                  </a:lnTo>
                  <a:lnTo>
                    <a:pt x="1089" y="0"/>
                  </a:lnTo>
                  <a:lnTo>
                    <a:pt x="1089" y="0"/>
                  </a:lnTo>
                  <a:lnTo>
                    <a:pt x="1089" y="0"/>
                  </a:lnTo>
                  <a:lnTo>
                    <a:pt x="1089" y="0"/>
                  </a:lnTo>
                  <a:lnTo>
                    <a:pt x="1089" y="0"/>
                  </a:lnTo>
                  <a:lnTo>
                    <a:pt x="1089" y="5"/>
                  </a:lnTo>
                  <a:lnTo>
                    <a:pt x="1094" y="8"/>
                  </a:lnTo>
                  <a:lnTo>
                    <a:pt x="1094" y="11"/>
                  </a:lnTo>
                  <a:lnTo>
                    <a:pt x="1093" y="20"/>
                  </a:lnTo>
                  <a:lnTo>
                    <a:pt x="1093" y="20"/>
                  </a:lnTo>
                  <a:lnTo>
                    <a:pt x="1093" y="22"/>
                  </a:lnTo>
                  <a:lnTo>
                    <a:pt x="1094" y="24"/>
                  </a:lnTo>
                  <a:lnTo>
                    <a:pt x="1099" y="26"/>
                  </a:lnTo>
                  <a:lnTo>
                    <a:pt x="1099" y="26"/>
                  </a:lnTo>
                  <a:lnTo>
                    <a:pt x="1099" y="33"/>
                  </a:lnTo>
                  <a:lnTo>
                    <a:pt x="1102" y="36"/>
                  </a:lnTo>
                  <a:lnTo>
                    <a:pt x="1102" y="39"/>
                  </a:lnTo>
                  <a:lnTo>
                    <a:pt x="1102" y="39"/>
                  </a:lnTo>
                  <a:lnTo>
                    <a:pt x="1102" y="46"/>
                  </a:lnTo>
                  <a:lnTo>
                    <a:pt x="1102" y="52"/>
                  </a:lnTo>
                  <a:lnTo>
                    <a:pt x="1102" y="57"/>
                  </a:lnTo>
                  <a:lnTo>
                    <a:pt x="1102" y="60"/>
                  </a:lnTo>
                  <a:lnTo>
                    <a:pt x="1102" y="61"/>
                  </a:lnTo>
                  <a:lnTo>
                    <a:pt x="1102" y="65"/>
                  </a:lnTo>
                  <a:lnTo>
                    <a:pt x="1102" y="70"/>
                  </a:lnTo>
                  <a:lnTo>
                    <a:pt x="1102" y="72"/>
                  </a:lnTo>
                  <a:lnTo>
                    <a:pt x="1102" y="73"/>
                  </a:lnTo>
                  <a:lnTo>
                    <a:pt x="1102" y="74"/>
                  </a:lnTo>
                  <a:lnTo>
                    <a:pt x="1102" y="80"/>
                  </a:lnTo>
                  <a:lnTo>
                    <a:pt x="1102" y="81"/>
                  </a:lnTo>
                  <a:lnTo>
                    <a:pt x="1102" y="81"/>
                  </a:lnTo>
                  <a:lnTo>
                    <a:pt x="1104" y="84"/>
                  </a:lnTo>
                  <a:lnTo>
                    <a:pt x="1106" y="85"/>
                  </a:lnTo>
                  <a:lnTo>
                    <a:pt x="1106" y="92"/>
                  </a:lnTo>
                  <a:lnTo>
                    <a:pt x="1107" y="92"/>
                  </a:lnTo>
                  <a:lnTo>
                    <a:pt x="1108" y="92"/>
                  </a:lnTo>
                  <a:lnTo>
                    <a:pt x="1108" y="96"/>
                  </a:lnTo>
                  <a:lnTo>
                    <a:pt x="1108" y="101"/>
                  </a:lnTo>
                  <a:lnTo>
                    <a:pt x="1107" y="108"/>
                  </a:lnTo>
                  <a:lnTo>
                    <a:pt x="1106" y="108"/>
                  </a:lnTo>
                  <a:lnTo>
                    <a:pt x="1106" y="114"/>
                  </a:lnTo>
                  <a:lnTo>
                    <a:pt x="1106" y="119"/>
                  </a:lnTo>
                  <a:lnTo>
                    <a:pt x="1106" y="120"/>
                  </a:lnTo>
                  <a:lnTo>
                    <a:pt x="1106" y="121"/>
                  </a:lnTo>
                  <a:lnTo>
                    <a:pt x="1106" y="129"/>
                  </a:lnTo>
                  <a:lnTo>
                    <a:pt x="1104" y="129"/>
                  </a:lnTo>
                  <a:lnTo>
                    <a:pt x="1104" y="129"/>
                  </a:lnTo>
                  <a:lnTo>
                    <a:pt x="1104" y="130"/>
                  </a:lnTo>
                  <a:lnTo>
                    <a:pt x="1106" y="133"/>
                  </a:lnTo>
                  <a:lnTo>
                    <a:pt x="1106" y="133"/>
                  </a:lnTo>
                  <a:lnTo>
                    <a:pt x="1106" y="140"/>
                  </a:lnTo>
                  <a:lnTo>
                    <a:pt x="1104" y="141"/>
                  </a:lnTo>
                  <a:lnTo>
                    <a:pt x="1102" y="143"/>
                  </a:lnTo>
                  <a:lnTo>
                    <a:pt x="1102" y="146"/>
                  </a:lnTo>
                  <a:lnTo>
                    <a:pt x="1102" y="152"/>
                  </a:lnTo>
                  <a:lnTo>
                    <a:pt x="1102" y="154"/>
                  </a:lnTo>
                  <a:lnTo>
                    <a:pt x="1099" y="159"/>
                  </a:lnTo>
                  <a:lnTo>
                    <a:pt x="1099" y="169"/>
                  </a:lnTo>
                  <a:lnTo>
                    <a:pt x="1099" y="171"/>
                  </a:lnTo>
                  <a:lnTo>
                    <a:pt x="1099" y="177"/>
                  </a:lnTo>
                  <a:lnTo>
                    <a:pt x="1093" y="183"/>
                  </a:lnTo>
                  <a:lnTo>
                    <a:pt x="1089" y="183"/>
                  </a:lnTo>
                  <a:lnTo>
                    <a:pt x="1089" y="193"/>
                  </a:lnTo>
                  <a:lnTo>
                    <a:pt x="1089" y="195"/>
                  </a:lnTo>
                  <a:lnTo>
                    <a:pt x="1089" y="197"/>
                  </a:lnTo>
                  <a:lnTo>
                    <a:pt x="1089" y="200"/>
                  </a:lnTo>
                  <a:lnTo>
                    <a:pt x="1093" y="200"/>
                  </a:lnTo>
                  <a:lnTo>
                    <a:pt x="1093" y="200"/>
                  </a:lnTo>
                  <a:lnTo>
                    <a:pt x="1093" y="200"/>
                  </a:lnTo>
                  <a:lnTo>
                    <a:pt x="1093" y="205"/>
                  </a:lnTo>
                  <a:lnTo>
                    <a:pt x="1089" y="207"/>
                  </a:lnTo>
                  <a:lnTo>
                    <a:pt x="1089" y="210"/>
                  </a:lnTo>
                  <a:lnTo>
                    <a:pt x="1089" y="213"/>
                  </a:lnTo>
                  <a:lnTo>
                    <a:pt x="45" y="213"/>
                  </a:lnTo>
                  <a:lnTo>
                    <a:pt x="45" y="213"/>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16" name=""/>
            <p:cNvSpPr/>
            <p:nvPr/>
          </p:nvSpPr>
          <p:spPr>
            <a:xfrm>
              <a:off x="4255920" y="4284720"/>
              <a:ext cx="503280" cy="136440"/>
            </a:xfrm>
            <a:custGeom>
              <a:avLst/>
              <a:gdLst/>
              <a:ahLst/>
              <a:rect l="l" t="t" r="r" b="b"/>
              <a:pathLst>
                <a:path w="317" h="86">
                  <a:moveTo>
                    <a:pt x="0" y="85"/>
                  </a:moveTo>
                  <a:lnTo>
                    <a:pt x="0" y="85"/>
                  </a:lnTo>
                  <a:lnTo>
                    <a:pt x="0" y="85"/>
                  </a:lnTo>
                  <a:lnTo>
                    <a:pt x="0" y="85"/>
                  </a:lnTo>
                  <a:lnTo>
                    <a:pt x="0" y="85"/>
                  </a:lnTo>
                  <a:lnTo>
                    <a:pt x="0" y="81"/>
                  </a:lnTo>
                  <a:lnTo>
                    <a:pt x="3" y="81"/>
                  </a:lnTo>
                  <a:lnTo>
                    <a:pt x="3" y="81"/>
                  </a:lnTo>
                  <a:lnTo>
                    <a:pt x="3" y="81"/>
                  </a:lnTo>
                  <a:lnTo>
                    <a:pt x="3" y="78"/>
                  </a:lnTo>
                  <a:lnTo>
                    <a:pt x="4" y="74"/>
                  </a:lnTo>
                  <a:lnTo>
                    <a:pt x="5" y="74"/>
                  </a:lnTo>
                  <a:lnTo>
                    <a:pt x="5" y="74"/>
                  </a:lnTo>
                  <a:lnTo>
                    <a:pt x="5" y="71"/>
                  </a:lnTo>
                  <a:lnTo>
                    <a:pt x="5" y="66"/>
                  </a:lnTo>
                  <a:lnTo>
                    <a:pt x="5" y="65"/>
                  </a:lnTo>
                  <a:lnTo>
                    <a:pt x="9" y="64"/>
                  </a:lnTo>
                  <a:lnTo>
                    <a:pt x="14" y="64"/>
                  </a:lnTo>
                  <a:lnTo>
                    <a:pt x="14" y="59"/>
                  </a:lnTo>
                  <a:lnTo>
                    <a:pt x="14" y="54"/>
                  </a:lnTo>
                  <a:lnTo>
                    <a:pt x="14" y="54"/>
                  </a:lnTo>
                  <a:lnTo>
                    <a:pt x="14" y="50"/>
                  </a:lnTo>
                  <a:lnTo>
                    <a:pt x="14" y="47"/>
                  </a:lnTo>
                  <a:lnTo>
                    <a:pt x="14" y="46"/>
                  </a:lnTo>
                  <a:lnTo>
                    <a:pt x="18" y="46"/>
                  </a:lnTo>
                  <a:lnTo>
                    <a:pt x="20" y="46"/>
                  </a:lnTo>
                  <a:lnTo>
                    <a:pt x="20" y="37"/>
                  </a:lnTo>
                  <a:lnTo>
                    <a:pt x="20" y="37"/>
                  </a:lnTo>
                  <a:lnTo>
                    <a:pt x="20" y="32"/>
                  </a:lnTo>
                  <a:lnTo>
                    <a:pt x="20" y="31"/>
                  </a:lnTo>
                  <a:lnTo>
                    <a:pt x="20" y="31"/>
                  </a:lnTo>
                  <a:lnTo>
                    <a:pt x="22" y="27"/>
                  </a:lnTo>
                  <a:lnTo>
                    <a:pt x="26" y="27"/>
                  </a:lnTo>
                  <a:lnTo>
                    <a:pt x="26" y="24"/>
                  </a:lnTo>
                  <a:lnTo>
                    <a:pt x="30" y="23"/>
                  </a:lnTo>
                  <a:lnTo>
                    <a:pt x="36" y="12"/>
                  </a:lnTo>
                  <a:lnTo>
                    <a:pt x="37" y="12"/>
                  </a:lnTo>
                  <a:lnTo>
                    <a:pt x="38" y="11"/>
                  </a:lnTo>
                  <a:lnTo>
                    <a:pt x="40" y="10"/>
                  </a:lnTo>
                  <a:lnTo>
                    <a:pt x="41" y="10"/>
                  </a:lnTo>
                  <a:lnTo>
                    <a:pt x="43" y="8"/>
                  </a:lnTo>
                  <a:lnTo>
                    <a:pt x="47" y="7"/>
                  </a:lnTo>
                  <a:lnTo>
                    <a:pt x="47" y="7"/>
                  </a:lnTo>
                  <a:lnTo>
                    <a:pt x="47" y="6"/>
                  </a:lnTo>
                  <a:lnTo>
                    <a:pt x="47" y="5"/>
                  </a:lnTo>
                  <a:lnTo>
                    <a:pt x="47" y="5"/>
                  </a:lnTo>
                  <a:lnTo>
                    <a:pt x="47" y="5"/>
                  </a:lnTo>
                  <a:lnTo>
                    <a:pt x="50" y="4"/>
                  </a:lnTo>
                  <a:lnTo>
                    <a:pt x="53" y="4"/>
                  </a:lnTo>
                  <a:lnTo>
                    <a:pt x="58" y="4"/>
                  </a:lnTo>
                  <a:lnTo>
                    <a:pt x="61" y="4"/>
                  </a:lnTo>
                  <a:lnTo>
                    <a:pt x="62" y="4"/>
                  </a:lnTo>
                  <a:lnTo>
                    <a:pt x="62" y="4"/>
                  </a:lnTo>
                  <a:lnTo>
                    <a:pt x="70" y="4"/>
                  </a:lnTo>
                  <a:lnTo>
                    <a:pt x="72" y="4"/>
                  </a:lnTo>
                  <a:lnTo>
                    <a:pt x="75" y="4"/>
                  </a:lnTo>
                  <a:lnTo>
                    <a:pt x="75" y="3"/>
                  </a:lnTo>
                  <a:lnTo>
                    <a:pt x="75" y="3"/>
                  </a:lnTo>
                  <a:lnTo>
                    <a:pt x="82" y="0"/>
                  </a:lnTo>
                  <a:lnTo>
                    <a:pt x="84" y="0"/>
                  </a:lnTo>
                  <a:lnTo>
                    <a:pt x="87" y="0"/>
                  </a:lnTo>
                  <a:lnTo>
                    <a:pt x="96" y="0"/>
                  </a:lnTo>
                  <a:lnTo>
                    <a:pt x="98" y="0"/>
                  </a:lnTo>
                  <a:lnTo>
                    <a:pt x="100" y="0"/>
                  </a:lnTo>
                  <a:lnTo>
                    <a:pt x="104" y="0"/>
                  </a:lnTo>
                  <a:lnTo>
                    <a:pt x="104" y="0"/>
                  </a:lnTo>
                  <a:lnTo>
                    <a:pt x="104" y="0"/>
                  </a:lnTo>
                  <a:lnTo>
                    <a:pt x="104" y="0"/>
                  </a:lnTo>
                  <a:lnTo>
                    <a:pt x="109" y="0"/>
                  </a:lnTo>
                  <a:lnTo>
                    <a:pt x="114" y="0"/>
                  </a:lnTo>
                  <a:lnTo>
                    <a:pt x="115" y="0"/>
                  </a:lnTo>
                  <a:lnTo>
                    <a:pt x="118" y="0"/>
                  </a:lnTo>
                  <a:lnTo>
                    <a:pt x="118" y="0"/>
                  </a:lnTo>
                  <a:lnTo>
                    <a:pt x="120" y="0"/>
                  </a:lnTo>
                  <a:lnTo>
                    <a:pt x="122" y="0"/>
                  </a:lnTo>
                  <a:lnTo>
                    <a:pt x="126" y="0"/>
                  </a:lnTo>
                  <a:lnTo>
                    <a:pt x="131" y="0"/>
                  </a:lnTo>
                  <a:lnTo>
                    <a:pt x="138" y="0"/>
                  </a:lnTo>
                  <a:lnTo>
                    <a:pt x="141" y="0"/>
                  </a:lnTo>
                  <a:lnTo>
                    <a:pt x="141" y="0"/>
                  </a:lnTo>
                  <a:lnTo>
                    <a:pt x="141" y="0"/>
                  </a:lnTo>
                  <a:lnTo>
                    <a:pt x="150" y="0"/>
                  </a:lnTo>
                  <a:lnTo>
                    <a:pt x="150" y="0"/>
                  </a:lnTo>
                  <a:lnTo>
                    <a:pt x="151" y="0"/>
                  </a:lnTo>
                  <a:lnTo>
                    <a:pt x="151" y="0"/>
                  </a:lnTo>
                  <a:lnTo>
                    <a:pt x="154" y="0"/>
                  </a:lnTo>
                  <a:lnTo>
                    <a:pt x="154" y="0"/>
                  </a:lnTo>
                  <a:lnTo>
                    <a:pt x="157" y="0"/>
                  </a:lnTo>
                  <a:lnTo>
                    <a:pt x="157" y="0"/>
                  </a:lnTo>
                  <a:lnTo>
                    <a:pt x="160" y="0"/>
                  </a:lnTo>
                  <a:lnTo>
                    <a:pt x="160" y="0"/>
                  </a:lnTo>
                  <a:lnTo>
                    <a:pt x="160" y="0"/>
                  </a:lnTo>
                  <a:lnTo>
                    <a:pt x="160" y="0"/>
                  </a:lnTo>
                  <a:lnTo>
                    <a:pt x="162" y="0"/>
                  </a:lnTo>
                  <a:lnTo>
                    <a:pt x="162" y="0"/>
                  </a:lnTo>
                  <a:lnTo>
                    <a:pt x="165" y="0"/>
                  </a:lnTo>
                  <a:lnTo>
                    <a:pt x="168" y="0"/>
                  </a:lnTo>
                  <a:lnTo>
                    <a:pt x="172" y="0"/>
                  </a:lnTo>
                  <a:lnTo>
                    <a:pt x="174" y="0"/>
                  </a:lnTo>
                  <a:lnTo>
                    <a:pt x="175" y="1"/>
                  </a:lnTo>
                  <a:lnTo>
                    <a:pt x="175" y="1"/>
                  </a:lnTo>
                  <a:lnTo>
                    <a:pt x="175" y="3"/>
                  </a:lnTo>
                  <a:lnTo>
                    <a:pt x="179" y="3"/>
                  </a:lnTo>
                  <a:lnTo>
                    <a:pt x="181" y="3"/>
                  </a:lnTo>
                  <a:lnTo>
                    <a:pt x="183" y="3"/>
                  </a:lnTo>
                  <a:lnTo>
                    <a:pt x="188" y="3"/>
                  </a:lnTo>
                  <a:lnTo>
                    <a:pt x="190" y="3"/>
                  </a:lnTo>
                  <a:lnTo>
                    <a:pt x="190" y="3"/>
                  </a:lnTo>
                  <a:lnTo>
                    <a:pt x="190" y="4"/>
                  </a:lnTo>
                  <a:lnTo>
                    <a:pt x="192" y="4"/>
                  </a:lnTo>
                  <a:lnTo>
                    <a:pt x="195" y="4"/>
                  </a:lnTo>
                  <a:lnTo>
                    <a:pt x="199" y="4"/>
                  </a:lnTo>
                  <a:lnTo>
                    <a:pt x="199" y="4"/>
                  </a:lnTo>
                  <a:lnTo>
                    <a:pt x="199" y="4"/>
                  </a:lnTo>
                  <a:lnTo>
                    <a:pt x="199" y="4"/>
                  </a:lnTo>
                  <a:lnTo>
                    <a:pt x="206" y="4"/>
                  </a:lnTo>
                  <a:lnTo>
                    <a:pt x="209" y="4"/>
                  </a:lnTo>
                  <a:lnTo>
                    <a:pt x="209" y="4"/>
                  </a:lnTo>
                  <a:lnTo>
                    <a:pt x="209" y="4"/>
                  </a:lnTo>
                  <a:lnTo>
                    <a:pt x="209" y="4"/>
                  </a:lnTo>
                  <a:lnTo>
                    <a:pt x="214" y="4"/>
                  </a:lnTo>
                  <a:lnTo>
                    <a:pt x="214" y="4"/>
                  </a:lnTo>
                  <a:lnTo>
                    <a:pt x="219" y="4"/>
                  </a:lnTo>
                  <a:lnTo>
                    <a:pt x="221" y="4"/>
                  </a:lnTo>
                  <a:lnTo>
                    <a:pt x="221" y="4"/>
                  </a:lnTo>
                  <a:lnTo>
                    <a:pt x="225" y="4"/>
                  </a:lnTo>
                  <a:lnTo>
                    <a:pt x="225" y="4"/>
                  </a:lnTo>
                  <a:lnTo>
                    <a:pt x="225" y="4"/>
                  </a:lnTo>
                  <a:lnTo>
                    <a:pt x="225" y="4"/>
                  </a:lnTo>
                  <a:lnTo>
                    <a:pt x="225" y="5"/>
                  </a:lnTo>
                  <a:lnTo>
                    <a:pt x="225" y="5"/>
                  </a:lnTo>
                  <a:lnTo>
                    <a:pt x="227" y="5"/>
                  </a:lnTo>
                  <a:lnTo>
                    <a:pt x="231" y="6"/>
                  </a:lnTo>
                  <a:lnTo>
                    <a:pt x="232" y="6"/>
                  </a:lnTo>
                  <a:lnTo>
                    <a:pt x="236" y="7"/>
                  </a:lnTo>
                  <a:lnTo>
                    <a:pt x="236" y="7"/>
                  </a:lnTo>
                  <a:lnTo>
                    <a:pt x="241" y="7"/>
                  </a:lnTo>
                  <a:lnTo>
                    <a:pt x="245" y="8"/>
                  </a:lnTo>
                  <a:lnTo>
                    <a:pt x="245" y="8"/>
                  </a:lnTo>
                  <a:lnTo>
                    <a:pt x="248" y="8"/>
                  </a:lnTo>
                  <a:lnTo>
                    <a:pt x="248" y="10"/>
                  </a:lnTo>
                  <a:lnTo>
                    <a:pt x="248" y="10"/>
                  </a:lnTo>
                  <a:lnTo>
                    <a:pt x="248" y="11"/>
                  </a:lnTo>
                  <a:lnTo>
                    <a:pt x="248" y="12"/>
                  </a:lnTo>
                  <a:lnTo>
                    <a:pt x="248" y="23"/>
                  </a:lnTo>
                  <a:lnTo>
                    <a:pt x="248" y="24"/>
                  </a:lnTo>
                  <a:lnTo>
                    <a:pt x="260" y="27"/>
                  </a:lnTo>
                  <a:lnTo>
                    <a:pt x="260" y="27"/>
                  </a:lnTo>
                  <a:lnTo>
                    <a:pt x="261" y="28"/>
                  </a:lnTo>
                  <a:lnTo>
                    <a:pt x="265" y="31"/>
                  </a:lnTo>
                  <a:lnTo>
                    <a:pt x="265" y="31"/>
                  </a:lnTo>
                  <a:lnTo>
                    <a:pt x="265" y="31"/>
                  </a:lnTo>
                  <a:lnTo>
                    <a:pt x="265" y="32"/>
                  </a:lnTo>
                  <a:lnTo>
                    <a:pt x="271" y="32"/>
                  </a:lnTo>
                  <a:lnTo>
                    <a:pt x="273" y="37"/>
                  </a:lnTo>
                  <a:lnTo>
                    <a:pt x="273" y="37"/>
                  </a:lnTo>
                  <a:lnTo>
                    <a:pt x="277" y="37"/>
                  </a:lnTo>
                  <a:lnTo>
                    <a:pt x="277" y="46"/>
                  </a:lnTo>
                  <a:lnTo>
                    <a:pt x="280" y="46"/>
                  </a:lnTo>
                  <a:lnTo>
                    <a:pt x="284" y="46"/>
                  </a:lnTo>
                  <a:lnTo>
                    <a:pt x="284" y="46"/>
                  </a:lnTo>
                  <a:lnTo>
                    <a:pt x="284" y="47"/>
                  </a:lnTo>
                  <a:lnTo>
                    <a:pt x="284" y="47"/>
                  </a:lnTo>
                  <a:lnTo>
                    <a:pt x="291" y="50"/>
                  </a:lnTo>
                  <a:lnTo>
                    <a:pt x="292" y="50"/>
                  </a:lnTo>
                  <a:lnTo>
                    <a:pt x="292" y="54"/>
                  </a:lnTo>
                  <a:lnTo>
                    <a:pt x="293" y="54"/>
                  </a:lnTo>
                  <a:lnTo>
                    <a:pt x="294" y="58"/>
                  </a:lnTo>
                  <a:lnTo>
                    <a:pt x="294" y="59"/>
                  </a:lnTo>
                  <a:lnTo>
                    <a:pt x="304" y="65"/>
                  </a:lnTo>
                  <a:lnTo>
                    <a:pt x="304" y="66"/>
                  </a:lnTo>
                  <a:lnTo>
                    <a:pt x="306" y="69"/>
                  </a:lnTo>
                  <a:lnTo>
                    <a:pt x="307" y="71"/>
                  </a:lnTo>
                  <a:lnTo>
                    <a:pt x="307" y="72"/>
                  </a:lnTo>
                  <a:lnTo>
                    <a:pt x="307" y="74"/>
                  </a:lnTo>
                  <a:lnTo>
                    <a:pt x="307" y="74"/>
                  </a:lnTo>
                  <a:lnTo>
                    <a:pt x="308" y="74"/>
                  </a:lnTo>
                  <a:lnTo>
                    <a:pt x="308" y="79"/>
                  </a:lnTo>
                  <a:lnTo>
                    <a:pt x="310" y="81"/>
                  </a:lnTo>
                  <a:lnTo>
                    <a:pt x="314" y="81"/>
                  </a:lnTo>
                  <a:lnTo>
                    <a:pt x="316" y="85"/>
                  </a:lnTo>
                  <a:lnTo>
                    <a:pt x="316" y="85"/>
                  </a:lnTo>
                  <a:lnTo>
                    <a:pt x="160" y="85"/>
                  </a:lnTo>
                  <a:lnTo>
                    <a:pt x="160" y="85"/>
                  </a:lnTo>
                  <a:lnTo>
                    <a:pt x="160" y="85"/>
                  </a:lnTo>
                  <a:lnTo>
                    <a:pt x="160" y="85"/>
                  </a:lnTo>
                  <a:lnTo>
                    <a:pt x="160" y="85"/>
                  </a:lnTo>
                  <a:lnTo>
                    <a:pt x="160" y="81"/>
                  </a:lnTo>
                  <a:lnTo>
                    <a:pt x="157" y="81"/>
                  </a:lnTo>
                  <a:lnTo>
                    <a:pt x="154" y="81"/>
                  </a:lnTo>
                  <a:lnTo>
                    <a:pt x="151" y="81"/>
                  </a:lnTo>
                  <a:lnTo>
                    <a:pt x="150" y="74"/>
                  </a:lnTo>
                  <a:lnTo>
                    <a:pt x="141" y="74"/>
                  </a:lnTo>
                  <a:lnTo>
                    <a:pt x="136" y="72"/>
                  </a:lnTo>
                  <a:lnTo>
                    <a:pt x="136" y="69"/>
                  </a:lnTo>
                  <a:lnTo>
                    <a:pt x="135" y="66"/>
                  </a:lnTo>
                  <a:lnTo>
                    <a:pt x="133" y="66"/>
                  </a:lnTo>
                  <a:lnTo>
                    <a:pt x="126" y="66"/>
                  </a:lnTo>
                  <a:lnTo>
                    <a:pt x="126" y="66"/>
                  </a:lnTo>
                  <a:lnTo>
                    <a:pt x="122" y="69"/>
                  </a:lnTo>
                  <a:lnTo>
                    <a:pt x="120" y="71"/>
                  </a:lnTo>
                  <a:lnTo>
                    <a:pt x="118" y="71"/>
                  </a:lnTo>
                  <a:lnTo>
                    <a:pt x="116" y="71"/>
                  </a:lnTo>
                  <a:lnTo>
                    <a:pt x="115" y="71"/>
                  </a:lnTo>
                  <a:lnTo>
                    <a:pt x="115" y="71"/>
                  </a:lnTo>
                  <a:lnTo>
                    <a:pt x="114" y="72"/>
                  </a:lnTo>
                  <a:lnTo>
                    <a:pt x="109" y="74"/>
                  </a:lnTo>
                  <a:lnTo>
                    <a:pt x="109" y="74"/>
                  </a:lnTo>
                  <a:lnTo>
                    <a:pt x="104" y="81"/>
                  </a:lnTo>
                  <a:lnTo>
                    <a:pt x="104" y="81"/>
                  </a:lnTo>
                  <a:lnTo>
                    <a:pt x="98" y="85"/>
                  </a:lnTo>
                  <a:lnTo>
                    <a:pt x="96" y="85"/>
                  </a:lnTo>
                  <a:lnTo>
                    <a:pt x="96" y="85"/>
                  </a:lnTo>
                  <a:lnTo>
                    <a:pt x="96" y="85"/>
                  </a:lnTo>
                  <a:lnTo>
                    <a:pt x="96" y="85"/>
                  </a:lnTo>
                  <a:lnTo>
                    <a:pt x="96" y="85"/>
                  </a:lnTo>
                  <a:lnTo>
                    <a:pt x="96" y="85"/>
                  </a:lnTo>
                  <a:lnTo>
                    <a:pt x="96" y="85"/>
                  </a:lnTo>
                  <a:lnTo>
                    <a:pt x="92" y="85"/>
                  </a:lnTo>
                  <a:lnTo>
                    <a:pt x="0" y="85"/>
                  </a:lnTo>
                  <a:lnTo>
                    <a:pt x="0" y="85"/>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17" name=""/>
            <p:cNvSpPr/>
            <p:nvPr/>
          </p:nvSpPr>
          <p:spPr>
            <a:xfrm>
              <a:off x="4255920" y="4419720"/>
              <a:ext cx="147960" cy="38160"/>
            </a:xfrm>
            <a:custGeom>
              <a:avLst/>
              <a:gdLst/>
              <a:ahLst/>
              <a:rect l="l" t="t" r="r" b="b"/>
              <a:pathLst>
                <a:path w="93" h="24">
                  <a:moveTo>
                    <a:pt x="92" y="0"/>
                  </a:moveTo>
                  <a:lnTo>
                    <a:pt x="87" y="1"/>
                  </a:lnTo>
                  <a:lnTo>
                    <a:pt x="85" y="1"/>
                  </a:lnTo>
                  <a:lnTo>
                    <a:pt x="85" y="2"/>
                  </a:lnTo>
                  <a:lnTo>
                    <a:pt x="85" y="7"/>
                  </a:lnTo>
                  <a:lnTo>
                    <a:pt x="84" y="8"/>
                  </a:lnTo>
                  <a:lnTo>
                    <a:pt x="84" y="11"/>
                  </a:lnTo>
                  <a:lnTo>
                    <a:pt x="82" y="11"/>
                  </a:lnTo>
                  <a:lnTo>
                    <a:pt x="82" y="11"/>
                  </a:lnTo>
                  <a:lnTo>
                    <a:pt x="75" y="11"/>
                  </a:lnTo>
                  <a:lnTo>
                    <a:pt x="72" y="13"/>
                  </a:lnTo>
                  <a:lnTo>
                    <a:pt x="65" y="13"/>
                  </a:lnTo>
                  <a:lnTo>
                    <a:pt x="62" y="13"/>
                  </a:lnTo>
                  <a:lnTo>
                    <a:pt x="62" y="17"/>
                  </a:lnTo>
                  <a:lnTo>
                    <a:pt x="58" y="23"/>
                  </a:lnTo>
                  <a:lnTo>
                    <a:pt x="58" y="23"/>
                  </a:lnTo>
                  <a:lnTo>
                    <a:pt x="53" y="23"/>
                  </a:lnTo>
                  <a:lnTo>
                    <a:pt x="50" y="23"/>
                  </a:lnTo>
                  <a:lnTo>
                    <a:pt x="47" y="23"/>
                  </a:lnTo>
                  <a:lnTo>
                    <a:pt x="47" y="17"/>
                  </a:lnTo>
                  <a:lnTo>
                    <a:pt x="47" y="17"/>
                  </a:lnTo>
                  <a:lnTo>
                    <a:pt x="47" y="17"/>
                  </a:lnTo>
                  <a:lnTo>
                    <a:pt x="43" y="17"/>
                  </a:lnTo>
                  <a:lnTo>
                    <a:pt x="40" y="23"/>
                  </a:lnTo>
                  <a:lnTo>
                    <a:pt x="38" y="23"/>
                  </a:lnTo>
                  <a:lnTo>
                    <a:pt x="36" y="23"/>
                  </a:lnTo>
                  <a:lnTo>
                    <a:pt x="30" y="23"/>
                  </a:lnTo>
                  <a:lnTo>
                    <a:pt x="28" y="23"/>
                  </a:lnTo>
                  <a:lnTo>
                    <a:pt x="26" y="23"/>
                  </a:lnTo>
                  <a:lnTo>
                    <a:pt x="22" y="23"/>
                  </a:lnTo>
                  <a:lnTo>
                    <a:pt x="20" y="23"/>
                  </a:lnTo>
                  <a:lnTo>
                    <a:pt x="20" y="23"/>
                  </a:lnTo>
                  <a:lnTo>
                    <a:pt x="20" y="23"/>
                  </a:lnTo>
                  <a:lnTo>
                    <a:pt x="18" y="17"/>
                  </a:lnTo>
                  <a:lnTo>
                    <a:pt x="14" y="17"/>
                  </a:lnTo>
                  <a:lnTo>
                    <a:pt x="14" y="17"/>
                  </a:lnTo>
                  <a:lnTo>
                    <a:pt x="9" y="17"/>
                  </a:lnTo>
                  <a:lnTo>
                    <a:pt x="5" y="23"/>
                  </a:lnTo>
                  <a:lnTo>
                    <a:pt x="3" y="23"/>
                  </a:lnTo>
                  <a:lnTo>
                    <a:pt x="3" y="17"/>
                  </a:lnTo>
                  <a:lnTo>
                    <a:pt x="3" y="13"/>
                  </a:lnTo>
                  <a:lnTo>
                    <a:pt x="3" y="13"/>
                  </a:lnTo>
                  <a:lnTo>
                    <a:pt x="3" y="8"/>
                  </a:lnTo>
                  <a:lnTo>
                    <a:pt x="3" y="1"/>
                  </a:lnTo>
                  <a:lnTo>
                    <a:pt x="0" y="0"/>
                  </a:lnTo>
                  <a:lnTo>
                    <a:pt x="92" y="0"/>
                  </a:lnTo>
                  <a:lnTo>
                    <a:pt x="92" y="0"/>
                  </a:lnTo>
                </a:path>
              </a:pathLst>
            </a:custGeom>
            <a:solidFill>
              <a:srgbClr val="ffe0e6"/>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3518" name=""/>
            <p:cNvSpPr/>
            <p:nvPr/>
          </p:nvSpPr>
          <p:spPr>
            <a:xfrm>
              <a:off x="4386240" y="4419720"/>
              <a:ext cx="1639800" cy="174600"/>
            </a:xfrm>
            <a:custGeom>
              <a:avLst/>
              <a:gdLst/>
              <a:ahLst/>
              <a:rect l="l" t="t" r="r" b="b"/>
              <a:pathLst>
                <a:path w="1033" h="110">
                  <a:moveTo>
                    <a:pt x="234" y="0"/>
                  </a:moveTo>
                  <a:lnTo>
                    <a:pt x="234" y="1"/>
                  </a:lnTo>
                  <a:lnTo>
                    <a:pt x="234" y="1"/>
                  </a:lnTo>
                  <a:lnTo>
                    <a:pt x="238" y="1"/>
                  </a:lnTo>
                  <a:lnTo>
                    <a:pt x="238" y="1"/>
                  </a:lnTo>
                  <a:lnTo>
                    <a:pt x="238" y="2"/>
                  </a:lnTo>
                  <a:lnTo>
                    <a:pt x="238" y="8"/>
                  </a:lnTo>
                  <a:lnTo>
                    <a:pt x="238" y="11"/>
                  </a:lnTo>
                  <a:lnTo>
                    <a:pt x="238" y="11"/>
                  </a:lnTo>
                  <a:lnTo>
                    <a:pt x="243" y="13"/>
                  </a:lnTo>
                  <a:lnTo>
                    <a:pt x="243" y="13"/>
                  </a:lnTo>
                  <a:lnTo>
                    <a:pt x="243" y="17"/>
                  </a:lnTo>
                  <a:lnTo>
                    <a:pt x="243" y="23"/>
                  </a:lnTo>
                  <a:lnTo>
                    <a:pt x="243" y="23"/>
                  </a:lnTo>
                  <a:lnTo>
                    <a:pt x="243" y="23"/>
                  </a:lnTo>
                  <a:lnTo>
                    <a:pt x="246" y="23"/>
                  </a:lnTo>
                  <a:lnTo>
                    <a:pt x="246" y="23"/>
                  </a:lnTo>
                  <a:lnTo>
                    <a:pt x="246" y="23"/>
                  </a:lnTo>
                  <a:lnTo>
                    <a:pt x="249" y="24"/>
                  </a:lnTo>
                  <a:lnTo>
                    <a:pt x="254" y="24"/>
                  </a:lnTo>
                  <a:lnTo>
                    <a:pt x="257" y="31"/>
                  </a:lnTo>
                  <a:lnTo>
                    <a:pt x="257" y="33"/>
                  </a:lnTo>
                  <a:lnTo>
                    <a:pt x="259" y="38"/>
                  </a:lnTo>
                  <a:lnTo>
                    <a:pt x="259" y="38"/>
                  </a:lnTo>
                  <a:lnTo>
                    <a:pt x="262" y="42"/>
                  </a:lnTo>
                  <a:lnTo>
                    <a:pt x="265" y="42"/>
                  </a:lnTo>
                  <a:lnTo>
                    <a:pt x="265" y="42"/>
                  </a:lnTo>
                  <a:lnTo>
                    <a:pt x="269" y="45"/>
                  </a:lnTo>
                  <a:lnTo>
                    <a:pt x="269" y="45"/>
                  </a:lnTo>
                  <a:lnTo>
                    <a:pt x="269" y="46"/>
                  </a:lnTo>
                  <a:lnTo>
                    <a:pt x="271" y="46"/>
                  </a:lnTo>
                  <a:lnTo>
                    <a:pt x="272" y="46"/>
                  </a:lnTo>
                  <a:lnTo>
                    <a:pt x="272" y="46"/>
                  </a:lnTo>
                  <a:lnTo>
                    <a:pt x="272" y="54"/>
                  </a:lnTo>
                  <a:lnTo>
                    <a:pt x="272" y="54"/>
                  </a:lnTo>
                  <a:lnTo>
                    <a:pt x="276" y="57"/>
                  </a:lnTo>
                  <a:lnTo>
                    <a:pt x="280" y="57"/>
                  </a:lnTo>
                  <a:lnTo>
                    <a:pt x="282" y="57"/>
                  </a:lnTo>
                  <a:lnTo>
                    <a:pt x="284" y="57"/>
                  </a:lnTo>
                  <a:lnTo>
                    <a:pt x="285" y="57"/>
                  </a:lnTo>
                  <a:lnTo>
                    <a:pt x="285" y="64"/>
                  </a:lnTo>
                  <a:lnTo>
                    <a:pt x="285" y="66"/>
                  </a:lnTo>
                  <a:lnTo>
                    <a:pt x="285" y="66"/>
                  </a:lnTo>
                  <a:lnTo>
                    <a:pt x="285" y="67"/>
                  </a:lnTo>
                  <a:lnTo>
                    <a:pt x="285" y="67"/>
                  </a:lnTo>
                  <a:lnTo>
                    <a:pt x="286" y="67"/>
                  </a:lnTo>
                  <a:lnTo>
                    <a:pt x="288" y="67"/>
                  </a:lnTo>
                  <a:lnTo>
                    <a:pt x="291" y="67"/>
                  </a:lnTo>
                  <a:lnTo>
                    <a:pt x="291" y="67"/>
                  </a:lnTo>
                  <a:lnTo>
                    <a:pt x="297" y="69"/>
                  </a:lnTo>
                  <a:lnTo>
                    <a:pt x="298" y="69"/>
                  </a:lnTo>
                  <a:lnTo>
                    <a:pt x="300" y="69"/>
                  </a:lnTo>
                  <a:lnTo>
                    <a:pt x="303" y="74"/>
                  </a:lnTo>
                  <a:lnTo>
                    <a:pt x="303" y="74"/>
                  </a:lnTo>
                  <a:lnTo>
                    <a:pt x="303" y="74"/>
                  </a:lnTo>
                  <a:lnTo>
                    <a:pt x="305" y="74"/>
                  </a:lnTo>
                  <a:lnTo>
                    <a:pt x="309" y="74"/>
                  </a:lnTo>
                  <a:lnTo>
                    <a:pt x="312" y="74"/>
                  </a:lnTo>
                  <a:lnTo>
                    <a:pt x="312" y="74"/>
                  </a:lnTo>
                  <a:lnTo>
                    <a:pt x="316" y="76"/>
                  </a:lnTo>
                  <a:lnTo>
                    <a:pt x="316" y="76"/>
                  </a:lnTo>
                  <a:lnTo>
                    <a:pt x="316" y="76"/>
                  </a:lnTo>
                  <a:lnTo>
                    <a:pt x="318" y="76"/>
                  </a:lnTo>
                  <a:lnTo>
                    <a:pt x="318" y="76"/>
                  </a:lnTo>
                  <a:lnTo>
                    <a:pt x="318" y="81"/>
                  </a:lnTo>
                  <a:lnTo>
                    <a:pt x="322" y="81"/>
                  </a:lnTo>
                  <a:lnTo>
                    <a:pt x="323" y="81"/>
                  </a:lnTo>
                  <a:lnTo>
                    <a:pt x="326" y="83"/>
                  </a:lnTo>
                  <a:lnTo>
                    <a:pt x="327" y="83"/>
                  </a:lnTo>
                  <a:lnTo>
                    <a:pt x="327" y="84"/>
                  </a:lnTo>
                  <a:lnTo>
                    <a:pt x="328" y="84"/>
                  </a:lnTo>
                  <a:lnTo>
                    <a:pt x="328" y="84"/>
                  </a:lnTo>
                  <a:lnTo>
                    <a:pt x="337" y="84"/>
                  </a:lnTo>
                  <a:lnTo>
                    <a:pt x="338" y="92"/>
                  </a:lnTo>
                  <a:lnTo>
                    <a:pt x="340" y="92"/>
                  </a:lnTo>
                  <a:lnTo>
                    <a:pt x="344" y="92"/>
                  </a:lnTo>
                  <a:lnTo>
                    <a:pt x="344" y="92"/>
                  </a:lnTo>
                  <a:lnTo>
                    <a:pt x="346" y="92"/>
                  </a:lnTo>
                  <a:lnTo>
                    <a:pt x="348" y="93"/>
                  </a:lnTo>
                  <a:lnTo>
                    <a:pt x="349" y="93"/>
                  </a:lnTo>
                  <a:lnTo>
                    <a:pt x="355" y="93"/>
                  </a:lnTo>
                  <a:lnTo>
                    <a:pt x="358" y="93"/>
                  </a:lnTo>
                  <a:lnTo>
                    <a:pt x="358" y="93"/>
                  </a:lnTo>
                  <a:lnTo>
                    <a:pt x="366" y="93"/>
                  </a:lnTo>
                  <a:lnTo>
                    <a:pt x="366" y="97"/>
                  </a:lnTo>
                  <a:lnTo>
                    <a:pt x="367" y="98"/>
                  </a:lnTo>
                  <a:lnTo>
                    <a:pt x="367" y="98"/>
                  </a:lnTo>
                  <a:lnTo>
                    <a:pt x="372" y="99"/>
                  </a:lnTo>
                  <a:lnTo>
                    <a:pt x="376" y="103"/>
                  </a:lnTo>
                  <a:lnTo>
                    <a:pt x="378" y="103"/>
                  </a:lnTo>
                  <a:lnTo>
                    <a:pt x="383" y="108"/>
                  </a:lnTo>
                  <a:lnTo>
                    <a:pt x="387" y="108"/>
                  </a:lnTo>
                  <a:lnTo>
                    <a:pt x="387" y="108"/>
                  </a:lnTo>
                  <a:lnTo>
                    <a:pt x="387" y="108"/>
                  </a:lnTo>
                  <a:lnTo>
                    <a:pt x="391" y="103"/>
                  </a:lnTo>
                  <a:lnTo>
                    <a:pt x="391" y="103"/>
                  </a:lnTo>
                  <a:lnTo>
                    <a:pt x="391" y="103"/>
                  </a:lnTo>
                  <a:lnTo>
                    <a:pt x="391" y="103"/>
                  </a:lnTo>
                  <a:lnTo>
                    <a:pt x="391" y="103"/>
                  </a:lnTo>
                  <a:lnTo>
                    <a:pt x="395" y="108"/>
                  </a:lnTo>
                  <a:lnTo>
                    <a:pt x="398" y="108"/>
                  </a:lnTo>
                  <a:lnTo>
                    <a:pt x="398" y="108"/>
                  </a:lnTo>
                  <a:lnTo>
                    <a:pt x="403" y="103"/>
                  </a:lnTo>
                  <a:lnTo>
                    <a:pt x="403" y="99"/>
                  </a:lnTo>
                  <a:lnTo>
                    <a:pt x="403" y="98"/>
                  </a:lnTo>
                  <a:lnTo>
                    <a:pt x="404" y="97"/>
                  </a:lnTo>
                  <a:lnTo>
                    <a:pt x="405" y="94"/>
                  </a:lnTo>
                  <a:lnTo>
                    <a:pt x="414" y="94"/>
                  </a:lnTo>
                  <a:lnTo>
                    <a:pt x="418" y="97"/>
                  </a:lnTo>
                  <a:lnTo>
                    <a:pt x="431" y="94"/>
                  </a:lnTo>
                  <a:lnTo>
                    <a:pt x="431" y="94"/>
                  </a:lnTo>
                  <a:lnTo>
                    <a:pt x="433" y="93"/>
                  </a:lnTo>
                  <a:lnTo>
                    <a:pt x="433" y="93"/>
                  </a:lnTo>
                  <a:lnTo>
                    <a:pt x="435" y="93"/>
                  </a:lnTo>
                  <a:lnTo>
                    <a:pt x="439" y="93"/>
                  </a:lnTo>
                  <a:lnTo>
                    <a:pt x="440" y="93"/>
                  </a:lnTo>
                  <a:lnTo>
                    <a:pt x="444" y="93"/>
                  </a:lnTo>
                  <a:lnTo>
                    <a:pt x="445" y="94"/>
                  </a:lnTo>
                  <a:lnTo>
                    <a:pt x="445" y="93"/>
                  </a:lnTo>
                  <a:lnTo>
                    <a:pt x="447" y="93"/>
                  </a:lnTo>
                  <a:lnTo>
                    <a:pt x="450" y="93"/>
                  </a:lnTo>
                  <a:lnTo>
                    <a:pt x="454" y="93"/>
                  </a:lnTo>
                  <a:lnTo>
                    <a:pt x="454" y="93"/>
                  </a:lnTo>
                  <a:lnTo>
                    <a:pt x="459" y="92"/>
                  </a:lnTo>
                  <a:lnTo>
                    <a:pt x="462" y="92"/>
                  </a:lnTo>
                  <a:lnTo>
                    <a:pt x="468" y="93"/>
                  </a:lnTo>
                  <a:lnTo>
                    <a:pt x="471" y="93"/>
                  </a:lnTo>
                  <a:lnTo>
                    <a:pt x="471" y="93"/>
                  </a:lnTo>
                  <a:lnTo>
                    <a:pt x="471" y="92"/>
                  </a:lnTo>
                  <a:lnTo>
                    <a:pt x="474" y="84"/>
                  </a:lnTo>
                  <a:lnTo>
                    <a:pt x="475" y="84"/>
                  </a:lnTo>
                  <a:lnTo>
                    <a:pt x="479" y="84"/>
                  </a:lnTo>
                  <a:lnTo>
                    <a:pt x="481" y="84"/>
                  </a:lnTo>
                  <a:lnTo>
                    <a:pt x="488" y="84"/>
                  </a:lnTo>
                  <a:lnTo>
                    <a:pt x="490" y="84"/>
                  </a:lnTo>
                  <a:lnTo>
                    <a:pt x="493" y="84"/>
                  </a:lnTo>
                  <a:lnTo>
                    <a:pt x="493" y="84"/>
                  </a:lnTo>
                  <a:lnTo>
                    <a:pt x="493" y="84"/>
                  </a:lnTo>
                  <a:lnTo>
                    <a:pt x="495" y="84"/>
                  </a:lnTo>
                  <a:lnTo>
                    <a:pt x="495" y="84"/>
                  </a:lnTo>
                  <a:lnTo>
                    <a:pt x="498" y="84"/>
                  </a:lnTo>
                  <a:lnTo>
                    <a:pt x="499" y="84"/>
                  </a:lnTo>
                  <a:lnTo>
                    <a:pt x="506" y="83"/>
                  </a:lnTo>
                  <a:lnTo>
                    <a:pt x="506" y="83"/>
                  </a:lnTo>
                  <a:lnTo>
                    <a:pt x="506" y="83"/>
                  </a:lnTo>
                  <a:lnTo>
                    <a:pt x="506" y="83"/>
                  </a:lnTo>
                  <a:lnTo>
                    <a:pt x="509" y="83"/>
                  </a:lnTo>
                  <a:lnTo>
                    <a:pt x="512" y="83"/>
                  </a:lnTo>
                  <a:lnTo>
                    <a:pt x="512" y="83"/>
                  </a:lnTo>
                  <a:lnTo>
                    <a:pt x="514" y="83"/>
                  </a:lnTo>
                  <a:lnTo>
                    <a:pt x="514" y="83"/>
                  </a:lnTo>
                  <a:lnTo>
                    <a:pt x="518" y="83"/>
                  </a:lnTo>
                  <a:lnTo>
                    <a:pt x="519" y="83"/>
                  </a:lnTo>
                  <a:lnTo>
                    <a:pt x="527" y="83"/>
                  </a:lnTo>
                  <a:lnTo>
                    <a:pt x="528" y="84"/>
                  </a:lnTo>
                  <a:lnTo>
                    <a:pt x="528" y="84"/>
                  </a:lnTo>
                  <a:lnTo>
                    <a:pt x="528" y="84"/>
                  </a:lnTo>
                  <a:lnTo>
                    <a:pt x="528" y="84"/>
                  </a:lnTo>
                  <a:lnTo>
                    <a:pt x="537" y="83"/>
                  </a:lnTo>
                  <a:lnTo>
                    <a:pt x="537" y="83"/>
                  </a:lnTo>
                  <a:lnTo>
                    <a:pt x="539" y="83"/>
                  </a:lnTo>
                  <a:lnTo>
                    <a:pt x="543" y="83"/>
                  </a:lnTo>
                  <a:lnTo>
                    <a:pt x="547" y="82"/>
                  </a:lnTo>
                  <a:lnTo>
                    <a:pt x="549" y="81"/>
                  </a:lnTo>
                  <a:lnTo>
                    <a:pt x="549" y="81"/>
                  </a:lnTo>
                  <a:lnTo>
                    <a:pt x="549" y="81"/>
                  </a:lnTo>
                  <a:lnTo>
                    <a:pt x="556" y="81"/>
                  </a:lnTo>
                  <a:lnTo>
                    <a:pt x="557" y="81"/>
                  </a:lnTo>
                  <a:lnTo>
                    <a:pt x="561" y="81"/>
                  </a:lnTo>
                  <a:lnTo>
                    <a:pt x="564" y="81"/>
                  </a:lnTo>
                  <a:lnTo>
                    <a:pt x="565" y="81"/>
                  </a:lnTo>
                  <a:lnTo>
                    <a:pt x="565" y="81"/>
                  </a:lnTo>
                  <a:lnTo>
                    <a:pt x="576" y="81"/>
                  </a:lnTo>
                  <a:lnTo>
                    <a:pt x="578" y="81"/>
                  </a:lnTo>
                  <a:lnTo>
                    <a:pt x="582" y="81"/>
                  </a:lnTo>
                  <a:lnTo>
                    <a:pt x="587" y="81"/>
                  </a:lnTo>
                  <a:lnTo>
                    <a:pt x="587" y="81"/>
                  </a:lnTo>
                  <a:lnTo>
                    <a:pt x="589" y="81"/>
                  </a:lnTo>
                  <a:lnTo>
                    <a:pt x="590" y="76"/>
                  </a:lnTo>
                  <a:lnTo>
                    <a:pt x="595" y="74"/>
                  </a:lnTo>
                  <a:lnTo>
                    <a:pt x="602" y="74"/>
                  </a:lnTo>
                  <a:lnTo>
                    <a:pt x="602" y="74"/>
                  </a:lnTo>
                  <a:lnTo>
                    <a:pt x="602" y="76"/>
                  </a:lnTo>
                  <a:lnTo>
                    <a:pt x="603" y="76"/>
                  </a:lnTo>
                  <a:lnTo>
                    <a:pt x="607" y="74"/>
                  </a:lnTo>
                  <a:lnTo>
                    <a:pt x="609" y="74"/>
                  </a:lnTo>
                  <a:lnTo>
                    <a:pt x="609" y="74"/>
                  </a:lnTo>
                  <a:lnTo>
                    <a:pt x="611" y="74"/>
                  </a:lnTo>
                  <a:lnTo>
                    <a:pt x="623" y="74"/>
                  </a:lnTo>
                  <a:lnTo>
                    <a:pt x="624" y="74"/>
                  </a:lnTo>
                  <a:lnTo>
                    <a:pt x="624" y="74"/>
                  </a:lnTo>
                  <a:lnTo>
                    <a:pt x="626" y="74"/>
                  </a:lnTo>
                  <a:lnTo>
                    <a:pt x="628" y="76"/>
                  </a:lnTo>
                  <a:lnTo>
                    <a:pt x="630" y="81"/>
                  </a:lnTo>
                  <a:lnTo>
                    <a:pt x="634" y="81"/>
                  </a:lnTo>
                  <a:lnTo>
                    <a:pt x="637" y="81"/>
                  </a:lnTo>
                  <a:lnTo>
                    <a:pt x="642" y="81"/>
                  </a:lnTo>
                  <a:lnTo>
                    <a:pt x="642" y="81"/>
                  </a:lnTo>
                  <a:lnTo>
                    <a:pt x="646" y="81"/>
                  </a:lnTo>
                  <a:lnTo>
                    <a:pt x="648" y="81"/>
                  </a:lnTo>
                  <a:lnTo>
                    <a:pt x="648" y="81"/>
                  </a:lnTo>
                  <a:lnTo>
                    <a:pt x="649" y="76"/>
                  </a:lnTo>
                  <a:lnTo>
                    <a:pt x="649" y="74"/>
                  </a:lnTo>
                  <a:lnTo>
                    <a:pt x="661" y="74"/>
                  </a:lnTo>
                  <a:lnTo>
                    <a:pt x="661" y="74"/>
                  </a:lnTo>
                  <a:lnTo>
                    <a:pt x="667" y="74"/>
                  </a:lnTo>
                  <a:lnTo>
                    <a:pt x="668" y="76"/>
                  </a:lnTo>
                  <a:lnTo>
                    <a:pt x="670" y="76"/>
                  </a:lnTo>
                  <a:lnTo>
                    <a:pt x="676" y="76"/>
                  </a:lnTo>
                  <a:lnTo>
                    <a:pt x="676" y="76"/>
                  </a:lnTo>
                  <a:lnTo>
                    <a:pt x="681" y="74"/>
                  </a:lnTo>
                  <a:lnTo>
                    <a:pt x="683" y="74"/>
                  </a:lnTo>
                  <a:lnTo>
                    <a:pt x="683" y="74"/>
                  </a:lnTo>
                  <a:lnTo>
                    <a:pt x="689" y="74"/>
                  </a:lnTo>
                  <a:lnTo>
                    <a:pt x="696" y="74"/>
                  </a:lnTo>
                  <a:lnTo>
                    <a:pt x="696" y="76"/>
                  </a:lnTo>
                  <a:lnTo>
                    <a:pt x="698" y="76"/>
                  </a:lnTo>
                  <a:lnTo>
                    <a:pt x="699" y="81"/>
                  </a:lnTo>
                  <a:lnTo>
                    <a:pt x="701" y="81"/>
                  </a:lnTo>
                  <a:lnTo>
                    <a:pt x="703" y="81"/>
                  </a:lnTo>
                  <a:lnTo>
                    <a:pt x="703" y="81"/>
                  </a:lnTo>
                  <a:lnTo>
                    <a:pt x="706" y="81"/>
                  </a:lnTo>
                  <a:lnTo>
                    <a:pt x="706" y="81"/>
                  </a:lnTo>
                  <a:lnTo>
                    <a:pt x="706" y="81"/>
                  </a:lnTo>
                  <a:lnTo>
                    <a:pt x="706" y="81"/>
                  </a:lnTo>
                  <a:lnTo>
                    <a:pt x="712" y="76"/>
                  </a:lnTo>
                  <a:lnTo>
                    <a:pt x="714" y="74"/>
                  </a:lnTo>
                  <a:lnTo>
                    <a:pt x="714" y="74"/>
                  </a:lnTo>
                  <a:lnTo>
                    <a:pt x="714" y="74"/>
                  </a:lnTo>
                  <a:lnTo>
                    <a:pt x="719" y="74"/>
                  </a:lnTo>
                  <a:lnTo>
                    <a:pt x="720" y="74"/>
                  </a:lnTo>
                  <a:lnTo>
                    <a:pt x="724" y="74"/>
                  </a:lnTo>
                  <a:lnTo>
                    <a:pt x="729" y="74"/>
                  </a:lnTo>
                  <a:lnTo>
                    <a:pt x="729" y="74"/>
                  </a:lnTo>
                  <a:lnTo>
                    <a:pt x="732" y="74"/>
                  </a:lnTo>
                  <a:lnTo>
                    <a:pt x="738" y="74"/>
                  </a:lnTo>
                  <a:lnTo>
                    <a:pt x="739" y="74"/>
                  </a:lnTo>
                  <a:lnTo>
                    <a:pt x="746" y="74"/>
                  </a:lnTo>
                  <a:lnTo>
                    <a:pt x="748" y="74"/>
                  </a:lnTo>
                  <a:lnTo>
                    <a:pt x="752" y="74"/>
                  </a:lnTo>
                  <a:lnTo>
                    <a:pt x="753" y="74"/>
                  </a:lnTo>
                  <a:lnTo>
                    <a:pt x="756" y="74"/>
                  </a:lnTo>
                  <a:lnTo>
                    <a:pt x="762" y="74"/>
                  </a:lnTo>
                  <a:lnTo>
                    <a:pt x="767" y="74"/>
                  </a:lnTo>
                  <a:lnTo>
                    <a:pt x="768" y="74"/>
                  </a:lnTo>
                  <a:lnTo>
                    <a:pt x="768" y="74"/>
                  </a:lnTo>
                  <a:lnTo>
                    <a:pt x="773" y="74"/>
                  </a:lnTo>
                  <a:lnTo>
                    <a:pt x="780" y="74"/>
                  </a:lnTo>
                  <a:lnTo>
                    <a:pt x="780" y="74"/>
                  </a:lnTo>
                  <a:lnTo>
                    <a:pt x="786" y="69"/>
                  </a:lnTo>
                  <a:lnTo>
                    <a:pt x="789" y="69"/>
                  </a:lnTo>
                  <a:lnTo>
                    <a:pt x="793" y="69"/>
                  </a:lnTo>
                  <a:lnTo>
                    <a:pt x="794" y="69"/>
                  </a:lnTo>
                  <a:lnTo>
                    <a:pt x="795" y="74"/>
                  </a:lnTo>
                  <a:lnTo>
                    <a:pt x="802" y="74"/>
                  </a:lnTo>
                  <a:lnTo>
                    <a:pt x="802" y="74"/>
                  </a:lnTo>
                  <a:lnTo>
                    <a:pt x="806" y="74"/>
                  </a:lnTo>
                  <a:lnTo>
                    <a:pt x="809" y="74"/>
                  </a:lnTo>
                  <a:lnTo>
                    <a:pt x="813" y="74"/>
                  </a:lnTo>
                  <a:lnTo>
                    <a:pt x="815" y="74"/>
                  </a:lnTo>
                  <a:lnTo>
                    <a:pt x="819" y="74"/>
                  </a:lnTo>
                  <a:lnTo>
                    <a:pt x="825" y="74"/>
                  </a:lnTo>
                  <a:lnTo>
                    <a:pt x="828" y="74"/>
                  </a:lnTo>
                  <a:lnTo>
                    <a:pt x="828" y="74"/>
                  </a:lnTo>
                  <a:lnTo>
                    <a:pt x="833" y="74"/>
                  </a:lnTo>
                  <a:lnTo>
                    <a:pt x="835" y="74"/>
                  </a:lnTo>
                  <a:lnTo>
                    <a:pt x="840" y="74"/>
                  </a:lnTo>
                  <a:lnTo>
                    <a:pt x="842" y="74"/>
                  </a:lnTo>
                  <a:lnTo>
                    <a:pt x="843" y="74"/>
                  </a:lnTo>
                  <a:lnTo>
                    <a:pt x="843" y="74"/>
                  </a:lnTo>
                  <a:lnTo>
                    <a:pt x="844" y="74"/>
                  </a:lnTo>
                  <a:lnTo>
                    <a:pt x="852" y="74"/>
                  </a:lnTo>
                  <a:lnTo>
                    <a:pt x="855" y="74"/>
                  </a:lnTo>
                  <a:lnTo>
                    <a:pt x="855" y="74"/>
                  </a:lnTo>
                  <a:lnTo>
                    <a:pt x="857" y="74"/>
                  </a:lnTo>
                  <a:lnTo>
                    <a:pt x="858" y="74"/>
                  </a:lnTo>
                  <a:lnTo>
                    <a:pt x="868" y="74"/>
                  </a:lnTo>
                  <a:lnTo>
                    <a:pt x="874" y="74"/>
                  </a:lnTo>
                  <a:lnTo>
                    <a:pt x="874" y="74"/>
                  </a:lnTo>
                  <a:lnTo>
                    <a:pt x="879" y="76"/>
                  </a:lnTo>
                  <a:lnTo>
                    <a:pt x="879" y="81"/>
                  </a:lnTo>
                  <a:lnTo>
                    <a:pt x="887" y="81"/>
                  </a:lnTo>
                  <a:lnTo>
                    <a:pt x="888" y="81"/>
                  </a:lnTo>
                  <a:lnTo>
                    <a:pt x="894" y="81"/>
                  </a:lnTo>
                  <a:lnTo>
                    <a:pt x="894" y="81"/>
                  </a:lnTo>
                  <a:lnTo>
                    <a:pt x="898" y="81"/>
                  </a:lnTo>
                  <a:lnTo>
                    <a:pt x="898" y="81"/>
                  </a:lnTo>
                  <a:lnTo>
                    <a:pt x="899" y="76"/>
                  </a:lnTo>
                  <a:lnTo>
                    <a:pt x="899" y="76"/>
                  </a:lnTo>
                  <a:lnTo>
                    <a:pt x="899" y="74"/>
                  </a:lnTo>
                  <a:lnTo>
                    <a:pt x="906" y="74"/>
                  </a:lnTo>
                  <a:lnTo>
                    <a:pt x="911" y="74"/>
                  </a:lnTo>
                  <a:lnTo>
                    <a:pt x="913" y="74"/>
                  </a:lnTo>
                  <a:lnTo>
                    <a:pt x="915" y="74"/>
                  </a:lnTo>
                  <a:lnTo>
                    <a:pt x="915" y="76"/>
                  </a:lnTo>
                  <a:lnTo>
                    <a:pt x="926" y="76"/>
                  </a:lnTo>
                  <a:lnTo>
                    <a:pt x="927" y="76"/>
                  </a:lnTo>
                  <a:lnTo>
                    <a:pt x="927" y="76"/>
                  </a:lnTo>
                  <a:lnTo>
                    <a:pt x="928" y="76"/>
                  </a:lnTo>
                  <a:lnTo>
                    <a:pt x="928" y="76"/>
                  </a:lnTo>
                  <a:lnTo>
                    <a:pt x="932" y="76"/>
                  </a:lnTo>
                  <a:lnTo>
                    <a:pt x="936" y="76"/>
                  </a:lnTo>
                  <a:lnTo>
                    <a:pt x="943" y="81"/>
                  </a:lnTo>
                  <a:lnTo>
                    <a:pt x="943" y="81"/>
                  </a:lnTo>
                  <a:lnTo>
                    <a:pt x="945" y="83"/>
                  </a:lnTo>
                  <a:lnTo>
                    <a:pt x="948" y="83"/>
                  </a:lnTo>
                  <a:lnTo>
                    <a:pt x="949" y="83"/>
                  </a:lnTo>
                  <a:lnTo>
                    <a:pt x="954" y="83"/>
                  </a:lnTo>
                  <a:lnTo>
                    <a:pt x="954" y="83"/>
                  </a:lnTo>
                  <a:lnTo>
                    <a:pt x="955" y="83"/>
                  </a:lnTo>
                  <a:lnTo>
                    <a:pt x="956" y="83"/>
                  </a:lnTo>
                  <a:lnTo>
                    <a:pt x="956" y="83"/>
                  </a:lnTo>
                  <a:lnTo>
                    <a:pt x="956" y="83"/>
                  </a:lnTo>
                  <a:lnTo>
                    <a:pt x="959" y="83"/>
                  </a:lnTo>
                  <a:lnTo>
                    <a:pt x="961" y="83"/>
                  </a:lnTo>
                  <a:lnTo>
                    <a:pt x="961" y="83"/>
                  </a:lnTo>
                  <a:lnTo>
                    <a:pt x="968" y="83"/>
                  </a:lnTo>
                  <a:lnTo>
                    <a:pt x="969" y="84"/>
                  </a:lnTo>
                  <a:lnTo>
                    <a:pt x="976" y="84"/>
                  </a:lnTo>
                  <a:lnTo>
                    <a:pt x="976" y="84"/>
                  </a:lnTo>
                  <a:lnTo>
                    <a:pt x="976" y="93"/>
                  </a:lnTo>
                  <a:lnTo>
                    <a:pt x="976" y="93"/>
                  </a:lnTo>
                  <a:lnTo>
                    <a:pt x="983" y="93"/>
                  </a:lnTo>
                  <a:lnTo>
                    <a:pt x="987" y="93"/>
                  </a:lnTo>
                  <a:lnTo>
                    <a:pt x="989" y="93"/>
                  </a:lnTo>
                  <a:lnTo>
                    <a:pt x="989" y="93"/>
                  </a:lnTo>
                  <a:lnTo>
                    <a:pt x="989" y="93"/>
                  </a:lnTo>
                  <a:lnTo>
                    <a:pt x="991" y="93"/>
                  </a:lnTo>
                  <a:lnTo>
                    <a:pt x="992" y="93"/>
                  </a:lnTo>
                  <a:lnTo>
                    <a:pt x="992" y="93"/>
                  </a:lnTo>
                  <a:lnTo>
                    <a:pt x="1000" y="93"/>
                  </a:lnTo>
                  <a:lnTo>
                    <a:pt x="1002" y="93"/>
                  </a:lnTo>
                  <a:lnTo>
                    <a:pt x="1003" y="93"/>
                  </a:lnTo>
                  <a:lnTo>
                    <a:pt x="1005" y="94"/>
                  </a:lnTo>
                  <a:lnTo>
                    <a:pt x="1005" y="94"/>
                  </a:lnTo>
                  <a:lnTo>
                    <a:pt x="1009" y="98"/>
                  </a:lnTo>
                  <a:lnTo>
                    <a:pt x="1012" y="103"/>
                  </a:lnTo>
                  <a:lnTo>
                    <a:pt x="1015" y="108"/>
                  </a:lnTo>
                  <a:lnTo>
                    <a:pt x="1016" y="108"/>
                  </a:lnTo>
                  <a:lnTo>
                    <a:pt x="1016" y="108"/>
                  </a:lnTo>
                  <a:lnTo>
                    <a:pt x="1020" y="108"/>
                  </a:lnTo>
                  <a:lnTo>
                    <a:pt x="1020" y="108"/>
                  </a:lnTo>
                  <a:lnTo>
                    <a:pt x="1020" y="108"/>
                  </a:lnTo>
                  <a:lnTo>
                    <a:pt x="1020" y="108"/>
                  </a:lnTo>
                  <a:lnTo>
                    <a:pt x="1020" y="108"/>
                  </a:lnTo>
                  <a:lnTo>
                    <a:pt x="1020" y="108"/>
                  </a:lnTo>
                  <a:lnTo>
                    <a:pt x="1020" y="108"/>
                  </a:lnTo>
                  <a:lnTo>
                    <a:pt x="1025" y="108"/>
                  </a:lnTo>
                  <a:lnTo>
                    <a:pt x="1026" y="108"/>
                  </a:lnTo>
                  <a:lnTo>
                    <a:pt x="1026" y="108"/>
                  </a:lnTo>
                  <a:lnTo>
                    <a:pt x="1032" y="108"/>
                  </a:lnTo>
                  <a:lnTo>
                    <a:pt x="1032" y="109"/>
                  </a:lnTo>
                  <a:lnTo>
                    <a:pt x="0" y="109"/>
                  </a:lnTo>
                  <a:lnTo>
                    <a:pt x="0" y="108"/>
                  </a:lnTo>
                  <a:lnTo>
                    <a:pt x="0" y="108"/>
                  </a:lnTo>
                  <a:lnTo>
                    <a:pt x="0" y="108"/>
                  </a:lnTo>
                  <a:lnTo>
                    <a:pt x="0" y="103"/>
                  </a:lnTo>
                  <a:lnTo>
                    <a:pt x="0" y="99"/>
                  </a:lnTo>
                  <a:lnTo>
                    <a:pt x="2" y="97"/>
                  </a:lnTo>
                  <a:lnTo>
                    <a:pt x="2" y="93"/>
                  </a:lnTo>
                  <a:lnTo>
                    <a:pt x="3" y="93"/>
                  </a:lnTo>
                  <a:lnTo>
                    <a:pt x="3" y="93"/>
                  </a:lnTo>
                  <a:lnTo>
                    <a:pt x="5" y="92"/>
                  </a:lnTo>
                  <a:lnTo>
                    <a:pt x="3" y="84"/>
                  </a:lnTo>
                  <a:lnTo>
                    <a:pt x="3" y="84"/>
                  </a:lnTo>
                  <a:lnTo>
                    <a:pt x="3" y="83"/>
                  </a:lnTo>
                  <a:lnTo>
                    <a:pt x="3" y="81"/>
                  </a:lnTo>
                  <a:lnTo>
                    <a:pt x="3" y="74"/>
                  </a:lnTo>
                  <a:lnTo>
                    <a:pt x="3" y="74"/>
                  </a:lnTo>
                  <a:lnTo>
                    <a:pt x="3" y="69"/>
                  </a:lnTo>
                  <a:lnTo>
                    <a:pt x="3" y="67"/>
                  </a:lnTo>
                  <a:lnTo>
                    <a:pt x="3" y="64"/>
                  </a:lnTo>
                  <a:lnTo>
                    <a:pt x="3" y="57"/>
                  </a:lnTo>
                  <a:lnTo>
                    <a:pt x="2" y="57"/>
                  </a:lnTo>
                  <a:lnTo>
                    <a:pt x="2" y="57"/>
                  </a:lnTo>
                  <a:lnTo>
                    <a:pt x="2" y="54"/>
                  </a:lnTo>
                  <a:lnTo>
                    <a:pt x="2" y="46"/>
                  </a:lnTo>
                  <a:lnTo>
                    <a:pt x="3" y="45"/>
                  </a:lnTo>
                  <a:lnTo>
                    <a:pt x="3" y="42"/>
                  </a:lnTo>
                  <a:lnTo>
                    <a:pt x="8" y="42"/>
                  </a:lnTo>
                  <a:lnTo>
                    <a:pt x="14" y="42"/>
                  </a:lnTo>
                  <a:lnTo>
                    <a:pt x="14" y="42"/>
                  </a:lnTo>
                  <a:lnTo>
                    <a:pt x="18" y="42"/>
                  </a:lnTo>
                  <a:lnTo>
                    <a:pt x="18" y="45"/>
                  </a:lnTo>
                  <a:lnTo>
                    <a:pt x="22" y="46"/>
                  </a:lnTo>
                  <a:lnTo>
                    <a:pt x="22" y="46"/>
                  </a:lnTo>
                  <a:lnTo>
                    <a:pt x="22" y="46"/>
                  </a:lnTo>
                  <a:lnTo>
                    <a:pt x="22" y="46"/>
                  </a:lnTo>
                  <a:lnTo>
                    <a:pt x="27" y="54"/>
                  </a:lnTo>
                  <a:lnTo>
                    <a:pt x="27" y="54"/>
                  </a:lnTo>
                  <a:lnTo>
                    <a:pt x="32" y="54"/>
                  </a:lnTo>
                  <a:lnTo>
                    <a:pt x="33" y="57"/>
                  </a:lnTo>
                  <a:lnTo>
                    <a:pt x="36" y="57"/>
                  </a:lnTo>
                  <a:lnTo>
                    <a:pt x="36" y="57"/>
                  </a:lnTo>
                  <a:lnTo>
                    <a:pt x="38" y="57"/>
                  </a:lnTo>
                  <a:lnTo>
                    <a:pt x="38" y="57"/>
                  </a:lnTo>
                  <a:lnTo>
                    <a:pt x="39" y="57"/>
                  </a:lnTo>
                  <a:lnTo>
                    <a:pt x="39" y="54"/>
                  </a:lnTo>
                  <a:lnTo>
                    <a:pt x="40" y="54"/>
                  </a:lnTo>
                  <a:lnTo>
                    <a:pt x="44" y="54"/>
                  </a:lnTo>
                  <a:lnTo>
                    <a:pt x="44" y="54"/>
                  </a:lnTo>
                  <a:lnTo>
                    <a:pt x="44" y="46"/>
                  </a:lnTo>
                  <a:lnTo>
                    <a:pt x="51" y="46"/>
                  </a:lnTo>
                  <a:lnTo>
                    <a:pt x="51" y="46"/>
                  </a:lnTo>
                  <a:lnTo>
                    <a:pt x="53" y="46"/>
                  </a:lnTo>
                  <a:lnTo>
                    <a:pt x="54" y="46"/>
                  </a:lnTo>
                  <a:lnTo>
                    <a:pt x="56" y="46"/>
                  </a:lnTo>
                  <a:lnTo>
                    <a:pt x="62" y="46"/>
                  </a:lnTo>
                  <a:lnTo>
                    <a:pt x="68" y="46"/>
                  </a:lnTo>
                  <a:lnTo>
                    <a:pt x="69" y="46"/>
                  </a:lnTo>
                  <a:lnTo>
                    <a:pt x="69" y="46"/>
                  </a:lnTo>
                  <a:lnTo>
                    <a:pt x="72" y="42"/>
                  </a:lnTo>
                  <a:lnTo>
                    <a:pt x="72" y="38"/>
                  </a:lnTo>
                  <a:lnTo>
                    <a:pt x="72" y="38"/>
                  </a:lnTo>
                  <a:lnTo>
                    <a:pt x="72" y="33"/>
                  </a:lnTo>
                  <a:lnTo>
                    <a:pt x="75" y="31"/>
                  </a:lnTo>
                  <a:lnTo>
                    <a:pt x="78" y="31"/>
                  </a:lnTo>
                  <a:lnTo>
                    <a:pt x="78" y="24"/>
                  </a:lnTo>
                  <a:lnTo>
                    <a:pt x="78" y="23"/>
                  </a:lnTo>
                  <a:lnTo>
                    <a:pt x="78" y="14"/>
                  </a:lnTo>
                  <a:lnTo>
                    <a:pt x="80" y="13"/>
                  </a:lnTo>
                  <a:lnTo>
                    <a:pt x="80" y="13"/>
                  </a:lnTo>
                  <a:lnTo>
                    <a:pt x="80" y="13"/>
                  </a:lnTo>
                  <a:lnTo>
                    <a:pt x="80" y="11"/>
                  </a:lnTo>
                  <a:lnTo>
                    <a:pt x="80" y="8"/>
                  </a:lnTo>
                  <a:lnTo>
                    <a:pt x="78" y="2"/>
                  </a:lnTo>
                  <a:lnTo>
                    <a:pt x="78" y="1"/>
                  </a:lnTo>
                  <a:lnTo>
                    <a:pt x="78" y="1"/>
                  </a:lnTo>
                  <a:lnTo>
                    <a:pt x="78" y="0"/>
                  </a:lnTo>
                  <a:lnTo>
                    <a:pt x="234" y="0"/>
                  </a:lnTo>
                  <a:lnTo>
                    <a:pt x="234"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19" name=""/>
            <p:cNvSpPr/>
            <p:nvPr/>
          </p:nvSpPr>
          <p:spPr>
            <a:xfrm>
              <a:off x="4386240" y="4592520"/>
              <a:ext cx="1851120" cy="344520"/>
            </a:xfrm>
            <a:custGeom>
              <a:avLst/>
              <a:gdLst/>
              <a:ahLst/>
              <a:rect l="l" t="t" r="r" b="b"/>
              <a:pathLst>
                <a:path w="1166" h="217">
                  <a:moveTo>
                    <a:pt x="1032" y="0"/>
                  </a:moveTo>
                  <a:lnTo>
                    <a:pt x="1032" y="1"/>
                  </a:lnTo>
                  <a:lnTo>
                    <a:pt x="1033" y="1"/>
                  </a:lnTo>
                  <a:lnTo>
                    <a:pt x="1033" y="1"/>
                  </a:lnTo>
                  <a:lnTo>
                    <a:pt x="1037" y="1"/>
                  </a:lnTo>
                  <a:lnTo>
                    <a:pt x="1037" y="3"/>
                  </a:lnTo>
                  <a:lnTo>
                    <a:pt x="1040" y="4"/>
                  </a:lnTo>
                  <a:lnTo>
                    <a:pt x="1040" y="4"/>
                  </a:lnTo>
                  <a:lnTo>
                    <a:pt x="1044" y="5"/>
                  </a:lnTo>
                  <a:lnTo>
                    <a:pt x="1044" y="5"/>
                  </a:lnTo>
                  <a:lnTo>
                    <a:pt x="1045" y="5"/>
                  </a:lnTo>
                  <a:lnTo>
                    <a:pt x="1045" y="5"/>
                  </a:lnTo>
                  <a:lnTo>
                    <a:pt x="1046" y="5"/>
                  </a:lnTo>
                  <a:lnTo>
                    <a:pt x="1046" y="5"/>
                  </a:lnTo>
                  <a:lnTo>
                    <a:pt x="1048" y="5"/>
                  </a:lnTo>
                  <a:lnTo>
                    <a:pt x="1055" y="5"/>
                  </a:lnTo>
                  <a:lnTo>
                    <a:pt x="1055" y="5"/>
                  </a:lnTo>
                  <a:lnTo>
                    <a:pt x="1059" y="5"/>
                  </a:lnTo>
                  <a:lnTo>
                    <a:pt x="1060" y="9"/>
                  </a:lnTo>
                  <a:lnTo>
                    <a:pt x="1060" y="9"/>
                  </a:lnTo>
                  <a:lnTo>
                    <a:pt x="1064" y="11"/>
                  </a:lnTo>
                  <a:lnTo>
                    <a:pt x="1064" y="11"/>
                  </a:lnTo>
                  <a:lnTo>
                    <a:pt x="1064" y="17"/>
                  </a:lnTo>
                  <a:lnTo>
                    <a:pt x="1068" y="21"/>
                  </a:lnTo>
                  <a:lnTo>
                    <a:pt x="1068" y="21"/>
                  </a:lnTo>
                  <a:lnTo>
                    <a:pt x="1068" y="21"/>
                  </a:lnTo>
                  <a:lnTo>
                    <a:pt x="1068" y="22"/>
                  </a:lnTo>
                  <a:lnTo>
                    <a:pt x="1069" y="24"/>
                  </a:lnTo>
                  <a:lnTo>
                    <a:pt x="1071" y="25"/>
                  </a:lnTo>
                  <a:lnTo>
                    <a:pt x="1077" y="25"/>
                  </a:lnTo>
                  <a:lnTo>
                    <a:pt x="1081" y="25"/>
                  </a:lnTo>
                  <a:lnTo>
                    <a:pt x="1082" y="25"/>
                  </a:lnTo>
                  <a:lnTo>
                    <a:pt x="1082" y="25"/>
                  </a:lnTo>
                  <a:lnTo>
                    <a:pt x="1084" y="27"/>
                  </a:lnTo>
                  <a:lnTo>
                    <a:pt x="1086" y="28"/>
                  </a:lnTo>
                  <a:lnTo>
                    <a:pt x="1086" y="34"/>
                  </a:lnTo>
                  <a:lnTo>
                    <a:pt x="1088" y="38"/>
                  </a:lnTo>
                  <a:lnTo>
                    <a:pt x="1094" y="39"/>
                  </a:lnTo>
                  <a:lnTo>
                    <a:pt x="1096" y="43"/>
                  </a:lnTo>
                  <a:lnTo>
                    <a:pt x="1098" y="44"/>
                  </a:lnTo>
                  <a:lnTo>
                    <a:pt x="1101" y="44"/>
                  </a:lnTo>
                  <a:lnTo>
                    <a:pt x="1105" y="45"/>
                  </a:lnTo>
                  <a:lnTo>
                    <a:pt x="1105" y="48"/>
                  </a:lnTo>
                  <a:lnTo>
                    <a:pt x="1105" y="48"/>
                  </a:lnTo>
                  <a:lnTo>
                    <a:pt x="1105" y="48"/>
                  </a:lnTo>
                  <a:lnTo>
                    <a:pt x="1105" y="50"/>
                  </a:lnTo>
                  <a:lnTo>
                    <a:pt x="1112" y="56"/>
                  </a:lnTo>
                  <a:lnTo>
                    <a:pt x="1112" y="60"/>
                  </a:lnTo>
                  <a:lnTo>
                    <a:pt x="1114" y="60"/>
                  </a:lnTo>
                  <a:lnTo>
                    <a:pt x="1118" y="62"/>
                  </a:lnTo>
                  <a:lnTo>
                    <a:pt x="1118" y="66"/>
                  </a:lnTo>
                  <a:lnTo>
                    <a:pt x="1118" y="66"/>
                  </a:lnTo>
                  <a:lnTo>
                    <a:pt x="1118" y="66"/>
                  </a:lnTo>
                  <a:lnTo>
                    <a:pt x="1118" y="69"/>
                  </a:lnTo>
                  <a:lnTo>
                    <a:pt x="1119" y="69"/>
                  </a:lnTo>
                  <a:lnTo>
                    <a:pt x="1119" y="69"/>
                  </a:lnTo>
                  <a:lnTo>
                    <a:pt x="1119" y="70"/>
                  </a:lnTo>
                  <a:lnTo>
                    <a:pt x="1125" y="72"/>
                  </a:lnTo>
                  <a:lnTo>
                    <a:pt x="1125" y="72"/>
                  </a:lnTo>
                  <a:lnTo>
                    <a:pt x="1129" y="75"/>
                  </a:lnTo>
                  <a:lnTo>
                    <a:pt x="1129" y="75"/>
                  </a:lnTo>
                  <a:lnTo>
                    <a:pt x="1129" y="80"/>
                  </a:lnTo>
                  <a:lnTo>
                    <a:pt x="1134" y="80"/>
                  </a:lnTo>
                  <a:lnTo>
                    <a:pt x="1134" y="85"/>
                  </a:lnTo>
                  <a:lnTo>
                    <a:pt x="1135" y="89"/>
                  </a:lnTo>
                  <a:lnTo>
                    <a:pt x="1135" y="89"/>
                  </a:lnTo>
                  <a:lnTo>
                    <a:pt x="1136" y="92"/>
                  </a:lnTo>
                  <a:lnTo>
                    <a:pt x="1137" y="92"/>
                  </a:lnTo>
                  <a:lnTo>
                    <a:pt x="1137" y="92"/>
                  </a:lnTo>
                  <a:lnTo>
                    <a:pt x="1137" y="96"/>
                  </a:lnTo>
                  <a:lnTo>
                    <a:pt x="1137" y="104"/>
                  </a:lnTo>
                  <a:lnTo>
                    <a:pt x="1137" y="104"/>
                  </a:lnTo>
                  <a:lnTo>
                    <a:pt x="1144" y="108"/>
                  </a:lnTo>
                  <a:lnTo>
                    <a:pt x="1146" y="109"/>
                  </a:lnTo>
                  <a:lnTo>
                    <a:pt x="1146" y="109"/>
                  </a:lnTo>
                  <a:lnTo>
                    <a:pt x="1151" y="111"/>
                  </a:lnTo>
                  <a:lnTo>
                    <a:pt x="1151" y="115"/>
                  </a:lnTo>
                  <a:lnTo>
                    <a:pt x="1154" y="122"/>
                  </a:lnTo>
                  <a:lnTo>
                    <a:pt x="1154" y="126"/>
                  </a:lnTo>
                  <a:lnTo>
                    <a:pt x="1156" y="128"/>
                  </a:lnTo>
                  <a:lnTo>
                    <a:pt x="1154" y="133"/>
                  </a:lnTo>
                  <a:lnTo>
                    <a:pt x="1154" y="136"/>
                  </a:lnTo>
                  <a:lnTo>
                    <a:pt x="1156" y="139"/>
                  </a:lnTo>
                  <a:lnTo>
                    <a:pt x="1156" y="146"/>
                  </a:lnTo>
                  <a:lnTo>
                    <a:pt x="1156" y="149"/>
                  </a:lnTo>
                  <a:lnTo>
                    <a:pt x="1157" y="152"/>
                  </a:lnTo>
                  <a:lnTo>
                    <a:pt x="1159" y="156"/>
                  </a:lnTo>
                  <a:lnTo>
                    <a:pt x="1159" y="159"/>
                  </a:lnTo>
                  <a:lnTo>
                    <a:pt x="1159" y="171"/>
                  </a:lnTo>
                  <a:lnTo>
                    <a:pt x="1157" y="179"/>
                  </a:lnTo>
                  <a:lnTo>
                    <a:pt x="1157" y="180"/>
                  </a:lnTo>
                  <a:lnTo>
                    <a:pt x="1157" y="181"/>
                  </a:lnTo>
                  <a:lnTo>
                    <a:pt x="1159" y="184"/>
                  </a:lnTo>
                  <a:lnTo>
                    <a:pt x="1159" y="184"/>
                  </a:lnTo>
                  <a:lnTo>
                    <a:pt x="1159" y="184"/>
                  </a:lnTo>
                  <a:lnTo>
                    <a:pt x="1161" y="190"/>
                  </a:lnTo>
                  <a:lnTo>
                    <a:pt x="1161" y="190"/>
                  </a:lnTo>
                  <a:lnTo>
                    <a:pt x="1161" y="196"/>
                  </a:lnTo>
                  <a:lnTo>
                    <a:pt x="1161" y="196"/>
                  </a:lnTo>
                  <a:lnTo>
                    <a:pt x="1161" y="199"/>
                  </a:lnTo>
                  <a:lnTo>
                    <a:pt x="1165" y="202"/>
                  </a:lnTo>
                  <a:lnTo>
                    <a:pt x="1161" y="209"/>
                  </a:lnTo>
                  <a:lnTo>
                    <a:pt x="1161" y="211"/>
                  </a:lnTo>
                  <a:lnTo>
                    <a:pt x="1161" y="216"/>
                  </a:lnTo>
                  <a:lnTo>
                    <a:pt x="1161" y="216"/>
                  </a:lnTo>
                  <a:lnTo>
                    <a:pt x="72" y="216"/>
                  </a:lnTo>
                  <a:lnTo>
                    <a:pt x="72" y="216"/>
                  </a:lnTo>
                  <a:lnTo>
                    <a:pt x="72" y="211"/>
                  </a:lnTo>
                  <a:lnTo>
                    <a:pt x="72" y="202"/>
                  </a:lnTo>
                  <a:lnTo>
                    <a:pt x="72" y="202"/>
                  </a:lnTo>
                  <a:lnTo>
                    <a:pt x="72" y="196"/>
                  </a:lnTo>
                  <a:lnTo>
                    <a:pt x="72" y="190"/>
                  </a:lnTo>
                  <a:lnTo>
                    <a:pt x="72" y="181"/>
                  </a:lnTo>
                  <a:lnTo>
                    <a:pt x="69" y="180"/>
                  </a:lnTo>
                  <a:lnTo>
                    <a:pt x="69" y="176"/>
                  </a:lnTo>
                  <a:lnTo>
                    <a:pt x="69" y="176"/>
                  </a:lnTo>
                  <a:lnTo>
                    <a:pt x="68" y="165"/>
                  </a:lnTo>
                  <a:lnTo>
                    <a:pt x="68" y="162"/>
                  </a:lnTo>
                  <a:lnTo>
                    <a:pt x="68" y="159"/>
                  </a:lnTo>
                  <a:lnTo>
                    <a:pt x="68" y="159"/>
                  </a:lnTo>
                  <a:lnTo>
                    <a:pt x="62" y="152"/>
                  </a:lnTo>
                  <a:lnTo>
                    <a:pt x="59" y="152"/>
                  </a:lnTo>
                  <a:lnTo>
                    <a:pt x="56" y="149"/>
                  </a:lnTo>
                  <a:lnTo>
                    <a:pt x="54" y="146"/>
                  </a:lnTo>
                  <a:lnTo>
                    <a:pt x="54" y="138"/>
                  </a:lnTo>
                  <a:lnTo>
                    <a:pt x="53" y="136"/>
                  </a:lnTo>
                  <a:lnTo>
                    <a:pt x="53" y="133"/>
                  </a:lnTo>
                  <a:lnTo>
                    <a:pt x="51" y="131"/>
                  </a:lnTo>
                  <a:lnTo>
                    <a:pt x="51" y="126"/>
                  </a:lnTo>
                  <a:lnTo>
                    <a:pt x="44" y="126"/>
                  </a:lnTo>
                  <a:lnTo>
                    <a:pt x="40" y="122"/>
                  </a:lnTo>
                  <a:lnTo>
                    <a:pt x="38" y="118"/>
                  </a:lnTo>
                  <a:lnTo>
                    <a:pt x="36" y="111"/>
                  </a:lnTo>
                  <a:lnTo>
                    <a:pt x="33" y="111"/>
                  </a:lnTo>
                  <a:lnTo>
                    <a:pt x="27" y="109"/>
                  </a:lnTo>
                  <a:lnTo>
                    <a:pt x="22" y="109"/>
                  </a:lnTo>
                  <a:lnTo>
                    <a:pt x="22" y="106"/>
                  </a:lnTo>
                  <a:lnTo>
                    <a:pt x="18" y="104"/>
                  </a:lnTo>
                  <a:lnTo>
                    <a:pt x="14" y="97"/>
                  </a:lnTo>
                  <a:lnTo>
                    <a:pt x="14" y="94"/>
                  </a:lnTo>
                  <a:lnTo>
                    <a:pt x="14" y="94"/>
                  </a:lnTo>
                  <a:lnTo>
                    <a:pt x="14" y="92"/>
                  </a:lnTo>
                  <a:lnTo>
                    <a:pt x="14" y="92"/>
                  </a:lnTo>
                  <a:lnTo>
                    <a:pt x="10" y="89"/>
                  </a:lnTo>
                  <a:lnTo>
                    <a:pt x="5" y="81"/>
                  </a:lnTo>
                  <a:lnTo>
                    <a:pt x="3" y="75"/>
                  </a:lnTo>
                  <a:lnTo>
                    <a:pt x="2" y="75"/>
                  </a:lnTo>
                  <a:lnTo>
                    <a:pt x="0" y="75"/>
                  </a:lnTo>
                  <a:lnTo>
                    <a:pt x="0" y="72"/>
                  </a:lnTo>
                  <a:lnTo>
                    <a:pt x="0" y="72"/>
                  </a:lnTo>
                  <a:lnTo>
                    <a:pt x="2" y="72"/>
                  </a:lnTo>
                  <a:lnTo>
                    <a:pt x="2" y="72"/>
                  </a:lnTo>
                  <a:lnTo>
                    <a:pt x="3" y="72"/>
                  </a:lnTo>
                  <a:lnTo>
                    <a:pt x="3" y="72"/>
                  </a:lnTo>
                  <a:lnTo>
                    <a:pt x="8" y="75"/>
                  </a:lnTo>
                  <a:lnTo>
                    <a:pt x="14" y="75"/>
                  </a:lnTo>
                  <a:lnTo>
                    <a:pt x="14" y="75"/>
                  </a:lnTo>
                  <a:lnTo>
                    <a:pt x="14" y="75"/>
                  </a:lnTo>
                  <a:lnTo>
                    <a:pt x="16" y="75"/>
                  </a:lnTo>
                  <a:lnTo>
                    <a:pt x="18" y="75"/>
                  </a:lnTo>
                  <a:lnTo>
                    <a:pt x="22" y="75"/>
                  </a:lnTo>
                  <a:lnTo>
                    <a:pt x="22" y="75"/>
                  </a:lnTo>
                  <a:lnTo>
                    <a:pt x="22" y="75"/>
                  </a:lnTo>
                  <a:lnTo>
                    <a:pt x="27" y="75"/>
                  </a:lnTo>
                  <a:lnTo>
                    <a:pt x="32" y="75"/>
                  </a:lnTo>
                  <a:lnTo>
                    <a:pt x="33" y="75"/>
                  </a:lnTo>
                  <a:lnTo>
                    <a:pt x="33" y="75"/>
                  </a:lnTo>
                  <a:lnTo>
                    <a:pt x="33" y="75"/>
                  </a:lnTo>
                  <a:lnTo>
                    <a:pt x="32" y="72"/>
                  </a:lnTo>
                  <a:lnTo>
                    <a:pt x="27" y="72"/>
                  </a:lnTo>
                  <a:lnTo>
                    <a:pt x="27" y="72"/>
                  </a:lnTo>
                  <a:lnTo>
                    <a:pt x="22" y="72"/>
                  </a:lnTo>
                  <a:lnTo>
                    <a:pt x="22" y="70"/>
                  </a:lnTo>
                  <a:lnTo>
                    <a:pt x="22" y="69"/>
                  </a:lnTo>
                  <a:lnTo>
                    <a:pt x="22" y="69"/>
                  </a:lnTo>
                  <a:lnTo>
                    <a:pt x="22" y="66"/>
                  </a:lnTo>
                  <a:lnTo>
                    <a:pt x="22" y="60"/>
                  </a:lnTo>
                  <a:lnTo>
                    <a:pt x="22" y="60"/>
                  </a:lnTo>
                  <a:lnTo>
                    <a:pt x="22" y="56"/>
                  </a:lnTo>
                  <a:lnTo>
                    <a:pt x="22" y="56"/>
                  </a:lnTo>
                  <a:lnTo>
                    <a:pt x="22" y="48"/>
                  </a:lnTo>
                  <a:lnTo>
                    <a:pt x="22" y="48"/>
                  </a:lnTo>
                  <a:lnTo>
                    <a:pt x="27" y="45"/>
                  </a:lnTo>
                  <a:lnTo>
                    <a:pt x="22" y="44"/>
                  </a:lnTo>
                  <a:lnTo>
                    <a:pt x="22" y="44"/>
                  </a:lnTo>
                  <a:lnTo>
                    <a:pt x="21" y="44"/>
                  </a:lnTo>
                  <a:lnTo>
                    <a:pt x="16" y="43"/>
                  </a:lnTo>
                  <a:lnTo>
                    <a:pt x="14" y="39"/>
                  </a:lnTo>
                  <a:lnTo>
                    <a:pt x="14" y="39"/>
                  </a:lnTo>
                  <a:lnTo>
                    <a:pt x="10" y="38"/>
                  </a:lnTo>
                  <a:lnTo>
                    <a:pt x="8" y="38"/>
                  </a:lnTo>
                  <a:lnTo>
                    <a:pt x="8" y="36"/>
                  </a:lnTo>
                  <a:lnTo>
                    <a:pt x="3" y="34"/>
                  </a:lnTo>
                  <a:lnTo>
                    <a:pt x="3" y="27"/>
                  </a:lnTo>
                  <a:lnTo>
                    <a:pt x="2" y="25"/>
                  </a:lnTo>
                  <a:lnTo>
                    <a:pt x="2" y="21"/>
                  </a:lnTo>
                  <a:lnTo>
                    <a:pt x="0" y="21"/>
                  </a:lnTo>
                  <a:lnTo>
                    <a:pt x="2" y="11"/>
                  </a:lnTo>
                  <a:lnTo>
                    <a:pt x="2" y="9"/>
                  </a:lnTo>
                  <a:lnTo>
                    <a:pt x="2" y="4"/>
                  </a:lnTo>
                  <a:lnTo>
                    <a:pt x="2" y="3"/>
                  </a:lnTo>
                  <a:lnTo>
                    <a:pt x="0" y="0"/>
                  </a:lnTo>
                  <a:lnTo>
                    <a:pt x="1032" y="0"/>
                  </a:lnTo>
                  <a:lnTo>
                    <a:pt x="1032"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20" name=""/>
            <p:cNvSpPr/>
            <p:nvPr/>
          </p:nvSpPr>
          <p:spPr>
            <a:xfrm>
              <a:off x="5796000" y="4711680"/>
              <a:ext cx="280800" cy="477720"/>
            </a:xfrm>
            <a:custGeom>
              <a:avLst/>
              <a:gdLst/>
              <a:ahLst/>
              <a:rect l="l" t="t" r="r" b="b"/>
              <a:pathLst>
                <a:path w="177" h="301">
                  <a:moveTo>
                    <a:pt x="66" y="0"/>
                  </a:moveTo>
                  <a:lnTo>
                    <a:pt x="68" y="0"/>
                  </a:lnTo>
                  <a:lnTo>
                    <a:pt x="71" y="0"/>
                  </a:lnTo>
                  <a:lnTo>
                    <a:pt x="73" y="0"/>
                  </a:lnTo>
                  <a:lnTo>
                    <a:pt x="80" y="0"/>
                  </a:lnTo>
                  <a:lnTo>
                    <a:pt x="88" y="6"/>
                  </a:lnTo>
                  <a:lnTo>
                    <a:pt x="88" y="10"/>
                  </a:lnTo>
                  <a:lnTo>
                    <a:pt x="99" y="14"/>
                  </a:lnTo>
                  <a:lnTo>
                    <a:pt x="101" y="15"/>
                  </a:lnTo>
                  <a:lnTo>
                    <a:pt x="104" y="17"/>
                  </a:lnTo>
                  <a:lnTo>
                    <a:pt x="114" y="17"/>
                  </a:lnTo>
                  <a:lnTo>
                    <a:pt x="117" y="19"/>
                  </a:lnTo>
                  <a:lnTo>
                    <a:pt x="124" y="22"/>
                  </a:lnTo>
                  <a:lnTo>
                    <a:pt x="132" y="29"/>
                  </a:lnTo>
                  <a:lnTo>
                    <a:pt x="132" y="31"/>
                  </a:lnTo>
                  <a:lnTo>
                    <a:pt x="137" y="34"/>
                  </a:lnTo>
                  <a:lnTo>
                    <a:pt x="138" y="34"/>
                  </a:lnTo>
                  <a:lnTo>
                    <a:pt x="138" y="36"/>
                  </a:lnTo>
                  <a:lnTo>
                    <a:pt x="144" y="40"/>
                  </a:lnTo>
                  <a:lnTo>
                    <a:pt x="149" y="47"/>
                  </a:lnTo>
                  <a:lnTo>
                    <a:pt x="152" y="51"/>
                  </a:lnTo>
                  <a:lnTo>
                    <a:pt x="156" y="58"/>
                  </a:lnTo>
                  <a:lnTo>
                    <a:pt x="158" y="61"/>
                  </a:lnTo>
                  <a:lnTo>
                    <a:pt x="167" y="71"/>
                  </a:lnTo>
                  <a:lnTo>
                    <a:pt x="167" y="77"/>
                  </a:lnTo>
                  <a:lnTo>
                    <a:pt x="172" y="83"/>
                  </a:lnTo>
                  <a:lnTo>
                    <a:pt x="172" y="87"/>
                  </a:lnTo>
                  <a:lnTo>
                    <a:pt x="176" y="96"/>
                  </a:lnTo>
                  <a:lnTo>
                    <a:pt x="176" y="104"/>
                  </a:lnTo>
                  <a:lnTo>
                    <a:pt x="176" y="106"/>
                  </a:lnTo>
                  <a:lnTo>
                    <a:pt x="172" y="115"/>
                  </a:lnTo>
                  <a:lnTo>
                    <a:pt x="171" y="121"/>
                  </a:lnTo>
                  <a:lnTo>
                    <a:pt x="167" y="127"/>
                  </a:lnTo>
                  <a:lnTo>
                    <a:pt x="152" y="141"/>
                  </a:lnTo>
                  <a:lnTo>
                    <a:pt x="138" y="152"/>
                  </a:lnTo>
                  <a:lnTo>
                    <a:pt x="132" y="163"/>
                  </a:lnTo>
                  <a:lnTo>
                    <a:pt x="124" y="180"/>
                  </a:lnTo>
                  <a:lnTo>
                    <a:pt x="115" y="187"/>
                  </a:lnTo>
                  <a:lnTo>
                    <a:pt x="113" y="198"/>
                  </a:lnTo>
                  <a:lnTo>
                    <a:pt x="104" y="213"/>
                  </a:lnTo>
                  <a:lnTo>
                    <a:pt x="104" y="218"/>
                  </a:lnTo>
                  <a:lnTo>
                    <a:pt x="101" y="225"/>
                  </a:lnTo>
                  <a:lnTo>
                    <a:pt x="101" y="233"/>
                  </a:lnTo>
                  <a:lnTo>
                    <a:pt x="101" y="245"/>
                  </a:lnTo>
                  <a:lnTo>
                    <a:pt x="101" y="249"/>
                  </a:lnTo>
                  <a:lnTo>
                    <a:pt x="101" y="261"/>
                  </a:lnTo>
                  <a:lnTo>
                    <a:pt x="101" y="262"/>
                  </a:lnTo>
                  <a:lnTo>
                    <a:pt x="99" y="270"/>
                  </a:lnTo>
                  <a:lnTo>
                    <a:pt x="95" y="274"/>
                  </a:lnTo>
                  <a:lnTo>
                    <a:pt x="95" y="274"/>
                  </a:lnTo>
                  <a:lnTo>
                    <a:pt x="95" y="281"/>
                  </a:lnTo>
                  <a:lnTo>
                    <a:pt x="95" y="284"/>
                  </a:lnTo>
                  <a:lnTo>
                    <a:pt x="88" y="293"/>
                  </a:lnTo>
                  <a:lnTo>
                    <a:pt x="88" y="295"/>
                  </a:lnTo>
                  <a:lnTo>
                    <a:pt x="81" y="300"/>
                  </a:lnTo>
                  <a:lnTo>
                    <a:pt x="73" y="300"/>
                  </a:lnTo>
                  <a:lnTo>
                    <a:pt x="68" y="299"/>
                  </a:lnTo>
                  <a:lnTo>
                    <a:pt x="66" y="297"/>
                  </a:lnTo>
                  <a:lnTo>
                    <a:pt x="61" y="295"/>
                  </a:lnTo>
                  <a:lnTo>
                    <a:pt x="57" y="293"/>
                  </a:lnTo>
                  <a:lnTo>
                    <a:pt x="55" y="293"/>
                  </a:lnTo>
                  <a:lnTo>
                    <a:pt x="48" y="293"/>
                  </a:lnTo>
                  <a:lnTo>
                    <a:pt x="40" y="293"/>
                  </a:lnTo>
                  <a:lnTo>
                    <a:pt x="39" y="293"/>
                  </a:lnTo>
                  <a:lnTo>
                    <a:pt x="38" y="293"/>
                  </a:lnTo>
                  <a:lnTo>
                    <a:pt x="37" y="293"/>
                  </a:lnTo>
                  <a:lnTo>
                    <a:pt x="32" y="293"/>
                  </a:lnTo>
                  <a:lnTo>
                    <a:pt x="27" y="293"/>
                  </a:lnTo>
                  <a:lnTo>
                    <a:pt x="27" y="293"/>
                  </a:lnTo>
                  <a:lnTo>
                    <a:pt x="25" y="293"/>
                  </a:lnTo>
                  <a:lnTo>
                    <a:pt x="25" y="295"/>
                  </a:lnTo>
                  <a:lnTo>
                    <a:pt x="23" y="297"/>
                  </a:lnTo>
                  <a:lnTo>
                    <a:pt x="18" y="297"/>
                  </a:lnTo>
                  <a:lnTo>
                    <a:pt x="16" y="297"/>
                  </a:lnTo>
                  <a:lnTo>
                    <a:pt x="16" y="295"/>
                  </a:lnTo>
                  <a:lnTo>
                    <a:pt x="16" y="293"/>
                  </a:lnTo>
                  <a:lnTo>
                    <a:pt x="20" y="293"/>
                  </a:lnTo>
                  <a:lnTo>
                    <a:pt x="23" y="287"/>
                  </a:lnTo>
                  <a:lnTo>
                    <a:pt x="25" y="282"/>
                  </a:lnTo>
                  <a:lnTo>
                    <a:pt x="27" y="274"/>
                  </a:lnTo>
                  <a:lnTo>
                    <a:pt x="27" y="270"/>
                  </a:lnTo>
                  <a:lnTo>
                    <a:pt x="34" y="262"/>
                  </a:lnTo>
                  <a:lnTo>
                    <a:pt x="38" y="255"/>
                  </a:lnTo>
                  <a:lnTo>
                    <a:pt x="39" y="246"/>
                  </a:lnTo>
                  <a:lnTo>
                    <a:pt x="40" y="240"/>
                  </a:lnTo>
                  <a:lnTo>
                    <a:pt x="44" y="233"/>
                  </a:lnTo>
                  <a:lnTo>
                    <a:pt x="48" y="222"/>
                  </a:lnTo>
                  <a:lnTo>
                    <a:pt x="49" y="215"/>
                  </a:lnTo>
                  <a:lnTo>
                    <a:pt x="55" y="211"/>
                  </a:lnTo>
                  <a:lnTo>
                    <a:pt x="55" y="189"/>
                  </a:lnTo>
                  <a:lnTo>
                    <a:pt x="55" y="176"/>
                  </a:lnTo>
                  <a:lnTo>
                    <a:pt x="55" y="152"/>
                  </a:lnTo>
                  <a:lnTo>
                    <a:pt x="55" y="136"/>
                  </a:lnTo>
                  <a:lnTo>
                    <a:pt x="55" y="121"/>
                  </a:lnTo>
                  <a:lnTo>
                    <a:pt x="48" y="104"/>
                  </a:lnTo>
                  <a:lnTo>
                    <a:pt x="40" y="87"/>
                  </a:lnTo>
                  <a:lnTo>
                    <a:pt x="38" y="77"/>
                  </a:lnTo>
                  <a:lnTo>
                    <a:pt x="34" y="73"/>
                  </a:lnTo>
                  <a:lnTo>
                    <a:pt x="27" y="64"/>
                  </a:lnTo>
                  <a:lnTo>
                    <a:pt x="25" y="61"/>
                  </a:lnTo>
                  <a:lnTo>
                    <a:pt x="16" y="53"/>
                  </a:lnTo>
                  <a:lnTo>
                    <a:pt x="11" y="47"/>
                  </a:lnTo>
                  <a:lnTo>
                    <a:pt x="6" y="36"/>
                  </a:lnTo>
                  <a:lnTo>
                    <a:pt x="6" y="34"/>
                  </a:lnTo>
                  <a:lnTo>
                    <a:pt x="2" y="29"/>
                  </a:lnTo>
                  <a:lnTo>
                    <a:pt x="0" y="17"/>
                  </a:lnTo>
                  <a:lnTo>
                    <a:pt x="5" y="15"/>
                  </a:lnTo>
                  <a:lnTo>
                    <a:pt x="6" y="10"/>
                  </a:lnTo>
                  <a:lnTo>
                    <a:pt x="11" y="0"/>
                  </a:lnTo>
                  <a:lnTo>
                    <a:pt x="23" y="0"/>
                  </a:lnTo>
                  <a:lnTo>
                    <a:pt x="32" y="0"/>
                  </a:lnTo>
                  <a:lnTo>
                    <a:pt x="48" y="0"/>
                  </a:lnTo>
                  <a:lnTo>
                    <a:pt x="66" y="0"/>
                  </a:lnTo>
                  <a:lnTo>
                    <a:pt x="66"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21" name=""/>
            <p:cNvSpPr/>
            <p:nvPr/>
          </p:nvSpPr>
          <p:spPr>
            <a:xfrm>
              <a:off x="5805360" y="4711680"/>
              <a:ext cx="263520" cy="477720"/>
            </a:xfrm>
            <a:custGeom>
              <a:avLst/>
              <a:gdLst/>
              <a:ahLst/>
              <a:rect l="l" t="t" r="r" b="b"/>
              <a:pathLst>
                <a:path w="166" h="301">
                  <a:moveTo>
                    <a:pt x="60" y="6"/>
                  </a:moveTo>
                  <a:lnTo>
                    <a:pt x="62" y="6"/>
                  </a:lnTo>
                  <a:lnTo>
                    <a:pt x="67" y="10"/>
                  </a:lnTo>
                  <a:lnTo>
                    <a:pt x="67" y="14"/>
                  </a:lnTo>
                  <a:lnTo>
                    <a:pt x="74" y="14"/>
                  </a:lnTo>
                  <a:lnTo>
                    <a:pt x="82" y="14"/>
                  </a:lnTo>
                  <a:lnTo>
                    <a:pt x="82" y="17"/>
                  </a:lnTo>
                  <a:lnTo>
                    <a:pt x="93" y="17"/>
                  </a:lnTo>
                  <a:lnTo>
                    <a:pt x="95" y="17"/>
                  </a:lnTo>
                  <a:lnTo>
                    <a:pt x="98" y="19"/>
                  </a:lnTo>
                  <a:lnTo>
                    <a:pt x="106" y="22"/>
                  </a:lnTo>
                  <a:lnTo>
                    <a:pt x="109" y="29"/>
                  </a:lnTo>
                  <a:lnTo>
                    <a:pt x="111" y="30"/>
                  </a:lnTo>
                  <a:lnTo>
                    <a:pt x="121" y="33"/>
                  </a:lnTo>
                  <a:lnTo>
                    <a:pt x="126" y="34"/>
                  </a:lnTo>
                  <a:lnTo>
                    <a:pt x="126" y="34"/>
                  </a:lnTo>
                  <a:lnTo>
                    <a:pt x="126" y="36"/>
                  </a:lnTo>
                  <a:lnTo>
                    <a:pt x="132" y="41"/>
                  </a:lnTo>
                  <a:lnTo>
                    <a:pt x="132" y="47"/>
                  </a:lnTo>
                  <a:lnTo>
                    <a:pt x="138" y="51"/>
                  </a:lnTo>
                  <a:lnTo>
                    <a:pt x="143" y="56"/>
                  </a:lnTo>
                  <a:lnTo>
                    <a:pt x="146" y="61"/>
                  </a:lnTo>
                  <a:lnTo>
                    <a:pt x="150" y="61"/>
                  </a:lnTo>
                  <a:lnTo>
                    <a:pt x="151" y="71"/>
                  </a:lnTo>
                  <a:lnTo>
                    <a:pt x="161" y="77"/>
                  </a:lnTo>
                  <a:lnTo>
                    <a:pt x="161" y="84"/>
                  </a:lnTo>
                  <a:lnTo>
                    <a:pt x="165" y="87"/>
                  </a:lnTo>
                  <a:lnTo>
                    <a:pt x="165" y="96"/>
                  </a:lnTo>
                  <a:lnTo>
                    <a:pt x="165" y="104"/>
                  </a:lnTo>
                  <a:lnTo>
                    <a:pt x="165" y="106"/>
                  </a:lnTo>
                  <a:lnTo>
                    <a:pt x="161" y="115"/>
                  </a:lnTo>
                  <a:lnTo>
                    <a:pt x="161" y="121"/>
                  </a:lnTo>
                  <a:lnTo>
                    <a:pt x="151" y="125"/>
                  </a:lnTo>
                  <a:lnTo>
                    <a:pt x="138" y="141"/>
                  </a:lnTo>
                  <a:lnTo>
                    <a:pt x="126" y="149"/>
                  </a:lnTo>
                  <a:lnTo>
                    <a:pt x="121" y="161"/>
                  </a:lnTo>
                  <a:lnTo>
                    <a:pt x="109" y="180"/>
                  </a:lnTo>
                  <a:lnTo>
                    <a:pt x="106" y="187"/>
                  </a:lnTo>
                  <a:lnTo>
                    <a:pt x="98" y="193"/>
                  </a:lnTo>
                  <a:lnTo>
                    <a:pt x="95" y="206"/>
                  </a:lnTo>
                  <a:lnTo>
                    <a:pt x="95" y="215"/>
                  </a:lnTo>
                  <a:lnTo>
                    <a:pt x="93" y="222"/>
                  </a:lnTo>
                  <a:lnTo>
                    <a:pt x="93" y="233"/>
                  </a:lnTo>
                  <a:lnTo>
                    <a:pt x="93" y="240"/>
                  </a:lnTo>
                  <a:lnTo>
                    <a:pt x="93" y="245"/>
                  </a:lnTo>
                  <a:lnTo>
                    <a:pt x="89" y="254"/>
                  </a:lnTo>
                  <a:lnTo>
                    <a:pt x="89" y="261"/>
                  </a:lnTo>
                  <a:lnTo>
                    <a:pt x="85" y="266"/>
                  </a:lnTo>
                  <a:lnTo>
                    <a:pt x="82" y="271"/>
                  </a:lnTo>
                  <a:lnTo>
                    <a:pt x="82" y="274"/>
                  </a:lnTo>
                  <a:lnTo>
                    <a:pt x="82" y="278"/>
                  </a:lnTo>
                  <a:lnTo>
                    <a:pt x="82" y="284"/>
                  </a:lnTo>
                  <a:lnTo>
                    <a:pt x="82" y="291"/>
                  </a:lnTo>
                  <a:lnTo>
                    <a:pt x="79" y="293"/>
                  </a:lnTo>
                  <a:lnTo>
                    <a:pt x="74" y="299"/>
                  </a:lnTo>
                  <a:lnTo>
                    <a:pt x="67" y="300"/>
                  </a:lnTo>
                  <a:lnTo>
                    <a:pt x="60" y="299"/>
                  </a:lnTo>
                  <a:lnTo>
                    <a:pt x="58" y="297"/>
                  </a:lnTo>
                  <a:lnTo>
                    <a:pt x="54" y="295"/>
                  </a:lnTo>
                  <a:lnTo>
                    <a:pt x="49" y="293"/>
                  </a:lnTo>
                  <a:lnTo>
                    <a:pt x="43" y="293"/>
                  </a:lnTo>
                  <a:lnTo>
                    <a:pt x="38" y="293"/>
                  </a:lnTo>
                  <a:lnTo>
                    <a:pt x="34" y="293"/>
                  </a:lnTo>
                  <a:lnTo>
                    <a:pt x="34" y="293"/>
                  </a:lnTo>
                  <a:lnTo>
                    <a:pt x="33" y="293"/>
                  </a:lnTo>
                  <a:lnTo>
                    <a:pt x="32" y="293"/>
                  </a:lnTo>
                  <a:lnTo>
                    <a:pt x="31" y="293"/>
                  </a:lnTo>
                  <a:lnTo>
                    <a:pt x="28" y="293"/>
                  </a:lnTo>
                  <a:lnTo>
                    <a:pt x="21" y="293"/>
                  </a:lnTo>
                  <a:lnTo>
                    <a:pt x="21" y="293"/>
                  </a:lnTo>
                  <a:lnTo>
                    <a:pt x="21" y="293"/>
                  </a:lnTo>
                  <a:lnTo>
                    <a:pt x="19" y="295"/>
                  </a:lnTo>
                  <a:lnTo>
                    <a:pt x="19" y="295"/>
                  </a:lnTo>
                  <a:lnTo>
                    <a:pt x="19" y="295"/>
                  </a:lnTo>
                  <a:lnTo>
                    <a:pt x="19" y="293"/>
                  </a:lnTo>
                  <a:lnTo>
                    <a:pt x="19" y="293"/>
                  </a:lnTo>
                  <a:lnTo>
                    <a:pt x="19" y="291"/>
                  </a:lnTo>
                  <a:lnTo>
                    <a:pt x="21" y="284"/>
                  </a:lnTo>
                  <a:lnTo>
                    <a:pt x="21" y="281"/>
                  </a:lnTo>
                  <a:lnTo>
                    <a:pt x="26" y="274"/>
                  </a:lnTo>
                  <a:lnTo>
                    <a:pt x="31" y="270"/>
                  </a:lnTo>
                  <a:lnTo>
                    <a:pt x="33" y="262"/>
                  </a:lnTo>
                  <a:lnTo>
                    <a:pt x="34" y="254"/>
                  </a:lnTo>
                  <a:lnTo>
                    <a:pt x="38" y="245"/>
                  </a:lnTo>
                  <a:lnTo>
                    <a:pt x="42" y="239"/>
                  </a:lnTo>
                  <a:lnTo>
                    <a:pt x="49" y="233"/>
                  </a:lnTo>
                  <a:lnTo>
                    <a:pt x="49" y="222"/>
                  </a:lnTo>
                  <a:lnTo>
                    <a:pt x="51" y="215"/>
                  </a:lnTo>
                  <a:lnTo>
                    <a:pt x="54" y="206"/>
                  </a:lnTo>
                  <a:lnTo>
                    <a:pt x="55" y="189"/>
                  </a:lnTo>
                  <a:lnTo>
                    <a:pt x="58" y="174"/>
                  </a:lnTo>
                  <a:lnTo>
                    <a:pt x="58" y="152"/>
                  </a:lnTo>
                  <a:lnTo>
                    <a:pt x="55" y="136"/>
                  </a:lnTo>
                  <a:lnTo>
                    <a:pt x="54" y="118"/>
                  </a:lnTo>
                  <a:lnTo>
                    <a:pt x="49" y="101"/>
                  </a:lnTo>
                  <a:lnTo>
                    <a:pt x="43" y="84"/>
                  </a:lnTo>
                  <a:lnTo>
                    <a:pt x="34" y="77"/>
                  </a:lnTo>
                  <a:lnTo>
                    <a:pt x="33" y="71"/>
                  </a:lnTo>
                  <a:lnTo>
                    <a:pt x="28" y="61"/>
                  </a:lnTo>
                  <a:lnTo>
                    <a:pt x="21" y="59"/>
                  </a:lnTo>
                  <a:lnTo>
                    <a:pt x="19" y="53"/>
                  </a:lnTo>
                  <a:lnTo>
                    <a:pt x="10" y="47"/>
                  </a:lnTo>
                  <a:lnTo>
                    <a:pt x="5" y="36"/>
                  </a:lnTo>
                  <a:lnTo>
                    <a:pt x="4" y="34"/>
                  </a:lnTo>
                  <a:lnTo>
                    <a:pt x="0" y="29"/>
                  </a:lnTo>
                  <a:lnTo>
                    <a:pt x="0" y="19"/>
                  </a:lnTo>
                  <a:lnTo>
                    <a:pt x="0" y="17"/>
                  </a:lnTo>
                  <a:lnTo>
                    <a:pt x="4" y="14"/>
                  </a:lnTo>
                  <a:lnTo>
                    <a:pt x="10" y="10"/>
                  </a:lnTo>
                  <a:lnTo>
                    <a:pt x="19" y="5"/>
                  </a:lnTo>
                  <a:lnTo>
                    <a:pt x="31" y="0"/>
                  </a:lnTo>
                  <a:lnTo>
                    <a:pt x="42" y="0"/>
                  </a:lnTo>
                  <a:lnTo>
                    <a:pt x="60" y="6"/>
                  </a:lnTo>
                  <a:lnTo>
                    <a:pt x="60" y="6"/>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22" name=""/>
            <p:cNvSpPr/>
            <p:nvPr/>
          </p:nvSpPr>
          <p:spPr>
            <a:xfrm>
              <a:off x="5813280" y="4734000"/>
              <a:ext cx="249480" cy="455400"/>
            </a:xfrm>
            <a:custGeom>
              <a:avLst/>
              <a:gdLst/>
              <a:ahLst/>
              <a:rect l="l" t="t" r="r" b="b"/>
              <a:pathLst>
                <a:path w="157" h="287">
                  <a:moveTo>
                    <a:pt x="56" y="0"/>
                  </a:moveTo>
                  <a:lnTo>
                    <a:pt x="57" y="0"/>
                  </a:lnTo>
                  <a:lnTo>
                    <a:pt x="62" y="3"/>
                  </a:lnTo>
                  <a:lnTo>
                    <a:pt x="62" y="3"/>
                  </a:lnTo>
                  <a:lnTo>
                    <a:pt x="69" y="3"/>
                  </a:lnTo>
                  <a:lnTo>
                    <a:pt x="77" y="3"/>
                  </a:lnTo>
                  <a:lnTo>
                    <a:pt x="77" y="3"/>
                  </a:lnTo>
                  <a:lnTo>
                    <a:pt x="84" y="5"/>
                  </a:lnTo>
                  <a:lnTo>
                    <a:pt x="90" y="8"/>
                  </a:lnTo>
                  <a:lnTo>
                    <a:pt x="90" y="15"/>
                  </a:lnTo>
                  <a:lnTo>
                    <a:pt x="93" y="15"/>
                  </a:lnTo>
                  <a:lnTo>
                    <a:pt x="103" y="19"/>
                  </a:lnTo>
                  <a:lnTo>
                    <a:pt x="106" y="20"/>
                  </a:lnTo>
                  <a:lnTo>
                    <a:pt x="110" y="20"/>
                  </a:lnTo>
                  <a:lnTo>
                    <a:pt x="116" y="22"/>
                  </a:lnTo>
                  <a:lnTo>
                    <a:pt x="117" y="22"/>
                  </a:lnTo>
                  <a:lnTo>
                    <a:pt x="121" y="29"/>
                  </a:lnTo>
                  <a:lnTo>
                    <a:pt x="121" y="33"/>
                  </a:lnTo>
                  <a:lnTo>
                    <a:pt x="126" y="37"/>
                  </a:lnTo>
                  <a:lnTo>
                    <a:pt x="127" y="39"/>
                  </a:lnTo>
                  <a:lnTo>
                    <a:pt x="133" y="44"/>
                  </a:lnTo>
                  <a:lnTo>
                    <a:pt x="138" y="47"/>
                  </a:lnTo>
                  <a:lnTo>
                    <a:pt x="141" y="50"/>
                  </a:lnTo>
                  <a:lnTo>
                    <a:pt x="145" y="60"/>
                  </a:lnTo>
                  <a:lnTo>
                    <a:pt x="146" y="63"/>
                  </a:lnTo>
                  <a:lnTo>
                    <a:pt x="149" y="70"/>
                  </a:lnTo>
                  <a:lnTo>
                    <a:pt x="156" y="73"/>
                  </a:lnTo>
                  <a:lnTo>
                    <a:pt x="156" y="82"/>
                  </a:lnTo>
                  <a:lnTo>
                    <a:pt x="156" y="88"/>
                  </a:lnTo>
                  <a:lnTo>
                    <a:pt x="156" y="92"/>
                  </a:lnTo>
                  <a:lnTo>
                    <a:pt x="151" y="101"/>
                  </a:lnTo>
                  <a:lnTo>
                    <a:pt x="146" y="107"/>
                  </a:lnTo>
                  <a:lnTo>
                    <a:pt x="143" y="110"/>
                  </a:lnTo>
                  <a:lnTo>
                    <a:pt x="127" y="125"/>
                  </a:lnTo>
                  <a:lnTo>
                    <a:pt x="117" y="135"/>
                  </a:lnTo>
                  <a:lnTo>
                    <a:pt x="106" y="147"/>
                  </a:lnTo>
                  <a:lnTo>
                    <a:pt x="101" y="160"/>
                  </a:lnTo>
                  <a:lnTo>
                    <a:pt x="92" y="166"/>
                  </a:lnTo>
                  <a:lnTo>
                    <a:pt x="90" y="179"/>
                  </a:lnTo>
                  <a:lnTo>
                    <a:pt x="88" y="187"/>
                  </a:lnTo>
                  <a:lnTo>
                    <a:pt x="84" y="199"/>
                  </a:lnTo>
                  <a:lnTo>
                    <a:pt x="80" y="207"/>
                  </a:lnTo>
                  <a:lnTo>
                    <a:pt x="77" y="211"/>
                  </a:lnTo>
                  <a:lnTo>
                    <a:pt x="77" y="219"/>
                  </a:lnTo>
                  <a:lnTo>
                    <a:pt x="77" y="228"/>
                  </a:lnTo>
                  <a:lnTo>
                    <a:pt x="77" y="235"/>
                  </a:lnTo>
                  <a:lnTo>
                    <a:pt x="77" y="246"/>
                  </a:lnTo>
                  <a:lnTo>
                    <a:pt x="77" y="248"/>
                  </a:lnTo>
                  <a:lnTo>
                    <a:pt x="77" y="256"/>
                  </a:lnTo>
                  <a:lnTo>
                    <a:pt x="77" y="256"/>
                  </a:lnTo>
                  <a:lnTo>
                    <a:pt x="77" y="260"/>
                  </a:lnTo>
                  <a:lnTo>
                    <a:pt x="77" y="268"/>
                  </a:lnTo>
                  <a:lnTo>
                    <a:pt x="70" y="277"/>
                  </a:lnTo>
                  <a:lnTo>
                    <a:pt x="70" y="279"/>
                  </a:lnTo>
                  <a:lnTo>
                    <a:pt x="62" y="285"/>
                  </a:lnTo>
                  <a:lnTo>
                    <a:pt x="57" y="286"/>
                  </a:lnTo>
                  <a:lnTo>
                    <a:pt x="53" y="285"/>
                  </a:lnTo>
                  <a:lnTo>
                    <a:pt x="49" y="281"/>
                  </a:lnTo>
                  <a:lnTo>
                    <a:pt x="44" y="279"/>
                  </a:lnTo>
                  <a:lnTo>
                    <a:pt x="44" y="279"/>
                  </a:lnTo>
                  <a:lnTo>
                    <a:pt x="37" y="279"/>
                  </a:lnTo>
                  <a:lnTo>
                    <a:pt x="33" y="279"/>
                  </a:lnTo>
                  <a:lnTo>
                    <a:pt x="29" y="279"/>
                  </a:lnTo>
                  <a:lnTo>
                    <a:pt x="29" y="279"/>
                  </a:lnTo>
                  <a:lnTo>
                    <a:pt x="28" y="279"/>
                  </a:lnTo>
                  <a:lnTo>
                    <a:pt x="28" y="279"/>
                  </a:lnTo>
                  <a:lnTo>
                    <a:pt x="27" y="279"/>
                  </a:lnTo>
                  <a:lnTo>
                    <a:pt x="27" y="279"/>
                  </a:lnTo>
                  <a:lnTo>
                    <a:pt x="26" y="279"/>
                  </a:lnTo>
                  <a:lnTo>
                    <a:pt x="23" y="279"/>
                  </a:lnTo>
                  <a:lnTo>
                    <a:pt x="21" y="279"/>
                  </a:lnTo>
                  <a:lnTo>
                    <a:pt x="21" y="279"/>
                  </a:lnTo>
                  <a:lnTo>
                    <a:pt x="16" y="279"/>
                  </a:lnTo>
                  <a:lnTo>
                    <a:pt x="16" y="279"/>
                  </a:lnTo>
                  <a:lnTo>
                    <a:pt x="16" y="279"/>
                  </a:lnTo>
                  <a:lnTo>
                    <a:pt x="16" y="279"/>
                  </a:lnTo>
                  <a:lnTo>
                    <a:pt x="16" y="277"/>
                  </a:lnTo>
                  <a:lnTo>
                    <a:pt x="21" y="270"/>
                  </a:lnTo>
                  <a:lnTo>
                    <a:pt x="26" y="267"/>
                  </a:lnTo>
                  <a:lnTo>
                    <a:pt x="27" y="260"/>
                  </a:lnTo>
                  <a:lnTo>
                    <a:pt x="28" y="256"/>
                  </a:lnTo>
                  <a:lnTo>
                    <a:pt x="29" y="248"/>
                  </a:lnTo>
                  <a:lnTo>
                    <a:pt x="37" y="240"/>
                  </a:lnTo>
                  <a:lnTo>
                    <a:pt x="44" y="231"/>
                  </a:lnTo>
                  <a:lnTo>
                    <a:pt x="44" y="225"/>
                  </a:lnTo>
                  <a:lnTo>
                    <a:pt x="49" y="212"/>
                  </a:lnTo>
                  <a:lnTo>
                    <a:pt x="50" y="208"/>
                  </a:lnTo>
                  <a:lnTo>
                    <a:pt x="53" y="200"/>
                  </a:lnTo>
                  <a:lnTo>
                    <a:pt x="55" y="192"/>
                  </a:lnTo>
                  <a:lnTo>
                    <a:pt x="55" y="175"/>
                  </a:lnTo>
                  <a:lnTo>
                    <a:pt x="56" y="160"/>
                  </a:lnTo>
                  <a:lnTo>
                    <a:pt x="57" y="138"/>
                  </a:lnTo>
                  <a:lnTo>
                    <a:pt x="56" y="122"/>
                  </a:lnTo>
                  <a:lnTo>
                    <a:pt x="55" y="101"/>
                  </a:lnTo>
                  <a:lnTo>
                    <a:pt x="53" y="87"/>
                  </a:lnTo>
                  <a:lnTo>
                    <a:pt x="46" y="70"/>
                  </a:lnTo>
                  <a:lnTo>
                    <a:pt x="37" y="60"/>
                  </a:lnTo>
                  <a:lnTo>
                    <a:pt x="29" y="57"/>
                  </a:lnTo>
                  <a:lnTo>
                    <a:pt x="28" y="47"/>
                  </a:lnTo>
                  <a:lnTo>
                    <a:pt x="26" y="44"/>
                  </a:lnTo>
                  <a:lnTo>
                    <a:pt x="16" y="37"/>
                  </a:lnTo>
                  <a:lnTo>
                    <a:pt x="14" y="33"/>
                  </a:lnTo>
                  <a:lnTo>
                    <a:pt x="12" y="22"/>
                  </a:lnTo>
                  <a:lnTo>
                    <a:pt x="0" y="20"/>
                  </a:lnTo>
                  <a:lnTo>
                    <a:pt x="0" y="17"/>
                  </a:lnTo>
                  <a:lnTo>
                    <a:pt x="0" y="8"/>
                  </a:lnTo>
                  <a:lnTo>
                    <a:pt x="0" y="5"/>
                  </a:lnTo>
                  <a:lnTo>
                    <a:pt x="0" y="3"/>
                  </a:lnTo>
                  <a:lnTo>
                    <a:pt x="12" y="1"/>
                  </a:lnTo>
                  <a:lnTo>
                    <a:pt x="16" y="0"/>
                  </a:lnTo>
                  <a:lnTo>
                    <a:pt x="28" y="0"/>
                  </a:lnTo>
                  <a:lnTo>
                    <a:pt x="44" y="0"/>
                  </a:lnTo>
                  <a:lnTo>
                    <a:pt x="56" y="0"/>
                  </a:lnTo>
                  <a:lnTo>
                    <a:pt x="56" y="0"/>
                  </a:lnTo>
                </a:path>
              </a:pathLst>
            </a:custGeom>
            <a:solidFill>
              <a:srgbClr val="ffe0e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23" name=""/>
            <p:cNvSpPr/>
            <p:nvPr/>
          </p:nvSpPr>
          <p:spPr>
            <a:xfrm>
              <a:off x="5824440" y="4738680"/>
              <a:ext cx="223920" cy="449280"/>
            </a:xfrm>
            <a:custGeom>
              <a:avLst/>
              <a:gdLst/>
              <a:ahLst/>
              <a:rect l="l" t="t" r="r" b="b"/>
              <a:pathLst>
                <a:path w="141" h="283">
                  <a:moveTo>
                    <a:pt x="50" y="0"/>
                  </a:moveTo>
                  <a:lnTo>
                    <a:pt x="50" y="0"/>
                  </a:lnTo>
                  <a:lnTo>
                    <a:pt x="55" y="0"/>
                  </a:lnTo>
                  <a:lnTo>
                    <a:pt x="55" y="2"/>
                  </a:lnTo>
                  <a:lnTo>
                    <a:pt x="62" y="2"/>
                  </a:lnTo>
                  <a:lnTo>
                    <a:pt x="67" y="4"/>
                  </a:lnTo>
                  <a:lnTo>
                    <a:pt x="70" y="5"/>
                  </a:lnTo>
                  <a:lnTo>
                    <a:pt x="77" y="12"/>
                  </a:lnTo>
                  <a:lnTo>
                    <a:pt x="81" y="12"/>
                  </a:lnTo>
                  <a:lnTo>
                    <a:pt x="83" y="14"/>
                  </a:lnTo>
                  <a:lnTo>
                    <a:pt x="86" y="17"/>
                  </a:lnTo>
                  <a:lnTo>
                    <a:pt x="94" y="17"/>
                  </a:lnTo>
                  <a:lnTo>
                    <a:pt x="97" y="19"/>
                  </a:lnTo>
                  <a:lnTo>
                    <a:pt x="99" y="19"/>
                  </a:lnTo>
                  <a:lnTo>
                    <a:pt x="103" y="24"/>
                  </a:lnTo>
                  <a:lnTo>
                    <a:pt x="109" y="30"/>
                  </a:lnTo>
                  <a:lnTo>
                    <a:pt x="110" y="34"/>
                  </a:lnTo>
                  <a:lnTo>
                    <a:pt x="114" y="34"/>
                  </a:lnTo>
                  <a:lnTo>
                    <a:pt x="114" y="36"/>
                  </a:lnTo>
                  <a:lnTo>
                    <a:pt x="119" y="41"/>
                  </a:lnTo>
                  <a:lnTo>
                    <a:pt x="120" y="44"/>
                  </a:lnTo>
                  <a:lnTo>
                    <a:pt x="126" y="46"/>
                  </a:lnTo>
                  <a:lnTo>
                    <a:pt x="131" y="54"/>
                  </a:lnTo>
                  <a:lnTo>
                    <a:pt x="134" y="60"/>
                  </a:lnTo>
                  <a:lnTo>
                    <a:pt x="136" y="60"/>
                  </a:lnTo>
                  <a:lnTo>
                    <a:pt x="138" y="67"/>
                  </a:lnTo>
                  <a:lnTo>
                    <a:pt x="139" y="70"/>
                  </a:lnTo>
                  <a:lnTo>
                    <a:pt x="139" y="79"/>
                  </a:lnTo>
                  <a:lnTo>
                    <a:pt x="140" y="84"/>
                  </a:lnTo>
                  <a:lnTo>
                    <a:pt x="139" y="88"/>
                  </a:lnTo>
                  <a:lnTo>
                    <a:pt x="138" y="92"/>
                  </a:lnTo>
                  <a:lnTo>
                    <a:pt x="134" y="101"/>
                  </a:lnTo>
                  <a:lnTo>
                    <a:pt x="131" y="105"/>
                  </a:lnTo>
                  <a:lnTo>
                    <a:pt x="114" y="119"/>
                  </a:lnTo>
                  <a:lnTo>
                    <a:pt x="103" y="129"/>
                  </a:lnTo>
                  <a:lnTo>
                    <a:pt x="96" y="144"/>
                  </a:lnTo>
                  <a:lnTo>
                    <a:pt x="85" y="150"/>
                  </a:lnTo>
                  <a:lnTo>
                    <a:pt x="83" y="163"/>
                  </a:lnTo>
                  <a:lnTo>
                    <a:pt x="77" y="172"/>
                  </a:lnTo>
                  <a:lnTo>
                    <a:pt x="70" y="178"/>
                  </a:lnTo>
                  <a:lnTo>
                    <a:pt x="70" y="194"/>
                  </a:lnTo>
                  <a:lnTo>
                    <a:pt x="70" y="198"/>
                  </a:lnTo>
                  <a:lnTo>
                    <a:pt x="70" y="205"/>
                  </a:lnTo>
                  <a:lnTo>
                    <a:pt x="70" y="216"/>
                  </a:lnTo>
                  <a:lnTo>
                    <a:pt x="70" y="222"/>
                  </a:lnTo>
                  <a:lnTo>
                    <a:pt x="70" y="228"/>
                  </a:lnTo>
                  <a:lnTo>
                    <a:pt x="67" y="232"/>
                  </a:lnTo>
                  <a:lnTo>
                    <a:pt x="63" y="244"/>
                  </a:lnTo>
                  <a:lnTo>
                    <a:pt x="63" y="253"/>
                  </a:lnTo>
                  <a:lnTo>
                    <a:pt x="63" y="253"/>
                  </a:lnTo>
                  <a:lnTo>
                    <a:pt x="63" y="257"/>
                  </a:lnTo>
                  <a:lnTo>
                    <a:pt x="63" y="264"/>
                  </a:lnTo>
                  <a:lnTo>
                    <a:pt x="62" y="270"/>
                  </a:lnTo>
                  <a:lnTo>
                    <a:pt x="59" y="276"/>
                  </a:lnTo>
                  <a:lnTo>
                    <a:pt x="55" y="280"/>
                  </a:lnTo>
                  <a:lnTo>
                    <a:pt x="49" y="282"/>
                  </a:lnTo>
                  <a:lnTo>
                    <a:pt x="43" y="280"/>
                  </a:lnTo>
                  <a:lnTo>
                    <a:pt x="37" y="276"/>
                  </a:lnTo>
                  <a:lnTo>
                    <a:pt x="30" y="276"/>
                  </a:lnTo>
                  <a:lnTo>
                    <a:pt x="22" y="276"/>
                  </a:lnTo>
                  <a:lnTo>
                    <a:pt x="22" y="276"/>
                  </a:lnTo>
                  <a:lnTo>
                    <a:pt x="21" y="276"/>
                  </a:lnTo>
                  <a:lnTo>
                    <a:pt x="21" y="276"/>
                  </a:lnTo>
                  <a:lnTo>
                    <a:pt x="20" y="276"/>
                  </a:lnTo>
                  <a:lnTo>
                    <a:pt x="19" y="276"/>
                  </a:lnTo>
                  <a:lnTo>
                    <a:pt x="19" y="276"/>
                  </a:lnTo>
                  <a:lnTo>
                    <a:pt x="19" y="276"/>
                  </a:lnTo>
                  <a:lnTo>
                    <a:pt x="19" y="276"/>
                  </a:lnTo>
                  <a:lnTo>
                    <a:pt x="20" y="270"/>
                  </a:lnTo>
                  <a:lnTo>
                    <a:pt x="20" y="267"/>
                  </a:lnTo>
                  <a:lnTo>
                    <a:pt x="21" y="261"/>
                  </a:lnTo>
                  <a:lnTo>
                    <a:pt x="22" y="254"/>
                  </a:lnTo>
                  <a:lnTo>
                    <a:pt x="26" y="249"/>
                  </a:lnTo>
                  <a:lnTo>
                    <a:pt x="31" y="244"/>
                  </a:lnTo>
                  <a:lnTo>
                    <a:pt x="37" y="232"/>
                  </a:lnTo>
                  <a:lnTo>
                    <a:pt x="39" y="228"/>
                  </a:lnTo>
                  <a:lnTo>
                    <a:pt x="43" y="220"/>
                  </a:lnTo>
                  <a:lnTo>
                    <a:pt x="48" y="209"/>
                  </a:lnTo>
                  <a:lnTo>
                    <a:pt x="48" y="205"/>
                  </a:lnTo>
                  <a:lnTo>
                    <a:pt x="50" y="196"/>
                  </a:lnTo>
                  <a:lnTo>
                    <a:pt x="50" y="189"/>
                  </a:lnTo>
                  <a:lnTo>
                    <a:pt x="53" y="172"/>
                  </a:lnTo>
                  <a:lnTo>
                    <a:pt x="55" y="151"/>
                  </a:lnTo>
                  <a:lnTo>
                    <a:pt x="55" y="132"/>
                  </a:lnTo>
                  <a:lnTo>
                    <a:pt x="55" y="117"/>
                  </a:lnTo>
                  <a:lnTo>
                    <a:pt x="55" y="98"/>
                  </a:lnTo>
                  <a:lnTo>
                    <a:pt x="50" y="84"/>
                  </a:lnTo>
                  <a:lnTo>
                    <a:pt x="46" y="67"/>
                  </a:lnTo>
                  <a:lnTo>
                    <a:pt x="37" y="54"/>
                  </a:lnTo>
                  <a:lnTo>
                    <a:pt x="31" y="47"/>
                  </a:lnTo>
                  <a:lnTo>
                    <a:pt x="22" y="44"/>
                  </a:lnTo>
                  <a:lnTo>
                    <a:pt x="21" y="41"/>
                  </a:lnTo>
                  <a:lnTo>
                    <a:pt x="19" y="34"/>
                  </a:lnTo>
                  <a:lnTo>
                    <a:pt x="9" y="30"/>
                  </a:lnTo>
                  <a:lnTo>
                    <a:pt x="7" y="19"/>
                  </a:lnTo>
                  <a:lnTo>
                    <a:pt x="7" y="17"/>
                  </a:lnTo>
                  <a:lnTo>
                    <a:pt x="2" y="16"/>
                  </a:lnTo>
                  <a:lnTo>
                    <a:pt x="0" y="12"/>
                  </a:lnTo>
                  <a:lnTo>
                    <a:pt x="0" y="5"/>
                  </a:lnTo>
                  <a:lnTo>
                    <a:pt x="5" y="2"/>
                  </a:lnTo>
                  <a:lnTo>
                    <a:pt x="7" y="0"/>
                  </a:lnTo>
                  <a:lnTo>
                    <a:pt x="14" y="0"/>
                  </a:lnTo>
                  <a:lnTo>
                    <a:pt x="21" y="0"/>
                  </a:lnTo>
                  <a:lnTo>
                    <a:pt x="37" y="0"/>
                  </a:lnTo>
                  <a:lnTo>
                    <a:pt x="50" y="0"/>
                  </a:lnTo>
                  <a:lnTo>
                    <a:pt x="50" y="0"/>
                  </a:lnTo>
                </a:path>
              </a:pathLst>
            </a:custGeom>
            <a:solidFill>
              <a:srgbClr val="ffffd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24" name=""/>
            <p:cNvSpPr/>
            <p:nvPr/>
          </p:nvSpPr>
          <p:spPr>
            <a:xfrm>
              <a:off x="4954680" y="4626000"/>
              <a:ext cx="1187280" cy="87120"/>
            </a:xfrm>
            <a:custGeom>
              <a:avLst/>
              <a:gdLst/>
              <a:ahLst/>
              <a:rect l="l" t="t" r="r" b="b"/>
              <a:pathLst>
                <a:path w="748" h="55">
                  <a:moveTo>
                    <a:pt x="710" y="0"/>
                  </a:moveTo>
                  <a:lnTo>
                    <a:pt x="710" y="0"/>
                  </a:lnTo>
                  <a:lnTo>
                    <a:pt x="710" y="0"/>
                  </a:lnTo>
                  <a:lnTo>
                    <a:pt x="710" y="0"/>
                  </a:lnTo>
                  <a:lnTo>
                    <a:pt x="710" y="0"/>
                  </a:lnTo>
                  <a:lnTo>
                    <a:pt x="710" y="3"/>
                  </a:lnTo>
                  <a:lnTo>
                    <a:pt x="711" y="3"/>
                  </a:lnTo>
                  <a:lnTo>
                    <a:pt x="712" y="4"/>
                  </a:lnTo>
                  <a:lnTo>
                    <a:pt x="713" y="4"/>
                  </a:lnTo>
                  <a:lnTo>
                    <a:pt x="719" y="4"/>
                  </a:lnTo>
                  <a:lnTo>
                    <a:pt x="723" y="4"/>
                  </a:lnTo>
                  <a:lnTo>
                    <a:pt x="724" y="4"/>
                  </a:lnTo>
                  <a:lnTo>
                    <a:pt x="724" y="4"/>
                  </a:lnTo>
                  <a:lnTo>
                    <a:pt x="726" y="6"/>
                  </a:lnTo>
                  <a:lnTo>
                    <a:pt x="728" y="7"/>
                  </a:lnTo>
                  <a:lnTo>
                    <a:pt x="728" y="13"/>
                  </a:lnTo>
                  <a:lnTo>
                    <a:pt x="730" y="17"/>
                  </a:lnTo>
                  <a:lnTo>
                    <a:pt x="736" y="18"/>
                  </a:lnTo>
                  <a:lnTo>
                    <a:pt x="738" y="22"/>
                  </a:lnTo>
                  <a:lnTo>
                    <a:pt x="740" y="23"/>
                  </a:lnTo>
                  <a:lnTo>
                    <a:pt x="743" y="23"/>
                  </a:lnTo>
                  <a:lnTo>
                    <a:pt x="747" y="24"/>
                  </a:lnTo>
                  <a:lnTo>
                    <a:pt x="747" y="27"/>
                  </a:lnTo>
                  <a:lnTo>
                    <a:pt x="747" y="27"/>
                  </a:lnTo>
                  <a:lnTo>
                    <a:pt x="747" y="27"/>
                  </a:lnTo>
                  <a:lnTo>
                    <a:pt x="747" y="27"/>
                  </a:lnTo>
                  <a:lnTo>
                    <a:pt x="747" y="27"/>
                  </a:lnTo>
                  <a:lnTo>
                    <a:pt x="743" y="27"/>
                  </a:lnTo>
                  <a:lnTo>
                    <a:pt x="740" y="27"/>
                  </a:lnTo>
                  <a:lnTo>
                    <a:pt x="736" y="24"/>
                  </a:lnTo>
                  <a:lnTo>
                    <a:pt x="730" y="23"/>
                  </a:lnTo>
                  <a:lnTo>
                    <a:pt x="728" y="23"/>
                  </a:lnTo>
                  <a:lnTo>
                    <a:pt x="728" y="23"/>
                  </a:lnTo>
                  <a:lnTo>
                    <a:pt x="726" y="23"/>
                  </a:lnTo>
                  <a:lnTo>
                    <a:pt x="724" y="24"/>
                  </a:lnTo>
                  <a:lnTo>
                    <a:pt x="724" y="24"/>
                  </a:lnTo>
                  <a:lnTo>
                    <a:pt x="723" y="23"/>
                  </a:lnTo>
                  <a:lnTo>
                    <a:pt x="713" y="23"/>
                  </a:lnTo>
                  <a:lnTo>
                    <a:pt x="712" y="23"/>
                  </a:lnTo>
                  <a:lnTo>
                    <a:pt x="710" y="22"/>
                  </a:lnTo>
                  <a:lnTo>
                    <a:pt x="710" y="18"/>
                  </a:lnTo>
                  <a:lnTo>
                    <a:pt x="710" y="17"/>
                  </a:lnTo>
                  <a:lnTo>
                    <a:pt x="710" y="17"/>
                  </a:lnTo>
                  <a:lnTo>
                    <a:pt x="706" y="17"/>
                  </a:lnTo>
                  <a:lnTo>
                    <a:pt x="702" y="15"/>
                  </a:lnTo>
                  <a:lnTo>
                    <a:pt x="702" y="15"/>
                  </a:lnTo>
                  <a:lnTo>
                    <a:pt x="697" y="13"/>
                  </a:lnTo>
                  <a:lnTo>
                    <a:pt x="697" y="13"/>
                  </a:lnTo>
                  <a:lnTo>
                    <a:pt x="690" y="13"/>
                  </a:lnTo>
                  <a:lnTo>
                    <a:pt x="688" y="13"/>
                  </a:lnTo>
                  <a:lnTo>
                    <a:pt x="687" y="13"/>
                  </a:lnTo>
                  <a:lnTo>
                    <a:pt x="686" y="7"/>
                  </a:lnTo>
                  <a:lnTo>
                    <a:pt x="684" y="7"/>
                  </a:lnTo>
                  <a:lnTo>
                    <a:pt x="682" y="7"/>
                  </a:lnTo>
                  <a:lnTo>
                    <a:pt x="679" y="7"/>
                  </a:lnTo>
                  <a:lnTo>
                    <a:pt x="674" y="7"/>
                  </a:lnTo>
                  <a:lnTo>
                    <a:pt x="673" y="7"/>
                  </a:lnTo>
                  <a:lnTo>
                    <a:pt x="668" y="7"/>
                  </a:lnTo>
                  <a:lnTo>
                    <a:pt x="667" y="7"/>
                  </a:lnTo>
                  <a:lnTo>
                    <a:pt x="662" y="7"/>
                  </a:lnTo>
                  <a:lnTo>
                    <a:pt x="662" y="7"/>
                  </a:lnTo>
                  <a:lnTo>
                    <a:pt x="658" y="7"/>
                  </a:lnTo>
                  <a:lnTo>
                    <a:pt x="657" y="7"/>
                  </a:lnTo>
                  <a:lnTo>
                    <a:pt x="654" y="7"/>
                  </a:lnTo>
                  <a:lnTo>
                    <a:pt x="651" y="7"/>
                  </a:lnTo>
                  <a:lnTo>
                    <a:pt x="647" y="13"/>
                  </a:lnTo>
                  <a:lnTo>
                    <a:pt x="645" y="13"/>
                  </a:lnTo>
                  <a:lnTo>
                    <a:pt x="645" y="7"/>
                  </a:lnTo>
                  <a:lnTo>
                    <a:pt x="644" y="7"/>
                  </a:lnTo>
                  <a:lnTo>
                    <a:pt x="643" y="6"/>
                  </a:lnTo>
                  <a:lnTo>
                    <a:pt x="642" y="4"/>
                  </a:lnTo>
                  <a:lnTo>
                    <a:pt x="634" y="4"/>
                  </a:lnTo>
                  <a:lnTo>
                    <a:pt x="631" y="4"/>
                  </a:lnTo>
                  <a:lnTo>
                    <a:pt x="631" y="4"/>
                  </a:lnTo>
                  <a:lnTo>
                    <a:pt x="629" y="4"/>
                  </a:lnTo>
                  <a:lnTo>
                    <a:pt x="625" y="4"/>
                  </a:lnTo>
                  <a:lnTo>
                    <a:pt x="625" y="4"/>
                  </a:lnTo>
                  <a:lnTo>
                    <a:pt x="618" y="4"/>
                  </a:lnTo>
                  <a:lnTo>
                    <a:pt x="618" y="4"/>
                  </a:lnTo>
                  <a:lnTo>
                    <a:pt x="618" y="4"/>
                  </a:lnTo>
                  <a:lnTo>
                    <a:pt x="615" y="3"/>
                  </a:lnTo>
                  <a:lnTo>
                    <a:pt x="611" y="3"/>
                  </a:lnTo>
                  <a:lnTo>
                    <a:pt x="611" y="3"/>
                  </a:lnTo>
                  <a:lnTo>
                    <a:pt x="609" y="1"/>
                  </a:lnTo>
                  <a:lnTo>
                    <a:pt x="603" y="0"/>
                  </a:lnTo>
                  <a:lnTo>
                    <a:pt x="603" y="0"/>
                  </a:lnTo>
                  <a:lnTo>
                    <a:pt x="603" y="0"/>
                  </a:lnTo>
                  <a:lnTo>
                    <a:pt x="603" y="0"/>
                  </a:lnTo>
                  <a:lnTo>
                    <a:pt x="598" y="0"/>
                  </a:lnTo>
                  <a:lnTo>
                    <a:pt x="597" y="0"/>
                  </a:lnTo>
                  <a:lnTo>
                    <a:pt x="596" y="1"/>
                  </a:lnTo>
                  <a:lnTo>
                    <a:pt x="596" y="3"/>
                  </a:lnTo>
                  <a:lnTo>
                    <a:pt x="591" y="3"/>
                  </a:lnTo>
                  <a:lnTo>
                    <a:pt x="590" y="4"/>
                  </a:lnTo>
                  <a:lnTo>
                    <a:pt x="590" y="4"/>
                  </a:lnTo>
                  <a:lnTo>
                    <a:pt x="587" y="4"/>
                  </a:lnTo>
                  <a:lnTo>
                    <a:pt x="587" y="4"/>
                  </a:lnTo>
                  <a:lnTo>
                    <a:pt x="587" y="4"/>
                  </a:lnTo>
                  <a:lnTo>
                    <a:pt x="585" y="4"/>
                  </a:lnTo>
                  <a:lnTo>
                    <a:pt x="585" y="4"/>
                  </a:lnTo>
                  <a:lnTo>
                    <a:pt x="579" y="4"/>
                  </a:lnTo>
                  <a:lnTo>
                    <a:pt x="574" y="4"/>
                  </a:lnTo>
                  <a:lnTo>
                    <a:pt x="570" y="4"/>
                  </a:lnTo>
                  <a:lnTo>
                    <a:pt x="569" y="4"/>
                  </a:lnTo>
                  <a:lnTo>
                    <a:pt x="568" y="4"/>
                  </a:lnTo>
                  <a:lnTo>
                    <a:pt x="562" y="4"/>
                  </a:lnTo>
                  <a:lnTo>
                    <a:pt x="557" y="4"/>
                  </a:lnTo>
                  <a:lnTo>
                    <a:pt x="555" y="4"/>
                  </a:lnTo>
                  <a:lnTo>
                    <a:pt x="550" y="4"/>
                  </a:lnTo>
                  <a:lnTo>
                    <a:pt x="541" y="4"/>
                  </a:lnTo>
                  <a:lnTo>
                    <a:pt x="541" y="4"/>
                  </a:lnTo>
                  <a:lnTo>
                    <a:pt x="540" y="4"/>
                  </a:lnTo>
                  <a:lnTo>
                    <a:pt x="536" y="4"/>
                  </a:lnTo>
                  <a:lnTo>
                    <a:pt x="536" y="3"/>
                  </a:lnTo>
                  <a:lnTo>
                    <a:pt x="532" y="0"/>
                  </a:lnTo>
                  <a:lnTo>
                    <a:pt x="529" y="0"/>
                  </a:lnTo>
                  <a:lnTo>
                    <a:pt x="529" y="0"/>
                  </a:lnTo>
                  <a:lnTo>
                    <a:pt x="523" y="0"/>
                  </a:lnTo>
                  <a:lnTo>
                    <a:pt x="521" y="0"/>
                  </a:lnTo>
                  <a:lnTo>
                    <a:pt x="521" y="0"/>
                  </a:lnTo>
                  <a:lnTo>
                    <a:pt x="516" y="0"/>
                  </a:lnTo>
                  <a:lnTo>
                    <a:pt x="516" y="1"/>
                  </a:lnTo>
                  <a:lnTo>
                    <a:pt x="515" y="3"/>
                  </a:lnTo>
                  <a:lnTo>
                    <a:pt x="508" y="3"/>
                  </a:lnTo>
                  <a:lnTo>
                    <a:pt x="500" y="4"/>
                  </a:lnTo>
                  <a:lnTo>
                    <a:pt x="500" y="4"/>
                  </a:lnTo>
                  <a:lnTo>
                    <a:pt x="499" y="4"/>
                  </a:lnTo>
                  <a:lnTo>
                    <a:pt x="497" y="4"/>
                  </a:lnTo>
                  <a:lnTo>
                    <a:pt x="497" y="4"/>
                  </a:lnTo>
                  <a:lnTo>
                    <a:pt x="494" y="4"/>
                  </a:lnTo>
                  <a:lnTo>
                    <a:pt x="486" y="4"/>
                  </a:lnTo>
                  <a:lnTo>
                    <a:pt x="485" y="4"/>
                  </a:lnTo>
                  <a:lnTo>
                    <a:pt x="485" y="4"/>
                  </a:lnTo>
                  <a:lnTo>
                    <a:pt x="484" y="4"/>
                  </a:lnTo>
                  <a:lnTo>
                    <a:pt x="484" y="4"/>
                  </a:lnTo>
                  <a:lnTo>
                    <a:pt x="484" y="6"/>
                  </a:lnTo>
                  <a:lnTo>
                    <a:pt x="482" y="7"/>
                  </a:lnTo>
                  <a:lnTo>
                    <a:pt x="482" y="7"/>
                  </a:lnTo>
                  <a:lnTo>
                    <a:pt x="475" y="13"/>
                  </a:lnTo>
                  <a:lnTo>
                    <a:pt x="475" y="7"/>
                  </a:lnTo>
                  <a:lnTo>
                    <a:pt x="475" y="7"/>
                  </a:lnTo>
                  <a:lnTo>
                    <a:pt x="470" y="4"/>
                  </a:lnTo>
                  <a:lnTo>
                    <a:pt x="470" y="4"/>
                  </a:lnTo>
                  <a:lnTo>
                    <a:pt x="461" y="4"/>
                  </a:lnTo>
                  <a:lnTo>
                    <a:pt x="457" y="4"/>
                  </a:lnTo>
                  <a:lnTo>
                    <a:pt x="455" y="4"/>
                  </a:lnTo>
                  <a:lnTo>
                    <a:pt x="451" y="4"/>
                  </a:lnTo>
                  <a:lnTo>
                    <a:pt x="448" y="4"/>
                  </a:lnTo>
                  <a:lnTo>
                    <a:pt x="444" y="6"/>
                  </a:lnTo>
                  <a:lnTo>
                    <a:pt x="440" y="7"/>
                  </a:lnTo>
                  <a:lnTo>
                    <a:pt x="437" y="7"/>
                  </a:lnTo>
                  <a:lnTo>
                    <a:pt x="437" y="7"/>
                  </a:lnTo>
                  <a:lnTo>
                    <a:pt x="436" y="7"/>
                  </a:lnTo>
                  <a:lnTo>
                    <a:pt x="436" y="7"/>
                  </a:lnTo>
                  <a:lnTo>
                    <a:pt x="436" y="7"/>
                  </a:lnTo>
                  <a:lnTo>
                    <a:pt x="435" y="7"/>
                  </a:lnTo>
                  <a:lnTo>
                    <a:pt x="431" y="7"/>
                  </a:lnTo>
                  <a:lnTo>
                    <a:pt x="431" y="7"/>
                  </a:lnTo>
                  <a:lnTo>
                    <a:pt x="428" y="7"/>
                  </a:lnTo>
                  <a:lnTo>
                    <a:pt x="423" y="7"/>
                  </a:lnTo>
                  <a:lnTo>
                    <a:pt x="422" y="7"/>
                  </a:lnTo>
                  <a:lnTo>
                    <a:pt x="415" y="7"/>
                  </a:lnTo>
                  <a:lnTo>
                    <a:pt x="410" y="7"/>
                  </a:lnTo>
                  <a:lnTo>
                    <a:pt x="410" y="7"/>
                  </a:lnTo>
                  <a:lnTo>
                    <a:pt x="409" y="7"/>
                  </a:lnTo>
                  <a:lnTo>
                    <a:pt x="404" y="7"/>
                  </a:lnTo>
                  <a:lnTo>
                    <a:pt x="404" y="13"/>
                  </a:lnTo>
                  <a:lnTo>
                    <a:pt x="397" y="13"/>
                  </a:lnTo>
                  <a:lnTo>
                    <a:pt x="395" y="15"/>
                  </a:lnTo>
                  <a:lnTo>
                    <a:pt x="395" y="17"/>
                  </a:lnTo>
                  <a:lnTo>
                    <a:pt x="394" y="18"/>
                  </a:lnTo>
                  <a:lnTo>
                    <a:pt x="394" y="23"/>
                  </a:lnTo>
                  <a:lnTo>
                    <a:pt x="395" y="23"/>
                  </a:lnTo>
                  <a:lnTo>
                    <a:pt x="395" y="27"/>
                  </a:lnTo>
                  <a:lnTo>
                    <a:pt x="395" y="27"/>
                  </a:lnTo>
                  <a:lnTo>
                    <a:pt x="395" y="27"/>
                  </a:lnTo>
                  <a:lnTo>
                    <a:pt x="395" y="27"/>
                  </a:lnTo>
                  <a:lnTo>
                    <a:pt x="395" y="27"/>
                  </a:lnTo>
                  <a:lnTo>
                    <a:pt x="395" y="27"/>
                  </a:lnTo>
                  <a:lnTo>
                    <a:pt x="394" y="23"/>
                  </a:lnTo>
                  <a:lnTo>
                    <a:pt x="394" y="23"/>
                  </a:lnTo>
                  <a:lnTo>
                    <a:pt x="390" y="18"/>
                  </a:lnTo>
                  <a:lnTo>
                    <a:pt x="389" y="18"/>
                  </a:lnTo>
                  <a:lnTo>
                    <a:pt x="383" y="17"/>
                  </a:lnTo>
                  <a:lnTo>
                    <a:pt x="381" y="17"/>
                  </a:lnTo>
                  <a:lnTo>
                    <a:pt x="380" y="17"/>
                  </a:lnTo>
                  <a:lnTo>
                    <a:pt x="378" y="17"/>
                  </a:lnTo>
                  <a:lnTo>
                    <a:pt x="374" y="17"/>
                  </a:lnTo>
                  <a:lnTo>
                    <a:pt x="371" y="17"/>
                  </a:lnTo>
                  <a:lnTo>
                    <a:pt x="371" y="17"/>
                  </a:lnTo>
                  <a:lnTo>
                    <a:pt x="366" y="17"/>
                  </a:lnTo>
                  <a:lnTo>
                    <a:pt x="366" y="17"/>
                  </a:lnTo>
                  <a:lnTo>
                    <a:pt x="361" y="17"/>
                  </a:lnTo>
                  <a:lnTo>
                    <a:pt x="361" y="17"/>
                  </a:lnTo>
                  <a:lnTo>
                    <a:pt x="356" y="18"/>
                  </a:lnTo>
                  <a:lnTo>
                    <a:pt x="356" y="18"/>
                  </a:lnTo>
                  <a:lnTo>
                    <a:pt x="356" y="18"/>
                  </a:lnTo>
                  <a:lnTo>
                    <a:pt x="354" y="18"/>
                  </a:lnTo>
                  <a:lnTo>
                    <a:pt x="348" y="22"/>
                  </a:lnTo>
                  <a:lnTo>
                    <a:pt x="348" y="22"/>
                  </a:lnTo>
                  <a:lnTo>
                    <a:pt x="343" y="22"/>
                  </a:lnTo>
                  <a:lnTo>
                    <a:pt x="343" y="23"/>
                  </a:lnTo>
                  <a:lnTo>
                    <a:pt x="340" y="23"/>
                  </a:lnTo>
                  <a:lnTo>
                    <a:pt x="340" y="23"/>
                  </a:lnTo>
                  <a:lnTo>
                    <a:pt x="338" y="23"/>
                  </a:lnTo>
                  <a:lnTo>
                    <a:pt x="338" y="23"/>
                  </a:lnTo>
                  <a:lnTo>
                    <a:pt x="333" y="23"/>
                  </a:lnTo>
                  <a:lnTo>
                    <a:pt x="331" y="23"/>
                  </a:lnTo>
                  <a:lnTo>
                    <a:pt x="331" y="23"/>
                  </a:lnTo>
                  <a:lnTo>
                    <a:pt x="325" y="23"/>
                  </a:lnTo>
                  <a:lnTo>
                    <a:pt x="325" y="24"/>
                  </a:lnTo>
                  <a:lnTo>
                    <a:pt x="323" y="24"/>
                  </a:lnTo>
                  <a:lnTo>
                    <a:pt x="318" y="24"/>
                  </a:lnTo>
                  <a:lnTo>
                    <a:pt x="316" y="24"/>
                  </a:lnTo>
                  <a:lnTo>
                    <a:pt x="310" y="24"/>
                  </a:lnTo>
                  <a:lnTo>
                    <a:pt x="310" y="23"/>
                  </a:lnTo>
                  <a:lnTo>
                    <a:pt x="304" y="23"/>
                  </a:lnTo>
                  <a:lnTo>
                    <a:pt x="303" y="23"/>
                  </a:lnTo>
                  <a:lnTo>
                    <a:pt x="295" y="22"/>
                  </a:lnTo>
                  <a:lnTo>
                    <a:pt x="291" y="23"/>
                  </a:lnTo>
                  <a:lnTo>
                    <a:pt x="290" y="23"/>
                  </a:lnTo>
                  <a:lnTo>
                    <a:pt x="288" y="23"/>
                  </a:lnTo>
                  <a:lnTo>
                    <a:pt x="284" y="24"/>
                  </a:lnTo>
                  <a:lnTo>
                    <a:pt x="284" y="27"/>
                  </a:lnTo>
                  <a:lnTo>
                    <a:pt x="279" y="27"/>
                  </a:lnTo>
                  <a:lnTo>
                    <a:pt x="276" y="27"/>
                  </a:lnTo>
                  <a:lnTo>
                    <a:pt x="274" y="27"/>
                  </a:lnTo>
                  <a:lnTo>
                    <a:pt x="272" y="29"/>
                  </a:lnTo>
                  <a:lnTo>
                    <a:pt x="270" y="35"/>
                  </a:lnTo>
                  <a:lnTo>
                    <a:pt x="268" y="35"/>
                  </a:lnTo>
                  <a:lnTo>
                    <a:pt x="266" y="35"/>
                  </a:lnTo>
                  <a:lnTo>
                    <a:pt x="266" y="37"/>
                  </a:lnTo>
                  <a:lnTo>
                    <a:pt x="266" y="39"/>
                  </a:lnTo>
                  <a:lnTo>
                    <a:pt x="266" y="37"/>
                  </a:lnTo>
                  <a:lnTo>
                    <a:pt x="266" y="35"/>
                  </a:lnTo>
                  <a:lnTo>
                    <a:pt x="266" y="35"/>
                  </a:lnTo>
                  <a:lnTo>
                    <a:pt x="266" y="35"/>
                  </a:lnTo>
                  <a:lnTo>
                    <a:pt x="265" y="28"/>
                  </a:lnTo>
                  <a:lnTo>
                    <a:pt x="262" y="27"/>
                  </a:lnTo>
                  <a:lnTo>
                    <a:pt x="251" y="27"/>
                  </a:lnTo>
                  <a:lnTo>
                    <a:pt x="251" y="27"/>
                  </a:lnTo>
                  <a:lnTo>
                    <a:pt x="249" y="27"/>
                  </a:lnTo>
                  <a:lnTo>
                    <a:pt x="244" y="27"/>
                  </a:lnTo>
                  <a:lnTo>
                    <a:pt x="244" y="27"/>
                  </a:lnTo>
                  <a:lnTo>
                    <a:pt x="244" y="27"/>
                  </a:lnTo>
                  <a:lnTo>
                    <a:pt x="232" y="27"/>
                  </a:lnTo>
                  <a:lnTo>
                    <a:pt x="232" y="27"/>
                  </a:lnTo>
                  <a:lnTo>
                    <a:pt x="229" y="27"/>
                  </a:lnTo>
                  <a:lnTo>
                    <a:pt x="229" y="27"/>
                  </a:lnTo>
                  <a:lnTo>
                    <a:pt x="225" y="27"/>
                  </a:lnTo>
                  <a:lnTo>
                    <a:pt x="222" y="27"/>
                  </a:lnTo>
                  <a:lnTo>
                    <a:pt x="220" y="27"/>
                  </a:lnTo>
                  <a:lnTo>
                    <a:pt x="219" y="27"/>
                  </a:lnTo>
                  <a:lnTo>
                    <a:pt x="218" y="28"/>
                  </a:lnTo>
                  <a:lnTo>
                    <a:pt x="207" y="29"/>
                  </a:lnTo>
                  <a:lnTo>
                    <a:pt x="207" y="35"/>
                  </a:lnTo>
                  <a:lnTo>
                    <a:pt x="207" y="35"/>
                  </a:lnTo>
                  <a:lnTo>
                    <a:pt x="207" y="35"/>
                  </a:lnTo>
                  <a:lnTo>
                    <a:pt x="207" y="39"/>
                  </a:lnTo>
                  <a:lnTo>
                    <a:pt x="207" y="39"/>
                  </a:lnTo>
                  <a:lnTo>
                    <a:pt x="207" y="39"/>
                  </a:lnTo>
                  <a:lnTo>
                    <a:pt x="207" y="39"/>
                  </a:lnTo>
                  <a:lnTo>
                    <a:pt x="207" y="39"/>
                  </a:lnTo>
                  <a:lnTo>
                    <a:pt x="207" y="39"/>
                  </a:lnTo>
                  <a:lnTo>
                    <a:pt x="207" y="39"/>
                  </a:lnTo>
                  <a:lnTo>
                    <a:pt x="207" y="39"/>
                  </a:lnTo>
                  <a:lnTo>
                    <a:pt x="207" y="39"/>
                  </a:lnTo>
                  <a:lnTo>
                    <a:pt x="207" y="39"/>
                  </a:lnTo>
                  <a:lnTo>
                    <a:pt x="203" y="39"/>
                  </a:lnTo>
                  <a:lnTo>
                    <a:pt x="201" y="39"/>
                  </a:lnTo>
                  <a:lnTo>
                    <a:pt x="198" y="39"/>
                  </a:lnTo>
                  <a:lnTo>
                    <a:pt x="191" y="39"/>
                  </a:lnTo>
                  <a:lnTo>
                    <a:pt x="191" y="39"/>
                  </a:lnTo>
                  <a:lnTo>
                    <a:pt x="191" y="39"/>
                  </a:lnTo>
                  <a:lnTo>
                    <a:pt x="191" y="39"/>
                  </a:lnTo>
                  <a:lnTo>
                    <a:pt x="189" y="39"/>
                  </a:lnTo>
                  <a:lnTo>
                    <a:pt x="185" y="39"/>
                  </a:lnTo>
                  <a:lnTo>
                    <a:pt x="179" y="39"/>
                  </a:lnTo>
                  <a:lnTo>
                    <a:pt x="176" y="39"/>
                  </a:lnTo>
                  <a:lnTo>
                    <a:pt x="176" y="39"/>
                  </a:lnTo>
                  <a:lnTo>
                    <a:pt x="176" y="39"/>
                  </a:lnTo>
                  <a:lnTo>
                    <a:pt x="176" y="48"/>
                  </a:lnTo>
                  <a:lnTo>
                    <a:pt x="176" y="51"/>
                  </a:lnTo>
                  <a:lnTo>
                    <a:pt x="176" y="54"/>
                  </a:lnTo>
                  <a:lnTo>
                    <a:pt x="176" y="54"/>
                  </a:lnTo>
                  <a:lnTo>
                    <a:pt x="176" y="54"/>
                  </a:lnTo>
                  <a:lnTo>
                    <a:pt x="176" y="54"/>
                  </a:lnTo>
                  <a:lnTo>
                    <a:pt x="176" y="51"/>
                  </a:lnTo>
                  <a:lnTo>
                    <a:pt x="176" y="51"/>
                  </a:lnTo>
                  <a:lnTo>
                    <a:pt x="174" y="51"/>
                  </a:lnTo>
                  <a:lnTo>
                    <a:pt x="170" y="48"/>
                  </a:lnTo>
                  <a:lnTo>
                    <a:pt x="170" y="48"/>
                  </a:lnTo>
                  <a:lnTo>
                    <a:pt x="160" y="45"/>
                  </a:lnTo>
                  <a:lnTo>
                    <a:pt x="160" y="45"/>
                  </a:lnTo>
                  <a:lnTo>
                    <a:pt x="156" y="44"/>
                  </a:lnTo>
                  <a:lnTo>
                    <a:pt x="156" y="44"/>
                  </a:lnTo>
                  <a:lnTo>
                    <a:pt x="154" y="39"/>
                  </a:lnTo>
                  <a:lnTo>
                    <a:pt x="154" y="39"/>
                  </a:lnTo>
                  <a:lnTo>
                    <a:pt x="154" y="39"/>
                  </a:lnTo>
                  <a:lnTo>
                    <a:pt x="148" y="39"/>
                  </a:lnTo>
                  <a:lnTo>
                    <a:pt x="148" y="39"/>
                  </a:lnTo>
                  <a:lnTo>
                    <a:pt x="148" y="39"/>
                  </a:lnTo>
                  <a:lnTo>
                    <a:pt x="141" y="39"/>
                  </a:lnTo>
                  <a:lnTo>
                    <a:pt x="140" y="39"/>
                  </a:lnTo>
                  <a:lnTo>
                    <a:pt x="137" y="39"/>
                  </a:lnTo>
                  <a:lnTo>
                    <a:pt x="135" y="39"/>
                  </a:lnTo>
                  <a:lnTo>
                    <a:pt x="135" y="39"/>
                  </a:lnTo>
                  <a:lnTo>
                    <a:pt x="135" y="39"/>
                  </a:lnTo>
                  <a:lnTo>
                    <a:pt x="135" y="39"/>
                  </a:lnTo>
                  <a:lnTo>
                    <a:pt x="130" y="39"/>
                  </a:lnTo>
                  <a:lnTo>
                    <a:pt x="130" y="39"/>
                  </a:lnTo>
                  <a:lnTo>
                    <a:pt x="123" y="39"/>
                  </a:lnTo>
                  <a:lnTo>
                    <a:pt x="123" y="39"/>
                  </a:lnTo>
                  <a:lnTo>
                    <a:pt x="121" y="39"/>
                  </a:lnTo>
                  <a:lnTo>
                    <a:pt x="117" y="39"/>
                  </a:lnTo>
                  <a:lnTo>
                    <a:pt x="117" y="39"/>
                  </a:lnTo>
                  <a:lnTo>
                    <a:pt x="116" y="39"/>
                  </a:lnTo>
                  <a:lnTo>
                    <a:pt x="113" y="37"/>
                  </a:lnTo>
                  <a:lnTo>
                    <a:pt x="113" y="35"/>
                  </a:lnTo>
                  <a:lnTo>
                    <a:pt x="113" y="35"/>
                  </a:lnTo>
                  <a:lnTo>
                    <a:pt x="104" y="35"/>
                  </a:lnTo>
                  <a:lnTo>
                    <a:pt x="104" y="35"/>
                  </a:lnTo>
                  <a:lnTo>
                    <a:pt x="104" y="35"/>
                  </a:lnTo>
                  <a:lnTo>
                    <a:pt x="101" y="35"/>
                  </a:lnTo>
                  <a:lnTo>
                    <a:pt x="97" y="35"/>
                  </a:lnTo>
                  <a:lnTo>
                    <a:pt x="96" y="35"/>
                  </a:lnTo>
                  <a:lnTo>
                    <a:pt x="89" y="37"/>
                  </a:lnTo>
                  <a:lnTo>
                    <a:pt x="86" y="35"/>
                  </a:lnTo>
                  <a:lnTo>
                    <a:pt x="81" y="35"/>
                  </a:lnTo>
                  <a:lnTo>
                    <a:pt x="77" y="35"/>
                  </a:lnTo>
                  <a:lnTo>
                    <a:pt x="75" y="35"/>
                  </a:lnTo>
                  <a:lnTo>
                    <a:pt x="73" y="29"/>
                  </a:lnTo>
                  <a:lnTo>
                    <a:pt x="66" y="27"/>
                  </a:lnTo>
                  <a:lnTo>
                    <a:pt x="64" y="27"/>
                  </a:lnTo>
                  <a:lnTo>
                    <a:pt x="64" y="27"/>
                  </a:lnTo>
                  <a:lnTo>
                    <a:pt x="64" y="23"/>
                  </a:lnTo>
                  <a:lnTo>
                    <a:pt x="63" y="23"/>
                  </a:lnTo>
                  <a:lnTo>
                    <a:pt x="61" y="23"/>
                  </a:lnTo>
                  <a:lnTo>
                    <a:pt x="59" y="22"/>
                  </a:lnTo>
                  <a:lnTo>
                    <a:pt x="56" y="22"/>
                  </a:lnTo>
                  <a:lnTo>
                    <a:pt x="49" y="22"/>
                  </a:lnTo>
                  <a:lnTo>
                    <a:pt x="46" y="18"/>
                  </a:lnTo>
                  <a:lnTo>
                    <a:pt x="45" y="18"/>
                  </a:lnTo>
                  <a:lnTo>
                    <a:pt x="40" y="18"/>
                  </a:lnTo>
                  <a:lnTo>
                    <a:pt x="33" y="18"/>
                  </a:lnTo>
                  <a:lnTo>
                    <a:pt x="33" y="17"/>
                  </a:lnTo>
                  <a:lnTo>
                    <a:pt x="29" y="17"/>
                  </a:lnTo>
                  <a:lnTo>
                    <a:pt x="29" y="17"/>
                  </a:lnTo>
                  <a:lnTo>
                    <a:pt x="26" y="17"/>
                  </a:lnTo>
                  <a:lnTo>
                    <a:pt x="25" y="15"/>
                  </a:lnTo>
                  <a:lnTo>
                    <a:pt x="20" y="13"/>
                  </a:lnTo>
                  <a:lnTo>
                    <a:pt x="20" y="7"/>
                  </a:lnTo>
                  <a:lnTo>
                    <a:pt x="15" y="4"/>
                  </a:lnTo>
                  <a:lnTo>
                    <a:pt x="14" y="4"/>
                  </a:lnTo>
                  <a:lnTo>
                    <a:pt x="9" y="3"/>
                  </a:lnTo>
                  <a:lnTo>
                    <a:pt x="8" y="0"/>
                  </a:lnTo>
                  <a:lnTo>
                    <a:pt x="0" y="0"/>
                  </a:lnTo>
                  <a:lnTo>
                    <a:pt x="0" y="0"/>
                  </a:lnTo>
                  <a:lnTo>
                    <a:pt x="0" y="0"/>
                  </a:lnTo>
                  <a:lnTo>
                    <a:pt x="0" y="0"/>
                  </a:lnTo>
                  <a:lnTo>
                    <a:pt x="0" y="0"/>
                  </a:lnTo>
                  <a:lnTo>
                    <a:pt x="710" y="0"/>
                  </a:lnTo>
                  <a:lnTo>
                    <a:pt x="710" y="0"/>
                  </a:lnTo>
                </a:path>
              </a:pathLst>
            </a:custGeom>
            <a:solidFill>
              <a:srgbClr val="ffe0f5"/>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525" name=""/>
            <p:cNvSpPr/>
            <p:nvPr/>
          </p:nvSpPr>
          <p:spPr>
            <a:xfrm>
              <a:off x="4848120" y="4529160"/>
              <a:ext cx="1235160" cy="98280"/>
            </a:xfrm>
            <a:custGeom>
              <a:avLst/>
              <a:gdLst/>
              <a:ahLst/>
              <a:rect l="l" t="t" r="r" b="b"/>
              <a:pathLst>
                <a:path w="778" h="62">
                  <a:moveTo>
                    <a:pt x="67" y="61"/>
                  </a:moveTo>
                  <a:lnTo>
                    <a:pt x="64" y="59"/>
                  </a:lnTo>
                  <a:lnTo>
                    <a:pt x="58" y="52"/>
                  </a:lnTo>
                  <a:lnTo>
                    <a:pt x="57" y="51"/>
                  </a:lnTo>
                  <a:lnTo>
                    <a:pt x="53" y="49"/>
                  </a:lnTo>
                  <a:lnTo>
                    <a:pt x="47" y="45"/>
                  </a:lnTo>
                  <a:lnTo>
                    <a:pt x="47" y="44"/>
                  </a:lnTo>
                  <a:lnTo>
                    <a:pt x="46" y="43"/>
                  </a:lnTo>
                  <a:lnTo>
                    <a:pt x="44" y="41"/>
                  </a:lnTo>
                  <a:lnTo>
                    <a:pt x="43" y="41"/>
                  </a:lnTo>
                  <a:lnTo>
                    <a:pt x="37" y="39"/>
                  </a:lnTo>
                  <a:lnTo>
                    <a:pt x="37" y="39"/>
                  </a:lnTo>
                  <a:lnTo>
                    <a:pt x="36" y="39"/>
                  </a:lnTo>
                  <a:lnTo>
                    <a:pt x="36" y="39"/>
                  </a:lnTo>
                  <a:lnTo>
                    <a:pt x="32" y="34"/>
                  </a:lnTo>
                  <a:lnTo>
                    <a:pt x="29" y="29"/>
                  </a:lnTo>
                  <a:lnTo>
                    <a:pt x="27" y="25"/>
                  </a:lnTo>
                  <a:lnTo>
                    <a:pt x="25" y="24"/>
                  </a:lnTo>
                  <a:lnTo>
                    <a:pt x="21" y="24"/>
                  </a:lnTo>
                  <a:lnTo>
                    <a:pt x="21" y="24"/>
                  </a:lnTo>
                  <a:lnTo>
                    <a:pt x="14" y="23"/>
                  </a:lnTo>
                  <a:lnTo>
                    <a:pt x="14" y="15"/>
                  </a:lnTo>
                  <a:lnTo>
                    <a:pt x="12" y="15"/>
                  </a:lnTo>
                  <a:lnTo>
                    <a:pt x="12" y="15"/>
                  </a:lnTo>
                  <a:lnTo>
                    <a:pt x="12" y="14"/>
                  </a:lnTo>
                  <a:lnTo>
                    <a:pt x="9" y="13"/>
                  </a:lnTo>
                  <a:lnTo>
                    <a:pt x="9" y="12"/>
                  </a:lnTo>
                  <a:lnTo>
                    <a:pt x="6" y="5"/>
                  </a:lnTo>
                  <a:lnTo>
                    <a:pt x="6" y="5"/>
                  </a:lnTo>
                  <a:lnTo>
                    <a:pt x="0" y="5"/>
                  </a:lnTo>
                  <a:lnTo>
                    <a:pt x="0" y="0"/>
                  </a:lnTo>
                  <a:lnTo>
                    <a:pt x="0" y="0"/>
                  </a:lnTo>
                  <a:lnTo>
                    <a:pt x="0" y="0"/>
                  </a:lnTo>
                  <a:lnTo>
                    <a:pt x="0" y="0"/>
                  </a:lnTo>
                  <a:lnTo>
                    <a:pt x="6" y="5"/>
                  </a:lnTo>
                  <a:lnTo>
                    <a:pt x="12" y="5"/>
                  </a:lnTo>
                  <a:lnTo>
                    <a:pt x="14" y="5"/>
                  </a:lnTo>
                  <a:lnTo>
                    <a:pt x="18" y="5"/>
                  </a:lnTo>
                  <a:lnTo>
                    <a:pt x="21" y="5"/>
                  </a:lnTo>
                  <a:lnTo>
                    <a:pt x="21" y="7"/>
                  </a:lnTo>
                  <a:lnTo>
                    <a:pt x="25" y="7"/>
                  </a:lnTo>
                  <a:lnTo>
                    <a:pt x="25" y="7"/>
                  </a:lnTo>
                  <a:lnTo>
                    <a:pt x="27" y="7"/>
                  </a:lnTo>
                  <a:lnTo>
                    <a:pt x="27" y="7"/>
                  </a:lnTo>
                  <a:lnTo>
                    <a:pt x="27" y="12"/>
                  </a:lnTo>
                  <a:lnTo>
                    <a:pt x="31" y="12"/>
                  </a:lnTo>
                  <a:lnTo>
                    <a:pt x="32" y="12"/>
                  </a:lnTo>
                  <a:lnTo>
                    <a:pt x="35" y="14"/>
                  </a:lnTo>
                  <a:lnTo>
                    <a:pt x="36" y="14"/>
                  </a:lnTo>
                  <a:lnTo>
                    <a:pt x="36" y="15"/>
                  </a:lnTo>
                  <a:lnTo>
                    <a:pt x="37" y="15"/>
                  </a:lnTo>
                  <a:lnTo>
                    <a:pt x="37" y="15"/>
                  </a:lnTo>
                  <a:lnTo>
                    <a:pt x="46" y="15"/>
                  </a:lnTo>
                  <a:lnTo>
                    <a:pt x="47" y="23"/>
                  </a:lnTo>
                  <a:lnTo>
                    <a:pt x="49" y="23"/>
                  </a:lnTo>
                  <a:lnTo>
                    <a:pt x="53" y="23"/>
                  </a:lnTo>
                  <a:lnTo>
                    <a:pt x="53" y="23"/>
                  </a:lnTo>
                  <a:lnTo>
                    <a:pt x="55" y="23"/>
                  </a:lnTo>
                  <a:lnTo>
                    <a:pt x="57" y="24"/>
                  </a:lnTo>
                  <a:lnTo>
                    <a:pt x="58" y="24"/>
                  </a:lnTo>
                  <a:lnTo>
                    <a:pt x="64" y="24"/>
                  </a:lnTo>
                  <a:lnTo>
                    <a:pt x="67" y="24"/>
                  </a:lnTo>
                  <a:lnTo>
                    <a:pt x="67" y="24"/>
                  </a:lnTo>
                  <a:lnTo>
                    <a:pt x="75" y="24"/>
                  </a:lnTo>
                  <a:lnTo>
                    <a:pt x="75" y="28"/>
                  </a:lnTo>
                  <a:lnTo>
                    <a:pt x="76" y="29"/>
                  </a:lnTo>
                  <a:lnTo>
                    <a:pt x="76" y="29"/>
                  </a:lnTo>
                  <a:lnTo>
                    <a:pt x="81" y="30"/>
                  </a:lnTo>
                  <a:lnTo>
                    <a:pt x="85" y="34"/>
                  </a:lnTo>
                  <a:lnTo>
                    <a:pt x="87" y="34"/>
                  </a:lnTo>
                  <a:lnTo>
                    <a:pt x="92" y="39"/>
                  </a:lnTo>
                  <a:lnTo>
                    <a:pt x="96" y="39"/>
                  </a:lnTo>
                  <a:lnTo>
                    <a:pt x="96" y="39"/>
                  </a:lnTo>
                  <a:lnTo>
                    <a:pt x="96" y="39"/>
                  </a:lnTo>
                  <a:lnTo>
                    <a:pt x="100" y="34"/>
                  </a:lnTo>
                  <a:lnTo>
                    <a:pt x="100" y="34"/>
                  </a:lnTo>
                  <a:lnTo>
                    <a:pt x="100" y="34"/>
                  </a:lnTo>
                  <a:lnTo>
                    <a:pt x="100" y="34"/>
                  </a:lnTo>
                  <a:lnTo>
                    <a:pt x="100" y="34"/>
                  </a:lnTo>
                  <a:lnTo>
                    <a:pt x="104" y="39"/>
                  </a:lnTo>
                  <a:lnTo>
                    <a:pt x="107" y="39"/>
                  </a:lnTo>
                  <a:lnTo>
                    <a:pt x="107" y="39"/>
                  </a:lnTo>
                  <a:lnTo>
                    <a:pt x="112" y="34"/>
                  </a:lnTo>
                  <a:lnTo>
                    <a:pt x="112" y="30"/>
                  </a:lnTo>
                  <a:lnTo>
                    <a:pt x="112" y="29"/>
                  </a:lnTo>
                  <a:lnTo>
                    <a:pt x="113" y="28"/>
                  </a:lnTo>
                  <a:lnTo>
                    <a:pt x="114" y="25"/>
                  </a:lnTo>
                  <a:lnTo>
                    <a:pt x="123" y="25"/>
                  </a:lnTo>
                  <a:lnTo>
                    <a:pt x="127" y="28"/>
                  </a:lnTo>
                  <a:lnTo>
                    <a:pt x="140" y="25"/>
                  </a:lnTo>
                  <a:lnTo>
                    <a:pt x="140" y="25"/>
                  </a:lnTo>
                  <a:lnTo>
                    <a:pt x="142" y="24"/>
                  </a:lnTo>
                  <a:lnTo>
                    <a:pt x="142" y="24"/>
                  </a:lnTo>
                  <a:lnTo>
                    <a:pt x="144" y="24"/>
                  </a:lnTo>
                  <a:lnTo>
                    <a:pt x="148" y="24"/>
                  </a:lnTo>
                  <a:lnTo>
                    <a:pt x="149" y="24"/>
                  </a:lnTo>
                  <a:lnTo>
                    <a:pt x="153" y="24"/>
                  </a:lnTo>
                  <a:lnTo>
                    <a:pt x="154" y="25"/>
                  </a:lnTo>
                  <a:lnTo>
                    <a:pt x="154" y="24"/>
                  </a:lnTo>
                  <a:lnTo>
                    <a:pt x="156" y="24"/>
                  </a:lnTo>
                  <a:lnTo>
                    <a:pt x="159" y="24"/>
                  </a:lnTo>
                  <a:lnTo>
                    <a:pt x="163" y="24"/>
                  </a:lnTo>
                  <a:lnTo>
                    <a:pt x="163" y="24"/>
                  </a:lnTo>
                  <a:lnTo>
                    <a:pt x="168" y="23"/>
                  </a:lnTo>
                  <a:lnTo>
                    <a:pt x="171" y="23"/>
                  </a:lnTo>
                  <a:lnTo>
                    <a:pt x="177" y="24"/>
                  </a:lnTo>
                  <a:lnTo>
                    <a:pt x="180" y="24"/>
                  </a:lnTo>
                  <a:lnTo>
                    <a:pt x="180" y="24"/>
                  </a:lnTo>
                  <a:lnTo>
                    <a:pt x="180" y="23"/>
                  </a:lnTo>
                  <a:lnTo>
                    <a:pt x="183" y="15"/>
                  </a:lnTo>
                  <a:lnTo>
                    <a:pt x="184" y="15"/>
                  </a:lnTo>
                  <a:lnTo>
                    <a:pt x="188" y="15"/>
                  </a:lnTo>
                  <a:lnTo>
                    <a:pt x="190" y="15"/>
                  </a:lnTo>
                  <a:lnTo>
                    <a:pt x="197" y="15"/>
                  </a:lnTo>
                  <a:lnTo>
                    <a:pt x="199" y="15"/>
                  </a:lnTo>
                  <a:lnTo>
                    <a:pt x="202" y="15"/>
                  </a:lnTo>
                  <a:lnTo>
                    <a:pt x="202" y="15"/>
                  </a:lnTo>
                  <a:lnTo>
                    <a:pt x="202" y="15"/>
                  </a:lnTo>
                  <a:lnTo>
                    <a:pt x="204" y="15"/>
                  </a:lnTo>
                  <a:lnTo>
                    <a:pt x="204" y="15"/>
                  </a:lnTo>
                  <a:lnTo>
                    <a:pt x="207" y="15"/>
                  </a:lnTo>
                  <a:lnTo>
                    <a:pt x="208" y="15"/>
                  </a:lnTo>
                  <a:lnTo>
                    <a:pt x="215" y="14"/>
                  </a:lnTo>
                  <a:lnTo>
                    <a:pt x="215" y="14"/>
                  </a:lnTo>
                  <a:lnTo>
                    <a:pt x="215" y="14"/>
                  </a:lnTo>
                  <a:lnTo>
                    <a:pt x="215" y="14"/>
                  </a:lnTo>
                  <a:lnTo>
                    <a:pt x="218" y="14"/>
                  </a:lnTo>
                  <a:lnTo>
                    <a:pt x="221" y="14"/>
                  </a:lnTo>
                  <a:lnTo>
                    <a:pt x="221" y="14"/>
                  </a:lnTo>
                  <a:lnTo>
                    <a:pt x="223" y="14"/>
                  </a:lnTo>
                  <a:lnTo>
                    <a:pt x="223" y="14"/>
                  </a:lnTo>
                  <a:lnTo>
                    <a:pt x="227" y="14"/>
                  </a:lnTo>
                  <a:lnTo>
                    <a:pt x="228" y="14"/>
                  </a:lnTo>
                  <a:lnTo>
                    <a:pt x="236" y="14"/>
                  </a:lnTo>
                  <a:lnTo>
                    <a:pt x="237" y="15"/>
                  </a:lnTo>
                  <a:lnTo>
                    <a:pt x="237" y="15"/>
                  </a:lnTo>
                  <a:lnTo>
                    <a:pt x="237" y="15"/>
                  </a:lnTo>
                  <a:lnTo>
                    <a:pt x="237" y="15"/>
                  </a:lnTo>
                  <a:lnTo>
                    <a:pt x="246" y="14"/>
                  </a:lnTo>
                  <a:lnTo>
                    <a:pt x="246" y="14"/>
                  </a:lnTo>
                  <a:lnTo>
                    <a:pt x="248" y="14"/>
                  </a:lnTo>
                  <a:lnTo>
                    <a:pt x="252" y="14"/>
                  </a:lnTo>
                  <a:lnTo>
                    <a:pt x="256" y="13"/>
                  </a:lnTo>
                  <a:lnTo>
                    <a:pt x="258" y="12"/>
                  </a:lnTo>
                  <a:lnTo>
                    <a:pt x="258" y="12"/>
                  </a:lnTo>
                  <a:lnTo>
                    <a:pt x="258" y="12"/>
                  </a:lnTo>
                  <a:lnTo>
                    <a:pt x="265" y="12"/>
                  </a:lnTo>
                  <a:lnTo>
                    <a:pt x="266" y="12"/>
                  </a:lnTo>
                  <a:lnTo>
                    <a:pt x="270" y="12"/>
                  </a:lnTo>
                  <a:lnTo>
                    <a:pt x="273" y="12"/>
                  </a:lnTo>
                  <a:lnTo>
                    <a:pt x="274" y="12"/>
                  </a:lnTo>
                  <a:lnTo>
                    <a:pt x="274" y="12"/>
                  </a:lnTo>
                  <a:lnTo>
                    <a:pt x="285" y="12"/>
                  </a:lnTo>
                  <a:lnTo>
                    <a:pt x="287" y="12"/>
                  </a:lnTo>
                  <a:lnTo>
                    <a:pt x="291" y="12"/>
                  </a:lnTo>
                  <a:lnTo>
                    <a:pt x="296" y="12"/>
                  </a:lnTo>
                  <a:lnTo>
                    <a:pt x="296" y="12"/>
                  </a:lnTo>
                  <a:lnTo>
                    <a:pt x="298" y="12"/>
                  </a:lnTo>
                  <a:lnTo>
                    <a:pt x="299" y="7"/>
                  </a:lnTo>
                  <a:lnTo>
                    <a:pt x="304" y="5"/>
                  </a:lnTo>
                  <a:lnTo>
                    <a:pt x="311" y="5"/>
                  </a:lnTo>
                  <a:lnTo>
                    <a:pt x="311" y="5"/>
                  </a:lnTo>
                  <a:lnTo>
                    <a:pt x="311" y="7"/>
                  </a:lnTo>
                  <a:lnTo>
                    <a:pt x="312" y="7"/>
                  </a:lnTo>
                  <a:lnTo>
                    <a:pt x="316" y="5"/>
                  </a:lnTo>
                  <a:lnTo>
                    <a:pt x="318" y="5"/>
                  </a:lnTo>
                  <a:lnTo>
                    <a:pt x="318" y="5"/>
                  </a:lnTo>
                  <a:lnTo>
                    <a:pt x="320" y="5"/>
                  </a:lnTo>
                  <a:lnTo>
                    <a:pt x="332" y="5"/>
                  </a:lnTo>
                  <a:lnTo>
                    <a:pt x="333" y="5"/>
                  </a:lnTo>
                  <a:lnTo>
                    <a:pt x="333" y="5"/>
                  </a:lnTo>
                  <a:lnTo>
                    <a:pt x="335" y="5"/>
                  </a:lnTo>
                  <a:lnTo>
                    <a:pt x="337" y="7"/>
                  </a:lnTo>
                  <a:lnTo>
                    <a:pt x="339" y="12"/>
                  </a:lnTo>
                  <a:lnTo>
                    <a:pt x="343" y="12"/>
                  </a:lnTo>
                  <a:lnTo>
                    <a:pt x="346" y="12"/>
                  </a:lnTo>
                  <a:lnTo>
                    <a:pt x="351" y="12"/>
                  </a:lnTo>
                  <a:lnTo>
                    <a:pt x="351" y="12"/>
                  </a:lnTo>
                  <a:lnTo>
                    <a:pt x="355" y="12"/>
                  </a:lnTo>
                  <a:lnTo>
                    <a:pt x="357" y="12"/>
                  </a:lnTo>
                  <a:lnTo>
                    <a:pt x="357" y="12"/>
                  </a:lnTo>
                  <a:lnTo>
                    <a:pt x="358" y="7"/>
                  </a:lnTo>
                  <a:lnTo>
                    <a:pt x="358" y="5"/>
                  </a:lnTo>
                  <a:lnTo>
                    <a:pt x="370" y="5"/>
                  </a:lnTo>
                  <a:lnTo>
                    <a:pt x="370" y="5"/>
                  </a:lnTo>
                  <a:lnTo>
                    <a:pt x="376" y="5"/>
                  </a:lnTo>
                  <a:lnTo>
                    <a:pt x="377" y="7"/>
                  </a:lnTo>
                  <a:lnTo>
                    <a:pt x="379" y="7"/>
                  </a:lnTo>
                  <a:lnTo>
                    <a:pt x="385" y="7"/>
                  </a:lnTo>
                  <a:lnTo>
                    <a:pt x="385" y="7"/>
                  </a:lnTo>
                  <a:lnTo>
                    <a:pt x="390" y="5"/>
                  </a:lnTo>
                  <a:lnTo>
                    <a:pt x="392" y="5"/>
                  </a:lnTo>
                  <a:lnTo>
                    <a:pt x="392" y="5"/>
                  </a:lnTo>
                  <a:lnTo>
                    <a:pt x="398" y="5"/>
                  </a:lnTo>
                  <a:lnTo>
                    <a:pt x="405" y="5"/>
                  </a:lnTo>
                  <a:lnTo>
                    <a:pt x="405" y="7"/>
                  </a:lnTo>
                  <a:lnTo>
                    <a:pt x="407" y="7"/>
                  </a:lnTo>
                  <a:lnTo>
                    <a:pt x="408" y="12"/>
                  </a:lnTo>
                  <a:lnTo>
                    <a:pt x="410" y="12"/>
                  </a:lnTo>
                  <a:lnTo>
                    <a:pt x="412" y="12"/>
                  </a:lnTo>
                  <a:lnTo>
                    <a:pt x="412" y="12"/>
                  </a:lnTo>
                  <a:lnTo>
                    <a:pt x="415" y="12"/>
                  </a:lnTo>
                  <a:lnTo>
                    <a:pt x="415" y="12"/>
                  </a:lnTo>
                  <a:lnTo>
                    <a:pt x="415" y="12"/>
                  </a:lnTo>
                  <a:lnTo>
                    <a:pt x="415" y="12"/>
                  </a:lnTo>
                  <a:lnTo>
                    <a:pt x="421" y="7"/>
                  </a:lnTo>
                  <a:lnTo>
                    <a:pt x="423" y="5"/>
                  </a:lnTo>
                  <a:lnTo>
                    <a:pt x="423" y="5"/>
                  </a:lnTo>
                  <a:lnTo>
                    <a:pt x="423" y="5"/>
                  </a:lnTo>
                  <a:lnTo>
                    <a:pt x="428" y="5"/>
                  </a:lnTo>
                  <a:lnTo>
                    <a:pt x="429" y="5"/>
                  </a:lnTo>
                  <a:lnTo>
                    <a:pt x="433" y="5"/>
                  </a:lnTo>
                  <a:lnTo>
                    <a:pt x="438" y="5"/>
                  </a:lnTo>
                  <a:lnTo>
                    <a:pt x="438" y="5"/>
                  </a:lnTo>
                  <a:lnTo>
                    <a:pt x="441" y="5"/>
                  </a:lnTo>
                  <a:lnTo>
                    <a:pt x="447" y="5"/>
                  </a:lnTo>
                  <a:lnTo>
                    <a:pt x="448" y="5"/>
                  </a:lnTo>
                  <a:lnTo>
                    <a:pt x="455" y="5"/>
                  </a:lnTo>
                  <a:lnTo>
                    <a:pt x="457" y="5"/>
                  </a:lnTo>
                  <a:lnTo>
                    <a:pt x="461" y="5"/>
                  </a:lnTo>
                  <a:lnTo>
                    <a:pt x="462" y="5"/>
                  </a:lnTo>
                  <a:lnTo>
                    <a:pt x="465" y="5"/>
                  </a:lnTo>
                  <a:lnTo>
                    <a:pt x="471" y="5"/>
                  </a:lnTo>
                  <a:lnTo>
                    <a:pt x="476" y="5"/>
                  </a:lnTo>
                  <a:lnTo>
                    <a:pt x="477" y="5"/>
                  </a:lnTo>
                  <a:lnTo>
                    <a:pt x="477" y="5"/>
                  </a:lnTo>
                  <a:lnTo>
                    <a:pt x="482" y="5"/>
                  </a:lnTo>
                  <a:lnTo>
                    <a:pt x="489" y="5"/>
                  </a:lnTo>
                  <a:lnTo>
                    <a:pt x="489" y="5"/>
                  </a:lnTo>
                  <a:lnTo>
                    <a:pt x="495" y="0"/>
                  </a:lnTo>
                  <a:lnTo>
                    <a:pt x="498" y="0"/>
                  </a:lnTo>
                  <a:lnTo>
                    <a:pt x="502" y="0"/>
                  </a:lnTo>
                  <a:lnTo>
                    <a:pt x="503" y="0"/>
                  </a:lnTo>
                  <a:lnTo>
                    <a:pt x="504" y="5"/>
                  </a:lnTo>
                  <a:lnTo>
                    <a:pt x="511" y="5"/>
                  </a:lnTo>
                  <a:lnTo>
                    <a:pt x="511" y="5"/>
                  </a:lnTo>
                  <a:lnTo>
                    <a:pt x="515" y="5"/>
                  </a:lnTo>
                  <a:lnTo>
                    <a:pt x="518" y="5"/>
                  </a:lnTo>
                  <a:lnTo>
                    <a:pt x="522" y="5"/>
                  </a:lnTo>
                  <a:lnTo>
                    <a:pt x="524" y="5"/>
                  </a:lnTo>
                  <a:lnTo>
                    <a:pt x="528" y="5"/>
                  </a:lnTo>
                  <a:lnTo>
                    <a:pt x="534" y="5"/>
                  </a:lnTo>
                  <a:lnTo>
                    <a:pt x="537" y="5"/>
                  </a:lnTo>
                  <a:lnTo>
                    <a:pt x="537" y="5"/>
                  </a:lnTo>
                  <a:lnTo>
                    <a:pt x="542" y="5"/>
                  </a:lnTo>
                  <a:lnTo>
                    <a:pt x="544" y="5"/>
                  </a:lnTo>
                  <a:lnTo>
                    <a:pt x="549" y="5"/>
                  </a:lnTo>
                  <a:lnTo>
                    <a:pt x="551" y="5"/>
                  </a:lnTo>
                  <a:lnTo>
                    <a:pt x="552" y="5"/>
                  </a:lnTo>
                  <a:lnTo>
                    <a:pt x="552" y="5"/>
                  </a:lnTo>
                  <a:lnTo>
                    <a:pt x="553" y="5"/>
                  </a:lnTo>
                  <a:lnTo>
                    <a:pt x="561" y="5"/>
                  </a:lnTo>
                  <a:lnTo>
                    <a:pt x="564" y="5"/>
                  </a:lnTo>
                  <a:lnTo>
                    <a:pt x="564" y="5"/>
                  </a:lnTo>
                  <a:lnTo>
                    <a:pt x="566" y="5"/>
                  </a:lnTo>
                  <a:lnTo>
                    <a:pt x="567" y="5"/>
                  </a:lnTo>
                  <a:lnTo>
                    <a:pt x="577" y="5"/>
                  </a:lnTo>
                  <a:lnTo>
                    <a:pt x="583" y="5"/>
                  </a:lnTo>
                  <a:lnTo>
                    <a:pt x="583" y="5"/>
                  </a:lnTo>
                  <a:lnTo>
                    <a:pt x="588" y="7"/>
                  </a:lnTo>
                  <a:lnTo>
                    <a:pt x="588" y="12"/>
                  </a:lnTo>
                  <a:lnTo>
                    <a:pt x="596" y="12"/>
                  </a:lnTo>
                  <a:lnTo>
                    <a:pt x="597" y="12"/>
                  </a:lnTo>
                  <a:lnTo>
                    <a:pt x="603" y="12"/>
                  </a:lnTo>
                  <a:lnTo>
                    <a:pt x="603" y="12"/>
                  </a:lnTo>
                  <a:lnTo>
                    <a:pt x="607" y="12"/>
                  </a:lnTo>
                  <a:lnTo>
                    <a:pt x="607" y="12"/>
                  </a:lnTo>
                  <a:lnTo>
                    <a:pt x="608" y="7"/>
                  </a:lnTo>
                  <a:lnTo>
                    <a:pt x="608" y="7"/>
                  </a:lnTo>
                  <a:lnTo>
                    <a:pt x="608" y="5"/>
                  </a:lnTo>
                  <a:lnTo>
                    <a:pt x="615" y="5"/>
                  </a:lnTo>
                  <a:lnTo>
                    <a:pt x="620" y="5"/>
                  </a:lnTo>
                  <a:lnTo>
                    <a:pt x="622" y="5"/>
                  </a:lnTo>
                  <a:lnTo>
                    <a:pt x="624" y="5"/>
                  </a:lnTo>
                  <a:lnTo>
                    <a:pt x="624" y="7"/>
                  </a:lnTo>
                  <a:lnTo>
                    <a:pt x="635" y="7"/>
                  </a:lnTo>
                  <a:lnTo>
                    <a:pt x="636" y="7"/>
                  </a:lnTo>
                  <a:lnTo>
                    <a:pt x="636" y="7"/>
                  </a:lnTo>
                  <a:lnTo>
                    <a:pt x="637" y="7"/>
                  </a:lnTo>
                  <a:lnTo>
                    <a:pt x="637" y="7"/>
                  </a:lnTo>
                  <a:lnTo>
                    <a:pt x="641" y="7"/>
                  </a:lnTo>
                  <a:lnTo>
                    <a:pt x="645" y="7"/>
                  </a:lnTo>
                  <a:lnTo>
                    <a:pt x="652" y="12"/>
                  </a:lnTo>
                  <a:lnTo>
                    <a:pt x="652" y="12"/>
                  </a:lnTo>
                  <a:lnTo>
                    <a:pt x="654" y="14"/>
                  </a:lnTo>
                  <a:lnTo>
                    <a:pt x="657" y="14"/>
                  </a:lnTo>
                  <a:lnTo>
                    <a:pt x="658" y="14"/>
                  </a:lnTo>
                  <a:lnTo>
                    <a:pt x="663" y="14"/>
                  </a:lnTo>
                  <a:lnTo>
                    <a:pt x="663" y="14"/>
                  </a:lnTo>
                  <a:lnTo>
                    <a:pt x="664" y="14"/>
                  </a:lnTo>
                  <a:lnTo>
                    <a:pt x="665" y="14"/>
                  </a:lnTo>
                  <a:lnTo>
                    <a:pt x="665" y="14"/>
                  </a:lnTo>
                  <a:lnTo>
                    <a:pt x="665" y="14"/>
                  </a:lnTo>
                  <a:lnTo>
                    <a:pt x="668" y="14"/>
                  </a:lnTo>
                  <a:lnTo>
                    <a:pt x="670" y="14"/>
                  </a:lnTo>
                  <a:lnTo>
                    <a:pt x="670" y="14"/>
                  </a:lnTo>
                  <a:lnTo>
                    <a:pt x="677" y="14"/>
                  </a:lnTo>
                  <a:lnTo>
                    <a:pt x="678" y="15"/>
                  </a:lnTo>
                  <a:lnTo>
                    <a:pt x="685" y="15"/>
                  </a:lnTo>
                  <a:lnTo>
                    <a:pt x="685" y="15"/>
                  </a:lnTo>
                  <a:lnTo>
                    <a:pt x="685" y="24"/>
                  </a:lnTo>
                  <a:lnTo>
                    <a:pt x="685" y="24"/>
                  </a:lnTo>
                  <a:lnTo>
                    <a:pt x="692" y="24"/>
                  </a:lnTo>
                  <a:lnTo>
                    <a:pt x="696" y="24"/>
                  </a:lnTo>
                  <a:lnTo>
                    <a:pt x="698" y="24"/>
                  </a:lnTo>
                  <a:lnTo>
                    <a:pt x="698" y="24"/>
                  </a:lnTo>
                  <a:lnTo>
                    <a:pt x="698" y="24"/>
                  </a:lnTo>
                  <a:lnTo>
                    <a:pt x="700" y="24"/>
                  </a:lnTo>
                  <a:lnTo>
                    <a:pt x="701" y="24"/>
                  </a:lnTo>
                  <a:lnTo>
                    <a:pt x="701" y="24"/>
                  </a:lnTo>
                  <a:lnTo>
                    <a:pt x="709" y="24"/>
                  </a:lnTo>
                  <a:lnTo>
                    <a:pt x="711" y="24"/>
                  </a:lnTo>
                  <a:lnTo>
                    <a:pt x="712" y="24"/>
                  </a:lnTo>
                  <a:lnTo>
                    <a:pt x="714" y="25"/>
                  </a:lnTo>
                  <a:lnTo>
                    <a:pt x="714" y="25"/>
                  </a:lnTo>
                  <a:lnTo>
                    <a:pt x="718" y="29"/>
                  </a:lnTo>
                  <a:lnTo>
                    <a:pt x="721" y="34"/>
                  </a:lnTo>
                  <a:lnTo>
                    <a:pt x="724" y="39"/>
                  </a:lnTo>
                  <a:lnTo>
                    <a:pt x="725" y="39"/>
                  </a:lnTo>
                  <a:lnTo>
                    <a:pt x="725" y="39"/>
                  </a:lnTo>
                  <a:lnTo>
                    <a:pt x="729" y="39"/>
                  </a:lnTo>
                  <a:lnTo>
                    <a:pt x="729" y="39"/>
                  </a:lnTo>
                  <a:lnTo>
                    <a:pt x="729" y="39"/>
                  </a:lnTo>
                  <a:lnTo>
                    <a:pt x="729" y="39"/>
                  </a:lnTo>
                  <a:lnTo>
                    <a:pt x="729" y="39"/>
                  </a:lnTo>
                  <a:lnTo>
                    <a:pt x="729" y="39"/>
                  </a:lnTo>
                  <a:lnTo>
                    <a:pt x="729" y="39"/>
                  </a:lnTo>
                  <a:lnTo>
                    <a:pt x="735" y="39"/>
                  </a:lnTo>
                  <a:lnTo>
                    <a:pt x="735" y="39"/>
                  </a:lnTo>
                  <a:lnTo>
                    <a:pt x="740" y="39"/>
                  </a:lnTo>
                  <a:lnTo>
                    <a:pt x="741" y="40"/>
                  </a:lnTo>
                  <a:lnTo>
                    <a:pt x="746" y="41"/>
                  </a:lnTo>
                  <a:lnTo>
                    <a:pt x="746" y="43"/>
                  </a:lnTo>
                  <a:lnTo>
                    <a:pt x="749" y="44"/>
                  </a:lnTo>
                  <a:lnTo>
                    <a:pt x="749" y="44"/>
                  </a:lnTo>
                  <a:lnTo>
                    <a:pt x="753" y="45"/>
                  </a:lnTo>
                  <a:lnTo>
                    <a:pt x="753" y="45"/>
                  </a:lnTo>
                  <a:lnTo>
                    <a:pt x="754" y="45"/>
                  </a:lnTo>
                  <a:lnTo>
                    <a:pt x="754" y="45"/>
                  </a:lnTo>
                  <a:lnTo>
                    <a:pt x="755" y="45"/>
                  </a:lnTo>
                  <a:lnTo>
                    <a:pt x="755" y="45"/>
                  </a:lnTo>
                  <a:lnTo>
                    <a:pt x="757" y="45"/>
                  </a:lnTo>
                  <a:lnTo>
                    <a:pt x="764" y="45"/>
                  </a:lnTo>
                  <a:lnTo>
                    <a:pt x="764" y="45"/>
                  </a:lnTo>
                  <a:lnTo>
                    <a:pt x="768" y="45"/>
                  </a:lnTo>
                  <a:lnTo>
                    <a:pt x="769" y="49"/>
                  </a:lnTo>
                  <a:lnTo>
                    <a:pt x="769" y="49"/>
                  </a:lnTo>
                  <a:lnTo>
                    <a:pt x="773" y="51"/>
                  </a:lnTo>
                  <a:lnTo>
                    <a:pt x="773" y="51"/>
                  </a:lnTo>
                  <a:lnTo>
                    <a:pt x="773" y="52"/>
                  </a:lnTo>
                  <a:lnTo>
                    <a:pt x="777" y="59"/>
                  </a:lnTo>
                  <a:lnTo>
                    <a:pt x="777" y="61"/>
                  </a:lnTo>
                  <a:lnTo>
                    <a:pt x="67" y="61"/>
                  </a:lnTo>
                  <a:lnTo>
                    <a:pt x="67" y="61"/>
                  </a:lnTo>
                </a:path>
              </a:pathLst>
            </a:custGeom>
            <a:solidFill>
              <a:srgbClr val="ffe0f5"/>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26" name=""/>
            <p:cNvSpPr/>
            <p:nvPr/>
          </p:nvSpPr>
          <p:spPr>
            <a:xfrm>
              <a:off x="4255920" y="4284720"/>
              <a:ext cx="395280" cy="156960"/>
            </a:xfrm>
            <a:custGeom>
              <a:avLst/>
              <a:gdLst/>
              <a:ahLst/>
              <a:rect l="l" t="t" r="r" b="b"/>
              <a:pathLst>
                <a:path w="249" h="99">
                  <a:moveTo>
                    <a:pt x="3" y="98"/>
                  </a:moveTo>
                  <a:lnTo>
                    <a:pt x="3" y="93"/>
                  </a:lnTo>
                  <a:lnTo>
                    <a:pt x="0" y="86"/>
                  </a:lnTo>
                  <a:lnTo>
                    <a:pt x="0" y="85"/>
                  </a:lnTo>
                  <a:lnTo>
                    <a:pt x="0" y="85"/>
                  </a:lnTo>
                  <a:lnTo>
                    <a:pt x="0" y="81"/>
                  </a:lnTo>
                  <a:lnTo>
                    <a:pt x="3" y="81"/>
                  </a:lnTo>
                  <a:lnTo>
                    <a:pt x="3" y="81"/>
                  </a:lnTo>
                  <a:lnTo>
                    <a:pt x="3" y="81"/>
                  </a:lnTo>
                  <a:lnTo>
                    <a:pt x="3" y="78"/>
                  </a:lnTo>
                  <a:lnTo>
                    <a:pt x="4" y="74"/>
                  </a:lnTo>
                  <a:lnTo>
                    <a:pt x="5" y="74"/>
                  </a:lnTo>
                  <a:lnTo>
                    <a:pt x="5" y="74"/>
                  </a:lnTo>
                  <a:lnTo>
                    <a:pt x="5" y="71"/>
                  </a:lnTo>
                  <a:lnTo>
                    <a:pt x="5" y="66"/>
                  </a:lnTo>
                  <a:lnTo>
                    <a:pt x="5" y="65"/>
                  </a:lnTo>
                  <a:lnTo>
                    <a:pt x="9" y="64"/>
                  </a:lnTo>
                  <a:lnTo>
                    <a:pt x="14" y="64"/>
                  </a:lnTo>
                  <a:lnTo>
                    <a:pt x="14" y="59"/>
                  </a:lnTo>
                  <a:lnTo>
                    <a:pt x="14" y="54"/>
                  </a:lnTo>
                  <a:lnTo>
                    <a:pt x="14" y="54"/>
                  </a:lnTo>
                  <a:lnTo>
                    <a:pt x="14" y="50"/>
                  </a:lnTo>
                  <a:lnTo>
                    <a:pt x="14" y="47"/>
                  </a:lnTo>
                  <a:lnTo>
                    <a:pt x="14" y="46"/>
                  </a:lnTo>
                  <a:lnTo>
                    <a:pt x="18" y="46"/>
                  </a:lnTo>
                  <a:lnTo>
                    <a:pt x="20" y="46"/>
                  </a:lnTo>
                  <a:lnTo>
                    <a:pt x="20" y="37"/>
                  </a:lnTo>
                  <a:lnTo>
                    <a:pt x="20" y="37"/>
                  </a:lnTo>
                  <a:lnTo>
                    <a:pt x="20" y="32"/>
                  </a:lnTo>
                  <a:lnTo>
                    <a:pt x="20" y="31"/>
                  </a:lnTo>
                  <a:lnTo>
                    <a:pt x="20" y="31"/>
                  </a:lnTo>
                  <a:lnTo>
                    <a:pt x="22" y="27"/>
                  </a:lnTo>
                  <a:lnTo>
                    <a:pt x="26" y="27"/>
                  </a:lnTo>
                  <a:lnTo>
                    <a:pt x="26" y="24"/>
                  </a:lnTo>
                  <a:lnTo>
                    <a:pt x="30" y="23"/>
                  </a:lnTo>
                  <a:lnTo>
                    <a:pt x="36" y="12"/>
                  </a:lnTo>
                  <a:lnTo>
                    <a:pt x="37" y="12"/>
                  </a:lnTo>
                  <a:lnTo>
                    <a:pt x="38" y="11"/>
                  </a:lnTo>
                  <a:lnTo>
                    <a:pt x="40" y="10"/>
                  </a:lnTo>
                  <a:lnTo>
                    <a:pt x="41" y="10"/>
                  </a:lnTo>
                  <a:lnTo>
                    <a:pt x="43" y="8"/>
                  </a:lnTo>
                  <a:lnTo>
                    <a:pt x="47" y="7"/>
                  </a:lnTo>
                  <a:lnTo>
                    <a:pt x="47" y="7"/>
                  </a:lnTo>
                  <a:lnTo>
                    <a:pt x="47" y="6"/>
                  </a:lnTo>
                  <a:lnTo>
                    <a:pt x="47" y="5"/>
                  </a:lnTo>
                  <a:lnTo>
                    <a:pt x="47" y="5"/>
                  </a:lnTo>
                  <a:lnTo>
                    <a:pt x="47" y="5"/>
                  </a:lnTo>
                  <a:lnTo>
                    <a:pt x="50" y="4"/>
                  </a:lnTo>
                  <a:lnTo>
                    <a:pt x="53" y="4"/>
                  </a:lnTo>
                  <a:lnTo>
                    <a:pt x="58" y="4"/>
                  </a:lnTo>
                  <a:lnTo>
                    <a:pt x="61" y="4"/>
                  </a:lnTo>
                  <a:lnTo>
                    <a:pt x="62" y="4"/>
                  </a:lnTo>
                  <a:lnTo>
                    <a:pt x="62" y="4"/>
                  </a:lnTo>
                  <a:lnTo>
                    <a:pt x="70" y="4"/>
                  </a:lnTo>
                  <a:lnTo>
                    <a:pt x="72" y="4"/>
                  </a:lnTo>
                  <a:lnTo>
                    <a:pt x="75" y="4"/>
                  </a:lnTo>
                  <a:lnTo>
                    <a:pt x="75" y="3"/>
                  </a:lnTo>
                  <a:lnTo>
                    <a:pt x="75" y="3"/>
                  </a:lnTo>
                  <a:lnTo>
                    <a:pt x="82" y="0"/>
                  </a:lnTo>
                  <a:lnTo>
                    <a:pt x="84" y="0"/>
                  </a:lnTo>
                  <a:lnTo>
                    <a:pt x="87" y="0"/>
                  </a:lnTo>
                  <a:lnTo>
                    <a:pt x="96" y="0"/>
                  </a:lnTo>
                  <a:lnTo>
                    <a:pt x="98" y="0"/>
                  </a:lnTo>
                  <a:lnTo>
                    <a:pt x="100" y="0"/>
                  </a:lnTo>
                  <a:lnTo>
                    <a:pt x="104" y="0"/>
                  </a:lnTo>
                  <a:lnTo>
                    <a:pt x="104" y="0"/>
                  </a:lnTo>
                  <a:lnTo>
                    <a:pt x="104" y="0"/>
                  </a:lnTo>
                  <a:lnTo>
                    <a:pt x="104" y="0"/>
                  </a:lnTo>
                  <a:lnTo>
                    <a:pt x="109" y="0"/>
                  </a:lnTo>
                  <a:lnTo>
                    <a:pt x="114" y="0"/>
                  </a:lnTo>
                  <a:lnTo>
                    <a:pt x="115" y="0"/>
                  </a:lnTo>
                  <a:lnTo>
                    <a:pt x="118" y="0"/>
                  </a:lnTo>
                  <a:lnTo>
                    <a:pt x="118" y="0"/>
                  </a:lnTo>
                  <a:lnTo>
                    <a:pt x="120" y="0"/>
                  </a:lnTo>
                  <a:lnTo>
                    <a:pt x="122" y="0"/>
                  </a:lnTo>
                  <a:lnTo>
                    <a:pt x="126" y="0"/>
                  </a:lnTo>
                  <a:lnTo>
                    <a:pt x="131" y="0"/>
                  </a:lnTo>
                  <a:lnTo>
                    <a:pt x="138" y="0"/>
                  </a:lnTo>
                  <a:lnTo>
                    <a:pt x="141" y="0"/>
                  </a:lnTo>
                  <a:lnTo>
                    <a:pt x="141" y="0"/>
                  </a:lnTo>
                  <a:lnTo>
                    <a:pt x="141" y="0"/>
                  </a:lnTo>
                  <a:lnTo>
                    <a:pt x="150" y="0"/>
                  </a:lnTo>
                  <a:lnTo>
                    <a:pt x="150" y="0"/>
                  </a:lnTo>
                  <a:lnTo>
                    <a:pt x="151" y="0"/>
                  </a:lnTo>
                  <a:lnTo>
                    <a:pt x="151" y="0"/>
                  </a:lnTo>
                  <a:lnTo>
                    <a:pt x="154" y="0"/>
                  </a:lnTo>
                  <a:lnTo>
                    <a:pt x="154" y="0"/>
                  </a:lnTo>
                  <a:lnTo>
                    <a:pt x="157" y="0"/>
                  </a:lnTo>
                  <a:lnTo>
                    <a:pt x="157" y="0"/>
                  </a:lnTo>
                  <a:lnTo>
                    <a:pt x="160" y="0"/>
                  </a:lnTo>
                  <a:lnTo>
                    <a:pt x="160" y="0"/>
                  </a:lnTo>
                  <a:lnTo>
                    <a:pt x="160" y="0"/>
                  </a:lnTo>
                  <a:lnTo>
                    <a:pt x="160" y="0"/>
                  </a:lnTo>
                  <a:lnTo>
                    <a:pt x="162" y="0"/>
                  </a:lnTo>
                  <a:lnTo>
                    <a:pt x="162" y="0"/>
                  </a:lnTo>
                  <a:lnTo>
                    <a:pt x="165" y="0"/>
                  </a:lnTo>
                  <a:lnTo>
                    <a:pt x="168" y="0"/>
                  </a:lnTo>
                  <a:lnTo>
                    <a:pt x="172" y="0"/>
                  </a:lnTo>
                  <a:lnTo>
                    <a:pt x="174" y="0"/>
                  </a:lnTo>
                  <a:lnTo>
                    <a:pt x="175" y="1"/>
                  </a:lnTo>
                  <a:lnTo>
                    <a:pt x="175" y="1"/>
                  </a:lnTo>
                  <a:lnTo>
                    <a:pt x="175" y="3"/>
                  </a:lnTo>
                  <a:lnTo>
                    <a:pt x="179" y="3"/>
                  </a:lnTo>
                  <a:lnTo>
                    <a:pt x="181" y="3"/>
                  </a:lnTo>
                  <a:lnTo>
                    <a:pt x="183" y="3"/>
                  </a:lnTo>
                  <a:lnTo>
                    <a:pt x="188" y="3"/>
                  </a:lnTo>
                  <a:lnTo>
                    <a:pt x="190" y="3"/>
                  </a:lnTo>
                  <a:lnTo>
                    <a:pt x="190" y="3"/>
                  </a:lnTo>
                  <a:lnTo>
                    <a:pt x="190" y="4"/>
                  </a:lnTo>
                  <a:lnTo>
                    <a:pt x="192" y="4"/>
                  </a:lnTo>
                  <a:lnTo>
                    <a:pt x="195" y="4"/>
                  </a:lnTo>
                  <a:lnTo>
                    <a:pt x="199" y="4"/>
                  </a:lnTo>
                  <a:lnTo>
                    <a:pt x="199" y="4"/>
                  </a:lnTo>
                  <a:lnTo>
                    <a:pt x="199" y="4"/>
                  </a:lnTo>
                  <a:lnTo>
                    <a:pt x="199" y="4"/>
                  </a:lnTo>
                  <a:lnTo>
                    <a:pt x="206" y="4"/>
                  </a:lnTo>
                  <a:lnTo>
                    <a:pt x="209" y="4"/>
                  </a:lnTo>
                  <a:lnTo>
                    <a:pt x="209" y="4"/>
                  </a:lnTo>
                  <a:lnTo>
                    <a:pt x="209" y="4"/>
                  </a:lnTo>
                  <a:lnTo>
                    <a:pt x="209" y="4"/>
                  </a:lnTo>
                  <a:lnTo>
                    <a:pt x="214" y="4"/>
                  </a:lnTo>
                  <a:lnTo>
                    <a:pt x="214" y="4"/>
                  </a:lnTo>
                  <a:lnTo>
                    <a:pt x="219" y="4"/>
                  </a:lnTo>
                  <a:lnTo>
                    <a:pt x="221" y="4"/>
                  </a:lnTo>
                  <a:lnTo>
                    <a:pt x="221" y="4"/>
                  </a:lnTo>
                  <a:lnTo>
                    <a:pt x="225" y="4"/>
                  </a:lnTo>
                  <a:lnTo>
                    <a:pt x="225" y="4"/>
                  </a:lnTo>
                  <a:lnTo>
                    <a:pt x="225" y="4"/>
                  </a:lnTo>
                  <a:lnTo>
                    <a:pt x="225" y="4"/>
                  </a:lnTo>
                  <a:lnTo>
                    <a:pt x="225" y="5"/>
                  </a:lnTo>
                  <a:lnTo>
                    <a:pt x="225" y="5"/>
                  </a:lnTo>
                  <a:lnTo>
                    <a:pt x="227" y="5"/>
                  </a:lnTo>
                  <a:lnTo>
                    <a:pt x="231" y="6"/>
                  </a:lnTo>
                  <a:lnTo>
                    <a:pt x="232" y="6"/>
                  </a:lnTo>
                  <a:lnTo>
                    <a:pt x="236" y="7"/>
                  </a:lnTo>
                  <a:lnTo>
                    <a:pt x="236" y="7"/>
                  </a:lnTo>
                  <a:lnTo>
                    <a:pt x="241" y="7"/>
                  </a:lnTo>
                  <a:lnTo>
                    <a:pt x="245" y="8"/>
                  </a:lnTo>
                  <a:lnTo>
                    <a:pt x="245" y="8"/>
                  </a:lnTo>
                  <a:lnTo>
                    <a:pt x="248" y="8"/>
                  </a:lnTo>
                  <a:lnTo>
                    <a:pt x="248" y="10"/>
                  </a:lnTo>
                  <a:lnTo>
                    <a:pt x="248" y="10"/>
                  </a:lnTo>
                  <a:lnTo>
                    <a:pt x="248" y="10"/>
                  </a:lnTo>
                  <a:lnTo>
                    <a:pt x="248" y="10"/>
                  </a:lnTo>
                  <a:lnTo>
                    <a:pt x="245" y="10"/>
                  </a:lnTo>
                  <a:lnTo>
                    <a:pt x="238" y="8"/>
                  </a:lnTo>
                  <a:lnTo>
                    <a:pt x="236" y="8"/>
                  </a:lnTo>
                  <a:lnTo>
                    <a:pt x="229" y="7"/>
                  </a:lnTo>
                  <a:lnTo>
                    <a:pt x="225" y="7"/>
                  </a:lnTo>
                  <a:lnTo>
                    <a:pt x="225" y="7"/>
                  </a:lnTo>
                  <a:lnTo>
                    <a:pt x="225" y="7"/>
                  </a:lnTo>
                  <a:lnTo>
                    <a:pt x="221" y="7"/>
                  </a:lnTo>
                  <a:lnTo>
                    <a:pt x="214" y="8"/>
                  </a:lnTo>
                  <a:lnTo>
                    <a:pt x="214" y="8"/>
                  </a:lnTo>
                  <a:lnTo>
                    <a:pt x="210" y="8"/>
                  </a:lnTo>
                  <a:lnTo>
                    <a:pt x="209" y="10"/>
                  </a:lnTo>
                  <a:lnTo>
                    <a:pt x="209" y="10"/>
                  </a:lnTo>
                  <a:lnTo>
                    <a:pt x="209" y="10"/>
                  </a:lnTo>
                  <a:lnTo>
                    <a:pt x="209" y="10"/>
                  </a:lnTo>
                  <a:lnTo>
                    <a:pt x="209" y="10"/>
                  </a:lnTo>
                  <a:lnTo>
                    <a:pt x="209" y="10"/>
                  </a:lnTo>
                  <a:lnTo>
                    <a:pt x="209" y="8"/>
                  </a:lnTo>
                  <a:lnTo>
                    <a:pt x="209" y="8"/>
                  </a:lnTo>
                  <a:lnTo>
                    <a:pt x="209" y="7"/>
                  </a:lnTo>
                  <a:lnTo>
                    <a:pt x="209" y="7"/>
                  </a:lnTo>
                  <a:lnTo>
                    <a:pt x="206" y="6"/>
                  </a:lnTo>
                  <a:lnTo>
                    <a:pt x="199" y="5"/>
                  </a:lnTo>
                  <a:lnTo>
                    <a:pt x="199" y="5"/>
                  </a:lnTo>
                  <a:lnTo>
                    <a:pt x="192" y="5"/>
                  </a:lnTo>
                  <a:lnTo>
                    <a:pt x="190" y="4"/>
                  </a:lnTo>
                  <a:lnTo>
                    <a:pt x="190" y="4"/>
                  </a:lnTo>
                  <a:lnTo>
                    <a:pt x="188" y="4"/>
                  </a:lnTo>
                  <a:lnTo>
                    <a:pt x="183" y="4"/>
                  </a:lnTo>
                  <a:lnTo>
                    <a:pt x="182" y="4"/>
                  </a:lnTo>
                  <a:lnTo>
                    <a:pt x="195" y="7"/>
                  </a:lnTo>
                  <a:lnTo>
                    <a:pt x="195" y="7"/>
                  </a:lnTo>
                  <a:lnTo>
                    <a:pt x="190" y="7"/>
                  </a:lnTo>
                  <a:lnTo>
                    <a:pt x="190" y="6"/>
                  </a:lnTo>
                  <a:lnTo>
                    <a:pt x="190" y="5"/>
                  </a:lnTo>
                  <a:lnTo>
                    <a:pt x="188" y="5"/>
                  </a:lnTo>
                  <a:lnTo>
                    <a:pt x="182" y="5"/>
                  </a:lnTo>
                  <a:lnTo>
                    <a:pt x="179" y="4"/>
                  </a:lnTo>
                  <a:lnTo>
                    <a:pt x="175" y="4"/>
                  </a:lnTo>
                  <a:lnTo>
                    <a:pt x="175" y="4"/>
                  </a:lnTo>
                  <a:lnTo>
                    <a:pt x="174" y="4"/>
                  </a:lnTo>
                  <a:lnTo>
                    <a:pt x="168" y="5"/>
                  </a:lnTo>
                  <a:lnTo>
                    <a:pt x="165" y="5"/>
                  </a:lnTo>
                  <a:lnTo>
                    <a:pt x="162" y="5"/>
                  </a:lnTo>
                  <a:lnTo>
                    <a:pt x="162" y="5"/>
                  </a:lnTo>
                  <a:lnTo>
                    <a:pt x="162" y="5"/>
                  </a:lnTo>
                  <a:lnTo>
                    <a:pt x="162" y="5"/>
                  </a:lnTo>
                  <a:lnTo>
                    <a:pt x="168" y="8"/>
                  </a:lnTo>
                  <a:lnTo>
                    <a:pt x="168" y="8"/>
                  </a:lnTo>
                  <a:lnTo>
                    <a:pt x="168" y="8"/>
                  </a:lnTo>
                  <a:lnTo>
                    <a:pt x="165" y="8"/>
                  </a:lnTo>
                  <a:lnTo>
                    <a:pt x="162" y="7"/>
                  </a:lnTo>
                  <a:lnTo>
                    <a:pt x="162" y="7"/>
                  </a:lnTo>
                  <a:lnTo>
                    <a:pt x="160" y="7"/>
                  </a:lnTo>
                  <a:lnTo>
                    <a:pt x="160" y="6"/>
                  </a:lnTo>
                  <a:lnTo>
                    <a:pt x="157" y="6"/>
                  </a:lnTo>
                  <a:lnTo>
                    <a:pt x="154" y="6"/>
                  </a:lnTo>
                  <a:lnTo>
                    <a:pt x="151" y="6"/>
                  </a:lnTo>
                  <a:lnTo>
                    <a:pt x="151" y="6"/>
                  </a:lnTo>
                  <a:lnTo>
                    <a:pt x="150" y="5"/>
                  </a:lnTo>
                  <a:lnTo>
                    <a:pt x="144" y="5"/>
                  </a:lnTo>
                  <a:lnTo>
                    <a:pt x="141" y="5"/>
                  </a:lnTo>
                  <a:lnTo>
                    <a:pt x="136" y="6"/>
                  </a:lnTo>
                  <a:lnTo>
                    <a:pt x="136" y="6"/>
                  </a:lnTo>
                  <a:lnTo>
                    <a:pt x="135" y="7"/>
                  </a:lnTo>
                  <a:lnTo>
                    <a:pt x="133" y="7"/>
                  </a:lnTo>
                  <a:lnTo>
                    <a:pt x="133" y="8"/>
                  </a:lnTo>
                  <a:lnTo>
                    <a:pt x="133" y="8"/>
                  </a:lnTo>
                  <a:lnTo>
                    <a:pt x="131" y="8"/>
                  </a:lnTo>
                  <a:lnTo>
                    <a:pt x="131" y="10"/>
                  </a:lnTo>
                  <a:lnTo>
                    <a:pt x="131" y="10"/>
                  </a:lnTo>
                  <a:lnTo>
                    <a:pt x="131" y="10"/>
                  </a:lnTo>
                  <a:lnTo>
                    <a:pt x="131" y="10"/>
                  </a:lnTo>
                  <a:lnTo>
                    <a:pt x="126" y="10"/>
                  </a:lnTo>
                  <a:lnTo>
                    <a:pt x="126" y="10"/>
                  </a:lnTo>
                  <a:lnTo>
                    <a:pt x="122" y="10"/>
                  </a:lnTo>
                  <a:lnTo>
                    <a:pt x="121" y="10"/>
                  </a:lnTo>
                  <a:lnTo>
                    <a:pt x="120" y="10"/>
                  </a:lnTo>
                  <a:lnTo>
                    <a:pt x="118" y="10"/>
                  </a:lnTo>
                  <a:lnTo>
                    <a:pt x="118" y="10"/>
                  </a:lnTo>
                  <a:lnTo>
                    <a:pt x="116" y="10"/>
                  </a:lnTo>
                  <a:lnTo>
                    <a:pt x="115" y="11"/>
                  </a:lnTo>
                  <a:lnTo>
                    <a:pt x="115" y="12"/>
                  </a:lnTo>
                  <a:lnTo>
                    <a:pt x="114" y="12"/>
                  </a:lnTo>
                  <a:lnTo>
                    <a:pt x="109" y="24"/>
                  </a:lnTo>
                  <a:lnTo>
                    <a:pt x="109" y="24"/>
                  </a:lnTo>
                  <a:lnTo>
                    <a:pt x="104" y="27"/>
                  </a:lnTo>
                  <a:lnTo>
                    <a:pt x="104" y="27"/>
                  </a:lnTo>
                  <a:lnTo>
                    <a:pt x="103" y="27"/>
                  </a:lnTo>
                  <a:lnTo>
                    <a:pt x="100" y="27"/>
                  </a:lnTo>
                  <a:lnTo>
                    <a:pt x="96" y="27"/>
                  </a:lnTo>
                  <a:lnTo>
                    <a:pt x="96" y="27"/>
                  </a:lnTo>
                  <a:lnTo>
                    <a:pt x="96" y="27"/>
                  </a:lnTo>
                  <a:lnTo>
                    <a:pt x="92" y="27"/>
                  </a:lnTo>
                  <a:lnTo>
                    <a:pt x="90" y="27"/>
                  </a:lnTo>
                  <a:lnTo>
                    <a:pt x="90" y="31"/>
                  </a:lnTo>
                  <a:lnTo>
                    <a:pt x="90" y="31"/>
                  </a:lnTo>
                  <a:lnTo>
                    <a:pt x="87" y="32"/>
                  </a:lnTo>
                  <a:lnTo>
                    <a:pt x="85" y="37"/>
                  </a:lnTo>
                  <a:lnTo>
                    <a:pt x="85" y="43"/>
                  </a:lnTo>
                  <a:lnTo>
                    <a:pt x="85" y="47"/>
                  </a:lnTo>
                  <a:lnTo>
                    <a:pt x="84" y="49"/>
                  </a:lnTo>
                  <a:lnTo>
                    <a:pt x="82" y="50"/>
                  </a:lnTo>
                  <a:lnTo>
                    <a:pt x="82" y="50"/>
                  </a:lnTo>
                  <a:lnTo>
                    <a:pt x="75" y="54"/>
                  </a:lnTo>
                  <a:lnTo>
                    <a:pt x="75" y="54"/>
                  </a:lnTo>
                  <a:lnTo>
                    <a:pt x="72" y="54"/>
                  </a:lnTo>
                  <a:lnTo>
                    <a:pt x="62" y="54"/>
                  </a:lnTo>
                  <a:lnTo>
                    <a:pt x="62" y="59"/>
                  </a:lnTo>
                  <a:lnTo>
                    <a:pt x="62" y="59"/>
                  </a:lnTo>
                  <a:lnTo>
                    <a:pt x="62" y="64"/>
                  </a:lnTo>
                  <a:lnTo>
                    <a:pt x="62" y="65"/>
                  </a:lnTo>
                  <a:lnTo>
                    <a:pt x="62" y="66"/>
                  </a:lnTo>
                  <a:lnTo>
                    <a:pt x="62" y="66"/>
                  </a:lnTo>
                  <a:lnTo>
                    <a:pt x="62" y="69"/>
                  </a:lnTo>
                  <a:lnTo>
                    <a:pt x="61" y="71"/>
                  </a:lnTo>
                  <a:lnTo>
                    <a:pt x="58" y="72"/>
                  </a:lnTo>
                  <a:lnTo>
                    <a:pt x="58" y="74"/>
                  </a:lnTo>
                  <a:lnTo>
                    <a:pt x="57" y="74"/>
                  </a:lnTo>
                  <a:lnTo>
                    <a:pt x="53" y="74"/>
                  </a:lnTo>
                  <a:lnTo>
                    <a:pt x="51" y="74"/>
                  </a:lnTo>
                  <a:lnTo>
                    <a:pt x="50" y="74"/>
                  </a:lnTo>
                  <a:lnTo>
                    <a:pt x="47" y="79"/>
                  </a:lnTo>
                  <a:lnTo>
                    <a:pt x="47" y="81"/>
                  </a:lnTo>
                  <a:lnTo>
                    <a:pt x="47" y="85"/>
                  </a:lnTo>
                  <a:lnTo>
                    <a:pt x="47" y="86"/>
                  </a:lnTo>
                  <a:lnTo>
                    <a:pt x="47" y="86"/>
                  </a:lnTo>
                  <a:lnTo>
                    <a:pt x="43" y="87"/>
                  </a:lnTo>
                  <a:lnTo>
                    <a:pt x="40" y="87"/>
                  </a:lnTo>
                  <a:lnTo>
                    <a:pt x="38" y="87"/>
                  </a:lnTo>
                  <a:lnTo>
                    <a:pt x="36" y="87"/>
                  </a:lnTo>
                  <a:lnTo>
                    <a:pt x="30" y="87"/>
                  </a:lnTo>
                  <a:lnTo>
                    <a:pt x="30" y="92"/>
                  </a:lnTo>
                  <a:lnTo>
                    <a:pt x="28" y="93"/>
                  </a:lnTo>
                  <a:lnTo>
                    <a:pt x="26" y="93"/>
                  </a:lnTo>
                  <a:lnTo>
                    <a:pt x="26" y="96"/>
                  </a:lnTo>
                  <a:lnTo>
                    <a:pt x="26" y="96"/>
                  </a:lnTo>
                  <a:lnTo>
                    <a:pt x="26" y="98"/>
                  </a:lnTo>
                  <a:lnTo>
                    <a:pt x="22" y="98"/>
                  </a:lnTo>
                  <a:lnTo>
                    <a:pt x="20" y="98"/>
                  </a:lnTo>
                  <a:lnTo>
                    <a:pt x="20" y="98"/>
                  </a:lnTo>
                  <a:lnTo>
                    <a:pt x="20" y="98"/>
                  </a:lnTo>
                  <a:lnTo>
                    <a:pt x="20" y="98"/>
                  </a:lnTo>
                  <a:lnTo>
                    <a:pt x="18" y="98"/>
                  </a:lnTo>
                  <a:lnTo>
                    <a:pt x="14" y="98"/>
                  </a:lnTo>
                  <a:lnTo>
                    <a:pt x="14" y="98"/>
                  </a:lnTo>
                  <a:lnTo>
                    <a:pt x="9" y="98"/>
                  </a:lnTo>
                  <a:lnTo>
                    <a:pt x="5" y="96"/>
                  </a:lnTo>
                  <a:lnTo>
                    <a:pt x="4" y="98"/>
                  </a:lnTo>
                  <a:lnTo>
                    <a:pt x="3" y="98"/>
                  </a:lnTo>
                  <a:lnTo>
                    <a:pt x="3" y="98"/>
                  </a:lnTo>
                  <a:lnTo>
                    <a:pt x="3" y="98"/>
                  </a:lnTo>
                  <a:lnTo>
                    <a:pt x="3" y="98"/>
                  </a:lnTo>
                </a:path>
              </a:pathLst>
            </a:custGeom>
            <a:solidFill>
              <a:srgbClr val="ffe0f5"/>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27" name=""/>
            <p:cNvSpPr/>
            <p:nvPr/>
          </p:nvSpPr>
          <p:spPr>
            <a:xfrm>
              <a:off x="4255920" y="4284720"/>
              <a:ext cx="2016360" cy="1342800"/>
            </a:xfrm>
            <a:custGeom>
              <a:avLst/>
              <a:gdLst/>
              <a:ahLst/>
              <a:rect l="l" t="t" r="r" b="b"/>
              <a:pathLst>
                <a:path w="1270" h="846">
                  <a:moveTo>
                    <a:pt x="1236" y="327"/>
                  </a:moveTo>
                  <a:lnTo>
                    <a:pt x="1236" y="330"/>
                  </a:lnTo>
                  <a:lnTo>
                    <a:pt x="1238" y="333"/>
                  </a:lnTo>
                  <a:lnTo>
                    <a:pt x="1238" y="340"/>
                  </a:lnTo>
                  <a:lnTo>
                    <a:pt x="1238" y="343"/>
                  </a:lnTo>
                  <a:lnTo>
                    <a:pt x="1239" y="346"/>
                  </a:lnTo>
                  <a:lnTo>
                    <a:pt x="1241" y="350"/>
                  </a:lnTo>
                  <a:lnTo>
                    <a:pt x="1241" y="353"/>
                  </a:lnTo>
                  <a:lnTo>
                    <a:pt x="1241" y="365"/>
                  </a:lnTo>
                  <a:lnTo>
                    <a:pt x="1239" y="373"/>
                  </a:lnTo>
                  <a:lnTo>
                    <a:pt x="1239" y="374"/>
                  </a:lnTo>
                  <a:lnTo>
                    <a:pt x="1239" y="375"/>
                  </a:lnTo>
                  <a:lnTo>
                    <a:pt x="1241" y="378"/>
                  </a:lnTo>
                  <a:lnTo>
                    <a:pt x="1241" y="378"/>
                  </a:lnTo>
                  <a:lnTo>
                    <a:pt x="1241" y="378"/>
                  </a:lnTo>
                  <a:lnTo>
                    <a:pt x="1243" y="384"/>
                  </a:lnTo>
                  <a:lnTo>
                    <a:pt x="1243" y="384"/>
                  </a:lnTo>
                  <a:lnTo>
                    <a:pt x="1243" y="390"/>
                  </a:lnTo>
                  <a:lnTo>
                    <a:pt x="1243" y="390"/>
                  </a:lnTo>
                  <a:lnTo>
                    <a:pt x="1243" y="393"/>
                  </a:lnTo>
                  <a:lnTo>
                    <a:pt x="1247" y="396"/>
                  </a:lnTo>
                  <a:lnTo>
                    <a:pt x="1243" y="405"/>
                  </a:lnTo>
                  <a:lnTo>
                    <a:pt x="1243" y="408"/>
                  </a:lnTo>
                  <a:lnTo>
                    <a:pt x="1243" y="410"/>
                  </a:lnTo>
                  <a:lnTo>
                    <a:pt x="1243" y="410"/>
                  </a:lnTo>
                  <a:lnTo>
                    <a:pt x="1243" y="415"/>
                  </a:lnTo>
                  <a:lnTo>
                    <a:pt x="1248" y="418"/>
                  </a:lnTo>
                  <a:lnTo>
                    <a:pt x="1248" y="421"/>
                  </a:lnTo>
                  <a:lnTo>
                    <a:pt x="1247" y="430"/>
                  </a:lnTo>
                  <a:lnTo>
                    <a:pt x="1247" y="430"/>
                  </a:lnTo>
                  <a:lnTo>
                    <a:pt x="1247" y="432"/>
                  </a:lnTo>
                  <a:lnTo>
                    <a:pt x="1248" y="434"/>
                  </a:lnTo>
                  <a:lnTo>
                    <a:pt x="1253" y="436"/>
                  </a:lnTo>
                  <a:lnTo>
                    <a:pt x="1253" y="436"/>
                  </a:lnTo>
                  <a:lnTo>
                    <a:pt x="1253" y="443"/>
                  </a:lnTo>
                  <a:lnTo>
                    <a:pt x="1256" y="446"/>
                  </a:lnTo>
                  <a:lnTo>
                    <a:pt x="1256" y="449"/>
                  </a:lnTo>
                  <a:lnTo>
                    <a:pt x="1256" y="449"/>
                  </a:lnTo>
                  <a:lnTo>
                    <a:pt x="1256" y="456"/>
                  </a:lnTo>
                  <a:lnTo>
                    <a:pt x="1256" y="462"/>
                  </a:lnTo>
                  <a:lnTo>
                    <a:pt x="1256" y="467"/>
                  </a:lnTo>
                  <a:lnTo>
                    <a:pt x="1256" y="470"/>
                  </a:lnTo>
                  <a:lnTo>
                    <a:pt x="1256" y="471"/>
                  </a:lnTo>
                  <a:lnTo>
                    <a:pt x="1256" y="475"/>
                  </a:lnTo>
                  <a:lnTo>
                    <a:pt x="1256" y="480"/>
                  </a:lnTo>
                  <a:lnTo>
                    <a:pt x="1256" y="482"/>
                  </a:lnTo>
                  <a:lnTo>
                    <a:pt x="1256" y="483"/>
                  </a:lnTo>
                  <a:lnTo>
                    <a:pt x="1256" y="484"/>
                  </a:lnTo>
                  <a:lnTo>
                    <a:pt x="1256" y="490"/>
                  </a:lnTo>
                  <a:lnTo>
                    <a:pt x="1256" y="491"/>
                  </a:lnTo>
                  <a:lnTo>
                    <a:pt x="1256" y="491"/>
                  </a:lnTo>
                  <a:lnTo>
                    <a:pt x="1258" y="494"/>
                  </a:lnTo>
                  <a:lnTo>
                    <a:pt x="1260" y="495"/>
                  </a:lnTo>
                  <a:lnTo>
                    <a:pt x="1260" y="502"/>
                  </a:lnTo>
                  <a:lnTo>
                    <a:pt x="1261" y="502"/>
                  </a:lnTo>
                  <a:lnTo>
                    <a:pt x="1262" y="502"/>
                  </a:lnTo>
                  <a:lnTo>
                    <a:pt x="1262" y="506"/>
                  </a:lnTo>
                  <a:lnTo>
                    <a:pt x="1262" y="511"/>
                  </a:lnTo>
                  <a:lnTo>
                    <a:pt x="1261" y="518"/>
                  </a:lnTo>
                  <a:lnTo>
                    <a:pt x="1260" y="518"/>
                  </a:lnTo>
                  <a:lnTo>
                    <a:pt x="1260" y="524"/>
                  </a:lnTo>
                  <a:lnTo>
                    <a:pt x="1260" y="529"/>
                  </a:lnTo>
                  <a:lnTo>
                    <a:pt x="1260" y="530"/>
                  </a:lnTo>
                  <a:lnTo>
                    <a:pt x="1260" y="531"/>
                  </a:lnTo>
                  <a:lnTo>
                    <a:pt x="1260" y="539"/>
                  </a:lnTo>
                  <a:lnTo>
                    <a:pt x="1258" y="539"/>
                  </a:lnTo>
                  <a:lnTo>
                    <a:pt x="1258" y="539"/>
                  </a:lnTo>
                  <a:lnTo>
                    <a:pt x="1258" y="540"/>
                  </a:lnTo>
                  <a:lnTo>
                    <a:pt x="1260" y="543"/>
                  </a:lnTo>
                  <a:lnTo>
                    <a:pt x="1260" y="543"/>
                  </a:lnTo>
                  <a:lnTo>
                    <a:pt x="1260" y="550"/>
                  </a:lnTo>
                  <a:lnTo>
                    <a:pt x="1258" y="551"/>
                  </a:lnTo>
                  <a:lnTo>
                    <a:pt x="1256" y="553"/>
                  </a:lnTo>
                  <a:lnTo>
                    <a:pt x="1256" y="556"/>
                  </a:lnTo>
                  <a:lnTo>
                    <a:pt x="1256" y="562"/>
                  </a:lnTo>
                  <a:lnTo>
                    <a:pt x="1256" y="564"/>
                  </a:lnTo>
                  <a:lnTo>
                    <a:pt x="1253" y="569"/>
                  </a:lnTo>
                  <a:lnTo>
                    <a:pt x="1253" y="579"/>
                  </a:lnTo>
                  <a:lnTo>
                    <a:pt x="1253" y="581"/>
                  </a:lnTo>
                  <a:lnTo>
                    <a:pt x="1253" y="587"/>
                  </a:lnTo>
                  <a:lnTo>
                    <a:pt x="1247" y="593"/>
                  </a:lnTo>
                  <a:lnTo>
                    <a:pt x="1243" y="593"/>
                  </a:lnTo>
                  <a:lnTo>
                    <a:pt x="1243" y="603"/>
                  </a:lnTo>
                  <a:lnTo>
                    <a:pt x="1243" y="605"/>
                  </a:lnTo>
                  <a:lnTo>
                    <a:pt x="1243" y="607"/>
                  </a:lnTo>
                  <a:lnTo>
                    <a:pt x="1243" y="610"/>
                  </a:lnTo>
                  <a:lnTo>
                    <a:pt x="1247" y="610"/>
                  </a:lnTo>
                  <a:lnTo>
                    <a:pt x="1247" y="610"/>
                  </a:lnTo>
                  <a:lnTo>
                    <a:pt x="1247" y="610"/>
                  </a:lnTo>
                  <a:lnTo>
                    <a:pt x="1247" y="614"/>
                  </a:lnTo>
                  <a:lnTo>
                    <a:pt x="1247" y="615"/>
                  </a:lnTo>
                  <a:lnTo>
                    <a:pt x="1243" y="618"/>
                  </a:lnTo>
                  <a:lnTo>
                    <a:pt x="1243" y="618"/>
                  </a:lnTo>
                  <a:lnTo>
                    <a:pt x="1243" y="623"/>
                  </a:lnTo>
                  <a:lnTo>
                    <a:pt x="1243" y="627"/>
                  </a:lnTo>
                  <a:lnTo>
                    <a:pt x="1243" y="630"/>
                  </a:lnTo>
                  <a:lnTo>
                    <a:pt x="1243" y="634"/>
                  </a:lnTo>
                  <a:lnTo>
                    <a:pt x="1243" y="640"/>
                  </a:lnTo>
                  <a:lnTo>
                    <a:pt x="1243" y="647"/>
                  </a:lnTo>
                  <a:lnTo>
                    <a:pt x="1243" y="654"/>
                  </a:lnTo>
                  <a:lnTo>
                    <a:pt x="1243" y="655"/>
                  </a:lnTo>
                  <a:lnTo>
                    <a:pt x="1243" y="655"/>
                  </a:lnTo>
                  <a:lnTo>
                    <a:pt x="1248" y="662"/>
                  </a:lnTo>
                  <a:lnTo>
                    <a:pt x="1253" y="665"/>
                  </a:lnTo>
                  <a:lnTo>
                    <a:pt x="1253" y="665"/>
                  </a:lnTo>
                  <a:lnTo>
                    <a:pt x="1256" y="667"/>
                  </a:lnTo>
                  <a:lnTo>
                    <a:pt x="1256" y="667"/>
                  </a:lnTo>
                  <a:lnTo>
                    <a:pt x="1256" y="673"/>
                  </a:lnTo>
                  <a:lnTo>
                    <a:pt x="1256" y="674"/>
                  </a:lnTo>
                  <a:lnTo>
                    <a:pt x="1256" y="675"/>
                  </a:lnTo>
                  <a:lnTo>
                    <a:pt x="1256" y="676"/>
                  </a:lnTo>
                  <a:lnTo>
                    <a:pt x="1256" y="680"/>
                  </a:lnTo>
                  <a:lnTo>
                    <a:pt x="1256" y="682"/>
                  </a:lnTo>
                  <a:lnTo>
                    <a:pt x="1260" y="682"/>
                  </a:lnTo>
                  <a:lnTo>
                    <a:pt x="1260" y="684"/>
                  </a:lnTo>
                  <a:lnTo>
                    <a:pt x="1260" y="684"/>
                  </a:lnTo>
                  <a:lnTo>
                    <a:pt x="1260" y="688"/>
                  </a:lnTo>
                  <a:lnTo>
                    <a:pt x="1260" y="691"/>
                  </a:lnTo>
                  <a:lnTo>
                    <a:pt x="1260" y="691"/>
                  </a:lnTo>
                  <a:lnTo>
                    <a:pt x="1262" y="692"/>
                  </a:lnTo>
                  <a:lnTo>
                    <a:pt x="1262" y="697"/>
                  </a:lnTo>
                  <a:lnTo>
                    <a:pt x="1268" y="697"/>
                  </a:lnTo>
                  <a:lnTo>
                    <a:pt x="1268" y="702"/>
                  </a:lnTo>
                  <a:lnTo>
                    <a:pt x="1269" y="702"/>
                  </a:lnTo>
                  <a:lnTo>
                    <a:pt x="1268" y="712"/>
                  </a:lnTo>
                  <a:lnTo>
                    <a:pt x="1268" y="713"/>
                  </a:lnTo>
                  <a:lnTo>
                    <a:pt x="1262" y="720"/>
                  </a:lnTo>
                  <a:lnTo>
                    <a:pt x="1262" y="723"/>
                  </a:lnTo>
                  <a:lnTo>
                    <a:pt x="1260" y="730"/>
                  </a:lnTo>
                  <a:lnTo>
                    <a:pt x="1260" y="735"/>
                  </a:lnTo>
                  <a:lnTo>
                    <a:pt x="1260" y="738"/>
                  </a:lnTo>
                  <a:lnTo>
                    <a:pt x="1260" y="740"/>
                  </a:lnTo>
                  <a:lnTo>
                    <a:pt x="1260" y="746"/>
                  </a:lnTo>
                  <a:lnTo>
                    <a:pt x="1258" y="750"/>
                  </a:lnTo>
                  <a:lnTo>
                    <a:pt x="1258" y="755"/>
                  </a:lnTo>
                  <a:lnTo>
                    <a:pt x="1258" y="755"/>
                  </a:lnTo>
                  <a:lnTo>
                    <a:pt x="1258" y="758"/>
                  </a:lnTo>
                  <a:lnTo>
                    <a:pt x="1258" y="759"/>
                  </a:lnTo>
                  <a:lnTo>
                    <a:pt x="1256" y="761"/>
                  </a:lnTo>
                  <a:lnTo>
                    <a:pt x="1256" y="770"/>
                  </a:lnTo>
                  <a:lnTo>
                    <a:pt x="1253" y="770"/>
                  </a:lnTo>
                  <a:lnTo>
                    <a:pt x="1253" y="770"/>
                  </a:lnTo>
                  <a:lnTo>
                    <a:pt x="1253" y="770"/>
                  </a:lnTo>
                  <a:lnTo>
                    <a:pt x="1253" y="773"/>
                  </a:lnTo>
                  <a:lnTo>
                    <a:pt x="1253" y="773"/>
                  </a:lnTo>
                  <a:lnTo>
                    <a:pt x="1248" y="775"/>
                  </a:lnTo>
                  <a:lnTo>
                    <a:pt x="1247" y="778"/>
                  </a:lnTo>
                  <a:lnTo>
                    <a:pt x="1243" y="782"/>
                  </a:lnTo>
                  <a:lnTo>
                    <a:pt x="1243" y="786"/>
                  </a:lnTo>
                  <a:lnTo>
                    <a:pt x="1239" y="786"/>
                  </a:lnTo>
                  <a:lnTo>
                    <a:pt x="1238" y="786"/>
                  </a:lnTo>
                  <a:lnTo>
                    <a:pt x="1238" y="787"/>
                  </a:lnTo>
                  <a:lnTo>
                    <a:pt x="1238" y="787"/>
                  </a:lnTo>
                  <a:lnTo>
                    <a:pt x="1238" y="787"/>
                  </a:lnTo>
                  <a:lnTo>
                    <a:pt x="1236" y="787"/>
                  </a:lnTo>
                  <a:lnTo>
                    <a:pt x="1233" y="786"/>
                  </a:lnTo>
                  <a:lnTo>
                    <a:pt x="1233" y="786"/>
                  </a:lnTo>
                  <a:lnTo>
                    <a:pt x="1229" y="782"/>
                  </a:lnTo>
                  <a:lnTo>
                    <a:pt x="1228" y="778"/>
                  </a:lnTo>
                  <a:lnTo>
                    <a:pt x="1226" y="778"/>
                  </a:lnTo>
                  <a:lnTo>
                    <a:pt x="1219" y="782"/>
                  </a:lnTo>
                  <a:lnTo>
                    <a:pt x="1218" y="782"/>
                  </a:lnTo>
                  <a:lnTo>
                    <a:pt x="1217" y="782"/>
                  </a:lnTo>
                  <a:lnTo>
                    <a:pt x="1217" y="782"/>
                  </a:lnTo>
                  <a:lnTo>
                    <a:pt x="1217" y="776"/>
                  </a:lnTo>
                  <a:lnTo>
                    <a:pt x="1216" y="773"/>
                  </a:lnTo>
                  <a:lnTo>
                    <a:pt x="1211" y="770"/>
                  </a:lnTo>
                  <a:lnTo>
                    <a:pt x="1211" y="770"/>
                  </a:lnTo>
                  <a:lnTo>
                    <a:pt x="1207" y="770"/>
                  </a:lnTo>
                  <a:lnTo>
                    <a:pt x="1207" y="767"/>
                  </a:lnTo>
                  <a:lnTo>
                    <a:pt x="1207" y="761"/>
                  </a:lnTo>
                  <a:lnTo>
                    <a:pt x="1203" y="760"/>
                  </a:lnTo>
                  <a:lnTo>
                    <a:pt x="1201" y="759"/>
                  </a:lnTo>
                  <a:lnTo>
                    <a:pt x="1201" y="759"/>
                  </a:lnTo>
                  <a:lnTo>
                    <a:pt x="1200" y="759"/>
                  </a:lnTo>
                  <a:lnTo>
                    <a:pt x="1190" y="759"/>
                  </a:lnTo>
                  <a:lnTo>
                    <a:pt x="1187" y="758"/>
                  </a:lnTo>
                  <a:lnTo>
                    <a:pt x="1183" y="758"/>
                  </a:lnTo>
                  <a:lnTo>
                    <a:pt x="1180" y="755"/>
                  </a:lnTo>
                  <a:lnTo>
                    <a:pt x="1176" y="755"/>
                  </a:lnTo>
                  <a:lnTo>
                    <a:pt x="1170" y="754"/>
                  </a:lnTo>
                  <a:lnTo>
                    <a:pt x="1170" y="746"/>
                  </a:lnTo>
                  <a:lnTo>
                    <a:pt x="1170" y="746"/>
                  </a:lnTo>
                  <a:lnTo>
                    <a:pt x="1168" y="739"/>
                  </a:lnTo>
                  <a:lnTo>
                    <a:pt x="1168" y="738"/>
                  </a:lnTo>
                  <a:lnTo>
                    <a:pt x="1168" y="738"/>
                  </a:lnTo>
                  <a:lnTo>
                    <a:pt x="1164" y="738"/>
                  </a:lnTo>
                  <a:lnTo>
                    <a:pt x="1164" y="738"/>
                  </a:lnTo>
                  <a:lnTo>
                    <a:pt x="1163" y="738"/>
                  </a:lnTo>
                  <a:lnTo>
                    <a:pt x="1153" y="737"/>
                  </a:lnTo>
                  <a:lnTo>
                    <a:pt x="1151" y="735"/>
                  </a:lnTo>
                  <a:lnTo>
                    <a:pt x="1150" y="734"/>
                  </a:lnTo>
                  <a:lnTo>
                    <a:pt x="1146" y="730"/>
                  </a:lnTo>
                  <a:lnTo>
                    <a:pt x="1145" y="725"/>
                  </a:lnTo>
                  <a:lnTo>
                    <a:pt x="1142" y="725"/>
                  </a:lnTo>
                  <a:lnTo>
                    <a:pt x="1141" y="724"/>
                  </a:lnTo>
                  <a:lnTo>
                    <a:pt x="1141" y="722"/>
                  </a:lnTo>
                  <a:lnTo>
                    <a:pt x="1137" y="722"/>
                  </a:lnTo>
                  <a:lnTo>
                    <a:pt x="1137" y="720"/>
                  </a:lnTo>
                  <a:lnTo>
                    <a:pt x="1137" y="720"/>
                  </a:lnTo>
                  <a:lnTo>
                    <a:pt x="1137" y="720"/>
                  </a:lnTo>
                  <a:lnTo>
                    <a:pt x="1137" y="715"/>
                  </a:lnTo>
                  <a:lnTo>
                    <a:pt x="1132" y="713"/>
                  </a:lnTo>
                  <a:lnTo>
                    <a:pt x="1130" y="712"/>
                  </a:lnTo>
                  <a:lnTo>
                    <a:pt x="1127" y="712"/>
                  </a:lnTo>
                  <a:lnTo>
                    <a:pt x="1126" y="712"/>
                  </a:lnTo>
                  <a:lnTo>
                    <a:pt x="1126" y="712"/>
                  </a:lnTo>
                  <a:lnTo>
                    <a:pt x="1124" y="713"/>
                  </a:lnTo>
                  <a:lnTo>
                    <a:pt x="1122" y="715"/>
                  </a:lnTo>
                  <a:lnTo>
                    <a:pt x="1122" y="719"/>
                  </a:lnTo>
                  <a:lnTo>
                    <a:pt x="1122" y="719"/>
                  </a:lnTo>
                  <a:lnTo>
                    <a:pt x="1119" y="719"/>
                  </a:lnTo>
                  <a:lnTo>
                    <a:pt x="1119" y="719"/>
                  </a:lnTo>
                  <a:lnTo>
                    <a:pt x="1115" y="719"/>
                  </a:lnTo>
                  <a:lnTo>
                    <a:pt x="1114" y="720"/>
                  </a:lnTo>
                  <a:lnTo>
                    <a:pt x="1114" y="720"/>
                  </a:lnTo>
                  <a:lnTo>
                    <a:pt x="1108" y="720"/>
                  </a:lnTo>
                  <a:lnTo>
                    <a:pt x="1108" y="722"/>
                  </a:lnTo>
                  <a:lnTo>
                    <a:pt x="1108" y="722"/>
                  </a:lnTo>
                  <a:lnTo>
                    <a:pt x="1102" y="722"/>
                  </a:lnTo>
                  <a:lnTo>
                    <a:pt x="1102" y="722"/>
                  </a:lnTo>
                  <a:lnTo>
                    <a:pt x="1098" y="722"/>
                  </a:lnTo>
                  <a:lnTo>
                    <a:pt x="1097" y="722"/>
                  </a:lnTo>
                  <a:lnTo>
                    <a:pt x="1094" y="722"/>
                  </a:lnTo>
                  <a:lnTo>
                    <a:pt x="1087" y="722"/>
                  </a:lnTo>
                  <a:lnTo>
                    <a:pt x="1087" y="720"/>
                  </a:lnTo>
                  <a:lnTo>
                    <a:pt x="1085" y="720"/>
                  </a:lnTo>
                  <a:lnTo>
                    <a:pt x="1085" y="720"/>
                  </a:lnTo>
                  <a:lnTo>
                    <a:pt x="1085" y="713"/>
                  </a:lnTo>
                  <a:lnTo>
                    <a:pt x="1084" y="712"/>
                  </a:lnTo>
                  <a:lnTo>
                    <a:pt x="1082" y="712"/>
                  </a:lnTo>
                  <a:lnTo>
                    <a:pt x="1074" y="712"/>
                  </a:lnTo>
                  <a:lnTo>
                    <a:pt x="1073" y="712"/>
                  </a:lnTo>
                  <a:lnTo>
                    <a:pt x="1071" y="711"/>
                  </a:lnTo>
                  <a:lnTo>
                    <a:pt x="1069" y="706"/>
                  </a:lnTo>
                  <a:lnTo>
                    <a:pt x="1065" y="706"/>
                  </a:lnTo>
                  <a:lnTo>
                    <a:pt x="1058" y="712"/>
                  </a:lnTo>
                  <a:lnTo>
                    <a:pt x="1058" y="712"/>
                  </a:lnTo>
                  <a:lnTo>
                    <a:pt x="1058" y="712"/>
                  </a:lnTo>
                  <a:lnTo>
                    <a:pt x="1051" y="712"/>
                  </a:lnTo>
                  <a:lnTo>
                    <a:pt x="1050" y="711"/>
                  </a:lnTo>
                  <a:lnTo>
                    <a:pt x="1043" y="702"/>
                  </a:lnTo>
                  <a:lnTo>
                    <a:pt x="1043" y="702"/>
                  </a:lnTo>
                  <a:lnTo>
                    <a:pt x="1043" y="702"/>
                  </a:lnTo>
                  <a:lnTo>
                    <a:pt x="1041" y="702"/>
                  </a:lnTo>
                  <a:lnTo>
                    <a:pt x="1041" y="698"/>
                  </a:lnTo>
                  <a:lnTo>
                    <a:pt x="1041" y="698"/>
                  </a:lnTo>
                  <a:lnTo>
                    <a:pt x="1041" y="697"/>
                  </a:lnTo>
                  <a:lnTo>
                    <a:pt x="1038" y="697"/>
                  </a:lnTo>
                  <a:lnTo>
                    <a:pt x="1038" y="697"/>
                  </a:lnTo>
                  <a:lnTo>
                    <a:pt x="1038" y="695"/>
                  </a:lnTo>
                  <a:lnTo>
                    <a:pt x="1037" y="692"/>
                  </a:lnTo>
                  <a:lnTo>
                    <a:pt x="1036" y="692"/>
                  </a:lnTo>
                  <a:lnTo>
                    <a:pt x="1036" y="691"/>
                  </a:lnTo>
                  <a:lnTo>
                    <a:pt x="1034" y="691"/>
                  </a:lnTo>
                  <a:lnTo>
                    <a:pt x="1034" y="691"/>
                  </a:lnTo>
                  <a:lnTo>
                    <a:pt x="1034" y="688"/>
                  </a:lnTo>
                  <a:lnTo>
                    <a:pt x="1034" y="688"/>
                  </a:lnTo>
                  <a:lnTo>
                    <a:pt x="1034" y="684"/>
                  </a:lnTo>
                  <a:lnTo>
                    <a:pt x="1034" y="682"/>
                  </a:lnTo>
                  <a:lnTo>
                    <a:pt x="1034" y="680"/>
                  </a:lnTo>
                  <a:lnTo>
                    <a:pt x="1031" y="676"/>
                  </a:lnTo>
                  <a:lnTo>
                    <a:pt x="1030" y="676"/>
                  </a:lnTo>
                  <a:lnTo>
                    <a:pt x="1025" y="676"/>
                  </a:lnTo>
                  <a:lnTo>
                    <a:pt x="1025" y="675"/>
                  </a:lnTo>
                  <a:lnTo>
                    <a:pt x="1014" y="674"/>
                  </a:lnTo>
                  <a:lnTo>
                    <a:pt x="1010" y="673"/>
                  </a:lnTo>
                  <a:lnTo>
                    <a:pt x="1009" y="667"/>
                  </a:lnTo>
                  <a:lnTo>
                    <a:pt x="1008" y="665"/>
                  </a:lnTo>
                  <a:lnTo>
                    <a:pt x="1008" y="665"/>
                  </a:lnTo>
                  <a:lnTo>
                    <a:pt x="1007" y="662"/>
                  </a:lnTo>
                  <a:lnTo>
                    <a:pt x="1002" y="655"/>
                  </a:lnTo>
                  <a:lnTo>
                    <a:pt x="997" y="655"/>
                  </a:lnTo>
                  <a:lnTo>
                    <a:pt x="997" y="655"/>
                  </a:lnTo>
                  <a:lnTo>
                    <a:pt x="995" y="655"/>
                  </a:lnTo>
                  <a:lnTo>
                    <a:pt x="995" y="655"/>
                  </a:lnTo>
                  <a:lnTo>
                    <a:pt x="993" y="654"/>
                  </a:lnTo>
                  <a:lnTo>
                    <a:pt x="993" y="654"/>
                  </a:lnTo>
                  <a:lnTo>
                    <a:pt x="986" y="651"/>
                  </a:lnTo>
                  <a:lnTo>
                    <a:pt x="981" y="649"/>
                  </a:lnTo>
                  <a:lnTo>
                    <a:pt x="981" y="647"/>
                  </a:lnTo>
                  <a:lnTo>
                    <a:pt x="981" y="645"/>
                  </a:lnTo>
                  <a:lnTo>
                    <a:pt x="980" y="645"/>
                  </a:lnTo>
                  <a:lnTo>
                    <a:pt x="980" y="645"/>
                  </a:lnTo>
                  <a:lnTo>
                    <a:pt x="976" y="645"/>
                  </a:lnTo>
                  <a:lnTo>
                    <a:pt x="976" y="645"/>
                  </a:lnTo>
                  <a:lnTo>
                    <a:pt x="976" y="645"/>
                  </a:lnTo>
                  <a:lnTo>
                    <a:pt x="970" y="645"/>
                  </a:lnTo>
                  <a:lnTo>
                    <a:pt x="969" y="647"/>
                  </a:lnTo>
                  <a:lnTo>
                    <a:pt x="961" y="649"/>
                  </a:lnTo>
                  <a:lnTo>
                    <a:pt x="961" y="651"/>
                  </a:lnTo>
                  <a:lnTo>
                    <a:pt x="956" y="651"/>
                  </a:lnTo>
                  <a:lnTo>
                    <a:pt x="955" y="654"/>
                  </a:lnTo>
                  <a:lnTo>
                    <a:pt x="940" y="655"/>
                  </a:lnTo>
                  <a:lnTo>
                    <a:pt x="939" y="655"/>
                  </a:lnTo>
                  <a:lnTo>
                    <a:pt x="937" y="655"/>
                  </a:lnTo>
                  <a:lnTo>
                    <a:pt x="926" y="662"/>
                  </a:lnTo>
                  <a:lnTo>
                    <a:pt x="925" y="662"/>
                  </a:lnTo>
                  <a:lnTo>
                    <a:pt x="924" y="665"/>
                  </a:lnTo>
                  <a:lnTo>
                    <a:pt x="922" y="665"/>
                  </a:lnTo>
                  <a:lnTo>
                    <a:pt x="915" y="665"/>
                  </a:lnTo>
                  <a:lnTo>
                    <a:pt x="915" y="667"/>
                  </a:lnTo>
                  <a:lnTo>
                    <a:pt x="910" y="667"/>
                  </a:lnTo>
                  <a:lnTo>
                    <a:pt x="910" y="667"/>
                  </a:lnTo>
                  <a:lnTo>
                    <a:pt x="907" y="673"/>
                  </a:lnTo>
                  <a:lnTo>
                    <a:pt x="901" y="673"/>
                  </a:lnTo>
                  <a:lnTo>
                    <a:pt x="897" y="675"/>
                  </a:lnTo>
                  <a:lnTo>
                    <a:pt x="895" y="676"/>
                  </a:lnTo>
                  <a:lnTo>
                    <a:pt x="891" y="676"/>
                  </a:lnTo>
                  <a:lnTo>
                    <a:pt x="888" y="676"/>
                  </a:lnTo>
                  <a:lnTo>
                    <a:pt x="882" y="680"/>
                  </a:lnTo>
                  <a:lnTo>
                    <a:pt x="877" y="682"/>
                  </a:lnTo>
                  <a:lnTo>
                    <a:pt x="876" y="682"/>
                  </a:lnTo>
                  <a:lnTo>
                    <a:pt x="875" y="682"/>
                  </a:lnTo>
                  <a:lnTo>
                    <a:pt x="871" y="684"/>
                  </a:lnTo>
                  <a:lnTo>
                    <a:pt x="871" y="684"/>
                  </a:lnTo>
                  <a:lnTo>
                    <a:pt x="863" y="684"/>
                  </a:lnTo>
                  <a:lnTo>
                    <a:pt x="863" y="684"/>
                  </a:lnTo>
                  <a:lnTo>
                    <a:pt x="862" y="684"/>
                  </a:lnTo>
                  <a:lnTo>
                    <a:pt x="862" y="684"/>
                  </a:lnTo>
                  <a:lnTo>
                    <a:pt x="858" y="684"/>
                  </a:lnTo>
                  <a:lnTo>
                    <a:pt x="855" y="688"/>
                  </a:lnTo>
                  <a:lnTo>
                    <a:pt x="850" y="688"/>
                  </a:lnTo>
                  <a:lnTo>
                    <a:pt x="850" y="691"/>
                  </a:lnTo>
                  <a:lnTo>
                    <a:pt x="849" y="691"/>
                  </a:lnTo>
                  <a:lnTo>
                    <a:pt x="844" y="691"/>
                  </a:lnTo>
                  <a:lnTo>
                    <a:pt x="837" y="691"/>
                  </a:lnTo>
                  <a:lnTo>
                    <a:pt x="835" y="691"/>
                  </a:lnTo>
                  <a:lnTo>
                    <a:pt x="834" y="692"/>
                  </a:lnTo>
                  <a:lnTo>
                    <a:pt x="829" y="693"/>
                  </a:lnTo>
                  <a:lnTo>
                    <a:pt x="828" y="695"/>
                  </a:lnTo>
                  <a:lnTo>
                    <a:pt x="821" y="695"/>
                  </a:lnTo>
                  <a:lnTo>
                    <a:pt x="821" y="693"/>
                  </a:lnTo>
                  <a:lnTo>
                    <a:pt x="819" y="693"/>
                  </a:lnTo>
                  <a:lnTo>
                    <a:pt x="814" y="693"/>
                  </a:lnTo>
                  <a:lnTo>
                    <a:pt x="814" y="695"/>
                  </a:lnTo>
                  <a:lnTo>
                    <a:pt x="811" y="695"/>
                  </a:lnTo>
                  <a:lnTo>
                    <a:pt x="806" y="695"/>
                  </a:lnTo>
                  <a:lnTo>
                    <a:pt x="804" y="697"/>
                  </a:lnTo>
                  <a:lnTo>
                    <a:pt x="798" y="697"/>
                  </a:lnTo>
                  <a:lnTo>
                    <a:pt x="796" y="697"/>
                  </a:lnTo>
                  <a:lnTo>
                    <a:pt x="796" y="697"/>
                  </a:lnTo>
                  <a:lnTo>
                    <a:pt x="788" y="697"/>
                  </a:lnTo>
                  <a:lnTo>
                    <a:pt x="785" y="697"/>
                  </a:lnTo>
                  <a:lnTo>
                    <a:pt x="783" y="697"/>
                  </a:lnTo>
                  <a:lnTo>
                    <a:pt x="781" y="697"/>
                  </a:lnTo>
                  <a:lnTo>
                    <a:pt x="780" y="697"/>
                  </a:lnTo>
                  <a:lnTo>
                    <a:pt x="778" y="697"/>
                  </a:lnTo>
                  <a:lnTo>
                    <a:pt x="773" y="697"/>
                  </a:lnTo>
                  <a:lnTo>
                    <a:pt x="771" y="697"/>
                  </a:lnTo>
                  <a:lnTo>
                    <a:pt x="771" y="697"/>
                  </a:lnTo>
                  <a:lnTo>
                    <a:pt x="766" y="697"/>
                  </a:lnTo>
                  <a:lnTo>
                    <a:pt x="765" y="697"/>
                  </a:lnTo>
                  <a:lnTo>
                    <a:pt x="763" y="697"/>
                  </a:lnTo>
                  <a:lnTo>
                    <a:pt x="763" y="697"/>
                  </a:lnTo>
                  <a:lnTo>
                    <a:pt x="758" y="697"/>
                  </a:lnTo>
                  <a:lnTo>
                    <a:pt x="752" y="697"/>
                  </a:lnTo>
                  <a:lnTo>
                    <a:pt x="750" y="698"/>
                  </a:lnTo>
                  <a:lnTo>
                    <a:pt x="749" y="698"/>
                  </a:lnTo>
                  <a:lnTo>
                    <a:pt x="743" y="698"/>
                  </a:lnTo>
                  <a:lnTo>
                    <a:pt x="743" y="698"/>
                  </a:lnTo>
                  <a:lnTo>
                    <a:pt x="735" y="698"/>
                  </a:lnTo>
                  <a:lnTo>
                    <a:pt x="731" y="697"/>
                  </a:lnTo>
                  <a:lnTo>
                    <a:pt x="731" y="697"/>
                  </a:lnTo>
                  <a:lnTo>
                    <a:pt x="730" y="697"/>
                  </a:lnTo>
                  <a:lnTo>
                    <a:pt x="730" y="697"/>
                  </a:lnTo>
                  <a:lnTo>
                    <a:pt x="728" y="697"/>
                  </a:lnTo>
                  <a:lnTo>
                    <a:pt x="728" y="697"/>
                  </a:lnTo>
                  <a:lnTo>
                    <a:pt x="724" y="697"/>
                  </a:lnTo>
                  <a:lnTo>
                    <a:pt x="724" y="697"/>
                  </a:lnTo>
                  <a:lnTo>
                    <a:pt x="719" y="697"/>
                  </a:lnTo>
                  <a:lnTo>
                    <a:pt x="714" y="697"/>
                  </a:lnTo>
                  <a:lnTo>
                    <a:pt x="712" y="697"/>
                  </a:lnTo>
                  <a:lnTo>
                    <a:pt x="708" y="697"/>
                  </a:lnTo>
                  <a:lnTo>
                    <a:pt x="706" y="697"/>
                  </a:lnTo>
                  <a:lnTo>
                    <a:pt x="706" y="697"/>
                  </a:lnTo>
                  <a:lnTo>
                    <a:pt x="705" y="697"/>
                  </a:lnTo>
                  <a:lnTo>
                    <a:pt x="696" y="697"/>
                  </a:lnTo>
                  <a:lnTo>
                    <a:pt x="691" y="697"/>
                  </a:lnTo>
                  <a:lnTo>
                    <a:pt x="691" y="697"/>
                  </a:lnTo>
                  <a:lnTo>
                    <a:pt x="691" y="697"/>
                  </a:lnTo>
                  <a:lnTo>
                    <a:pt x="685" y="695"/>
                  </a:lnTo>
                  <a:lnTo>
                    <a:pt x="684" y="695"/>
                  </a:lnTo>
                  <a:lnTo>
                    <a:pt x="684" y="695"/>
                  </a:lnTo>
                  <a:lnTo>
                    <a:pt x="672" y="695"/>
                  </a:lnTo>
                  <a:lnTo>
                    <a:pt x="669" y="697"/>
                  </a:lnTo>
                  <a:lnTo>
                    <a:pt x="665" y="697"/>
                  </a:lnTo>
                  <a:lnTo>
                    <a:pt x="660" y="697"/>
                  </a:lnTo>
                  <a:lnTo>
                    <a:pt x="658" y="697"/>
                  </a:lnTo>
                  <a:lnTo>
                    <a:pt x="647" y="697"/>
                  </a:lnTo>
                  <a:lnTo>
                    <a:pt x="644" y="697"/>
                  </a:lnTo>
                  <a:lnTo>
                    <a:pt x="639" y="697"/>
                  </a:lnTo>
                  <a:lnTo>
                    <a:pt x="631" y="697"/>
                  </a:lnTo>
                  <a:lnTo>
                    <a:pt x="631" y="697"/>
                  </a:lnTo>
                  <a:lnTo>
                    <a:pt x="621" y="697"/>
                  </a:lnTo>
                  <a:lnTo>
                    <a:pt x="616" y="697"/>
                  </a:lnTo>
                  <a:lnTo>
                    <a:pt x="616" y="695"/>
                  </a:lnTo>
                  <a:lnTo>
                    <a:pt x="616" y="695"/>
                  </a:lnTo>
                  <a:lnTo>
                    <a:pt x="616" y="695"/>
                  </a:lnTo>
                  <a:lnTo>
                    <a:pt x="614" y="695"/>
                  </a:lnTo>
                  <a:lnTo>
                    <a:pt x="610" y="695"/>
                  </a:lnTo>
                  <a:lnTo>
                    <a:pt x="610" y="693"/>
                  </a:lnTo>
                  <a:lnTo>
                    <a:pt x="610" y="693"/>
                  </a:lnTo>
                  <a:lnTo>
                    <a:pt x="601" y="692"/>
                  </a:lnTo>
                  <a:lnTo>
                    <a:pt x="600" y="692"/>
                  </a:lnTo>
                  <a:lnTo>
                    <a:pt x="596" y="691"/>
                  </a:lnTo>
                  <a:lnTo>
                    <a:pt x="596" y="691"/>
                  </a:lnTo>
                  <a:lnTo>
                    <a:pt x="594" y="691"/>
                  </a:lnTo>
                  <a:lnTo>
                    <a:pt x="591" y="691"/>
                  </a:lnTo>
                  <a:lnTo>
                    <a:pt x="588" y="691"/>
                  </a:lnTo>
                  <a:lnTo>
                    <a:pt x="588" y="691"/>
                  </a:lnTo>
                  <a:lnTo>
                    <a:pt x="581" y="691"/>
                  </a:lnTo>
                  <a:lnTo>
                    <a:pt x="580" y="692"/>
                  </a:lnTo>
                  <a:lnTo>
                    <a:pt x="577" y="693"/>
                  </a:lnTo>
                  <a:lnTo>
                    <a:pt x="575" y="695"/>
                  </a:lnTo>
                  <a:lnTo>
                    <a:pt x="575" y="695"/>
                  </a:lnTo>
                  <a:lnTo>
                    <a:pt x="572" y="695"/>
                  </a:lnTo>
                  <a:lnTo>
                    <a:pt x="570" y="695"/>
                  </a:lnTo>
                  <a:lnTo>
                    <a:pt x="563" y="695"/>
                  </a:lnTo>
                  <a:lnTo>
                    <a:pt x="563" y="692"/>
                  </a:lnTo>
                  <a:lnTo>
                    <a:pt x="561" y="691"/>
                  </a:lnTo>
                  <a:lnTo>
                    <a:pt x="557" y="691"/>
                  </a:lnTo>
                  <a:lnTo>
                    <a:pt x="556" y="691"/>
                  </a:lnTo>
                  <a:lnTo>
                    <a:pt x="553" y="691"/>
                  </a:lnTo>
                  <a:lnTo>
                    <a:pt x="550" y="691"/>
                  </a:lnTo>
                  <a:lnTo>
                    <a:pt x="544" y="691"/>
                  </a:lnTo>
                  <a:lnTo>
                    <a:pt x="544" y="691"/>
                  </a:lnTo>
                  <a:lnTo>
                    <a:pt x="541" y="691"/>
                  </a:lnTo>
                  <a:lnTo>
                    <a:pt x="536" y="691"/>
                  </a:lnTo>
                  <a:lnTo>
                    <a:pt x="536" y="691"/>
                  </a:lnTo>
                  <a:lnTo>
                    <a:pt x="536" y="688"/>
                  </a:lnTo>
                  <a:lnTo>
                    <a:pt x="532" y="688"/>
                  </a:lnTo>
                  <a:lnTo>
                    <a:pt x="529" y="688"/>
                  </a:lnTo>
                  <a:lnTo>
                    <a:pt x="527" y="688"/>
                  </a:lnTo>
                  <a:lnTo>
                    <a:pt x="526" y="684"/>
                  </a:lnTo>
                  <a:lnTo>
                    <a:pt x="521" y="684"/>
                  </a:lnTo>
                  <a:lnTo>
                    <a:pt x="517" y="684"/>
                  </a:lnTo>
                  <a:lnTo>
                    <a:pt x="517" y="684"/>
                  </a:lnTo>
                  <a:lnTo>
                    <a:pt x="515" y="684"/>
                  </a:lnTo>
                  <a:lnTo>
                    <a:pt x="513" y="684"/>
                  </a:lnTo>
                  <a:lnTo>
                    <a:pt x="509" y="684"/>
                  </a:lnTo>
                  <a:lnTo>
                    <a:pt x="506" y="684"/>
                  </a:lnTo>
                  <a:lnTo>
                    <a:pt x="504" y="684"/>
                  </a:lnTo>
                  <a:lnTo>
                    <a:pt x="504" y="684"/>
                  </a:lnTo>
                  <a:lnTo>
                    <a:pt x="504" y="684"/>
                  </a:lnTo>
                  <a:lnTo>
                    <a:pt x="504" y="684"/>
                  </a:lnTo>
                  <a:lnTo>
                    <a:pt x="504" y="688"/>
                  </a:lnTo>
                  <a:lnTo>
                    <a:pt x="503" y="691"/>
                  </a:lnTo>
                  <a:lnTo>
                    <a:pt x="503" y="695"/>
                  </a:lnTo>
                  <a:lnTo>
                    <a:pt x="501" y="697"/>
                  </a:lnTo>
                  <a:lnTo>
                    <a:pt x="500" y="698"/>
                  </a:lnTo>
                  <a:lnTo>
                    <a:pt x="499" y="702"/>
                  </a:lnTo>
                  <a:lnTo>
                    <a:pt x="499" y="702"/>
                  </a:lnTo>
                  <a:lnTo>
                    <a:pt x="499" y="706"/>
                  </a:lnTo>
                  <a:lnTo>
                    <a:pt x="499" y="712"/>
                  </a:lnTo>
                  <a:lnTo>
                    <a:pt x="499" y="712"/>
                  </a:lnTo>
                  <a:lnTo>
                    <a:pt x="499" y="715"/>
                  </a:lnTo>
                  <a:lnTo>
                    <a:pt x="499" y="720"/>
                  </a:lnTo>
                  <a:lnTo>
                    <a:pt x="499" y="722"/>
                  </a:lnTo>
                  <a:lnTo>
                    <a:pt x="496" y="722"/>
                  </a:lnTo>
                  <a:lnTo>
                    <a:pt x="489" y="724"/>
                  </a:lnTo>
                  <a:lnTo>
                    <a:pt x="486" y="725"/>
                  </a:lnTo>
                  <a:lnTo>
                    <a:pt x="486" y="737"/>
                  </a:lnTo>
                  <a:lnTo>
                    <a:pt x="486" y="738"/>
                  </a:lnTo>
                  <a:lnTo>
                    <a:pt x="486" y="739"/>
                  </a:lnTo>
                  <a:lnTo>
                    <a:pt x="486" y="746"/>
                  </a:lnTo>
                  <a:lnTo>
                    <a:pt x="486" y="754"/>
                  </a:lnTo>
                  <a:lnTo>
                    <a:pt x="486" y="755"/>
                  </a:lnTo>
                  <a:lnTo>
                    <a:pt x="486" y="755"/>
                  </a:lnTo>
                  <a:lnTo>
                    <a:pt x="486" y="758"/>
                  </a:lnTo>
                  <a:lnTo>
                    <a:pt x="486" y="759"/>
                  </a:lnTo>
                  <a:lnTo>
                    <a:pt x="486" y="760"/>
                  </a:lnTo>
                  <a:lnTo>
                    <a:pt x="486" y="770"/>
                  </a:lnTo>
                  <a:lnTo>
                    <a:pt x="486" y="770"/>
                  </a:lnTo>
                  <a:lnTo>
                    <a:pt x="485" y="775"/>
                  </a:lnTo>
                  <a:lnTo>
                    <a:pt x="485" y="778"/>
                  </a:lnTo>
                  <a:lnTo>
                    <a:pt x="485" y="786"/>
                  </a:lnTo>
                  <a:lnTo>
                    <a:pt x="480" y="786"/>
                  </a:lnTo>
                  <a:lnTo>
                    <a:pt x="477" y="787"/>
                  </a:lnTo>
                  <a:lnTo>
                    <a:pt x="480" y="787"/>
                  </a:lnTo>
                  <a:lnTo>
                    <a:pt x="480" y="792"/>
                  </a:lnTo>
                  <a:lnTo>
                    <a:pt x="485" y="792"/>
                  </a:lnTo>
                  <a:lnTo>
                    <a:pt x="485" y="792"/>
                  </a:lnTo>
                  <a:lnTo>
                    <a:pt x="485" y="799"/>
                  </a:lnTo>
                  <a:lnTo>
                    <a:pt x="484" y="801"/>
                  </a:lnTo>
                  <a:lnTo>
                    <a:pt x="477" y="801"/>
                  </a:lnTo>
                  <a:lnTo>
                    <a:pt x="477" y="805"/>
                  </a:lnTo>
                  <a:lnTo>
                    <a:pt x="475" y="809"/>
                  </a:lnTo>
                  <a:lnTo>
                    <a:pt x="473" y="811"/>
                  </a:lnTo>
                  <a:lnTo>
                    <a:pt x="473" y="811"/>
                  </a:lnTo>
                  <a:lnTo>
                    <a:pt x="473" y="815"/>
                  </a:lnTo>
                  <a:lnTo>
                    <a:pt x="473" y="820"/>
                  </a:lnTo>
                  <a:lnTo>
                    <a:pt x="473" y="820"/>
                  </a:lnTo>
                  <a:lnTo>
                    <a:pt x="469" y="823"/>
                  </a:lnTo>
                  <a:lnTo>
                    <a:pt x="469" y="825"/>
                  </a:lnTo>
                  <a:lnTo>
                    <a:pt x="469" y="825"/>
                  </a:lnTo>
                  <a:lnTo>
                    <a:pt x="469" y="827"/>
                  </a:lnTo>
                  <a:lnTo>
                    <a:pt x="466" y="827"/>
                  </a:lnTo>
                  <a:lnTo>
                    <a:pt x="465" y="827"/>
                  </a:lnTo>
                  <a:lnTo>
                    <a:pt x="460" y="827"/>
                  </a:lnTo>
                  <a:lnTo>
                    <a:pt x="460" y="827"/>
                  </a:lnTo>
                  <a:lnTo>
                    <a:pt x="458" y="827"/>
                  </a:lnTo>
                  <a:lnTo>
                    <a:pt x="455" y="827"/>
                  </a:lnTo>
                  <a:lnTo>
                    <a:pt x="454" y="827"/>
                  </a:lnTo>
                  <a:lnTo>
                    <a:pt x="453" y="830"/>
                  </a:lnTo>
                  <a:lnTo>
                    <a:pt x="449" y="831"/>
                  </a:lnTo>
                  <a:lnTo>
                    <a:pt x="448" y="833"/>
                  </a:lnTo>
                  <a:lnTo>
                    <a:pt x="440" y="834"/>
                  </a:lnTo>
                  <a:lnTo>
                    <a:pt x="440" y="834"/>
                  </a:lnTo>
                  <a:lnTo>
                    <a:pt x="437" y="833"/>
                  </a:lnTo>
                  <a:lnTo>
                    <a:pt x="430" y="834"/>
                  </a:lnTo>
                  <a:lnTo>
                    <a:pt x="428" y="834"/>
                  </a:lnTo>
                  <a:lnTo>
                    <a:pt x="426" y="838"/>
                  </a:lnTo>
                  <a:lnTo>
                    <a:pt x="420" y="845"/>
                  </a:lnTo>
                  <a:lnTo>
                    <a:pt x="420" y="845"/>
                  </a:lnTo>
                  <a:lnTo>
                    <a:pt x="419" y="845"/>
                  </a:lnTo>
                  <a:lnTo>
                    <a:pt x="417" y="838"/>
                  </a:lnTo>
                  <a:lnTo>
                    <a:pt x="416" y="838"/>
                  </a:lnTo>
                  <a:lnTo>
                    <a:pt x="410" y="834"/>
                  </a:lnTo>
                  <a:lnTo>
                    <a:pt x="410" y="834"/>
                  </a:lnTo>
                  <a:lnTo>
                    <a:pt x="409" y="834"/>
                  </a:lnTo>
                  <a:lnTo>
                    <a:pt x="409" y="834"/>
                  </a:lnTo>
                  <a:lnTo>
                    <a:pt x="405" y="833"/>
                  </a:lnTo>
                  <a:lnTo>
                    <a:pt x="402" y="830"/>
                  </a:lnTo>
                  <a:lnTo>
                    <a:pt x="400" y="827"/>
                  </a:lnTo>
                  <a:lnTo>
                    <a:pt x="400" y="827"/>
                  </a:lnTo>
                  <a:lnTo>
                    <a:pt x="398" y="825"/>
                  </a:lnTo>
                  <a:lnTo>
                    <a:pt x="394" y="820"/>
                  </a:lnTo>
                  <a:lnTo>
                    <a:pt x="394" y="815"/>
                  </a:lnTo>
                  <a:lnTo>
                    <a:pt x="387" y="811"/>
                  </a:lnTo>
                  <a:lnTo>
                    <a:pt x="385" y="811"/>
                  </a:lnTo>
                  <a:lnTo>
                    <a:pt x="385" y="805"/>
                  </a:lnTo>
                  <a:lnTo>
                    <a:pt x="382" y="801"/>
                  </a:lnTo>
                  <a:lnTo>
                    <a:pt x="379" y="801"/>
                  </a:lnTo>
                  <a:lnTo>
                    <a:pt x="379" y="801"/>
                  </a:lnTo>
                  <a:lnTo>
                    <a:pt x="373" y="799"/>
                  </a:lnTo>
                  <a:lnTo>
                    <a:pt x="373" y="796"/>
                  </a:lnTo>
                  <a:lnTo>
                    <a:pt x="370" y="792"/>
                  </a:lnTo>
                  <a:lnTo>
                    <a:pt x="367" y="792"/>
                  </a:lnTo>
                  <a:lnTo>
                    <a:pt x="367" y="790"/>
                  </a:lnTo>
                  <a:lnTo>
                    <a:pt x="367" y="786"/>
                  </a:lnTo>
                  <a:lnTo>
                    <a:pt x="367" y="778"/>
                  </a:lnTo>
                  <a:lnTo>
                    <a:pt x="362" y="775"/>
                  </a:lnTo>
                  <a:lnTo>
                    <a:pt x="354" y="773"/>
                  </a:lnTo>
                  <a:lnTo>
                    <a:pt x="354" y="773"/>
                  </a:lnTo>
                  <a:lnTo>
                    <a:pt x="354" y="773"/>
                  </a:lnTo>
                  <a:lnTo>
                    <a:pt x="351" y="773"/>
                  </a:lnTo>
                  <a:lnTo>
                    <a:pt x="347" y="773"/>
                  </a:lnTo>
                  <a:lnTo>
                    <a:pt x="344" y="770"/>
                  </a:lnTo>
                  <a:lnTo>
                    <a:pt x="342" y="770"/>
                  </a:lnTo>
                  <a:lnTo>
                    <a:pt x="341" y="770"/>
                  </a:lnTo>
                  <a:lnTo>
                    <a:pt x="341" y="773"/>
                  </a:lnTo>
                  <a:lnTo>
                    <a:pt x="341" y="775"/>
                  </a:lnTo>
                  <a:lnTo>
                    <a:pt x="339" y="776"/>
                  </a:lnTo>
                  <a:lnTo>
                    <a:pt x="339" y="782"/>
                  </a:lnTo>
                  <a:lnTo>
                    <a:pt x="331" y="786"/>
                  </a:lnTo>
                  <a:lnTo>
                    <a:pt x="328" y="782"/>
                  </a:lnTo>
                  <a:lnTo>
                    <a:pt x="328" y="782"/>
                  </a:lnTo>
                  <a:lnTo>
                    <a:pt x="326" y="776"/>
                  </a:lnTo>
                  <a:lnTo>
                    <a:pt x="325" y="776"/>
                  </a:lnTo>
                  <a:lnTo>
                    <a:pt x="325" y="775"/>
                  </a:lnTo>
                  <a:lnTo>
                    <a:pt x="325" y="775"/>
                  </a:lnTo>
                  <a:lnTo>
                    <a:pt x="320" y="775"/>
                  </a:lnTo>
                  <a:lnTo>
                    <a:pt x="320" y="775"/>
                  </a:lnTo>
                  <a:lnTo>
                    <a:pt x="320" y="775"/>
                  </a:lnTo>
                  <a:lnTo>
                    <a:pt x="316" y="776"/>
                  </a:lnTo>
                  <a:lnTo>
                    <a:pt x="314" y="776"/>
                  </a:lnTo>
                  <a:lnTo>
                    <a:pt x="308" y="775"/>
                  </a:lnTo>
                  <a:lnTo>
                    <a:pt x="308" y="775"/>
                  </a:lnTo>
                  <a:lnTo>
                    <a:pt x="307" y="773"/>
                  </a:lnTo>
                  <a:lnTo>
                    <a:pt x="307" y="773"/>
                  </a:lnTo>
                  <a:lnTo>
                    <a:pt x="306" y="770"/>
                  </a:lnTo>
                  <a:lnTo>
                    <a:pt x="304" y="770"/>
                  </a:lnTo>
                  <a:lnTo>
                    <a:pt x="304" y="767"/>
                  </a:lnTo>
                  <a:lnTo>
                    <a:pt x="296" y="760"/>
                  </a:lnTo>
                  <a:lnTo>
                    <a:pt x="294" y="759"/>
                  </a:lnTo>
                  <a:lnTo>
                    <a:pt x="292" y="755"/>
                  </a:lnTo>
                  <a:lnTo>
                    <a:pt x="291" y="755"/>
                  </a:lnTo>
                  <a:lnTo>
                    <a:pt x="285" y="754"/>
                  </a:lnTo>
                  <a:lnTo>
                    <a:pt x="284" y="746"/>
                  </a:lnTo>
                  <a:lnTo>
                    <a:pt x="284" y="742"/>
                  </a:lnTo>
                  <a:lnTo>
                    <a:pt x="284" y="738"/>
                  </a:lnTo>
                  <a:lnTo>
                    <a:pt x="284" y="738"/>
                  </a:lnTo>
                  <a:lnTo>
                    <a:pt x="284" y="738"/>
                  </a:lnTo>
                  <a:lnTo>
                    <a:pt x="284" y="735"/>
                  </a:lnTo>
                  <a:lnTo>
                    <a:pt x="284" y="725"/>
                  </a:lnTo>
                  <a:lnTo>
                    <a:pt x="284" y="723"/>
                  </a:lnTo>
                  <a:lnTo>
                    <a:pt x="280" y="722"/>
                  </a:lnTo>
                  <a:lnTo>
                    <a:pt x="273" y="720"/>
                  </a:lnTo>
                  <a:lnTo>
                    <a:pt x="273" y="715"/>
                  </a:lnTo>
                  <a:lnTo>
                    <a:pt x="271" y="712"/>
                  </a:lnTo>
                  <a:lnTo>
                    <a:pt x="271" y="706"/>
                  </a:lnTo>
                  <a:lnTo>
                    <a:pt x="271" y="702"/>
                  </a:lnTo>
                  <a:lnTo>
                    <a:pt x="270" y="698"/>
                  </a:lnTo>
                  <a:lnTo>
                    <a:pt x="266" y="697"/>
                  </a:lnTo>
                  <a:lnTo>
                    <a:pt x="265" y="697"/>
                  </a:lnTo>
                  <a:lnTo>
                    <a:pt x="265" y="692"/>
                  </a:lnTo>
                  <a:lnTo>
                    <a:pt x="264" y="691"/>
                  </a:lnTo>
                  <a:lnTo>
                    <a:pt x="260" y="688"/>
                  </a:lnTo>
                  <a:lnTo>
                    <a:pt x="260" y="684"/>
                  </a:lnTo>
                  <a:lnTo>
                    <a:pt x="260" y="684"/>
                  </a:lnTo>
                  <a:lnTo>
                    <a:pt x="260" y="682"/>
                  </a:lnTo>
                  <a:lnTo>
                    <a:pt x="260" y="680"/>
                  </a:lnTo>
                  <a:lnTo>
                    <a:pt x="260" y="676"/>
                  </a:lnTo>
                  <a:lnTo>
                    <a:pt x="260" y="676"/>
                  </a:lnTo>
                  <a:lnTo>
                    <a:pt x="257" y="667"/>
                  </a:lnTo>
                  <a:lnTo>
                    <a:pt x="248" y="665"/>
                  </a:lnTo>
                  <a:lnTo>
                    <a:pt x="248" y="662"/>
                  </a:lnTo>
                  <a:lnTo>
                    <a:pt x="248" y="655"/>
                  </a:lnTo>
                  <a:lnTo>
                    <a:pt x="248" y="655"/>
                  </a:lnTo>
                  <a:lnTo>
                    <a:pt x="248" y="654"/>
                  </a:lnTo>
                  <a:lnTo>
                    <a:pt x="248" y="651"/>
                  </a:lnTo>
                  <a:lnTo>
                    <a:pt x="248" y="649"/>
                  </a:lnTo>
                  <a:lnTo>
                    <a:pt x="248" y="647"/>
                  </a:lnTo>
                  <a:lnTo>
                    <a:pt x="248" y="647"/>
                  </a:lnTo>
                  <a:lnTo>
                    <a:pt x="248" y="645"/>
                  </a:lnTo>
                  <a:lnTo>
                    <a:pt x="245" y="645"/>
                  </a:lnTo>
                  <a:lnTo>
                    <a:pt x="245" y="645"/>
                  </a:lnTo>
                  <a:lnTo>
                    <a:pt x="245" y="645"/>
                  </a:lnTo>
                  <a:lnTo>
                    <a:pt x="238" y="645"/>
                  </a:lnTo>
                  <a:lnTo>
                    <a:pt x="236" y="645"/>
                  </a:lnTo>
                  <a:lnTo>
                    <a:pt x="232" y="645"/>
                  </a:lnTo>
                  <a:lnTo>
                    <a:pt x="231" y="645"/>
                  </a:lnTo>
                  <a:lnTo>
                    <a:pt x="227" y="645"/>
                  </a:lnTo>
                  <a:lnTo>
                    <a:pt x="225" y="643"/>
                  </a:lnTo>
                  <a:lnTo>
                    <a:pt x="225" y="643"/>
                  </a:lnTo>
                  <a:lnTo>
                    <a:pt x="225" y="640"/>
                  </a:lnTo>
                  <a:lnTo>
                    <a:pt x="225" y="637"/>
                  </a:lnTo>
                  <a:lnTo>
                    <a:pt x="219" y="634"/>
                  </a:lnTo>
                  <a:lnTo>
                    <a:pt x="218" y="634"/>
                  </a:lnTo>
                  <a:lnTo>
                    <a:pt x="214" y="634"/>
                  </a:lnTo>
                  <a:lnTo>
                    <a:pt x="209" y="634"/>
                  </a:lnTo>
                  <a:lnTo>
                    <a:pt x="209" y="634"/>
                  </a:lnTo>
                  <a:lnTo>
                    <a:pt x="209" y="631"/>
                  </a:lnTo>
                  <a:lnTo>
                    <a:pt x="206" y="630"/>
                  </a:lnTo>
                  <a:lnTo>
                    <a:pt x="199" y="627"/>
                  </a:lnTo>
                  <a:lnTo>
                    <a:pt x="199" y="620"/>
                  </a:lnTo>
                  <a:lnTo>
                    <a:pt x="195" y="617"/>
                  </a:lnTo>
                  <a:lnTo>
                    <a:pt x="190" y="610"/>
                  </a:lnTo>
                  <a:lnTo>
                    <a:pt x="190" y="610"/>
                  </a:lnTo>
                  <a:lnTo>
                    <a:pt x="190" y="610"/>
                  </a:lnTo>
                  <a:lnTo>
                    <a:pt x="188" y="607"/>
                  </a:lnTo>
                  <a:lnTo>
                    <a:pt x="183" y="607"/>
                  </a:lnTo>
                  <a:lnTo>
                    <a:pt x="182" y="605"/>
                  </a:lnTo>
                  <a:lnTo>
                    <a:pt x="182" y="603"/>
                  </a:lnTo>
                  <a:lnTo>
                    <a:pt x="181" y="593"/>
                  </a:lnTo>
                  <a:lnTo>
                    <a:pt x="179" y="584"/>
                  </a:lnTo>
                  <a:lnTo>
                    <a:pt x="179" y="579"/>
                  </a:lnTo>
                  <a:lnTo>
                    <a:pt x="175" y="577"/>
                  </a:lnTo>
                  <a:lnTo>
                    <a:pt x="175" y="576"/>
                  </a:lnTo>
                  <a:lnTo>
                    <a:pt x="175" y="569"/>
                  </a:lnTo>
                  <a:lnTo>
                    <a:pt x="175" y="568"/>
                  </a:lnTo>
                  <a:lnTo>
                    <a:pt x="175" y="568"/>
                  </a:lnTo>
                  <a:lnTo>
                    <a:pt x="175" y="562"/>
                  </a:lnTo>
                  <a:lnTo>
                    <a:pt x="175" y="562"/>
                  </a:lnTo>
                  <a:lnTo>
                    <a:pt x="175" y="562"/>
                  </a:lnTo>
                  <a:lnTo>
                    <a:pt x="175" y="556"/>
                  </a:lnTo>
                  <a:lnTo>
                    <a:pt x="175" y="551"/>
                  </a:lnTo>
                  <a:lnTo>
                    <a:pt x="174" y="550"/>
                  </a:lnTo>
                  <a:lnTo>
                    <a:pt x="172" y="547"/>
                  </a:lnTo>
                  <a:lnTo>
                    <a:pt x="168" y="543"/>
                  </a:lnTo>
                  <a:lnTo>
                    <a:pt x="168" y="543"/>
                  </a:lnTo>
                  <a:lnTo>
                    <a:pt x="168" y="543"/>
                  </a:lnTo>
                  <a:lnTo>
                    <a:pt x="165" y="543"/>
                  </a:lnTo>
                  <a:lnTo>
                    <a:pt x="165" y="539"/>
                  </a:lnTo>
                  <a:lnTo>
                    <a:pt x="168" y="531"/>
                  </a:lnTo>
                  <a:lnTo>
                    <a:pt x="168" y="530"/>
                  </a:lnTo>
                  <a:lnTo>
                    <a:pt x="165" y="524"/>
                  </a:lnTo>
                  <a:lnTo>
                    <a:pt x="162" y="523"/>
                  </a:lnTo>
                  <a:lnTo>
                    <a:pt x="162" y="518"/>
                  </a:lnTo>
                  <a:lnTo>
                    <a:pt x="162" y="518"/>
                  </a:lnTo>
                  <a:lnTo>
                    <a:pt x="162" y="514"/>
                  </a:lnTo>
                  <a:lnTo>
                    <a:pt x="162" y="509"/>
                  </a:lnTo>
                  <a:lnTo>
                    <a:pt x="162" y="502"/>
                  </a:lnTo>
                  <a:lnTo>
                    <a:pt x="160" y="491"/>
                  </a:lnTo>
                  <a:lnTo>
                    <a:pt x="160" y="482"/>
                  </a:lnTo>
                  <a:lnTo>
                    <a:pt x="160" y="464"/>
                  </a:lnTo>
                  <a:lnTo>
                    <a:pt x="160" y="462"/>
                  </a:lnTo>
                  <a:lnTo>
                    <a:pt x="160" y="456"/>
                  </a:lnTo>
                  <a:lnTo>
                    <a:pt x="160" y="449"/>
                  </a:lnTo>
                  <a:lnTo>
                    <a:pt x="160" y="449"/>
                  </a:lnTo>
                  <a:lnTo>
                    <a:pt x="157" y="446"/>
                  </a:lnTo>
                  <a:lnTo>
                    <a:pt x="157" y="436"/>
                  </a:lnTo>
                  <a:lnTo>
                    <a:pt x="154" y="434"/>
                  </a:lnTo>
                  <a:lnTo>
                    <a:pt x="157" y="430"/>
                  </a:lnTo>
                  <a:lnTo>
                    <a:pt x="157" y="430"/>
                  </a:lnTo>
                  <a:lnTo>
                    <a:pt x="157" y="430"/>
                  </a:lnTo>
                  <a:lnTo>
                    <a:pt x="154" y="425"/>
                  </a:lnTo>
                  <a:lnTo>
                    <a:pt x="154" y="418"/>
                  </a:lnTo>
                  <a:lnTo>
                    <a:pt x="154" y="412"/>
                  </a:lnTo>
                  <a:lnTo>
                    <a:pt x="154" y="410"/>
                  </a:lnTo>
                  <a:lnTo>
                    <a:pt x="154" y="403"/>
                  </a:lnTo>
                  <a:lnTo>
                    <a:pt x="154" y="396"/>
                  </a:lnTo>
                  <a:lnTo>
                    <a:pt x="154" y="390"/>
                  </a:lnTo>
                  <a:lnTo>
                    <a:pt x="154" y="384"/>
                  </a:lnTo>
                  <a:lnTo>
                    <a:pt x="154" y="375"/>
                  </a:lnTo>
                  <a:lnTo>
                    <a:pt x="151" y="374"/>
                  </a:lnTo>
                  <a:lnTo>
                    <a:pt x="151" y="370"/>
                  </a:lnTo>
                  <a:lnTo>
                    <a:pt x="151" y="370"/>
                  </a:lnTo>
                  <a:lnTo>
                    <a:pt x="150" y="359"/>
                  </a:lnTo>
                  <a:lnTo>
                    <a:pt x="150" y="356"/>
                  </a:lnTo>
                  <a:lnTo>
                    <a:pt x="150" y="353"/>
                  </a:lnTo>
                  <a:lnTo>
                    <a:pt x="150" y="353"/>
                  </a:lnTo>
                  <a:lnTo>
                    <a:pt x="144" y="346"/>
                  </a:lnTo>
                  <a:lnTo>
                    <a:pt x="141" y="346"/>
                  </a:lnTo>
                  <a:lnTo>
                    <a:pt x="138" y="343"/>
                  </a:lnTo>
                  <a:lnTo>
                    <a:pt x="136" y="340"/>
                  </a:lnTo>
                  <a:lnTo>
                    <a:pt x="136" y="332"/>
                  </a:lnTo>
                  <a:lnTo>
                    <a:pt x="135" y="330"/>
                  </a:lnTo>
                  <a:lnTo>
                    <a:pt x="135" y="327"/>
                  </a:lnTo>
                  <a:lnTo>
                    <a:pt x="133" y="325"/>
                  </a:lnTo>
                  <a:lnTo>
                    <a:pt x="133" y="320"/>
                  </a:lnTo>
                  <a:lnTo>
                    <a:pt x="126" y="320"/>
                  </a:lnTo>
                  <a:lnTo>
                    <a:pt x="122" y="316"/>
                  </a:lnTo>
                  <a:lnTo>
                    <a:pt x="120" y="312"/>
                  </a:lnTo>
                  <a:lnTo>
                    <a:pt x="118" y="305"/>
                  </a:lnTo>
                  <a:lnTo>
                    <a:pt x="115" y="305"/>
                  </a:lnTo>
                  <a:lnTo>
                    <a:pt x="109" y="303"/>
                  </a:lnTo>
                  <a:lnTo>
                    <a:pt x="104" y="303"/>
                  </a:lnTo>
                  <a:lnTo>
                    <a:pt x="104" y="300"/>
                  </a:lnTo>
                  <a:lnTo>
                    <a:pt x="100" y="298"/>
                  </a:lnTo>
                  <a:lnTo>
                    <a:pt x="96" y="291"/>
                  </a:lnTo>
                  <a:lnTo>
                    <a:pt x="96" y="288"/>
                  </a:lnTo>
                  <a:lnTo>
                    <a:pt x="96" y="288"/>
                  </a:lnTo>
                  <a:lnTo>
                    <a:pt x="96" y="286"/>
                  </a:lnTo>
                  <a:lnTo>
                    <a:pt x="96" y="286"/>
                  </a:lnTo>
                  <a:lnTo>
                    <a:pt x="92" y="283"/>
                  </a:lnTo>
                  <a:lnTo>
                    <a:pt x="87" y="275"/>
                  </a:lnTo>
                  <a:lnTo>
                    <a:pt x="85" y="269"/>
                  </a:lnTo>
                  <a:lnTo>
                    <a:pt x="84" y="269"/>
                  </a:lnTo>
                  <a:lnTo>
                    <a:pt x="82" y="269"/>
                  </a:lnTo>
                  <a:lnTo>
                    <a:pt x="82" y="266"/>
                  </a:lnTo>
                  <a:lnTo>
                    <a:pt x="82" y="266"/>
                  </a:lnTo>
                  <a:lnTo>
                    <a:pt x="84" y="266"/>
                  </a:lnTo>
                  <a:lnTo>
                    <a:pt x="84" y="266"/>
                  </a:lnTo>
                  <a:lnTo>
                    <a:pt x="85" y="266"/>
                  </a:lnTo>
                  <a:lnTo>
                    <a:pt x="85" y="266"/>
                  </a:lnTo>
                  <a:lnTo>
                    <a:pt x="90" y="269"/>
                  </a:lnTo>
                  <a:lnTo>
                    <a:pt x="96" y="269"/>
                  </a:lnTo>
                  <a:lnTo>
                    <a:pt x="96" y="269"/>
                  </a:lnTo>
                  <a:lnTo>
                    <a:pt x="96" y="269"/>
                  </a:lnTo>
                  <a:lnTo>
                    <a:pt x="98" y="269"/>
                  </a:lnTo>
                  <a:lnTo>
                    <a:pt x="100" y="269"/>
                  </a:lnTo>
                  <a:lnTo>
                    <a:pt x="104" y="269"/>
                  </a:lnTo>
                  <a:lnTo>
                    <a:pt x="104" y="269"/>
                  </a:lnTo>
                  <a:lnTo>
                    <a:pt x="104" y="269"/>
                  </a:lnTo>
                  <a:lnTo>
                    <a:pt x="109" y="269"/>
                  </a:lnTo>
                  <a:lnTo>
                    <a:pt x="114" y="269"/>
                  </a:lnTo>
                  <a:lnTo>
                    <a:pt x="115" y="269"/>
                  </a:lnTo>
                  <a:lnTo>
                    <a:pt x="115" y="269"/>
                  </a:lnTo>
                  <a:lnTo>
                    <a:pt x="115" y="269"/>
                  </a:lnTo>
                  <a:lnTo>
                    <a:pt x="114" y="266"/>
                  </a:lnTo>
                  <a:lnTo>
                    <a:pt x="109" y="266"/>
                  </a:lnTo>
                  <a:lnTo>
                    <a:pt x="109" y="266"/>
                  </a:lnTo>
                  <a:lnTo>
                    <a:pt x="104" y="266"/>
                  </a:lnTo>
                  <a:lnTo>
                    <a:pt x="104" y="264"/>
                  </a:lnTo>
                  <a:lnTo>
                    <a:pt x="104" y="263"/>
                  </a:lnTo>
                  <a:lnTo>
                    <a:pt x="104" y="263"/>
                  </a:lnTo>
                  <a:lnTo>
                    <a:pt x="104" y="260"/>
                  </a:lnTo>
                  <a:lnTo>
                    <a:pt x="104" y="254"/>
                  </a:lnTo>
                  <a:lnTo>
                    <a:pt x="104" y="254"/>
                  </a:lnTo>
                  <a:lnTo>
                    <a:pt x="104" y="250"/>
                  </a:lnTo>
                  <a:lnTo>
                    <a:pt x="104" y="250"/>
                  </a:lnTo>
                  <a:lnTo>
                    <a:pt x="104" y="242"/>
                  </a:lnTo>
                  <a:lnTo>
                    <a:pt x="104" y="242"/>
                  </a:lnTo>
                  <a:lnTo>
                    <a:pt x="109" y="239"/>
                  </a:lnTo>
                  <a:lnTo>
                    <a:pt x="104" y="238"/>
                  </a:lnTo>
                  <a:lnTo>
                    <a:pt x="104" y="238"/>
                  </a:lnTo>
                  <a:lnTo>
                    <a:pt x="103" y="238"/>
                  </a:lnTo>
                  <a:lnTo>
                    <a:pt x="98" y="237"/>
                  </a:lnTo>
                  <a:lnTo>
                    <a:pt x="96" y="233"/>
                  </a:lnTo>
                  <a:lnTo>
                    <a:pt x="96" y="233"/>
                  </a:lnTo>
                  <a:lnTo>
                    <a:pt x="92" y="232"/>
                  </a:lnTo>
                  <a:lnTo>
                    <a:pt x="90" y="232"/>
                  </a:lnTo>
                  <a:lnTo>
                    <a:pt x="90" y="230"/>
                  </a:lnTo>
                  <a:lnTo>
                    <a:pt x="85" y="228"/>
                  </a:lnTo>
                  <a:lnTo>
                    <a:pt x="85" y="221"/>
                  </a:lnTo>
                  <a:lnTo>
                    <a:pt x="84" y="219"/>
                  </a:lnTo>
                  <a:lnTo>
                    <a:pt x="84" y="215"/>
                  </a:lnTo>
                  <a:lnTo>
                    <a:pt x="82" y="215"/>
                  </a:lnTo>
                  <a:lnTo>
                    <a:pt x="84" y="205"/>
                  </a:lnTo>
                  <a:lnTo>
                    <a:pt x="84" y="203"/>
                  </a:lnTo>
                  <a:lnTo>
                    <a:pt x="84" y="198"/>
                  </a:lnTo>
                  <a:lnTo>
                    <a:pt x="84" y="197"/>
                  </a:lnTo>
                  <a:lnTo>
                    <a:pt x="82" y="194"/>
                  </a:lnTo>
                  <a:lnTo>
                    <a:pt x="82" y="193"/>
                  </a:lnTo>
                  <a:lnTo>
                    <a:pt x="82" y="188"/>
                  </a:lnTo>
                  <a:lnTo>
                    <a:pt x="84" y="179"/>
                  </a:lnTo>
                  <a:lnTo>
                    <a:pt x="85" y="178"/>
                  </a:lnTo>
                  <a:lnTo>
                    <a:pt x="85" y="178"/>
                  </a:lnTo>
                  <a:lnTo>
                    <a:pt x="87" y="177"/>
                  </a:lnTo>
                  <a:lnTo>
                    <a:pt x="85" y="169"/>
                  </a:lnTo>
                  <a:lnTo>
                    <a:pt x="85" y="169"/>
                  </a:lnTo>
                  <a:lnTo>
                    <a:pt x="85" y="168"/>
                  </a:lnTo>
                  <a:lnTo>
                    <a:pt x="85" y="166"/>
                  </a:lnTo>
                  <a:lnTo>
                    <a:pt x="85" y="159"/>
                  </a:lnTo>
                  <a:lnTo>
                    <a:pt x="85" y="159"/>
                  </a:lnTo>
                  <a:lnTo>
                    <a:pt x="85" y="154"/>
                  </a:lnTo>
                  <a:lnTo>
                    <a:pt x="85" y="152"/>
                  </a:lnTo>
                  <a:lnTo>
                    <a:pt x="85" y="149"/>
                  </a:lnTo>
                  <a:lnTo>
                    <a:pt x="85" y="142"/>
                  </a:lnTo>
                  <a:lnTo>
                    <a:pt x="84" y="142"/>
                  </a:lnTo>
                  <a:lnTo>
                    <a:pt x="84" y="142"/>
                  </a:lnTo>
                  <a:lnTo>
                    <a:pt x="84" y="139"/>
                  </a:lnTo>
                  <a:lnTo>
                    <a:pt x="84" y="131"/>
                  </a:lnTo>
                  <a:lnTo>
                    <a:pt x="85" y="130"/>
                  </a:lnTo>
                  <a:lnTo>
                    <a:pt x="85" y="127"/>
                  </a:lnTo>
                  <a:lnTo>
                    <a:pt x="90" y="127"/>
                  </a:lnTo>
                  <a:lnTo>
                    <a:pt x="96" y="127"/>
                  </a:lnTo>
                  <a:lnTo>
                    <a:pt x="96" y="127"/>
                  </a:lnTo>
                  <a:lnTo>
                    <a:pt x="100" y="127"/>
                  </a:lnTo>
                  <a:lnTo>
                    <a:pt x="100" y="130"/>
                  </a:lnTo>
                  <a:lnTo>
                    <a:pt x="104" y="131"/>
                  </a:lnTo>
                  <a:lnTo>
                    <a:pt x="104" y="131"/>
                  </a:lnTo>
                  <a:lnTo>
                    <a:pt x="104" y="131"/>
                  </a:lnTo>
                  <a:lnTo>
                    <a:pt x="104" y="131"/>
                  </a:lnTo>
                  <a:lnTo>
                    <a:pt x="109" y="139"/>
                  </a:lnTo>
                  <a:lnTo>
                    <a:pt x="109" y="139"/>
                  </a:lnTo>
                  <a:lnTo>
                    <a:pt x="114" y="139"/>
                  </a:lnTo>
                  <a:lnTo>
                    <a:pt x="115" y="142"/>
                  </a:lnTo>
                  <a:lnTo>
                    <a:pt x="118" y="142"/>
                  </a:lnTo>
                  <a:lnTo>
                    <a:pt x="118" y="142"/>
                  </a:lnTo>
                  <a:lnTo>
                    <a:pt x="120" y="142"/>
                  </a:lnTo>
                  <a:lnTo>
                    <a:pt x="120" y="142"/>
                  </a:lnTo>
                  <a:lnTo>
                    <a:pt x="121" y="142"/>
                  </a:lnTo>
                  <a:lnTo>
                    <a:pt x="121" y="139"/>
                  </a:lnTo>
                  <a:lnTo>
                    <a:pt x="122" y="139"/>
                  </a:lnTo>
                  <a:lnTo>
                    <a:pt x="126" y="139"/>
                  </a:lnTo>
                  <a:lnTo>
                    <a:pt x="126" y="139"/>
                  </a:lnTo>
                  <a:lnTo>
                    <a:pt x="126" y="131"/>
                  </a:lnTo>
                  <a:lnTo>
                    <a:pt x="133" y="131"/>
                  </a:lnTo>
                  <a:lnTo>
                    <a:pt x="133" y="131"/>
                  </a:lnTo>
                  <a:lnTo>
                    <a:pt x="135" y="131"/>
                  </a:lnTo>
                  <a:lnTo>
                    <a:pt x="136" y="131"/>
                  </a:lnTo>
                  <a:lnTo>
                    <a:pt x="138" y="131"/>
                  </a:lnTo>
                  <a:lnTo>
                    <a:pt x="144" y="131"/>
                  </a:lnTo>
                  <a:lnTo>
                    <a:pt x="150" y="131"/>
                  </a:lnTo>
                  <a:lnTo>
                    <a:pt x="151" y="131"/>
                  </a:lnTo>
                  <a:lnTo>
                    <a:pt x="151" y="131"/>
                  </a:lnTo>
                  <a:lnTo>
                    <a:pt x="154" y="127"/>
                  </a:lnTo>
                  <a:lnTo>
                    <a:pt x="154" y="123"/>
                  </a:lnTo>
                  <a:lnTo>
                    <a:pt x="154" y="123"/>
                  </a:lnTo>
                  <a:lnTo>
                    <a:pt x="154" y="118"/>
                  </a:lnTo>
                  <a:lnTo>
                    <a:pt x="157" y="116"/>
                  </a:lnTo>
                  <a:lnTo>
                    <a:pt x="160" y="116"/>
                  </a:lnTo>
                  <a:lnTo>
                    <a:pt x="160" y="109"/>
                  </a:lnTo>
                  <a:lnTo>
                    <a:pt x="160" y="108"/>
                  </a:lnTo>
                  <a:lnTo>
                    <a:pt x="160" y="99"/>
                  </a:lnTo>
                  <a:lnTo>
                    <a:pt x="162" y="98"/>
                  </a:lnTo>
                  <a:lnTo>
                    <a:pt x="162" y="98"/>
                  </a:lnTo>
                  <a:lnTo>
                    <a:pt x="162" y="96"/>
                  </a:lnTo>
                  <a:lnTo>
                    <a:pt x="162" y="93"/>
                  </a:lnTo>
                  <a:lnTo>
                    <a:pt x="160" y="87"/>
                  </a:lnTo>
                  <a:lnTo>
                    <a:pt x="160" y="86"/>
                  </a:lnTo>
                  <a:lnTo>
                    <a:pt x="160" y="86"/>
                  </a:lnTo>
                  <a:lnTo>
                    <a:pt x="160" y="85"/>
                  </a:lnTo>
                  <a:lnTo>
                    <a:pt x="160" y="85"/>
                  </a:lnTo>
                  <a:lnTo>
                    <a:pt x="160" y="81"/>
                  </a:lnTo>
                  <a:lnTo>
                    <a:pt x="157" y="81"/>
                  </a:lnTo>
                  <a:lnTo>
                    <a:pt x="154" y="81"/>
                  </a:lnTo>
                  <a:lnTo>
                    <a:pt x="151" y="81"/>
                  </a:lnTo>
                  <a:lnTo>
                    <a:pt x="150" y="74"/>
                  </a:lnTo>
                  <a:lnTo>
                    <a:pt x="141" y="74"/>
                  </a:lnTo>
                  <a:lnTo>
                    <a:pt x="136" y="72"/>
                  </a:lnTo>
                  <a:lnTo>
                    <a:pt x="136" y="69"/>
                  </a:lnTo>
                  <a:lnTo>
                    <a:pt x="135" y="66"/>
                  </a:lnTo>
                  <a:lnTo>
                    <a:pt x="133" y="66"/>
                  </a:lnTo>
                  <a:lnTo>
                    <a:pt x="126" y="66"/>
                  </a:lnTo>
                  <a:lnTo>
                    <a:pt x="126" y="66"/>
                  </a:lnTo>
                  <a:lnTo>
                    <a:pt x="122" y="69"/>
                  </a:lnTo>
                  <a:lnTo>
                    <a:pt x="120" y="71"/>
                  </a:lnTo>
                  <a:lnTo>
                    <a:pt x="118" y="71"/>
                  </a:lnTo>
                  <a:lnTo>
                    <a:pt x="116" y="71"/>
                  </a:lnTo>
                  <a:lnTo>
                    <a:pt x="115" y="71"/>
                  </a:lnTo>
                  <a:lnTo>
                    <a:pt x="115" y="71"/>
                  </a:lnTo>
                  <a:lnTo>
                    <a:pt x="114" y="72"/>
                  </a:lnTo>
                  <a:lnTo>
                    <a:pt x="109" y="74"/>
                  </a:lnTo>
                  <a:lnTo>
                    <a:pt x="109" y="74"/>
                  </a:lnTo>
                  <a:lnTo>
                    <a:pt x="104" y="81"/>
                  </a:lnTo>
                  <a:lnTo>
                    <a:pt x="104" y="81"/>
                  </a:lnTo>
                  <a:lnTo>
                    <a:pt x="98" y="85"/>
                  </a:lnTo>
                  <a:lnTo>
                    <a:pt x="96" y="85"/>
                  </a:lnTo>
                  <a:lnTo>
                    <a:pt x="90" y="86"/>
                  </a:lnTo>
                  <a:lnTo>
                    <a:pt x="85" y="86"/>
                  </a:lnTo>
                  <a:lnTo>
                    <a:pt x="85" y="87"/>
                  </a:lnTo>
                  <a:lnTo>
                    <a:pt x="84" y="93"/>
                  </a:lnTo>
                  <a:lnTo>
                    <a:pt x="84" y="96"/>
                  </a:lnTo>
                  <a:lnTo>
                    <a:pt x="82" y="96"/>
                  </a:lnTo>
                  <a:lnTo>
                    <a:pt x="82" y="96"/>
                  </a:lnTo>
                  <a:lnTo>
                    <a:pt x="75" y="96"/>
                  </a:lnTo>
                  <a:lnTo>
                    <a:pt x="72" y="98"/>
                  </a:lnTo>
                  <a:lnTo>
                    <a:pt x="65" y="98"/>
                  </a:lnTo>
                  <a:lnTo>
                    <a:pt x="62" y="98"/>
                  </a:lnTo>
                  <a:lnTo>
                    <a:pt x="62" y="102"/>
                  </a:lnTo>
                  <a:lnTo>
                    <a:pt x="58" y="108"/>
                  </a:lnTo>
                  <a:lnTo>
                    <a:pt x="58" y="108"/>
                  </a:lnTo>
                  <a:lnTo>
                    <a:pt x="53" y="108"/>
                  </a:lnTo>
                  <a:lnTo>
                    <a:pt x="50" y="108"/>
                  </a:lnTo>
                  <a:lnTo>
                    <a:pt x="47" y="108"/>
                  </a:lnTo>
                  <a:lnTo>
                    <a:pt x="47" y="102"/>
                  </a:lnTo>
                  <a:lnTo>
                    <a:pt x="47" y="102"/>
                  </a:lnTo>
                  <a:lnTo>
                    <a:pt x="47" y="102"/>
                  </a:lnTo>
                  <a:lnTo>
                    <a:pt x="43" y="102"/>
                  </a:lnTo>
                  <a:lnTo>
                    <a:pt x="40" y="108"/>
                  </a:lnTo>
                  <a:lnTo>
                    <a:pt x="38" y="108"/>
                  </a:lnTo>
                  <a:lnTo>
                    <a:pt x="36" y="108"/>
                  </a:lnTo>
                  <a:lnTo>
                    <a:pt x="30" y="108"/>
                  </a:lnTo>
                  <a:lnTo>
                    <a:pt x="28" y="108"/>
                  </a:lnTo>
                  <a:lnTo>
                    <a:pt x="26" y="108"/>
                  </a:lnTo>
                  <a:lnTo>
                    <a:pt x="22" y="108"/>
                  </a:lnTo>
                  <a:lnTo>
                    <a:pt x="20" y="108"/>
                  </a:lnTo>
                  <a:lnTo>
                    <a:pt x="20" y="108"/>
                  </a:lnTo>
                  <a:lnTo>
                    <a:pt x="20" y="108"/>
                  </a:lnTo>
                  <a:lnTo>
                    <a:pt x="18" y="102"/>
                  </a:lnTo>
                  <a:lnTo>
                    <a:pt x="14" y="102"/>
                  </a:lnTo>
                  <a:lnTo>
                    <a:pt x="14" y="102"/>
                  </a:lnTo>
                  <a:lnTo>
                    <a:pt x="9" y="102"/>
                  </a:lnTo>
                  <a:lnTo>
                    <a:pt x="5" y="108"/>
                  </a:lnTo>
                  <a:lnTo>
                    <a:pt x="3" y="108"/>
                  </a:lnTo>
                  <a:lnTo>
                    <a:pt x="3" y="102"/>
                  </a:lnTo>
                  <a:lnTo>
                    <a:pt x="3" y="98"/>
                  </a:lnTo>
                  <a:lnTo>
                    <a:pt x="3" y="98"/>
                  </a:lnTo>
                  <a:lnTo>
                    <a:pt x="3" y="87"/>
                  </a:lnTo>
                  <a:lnTo>
                    <a:pt x="0" y="86"/>
                  </a:lnTo>
                  <a:lnTo>
                    <a:pt x="0" y="85"/>
                  </a:lnTo>
                  <a:lnTo>
                    <a:pt x="0" y="81"/>
                  </a:lnTo>
                  <a:lnTo>
                    <a:pt x="3" y="81"/>
                  </a:lnTo>
                  <a:lnTo>
                    <a:pt x="3" y="81"/>
                  </a:lnTo>
                  <a:lnTo>
                    <a:pt x="3" y="81"/>
                  </a:lnTo>
                  <a:lnTo>
                    <a:pt x="3" y="78"/>
                  </a:lnTo>
                  <a:lnTo>
                    <a:pt x="4" y="74"/>
                  </a:lnTo>
                  <a:lnTo>
                    <a:pt x="5" y="74"/>
                  </a:lnTo>
                  <a:lnTo>
                    <a:pt x="5" y="74"/>
                  </a:lnTo>
                  <a:lnTo>
                    <a:pt x="5" y="71"/>
                  </a:lnTo>
                  <a:lnTo>
                    <a:pt x="5" y="66"/>
                  </a:lnTo>
                  <a:lnTo>
                    <a:pt x="5" y="65"/>
                  </a:lnTo>
                  <a:lnTo>
                    <a:pt x="9" y="64"/>
                  </a:lnTo>
                  <a:lnTo>
                    <a:pt x="14" y="64"/>
                  </a:lnTo>
                  <a:lnTo>
                    <a:pt x="14" y="59"/>
                  </a:lnTo>
                  <a:lnTo>
                    <a:pt x="14" y="54"/>
                  </a:lnTo>
                  <a:lnTo>
                    <a:pt x="14" y="54"/>
                  </a:lnTo>
                  <a:lnTo>
                    <a:pt x="14" y="50"/>
                  </a:lnTo>
                  <a:lnTo>
                    <a:pt x="14" y="47"/>
                  </a:lnTo>
                  <a:lnTo>
                    <a:pt x="14" y="46"/>
                  </a:lnTo>
                  <a:lnTo>
                    <a:pt x="18" y="46"/>
                  </a:lnTo>
                  <a:lnTo>
                    <a:pt x="20" y="46"/>
                  </a:lnTo>
                  <a:lnTo>
                    <a:pt x="20" y="37"/>
                  </a:lnTo>
                  <a:lnTo>
                    <a:pt x="20" y="37"/>
                  </a:lnTo>
                  <a:lnTo>
                    <a:pt x="20" y="32"/>
                  </a:lnTo>
                  <a:lnTo>
                    <a:pt x="20" y="31"/>
                  </a:lnTo>
                  <a:lnTo>
                    <a:pt x="20" y="31"/>
                  </a:lnTo>
                  <a:lnTo>
                    <a:pt x="22" y="27"/>
                  </a:lnTo>
                  <a:lnTo>
                    <a:pt x="26" y="27"/>
                  </a:lnTo>
                  <a:lnTo>
                    <a:pt x="26" y="24"/>
                  </a:lnTo>
                  <a:lnTo>
                    <a:pt x="30" y="23"/>
                  </a:lnTo>
                  <a:lnTo>
                    <a:pt x="36" y="12"/>
                  </a:lnTo>
                  <a:lnTo>
                    <a:pt x="37" y="12"/>
                  </a:lnTo>
                  <a:lnTo>
                    <a:pt x="38" y="11"/>
                  </a:lnTo>
                  <a:lnTo>
                    <a:pt x="40" y="10"/>
                  </a:lnTo>
                  <a:lnTo>
                    <a:pt x="41" y="10"/>
                  </a:lnTo>
                  <a:lnTo>
                    <a:pt x="43" y="8"/>
                  </a:lnTo>
                  <a:lnTo>
                    <a:pt x="47" y="7"/>
                  </a:lnTo>
                  <a:lnTo>
                    <a:pt x="47" y="7"/>
                  </a:lnTo>
                  <a:lnTo>
                    <a:pt x="47" y="6"/>
                  </a:lnTo>
                  <a:lnTo>
                    <a:pt x="47" y="5"/>
                  </a:lnTo>
                  <a:lnTo>
                    <a:pt x="47" y="5"/>
                  </a:lnTo>
                  <a:lnTo>
                    <a:pt x="47" y="5"/>
                  </a:lnTo>
                  <a:lnTo>
                    <a:pt x="50" y="4"/>
                  </a:lnTo>
                  <a:lnTo>
                    <a:pt x="53" y="4"/>
                  </a:lnTo>
                  <a:lnTo>
                    <a:pt x="58" y="4"/>
                  </a:lnTo>
                  <a:lnTo>
                    <a:pt x="61" y="4"/>
                  </a:lnTo>
                  <a:lnTo>
                    <a:pt x="62" y="4"/>
                  </a:lnTo>
                  <a:lnTo>
                    <a:pt x="62" y="4"/>
                  </a:lnTo>
                  <a:lnTo>
                    <a:pt x="70" y="4"/>
                  </a:lnTo>
                  <a:lnTo>
                    <a:pt x="72" y="4"/>
                  </a:lnTo>
                  <a:lnTo>
                    <a:pt x="75" y="4"/>
                  </a:lnTo>
                  <a:lnTo>
                    <a:pt x="75" y="3"/>
                  </a:lnTo>
                  <a:lnTo>
                    <a:pt x="75" y="3"/>
                  </a:lnTo>
                  <a:lnTo>
                    <a:pt x="82" y="0"/>
                  </a:lnTo>
                  <a:lnTo>
                    <a:pt x="84" y="0"/>
                  </a:lnTo>
                  <a:lnTo>
                    <a:pt x="87" y="0"/>
                  </a:lnTo>
                  <a:lnTo>
                    <a:pt x="96" y="0"/>
                  </a:lnTo>
                  <a:lnTo>
                    <a:pt x="98" y="0"/>
                  </a:lnTo>
                  <a:lnTo>
                    <a:pt x="100" y="0"/>
                  </a:lnTo>
                  <a:lnTo>
                    <a:pt x="104" y="0"/>
                  </a:lnTo>
                  <a:lnTo>
                    <a:pt x="104" y="0"/>
                  </a:lnTo>
                  <a:lnTo>
                    <a:pt x="104" y="0"/>
                  </a:lnTo>
                  <a:lnTo>
                    <a:pt x="104" y="0"/>
                  </a:lnTo>
                  <a:lnTo>
                    <a:pt x="109" y="0"/>
                  </a:lnTo>
                  <a:lnTo>
                    <a:pt x="114" y="0"/>
                  </a:lnTo>
                  <a:lnTo>
                    <a:pt x="115" y="0"/>
                  </a:lnTo>
                  <a:lnTo>
                    <a:pt x="118" y="0"/>
                  </a:lnTo>
                  <a:lnTo>
                    <a:pt x="118" y="0"/>
                  </a:lnTo>
                  <a:lnTo>
                    <a:pt x="120" y="0"/>
                  </a:lnTo>
                  <a:lnTo>
                    <a:pt x="122" y="0"/>
                  </a:lnTo>
                  <a:lnTo>
                    <a:pt x="126" y="0"/>
                  </a:lnTo>
                  <a:lnTo>
                    <a:pt x="131" y="0"/>
                  </a:lnTo>
                  <a:lnTo>
                    <a:pt x="138" y="0"/>
                  </a:lnTo>
                  <a:lnTo>
                    <a:pt x="141" y="0"/>
                  </a:lnTo>
                  <a:lnTo>
                    <a:pt x="141" y="0"/>
                  </a:lnTo>
                  <a:lnTo>
                    <a:pt x="141" y="0"/>
                  </a:lnTo>
                  <a:lnTo>
                    <a:pt x="150" y="0"/>
                  </a:lnTo>
                  <a:lnTo>
                    <a:pt x="150" y="0"/>
                  </a:lnTo>
                  <a:lnTo>
                    <a:pt x="151" y="0"/>
                  </a:lnTo>
                  <a:lnTo>
                    <a:pt x="151" y="0"/>
                  </a:lnTo>
                  <a:lnTo>
                    <a:pt x="154" y="0"/>
                  </a:lnTo>
                  <a:lnTo>
                    <a:pt x="154" y="0"/>
                  </a:lnTo>
                  <a:lnTo>
                    <a:pt x="157" y="0"/>
                  </a:lnTo>
                  <a:lnTo>
                    <a:pt x="157" y="0"/>
                  </a:lnTo>
                  <a:lnTo>
                    <a:pt x="160" y="0"/>
                  </a:lnTo>
                  <a:lnTo>
                    <a:pt x="160" y="0"/>
                  </a:lnTo>
                  <a:lnTo>
                    <a:pt x="160" y="0"/>
                  </a:lnTo>
                  <a:lnTo>
                    <a:pt x="160" y="0"/>
                  </a:lnTo>
                  <a:lnTo>
                    <a:pt x="162" y="0"/>
                  </a:lnTo>
                  <a:lnTo>
                    <a:pt x="162" y="0"/>
                  </a:lnTo>
                  <a:lnTo>
                    <a:pt x="165" y="0"/>
                  </a:lnTo>
                  <a:lnTo>
                    <a:pt x="168" y="0"/>
                  </a:lnTo>
                  <a:lnTo>
                    <a:pt x="172" y="0"/>
                  </a:lnTo>
                  <a:lnTo>
                    <a:pt x="174" y="0"/>
                  </a:lnTo>
                  <a:lnTo>
                    <a:pt x="175" y="1"/>
                  </a:lnTo>
                  <a:lnTo>
                    <a:pt x="175" y="1"/>
                  </a:lnTo>
                  <a:lnTo>
                    <a:pt x="175" y="3"/>
                  </a:lnTo>
                  <a:lnTo>
                    <a:pt x="179" y="3"/>
                  </a:lnTo>
                  <a:lnTo>
                    <a:pt x="181" y="3"/>
                  </a:lnTo>
                  <a:lnTo>
                    <a:pt x="183" y="3"/>
                  </a:lnTo>
                  <a:lnTo>
                    <a:pt x="188" y="3"/>
                  </a:lnTo>
                  <a:lnTo>
                    <a:pt x="190" y="3"/>
                  </a:lnTo>
                  <a:lnTo>
                    <a:pt x="190" y="3"/>
                  </a:lnTo>
                  <a:lnTo>
                    <a:pt x="190" y="4"/>
                  </a:lnTo>
                  <a:lnTo>
                    <a:pt x="192" y="4"/>
                  </a:lnTo>
                  <a:lnTo>
                    <a:pt x="195" y="4"/>
                  </a:lnTo>
                  <a:lnTo>
                    <a:pt x="199" y="4"/>
                  </a:lnTo>
                  <a:lnTo>
                    <a:pt x="199" y="4"/>
                  </a:lnTo>
                  <a:lnTo>
                    <a:pt x="199" y="4"/>
                  </a:lnTo>
                  <a:lnTo>
                    <a:pt x="199" y="4"/>
                  </a:lnTo>
                  <a:lnTo>
                    <a:pt x="206" y="4"/>
                  </a:lnTo>
                  <a:lnTo>
                    <a:pt x="209" y="4"/>
                  </a:lnTo>
                  <a:lnTo>
                    <a:pt x="209" y="4"/>
                  </a:lnTo>
                  <a:lnTo>
                    <a:pt x="209" y="4"/>
                  </a:lnTo>
                  <a:lnTo>
                    <a:pt x="209" y="4"/>
                  </a:lnTo>
                  <a:lnTo>
                    <a:pt x="214" y="4"/>
                  </a:lnTo>
                  <a:lnTo>
                    <a:pt x="214" y="4"/>
                  </a:lnTo>
                  <a:lnTo>
                    <a:pt x="219" y="4"/>
                  </a:lnTo>
                  <a:lnTo>
                    <a:pt x="221" y="4"/>
                  </a:lnTo>
                  <a:lnTo>
                    <a:pt x="221" y="4"/>
                  </a:lnTo>
                  <a:lnTo>
                    <a:pt x="225" y="4"/>
                  </a:lnTo>
                  <a:lnTo>
                    <a:pt x="225" y="4"/>
                  </a:lnTo>
                  <a:lnTo>
                    <a:pt x="225" y="4"/>
                  </a:lnTo>
                  <a:lnTo>
                    <a:pt x="225" y="4"/>
                  </a:lnTo>
                  <a:lnTo>
                    <a:pt x="225" y="5"/>
                  </a:lnTo>
                  <a:lnTo>
                    <a:pt x="225" y="5"/>
                  </a:lnTo>
                  <a:lnTo>
                    <a:pt x="227" y="5"/>
                  </a:lnTo>
                  <a:lnTo>
                    <a:pt x="231" y="6"/>
                  </a:lnTo>
                  <a:lnTo>
                    <a:pt x="232" y="6"/>
                  </a:lnTo>
                  <a:lnTo>
                    <a:pt x="236" y="7"/>
                  </a:lnTo>
                  <a:lnTo>
                    <a:pt x="236" y="7"/>
                  </a:lnTo>
                  <a:lnTo>
                    <a:pt x="241" y="7"/>
                  </a:lnTo>
                  <a:lnTo>
                    <a:pt x="245" y="8"/>
                  </a:lnTo>
                  <a:lnTo>
                    <a:pt x="245" y="8"/>
                  </a:lnTo>
                  <a:lnTo>
                    <a:pt x="248" y="8"/>
                  </a:lnTo>
                  <a:lnTo>
                    <a:pt x="248" y="10"/>
                  </a:lnTo>
                  <a:lnTo>
                    <a:pt x="248" y="10"/>
                  </a:lnTo>
                  <a:lnTo>
                    <a:pt x="248" y="11"/>
                  </a:lnTo>
                  <a:lnTo>
                    <a:pt x="248" y="12"/>
                  </a:lnTo>
                  <a:lnTo>
                    <a:pt x="248" y="23"/>
                  </a:lnTo>
                  <a:lnTo>
                    <a:pt x="248" y="24"/>
                  </a:lnTo>
                  <a:lnTo>
                    <a:pt x="260" y="27"/>
                  </a:lnTo>
                  <a:lnTo>
                    <a:pt x="260" y="27"/>
                  </a:lnTo>
                  <a:lnTo>
                    <a:pt x="261" y="28"/>
                  </a:lnTo>
                  <a:lnTo>
                    <a:pt x="265" y="31"/>
                  </a:lnTo>
                  <a:lnTo>
                    <a:pt x="265" y="31"/>
                  </a:lnTo>
                  <a:lnTo>
                    <a:pt x="265" y="31"/>
                  </a:lnTo>
                  <a:lnTo>
                    <a:pt x="265" y="32"/>
                  </a:lnTo>
                  <a:lnTo>
                    <a:pt x="271" y="32"/>
                  </a:lnTo>
                  <a:lnTo>
                    <a:pt x="273" y="37"/>
                  </a:lnTo>
                  <a:lnTo>
                    <a:pt x="273" y="37"/>
                  </a:lnTo>
                  <a:lnTo>
                    <a:pt x="277" y="37"/>
                  </a:lnTo>
                  <a:lnTo>
                    <a:pt x="277" y="46"/>
                  </a:lnTo>
                  <a:lnTo>
                    <a:pt x="280" y="46"/>
                  </a:lnTo>
                  <a:lnTo>
                    <a:pt x="284" y="46"/>
                  </a:lnTo>
                  <a:lnTo>
                    <a:pt x="284" y="46"/>
                  </a:lnTo>
                  <a:lnTo>
                    <a:pt x="284" y="47"/>
                  </a:lnTo>
                  <a:lnTo>
                    <a:pt x="284" y="47"/>
                  </a:lnTo>
                  <a:lnTo>
                    <a:pt x="291" y="50"/>
                  </a:lnTo>
                  <a:lnTo>
                    <a:pt x="292" y="50"/>
                  </a:lnTo>
                  <a:lnTo>
                    <a:pt x="292" y="54"/>
                  </a:lnTo>
                  <a:lnTo>
                    <a:pt x="293" y="54"/>
                  </a:lnTo>
                  <a:lnTo>
                    <a:pt x="294" y="58"/>
                  </a:lnTo>
                  <a:lnTo>
                    <a:pt x="294" y="59"/>
                  </a:lnTo>
                  <a:lnTo>
                    <a:pt x="304" y="65"/>
                  </a:lnTo>
                  <a:lnTo>
                    <a:pt x="304" y="66"/>
                  </a:lnTo>
                  <a:lnTo>
                    <a:pt x="306" y="69"/>
                  </a:lnTo>
                  <a:lnTo>
                    <a:pt x="307" y="71"/>
                  </a:lnTo>
                  <a:lnTo>
                    <a:pt x="307" y="72"/>
                  </a:lnTo>
                  <a:lnTo>
                    <a:pt x="307" y="74"/>
                  </a:lnTo>
                  <a:lnTo>
                    <a:pt x="307" y="74"/>
                  </a:lnTo>
                  <a:lnTo>
                    <a:pt x="308" y="79"/>
                  </a:lnTo>
                  <a:lnTo>
                    <a:pt x="310" y="81"/>
                  </a:lnTo>
                  <a:lnTo>
                    <a:pt x="316" y="85"/>
                  </a:lnTo>
                  <a:lnTo>
                    <a:pt x="316" y="86"/>
                  </a:lnTo>
                  <a:lnTo>
                    <a:pt x="316" y="86"/>
                  </a:lnTo>
                  <a:lnTo>
                    <a:pt x="320" y="86"/>
                  </a:lnTo>
                  <a:lnTo>
                    <a:pt x="320" y="87"/>
                  </a:lnTo>
                  <a:lnTo>
                    <a:pt x="320" y="93"/>
                  </a:lnTo>
                  <a:lnTo>
                    <a:pt x="320" y="96"/>
                  </a:lnTo>
                  <a:lnTo>
                    <a:pt x="320" y="96"/>
                  </a:lnTo>
                  <a:lnTo>
                    <a:pt x="325" y="98"/>
                  </a:lnTo>
                  <a:lnTo>
                    <a:pt x="325" y="98"/>
                  </a:lnTo>
                  <a:lnTo>
                    <a:pt x="325" y="102"/>
                  </a:lnTo>
                  <a:lnTo>
                    <a:pt x="325" y="108"/>
                  </a:lnTo>
                  <a:lnTo>
                    <a:pt x="325" y="108"/>
                  </a:lnTo>
                  <a:lnTo>
                    <a:pt x="325" y="108"/>
                  </a:lnTo>
                  <a:lnTo>
                    <a:pt x="328" y="108"/>
                  </a:lnTo>
                  <a:lnTo>
                    <a:pt x="328" y="108"/>
                  </a:lnTo>
                  <a:lnTo>
                    <a:pt x="328" y="108"/>
                  </a:lnTo>
                  <a:lnTo>
                    <a:pt x="331" y="109"/>
                  </a:lnTo>
                  <a:lnTo>
                    <a:pt x="336" y="109"/>
                  </a:lnTo>
                  <a:lnTo>
                    <a:pt x="339" y="116"/>
                  </a:lnTo>
                  <a:lnTo>
                    <a:pt x="339" y="118"/>
                  </a:lnTo>
                  <a:lnTo>
                    <a:pt x="341" y="123"/>
                  </a:lnTo>
                  <a:lnTo>
                    <a:pt x="341" y="123"/>
                  </a:lnTo>
                  <a:lnTo>
                    <a:pt x="344" y="127"/>
                  </a:lnTo>
                  <a:lnTo>
                    <a:pt x="347" y="127"/>
                  </a:lnTo>
                  <a:lnTo>
                    <a:pt x="347" y="127"/>
                  </a:lnTo>
                  <a:lnTo>
                    <a:pt x="351" y="130"/>
                  </a:lnTo>
                  <a:lnTo>
                    <a:pt x="351" y="130"/>
                  </a:lnTo>
                  <a:lnTo>
                    <a:pt x="351" y="131"/>
                  </a:lnTo>
                  <a:lnTo>
                    <a:pt x="353" y="131"/>
                  </a:lnTo>
                  <a:lnTo>
                    <a:pt x="354" y="131"/>
                  </a:lnTo>
                  <a:lnTo>
                    <a:pt x="354" y="131"/>
                  </a:lnTo>
                  <a:lnTo>
                    <a:pt x="354" y="139"/>
                  </a:lnTo>
                  <a:lnTo>
                    <a:pt x="354" y="139"/>
                  </a:lnTo>
                  <a:lnTo>
                    <a:pt x="358" y="142"/>
                  </a:lnTo>
                  <a:lnTo>
                    <a:pt x="362" y="142"/>
                  </a:lnTo>
                  <a:lnTo>
                    <a:pt x="364" y="142"/>
                  </a:lnTo>
                  <a:lnTo>
                    <a:pt x="366" y="142"/>
                  </a:lnTo>
                  <a:lnTo>
                    <a:pt x="367" y="142"/>
                  </a:lnTo>
                  <a:lnTo>
                    <a:pt x="367" y="149"/>
                  </a:lnTo>
                  <a:lnTo>
                    <a:pt x="367" y="151"/>
                  </a:lnTo>
                  <a:lnTo>
                    <a:pt x="367" y="151"/>
                  </a:lnTo>
                  <a:lnTo>
                    <a:pt x="367" y="152"/>
                  </a:lnTo>
                  <a:lnTo>
                    <a:pt x="367" y="152"/>
                  </a:lnTo>
                  <a:lnTo>
                    <a:pt x="368" y="152"/>
                  </a:lnTo>
                  <a:lnTo>
                    <a:pt x="370" y="152"/>
                  </a:lnTo>
                  <a:lnTo>
                    <a:pt x="373" y="152"/>
                  </a:lnTo>
                  <a:lnTo>
                    <a:pt x="373" y="152"/>
                  </a:lnTo>
                  <a:lnTo>
                    <a:pt x="379" y="154"/>
                  </a:lnTo>
                  <a:lnTo>
                    <a:pt x="380" y="154"/>
                  </a:lnTo>
                  <a:lnTo>
                    <a:pt x="382" y="154"/>
                  </a:lnTo>
                  <a:lnTo>
                    <a:pt x="385" y="159"/>
                  </a:lnTo>
                  <a:lnTo>
                    <a:pt x="385" y="159"/>
                  </a:lnTo>
                  <a:lnTo>
                    <a:pt x="385" y="159"/>
                  </a:lnTo>
                  <a:lnTo>
                    <a:pt x="387" y="159"/>
                  </a:lnTo>
                  <a:lnTo>
                    <a:pt x="391" y="159"/>
                  </a:lnTo>
                  <a:lnTo>
                    <a:pt x="394" y="159"/>
                  </a:lnTo>
                  <a:lnTo>
                    <a:pt x="394" y="159"/>
                  </a:lnTo>
                  <a:lnTo>
                    <a:pt x="398" y="161"/>
                  </a:lnTo>
                  <a:lnTo>
                    <a:pt x="398" y="161"/>
                  </a:lnTo>
                  <a:lnTo>
                    <a:pt x="398" y="161"/>
                  </a:lnTo>
                  <a:lnTo>
                    <a:pt x="400" y="161"/>
                  </a:lnTo>
                  <a:lnTo>
                    <a:pt x="400" y="161"/>
                  </a:lnTo>
                  <a:lnTo>
                    <a:pt x="400" y="166"/>
                  </a:lnTo>
                  <a:lnTo>
                    <a:pt x="404" y="166"/>
                  </a:lnTo>
                  <a:lnTo>
                    <a:pt x="405" y="166"/>
                  </a:lnTo>
                  <a:lnTo>
                    <a:pt x="408" y="168"/>
                  </a:lnTo>
                  <a:lnTo>
                    <a:pt x="409" y="168"/>
                  </a:lnTo>
                  <a:lnTo>
                    <a:pt x="409" y="169"/>
                  </a:lnTo>
                  <a:lnTo>
                    <a:pt x="410" y="169"/>
                  </a:lnTo>
                  <a:lnTo>
                    <a:pt x="410" y="169"/>
                  </a:lnTo>
                  <a:lnTo>
                    <a:pt x="419" y="169"/>
                  </a:lnTo>
                  <a:lnTo>
                    <a:pt x="420" y="177"/>
                  </a:lnTo>
                  <a:lnTo>
                    <a:pt x="422" y="177"/>
                  </a:lnTo>
                  <a:lnTo>
                    <a:pt x="426" y="177"/>
                  </a:lnTo>
                  <a:lnTo>
                    <a:pt x="426" y="177"/>
                  </a:lnTo>
                  <a:lnTo>
                    <a:pt x="428" y="177"/>
                  </a:lnTo>
                  <a:lnTo>
                    <a:pt x="430" y="178"/>
                  </a:lnTo>
                  <a:lnTo>
                    <a:pt x="431" y="178"/>
                  </a:lnTo>
                  <a:lnTo>
                    <a:pt x="437" y="178"/>
                  </a:lnTo>
                  <a:lnTo>
                    <a:pt x="440" y="178"/>
                  </a:lnTo>
                  <a:lnTo>
                    <a:pt x="440" y="178"/>
                  </a:lnTo>
                  <a:lnTo>
                    <a:pt x="448" y="178"/>
                  </a:lnTo>
                  <a:lnTo>
                    <a:pt x="448" y="182"/>
                  </a:lnTo>
                  <a:lnTo>
                    <a:pt x="449" y="183"/>
                  </a:lnTo>
                  <a:lnTo>
                    <a:pt x="449" y="183"/>
                  </a:lnTo>
                  <a:lnTo>
                    <a:pt x="454" y="184"/>
                  </a:lnTo>
                  <a:lnTo>
                    <a:pt x="458" y="188"/>
                  </a:lnTo>
                  <a:lnTo>
                    <a:pt x="460" y="188"/>
                  </a:lnTo>
                  <a:lnTo>
                    <a:pt x="465" y="193"/>
                  </a:lnTo>
                  <a:lnTo>
                    <a:pt x="469" y="193"/>
                  </a:lnTo>
                  <a:lnTo>
                    <a:pt x="469" y="193"/>
                  </a:lnTo>
                  <a:lnTo>
                    <a:pt x="469" y="193"/>
                  </a:lnTo>
                  <a:lnTo>
                    <a:pt x="473" y="188"/>
                  </a:lnTo>
                  <a:lnTo>
                    <a:pt x="473" y="188"/>
                  </a:lnTo>
                  <a:lnTo>
                    <a:pt x="473" y="188"/>
                  </a:lnTo>
                  <a:lnTo>
                    <a:pt x="473" y="188"/>
                  </a:lnTo>
                  <a:lnTo>
                    <a:pt x="473" y="188"/>
                  </a:lnTo>
                  <a:lnTo>
                    <a:pt x="477" y="193"/>
                  </a:lnTo>
                  <a:lnTo>
                    <a:pt x="480" y="193"/>
                  </a:lnTo>
                  <a:lnTo>
                    <a:pt x="480" y="193"/>
                  </a:lnTo>
                  <a:lnTo>
                    <a:pt x="485" y="188"/>
                  </a:lnTo>
                  <a:lnTo>
                    <a:pt x="485" y="184"/>
                  </a:lnTo>
                  <a:lnTo>
                    <a:pt x="485" y="183"/>
                  </a:lnTo>
                  <a:lnTo>
                    <a:pt x="486" y="182"/>
                  </a:lnTo>
                  <a:lnTo>
                    <a:pt x="487" y="179"/>
                  </a:lnTo>
                  <a:lnTo>
                    <a:pt x="496" y="179"/>
                  </a:lnTo>
                  <a:lnTo>
                    <a:pt x="500" y="182"/>
                  </a:lnTo>
                  <a:lnTo>
                    <a:pt x="513" y="179"/>
                  </a:lnTo>
                  <a:lnTo>
                    <a:pt x="513" y="179"/>
                  </a:lnTo>
                  <a:lnTo>
                    <a:pt x="515" y="178"/>
                  </a:lnTo>
                  <a:lnTo>
                    <a:pt x="515" y="178"/>
                  </a:lnTo>
                  <a:lnTo>
                    <a:pt x="517" y="178"/>
                  </a:lnTo>
                  <a:lnTo>
                    <a:pt x="521" y="178"/>
                  </a:lnTo>
                  <a:lnTo>
                    <a:pt x="522" y="178"/>
                  </a:lnTo>
                  <a:lnTo>
                    <a:pt x="526" y="178"/>
                  </a:lnTo>
                  <a:lnTo>
                    <a:pt x="527" y="179"/>
                  </a:lnTo>
                  <a:lnTo>
                    <a:pt x="527" y="178"/>
                  </a:lnTo>
                  <a:lnTo>
                    <a:pt x="529" y="178"/>
                  </a:lnTo>
                  <a:lnTo>
                    <a:pt x="532" y="178"/>
                  </a:lnTo>
                  <a:lnTo>
                    <a:pt x="536" y="178"/>
                  </a:lnTo>
                  <a:lnTo>
                    <a:pt x="536" y="178"/>
                  </a:lnTo>
                  <a:lnTo>
                    <a:pt x="541" y="177"/>
                  </a:lnTo>
                  <a:lnTo>
                    <a:pt x="544" y="177"/>
                  </a:lnTo>
                  <a:lnTo>
                    <a:pt x="550" y="178"/>
                  </a:lnTo>
                  <a:lnTo>
                    <a:pt x="553" y="178"/>
                  </a:lnTo>
                  <a:lnTo>
                    <a:pt x="553" y="178"/>
                  </a:lnTo>
                  <a:lnTo>
                    <a:pt x="553" y="177"/>
                  </a:lnTo>
                  <a:lnTo>
                    <a:pt x="556" y="169"/>
                  </a:lnTo>
                  <a:lnTo>
                    <a:pt x="557" y="169"/>
                  </a:lnTo>
                  <a:lnTo>
                    <a:pt x="561" y="169"/>
                  </a:lnTo>
                  <a:lnTo>
                    <a:pt x="563" y="169"/>
                  </a:lnTo>
                  <a:lnTo>
                    <a:pt x="570" y="169"/>
                  </a:lnTo>
                  <a:lnTo>
                    <a:pt x="572" y="169"/>
                  </a:lnTo>
                  <a:lnTo>
                    <a:pt x="575" y="169"/>
                  </a:lnTo>
                  <a:lnTo>
                    <a:pt x="575" y="169"/>
                  </a:lnTo>
                  <a:lnTo>
                    <a:pt x="575" y="169"/>
                  </a:lnTo>
                  <a:lnTo>
                    <a:pt x="577" y="169"/>
                  </a:lnTo>
                  <a:lnTo>
                    <a:pt x="577" y="169"/>
                  </a:lnTo>
                  <a:lnTo>
                    <a:pt x="580" y="169"/>
                  </a:lnTo>
                  <a:lnTo>
                    <a:pt x="581" y="169"/>
                  </a:lnTo>
                  <a:lnTo>
                    <a:pt x="588" y="168"/>
                  </a:lnTo>
                  <a:lnTo>
                    <a:pt x="588" y="168"/>
                  </a:lnTo>
                  <a:lnTo>
                    <a:pt x="588" y="168"/>
                  </a:lnTo>
                  <a:lnTo>
                    <a:pt x="588" y="168"/>
                  </a:lnTo>
                  <a:lnTo>
                    <a:pt x="591" y="168"/>
                  </a:lnTo>
                  <a:lnTo>
                    <a:pt x="594" y="168"/>
                  </a:lnTo>
                  <a:lnTo>
                    <a:pt x="594" y="168"/>
                  </a:lnTo>
                  <a:lnTo>
                    <a:pt x="596" y="168"/>
                  </a:lnTo>
                  <a:lnTo>
                    <a:pt x="596" y="168"/>
                  </a:lnTo>
                  <a:lnTo>
                    <a:pt x="600" y="168"/>
                  </a:lnTo>
                  <a:lnTo>
                    <a:pt x="601" y="168"/>
                  </a:lnTo>
                  <a:lnTo>
                    <a:pt x="609" y="168"/>
                  </a:lnTo>
                  <a:lnTo>
                    <a:pt x="610" y="169"/>
                  </a:lnTo>
                  <a:lnTo>
                    <a:pt x="610" y="169"/>
                  </a:lnTo>
                  <a:lnTo>
                    <a:pt x="610" y="169"/>
                  </a:lnTo>
                  <a:lnTo>
                    <a:pt x="610" y="169"/>
                  </a:lnTo>
                  <a:lnTo>
                    <a:pt x="619" y="168"/>
                  </a:lnTo>
                  <a:lnTo>
                    <a:pt x="619" y="168"/>
                  </a:lnTo>
                  <a:lnTo>
                    <a:pt x="621" y="168"/>
                  </a:lnTo>
                  <a:lnTo>
                    <a:pt x="625" y="168"/>
                  </a:lnTo>
                  <a:lnTo>
                    <a:pt x="629" y="167"/>
                  </a:lnTo>
                  <a:lnTo>
                    <a:pt x="631" y="166"/>
                  </a:lnTo>
                  <a:lnTo>
                    <a:pt x="631" y="166"/>
                  </a:lnTo>
                  <a:lnTo>
                    <a:pt x="631" y="166"/>
                  </a:lnTo>
                  <a:lnTo>
                    <a:pt x="638" y="166"/>
                  </a:lnTo>
                  <a:lnTo>
                    <a:pt x="639" y="166"/>
                  </a:lnTo>
                  <a:lnTo>
                    <a:pt x="643" y="166"/>
                  </a:lnTo>
                  <a:lnTo>
                    <a:pt x="646" y="166"/>
                  </a:lnTo>
                  <a:lnTo>
                    <a:pt x="647" y="166"/>
                  </a:lnTo>
                  <a:lnTo>
                    <a:pt x="647" y="166"/>
                  </a:lnTo>
                  <a:lnTo>
                    <a:pt x="658" y="166"/>
                  </a:lnTo>
                  <a:lnTo>
                    <a:pt x="660" y="166"/>
                  </a:lnTo>
                  <a:lnTo>
                    <a:pt x="664" y="166"/>
                  </a:lnTo>
                  <a:lnTo>
                    <a:pt x="669" y="166"/>
                  </a:lnTo>
                  <a:lnTo>
                    <a:pt x="669" y="166"/>
                  </a:lnTo>
                  <a:lnTo>
                    <a:pt x="671" y="166"/>
                  </a:lnTo>
                  <a:lnTo>
                    <a:pt x="672" y="161"/>
                  </a:lnTo>
                  <a:lnTo>
                    <a:pt x="677" y="159"/>
                  </a:lnTo>
                  <a:lnTo>
                    <a:pt x="684" y="159"/>
                  </a:lnTo>
                  <a:lnTo>
                    <a:pt x="684" y="159"/>
                  </a:lnTo>
                  <a:lnTo>
                    <a:pt x="684" y="161"/>
                  </a:lnTo>
                  <a:lnTo>
                    <a:pt x="685" y="161"/>
                  </a:lnTo>
                  <a:lnTo>
                    <a:pt x="689" y="159"/>
                  </a:lnTo>
                  <a:lnTo>
                    <a:pt x="691" y="159"/>
                  </a:lnTo>
                  <a:lnTo>
                    <a:pt x="691" y="159"/>
                  </a:lnTo>
                  <a:lnTo>
                    <a:pt x="693" y="159"/>
                  </a:lnTo>
                  <a:lnTo>
                    <a:pt x="705" y="159"/>
                  </a:lnTo>
                  <a:lnTo>
                    <a:pt x="706" y="159"/>
                  </a:lnTo>
                  <a:lnTo>
                    <a:pt x="706" y="159"/>
                  </a:lnTo>
                  <a:lnTo>
                    <a:pt x="708" y="159"/>
                  </a:lnTo>
                  <a:lnTo>
                    <a:pt x="710" y="161"/>
                  </a:lnTo>
                  <a:lnTo>
                    <a:pt x="712" y="166"/>
                  </a:lnTo>
                  <a:lnTo>
                    <a:pt x="716" y="166"/>
                  </a:lnTo>
                  <a:lnTo>
                    <a:pt x="719" y="166"/>
                  </a:lnTo>
                  <a:lnTo>
                    <a:pt x="724" y="166"/>
                  </a:lnTo>
                  <a:lnTo>
                    <a:pt x="724" y="166"/>
                  </a:lnTo>
                  <a:lnTo>
                    <a:pt x="728" y="166"/>
                  </a:lnTo>
                  <a:lnTo>
                    <a:pt x="730" y="166"/>
                  </a:lnTo>
                  <a:lnTo>
                    <a:pt x="730" y="166"/>
                  </a:lnTo>
                  <a:lnTo>
                    <a:pt x="731" y="161"/>
                  </a:lnTo>
                  <a:lnTo>
                    <a:pt x="731" y="159"/>
                  </a:lnTo>
                  <a:lnTo>
                    <a:pt x="743" y="159"/>
                  </a:lnTo>
                  <a:lnTo>
                    <a:pt x="743" y="159"/>
                  </a:lnTo>
                  <a:lnTo>
                    <a:pt x="749" y="159"/>
                  </a:lnTo>
                  <a:lnTo>
                    <a:pt x="750" y="161"/>
                  </a:lnTo>
                  <a:lnTo>
                    <a:pt x="752" y="161"/>
                  </a:lnTo>
                  <a:lnTo>
                    <a:pt x="758" y="161"/>
                  </a:lnTo>
                  <a:lnTo>
                    <a:pt x="758" y="161"/>
                  </a:lnTo>
                  <a:lnTo>
                    <a:pt x="763" y="159"/>
                  </a:lnTo>
                  <a:lnTo>
                    <a:pt x="765" y="159"/>
                  </a:lnTo>
                  <a:lnTo>
                    <a:pt x="765" y="159"/>
                  </a:lnTo>
                  <a:lnTo>
                    <a:pt x="771" y="159"/>
                  </a:lnTo>
                  <a:lnTo>
                    <a:pt x="778" y="159"/>
                  </a:lnTo>
                  <a:lnTo>
                    <a:pt x="778" y="161"/>
                  </a:lnTo>
                  <a:lnTo>
                    <a:pt x="780" y="161"/>
                  </a:lnTo>
                  <a:lnTo>
                    <a:pt x="781" y="166"/>
                  </a:lnTo>
                  <a:lnTo>
                    <a:pt x="783" y="166"/>
                  </a:lnTo>
                  <a:lnTo>
                    <a:pt x="785" y="166"/>
                  </a:lnTo>
                  <a:lnTo>
                    <a:pt x="785" y="166"/>
                  </a:lnTo>
                  <a:lnTo>
                    <a:pt x="788" y="166"/>
                  </a:lnTo>
                  <a:lnTo>
                    <a:pt x="788" y="166"/>
                  </a:lnTo>
                  <a:lnTo>
                    <a:pt x="788" y="166"/>
                  </a:lnTo>
                  <a:lnTo>
                    <a:pt x="788" y="166"/>
                  </a:lnTo>
                  <a:lnTo>
                    <a:pt x="794" y="161"/>
                  </a:lnTo>
                  <a:lnTo>
                    <a:pt x="796" y="159"/>
                  </a:lnTo>
                  <a:lnTo>
                    <a:pt x="796" y="159"/>
                  </a:lnTo>
                  <a:lnTo>
                    <a:pt x="796" y="159"/>
                  </a:lnTo>
                  <a:lnTo>
                    <a:pt x="801" y="159"/>
                  </a:lnTo>
                  <a:lnTo>
                    <a:pt x="802" y="159"/>
                  </a:lnTo>
                  <a:lnTo>
                    <a:pt x="806" y="159"/>
                  </a:lnTo>
                  <a:lnTo>
                    <a:pt x="811" y="159"/>
                  </a:lnTo>
                  <a:lnTo>
                    <a:pt x="811" y="159"/>
                  </a:lnTo>
                  <a:lnTo>
                    <a:pt x="814" y="159"/>
                  </a:lnTo>
                  <a:lnTo>
                    <a:pt x="820" y="159"/>
                  </a:lnTo>
                  <a:lnTo>
                    <a:pt x="821" y="159"/>
                  </a:lnTo>
                  <a:lnTo>
                    <a:pt x="828" y="159"/>
                  </a:lnTo>
                  <a:lnTo>
                    <a:pt x="830" y="159"/>
                  </a:lnTo>
                  <a:lnTo>
                    <a:pt x="834" y="159"/>
                  </a:lnTo>
                  <a:lnTo>
                    <a:pt x="835" y="159"/>
                  </a:lnTo>
                  <a:lnTo>
                    <a:pt x="838" y="159"/>
                  </a:lnTo>
                  <a:lnTo>
                    <a:pt x="844" y="159"/>
                  </a:lnTo>
                  <a:lnTo>
                    <a:pt x="849" y="159"/>
                  </a:lnTo>
                  <a:lnTo>
                    <a:pt x="850" y="159"/>
                  </a:lnTo>
                  <a:lnTo>
                    <a:pt x="850" y="159"/>
                  </a:lnTo>
                  <a:lnTo>
                    <a:pt x="855" y="159"/>
                  </a:lnTo>
                  <a:lnTo>
                    <a:pt x="862" y="159"/>
                  </a:lnTo>
                  <a:lnTo>
                    <a:pt x="862" y="159"/>
                  </a:lnTo>
                  <a:lnTo>
                    <a:pt x="868" y="154"/>
                  </a:lnTo>
                  <a:lnTo>
                    <a:pt x="871" y="154"/>
                  </a:lnTo>
                  <a:lnTo>
                    <a:pt x="875" y="154"/>
                  </a:lnTo>
                  <a:lnTo>
                    <a:pt x="876" y="154"/>
                  </a:lnTo>
                  <a:lnTo>
                    <a:pt x="877" y="159"/>
                  </a:lnTo>
                  <a:lnTo>
                    <a:pt x="884" y="159"/>
                  </a:lnTo>
                  <a:lnTo>
                    <a:pt x="884" y="159"/>
                  </a:lnTo>
                  <a:lnTo>
                    <a:pt x="888" y="159"/>
                  </a:lnTo>
                  <a:lnTo>
                    <a:pt x="891" y="159"/>
                  </a:lnTo>
                  <a:lnTo>
                    <a:pt x="895" y="159"/>
                  </a:lnTo>
                  <a:lnTo>
                    <a:pt x="897" y="159"/>
                  </a:lnTo>
                  <a:lnTo>
                    <a:pt x="901" y="159"/>
                  </a:lnTo>
                  <a:lnTo>
                    <a:pt x="907" y="159"/>
                  </a:lnTo>
                  <a:lnTo>
                    <a:pt x="910" y="159"/>
                  </a:lnTo>
                  <a:lnTo>
                    <a:pt x="910" y="159"/>
                  </a:lnTo>
                  <a:lnTo>
                    <a:pt x="915" y="159"/>
                  </a:lnTo>
                  <a:lnTo>
                    <a:pt x="917" y="159"/>
                  </a:lnTo>
                  <a:lnTo>
                    <a:pt x="922" y="159"/>
                  </a:lnTo>
                  <a:lnTo>
                    <a:pt x="924" y="159"/>
                  </a:lnTo>
                  <a:lnTo>
                    <a:pt x="925" y="159"/>
                  </a:lnTo>
                  <a:lnTo>
                    <a:pt x="925" y="159"/>
                  </a:lnTo>
                  <a:lnTo>
                    <a:pt x="926" y="159"/>
                  </a:lnTo>
                  <a:lnTo>
                    <a:pt x="934" y="159"/>
                  </a:lnTo>
                  <a:lnTo>
                    <a:pt x="937" y="159"/>
                  </a:lnTo>
                  <a:lnTo>
                    <a:pt x="937" y="159"/>
                  </a:lnTo>
                  <a:lnTo>
                    <a:pt x="939" y="159"/>
                  </a:lnTo>
                  <a:lnTo>
                    <a:pt x="940" y="159"/>
                  </a:lnTo>
                  <a:lnTo>
                    <a:pt x="950" y="159"/>
                  </a:lnTo>
                  <a:lnTo>
                    <a:pt x="956" y="159"/>
                  </a:lnTo>
                  <a:lnTo>
                    <a:pt x="956" y="159"/>
                  </a:lnTo>
                  <a:lnTo>
                    <a:pt x="961" y="161"/>
                  </a:lnTo>
                  <a:lnTo>
                    <a:pt x="961" y="166"/>
                  </a:lnTo>
                  <a:lnTo>
                    <a:pt x="969" y="166"/>
                  </a:lnTo>
                  <a:lnTo>
                    <a:pt x="970" y="166"/>
                  </a:lnTo>
                  <a:lnTo>
                    <a:pt x="976" y="166"/>
                  </a:lnTo>
                  <a:lnTo>
                    <a:pt x="976" y="166"/>
                  </a:lnTo>
                  <a:lnTo>
                    <a:pt x="980" y="166"/>
                  </a:lnTo>
                  <a:lnTo>
                    <a:pt x="980" y="166"/>
                  </a:lnTo>
                  <a:lnTo>
                    <a:pt x="981" y="161"/>
                  </a:lnTo>
                  <a:lnTo>
                    <a:pt x="981" y="161"/>
                  </a:lnTo>
                  <a:lnTo>
                    <a:pt x="981" y="159"/>
                  </a:lnTo>
                  <a:lnTo>
                    <a:pt x="988" y="159"/>
                  </a:lnTo>
                  <a:lnTo>
                    <a:pt x="993" y="159"/>
                  </a:lnTo>
                  <a:lnTo>
                    <a:pt x="995" y="159"/>
                  </a:lnTo>
                  <a:lnTo>
                    <a:pt x="997" y="159"/>
                  </a:lnTo>
                  <a:lnTo>
                    <a:pt x="997" y="161"/>
                  </a:lnTo>
                  <a:lnTo>
                    <a:pt x="1008" y="161"/>
                  </a:lnTo>
                  <a:lnTo>
                    <a:pt x="1009" y="161"/>
                  </a:lnTo>
                  <a:lnTo>
                    <a:pt x="1009" y="161"/>
                  </a:lnTo>
                  <a:lnTo>
                    <a:pt x="1010" y="161"/>
                  </a:lnTo>
                  <a:lnTo>
                    <a:pt x="1010" y="161"/>
                  </a:lnTo>
                  <a:lnTo>
                    <a:pt x="1014" y="161"/>
                  </a:lnTo>
                  <a:lnTo>
                    <a:pt x="1018" y="161"/>
                  </a:lnTo>
                  <a:lnTo>
                    <a:pt x="1025" y="166"/>
                  </a:lnTo>
                  <a:lnTo>
                    <a:pt x="1025" y="166"/>
                  </a:lnTo>
                  <a:lnTo>
                    <a:pt x="1027" y="168"/>
                  </a:lnTo>
                  <a:lnTo>
                    <a:pt x="1030" y="168"/>
                  </a:lnTo>
                  <a:lnTo>
                    <a:pt x="1031" y="168"/>
                  </a:lnTo>
                  <a:lnTo>
                    <a:pt x="1036" y="168"/>
                  </a:lnTo>
                  <a:lnTo>
                    <a:pt x="1036" y="168"/>
                  </a:lnTo>
                  <a:lnTo>
                    <a:pt x="1037" y="168"/>
                  </a:lnTo>
                  <a:lnTo>
                    <a:pt x="1038" y="168"/>
                  </a:lnTo>
                  <a:lnTo>
                    <a:pt x="1038" y="168"/>
                  </a:lnTo>
                  <a:lnTo>
                    <a:pt x="1038" y="168"/>
                  </a:lnTo>
                  <a:lnTo>
                    <a:pt x="1041" y="168"/>
                  </a:lnTo>
                  <a:lnTo>
                    <a:pt x="1043" y="168"/>
                  </a:lnTo>
                  <a:lnTo>
                    <a:pt x="1043" y="168"/>
                  </a:lnTo>
                  <a:lnTo>
                    <a:pt x="1050" y="168"/>
                  </a:lnTo>
                  <a:lnTo>
                    <a:pt x="1051" y="169"/>
                  </a:lnTo>
                  <a:lnTo>
                    <a:pt x="1058" y="169"/>
                  </a:lnTo>
                  <a:lnTo>
                    <a:pt x="1058" y="169"/>
                  </a:lnTo>
                  <a:lnTo>
                    <a:pt x="1058" y="178"/>
                  </a:lnTo>
                  <a:lnTo>
                    <a:pt x="1058" y="178"/>
                  </a:lnTo>
                  <a:lnTo>
                    <a:pt x="1065" y="178"/>
                  </a:lnTo>
                  <a:lnTo>
                    <a:pt x="1069" y="178"/>
                  </a:lnTo>
                  <a:lnTo>
                    <a:pt x="1071" y="178"/>
                  </a:lnTo>
                  <a:lnTo>
                    <a:pt x="1071" y="178"/>
                  </a:lnTo>
                  <a:lnTo>
                    <a:pt x="1071" y="178"/>
                  </a:lnTo>
                  <a:lnTo>
                    <a:pt x="1073" y="178"/>
                  </a:lnTo>
                  <a:lnTo>
                    <a:pt x="1074" y="178"/>
                  </a:lnTo>
                  <a:lnTo>
                    <a:pt x="1074" y="178"/>
                  </a:lnTo>
                  <a:lnTo>
                    <a:pt x="1082" y="178"/>
                  </a:lnTo>
                  <a:lnTo>
                    <a:pt x="1084" y="178"/>
                  </a:lnTo>
                  <a:lnTo>
                    <a:pt x="1085" y="178"/>
                  </a:lnTo>
                  <a:lnTo>
                    <a:pt x="1087" y="179"/>
                  </a:lnTo>
                  <a:lnTo>
                    <a:pt x="1087" y="179"/>
                  </a:lnTo>
                  <a:lnTo>
                    <a:pt x="1091" y="183"/>
                  </a:lnTo>
                  <a:lnTo>
                    <a:pt x="1094" y="188"/>
                  </a:lnTo>
                  <a:lnTo>
                    <a:pt x="1097" y="193"/>
                  </a:lnTo>
                  <a:lnTo>
                    <a:pt x="1098" y="193"/>
                  </a:lnTo>
                  <a:lnTo>
                    <a:pt x="1098" y="193"/>
                  </a:lnTo>
                  <a:lnTo>
                    <a:pt x="1102" y="193"/>
                  </a:lnTo>
                  <a:lnTo>
                    <a:pt x="1102" y="193"/>
                  </a:lnTo>
                  <a:lnTo>
                    <a:pt x="1102" y="193"/>
                  </a:lnTo>
                  <a:lnTo>
                    <a:pt x="1102" y="193"/>
                  </a:lnTo>
                  <a:lnTo>
                    <a:pt x="1102" y="193"/>
                  </a:lnTo>
                  <a:lnTo>
                    <a:pt x="1102" y="193"/>
                  </a:lnTo>
                  <a:lnTo>
                    <a:pt x="1102" y="193"/>
                  </a:lnTo>
                  <a:lnTo>
                    <a:pt x="1108" y="193"/>
                  </a:lnTo>
                  <a:lnTo>
                    <a:pt x="1108" y="193"/>
                  </a:lnTo>
                  <a:lnTo>
                    <a:pt x="1113" y="193"/>
                  </a:lnTo>
                  <a:lnTo>
                    <a:pt x="1114" y="194"/>
                  </a:lnTo>
                  <a:lnTo>
                    <a:pt x="1119" y="195"/>
                  </a:lnTo>
                  <a:lnTo>
                    <a:pt x="1119" y="197"/>
                  </a:lnTo>
                  <a:lnTo>
                    <a:pt x="1122" y="198"/>
                  </a:lnTo>
                  <a:lnTo>
                    <a:pt x="1122" y="198"/>
                  </a:lnTo>
                  <a:lnTo>
                    <a:pt x="1126" y="199"/>
                  </a:lnTo>
                  <a:lnTo>
                    <a:pt x="1126" y="199"/>
                  </a:lnTo>
                  <a:lnTo>
                    <a:pt x="1127" y="199"/>
                  </a:lnTo>
                  <a:lnTo>
                    <a:pt x="1127" y="199"/>
                  </a:lnTo>
                  <a:lnTo>
                    <a:pt x="1128" y="199"/>
                  </a:lnTo>
                  <a:lnTo>
                    <a:pt x="1128" y="199"/>
                  </a:lnTo>
                  <a:lnTo>
                    <a:pt x="1130" y="199"/>
                  </a:lnTo>
                  <a:lnTo>
                    <a:pt x="1137" y="199"/>
                  </a:lnTo>
                  <a:lnTo>
                    <a:pt x="1137" y="199"/>
                  </a:lnTo>
                  <a:lnTo>
                    <a:pt x="1141" y="199"/>
                  </a:lnTo>
                  <a:lnTo>
                    <a:pt x="1142" y="203"/>
                  </a:lnTo>
                  <a:lnTo>
                    <a:pt x="1142" y="203"/>
                  </a:lnTo>
                  <a:lnTo>
                    <a:pt x="1146" y="205"/>
                  </a:lnTo>
                  <a:lnTo>
                    <a:pt x="1146" y="205"/>
                  </a:lnTo>
                  <a:lnTo>
                    <a:pt x="1146" y="211"/>
                  </a:lnTo>
                  <a:lnTo>
                    <a:pt x="1150" y="215"/>
                  </a:lnTo>
                  <a:lnTo>
                    <a:pt x="1150" y="215"/>
                  </a:lnTo>
                  <a:lnTo>
                    <a:pt x="1150" y="215"/>
                  </a:lnTo>
                  <a:lnTo>
                    <a:pt x="1150" y="216"/>
                  </a:lnTo>
                  <a:lnTo>
                    <a:pt x="1151" y="218"/>
                  </a:lnTo>
                  <a:lnTo>
                    <a:pt x="1153" y="219"/>
                  </a:lnTo>
                  <a:lnTo>
                    <a:pt x="1159" y="219"/>
                  </a:lnTo>
                  <a:lnTo>
                    <a:pt x="1163" y="219"/>
                  </a:lnTo>
                  <a:lnTo>
                    <a:pt x="1164" y="219"/>
                  </a:lnTo>
                  <a:lnTo>
                    <a:pt x="1164" y="219"/>
                  </a:lnTo>
                  <a:lnTo>
                    <a:pt x="1166" y="221"/>
                  </a:lnTo>
                  <a:lnTo>
                    <a:pt x="1168" y="222"/>
                  </a:lnTo>
                  <a:lnTo>
                    <a:pt x="1168" y="228"/>
                  </a:lnTo>
                  <a:lnTo>
                    <a:pt x="1170" y="232"/>
                  </a:lnTo>
                  <a:lnTo>
                    <a:pt x="1176" y="233"/>
                  </a:lnTo>
                  <a:lnTo>
                    <a:pt x="1178" y="237"/>
                  </a:lnTo>
                  <a:lnTo>
                    <a:pt x="1180" y="238"/>
                  </a:lnTo>
                  <a:lnTo>
                    <a:pt x="1183" y="238"/>
                  </a:lnTo>
                  <a:lnTo>
                    <a:pt x="1187" y="239"/>
                  </a:lnTo>
                  <a:lnTo>
                    <a:pt x="1187" y="242"/>
                  </a:lnTo>
                  <a:lnTo>
                    <a:pt x="1187" y="242"/>
                  </a:lnTo>
                  <a:lnTo>
                    <a:pt x="1187" y="242"/>
                  </a:lnTo>
                  <a:lnTo>
                    <a:pt x="1187" y="244"/>
                  </a:lnTo>
                  <a:lnTo>
                    <a:pt x="1194" y="250"/>
                  </a:lnTo>
                  <a:lnTo>
                    <a:pt x="1194" y="254"/>
                  </a:lnTo>
                  <a:lnTo>
                    <a:pt x="1196" y="254"/>
                  </a:lnTo>
                  <a:lnTo>
                    <a:pt x="1200" y="256"/>
                  </a:lnTo>
                  <a:lnTo>
                    <a:pt x="1200" y="260"/>
                  </a:lnTo>
                  <a:lnTo>
                    <a:pt x="1200" y="260"/>
                  </a:lnTo>
                  <a:lnTo>
                    <a:pt x="1200" y="260"/>
                  </a:lnTo>
                  <a:lnTo>
                    <a:pt x="1200" y="263"/>
                  </a:lnTo>
                  <a:lnTo>
                    <a:pt x="1201" y="263"/>
                  </a:lnTo>
                  <a:lnTo>
                    <a:pt x="1201" y="263"/>
                  </a:lnTo>
                  <a:lnTo>
                    <a:pt x="1201" y="264"/>
                  </a:lnTo>
                  <a:lnTo>
                    <a:pt x="1207" y="266"/>
                  </a:lnTo>
                  <a:lnTo>
                    <a:pt x="1207" y="266"/>
                  </a:lnTo>
                  <a:lnTo>
                    <a:pt x="1211" y="269"/>
                  </a:lnTo>
                  <a:lnTo>
                    <a:pt x="1211" y="269"/>
                  </a:lnTo>
                  <a:lnTo>
                    <a:pt x="1211" y="274"/>
                  </a:lnTo>
                  <a:lnTo>
                    <a:pt x="1216" y="274"/>
                  </a:lnTo>
                  <a:lnTo>
                    <a:pt x="1216" y="279"/>
                  </a:lnTo>
                  <a:lnTo>
                    <a:pt x="1217" y="283"/>
                  </a:lnTo>
                  <a:lnTo>
                    <a:pt x="1217" y="283"/>
                  </a:lnTo>
                  <a:lnTo>
                    <a:pt x="1218" y="286"/>
                  </a:lnTo>
                  <a:lnTo>
                    <a:pt x="1219" y="286"/>
                  </a:lnTo>
                  <a:lnTo>
                    <a:pt x="1219" y="286"/>
                  </a:lnTo>
                  <a:lnTo>
                    <a:pt x="1219" y="290"/>
                  </a:lnTo>
                  <a:lnTo>
                    <a:pt x="1219" y="298"/>
                  </a:lnTo>
                  <a:lnTo>
                    <a:pt x="1219" y="298"/>
                  </a:lnTo>
                  <a:lnTo>
                    <a:pt x="1226" y="302"/>
                  </a:lnTo>
                  <a:lnTo>
                    <a:pt x="1228" y="303"/>
                  </a:lnTo>
                  <a:lnTo>
                    <a:pt x="1228" y="303"/>
                  </a:lnTo>
                  <a:lnTo>
                    <a:pt x="1233" y="305"/>
                  </a:lnTo>
                  <a:lnTo>
                    <a:pt x="1233" y="309"/>
                  </a:lnTo>
                  <a:lnTo>
                    <a:pt x="1236" y="316"/>
                  </a:lnTo>
                  <a:lnTo>
                    <a:pt x="1236" y="320"/>
                  </a:lnTo>
                  <a:lnTo>
                    <a:pt x="1238" y="322"/>
                  </a:lnTo>
                  <a:lnTo>
                    <a:pt x="1236" y="327"/>
                  </a:lnTo>
                  <a:lnTo>
                    <a:pt x="1236" y="327"/>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28" name=""/>
            <p:cNvSpPr/>
            <p:nvPr/>
          </p:nvSpPr>
          <p:spPr>
            <a:xfrm>
              <a:off x="5076720" y="5173560"/>
              <a:ext cx="970200" cy="243000"/>
            </a:xfrm>
            <a:custGeom>
              <a:avLst/>
              <a:gdLst/>
              <a:ahLst/>
              <a:rect l="l" t="t" r="r" b="b"/>
              <a:pathLst>
                <a:path w="611" h="153">
                  <a:moveTo>
                    <a:pt x="4" y="102"/>
                  </a:moveTo>
                  <a:lnTo>
                    <a:pt x="4" y="102"/>
                  </a:lnTo>
                  <a:lnTo>
                    <a:pt x="4" y="95"/>
                  </a:lnTo>
                  <a:lnTo>
                    <a:pt x="4" y="91"/>
                  </a:lnTo>
                  <a:lnTo>
                    <a:pt x="9" y="85"/>
                  </a:lnTo>
                  <a:lnTo>
                    <a:pt x="9" y="80"/>
                  </a:lnTo>
                  <a:lnTo>
                    <a:pt x="10" y="74"/>
                  </a:lnTo>
                  <a:lnTo>
                    <a:pt x="19" y="70"/>
                  </a:lnTo>
                  <a:lnTo>
                    <a:pt x="19" y="70"/>
                  </a:lnTo>
                  <a:lnTo>
                    <a:pt x="27" y="70"/>
                  </a:lnTo>
                  <a:lnTo>
                    <a:pt x="27" y="70"/>
                  </a:lnTo>
                  <a:lnTo>
                    <a:pt x="33" y="71"/>
                  </a:lnTo>
                  <a:lnTo>
                    <a:pt x="36" y="74"/>
                  </a:lnTo>
                  <a:lnTo>
                    <a:pt x="36" y="74"/>
                  </a:lnTo>
                  <a:lnTo>
                    <a:pt x="36" y="74"/>
                  </a:lnTo>
                  <a:lnTo>
                    <a:pt x="40" y="74"/>
                  </a:lnTo>
                  <a:lnTo>
                    <a:pt x="44" y="74"/>
                  </a:lnTo>
                  <a:lnTo>
                    <a:pt x="44" y="74"/>
                  </a:lnTo>
                  <a:lnTo>
                    <a:pt x="46" y="74"/>
                  </a:lnTo>
                  <a:lnTo>
                    <a:pt x="53" y="74"/>
                  </a:lnTo>
                  <a:lnTo>
                    <a:pt x="53" y="74"/>
                  </a:lnTo>
                  <a:lnTo>
                    <a:pt x="55" y="74"/>
                  </a:lnTo>
                  <a:lnTo>
                    <a:pt x="58" y="74"/>
                  </a:lnTo>
                  <a:lnTo>
                    <a:pt x="58" y="77"/>
                  </a:lnTo>
                  <a:lnTo>
                    <a:pt x="58" y="77"/>
                  </a:lnTo>
                  <a:lnTo>
                    <a:pt x="58" y="77"/>
                  </a:lnTo>
                  <a:lnTo>
                    <a:pt x="60" y="77"/>
                  </a:lnTo>
                  <a:lnTo>
                    <a:pt x="63" y="80"/>
                  </a:lnTo>
                  <a:lnTo>
                    <a:pt x="64" y="80"/>
                  </a:lnTo>
                  <a:lnTo>
                    <a:pt x="71" y="80"/>
                  </a:lnTo>
                  <a:lnTo>
                    <a:pt x="74" y="80"/>
                  </a:lnTo>
                  <a:lnTo>
                    <a:pt x="77" y="80"/>
                  </a:lnTo>
                  <a:lnTo>
                    <a:pt x="79" y="80"/>
                  </a:lnTo>
                  <a:lnTo>
                    <a:pt x="83" y="80"/>
                  </a:lnTo>
                  <a:lnTo>
                    <a:pt x="84" y="77"/>
                  </a:lnTo>
                  <a:lnTo>
                    <a:pt x="93" y="77"/>
                  </a:lnTo>
                  <a:lnTo>
                    <a:pt x="97" y="77"/>
                  </a:lnTo>
                  <a:lnTo>
                    <a:pt x="99" y="77"/>
                  </a:lnTo>
                  <a:lnTo>
                    <a:pt x="102" y="77"/>
                  </a:lnTo>
                  <a:lnTo>
                    <a:pt x="108" y="74"/>
                  </a:lnTo>
                  <a:lnTo>
                    <a:pt x="112" y="74"/>
                  </a:lnTo>
                  <a:lnTo>
                    <a:pt x="114" y="74"/>
                  </a:lnTo>
                  <a:lnTo>
                    <a:pt x="114" y="74"/>
                  </a:lnTo>
                  <a:lnTo>
                    <a:pt x="114" y="74"/>
                  </a:lnTo>
                  <a:lnTo>
                    <a:pt x="121" y="74"/>
                  </a:lnTo>
                  <a:lnTo>
                    <a:pt x="122" y="71"/>
                  </a:lnTo>
                  <a:lnTo>
                    <a:pt x="124" y="71"/>
                  </a:lnTo>
                  <a:lnTo>
                    <a:pt x="124" y="70"/>
                  </a:lnTo>
                  <a:lnTo>
                    <a:pt x="124" y="70"/>
                  </a:lnTo>
                  <a:lnTo>
                    <a:pt x="124" y="74"/>
                  </a:lnTo>
                  <a:lnTo>
                    <a:pt x="124" y="77"/>
                  </a:lnTo>
                  <a:lnTo>
                    <a:pt x="124" y="80"/>
                  </a:lnTo>
                  <a:lnTo>
                    <a:pt x="126" y="83"/>
                  </a:lnTo>
                  <a:lnTo>
                    <a:pt x="126" y="83"/>
                  </a:lnTo>
                  <a:lnTo>
                    <a:pt x="129" y="83"/>
                  </a:lnTo>
                  <a:lnTo>
                    <a:pt x="130" y="83"/>
                  </a:lnTo>
                  <a:lnTo>
                    <a:pt x="130" y="83"/>
                  </a:lnTo>
                  <a:lnTo>
                    <a:pt x="130" y="83"/>
                  </a:lnTo>
                  <a:lnTo>
                    <a:pt x="141" y="83"/>
                  </a:lnTo>
                  <a:lnTo>
                    <a:pt x="143" y="83"/>
                  </a:lnTo>
                  <a:lnTo>
                    <a:pt x="145" y="83"/>
                  </a:lnTo>
                  <a:lnTo>
                    <a:pt x="148" y="83"/>
                  </a:lnTo>
                  <a:lnTo>
                    <a:pt x="152" y="80"/>
                  </a:lnTo>
                  <a:lnTo>
                    <a:pt x="152" y="80"/>
                  </a:lnTo>
                  <a:lnTo>
                    <a:pt x="155" y="80"/>
                  </a:lnTo>
                  <a:lnTo>
                    <a:pt x="155" y="80"/>
                  </a:lnTo>
                  <a:lnTo>
                    <a:pt x="167" y="80"/>
                  </a:lnTo>
                  <a:lnTo>
                    <a:pt x="167" y="80"/>
                  </a:lnTo>
                  <a:lnTo>
                    <a:pt x="167" y="77"/>
                  </a:lnTo>
                  <a:lnTo>
                    <a:pt x="167" y="77"/>
                  </a:lnTo>
                  <a:lnTo>
                    <a:pt x="167" y="74"/>
                  </a:lnTo>
                  <a:lnTo>
                    <a:pt x="174" y="70"/>
                  </a:lnTo>
                  <a:lnTo>
                    <a:pt x="174" y="70"/>
                  </a:lnTo>
                  <a:lnTo>
                    <a:pt x="174" y="67"/>
                  </a:lnTo>
                  <a:lnTo>
                    <a:pt x="185" y="63"/>
                  </a:lnTo>
                  <a:lnTo>
                    <a:pt x="188" y="63"/>
                  </a:lnTo>
                  <a:lnTo>
                    <a:pt x="188" y="58"/>
                  </a:lnTo>
                  <a:lnTo>
                    <a:pt x="188" y="55"/>
                  </a:lnTo>
                  <a:lnTo>
                    <a:pt x="189" y="50"/>
                  </a:lnTo>
                  <a:lnTo>
                    <a:pt x="189" y="47"/>
                  </a:lnTo>
                  <a:lnTo>
                    <a:pt x="189" y="47"/>
                  </a:lnTo>
                  <a:lnTo>
                    <a:pt x="189" y="50"/>
                  </a:lnTo>
                  <a:lnTo>
                    <a:pt x="189" y="57"/>
                  </a:lnTo>
                  <a:lnTo>
                    <a:pt x="189" y="63"/>
                  </a:lnTo>
                  <a:lnTo>
                    <a:pt x="189" y="70"/>
                  </a:lnTo>
                  <a:lnTo>
                    <a:pt x="188" y="74"/>
                  </a:lnTo>
                  <a:lnTo>
                    <a:pt x="189" y="74"/>
                  </a:lnTo>
                  <a:lnTo>
                    <a:pt x="189" y="77"/>
                  </a:lnTo>
                  <a:lnTo>
                    <a:pt x="189" y="77"/>
                  </a:lnTo>
                  <a:lnTo>
                    <a:pt x="191" y="77"/>
                  </a:lnTo>
                  <a:lnTo>
                    <a:pt x="193" y="80"/>
                  </a:lnTo>
                  <a:lnTo>
                    <a:pt x="195" y="80"/>
                  </a:lnTo>
                  <a:lnTo>
                    <a:pt x="199" y="80"/>
                  </a:lnTo>
                  <a:lnTo>
                    <a:pt x="207" y="80"/>
                  </a:lnTo>
                  <a:lnTo>
                    <a:pt x="207" y="80"/>
                  </a:lnTo>
                  <a:lnTo>
                    <a:pt x="211" y="80"/>
                  </a:lnTo>
                  <a:lnTo>
                    <a:pt x="213" y="80"/>
                  </a:lnTo>
                  <a:lnTo>
                    <a:pt x="214" y="80"/>
                  </a:lnTo>
                  <a:lnTo>
                    <a:pt x="214" y="80"/>
                  </a:lnTo>
                  <a:lnTo>
                    <a:pt x="218" y="80"/>
                  </a:lnTo>
                  <a:lnTo>
                    <a:pt x="226" y="80"/>
                  </a:lnTo>
                  <a:lnTo>
                    <a:pt x="226" y="77"/>
                  </a:lnTo>
                  <a:lnTo>
                    <a:pt x="226" y="77"/>
                  </a:lnTo>
                  <a:lnTo>
                    <a:pt x="227" y="77"/>
                  </a:lnTo>
                  <a:lnTo>
                    <a:pt x="233" y="77"/>
                  </a:lnTo>
                  <a:lnTo>
                    <a:pt x="233" y="77"/>
                  </a:lnTo>
                  <a:lnTo>
                    <a:pt x="235" y="77"/>
                  </a:lnTo>
                  <a:lnTo>
                    <a:pt x="239" y="80"/>
                  </a:lnTo>
                  <a:lnTo>
                    <a:pt x="241" y="80"/>
                  </a:lnTo>
                  <a:lnTo>
                    <a:pt x="246" y="80"/>
                  </a:lnTo>
                  <a:lnTo>
                    <a:pt x="248" y="80"/>
                  </a:lnTo>
                  <a:lnTo>
                    <a:pt x="248" y="80"/>
                  </a:lnTo>
                  <a:lnTo>
                    <a:pt x="254" y="80"/>
                  </a:lnTo>
                  <a:lnTo>
                    <a:pt x="261" y="80"/>
                  </a:lnTo>
                  <a:lnTo>
                    <a:pt x="261" y="80"/>
                  </a:lnTo>
                  <a:lnTo>
                    <a:pt x="263" y="80"/>
                  </a:lnTo>
                  <a:lnTo>
                    <a:pt x="263" y="80"/>
                  </a:lnTo>
                  <a:lnTo>
                    <a:pt x="264" y="77"/>
                  </a:lnTo>
                  <a:lnTo>
                    <a:pt x="266" y="74"/>
                  </a:lnTo>
                  <a:lnTo>
                    <a:pt x="268" y="70"/>
                  </a:lnTo>
                  <a:lnTo>
                    <a:pt x="271" y="67"/>
                  </a:lnTo>
                  <a:lnTo>
                    <a:pt x="275" y="63"/>
                  </a:lnTo>
                  <a:lnTo>
                    <a:pt x="277" y="60"/>
                  </a:lnTo>
                  <a:lnTo>
                    <a:pt x="279" y="58"/>
                  </a:lnTo>
                  <a:lnTo>
                    <a:pt x="279" y="55"/>
                  </a:lnTo>
                  <a:lnTo>
                    <a:pt x="279" y="50"/>
                  </a:lnTo>
                  <a:lnTo>
                    <a:pt x="279" y="47"/>
                  </a:lnTo>
                  <a:lnTo>
                    <a:pt x="279" y="45"/>
                  </a:lnTo>
                  <a:lnTo>
                    <a:pt x="279" y="45"/>
                  </a:lnTo>
                  <a:lnTo>
                    <a:pt x="279" y="45"/>
                  </a:lnTo>
                  <a:lnTo>
                    <a:pt x="279" y="45"/>
                  </a:lnTo>
                  <a:lnTo>
                    <a:pt x="279" y="47"/>
                  </a:lnTo>
                  <a:lnTo>
                    <a:pt x="279" y="50"/>
                  </a:lnTo>
                  <a:lnTo>
                    <a:pt x="279" y="50"/>
                  </a:lnTo>
                  <a:lnTo>
                    <a:pt x="279" y="55"/>
                  </a:lnTo>
                  <a:lnTo>
                    <a:pt x="279" y="58"/>
                  </a:lnTo>
                  <a:lnTo>
                    <a:pt x="279" y="60"/>
                  </a:lnTo>
                  <a:lnTo>
                    <a:pt x="279" y="63"/>
                  </a:lnTo>
                  <a:lnTo>
                    <a:pt x="279" y="63"/>
                  </a:lnTo>
                  <a:lnTo>
                    <a:pt x="279" y="67"/>
                  </a:lnTo>
                  <a:lnTo>
                    <a:pt x="279" y="70"/>
                  </a:lnTo>
                  <a:lnTo>
                    <a:pt x="281" y="70"/>
                  </a:lnTo>
                  <a:lnTo>
                    <a:pt x="284" y="70"/>
                  </a:lnTo>
                  <a:lnTo>
                    <a:pt x="284" y="70"/>
                  </a:lnTo>
                  <a:lnTo>
                    <a:pt x="285" y="70"/>
                  </a:lnTo>
                  <a:lnTo>
                    <a:pt x="289" y="70"/>
                  </a:lnTo>
                  <a:lnTo>
                    <a:pt x="289" y="70"/>
                  </a:lnTo>
                  <a:lnTo>
                    <a:pt x="294" y="70"/>
                  </a:lnTo>
                  <a:lnTo>
                    <a:pt x="294" y="70"/>
                  </a:lnTo>
                  <a:lnTo>
                    <a:pt x="297" y="70"/>
                  </a:lnTo>
                  <a:lnTo>
                    <a:pt x="297" y="67"/>
                  </a:lnTo>
                  <a:lnTo>
                    <a:pt x="297" y="63"/>
                  </a:lnTo>
                  <a:lnTo>
                    <a:pt x="301" y="63"/>
                  </a:lnTo>
                  <a:lnTo>
                    <a:pt x="303" y="58"/>
                  </a:lnTo>
                  <a:lnTo>
                    <a:pt x="303" y="55"/>
                  </a:lnTo>
                  <a:lnTo>
                    <a:pt x="303" y="54"/>
                  </a:lnTo>
                  <a:lnTo>
                    <a:pt x="304" y="50"/>
                  </a:lnTo>
                  <a:lnTo>
                    <a:pt x="304" y="55"/>
                  </a:lnTo>
                  <a:lnTo>
                    <a:pt x="304" y="58"/>
                  </a:lnTo>
                  <a:lnTo>
                    <a:pt x="306" y="63"/>
                  </a:lnTo>
                  <a:lnTo>
                    <a:pt x="306" y="70"/>
                  </a:lnTo>
                  <a:lnTo>
                    <a:pt x="306" y="70"/>
                  </a:lnTo>
                  <a:lnTo>
                    <a:pt x="304" y="70"/>
                  </a:lnTo>
                  <a:lnTo>
                    <a:pt x="304" y="71"/>
                  </a:lnTo>
                  <a:lnTo>
                    <a:pt x="304" y="71"/>
                  </a:lnTo>
                  <a:lnTo>
                    <a:pt x="304" y="74"/>
                  </a:lnTo>
                  <a:lnTo>
                    <a:pt x="306" y="71"/>
                  </a:lnTo>
                  <a:lnTo>
                    <a:pt x="311" y="71"/>
                  </a:lnTo>
                  <a:lnTo>
                    <a:pt x="312" y="70"/>
                  </a:lnTo>
                  <a:lnTo>
                    <a:pt x="317" y="70"/>
                  </a:lnTo>
                  <a:lnTo>
                    <a:pt x="318" y="70"/>
                  </a:lnTo>
                  <a:lnTo>
                    <a:pt x="320" y="70"/>
                  </a:lnTo>
                  <a:lnTo>
                    <a:pt x="327" y="70"/>
                  </a:lnTo>
                  <a:lnTo>
                    <a:pt x="327" y="70"/>
                  </a:lnTo>
                  <a:lnTo>
                    <a:pt x="332" y="70"/>
                  </a:lnTo>
                  <a:lnTo>
                    <a:pt x="333" y="67"/>
                  </a:lnTo>
                  <a:lnTo>
                    <a:pt x="333" y="67"/>
                  </a:lnTo>
                  <a:lnTo>
                    <a:pt x="333" y="63"/>
                  </a:lnTo>
                  <a:lnTo>
                    <a:pt x="333" y="63"/>
                  </a:lnTo>
                  <a:lnTo>
                    <a:pt x="338" y="63"/>
                  </a:lnTo>
                  <a:lnTo>
                    <a:pt x="341" y="67"/>
                  </a:lnTo>
                  <a:lnTo>
                    <a:pt x="345" y="67"/>
                  </a:lnTo>
                  <a:lnTo>
                    <a:pt x="346" y="67"/>
                  </a:lnTo>
                  <a:lnTo>
                    <a:pt x="354" y="67"/>
                  </a:lnTo>
                  <a:lnTo>
                    <a:pt x="354" y="67"/>
                  </a:lnTo>
                  <a:lnTo>
                    <a:pt x="354" y="67"/>
                  </a:lnTo>
                  <a:lnTo>
                    <a:pt x="358" y="67"/>
                  </a:lnTo>
                  <a:lnTo>
                    <a:pt x="359" y="67"/>
                  </a:lnTo>
                  <a:lnTo>
                    <a:pt x="360" y="67"/>
                  </a:lnTo>
                  <a:lnTo>
                    <a:pt x="363" y="63"/>
                  </a:lnTo>
                  <a:lnTo>
                    <a:pt x="367" y="63"/>
                  </a:lnTo>
                  <a:lnTo>
                    <a:pt x="374" y="63"/>
                  </a:lnTo>
                  <a:lnTo>
                    <a:pt x="374" y="63"/>
                  </a:lnTo>
                  <a:lnTo>
                    <a:pt x="378" y="58"/>
                  </a:lnTo>
                  <a:lnTo>
                    <a:pt x="380" y="55"/>
                  </a:lnTo>
                  <a:lnTo>
                    <a:pt x="380" y="50"/>
                  </a:lnTo>
                  <a:lnTo>
                    <a:pt x="384" y="45"/>
                  </a:lnTo>
                  <a:lnTo>
                    <a:pt x="384" y="45"/>
                  </a:lnTo>
                  <a:lnTo>
                    <a:pt x="385" y="33"/>
                  </a:lnTo>
                  <a:lnTo>
                    <a:pt x="385" y="33"/>
                  </a:lnTo>
                  <a:lnTo>
                    <a:pt x="385" y="33"/>
                  </a:lnTo>
                  <a:lnTo>
                    <a:pt x="385" y="21"/>
                  </a:lnTo>
                  <a:lnTo>
                    <a:pt x="390" y="19"/>
                  </a:lnTo>
                  <a:lnTo>
                    <a:pt x="393" y="17"/>
                  </a:lnTo>
                  <a:lnTo>
                    <a:pt x="393" y="16"/>
                  </a:lnTo>
                  <a:lnTo>
                    <a:pt x="393" y="6"/>
                  </a:lnTo>
                  <a:lnTo>
                    <a:pt x="393" y="2"/>
                  </a:lnTo>
                  <a:lnTo>
                    <a:pt x="393" y="0"/>
                  </a:lnTo>
                  <a:lnTo>
                    <a:pt x="393" y="0"/>
                  </a:lnTo>
                  <a:lnTo>
                    <a:pt x="393" y="2"/>
                  </a:lnTo>
                  <a:lnTo>
                    <a:pt x="395" y="2"/>
                  </a:lnTo>
                  <a:lnTo>
                    <a:pt x="398" y="9"/>
                  </a:lnTo>
                  <a:lnTo>
                    <a:pt x="398" y="17"/>
                  </a:lnTo>
                  <a:lnTo>
                    <a:pt x="398" y="19"/>
                  </a:lnTo>
                  <a:lnTo>
                    <a:pt x="393" y="23"/>
                  </a:lnTo>
                  <a:lnTo>
                    <a:pt x="393" y="33"/>
                  </a:lnTo>
                  <a:lnTo>
                    <a:pt x="393" y="33"/>
                  </a:lnTo>
                  <a:lnTo>
                    <a:pt x="393" y="33"/>
                  </a:lnTo>
                  <a:lnTo>
                    <a:pt x="393" y="43"/>
                  </a:lnTo>
                  <a:lnTo>
                    <a:pt x="393" y="47"/>
                  </a:lnTo>
                  <a:lnTo>
                    <a:pt x="393" y="50"/>
                  </a:lnTo>
                  <a:lnTo>
                    <a:pt x="393" y="55"/>
                  </a:lnTo>
                  <a:lnTo>
                    <a:pt x="393" y="55"/>
                  </a:lnTo>
                  <a:lnTo>
                    <a:pt x="393" y="57"/>
                  </a:lnTo>
                  <a:lnTo>
                    <a:pt x="395" y="58"/>
                  </a:lnTo>
                  <a:lnTo>
                    <a:pt x="398" y="58"/>
                  </a:lnTo>
                  <a:lnTo>
                    <a:pt x="398" y="57"/>
                  </a:lnTo>
                  <a:lnTo>
                    <a:pt x="398" y="55"/>
                  </a:lnTo>
                  <a:lnTo>
                    <a:pt x="402" y="55"/>
                  </a:lnTo>
                  <a:lnTo>
                    <a:pt x="405" y="50"/>
                  </a:lnTo>
                  <a:lnTo>
                    <a:pt x="405" y="50"/>
                  </a:lnTo>
                  <a:lnTo>
                    <a:pt x="407" y="50"/>
                  </a:lnTo>
                  <a:lnTo>
                    <a:pt x="407" y="50"/>
                  </a:lnTo>
                  <a:lnTo>
                    <a:pt x="408" y="50"/>
                  </a:lnTo>
                  <a:lnTo>
                    <a:pt x="408" y="50"/>
                  </a:lnTo>
                  <a:lnTo>
                    <a:pt x="417" y="47"/>
                  </a:lnTo>
                  <a:lnTo>
                    <a:pt x="419" y="47"/>
                  </a:lnTo>
                  <a:lnTo>
                    <a:pt x="420" y="47"/>
                  </a:lnTo>
                  <a:lnTo>
                    <a:pt x="422" y="47"/>
                  </a:lnTo>
                  <a:lnTo>
                    <a:pt x="423" y="47"/>
                  </a:lnTo>
                  <a:lnTo>
                    <a:pt x="423" y="45"/>
                  </a:lnTo>
                  <a:lnTo>
                    <a:pt x="427" y="45"/>
                  </a:lnTo>
                  <a:lnTo>
                    <a:pt x="438" y="45"/>
                  </a:lnTo>
                  <a:lnTo>
                    <a:pt x="438" y="43"/>
                  </a:lnTo>
                  <a:lnTo>
                    <a:pt x="439" y="34"/>
                  </a:lnTo>
                  <a:lnTo>
                    <a:pt x="439" y="33"/>
                  </a:lnTo>
                  <a:lnTo>
                    <a:pt x="444" y="33"/>
                  </a:lnTo>
                  <a:lnTo>
                    <a:pt x="444" y="33"/>
                  </a:lnTo>
                  <a:lnTo>
                    <a:pt x="452" y="33"/>
                  </a:lnTo>
                  <a:lnTo>
                    <a:pt x="453" y="32"/>
                  </a:lnTo>
                  <a:lnTo>
                    <a:pt x="459" y="24"/>
                  </a:lnTo>
                  <a:lnTo>
                    <a:pt x="463" y="24"/>
                  </a:lnTo>
                  <a:lnTo>
                    <a:pt x="464" y="23"/>
                  </a:lnTo>
                  <a:lnTo>
                    <a:pt x="471" y="23"/>
                  </a:lnTo>
                  <a:lnTo>
                    <a:pt x="478" y="23"/>
                  </a:lnTo>
                  <a:lnTo>
                    <a:pt x="480" y="23"/>
                  </a:lnTo>
                  <a:lnTo>
                    <a:pt x="485" y="23"/>
                  </a:lnTo>
                  <a:lnTo>
                    <a:pt x="490" y="24"/>
                  </a:lnTo>
                  <a:lnTo>
                    <a:pt x="492" y="33"/>
                  </a:lnTo>
                  <a:lnTo>
                    <a:pt x="493" y="33"/>
                  </a:lnTo>
                  <a:lnTo>
                    <a:pt x="497" y="33"/>
                  </a:lnTo>
                  <a:lnTo>
                    <a:pt x="501" y="43"/>
                  </a:lnTo>
                  <a:lnTo>
                    <a:pt x="508" y="45"/>
                  </a:lnTo>
                  <a:lnTo>
                    <a:pt x="510" y="50"/>
                  </a:lnTo>
                  <a:lnTo>
                    <a:pt x="514" y="55"/>
                  </a:lnTo>
                  <a:lnTo>
                    <a:pt x="519" y="58"/>
                  </a:lnTo>
                  <a:lnTo>
                    <a:pt x="521" y="63"/>
                  </a:lnTo>
                  <a:lnTo>
                    <a:pt x="526" y="63"/>
                  </a:lnTo>
                  <a:lnTo>
                    <a:pt x="534" y="70"/>
                  </a:lnTo>
                  <a:lnTo>
                    <a:pt x="541" y="74"/>
                  </a:lnTo>
                  <a:lnTo>
                    <a:pt x="541" y="77"/>
                  </a:lnTo>
                  <a:lnTo>
                    <a:pt x="552" y="80"/>
                  </a:lnTo>
                  <a:lnTo>
                    <a:pt x="554" y="85"/>
                  </a:lnTo>
                  <a:lnTo>
                    <a:pt x="556" y="87"/>
                  </a:lnTo>
                  <a:lnTo>
                    <a:pt x="561" y="91"/>
                  </a:lnTo>
                  <a:lnTo>
                    <a:pt x="566" y="94"/>
                  </a:lnTo>
                  <a:lnTo>
                    <a:pt x="568" y="95"/>
                  </a:lnTo>
                  <a:lnTo>
                    <a:pt x="568" y="97"/>
                  </a:lnTo>
                  <a:lnTo>
                    <a:pt x="568" y="102"/>
                  </a:lnTo>
                  <a:lnTo>
                    <a:pt x="570" y="105"/>
                  </a:lnTo>
                  <a:lnTo>
                    <a:pt x="570" y="107"/>
                  </a:lnTo>
                  <a:lnTo>
                    <a:pt x="577" y="107"/>
                  </a:lnTo>
                  <a:lnTo>
                    <a:pt x="580" y="115"/>
                  </a:lnTo>
                  <a:lnTo>
                    <a:pt x="585" y="116"/>
                  </a:lnTo>
                  <a:lnTo>
                    <a:pt x="585" y="120"/>
                  </a:lnTo>
                  <a:lnTo>
                    <a:pt x="591" y="122"/>
                  </a:lnTo>
                  <a:lnTo>
                    <a:pt x="596" y="124"/>
                  </a:lnTo>
                  <a:lnTo>
                    <a:pt x="598" y="131"/>
                  </a:lnTo>
                  <a:lnTo>
                    <a:pt x="605" y="135"/>
                  </a:lnTo>
                  <a:lnTo>
                    <a:pt x="605" y="138"/>
                  </a:lnTo>
                  <a:lnTo>
                    <a:pt x="609" y="142"/>
                  </a:lnTo>
                  <a:lnTo>
                    <a:pt x="610" y="151"/>
                  </a:lnTo>
                  <a:lnTo>
                    <a:pt x="610" y="152"/>
                  </a:lnTo>
                  <a:lnTo>
                    <a:pt x="610" y="152"/>
                  </a:lnTo>
                  <a:lnTo>
                    <a:pt x="610" y="152"/>
                  </a:lnTo>
                  <a:lnTo>
                    <a:pt x="609" y="152"/>
                  </a:lnTo>
                  <a:lnTo>
                    <a:pt x="609" y="152"/>
                  </a:lnTo>
                  <a:lnTo>
                    <a:pt x="605" y="152"/>
                  </a:lnTo>
                  <a:lnTo>
                    <a:pt x="605" y="152"/>
                  </a:lnTo>
                  <a:lnTo>
                    <a:pt x="602" y="152"/>
                  </a:lnTo>
                  <a:lnTo>
                    <a:pt x="602" y="152"/>
                  </a:lnTo>
                  <a:lnTo>
                    <a:pt x="602" y="152"/>
                  </a:lnTo>
                  <a:lnTo>
                    <a:pt x="598" y="152"/>
                  </a:lnTo>
                  <a:lnTo>
                    <a:pt x="597" y="152"/>
                  </a:lnTo>
                  <a:lnTo>
                    <a:pt x="597" y="152"/>
                  </a:lnTo>
                  <a:lnTo>
                    <a:pt x="597" y="152"/>
                  </a:lnTo>
                  <a:lnTo>
                    <a:pt x="597" y="152"/>
                  </a:lnTo>
                  <a:lnTo>
                    <a:pt x="597" y="152"/>
                  </a:lnTo>
                  <a:lnTo>
                    <a:pt x="591" y="152"/>
                  </a:lnTo>
                  <a:lnTo>
                    <a:pt x="591" y="152"/>
                  </a:lnTo>
                  <a:lnTo>
                    <a:pt x="591" y="152"/>
                  </a:lnTo>
                  <a:lnTo>
                    <a:pt x="591" y="152"/>
                  </a:lnTo>
                  <a:lnTo>
                    <a:pt x="590" y="152"/>
                  </a:lnTo>
                  <a:lnTo>
                    <a:pt x="585" y="152"/>
                  </a:lnTo>
                  <a:lnTo>
                    <a:pt x="585" y="152"/>
                  </a:lnTo>
                  <a:lnTo>
                    <a:pt x="585" y="152"/>
                  </a:lnTo>
                  <a:lnTo>
                    <a:pt x="585" y="152"/>
                  </a:lnTo>
                  <a:lnTo>
                    <a:pt x="581" y="152"/>
                  </a:lnTo>
                  <a:lnTo>
                    <a:pt x="580" y="152"/>
                  </a:lnTo>
                  <a:lnTo>
                    <a:pt x="577" y="152"/>
                  </a:lnTo>
                  <a:lnTo>
                    <a:pt x="574" y="152"/>
                  </a:lnTo>
                  <a:lnTo>
                    <a:pt x="570" y="146"/>
                  </a:lnTo>
                  <a:lnTo>
                    <a:pt x="570" y="142"/>
                  </a:lnTo>
                  <a:lnTo>
                    <a:pt x="568" y="142"/>
                  </a:lnTo>
                  <a:lnTo>
                    <a:pt x="567" y="142"/>
                  </a:lnTo>
                  <a:lnTo>
                    <a:pt x="566" y="142"/>
                  </a:lnTo>
                  <a:lnTo>
                    <a:pt x="565" y="142"/>
                  </a:lnTo>
                  <a:lnTo>
                    <a:pt x="561" y="142"/>
                  </a:lnTo>
                  <a:lnTo>
                    <a:pt x="557" y="142"/>
                  </a:lnTo>
                  <a:lnTo>
                    <a:pt x="557" y="142"/>
                  </a:lnTo>
                  <a:lnTo>
                    <a:pt x="557" y="138"/>
                  </a:lnTo>
                  <a:lnTo>
                    <a:pt x="557" y="138"/>
                  </a:lnTo>
                  <a:lnTo>
                    <a:pt x="556" y="137"/>
                  </a:lnTo>
                  <a:lnTo>
                    <a:pt x="554" y="137"/>
                  </a:lnTo>
                  <a:lnTo>
                    <a:pt x="554" y="137"/>
                  </a:lnTo>
                  <a:lnTo>
                    <a:pt x="554" y="137"/>
                  </a:lnTo>
                  <a:lnTo>
                    <a:pt x="552" y="137"/>
                  </a:lnTo>
                  <a:lnTo>
                    <a:pt x="548" y="137"/>
                  </a:lnTo>
                  <a:lnTo>
                    <a:pt x="541" y="137"/>
                  </a:lnTo>
                  <a:lnTo>
                    <a:pt x="541" y="135"/>
                  </a:lnTo>
                  <a:lnTo>
                    <a:pt x="541" y="132"/>
                  </a:lnTo>
                  <a:lnTo>
                    <a:pt x="541" y="131"/>
                  </a:lnTo>
                  <a:lnTo>
                    <a:pt x="541" y="131"/>
                  </a:lnTo>
                  <a:lnTo>
                    <a:pt x="541" y="128"/>
                  </a:lnTo>
                  <a:lnTo>
                    <a:pt x="534" y="124"/>
                  </a:lnTo>
                  <a:lnTo>
                    <a:pt x="534" y="124"/>
                  </a:lnTo>
                  <a:lnTo>
                    <a:pt x="533" y="122"/>
                  </a:lnTo>
                  <a:lnTo>
                    <a:pt x="530" y="120"/>
                  </a:lnTo>
                  <a:lnTo>
                    <a:pt x="530" y="116"/>
                  </a:lnTo>
                  <a:lnTo>
                    <a:pt x="526" y="115"/>
                  </a:lnTo>
                  <a:lnTo>
                    <a:pt x="526" y="114"/>
                  </a:lnTo>
                  <a:lnTo>
                    <a:pt x="526" y="113"/>
                  </a:lnTo>
                  <a:lnTo>
                    <a:pt x="526" y="107"/>
                  </a:lnTo>
                  <a:lnTo>
                    <a:pt x="524" y="107"/>
                  </a:lnTo>
                  <a:lnTo>
                    <a:pt x="521" y="107"/>
                  </a:lnTo>
                  <a:lnTo>
                    <a:pt x="520" y="107"/>
                  </a:lnTo>
                  <a:lnTo>
                    <a:pt x="519" y="105"/>
                  </a:lnTo>
                  <a:lnTo>
                    <a:pt x="519" y="105"/>
                  </a:lnTo>
                  <a:lnTo>
                    <a:pt x="514" y="105"/>
                  </a:lnTo>
                  <a:lnTo>
                    <a:pt x="513" y="105"/>
                  </a:lnTo>
                  <a:lnTo>
                    <a:pt x="508" y="105"/>
                  </a:lnTo>
                  <a:lnTo>
                    <a:pt x="508" y="102"/>
                  </a:lnTo>
                  <a:lnTo>
                    <a:pt x="501" y="97"/>
                  </a:lnTo>
                  <a:lnTo>
                    <a:pt x="497" y="95"/>
                  </a:lnTo>
                  <a:lnTo>
                    <a:pt x="493" y="95"/>
                  </a:lnTo>
                  <a:lnTo>
                    <a:pt x="493" y="94"/>
                  </a:lnTo>
                  <a:lnTo>
                    <a:pt x="492" y="94"/>
                  </a:lnTo>
                  <a:lnTo>
                    <a:pt x="492" y="94"/>
                  </a:lnTo>
                  <a:lnTo>
                    <a:pt x="491" y="91"/>
                  </a:lnTo>
                  <a:lnTo>
                    <a:pt x="490" y="91"/>
                  </a:lnTo>
                  <a:lnTo>
                    <a:pt x="487" y="91"/>
                  </a:lnTo>
                  <a:lnTo>
                    <a:pt x="485" y="91"/>
                  </a:lnTo>
                  <a:lnTo>
                    <a:pt x="480" y="89"/>
                  </a:lnTo>
                  <a:lnTo>
                    <a:pt x="480" y="85"/>
                  </a:lnTo>
                  <a:lnTo>
                    <a:pt x="480" y="85"/>
                  </a:lnTo>
                  <a:lnTo>
                    <a:pt x="478" y="85"/>
                  </a:lnTo>
                  <a:lnTo>
                    <a:pt x="476" y="83"/>
                  </a:lnTo>
                  <a:lnTo>
                    <a:pt x="471" y="83"/>
                  </a:lnTo>
                  <a:lnTo>
                    <a:pt x="464" y="83"/>
                  </a:lnTo>
                  <a:lnTo>
                    <a:pt x="464" y="83"/>
                  </a:lnTo>
                  <a:lnTo>
                    <a:pt x="463" y="83"/>
                  </a:lnTo>
                  <a:lnTo>
                    <a:pt x="463" y="83"/>
                  </a:lnTo>
                  <a:lnTo>
                    <a:pt x="459" y="83"/>
                  </a:lnTo>
                  <a:lnTo>
                    <a:pt x="459" y="85"/>
                  </a:lnTo>
                  <a:lnTo>
                    <a:pt x="458" y="85"/>
                  </a:lnTo>
                  <a:lnTo>
                    <a:pt x="452" y="85"/>
                  </a:lnTo>
                  <a:lnTo>
                    <a:pt x="446" y="85"/>
                  </a:lnTo>
                  <a:lnTo>
                    <a:pt x="444" y="87"/>
                  </a:lnTo>
                  <a:lnTo>
                    <a:pt x="443" y="89"/>
                  </a:lnTo>
                  <a:lnTo>
                    <a:pt x="439" y="91"/>
                  </a:lnTo>
                  <a:lnTo>
                    <a:pt x="438" y="91"/>
                  </a:lnTo>
                  <a:lnTo>
                    <a:pt x="423" y="94"/>
                  </a:lnTo>
                  <a:lnTo>
                    <a:pt x="422" y="94"/>
                  </a:lnTo>
                  <a:lnTo>
                    <a:pt x="420" y="95"/>
                  </a:lnTo>
                  <a:lnTo>
                    <a:pt x="417" y="95"/>
                  </a:lnTo>
                  <a:lnTo>
                    <a:pt x="408" y="95"/>
                  </a:lnTo>
                  <a:lnTo>
                    <a:pt x="407" y="102"/>
                  </a:lnTo>
                  <a:lnTo>
                    <a:pt x="407" y="102"/>
                  </a:lnTo>
                  <a:lnTo>
                    <a:pt x="407" y="102"/>
                  </a:lnTo>
                  <a:lnTo>
                    <a:pt x="405" y="102"/>
                  </a:lnTo>
                  <a:lnTo>
                    <a:pt x="402" y="105"/>
                  </a:lnTo>
                  <a:lnTo>
                    <a:pt x="398" y="105"/>
                  </a:lnTo>
                  <a:lnTo>
                    <a:pt x="398" y="105"/>
                  </a:lnTo>
                  <a:lnTo>
                    <a:pt x="393" y="107"/>
                  </a:lnTo>
                  <a:lnTo>
                    <a:pt x="393" y="107"/>
                  </a:lnTo>
                  <a:lnTo>
                    <a:pt x="385" y="107"/>
                  </a:lnTo>
                  <a:lnTo>
                    <a:pt x="384" y="107"/>
                  </a:lnTo>
                  <a:lnTo>
                    <a:pt x="380" y="113"/>
                  </a:lnTo>
                  <a:lnTo>
                    <a:pt x="378" y="114"/>
                  </a:lnTo>
                  <a:lnTo>
                    <a:pt x="378" y="115"/>
                  </a:lnTo>
                  <a:lnTo>
                    <a:pt x="374" y="115"/>
                  </a:lnTo>
                  <a:lnTo>
                    <a:pt x="374" y="116"/>
                  </a:lnTo>
                  <a:lnTo>
                    <a:pt x="374" y="116"/>
                  </a:lnTo>
                  <a:lnTo>
                    <a:pt x="371" y="116"/>
                  </a:lnTo>
                  <a:lnTo>
                    <a:pt x="367" y="116"/>
                  </a:lnTo>
                  <a:lnTo>
                    <a:pt x="363" y="116"/>
                  </a:lnTo>
                  <a:lnTo>
                    <a:pt x="359" y="120"/>
                  </a:lnTo>
                  <a:lnTo>
                    <a:pt x="358" y="122"/>
                  </a:lnTo>
                  <a:lnTo>
                    <a:pt x="354" y="122"/>
                  </a:lnTo>
                  <a:lnTo>
                    <a:pt x="351" y="122"/>
                  </a:lnTo>
                  <a:lnTo>
                    <a:pt x="346" y="122"/>
                  </a:lnTo>
                  <a:lnTo>
                    <a:pt x="346" y="122"/>
                  </a:lnTo>
                  <a:lnTo>
                    <a:pt x="345" y="122"/>
                  </a:lnTo>
                  <a:lnTo>
                    <a:pt x="345" y="122"/>
                  </a:lnTo>
                  <a:lnTo>
                    <a:pt x="341" y="124"/>
                  </a:lnTo>
                  <a:lnTo>
                    <a:pt x="338" y="124"/>
                  </a:lnTo>
                  <a:lnTo>
                    <a:pt x="333" y="124"/>
                  </a:lnTo>
                  <a:lnTo>
                    <a:pt x="333" y="128"/>
                  </a:lnTo>
                  <a:lnTo>
                    <a:pt x="332" y="128"/>
                  </a:lnTo>
                  <a:lnTo>
                    <a:pt x="327" y="131"/>
                  </a:lnTo>
                  <a:lnTo>
                    <a:pt x="320" y="131"/>
                  </a:lnTo>
                  <a:lnTo>
                    <a:pt x="318" y="131"/>
                  </a:lnTo>
                  <a:lnTo>
                    <a:pt x="317" y="131"/>
                  </a:lnTo>
                  <a:lnTo>
                    <a:pt x="311" y="131"/>
                  </a:lnTo>
                  <a:lnTo>
                    <a:pt x="306" y="132"/>
                  </a:lnTo>
                  <a:lnTo>
                    <a:pt x="304" y="132"/>
                  </a:lnTo>
                  <a:lnTo>
                    <a:pt x="301" y="131"/>
                  </a:lnTo>
                  <a:lnTo>
                    <a:pt x="301" y="131"/>
                  </a:lnTo>
                  <a:lnTo>
                    <a:pt x="297" y="131"/>
                  </a:lnTo>
                  <a:lnTo>
                    <a:pt x="297" y="131"/>
                  </a:lnTo>
                  <a:lnTo>
                    <a:pt x="297" y="131"/>
                  </a:lnTo>
                  <a:lnTo>
                    <a:pt x="297" y="132"/>
                  </a:lnTo>
                  <a:lnTo>
                    <a:pt x="294" y="132"/>
                  </a:lnTo>
                  <a:lnTo>
                    <a:pt x="294" y="132"/>
                  </a:lnTo>
                  <a:lnTo>
                    <a:pt x="294" y="132"/>
                  </a:lnTo>
                  <a:lnTo>
                    <a:pt x="294" y="133"/>
                  </a:lnTo>
                  <a:lnTo>
                    <a:pt x="290" y="133"/>
                  </a:lnTo>
                  <a:lnTo>
                    <a:pt x="289" y="135"/>
                  </a:lnTo>
                  <a:lnTo>
                    <a:pt x="289" y="135"/>
                  </a:lnTo>
                  <a:lnTo>
                    <a:pt x="284" y="137"/>
                  </a:lnTo>
                  <a:lnTo>
                    <a:pt x="279" y="137"/>
                  </a:lnTo>
                  <a:lnTo>
                    <a:pt x="279" y="137"/>
                  </a:lnTo>
                  <a:lnTo>
                    <a:pt x="279" y="137"/>
                  </a:lnTo>
                  <a:lnTo>
                    <a:pt x="271" y="137"/>
                  </a:lnTo>
                  <a:lnTo>
                    <a:pt x="268" y="137"/>
                  </a:lnTo>
                  <a:lnTo>
                    <a:pt x="266" y="137"/>
                  </a:lnTo>
                  <a:lnTo>
                    <a:pt x="264" y="137"/>
                  </a:lnTo>
                  <a:lnTo>
                    <a:pt x="263" y="137"/>
                  </a:lnTo>
                  <a:lnTo>
                    <a:pt x="261" y="137"/>
                  </a:lnTo>
                  <a:lnTo>
                    <a:pt x="261" y="137"/>
                  </a:lnTo>
                  <a:lnTo>
                    <a:pt x="261" y="137"/>
                  </a:lnTo>
                  <a:lnTo>
                    <a:pt x="256" y="137"/>
                  </a:lnTo>
                  <a:lnTo>
                    <a:pt x="254" y="137"/>
                  </a:lnTo>
                  <a:lnTo>
                    <a:pt x="248" y="137"/>
                  </a:lnTo>
                  <a:lnTo>
                    <a:pt x="246" y="137"/>
                  </a:lnTo>
                  <a:lnTo>
                    <a:pt x="241" y="137"/>
                  </a:lnTo>
                  <a:lnTo>
                    <a:pt x="241" y="137"/>
                  </a:lnTo>
                  <a:lnTo>
                    <a:pt x="235" y="137"/>
                  </a:lnTo>
                  <a:lnTo>
                    <a:pt x="233" y="137"/>
                  </a:lnTo>
                  <a:lnTo>
                    <a:pt x="232" y="137"/>
                  </a:lnTo>
                  <a:lnTo>
                    <a:pt x="227" y="137"/>
                  </a:lnTo>
                  <a:lnTo>
                    <a:pt x="226" y="137"/>
                  </a:lnTo>
                  <a:lnTo>
                    <a:pt x="226" y="137"/>
                  </a:lnTo>
                  <a:lnTo>
                    <a:pt x="218" y="137"/>
                  </a:lnTo>
                  <a:lnTo>
                    <a:pt x="214" y="137"/>
                  </a:lnTo>
                  <a:lnTo>
                    <a:pt x="214" y="137"/>
                  </a:lnTo>
                  <a:lnTo>
                    <a:pt x="213" y="137"/>
                  </a:lnTo>
                  <a:lnTo>
                    <a:pt x="213" y="137"/>
                  </a:lnTo>
                  <a:lnTo>
                    <a:pt x="213" y="137"/>
                  </a:lnTo>
                  <a:lnTo>
                    <a:pt x="213" y="137"/>
                  </a:lnTo>
                  <a:lnTo>
                    <a:pt x="211" y="137"/>
                  </a:lnTo>
                  <a:lnTo>
                    <a:pt x="211" y="137"/>
                  </a:lnTo>
                  <a:lnTo>
                    <a:pt x="209" y="137"/>
                  </a:lnTo>
                  <a:lnTo>
                    <a:pt x="207" y="137"/>
                  </a:lnTo>
                  <a:lnTo>
                    <a:pt x="202" y="137"/>
                  </a:lnTo>
                  <a:lnTo>
                    <a:pt x="202" y="137"/>
                  </a:lnTo>
                  <a:lnTo>
                    <a:pt x="202" y="137"/>
                  </a:lnTo>
                  <a:lnTo>
                    <a:pt x="199" y="137"/>
                  </a:lnTo>
                  <a:lnTo>
                    <a:pt x="197" y="137"/>
                  </a:lnTo>
                  <a:lnTo>
                    <a:pt x="193" y="137"/>
                  </a:lnTo>
                  <a:lnTo>
                    <a:pt x="193" y="137"/>
                  </a:lnTo>
                  <a:lnTo>
                    <a:pt x="189" y="137"/>
                  </a:lnTo>
                  <a:lnTo>
                    <a:pt x="189" y="137"/>
                  </a:lnTo>
                  <a:lnTo>
                    <a:pt x="189" y="137"/>
                  </a:lnTo>
                  <a:lnTo>
                    <a:pt x="189" y="137"/>
                  </a:lnTo>
                  <a:lnTo>
                    <a:pt x="188" y="137"/>
                  </a:lnTo>
                  <a:lnTo>
                    <a:pt x="185" y="137"/>
                  </a:lnTo>
                  <a:lnTo>
                    <a:pt x="174" y="137"/>
                  </a:lnTo>
                  <a:lnTo>
                    <a:pt x="174" y="137"/>
                  </a:lnTo>
                  <a:lnTo>
                    <a:pt x="174" y="137"/>
                  </a:lnTo>
                  <a:lnTo>
                    <a:pt x="174" y="135"/>
                  </a:lnTo>
                  <a:lnTo>
                    <a:pt x="174" y="135"/>
                  </a:lnTo>
                  <a:lnTo>
                    <a:pt x="174" y="135"/>
                  </a:lnTo>
                  <a:lnTo>
                    <a:pt x="172" y="133"/>
                  </a:lnTo>
                  <a:lnTo>
                    <a:pt x="167" y="133"/>
                  </a:lnTo>
                  <a:lnTo>
                    <a:pt x="167" y="132"/>
                  </a:lnTo>
                  <a:lnTo>
                    <a:pt x="167" y="132"/>
                  </a:lnTo>
                  <a:lnTo>
                    <a:pt x="155" y="133"/>
                  </a:lnTo>
                  <a:lnTo>
                    <a:pt x="152" y="135"/>
                  </a:lnTo>
                  <a:lnTo>
                    <a:pt x="152" y="135"/>
                  </a:lnTo>
                  <a:lnTo>
                    <a:pt x="148" y="135"/>
                  </a:lnTo>
                  <a:lnTo>
                    <a:pt x="145" y="137"/>
                  </a:lnTo>
                  <a:lnTo>
                    <a:pt x="143" y="137"/>
                  </a:lnTo>
                  <a:lnTo>
                    <a:pt x="142" y="137"/>
                  </a:lnTo>
                  <a:lnTo>
                    <a:pt x="141" y="137"/>
                  </a:lnTo>
                  <a:lnTo>
                    <a:pt x="130" y="137"/>
                  </a:lnTo>
                  <a:lnTo>
                    <a:pt x="130" y="137"/>
                  </a:lnTo>
                  <a:lnTo>
                    <a:pt x="130" y="137"/>
                  </a:lnTo>
                  <a:lnTo>
                    <a:pt x="129" y="137"/>
                  </a:lnTo>
                  <a:lnTo>
                    <a:pt x="126" y="137"/>
                  </a:lnTo>
                  <a:lnTo>
                    <a:pt x="124" y="137"/>
                  </a:lnTo>
                  <a:lnTo>
                    <a:pt x="122" y="137"/>
                  </a:lnTo>
                  <a:lnTo>
                    <a:pt x="114" y="137"/>
                  </a:lnTo>
                  <a:lnTo>
                    <a:pt x="114" y="137"/>
                  </a:lnTo>
                  <a:lnTo>
                    <a:pt x="114" y="137"/>
                  </a:lnTo>
                  <a:lnTo>
                    <a:pt x="114" y="137"/>
                  </a:lnTo>
                  <a:lnTo>
                    <a:pt x="114" y="137"/>
                  </a:lnTo>
                  <a:lnTo>
                    <a:pt x="114" y="137"/>
                  </a:lnTo>
                  <a:lnTo>
                    <a:pt x="112" y="137"/>
                  </a:lnTo>
                  <a:lnTo>
                    <a:pt x="109" y="137"/>
                  </a:lnTo>
                  <a:lnTo>
                    <a:pt x="104" y="137"/>
                  </a:lnTo>
                  <a:lnTo>
                    <a:pt x="102" y="137"/>
                  </a:lnTo>
                  <a:lnTo>
                    <a:pt x="99" y="137"/>
                  </a:lnTo>
                  <a:lnTo>
                    <a:pt x="99" y="137"/>
                  </a:lnTo>
                  <a:lnTo>
                    <a:pt x="99" y="135"/>
                  </a:lnTo>
                  <a:lnTo>
                    <a:pt x="99" y="135"/>
                  </a:lnTo>
                  <a:lnTo>
                    <a:pt x="99" y="135"/>
                  </a:lnTo>
                  <a:lnTo>
                    <a:pt x="99" y="133"/>
                  </a:lnTo>
                  <a:lnTo>
                    <a:pt x="99" y="133"/>
                  </a:lnTo>
                  <a:lnTo>
                    <a:pt x="97" y="132"/>
                  </a:lnTo>
                  <a:lnTo>
                    <a:pt x="93" y="132"/>
                  </a:lnTo>
                  <a:lnTo>
                    <a:pt x="93" y="132"/>
                  </a:lnTo>
                  <a:lnTo>
                    <a:pt x="93" y="131"/>
                  </a:lnTo>
                  <a:lnTo>
                    <a:pt x="83" y="131"/>
                  </a:lnTo>
                  <a:lnTo>
                    <a:pt x="79" y="131"/>
                  </a:lnTo>
                  <a:lnTo>
                    <a:pt x="78" y="131"/>
                  </a:lnTo>
                  <a:lnTo>
                    <a:pt x="77" y="131"/>
                  </a:lnTo>
                  <a:lnTo>
                    <a:pt x="71" y="131"/>
                  </a:lnTo>
                  <a:lnTo>
                    <a:pt x="64" y="131"/>
                  </a:lnTo>
                  <a:lnTo>
                    <a:pt x="64" y="131"/>
                  </a:lnTo>
                  <a:lnTo>
                    <a:pt x="63" y="131"/>
                  </a:lnTo>
                  <a:lnTo>
                    <a:pt x="60" y="131"/>
                  </a:lnTo>
                  <a:lnTo>
                    <a:pt x="58" y="132"/>
                  </a:lnTo>
                  <a:lnTo>
                    <a:pt x="58" y="133"/>
                  </a:lnTo>
                  <a:lnTo>
                    <a:pt x="58" y="133"/>
                  </a:lnTo>
                  <a:lnTo>
                    <a:pt x="58" y="135"/>
                  </a:lnTo>
                  <a:lnTo>
                    <a:pt x="55" y="135"/>
                  </a:lnTo>
                  <a:lnTo>
                    <a:pt x="53" y="133"/>
                  </a:lnTo>
                  <a:lnTo>
                    <a:pt x="53" y="133"/>
                  </a:lnTo>
                  <a:lnTo>
                    <a:pt x="53" y="132"/>
                  </a:lnTo>
                  <a:lnTo>
                    <a:pt x="46" y="131"/>
                  </a:lnTo>
                  <a:lnTo>
                    <a:pt x="46" y="131"/>
                  </a:lnTo>
                  <a:lnTo>
                    <a:pt x="44" y="131"/>
                  </a:lnTo>
                  <a:lnTo>
                    <a:pt x="44" y="131"/>
                  </a:lnTo>
                  <a:lnTo>
                    <a:pt x="44" y="131"/>
                  </a:lnTo>
                  <a:lnTo>
                    <a:pt x="40" y="131"/>
                  </a:lnTo>
                  <a:lnTo>
                    <a:pt x="40" y="131"/>
                  </a:lnTo>
                  <a:lnTo>
                    <a:pt x="40" y="131"/>
                  </a:lnTo>
                  <a:lnTo>
                    <a:pt x="40" y="131"/>
                  </a:lnTo>
                  <a:lnTo>
                    <a:pt x="39" y="131"/>
                  </a:lnTo>
                  <a:lnTo>
                    <a:pt x="39" y="131"/>
                  </a:lnTo>
                  <a:lnTo>
                    <a:pt x="36" y="131"/>
                  </a:lnTo>
                  <a:lnTo>
                    <a:pt x="36" y="131"/>
                  </a:lnTo>
                  <a:lnTo>
                    <a:pt x="36" y="131"/>
                  </a:lnTo>
                  <a:lnTo>
                    <a:pt x="36" y="131"/>
                  </a:lnTo>
                  <a:lnTo>
                    <a:pt x="33" y="131"/>
                  </a:lnTo>
                  <a:lnTo>
                    <a:pt x="27" y="131"/>
                  </a:lnTo>
                  <a:lnTo>
                    <a:pt x="27" y="131"/>
                  </a:lnTo>
                  <a:lnTo>
                    <a:pt x="27" y="131"/>
                  </a:lnTo>
                  <a:lnTo>
                    <a:pt x="27" y="131"/>
                  </a:lnTo>
                  <a:lnTo>
                    <a:pt x="27" y="131"/>
                  </a:lnTo>
                  <a:lnTo>
                    <a:pt x="24" y="131"/>
                  </a:lnTo>
                  <a:lnTo>
                    <a:pt x="24" y="131"/>
                  </a:lnTo>
                  <a:lnTo>
                    <a:pt x="20" y="128"/>
                  </a:lnTo>
                  <a:lnTo>
                    <a:pt x="19" y="128"/>
                  </a:lnTo>
                  <a:lnTo>
                    <a:pt x="19" y="128"/>
                  </a:lnTo>
                  <a:lnTo>
                    <a:pt x="19" y="124"/>
                  </a:lnTo>
                  <a:lnTo>
                    <a:pt x="15" y="124"/>
                  </a:lnTo>
                  <a:lnTo>
                    <a:pt x="12" y="124"/>
                  </a:lnTo>
                  <a:lnTo>
                    <a:pt x="10" y="122"/>
                  </a:lnTo>
                  <a:lnTo>
                    <a:pt x="9" y="122"/>
                  </a:lnTo>
                  <a:lnTo>
                    <a:pt x="9" y="116"/>
                  </a:lnTo>
                  <a:lnTo>
                    <a:pt x="4" y="115"/>
                  </a:lnTo>
                  <a:lnTo>
                    <a:pt x="4" y="113"/>
                  </a:lnTo>
                  <a:lnTo>
                    <a:pt x="0" y="107"/>
                  </a:lnTo>
                  <a:lnTo>
                    <a:pt x="0" y="105"/>
                  </a:lnTo>
                  <a:lnTo>
                    <a:pt x="4" y="102"/>
                  </a:lnTo>
                  <a:lnTo>
                    <a:pt x="4" y="102"/>
                  </a:lnTo>
                </a:path>
              </a:pathLst>
            </a:custGeom>
            <a:solidFill>
              <a:srgbClr val="ffefce"/>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29" name=""/>
            <p:cNvSpPr/>
            <p:nvPr/>
          </p:nvSpPr>
          <p:spPr>
            <a:xfrm>
              <a:off x="4290840" y="4552920"/>
              <a:ext cx="100080" cy="39600"/>
            </a:xfrm>
            <a:custGeom>
              <a:avLst/>
              <a:gdLst/>
              <a:ahLst/>
              <a:rect l="l" t="t" r="r" b="b"/>
              <a:pathLst>
                <a:path w="63" h="25">
                  <a:moveTo>
                    <a:pt x="53" y="0"/>
                  </a:moveTo>
                  <a:lnTo>
                    <a:pt x="50" y="0"/>
                  </a:lnTo>
                  <a:lnTo>
                    <a:pt x="48" y="8"/>
                  </a:lnTo>
                  <a:lnTo>
                    <a:pt x="40" y="8"/>
                  </a:lnTo>
                  <a:lnTo>
                    <a:pt x="40" y="8"/>
                  </a:lnTo>
                  <a:lnTo>
                    <a:pt x="40" y="8"/>
                  </a:lnTo>
                  <a:lnTo>
                    <a:pt x="40" y="8"/>
                  </a:lnTo>
                  <a:lnTo>
                    <a:pt x="40" y="8"/>
                  </a:lnTo>
                  <a:lnTo>
                    <a:pt x="40" y="0"/>
                  </a:lnTo>
                  <a:lnTo>
                    <a:pt x="40" y="0"/>
                  </a:lnTo>
                  <a:lnTo>
                    <a:pt x="40" y="0"/>
                  </a:lnTo>
                  <a:lnTo>
                    <a:pt x="40" y="0"/>
                  </a:lnTo>
                  <a:lnTo>
                    <a:pt x="40" y="0"/>
                  </a:lnTo>
                  <a:lnTo>
                    <a:pt x="39" y="0"/>
                  </a:lnTo>
                  <a:lnTo>
                    <a:pt x="36" y="0"/>
                  </a:lnTo>
                  <a:lnTo>
                    <a:pt x="36" y="0"/>
                  </a:lnTo>
                  <a:lnTo>
                    <a:pt x="36" y="0"/>
                  </a:lnTo>
                  <a:lnTo>
                    <a:pt x="31" y="0"/>
                  </a:lnTo>
                  <a:lnTo>
                    <a:pt x="31" y="0"/>
                  </a:lnTo>
                  <a:lnTo>
                    <a:pt x="28" y="0"/>
                  </a:lnTo>
                  <a:lnTo>
                    <a:pt x="27" y="8"/>
                  </a:lnTo>
                  <a:lnTo>
                    <a:pt x="25" y="8"/>
                  </a:lnTo>
                  <a:lnTo>
                    <a:pt x="25" y="8"/>
                  </a:lnTo>
                  <a:lnTo>
                    <a:pt x="25" y="9"/>
                  </a:lnTo>
                  <a:lnTo>
                    <a:pt x="25" y="9"/>
                  </a:lnTo>
                  <a:lnTo>
                    <a:pt x="25" y="9"/>
                  </a:lnTo>
                  <a:lnTo>
                    <a:pt x="21" y="9"/>
                  </a:lnTo>
                  <a:lnTo>
                    <a:pt x="18" y="9"/>
                  </a:lnTo>
                  <a:lnTo>
                    <a:pt x="16" y="9"/>
                  </a:lnTo>
                  <a:lnTo>
                    <a:pt x="14" y="9"/>
                  </a:lnTo>
                  <a:lnTo>
                    <a:pt x="8" y="10"/>
                  </a:lnTo>
                  <a:lnTo>
                    <a:pt x="6" y="13"/>
                  </a:lnTo>
                  <a:lnTo>
                    <a:pt x="4" y="14"/>
                  </a:lnTo>
                  <a:lnTo>
                    <a:pt x="4" y="19"/>
                  </a:lnTo>
                  <a:lnTo>
                    <a:pt x="4" y="24"/>
                  </a:lnTo>
                  <a:lnTo>
                    <a:pt x="0" y="24"/>
                  </a:lnTo>
                  <a:lnTo>
                    <a:pt x="0" y="24"/>
                  </a:lnTo>
                  <a:lnTo>
                    <a:pt x="0" y="24"/>
                  </a:lnTo>
                  <a:lnTo>
                    <a:pt x="4" y="24"/>
                  </a:lnTo>
                  <a:lnTo>
                    <a:pt x="4" y="24"/>
                  </a:lnTo>
                  <a:lnTo>
                    <a:pt x="4" y="24"/>
                  </a:lnTo>
                  <a:lnTo>
                    <a:pt x="6" y="24"/>
                  </a:lnTo>
                  <a:lnTo>
                    <a:pt x="8" y="24"/>
                  </a:lnTo>
                  <a:lnTo>
                    <a:pt x="8" y="19"/>
                  </a:lnTo>
                  <a:lnTo>
                    <a:pt x="14" y="19"/>
                  </a:lnTo>
                  <a:lnTo>
                    <a:pt x="15" y="14"/>
                  </a:lnTo>
                  <a:lnTo>
                    <a:pt x="16" y="13"/>
                  </a:lnTo>
                  <a:lnTo>
                    <a:pt x="18" y="10"/>
                  </a:lnTo>
                  <a:lnTo>
                    <a:pt x="21" y="10"/>
                  </a:lnTo>
                  <a:lnTo>
                    <a:pt x="25" y="10"/>
                  </a:lnTo>
                  <a:lnTo>
                    <a:pt x="25" y="10"/>
                  </a:lnTo>
                  <a:lnTo>
                    <a:pt x="25" y="10"/>
                  </a:lnTo>
                  <a:lnTo>
                    <a:pt x="25" y="10"/>
                  </a:lnTo>
                  <a:lnTo>
                    <a:pt x="25" y="13"/>
                  </a:lnTo>
                  <a:lnTo>
                    <a:pt x="25" y="13"/>
                  </a:lnTo>
                  <a:lnTo>
                    <a:pt x="25" y="14"/>
                  </a:lnTo>
                  <a:lnTo>
                    <a:pt x="25" y="15"/>
                  </a:lnTo>
                  <a:lnTo>
                    <a:pt x="25" y="19"/>
                  </a:lnTo>
                  <a:lnTo>
                    <a:pt x="25" y="19"/>
                  </a:lnTo>
                  <a:lnTo>
                    <a:pt x="25" y="24"/>
                  </a:lnTo>
                  <a:lnTo>
                    <a:pt x="25" y="24"/>
                  </a:lnTo>
                  <a:lnTo>
                    <a:pt x="25" y="24"/>
                  </a:lnTo>
                  <a:lnTo>
                    <a:pt x="25" y="24"/>
                  </a:lnTo>
                  <a:lnTo>
                    <a:pt x="25" y="24"/>
                  </a:lnTo>
                  <a:lnTo>
                    <a:pt x="25" y="24"/>
                  </a:lnTo>
                  <a:lnTo>
                    <a:pt x="25" y="19"/>
                  </a:lnTo>
                  <a:lnTo>
                    <a:pt x="28" y="19"/>
                  </a:lnTo>
                  <a:lnTo>
                    <a:pt x="29" y="19"/>
                  </a:lnTo>
                  <a:lnTo>
                    <a:pt x="31" y="19"/>
                  </a:lnTo>
                  <a:lnTo>
                    <a:pt x="31" y="15"/>
                  </a:lnTo>
                  <a:lnTo>
                    <a:pt x="31" y="15"/>
                  </a:lnTo>
                  <a:lnTo>
                    <a:pt x="31" y="14"/>
                  </a:lnTo>
                  <a:lnTo>
                    <a:pt x="31" y="14"/>
                  </a:lnTo>
                  <a:lnTo>
                    <a:pt x="31" y="13"/>
                  </a:lnTo>
                  <a:lnTo>
                    <a:pt x="35" y="13"/>
                  </a:lnTo>
                  <a:lnTo>
                    <a:pt x="36" y="10"/>
                  </a:lnTo>
                  <a:lnTo>
                    <a:pt x="36" y="10"/>
                  </a:lnTo>
                  <a:lnTo>
                    <a:pt x="36" y="10"/>
                  </a:lnTo>
                  <a:lnTo>
                    <a:pt x="40" y="10"/>
                  </a:lnTo>
                  <a:lnTo>
                    <a:pt x="40" y="10"/>
                  </a:lnTo>
                  <a:lnTo>
                    <a:pt x="40" y="10"/>
                  </a:lnTo>
                  <a:lnTo>
                    <a:pt x="40" y="9"/>
                  </a:lnTo>
                  <a:lnTo>
                    <a:pt x="40" y="9"/>
                  </a:lnTo>
                  <a:lnTo>
                    <a:pt x="40" y="9"/>
                  </a:lnTo>
                  <a:lnTo>
                    <a:pt x="48" y="9"/>
                  </a:lnTo>
                  <a:lnTo>
                    <a:pt x="50" y="9"/>
                  </a:lnTo>
                  <a:lnTo>
                    <a:pt x="53" y="8"/>
                  </a:lnTo>
                  <a:lnTo>
                    <a:pt x="53" y="8"/>
                  </a:lnTo>
                  <a:lnTo>
                    <a:pt x="55" y="0"/>
                  </a:lnTo>
                  <a:lnTo>
                    <a:pt x="60" y="0"/>
                  </a:lnTo>
                  <a:lnTo>
                    <a:pt x="60" y="0"/>
                  </a:lnTo>
                  <a:lnTo>
                    <a:pt x="62" y="0"/>
                  </a:lnTo>
                  <a:lnTo>
                    <a:pt x="62" y="0"/>
                  </a:lnTo>
                  <a:lnTo>
                    <a:pt x="60" y="0"/>
                  </a:lnTo>
                  <a:lnTo>
                    <a:pt x="60" y="0"/>
                  </a:lnTo>
                  <a:lnTo>
                    <a:pt x="53" y="0"/>
                  </a:lnTo>
                  <a:lnTo>
                    <a:pt x="53" y="0"/>
                  </a:lnTo>
                  <a:lnTo>
                    <a:pt x="53" y="0"/>
                  </a:lnTo>
                </a:path>
              </a:pathLst>
            </a:custGeom>
            <a:solidFill>
              <a:srgbClr val="626200"/>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3530" name=""/>
            <p:cNvSpPr/>
            <p:nvPr/>
          </p:nvSpPr>
          <p:spPr>
            <a:xfrm>
              <a:off x="4287960" y="4521240"/>
              <a:ext cx="88920" cy="49320"/>
            </a:xfrm>
            <a:custGeom>
              <a:avLst/>
              <a:gdLst/>
              <a:ahLst/>
              <a:rect l="l" t="t" r="r" b="b"/>
              <a:pathLst>
                <a:path w="56" h="31">
                  <a:moveTo>
                    <a:pt x="55" y="5"/>
                  </a:moveTo>
                  <a:lnTo>
                    <a:pt x="55" y="5"/>
                  </a:lnTo>
                  <a:lnTo>
                    <a:pt x="55" y="10"/>
                  </a:lnTo>
                  <a:lnTo>
                    <a:pt x="52" y="10"/>
                  </a:lnTo>
                  <a:lnTo>
                    <a:pt x="52" y="10"/>
                  </a:lnTo>
                  <a:lnTo>
                    <a:pt x="45" y="10"/>
                  </a:lnTo>
                  <a:lnTo>
                    <a:pt x="42" y="12"/>
                  </a:lnTo>
                  <a:lnTo>
                    <a:pt x="42" y="17"/>
                  </a:lnTo>
                  <a:lnTo>
                    <a:pt x="42" y="17"/>
                  </a:lnTo>
                  <a:lnTo>
                    <a:pt x="42" y="17"/>
                  </a:lnTo>
                  <a:lnTo>
                    <a:pt x="38" y="17"/>
                  </a:lnTo>
                  <a:lnTo>
                    <a:pt x="38" y="17"/>
                  </a:lnTo>
                  <a:lnTo>
                    <a:pt x="33" y="19"/>
                  </a:lnTo>
                  <a:lnTo>
                    <a:pt x="31" y="19"/>
                  </a:lnTo>
                  <a:lnTo>
                    <a:pt x="27" y="19"/>
                  </a:lnTo>
                  <a:lnTo>
                    <a:pt x="27" y="19"/>
                  </a:lnTo>
                  <a:lnTo>
                    <a:pt x="27" y="20"/>
                  </a:lnTo>
                  <a:lnTo>
                    <a:pt x="27" y="20"/>
                  </a:lnTo>
                  <a:lnTo>
                    <a:pt x="23" y="20"/>
                  </a:lnTo>
                  <a:lnTo>
                    <a:pt x="18" y="20"/>
                  </a:lnTo>
                  <a:lnTo>
                    <a:pt x="16" y="28"/>
                  </a:lnTo>
                  <a:lnTo>
                    <a:pt x="10" y="29"/>
                  </a:lnTo>
                  <a:lnTo>
                    <a:pt x="6" y="29"/>
                  </a:lnTo>
                  <a:lnTo>
                    <a:pt x="6" y="29"/>
                  </a:lnTo>
                  <a:lnTo>
                    <a:pt x="6" y="29"/>
                  </a:lnTo>
                  <a:lnTo>
                    <a:pt x="2" y="30"/>
                  </a:lnTo>
                  <a:lnTo>
                    <a:pt x="1" y="30"/>
                  </a:lnTo>
                  <a:lnTo>
                    <a:pt x="0" y="30"/>
                  </a:lnTo>
                  <a:lnTo>
                    <a:pt x="0" y="30"/>
                  </a:lnTo>
                  <a:lnTo>
                    <a:pt x="0" y="29"/>
                  </a:lnTo>
                  <a:lnTo>
                    <a:pt x="0" y="29"/>
                  </a:lnTo>
                  <a:lnTo>
                    <a:pt x="0" y="29"/>
                  </a:lnTo>
                  <a:lnTo>
                    <a:pt x="0" y="29"/>
                  </a:lnTo>
                  <a:lnTo>
                    <a:pt x="1" y="28"/>
                  </a:lnTo>
                  <a:lnTo>
                    <a:pt x="6" y="28"/>
                  </a:lnTo>
                  <a:lnTo>
                    <a:pt x="6" y="20"/>
                  </a:lnTo>
                  <a:lnTo>
                    <a:pt x="8" y="20"/>
                  </a:lnTo>
                  <a:lnTo>
                    <a:pt x="10" y="20"/>
                  </a:lnTo>
                  <a:lnTo>
                    <a:pt x="16" y="20"/>
                  </a:lnTo>
                  <a:lnTo>
                    <a:pt x="18" y="19"/>
                  </a:lnTo>
                  <a:lnTo>
                    <a:pt x="21" y="19"/>
                  </a:lnTo>
                  <a:lnTo>
                    <a:pt x="23" y="19"/>
                  </a:lnTo>
                  <a:lnTo>
                    <a:pt x="27" y="17"/>
                  </a:lnTo>
                  <a:lnTo>
                    <a:pt x="27" y="17"/>
                  </a:lnTo>
                  <a:lnTo>
                    <a:pt x="29" y="12"/>
                  </a:lnTo>
                  <a:lnTo>
                    <a:pt x="33" y="10"/>
                  </a:lnTo>
                  <a:lnTo>
                    <a:pt x="37" y="10"/>
                  </a:lnTo>
                  <a:lnTo>
                    <a:pt x="38" y="10"/>
                  </a:lnTo>
                  <a:lnTo>
                    <a:pt x="38" y="10"/>
                  </a:lnTo>
                  <a:lnTo>
                    <a:pt x="42" y="10"/>
                  </a:lnTo>
                  <a:lnTo>
                    <a:pt x="42" y="5"/>
                  </a:lnTo>
                  <a:lnTo>
                    <a:pt x="42" y="3"/>
                  </a:lnTo>
                  <a:lnTo>
                    <a:pt x="42" y="2"/>
                  </a:lnTo>
                  <a:lnTo>
                    <a:pt x="50" y="0"/>
                  </a:lnTo>
                  <a:lnTo>
                    <a:pt x="52" y="0"/>
                  </a:lnTo>
                  <a:lnTo>
                    <a:pt x="55" y="2"/>
                  </a:lnTo>
                  <a:lnTo>
                    <a:pt x="55" y="5"/>
                  </a:lnTo>
                  <a:lnTo>
                    <a:pt x="55" y="5"/>
                  </a:lnTo>
                </a:path>
              </a:pathLst>
            </a:custGeom>
            <a:solidFill>
              <a:srgbClr val="ffc0b6"/>
            </a:solidFill>
            <a:ln w="9360">
              <a:solidFill>
                <a:srgbClr val="82c168"/>
              </a:solidFill>
              <a:round/>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3531" name=""/>
            <p:cNvSpPr/>
            <p:nvPr/>
          </p:nvSpPr>
          <p:spPr>
            <a:xfrm>
              <a:off x="4179960" y="4660920"/>
              <a:ext cx="109440" cy="60480"/>
            </a:xfrm>
            <a:custGeom>
              <a:avLst/>
              <a:gdLst/>
              <a:ahLst/>
              <a:rect l="l" t="t" r="r" b="b"/>
              <a:pathLst>
                <a:path w="69" h="38">
                  <a:moveTo>
                    <a:pt x="62" y="0"/>
                  </a:moveTo>
                  <a:lnTo>
                    <a:pt x="62" y="0"/>
                  </a:lnTo>
                  <a:lnTo>
                    <a:pt x="66" y="1"/>
                  </a:lnTo>
                  <a:lnTo>
                    <a:pt x="68" y="1"/>
                  </a:lnTo>
                  <a:lnTo>
                    <a:pt x="68" y="1"/>
                  </a:lnTo>
                  <a:lnTo>
                    <a:pt x="68" y="2"/>
                  </a:lnTo>
                  <a:lnTo>
                    <a:pt x="68" y="5"/>
                  </a:lnTo>
                  <a:lnTo>
                    <a:pt x="68" y="5"/>
                  </a:lnTo>
                  <a:lnTo>
                    <a:pt x="66" y="5"/>
                  </a:lnTo>
                  <a:lnTo>
                    <a:pt x="62" y="5"/>
                  </a:lnTo>
                  <a:lnTo>
                    <a:pt x="62" y="5"/>
                  </a:lnTo>
                  <a:lnTo>
                    <a:pt x="60" y="6"/>
                  </a:lnTo>
                  <a:lnTo>
                    <a:pt x="57" y="6"/>
                  </a:lnTo>
                  <a:lnTo>
                    <a:pt x="57" y="7"/>
                  </a:lnTo>
                  <a:lnTo>
                    <a:pt x="53" y="7"/>
                  </a:lnTo>
                  <a:lnTo>
                    <a:pt x="52" y="7"/>
                  </a:lnTo>
                  <a:lnTo>
                    <a:pt x="51" y="13"/>
                  </a:lnTo>
                  <a:lnTo>
                    <a:pt x="51" y="13"/>
                  </a:lnTo>
                  <a:lnTo>
                    <a:pt x="51" y="13"/>
                  </a:lnTo>
                  <a:lnTo>
                    <a:pt x="51" y="13"/>
                  </a:lnTo>
                  <a:lnTo>
                    <a:pt x="46" y="17"/>
                  </a:lnTo>
                  <a:lnTo>
                    <a:pt x="45" y="17"/>
                  </a:lnTo>
                  <a:lnTo>
                    <a:pt x="40" y="17"/>
                  </a:lnTo>
                  <a:lnTo>
                    <a:pt x="36" y="22"/>
                  </a:lnTo>
                  <a:lnTo>
                    <a:pt x="32" y="23"/>
                  </a:lnTo>
                  <a:lnTo>
                    <a:pt x="29" y="26"/>
                  </a:lnTo>
                  <a:lnTo>
                    <a:pt x="27" y="27"/>
                  </a:lnTo>
                  <a:lnTo>
                    <a:pt x="20" y="29"/>
                  </a:lnTo>
                  <a:lnTo>
                    <a:pt x="20" y="29"/>
                  </a:lnTo>
                  <a:lnTo>
                    <a:pt x="18" y="32"/>
                  </a:lnTo>
                  <a:lnTo>
                    <a:pt x="14" y="32"/>
                  </a:lnTo>
                  <a:lnTo>
                    <a:pt x="14" y="32"/>
                  </a:lnTo>
                  <a:lnTo>
                    <a:pt x="14" y="32"/>
                  </a:lnTo>
                  <a:lnTo>
                    <a:pt x="8" y="32"/>
                  </a:lnTo>
                  <a:lnTo>
                    <a:pt x="6" y="32"/>
                  </a:lnTo>
                  <a:lnTo>
                    <a:pt x="6" y="37"/>
                  </a:lnTo>
                  <a:lnTo>
                    <a:pt x="6" y="37"/>
                  </a:lnTo>
                  <a:lnTo>
                    <a:pt x="6" y="37"/>
                  </a:lnTo>
                  <a:lnTo>
                    <a:pt x="1" y="32"/>
                  </a:lnTo>
                  <a:lnTo>
                    <a:pt x="1" y="32"/>
                  </a:lnTo>
                  <a:lnTo>
                    <a:pt x="0" y="32"/>
                  </a:lnTo>
                  <a:lnTo>
                    <a:pt x="1" y="32"/>
                  </a:lnTo>
                  <a:lnTo>
                    <a:pt x="1" y="32"/>
                  </a:lnTo>
                  <a:lnTo>
                    <a:pt x="6" y="32"/>
                  </a:lnTo>
                  <a:lnTo>
                    <a:pt x="6" y="32"/>
                  </a:lnTo>
                  <a:lnTo>
                    <a:pt x="14" y="29"/>
                  </a:lnTo>
                  <a:lnTo>
                    <a:pt x="14" y="29"/>
                  </a:lnTo>
                  <a:lnTo>
                    <a:pt x="14" y="29"/>
                  </a:lnTo>
                  <a:lnTo>
                    <a:pt x="20" y="29"/>
                  </a:lnTo>
                  <a:lnTo>
                    <a:pt x="20" y="27"/>
                  </a:lnTo>
                  <a:lnTo>
                    <a:pt x="24" y="26"/>
                  </a:lnTo>
                  <a:lnTo>
                    <a:pt x="29" y="23"/>
                  </a:lnTo>
                  <a:lnTo>
                    <a:pt x="29" y="22"/>
                  </a:lnTo>
                  <a:lnTo>
                    <a:pt x="36" y="17"/>
                  </a:lnTo>
                  <a:lnTo>
                    <a:pt x="36" y="17"/>
                  </a:lnTo>
                  <a:lnTo>
                    <a:pt x="40" y="17"/>
                  </a:lnTo>
                  <a:lnTo>
                    <a:pt x="41" y="13"/>
                  </a:lnTo>
                  <a:lnTo>
                    <a:pt x="46" y="13"/>
                  </a:lnTo>
                  <a:lnTo>
                    <a:pt x="48" y="7"/>
                  </a:lnTo>
                  <a:lnTo>
                    <a:pt x="51" y="5"/>
                  </a:lnTo>
                  <a:lnTo>
                    <a:pt x="51" y="5"/>
                  </a:lnTo>
                  <a:lnTo>
                    <a:pt x="53" y="2"/>
                  </a:lnTo>
                  <a:lnTo>
                    <a:pt x="57" y="1"/>
                  </a:lnTo>
                  <a:lnTo>
                    <a:pt x="62" y="0"/>
                  </a:lnTo>
                  <a:lnTo>
                    <a:pt x="62" y="0"/>
                  </a:lnTo>
                  <a:lnTo>
                    <a:pt x="62" y="0"/>
                  </a:lnTo>
                </a:path>
              </a:pathLst>
            </a:custGeom>
            <a:solidFill>
              <a:srgbClr val="626200"/>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3532" name=""/>
            <p:cNvSpPr/>
            <p:nvPr/>
          </p:nvSpPr>
          <p:spPr>
            <a:xfrm>
              <a:off x="4297320" y="4654440"/>
              <a:ext cx="4680" cy="15840"/>
            </a:xfrm>
            <a:custGeom>
              <a:avLst/>
              <a:gdLst/>
              <a:ahLst/>
              <a:rect l="l" t="t" r="r" b="b"/>
              <a:pathLst>
                <a:path w="3" h="10">
                  <a:moveTo>
                    <a:pt x="0" y="0"/>
                  </a:moveTo>
                  <a:lnTo>
                    <a:pt x="0" y="4"/>
                  </a:lnTo>
                  <a:lnTo>
                    <a:pt x="0" y="5"/>
                  </a:lnTo>
                  <a:lnTo>
                    <a:pt x="0" y="9"/>
                  </a:lnTo>
                  <a:lnTo>
                    <a:pt x="0" y="9"/>
                  </a:lnTo>
                  <a:lnTo>
                    <a:pt x="0" y="9"/>
                  </a:lnTo>
                  <a:lnTo>
                    <a:pt x="0" y="9"/>
                  </a:lnTo>
                  <a:lnTo>
                    <a:pt x="0" y="9"/>
                  </a:lnTo>
                  <a:lnTo>
                    <a:pt x="2" y="9"/>
                  </a:lnTo>
                  <a:lnTo>
                    <a:pt x="2" y="6"/>
                  </a:lnTo>
                  <a:lnTo>
                    <a:pt x="2" y="5"/>
                  </a:lnTo>
                  <a:lnTo>
                    <a:pt x="0" y="5"/>
                  </a:lnTo>
                  <a:lnTo>
                    <a:pt x="0" y="5"/>
                  </a:lnTo>
                  <a:lnTo>
                    <a:pt x="0" y="4"/>
                  </a:lnTo>
                  <a:lnTo>
                    <a:pt x="0" y="0"/>
                  </a:lnTo>
                  <a:lnTo>
                    <a:pt x="0" y="0"/>
                  </a:lnTo>
                  <a:lnTo>
                    <a:pt x="0" y="0"/>
                  </a:lnTo>
                  <a:lnTo>
                    <a:pt x="0" y="0"/>
                  </a:lnTo>
                </a:path>
              </a:pathLst>
            </a:custGeom>
            <a:solidFill>
              <a:srgbClr val="626200"/>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533" name=""/>
            <p:cNvSpPr/>
            <p:nvPr/>
          </p:nvSpPr>
          <p:spPr>
            <a:xfrm>
              <a:off x="4243320" y="4687920"/>
              <a:ext cx="95400" cy="47520"/>
            </a:xfrm>
            <a:custGeom>
              <a:avLst/>
              <a:gdLst/>
              <a:ahLst/>
              <a:rect l="l" t="t" r="r" b="b"/>
              <a:pathLst>
                <a:path w="60" h="30">
                  <a:moveTo>
                    <a:pt x="34" y="0"/>
                  </a:moveTo>
                  <a:lnTo>
                    <a:pt x="34" y="0"/>
                  </a:lnTo>
                  <a:lnTo>
                    <a:pt x="34" y="0"/>
                  </a:lnTo>
                  <a:lnTo>
                    <a:pt x="30" y="0"/>
                  </a:lnTo>
                  <a:lnTo>
                    <a:pt x="28" y="0"/>
                  </a:lnTo>
                  <a:lnTo>
                    <a:pt x="28" y="0"/>
                  </a:lnTo>
                  <a:lnTo>
                    <a:pt x="28" y="0"/>
                  </a:lnTo>
                  <a:lnTo>
                    <a:pt x="26" y="5"/>
                  </a:lnTo>
                  <a:lnTo>
                    <a:pt x="22" y="6"/>
                  </a:lnTo>
                  <a:lnTo>
                    <a:pt x="22" y="9"/>
                  </a:lnTo>
                  <a:lnTo>
                    <a:pt x="20" y="9"/>
                  </a:lnTo>
                  <a:lnTo>
                    <a:pt x="17" y="12"/>
                  </a:lnTo>
                  <a:lnTo>
                    <a:pt x="12" y="15"/>
                  </a:lnTo>
                  <a:lnTo>
                    <a:pt x="11" y="15"/>
                  </a:lnTo>
                  <a:lnTo>
                    <a:pt x="8" y="20"/>
                  </a:lnTo>
                  <a:lnTo>
                    <a:pt x="5" y="25"/>
                  </a:lnTo>
                  <a:lnTo>
                    <a:pt x="0" y="29"/>
                  </a:lnTo>
                  <a:lnTo>
                    <a:pt x="0" y="29"/>
                  </a:lnTo>
                  <a:lnTo>
                    <a:pt x="0" y="29"/>
                  </a:lnTo>
                  <a:lnTo>
                    <a:pt x="5" y="25"/>
                  </a:lnTo>
                  <a:lnTo>
                    <a:pt x="8" y="21"/>
                  </a:lnTo>
                  <a:lnTo>
                    <a:pt x="11" y="20"/>
                  </a:lnTo>
                  <a:lnTo>
                    <a:pt x="12" y="15"/>
                  </a:lnTo>
                  <a:lnTo>
                    <a:pt x="17" y="15"/>
                  </a:lnTo>
                  <a:lnTo>
                    <a:pt x="22" y="12"/>
                  </a:lnTo>
                  <a:lnTo>
                    <a:pt x="22" y="12"/>
                  </a:lnTo>
                  <a:lnTo>
                    <a:pt x="22" y="12"/>
                  </a:lnTo>
                  <a:lnTo>
                    <a:pt x="22" y="12"/>
                  </a:lnTo>
                  <a:lnTo>
                    <a:pt x="22" y="12"/>
                  </a:lnTo>
                  <a:lnTo>
                    <a:pt x="26" y="12"/>
                  </a:lnTo>
                  <a:lnTo>
                    <a:pt x="28" y="12"/>
                  </a:lnTo>
                  <a:lnTo>
                    <a:pt x="28" y="12"/>
                  </a:lnTo>
                  <a:lnTo>
                    <a:pt x="29" y="12"/>
                  </a:lnTo>
                  <a:lnTo>
                    <a:pt x="34" y="12"/>
                  </a:lnTo>
                  <a:lnTo>
                    <a:pt x="34" y="12"/>
                  </a:lnTo>
                  <a:lnTo>
                    <a:pt x="38" y="12"/>
                  </a:lnTo>
                  <a:lnTo>
                    <a:pt x="38" y="12"/>
                  </a:lnTo>
                  <a:lnTo>
                    <a:pt x="45" y="12"/>
                  </a:lnTo>
                  <a:lnTo>
                    <a:pt x="49" y="12"/>
                  </a:lnTo>
                  <a:lnTo>
                    <a:pt x="55" y="12"/>
                  </a:lnTo>
                  <a:lnTo>
                    <a:pt x="55" y="12"/>
                  </a:lnTo>
                  <a:lnTo>
                    <a:pt x="55" y="12"/>
                  </a:lnTo>
                  <a:lnTo>
                    <a:pt x="55" y="12"/>
                  </a:lnTo>
                  <a:lnTo>
                    <a:pt x="55" y="10"/>
                  </a:lnTo>
                  <a:lnTo>
                    <a:pt x="51" y="9"/>
                  </a:lnTo>
                  <a:lnTo>
                    <a:pt x="49" y="9"/>
                  </a:lnTo>
                  <a:lnTo>
                    <a:pt x="48" y="9"/>
                  </a:lnTo>
                  <a:lnTo>
                    <a:pt x="46" y="6"/>
                  </a:lnTo>
                  <a:lnTo>
                    <a:pt x="46" y="6"/>
                  </a:lnTo>
                  <a:lnTo>
                    <a:pt x="48" y="6"/>
                  </a:lnTo>
                  <a:lnTo>
                    <a:pt x="49" y="6"/>
                  </a:lnTo>
                  <a:lnTo>
                    <a:pt x="55" y="6"/>
                  </a:lnTo>
                  <a:lnTo>
                    <a:pt x="55" y="5"/>
                  </a:lnTo>
                  <a:lnTo>
                    <a:pt x="55" y="5"/>
                  </a:lnTo>
                  <a:lnTo>
                    <a:pt x="55" y="5"/>
                  </a:lnTo>
                  <a:lnTo>
                    <a:pt x="58" y="2"/>
                  </a:lnTo>
                  <a:lnTo>
                    <a:pt x="59" y="2"/>
                  </a:lnTo>
                  <a:lnTo>
                    <a:pt x="59" y="2"/>
                  </a:lnTo>
                  <a:lnTo>
                    <a:pt x="57" y="2"/>
                  </a:lnTo>
                  <a:lnTo>
                    <a:pt x="55" y="0"/>
                  </a:lnTo>
                  <a:lnTo>
                    <a:pt x="55" y="0"/>
                  </a:lnTo>
                  <a:lnTo>
                    <a:pt x="55" y="0"/>
                  </a:lnTo>
                  <a:lnTo>
                    <a:pt x="55" y="0"/>
                  </a:lnTo>
                  <a:lnTo>
                    <a:pt x="51" y="0"/>
                  </a:lnTo>
                  <a:lnTo>
                    <a:pt x="49" y="0"/>
                  </a:lnTo>
                  <a:lnTo>
                    <a:pt x="48" y="2"/>
                  </a:lnTo>
                  <a:lnTo>
                    <a:pt x="45" y="5"/>
                  </a:lnTo>
                  <a:lnTo>
                    <a:pt x="44" y="5"/>
                  </a:lnTo>
                  <a:lnTo>
                    <a:pt x="38" y="6"/>
                  </a:lnTo>
                  <a:lnTo>
                    <a:pt x="34" y="6"/>
                  </a:lnTo>
                  <a:lnTo>
                    <a:pt x="34" y="9"/>
                  </a:lnTo>
                  <a:lnTo>
                    <a:pt x="34" y="9"/>
                  </a:lnTo>
                  <a:lnTo>
                    <a:pt x="30" y="9"/>
                  </a:lnTo>
                  <a:lnTo>
                    <a:pt x="28" y="9"/>
                  </a:lnTo>
                  <a:lnTo>
                    <a:pt x="28" y="9"/>
                  </a:lnTo>
                  <a:lnTo>
                    <a:pt x="28" y="9"/>
                  </a:lnTo>
                  <a:lnTo>
                    <a:pt x="28" y="6"/>
                  </a:lnTo>
                  <a:lnTo>
                    <a:pt x="28" y="6"/>
                  </a:lnTo>
                  <a:lnTo>
                    <a:pt x="28" y="2"/>
                  </a:lnTo>
                  <a:lnTo>
                    <a:pt x="28" y="0"/>
                  </a:lnTo>
                  <a:lnTo>
                    <a:pt x="34" y="0"/>
                  </a:lnTo>
                  <a:lnTo>
                    <a:pt x="34" y="0"/>
                  </a:lnTo>
                </a:path>
              </a:pathLst>
            </a:custGeom>
            <a:solidFill>
              <a:srgbClr val="626200"/>
            </a:solidFill>
            <a:ln w="0">
              <a:noFill/>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3534" name=""/>
            <p:cNvSpPr/>
            <p:nvPr/>
          </p:nvSpPr>
          <p:spPr>
            <a:xfrm>
              <a:off x="4135320" y="4492800"/>
              <a:ext cx="81000" cy="220320"/>
            </a:xfrm>
            <a:custGeom>
              <a:avLst/>
              <a:gdLst/>
              <a:ahLst/>
              <a:rect l="l" t="t" r="r" b="b"/>
              <a:pathLst>
                <a:path w="51" h="139">
                  <a:moveTo>
                    <a:pt x="48" y="62"/>
                  </a:moveTo>
                  <a:lnTo>
                    <a:pt x="48" y="67"/>
                  </a:lnTo>
                  <a:lnTo>
                    <a:pt x="50" y="74"/>
                  </a:lnTo>
                  <a:lnTo>
                    <a:pt x="48" y="84"/>
                  </a:lnTo>
                  <a:lnTo>
                    <a:pt x="48" y="88"/>
                  </a:lnTo>
                  <a:lnTo>
                    <a:pt x="48" y="91"/>
                  </a:lnTo>
                  <a:lnTo>
                    <a:pt x="43" y="101"/>
                  </a:lnTo>
                  <a:lnTo>
                    <a:pt x="42" y="102"/>
                  </a:lnTo>
                  <a:lnTo>
                    <a:pt x="38" y="106"/>
                  </a:lnTo>
                  <a:lnTo>
                    <a:pt x="34" y="107"/>
                  </a:lnTo>
                  <a:lnTo>
                    <a:pt x="26" y="111"/>
                  </a:lnTo>
                  <a:lnTo>
                    <a:pt x="26" y="119"/>
                  </a:lnTo>
                  <a:lnTo>
                    <a:pt x="23" y="123"/>
                  </a:lnTo>
                  <a:lnTo>
                    <a:pt x="20" y="128"/>
                  </a:lnTo>
                  <a:lnTo>
                    <a:pt x="20" y="132"/>
                  </a:lnTo>
                  <a:lnTo>
                    <a:pt x="20" y="135"/>
                  </a:lnTo>
                  <a:lnTo>
                    <a:pt x="20" y="138"/>
                  </a:lnTo>
                  <a:lnTo>
                    <a:pt x="20" y="138"/>
                  </a:lnTo>
                  <a:lnTo>
                    <a:pt x="11" y="138"/>
                  </a:lnTo>
                  <a:lnTo>
                    <a:pt x="11" y="138"/>
                  </a:lnTo>
                  <a:lnTo>
                    <a:pt x="9" y="135"/>
                  </a:lnTo>
                  <a:lnTo>
                    <a:pt x="7" y="135"/>
                  </a:lnTo>
                  <a:lnTo>
                    <a:pt x="6" y="135"/>
                  </a:lnTo>
                  <a:lnTo>
                    <a:pt x="5" y="132"/>
                  </a:lnTo>
                  <a:lnTo>
                    <a:pt x="3" y="128"/>
                  </a:lnTo>
                  <a:lnTo>
                    <a:pt x="2" y="123"/>
                  </a:lnTo>
                  <a:lnTo>
                    <a:pt x="0" y="121"/>
                  </a:lnTo>
                  <a:lnTo>
                    <a:pt x="0" y="119"/>
                  </a:lnTo>
                  <a:lnTo>
                    <a:pt x="0" y="113"/>
                  </a:lnTo>
                  <a:lnTo>
                    <a:pt x="0" y="111"/>
                  </a:lnTo>
                  <a:lnTo>
                    <a:pt x="0" y="111"/>
                  </a:lnTo>
                  <a:lnTo>
                    <a:pt x="0" y="111"/>
                  </a:lnTo>
                  <a:lnTo>
                    <a:pt x="0" y="107"/>
                  </a:lnTo>
                  <a:lnTo>
                    <a:pt x="0" y="106"/>
                  </a:lnTo>
                  <a:lnTo>
                    <a:pt x="0" y="102"/>
                  </a:lnTo>
                  <a:lnTo>
                    <a:pt x="0" y="101"/>
                  </a:lnTo>
                  <a:lnTo>
                    <a:pt x="0" y="97"/>
                  </a:lnTo>
                  <a:lnTo>
                    <a:pt x="0" y="90"/>
                  </a:lnTo>
                  <a:lnTo>
                    <a:pt x="0" y="88"/>
                  </a:lnTo>
                  <a:lnTo>
                    <a:pt x="0" y="84"/>
                  </a:lnTo>
                  <a:lnTo>
                    <a:pt x="0" y="84"/>
                  </a:lnTo>
                  <a:lnTo>
                    <a:pt x="0" y="72"/>
                  </a:lnTo>
                  <a:lnTo>
                    <a:pt x="0" y="64"/>
                  </a:lnTo>
                  <a:lnTo>
                    <a:pt x="3" y="62"/>
                  </a:lnTo>
                  <a:lnTo>
                    <a:pt x="5" y="48"/>
                  </a:lnTo>
                  <a:lnTo>
                    <a:pt x="6" y="47"/>
                  </a:lnTo>
                  <a:lnTo>
                    <a:pt x="7" y="46"/>
                  </a:lnTo>
                  <a:lnTo>
                    <a:pt x="9" y="38"/>
                  </a:lnTo>
                  <a:lnTo>
                    <a:pt x="9" y="38"/>
                  </a:lnTo>
                  <a:lnTo>
                    <a:pt x="11" y="38"/>
                  </a:lnTo>
                  <a:lnTo>
                    <a:pt x="11" y="37"/>
                  </a:lnTo>
                  <a:lnTo>
                    <a:pt x="20" y="35"/>
                  </a:lnTo>
                  <a:lnTo>
                    <a:pt x="20" y="28"/>
                  </a:lnTo>
                  <a:lnTo>
                    <a:pt x="24" y="28"/>
                  </a:lnTo>
                  <a:lnTo>
                    <a:pt x="26" y="21"/>
                  </a:lnTo>
                  <a:lnTo>
                    <a:pt x="28" y="20"/>
                  </a:lnTo>
                  <a:lnTo>
                    <a:pt x="34" y="13"/>
                  </a:lnTo>
                  <a:lnTo>
                    <a:pt x="38" y="11"/>
                  </a:lnTo>
                  <a:lnTo>
                    <a:pt x="42" y="11"/>
                  </a:lnTo>
                  <a:lnTo>
                    <a:pt x="42" y="11"/>
                  </a:lnTo>
                  <a:lnTo>
                    <a:pt x="48" y="8"/>
                  </a:lnTo>
                  <a:lnTo>
                    <a:pt x="48" y="0"/>
                  </a:lnTo>
                  <a:lnTo>
                    <a:pt x="48" y="0"/>
                  </a:lnTo>
                  <a:lnTo>
                    <a:pt x="48" y="0"/>
                  </a:lnTo>
                  <a:lnTo>
                    <a:pt x="48" y="0"/>
                  </a:lnTo>
                  <a:lnTo>
                    <a:pt x="48" y="0"/>
                  </a:lnTo>
                  <a:lnTo>
                    <a:pt x="48" y="11"/>
                  </a:lnTo>
                  <a:lnTo>
                    <a:pt x="46" y="11"/>
                  </a:lnTo>
                  <a:lnTo>
                    <a:pt x="42" y="20"/>
                  </a:lnTo>
                  <a:lnTo>
                    <a:pt x="42" y="23"/>
                  </a:lnTo>
                  <a:lnTo>
                    <a:pt x="36" y="28"/>
                  </a:lnTo>
                  <a:lnTo>
                    <a:pt x="36" y="37"/>
                  </a:lnTo>
                  <a:lnTo>
                    <a:pt x="36" y="38"/>
                  </a:lnTo>
                  <a:lnTo>
                    <a:pt x="42" y="38"/>
                  </a:lnTo>
                  <a:lnTo>
                    <a:pt x="42" y="38"/>
                  </a:lnTo>
                  <a:lnTo>
                    <a:pt x="42" y="46"/>
                  </a:lnTo>
                  <a:lnTo>
                    <a:pt x="42" y="46"/>
                  </a:lnTo>
                  <a:lnTo>
                    <a:pt x="46" y="47"/>
                  </a:lnTo>
                  <a:lnTo>
                    <a:pt x="48" y="47"/>
                  </a:lnTo>
                  <a:lnTo>
                    <a:pt x="48" y="52"/>
                  </a:lnTo>
                  <a:lnTo>
                    <a:pt x="48" y="62"/>
                  </a:lnTo>
                  <a:lnTo>
                    <a:pt x="48" y="62"/>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35" name=""/>
            <p:cNvSpPr/>
            <p:nvPr/>
          </p:nvSpPr>
          <p:spPr>
            <a:xfrm>
              <a:off x="4135320" y="4510080"/>
              <a:ext cx="77760" cy="198360"/>
            </a:xfrm>
            <a:custGeom>
              <a:avLst/>
              <a:gdLst/>
              <a:ahLst/>
              <a:rect l="l" t="t" r="r" b="b"/>
              <a:pathLst>
                <a:path w="49" h="125">
                  <a:moveTo>
                    <a:pt x="48" y="51"/>
                  </a:moveTo>
                  <a:lnTo>
                    <a:pt x="48" y="56"/>
                  </a:lnTo>
                  <a:lnTo>
                    <a:pt x="48" y="63"/>
                  </a:lnTo>
                  <a:lnTo>
                    <a:pt x="48" y="73"/>
                  </a:lnTo>
                  <a:lnTo>
                    <a:pt x="48" y="76"/>
                  </a:lnTo>
                  <a:lnTo>
                    <a:pt x="42" y="80"/>
                  </a:lnTo>
                  <a:lnTo>
                    <a:pt x="42" y="88"/>
                  </a:lnTo>
                  <a:lnTo>
                    <a:pt x="36" y="90"/>
                  </a:lnTo>
                  <a:lnTo>
                    <a:pt x="34" y="91"/>
                  </a:lnTo>
                  <a:lnTo>
                    <a:pt x="26" y="96"/>
                  </a:lnTo>
                  <a:lnTo>
                    <a:pt x="26" y="100"/>
                  </a:lnTo>
                  <a:lnTo>
                    <a:pt x="23" y="102"/>
                  </a:lnTo>
                  <a:lnTo>
                    <a:pt x="20" y="112"/>
                  </a:lnTo>
                  <a:lnTo>
                    <a:pt x="11" y="112"/>
                  </a:lnTo>
                  <a:lnTo>
                    <a:pt x="11" y="121"/>
                  </a:lnTo>
                  <a:lnTo>
                    <a:pt x="9" y="124"/>
                  </a:lnTo>
                  <a:lnTo>
                    <a:pt x="11" y="124"/>
                  </a:lnTo>
                  <a:lnTo>
                    <a:pt x="11" y="124"/>
                  </a:lnTo>
                  <a:lnTo>
                    <a:pt x="9" y="124"/>
                  </a:lnTo>
                  <a:lnTo>
                    <a:pt x="9" y="124"/>
                  </a:lnTo>
                  <a:lnTo>
                    <a:pt x="7" y="124"/>
                  </a:lnTo>
                  <a:lnTo>
                    <a:pt x="6" y="124"/>
                  </a:lnTo>
                  <a:lnTo>
                    <a:pt x="6" y="121"/>
                  </a:lnTo>
                  <a:lnTo>
                    <a:pt x="5" y="118"/>
                  </a:lnTo>
                  <a:lnTo>
                    <a:pt x="3" y="112"/>
                  </a:lnTo>
                  <a:lnTo>
                    <a:pt x="2" y="112"/>
                  </a:lnTo>
                  <a:lnTo>
                    <a:pt x="0" y="108"/>
                  </a:lnTo>
                  <a:lnTo>
                    <a:pt x="0" y="102"/>
                  </a:lnTo>
                  <a:lnTo>
                    <a:pt x="0" y="100"/>
                  </a:lnTo>
                  <a:lnTo>
                    <a:pt x="0" y="100"/>
                  </a:lnTo>
                  <a:lnTo>
                    <a:pt x="0" y="100"/>
                  </a:lnTo>
                  <a:lnTo>
                    <a:pt x="0" y="97"/>
                  </a:lnTo>
                  <a:lnTo>
                    <a:pt x="0" y="96"/>
                  </a:lnTo>
                  <a:lnTo>
                    <a:pt x="0" y="91"/>
                  </a:lnTo>
                  <a:lnTo>
                    <a:pt x="0" y="90"/>
                  </a:lnTo>
                  <a:lnTo>
                    <a:pt x="0" y="88"/>
                  </a:lnTo>
                  <a:lnTo>
                    <a:pt x="0" y="86"/>
                  </a:lnTo>
                  <a:lnTo>
                    <a:pt x="0" y="79"/>
                  </a:lnTo>
                  <a:lnTo>
                    <a:pt x="0" y="76"/>
                  </a:lnTo>
                  <a:lnTo>
                    <a:pt x="0" y="73"/>
                  </a:lnTo>
                  <a:lnTo>
                    <a:pt x="0" y="73"/>
                  </a:lnTo>
                  <a:lnTo>
                    <a:pt x="0" y="63"/>
                  </a:lnTo>
                  <a:lnTo>
                    <a:pt x="0" y="55"/>
                  </a:lnTo>
                  <a:lnTo>
                    <a:pt x="2" y="51"/>
                  </a:lnTo>
                  <a:lnTo>
                    <a:pt x="4" y="46"/>
                  </a:lnTo>
                  <a:lnTo>
                    <a:pt x="6" y="40"/>
                  </a:lnTo>
                  <a:lnTo>
                    <a:pt x="6" y="36"/>
                  </a:lnTo>
                  <a:lnTo>
                    <a:pt x="7" y="36"/>
                  </a:lnTo>
                  <a:lnTo>
                    <a:pt x="7" y="36"/>
                  </a:lnTo>
                  <a:lnTo>
                    <a:pt x="9" y="35"/>
                  </a:lnTo>
                  <a:lnTo>
                    <a:pt x="9" y="27"/>
                  </a:lnTo>
                  <a:lnTo>
                    <a:pt x="11" y="27"/>
                  </a:lnTo>
                  <a:lnTo>
                    <a:pt x="11" y="26"/>
                  </a:lnTo>
                  <a:lnTo>
                    <a:pt x="20" y="24"/>
                  </a:lnTo>
                  <a:lnTo>
                    <a:pt x="20" y="19"/>
                  </a:lnTo>
                  <a:lnTo>
                    <a:pt x="23" y="17"/>
                  </a:lnTo>
                  <a:lnTo>
                    <a:pt x="26" y="17"/>
                  </a:lnTo>
                  <a:lnTo>
                    <a:pt x="26" y="12"/>
                  </a:lnTo>
                  <a:lnTo>
                    <a:pt x="28" y="10"/>
                  </a:lnTo>
                  <a:lnTo>
                    <a:pt x="34" y="9"/>
                  </a:lnTo>
                  <a:lnTo>
                    <a:pt x="34" y="7"/>
                  </a:lnTo>
                  <a:lnTo>
                    <a:pt x="36" y="2"/>
                  </a:lnTo>
                  <a:lnTo>
                    <a:pt x="42" y="0"/>
                  </a:lnTo>
                  <a:lnTo>
                    <a:pt x="42" y="0"/>
                  </a:lnTo>
                  <a:lnTo>
                    <a:pt x="42" y="0"/>
                  </a:lnTo>
                  <a:lnTo>
                    <a:pt x="42" y="2"/>
                  </a:lnTo>
                  <a:lnTo>
                    <a:pt x="38" y="9"/>
                  </a:lnTo>
                  <a:lnTo>
                    <a:pt x="34" y="12"/>
                  </a:lnTo>
                  <a:lnTo>
                    <a:pt x="34" y="17"/>
                  </a:lnTo>
                  <a:lnTo>
                    <a:pt x="29" y="24"/>
                  </a:lnTo>
                  <a:lnTo>
                    <a:pt x="26" y="26"/>
                  </a:lnTo>
                  <a:lnTo>
                    <a:pt x="26" y="27"/>
                  </a:lnTo>
                  <a:lnTo>
                    <a:pt x="29" y="27"/>
                  </a:lnTo>
                  <a:lnTo>
                    <a:pt x="34" y="35"/>
                  </a:lnTo>
                  <a:lnTo>
                    <a:pt x="34" y="35"/>
                  </a:lnTo>
                  <a:lnTo>
                    <a:pt x="38" y="36"/>
                  </a:lnTo>
                  <a:lnTo>
                    <a:pt x="42" y="36"/>
                  </a:lnTo>
                  <a:lnTo>
                    <a:pt x="42" y="36"/>
                  </a:lnTo>
                  <a:lnTo>
                    <a:pt x="42" y="37"/>
                  </a:lnTo>
                  <a:lnTo>
                    <a:pt x="46" y="42"/>
                  </a:lnTo>
                  <a:lnTo>
                    <a:pt x="48" y="51"/>
                  </a:lnTo>
                  <a:lnTo>
                    <a:pt x="48" y="51"/>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36" name=""/>
            <p:cNvSpPr/>
            <p:nvPr/>
          </p:nvSpPr>
          <p:spPr>
            <a:xfrm>
              <a:off x="4135320" y="4537080"/>
              <a:ext cx="74880" cy="171360"/>
            </a:xfrm>
            <a:custGeom>
              <a:avLst/>
              <a:gdLst/>
              <a:ahLst/>
              <a:rect l="l" t="t" r="r" b="b"/>
              <a:pathLst>
                <a:path w="47" h="108">
                  <a:moveTo>
                    <a:pt x="42" y="34"/>
                  </a:moveTo>
                  <a:lnTo>
                    <a:pt x="43" y="38"/>
                  </a:lnTo>
                  <a:lnTo>
                    <a:pt x="46" y="46"/>
                  </a:lnTo>
                  <a:lnTo>
                    <a:pt x="42" y="56"/>
                  </a:lnTo>
                  <a:lnTo>
                    <a:pt x="42" y="56"/>
                  </a:lnTo>
                  <a:lnTo>
                    <a:pt x="42" y="60"/>
                  </a:lnTo>
                  <a:lnTo>
                    <a:pt x="36" y="69"/>
                  </a:lnTo>
                  <a:lnTo>
                    <a:pt x="34" y="73"/>
                  </a:lnTo>
                  <a:lnTo>
                    <a:pt x="26" y="74"/>
                  </a:lnTo>
                  <a:lnTo>
                    <a:pt x="24" y="79"/>
                  </a:lnTo>
                  <a:lnTo>
                    <a:pt x="20" y="83"/>
                  </a:lnTo>
                  <a:lnTo>
                    <a:pt x="20" y="84"/>
                  </a:lnTo>
                  <a:lnTo>
                    <a:pt x="11" y="91"/>
                  </a:lnTo>
                  <a:lnTo>
                    <a:pt x="9" y="95"/>
                  </a:lnTo>
                  <a:lnTo>
                    <a:pt x="9" y="101"/>
                  </a:lnTo>
                  <a:lnTo>
                    <a:pt x="7" y="104"/>
                  </a:lnTo>
                  <a:lnTo>
                    <a:pt x="9" y="107"/>
                  </a:lnTo>
                  <a:lnTo>
                    <a:pt x="9" y="107"/>
                  </a:lnTo>
                  <a:lnTo>
                    <a:pt x="7" y="107"/>
                  </a:lnTo>
                  <a:lnTo>
                    <a:pt x="7" y="107"/>
                  </a:lnTo>
                  <a:lnTo>
                    <a:pt x="6" y="104"/>
                  </a:lnTo>
                  <a:lnTo>
                    <a:pt x="6" y="104"/>
                  </a:lnTo>
                  <a:lnTo>
                    <a:pt x="5" y="101"/>
                  </a:lnTo>
                  <a:lnTo>
                    <a:pt x="3" y="97"/>
                  </a:lnTo>
                  <a:lnTo>
                    <a:pt x="2" y="95"/>
                  </a:lnTo>
                  <a:lnTo>
                    <a:pt x="0" y="91"/>
                  </a:lnTo>
                  <a:lnTo>
                    <a:pt x="0" y="85"/>
                  </a:lnTo>
                  <a:lnTo>
                    <a:pt x="0" y="83"/>
                  </a:lnTo>
                  <a:lnTo>
                    <a:pt x="0" y="83"/>
                  </a:lnTo>
                  <a:lnTo>
                    <a:pt x="0" y="83"/>
                  </a:lnTo>
                  <a:lnTo>
                    <a:pt x="0" y="80"/>
                  </a:lnTo>
                  <a:lnTo>
                    <a:pt x="0" y="79"/>
                  </a:lnTo>
                  <a:lnTo>
                    <a:pt x="0" y="78"/>
                  </a:lnTo>
                  <a:lnTo>
                    <a:pt x="0" y="74"/>
                  </a:lnTo>
                  <a:lnTo>
                    <a:pt x="0" y="73"/>
                  </a:lnTo>
                  <a:lnTo>
                    <a:pt x="0" y="71"/>
                  </a:lnTo>
                  <a:lnTo>
                    <a:pt x="0" y="69"/>
                  </a:lnTo>
                  <a:lnTo>
                    <a:pt x="0" y="60"/>
                  </a:lnTo>
                  <a:lnTo>
                    <a:pt x="0" y="59"/>
                  </a:lnTo>
                  <a:lnTo>
                    <a:pt x="0" y="56"/>
                  </a:lnTo>
                  <a:lnTo>
                    <a:pt x="0" y="56"/>
                  </a:lnTo>
                  <a:lnTo>
                    <a:pt x="0" y="46"/>
                  </a:lnTo>
                  <a:lnTo>
                    <a:pt x="0" y="40"/>
                  </a:lnTo>
                  <a:lnTo>
                    <a:pt x="0" y="36"/>
                  </a:lnTo>
                  <a:lnTo>
                    <a:pt x="3" y="34"/>
                  </a:lnTo>
                  <a:lnTo>
                    <a:pt x="4" y="34"/>
                  </a:lnTo>
                  <a:lnTo>
                    <a:pt x="5" y="29"/>
                  </a:lnTo>
                  <a:lnTo>
                    <a:pt x="6" y="24"/>
                  </a:lnTo>
                  <a:lnTo>
                    <a:pt x="6" y="24"/>
                  </a:lnTo>
                  <a:lnTo>
                    <a:pt x="6" y="19"/>
                  </a:lnTo>
                  <a:lnTo>
                    <a:pt x="9" y="18"/>
                  </a:lnTo>
                  <a:lnTo>
                    <a:pt x="11" y="10"/>
                  </a:lnTo>
                  <a:lnTo>
                    <a:pt x="20" y="9"/>
                  </a:lnTo>
                  <a:lnTo>
                    <a:pt x="23" y="2"/>
                  </a:lnTo>
                  <a:lnTo>
                    <a:pt x="24" y="0"/>
                  </a:lnTo>
                  <a:lnTo>
                    <a:pt x="26" y="0"/>
                  </a:lnTo>
                  <a:lnTo>
                    <a:pt x="26" y="0"/>
                  </a:lnTo>
                  <a:lnTo>
                    <a:pt x="26" y="0"/>
                  </a:lnTo>
                  <a:lnTo>
                    <a:pt x="26" y="0"/>
                  </a:lnTo>
                  <a:lnTo>
                    <a:pt x="26" y="7"/>
                  </a:lnTo>
                  <a:lnTo>
                    <a:pt x="24" y="9"/>
                  </a:lnTo>
                  <a:lnTo>
                    <a:pt x="24" y="10"/>
                  </a:lnTo>
                  <a:lnTo>
                    <a:pt x="24" y="10"/>
                  </a:lnTo>
                  <a:lnTo>
                    <a:pt x="24" y="18"/>
                  </a:lnTo>
                  <a:lnTo>
                    <a:pt x="26" y="19"/>
                  </a:lnTo>
                  <a:lnTo>
                    <a:pt x="26" y="19"/>
                  </a:lnTo>
                  <a:lnTo>
                    <a:pt x="26" y="19"/>
                  </a:lnTo>
                  <a:lnTo>
                    <a:pt x="34" y="19"/>
                  </a:lnTo>
                  <a:lnTo>
                    <a:pt x="34" y="19"/>
                  </a:lnTo>
                  <a:lnTo>
                    <a:pt x="42" y="19"/>
                  </a:lnTo>
                  <a:lnTo>
                    <a:pt x="42" y="20"/>
                  </a:lnTo>
                  <a:lnTo>
                    <a:pt x="42" y="29"/>
                  </a:lnTo>
                  <a:lnTo>
                    <a:pt x="42" y="34"/>
                  </a:lnTo>
                  <a:lnTo>
                    <a:pt x="42" y="34"/>
                  </a:lnTo>
                </a:path>
              </a:pathLst>
            </a:custGeom>
            <a:solidFill>
              <a:srgbClr val="626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37" name=""/>
            <p:cNvSpPr/>
            <p:nvPr/>
          </p:nvSpPr>
          <p:spPr>
            <a:xfrm>
              <a:off x="4135320" y="4551480"/>
              <a:ext cx="68400" cy="152280"/>
            </a:xfrm>
            <a:custGeom>
              <a:avLst/>
              <a:gdLst/>
              <a:ahLst/>
              <a:rect l="l" t="t" r="r" b="b"/>
              <a:pathLst>
                <a:path w="43" h="96">
                  <a:moveTo>
                    <a:pt x="42" y="25"/>
                  </a:moveTo>
                  <a:lnTo>
                    <a:pt x="42" y="29"/>
                  </a:lnTo>
                  <a:lnTo>
                    <a:pt x="42" y="35"/>
                  </a:lnTo>
                  <a:lnTo>
                    <a:pt x="42" y="45"/>
                  </a:lnTo>
                  <a:lnTo>
                    <a:pt x="42" y="47"/>
                  </a:lnTo>
                  <a:lnTo>
                    <a:pt x="36" y="51"/>
                  </a:lnTo>
                  <a:lnTo>
                    <a:pt x="34" y="60"/>
                  </a:lnTo>
                  <a:lnTo>
                    <a:pt x="26" y="64"/>
                  </a:lnTo>
                  <a:lnTo>
                    <a:pt x="23" y="64"/>
                  </a:lnTo>
                  <a:lnTo>
                    <a:pt x="20" y="69"/>
                  </a:lnTo>
                  <a:lnTo>
                    <a:pt x="11" y="71"/>
                  </a:lnTo>
                  <a:lnTo>
                    <a:pt x="9" y="74"/>
                  </a:lnTo>
                  <a:lnTo>
                    <a:pt x="9" y="82"/>
                  </a:lnTo>
                  <a:lnTo>
                    <a:pt x="7" y="86"/>
                  </a:lnTo>
                  <a:lnTo>
                    <a:pt x="6" y="91"/>
                  </a:lnTo>
                  <a:lnTo>
                    <a:pt x="6" y="95"/>
                  </a:lnTo>
                  <a:lnTo>
                    <a:pt x="6" y="95"/>
                  </a:lnTo>
                  <a:lnTo>
                    <a:pt x="6" y="95"/>
                  </a:lnTo>
                  <a:lnTo>
                    <a:pt x="6" y="95"/>
                  </a:lnTo>
                  <a:lnTo>
                    <a:pt x="6" y="95"/>
                  </a:lnTo>
                  <a:lnTo>
                    <a:pt x="6" y="95"/>
                  </a:lnTo>
                  <a:lnTo>
                    <a:pt x="5" y="92"/>
                  </a:lnTo>
                  <a:lnTo>
                    <a:pt x="5" y="91"/>
                  </a:lnTo>
                  <a:lnTo>
                    <a:pt x="3" y="86"/>
                  </a:lnTo>
                  <a:lnTo>
                    <a:pt x="2" y="84"/>
                  </a:lnTo>
                  <a:lnTo>
                    <a:pt x="0" y="82"/>
                  </a:lnTo>
                  <a:lnTo>
                    <a:pt x="0" y="74"/>
                  </a:lnTo>
                  <a:lnTo>
                    <a:pt x="0" y="74"/>
                  </a:lnTo>
                  <a:lnTo>
                    <a:pt x="0" y="71"/>
                  </a:lnTo>
                  <a:lnTo>
                    <a:pt x="0" y="70"/>
                  </a:lnTo>
                  <a:lnTo>
                    <a:pt x="0" y="70"/>
                  </a:lnTo>
                  <a:lnTo>
                    <a:pt x="0" y="69"/>
                  </a:lnTo>
                  <a:lnTo>
                    <a:pt x="0" y="65"/>
                  </a:lnTo>
                  <a:lnTo>
                    <a:pt x="0" y="64"/>
                  </a:lnTo>
                  <a:lnTo>
                    <a:pt x="0" y="64"/>
                  </a:lnTo>
                  <a:lnTo>
                    <a:pt x="0" y="62"/>
                  </a:lnTo>
                  <a:lnTo>
                    <a:pt x="0" y="54"/>
                  </a:lnTo>
                  <a:lnTo>
                    <a:pt x="0" y="51"/>
                  </a:lnTo>
                  <a:lnTo>
                    <a:pt x="0" y="50"/>
                  </a:lnTo>
                  <a:lnTo>
                    <a:pt x="0" y="47"/>
                  </a:lnTo>
                  <a:lnTo>
                    <a:pt x="0" y="47"/>
                  </a:lnTo>
                  <a:lnTo>
                    <a:pt x="0" y="37"/>
                  </a:lnTo>
                  <a:lnTo>
                    <a:pt x="0" y="31"/>
                  </a:lnTo>
                  <a:lnTo>
                    <a:pt x="0" y="30"/>
                  </a:lnTo>
                  <a:lnTo>
                    <a:pt x="0" y="27"/>
                  </a:lnTo>
                  <a:lnTo>
                    <a:pt x="2" y="26"/>
                  </a:lnTo>
                  <a:lnTo>
                    <a:pt x="3" y="25"/>
                  </a:lnTo>
                  <a:lnTo>
                    <a:pt x="4" y="25"/>
                  </a:lnTo>
                  <a:lnTo>
                    <a:pt x="4" y="25"/>
                  </a:lnTo>
                  <a:lnTo>
                    <a:pt x="5" y="20"/>
                  </a:lnTo>
                  <a:lnTo>
                    <a:pt x="6" y="15"/>
                  </a:lnTo>
                  <a:lnTo>
                    <a:pt x="7" y="10"/>
                  </a:lnTo>
                  <a:lnTo>
                    <a:pt x="9" y="10"/>
                  </a:lnTo>
                  <a:lnTo>
                    <a:pt x="9" y="1"/>
                  </a:lnTo>
                  <a:lnTo>
                    <a:pt x="11" y="1"/>
                  </a:lnTo>
                  <a:lnTo>
                    <a:pt x="20" y="1"/>
                  </a:lnTo>
                  <a:lnTo>
                    <a:pt x="20" y="0"/>
                  </a:lnTo>
                  <a:lnTo>
                    <a:pt x="20" y="1"/>
                  </a:lnTo>
                  <a:lnTo>
                    <a:pt x="20" y="9"/>
                  </a:lnTo>
                  <a:lnTo>
                    <a:pt x="20" y="10"/>
                  </a:lnTo>
                  <a:lnTo>
                    <a:pt x="20" y="11"/>
                  </a:lnTo>
                  <a:lnTo>
                    <a:pt x="23" y="11"/>
                  </a:lnTo>
                  <a:lnTo>
                    <a:pt x="26" y="10"/>
                  </a:lnTo>
                  <a:lnTo>
                    <a:pt x="26" y="10"/>
                  </a:lnTo>
                  <a:lnTo>
                    <a:pt x="29" y="10"/>
                  </a:lnTo>
                  <a:lnTo>
                    <a:pt x="34" y="11"/>
                  </a:lnTo>
                  <a:lnTo>
                    <a:pt x="36" y="14"/>
                  </a:lnTo>
                  <a:lnTo>
                    <a:pt x="42" y="20"/>
                  </a:lnTo>
                  <a:lnTo>
                    <a:pt x="42" y="25"/>
                  </a:lnTo>
                  <a:lnTo>
                    <a:pt x="42" y="25"/>
                  </a:lnTo>
                </a:path>
              </a:pathLst>
            </a:custGeom>
            <a:solidFill>
              <a:srgbClr val="626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38" name=""/>
            <p:cNvSpPr/>
            <p:nvPr/>
          </p:nvSpPr>
          <p:spPr>
            <a:xfrm>
              <a:off x="4135320" y="4568760"/>
              <a:ext cx="68400" cy="135000"/>
            </a:xfrm>
            <a:custGeom>
              <a:avLst/>
              <a:gdLst/>
              <a:ahLst/>
              <a:rect l="l" t="t" r="r" b="b"/>
              <a:pathLst>
                <a:path w="43" h="85">
                  <a:moveTo>
                    <a:pt x="38" y="15"/>
                  </a:moveTo>
                  <a:lnTo>
                    <a:pt x="42" y="18"/>
                  </a:lnTo>
                  <a:lnTo>
                    <a:pt x="42" y="24"/>
                  </a:lnTo>
                  <a:lnTo>
                    <a:pt x="36" y="27"/>
                  </a:lnTo>
                  <a:lnTo>
                    <a:pt x="34" y="36"/>
                  </a:lnTo>
                  <a:lnTo>
                    <a:pt x="29" y="40"/>
                  </a:lnTo>
                  <a:lnTo>
                    <a:pt x="26" y="43"/>
                  </a:lnTo>
                  <a:lnTo>
                    <a:pt x="24" y="51"/>
                  </a:lnTo>
                  <a:lnTo>
                    <a:pt x="20" y="53"/>
                  </a:lnTo>
                  <a:lnTo>
                    <a:pt x="11" y="54"/>
                  </a:lnTo>
                  <a:lnTo>
                    <a:pt x="9" y="59"/>
                  </a:lnTo>
                  <a:lnTo>
                    <a:pt x="7" y="63"/>
                  </a:lnTo>
                  <a:lnTo>
                    <a:pt x="6" y="71"/>
                  </a:lnTo>
                  <a:lnTo>
                    <a:pt x="6" y="75"/>
                  </a:lnTo>
                  <a:lnTo>
                    <a:pt x="5" y="75"/>
                  </a:lnTo>
                  <a:lnTo>
                    <a:pt x="5" y="81"/>
                  </a:lnTo>
                  <a:lnTo>
                    <a:pt x="5" y="84"/>
                  </a:lnTo>
                  <a:lnTo>
                    <a:pt x="5" y="84"/>
                  </a:lnTo>
                  <a:lnTo>
                    <a:pt x="5" y="84"/>
                  </a:lnTo>
                  <a:lnTo>
                    <a:pt x="5" y="81"/>
                  </a:lnTo>
                  <a:lnTo>
                    <a:pt x="5" y="81"/>
                  </a:lnTo>
                  <a:lnTo>
                    <a:pt x="4" y="80"/>
                  </a:lnTo>
                  <a:lnTo>
                    <a:pt x="3" y="75"/>
                  </a:lnTo>
                  <a:lnTo>
                    <a:pt x="2" y="75"/>
                  </a:lnTo>
                  <a:lnTo>
                    <a:pt x="0" y="71"/>
                  </a:lnTo>
                  <a:lnTo>
                    <a:pt x="0" y="63"/>
                  </a:lnTo>
                  <a:lnTo>
                    <a:pt x="0" y="63"/>
                  </a:lnTo>
                  <a:lnTo>
                    <a:pt x="0" y="60"/>
                  </a:lnTo>
                  <a:lnTo>
                    <a:pt x="0" y="59"/>
                  </a:lnTo>
                  <a:lnTo>
                    <a:pt x="0" y="59"/>
                  </a:lnTo>
                  <a:lnTo>
                    <a:pt x="0" y="58"/>
                  </a:lnTo>
                  <a:lnTo>
                    <a:pt x="0" y="54"/>
                  </a:lnTo>
                  <a:lnTo>
                    <a:pt x="0" y="54"/>
                  </a:lnTo>
                  <a:lnTo>
                    <a:pt x="0" y="53"/>
                  </a:lnTo>
                  <a:lnTo>
                    <a:pt x="0" y="53"/>
                  </a:lnTo>
                  <a:lnTo>
                    <a:pt x="0" y="49"/>
                  </a:lnTo>
                  <a:lnTo>
                    <a:pt x="0" y="43"/>
                  </a:lnTo>
                  <a:lnTo>
                    <a:pt x="0" y="40"/>
                  </a:lnTo>
                  <a:lnTo>
                    <a:pt x="0" y="39"/>
                  </a:lnTo>
                  <a:lnTo>
                    <a:pt x="0" y="36"/>
                  </a:lnTo>
                  <a:lnTo>
                    <a:pt x="0" y="36"/>
                  </a:lnTo>
                  <a:lnTo>
                    <a:pt x="0" y="32"/>
                  </a:lnTo>
                  <a:lnTo>
                    <a:pt x="0" y="26"/>
                  </a:lnTo>
                  <a:lnTo>
                    <a:pt x="0" y="20"/>
                  </a:lnTo>
                  <a:lnTo>
                    <a:pt x="0" y="19"/>
                  </a:lnTo>
                  <a:lnTo>
                    <a:pt x="0" y="18"/>
                  </a:lnTo>
                  <a:lnTo>
                    <a:pt x="0" y="18"/>
                  </a:lnTo>
                  <a:lnTo>
                    <a:pt x="2" y="16"/>
                  </a:lnTo>
                  <a:lnTo>
                    <a:pt x="2" y="16"/>
                  </a:lnTo>
                  <a:lnTo>
                    <a:pt x="2" y="16"/>
                  </a:lnTo>
                  <a:lnTo>
                    <a:pt x="3" y="14"/>
                  </a:lnTo>
                  <a:lnTo>
                    <a:pt x="5" y="14"/>
                  </a:lnTo>
                  <a:lnTo>
                    <a:pt x="5" y="9"/>
                  </a:lnTo>
                  <a:lnTo>
                    <a:pt x="6" y="5"/>
                  </a:lnTo>
                  <a:lnTo>
                    <a:pt x="6" y="3"/>
                  </a:lnTo>
                  <a:lnTo>
                    <a:pt x="6" y="0"/>
                  </a:lnTo>
                  <a:lnTo>
                    <a:pt x="6" y="0"/>
                  </a:lnTo>
                  <a:lnTo>
                    <a:pt x="7" y="0"/>
                  </a:lnTo>
                  <a:lnTo>
                    <a:pt x="7" y="3"/>
                  </a:lnTo>
                  <a:lnTo>
                    <a:pt x="7" y="4"/>
                  </a:lnTo>
                  <a:lnTo>
                    <a:pt x="7" y="5"/>
                  </a:lnTo>
                  <a:lnTo>
                    <a:pt x="9" y="9"/>
                  </a:lnTo>
                  <a:lnTo>
                    <a:pt x="9" y="9"/>
                  </a:lnTo>
                  <a:lnTo>
                    <a:pt x="11" y="9"/>
                  </a:lnTo>
                  <a:lnTo>
                    <a:pt x="11" y="9"/>
                  </a:lnTo>
                  <a:lnTo>
                    <a:pt x="20" y="5"/>
                  </a:lnTo>
                  <a:lnTo>
                    <a:pt x="20" y="3"/>
                  </a:lnTo>
                  <a:lnTo>
                    <a:pt x="24" y="0"/>
                  </a:lnTo>
                  <a:lnTo>
                    <a:pt x="26" y="0"/>
                  </a:lnTo>
                  <a:lnTo>
                    <a:pt x="28" y="0"/>
                  </a:lnTo>
                  <a:lnTo>
                    <a:pt x="34" y="4"/>
                  </a:lnTo>
                  <a:lnTo>
                    <a:pt x="36" y="9"/>
                  </a:lnTo>
                  <a:lnTo>
                    <a:pt x="38" y="15"/>
                  </a:lnTo>
                  <a:lnTo>
                    <a:pt x="38" y="15"/>
                  </a:lnTo>
                </a:path>
              </a:pathLst>
            </a:custGeom>
            <a:solidFill>
              <a:srgbClr val="626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39" name=""/>
            <p:cNvSpPr/>
            <p:nvPr/>
          </p:nvSpPr>
          <p:spPr>
            <a:xfrm>
              <a:off x="4135320" y="4573440"/>
              <a:ext cx="55800" cy="125640"/>
            </a:xfrm>
            <a:custGeom>
              <a:avLst/>
              <a:gdLst/>
              <a:ahLst/>
              <a:rect l="l" t="t" r="r" b="b"/>
              <a:pathLst>
                <a:path w="35" h="79">
                  <a:moveTo>
                    <a:pt x="0" y="13"/>
                  </a:moveTo>
                  <a:lnTo>
                    <a:pt x="2" y="13"/>
                  </a:lnTo>
                  <a:lnTo>
                    <a:pt x="2" y="13"/>
                  </a:lnTo>
                  <a:lnTo>
                    <a:pt x="3" y="13"/>
                  </a:lnTo>
                  <a:lnTo>
                    <a:pt x="5" y="13"/>
                  </a:lnTo>
                  <a:lnTo>
                    <a:pt x="6" y="12"/>
                  </a:lnTo>
                  <a:lnTo>
                    <a:pt x="6" y="12"/>
                  </a:lnTo>
                  <a:lnTo>
                    <a:pt x="7" y="11"/>
                  </a:lnTo>
                  <a:lnTo>
                    <a:pt x="9" y="11"/>
                  </a:lnTo>
                  <a:lnTo>
                    <a:pt x="9" y="11"/>
                  </a:lnTo>
                  <a:lnTo>
                    <a:pt x="20" y="6"/>
                  </a:lnTo>
                  <a:lnTo>
                    <a:pt x="20" y="1"/>
                  </a:lnTo>
                  <a:lnTo>
                    <a:pt x="24" y="0"/>
                  </a:lnTo>
                  <a:lnTo>
                    <a:pt x="26" y="0"/>
                  </a:lnTo>
                  <a:lnTo>
                    <a:pt x="28" y="2"/>
                  </a:lnTo>
                  <a:lnTo>
                    <a:pt x="34" y="11"/>
                  </a:lnTo>
                  <a:lnTo>
                    <a:pt x="34" y="12"/>
                  </a:lnTo>
                  <a:lnTo>
                    <a:pt x="34" y="15"/>
                  </a:lnTo>
                  <a:lnTo>
                    <a:pt x="34" y="17"/>
                  </a:lnTo>
                  <a:lnTo>
                    <a:pt x="34" y="23"/>
                  </a:lnTo>
                  <a:lnTo>
                    <a:pt x="29" y="33"/>
                  </a:lnTo>
                  <a:lnTo>
                    <a:pt x="26" y="36"/>
                  </a:lnTo>
                  <a:lnTo>
                    <a:pt x="26" y="39"/>
                  </a:lnTo>
                  <a:lnTo>
                    <a:pt x="20" y="46"/>
                  </a:lnTo>
                  <a:lnTo>
                    <a:pt x="11" y="50"/>
                  </a:lnTo>
                  <a:lnTo>
                    <a:pt x="9" y="51"/>
                  </a:lnTo>
                  <a:lnTo>
                    <a:pt x="7" y="56"/>
                  </a:lnTo>
                  <a:lnTo>
                    <a:pt x="6" y="60"/>
                  </a:lnTo>
                  <a:lnTo>
                    <a:pt x="5" y="62"/>
                  </a:lnTo>
                  <a:lnTo>
                    <a:pt x="3" y="70"/>
                  </a:lnTo>
                  <a:lnTo>
                    <a:pt x="3" y="72"/>
                  </a:lnTo>
                  <a:lnTo>
                    <a:pt x="3" y="77"/>
                  </a:lnTo>
                  <a:lnTo>
                    <a:pt x="3" y="78"/>
                  </a:lnTo>
                  <a:lnTo>
                    <a:pt x="3" y="78"/>
                  </a:lnTo>
                  <a:lnTo>
                    <a:pt x="3" y="72"/>
                  </a:lnTo>
                  <a:lnTo>
                    <a:pt x="2" y="72"/>
                  </a:lnTo>
                  <a:lnTo>
                    <a:pt x="0" y="62"/>
                  </a:lnTo>
                  <a:lnTo>
                    <a:pt x="0" y="60"/>
                  </a:lnTo>
                  <a:lnTo>
                    <a:pt x="0" y="57"/>
                  </a:lnTo>
                  <a:lnTo>
                    <a:pt x="0" y="56"/>
                  </a:lnTo>
                  <a:lnTo>
                    <a:pt x="0" y="55"/>
                  </a:lnTo>
                  <a:lnTo>
                    <a:pt x="0" y="51"/>
                  </a:lnTo>
                  <a:lnTo>
                    <a:pt x="0" y="51"/>
                  </a:lnTo>
                  <a:lnTo>
                    <a:pt x="0" y="51"/>
                  </a:lnTo>
                  <a:lnTo>
                    <a:pt x="0" y="50"/>
                  </a:lnTo>
                  <a:lnTo>
                    <a:pt x="0" y="50"/>
                  </a:lnTo>
                  <a:lnTo>
                    <a:pt x="0" y="48"/>
                  </a:lnTo>
                  <a:lnTo>
                    <a:pt x="0" y="46"/>
                  </a:lnTo>
                  <a:lnTo>
                    <a:pt x="0" y="40"/>
                  </a:lnTo>
                  <a:lnTo>
                    <a:pt x="0" y="37"/>
                  </a:lnTo>
                  <a:lnTo>
                    <a:pt x="0" y="36"/>
                  </a:lnTo>
                  <a:lnTo>
                    <a:pt x="0" y="33"/>
                  </a:lnTo>
                  <a:lnTo>
                    <a:pt x="0" y="33"/>
                  </a:lnTo>
                  <a:lnTo>
                    <a:pt x="0" y="33"/>
                  </a:lnTo>
                  <a:lnTo>
                    <a:pt x="0" y="23"/>
                  </a:lnTo>
                  <a:lnTo>
                    <a:pt x="0" y="23"/>
                  </a:lnTo>
                  <a:lnTo>
                    <a:pt x="0" y="21"/>
                  </a:lnTo>
                  <a:lnTo>
                    <a:pt x="0" y="17"/>
                  </a:lnTo>
                  <a:lnTo>
                    <a:pt x="0" y="17"/>
                  </a:lnTo>
                  <a:lnTo>
                    <a:pt x="0" y="17"/>
                  </a:lnTo>
                  <a:lnTo>
                    <a:pt x="0" y="17"/>
                  </a:lnTo>
                  <a:lnTo>
                    <a:pt x="0" y="17"/>
                  </a:lnTo>
                  <a:lnTo>
                    <a:pt x="0" y="15"/>
                  </a:lnTo>
                  <a:lnTo>
                    <a:pt x="0" y="13"/>
                  </a:lnTo>
                  <a:lnTo>
                    <a:pt x="0" y="13"/>
                  </a:lnTo>
                  <a:lnTo>
                    <a:pt x="0" y="13"/>
                  </a:lnTo>
                </a:path>
              </a:pathLst>
            </a:custGeom>
            <a:solidFill>
              <a:srgbClr val="62620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40" name=""/>
            <p:cNvSpPr/>
            <p:nvPr/>
          </p:nvSpPr>
          <p:spPr>
            <a:xfrm>
              <a:off x="4135320" y="4597560"/>
              <a:ext cx="38160" cy="36360"/>
            </a:xfrm>
            <a:custGeom>
              <a:avLst/>
              <a:gdLst/>
              <a:ahLst/>
              <a:rect l="l" t="t" r="r" b="b"/>
              <a:pathLst>
                <a:path w="24" h="23">
                  <a:moveTo>
                    <a:pt x="2" y="22"/>
                  </a:moveTo>
                  <a:lnTo>
                    <a:pt x="0" y="22"/>
                  </a:lnTo>
                  <a:lnTo>
                    <a:pt x="0" y="22"/>
                  </a:lnTo>
                  <a:lnTo>
                    <a:pt x="0" y="21"/>
                  </a:lnTo>
                  <a:lnTo>
                    <a:pt x="2" y="18"/>
                  </a:lnTo>
                  <a:lnTo>
                    <a:pt x="3" y="18"/>
                  </a:lnTo>
                  <a:lnTo>
                    <a:pt x="5" y="14"/>
                  </a:lnTo>
                  <a:lnTo>
                    <a:pt x="7" y="8"/>
                  </a:lnTo>
                  <a:lnTo>
                    <a:pt x="9" y="8"/>
                  </a:lnTo>
                  <a:lnTo>
                    <a:pt x="11" y="8"/>
                  </a:lnTo>
                  <a:lnTo>
                    <a:pt x="20" y="6"/>
                  </a:lnTo>
                  <a:lnTo>
                    <a:pt x="20" y="2"/>
                  </a:lnTo>
                  <a:lnTo>
                    <a:pt x="20" y="2"/>
                  </a:lnTo>
                  <a:lnTo>
                    <a:pt x="23" y="1"/>
                  </a:lnTo>
                  <a:lnTo>
                    <a:pt x="23" y="0"/>
                  </a:lnTo>
                  <a:lnTo>
                    <a:pt x="23" y="0"/>
                  </a:lnTo>
                  <a:lnTo>
                    <a:pt x="23" y="1"/>
                  </a:lnTo>
                  <a:lnTo>
                    <a:pt x="23" y="2"/>
                  </a:lnTo>
                  <a:lnTo>
                    <a:pt x="23" y="6"/>
                  </a:lnTo>
                  <a:lnTo>
                    <a:pt x="23" y="8"/>
                  </a:lnTo>
                  <a:lnTo>
                    <a:pt x="23" y="8"/>
                  </a:lnTo>
                  <a:lnTo>
                    <a:pt x="20" y="16"/>
                  </a:lnTo>
                  <a:lnTo>
                    <a:pt x="20" y="18"/>
                  </a:lnTo>
                  <a:lnTo>
                    <a:pt x="20" y="18"/>
                  </a:lnTo>
                  <a:lnTo>
                    <a:pt x="20" y="18"/>
                  </a:lnTo>
                  <a:lnTo>
                    <a:pt x="20" y="18"/>
                  </a:lnTo>
                  <a:lnTo>
                    <a:pt x="20" y="18"/>
                  </a:lnTo>
                  <a:lnTo>
                    <a:pt x="11" y="19"/>
                  </a:lnTo>
                  <a:lnTo>
                    <a:pt x="11" y="19"/>
                  </a:lnTo>
                  <a:lnTo>
                    <a:pt x="11" y="21"/>
                  </a:lnTo>
                  <a:lnTo>
                    <a:pt x="11" y="21"/>
                  </a:lnTo>
                  <a:lnTo>
                    <a:pt x="11" y="21"/>
                  </a:lnTo>
                  <a:lnTo>
                    <a:pt x="11" y="18"/>
                  </a:lnTo>
                  <a:lnTo>
                    <a:pt x="11" y="18"/>
                  </a:lnTo>
                  <a:lnTo>
                    <a:pt x="11" y="18"/>
                  </a:lnTo>
                  <a:lnTo>
                    <a:pt x="20" y="14"/>
                  </a:lnTo>
                  <a:lnTo>
                    <a:pt x="11" y="14"/>
                  </a:lnTo>
                  <a:lnTo>
                    <a:pt x="11" y="14"/>
                  </a:lnTo>
                  <a:lnTo>
                    <a:pt x="9" y="16"/>
                  </a:lnTo>
                  <a:lnTo>
                    <a:pt x="9" y="16"/>
                  </a:lnTo>
                  <a:lnTo>
                    <a:pt x="7" y="18"/>
                  </a:lnTo>
                  <a:lnTo>
                    <a:pt x="6" y="18"/>
                  </a:lnTo>
                  <a:lnTo>
                    <a:pt x="5" y="18"/>
                  </a:lnTo>
                  <a:lnTo>
                    <a:pt x="3" y="21"/>
                  </a:lnTo>
                  <a:lnTo>
                    <a:pt x="2" y="22"/>
                  </a:lnTo>
                  <a:lnTo>
                    <a:pt x="2" y="22"/>
                  </a:lnTo>
                </a:path>
              </a:pathLst>
            </a:custGeom>
            <a:solidFill>
              <a:srgbClr val="003100"/>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3541" name=""/>
            <p:cNvSpPr/>
            <p:nvPr/>
          </p:nvSpPr>
          <p:spPr>
            <a:xfrm>
              <a:off x="4140360" y="4626000"/>
              <a:ext cx="10800" cy="7920"/>
            </a:xfrm>
            <a:custGeom>
              <a:avLst/>
              <a:gdLst/>
              <a:ahLst/>
              <a:rect l="l" t="t" r="r" b="b"/>
              <a:pathLst>
                <a:path w="7" h="5">
                  <a:moveTo>
                    <a:pt x="6" y="1"/>
                  </a:moveTo>
                  <a:lnTo>
                    <a:pt x="6" y="3"/>
                  </a:lnTo>
                  <a:lnTo>
                    <a:pt x="4" y="3"/>
                  </a:lnTo>
                  <a:lnTo>
                    <a:pt x="4" y="3"/>
                  </a:lnTo>
                  <a:lnTo>
                    <a:pt x="3" y="3"/>
                  </a:lnTo>
                  <a:lnTo>
                    <a:pt x="3" y="3"/>
                  </a:lnTo>
                  <a:lnTo>
                    <a:pt x="3" y="4"/>
                  </a:lnTo>
                  <a:lnTo>
                    <a:pt x="3" y="4"/>
                  </a:lnTo>
                  <a:lnTo>
                    <a:pt x="2" y="4"/>
                  </a:lnTo>
                  <a:lnTo>
                    <a:pt x="2" y="4"/>
                  </a:lnTo>
                  <a:lnTo>
                    <a:pt x="0" y="4"/>
                  </a:lnTo>
                  <a:lnTo>
                    <a:pt x="0" y="4"/>
                  </a:lnTo>
                  <a:lnTo>
                    <a:pt x="1" y="4"/>
                  </a:lnTo>
                  <a:lnTo>
                    <a:pt x="2" y="4"/>
                  </a:lnTo>
                  <a:lnTo>
                    <a:pt x="2" y="4"/>
                  </a:lnTo>
                  <a:lnTo>
                    <a:pt x="2" y="4"/>
                  </a:lnTo>
                  <a:lnTo>
                    <a:pt x="3" y="4"/>
                  </a:lnTo>
                  <a:lnTo>
                    <a:pt x="3" y="4"/>
                  </a:lnTo>
                  <a:lnTo>
                    <a:pt x="3" y="4"/>
                  </a:lnTo>
                  <a:lnTo>
                    <a:pt x="4" y="4"/>
                  </a:lnTo>
                  <a:lnTo>
                    <a:pt x="4" y="4"/>
                  </a:lnTo>
                  <a:lnTo>
                    <a:pt x="4" y="4"/>
                  </a:lnTo>
                  <a:lnTo>
                    <a:pt x="6" y="3"/>
                  </a:lnTo>
                  <a:lnTo>
                    <a:pt x="6" y="3"/>
                  </a:lnTo>
                  <a:lnTo>
                    <a:pt x="6" y="1"/>
                  </a:lnTo>
                  <a:lnTo>
                    <a:pt x="6" y="1"/>
                  </a:lnTo>
                  <a:lnTo>
                    <a:pt x="6" y="0"/>
                  </a:lnTo>
                  <a:lnTo>
                    <a:pt x="6" y="0"/>
                  </a:lnTo>
                  <a:lnTo>
                    <a:pt x="6" y="1"/>
                  </a:lnTo>
                  <a:lnTo>
                    <a:pt x="6" y="1"/>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542" name=""/>
            <p:cNvSpPr/>
            <p:nvPr/>
          </p:nvSpPr>
          <p:spPr>
            <a:xfrm>
              <a:off x="4152960" y="4599000"/>
              <a:ext cx="15840" cy="9360"/>
            </a:xfrm>
            <a:custGeom>
              <a:avLst/>
              <a:gdLst/>
              <a:ahLst/>
              <a:rect l="l" t="t" r="r" b="b"/>
              <a:pathLst>
                <a:path w="10" h="6">
                  <a:moveTo>
                    <a:pt x="9" y="0"/>
                  </a:moveTo>
                  <a:lnTo>
                    <a:pt x="9" y="0"/>
                  </a:lnTo>
                  <a:lnTo>
                    <a:pt x="9" y="1"/>
                  </a:lnTo>
                  <a:lnTo>
                    <a:pt x="0" y="1"/>
                  </a:lnTo>
                  <a:lnTo>
                    <a:pt x="0" y="1"/>
                  </a:lnTo>
                  <a:lnTo>
                    <a:pt x="0" y="1"/>
                  </a:lnTo>
                  <a:lnTo>
                    <a:pt x="0" y="5"/>
                  </a:lnTo>
                  <a:lnTo>
                    <a:pt x="0" y="5"/>
                  </a:lnTo>
                  <a:lnTo>
                    <a:pt x="0" y="5"/>
                  </a:lnTo>
                  <a:lnTo>
                    <a:pt x="9" y="1"/>
                  </a:lnTo>
                  <a:lnTo>
                    <a:pt x="9" y="1"/>
                  </a:lnTo>
                  <a:lnTo>
                    <a:pt x="9" y="0"/>
                  </a:lnTo>
                  <a:lnTo>
                    <a:pt x="9" y="0"/>
                  </a:lnTo>
                  <a:lnTo>
                    <a:pt x="9"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543" name=""/>
            <p:cNvSpPr/>
            <p:nvPr/>
          </p:nvSpPr>
          <p:spPr>
            <a:xfrm>
              <a:off x="4408560" y="4432320"/>
              <a:ext cx="102960" cy="49320"/>
            </a:xfrm>
            <a:custGeom>
              <a:avLst/>
              <a:gdLst/>
              <a:ahLst/>
              <a:rect l="l" t="t" r="r" b="b"/>
              <a:pathLst>
                <a:path w="65" h="31">
                  <a:moveTo>
                    <a:pt x="58" y="5"/>
                  </a:moveTo>
                  <a:lnTo>
                    <a:pt x="58" y="5"/>
                  </a:lnTo>
                  <a:lnTo>
                    <a:pt x="55" y="5"/>
                  </a:lnTo>
                  <a:lnTo>
                    <a:pt x="55" y="5"/>
                  </a:lnTo>
                  <a:lnTo>
                    <a:pt x="54" y="5"/>
                  </a:lnTo>
                  <a:lnTo>
                    <a:pt x="54" y="6"/>
                  </a:lnTo>
                  <a:lnTo>
                    <a:pt x="45" y="6"/>
                  </a:lnTo>
                  <a:lnTo>
                    <a:pt x="40" y="5"/>
                  </a:lnTo>
                  <a:lnTo>
                    <a:pt x="40" y="5"/>
                  </a:lnTo>
                  <a:lnTo>
                    <a:pt x="37" y="5"/>
                  </a:lnTo>
                  <a:lnTo>
                    <a:pt x="37" y="5"/>
                  </a:lnTo>
                  <a:lnTo>
                    <a:pt x="30" y="5"/>
                  </a:lnTo>
                  <a:lnTo>
                    <a:pt x="30" y="3"/>
                  </a:lnTo>
                  <a:lnTo>
                    <a:pt x="26" y="3"/>
                  </a:lnTo>
                  <a:lnTo>
                    <a:pt x="25" y="0"/>
                  </a:lnTo>
                  <a:lnTo>
                    <a:pt x="24" y="0"/>
                  </a:lnTo>
                  <a:lnTo>
                    <a:pt x="22" y="0"/>
                  </a:lnTo>
                  <a:lnTo>
                    <a:pt x="22" y="0"/>
                  </a:lnTo>
                  <a:lnTo>
                    <a:pt x="22" y="3"/>
                  </a:lnTo>
                  <a:lnTo>
                    <a:pt x="22" y="3"/>
                  </a:lnTo>
                  <a:lnTo>
                    <a:pt x="19" y="3"/>
                  </a:lnTo>
                  <a:lnTo>
                    <a:pt x="18" y="5"/>
                  </a:lnTo>
                  <a:lnTo>
                    <a:pt x="13" y="5"/>
                  </a:lnTo>
                  <a:lnTo>
                    <a:pt x="8" y="5"/>
                  </a:lnTo>
                  <a:lnTo>
                    <a:pt x="8" y="15"/>
                  </a:lnTo>
                  <a:lnTo>
                    <a:pt x="0" y="16"/>
                  </a:lnTo>
                  <a:lnTo>
                    <a:pt x="0" y="16"/>
                  </a:lnTo>
                  <a:lnTo>
                    <a:pt x="2" y="16"/>
                  </a:lnTo>
                  <a:lnTo>
                    <a:pt x="4" y="15"/>
                  </a:lnTo>
                  <a:lnTo>
                    <a:pt x="4" y="15"/>
                  </a:lnTo>
                  <a:lnTo>
                    <a:pt x="7" y="15"/>
                  </a:lnTo>
                  <a:lnTo>
                    <a:pt x="8" y="15"/>
                  </a:lnTo>
                  <a:lnTo>
                    <a:pt x="8" y="15"/>
                  </a:lnTo>
                  <a:lnTo>
                    <a:pt x="8" y="9"/>
                  </a:lnTo>
                  <a:lnTo>
                    <a:pt x="8" y="9"/>
                  </a:lnTo>
                  <a:lnTo>
                    <a:pt x="13" y="5"/>
                  </a:lnTo>
                  <a:lnTo>
                    <a:pt x="18" y="5"/>
                  </a:lnTo>
                  <a:lnTo>
                    <a:pt x="19" y="5"/>
                  </a:lnTo>
                  <a:lnTo>
                    <a:pt x="22" y="5"/>
                  </a:lnTo>
                  <a:lnTo>
                    <a:pt x="24" y="3"/>
                  </a:lnTo>
                  <a:lnTo>
                    <a:pt x="25" y="3"/>
                  </a:lnTo>
                  <a:lnTo>
                    <a:pt x="26" y="5"/>
                  </a:lnTo>
                  <a:lnTo>
                    <a:pt x="30" y="5"/>
                  </a:lnTo>
                  <a:lnTo>
                    <a:pt x="37" y="5"/>
                  </a:lnTo>
                  <a:lnTo>
                    <a:pt x="37" y="5"/>
                  </a:lnTo>
                  <a:lnTo>
                    <a:pt x="39" y="5"/>
                  </a:lnTo>
                  <a:lnTo>
                    <a:pt x="39" y="5"/>
                  </a:lnTo>
                  <a:lnTo>
                    <a:pt x="39" y="6"/>
                  </a:lnTo>
                  <a:lnTo>
                    <a:pt x="39" y="6"/>
                  </a:lnTo>
                  <a:lnTo>
                    <a:pt x="39" y="9"/>
                  </a:lnTo>
                  <a:lnTo>
                    <a:pt x="39" y="9"/>
                  </a:lnTo>
                  <a:lnTo>
                    <a:pt x="37" y="9"/>
                  </a:lnTo>
                  <a:lnTo>
                    <a:pt x="37" y="9"/>
                  </a:lnTo>
                  <a:lnTo>
                    <a:pt x="35" y="6"/>
                  </a:lnTo>
                  <a:lnTo>
                    <a:pt x="30" y="5"/>
                  </a:lnTo>
                  <a:lnTo>
                    <a:pt x="28" y="5"/>
                  </a:lnTo>
                  <a:lnTo>
                    <a:pt x="26" y="5"/>
                  </a:lnTo>
                  <a:lnTo>
                    <a:pt x="25" y="5"/>
                  </a:lnTo>
                  <a:lnTo>
                    <a:pt x="24" y="5"/>
                  </a:lnTo>
                  <a:lnTo>
                    <a:pt x="24" y="5"/>
                  </a:lnTo>
                  <a:lnTo>
                    <a:pt x="24" y="5"/>
                  </a:lnTo>
                  <a:lnTo>
                    <a:pt x="22" y="5"/>
                  </a:lnTo>
                  <a:lnTo>
                    <a:pt x="22" y="5"/>
                  </a:lnTo>
                  <a:lnTo>
                    <a:pt x="20" y="5"/>
                  </a:lnTo>
                  <a:lnTo>
                    <a:pt x="19" y="9"/>
                  </a:lnTo>
                  <a:lnTo>
                    <a:pt x="13" y="9"/>
                  </a:lnTo>
                  <a:lnTo>
                    <a:pt x="13" y="15"/>
                  </a:lnTo>
                  <a:lnTo>
                    <a:pt x="13" y="15"/>
                  </a:lnTo>
                  <a:lnTo>
                    <a:pt x="13" y="15"/>
                  </a:lnTo>
                  <a:lnTo>
                    <a:pt x="13" y="15"/>
                  </a:lnTo>
                  <a:lnTo>
                    <a:pt x="13" y="15"/>
                  </a:lnTo>
                  <a:lnTo>
                    <a:pt x="18" y="15"/>
                  </a:lnTo>
                  <a:lnTo>
                    <a:pt x="19" y="15"/>
                  </a:lnTo>
                  <a:lnTo>
                    <a:pt x="20" y="9"/>
                  </a:lnTo>
                  <a:lnTo>
                    <a:pt x="22" y="9"/>
                  </a:lnTo>
                  <a:lnTo>
                    <a:pt x="22" y="6"/>
                  </a:lnTo>
                  <a:lnTo>
                    <a:pt x="24" y="5"/>
                  </a:lnTo>
                  <a:lnTo>
                    <a:pt x="25" y="5"/>
                  </a:lnTo>
                  <a:lnTo>
                    <a:pt x="26" y="6"/>
                  </a:lnTo>
                  <a:lnTo>
                    <a:pt x="28" y="9"/>
                  </a:lnTo>
                  <a:lnTo>
                    <a:pt x="30" y="9"/>
                  </a:lnTo>
                  <a:lnTo>
                    <a:pt x="35" y="9"/>
                  </a:lnTo>
                  <a:lnTo>
                    <a:pt x="37" y="15"/>
                  </a:lnTo>
                  <a:lnTo>
                    <a:pt x="37" y="15"/>
                  </a:lnTo>
                  <a:lnTo>
                    <a:pt x="39" y="15"/>
                  </a:lnTo>
                  <a:lnTo>
                    <a:pt x="39" y="15"/>
                  </a:lnTo>
                  <a:lnTo>
                    <a:pt x="40" y="15"/>
                  </a:lnTo>
                  <a:lnTo>
                    <a:pt x="40" y="15"/>
                  </a:lnTo>
                  <a:lnTo>
                    <a:pt x="40" y="15"/>
                  </a:lnTo>
                  <a:lnTo>
                    <a:pt x="42" y="15"/>
                  </a:lnTo>
                  <a:lnTo>
                    <a:pt x="45" y="15"/>
                  </a:lnTo>
                  <a:lnTo>
                    <a:pt x="45" y="15"/>
                  </a:lnTo>
                  <a:lnTo>
                    <a:pt x="45" y="16"/>
                  </a:lnTo>
                  <a:lnTo>
                    <a:pt x="45" y="16"/>
                  </a:lnTo>
                  <a:lnTo>
                    <a:pt x="40" y="22"/>
                  </a:lnTo>
                  <a:lnTo>
                    <a:pt x="40" y="25"/>
                  </a:lnTo>
                  <a:lnTo>
                    <a:pt x="40" y="25"/>
                  </a:lnTo>
                  <a:lnTo>
                    <a:pt x="40" y="30"/>
                  </a:lnTo>
                  <a:lnTo>
                    <a:pt x="39" y="30"/>
                  </a:lnTo>
                  <a:lnTo>
                    <a:pt x="39" y="30"/>
                  </a:lnTo>
                  <a:lnTo>
                    <a:pt x="39" y="30"/>
                  </a:lnTo>
                  <a:lnTo>
                    <a:pt x="37" y="30"/>
                  </a:lnTo>
                  <a:lnTo>
                    <a:pt x="37" y="30"/>
                  </a:lnTo>
                  <a:lnTo>
                    <a:pt x="37" y="30"/>
                  </a:lnTo>
                  <a:lnTo>
                    <a:pt x="39" y="30"/>
                  </a:lnTo>
                  <a:lnTo>
                    <a:pt x="39" y="30"/>
                  </a:lnTo>
                  <a:lnTo>
                    <a:pt x="40" y="30"/>
                  </a:lnTo>
                  <a:lnTo>
                    <a:pt x="40" y="30"/>
                  </a:lnTo>
                  <a:lnTo>
                    <a:pt x="40" y="25"/>
                  </a:lnTo>
                  <a:lnTo>
                    <a:pt x="45" y="23"/>
                  </a:lnTo>
                  <a:lnTo>
                    <a:pt x="45" y="22"/>
                  </a:lnTo>
                  <a:lnTo>
                    <a:pt x="48" y="16"/>
                  </a:lnTo>
                  <a:lnTo>
                    <a:pt x="48" y="16"/>
                  </a:lnTo>
                  <a:lnTo>
                    <a:pt x="54" y="15"/>
                  </a:lnTo>
                  <a:lnTo>
                    <a:pt x="54" y="15"/>
                  </a:lnTo>
                  <a:lnTo>
                    <a:pt x="54" y="15"/>
                  </a:lnTo>
                  <a:lnTo>
                    <a:pt x="54" y="15"/>
                  </a:lnTo>
                  <a:lnTo>
                    <a:pt x="54" y="15"/>
                  </a:lnTo>
                  <a:lnTo>
                    <a:pt x="55" y="15"/>
                  </a:lnTo>
                  <a:lnTo>
                    <a:pt x="55" y="15"/>
                  </a:lnTo>
                  <a:lnTo>
                    <a:pt x="55" y="9"/>
                  </a:lnTo>
                  <a:lnTo>
                    <a:pt x="58" y="9"/>
                  </a:lnTo>
                  <a:lnTo>
                    <a:pt x="58" y="5"/>
                  </a:lnTo>
                  <a:lnTo>
                    <a:pt x="61" y="5"/>
                  </a:lnTo>
                  <a:lnTo>
                    <a:pt x="61" y="5"/>
                  </a:lnTo>
                  <a:lnTo>
                    <a:pt x="64" y="5"/>
                  </a:lnTo>
                  <a:lnTo>
                    <a:pt x="64" y="5"/>
                  </a:lnTo>
                  <a:lnTo>
                    <a:pt x="64" y="5"/>
                  </a:lnTo>
                  <a:lnTo>
                    <a:pt x="61" y="5"/>
                  </a:lnTo>
                  <a:lnTo>
                    <a:pt x="58" y="5"/>
                  </a:lnTo>
                  <a:lnTo>
                    <a:pt x="58" y="5"/>
                  </a:lnTo>
                </a:path>
              </a:pathLst>
            </a:custGeom>
            <a:solidFill>
              <a:srgbClr val="626200"/>
            </a:solidFill>
            <a:ln w="0">
              <a:noFill/>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3544" name=""/>
            <p:cNvSpPr/>
            <p:nvPr/>
          </p:nvSpPr>
          <p:spPr>
            <a:xfrm>
              <a:off x="4408560" y="4440240"/>
              <a:ext cx="73080" cy="41400"/>
            </a:xfrm>
            <a:custGeom>
              <a:avLst/>
              <a:gdLst/>
              <a:ahLst/>
              <a:rect l="l" t="t" r="r" b="b"/>
              <a:pathLst>
                <a:path w="46" h="26">
                  <a:moveTo>
                    <a:pt x="45" y="10"/>
                  </a:moveTo>
                  <a:lnTo>
                    <a:pt x="42" y="10"/>
                  </a:lnTo>
                  <a:lnTo>
                    <a:pt x="42" y="10"/>
                  </a:lnTo>
                  <a:lnTo>
                    <a:pt x="40" y="10"/>
                  </a:lnTo>
                  <a:lnTo>
                    <a:pt x="40" y="10"/>
                  </a:lnTo>
                  <a:lnTo>
                    <a:pt x="39" y="10"/>
                  </a:lnTo>
                  <a:lnTo>
                    <a:pt x="37" y="10"/>
                  </a:lnTo>
                  <a:lnTo>
                    <a:pt x="37" y="4"/>
                  </a:lnTo>
                  <a:lnTo>
                    <a:pt x="35" y="4"/>
                  </a:lnTo>
                  <a:lnTo>
                    <a:pt x="30" y="4"/>
                  </a:lnTo>
                  <a:lnTo>
                    <a:pt x="30" y="1"/>
                  </a:lnTo>
                  <a:lnTo>
                    <a:pt x="28" y="1"/>
                  </a:lnTo>
                  <a:lnTo>
                    <a:pt x="26" y="0"/>
                  </a:lnTo>
                  <a:lnTo>
                    <a:pt x="25" y="0"/>
                  </a:lnTo>
                  <a:lnTo>
                    <a:pt x="24" y="0"/>
                  </a:lnTo>
                  <a:lnTo>
                    <a:pt x="22" y="0"/>
                  </a:lnTo>
                  <a:lnTo>
                    <a:pt x="22" y="1"/>
                  </a:lnTo>
                  <a:lnTo>
                    <a:pt x="22" y="1"/>
                  </a:lnTo>
                  <a:lnTo>
                    <a:pt x="22" y="4"/>
                  </a:lnTo>
                  <a:lnTo>
                    <a:pt x="19" y="4"/>
                  </a:lnTo>
                  <a:lnTo>
                    <a:pt x="13" y="10"/>
                  </a:lnTo>
                  <a:lnTo>
                    <a:pt x="8" y="10"/>
                  </a:lnTo>
                  <a:lnTo>
                    <a:pt x="8" y="10"/>
                  </a:lnTo>
                  <a:lnTo>
                    <a:pt x="4" y="11"/>
                  </a:lnTo>
                  <a:lnTo>
                    <a:pt x="4" y="11"/>
                  </a:lnTo>
                  <a:lnTo>
                    <a:pt x="0" y="17"/>
                  </a:lnTo>
                  <a:lnTo>
                    <a:pt x="0" y="17"/>
                  </a:lnTo>
                  <a:lnTo>
                    <a:pt x="0" y="17"/>
                  </a:lnTo>
                  <a:lnTo>
                    <a:pt x="0" y="18"/>
                  </a:lnTo>
                  <a:lnTo>
                    <a:pt x="0" y="18"/>
                  </a:lnTo>
                  <a:lnTo>
                    <a:pt x="2" y="17"/>
                  </a:lnTo>
                  <a:lnTo>
                    <a:pt x="4" y="17"/>
                  </a:lnTo>
                  <a:lnTo>
                    <a:pt x="4" y="17"/>
                  </a:lnTo>
                  <a:lnTo>
                    <a:pt x="4" y="18"/>
                  </a:lnTo>
                  <a:lnTo>
                    <a:pt x="8" y="20"/>
                  </a:lnTo>
                  <a:lnTo>
                    <a:pt x="8" y="20"/>
                  </a:lnTo>
                  <a:lnTo>
                    <a:pt x="8" y="25"/>
                  </a:lnTo>
                  <a:lnTo>
                    <a:pt x="13" y="25"/>
                  </a:lnTo>
                  <a:lnTo>
                    <a:pt x="18" y="25"/>
                  </a:lnTo>
                  <a:lnTo>
                    <a:pt x="19" y="25"/>
                  </a:lnTo>
                  <a:lnTo>
                    <a:pt x="22" y="25"/>
                  </a:lnTo>
                  <a:lnTo>
                    <a:pt x="22" y="25"/>
                  </a:lnTo>
                  <a:lnTo>
                    <a:pt x="24" y="25"/>
                  </a:lnTo>
                  <a:lnTo>
                    <a:pt x="25" y="25"/>
                  </a:lnTo>
                  <a:lnTo>
                    <a:pt x="28" y="25"/>
                  </a:lnTo>
                  <a:lnTo>
                    <a:pt x="30" y="25"/>
                  </a:lnTo>
                  <a:lnTo>
                    <a:pt x="37" y="25"/>
                  </a:lnTo>
                  <a:lnTo>
                    <a:pt x="39" y="25"/>
                  </a:lnTo>
                  <a:lnTo>
                    <a:pt x="40" y="25"/>
                  </a:lnTo>
                  <a:lnTo>
                    <a:pt x="40" y="25"/>
                  </a:lnTo>
                  <a:lnTo>
                    <a:pt x="40" y="22"/>
                  </a:lnTo>
                  <a:lnTo>
                    <a:pt x="40" y="20"/>
                  </a:lnTo>
                  <a:lnTo>
                    <a:pt x="42" y="18"/>
                  </a:lnTo>
                  <a:lnTo>
                    <a:pt x="45" y="17"/>
                  </a:lnTo>
                  <a:lnTo>
                    <a:pt x="45" y="17"/>
                  </a:lnTo>
                  <a:lnTo>
                    <a:pt x="45" y="11"/>
                  </a:lnTo>
                  <a:lnTo>
                    <a:pt x="45" y="11"/>
                  </a:lnTo>
                  <a:lnTo>
                    <a:pt x="45" y="10"/>
                  </a:lnTo>
                  <a:lnTo>
                    <a:pt x="45" y="10"/>
                  </a:lnTo>
                  <a:lnTo>
                    <a:pt x="45" y="10"/>
                  </a:lnTo>
                  <a:lnTo>
                    <a:pt x="45" y="10"/>
                  </a:lnTo>
                  <a:lnTo>
                    <a:pt x="45" y="10"/>
                  </a:lnTo>
                </a:path>
              </a:pathLst>
            </a:custGeom>
            <a:solidFill>
              <a:srgbClr val="000000"/>
            </a:solidFill>
            <a:ln w="0">
              <a:noFill/>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3545" name=""/>
            <p:cNvSpPr/>
            <p:nvPr/>
          </p:nvSpPr>
          <p:spPr>
            <a:xfrm>
              <a:off x="4421160" y="4446720"/>
              <a:ext cx="52560" cy="34920"/>
            </a:xfrm>
            <a:custGeom>
              <a:avLst/>
              <a:gdLst/>
              <a:ahLst/>
              <a:rect l="l" t="t" r="r" b="b"/>
              <a:pathLst>
                <a:path w="33" h="22">
                  <a:moveTo>
                    <a:pt x="31" y="6"/>
                  </a:moveTo>
                  <a:lnTo>
                    <a:pt x="32" y="6"/>
                  </a:lnTo>
                  <a:lnTo>
                    <a:pt x="32" y="6"/>
                  </a:lnTo>
                  <a:lnTo>
                    <a:pt x="32" y="6"/>
                  </a:lnTo>
                  <a:lnTo>
                    <a:pt x="32" y="6"/>
                  </a:lnTo>
                  <a:lnTo>
                    <a:pt x="32" y="7"/>
                  </a:lnTo>
                  <a:lnTo>
                    <a:pt x="32" y="7"/>
                  </a:lnTo>
                  <a:lnTo>
                    <a:pt x="32" y="13"/>
                  </a:lnTo>
                  <a:lnTo>
                    <a:pt x="32" y="13"/>
                  </a:lnTo>
                  <a:lnTo>
                    <a:pt x="31" y="16"/>
                  </a:lnTo>
                  <a:lnTo>
                    <a:pt x="31" y="18"/>
                  </a:lnTo>
                  <a:lnTo>
                    <a:pt x="29" y="21"/>
                  </a:lnTo>
                  <a:lnTo>
                    <a:pt x="22" y="21"/>
                  </a:lnTo>
                  <a:lnTo>
                    <a:pt x="22" y="21"/>
                  </a:lnTo>
                  <a:lnTo>
                    <a:pt x="22" y="21"/>
                  </a:lnTo>
                  <a:lnTo>
                    <a:pt x="18" y="21"/>
                  </a:lnTo>
                  <a:lnTo>
                    <a:pt x="17" y="21"/>
                  </a:lnTo>
                  <a:lnTo>
                    <a:pt x="16" y="21"/>
                  </a:lnTo>
                  <a:lnTo>
                    <a:pt x="14" y="21"/>
                  </a:lnTo>
                  <a:lnTo>
                    <a:pt x="14" y="21"/>
                  </a:lnTo>
                  <a:lnTo>
                    <a:pt x="11" y="21"/>
                  </a:lnTo>
                  <a:lnTo>
                    <a:pt x="11" y="21"/>
                  </a:lnTo>
                  <a:lnTo>
                    <a:pt x="11" y="21"/>
                  </a:lnTo>
                  <a:lnTo>
                    <a:pt x="10" y="18"/>
                  </a:lnTo>
                  <a:lnTo>
                    <a:pt x="5" y="16"/>
                  </a:lnTo>
                  <a:lnTo>
                    <a:pt x="5" y="14"/>
                  </a:lnTo>
                  <a:lnTo>
                    <a:pt x="0" y="13"/>
                  </a:lnTo>
                  <a:lnTo>
                    <a:pt x="0" y="7"/>
                  </a:lnTo>
                  <a:lnTo>
                    <a:pt x="0" y="7"/>
                  </a:lnTo>
                  <a:lnTo>
                    <a:pt x="0" y="7"/>
                  </a:lnTo>
                  <a:lnTo>
                    <a:pt x="0" y="7"/>
                  </a:lnTo>
                  <a:lnTo>
                    <a:pt x="5" y="6"/>
                  </a:lnTo>
                  <a:lnTo>
                    <a:pt x="5" y="6"/>
                  </a:lnTo>
                  <a:lnTo>
                    <a:pt x="5" y="6"/>
                  </a:lnTo>
                  <a:lnTo>
                    <a:pt x="10" y="6"/>
                  </a:lnTo>
                  <a:lnTo>
                    <a:pt x="11" y="6"/>
                  </a:lnTo>
                  <a:lnTo>
                    <a:pt x="14" y="6"/>
                  </a:lnTo>
                  <a:lnTo>
                    <a:pt x="14" y="6"/>
                  </a:lnTo>
                  <a:lnTo>
                    <a:pt x="14" y="6"/>
                  </a:lnTo>
                  <a:lnTo>
                    <a:pt x="16" y="0"/>
                  </a:lnTo>
                  <a:lnTo>
                    <a:pt x="16" y="6"/>
                  </a:lnTo>
                  <a:lnTo>
                    <a:pt x="18" y="6"/>
                  </a:lnTo>
                  <a:lnTo>
                    <a:pt x="22" y="6"/>
                  </a:lnTo>
                  <a:lnTo>
                    <a:pt x="22" y="6"/>
                  </a:lnTo>
                  <a:lnTo>
                    <a:pt x="29" y="6"/>
                  </a:lnTo>
                  <a:lnTo>
                    <a:pt x="29" y="6"/>
                  </a:lnTo>
                  <a:lnTo>
                    <a:pt x="31" y="6"/>
                  </a:lnTo>
                  <a:lnTo>
                    <a:pt x="31" y="6"/>
                  </a:lnTo>
                  <a:lnTo>
                    <a:pt x="31" y="6"/>
                  </a:lnTo>
                  <a:lnTo>
                    <a:pt x="31" y="6"/>
                  </a:lnTo>
                </a:path>
              </a:pathLst>
            </a:custGeom>
            <a:solidFill>
              <a:srgbClr val="ffefce"/>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3546" name=""/>
            <p:cNvSpPr/>
            <p:nvPr/>
          </p:nvSpPr>
          <p:spPr>
            <a:xfrm>
              <a:off x="4446720" y="4456080"/>
              <a:ext cx="27000" cy="25560"/>
            </a:xfrm>
            <a:custGeom>
              <a:avLst/>
              <a:gdLst/>
              <a:ahLst/>
              <a:rect l="l" t="t" r="r" b="b"/>
              <a:pathLst>
                <a:path w="17" h="16">
                  <a:moveTo>
                    <a:pt x="11" y="15"/>
                  </a:moveTo>
                  <a:lnTo>
                    <a:pt x="13" y="15"/>
                  </a:lnTo>
                  <a:lnTo>
                    <a:pt x="15" y="10"/>
                  </a:lnTo>
                  <a:lnTo>
                    <a:pt x="15" y="8"/>
                  </a:lnTo>
                  <a:lnTo>
                    <a:pt x="16" y="7"/>
                  </a:lnTo>
                  <a:lnTo>
                    <a:pt x="16" y="1"/>
                  </a:lnTo>
                  <a:lnTo>
                    <a:pt x="16" y="1"/>
                  </a:lnTo>
                  <a:lnTo>
                    <a:pt x="16" y="1"/>
                  </a:lnTo>
                  <a:lnTo>
                    <a:pt x="16" y="0"/>
                  </a:lnTo>
                  <a:lnTo>
                    <a:pt x="16" y="0"/>
                  </a:lnTo>
                  <a:lnTo>
                    <a:pt x="16" y="0"/>
                  </a:lnTo>
                  <a:lnTo>
                    <a:pt x="16" y="0"/>
                  </a:lnTo>
                  <a:lnTo>
                    <a:pt x="15" y="0"/>
                  </a:lnTo>
                  <a:lnTo>
                    <a:pt x="15" y="0"/>
                  </a:lnTo>
                  <a:lnTo>
                    <a:pt x="15" y="0"/>
                  </a:lnTo>
                  <a:lnTo>
                    <a:pt x="13" y="0"/>
                  </a:lnTo>
                  <a:lnTo>
                    <a:pt x="13" y="0"/>
                  </a:lnTo>
                  <a:lnTo>
                    <a:pt x="6" y="0"/>
                  </a:lnTo>
                  <a:lnTo>
                    <a:pt x="6" y="0"/>
                  </a:lnTo>
                  <a:lnTo>
                    <a:pt x="2" y="0"/>
                  </a:lnTo>
                  <a:lnTo>
                    <a:pt x="0" y="0"/>
                  </a:lnTo>
                  <a:lnTo>
                    <a:pt x="0" y="0"/>
                  </a:lnTo>
                  <a:lnTo>
                    <a:pt x="1" y="0"/>
                  </a:lnTo>
                  <a:lnTo>
                    <a:pt x="1" y="0"/>
                  </a:lnTo>
                  <a:lnTo>
                    <a:pt x="2" y="0"/>
                  </a:lnTo>
                  <a:lnTo>
                    <a:pt x="2" y="0"/>
                  </a:lnTo>
                  <a:lnTo>
                    <a:pt x="6" y="0"/>
                  </a:lnTo>
                  <a:lnTo>
                    <a:pt x="6" y="0"/>
                  </a:lnTo>
                  <a:lnTo>
                    <a:pt x="6" y="0"/>
                  </a:lnTo>
                  <a:lnTo>
                    <a:pt x="11" y="0"/>
                  </a:lnTo>
                  <a:lnTo>
                    <a:pt x="13" y="1"/>
                  </a:lnTo>
                  <a:lnTo>
                    <a:pt x="13" y="1"/>
                  </a:lnTo>
                  <a:lnTo>
                    <a:pt x="13" y="7"/>
                  </a:lnTo>
                  <a:lnTo>
                    <a:pt x="13" y="10"/>
                  </a:lnTo>
                  <a:lnTo>
                    <a:pt x="13" y="12"/>
                  </a:lnTo>
                  <a:lnTo>
                    <a:pt x="11" y="15"/>
                  </a:lnTo>
                  <a:lnTo>
                    <a:pt x="11" y="15"/>
                  </a:lnTo>
                  <a:lnTo>
                    <a:pt x="11" y="15"/>
                  </a:lnTo>
                </a:path>
              </a:pathLst>
            </a:custGeom>
            <a:solidFill>
              <a:srgbClr val="c0c27c"/>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3547" name=""/>
            <p:cNvSpPr/>
            <p:nvPr/>
          </p:nvSpPr>
          <p:spPr>
            <a:xfrm>
              <a:off x="4443480" y="4457880"/>
              <a:ext cx="25200" cy="10800"/>
            </a:xfrm>
            <a:custGeom>
              <a:avLst/>
              <a:gdLst/>
              <a:ahLst/>
              <a:rect l="l" t="t" r="r" b="b"/>
              <a:pathLst>
                <a:path w="16" h="7">
                  <a:moveTo>
                    <a:pt x="2" y="0"/>
                  </a:moveTo>
                  <a:lnTo>
                    <a:pt x="2" y="0"/>
                  </a:lnTo>
                  <a:lnTo>
                    <a:pt x="2" y="0"/>
                  </a:lnTo>
                  <a:lnTo>
                    <a:pt x="3" y="0"/>
                  </a:lnTo>
                  <a:lnTo>
                    <a:pt x="4" y="0"/>
                  </a:lnTo>
                  <a:lnTo>
                    <a:pt x="4" y="0"/>
                  </a:lnTo>
                  <a:lnTo>
                    <a:pt x="8" y="0"/>
                  </a:lnTo>
                  <a:lnTo>
                    <a:pt x="8" y="0"/>
                  </a:lnTo>
                  <a:lnTo>
                    <a:pt x="13" y="0"/>
                  </a:lnTo>
                  <a:lnTo>
                    <a:pt x="15" y="0"/>
                  </a:lnTo>
                  <a:lnTo>
                    <a:pt x="15" y="0"/>
                  </a:lnTo>
                  <a:lnTo>
                    <a:pt x="15" y="0"/>
                  </a:lnTo>
                  <a:lnTo>
                    <a:pt x="13" y="6"/>
                  </a:lnTo>
                  <a:lnTo>
                    <a:pt x="13" y="6"/>
                  </a:lnTo>
                  <a:lnTo>
                    <a:pt x="8" y="6"/>
                  </a:lnTo>
                  <a:lnTo>
                    <a:pt x="8" y="6"/>
                  </a:lnTo>
                  <a:lnTo>
                    <a:pt x="4" y="6"/>
                  </a:lnTo>
                  <a:lnTo>
                    <a:pt x="3" y="6"/>
                  </a:lnTo>
                  <a:lnTo>
                    <a:pt x="3" y="6"/>
                  </a:lnTo>
                  <a:lnTo>
                    <a:pt x="2" y="6"/>
                  </a:lnTo>
                  <a:lnTo>
                    <a:pt x="2" y="6"/>
                  </a:lnTo>
                  <a:lnTo>
                    <a:pt x="0" y="6"/>
                  </a:lnTo>
                  <a:lnTo>
                    <a:pt x="0" y="6"/>
                  </a:lnTo>
                  <a:lnTo>
                    <a:pt x="0" y="0"/>
                  </a:lnTo>
                  <a:lnTo>
                    <a:pt x="0" y="0"/>
                  </a:lnTo>
                  <a:lnTo>
                    <a:pt x="0" y="0"/>
                  </a:lnTo>
                  <a:lnTo>
                    <a:pt x="0" y="0"/>
                  </a:lnTo>
                  <a:lnTo>
                    <a:pt x="0" y="0"/>
                  </a:lnTo>
                  <a:lnTo>
                    <a:pt x="2" y="0"/>
                  </a:lnTo>
                  <a:lnTo>
                    <a:pt x="2" y="0"/>
                  </a:lnTo>
                </a:path>
              </a:pathLst>
            </a:custGeom>
            <a:solidFill>
              <a:srgbClr val="000000"/>
            </a:solidFill>
            <a:ln w="0">
              <a:noFill/>
            </a:ln>
          </p:spPr>
          <p:style>
            <a:lnRef idx="0"/>
            <a:fillRef idx="0"/>
            <a:effectRef idx="0"/>
            <a:fontRef idx="minor"/>
          </p:style>
          <p:txBody>
            <a:bodyPr lIns="90000" rIns="90000" tIns="-36000" bIns="-36000" anchor="t">
              <a:noAutofit/>
            </a:bodyPr>
            <a:p>
              <a:endParaRPr b="0" lang="en-IN" sz="2400" strike="noStrike" u="none">
                <a:solidFill>
                  <a:srgbClr val="ffffff"/>
                </a:solidFill>
                <a:effectLst/>
                <a:uFillTx/>
                <a:latin typeface="Times New Roman"/>
              </a:endParaRPr>
            </a:p>
          </p:txBody>
        </p:sp>
        <p:sp>
          <p:nvSpPr>
            <p:cNvPr id="3548" name=""/>
            <p:cNvSpPr/>
            <p:nvPr/>
          </p:nvSpPr>
          <p:spPr>
            <a:xfrm>
              <a:off x="4446720" y="4456080"/>
              <a:ext cx="2880" cy="3240"/>
            </a:xfrm>
            <a:custGeom>
              <a:avLst/>
              <a:gdLst/>
              <a:ahLst/>
              <a:rect l="l" t="t" r="r" b="b"/>
              <a:pathLst>
                <a:path w="2" h="2">
                  <a:moveTo>
                    <a:pt x="0" y="0"/>
                  </a:moveTo>
                  <a:lnTo>
                    <a:pt x="1" y="0"/>
                  </a:lnTo>
                  <a:lnTo>
                    <a:pt x="1" y="0"/>
                  </a:lnTo>
                  <a:lnTo>
                    <a:pt x="1" y="0"/>
                  </a:lnTo>
                  <a:lnTo>
                    <a:pt x="0" y="1"/>
                  </a:lnTo>
                  <a:lnTo>
                    <a:pt x="0" y="0"/>
                  </a:lnTo>
                  <a:lnTo>
                    <a:pt x="0" y="0"/>
                  </a:lnTo>
                  <a:lnTo>
                    <a:pt x="0" y="0"/>
                  </a:lnTo>
                  <a:lnTo>
                    <a:pt x="0" y="0"/>
                  </a:lnTo>
                  <a:lnTo>
                    <a:pt x="0" y="0"/>
                  </a:lnTo>
                </a:path>
              </a:pathLst>
            </a:custGeom>
            <a:solidFill>
              <a:srgbClr val="ffe0f5"/>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549" name=""/>
            <p:cNvSpPr/>
            <p:nvPr/>
          </p:nvSpPr>
          <p:spPr>
            <a:xfrm>
              <a:off x="4554360" y="4359240"/>
              <a:ext cx="66960" cy="122400"/>
            </a:xfrm>
            <a:custGeom>
              <a:avLst/>
              <a:gdLst/>
              <a:ahLst/>
              <a:rect l="l" t="t" r="r" b="b"/>
              <a:pathLst>
                <a:path w="42" h="77">
                  <a:moveTo>
                    <a:pt x="2" y="38"/>
                  </a:moveTo>
                  <a:lnTo>
                    <a:pt x="2" y="34"/>
                  </a:lnTo>
                  <a:lnTo>
                    <a:pt x="2" y="31"/>
                  </a:lnTo>
                  <a:lnTo>
                    <a:pt x="2" y="27"/>
                  </a:lnTo>
                  <a:lnTo>
                    <a:pt x="2" y="27"/>
                  </a:lnTo>
                  <a:lnTo>
                    <a:pt x="2" y="25"/>
                  </a:lnTo>
                  <a:lnTo>
                    <a:pt x="2" y="25"/>
                  </a:lnTo>
                  <a:lnTo>
                    <a:pt x="2" y="24"/>
                  </a:lnTo>
                  <a:lnTo>
                    <a:pt x="2" y="24"/>
                  </a:lnTo>
                  <a:lnTo>
                    <a:pt x="2" y="22"/>
                  </a:lnTo>
                  <a:lnTo>
                    <a:pt x="2" y="22"/>
                  </a:lnTo>
                  <a:lnTo>
                    <a:pt x="2" y="19"/>
                  </a:lnTo>
                  <a:lnTo>
                    <a:pt x="2" y="19"/>
                  </a:lnTo>
                  <a:lnTo>
                    <a:pt x="2" y="19"/>
                  </a:lnTo>
                  <a:lnTo>
                    <a:pt x="2" y="18"/>
                  </a:lnTo>
                  <a:lnTo>
                    <a:pt x="2" y="17"/>
                  </a:lnTo>
                  <a:lnTo>
                    <a:pt x="0" y="12"/>
                  </a:lnTo>
                  <a:lnTo>
                    <a:pt x="0" y="12"/>
                  </a:lnTo>
                  <a:lnTo>
                    <a:pt x="0" y="12"/>
                  </a:lnTo>
                  <a:lnTo>
                    <a:pt x="0" y="11"/>
                  </a:lnTo>
                  <a:lnTo>
                    <a:pt x="0" y="11"/>
                  </a:lnTo>
                  <a:lnTo>
                    <a:pt x="0" y="11"/>
                  </a:lnTo>
                  <a:lnTo>
                    <a:pt x="0" y="12"/>
                  </a:lnTo>
                  <a:lnTo>
                    <a:pt x="2" y="12"/>
                  </a:lnTo>
                  <a:lnTo>
                    <a:pt x="2" y="12"/>
                  </a:lnTo>
                  <a:lnTo>
                    <a:pt x="2" y="17"/>
                  </a:lnTo>
                  <a:lnTo>
                    <a:pt x="2" y="17"/>
                  </a:lnTo>
                  <a:lnTo>
                    <a:pt x="2" y="18"/>
                  </a:lnTo>
                  <a:lnTo>
                    <a:pt x="2" y="19"/>
                  </a:lnTo>
                  <a:lnTo>
                    <a:pt x="4" y="19"/>
                  </a:lnTo>
                  <a:lnTo>
                    <a:pt x="7" y="22"/>
                  </a:lnTo>
                  <a:lnTo>
                    <a:pt x="11" y="22"/>
                  </a:lnTo>
                  <a:lnTo>
                    <a:pt x="11" y="22"/>
                  </a:lnTo>
                  <a:lnTo>
                    <a:pt x="11" y="22"/>
                  </a:lnTo>
                  <a:lnTo>
                    <a:pt x="11" y="22"/>
                  </a:lnTo>
                  <a:lnTo>
                    <a:pt x="11" y="22"/>
                  </a:lnTo>
                  <a:lnTo>
                    <a:pt x="16" y="19"/>
                  </a:lnTo>
                  <a:lnTo>
                    <a:pt x="16" y="19"/>
                  </a:lnTo>
                  <a:lnTo>
                    <a:pt x="18" y="17"/>
                  </a:lnTo>
                  <a:lnTo>
                    <a:pt x="21" y="11"/>
                  </a:lnTo>
                  <a:lnTo>
                    <a:pt x="18" y="7"/>
                  </a:lnTo>
                  <a:lnTo>
                    <a:pt x="16" y="3"/>
                  </a:lnTo>
                  <a:lnTo>
                    <a:pt x="16" y="3"/>
                  </a:lnTo>
                  <a:lnTo>
                    <a:pt x="18" y="2"/>
                  </a:lnTo>
                  <a:lnTo>
                    <a:pt x="18" y="0"/>
                  </a:lnTo>
                  <a:lnTo>
                    <a:pt x="18" y="3"/>
                  </a:lnTo>
                  <a:lnTo>
                    <a:pt x="21" y="3"/>
                  </a:lnTo>
                  <a:lnTo>
                    <a:pt x="21" y="7"/>
                  </a:lnTo>
                  <a:lnTo>
                    <a:pt x="21" y="11"/>
                  </a:lnTo>
                  <a:lnTo>
                    <a:pt x="21" y="12"/>
                  </a:lnTo>
                  <a:lnTo>
                    <a:pt x="21" y="17"/>
                  </a:lnTo>
                  <a:lnTo>
                    <a:pt x="21" y="18"/>
                  </a:lnTo>
                  <a:lnTo>
                    <a:pt x="21" y="19"/>
                  </a:lnTo>
                  <a:lnTo>
                    <a:pt x="21" y="22"/>
                  </a:lnTo>
                  <a:lnTo>
                    <a:pt x="21" y="22"/>
                  </a:lnTo>
                  <a:lnTo>
                    <a:pt x="21" y="24"/>
                  </a:lnTo>
                  <a:lnTo>
                    <a:pt x="21" y="25"/>
                  </a:lnTo>
                  <a:lnTo>
                    <a:pt x="22" y="27"/>
                  </a:lnTo>
                  <a:lnTo>
                    <a:pt x="26" y="27"/>
                  </a:lnTo>
                  <a:lnTo>
                    <a:pt x="31" y="34"/>
                  </a:lnTo>
                  <a:lnTo>
                    <a:pt x="37" y="39"/>
                  </a:lnTo>
                  <a:lnTo>
                    <a:pt x="37" y="46"/>
                  </a:lnTo>
                  <a:lnTo>
                    <a:pt x="37" y="49"/>
                  </a:lnTo>
                  <a:lnTo>
                    <a:pt x="37" y="51"/>
                  </a:lnTo>
                  <a:lnTo>
                    <a:pt x="37" y="51"/>
                  </a:lnTo>
                  <a:lnTo>
                    <a:pt x="37" y="55"/>
                  </a:lnTo>
                  <a:lnTo>
                    <a:pt x="37" y="61"/>
                  </a:lnTo>
                  <a:lnTo>
                    <a:pt x="37" y="61"/>
                  </a:lnTo>
                  <a:lnTo>
                    <a:pt x="37" y="61"/>
                  </a:lnTo>
                  <a:lnTo>
                    <a:pt x="37" y="62"/>
                  </a:lnTo>
                  <a:lnTo>
                    <a:pt x="37" y="62"/>
                  </a:lnTo>
                  <a:lnTo>
                    <a:pt x="37" y="62"/>
                  </a:lnTo>
                  <a:lnTo>
                    <a:pt x="37" y="62"/>
                  </a:lnTo>
                  <a:lnTo>
                    <a:pt x="39" y="68"/>
                  </a:lnTo>
                  <a:lnTo>
                    <a:pt x="39" y="68"/>
                  </a:lnTo>
                  <a:lnTo>
                    <a:pt x="39" y="68"/>
                  </a:lnTo>
                  <a:lnTo>
                    <a:pt x="39" y="69"/>
                  </a:lnTo>
                  <a:lnTo>
                    <a:pt x="41" y="71"/>
                  </a:lnTo>
                  <a:lnTo>
                    <a:pt x="41" y="76"/>
                  </a:lnTo>
                  <a:lnTo>
                    <a:pt x="41" y="76"/>
                  </a:lnTo>
                  <a:lnTo>
                    <a:pt x="41" y="76"/>
                  </a:lnTo>
                  <a:lnTo>
                    <a:pt x="41" y="76"/>
                  </a:lnTo>
                  <a:lnTo>
                    <a:pt x="39" y="76"/>
                  </a:lnTo>
                  <a:lnTo>
                    <a:pt x="39" y="71"/>
                  </a:lnTo>
                  <a:lnTo>
                    <a:pt x="37" y="69"/>
                  </a:lnTo>
                  <a:lnTo>
                    <a:pt x="37" y="68"/>
                  </a:lnTo>
                  <a:lnTo>
                    <a:pt x="37" y="68"/>
                  </a:lnTo>
                  <a:lnTo>
                    <a:pt x="37" y="62"/>
                  </a:lnTo>
                  <a:lnTo>
                    <a:pt x="37" y="62"/>
                  </a:lnTo>
                  <a:lnTo>
                    <a:pt x="37" y="62"/>
                  </a:lnTo>
                  <a:lnTo>
                    <a:pt x="37" y="62"/>
                  </a:lnTo>
                  <a:lnTo>
                    <a:pt x="37" y="62"/>
                  </a:lnTo>
                  <a:lnTo>
                    <a:pt x="37" y="61"/>
                  </a:lnTo>
                  <a:lnTo>
                    <a:pt x="33" y="61"/>
                  </a:lnTo>
                  <a:lnTo>
                    <a:pt x="30" y="61"/>
                  </a:lnTo>
                  <a:lnTo>
                    <a:pt x="26" y="61"/>
                  </a:lnTo>
                  <a:lnTo>
                    <a:pt x="26" y="55"/>
                  </a:lnTo>
                  <a:lnTo>
                    <a:pt x="26" y="61"/>
                  </a:lnTo>
                  <a:lnTo>
                    <a:pt x="22" y="61"/>
                  </a:lnTo>
                  <a:lnTo>
                    <a:pt x="21" y="61"/>
                  </a:lnTo>
                  <a:lnTo>
                    <a:pt x="21" y="61"/>
                  </a:lnTo>
                  <a:lnTo>
                    <a:pt x="21" y="61"/>
                  </a:lnTo>
                  <a:lnTo>
                    <a:pt x="26" y="62"/>
                  </a:lnTo>
                  <a:lnTo>
                    <a:pt x="26" y="68"/>
                  </a:lnTo>
                  <a:lnTo>
                    <a:pt x="26" y="69"/>
                  </a:lnTo>
                  <a:lnTo>
                    <a:pt x="26" y="73"/>
                  </a:lnTo>
                  <a:lnTo>
                    <a:pt x="26" y="76"/>
                  </a:lnTo>
                  <a:lnTo>
                    <a:pt x="26" y="76"/>
                  </a:lnTo>
                  <a:lnTo>
                    <a:pt x="26" y="76"/>
                  </a:lnTo>
                  <a:lnTo>
                    <a:pt x="26" y="76"/>
                  </a:lnTo>
                  <a:lnTo>
                    <a:pt x="26" y="76"/>
                  </a:lnTo>
                  <a:lnTo>
                    <a:pt x="22" y="73"/>
                  </a:lnTo>
                  <a:lnTo>
                    <a:pt x="21" y="69"/>
                  </a:lnTo>
                  <a:lnTo>
                    <a:pt x="21" y="68"/>
                  </a:lnTo>
                  <a:lnTo>
                    <a:pt x="21" y="68"/>
                  </a:lnTo>
                  <a:lnTo>
                    <a:pt x="21" y="68"/>
                  </a:lnTo>
                  <a:lnTo>
                    <a:pt x="21" y="62"/>
                  </a:lnTo>
                  <a:lnTo>
                    <a:pt x="21" y="62"/>
                  </a:lnTo>
                  <a:lnTo>
                    <a:pt x="21" y="62"/>
                  </a:lnTo>
                  <a:lnTo>
                    <a:pt x="21" y="62"/>
                  </a:lnTo>
                  <a:lnTo>
                    <a:pt x="21" y="62"/>
                  </a:lnTo>
                  <a:lnTo>
                    <a:pt x="21" y="61"/>
                  </a:lnTo>
                  <a:lnTo>
                    <a:pt x="18" y="61"/>
                  </a:lnTo>
                  <a:lnTo>
                    <a:pt x="11" y="61"/>
                  </a:lnTo>
                  <a:lnTo>
                    <a:pt x="11" y="61"/>
                  </a:lnTo>
                  <a:lnTo>
                    <a:pt x="11" y="61"/>
                  </a:lnTo>
                  <a:lnTo>
                    <a:pt x="11" y="61"/>
                  </a:lnTo>
                  <a:lnTo>
                    <a:pt x="11" y="61"/>
                  </a:lnTo>
                  <a:lnTo>
                    <a:pt x="11" y="61"/>
                  </a:lnTo>
                  <a:lnTo>
                    <a:pt x="11" y="61"/>
                  </a:lnTo>
                  <a:lnTo>
                    <a:pt x="7" y="61"/>
                  </a:lnTo>
                  <a:lnTo>
                    <a:pt x="7" y="62"/>
                  </a:lnTo>
                  <a:lnTo>
                    <a:pt x="7" y="68"/>
                  </a:lnTo>
                  <a:lnTo>
                    <a:pt x="7" y="69"/>
                  </a:lnTo>
                  <a:lnTo>
                    <a:pt x="7" y="76"/>
                  </a:lnTo>
                  <a:lnTo>
                    <a:pt x="4" y="76"/>
                  </a:lnTo>
                  <a:lnTo>
                    <a:pt x="2" y="76"/>
                  </a:lnTo>
                  <a:lnTo>
                    <a:pt x="2" y="76"/>
                  </a:lnTo>
                  <a:lnTo>
                    <a:pt x="2" y="73"/>
                  </a:lnTo>
                  <a:lnTo>
                    <a:pt x="4" y="68"/>
                  </a:lnTo>
                  <a:lnTo>
                    <a:pt x="2" y="62"/>
                  </a:lnTo>
                  <a:lnTo>
                    <a:pt x="2" y="61"/>
                  </a:lnTo>
                  <a:lnTo>
                    <a:pt x="2" y="61"/>
                  </a:lnTo>
                  <a:lnTo>
                    <a:pt x="2" y="51"/>
                  </a:lnTo>
                  <a:lnTo>
                    <a:pt x="2" y="51"/>
                  </a:lnTo>
                  <a:lnTo>
                    <a:pt x="2" y="51"/>
                  </a:lnTo>
                  <a:lnTo>
                    <a:pt x="2" y="51"/>
                  </a:lnTo>
                  <a:lnTo>
                    <a:pt x="2" y="55"/>
                  </a:lnTo>
                  <a:lnTo>
                    <a:pt x="0" y="55"/>
                  </a:lnTo>
                  <a:lnTo>
                    <a:pt x="0" y="55"/>
                  </a:lnTo>
                  <a:lnTo>
                    <a:pt x="0" y="51"/>
                  </a:lnTo>
                  <a:lnTo>
                    <a:pt x="2" y="51"/>
                  </a:lnTo>
                  <a:lnTo>
                    <a:pt x="2" y="49"/>
                  </a:lnTo>
                  <a:lnTo>
                    <a:pt x="2" y="49"/>
                  </a:lnTo>
                  <a:lnTo>
                    <a:pt x="2" y="46"/>
                  </a:lnTo>
                  <a:lnTo>
                    <a:pt x="2" y="40"/>
                  </a:lnTo>
                  <a:lnTo>
                    <a:pt x="2" y="40"/>
                  </a:lnTo>
                  <a:lnTo>
                    <a:pt x="2" y="38"/>
                  </a:lnTo>
                  <a:lnTo>
                    <a:pt x="2" y="38"/>
                  </a:lnTo>
                </a:path>
              </a:pathLst>
            </a:custGeom>
            <a:solidFill>
              <a:srgbClr val="ffc0b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50" name=""/>
            <p:cNvSpPr/>
            <p:nvPr/>
          </p:nvSpPr>
          <p:spPr>
            <a:xfrm>
              <a:off x="4557600" y="4387680"/>
              <a:ext cx="182520" cy="70200"/>
            </a:xfrm>
            <a:custGeom>
              <a:avLst/>
              <a:gdLst/>
              <a:ahLst/>
              <a:rect l="l" t="t" r="r" b="b"/>
              <a:pathLst>
                <a:path w="115" h="44">
                  <a:moveTo>
                    <a:pt x="0" y="33"/>
                  </a:moveTo>
                  <a:lnTo>
                    <a:pt x="0" y="33"/>
                  </a:lnTo>
                  <a:lnTo>
                    <a:pt x="0" y="33"/>
                  </a:lnTo>
                  <a:lnTo>
                    <a:pt x="0" y="28"/>
                  </a:lnTo>
                  <a:lnTo>
                    <a:pt x="0" y="22"/>
                  </a:lnTo>
                  <a:lnTo>
                    <a:pt x="0" y="21"/>
                  </a:lnTo>
                  <a:lnTo>
                    <a:pt x="0" y="16"/>
                  </a:lnTo>
                  <a:lnTo>
                    <a:pt x="0" y="14"/>
                  </a:lnTo>
                  <a:lnTo>
                    <a:pt x="2" y="9"/>
                  </a:lnTo>
                  <a:lnTo>
                    <a:pt x="9" y="9"/>
                  </a:lnTo>
                  <a:lnTo>
                    <a:pt x="9" y="7"/>
                  </a:lnTo>
                  <a:lnTo>
                    <a:pt x="14" y="6"/>
                  </a:lnTo>
                  <a:lnTo>
                    <a:pt x="19" y="6"/>
                  </a:lnTo>
                  <a:lnTo>
                    <a:pt x="19" y="4"/>
                  </a:lnTo>
                  <a:lnTo>
                    <a:pt x="19" y="4"/>
                  </a:lnTo>
                  <a:lnTo>
                    <a:pt x="24" y="4"/>
                  </a:lnTo>
                  <a:lnTo>
                    <a:pt x="35" y="4"/>
                  </a:lnTo>
                  <a:lnTo>
                    <a:pt x="35" y="4"/>
                  </a:lnTo>
                  <a:lnTo>
                    <a:pt x="35" y="4"/>
                  </a:lnTo>
                  <a:lnTo>
                    <a:pt x="35" y="4"/>
                  </a:lnTo>
                  <a:lnTo>
                    <a:pt x="35" y="4"/>
                  </a:lnTo>
                  <a:lnTo>
                    <a:pt x="35" y="4"/>
                  </a:lnTo>
                  <a:lnTo>
                    <a:pt x="37" y="4"/>
                  </a:lnTo>
                  <a:lnTo>
                    <a:pt x="41" y="1"/>
                  </a:lnTo>
                  <a:lnTo>
                    <a:pt x="46" y="1"/>
                  </a:lnTo>
                  <a:lnTo>
                    <a:pt x="48" y="1"/>
                  </a:lnTo>
                  <a:lnTo>
                    <a:pt x="55" y="1"/>
                  </a:lnTo>
                  <a:lnTo>
                    <a:pt x="55" y="1"/>
                  </a:lnTo>
                  <a:lnTo>
                    <a:pt x="58" y="1"/>
                  </a:lnTo>
                  <a:lnTo>
                    <a:pt x="58" y="0"/>
                  </a:lnTo>
                  <a:lnTo>
                    <a:pt x="58" y="0"/>
                  </a:lnTo>
                  <a:lnTo>
                    <a:pt x="62" y="0"/>
                  </a:lnTo>
                  <a:lnTo>
                    <a:pt x="70" y="1"/>
                  </a:lnTo>
                  <a:lnTo>
                    <a:pt x="70" y="1"/>
                  </a:lnTo>
                  <a:lnTo>
                    <a:pt x="74" y="1"/>
                  </a:lnTo>
                  <a:lnTo>
                    <a:pt x="75" y="1"/>
                  </a:lnTo>
                  <a:lnTo>
                    <a:pt x="75" y="1"/>
                  </a:lnTo>
                  <a:lnTo>
                    <a:pt x="81" y="1"/>
                  </a:lnTo>
                  <a:lnTo>
                    <a:pt x="83" y="1"/>
                  </a:lnTo>
                  <a:lnTo>
                    <a:pt x="83" y="4"/>
                  </a:lnTo>
                  <a:lnTo>
                    <a:pt x="87" y="4"/>
                  </a:lnTo>
                  <a:lnTo>
                    <a:pt x="94" y="4"/>
                  </a:lnTo>
                  <a:lnTo>
                    <a:pt x="94" y="4"/>
                  </a:lnTo>
                  <a:lnTo>
                    <a:pt x="99" y="4"/>
                  </a:lnTo>
                  <a:lnTo>
                    <a:pt x="102" y="4"/>
                  </a:lnTo>
                  <a:lnTo>
                    <a:pt x="102" y="4"/>
                  </a:lnTo>
                  <a:lnTo>
                    <a:pt x="104" y="4"/>
                  </a:lnTo>
                  <a:lnTo>
                    <a:pt x="104" y="4"/>
                  </a:lnTo>
                  <a:lnTo>
                    <a:pt x="104" y="4"/>
                  </a:lnTo>
                  <a:lnTo>
                    <a:pt x="114" y="4"/>
                  </a:lnTo>
                  <a:lnTo>
                    <a:pt x="114" y="4"/>
                  </a:lnTo>
                  <a:lnTo>
                    <a:pt x="114" y="6"/>
                  </a:lnTo>
                  <a:lnTo>
                    <a:pt x="114" y="7"/>
                  </a:lnTo>
                  <a:lnTo>
                    <a:pt x="114" y="9"/>
                  </a:lnTo>
                  <a:lnTo>
                    <a:pt x="114" y="9"/>
                  </a:lnTo>
                  <a:lnTo>
                    <a:pt x="114" y="13"/>
                  </a:lnTo>
                  <a:lnTo>
                    <a:pt x="114" y="16"/>
                  </a:lnTo>
                  <a:lnTo>
                    <a:pt x="114" y="16"/>
                  </a:lnTo>
                  <a:lnTo>
                    <a:pt x="106" y="20"/>
                  </a:lnTo>
                  <a:lnTo>
                    <a:pt x="104" y="21"/>
                  </a:lnTo>
                  <a:lnTo>
                    <a:pt x="104" y="21"/>
                  </a:lnTo>
                  <a:lnTo>
                    <a:pt x="103" y="28"/>
                  </a:lnTo>
                  <a:lnTo>
                    <a:pt x="102" y="31"/>
                  </a:lnTo>
                  <a:lnTo>
                    <a:pt x="101" y="33"/>
                  </a:lnTo>
                  <a:lnTo>
                    <a:pt x="94" y="33"/>
                  </a:lnTo>
                  <a:lnTo>
                    <a:pt x="94" y="37"/>
                  </a:lnTo>
                  <a:lnTo>
                    <a:pt x="83" y="43"/>
                  </a:lnTo>
                  <a:lnTo>
                    <a:pt x="81" y="43"/>
                  </a:lnTo>
                  <a:lnTo>
                    <a:pt x="75" y="43"/>
                  </a:lnTo>
                  <a:lnTo>
                    <a:pt x="71" y="43"/>
                  </a:lnTo>
                  <a:lnTo>
                    <a:pt x="58" y="43"/>
                  </a:lnTo>
                  <a:lnTo>
                    <a:pt x="58" y="43"/>
                  </a:lnTo>
                  <a:lnTo>
                    <a:pt x="51" y="43"/>
                  </a:lnTo>
                  <a:lnTo>
                    <a:pt x="48" y="43"/>
                  </a:lnTo>
                  <a:lnTo>
                    <a:pt x="46" y="43"/>
                  </a:lnTo>
                  <a:lnTo>
                    <a:pt x="42" y="43"/>
                  </a:lnTo>
                  <a:lnTo>
                    <a:pt x="37" y="37"/>
                  </a:lnTo>
                  <a:lnTo>
                    <a:pt x="35" y="37"/>
                  </a:lnTo>
                  <a:lnTo>
                    <a:pt x="35" y="33"/>
                  </a:lnTo>
                  <a:lnTo>
                    <a:pt x="28" y="33"/>
                  </a:lnTo>
                  <a:lnTo>
                    <a:pt x="24" y="33"/>
                  </a:lnTo>
                  <a:lnTo>
                    <a:pt x="20" y="33"/>
                  </a:lnTo>
                  <a:lnTo>
                    <a:pt x="19" y="37"/>
                  </a:lnTo>
                  <a:lnTo>
                    <a:pt x="19" y="43"/>
                  </a:lnTo>
                  <a:lnTo>
                    <a:pt x="19" y="43"/>
                  </a:lnTo>
                  <a:lnTo>
                    <a:pt x="14" y="43"/>
                  </a:lnTo>
                  <a:lnTo>
                    <a:pt x="9" y="43"/>
                  </a:lnTo>
                  <a:lnTo>
                    <a:pt x="5" y="43"/>
                  </a:lnTo>
                  <a:lnTo>
                    <a:pt x="0" y="33"/>
                  </a:lnTo>
                  <a:lnTo>
                    <a:pt x="0" y="33"/>
                  </a:lnTo>
                </a:path>
              </a:pathLst>
            </a:custGeom>
            <a:solidFill>
              <a:srgbClr val="82c168"/>
            </a:solidFill>
            <a:ln w="9360">
              <a:solidFill>
                <a:srgbClr val="000000"/>
              </a:solidFill>
              <a:round/>
            </a:ln>
          </p:spPr>
          <p:style>
            <a:lnRef idx="0"/>
            <a:fillRef idx="0"/>
            <a:effectRef idx="0"/>
            <a:fontRef idx="minor"/>
          </p:style>
          <p:txBody>
            <a:bodyPr lIns="90000" rIns="90000" tIns="23400" bIns="23400" anchor="t">
              <a:noAutofit/>
            </a:bodyPr>
            <a:p>
              <a:endParaRPr b="0" lang="en-IN" sz="2400" strike="noStrike" u="none">
                <a:solidFill>
                  <a:srgbClr val="ffffff"/>
                </a:solidFill>
                <a:effectLst/>
                <a:uFillTx/>
                <a:latin typeface="Times New Roman"/>
              </a:endParaRPr>
            </a:p>
          </p:txBody>
        </p:sp>
        <p:sp>
          <p:nvSpPr>
            <p:cNvPr id="3551" name=""/>
            <p:cNvSpPr/>
            <p:nvPr/>
          </p:nvSpPr>
          <p:spPr>
            <a:xfrm>
              <a:off x="4606920" y="4398840"/>
              <a:ext cx="133200" cy="59040"/>
            </a:xfrm>
            <a:custGeom>
              <a:avLst/>
              <a:gdLst/>
              <a:ahLst/>
              <a:rect l="l" t="t" r="r" b="b"/>
              <a:pathLst>
                <a:path w="84" h="37">
                  <a:moveTo>
                    <a:pt x="0" y="26"/>
                  </a:moveTo>
                  <a:lnTo>
                    <a:pt x="0" y="26"/>
                  </a:lnTo>
                  <a:lnTo>
                    <a:pt x="4" y="26"/>
                  </a:lnTo>
                  <a:lnTo>
                    <a:pt x="4" y="26"/>
                  </a:lnTo>
                  <a:lnTo>
                    <a:pt x="4" y="26"/>
                  </a:lnTo>
                  <a:lnTo>
                    <a:pt x="4" y="24"/>
                  </a:lnTo>
                  <a:lnTo>
                    <a:pt x="4" y="24"/>
                  </a:lnTo>
                  <a:lnTo>
                    <a:pt x="6" y="21"/>
                  </a:lnTo>
                  <a:lnTo>
                    <a:pt x="10" y="15"/>
                  </a:lnTo>
                  <a:lnTo>
                    <a:pt x="15" y="14"/>
                  </a:lnTo>
                  <a:lnTo>
                    <a:pt x="17" y="14"/>
                  </a:lnTo>
                  <a:lnTo>
                    <a:pt x="24" y="13"/>
                  </a:lnTo>
                  <a:lnTo>
                    <a:pt x="24" y="9"/>
                  </a:lnTo>
                  <a:lnTo>
                    <a:pt x="27" y="9"/>
                  </a:lnTo>
                  <a:lnTo>
                    <a:pt x="27" y="9"/>
                  </a:lnTo>
                  <a:lnTo>
                    <a:pt x="27" y="6"/>
                  </a:lnTo>
                  <a:lnTo>
                    <a:pt x="39" y="2"/>
                  </a:lnTo>
                  <a:lnTo>
                    <a:pt x="40" y="2"/>
                  </a:lnTo>
                  <a:lnTo>
                    <a:pt x="44" y="2"/>
                  </a:lnTo>
                  <a:lnTo>
                    <a:pt x="44" y="2"/>
                  </a:lnTo>
                  <a:lnTo>
                    <a:pt x="50" y="2"/>
                  </a:lnTo>
                  <a:lnTo>
                    <a:pt x="52" y="2"/>
                  </a:lnTo>
                  <a:lnTo>
                    <a:pt x="52" y="2"/>
                  </a:lnTo>
                  <a:lnTo>
                    <a:pt x="56" y="2"/>
                  </a:lnTo>
                  <a:lnTo>
                    <a:pt x="63" y="2"/>
                  </a:lnTo>
                  <a:lnTo>
                    <a:pt x="63" y="2"/>
                  </a:lnTo>
                  <a:lnTo>
                    <a:pt x="63" y="0"/>
                  </a:lnTo>
                  <a:lnTo>
                    <a:pt x="70" y="0"/>
                  </a:lnTo>
                  <a:lnTo>
                    <a:pt x="71" y="0"/>
                  </a:lnTo>
                  <a:lnTo>
                    <a:pt x="71" y="0"/>
                  </a:lnTo>
                  <a:lnTo>
                    <a:pt x="71" y="0"/>
                  </a:lnTo>
                  <a:lnTo>
                    <a:pt x="72" y="0"/>
                  </a:lnTo>
                  <a:lnTo>
                    <a:pt x="73" y="0"/>
                  </a:lnTo>
                  <a:lnTo>
                    <a:pt x="73" y="0"/>
                  </a:lnTo>
                  <a:lnTo>
                    <a:pt x="73" y="0"/>
                  </a:lnTo>
                  <a:lnTo>
                    <a:pt x="73" y="0"/>
                  </a:lnTo>
                  <a:lnTo>
                    <a:pt x="78" y="0"/>
                  </a:lnTo>
                  <a:lnTo>
                    <a:pt x="83" y="0"/>
                  </a:lnTo>
                  <a:lnTo>
                    <a:pt x="83" y="0"/>
                  </a:lnTo>
                  <a:lnTo>
                    <a:pt x="83" y="2"/>
                  </a:lnTo>
                  <a:lnTo>
                    <a:pt x="83" y="2"/>
                  </a:lnTo>
                  <a:lnTo>
                    <a:pt x="83" y="2"/>
                  </a:lnTo>
                  <a:lnTo>
                    <a:pt x="78" y="7"/>
                  </a:lnTo>
                  <a:lnTo>
                    <a:pt x="75" y="9"/>
                  </a:lnTo>
                  <a:lnTo>
                    <a:pt x="73" y="13"/>
                  </a:lnTo>
                  <a:lnTo>
                    <a:pt x="73" y="14"/>
                  </a:lnTo>
                  <a:lnTo>
                    <a:pt x="73" y="14"/>
                  </a:lnTo>
                  <a:lnTo>
                    <a:pt x="72" y="15"/>
                  </a:lnTo>
                  <a:lnTo>
                    <a:pt x="71" y="21"/>
                  </a:lnTo>
                  <a:lnTo>
                    <a:pt x="71" y="24"/>
                  </a:lnTo>
                  <a:lnTo>
                    <a:pt x="68" y="26"/>
                  </a:lnTo>
                  <a:lnTo>
                    <a:pt x="63" y="26"/>
                  </a:lnTo>
                  <a:lnTo>
                    <a:pt x="63" y="26"/>
                  </a:lnTo>
                  <a:lnTo>
                    <a:pt x="56" y="27"/>
                  </a:lnTo>
                  <a:lnTo>
                    <a:pt x="52" y="30"/>
                  </a:lnTo>
                  <a:lnTo>
                    <a:pt x="50" y="36"/>
                  </a:lnTo>
                  <a:lnTo>
                    <a:pt x="44" y="36"/>
                  </a:lnTo>
                  <a:lnTo>
                    <a:pt x="44" y="36"/>
                  </a:lnTo>
                  <a:lnTo>
                    <a:pt x="44" y="36"/>
                  </a:lnTo>
                  <a:lnTo>
                    <a:pt x="44" y="36"/>
                  </a:lnTo>
                  <a:lnTo>
                    <a:pt x="39" y="36"/>
                  </a:lnTo>
                  <a:lnTo>
                    <a:pt x="27" y="36"/>
                  </a:lnTo>
                  <a:lnTo>
                    <a:pt x="27" y="36"/>
                  </a:lnTo>
                  <a:lnTo>
                    <a:pt x="24" y="36"/>
                  </a:lnTo>
                  <a:lnTo>
                    <a:pt x="15" y="36"/>
                  </a:lnTo>
                  <a:lnTo>
                    <a:pt x="11" y="30"/>
                  </a:lnTo>
                  <a:lnTo>
                    <a:pt x="6" y="27"/>
                  </a:lnTo>
                  <a:lnTo>
                    <a:pt x="4" y="26"/>
                  </a:lnTo>
                  <a:lnTo>
                    <a:pt x="4" y="26"/>
                  </a:lnTo>
                  <a:lnTo>
                    <a:pt x="4" y="26"/>
                  </a:lnTo>
                  <a:lnTo>
                    <a:pt x="4" y="26"/>
                  </a:lnTo>
                  <a:lnTo>
                    <a:pt x="0" y="26"/>
                  </a:lnTo>
                  <a:lnTo>
                    <a:pt x="0" y="26"/>
                  </a:lnTo>
                  <a:lnTo>
                    <a:pt x="0" y="26"/>
                  </a:lnTo>
                </a:path>
              </a:pathLst>
            </a:custGeom>
            <a:solidFill>
              <a:srgbClr val="82c168"/>
            </a:solidFill>
            <a:ln w="0">
              <a:noFill/>
            </a:ln>
          </p:spPr>
          <p:style>
            <a:lnRef idx="0"/>
            <a:fillRef idx="0"/>
            <a:effectRef idx="0"/>
            <a:fontRef idx="minor"/>
          </p:style>
          <p:txBody>
            <a:bodyPr lIns="90000" rIns="90000" tIns="12240" bIns="12240" anchor="t">
              <a:noAutofit/>
            </a:bodyPr>
            <a:p>
              <a:endParaRPr b="0" lang="en-IN" sz="2400" strike="noStrike" u="none">
                <a:solidFill>
                  <a:srgbClr val="ffffff"/>
                </a:solidFill>
                <a:effectLst/>
                <a:uFillTx/>
                <a:latin typeface="Times New Roman"/>
              </a:endParaRPr>
            </a:p>
          </p:txBody>
        </p:sp>
        <p:sp>
          <p:nvSpPr>
            <p:cNvPr id="3552" name=""/>
            <p:cNvSpPr/>
            <p:nvPr/>
          </p:nvSpPr>
          <p:spPr>
            <a:xfrm>
              <a:off x="4603680" y="4397400"/>
              <a:ext cx="136440" cy="46080"/>
            </a:xfrm>
            <a:custGeom>
              <a:avLst/>
              <a:gdLst/>
              <a:ahLst/>
              <a:rect l="l" t="t" r="r" b="b"/>
              <a:pathLst>
                <a:path w="86" h="29">
                  <a:moveTo>
                    <a:pt x="85" y="3"/>
                  </a:moveTo>
                  <a:lnTo>
                    <a:pt x="85" y="1"/>
                  </a:lnTo>
                  <a:lnTo>
                    <a:pt x="85" y="1"/>
                  </a:lnTo>
                  <a:lnTo>
                    <a:pt x="85" y="0"/>
                  </a:lnTo>
                  <a:lnTo>
                    <a:pt x="75" y="0"/>
                  </a:lnTo>
                  <a:lnTo>
                    <a:pt x="75" y="1"/>
                  </a:lnTo>
                  <a:lnTo>
                    <a:pt x="75" y="1"/>
                  </a:lnTo>
                  <a:lnTo>
                    <a:pt x="73" y="1"/>
                  </a:lnTo>
                  <a:lnTo>
                    <a:pt x="73" y="1"/>
                  </a:lnTo>
                  <a:lnTo>
                    <a:pt x="70" y="1"/>
                  </a:lnTo>
                  <a:lnTo>
                    <a:pt x="65" y="3"/>
                  </a:lnTo>
                  <a:lnTo>
                    <a:pt x="65" y="3"/>
                  </a:lnTo>
                  <a:lnTo>
                    <a:pt x="54" y="3"/>
                  </a:lnTo>
                  <a:lnTo>
                    <a:pt x="54" y="3"/>
                  </a:lnTo>
                  <a:lnTo>
                    <a:pt x="46" y="3"/>
                  </a:lnTo>
                  <a:lnTo>
                    <a:pt x="46" y="3"/>
                  </a:lnTo>
                  <a:lnTo>
                    <a:pt x="45" y="3"/>
                  </a:lnTo>
                  <a:lnTo>
                    <a:pt x="41" y="3"/>
                  </a:lnTo>
                  <a:lnTo>
                    <a:pt x="41" y="3"/>
                  </a:lnTo>
                  <a:lnTo>
                    <a:pt x="38" y="3"/>
                  </a:lnTo>
                  <a:lnTo>
                    <a:pt x="33" y="3"/>
                  </a:lnTo>
                  <a:lnTo>
                    <a:pt x="29" y="3"/>
                  </a:lnTo>
                  <a:lnTo>
                    <a:pt x="29" y="7"/>
                  </a:lnTo>
                  <a:lnTo>
                    <a:pt x="29" y="8"/>
                  </a:lnTo>
                  <a:lnTo>
                    <a:pt x="29" y="10"/>
                  </a:lnTo>
                  <a:lnTo>
                    <a:pt x="29" y="10"/>
                  </a:lnTo>
                  <a:lnTo>
                    <a:pt x="26" y="10"/>
                  </a:lnTo>
                  <a:lnTo>
                    <a:pt x="26" y="14"/>
                  </a:lnTo>
                  <a:lnTo>
                    <a:pt x="26" y="14"/>
                  </a:lnTo>
                  <a:lnTo>
                    <a:pt x="19" y="15"/>
                  </a:lnTo>
                  <a:lnTo>
                    <a:pt x="17" y="15"/>
                  </a:lnTo>
                  <a:lnTo>
                    <a:pt x="12" y="16"/>
                  </a:lnTo>
                  <a:lnTo>
                    <a:pt x="8" y="22"/>
                  </a:lnTo>
                  <a:lnTo>
                    <a:pt x="6" y="25"/>
                  </a:lnTo>
                  <a:lnTo>
                    <a:pt x="6" y="27"/>
                  </a:lnTo>
                  <a:lnTo>
                    <a:pt x="6" y="27"/>
                  </a:lnTo>
                  <a:lnTo>
                    <a:pt x="0" y="27"/>
                  </a:lnTo>
                  <a:lnTo>
                    <a:pt x="0" y="27"/>
                  </a:lnTo>
                  <a:lnTo>
                    <a:pt x="2" y="27"/>
                  </a:lnTo>
                  <a:lnTo>
                    <a:pt x="6" y="27"/>
                  </a:lnTo>
                  <a:lnTo>
                    <a:pt x="6" y="27"/>
                  </a:lnTo>
                  <a:lnTo>
                    <a:pt x="6" y="27"/>
                  </a:lnTo>
                  <a:lnTo>
                    <a:pt x="6" y="27"/>
                  </a:lnTo>
                  <a:lnTo>
                    <a:pt x="8" y="28"/>
                  </a:lnTo>
                  <a:lnTo>
                    <a:pt x="8" y="28"/>
                  </a:lnTo>
                  <a:lnTo>
                    <a:pt x="8" y="28"/>
                  </a:lnTo>
                  <a:lnTo>
                    <a:pt x="10" y="27"/>
                  </a:lnTo>
                  <a:lnTo>
                    <a:pt x="13" y="27"/>
                  </a:lnTo>
                  <a:lnTo>
                    <a:pt x="13" y="27"/>
                  </a:lnTo>
                  <a:lnTo>
                    <a:pt x="13" y="27"/>
                  </a:lnTo>
                  <a:lnTo>
                    <a:pt x="17" y="27"/>
                  </a:lnTo>
                  <a:lnTo>
                    <a:pt x="19" y="27"/>
                  </a:lnTo>
                  <a:lnTo>
                    <a:pt x="26" y="25"/>
                  </a:lnTo>
                  <a:lnTo>
                    <a:pt x="26" y="22"/>
                  </a:lnTo>
                  <a:lnTo>
                    <a:pt x="29" y="21"/>
                  </a:lnTo>
                  <a:lnTo>
                    <a:pt x="29" y="16"/>
                  </a:lnTo>
                  <a:lnTo>
                    <a:pt x="29" y="15"/>
                  </a:lnTo>
                  <a:lnTo>
                    <a:pt x="29" y="15"/>
                  </a:lnTo>
                  <a:lnTo>
                    <a:pt x="29" y="15"/>
                  </a:lnTo>
                  <a:lnTo>
                    <a:pt x="41" y="14"/>
                  </a:lnTo>
                  <a:lnTo>
                    <a:pt x="41" y="10"/>
                  </a:lnTo>
                  <a:lnTo>
                    <a:pt x="42" y="10"/>
                  </a:lnTo>
                  <a:lnTo>
                    <a:pt x="46" y="10"/>
                  </a:lnTo>
                  <a:lnTo>
                    <a:pt x="46" y="8"/>
                  </a:lnTo>
                  <a:lnTo>
                    <a:pt x="52" y="8"/>
                  </a:lnTo>
                  <a:lnTo>
                    <a:pt x="54" y="8"/>
                  </a:lnTo>
                  <a:lnTo>
                    <a:pt x="54" y="8"/>
                  </a:lnTo>
                  <a:lnTo>
                    <a:pt x="54" y="8"/>
                  </a:lnTo>
                  <a:lnTo>
                    <a:pt x="58" y="10"/>
                  </a:lnTo>
                  <a:lnTo>
                    <a:pt x="65" y="10"/>
                  </a:lnTo>
                  <a:lnTo>
                    <a:pt x="65" y="10"/>
                  </a:lnTo>
                  <a:lnTo>
                    <a:pt x="65" y="10"/>
                  </a:lnTo>
                  <a:lnTo>
                    <a:pt x="72" y="10"/>
                  </a:lnTo>
                  <a:lnTo>
                    <a:pt x="73" y="10"/>
                  </a:lnTo>
                  <a:lnTo>
                    <a:pt x="73" y="10"/>
                  </a:lnTo>
                  <a:lnTo>
                    <a:pt x="75" y="10"/>
                  </a:lnTo>
                  <a:lnTo>
                    <a:pt x="75" y="8"/>
                  </a:lnTo>
                  <a:lnTo>
                    <a:pt x="75" y="7"/>
                  </a:lnTo>
                  <a:lnTo>
                    <a:pt x="80" y="3"/>
                  </a:lnTo>
                  <a:lnTo>
                    <a:pt x="85" y="3"/>
                  </a:lnTo>
                  <a:lnTo>
                    <a:pt x="85" y="3"/>
                  </a:lnTo>
                  <a:lnTo>
                    <a:pt x="85" y="3"/>
                  </a:lnTo>
                </a:path>
              </a:pathLst>
            </a:custGeom>
            <a:solidFill>
              <a:srgbClr val="626200"/>
            </a:solidFill>
            <a:ln w="0">
              <a:noFill/>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3553" name=""/>
            <p:cNvSpPr/>
            <p:nvPr/>
          </p:nvSpPr>
          <p:spPr>
            <a:xfrm>
              <a:off x="4645080" y="4389480"/>
              <a:ext cx="63360" cy="14400"/>
            </a:xfrm>
            <a:custGeom>
              <a:avLst/>
              <a:gdLst/>
              <a:ahLst/>
              <a:rect l="l" t="t" r="r" b="b"/>
              <a:pathLst>
                <a:path w="40" h="9">
                  <a:moveTo>
                    <a:pt x="39" y="5"/>
                  </a:moveTo>
                  <a:lnTo>
                    <a:pt x="39" y="5"/>
                  </a:lnTo>
                  <a:lnTo>
                    <a:pt x="39" y="5"/>
                  </a:lnTo>
                  <a:lnTo>
                    <a:pt x="39" y="5"/>
                  </a:lnTo>
                  <a:lnTo>
                    <a:pt x="39" y="5"/>
                  </a:lnTo>
                  <a:lnTo>
                    <a:pt x="35" y="5"/>
                  </a:lnTo>
                  <a:lnTo>
                    <a:pt x="28" y="5"/>
                  </a:lnTo>
                  <a:lnTo>
                    <a:pt x="28" y="5"/>
                  </a:lnTo>
                  <a:lnTo>
                    <a:pt x="28" y="5"/>
                  </a:lnTo>
                  <a:lnTo>
                    <a:pt x="25" y="5"/>
                  </a:lnTo>
                  <a:lnTo>
                    <a:pt x="20" y="5"/>
                  </a:lnTo>
                  <a:lnTo>
                    <a:pt x="20" y="5"/>
                  </a:lnTo>
                  <a:lnTo>
                    <a:pt x="19" y="5"/>
                  </a:lnTo>
                  <a:lnTo>
                    <a:pt x="15" y="5"/>
                  </a:lnTo>
                  <a:lnTo>
                    <a:pt x="15" y="5"/>
                  </a:lnTo>
                  <a:lnTo>
                    <a:pt x="12" y="5"/>
                  </a:lnTo>
                  <a:lnTo>
                    <a:pt x="3" y="6"/>
                  </a:lnTo>
                  <a:lnTo>
                    <a:pt x="3" y="6"/>
                  </a:lnTo>
                  <a:lnTo>
                    <a:pt x="3" y="6"/>
                  </a:lnTo>
                  <a:lnTo>
                    <a:pt x="3" y="8"/>
                  </a:lnTo>
                  <a:lnTo>
                    <a:pt x="3" y="8"/>
                  </a:lnTo>
                  <a:lnTo>
                    <a:pt x="3" y="8"/>
                  </a:lnTo>
                  <a:lnTo>
                    <a:pt x="2" y="8"/>
                  </a:lnTo>
                  <a:lnTo>
                    <a:pt x="0" y="8"/>
                  </a:lnTo>
                  <a:lnTo>
                    <a:pt x="2" y="8"/>
                  </a:lnTo>
                  <a:lnTo>
                    <a:pt x="3" y="6"/>
                  </a:lnTo>
                  <a:lnTo>
                    <a:pt x="3" y="6"/>
                  </a:lnTo>
                  <a:lnTo>
                    <a:pt x="3" y="5"/>
                  </a:lnTo>
                  <a:lnTo>
                    <a:pt x="3" y="3"/>
                  </a:lnTo>
                  <a:lnTo>
                    <a:pt x="3" y="3"/>
                  </a:lnTo>
                  <a:lnTo>
                    <a:pt x="12" y="3"/>
                  </a:lnTo>
                  <a:lnTo>
                    <a:pt x="15" y="3"/>
                  </a:lnTo>
                  <a:lnTo>
                    <a:pt x="16" y="0"/>
                  </a:lnTo>
                  <a:lnTo>
                    <a:pt x="20" y="3"/>
                  </a:lnTo>
                  <a:lnTo>
                    <a:pt x="20" y="3"/>
                  </a:lnTo>
                  <a:lnTo>
                    <a:pt x="26" y="3"/>
                  </a:lnTo>
                  <a:lnTo>
                    <a:pt x="28" y="3"/>
                  </a:lnTo>
                  <a:lnTo>
                    <a:pt x="31" y="3"/>
                  </a:lnTo>
                  <a:lnTo>
                    <a:pt x="39" y="5"/>
                  </a:lnTo>
                  <a:lnTo>
                    <a:pt x="39" y="5"/>
                  </a:lnTo>
                  <a:lnTo>
                    <a:pt x="39" y="5"/>
                  </a:lnTo>
                  <a:lnTo>
                    <a:pt x="39" y="5"/>
                  </a:lnTo>
                </a:path>
              </a:pathLst>
            </a:custGeom>
            <a:solidFill>
              <a:srgbClr val="82c168"/>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554" name=""/>
            <p:cNvSpPr/>
            <p:nvPr/>
          </p:nvSpPr>
          <p:spPr>
            <a:xfrm>
              <a:off x="5056200" y="5226120"/>
              <a:ext cx="176040" cy="156960"/>
            </a:xfrm>
            <a:custGeom>
              <a:avLst/>
              <a:gdLst/>
              <a:ahLst/>
              <a:rect l="l" t="t" r="r" b="b"/>
              <a:pathLst>
                <a:path w="111" h="99">
                  <a:moveTo>
                    <a:pt x="0" y="89"/>
                  </a:moveTo>
                  <a:lnTo>
                    <a:pt x="0" y="89"/>
                  </a:lnTo>
                  <a:lnTo>
                    <a:pt x="0" y="87"/>
                  </a:lnTo>
                  <a:lnTo>
                    <a:pt x="0" y="83"/>
                  </a:lnTo>
                  <a:lnTo>
                    <a:pt x="2" y="82"/>
                  </a:lnTo>
                  <a:lnTo>
                    <a:pt x="2" y="80"/>
                  </a:lnTo>
                  <a:lnTo>
                    <a:pt x="5" y="74"/>
                  </a:lnTo>
                  <a:lnTo>
                    <a:pt x="7" y="74"/>
                  </a:lnTo>
                  <a:lnTo>
                    <a:pt x="7" y="72"/>
                  </a:lnTo>
                  <a:lnTo>
                    <a:pt x="7" y="72"/>
                  </a:lnTo>
                  <a:lnTo>
                    <a:pt x="7" y="72"/>
                  </a:lnTo>
                  <a:lnTo>
                    <a:pt x="9" y="69"/>
                  </a:lnTo>
                  <a:lnTo>
                    <a:pt x="9" y="69"/>
                  </a:lnTo>
                  <a:lnTo>
                    <a:pt x="11" y="64"/>
                  </a:lnTo>
                  <a:lnTo>
                    <a:pt x="11" y="62"/>
                  </a:lnTo>
                  <a:lnTo>
                    <a:pt x="11" y="62"/>
                  </a:lnTo>
                  <a:lnTo>
                    <a:pt x="11" y="62"/>
                  </a:lnTo>
                  <a:lnTo>
                    <a:pt x="13" y="62"/>
                  </a:lnTo>
                  <a:lnTo>
                    <a:pt x="13" y="61"/>
                  </a:lnTo>
                  <a:lnTo>
                    <a:pt x="17" y="58"/>
                  </a:lnTo>
                  <a:lnTo>
                    <a:pt x="17" y="54"/>
                  </a:lnTo>
                  <a:lnTo>
                    <a:pt x="17" y="50"/>
                  </a:lnTo>
                  <a:lnTo>
                    <a:pt x="17" y="47"/>
                  </a:lnTo>
                  <a:lnTo>
                    <a:pt x="17" y="47"/>
                  </a:lnTo>
                  <a:lnTo>
                    <a:pt x="22" y="44"/>
                  </a:lnTo>
                  <a:lnTo>
                    <a:pt x="22" y="41"/>
                  </a:lnTo>
                  <a:lnTo>
                    <a:pt x="23" y="41"/>
                  </a:lnTo>
                  <a:lnTo>
                    <a:pt x="25" y="37"/>
                  </a:lnTo>
                  <a:lnTo>
                    <a:pt x="32" y="37"/>
                  </a:lnTo>
                  <a:lnTo>
                    <a:pt x="32" y="34"/>
                  </a:lnTo>
                  <a:lnTo>
                    <a:pt x="33" y="30"/>
                  </a:lnTo>
                  <a:lnTo>
                    <a:pt x="37" y="30"/>
                  </a:lnTo>
                  <a:lnTo>
                    <a:pt x="37" y="25"/>
                  </a:lnTo>
                  <a:lnTo>
                    <a:pt x="40" y="22"/>
                  </a:lnTo>
                  <a:lnTo>
                    <a:pt x="40" y="17"/>
                  </a:lnTo>
                  <a:lnTo>
                    <a:pt x="40" y="17"/>
                  </a:lnTo>
                  <a:lnTo>
                    <a:pt x="40" y="17"/>
                  </a:lnTo>
                  <a:lnTo>
                    <a:pt x="40" y="17"/>
                  </a:lnTo>
                  <a:lnTo>
                    <a:pt x="40" y="14"/>
                  </a:lnTo>
                  <a:lnTo>
                    <a:pt x="46" y="14"/>
                  </a:lnTo>
                  <a:lnTo>
                    <a:pt x="49" y="14"/>
                  </a:lnTo>
                  <a:lnTo>
                    <a:pt x="49" y="12"/>
                  </a:lnTo>
                  <a:lnTo>
                    <a:pt x="52" y="12"/>
                  </a:lnTo>
                  <a:lnTo>
                    <a:pt x="53" y="10"/>
                  </a:lnTo>
                  <a:lnTo>
                    <a:pt x="53" y="0"/>
                  </a:lnTo>
                  <a:lnTo>
                    <a:pt x="53" y="0"/>
                  </a:lnTo>
                  <a:lnTo>
                    <a:pt x="53" y="2"/>
                  </a:lnTo>
                  <a:lnTo>
                    <a:pt x="53" y="10"/>
                  </a:lnTo>
                  <a:lnTo>
                    <a:pt x="52" y="12"/>
                  </a:lnTo>
                  <a:lnTo>
                    <a:pt x="52" y="12"/>
                  </a:lnTo>
                  <a:lnTo>
                    <a:pt x="49" y="14"/>
                  </a:lnTo>
                  <a:lnTo>
                    <a:pt x="49" y="17"/>
                  </a:lnTo>
                  <a:lnTo>
                    <a:pt x="41" y="17"/>
                  </a:lnTo>
                  <a:lnTo>
                    <a:pt x="41" y="17"/>
                  </a:lnTo>
                  <a:lnTo>
                    <a:pt x="40" y="22"/>
                  </a:lnTo>
                  <a:lnTo>
                    <a:pt x="40" y="22"/>
                  </a:lnTo>
                  <a:lnTo>
                    <a:pt x="40" y="25"/>
                  </a:lnTo>
                  <a:lnTo>
                    <a:pt x="40" y="25"/>
                  </a:lnTo>
                  <a:lnTo>
                    <a:pt x="40" y="25"/>
                  </a:lnTo>
                  <a:lnTo>
                    <a:pt x="40" y="27"/>
                  </a:lnTo>
                  <a:lnTo>
                    <a:pt x="40" y="30"/>
                  </a:lnTo>
                  <a:lnTo>
                    <a:pt x="40" y="30"/>
                  </a:lnTo>
                  <a:lnTo>
                    <a:pt x="40" y="30"/>
                  </a:lnTo>
                  <a:lnTo>
                    <a:pt x="37" y="34"/>
                  </a:lnTo>
                  <a:lnTo>
                    <a:pt x="33" y="37"/>
                  </a:lnTo>
                  <a:lnTo>
                    <a:pt x="32" y="37"/>
                  </a:lnTo>
                  <a:lnTo>
                    <a:pt x="32" y="37"/>
                  </a:lnTo>
                  <a:lnTo>
                    <a:pt x="32" y="41"/>
                  </a:lnTo>
                  <a:lnTo>
                    <a:pt x="32" y="41"/>
                  </a:lnTo>
                  <a:lnTo>
                    <a:pt x="28" y="44"/>
                  </a:lnTo>
                  <a:lnTo>
                    <a:pt x="25" y="44"/>
                  </a:lnTo>
                  <a:lnTo>
                    <a:pt x="25" y="44"/>
                  </a:lnTo>
                  <a:lnTo>
                    <a:pt x="23" y="44"/>
                  </a:lnTo>
                  <a:lnTo>
                    <a:pt x="23" y="47"/>
                  </a:lnTo>
                  <a:lnTo>
                    <a:pt x="22" y="47"/>
                  </a:lnTo>
                  <a:lnTo>
                    <a:pt x="22" y="50"/>
                  </a:lnTo>
                  <a:lnTo>
                    <a:pt x="22" y="52"/>
                  </a:lnTo>
                  <a:lnTo>
                    <a:pt x="23" y="52"/>
                  </a:lnTo>
                  <a:lnTo>
                    <a:pt x="23" y="58"/>
                  </a:lnTo>
                  <a:lnTo>
                    <a:pt x="23" y="62"/>
                  </a:lnTo>
                  <a:lnTo>
                    <a:pt x="22" y="69"/>
                  </a:lnTo>
                  <a:lnTo>
                    <a:pt x="22" y="72"/>
                  </a:lnTo>
                  <a:lnTo>
                    <a:pt x="22" y="72"/>
                  </a:lnTo>
                  <a:lnTo>
                    <a:pt x="22" y="74"/>
                  </a:lnTo>
                  <a:lnTo>
                    <a:pt x="22" y="74"/>
                  </a:lnTo>
                  <a:lnTo>
                    <a:pt x="22" y="74"/>
                  </a:lnTo>
                  <a:lnTo>
                    <a:pt x="23" y="74"/>
                  </a:lnTo>
                  <a:lnTo>
                    <a:pt x="23" y="74"/>
                  </a:lnTo>
                  <a:lnTo>
                    <a:pt x="23" y="74"/>
                  </a:lnTo>
                  <a:lnTo>
                    <a:pt x="23" y="74"/>
                  </a:lnTo>
                  <a:lnTo>
                    <a:pt x="23" y="74"/>
                  </a:lnTo>
                  <a:lnTo>
                    <a:pt x="25" y="74"/>
                  </a:lnTo>
                  <a:lnTo>
                    <a:pt x="25" y="74"/>
                  </a:lnTo>
                  <a:lnTo>
                    <a:pt x="28" y="74"/>
                  </a:lnTo>
                  <a:lnTo>
                    <a:pt x="32" y="74"/>
                  </a:lnTo>
                  <a:lnTo>
                    <a:pt x="32" y="74"/>
                  </a:lnTo>
                  <a:lnTo>
                    <a:pt x="32" y="74"/>
                  </a:lnTo>
                  <a:lnTo>
                    <a:pt x="37" y="74"/>
                  </a:lnTo>
                  <a:lnTo>
                    <a:pt x="37" y="72"/>
                  </a:lnTo>
                  <a:lnTo>
                    <a:pt x="40" y="72"/>
                  </a:lnTo>
                  <a:lnTo>
                    <a:pt x="40" y="72"/>
                  </a:lnTo>
                  <a:lnTo>
                    <a:pt x="40" y="69"/>
                  </a:lnTo>
                  <a:lnTo>
                    <a:pt x="40" y="69"/>
                  </a:lnTo>
                  <a:lnTo>
                    <a:pt x="40" y="69"/>
                  </a:lnTo>
                  <a:lnTo>
                    <a:pt x="40" y="69"/>
                  </a:lnTo>
                  <a:lnTo>
                    <a:pt x="40" y="69"/>
                  </a:lnTo>
                  <a:lnTo>
                    <a:pt x="46" y="69"/>
                  </a:lnTo>
                  <a:lnTo>
                    <a:pt x="49" y="69"/>
                  </a:lnTo>
                  <a:lnTo>
                    <a:pt x="49" y="69"/>
                  </a:lnTo>
                  <a:lnTo>
                    <a:pt x="49" y="69"/>
                  </a:lnTo>
                  <a:lnTo>
                    <a:pt x="52" y="69"/>
                  </a:lnTo>
                  <a:lnTo>
                    <a:pt x="53" y="69"/>
                  </a:lnTo>
                  <a:lnTo>
                    <a:pt x="53" y="62"/>
                  </a:lnTo>
                  <a:lnTo>
                    <a:pt x="54" y="62"/>
                  </a:lnTo>
                  <a:lnTo>
                    <a:pt x="57" y="62"/>
                  </a:lnTo>
                  <a:lnTo>
                    <a:pt x="57" y="62"/>
                  </a:lnTo>
                  <a:lnTo>
                    <a:pt x="59" y="62"/>
                  </a:lnTo>
                  <a:lnTo>
                    <a:pt x="59" y="61"/>
                  </a:lnTo>
                  <a:lnTo>
                    <a:pt x="59" y="61"/>
                  </a:lnTo>
                  <a:lnTo>
                    <a:pt x="59" y="61"/>
                  </a:lnTo>
                  <a:lnTo>
                    <a:pt x="59" y="62"/>
                  </a:lnTo>
                  <a:lnTo>
                    <a:pt x="59" y="62"/>
                  </a:lnTo>
                  <a:lnTo>
                    <a:pt x="59" y="62"/>
                  </a:lnTo>
                  <a:lnTo>
                    <a:pt x="57" y="64"/>
                  </a:lnTo>
                  <a:lnTo>
                    <a:pt x="57" y="69"/>
                  </a:lnTo>
                  <a:lnTo>
                    <a:pt x="53" y="69"/>
                  </a:lnTo>
                  <a:lnTo>
                    <a:pt x="53" y="72"/>
                  </a:lnTo>
                  <a:lnTo>
                    <a:pt x="52" y="72"/>
                  </a:lnTo>
                  <a:lnTo>
                    <a:pt x="49" y="72"/>
                  </a:lnTo>
                  <a:lnTo>
                    <a:pt x="49" y="72"/>
                  </a:lnTo>
                  <a:lnTo>
                    <a:pt x="49" y="72"/>
                  </a:lnTo>
                  <a:lnTo>
                    <a:pt x="49" y="74"/>
                  </a:lnTo>
                  <a:lnTo>
                    <a:pt x="49" y="74"/>
                  </a:lnTo>
                  <a:lnTo>
                    <a:pt x="49" y="74"/>
                  </a:lnTo>
                  <a:lnTo>
                    <a:pt x="52" y="74"/>
                  </a:lnTo>
                  <a:lnTo>
                    <a:pt x="53" y="80"/>
                  </a:lnTo>
                  <a:lnTo>
                    <a:pt x="53" y="80"/>
                  </a:lnTo>
                  <a:lnTo>
                    <a:pt x="57" y="82"/>
                  </a:lnTo>
                  <a:lnTo>
                    <a:pt x="59" y="83"/>
                  </a:lnTo>
                  <a:lnTo>
                    <a:pt x="59" y="83"/>
                  </a:lnTo>
                  <a:lnTo>
                    <a:pt x="66" y="83"/>
                  </a:lnTo>
                  <a:lnTo>
                    <a:pt x="66" y="82"/>
                  </a:lnTo>
                  <a:lnTo>
                    <a:pt x="71" y="81"/>
                  </a:lnTo>
                  <a:lnTo>
                    <a:pt x="71" y="81"/>
                  </a:lnTo>
                  <a:lnTo>
                    <a:pt x="71" y="81"/>
                  </a:lnTo>
                  <a:lnTo>
                    <a:pt x="71" y="81"/>
                  </a:lnTo>
                  <a:lnTo>
                    <a:pt x="71" y="80"/>
                  </a:lnTo>
                  <a:lnTo>
                    <a:pt x="71" y="80"/>
                  </a:lnTo>
                  <a:lnTo>
                    <a:pt x="71" y="80"/>
                  </a:lnTo>
                  <a:lnTo>
                    <a:pt x="71" y="74"/>
                  </a:lnTo>
                  <a:lnTo>
                    <a:pt x="73" y="74"/>
                  </a:lnTo>
                  <a:lnTo>
                    <a:pt x="73" y="74"/>
                  </a:lnTo>
                  <a:lnTo>
                    <a:pt x="76" y="74"/>
                  </a:lnTo>
                  <a:lnTo>
                    <a:pt x="76" y="74"/>
                  </a:lnTo>
                  <a:lnTo>
                    <a:pt x="77" y="74"/>
                  </a:lnTo>
                  <a:lnTo>
                    <a:pt x="77" y="80"/>
                  </a:lnTo>
                  <a:lnTo>
                    <a:pt x="76" y="80"/>
                  </a:lnTo>
                  <a:lnTo>
                    <a:pt x="76" y="81"/>
                  </a:lnTo>
                  <a:lnTo>
                    <a:pt x="73" y="82"/>
                  </a:lnTo>
                  <a:lnTo>
                    <a:pt x="73" y="83"/>
                  </a:lnTo>
                  <a:lnTo>
                    <a:pt x="73" y="83"/>
                  </a:lnTo>
                  <a:lnTo>
                    <a:pt x="73" y="87"/>
                  </a:lnTo>
                  <a:lnTo>
                    <a:pt x="73" y="87"/>
                  </a:lnTo>
                  <a:lnTo>
                    <a:pt x="77" y="87"/>
                  </a:lnTo>
                  <a:lnTo>
                    <a:pt x="84" y="87"/>
                  </a:lnTo>
                  <a:lnTo>
                    <a:pt x="84" y="87"/>
                  </a:lnTo>
                  <a:lnTo>
                    <a:pt x="87" y="89"/>
                  </a:lnTo>
                  <a:lnTo>
                    <a:pt x="90" y="89"/>
                  </a:lnTo>
                  <a:lnTo>
                    <a:pt x="91" y="89"/>
                  </a:lnTo>
                  <a:lnTo>
                    <a:pt x="92" y="91"/>
                  </a:lnTo>
                  <a:lnTo>
                    <a:pt x="96" y="91"/>
                  </a:lnTo>
                  <a:lnTo>
                    <a:pt x="96" y="91"/>
                  </a:lnTo>
                  <a:lnTo>
                    <a:pt x="105" y="91"/>
                  </a:lnTo>
                  <a:lnTo>
                    <a:pt x="106" y="89"/>
                  </a:lnTo>
                  <a:lnTo>
                    <a:pt x="106" y="89"/>
                  </a:lnTo>
                  <a:lnTo>
                    <a:pt x="106" y="89"/>
                  </a:lnTo>
                  <a:lnTo>
                    <a:pt x="110" y="91"/>
                  </a:lnTo>
                  <a:lnTo>
                    <a:pt x="110" y="91"/>
                  </a:lnTo>
                  <a:lnTo>
                    <a:pt x="106" y="95"/>
                  </a:lnTo>
                  <a:lnTo>
                    <a:pt x="106" y="95"/>
                  </a:lnTo>
                  <a:lnTo>
                    <a:pt x="96" y="95"/>
                  </a:lnTo>
                  <a:lnTo>
                    <a:pt x="92" y="95"/>
                  </a:lnTo>
                  <a:lnTo>
                    <a:pt x="90" y="95"/>
                  </a:lnTo>
                  <a:lnTo>
                    <a:pt x="87" y="98"/>
                  </a:lnTo>
                  <a:lnTo>
                    <a:pt x="84" y="98"/>
                  </a:lnTo>
                  <a:lnTo>
                    <a:pt x="77" y="98"/>
                  </a:lnTo>
                  <a:lnTo>
                    <a:pt x="76" y="98"/>
                  </a:lnTo>
                  <a:lnTo>
                    <a:pt x="73" y="98"/>
                  </a:lnTo>
                  <a:lnTo>
                    <a:pt x="73" y="98"/>
                  </a:lnTo>
                  <a:lnTo>
                    <a:pt x="71" y="98"/>
                  </a:lnTo>
                  <a:lnTo>
                    <a:pt x="71" y="98"/>
                  </a:lnTo>
                  <a:lnTo>
                    <a:pt x="71" y="98"/>
                  </a:lnTo>
                  <a:lnTo>
                    <a:pt x="71" y="98"/>
                  </a:lnTo>
                  <a:lnTo>
                    <a:pt x="68" y="98"/>
                  </a:lnTo>
                  <a:lnTo>
                    <a:pt x="66" y="98"/>
                  </a:lnTo>
                  <a:lnTo>
                    <a:pt x="59" y="98"/>
                  </a:lnTo>
                  <a:lnTo>
                    <a:pt x="59" y="98"/>
                  </a:lnTo>
                  <a:lnTo>
                    <a:pt x="57" y="98"/>
                  </a:lnTo>
                  <a:lnTo>
                    <a:pt x="53" y="95"/>
                  </a:lnTo>
                  <a:lnTo>
                    <a:pt x="53" y="95"/>
                  </a:lnTo>
                  <a:lnTo>
                    <a:pt x="52" y="95"/>
                  </a:lnTo>
                  <a:lnTo>
                    <a:pt x="49" y="95"/>
                  </a:lnTo>
                  <a:lnTo>
                    <a:pt x="49" y="95"/>
                  </a:lnTo>
                  <a:lnTo>
                    <a:pt x="49" y="95"/>
                  </a:lnTo>
                  <a:lnTo>
                    <a:pt x="49" y="95"/>
                  </a:lnTo>
                  <a:lnTo>
                    <a:pt x="40" y="98"/>
                  </a:lnTo>
                  <a:lnTo>
                    <a:pt x="40" y="98"/>
                  </a:lnTo>
                  <a:lnTo>
                    <a:pt x="40" y="98"/>
                  </a:lnTo>
                  <a:lnTo>
                    <a:pt x="40" y="98"/>
                  </a:lnTo>
                  <a:lnTo>
                    <a:pt x="37" y="98"/>
                  </a:lnTo>
                  <a:lnTo>
                    <a:pt x="37" y="95"/>
                  </a:lnTo>
                  <a:lnTo>
                    <a:pt x="33" y="95"/>
                  </a:lnTo>
                  <a:lnTo>
                    <a:pt x="32" y="95"/>
                  </a:lnTo>
                  <a:lnTo>
                    <a:pt x="32" y="95"/>
                  </a:lnTo>
                  <a:lnTo>
                    <a:pt x="32" y="95"/>
                  </a:lnTo>
                  <a:lnTo>
                    <a:pt x="32" y="95"/>
                  </a:lnTo>
                  <a:lnTo>
                    <a:pt x="32" y="91"/>
                  </a:lnTo>
                  <a:lnTo>
                    <a:pt x="32" y="91"/>
                  </a:lnTo>
                  <a:lnTo>
                    <a:pt x="28" y="91"/>
                  </a:lnTo>
                  <a:lnTo>
                    <a:pt x="25" y="91"/>
                  </a:lnTo>
                  <a:lnTo>
                    <a:pt x="23" y="91"/>
                  </a:lnTo>
                  <a:lnTo>
                    <a:pt x="22" y="89"/>
                  </a:lnTo>
                  <a:lnTo>
                    <a:pt x="18" y="89"/>
                  </a:lnTo>
                  <a:lnTo>
                    <a:pt x="17" y="89"/>
                  </a:lnTo>
                  <a:lnTo>
                    <a:pt x="13" y="89"/>
                  </a:lnTo>
                  <a:lnTo>
                    <a:pt x="11" y="89"/>
                  </a:lnTo>
                  <a:lnTo>
                    <a:pt x="9" y="89"/>
                  </a:lnTo>
                  <a:lnTo>
                    <a:pt x="2" y="89"/>
                  </a:lnTo>
                  <a:lnTo>
                    <a:pt x="0" y="89"/>
                  </a:lnTo>
                  <a:lnTo>
                    <a:pt x="0" y="89"/>
                  </a:lnTo>
                </a:path>
              </a:pathLst>
            </a:custGeom>
            <a:solidFill>
              <a:srgbClr val="ffc0b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55" name=""/>
            <p:cNvSpPr/>
            <p:nvPr/>
          </p:nvSpPr>
          <p:spPr>
            <a:xfrm>
              <a:off x="4668840" y="5318280"/>
              <a:ext cx="142920" cy="195120"/>
            </a:xfrm>
            <a:custGeom>
              <a:avLst/>
              <a:gdLst/>
              <a:ahLst/>
              <a:rect l="l" t="t" r="r" b="b"/>
              <a:pathLst>
                <a:path w="90" h="123">
                  <a:moveTo>
                    <a:pt x="89" y="122"/>
                  </a:moveTo>
                  <a:lnTo>
                    <a:pt x="87" y="122"/>
                  </a:lnTo>
                  <a:lnTo>
                    <a:pt x="87" y="119"/>
                  </a:lnTo>
                  <a:lnTo>
                    <a:pt x="87" y="119"/>
                  </a:lnTo>
                  <a:lnTo>
                    <a:pt x="84" y="119"/>
                  </a:lnTo>
                  <a:lnTo>
                    <a:pt x="82" y="119"/>
                  </a:lnTo>
                  <a:lnTo>
                    <a:pt x="81" y="119"/>
                  </a:lnTo>
                  <a:lnTo>
                    <a:pt x="81" y="119"/>
                  </a:lnTo>
                  <a:lnTo>
                    <a:pt x="81" y="119"/>
                  </a:lnTo>
                  <a:lnTo>
                    <a:pt x="81" y="119"/>
                  </a:lnTo>
                  <a:lnTo>
                    <a:pt x="79" y="119"/>
                  </a:lnTo>
                  <a:lnTo>
                    <a:pt x="79" y="119"/>
                  </a:lnTo>
                  <a:lnTo>
                    <a:pt x="79" y="119"/>
                  </a:lnTo>
                  <a:lnTo>
                    <a:pt x="71" y="119"/>
                  </a:lnTo>
                  <a:lnTo>
                    <a:pt x="68" y="119"/>
                  </a:lnTo>
                  <a:lnTo>
                    <a:pt x="68" y="119"/>
                  </a:lnTo>
                  <a:lnTo>
                    <a:pt x="68" y="119"/>
                  </a:lnTo>
                  <a:lnTo>
                    <a:pt x="66" y="119"/>
                  </a:lnTo>
                  <a:lnTo>
                    <a:pt x="65" y="119"/>
                  </a:lnTo>
                  <a:lnTo>
                    <a:pt x="65" y="119"/>
                  </a:lnTo>
                  <a:lnTo>
                    <a:pt x="65" y="119"/>
                  </a:lnTo>
                  <a:lnTo>
                    <a:pt x="65" y="119"/>
                  </a:lnTo>
                  <a:lnTo>
                    <a:pt x="65" y="117"/>
                  </a:lnTo>
                  <a:lnTo>
                    <a:pt x="63" y="116"/>
                  </a:lnTo>
                  <a:lnTo>
                    <a:pt x="60" y="110"/>
                  </a:lnTo>
                  <a:lnTo>
                    <a:pt x="60" y="108"/>
                  </a:lnTo>
                  <a:lnTo>
                    <a:pt x="60" y="104"/>
                  </a:lnTo>
                  <a:lnTo>
                    <a:pt x="60" y="104"/>
                  </a:lnTo>
                  <a:lnTo>
                    <a:pt x="56" y="99"/>
                  </a:lnTo>
                  <a:lnTo>
                    <a:pt x="56" y="99"/>
                  </a:lnTo>
                  <a:lnTo>
                    <a:pt x="54" y="95"/>
                  </a:lnTo>
                  <a:lnTo>
                    <a:pt x="50" y="91"/>
                  </a:lnTo>
                  <a:lnTo>
                    <a:pt x="48" y="87"/>
                  </a:lnTo>
                  <a:lnTo>
                    <a:pt x="48" y="87"/>
                  </a:lnTo>
                  <a:lnTo>
                    <a:pt x="48" y="87"/>
                  </a:lnTo>
                  <a:lnTo>
                    <a:pt x="47" y="87"/>
                  </a:lnTo>
                  <a:lnTo>
                    <a:pt x="47" y="87"/>
                  </a:lnTo>
                  <a:lnTo>
                    <a:pt x="44" y="87"/>
                  </a:lnTo>
                  <a:lnTo>
                    <a:pt x="44" y="87"/>
                  </a:lnTo>
                  <a:lnTo>
                    <a:pt x="44" y="84"/>
                  </a:lnTo>
                  <a:lnTo>
                    <a:pt x="39" y="79"/>
                  </a:lnTo>
                  <a:lnTo>
                    <a:pt x="36" y="74"/>
                  </a:lnTo>
                  <a:lnTo>
                    <a:pt x="34" y="73"/>
                  </a:lnTo>
                  <a:lnTo>
                    <a:pt x="34" y="72"/>
                  </a:lnTo>
                  <a:lnTo>
                    <a:pt x="34" y="71"/>
                  </a:lnTo>
                  <a:lnTo>
                    <a:pt x="34" y="71"/>
                  </a:lnTo>
                  <a:lnTo>
                    <a:pt x="32" y="64"/>
                  </a:lnTo>
                  <a:lnTo>
                    <a:pt x="32" y="55"/>
                  </a:lnTo>
                  <a:lnTo>
                    <a:pt x="31" y="46"/>
                  </a:lnTo>
                  <a:lnTo>
                    <a:pt x="24" y="37"/>
                  </a:lnTo>
                  <a:lnTo>
                    <a:pt x="24" y="25"/>
                  </a:lnTo>
                  <a:lnTo>
                    <a:pt x="24" y="22"/>
                  </a:lnTo>
                  <a:lnTo>
                    <a:pt x="13" y="16"/>
                  </a:lnTo>
                  <a:lnTo>
                    <a:pt x="13" y="16"/>
                  </a:lnTo>
                  <a:lnTo>
                    <a:pt x="13" y="16"/>
                  </a:lnTo>
                  <a:lnTo>
                    <a:pt x="13" y="14"/>
                  </a:lnTo>
                  <a:lnTo>
                    <a:pt x="13" y="14"/>
                  </a:lnTo>
                  <a:lnTo>
                    <a:pt x="11" y="11"/>
                  </a:lnTo>
                  <a:lnTo>
                    <a:pt x="10" y="11"/>
                  </a:lnTo>
                  <a:lnTo>
                    <a:pt x="5" y="4"/>
                  </a:lnTo>
                  <a:lnTo>
                    <a:pt x="5" y="4"/>
                  </a:lnTo>
                  <a:lnTo>
                    <a:pt x="5" y="4"/>
                  </a:lnTo>
                  <a:lnTo>
                    <a:pt x="5" y="3"/>
                  </a:lnTo>
                  <a:lnTo>
                    <a:pt x="1" y="0"/>
                  </a:lnTo>
                  <a:lnTo>
                    <a:pt x="0" y="0"/>
                  </a:lnTo>
                  <a:lnTo>
                    <a:pt x="0" y="0"/>
                  </a:lnTo>
                  <a:lnTo>
                    <a:pt x="1" y="0"/>
                  </a:lnTo>
                  <a:lnTo>
                    <a:pt x="5" y="0"/>
                  </a:lnTo>
                  <a:lnTo>
                    <a:pt x="5" y="0"/>
                  </a:lnTo>
                  <a:lnTo>
                    <a:pt x="13" y="0"/>
                  </a:lnTo>
                  <a:lnTo>
                    <a:pt x="16" y="0"/>
                  </a:lnTo>
                  <a:lnTo>
                    <a:pt x="24" y="3"/>
                  </a:lnTo>
                  <a:lnTo>
                    <a:pt x="29" y="4"/>
                  </a:lnTo>
                  <a:lnTo>
                    <a:pt x="32" y="4"/>
                  </a:lnTo>
                  <a:lnTo>
                    <a:pt x="32" y="4"/>
                  </a:lnTo>
                  <a:lnTo>
                    <a:pt x="34" y="11"/>
                  </a:lnTo>
                  <a:lnTo>
                    <a:pt x="36" y="14"/>
                  </a:lnTo>
                  <a:lnTo>
                    <a:pt x="44" y="16"/>
                  </a:lnTo>
                  <a:lnTo>
                    <a:pt x="46" y="16"/>
                  </a:lnTo>
                  <a:lnTo>
                    <a:pt x="47" y="24"/>
                  </a:lnTo>
                  <a:lnTo>
                    <a:pt x="48" y="25"/>
                  </a:lnTo>
                  <a:lnTo>
                    <a:pt x="54" y="31"/>
                  </a:lnTo>
                  <a:lnTo>
                    <a:pt x="56" y="37"/>
                  </a:lnTo>
                  <a:lnTo>
                    <a:pt x="60" y="40"/>
                  </a:lnTo>
                  <a:lnTo>
                    <a:pt x="63" y="44"/>
                  </a:lnTo>
                  <a:lnTo>
                    <a:pt x="65" y="46"/>
                  </a:lnTo>
                  <a:lnTo>
                    <a:pt x="65" y="51"/>
                  </a:lnTo>
                  <a:lnTo>
                    <a:pt x="68" y="51"/>
                  </a:lnTo>
                  <a:lnTo>
                    <a:pt x="68" y="61"/>
                  </a:lnTo>
                  <a:lnTo>
                    <a:pt x="71" y="68"/>
                  </a:lnTo>
                  <a:lnTo>
                    <a:pt x="79" y="71"/>
                  </a:lnTo>
                  <a:lnTo>
                    <a:pt x="79" y="86"/>
                  </a:lnTo>
                  <a:lnTo>
                    <a:pt x="81" y="91"/>
                  </a:lnTo>
                  <a:lnTo>
                    <a:pt x="81" y="104"/>
                  </a:lnTo>
                  <a:lnTo>
                    <a:pt x="84" y="108"/>
                  </a:lnTo>
                  <a:lnTo>
                    <a:pt x="87" y="119"/>
                  </a:lnTo>
                  <a:lnTo>
                    <a:pt x="89" y="122"/>
                  </a:lnTo>
                  <a:lnTo>
                    <a:pt x="89" y="122"/>
                  </a:lnTo>
                </a:path>
              </a:pathLst>
            </a:custGeom>
            <a:solidFill>
              <a:srgbClr val="ffefce"/>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56" name=""/>
            <p:cNvSpPr/>
            <p:nvPr/>
          </p:nvSpPr>
          <p:spPr>
            <a:xfrm>
              <a:off x="4649760" y="5273640"/>
              <a:ext cx="169920" cy="239760"/>
            </a:xfrm>
            <a:custGeom>
              <a:avLst/>
              <a:gdLst/>
              <a:ahLst/>
              <a:rect l="l" t="t" r="r" b="b"/>
              <a:pathLst>
                <a:path w="107" h="151">
                  <a:moveTo>
                    <a:pt x="106" y="150"/>
                  </a:moveTo>
                  <a:lnTo>
                    <a:pt x="106" y="147"/>
                  </a:lnTo>
                  <a:lnTo>
                    <a:pt x="106" y="147"/>
                  </a:lnTo>
                  <a:lnTo>
                    <a:pt x="106" y="138"/>
                  </a:lnTo>
                  <a:lnTo>
                    <a:pt x="106" y="136"/>
                  </a:lnTo>
                  <a:lnTo>
                    <a:pt x="106" y="135"/>
                  </a:lnTo>
                  <a:lnTo>
                    <a:pt x="105" y="132"/>
                  </a:lnTo>
                  <a:lnTo>
                    <a:pt x="101" y="132"/>
                  </a:lnTo>
                  <a:lnTo>
                    <a:pt x="99" y="132"/>
                  </a:lnTo>
                  <a:lnTo>
                    <a:pt x="99" y="132"/>
                  </a:lnTo>
                  <a:lnTo>
                    <a:pt x="99" y="131"/>
                  </a:lnTo>
                  <a:lnTo>
                    <a:pt x="99" y="127"/>
                  </a:lnTo>
                  <a:lnTo>
                    <a:pt x="96" y="127"/>
                  </a:lnTo>
                  <a:lnTo>
                    <a:pt x="94" y="127"/>
                  </a:lnTo>
                  <a:lnTo>
                    <a:pt x="93" y="123"/>
                  </a:lnTo>
                  <a:lnTo>
                    <a:pt x="93" y="123"/>
                  </a:lnTo>
                  <a:lnTo>
                    <a:pt x="93" y="123"/>
                  </a:lnTo>
                  <a:lnTo>
                    <a:pt x="93" y="115"/>
                  </a:lnTo>
                  <a:lnTo>
                    <a:pt x="91" y="107"/>
                  </a:lnTo>
                  <a:lnTo>
                    <a:pt x="91" y="97"/>
                  </a:lnTo>
                  <a:lnTo>
                    <a:pt x="83" y="83"/>
                  </a:lnTo>
                  <a:lnTo>
                    <a:pt x="80" y="72"/>
                  </a:lnTo>
                  <a:lnTo>
                    <a:pt x="77" y="59"/>
                  </a:lnTo>
                  <a:lnTo>
                    <a:pt x="77" y="51"/>
                  </a:lnTo>
                  <a:lnTo>
                    <a:pt x="75" y="44"/>
                  </a:lnTo>
                  <a:lnTo>
                    <a:pt x="72" y="44"/>
                  </a:lnTo>
                  <a:lnTo>
                    <a:pt x="68" y="42"/>
                  </a:lnTo>
                  <a:lnTo>
                    <a:pt x="62" y="39"/>
                  </a:lnTo>
                  <a:lnTo>
                    <a:pt x="60" y="32"/>
                  </a:lnTo>
                  <a:lnTo>
                    <a:pt x="60" y="28"/>
                  </a:lnTo>
                  <a:lnTo>
                    <a:pt x="59" y="24"/>
                  </a:lnTo>
                  <a:lnTo>
                    <a:pt x="59" y="22"/>
                  </a:lnTo>
                  <a:lnTo>
                    <a:pt x="58" y="17"/>
                  </a:lnTo>
                  <a:lnTo>
                    <a:pt x="56" y="14"/>
                  </a:lnTo>
                  <a:lnTo>
                    <a:pt x="56" y="11"/>
                  </a:lnTo>
                  <a:lnTo>
                    <a:pt x="48" y="7"/>
                  </a:lnTo>
                  <a:lnTo>
                    <a:pt x="46" y="4"/>
                  </a:lnTo>
                  <a:lnTo>
                    <a:pt x="46" y="4"/>
                  </a:lnTo>
                  <a:lnTo>
                    <a:pt x="46" y="0"/>
                  </a:lnTo>
                  <a:lnTo>
                    <a:pt x="46" y="0"/>
                  </a:lnTo>
                  <a:lnTo>
                    <a:pt x="46" y="0"/>
                  </a:lnTo>
                  <a:lnTo>
                    <a:pt x="46" y="0"/>
                  </a:lnTo>
                  <a:lnTo>
                    <a:pt x="46" y="0"/>
                  </a:lnTo>
                  <a:lnTo>
                    <a:pt x="46" y="4"/>
                  </a:lnTo>
                  <a:lnTo>
                    <a:pt x="46" y="7"/>
                  </a:lnTo>
                  <a:lnTo>
                    <a:pt x="46" y="11"/>
                  </a:lnTo>
                  <a:lnTo>
                    <a:pt x="46" y="17"/>
                  </a:lnTo>
                  <a:lnTo>
                    <a:pt x="56" y="20"/>
                  </a:lnTo>
                  <a:lnTo>
                    <a:pt x="56" y="22"/>
                  </a:lnTo>
                  <a:lnTo>
                    <a:pt x="58" y="24"/>
                  </a:lnTo>
                  <a:lnTo>
                    <a:pt x="58" y="28"/>
                  </a:lnTo>
                  <a:lnTo>
                    <a:pt x="59" y="31"/>
                  </a:lnTo>
                  <a:lnTo>
                    <a:pt x="58" y="32"/>
                  </a:lnTo>
                  <a:lnTo>
                    <a:pt x="58" y="32"/>
                  </a:lnTo>
                  <a:lnTo>
                    <a:pt x="56" y="32"/>
                  </a:lnTo>
                  <a:lnTo>
                    <a:pt x="56" y="32"/>
                  </a:lnTo>
                  <a:lnTo>
                    <a:pt x="48" y="32"/>
                  </a:lnTo>
                  <a:lnTo>
                    <a:pt x="46" y="32"/>
                  </a:lnTo>
                  <a:lnTo>
                    <a:pt x="46" y="31"/>
                  </a:lnTo>
                  <a:lnTo>
                    <a:pt x="46" y="31"/>
                  </a:lnTo>
                  <a:lnTo>
                    <a:pt x="44" y="31"/>
                  </a:lnTo>
                  <a:lnTo>
                    <a:pt x="44" y="28"/>
                  </a:lnTo>
                  <a:lnTo>
                    <a:pt x="43" y="28"/>
                  </a:lnTo>
                  <a:lnTo>
                    <a:pt x="43" y="28"/>
                  </a:lnTo>
                  <a:lnTo>
                    <a:pt x="37" y="28"/>
                  </a:lnTo>
                  <a:lnTo>
                    <a:pt x="36" y="28"/>
                  </a:lnTo>
                  <a:lnTo>
                    <a:pt x="36" y="28"/>
                  </a:lnTo>
                  <a:lnTo>
                    <a:pt x="36" y="28"/>
                  </a:lnTo>
                  <a:lnTo>
                    <a:pt x="36" y="28"/>
                  </a:lnTo>
                  <a:lnTo>
                    <a:pt x="36" y="28"/>
                  </a:lnTo>
                  <a:lnTo>
                    <a:pt x="29" y="28"/>
                  </a:lnTo>
                  <a:lnTo>
                    <a:pt x="25" y="28"/>
                  </a:lnTo>
                  <a:lnTo>
                    <a:pt x="25" y="26"/>
                  </a:lnTo>
                  <a:lnTo>
                    <a:pt x="23" y="26"/>
                  </a:lnTo>
                  <a:lnTo>
                    <a:pt x="17" y="24"/>
                  </a:lnTo>
                  <a:lnTo>
                    <a:pt x="17" y="24"/>
                  </a:lnTo>
                  <a:lnTo>
                    <a:pt x="13" y="24"/>
                  </a:lnTo>
                  <a:lnTo>
                    <a:pt x="12" y="26"/>
                  </a:lnTo>
                  <a:lnTo>
                    <a:pt x="0" y="26"/>
                  </a:lnTo>
                  <a:lnTo>
                    <a:pt x="0" y="26"/>
                  </a:lnTo>
                  <a:lnTo>
                    <a:pt x="0" y="24"/>
                  </a:lnTo>
                  <a:lnTo>
                    <a:pt x="0" y="24"/>
                  </a:lnTo>
                  <a:lnTo>
                    <a:pt x="0" y="26"/>
                  </a:lnTo>
                  <a:lnTo>
                    <a:pt x="0" y="26"/>
                  </a:lnTo>
                  <a:lnTo>
                    <a:pt x="4" y="28"/>
                  </a:lnTo>
                  <a:lnTo>
                    <a:pt x="12" y="28"/>
                  </a:lnTo>
                  <a:lnTo>
                    <a:pt x="13" y="28"/>
                  </a:lnTo>
                  <a:lnTo>
                    <a:pt x="17" y="31"/>
                  </a:lnTo>
                  <a:lnTo>
                    <a:pt x="17" y="28"/>
                  </a:lnTo>
                  <a:lnTo>
                    <a:pt x="18" y="28"/>
                  </a:lnTo>
                  <a:lnTo>
                    <a:pt x="23" y="31"/>
                  </a:lnTo>
                  <a:lnTo>
                    <a:pt x="23" y="31"/>
                  </a:lnTo>
                  <a:lnTo>
                    <a:pt x="25" y="31"/>
                  </a:lnTo>
                  <a:lnTo>
                    <a:pt x="25" y="31"/>
                  </a:lnTo>
                  <a:lnTo>
                    <a:pt x="25" y="32"/>
                  </a:lnTo>
                  <a:lnTo>
                    <a:pt x="28" y="32"/>
                  </a:lnTo>
                  <a:lnTo>
                    <a:pt x="36" y="32"/>
                  </a:lnTo>
                  <a:lnTo>
                    <a:pt x="36" y="32"/>
                  </a:lnTo>
                  <a:lnTo>
                    <a:pt x="43" y="32"/>
                  </a:lnTo>
                  <a:lnTo>
                    <a:pt x="44" y="32"/>
                  </a:lnTo>
                  <a:lnTo>
                    <a:pt x="44" y="32"/>
                  </a:lnTo>
                  <a:lnTo>
                    <a:pt x="46" y="34"/>
                  </a:lnTo>
                  <a:lnTo>
                    <a:pt x="46" y="39"/>
                  </a:lnTo>
                  <a:lnTo>
                    <a:pt x="46" y="39"/>
                  </a:lnTo>
                  <a:lnTo>
                    <a:pt x="46" y="42"/>
                  </a:lnTo>
                  <a:lnTo>
                    <a:pt x="51" y="42"/>
                  </a:lnTo>
                  <a:lnTo>
                    <a:pt x="56" y="44"/>
                  </a:lnTo>
                  <a:lnTo>
                    <a:pt x="56" y="44"/>
                  </a:lnTo>
                  <a:lnTo>
                    <a:pt x="56" y="44"/>
                  </a:lnTo>
                  <a:lnTo>
                    <a:pt x="58" y="44"/>
                  </a:lnTo>
                  <a:lnTo>
                    <a:pt x="59" y="50"/>
                  </a:lnTo>
                  <a:lnTo>
                    <a:pt x="59" y="50"/>
                  </a:lnTo>
                  <a:lnTo>
                    <a:pt x="60" y="50"/>
                  </a:lnTo>
                  <a:lnTo>
                    <a:pt x="60" y="53"/>
                  </a:lnTo>
                  <a:lnTo>
                    <a:pt x="66" y="61"/>
                  </a:lnTo>
                  <a:lnTo>
                    <a:pt x="68" y="74"/>
                  </a:lnTo>
                  <a:lnTo>
                    <a:pt x="72" y="89"/>
                  </a:lnTo>
                  <a:lnTo>
                    <a:pt x="77" y="99"/>
                  </a:lnTo>
                  <a:lnTo>
                    <a:pt x="77" y="112"/>
                  </a:lnTo>
                  <a:lnTo>
                    <a:pt x="80" y="115"/>
                  </a:lnTo>
                  <a:lnTo>
                    <a:pt x="80" y="119"/>
                  </a:lnTo>
                  <a:lnTo>
                    <a:pt x="83" y="119"/>
                  </a:lnTo>
                  <a:lnTo>
                    <a:pt x="83" y="123"/>
                  </a:lnTo>
                  <a:lnTo>
                    <a:pt x="83" y="123"/>
                  </a:lnTo>
                  <a:lnTo>
                    <a:pt x="88" y="123"/>
                  </a:lnTo>
                  <a:lnTo>
                    <a:pt x="91" y="127"/>
                  </a:lnTo>
                  <a:lnTo>
                    <a:pt x="91" y="127"/>
                  </a:lnTo>
                  <a:lnTo>
                    <a:pt x="91" y="132"/>
                  </a:lnTo>
                  <a:lnTo>
                    <a:pt x="91" y="132"/>
                  </a:lnTo>
                  <a:lnTo>
                    <a:pt x="91" y="132"/>
                  </a:lnTo>
                  <a:lnTo>
                    <a:pt x="91" y="132"/>
                  </a:lnTo>
                  <a:lnTo>
                    <a:pt x="91" y="135"/>
                  </a:lnTo>
                  <a:lnTo>
                    <a:pt x="93" y="136"/>
                  </a:lnTo>
                  <a:lnTo>
                    <a:pt x="93" y="137"/>
                  </a:lnTo>
                  <a:lnTo>
                    <a:pt x="93" y="138"/>
                  </a:lnTo>
                  <a:lnTo>
                    <a:pt x="94" y="144"/>
                  </a:lnTo>
                  <a:lnTo>
                    <a:pt x="96" y="145"/>
                  </a:lnTo>
                  <a:lnTo>
                    <a:pt x="96" y="147"/>
                  </a:lnTo>
                  <a:lnTo>
                    <a:pt x="96" y="147"/>
                  </a:lnTo>
                  <a:lnTo>
                    <a:pt x="96" y="147"/>
                  </a:lnTo>
                  <a:lnTo>
                    <a:pt x="96" y="147"/>
                  </a:lnTo>
                  <a:lnTo>
                    <a:pt x="99" y="147"/>
                  </a:lnTo>
                  <a:lnTo>
                    <a:pt x="99" y="150"/>
                  </a:lnTo>
                  <a:lnTo>
                    <a:pt x="106" y="150"/>
                  </a:lnTo>
                  <a:lnTo>
                    <a:pt x="106" y="150"/>
                  </a:lnTo>
                  <a:lnTo>
                    <a:pt x="106" y="150"/>
                  </a:lnTo>
                </a:path>
              </a:pathLst>
            </a:custGeom>
            <a:solidFill>
              <a:srgbClr val="ffc0b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57" name=""/>
            <p:cNvSpPr/>
            <p:nvPr/>
          </p:nvSpPr>
          <p:spPr>
            <a:xfrm>
              <a:off x="5743440" y="5199120"/>
              <a:ext cx="304920" cy="217440"/>
            </a:xfrm>
            <a:custGeom>
              <a:avLst/>
              <a:gdLst/>
              <a:ahLst/>
              <a:rect l="l" t="t" r="r" b="b"/>
              <a:pathLst>
                <a:path w="192" h="137">
                  <a:moveTo>
                    <a:pt x="191" y="136"/>
                  </a:moveTo>
                  <a:lnTo>
                    <a:pt x="190" y="136"/>
                  </a:lnTo>
                  <a:lnTo>
                    <a:pt x="190" y="126"/>
                  </a:lnTo>
                  <a:lnTo>
                    <a:pt x="189" y="126"/>
                  </a:lnTo>
                  <a:lnTo>
                    <a:pt x="187" y="121"/>
                  </a:lnTo>
                  <a:lnTo>
                    <a:pt x="185" y="121"/>
                  </a:lnTo>
                  <a:lnTo>
                    <a:pt x="185" y="115"/>
                  </a:lnTo>
                  <a:lnTo>
                    <a:pt x="182" y="115"/>
                  </a:lnTo>
                  <a:lnTo>
                    <a:pt x="177" y="112"/>
                  </a:lnTo>
                  <a:lnTo>
                    <a:pt x="177" y="108"/>
                  </a:lnTo>
                  <a:lnTo>
                    <a:pt x="171" y="108"/>
                  </a:lnTo>
                  <a:lnTo>
                    <a:pt x="171" y="108"/>
                  </a:lnTo>
                  <a:lnTo>
                    <a:pt x="171" y="106"/>
                  </a:lnTo>
                  <a:lnTo>
                    <a:pt x="171" y="106"/>
                  </a:lnTo>
                  <a:lnTo>
                    <a:pt x="171" y="106"/>
                  </a:lnTo>
                  <a:lnTo>
                    <a:pt x="171" y="106"/>
                  </a:lnTo>
                  <a:lnTo>
                    <a:pt x="171" y="106"/>
                  </a:lnTo>
                  <a:lnTo>
                    <a:pt x="171" y="104"/>
                  </a:lnTo>
                  <a:lnTo>
                    <a:pt x="171" y="104"/>
                  </a:lnTo>
                  <a:lnTo>
                    <a:pt x="171" y="104"/>
                  </a:lnTo>
                  <a:lnTo>
                    <a:pt x="177" y="104"/>
                  </a:lnTo>
                  <a:lnTo>
                    <a:pt x="177" y="100"/>
                  </a:lnTo>
                  <a:lnTo>
                    <a:pt x="182" y="100"/>
                  </a:lnTo>
                  <a:lnTo>
                    <a:pt x="182" y="100"/>
                  </a:lnTo>
                  <a:lnTo>
                    <a:pt x="182" y="100"/>
                  </a:lnTo>
                  <a:lnTo>
                    <a:pt x="182" y="100"/>
                  </a:lnTo>
                  <a:lnTo>
                    <a:pt x="182" y="100"/>
                  </a:lnTo>
                  <a:lnTo>
                    <a:pt x="177" y="100"/>
                  </a:lnTo>
                  <a:lnTo>
                    <a:pt x="176" y="100"/>
                  </a:lnTo>
                  <a:lnTo>
                    <a:pt x="171" y="100"/>
                  </a:lnTo>
                  <a:lnTo>
                    <a:pt x="171" y="100"/>
                  </a:lnTo>
                  <a:lnTo>
                    <a:pt x="170" y="100"/>
                  </a:lnTo>
                  <a:lnTo>
                    <a:pt x="165" y="100"/>
                  </a:lnTo>
                  <a:lnTo>
                    <a:pt x="165" y="100"/>
                  </a:lnTo>
                  <a:lnTo>
                    <a:pt x="165" y="99"/>
                  </a:lnTo>
                  <a:lnTo>
                    <a:pt x="165" y="98"/>
                  </a:lnTo>
                  <a:lnTo>
                    <a:pt x="160" y="97"/>
                  </a:lnTo>
                  <a:lnTo>
                    <a:pt x="160" y="91"/>
                  </a:lnTo>
                  <a:lnTo>
                    <a:pt x="154" y="91"/>
                  </a:lnTo>
                  <a:lnTo>
                    <a:pt x="150" y="89"/>
                  </a:lnTo>
                  <a:lnTo>
                    <a:pt x="150" y="89"/>
                  </a:lnTo>
                  <a:lnTo>
                    <a:pt x="150" y="86"/>
                  </a:lnTo>
                  <a:lnTo>
                    <a:pt x="148" y="79"/>
                  </a:lnTo>
                  <a:lnTo>
                    <a:pt x="148" y="79"/>
                  </a:lnTo>
                  <a:lnTo>
                    <a:pt x="147" y="78"/>
                  </a:lnTo>
                  <a:lnTo>
                    <a:pt x="146" y="75"/>
                  </a:lnTo>
                  <a:lnTo>
                    <a:pt x="145" y="75"/>
                  </a:lnTo>
                  <a:lnTo>
                    <a:pt x="137" y="71"/>
                  </a:lnTo>
                  <a:lnTo>
                    <a:pt x="137" y="69"/>
                  </a:lnTo>
                  <a:lnTo>
                    <a:pt x="137" y="67"/>
                  </a:lnTo>
                  <a:lnTo>
                    <a:pt x="136" y="64"/>
                  </a:lnTo>
                  <a:lnTo>
                    <a:pt x="134" y="64"/>
                  </a:lnTo>
                  <a:lnTo>
                    <a:pt x="134" y="61"/>
                  </a:lnTo>
                  <a:lnTo>
                    <a:pt x="134" y="61"/>
                  </a:lnTo>
                  <a:lnTo>
                    <a:pt x="134" y="58"/>
                  </a:lnTo>
                  <a:lnTo>
                    <a:pt x="134" y="58"/>
                  </a:lnTo>
                  <a:lnTo>
                    <a:pt x="134" y="54"/>
                  </a:lnTo>
                  <a:lnTo>
                    <a:pt x="134" y="54"/>
                  </a:lnTo>
                  <a:lnTo>
                    <a:pt x="132" y="51"/>
                  </a:lnTo>
                  <a:lnTo>
                    <a:pt x="132" y="47"/>
                  </a:lnTo>
                  <a:lnTo>
                    <a:pt x="128" y="47"/>
                  </a:lnTo>
                  <a:lnTo>
                    <a:pt x="124" y="47"/>
                  </a:lnTo>
                  <a:lnTo>
                    <a:pt x="121" y="47"/>
                  </a:lnTo>
                  <a:lnTo>
                    <a:pt x="121" y="44"/>
                  </a:lnTo>
                  <a:lnTo>
                    <a:pt x="121" y="42"/>
                  </a:lnTo>
                  <a:lnTo>
                    <a:pt x="121" y="42"/>
                  </a:lnTo>
                  <a:lnTo>
                    <a:pt x="121" y="42"/>
                  </a:lnTo>
                  <a:lnTo>
                    <a:pt x="121" y="41"/>
                  </a:lnTo>
                  <a:lnTo>
                    <a:pt x="121" y="39"/>
                  </a:lnTo>
                  <a:lnTo>
                    <a:pt x="118" y="34"/>
                  </a:lnTo>
                  <a:lnTo>
                    <a:pt x="114" y="34"/>
                  </a:lnTo>
                  <a:lnTo>
                    <a:pt x="114" y="29"/>
                  </a:lnTo>
                  <a:lnTo>
                    <a:pt x="114" y="27"/>
                  </a:lnTo>
                  <a:lnTo>
                    <a:pt x="114" y="25"/>
                  </a:lnTo>
                  <a:lnTo>
                    <a:pt x="113" y="18"/>
                  </a:lnTo>
                  <a:lnTo>
                    <a:pt x="106" y="17"/>
                  </a:lnTo>
                  <a:lnTo>
                    <a:pt x="106" y="17"/>
                  </a:lnTo>
                  <a:lnTo>
                    <a:pt x="104" y="17"/>
                  </a:lnTo>
                  <a:lnTo>
                    <a:pt x="101" y="8"/>
                  </a:lnTo>
                  <a:lnTo>
                    <a:pt x="99" y="7"/>
                  </a:lnTo>
                  <a:lnTo>
                    <a:pt x="99" y="3"/>
                  </a:lnTo>
                  <a:lnTo>
                    <a:pt x="99" y="3"/>
                  </a:lnTo>
                  <a:lnTo>
                    <a:pt x="97" y="3"/>
                  </a:lnTo>
                  <a:lnTo>
                    <a:pt x="94" y="1"/>
                  </a:lnTo>
                  <a:lnTo>
                    <a:pt x="90" y="1"/>
                  </a:lnTo>
                  <a:lnTo>
                    <a:pt x="88" y="1"/>
                  </a:lnTo>
                  <a:lnTo>
                    <a:pt x="81" y="1"/>
                  </a:lnTo>
                  <a:lnTo>
                    <a:pt x="73" y="1"/>
                  </a:lnTo>
                  <a:lnTo>
                    <a:pt x="72" y="0"/>
                  </a:lnTo>
                  <a:lnTo>
                    <a:pt x="72" y="0"/>
                  </a:lnTo>
                  <a:lnTo>
                    <a:pt x="72" y="0"/>
                  </a:lnTo>
                  <a:lnTo>
                    <a:pt x="71" y="1"/>
                  </a:lnTo>
                  <a:lnTo>
                    <a:pt x="70" y="1"/>
                  </a:lnTo>
                  <a:lnTo>
                    <a:pt x="65" y="1"/>
                  </a:lnTo>
                  <a:lnTo>
                    <a:pt x="60" y="1"/>
                  </a:lnTo>
                  <a:lnTo>
                    <a:pt x="60" y="1"/>
                  </a:lnTo>
                  <a:lnTo>
                    <a:pt x="58" y="1"/>
                  </a:lnTo>
                  <a:lnTo>
                    <a:pt x="58" y="1"/>
                  </a:lnTo>
                  <a:lnTo>
                    <a:pt x="56" y="3"/>
                  </a:lnTo>
                  <a:lnTo>
                    <a:pt x="49" y="3"/>
                  </a:lnTo>
                  <a:lnTo>
                    <a:pt x="44" y="3"/>
                  </a:lnTo>
                  <a:lnTo>
                    <a:pt x="44" y="4"/>
                  </a:lnTo>
                  <a:lnTo>
                    <a:pt x="43" y="5"/>
                  </a:lnTo>
                  <a:lnTo>
                    <a:pt x="39" y="7"/>
                  </a:lnTo>
                  <a:lnTo>
                    <a:pt x="39" y="7"/>
                  </a:lnTo>
                  <a:lnTo>
                    <a:pt x="38" y="7"/>
                  </a:lnTo>
                  <a:lnTo>
                    <a:pt x="32" y="7"/>
                  </a:lnTo>
                  <a:lnTo>
                    <a:pt x="32" y="7"/>
                  </a:lnTo>
                  <a:lnTo>
                    <a:pt x="26" y="8"/>
                  </a:lnTo>
                  <a:lnTo>
                    <a:pt x="24" y="8"/>
                  </a:lnTo>
                  <a:lnTo>
                    <a:pt x="24" y="11"/>
                  </a:lnTo>
                  <a:lnTo>
                    <a:pt x="19" y="17"/>
                  </a:lnTo>
                  <a:lnTo>
                    <a:pt x="18" y="17"/>
                  </a:lnTo>
                  <a:lnTo>
                    <a:pt x="18" y="17"/>
                  </a:lnTo>
                  <a:lnTo>
                    <a:pt x="18" y="17"/>
                  </a:lnTo>
                  <a:lnTo>
                    <a:pt x="18" y="18"/>
                  </a:lnTo>
                  <a:lnTo>
                    <a:pt x="13" y="27"/>
                  </a:lnTo>
                  <a:lnTo>
                    <a:pt x="3" y="29"/>
                  </a:lnTo>
                  <a:lnTo>
                    <a:pt x="3" y="29"/>
                  </a:lnTo>
                  <a:lnTo>
                    <a:pt x="2" y="31"/>
                  </a:lnTo>
                  <a:lnTo>
                    <a:pt x="0" y="31"/>
                  </a:lnTo>
                  <a:lnTo>
                    <a:pt x="0" y="31"/>
                  </a:lnTo>
                  <a:lnTo>
                    <a:pt x="2" y="31"/>
                  </a:lnTo>
                  <a:lnTo>
                    <a:pt x="2" y="31"/>
                  </a:lnTo>
                  <a:lnTo>
                    <a:pt x="3" y="31"/>
                  </a:lnTo>
                  <a:lnTo>
                    <a:pt x="3" y="31"/>
                  </a:lnTo>
                  <a:lnTo>
                    <a:pt x="11" y="29"/>
                  </a:lnTo>
                  <a:lnTo>
                    <a:pt x="18" y="29"/>
                  </a:lnTo>
                  <a:lnTo>
                    <a:pt x="18" y="27"/>
                  </a:lnTo>
                  <a:lnTo>
                    <a:pt x="19" y="19"/>
                  </a:lnTo>
                  <a:lnTo>
                    <a:pt x="19" y="17"/>
                  </a:lnTo>
                  <a:lnTo>
                    <a:pt x="19" y="17"/>
                  </a:lnTo>
                  <a:lnTo>
                    <a:pt x="23" y="17"/>
                  </a:lnTo>
                  <a:lnTo>
                    <a:pt x="23" y="17"/>
                  </a:lnTo>
                  <a:lnTo>
                    <a:pt x="24" y="17"/>
                  </a:lnTo>
                  <a:lnTo>
                    <a:pt x="24" y="17"/>
                  </a:lnTo>
                  <a:lnTo>
                    <a:pt x="24" y="17"/>
                  </a:lnTo>
                  <a:lnTo>
                    <a:pt x="24" y="17"/>
                  </a:lnTo>
                  <a:lnTo>
                    <a:pt x="24" y="17"/>
                  </a:lnTo>
                  <a:lnTo>
                    <a:pt x="24" y="17"/>
                  </a:lnTo>
                  <a:lnTo>
                    <a:pt x="32" y="17"/>
                  </a:lnTo>
                  <a:lnTo>
                    <a:pt x="32" y="17"/>
                  </a:lnTo>
                  <a:lnTo>
                    <a:pt x="33" y="17"/>
                  </a:lnTo>
                  <a:lnTo>
                    <a:pt x="38" y="17"/>
                  </a:lnTo>
                  <a:lnTo>
                    <a:pt x="39" y="16"/>
                  </a:lnTo>
                  <a:lnTo>
                    <a:pt x="39" y="11"/>
                  </a:lnTo>
                  <a:lnTo>
                    <a:pt x="43" y="8"/>
                  </a:lnTo>
                  <a:lnTo>
                    <a:pt x="44" y="8"/>
                  </a:lnTo>
                  <a:lnTo>
                    <a:pt x="44" y="8"/>
                  </a:lnTo>
                  <a:lnTo>
                    <a:pt x="49" y="11"/>
                  </a:lnTo>
                  <a:lnTo>
                    <a:pt x="56" y="11"/>
                  </a:lnTo>
                  <a:lnTo>
                    <a:pt x="58" y="17"/>
                  </a:lnTo>
                  <a:lnTo>
                    <a:pt x="58" y="17"/>
                  </a:lnTo>
                  <a:lnTo>
                    <a:pt x="60" y="17"/>
                  </a:lnTo>
                  <a:lnTo>
                    <a:pt x="60" y="17"/>
                  </a:lnTo>
                  <a:lnTo>
                    <a:pt x="60" y="17"/>
                  </a:lnTo>
                  <a:lnTo>
                    <a:pt x="65" y="17"/>
                  </a:lnTo>
                  <a:lnTo>
                    <a:pt x="65" y="18"/>
                  </a:lnTo>
                  <a:lnTo>
                    <a:pt x="67" y="27"/>
                  </a:lnTo>
                  <a:lnTo>
                    <a:pt x="67" y="29"/>
                  </a:lnTo>
                  <a:lnTo>
                    <a:pt x="67" y="31"/>
                  </a:lnTo>
                  <a:lnTo>
                    <a:pt x="67" y="34"/>
                  </a:lnTo>
                  <a:lnTo>
                    <a:pt x="67" y="38"/>
                  </a:lnTo>
                  <a:lnTo>
                    <a:pt x="67" y="41"/>
                  </a:lnTo>
                  <a:lnTo>
                    <a:pt x="67" y="42"/>
                  </a:lnTo>
                  <a:lnTo>
                    <a:pt x="67" y="44"/>
                  </a:lnTo>
                  <a:lnTo>
                    <a:pt x="65" y="47"/>
                  </a:lnTo>
                  <a:lnTo>
                    <a:pt x="65" y="47"/>
                  </a:lnTo>
                  <a:lnTo>
                    <a:pt x="60" y="51"/>
                  </a:lnTo>
                  <a:lnTo>
                    <a:pt x="60" y="51"/>
                  </a:lnTo>
                  <a:lnTo>
                    <a:pt x="60" y="54"/>
                  </a:lnTo>
                  <a:lnTo>
                    <a:pt x="60" y="54"/>
                  </a:lnTo>
                  <a:lnTo>
                    <a:pt x="58" y="58"/>
                  </a:lnTo>
                  <a:lnTo>
                    <a:pt x="58" y="58"/>
                  </a:lnTo>
                  <a:lnTo>
                    <a:pt x="58" y="58"/>
                  </a:lnTo>
                  <a:lnTo>
                    <a:pt x="58" y="61"/>
                  </a:lnTo>
                  <a:lnTo>
                    <a:pt x="58" y="61"/>
                  </a:lnTo>
                  <a:lnTo>
                    <a:pt x="56" y="61"/>
                  </a:lnTo>
                  <a:lnTo>
                    <a:pt x="56" y="61"/>
                  </a:lnTo>
                  <a:lnTo>
                    <a:pt x="51" y="64"/>
                  </a:lnTo>
                  <a:lnTo>
                    <a:pt x="49" y="64"/>
                  </a:lnTo>
                  <a:lnTo>
                    <a:pt x="49" y="67"/>
                  </a:lnTo>
                  <a:lnTo>
                    <a:pt x="44" y="67"/>
                  </a:lnTo>
                  <a:lnTo>
                    <a:pt x="44" y="67"/>
                  </a:lnTo>
                  <a:lnTo>
                    <a:pt x="44" y="67"/>
                  </a:lnTo>
                  <a:lnTo>
                    <a:pt x="44" y="67"/>
                  </a:lnTo>
                  <a:lnTo>
                    <a:pt x="44" y="67"/>
                  </a:lnTo>
                  <a:lnTo>
                    <a:pt x="44" y="67"/>
                  </a:lnTo>
                  <a:lnTo>
                    <a:pt x="49" y="67"/>
                  </a:lnTo>
                  <a:lnTo>
                    <a:pt x="51" y="69"/>
                  </a:lnTo>
                  <a:lnTo>
                    <a:pt x="56" y="69"/>
                  </a:lnTo>
                  <a:lnTo>
                    <a:pt x="58" y="67"/>
                  </a:lnTo>
                  <a:lnTo>
                    <a:pt x="58" y="67"/>
                  </a:lnTo>
                  <a:lnTo>
                    <a:pt x="60" y="67"/>
                  </a:lnTo>
                  <a:lnTo>
                    <a:pt x="60" y="64"/>
                  </a:lnTo>
                  <a:lnTo>
                    <a:pt x="60" y="64"/>
                  </a:lnTo>
                  <a:lnTo>
                    <a:pt x="65" y="64"/>
                  </a:lnTo>
                  <a:lnTo>
                    <a:pt x="70" y="64"/>
                  </a:lnTo>
                  <a:lnTo>
                    <a:pt x="71" y="64"/>
                  </a:lnTo>
                  <a:lnTo>
                    <a:pt x="72" y="64"/>
                  </a:lnTo>
                  <a:lnTo>
                    <a:pt x="72" y="64"/>
                  </a:lnTo>
                  <a:lnTo>
                    <a:pt x="73" y="64"/>
                  </a:lnTo>
                  <a:lnTo>
                    <a:pt x="77" y="64"/>
                  </a:lnTo>
                  <a:lnTo>
                    <a:pt x="81" y="64"/>
                  </a:lnTo>
                  <a:lnTo>
                    <a:pt x="82" y="64"/>
                  </a:lnTo>
                  <a:lnTo>
                    <a:pt x="88" y="64"/>
                  </a:lnTo>
                  <a:lnTo>
                    <a:pt x="88" y="64"/>
                  </a:lnTo>
                  <a:lnTo>
                    <a:pt x="90" y="64"/>
                  </a:lnTo>
                  <a:lnTo>
                    <a:pt x="93" y="64"/>
                  </a:lnTo>
                  <a:lnTo>
                    <a:pt x="97" y="61"/>
                  </a:lnTo>
                  <a:lnTo>
                    <a:pt x="99" y="58"/>
                  </a:lnTo>
                  <a:lnTo>
                    <a:pt x="99" y="58"/>
                  </a:lnTo>
                  <a:lnTo>
                    <a:pt x="101" y="58"/>
                  </a:lnTo>
                  <a:lnTo>
                    <a:pt x="106" y="61"/>
                  </a:lnTo>
                  <a:lnTo>
                    <a:pt x="106" y="61"/>
                  </a:lnTo>
                  <a:lnTo>
                    <a:pt x="112" y="61"/>
                  </a:lnTo>
                  <a:lnTo>
                    <a:pt x="114" y="61"/>
                  </a:lnTo>
                  <a:lnTo>
                    <a:pt x="121" y="61"/>
                  </a:lnTo>
                  <a:lnTo>
                    <a:pt x="124" y="64"/>
                  </a:lnTo>
                  <a:lnTo>
                    <a:pt x="132" y="64"/>
                  </a:lnTo>
                  <a:lnTo>
                    <a:pt x="134" y="69"/>
                  </a:lnTo>
                  <a:lnTo>
                    <a:pt x="134" y="71"/>
                  </a:lnTo>
                  <a:lnTo>
                    <a:pt x="137" y="75"/>
                  </a:lnTo>
                  <a:lnTo>
                    <a:pt x="137" y="78"/>
                  </a:lnTo>
                  <a:lnTo>
                    <a:pt x="145" y="79"/>
                  </a:lnTo>
                  <a:lnTo>
                    <a:pt x="145" y="79"/>
                  </a:lnTo>
                  <a:lnTo>
                    <a:pt x="147" y="79"/>
                  </a:lnTo>
                  <a:lnTo>
                    <a:pt x="148" y="89"/>
                  </a:lnTo>
                  <a:lnTo>
                    <a:pt x="148" y="91"/>
                  </a:lnTo>
                  <a:lnTo>
                    <a:pt x="150" y="91"/>
                  </a:lnTo>
                  <a:lnTo>
                    <a:pt x="157" y="99"/>
                  </a:lnTo>
                  <a:lnTo>
                    <a:pt x="160" y="100"/>
                  </a:lnTo>
                  <a:lnTo>
                    <a:pt x="165" y="104"/>
                  </a:lnTo>
                  <a:lnTo>
                    <a:pt x="165" y="106"/>
                  </a:lnTo>
                  <a:lnTo>
                    <a:pt x="165" y="106"/>
                  </a:lnTo>
                  <a:lnTo>
                    <a:pt x="165" y="108"/>
                  </a:lnTo>
                  <a:lnTo>
                    <a:pt x="170" y="108"/>
                  </a:lnTo>
                  <a:lnTo>
                    <a:pt x="171" y="112"/>
                  </a:lnTo>
                  <a:lnTo>
                    <a:pt x="171" y="115"/>
                  </a:lnTo>
                  <a:lnTo>
                    <a:pt x="171" y="115"/>
                  </a:lnTo>
                  <a:lnTo>
                    <a:pt x="177" y="116"/>
                  </a:lnTo>
                  <a:lnTo>
                    <a:pt x="177" y="117"/>
                  </a:lnTo>
                  <a:lnTo>
                    <a:pt x="178" y="119"/>
                  </a:lnTo>
                  <a:lnTo>
                    <a:pt x="182" y="121"/>
                  </a:lnTo>
                  <a:lnTo>
                    <a:pt x="182" y="121"/>
                  </a:lnTo>
                  <a:lnTo>
                    <a:pt x="182" y="122"/>
                  </a:lnTo>
                  <a:lnTo>
                    <a:pt x="182" y="122"/>
                  </a:lnTo>
                  <a:lnTo>
                    <a:pt x="185" y="126"/>
                  </a:lnTo>
                  <a:lnTo>
                    <a:pt x="185" y="126"/>
                  </a:lnTo>
                  <a:lnTo>
                    <a:pt x="185" y="126"/>
                  </a:lnTo>
                  <a:lnTo>
                    <a:pt x="189" y="126"/>
                  </a:lnTo>
                  <a:lnTo>
                    <a:pt x="189" y="130"/>
                  </a:lnTo>
                  <a:lnTo>
                    <a:pt x="190" y="136"/>
                  </a:lnTo>
                  <a:lnTo>
                    <a:pt x="190" y="136"/>
                  </a:lnTo>
                  <a:lnTo>
                    <a:pt x="190" y="136"/>
                  </a:lnTo>
                  <a:lnTo>
                    <a:pt x="190" y="136"/>
                  </a:lnTo>
                  <a:lnTo>
                    <a:pt x="191" y="136"/>
                  </a:lnTo>
                  <a:lnTo>
                    <a:pt x="191" y="136"/>
                  </a:lnTo>
                </a:path>
              </a:pathLst>
            </a:custGeom>
            <a:solidFill>
              <a:srgbClr val="ffc0b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58" name=""/>
            <p:cNvSpPr/>
            <p:nvPr/>
          </p:nvSpPr>
          <p:spPr>
            <a:xfrm>
              <a:off x="5821200" y="5200560"/>
              <a:ext cx="141480" cy="119160"/>
            </a:xfrm>
            <a:custGeom>
              <a:avLst/>
              <a:gdLst/>
              <a:ahLst/>
              <a:rect l="l" t="t" r="r" b="b"/>
              <a:pathLst>
                <a:path w="89" h="75">
                  <a:moveTo>
                    <a:pt x="85" y="68"/>
                  </a:moveTo>
                  <a:lnTo>
                    <a:pt x="85" y="66"/>
                  </a:lnTo>
                  <a:lnTo>
                    <a:pt x="85" y="63"/>
                  </a:lnTo>
                  <a:lnTo>
                    <a:pt x="85" y="63"/>
                  </a:lnTo>
                  <a:lnTo>
                    <a:pt x="85" y="63"/>
                  </a:lnTo>
                  <a:lnTo>
                    <a:pt x="83" y="60"/>
                  </a:lnTo>
                  <a:lnTo>
                    <a:pt x="83" y="60"/>
                  </a:lnTo>
                  <a:lnTo>
                    <a:pt x="79" y="57"/>
                  </a:lnTo>
                  <a:lnTo>
                    <a:pt x="79" y="57"/>
                  </a:lnTo>
                  <a:lnTo>
                    <a:pt x="79" y="54"/>
                  </a:lnTo>
                  <a:lnTo>
                    <a:pt x="75" y="54"/>
                  </a:lnTo>
                  <a:lnTo>
                    <a:pt x="72" y="53"/>
                  </a:lnTo>
                  <a:lnTo>
                    <a:pt x="72" y="53"/>
                  </a:lnTo>
                  <a:lnTo>
                    <a:pt x="72" y="53"/>
                  </a:lnTo>
                  <a:lnTo>
                    <a:pt x="72" y="53"/>
                  </a:lnTo>
                  <a:lnTo>
                    <a:pt x="72" y="50"/>
                  </a:lnTo>
                  <a:lnTo>
                    <a:pt x="72" y="50"/>
                  </a:lnTo>
                  <a:lnTo>
                    <a:pt x="72" y="46"/>
                  </a:lnTo>
                  <a:lnTo>
                    <a:pt x="72" y="46"/>
                  </a:lnTo>
                  <a:lnTo>
                    <a:pt x="69" y="46"/>
                  </a:lnTo>
                  <a:lnTo>
                    <a:pt x="65" y="43"/>
                  </a:lnTo>
                  <a:lnTo>
                    <a:pt x="65" y="41"/>
                  </a:lnTo>
                  <a:lnTo>
                    <a:pt x="65" y="41"/>
                  </a:lnTo>
                  <a:lnTo>
                    <a:pt x="64" y="40"/>
                  </a:lnTo>
                  <a:lnTo>
                    <a:pt x="64" y="38"/>
                  </a:lnTo>
                  <a:lnTo>
                    <a:pt x="63" y="33"/>
                  </a:lnTo>
                  <a:lnTo>
                    <a:pt x="61" y="33"/>
                  </a:lnTo>
                  <a:lnTo>
                    <a:pt x="57" y="30"/>
                  </a:lnTo>
                  <a:lnTo>
                    <a:pt x="57" y="28"/>
                  </a:lnTo>
                  <a:lnTo>
                    <a:pt x="57" y="28"/>
                  </a:lnTo>
                  <a:lnTo>
                    <a:pt x="57" y="28"/>
                  </a:lnTo>
                  <a:lnTo>
                    <a:pt x="57" y="26"/>
                  </a:lnTo>
                  <a:lnTo>
                    <a:pt x="57" y="24"/>
                  </a:lnTo>
                  <a:lnTo>
                    <a:pt x="57" y="18"/>
                  </a:lnTo>
                  <a:lnTo>
                    <a:pt x="55" y="17"/>
                  </a:lnTo>
                  <a:lnTo>
                    <a:pt x="52" y="16"/>
                  </a:lnTo>
                  <a:lnTo>
                    <a:pt x="52" y="16"/>
                  </a:lnTo>
                  <a:lnTo>
                    <a:pt x="52" y="16"/>
                  </a:lnTo>
                  <a:lnTo>
                    <a:pt x="50" y="16"/>
                  </a:lnTo>
                  <a:lnTo>
                    <a:pt x="50" y="10"/>
                  </a:lnTo>
                  <a:lnTo>
                    <a:pt x="50" y="7"/>
                  </a:lnTo>
                  <a:lnTo>
                    <a:pt x="50" y="6"/>
                  </a:lnTo>
                  <a:lnTo>
                    <a:pt x="50" y="6"/>
                  </a:lnTo>
                  <a:lnTo>
                    <a:pt x="48" y="6"/>
                  </a:lnTo>
                  <a:lnTo>
                    <a:pt x="45" y="4"/>
                  </a:lnTo>
                  <a:lnTo>
                    <a:pt x="45" y="4"/>
                  </a:lnTo>
                  <a:lnTo>
                    <a:pt x="44" y="3"/>
                  </a:lnTo>
                  <a:lnTo>
                    <a:pt x="44" y="2"/>
                  </a:lnTo>
                  <a:lnTo>
                    <a:pt x="41" y="2"/>
                  </a:lnTo>
                  <a:lnTo>
                    <a:pt x="41" y="2"/>
                  </a:lnTo>
                  <a:lnTo>
                    <a:pt x="39" y="2"/>
                  </a:lnTo>
                  <a:lnTo>
                    <a:pt x="39" y="2"/>
                  </a:lnTo>
                  <a:lnTo>
                    <a:pt x="33" y="2"/>
                  </a:lnTo>
                  <a:lnTo>
                    <a:pt x="32" y="2"/>
                  </a:lnTo>
                  <a:lnTo>
                    <a:pt x="28" y="2"/>
                  </a:lnTo>
                  <a:lnTo>
                    <a:pt x="24" y="2"/>
                  </a:lnTo>
                  <a:lnTo>
                    <a:pt x="24" y="2"/>
                  </a:lnTo>
                  <a:lnTo>
                    <a:pt x="24" y="0"/>
                  </a:lnTo>
                  <a:lnTo>
                    <a:pt x="23" y="0"/>
                  </a:lnTo>
                  <a:lnTo>
                    <a:pt x="23" y="2"/>
                  </a:lnTo>
                  <a:lnTo>
                    <a:pt x="22" y="2"/>
                  </a:lnTo>
                  <a:lnTo>
                    <a:pt x="21" y="2"/>
                  </a:lnTo>
                  <a:lnTo>
                    <a:pt x="18" y="2"/>
                  </a:lnTo>
                  <a:lnTo>
                    <a:pt x="16" y="2"/>
                  </a:lnTo>
                  <a:lnTo>
                    <a:pt x="11" y="2"/>
                  </a:lnTo>
                  <a:lnTo>
                    <a:pt x="11" y="2"/>
                  </a:lnTo>
                  <a:lnTo>
                    <a:pt x="11" y="2"/>
                  </a:lnTo>
                  <a:lnTo>
                    <a:pt x="9" y="2"/>
                  </a:lnTo>
                  <a:lnTo>
                    <a:pt x="9" y="2"/>
                  </a:lnTo>
                  <a:lnTo>
                    <a:pt x="7" y="3"/>
                  </a:lnTo>
                  <a:lnTo>
                    <a:pt x="4" y="4"/>
                  </a:lnTo>
                  <a:lnTo>
                    <a:pt x="0" y="4"/>
                  </a:lnTo>
                  <a:lnTo>
                    <a:pt x="0" y="4"/>
                  </a:lnTo>
                  <a:lnTo>
                    <a:pt x="0" y="4"/>
                  </a:lnTo>
                  <a:lnTo>
                    <a:pt x="0" y="4"/>
                  </a:lnTo>
                  <a:lnTo>
                    <a:pt x="0" y="4"/>
                  </a:lnTo>
                  <a:lnTo>
                    <a:pt x="7" y="4"/>
                  </a:lnTo>
                  <a:lnTo>
                    <a:pt x="7" y="4"/>
                  </a:lnTo>
                  <a:lnTo>
                    <a:pt x="9" y="3"/>
                  </a:lnTo>
                  <a:lnTo>
                    <a:pt x="11" y="3"/>
                  </a:lnTo>
                  <a:lnTo>
                    <a:pt x="11" y="3"/>
                  </a:lnTo>
                  <a:lnTo>
                    <a:pt x="16" y="3"/>
                  </a:lnTo>
                  <a:lnTo>
                    <a:pt x="18" y="2"/>
                  </a:lnTo>
                  <a:lnTo>
                    <a:pt x="22" y="2"/>
                  </a:lnTo>
                  <a:lnTo>
                    <a:pt x="23" y="2"/>
                  </a:lnTo>
                  <a:lnTo>
                    <a:pt x="23" y="2"/>
                  </a:lnTo>
                  <a:lnTo>
                    <a:pt x="24" y="2"/>
                  </a:lnTo>
                  <a:lnTo>
                    <a:pt x="24" y="3"/>
                  </a:lnTo>
                  <a:lnTo>
                    <a:pt x="24" y="3"/>
                  </a:lnTo>
                  <a:lnTo>
                    <a:pt x="28" y="4"/>
                  </a:lnTo>
                  <a:lnTo>
                    <a:pt x="28" y="4"/>
                  </a:lnTo>
                  <a:lnTo>
                    <a:pt x="32" y="4"/>
                  </a:lnTo>
                  <a:lnTo>
                    <a:pt x="33" y="4"/>
                  </a:lnTo>
                  <a:lnTo>
                    <a:pt x="39" y="6"/>
                  </a:lnTo>
                  <a:lnTo>
                    <a:pt x="39" y="6"/>
                  </a:lnTo>
                  <a:lnTo>
                    <a:pt x="39" y="6"/>
                  </a:lnTo>
                  <a:lnTo>
                    <a:pt x="41" y="7"/>
                  </a:lnTo>
                  <a:lnTo>
                    <a:pt x="41" y="7"/>
                  </a:lnTo>
                  <a:lnTo>
                    <a:pt x="44" y="10"/>
                  </a:lnTo>
                  <a:lnTo>
                    <a:pt x="44" y="16"/>
                  </a:lnTo>
                  <a:lnTo>
                    <a:pt x="44" y="16"/>
                  </a:lnTo>
                  <a:lnTo>
                    <a:pt x="45" y="16"/>
                  </a:lnTo>
                  <a:lnTo>
                    <a:pt x="45" y="16"/>
                  </a:lnTo>
                  <a:lnTo>
                    <a:pt x="48" y="16"/>
                  </a:lnTo>
                  <a:lnTo>
                    <a:pt x="48" y="16"/>
                  </a:lnTo>
                  <a:lnTo>
                    <a:pt x="50" y="16"/>
                  </a:lnTo>
                  <a:lnTo>
                    <a:pt x="50" y="24"/>
                  </a:lnTo>
                  <a:lnTo>
                    <a:pt x="50" y="28"/>
                  </a:lnTo>
                  <a:lnTo>
                    <a:pt x="50" y="28"/>
                  </a:lnTo>
                  <a:lnTo>
                    <a:pt x="51" y="28"/>
                  </a:lnTo>
                  <a:lnTo>
                    <a:pt x="52" y="30"/>
                  </a:lnTo>
                  <a:lnTo>
                    <a:pt x="52" y="30"/>
                  </a:lnTo>
                  <a:lnTo>
                    <a:pt x="55" y="33"/>
                  </a:lnTo>
                  <a:lnTo>
                    <a:pt x="55" y="33"/>
                  </a:lnTo>
                  <a:lnTo>
                    <a:pt x="57" y="38"/>
                  </a:lnTo>
                  <a:lnTo>
                    <a:pt x="57" y="40"/>
                  </a:lnTo>
                  <a:lnTo>
                    <a:pt x="55" y="41"/>
                  </a:lnTo>
                  <a:lnTo>
                    <a:pt x="55" y="46"/>
                  </a:lnTo>
                  <a:lnTo>
                    <a:pt x="55" y="46"/>
                  </a:lnTo>
                  <a:lnTo>
                    <a:pt x="52" y="50"/>
                  </a:lnTo>
                  <a:lnTo>
                    <a:pt x="52" y="53"/>
                  </a:lnTo>
                  <a:lnTo>
                    <a:pt x="50" y="53"/>
                  </a:lnTo>
                  <a:lnTo>
                    <a:pt x="50" y="53"/>
                  </a:lnTo>
                  <a:lnTo>
                    <a:pt x="50" y="53"/>
                  </a:lnTo>
                  <a:lnTo>
                    <a:pt x="50" y="57"/>
                  </a:lnTo>
                  <a:lnTo>
                    <a:pt x="50" y="57"/>
                  </a:lnTo>
                  <a:lnTo>
                    <a:pt x="48" y="57"/>
                  </a:lnTo>
                  <a:lnTo>
                    <a:pt x="45" y="57"/>
                  </a:lnTo>
                  <a:lnTo>
                    <a:pt x="44" y="57"/>
                  </a:lnTo>
                  <a:lnTo>
                    <a:pt x="41" y="57"/>
                  </a:lnTo>
                  <a:lnTo>
                    <a:pt x="41" y="57"/>
                  </a:lnTo>
                  <a:lnTo>
                    <a:pt x="39" y="60"/>
                  </a:lnTo>
                  <a:lnTo>
                    <a:pt x="39" y="60"/>
                  </a:lnTo>
                  <a:lnTo>
                    <a:pt x="39" y="60"/>
                  </a:lnTo>
                  <a:lnTo>
                    <a:pt x="39" y="63"/>
                  </a:lnTo>
                  <a:lnTo>
                    <a:pt x="33" y="63"/>
                  </a:lnTo>
                  <a:lnTo>
                    <a:pt x="33" y="63"/>
                  </a:lnTo>
                  <a:lnTo>
                    <a:pt x="33" y="63"/>
                  </a:lnTo>
                  <a:lnTo>
                    <a:pt x="39" y="63"/>
                  </a:lnTo>
                  <a:lnTo>
                    <a:pt x="39" y="63"/>
                  </a:lnTo>
                  <a:lnTo>
                    <a:pt x="39" y="63"/>
                  </a:lnTo>
                  <a:lnTo>
                    <a:pt x="41" y="63"/>
                  </a:lnTo>
                  <a:lnTo>
                    <a:pt x="44" y="63"/>
                  </a:lnTo>
                  <a:lnTo>
                    <a:pt x="45" y="63"/>
                  </a:lnTo>
                  <a:lnTo>
                    <a:pt x="48" y="63"/>
                  </a:lnTo>
                  <a:lnTo>
                    <a:pt x="50" y="60"/>
                  </a:lnTo>
                  <a:lnTo>
                    <a:pt x="50" y="60"/>
                  </a:lnTo>
                  <a:lnTo>
                    <a:pt x="50" y="60"/>
                  </a:lnTo>
                  <a:lnTo>
                    <a:pt x="52" y="60"/>
                  </a:lnTo>
                  <a:lnTo>
                    <a:pt x="52" y="60"/>
                  </a:lnTo>
                  <a:lnTo>
                    <a:pt x="55" y="60"/>
                  </a:lnTo>
                  <a:lnTo>
                    <a:pt x="57" y="60"/>
                  </a:lnTo>
                  <a:lnTo>
                    <a:pt x="57" y="60"/>
                  </a:lnTo>
                  <a:lnTo>
                    <a:pt x="57" y="60"/>
                  </a:lnTo>
                  <a:lnTo>
                    <a:pt x="57" y="60"/>
                  </a:lnTo>
                  <a:lnTo>
                    <a:pt x="61" y="60"/>
                  </a:lnTo>
                  <a:lnTo>
                    <a:pt x="63" y="60"/>
                  </a:lnTo>
                  <a:lnTo>
                    <a:pt x="64" y="60"/>
                  </a:lnTo>
                  <a:lnTo>
                    <a:pt x="65" y="60"/>
                  </a:lnTo>
                  <a:lnTo>
                    <a:pt x="65" y="60"/>
                  </a:lnTo>
                  <a:lnTo>
                    <a:pt x="72" y="60"/>
                  </a:lnTo>
                  <a:lnTo>
                    <a:pt x="72" y="60"/>
                  </a:lnTo>
                  <a:lnTo>
                    <a:pt x="72" y="60"/>
                  </a:lnTo>
                  <a:lnTo>
                    <a:pt x="72" y="60"/>
                  </a:lnTo>
                  <a:lnTo>
                    <a:pt x="72" y="60"/>
                  </a:lnTo>
                  <a:lnTo>
                    <a:pt x="72" y="63"/>
                  </a:lnTo>
                  <a:lnTo>
                    <a:pt x="72" y="63"/>
                  </a:lnTo>
                  <a:lnTo>
                    <a:pt x="72" y="63"/>
                  </a:lnTo>
                  <a:lnTo>
                    <a:pt x="75" y="63"/>
                  </a:lnTo>
                  <a:lnTo>
                    <a:pt x="79" y="66"/>
                  </a:lnTo>
                  <a:lnTo>
                    <a:pt x="83" y="66"/>
                  </a:lnTo>
                  <a:lnTo>
                    <a:pt x="83" y="68"/>
                  </a:lnTo>
                  <a:lnTo>
                    <a:pt x="85" y="68"/>
                  </a:lnTo>
                  <a:lnTo>
                    <a:pt x="85" y="70"/>
                  </a:lnTo>
                  <a:lnTo>
                    <a:pt x="85" y="72"/>
                  </a:lnTo>
                  <a:lnTo>
                    <a:pt x="87" y="74"/>
                  </a:lnTo>
                  <a:lnTo>
                    <a:pt x="88" y="74"/>
                  </a:lnTo>
                  <a:lnTo>
                    <a:pt x="85" y="68"/>
                  </a:lnTo>
                  <a:lnTo>
                    <a:pt x="85" y="68"/>
                  </a:lnTo>
                </a:path>
              </a:pathLst>
            </a:custGeom>
            <a:solidFill>
              <a:srgbClr val="a1e2f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59" name=""/>
            <p:cNvSpPr/>
            <p:nvPr/>
          </p:nvSpPr>
          <p:spPr>
            <a:xfrm>
              <a:off x="4340160" y="4370400"/>
              <a:ext cx="193680" cy="136440"/>
            </a:xfrm>
            <a:custGeom>
              <a:avLst/>
              <a:gdLst/>
              <a:ahLst/>
              <a:rect l="l" t="t" r="r" b="b"/>
              <a:pathLst>
                <a:path w="122" h="86">
                  <a:moveTo>
                    <a:pt x="69" y="85"/>
                  </a:moveTo>
                  <a:lnTo>
                    <a:pt x="73" y="85"/>
                  </a:lnTo>
                  <a:lnTo>
                    <a:pt x="73" y="85"/>
                  </a:lnTo>
                  <a:lnTo>
                    <a:pt x="80" y="85"/>
                  </a:lnTo>
                  <a:lnTo>
                    <a:pt x="80" y="85"/>
                  </a:lnTo>
                  <a:lnTo>
                    <a:pt x="83" y="77"/>
                  </a:lnTo>
                  <a:lnTo>
                    <a:pt x="83" y="77"/>
                  </a:lnTo>
                  <a:lnTo>
                    <a:pt x="88" y="77"/>
                  </a:lnTo>
                  <a:lnTo>
                    <a:pt x="98" y="85"/>
                  </a:lnTo>
                  <a:lnTo>
                    <a:pt x="98" y="77"/>
                  </a:lnTo>
                  <a:lnTo>
                    <a:pt x="101" y="77"/>
                  </a:lnTo>
                  <a:lnTo>
                    <a:pt x="101" y="76"/>
                  </a:lnTo>
                  <a:lnTo>
                    <a:pt x="101" y="73"/>
                  </a:lnTo>
                  <a:lnTo>
                    <a:pt x="101" y="69"/>
                  </a:lnTo>
                  <a:lnTo>
                    <a:pt x="104" y="69"/>
                  </a:lnTo>
                  <a:lnTo>
                    <a:pt x="107" y="64"/>
                  </a:lnTo>
                  <a:lnTo>
                    <a:pt x="107" y="62"/>
                  </a:lnTo>
                  <a:lnTo>
                    <a:pt x="107" y="61"/>
                  </a:lnTo>
                  <a:lnTo>
                    <a:pt x="107" y="54"/>
                  </a:lnTo>
                  <a:lnTo>
                    <a:pt x="109" y="45"/>
                  </a:lnTo>
                  <a:lnTo>
                    <a:pt x="109" y="44"/>
                  </a:lnTo>
                  <a:lnTo>
                    <a:pt x="109" y="44"/>
                  </a:lnTo>
                  <a:lnTo>
                    <a:pt x="109" y="42"/>
                  </a:lnTo>
                  <a:lnTo>
                    <a:pt x="109" y="39"/>
                  </a:lnTo>
                  <a:lnTo>
                    <a:pt x="109" y="33"/>
                  </a:lnTo>
                  <a:lnTo>
                    <a:pt x="107" y="32"/>
                  </a:lnTo>
                  <a:lnTo>
                    <a:pt x="107" y="31"/>
                  </a:lnTo>
                  <a:lnTo>
                    <a:pt x="107" y="31"/>
                  </a:lnTo>
                  <a:lnTo>
                    <a:pt x="107" y="27"/>
                  </a:lnTo>
                  <a:lnTo>
                    <a:pt x="107" y="27"/>
                  </a:lnTo>
                  <a:lnTo>
                    <a:pt x="107" y="27"/>
                  </a:lnTo>
                  <a:lnTo>
                    <a:pt x="101" y="27"/>
                  </a:lnTo>
                  <a:lnTo>
                    <a:pt x="98" y="24"/>
                  </a:lnTo>
                  <a:lnTo>
                    <a:pt x="97" y="20"/>
                  </a:lnTo>
                  <a:lnTo>
                    <a:pt x="88" y="20"/>
                  </a:lnTo>
                  <a:lnTo>
                    <a:pt x="85" y="17"/>
                  </a:lnTo>
                  <a:lnTo>
                    <a:pt x="83" y="12"/>
                  </a:lnTo>
                  <a:lnTo>
                    <a:pt x="82" y="12"/>
                  </a:lnTo>
                  <a:lnTo>
                    <a:pt x="80" y="11"/>
                  </a:lnTo>
                  <a:lnTo>
                    <a:pt x="78" y="11"/>
                  </a:lnTo>
                  <a:lnTo>
                    <a:pt x="73" y="12"/>
                  </a:lnTo>
                  <a:lnTo>
                    <a:pt x="69" y="12"/>
                  </a:lnTo>
                  <a:lnTo>
                    <a:pt x="67" y="15"/>
                  </a:lnTo>
                  <a:lnTo>
                    <a:pt x="65" y="15"/>
                  </a:lnTo>
                  <a:lnTo>
                    <a:pt x="62" y="15"/>
                  </a:lnTo>
                  <a:lnTo>
                    <a:pt x="61" y="15"/>
                  </a:lnTo>
                  <a:lnTo>
                    <a:pt x="61" y="15"/>
                  </a:lnTo>
                  <a:lnTo>
                    <a:pt x="56" y="17"/>
                  </a:lnTo>
                  <a:lnTo>
                    <a:pt x="56" y="18"/>
                  </a:lnTo>
                  <a:lnTo>
                    <a:pt x="51" y="20"/>
                  </a:lnTo>
                  <a:lnTo>
                    <a:pt x="51" y="20"/>
                  </a:lnTo>
                  <a:lnTo>
                    <a:pt x="50" y="27"/>
                  </a:lnTo>
                  <a:lnTo>
                    <a:pt x="43" y="27"/>
                  </a:lnTo>
                  <a:lnTo>
                    <a:pt x="43" y="27"/>
                  </a:lnTo>
                  <a:lnTo>
                    <a:pt x="34" y="31"/>
                  </a:lnTo>
                  <a:lnTo>
                    <a:pt x="32" y="32"/>
                  </a:lnTo>
                  <a:lnTo>
                    <a:pt x="32" y="32"/>
                  </a:lnTo>
                  <a:lnTo>
                    <a:pt x="31" y="33"/>
                  </a:lnTo>
                  <a:lnTo>
                    <a:pt x="31" y="39"/>
                  </a:lnTo>
                  <a:lnTo>
                    <a:pt x="29" y="39"/>
                  </a:lnTo>
                  <a:lnTo>
                    <a:pt x="22" y="39"/>
                  </a:lnTo>
                  <a:lnTo>
                    <a:pt x="22" y="42"/>
                  </a:lnTo>
                  <a:lnTo>
                    <a:pt x="19" y="42"/>
                  </a:lnTo>
                  <a:lnTo>
                    <a:pt x="9" y="44"/>
                  </a:lnTo>
                  <a:lnTo>
                    <a:pt x="9" y="44"/>
                  </a:lnTo>
                  <a:lnTo>
                    <a:pt x="9" y="45"/>
                  </a:lnTo>
                  <a:lnTo>
                    <a:pt x="5" y="48"/>
                  </a:lnTo>
                  <a:lnTo>
                    <a:pt x="4" y="54"/>
                  </a:lnTo>
                  <a:lnTo>
                    <a:pt x="0" y="48"/>
                  </a:lnTo>
                  <a:lnTo>
                    <a:pt x="0" y="48"/>
                  </a:lnTo>
                  <a:lnTo>
                    <a:pt x="5" y="48"/>
                  </a:lnTo>
                  <a:lnTo>
                    <a:pt x="8" y="44"/>
                  </a:lnTo>
                  <a:lnTo>
                    <a:pt x="9" y="44"/>
                  </a:lnTo>
                  <a:lnTo>
                    <a:pt x="9" y="42"/>
                  </a:lnTo>
                  <a:lnTo>
                    <a:pt x="19" y="39"/>
                  </a:lnTo>
                  <a:lnTo>
                    <a:pt x="22" y="38"/>
                  </a:lnTo>
                  <a:lnTo>
                    <a:pt x="22" y="32"/>
                  </a:lnTo>
                  <a:lnTo>
                    <a:pt x="22" y="32"/>
                  </a:lnTo>
                  <a:lnTo>
                    <a:pt x="24" y="32"/>
                  </a:lnTo>
                  <a:lnTo>
                    <a:pt x="29" y="31"/>
                  </a:lnTo>
                  <a:lnTo>
                    <a:pt x="31" y="31"/>
                  </a:lnTo>
                  <a:lnTo>
                    <a:pt x="31" y="27"/>
                  </a:lnTo>
                  <a:lnTo>
                    <a:pt x="32" y="27"/>
                  </a:lnTo>
                  <a:lnTo>
                    <a:pt x="34" y="27"/>
                  </a:lnTo>
                  <a:lnTo>
                    <a:pt x="37" y="27"/>
                  </a:lnTo>
                  <a:lnTo>
                    <a:pt x="37" y="24"/>
                  </a:lnTo>
                  <a:lnTo>
                    <a:pt x="39" y="20"/>
                  </a:lnTo>
                  <a:lnTo>
                    <a:pt x="43" y="20"/>
                  </a:lnTo>
                  <a:lnTo>
                    <a:pt x="43" y="20"/>
                  </a:lnTo>
                  <a:lnTo>
                    <a:pt x="43" y="18"/>
                  </a:lnTo>
                  <a:lnTo>
                    <a:pt x="43" y="18"/>
                  </a:lnTo>
                  <a:lnTo>
                    <a:pt x="47" y="18"/>
                  </a:lnTo>
                  <a:lnTo>
                    <a:pt x="50" y="18"/>
                  </a:lnTo>
                  <a:lnTo>
                    <a:pt x="51" y="18"/>
                  </a:lnTo>
                  <a:lnTo>
                    <a:pt x="51" y="17"/>
                  </a:lnTo>
                  <a:lnTo>
                    <a:pt x="51" y="15"/>
                  </a:lnTo>
                  <a:lnTo>
                    <a:pt x="56" y="12"/>
                  </a:lnTo>
                  <a:lnTo>
                    <a:pt x="61" y="10"/>
                  </a:lnTo>
                  <a:lnTo>
                    <a:pt x="62" y="5"/>
                  </a:lnTo>
                  <a:lnTo>
                    <a:pt x="62" y="5"/>
                  </a:lnTo>
                  <a:lnTo>
                    <a:pt x="65" y="5"/>
                  </a:lnTo>
                  <a:lnTo>
                    <a:pt x="65" y="5"/>
                  </a:lnTo>
                  <a:lnTo>
                    <a:pt x="68" y="5"/>
                  </a:lnTo>
                  <a:lnTo>
                    <a:pt x="71" y="5"/>
                  </a:lnTo>
                  <a:lnTo>
                    <a:pt x="78" y="4"/>
                  </a:lnTo>
                  <a:lnTo>
                    <a:pt x="80" y="0"/>
                  </a:lnTo>
                  <a:lnTo>
                    <a:pt x="83" y="0"/>
                  </a:lnTo>
                  <a:lnTo>
                    <a:pt x="83" y="0"/>
                  </a:lnTo>
                  <a:lnTo>
                    <a:pt x="85" y="4"/>
                  </a:lnTo>
                  <a:lnTo>
                    <a:pt x="88" y="5"/>
                  </a:lnTo>
                  <a:lnTo>
                    <a:pt x="88" y="10"/>
                  </a:lnTo>
                  <a:lnTo>
                    <a:pt x="88" y="11"/>
                  </a:lnTo>
                  <a:lnTo>
                    <a:pt x="91" y="12"/>
                  </a:lnTo>
                  <a:lnTo>
                    <a:pt x="97" y="12"/>
                  </a:lnTo>
                  <a:lnTo>
                    <a:pt x="98" y="15"/>
                  </a:lnTo>
                  <a:lnTo>
                    <a:pt x="98" y="15"/>
                  </a:lnTo>
                  <a:lnTo>
                    <a:pt x="101" y="15"/>
                  </a:lnTo>
                  <a:lnTo>
                    <a:pt x="104" y="15"/>
                  </a:lnTo>
                  <a:lnTo>
                    <a:pt x="107" y="15"/>
                  </a:lnTo>
                  <a:lnTo>
                    <a:pt x="107" y="17"/>
                  </a:lnTo>
                  <a:lnTo>
                    <a:pt x="107" y="18"/>
                  </a:lnTo>
                  <a:lnTo>
                    <a:pt x="109" y="18"/>
                  </a:lnTo>
                  <a:lnTo>
                    <a:pt x="109" y="20"/>
                  </a:lnTo>
                  <a:lnTo>
                    <a:pt x="112" y="20"/>
                  </a:lnTo>
                  <a:lnTo>
                    <a:pt x="115" y="20"/>
                  </a:lnTo>
                  <a:lnTo>
                    <a:pt x="119" y="20"/>
                  </a:lnTo>
                  <a:lnTo>
                    <a:pt x="121" y="27"/>
                  </a:lnTo>
                  <a:lnTo>
                    <a:pt x="121" y="32"/>
                  </a:lnTo>
                  <a:lnTo>
                    <a:pt x="121" y="32"/>
                  </a:lnTo>
                  <a:lnTo>
                    <a:pt x="121" y="33"/>
                  </a:lnTo>
                  <a:lnTo>
                    <a:pt x="121" y="39"/>
                  </a:lnTo>
                  <a:lnTo>
                    <a:pt x="121" y="42"/>
                  </a:lnTo>
                  <a:lnTo>
                    <a:pt x="121" y="44"/>
                  </a:lnTo>
                  <a:lnTo>
                    <a:pt x="121" y="44"/>
                  </a:lnTo>
                  <a:lnTo>
                    <a:pt x="121" y="44"/>
                  </a:lnTo>
                  <a:lnTo>
                    <a:pt x="119" y="45"/>
                  </a:lnTo>
                  <a:lnTo>
                    <a:pt x="121" y="48"/>
                  </a:lnTo>
                  <a:lnTo>
                    <a:pt x="121" y="54"/>
                  </a:lnTo>
                  <a:lnTo>
                    <a:pt x="121" y="54"/>
                  </a:lnTo>
                  <a:lnTo>
                    <a:pt x="121" y="54"/>
                  </a:lnTo>
                  <a:lnTo>
                    <a:pt x="119" y="55"/>
                  </a:lnTo>
                  <a:lnTo>
                    <a:pt x="115" y="55"/>
                  </a:lnTo>
                  <a:lnTo>
                    <a:pt x="115" y="61"/>
                  </a:lnTo>
                  <a:lnTo>
                    <a:pt x="112" y="62"/>
                  </a:lnTo>
                  <a:lnTo>
                    <a:pt x="109" y="64"/>
                  </a:lnTo>
                  <a:lnTo>
                    <a:pt x="107" y="69"/>
                  </a:lnTo>
                  <a:lnTo>
                    <a:pt x="107" y="69"/>
                  </a:lnTo>
                  <a:lnTo>
                    <a:pt x="107" y="73"/>
                  </a:lnTo>
                  <a:lnTo>
                    <a:pt x="107" y="76"/>
                  </a:lnTo>
                  <a:lnTo>
                    <a:pt x="107" y="76"/>
                  </a:lnTo>
                  <a:lnTo>
                    <a:pt x="107" y="77"/>
                  </a:lnTo>
                  <a:lnTo>
                    <a:pt x="107" y="77"/>
                  </a:lnTo>
                  <a:lnTo>
                    <a:pt x="107" y="77"/>
                  </a:lnTo>
                  <a:lnTo>
                    <a:pt x="104" y="85"/>
                  </a:lnTo>
                  <a:lnTo>
                    <a:pt x="101" y="85"/>
                  </a:lnTo>
                  <a:lnTo>
                    <a:pt x="97" y="85"/>
                  </a:lnTo>
                  <a:lnTo>
                    <a:pt x="88" y="85"/>
                  </a:lnTo>
                  <a:lnTo>
                    <a:pt x="83" y="85"/>
                  </a:lnTo>
                  <a:lnTo>
                    <a:pt x="82" y="85"/>
                  </a:lnTo>
                  <a:lnTo>
                    <a:pt x="80" y="85"/>
                  </a:lnTo>
                  <a:lnTo>
                    <a:pt x="78" y="85"/>
                  </a:lnTo>
                  <a:lnTo>
                    <a:pt x="73" y="85"/>
                  </a:lnTo>
                  <a:lnTo>
                    <a:pt x="73" y="85"/>
                  </a:lnTo>
                  <a:lnTo>
                    <a:pt x="71" y="85"/>
                  </a:lnTo>
                  <a:lnTo>
                    <a:pt x="69" y="85"/>
                  </a:lnTo>
                  <a:lnTo>
                    <a:pt x="69" y="85"/>
                  </a:lnTo>
                </a:path>
              </a:pathLst>
            </a:custGeom>
            <a:solidFill>
              <a:srgbClr val="ffc0b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60" name=""/>
            <p:cNvSpPr/>
            <p:nvPr/>
          </p:nvSpPr>
          <p:spPr>
            <a:xfrm>
              <a:off x="4438800" y="4635360"/>
              <a:ext cx="176040" cy="158760"/>
            </a:xfrm>
            <a:custGeom>
              <a:avLst/>
              <a:gdLst/>
              <a:ahLst/>
              <a:rect l="l" t="t" r="r" b="b"/>
              <a:pathLst>
                <a:path w="111" h="100">
                  <a:moveTo>
                    <a:pt x="110" y="0"/>
                  </a:moveTo>
                  <a:lnTo>
                    <a:pt x="110" y="1"/>
                  </a:lnTo>
                  <a:lnTo>
                    <a:pt x="110" y="7"/>
                  </a:lnTo>
                  <a:lnTo>
                    <a:pt x="99" y="9"/>
                  </a:lnTo>
                  <a:lnTo>
                    <a:pt x="94" y="11"/>
                  </a:lnTo>
                  <a:lnTo>
                    <a:pt x="94" y="12"/>
                  </a:lnTo>
                  <a:lnTo>
                    <a:pt x="94" y="17"/>
                  </a:lnTo>
                  <a:lnTo>
                    <a:pt x="84" y="21"/>
                  </a:lnTo>
                  <a:lnTo>
                    <a:pt x="84" y="21"/>
                  </a:lnTo>
                  <a:lnTo>
                    <a:pt x="80" y="21"/>
                  </a:lnTo>
                  <a:lnTo>
                    <a:pt x="75" y="21"/>
                  </a:lnTo>
                  <a:lnTo>
                    <a:pt x="75" y="21"/>
                  </a:lnTo>
                  <a:lnTo>
                    <a:pt x="75" y="23"/>
                  </a:lnTo>
                  <a:lnTo>
                    <a:pt x="75" y="23"/>
                  </a:lnTo>
                  <a:lnTo>
                    <a:pt x="75" y="29"/>
                  </a:lnTo>
                  <a:lnTo>
                    <a:pt x="73" y="29"/>
                  </a:lnTo>
                  <a:lnTo>
                    <a:pt x="73" y="29"/>
                  </a:lnTo>
                  <a:lnTo>
                    <a:pt x="73" y="29"/>
                  </a:lnTo>
                  <a:lnTo>
                    <a:pt x="73" y="29"/>
                  </a:lnTo>
                  <a:lnTo>
                    <a:pt x="67" y="33"/>
                  </a:lnTo>
                  <a:lnTo>
                    <a:pt x="64" y="33"/>
                  </a:lnTo>
                  <a:lnTo>
                    <a:pt x="60" y="33"/>
                  </a:lnTo>
                  <a:lnTo>
                    <a:pt x="60" y="33"/>
                  </a:lnTo>
                  <a:lnTo>
                    <a:pt x="59" y="38"/>
                  </a:lnTo>
                  <a:lnTo>
                    <a:pt x="53" y="38"/>
                  </a:lnTo>
                  <a:lnTo>
                    <a:pt x="53" y="38"/>
                  </a:lnTo>
                  <a:lnTo>
                    <a:pt x="47" y="38"/>
                  </a:lnTo>
                  <a:lnTo>
                    <a:pt x="47" y="38"/>
                  </a:lnTo>
                  <a:lnTo>
                    <a:pt x="45" y="38"/>
                  </a:lnTo>
                  <a:lnTo>
                    <a:pt x="45" y="39"/>
                  </a:lnTo>
                  <a:lnTo>
                    <a:pt x="45" y="39"/>
                  </a:lnTo>
                  <a:lnTo>
                    <a:pt x="42" y="39"/>
                  </a:lnTo>
                  <a:lnTo>
                    <a:pt x="42" y="39"/>
                  </a:lnTo>
                  <a:lnTo>
                    <a:pt x="39" y="42"/>
                  </a:lnTo>
                  <a:lnTo>
                    <a:pt x="36" y="42"/>
                  </a:lnTo>
                  <a:lnTo>
                    <a:pt x="36" y="42"/>
                  </a:lnTo>
                  <a:lnTo>
                    <a:pt x="35" y="45"/>
                  </a:lnTo>
                  <a:lnTo>
                    <a:pt x="29" y="45"/>
                  </a:lnTo>
                  <a:lnTo>
                    <a:pt x="26" y="45"/>
                  </a:lnTo>
                  <a:lnTo>
                    <a:pt x="21" y="45"/>
                  </a:lnTo>
                  <a:lnTo>
                    <a:pt x="21" y="48"/>
                  </a:lnTo>
                  <a:lnTo>
                    <a:pt x="20" y="48"/>
                  </a:lnTo>
                  <a:lnTo>
                    <a:pt x="18" y="48"/>
                  </a:lnTo>
                  <a:lnTo>
                    <a:pt x="11" y="48"/>
                  </a:lnTo>
                  <a:lnTo>
                    <a:pt x="7" y="48"/>
                  </a:lnTo>
                  <a:lnTo>
                    <a:pt x="6" y="48"/>
                  </a:lnTo>
                  <a:lnTo>
                    <a:pt x="5" y="48"/>
                  </a:lnTo>
                  <a:lnTo>
                    <a:pt x="3" y="48"/>
                  </a:lnTo>
                  <a:lnTo>
                    <a:pt x="3" y="48"/>
                  </a:lnTo>
                  <a:lnTo>
                    <a:pt x="3" y="48"/>
                  </a:lnTo>
                  <a:lnTo>
                    <a:pt x="3" y="48"/>
                  </a:lnTo>
                  <a:lnTo>
                    <a:pt x="3" y="48"/>
                  </a:lnTo>
                  <a:lnTo>
                    <a:pt x="0" y="48"/>
                  </a:lnTo>
                  <a:lnTo>
                    <a:pt x="0" y="53"/>
                  </a:lnTo>
                  <a:lnTo>
                    <a:pt x="0" y="62"/>
                  </a:lnTo>
                  <a:lnTo>
                    <a:pt x="0" y="65"/>
                  </a:lnTo>
                  <a:lnTo>
                    <a:pt x="3" y="65"/>
                  </a:lnTo>
                  <a:lnTo>
                    <a:pt x="3" y="77"/>
                  </a:lnTo>
                  <a:lnTo>
                    <a:pt x="5" y="81"/>
                  </a:lnTo>
                  <a:lnTo>
                    <a:pt x="7" y="82"/>
                  </a:lnTo>
                  <a:lnTo>
                    <a:pt x="16" y="84"/>
                  </a:lnTo>
                  <a:lnTo>
                    <a:pt x="18" y="84"/>
                  </a:lnTo>
                  <a:lnTo>
                    <a:pt x="21" y="89"/>
                  </a:lnTo>
                  <a:lnTo>
                    <a:pt x="21" y="95"/>
                  </a:lnTo>
                  <a:lnTo>
                    <a:pt x="23" y="99"/>
                  </a:lnTo>
                  <a:lnTo>
                    <a:pt x="26" y="99"/>
                  </a:lnTo>
                  <a:lnTo>
                    <a:pt x="26" y="99"/>
                  </a:lnTo>
                  <a:lnTo>
                    <a:pt x="29" y="99"/>
                  </a:lnTo>
                  <a:lnTo>
                    <a:pt x="35" y="95"/>
                  </a:lnTo>
                  <a:lnTo>
                    <a:pt x="35" y="89"/>
                  </a:lnTo>
                  <a:lnTo>
                    <a:pt x="35" y="84"/>
                  </a:lnTo>
                  <a:lnTo>
                    <a:pt x="36" y="84"/>
                  </a:lnTo>
                  <a:lnTo>
                    <a:pt x="36" y="84"/>
                  </a:lnTo>
                  <a:lnTo>
                    <a:pt x="36" y="82"/>
                  </a:lnTo>
                  <a:lnTo>
                    <a:pt x="39" y="82"/>
                  </a:lnTo>
                  <a:lnTo>
                    <a:pt x="39" y="82"/>
                  </a:lnTo>
                  <a:lnTo>
                    <a:pt x="42" y="82"/>
                  </a:lnTo>
                  <a:lnTo>
                    <a:pt x="45" y="82"/>
                  </a:lnTo>
                  <a:lnTo>
                    <a:pt x="45" y="82"/>
                  </a:lnTo>
                  <a:lnTo>
                    <a:pt x="45" y="82"/>
                  </a:lnTo>
                  <a:lnTo>
                    <a:pt x="45" y="82"/>
                  </a:lnTo>
                  <a:lnTo>
                    <a:pt x="47" y="81"/>
                  </a:lnTo>
                  <a:lnTo>
                    <a:pt x="47" y="81"/>
                  </a:lnTo>
                  <a:lnTo>
                    <a:pt x="47" y="81"/>
                  </a:lnTo>
                  <a:lnTo>
                    <a:pt x="47" y="78"/>
                  </a:lnTo>
                  <a:lnTo>
                    <a:pt x="47" y="78"/>
                  </a:lnTo>
                  <a:lnTo>
                    <a:pt x="50" y="77"/>
                  </a:lnTo>
                  <a:lnTo>
                    <a:pt x="50" y="77"/>
                  </a:lnTo>
                  <a:lnTo>
                    <a:pt x="53" y="70"/>
                  </a:lnTo>
                  <a:lnTo>
                    <a:pt x="53" y="69"/>
                  </a:lnTo>
                  <a:lnTo>
                    <a:pt x="53" y="67"/>
                  </a:lnTo>
                  <a:lnTo>
                    <a:pt x="59" y="67"/>
                  </a:lnTo>
                  <a:lnTo>
                    <a:pt x="60" y="65"/>
                  </a:lnTo>
                  <a:lnTo>
                    <a:pt x="60" y="65"/>
                  </a:lnTo>
                  <a:lnTo>
                    <a:pt x="60" y="65"/>
                  </a:lnTo>
                  <a:lnTo>
                    <a:pt x="64" y="65"/>
                  </a:lnTo>
                  <a:lnTo>
                    <a:pt x="66" y="65"/>
                  </a:lnTo>
                  <a:lnTo>
                    <a:pt x="67" y="65"/>
                  </a:lnTo>
                  <a:lnTo>
                    <a:pt x="68" y="63"/>
                  </a:lnTo>
                  <a:lnTo>
                    <a:pt x="70" y="62"/>
                  </a:lnTo>
                  <a:lnTo>
                    <a:pt x="73" y="62"/>
                  </a:lnTo>
                  <a:lnTo>
                    <a:pt x="73" y="62"/>
                  </a:lnTo>
                  <a:lnTo>
                    <a:pt x="73" y="58"/>
                  </a:lnTo>
                  <a:lnTo>
                    <a:pt x="73" y="54"/>
                  </a:lnTo>
                  <a:lnTo>
                    <a:pt x="75" y="48"/>
                  </a:lnTo>
                  <a:lnTo>
                    <a:pt x="75" y="48"/>
                  </a:lnTo>
                  <a:lnTo>
                    <a:pt x="75" y="48"/>
                  </a:lnTo>
                  <a:lnTo>
                    <a:pt x="75" y="48"/>
                  </a:lnTo>
                  <a:lnTo>
                    <a:pt x="75" y="48"/>
                  </a:lnTo>
                  <a:lnTo>
                    <a:pt x="75" y="45"/>
                  </a:lnTo>
                  <a:lnTo>
                    <a:pt x="77" y="45"/>
                  </a:lnTo>
                  <a:lnTo>
                    <a:pt x="80" y="45"/>
                  </a:lnTo>
                  <a:lnTo>
                    <a:pt x="84" y="45"/>
                  </a:lnTo>
                  <a:lnTo>
                    <a:pt x="84" y="45"/>
                  </a:lnTo>
                  <a:lnTo>
                    <a:pt x="84" y="42"/>
                  </a:lnTo>
                  <a:lnTo>
                    <a:pt x="89" y="42"/>
                  </a:lnTo>
                  <a:lnTo>
                    <a:pt x="91" y="42"/>
                  </a:lnTo>
                  <a:lnTo>
                    <a:pt x="94" y="39"/>
                  </a:lnTo>
                  <a:lnTo>
                    <a:pt x="94" y="38"/>
                  </a:lnTo>
                  <a:lnTo>
                    <a:pt x="94" y="33"/>
                  </a:lnTo>
                  <a:lnTo>
                    <a:pt x="94" y="33"/>
                  </a:lnTo>
                  <a:lnTo>
                    <a:pt x="94" y="33"/>
                  </a:lnTo>
                  <a:lnTo>
                    <a:pt x="94" y="33"/>
                  </a:lnTo>
                  <a:lnTo>
                    <a:pt x="94" y="33"/>
                  </a:lnTo>
                  <a:lnTo>
                    <a:pt x="94" y="33"/>
                  </a:lnTo>
                  <a:lnTo>
                    <a:pt x="94" y="29"/>
                  </a:lnTo>
                  <a:lnTo>
                    <a:pt x="99" y="23"/>
                  </a:lnTo>
                  <a:lnTo>
                    <a:pt x="99" y="21"/>
                  </a:lnTo>
                  <a:lnTo>
                    <a:pt x="99" y="17"/>
                  </a:lnTo>
                  <a:lnTo>
                    <a:pt x="103" y="16"/>
                  </a:lnTo>
                  <a:lnTo>
                    <a:pt x="106" y="12"/>
                  </a:lnTo>
                  <a:lnTo>
                    <a:pt x="110" y="11"/>
                  </a:lnTo>
                  <a:lnTo>
                    <a:pt x="110" y="9"/>
                  </a:lnTo>
                  <a:lnTo>
                    <a:pt x="110" y="7"/>
                  </a:lnTo>
                  <a:lnTo>
                    <a:pt x="110" y="1"/>
                  </a:lnTo>
                  <a:lnTo>
                    <a:pt x="110" y="1"/>
                  </a:lnTo>
                  <a:lnTo>
                    <a:pt x="110" y="0"/>
                  </a:lnTo>
                  <a:lnTo>
                    <a:pt x="110" y="0"/>
                  </a:lnTo>
                </a:path>
              </a:pathLst>
            </a:custGeom>
            <a:solidFill>
              <a:srgbClr val="ffefce"/>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61" name=""/>
            <p:cNvSpPr/>
            <p:nvPr/>
          </p:nvSpPr>
          <p:spPr>
            <a:xfrm>
              <a:off x="4389480" y="4567320"/>
              <a:ext cx="250920" cy="452520"/>
            </a:xfrm>
            <a:custGeom>
              <a:avLst/>
              <a:gdLst/>
              <a:ahLst/>
              <a:rect l="l" t="t" r="r" b="b"/>
              <a:pathLst>
                <a:path w="158" h="285">
                  <a:moveTo>
                    <a:pt x="78" y="284"/>
                  </a:moveTo>
                  <a:lnTo>
                    <a:pt x="78" y="280"/>
                  </a:lnTo>
                  <a:lnTo>
                    <a:pt x="76" y="278"/>
                  </a:lnTo>
                  <a:lnTo>
                    <a:pt x="76" y="271"/>
                  </a:lnTo>
                  <a:lnTo>
                    <a:pt x="76" y="271"/>
                  </a:lnTo>
                  <a:lnTo>
                    <a:pt x="76" y="267"/>
                  </a:lnTo>
                  <a:lnTo>
                    <a:pt x="76" y="258"/>
                  </a:lnTo>
                  <a:lnTo>
                    <a:pt x="76" y="256"/>
                  </a:lnTo>
                  <a:lnTo>
                    <a:pt x="76" y="252"/>
                  </a:lnTo>
                  <a:lnTo>
                    <a:pt x="76" y="252"/>
                  </a:lnTo>
                  <a:lnTo>
                    <a:pt x="76" y="252"/>
                  </a:lnTo>
                  <a:lnTo>
                    <a:pt x="73" y="247"/>
                  </a:lnTo>
                  <a:lnTo>
                    <a:pt x="73" y="240"/>
                  </a:lnTo>
                  <a:lnTo>
                    <a:pt x="70" y="234"/>
                  </a:lnTo>
                  <a:lnTo>
                    <a:pt x="70" y="232"/>
                  </a:lnTo>
                  <a:lnTo>
                    <a:pt x="70" y="225"/>
                  </a:lnTo>
                  <a:lnTo>
                    <a:pt x="73" y="218"/>
                  </a:lnTo>
                  <a:lnTo>
                    <a:pt x="73" y="212"/>
                  </a:lnTo>
                  <a:lnTo>
                    <a:pt x="73" y="206"/>
                  </a:lnTo>
                  <a:lnTo>
                    <a:pt x="70" y="197"/>
                  </a:lnTo>
                  <a:lnTo>
                    <a:pt x="70" y="195"/>
                  </a:lnTo>
                  <a:lnTo>
                    <a:pt x="70" y="192"/>
                  </a:lnTo>
                  <a:lnTo>
                    <a:pt x="67" y="187"/>
                  </a:lnTo>
                  <a:lnTo>
                    <a:pt x="67" y="181"/>
                  </a:lnTo>
                  <a:lnTo>
                    <a:pt x="67" y="178"/>
                  </a:lnTo>
                  <a:lnTo>
                    <a:pt x="67" y="175"/>
                  </a:lnTo>
                  <a:lnTo>
                    <a:pt x="67" y="175"/>
                  </a:lnTo>
                  <a:lnTo>
                    <a:pt x="66" y="168"/>
                  </a:lnTo>
                  <a:lnTo>
                    <a:pt x="60" y="168"/>
                  </a:lnTo>
                  <a:lnTo>
                    <a:pt x="57" y="164"/>
                  </a:lnTo>
                  <a:lnTo>
                    <a:pt x="54" y="162"/>
                  </a:lnTo>
                  <a:lnTo>
                    <a:pt x="52" y="152"/>
                  </a:lnTo>
                  <a:lnTo>
                    <a:pt x="52" y="150"/>
                  </a:lnTo>
                  <a:lnTo>
                    <a:pt x="52" y="149"/>
                  </a:lnTo>
                  <a:lnTo>
                    <a:pt x="51" y="144"/>
                  </a:lnTo>
                  <a:lnTo>
                    <a:pt x="49" y="142"/>
                  </a:lnTo>
                  <a:lnTo>
                    <a:pt x="47" y="142"/>
                  </a:lnTo>
                  <a:lnTo>
                    <a:pt x="42" y="138"/>
                  </a:lnTo>
                  <a:lnTo>
                    <a:pt x="37" y="132"/>
                  </a:lnTo>
                  <a:lnTo>
                    <a:pt x="36" y="127"/>
                  </a:lnTo>
                  <a:lnTo>
                    <a:pt x="34" y="125"/>
                  </a:lnTo>
                  <a:lnTo>
                    <a:pt x="30" y="125"/>
                  </a:lnTo>
                  <a:lnTo>
                    <a:pt x="25" y="124"/>
                  </a:lnTo>
                  <a:lnTo>
                    <a:pt x="20" y="121"/>
                  </a:lnTo>
                  <a:lnTo>
                    <a:pt x="19" y="120"/>
                  </a:lnTo>
                  <a:lnTo>
                    <a:pt x="16" y="113"/>
                  </a:lnTo>
                  <a:lnTo>
                    <a:pt x="12" y="110"/>
                  </a:lnTo>
                  <a:lnTo>
                    <a:pt x="12" y="108"/>
                  </a:lnTo>
                  <a:lnTo>
                    <a:pt x="12" y="108"/>
                  </a:lnTo>
                  <a:lnTo>
                    <a:pt x="12" y="106"/>
                  </a:lnTo>
                  <a:lnTo>
                    <a:pt x="12" y="105"/>
                  </a:lnTo>
                  <a:lnTo>
                    <a:pt x="8" y="97"/>
                  </a:lnTo>
                  <a:lnTo>
                    <a:pt x="3" y="91"/>
                  </a:lnTo>
                  <a:lnTo>
                    <a:pt x="1" y="91"/>
                  </a:lnTo>
                  <a:lnTo>
                    <a:pt x="1" y="91"/>
                  </a:lnTo>
                  <a:lnTo>
                    <a:pt x="0" y="91"/>
                  </a:lnTo>
                  <a:lnTo>
                    <a:pt x="1" y="91"/>
                  </a:lnTo>
                  <a:lnTo>
                    <a:pt x="1" y="91"/>
                  </a:lnTo>
                  <a:lnTo>
                    <a:pt x="1" y="91"/>
                  </a:lnTo>
                  <a:lnTo>
                    <a:pt x="3" y="91"/>
                  </a:lnTo>
                  <a:lnTo>
                    <a:pt x="6" y="91"/>
                  </a:lnTo>
                  <a:lnTo>
                    <a:pt x="8" y="91"/>
                  </a:lnTo>
                  <a:lnTo>
                    <a:pt x="12" y="91"/>
                  </a:lnTo>
                  <a:lnTo>
                    <a:pt x="12" y="91"/>
                  </a:lnTo>
                  <a:lnTo>
                    <a:pt x="12" y="96"/>
                  </a:lnTo>
                  <a:lnTo>
                    <a:pt x="16" y="96"/>
                  </a:lnTo>
                  <a:lnTo>
                    <a:pt x="16" y="96"/>
                  </a:lnTo>
                  <a:lnTo>
                    <a:pt x="20" y="96"/>
                  </a:lnTo>
                  <a:lnTo>
                    <a:pt x="20" y="96"/>
                  </a:lnTo>
                  <a:lnTo>
                    <a:pt x="25" y="96"/>
                  </a:lnTo>
                  <a:lnTo>
                    <a:pt x="25" y="91"/>
                  </a:lnTo>
                  <a:lnTo>
                    <a:pt x="31" y="91"/>
                  </a:lnTo>
                  <a:lnTo>
                    <a:pt x="31" y="91"/>
                  </a:lnTo>
                  <a:lnTo>
                    <a:pt x="32" y="91"/>
                  </a:lnTo>
                  <a:lnTo>
                    <a:pt x="34" y="91"/>
                  </a:lnTo>
                  <a:lnTo>
                    <a:pt x="34" y="91"/>
                  </a:lnTo>
                  <a:lnTo>
                    <a:pt x="36" y="91"/>
                  </a:lnTo>
                  <a:lnTo>
                    <a:pt x="37" y="91"/>
                  </a:lnTo>
                  <a:lnTo>
                    <a:pt x="40" y="96"/>
                  </a:lnTo>
                  <a:lnTo>
                    <a:pt x="42" y="96"/>
                  </a:lnTo>
                  <a:lnTo>
                    <a:pt x="47" y="96"/>
                  </a:lnTo>
                  <a:lnTo>
                    <a:pt x="51" y="96"/>
                  </a:lnTo>
                  <a:lnTo>
                    <a:pt x="52" y="96"/>
                  </a:lnTo>
                  <a:lnTo>
                    <a:pt x="57" y="91"/>
                  </a:lnTo>
                  <a:lnTo>
                    <a:pt x="66" y="91"/>
                  </a:lnTo>
                  <a:lnTo>
                    <a:pt x="66" y="91"/>
                  </a:lnTo>
                  <a:lnTo>
                    <a:pt x="67" y="91"/>
                  </a:lnTo>
                  <a:lnTo>
                    <a:pt x="67" y="91"/>
                  </a:lnTo>
                  <a:lnTo>
                    <a:pt x="70" y="88"/>
                  </a:lnTo>
                  <a:lnTo>
                    <a:pt x="70" y="88"/>
                  </a:lnTo>
                  <a:lnTo>
                    <a:pt x="76" y="88"/>
                  </a:lnTo>
                  <a:lnTo>
                    <a:pt x="76" y="88"/>
                  </a:lnTo>
                  <a:lnTo>
                    <a:pt x="78" y="88"/>
                  </a:lnTo>
                  <a:lnTo>
                    <a:pt x="84" y="88"/>
                  </a:lnTo>
                  <a:lnTo>
                    <a:pt x="91" y="88"/>
                  </a:lnTo>
                  <a:lnTo>
                    <a:pt x="91" y="85"/>
                  </a:lnTo>
                  <a:lnTo>
                    <a:pt x="95" y="82"/>
                  </a:lnTo>
                  <a:lnTo>
                    <a:pt x="98" y="81"/>
                  </a:lnTo>
                  <a:lnTo>
                    <a:pt x="101" y="81"/>
                  </a:lnTo>
                  <a:lnTo>
                    <a:pt x="106" y="76"/>
                  </a:lnTo>
                  <a:lnTo>
                    <a:pt x="106" y="76"/>
                  </a:lnTo>
                  <a:lnTo>
                    <a:pt x="111" y="76"/>
                  </a:lnTo>
                  <a:lnTo>
                    <a:pt x="115" y="76"/>
                  </a:lnTo>
                  <a:lnTo>
                    <a:pt x="120" y="72"/>
                  </a:lnTo>
                  <a:lnTo>
                    <a:pt x="122" y="65"/>
                  </a:lnTo>
                  <a:lnTo>
                    <a:pt x="125" y="65"/>
                  </a:lnTo>
                  <a:lnTo>
                    <a:pt x="125" y="64"/>
                  </a:lnTo>
                  <a:lnTo>
                    <a:pt x="125" y="64"/>
                  </a:lnTo>
                  <a:lnTo>
                    <a:pt x="125" y="64"/>
                  </a:lnTo>
                  <a:lnTo>
                    <a:pt x="125" y="64"/>
                  </a:lnTo>
                  <a:lnTo>
                    <a:pt x="125" y="61"/>
                  </a:lnTo>
                  <a:lnTo>
                    <a:pt x="125" y="60"/>
                  </a:lnTo>
                  <a:lnTo>
                    <a:pt x="125" y="59"/>
                  </a:lnTo>
                  <a:lnTo>
                    <a:pt x="130" y="52"/>
                  </a:lnTo>
                  <a:lnTo>
                    <a:pt x="137" y="44"/>
                  </a:lnTo>
                  <a:lnTo>
                    <a:pt x="141" y="40"/>
                  </a:lnTo>
                  <a:lnTo>
                    <a:pt x="141" y="37"/>
                  </a:lnTo>
                  <a:lnTo>
                    <a:pt x="143" y="37"/>
                  </a:lnTo>
                  <a:lnTo>
                    <a:pt x="147" y="27"/>
                  </a:lnTo>
                  <a:lnTo>
                    <a:pt x="148" y="21"/>
                  </a:lnTo>
                  <a:lnTo>
                    <a:pt x="152" y="19"/>
                  </a:lnTo>
                  <a:lnTo>
                    <a:pt x="152" y="17"/>
                  </a:lnTo>
                  <a:lnTo>
                    <a:pt x="152" y="15"/>
                  </a:lnTo>
                  <a:lnTo>
                    <a:pt x="152" y="15"/>
                  </a:lnTo>
                  <a:lnTo>
                    <a:pt x="152" y="15"/>
                  </a:lnTo>
                  <a:lnTo>
                    <a:pt x="152" y="0"/>
                  </a:lnTo>
                  <a:lnTo>
                    <a:pt x="152" y="0"/>
                  </a:lnTo>
                  <a:lnTo>
                    <a:pt x="154" y="10"/>
                  </a:lnTo>
                  <a:lnTo>
                    <a:pt x="157" y="17"/>
                  </a:lnTo>
                  <a:lnTo>
                    <a:pt x="154" y="25"/>
                  </a:lnTo>
                  <a:lnTo>
                    <a:pt x="152" y="27"/>
                  </a:lnTo>
                  <a:lnTo>
                    <a:pt x="148" y="37"/>
                  </a:lnTo>
                  <a:lnTo>
                    <a:pt x="147" y="37"/>
                  </a:lnTo>
                  <a:lnTo>
                    <a:pt x="143" y="41"/>
                  </a:lnTo>
                  <a:lnTo>
                    <a:pt x="141" y="43"/>
                  </a:lnTo>
                  <a:lnTo>
                    <a:pt x="141" y="50"/>
                  </a:lnTo>
                  <a:lnTo>
                    <a:pt x="141" y="50"/>
                  </a:lnTo>
                  <a:lnTo>
                    <a:pt x="141" y="52"/>
                  </a:lnTo>
                  <a:lnTo>
                    <a:pt x="141" y="54"/>
                  </a:lnTo>
                  <a:lnTo>
                    <a:pt x="141" y="54"/>
                  </a:lnTo>
                  <a:lnTo>
                    <a:pt x="141" y="55"/>
                  </a:lnTo>
                  <a:lnTo>
                    <a:pt x="141" y="60"/>
                  </a:lnTo>
                  <a:lnTo>
                    <a:pt x="141" y="61"/>
                  </a:lnTo>
                  <a:lnTo>
                    <a:pt x="134" y="64"/>
                  </a:lnTo>
                  <a:lnTo>
                    <a:pt x="130" y="64"/>
                  </a:lnTo>
                  <a:lnTo>
                    <a:pt x="125" y="65"/>
                  </a:lnTo>
                  <a:lnTo>
                    <a:pt x="125" y="66"/>
                  </a:lnTo>
                  <a:lnTo>
                    <a:pt x="125" y="72"/>
                  </a:lnTo>
                  <a:lnTo>
                    <a:pt x="125" y="72"/>
                  </a:lnTo>
                  <a:lnTo>
                    <a:pt x="125" y="76"/>
                  </a:lnTo>
                  <a:lnTo>
                    <a:pt x="125" y="76"/>
                  </a:lnTo>
                  <a:lnTo>
                    <a:pt x="125" y="76"/>
                  </a:lnTo>
                  <a:lnTo>
                    <a:pt x="122" y="81"/>
                  </a:lnTo>
                  <a:lnTo>
                    <a:pt x="120" y="82"/>
                  </a:lnTo>
                  <a:lnTo>
                    <a:pt x="115" y="82"/>
                  </a:lnTo>
                  <a:lnTo>
                    <a:pt x="115" y="82"/>
                  </a:lnTo>
                  <a:lnTo>
                    <a:pt x="108" y="85"/>
                  </a:lnTo>
                  <a:lnTo>
                    <a:pt x="106" y="85"/>
                  </a:lnTo>
                  <a:lnTo>
                    <a:pt x="106" y="85"/>
                  </a:lnTo>
                  <a:lnTo>
                    <a:pt x="104" y="86"/>
                  </a:lnTo>
                  <a:lnTo>
                    <a:pt x="101" y="88"/>
                  </a:lnTo>
                  <a:lnTo>
                    <a:pt x="98" y="88"/>
                  </a:lnTo>
                  <a:lnTo>
                    <a:pt x="97" y="88"/>
                  </a:lnTo>
                  <a:lnTo>
                    <a:pt x="95" y="91"/>
                  </a:lnTo>
                  <a:lnTo>
                    <a:pt x="95" y="91"/>
                  </a:lnTo>
                  <a:lnTo>
                    <a:pt x="91" y="91"/>
                  </a:lnTo>
                  <a:lnTo>
                    <a:pt x="91" y="91"/>
                  </a:lnTo>
                  <a:lnTo>
                    <a:pt x="91" y="91"/>
                  </a:lnTo>
                  <a:lnTo>
                    <a:pt x="90" y="91"/>
                  </a:lnTo>
                  <a:lnTo>
                    <a:pt x="84" y="91"/>
                  </a:lnTo>
                  <a:lnTo>
                    <a:pt x="84" y="91"/>
                  </a:lnTo>
                  <a:lnTo>
                    <a:pt x="81" y="91"/>
                  </a:lnTo>
                  <a:lnTo>
                    <a:pt x="78" y="96"/>
                  </a:lnTo>
                  <a:lnTo>
                    <a:pt x="76" y="97"/>
                  </a:lnTo>
                  <a:lnTo>
                    <a:pt x="76" y="101"/>
                  </a:lnTo>
                  <a:lnTo>
                    <a:pt x="76" y="105"/>
                  </a:lnTo>
                  <a:lnTo>
                    <a:pt x="73" y="105"/>
                  </a:lnTo>
                  <a:lnTo>
                    <a:pt x="70" y="101"/>
                  </a:lnTo>
                  <a:lnTo>
                    <a:pt x="67" y="101"/>
                  </a:lnTo>
                  <a:lnTo>
                    <a:pt x="67" y="97"/>
                  </a:lnTo>
                  <a:lnTo>
                    <a:pt x="66" y="97"/>
                  </a:lnTo>
                  <a:lnTo>
                    <a:pt x="66" y="101"/>
                  </a:lnTo>
                  <a:lnTo>
                    <a:pt x="60" y="105"/>
                  </a:lnTo>
                  <a:lnTo>
                    <a:pt x="57" y="105"/>
                  </a:lnTo>
                  <a:lnTo>
                    <a:pt x="57" y="105"/>
                  </a:lnTo>
                  <a:lnTo>
                    <a:pt x="54" y="105"/>
                  </a:lnTo>
                  <a:lnTo>
                    <a:pt x="52" y="105"/>
                  </a:lnTo>
                  <a:lnTo>
                    <a:pt x="51" y="106"/>
                  </a:lnTo>
                  <a:lnTo>
                    <a:pt x="49" y="108"/>
                  </a:lnTo>
                  <a:lnTo>
                    <a:pt x="42" y="108"/>
                  </a:lnTo>
                  <a:lnTo>
                    <a:pt x="38" y="108"/>
                  </a:lnTo>
                  <a:lnTo>
                    <a:pt x="36" y="108"/>
                  </a:lnTo>
                  <a:lnTo>
                    <a:pt x="34" y="108"/>
                  </a:lnTo>
                  <a:lnTo>
                    <a:pt x="34" y="108"/>
                  </a:lnTo>
                  <a:lnTo>
                    <a:pt x="34" y="108"/>
                  </a:lnTo>
                  <a:lnTo>
                    <a:pt x="34" y="108"/>
                  </a:lnTo>
                  <a:lnTo>
                    <a:pt x="34" y="110"/>
                  </a:lnTo>
                  <a:lnTo>
                    <a:pt x="36" y="110"/>
                  </a:lnTo>
                  <a:lnTo>
                    <a:pt x="36" y="113"/>
                  </a:lnTo>
                  <a:lnTo>
                    <a:pt x="36" y="120"/>
                  </a:lnTo>
                  <a:lnTo>
                    <a:pt x="37" y="121"/>
                  </a:lnTo>
                  <a:lnTo>
                    <a:pt x="37" y="121"/>
                  </a:lnTo>
                  <a:lnTo>
                    <a:pt x="38" y="122"/>
                  </a:lnTo>
                  <a:lnTo>
                    <a:pt x="42" y="124"/>
                  </a:lnTo>
                  <a:lnTo>
                    <a:pt x="42" y="124"/>
                  </a:lnTo>
                  <a:lnTo>
                    <a:pt x="47" y="125"/>
                  </a:lnTo>
                  <a:lnTo>
                    <a:pt x="49" y="125"/>
                  </a:lnTo>
                  <a:lnTo>
                    <a:pt x="49" y="125"/>
                  </a:lnTo>
                  <a:lnTo>
                    <a:pt x="51" y="127"/>
                  </a:lnTo>
                  <a:lnTo>
                    <a:pt x="52" y="127"/>
                  </a:lnTo>
                  <a:lnTo>
                    <a:pt x="52" y="127"/>
                  </a:lnTo>
                  <a:lnTo>
                    <a:pt x="52" y="131"/>
                  </a:lnTo>
                  <a:lnTo>
                    <a:pt x="52" y="134"/>
                  </a:lnTo>
                  <a:lnTo>
                    <a:pt x="54" y="138"/>
                  </a:lnTo>
                  <a:lnTo>
                    <a:pt x="57" y="142"/>
                  </a:lnTo>
                  <a:lnTo>
                    <a:pt x="57" y="142"/>
                  </a:lnTo>
                  <a:lnTo>
                    <a:pt x="60" y="142"/>
                  </a:lnTo>
                  <a:lnTo>
                    <a:pt x="66" y="142"/>
                  </a:lnTo>
                  <a:lnTo>
                    <a:pt x="67" y="144"/>
                  </a:lnTo>
                  <a:lnTo>
                    <a:pt x="67" y="147"/>
                  </a:lnTo>
                  <a:lnTo>
                    <a:pt x="67" y="149"/>
                  </a:lnTo>
                  <a:lnTo>
                    <a:pt x="67" y="150"/>
                  </a:lnTo>
                  <a:lnTo>
                    <a:pt x="70" y="152"/>
                  </a:lnTo>
                  <a:lnTo>
                    <a:pt x="70" y="152"/>
                  </a:lnTo>
                  <a:lnTo>
                    <a:pt x="70" y="154"/>
                  </a:lnTo>
                  <a:lnTo>
                    <a:pt x="73" y="155"/>
                  </a:lnTo>
                  <a:lnTo>
                    <a:pt x="70" y="155"/>
                  </a:lnTo>
                  <a:lnTo>
                    <a:pt x="70" y="162"/>
                  </a:lnTo>
                  <a:lnTo>
                    <a:pt x="70" y="162"/>
                  </a:lnTo>
                  <a:lnTo>
                    <a:pt x="70" y="165"/>
                  </a:lnTo>
                  <a:lnTo>
                    <a:pt x="70" y="168"/>
                  </a:lnTo>
                  <a:lnTo>
                    <a:pt x="73" y="168"/>
                  </a:lnTo>
                  <a:lnTo>
                    <a:pt x="76" y="168"/>
                  </a:lnTo>
                  <a:lnTo>
                    <a:pt x="76" y="172"/>
                  </a:lnTo>
                  <a:lnTo>
                    <a:pt x="76" y="175"/>
                  </a:lnTo>
                  <a:lnTo>
                    <a:pt x="78" y="175"/>
                  </a:lnTo>
                  <a:lnTo>
                    <a:pt x="78" y="175"/>
                  </a:lnTo>
                  <a:lnTo>
                    <a:pt x="78" y="178"/>
                  </a:lnTo>
                  <a:lnTo>
                    <a:pt x="76" y="181"/>
                  </a:lnTo>
                  <a:lnTo>
                    <a:pt x="76" y="181"/>
                  </a:lnTo>
                  <a:lnTo>
                    <a:pt x="76" y="187"/>
                  </a:lnTo>
                  <a:lnTo>
                    <a:pt x="78" y="187"/>
                  </a:lnTo>
                  <a:lnTo>
                    <a:pt x="78" y="192"/>
                  </a:lnTo>
                  <a:lnTo>
                    <a:pt x="78" y="192"/>
                  </a:lnTo>
                  <a:lnTo>
                    <a:pt x="78" y="193"/>
                  </a:lnTo>
                  <a:lnTo>
                    <a:pt x="76" y="195"/>
                  </a:lnTo>
                  <a:lnTo>
                    <a:pt x="76" y="196"/>
                  </a:lnTo>
                  <a:lnTo>
                    <a:pt x="76" y="197"/>
                  </a:lnTo>
                  <a:lnTo>
                    <a:pt x="76" y="197"/>
                  </a:lnTo>
                  <a:lnTo>
                    <a:pt x="76" y="200"/>
                  </a:lnTo>
                  <a:lnTo>
                    <a:pt x="76" y="206"/>
                  </a:lnTo>
                  <a:lnTo>
                    <a:pt x="76" y="212"/>
                  </a:lnTo>
                  <a:lnTo>
                    <a:pt x="76" y="213"/>
                  </a:lnTo>
                  <a:lnTo>
                    <a:pt x="76" y="218"/>
                  </a:lnTo>
                  <a:lnTo>
                    <a:pt x="76" y="218"/>
                  </a:lnTo>
                  <a:lnTo>
                    <a:pt x="76" y="218"/>
                  </a:lnTo>
                  <a:lnTo>
                    <a:pt x="76" y="225"/>
                  </a:lnTo>
                  <a:lnTo>
                    <a:pt x="76" y="227"/>
                  </a:lnTo>
                  <a:lnTo>
                    <a:pt x="76" y="232"/>
                  </a:lnTo>
                  <a:lnTo>
                    <a:pt x="76" y="232"/>
                  </a:lnTo>
                  <a:lnTo>
                    <a:pt x="76" y="232"/>
                  </a:lnTo>
                  <a:lnTo>
                    <a:pt x="76" y="232"/>
                  </a:lnTo>
                  <a:lnTo>
                    <a:pt x="78" y="232"/>
                  </a:lnTo>
                  <a:lnTo>
                    <a:pt x="78" y="237"/>
                  </a:lnTo>
                  <a:lnTo>
                    <a:pt x="78" y="240"/>
                  </a:lnTo>
                  <a:lnTo>
                    <a:pt x="76" y="243"/>
                  </a:lnTo>
                  <a:lnTo>
                    <a:pt x="76" y="247"/>
                  </a:lnTo>
                  <a:lnTo>
                    <a:pt x="76" y="252"/>
                  </a:lnTo>
                  <a:lnTo>
                    <a:pt x="76" y="252"/>
                  </a:lnTo>
                  <a:lnTo>
                    <a:pt x="76" y="252"/>
                  </a:lnTo>
                  <a:lnTo>
                    <a:pt x="78" y="258"/>
                  </a:lnTo>
                  <a:lnTo>
                    <a:pt x="78" y="271"/>
                  </a:lnTo>
                  <a:lnTo>
                    <a:pt x="78" y="280"/>
                  </a:lnTo>
                  <a:lnTo>
                    <a:pt x="78" y="284"/>
                  </a:lnTo>
                  <a:lnTo>
                    <a:pt x="78" y="284"/>
                  </a:lnTo>
                </a:path>
              </a:pathLst>
            </a:custGeom>
            <a:solidFill>
              <a:srgbClr val="ffc0b6"/>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62" name=""/>
            <p:cNvSpPr/>
            <p:nvPr/>
          </p:nvSpPr>
          <p:spPr>
            <a:xfrm>
              <a:off x="4848120" y="5634000"/>
              <a:ext cx="136800" cy="252360"/>
            </a:xfrm>
            <a:custGeom>
              <a:avLst/>
              <a:gdLst/>
              <a:ahLst/>
              <a:rect l="l" t="t" r="r" b="b"/>
              <a:pathLst>
                <a:path w="86" h="159">
                  <a:moveTo>
                    <a:pt x="58" y="21"/>
                  </a:moveTo>
                  <a:lnTo>
                    <a:pt x="67" y="21"/>
                  </a:lnTo>
                  <a:lnTo>
                    <a:pt x="67" y="19"/>
                  </a:lnTo>
                  <a:lnTo>
                    <a:pt x="75" y="17"/>
                  </a:lnTo>
                  <a:lnTo>
                    <a:pt x="80" y="8"/>
                  </a:lnTo>
                  <a:lnTo>
                    <a:pt x="81" y="5"/>
                  </a:lnTo>
                  <a:lnTo>
                    <a:pt x="82" y="0"/>
                  </a:lnTo>
                  <a:lnTo>
                    <a:pt x="82" y="5"/>
                  </a:lnTo>
                  <a:lnTo>
                    <a:pt x="85" y="8"/>
                  </a:lnTo>
                  <a:lnTo>
                    <a:pt x="82" y="21"/>
                  </a:lnTo>
                  <a:lnTo>
                    <a:pt x="81" y="30"/>
                  </a:lnTo>
                  <a:lnTo>
                    <a:pt x="80" y="47"/>
                  </a:lnTo>
                  <a:lnTo>
                    <a:pt x="76" y="53"/>
                  </a:lnTo>
                  <a:lnTo>
                    <a:pt x="75" y="66"/>
                  </a:lnTo>
                  <a:lnTo>
                    <a:pt x="75" y="80"/>
                  </a:lnTo>
                  <a:lnTo>
                    <a:pt x="67" y="90"/>
                  </a:lnTo>
                  <a:lnTo>
                    <a:pt x="67" y="92"/>
                  </a:lnTo>
                  <a:lnTo>
                    <a:pt x="67" y="95"/>
                  </a:lnTo>
                  <a:lnTo>
                    <a:pt x="67" y="106"/>
                  </a:lnTo>
                  <a:lnTo>
                    <a:pt x="67" y="112"/>
                  </a:lnTo>
                  <a:lnTo>
                    <a:pt x="67" y="117"/>
                  </a:lnTo>
                  <a:lnTo>
                    <a:pt x="67" y="129"/>
                  </a:lnTo>
                  <a:lnTo>
                    <a:pt x="64" y="139"/>
                  </a:lnTo>
                  <a:lnTo>
                    <a:pt x="64" y="142"/>
                  </a:lnTo>
                  <a:lnTo>
                    <a:pt x="57" y="143"/>
                  </a:lnTo>
                  <a:lnTo>
                    <a:pt x="53" y="148"/>
                  </a:lnTo>
                  <a:lnTo>
                    <a:pt x="53" y="152"/>
                  </a:lnTo>
                  <a:lnTo>
                    <a:pt x="53" y="152"/>
                  </a:lnTo>
                  <a:lnTo>
                    <a:pt x="53" y="158"/>
                  </a:lnTo>
                  <a:lnTo>
                    <a:pt x="53" y="158"/>
                  </a:lnTo>
                  <a:lnTo>
                    <a:pt x="53" y="158"/>
                  </a:lnTo>
                  <a:lnTo>
                    <a:pt x="47" y="158"/>
                  </a:lnTo>
                  <a:lnTo>
                    <a:pt x="37" y="152"/>
                  </a:lnTo>
                  <a:lnTo>
                    <a:pt x="36" y="152"/>
                  </a:lnTo>
                  <a:lnTo>
                    <a:pt x="35" y="152"/>
                  </a:lnTo>
                  <a:lnTo>
                    <a:pt x="31" y="151"/>
                  </a:lnTo>
                  <a:lnTo>
                    <a:pt x="27" y="148"/>
                  </a:lnTo>
                  <a:lnTo>
                    <a:pt x="25" y="148"/>
                  </a:lnTo>
                  <a:lnTo>
                    <a:pt x="21" y="146"/>
                  </a:lnTo>
                  <a:lnTo>
                    <a:pt x="21" y="146"/>
                  </a:lnTo>
                  <a:lnTo>
                    <a:pt x="18" y="146"/>
                  </a:lnTo>
                  <a:lnTo>
                    <a:pt x="14" y="146"/>
                  </a:lnTo>
                  <a:lnTo>
                    <a:pt x="14" y="146"/>
                  </a:lnTo>
                  <a:lnTo>
                    <a:pt x="12" y="146"/>
                  </a:lnTo>
                  <a:lnTo>
                    <a:pt x="12" y="148"/>
                  </a:lnTo>
                  <a:lnTo>
                    <a:pt x="12" y="148"/>
                  </a:lnTo>
                  <a:lnTo>
                    <a:pt x="9" y="148"/>
                  </a:lnTo>
                  <a:lnTo>
                    <a:pt x="6" y="148"/>
                  </a:lnTo>
                  <a:lnTo>
                    <a:pt x="6" y="148"/>
                  </a:lnTo>
                  <a:lnTo>
                    <a:pt x="0" y="151"/>
                  </a:lnTo>
                  <a:lnTo>
                    <a:pt x="0" y="148"/>
                  </a:lnTo>
                  <a:lnTo>
                    <a:pt x="0" y="148"/>
                  </a:lnTo>
                  <a:lnTo>
                    <a:pt x="6" y="148"/>
                  </a:lnTo>
                  <a:lnTo>
                    <a:pt x="6" y="146"/>
                  </a:lnTo>
                  <a:lnTo>
                    <a:pt x="7" y="143"/>
                  </a:lnTo>
                  <a:lnTo>
                    <a:pt x="9" y="143"/>
                  </a:lnTo>
                  <a:lnTo>
                    <a:pt x="12" y="143"/>
                  </a:lnTo>
                  <a:lnTo>
                    <a:pt x="12" y="142"/>
                  </a:lnTo>
                  <a:lnTo>
                    <a:pt x="14" y="139"/>
                  </a:lnTo>
                  <a:lnTo>
                    <a:pt x="14" y="139"/>
                  </a:lnTo>
                  <a:lnTo>
                    <a:pt x="21" y="139"/>
                  </a:lnTo>
                  <a:lnTo>
                    <a:pt x="21" y="139"/>
                  </a:lnTo>
                  <a:lnTo>
                    <a:pt x="25" y="139"/>
                  </a:lnTo>
                  <a:lnTo>
                    <a:pt x="27" y="139"/>
                  </a:lnTo>
                  <a:lnTo>
                    <a:pt x="27" y="139"/>
                  </a:lnTo>
                  <a:lnTo>
                    <a:pt x="31" y="134"/>
                  </a:lnTo>
                  <a:lnTo>
                    <a:pt x="36" y="132"/>
                  </a:lnTo>
                  <a:lnTo>
                    <a:pt x="36" y="129"/>
                  </a:lnTo>
                  <a:lnTo>
                    <a:pt x="37" y="126"/>
                  </a:lnTo>
                  <a:lnTo>
                    <a:pt x="46" y="117"/>
                  </a:lnTo>
                  <a:lnTo>
                    <a:pt x="47" y="117"/>
                  </a:lnTo>
                  <a:lnTo>
                    <a:pt x="47" y="109"/>
                  </a:lnTo>
                  <a:lnTo>
                    <a:pt x="49" y="106"/>
                  </a:lnTo>
                  <a:lnTo>
                    <a:pt x="53" y="92"/>
                  </a:lnTo>
                  <a:lnTo>
                    <a:pt x="53" y="80"/>
                  </a:lnTo>
                  <a:lnTo>
                    <a:pt x="53" y="63"/>
                  </a:lnTo>
                  <a:lnTo>
                    <a:pt x="49" y="49"/>
                  </a:lnTo>
                  <a:lnTo>
                    <a:pt x="47" y="34"/>
                  </a:lnTo>
                  <a:lnTo>
                    <a:pt x="47" y="25"/>
                  </a:lnTo>
                  <a:lnTo>
                    <a:pt x="47" y="21"/>
                  </a:lnTo>
                  <a:lnTo>
                    <a:pt x="47" y="19"/>
                  </a:lnTo>
                  <a:lnTo>
                    <a:pt x="47" y="19"/>
                  </a:lnTo>
                  <a:lnTo>
                    <a:pt x="49" y="19"/>
                  </a:lnTo>
                  <a:lnTo>
                    <a:pt x="55" y="19"/>
                  </a:lnTo>
                  <a:lnTo>
                    <a:pt x="58" y="21"/>
                  </a:lnTo>
                  <a:lnTo>
                    <a:pt x="58" y="21"/>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63" name=""/>
            <p:cNvSpPr/>
            <p:nvPr/>
          </p:nvSpPr>
          <p:spPr>
            <a:xfrm>
              <a:off x="4938840" y="5634000"/>
              <a:ext cx="46080" cy="34920"/>
            </a:xfrm>
            <a:custGeom>
              <a:avLst/>
              <a:gdLst/>
              <a:ahLst/>
              <a:rect l="l" t="t" r="r" b="b"/>
              <a:pathLst>
                <a:path w="29" h="22">
                  <a:moveTo>
                    <a:pt x="28" y="8"/>
                  </a:moveTo>
                  <a:lnTo>
                    <a:pt x="28" y="8"/>
                  </a:lnTo>
                  <a:lnTo>
                    <a:pt x="28" y="5"/>
                  </a:lnTo>
                  <a:lnTo>
                    <a:pt x="25" y="0"/>
                  </a:lnTo>
                  <a:lnTo>
                    <a:pt x="24" y="5"/>
                  </a:lnTo>
                  <a:lnTo>
                    <a:pt x="19" y="7"/>
                  </a:lnTo>
                  <a:lnTo>
                    <a:pt x="18" y="17"/>
                  </a:lnTo>
                  <a:lnTo>
                    <a:pt x="10" y="19"/>
                  </a:lnTo>
                  <a:lnTo>
                    <a:pt x="10" y="19"/>
                  </a:lnTo>
                  <a:lnTo>
                    <a:pt x="1" y="19"/>
                  </a:lnTo>
                  <a:lnTo>
                    <a:pt x="0" y="21"/>
                  </a:lnTo>
                  <a:lnTo>
                    <a:pt x="10" y="21"/>
                  </a:lnTo>
                  <a:lnTo>
                    <a:pt x="10" y="19"/>
                  </a:lnTo>
                  <a:lnTo>
                    <a:pt x="18" y="17"/>
                  </a:lnTo>
                  <a:lnTo>
                    <a:pt x="23" y="8"/>
                  </a:lnTo>
                  <a:lnTo>
                    <a:pt x="24" y="7"/>
                  </a:lnTo>
                  <a:lnTo>
                    <a:pt x="25" y="5"/>
                  </a:lnTo>
                  <a:lnTo>
                    <a:pt x="25" y="5"/>
                  </a:lnTo>
                  <a:lnTo>
                    <a:pt x="25" y="8"/>
                  </a:lnTo>
                  <a:lnTo>
                    <a:pt x="25" y="8"/>
                  </a:lnTo>
                  <a:lnTo>
                    <a:pt x="28" y="8"/>
                  </a:lnTo>
                  <a:lnTo>
                    <a:pt x="28" y="8"/>
                  </a:lnTo>
                </a:path>
              </a:pathLst>
            </a:custGeom>
            <a:solidFill>
              <a:srgbClr val="82c168"/>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3564" name=""/>
            <p:cNvSpPr/>
            <p:nvPr/>
          </p:nvSpPr>
          <p:spPr>
            <a:xfrm>
              <a:off x="4954680" y="5646600"/>
              <a:ext cx="30240" cy="135000"/>
            </a:xfrm>
            <a:custGeom>
              <a:avLst/>
              <a:gdLst/>
              <a:ahLst/>
              <a:rect l="l" t="t" r="r" b="b"/>
              <a:pathLst>
                <a:path w="19" h="85">
                  <a:moveTo>
                    <a:pt x="0" y="84"/>
                  </a:moveTo>
                  <a:lnTo>
                    <a:pt x="0" y="84"/>
                  </a:lnTo>
                  <a:lnTo>
                    <a:pt x="0" y="82"/>
                  </a:lnTo>
                  <a:lnTo>
                    <a:pt x="8" y="72"/>
                  </a:lnTo>
                  <a:lnTo>
                    <a:pt x="8" y="58"/>
                  </a:lnTo>
                  <a:lnTo>
                    <a:pt x="9" y="45"/>
                  </a:lnTo>
                  <a:lnTo>
                    <a:pt x="14" y="39"/>
                  </a:lnTo>
                  <a:lnTo>
                    <a:pt x="15" y="22"/>
                  </a:lnTo>
                  <a:lnTo>
                    <a:pt x="18" y="13"/>
                  </a:lnTo>
                  <a:lnTo>
                    <a:pt x="18" y="0"/>
                  </a:lnTo>
                  <a:lnTo>
                    <a:pt x="15" y="0"/>
                  </a:lnTo>
                  <a:lnTo>
                    <a:pt x="15" y="13"/>
                  </a:lnTo>
                  <a:lnTo>
                    <a:pt x="14" y="22"/>
                  </a:lnTo>
                  <a:lnTo>
                    <a:pt x="13" y="39"/>
                  </a:lnTo>
                  <a:lnTo>
                    <a:pt x="9" y="45"/>
                  </a:lnTo>
                  <a:lnTo>
                    <a:pt x="8" y="58"/>
                  </a:lnTo>
                  <a:lnTo>
                    <a:pt x="0" y="72"/>
                  </a:lnTo>
                  <a:lnTo>
                    <a:pt x="0" y="82"/>
                  </a:lnTo>
                  <a:lnTo>
                    <a:pt x="0" y="84"/>
                  </a:lnTo>
                  <a:lnTo>
                    <a:pt x="0" y="84"/>
                  </a:lnTo>
                  <a:lnTo>
                    <a:pt x="0" y="84"/>
                  </a:lnTo>
                  <a:lnTo>
                    <a:pt x="0" y="84"/>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65" name=""/>
            <p:cNvSpPr/>
            <p:nvPr/>
          </p:nvSpPr>
          <p:spPr>
            <a:xfrm>
              <a:off x="4938840" y="5780160"/>
              <a:ext cx="17280" cy="87120"/>
            </a:xfrm>
            <a:custGeom>
              <a:avLst/>
              <a:gdLst/>
              <a:ahLst/>
              <a:rect l="l" t="t" r="r" b="b"/>
              <a:pathLst>
                <a:path w="11" h="55">
                  <a:moveTo>
                    <a:pt x="0" y="54"/>
                  </a:moveTo>
                  <a:lnTo>
                    <a:pt x="0" y="54"/>
                  </a:lnTo>
                  <a:lnTo>
                    <a:pt x="7" y="50"/>
                  </a:lnTo>
                  <a:lnTo>
                    <a:pt x="8" y="47"/>
                  </a:lnTo>
                  <a:lnTo>
                    <a:pt x="10" y="37"/>
                  </a:lnTo>
                  <a:lnTo>
                    <a:pt x="10" y="25"/>
                  </a:lnTo>
                  <a:lnTo>
                    <a:pt x="10" y="20"/>
                  </a:lnTo>
                  <a:lnTo>
                    <a:pt x="10" y="14"/>
                  </a:lnTo>
                  <a:lnTo>
                    <a:pt x="10" y="3"/>
                  </a:lnTo>
                  <a:lnTo>
                    <a:pt x="10" y="0"/>
                  </a:lnTo>
                  <a:lnTo>
                    <a:pt x="10" y="0"/>
                  </a:lnTo>
                  <a:lnTo>
                    <a:pt x="10" y="3"/>
                  </a:lnTo>
                  <a:lnTo>
                    <a:pt x="10" y="14"/>
                  </a:lnTo>
                  <a:lnTo>
                    <a:pt x="10" y="20"/>
                  </a:lnTo>
                  <a:lnTo>
                    <a:pt x="10" y="25"/>
                  </a:lnTo>
                  <a:lnTo>
                    <a:pt x="8" y="37"/>
                  </a:lnTo>
                  <a:lnTo>
                    <a:pt x="7" y="42"/>
                  </a:lnTo>
                  <a:lnTo>
                    <a:pt x="0" y="47"/>
                  </a:lnTo>
                  <a:lnTo>
                    <a:pt x="0" y="51"/>
                  </a:lnTo>
                  <a:lnTo>
                    <a:pt x="0" y="51"/>
                  </a:lnTo>
                  <a:lnTo>
                    <a:pt x="0" y="54"/>
                  </a:lnTo>
                  <a:lnTo>
                    <a:pt x="0" y="54"/>
                  </a:lnTo>
                </a:path>
              </a:pathLst>
            </a:custGeom>
            <a:solidFill>
              <a:srgbClr val="82c168"/>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566" name=""/>
            <p:cNvSpPr/>
            <p:nvPr/>
          </p:nvSpPr>
          <p:spPr>
            <a:xfrm>
              <a:off x="4906800" y="5861160"/>
              <a:ext cx="33480" cy="25200"/>
            </a:xfrm>
            <a:custGeom>
              <a:avLst/>
              <a:gdLst/>
              <a:ahLst/>
              <a:rect l="l" t="t" r="r" b="b"/>
              <a:pathLst>
                <a:path w="21" h="16">
                  <a:moveTo>
                    <a:pt x="0" y="11"/>
                  </a:moveTo>
                  <a:lnTo>
                    <a:pt x="0" y="11"/>
                  </a:lnTo>
                  <a:lnTo>
                    <a:pt x="10" y="15"/>
                  </a:lnTo>
                  <a:lnTo>
                    <a:pt x="16" y="15"/>
                  </a:lnTo>
                  <a:lnTo>
                    <a:pt x="18" y="15"/>
                  </a:lnTo>
                  <a:lnTo>
                    <a:pt x="18" y="15"/>
                  </a:lnTo>
                  <a:lnTo>
                    <a:pt x="18" y="9"/>
                  </a:lnTo>
                  <a:lnTo>
                    <a:pt x="16" y="9"/>
                  </a:lnTo>
                  <a:lnTo>
                    <a:pt x="18" y="5"/>
                  </a:lnTo>
                  <a:lnTo>
                    <a:pt x="20" y="3"/>
                  </a:lnTo>
                  <a:lnTo>
                    <a:pt x="20" y="0"/>
                  </a:lnTo>
                  <a:lnTo>
                    <a:pt x="16" y="5"/>
                  </a:lnTo>
                  <a:lnTo>
                    <a:pt x="16" y="9"/>
                  </a:lnTo>
                  <a:lnTo>
                    <a:pt x="16" y="9"/>
                  </a:lnTo>
                  <a:lnTo>
                    <a:pt x="16" y="15"/>
                  </a:lnTo>
                  <a:lnTo>
                    <a:pt x="16" y="15"/>
                  </a:lnTo>
                  <a:lnTo>
                    <a:pt x="16" y="15"/>
                  </a:lnTo>
                  <a:lnTo>
                    <a:pt x="10" y="15"/>
                  </a:lnTo>
                  <a:lnTo>
                    <a:pt x="0" y="9"/>
                  </a:lnTo>
                  <a:lnTo>
                    <a:pt x="0" y="9"/>
                  </a:lnTo>
                  <a:lnTo>
                    <a:pt x="0" y="11"/>
                  </a:lnTo>
                  <a:lnTo>
                    <a:pt x="0" y="11"/>
                  </a:lnTo>
                </a:path>
              </a:pathLst>
            </a:custGeom>
            <a:solidFill>
              <a:srgbClr val="82c168"/>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3567" name=""/>
            <p:cNvSpPr/>
            <p:nvPr/>
          </p:nvSpPr>
          <p:spPr>
            <a:xfrm>
              <a:off x="4857840" y="5861160"/>
              <a:ext cx="50760" cy="19080"/>
            </a:xfrm>
            <a:custGeom>
              <a:avLst/>
              <a:gdLst/>
              <a:ahLst/>
              <a:rect l="l" t="t" r="r" b="b"/>
              <a:pathLst>
                <a:path w="32" h="12">
                  <a:moveTo>
                    <a:pt x="0" y="9"/>
                  </a:moveTo>
                  <a:lnTo>
                    <a:pt x="0" y="9"/>
                  </a:lnTo>
                  <a:lnTo>
                    <a:pt x="0" y="8"/>
                  </a:lnTo>
                  <a:lnTo>
                    <a:pt x="3" y="5"/>
                  </a:lnTo>
                  <a:lnTo>
                    <a:pt x="6" y="5"/>
                  </a:lnTo>
                  <a:lnTo>
                    <a:pt x="6" y="5"/>
                  </a:lnTo>
                  <a:lnTo>
                    <a:pt x="6" y="5"/>
                  </a:lnTo>
                  <a:lnTo>
                    <a:pt x="8" y="5"/>
                  </a:lnTo>
                  <a:lnTo>
                    <a:pt x="8" y="5"/>
                  </a:lnTo>
                  <a:lnTo>
                    <a:pt x="12" y="5"/>
                  </a:lnTo>
                  <a:lnTo>
                    <a:pt x="15" y="5"/>
                  </a:lnTo>
                  <a:lnTo>
                    <a:pt x="15" y="5"/>
                  </a:lnTo>
                  <a:lnTo>
                    <a:pt x="19" y="5"/>
                  </a:lnTo>
                  <a:lnTo>
                    <a:pt x="21" y="8"/>
                  </a:lnTo>
                  <a:lnTo>
                    <a:pt x="25" y="9"/>
                  </a:lnTo>
                  <a:lnTo>
                    <a:pt x="29" y="9"/>
                  </a:lnTo>
                  <a:lnTo>
                    <a:pt x="30" y="9"/>
                  </a:lnTo>
                  <a:lnTo>
                    <a:pt x="31" y="11"/>
                  </a:lnTo>
                  <a:lnTo>
                    <a:pt x="31" y="9"/>
                  </a:lnTo>
                  <a:lnTo>
                    <a:pt x="30" y="9"/>
                  </a:lnTo>
                  <a:lnTo>
                    <a:pt x="29" y="8"/>
                  </a:lnTo>
                  <a:lnTo>
                    <a:pt x="25" y="5"/>
                  </a:lnTo>
                  <a:lnTo>
                    <a:pt x="21" y="5"/>
                  </a:lnTo>
                  <a:lnTo>
                    <a:pt x="19" y="3"/>
                  </a:lnTo>
                  <a:lnTo>
                    <a:pt x="15" y="3"/>
                  </a:lnTo>
                  <a:lnTo>
                    <a:pt x="15" y="0"/>
                  </a:lnTo>
                  <a:lnTo>
                    <a:pt x="12" y="0"/>
                  </a:lnTo>
                  <a:lnTo>
                    <a:pt x="8" y="0"/>
                  </a:lnTo>
                  <a:lnTo>
                    <a:pt x="8" y="0"/>
                  </a:lnTo>
                  <a:lnTo>
                    <a:pt x="6" y="3"/>
                  </a:lnTo>
                  <a:lnTo>
                    <a:pt x="6" y="3"/>
                  </a:lnTo>
                  <a:lnTo>
                    <a:pt x="3" y="3"/>
                  </a:lnTo>
                  <a:lnTo>
                    <a:pt x="3" y="3"/>
                  </a:lnTo>
                  <a:lnTo>
                    <a:pt x="0" y="5"/>
                  </a:lnTo>
                  <a:lnTo>
                    <a:pt x="0" y="5"/>
                  </a:lnTo>
                  <a:lnTo>
                    <a:pt x="0" y="5"/>
                  </a:lnTo>
                  <a:lnTo>
                    <a:pt x="0" y="9"/>
                  </a:lnTo>
                  <a:lnTo>
                    <a:pt x="0" y="9"/>
                  </a:lnTo>
                </a:path>
              </a:pathLst>
            </a:custGeom>
            <a:solidFill>
              <a:srgbClr val="82c168"/>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568" name=""/>
            <p:cNvSpPr/>
            <p:nvPr/>
          </p:nvSpPr>
          <p:spPr>
            <a:xfrm>
              <a:off x="4848120" y="5846760"/>
              <a:ext cx="44640" cy="30240"/>
            </a:xfrm>
            <a:custGeom>
              <a:avLst/>
              <a:gdLst/>
              <a:ahLst/>
              <a:rect l="l" t="t" r="r" b="b"/>
              <a:pathLst>
                <a:path w="28" h="19">
                  <a:moveTo>
                    <a:pt x="27" y="0"/>
                  </a:moveTo>
                  <a:lnTo>
                    <a:pt x="27" y="0"/>
                  </a:lnTo>
                  <a:lnTo>
                    <a:pt x="27" y="0"/>
                  </a:lnTo>
                  <a:lnTo>
                    <a:pt x="25" y="5"/>
                  </a:lnTo>
                  <a:lnTo>
                    <a:pt x="21" y="5"/>
                  </a:lnTo>
                  <a:lnTo>
                    <a:pt x="21" y="5"/>
                  </a:lnTo>
                  <a:lnTo>
                    <a:pt x="14" y="5"/>
                  </a:lnTo>
                  <a:lnTo>
                    <a:pt x="14" y="5"/>
                  </a:lnTo>
                  <a:lnTo>
                    <a:pt x="12" y="8"/>
                  </a:lnTo>
                  <a:lnTo>
                    <a:pt x="12" y="9"/>
                  </a:lnTo>
                  <a:lnTo>
                    <a:pt x="9" y="9"/>
                  </a:lnTo>
                  <a:lnTo>
                    <a:pt x="6" y="9"/>
                  </a:lnTo>
                  <a:lnTo>
                    <a:pt x="6" y="12"/>
                  </a:lnTo>
                  <a:lnTo>
                    <a:pt x="0" y="14"/>
                  </a:lnTo>
                  <a:lnTo>
                    <a:pt x="0" y="14"/>
                  </a:lnTo>
                  <a:lnTo>
                    <a:pt x="0" y="17"/>
                  </a:lnTo>
                  <a:lnTo>
                    <a:pt x="0" y="18"/>
                  </a:lnTo>
                  <a:lnTo>
                    <a:pt x="6" y="18"/>
                  </a:lnTo>
                  <a:lnTo>
                    <a:pt x="6" y="14"/>
                  </a:lnTo>
                  <a:lnTo>
                    <a:pt x="0" y="14"/>
                  </a:lnTo>
                  <a:lnTo>
                    <a:pt x="6" y="14"/>
                  </a:lnTo>
                  <a:lnTo>
                    <a:pt x="6" y="17"/>
                  </a:lnTo>
                  <a:lnTo>
                    <a:pt x="6" y="14"/>
                  </a:lnTo>
                  <a:lnTo>
                    <a:pt x="6" y="14"/>
                  </a:lnTo>
                  <a:lnTo>
                    <a:pt x="9" y="12"/>
                  </a:lnTo>
                  <a:lnTo>
                    <a:pt x="9" y="9"/>
                  </a:lnTo>
                  <a:lnTo>
                    <a:pt x="12" y="9"/>
                  </a:lnTo>
                  <a:lnTo>
                    <a:pt x="13" y="9"/>
                  </a:lnTo>
                  <a:lnTo>
                    <a:pt x="14" y="8"/>
                  </a:lnTo>
                  <a:lnTo>
                    <a:pt x="18" y="5"/>
                  </a:lnTo>
                  <a:lnTo>
                    <a:pt x="21" y="5"/>
                  </a:lnTo>
                  <a:lnTo>
                    <a:pt x="21" y="5"/>
                  </a:lnTo>
                  <a:lnTo>
                    <a:pt x="25" y="5"/>
                  </a:lnTo>
                  <a:lnTo>
                    <a:pt x="27" y="5"/>
                  </a:lnTo>
                  <a:lnTo>
                    <a:pt x="27" y="5"/>
                  </a:lnTo>
                  <a:lnTo>
                    <a:pt x="27" y="5"/>
                  </a:lnTo>
                  <a:lnTo>
                    <a:pt x="27" y="0"/>
                  </a:lnTo>
                  <a:lnTo>
                    <a:pt x="27" y="0"/>
                  </a:lnTo>
                </a:path>
              </a:pathLst>
            </a:custGeom>
            <a:solidFill>
              <a:srgbClr val="82c168"/>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3569" name=""/>
            <p:cNvSpPr/>
            <p:nvPr/>
          </p:nvSpPr>
          <p:spPr>
            <a:xfrm>
              <a:off x="4890960" y="5802480"/>
              <a:ext cx="42840" cy="53640"/>
            </a:xfrm>
            <a:custGeom>
              <a:avLst/>
              <a:gdLst/>
              <a:ahLst/>
              <a:rect l="l" t="t" r="r" b="b"/>
              <a:pathLst>
                <a:path w="27" h="34">
                  <a:moveTo>
                    <a:pt x="22" y="0"/>
                  </a:moveTo>
                  <a:lnTo>
                    <a:pt x="22" y="0"/>
                  </a:lnTo>
                  <a:lnTo>
                    <a:pt x="20" y="3"/>
                  </a:lnTo>
                  <a:lnTo>
                    <a:pt x="20" y="9"/>
                  </a:lnTo>
                  <a:lnTo>
                    <a:pt x="17" y="11"/>
                  </a:lnTo>
                  <a:lnTo>
                    <a:pt x="10" y="19"/>
                  </a:lnTo>
                  <a:lnTo>
                    <a:pt x="9" y="23"/>
                  </a:lnTo>
                  <a:lnTo>
                    <a:pt x="8" y="26"/>
                  </a:lnTo>
                  <a:lnTo>
                    <a:pt x="4" y="28"/>
                  </a:lnTo>
                  <a:lnTo>
                    <a:pt x="0" y="28"/>
                  </a:lnTo>
                  <a:lnTo>
                    <a:pt x="0" y="33"/>
                  </a:lnTo>
                  <a:lnTo>
                    <a:pt x="4" y="28"/>
                  </a:lnTo>
                  <a:lnTo>
                    <a:pt x="9" y="26"/>
                  </a:lnTo>
                  <a:lnTo>
                    <a:pt x="10" y="23"/>
                  </a:lnTo>
                  <a:lnTo>
                    <a:pt x="10" y="23"/>
                  </a:lnTo>
                  <a:lnTo>
                    <a:pt x="20" y="11"/>
                  </a:lnTo>
                  <a:lnTo>
                    <a:pt x="20" y="11"/>
                  </a:lnTo>
                  <a:lnTo>
                    <a:pt x="22" y="3"/>
                  </a:lnTo>
                  <a:lnTo>
                    <a:pt x="26" y="1"/>
                  </a:lnTo>
                  <a:lnTo>
                    <a:pt x="26" y="1"/>
                  </a:lnTo>
                  <a:lnTo>
                    <a:pt x="22" y="0"/>
                  </a:lnTo>
                  <a:lnTo>
                    <a:pt x="22" y="0"/>
                  </a:lnTo>
                </a:path>
              </a:pathLst>
            </a:custGeom>
            <a:solidFill>
              <a:srgbClr val="82c168"/>
            </a:solidFill>
            <a:ln w="0">
              <a:noFill/>
            </a:ln>
          </p:spPr>
          <p:style>
            <a:lnRef idx="0"/>
            <a:fillRef idx="0"/>
            <a:effectRef idx="0"/>
            <a:fontRef idx="minor"/>
          </p:style>
          <p:txBody>
            <a:bodyPr lIns="90000" rIns="90000" tIns="6840" bIns="6840" anchor="t">
              <a:noAutofit/>
            </a:bodyPr>
            <a:p>
              <a:endParaRPr b="0" lang="en-IN" sz="2400" strike="noStrike" u="none">
                <a:solidFill>
                  <a:srgbClr val="ffffff"/>
                </a:solidFill>
                <a:effectLst/>
                <a:uFillTx/>
                <a:latin typeface="Times New Roman"/>
              </a:endParaRPr>
            </a:p>
          </p:txBody>
        </p:sp>
        <p:sp>
          <p:nvSpPr>
            <p:cNvPr id="3570" name=""/>
            <p:cNvSpPr/>
            <p:nvPr/>
          </p:nvSpPr>
          <p:spPr>
            <a:xfrm>
              <a:off x="4925880" y="5711760"/>
              <a:ext cx="11160" cy="93600"/>
            </a:xfrm>
            <a:custGeom>
              <a:avLst/>
              <a:gdLst/>
              <a:ahLst/>
              <a:rect l="l" t="t" r="r" b="b"/>
              <a:pathLst>
                <a:path w="7" h="59">
                  <a:moveTo>
                    <a:pt x="0" y="0"/>
                  </a:moveTo>
                  <a:lnTo>
                    <a:pt x="0" y="0"/>
                  </a:lnTo>
                  <a:lnTo>
                    <a:pt x="4" y="14"/>
                  </a:lnTo>
                  <a:lnTo>
                    <a:pt x="4" y="31"/>
                  </a:lnTo>
                  <a:lnTo>
                    <a:pt x="0" y="43"/>
                  </a:lnTo>
                  <a:lnTo>
                    <a:pt x="0" y="57"/>
                  </a:lnTo>
                  <a:lnTo>
                    <a:pt x="4" y="58"/>
                  </a:lnTo>
                  <a:lnTo>
                    <a:pt x="4" y="43"/>
                  </a:lnTo>
                  <a:lnTo>
                    <a:pt x="6" y="31"/>
                  </a:lnTo>
                  <a:lnTo>
                    <a:pt x="6" y="14"/>
                  </a:lnTo>
                  <a:lnTo>
                    <a:pt x="4" y="0"/>
                  </a:lnTo>
                  <a:lnTo>
                    <a:pt x="4" y="0"/>
                  </a:lnTo>
                  <a:lnTo>
                    <a:pt x="0" y="0"/>
                  </a:lnTo>
                  <a:lnTo>
                    <a:pt x="0" y="0"/>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71" name=""/>
            <p:cNvSpPr/>
            <p:nvPr/>
          </p:nvSpPr>
          <p:spPr>
            <a:xfrm>
              <a:off x="4921200" y="5664240"/>
              <a:ext cx="20520" cy="49320"/>
            </a:xfrm>
            <a:custGeom>
              <a:avLst/>
              <a:gdLst/>
              <a:ahLst/>
              <a:rect l="l" t="t" r="r" b="b"/>
              <a:pathLst>
                <a:path w="13" h="31">
                  <a:moveTo>
                    <a:pt x="12" y="0"/>
                  </a:moveTo>
                  <a:lnTo>
                    <a:pt x="12" y="0"/>
                  </a:lnTo>
                  <a:lnTo>
                    <a:pt x="9" y="0"/>
                  </a:lnTo>
                  <a:lnTo>
                    <a:pt x="3" y="0"/>
                  </a:lnTo>
                  <a:lnTo>
                    <a:pt x="1" y="0"/>
                  </a:lnTo>
                  <a:lnTo>
                    <a:pt x="1" y="0"/>
                  </a:lnTo>
                  <a:lnTo>
                    <a:pt x="0" y="2"/>
                  </a:lnTo>
                  <a:lnTo>
                    <a:pt x="0" y="6"/>
                  </a:lnTo>
                  <a:lnTo>
                    <a:pt x="1" y="15"/>
                  </a:lnTo>
                  <a:lnTo>
                    <a:pt x="3" y="30"/>
                  </a:lnTo>
                  <a:lnTo>
                    <a:pt x="7" y="30"/>
                  </a:lnTo>
                  <a:lnTo>
                    <a:pt x="1" y="15"/>
                  </a:lnTo>
                  <a:lnTo>
                    <a:pt x="1" y="6"/>
                  </a:lnTo>
                  <a:lnTo>
                    <a:pt x="1" y="2"/>
                  </a:lnTo>
                  <a:lnTo>
                    <a:pt x="1" y="0"/>
                  </a:lnTo>
                  <a:lnTo>
                    <a:pt x="1" y="0"/>
                  </a:lnTo>
                  <a:lnTo>
                    <a:pt x="3" y="0"/>
                  </a:lnTo>
                  <a:lnTo>
                    <a:pt x="9" y="0"/>
                  </a:lnTo>
                  <a:lnTo>
                    <a:pt x="11" y="2"/>
                  </a:lnTo>
                  <a:lnTo>
                    <a:pt x="11" y="2"/>
                  </a:lnTo>
                  <a:lnTo>
                    <a:pt x="12" y="0"/>
                  </a:lnTo>
                  <a:lnTo>
                    <a:pt x="12" y="0"/>
                  </a:lnTo>
                </a:path>
              </a:pathLst>
            </a:custGeom>
            <a:solidFill>
              <a:srgbClr val="82c168"/>
            </a:solidFill>
            <a:ln w="0">
              <a:noFill/>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3572" name=""/>
            <p:cNvSpPr/>
            <p:nvPr/>
          </p:nvSpPr>
          <p:spPr>
            <a:xfrm>
              <a:off x="4718160" y="5568840"/>
              <a:ext cx="101520" cy="239760"/>
            </a:xfrm>
            <a:custGeom>
              <a:avLst/>
              <a:gdLst/>
              <a:ahLst/>
              <a:rect l="l" t="t" r="r" b="b"/>
              <a:pathLst>
                <a:path w="64" h="151">
                  <a:moveTo>
                    <a:pt x="40" y="0"/>
                  </a:moveTo>
                  <a:lnTo>
                    <a:pt x="40" y="2"/>
                  </a:lnTo>
                  <a:lnTo>
                    <a:pt x="48" y="2"/>
                  </a:lnTo>
                  <a:lnTo>
                    <a:pt x="48" y="6"/>
                  </a:lnTo>
                  <a:lnTo>
                    <a:pt x="48" y="11"/>
                  </a:lnTo>
                  <a:lnTo>
                    <a:pt x="50" y="17"/>
                  </a:lnTo>
                  <a:lnTo>
                    <a:pt x="50" y="18"/>
                  </a:lnTo>
                  <a:lnTo>
                    <a:pt x="50" y="25"/>
                  </a:lnTo>
                  <a:lnTo>
                    <a:pt x="50" y="36"/>
                  </a:lnTo>
                  <a:lnTo>
                    <a:pt x="51" y="41"/>
                  </a:lnTo>
                  <a:lnTo>
                    <a:pt x="53" y="49"/>
                  </a:lnTo>
                  <a:lnTo>
                    <a:pt x="56" y="60"/>
                  </a:lnTo>
                  <a:lnTo>
                    <a:pt x="56" y="66"/>
                  </a:lnTo>
                  <a:lnTo>
                    <a:pt x="60" y="72"/>
                  </a:lnTo>
                  <a:lnTo>
                    <a:pt x="62" y="75"/>
                  </a:lnTo>
                  <a:lnTo>
                    <a:pt x="63" y="88"/>
                  </a:lnTo>
                  <a:lnTo>
                    <a:pt x="63" y="88"/>
                  </a:lnTo>
                  <a:lnTo>
                    <a:pt x="63" y="90"/>
                  </a:lnTo>
                  <a:lnTo>
                    <a:pt x="63" y="94"/>
                  </a:lnTo>
                  <a:lnTo>
                    <a:pt x="63" y="104"/>
                  </a:lnTo>
                  <a:lnTo>
                    <a:pt x="60" y="112"/>
                  </a:lnTo>
                  <a:lnTo>
                    <a:pt x="56" y="121"/>
                  </a:lnTo>
                  <a:lnTo>
                    <a:pt x="53" y="131"/>
                  </a:lnTo>
                  <a:lnTo>
                    <a:pt x="50" y="133"/>
                  </a:lnTo>
                  <a:lnTo>
                    <a:pt x="50" y="136"/>
                  </a:lnTo>
                  <a:lnTo>
                    <a:pt x="48" y="141"/>
                  </a:lnTo>
                  <a:lnTo>
                    <a:pt x="48" y="147"/>
                  </a:lnTo>
                  <a:lnTo>
                    <a:pt x="48" y="148"/>
                  </a:lnTo>
                  <a:lnTo>
                    <a:pt x="48" y="150"/>
                  </a:lnTo>
                  <a:lnTo>
                    <a:pt x="48" y="150"/>
                  </a:lnTo>
                  <a:lnTo>
                    <a:pt x="45" y="150"/>
                  </a:lnTo>
                  <a:lnTo>
                    <a:pt x="37" y="150"/>
                  </a:lnTo>
                  <a:lnTo>
                    <a:pt x="34" y="147"/>
                  </a:lnTo>
                  <a:lnTo>
                    <a:pt x="29" y="147"/>
                  </a:lnTo>
                  <a:lnTo>
                    <a:pt x="29" y="147"/>
                  </a:lnTo>
                  <a:lnTo>
                    <a:pt x="25" y="143"/>
                  </a:lnTo>
                  <a:lnTo>
                    <a:pt x="17" y="141"/>
                  </a:lnTo>
                  <a:lnTo>
                    <a:pt x="16" y="141"/>
                  </a:lnTo>
                  <a:lnTo>
                    <a:pt x="16" y="137"/>
                  </a:lnTo>
                  <a:lnTo>
                    <a:pt x="15" y="137"/>
                  </a:lnTo>
                  <a:lnTo>
                    <a:pt x="13" y="137"/>
                  </a:lnTo>
                  <a:lnTo>
                    <a:pt x="13" y="137"/>
                  </a:lnTo>
                  <a:lnTo>
                    <a:pt x="5" y="137"/>
                  </a:lnTo>
                  <a:lnTo>
                    <a:pt x="3" y="137"/>
                  </a:lnTo>
                  <a:lnTo>
                    <a:pt x="3" y="141"/>
                  </a:lnTo>
                  <a:lnTo>
                    <a:pt x="3" y="141"/>
                  </a:lnTo>
                  <a:lnTo>
                    <a:pt x="1" y="141"/>
                  </a:lnTo>
                  <a:lnTo>
                    <a:pt x="1" y="141"/>
                  </a:lnTo>
                  <a:lnTo>
                    <a:pt x="1" y="141"/>
                  </a:lnTo>
                  <a:lnTo>
                    <a:pt x="0" y="143"/>
                  </a:lnTo>
                  <a:lnTo>
                    <a:pt x="0" y="143"/>
                  </a:lnTo>
                  <a:lnTo>
                    <a:pt x="0" y="141"/>
                  </a:lnTo>
                  <a:lnTo>
                    <a:pt x="0" y="141"/>
                  </a:lnTo>
                  <a:lnTo>
                    <a:pt x="1" y="141"/>
                  </a:lnTo>
                  <a:lnTo>
                    <a:pt x="1" y="137"/>
                  </a:lnTo>
                  <a:lnTo>
                    <a:pt x="2" y="136"/>
                  </a:lnTo>
                  <a:lnTo>
                    <a:pt x="3" y="136"/>
                  </a:lnTo>
                  <a:lnTo>
                    <a:pt x="3" y="133"/>
                  </a:lnTo>
                  <a:lnTo>
                    <a:pt x="13" y="133"/>
                  </a:lnTo>
                  <a:lnTo>
                    <a:pt x="13" y="133"/>
                  </a:lnTo>
                  <a:lnTo>
                    <a:pt x="15" y="133"/>
                  </a:lnTo>
                  <a:lnTo>
                    <a:pt x="16" y="133"/>
                  </a:lnTo>
                  <a:lnTo>
                    <a:pt x="16" y="132"/>
                  </a:lnTo>
                  <a:lnTo>
                    <a:pt x="17" y="131"/>
                  </a:lnTo>
                  <a:lnTo>
                    <a:pt x="17" y="131"/>
                  </a:lnTo>
                  <a:lnTo>
                    <a:pt x="25" y="124"/>
                  </a:lnTo>
                  <a:lnTo>
                    <a:pt x="25" y="124"/>
                  </a:lnTo>
                  <a:lnTo>
                    <a:pt x="29" y="121"/>
                  </a:lnTo>
                  <a:lnTo>
                    <a:pt x="29" y="115"/>
                  </a:lnTo>
                  <a:lnTo>
                    <a:pt x="34" y="107"/>
                  </a:lnTo>
                  <a:lnTo>
                    <a:pt x="34" y="104"/>
                  </a:lnTo>
                  <a:lnTo>
                    <a:pt x="34" y="102"/>
                  </a:lnTo>
                  <a:lnTo>
                    <a:pt x="35" y="91"/>
                  </a:lnTo>
                  <a:lnTo>
                    <a:pt x="37" y="88"/>
                  </a:lnTo>
                  <a:lnTo>
                    <a:pt x="37" y="71"/>
                  </a:lnTo>
                  <a:lnTo>
                    <a:pt x="37" y="60"/>
                  </a:lnTo>
                  <a:lnTo>
                    <a:pt x="37" y="41"/>
                  </a:lnTo>
                  <a:lnTo>
                    <a:pt x="35" y="36"/>
                  </a:lnTo>
                  <a:lnTo>
                    <a:pt x="34" y="25"/>
                  </a:lnTo>
                  <a:lnTo>
                    <a:pt x="34" y="18"/>
                  </a:lnTo>
                  <a:lnTo>
                    <a:pt x="34" y="14"/>
                  </a:lnTo>
                  <a:lnTo>
                    <a:pt x="34" y="5"/>
                  </a:lnTo>
                  <a:lnTo>
                    <a:pt x="37" y="2"/>
                  </a:lnTo>
                  <a:lnTo>
                    <a:pt x="37" y="0"/>
                  </a:lnTo>
                  <a:lnTo>
                    <a:pt x="40" y="0"/>
                  </a:lnTo>
                  <a:lnTo>
                    <a:pt x="40" y="0"/>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73" name=""/>
            <p:cNvSpPr/>
            <p:nvPr/>
          </p:nvSpPr>
          <p:spPr>
            <a:xfrm>
              <a:off x="4780080" y="5568840"/>
              <a:ext cx="23760" cy="58680"/>
            </a:xfrm>
            <a:custGeom>
              <a:avLst/>
              <a:gdLst/>
              <a:ahLst/>
              <a:rect l="l" t="t" r="r" b="b"/>
              <a:pathLst>
                <a:path w="15" h="37">
                  <a:moveTo>
                    <a:pt x="14" y="36"/>
                  </a:moveTo>
                  <a:lnTo>
                    <a:pt x="14" y="36"/>
                  </a:lnTo>
                  <a:lnTo>
                    <a:pt x="12" y="25"/>
                  </a:lnTo>
                  <a:lnTo>
                    <a:pt x="11" y="18"/>
                  </a:lnTo>
                  <a:lnTo>
                    <a:pt x="11" y="17"/>
                  </a:lnTo>
                  <a:lnTo>
                    <a:pt x="11" y="11"/>
                  </a:lnTo>
                  <a:lnTo>
                    <a:pt x="9" y="5"/>
                  </a:lnTo>
                  <a:lnTo>
                    <a:pt x="9" y="2"/>
                  </a:lnTo>
                  <a:lnTo>
                    <a:pt x="1" y="2"/>
                  </a:lnTo>
                  <a:lnTo>
                    <a:pt x="1" y="0"/>
                  </a:lnTo>
                  <a:lnTo>
                    <a:pt x="0" y="2"/>
                  </a:lnTo>
                  <a:lnTo>
                    <a:pt x="1" y="2"/>
                  </a:lnTo>
                  <a:lnTo>
                    <a:pt x="6" y="2"/>
                  </a:lnTo>
                  <a:lnTo>
                    <a:pt x="9" y="6"/>
                  </a:lnTo>
                  <a:lnTo>
                    <a:pt x="9" y="14"/>
                  </a:lnTo>
                  <a:lnTo>
                    <a:pt x="11" y="17"/>
                  </a:lnTo>
                  <a:lnTo>
                    <a:pt x="11" y="18"/>
                  </a:lnTo>
                  <a:lnTo>
                    <a:pt x="11" y="25"/>
                  </a:lnTo>
                  <a:lnTo>
                    <a:pt x="11" y="36"/>
                  </a:lnTo>
                  <a:lnTo>
                    <a:pt x="11" y="36"/>
                  </a:lnTo>
                  <a:lnTo>
                    <a:pt x="14" y="36"/>
                  </a:lnTo>
                  <a:lnTo>
                    <a:pt x="14" y="36"/>
                  </a:lnTo>
                </a:path>
              </a:pathLst>
            </a:custGeom>
            <a:solidFill>
              <a:srgbClr val="82c168"/>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3574" name=""/>
            <p:cNvSpPr/>
            <p:nvPr/>
          </p:nvSpPr>
          <p:spPr>
            <a:xfrm>
              <a:off x="4797360" y="5626080"/>
              <a:ext cx="22320" cy="84240"/>
            </a:xfrm>
            <a:custGeom>
              <a:avLst/>
              <a:gdLst/>
              <a:ahLst/>
              <a:rect l="l" t="t" r="r" b="b"/>
              <a:pathLst>
                <a:path w="14" h="53">
                  <a:moveTo>
                    <a:pt x="13" y="52"/>
                  </a:moveTo>
                  <a:lnTo>
                    <a:pt x="13" y="52"/>
                  </a:lnTo>
                  <a:lnTo>
                    <a:pt x="13" y="52"/>
                  </a:lnTo>
                  <a:lnTo>
                    <a:pt x="13" y="39"/>
                  </a:lnTo>
                  <a:lnTo>
                    <a:pt x="10" y="35"/>
                  </a:lnTo>
                  <a:lnTo>
                    <a:pt x="8" y="29"/>
                  </a:lnTo>
                  <a:lnTo>
                    <a:pt x="6" y="24"/>
                  </a:lnTo>
                  <a:lnTo>
                    <a:pt x="3" y="13"/>
                  </a:lnTo>
                  <a:lnTo>
                    <a:pt x="3" y="5"/>
                  </a:lnTo>
                  <a:lnTo>
                    <a:pt x="3" y="0"/>
                  </a:lnTo>
                  <a:lnTo>
                    <a:pt x="0" y="0"/>
                  </a:lnTo>
                  <a:lnTo>
                    <a:pt x="0" y="5"/>
                  </a:lnTo>
                  <a:lnTo>
                    <a:pt x="1" y="13"/>
                  </a:lnTo>
                  <a:lnTo>
                    <a:pt x="3" y="24"/>
                  </a:lnTo>
                  <a:lnTo>
                    <a:pt x="6" y="30"/>
                  </a:lnTo>
                  <a:lnTo>
                    <a:pt x="6" y="36"/>
                  </a:lnTo>
                  <a:lnTo>
                    <a:pt x="10" y="42"/>
                  </a:lnTo>
                  <a:lnTo>
                    <a:pt x="13" y="52"/>
                  </a:lnTo>
                  <a:lnTo>
                    <a:pt x="13" y="52"/>
                  </a:lnTo>
                  <a:lnTo>
                    <a:pt x="13" y="52"/>
                  </a:lnTo>
                  <a:lnTo>
                    <a:pt x="13" y="52"/>
                  </a:lnTo>
                  <a:lnTo>
                    <a:pt x="13" y="52"/>
                  </a:lnTo>
                </a:path>
              </a:pathLst>
            </a:custGeom>
            <a:solidFill>
              <a:srgbClr val="82c168"/>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575" name=""/>
            <p:cNvSpPr/>
            <p:nvPr/>
          </p:nvSpPr>
          <p:spPr>
            <a:xfrm>
              <a:off x="4794120" y="5708520"/>
              <a:ext cx="25560" cy="79560"/>
            </a:xfrm>
            <a:custGeom>
              <a:avLst/>
              <a:gdLst/>
              <a:ahLst/>
              <a:rect l="l" t="t" r="r" b="b"/>
              <a:pathLst>
                <a:path w="16" h="50">
                  <a:moveTo>
                    <a:pt x="2" y="49"/>
                  </a:moveTo>
                  <a:lnTo>
                    <a:pt x="2" y="49"/>
                  </a:lnTo>
                  <a:lnTo>
                    <a:pt x="2" y="45"/>
                  </a:lnTo>
                  <a:lnTo>
                    <a:pt x="8" y="43"/>
                  </a:lnTo>
                  <a:lnTo>
                    <a:pt x="12" y="33"/>
                  </a:lnTo>
                  <a:lnTo>
                    <a:pt x="15" y="24"/>
                  </a:lnTo>
                  <a:lnTo>
                    <a:pt x="15" y="16"/>
                  </a:lnTo>
                  <a:lnTo>
                    <a:pt x="15" y="6"/>
                  </a:lnTo>
                  <a:lnTo>
                    <a:pt x="15" y="2"/>
                  </a:lnTo>
                  <a:lnTo>
                    <a:pt x="15" y="0"/>
                  </a:lnTo>
                  <a:lnTo>
                    <a:pt x="15" y="0"/>
                  </a:lnTo>
                  <a:lnTo>
                    <a:pt x="15" y="2"/>
                  </a:lnTo>
                  <a:lnTo>
                    <a:pt x="15" y="6"/>
                  </a:lnTo>
                  <a:lnTo>
                    <a:pt x="14" y="16"/>
                  </a:lnTo>
                  <a:lnTo>
                    <a:pt x="12" y="24"/>
                  </a:lnTo>
                  <a:lnTo>
                    <a:pt x="8" y="33"/>
                  </a:lnTo>
                  <a:lnTo>
                    <a:pt x="5" y="42"/>
                  </a:lnTo>
                  <a:lnTo>
                    <a:pt x="2" y="45"/>
                  </a:lnTo>
                  <a:lnTo>
                    <a:pt x="0" y="48"/>
                  </a:lnTo>
                  <a:lnTo>
                    <a:pt x="0" y="48"/>
                  </a:lnTo>
                  <a:lnTo>
                    <a:pt x="2" y="49"/>
                  </a:lnTo>
                  <a:lnTo>
                    <a:pt x="2" y="49"/>
                  </a:lnTo>
                </a:path>
              </a:pathLst>
            </a:custGeom>
            <a:solidFill>
              <a:srgbClr val="82c168"/>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576" name=""/>
            <p:cNvSpPr/>
            <p:nvPr/>
          </p:nvSpPr>
          <p:spPr>
            <a:xfrm>
              <a:off x="4772160" y="5784840"/>
              <a:ext cx="27000" cy="23760"/>
            </a:xfrm>
            <a:custGeom>
              <a:avLst/>
              <a:gdLst/>
              <a:ahLst/>
              <a:rect l="l" t="t" r="r" b="b"/>
              <a:pathLst>
                <a:path w="17" h="15">
                  <a:moveTo>
                    <a:pt x="0" y="12"/>
                  </a:moveTo>
                  <a:lnTo>
                    <a:pt x="0" y="12"/>
                  </a:lnTo>
                  <a:lnTo>
                    <a:pt x="3" y="14"/>
                  </a:lnTo>
                  <a:lnTo>
                    <a:pt x="11" y="14"/>
                  </a:lnTo>
                  <a:lnTo>
                    <a:pt x="14" y="14"/>
                  </a:lnTo>
                  <a:lnTo>
                    <a:pt x="14" y="14"/>
                  </a:lnTo>
                  <a:lnTo>
                    <a:pt x="14" y="12"/>
                  </a:lnTo>
                  <a:lnTo>
                    <a:pt x="14" y="11"/>
                  </a:lnTo>
                  <a:lnTo>
                    <a:pt x="14" y="5"/>
                  </a:lnTo>
                  <a:lnTo>
                    <a:pt x="16" y="1"/>
                  </a:lnTo>
                  <a:lnTo>
                    <a:pt x="14" y="0"/>
                  </a:lnTo>
                  <a:lnTo>
                    <a:pt x="14" y="5"/>
                  </a:lnTo>
                  <a:lnTo>
                    <a:pt x="11" y="11"/>
                  </a:lnTo>
                  <a:lnTo>
                    <a:pt x="14" y="12"/>
                  </a:lnTo>
                  <a:lnTo>
                    <a:pt x="14" y="14"/>
                  </a:lnTo>
                  <a:lnTo>
                    <a:pt x="14" y="14"/>
                  </a:lnTo>
                  <a:lnTo>
                    <a:pt x="11" y="14"/>
                  </a:lnTo>
                  <a:lnTo>
                    <a:pt x="5" y="12"/>
                  </a:lnTo>
                  <a:lnTo>
                    <a:pt x="0" y="11"/>
                  </a:lnTo>
                  <a:lnTo>
                    <a:pt x="0" y="11"/>
                  </a:lnTo>
                  <a:lnTo>
                    <a:pt x="0" y="12"/>
                  </a:lnTo>
                  <a:lnTo>
                    <a:pt x="0" y="12"/>
                  </a:lnTo>
                </a:path>
              </a:pathLst>
            </a:custGeom>
            <a:solidFill>
              <a:srgbClr val="82c168"/>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577" name=""/>
            <p:cNvSpPr/>
            <p:nvPr/>
          </p:nvSpPr>
          <p:spPr>
            <a:xfrm>
              <a:off x="4719600" y="5784840"/>
              <a:ext cx="54000" cy="20520"/>
            </a:xfrm>
            <a:custGeom>
              <a:avLst/>
              <a:gdLst/>
              <a:ahLst/>
              <a:rect l="l" t="t" r="r" b="b"/>
              <a:pathLst>
                <a:path w="34" h="13">
                  <a:moveTo>
                    <a:pt x="0" y="11"/>
                  </a:moveTo>
                  <a:lnTo>
                    <a:pt x="0" y="11"/>
                  </a:lnTo>
                  <a:lnTo>
                    <a:pt x="0" y="7"/>
                  </a:lnTo>
                  <a:lnTo>
                    <a:pt x="0" y="7"/>
                  </a:lnTo>
                  <a:lnTo>
                    <a:pt x="2" y="5"/>
                  </a:lnTo>
                  <a:lnTo>
                    <a:pt x="2" y="5"/>
                  </a:lnTo>
                  <a:lnTo>
                    <a:pt x="2" y="5"/>
                  </a:lnTo>
                  <a:lnTo>
                    <a:pt x="4" y="5"/>
                  </a:lnTo>
                  <a:lnTo>
                    <a:pt x="12" y="5"/>
                  </a:lnTo>
                  <a:lnTo>
                    <a:pt x="12" y="5"/>
                  </a:lnTo>
                  <a:lnTo>
                    <a:pt x="14" y="5"/>
                  </a:lnTo>
                  <a:lnTo>
                    <a:pt x="15" y="5"/>
                  </a:lnTo>
                  <a:lnTo>
                    <a:pt x="15" y="5"/>
                  </a:lnTo>
                  <a:lnTo>
                    <a:pt x="16" y="7"/>
                  </a:lnTo>
                  <a:lnTo>
                    <a:pt x="22" y="11"/>
                  </a:lnTo>
                  <a:lnTo>
                    <a:pt x="24" y="11"/>
                  </a:lnTo>
                  <a:lnTo>
                    <a:pt x="28" y="11"/>
                  </a:lnTo>
                  <a:lnTo>
                    <a:pt x="33" y="12"/>
                  </a:lnTo>
                  <a:lnTo>
                    <a:pt x="33" y="11"/>
                  </a:lnTo>
                  <a:lnTo>
                    <a:pt x="28" y="11"/>
                  </a:lnTo>
                  <a:lnTo>
                    <a:pt x="28" y="7"/>
                  </a:lnTo>
                  <a:lnTo>
                    <a:pt x="24" y="5"/>
                  </a:lnTo>
                  <a:lnTo>
                    <a:pt x="16" y="5"/>
                  </a:lnTo>
                  <a:lnTo>
                    <a:pt x="16" y="1"/>
                  </a:lnTo>
                  <a:lnTo>
                    <a:pt x="15" y="1"/>
                  </a:lnTo>
                  <a:lnTo>
                    <a:pt x="14" y="1"/>
                  </a:lnTo>
                  <a:lnTo>
                    <a:pt x="12" y="0"/>
                  </a:lnTo>
                  <a:lnTo>
                    <a:pt x="12" y="0"/>
                  </a:lnTo>
                  <a:lnTo>
                    <a:pt x="4" y="1"/>
                  </a:lnTo>
                  <a:lnTo>
                    <a:pt x="2" y="1"/>
                  </a:lnTo>
                  <a:lnTo>
                    <a:pt x="2" y="1"/>
                  </a:lnTo>
                  <a:lnTo>
                    <a:pt x="1" y="1"/>
                  </a:lnTo>
                  <a:lnTo>
                    <a:pt x="0" y="5"/>
                  </a:lnTo>
                  <a:lnTo>
                    <a:pt x="0" y="5"/>
                  </a:lnTo>
                  <a:lnTo>
                    <a:pt x="0" y="5"/>
                  </a:lnTo>
                  <a:lnTo>
                    <a:pt x="0" y="5"/>
                  </a:lnTo>
                  <a:lnTo>
                    <a:pt x="0" y="11"/>
                  </a:lnTo>
                  <a:lnTo>
                    <a:pt x="0" y="11"/>
                  </a:lnTo>
                </a:path>
              </a:pathLst>
            </a:custGeom>
            <a:solidFill>
              <a:srgbClr val="82c168"/>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578" name=""/>
            <p:cNvSpPr/>
            <p:nvPr/>
          </p:nvSpPr>
          <p:spPr>
            <a:xfrm>
              <a:off x="4714920" y="5775480"/>
              <a:ext cx="31680" cy="28440"/>
            </a:xfrm>
            <a:custGeom>
              <a:avLst/>
              <a:gdLst/>
              <a:ahLst/>
              <a:rect l="l" t="t" r="r" b="b"/>
              <a:pathLst>
                <a:path w="20" h="18">
                  <a:moveTo>
                    <a:pt x="19" y="0"/>
                  </a:moveTo>
                  <a:lnTo>
                    <a:pt x="19" y="0"/>
                  </a:lnTo>
                  <a:lnTo>
                    <a:pt x="19" y="0"/>
                  </a:lnTo>
                  <a:lnTo>
                    <a:pt x="18" y="1"/>
                  </a:lnTo>
                  <a:lnTo>
                    <a:pt x="18" y="2"/>
                  </a:lnTo>
                  <a:lnTo>
                    <a:pt x="17" y="3"/>
                  </a:lnTo>
                  <a:lnTo>
                    <a:pt x="15" y="3"/>
                  </a:lnTo>
                  <a:lnTo>
                    <a:pt x="10" y="3"/>
                  </a:lnTo>
                  <a:lnTo>
                    <a:pt x="5" y="3"/>
                  </a:lnTo>
                  <a:lnTo>
                    <a:pt x="5" y="6"/>
                  </a:lnTo>
                  <a:lnTo>
                    <a:pt x="3" y="6"/>
                  </a:lnTo>
                  <a:lnTo>
                    <a:pt x="3" y="6"/>
                  </a:lnTo>
                  <a:lnTo>
                    <a:pt x="3" y="7"/>
                  </a:lnTo>
                  <a:lnTo>
                    <a:pt x="2" y="11"/>
                  </a:lnTo>
                  <a:lnTo>
                    <a:pt x="2" y="11"/>
                  </a:lnTo>
                  <a:lnTo>
                    <a:pt x="0" y="13"/>
                  </a:lnTo>
                  <a:lnTo>
                    <a:pt x="2" y="17"/>
                  </a:lnTo>
                  <a:lnTo>
                    <a:pt x="3" y="17"/>
                  </a:lnTo>
                  <a:lnTo>
                    <a:pt x="3" y="11"/>
                  </a:lnTo>
                  <a:lnTo>
                    <a:pt x="2" y="11"/>
                  </a:lnTo>
                  <a:lnTo>
                    <a:pt x="2" y="11"/>
                  </a:lnTo>
                  <a:lnTo>
                    <a:pt x="2" y="13"/>
                  </a:lnTo>
                  <a:lnTo>
                    <a:pt x="3" y="11"/>
                  </a:lnTo>
                  <a:lnTo>
                    <a:pt x="3" y="11"/>
                  </a:lnTo>
                  <a:lnTo>
                    <a:pt x="3" y="7"/>
                  </a:lnTo>
                  <a:lnTo>
                    <a:pt x="4" y="6"/>
                  </a:lnTo>
                  <a:lnTo>
                    <a:pt x="5" y="6"/>
                  </a:lnTo>
                  <a:lnTo>
                    <a:pt x="5" y="6"/>
                  </a:lnTo>
                  <a:lnTo>
                    <a:pt x="15" y="3"/>
                  </a:lnTo>
                  <a:lnTo>
                    <a:pt x="15" y="3"/>
                  </a:lnTo>
                  <a:lnTo>
                    <a:pt x="17" y="3"/>
                  </a:lnTo>
                  <a:lnTo>
                    <a:pt x="18" y="3"/>
                  </a:lnTo>
                  <a:lnTo>
                    <a:pt x="18" y="3"/>
                  </a:lnTo>
                  <a:lnTo>
                    <a:pt x="19" y="2"/>
                  </a:lnTo>
                  <a:lnTo>
                    <a:pt x="19" y="2"/>
                  </a:lnTo>
                  <a:lnTo>
                    <a:pt x="19" y="2"/>
                  </a:lnTo>
                  <a:lnTo>
                    <a:pt x="19" y="0"/>
                  </a:lnTo>
                  <a:lnTo>
                    <a:pt x="19" y="0"/>
                  </a:lnTo>
                </a:path>
              </a:pathLst>
            </a:custGeom>
            <a:solidFill>
              <a:srgbClr val="82c168"/>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3579" name=""/>
            <p:cNvSpPr/>
            <p:nvPr/>
          </p:nvSpPr>
          <p:spPr>
            <a:xfrm>
              <a:off x="4745160" y="5713560"/>
              <a:ext cx="33120" cy="66600"/>
            </a:xfrm>
            <a:custGeom>
              <a:avLst/>
              <a:gdLst/>
              <a:ahLst/>
              <a:rect l="l" t="t" r="r" b="b"/>
              <a:pathLst>
                <a:path w="21" h="42">
                  <a:moveTo>
                    <a:pt x="17" y="0"/>
                  </a:moveTo>
                  <a:lnTo>
                    <a:pt x="17" y="0"/>
                  </a:lnTo>
                  <a:lnTo>
                    <a:pt x="17" y="11"/>
                  </a:lnTo>
                  <a:lnTo>
                    <a:pt x="17" y="13"/>
                  </a:lnTo>
                  <a:lnTo>
                    <a:pt x="17" y="16"/>
                  </a:lnTo>
                  <a:lnTo>
                    <a:pt x="12" y="24"/>
                  </a:lnTo>
                  <a:lnTo>
                    <a:pt x="12" y="30"/>
                  </a:lnTo>
                  <a:lnTo>
                    <a:pt x="8" y="32"/>
                  </a:lnTo>
                  <a:lnTo>
                    <a:pt x="6" y="33"/>
                  </a:lnTo>
                  <a:lnTo>
                    <a:pt x="0" y="39"/>
                  </a:lnTo>
                  <a:lnTo>
                    <a:pt x="0" y="41"/>
                  </a:lnTo>
                  <a:lnTo>
                    <a:pt x="8" y="39"/>
                  </a:lnTo>
                  <a:lnTo>
                    <a:pt x="12" y="33"/>
                  </a:lnTo>
                  <a:lnTo>
                    <a:pt x="12" y="30"/>
                  </a:lnTo>
                  <a:lnTo>
                    <a:pt x="15" y="24"/>
                  </a:lnTo>
                  <a:lnTo>
                    <a:pt x="17" y="16"/>
                  </a:lnTo>
                  <a:lnTo>
                    <a:pt x="17" y="13"/>
                  </a:lnTo>
                  <a:lnTo>
                    <a:pt x="18" y="11"/>
                  </a:lnTo>
                  <a:lnTo>
                    <a:pt x="20" y="0"/>
                  </a:lnTo>
                  <a:lnTo>
                    <a:pt x="20" y="0"/>
                  </a:lnTo>
                  <a:lnTo>
                    <a:pt x="17" y="0"/>
                  </a:lnTo>
                  <a:lnTo>
                    <a:pt x="17" y="0"/>
                  </a:lnTo>
                </a:path>
              </a:pathLst>
            </a:custGeom>
            <a:solidFill>
              <a:srgbClr val="82c168"/>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3580" name=""/>
            <p:cNvSpPr/>
            <p:nvPr/>
          </p:nvSpPr>
          <p:spPr>
            <a:xfrm>
              <a:off x="4772160" y="5634000"/>
              <a:ext cx="6120" cy="81000"/>
            </a:xfrm>
            <a:custGeom>
              <a:avLst/>
              <a:gdLst/>
              <a:ahLst/>
              <a:rect l="l" t="t" r="r" b="b"/>
              <a:pathLst>
                <a:path w="4" h="51">
                  <a:moveTo>
                    <a:pt x="3" y="0"/>
                  </a:moveTo>
                  <a:lnTo>
                    <a:pt x="3" y="0"/>
                  </a:lnTo>
                  <a:lnTo>
                    <a:pt x="3" y="19"/>
                  </a:lnTo>
                  <a:lnTo>
                    <a:pt x="3" y="30"/>
                  </a:lnTo>
                  <a:lnTo>
                    <a:pt x="3" y="47"/>
                  </a:lnTo>
                  <a:lnTo>
                    <a:pt x="0" y="50"/>
                  </a:lnTo>
                  <a:lnTo>
                    <a:pt x="3" y="50"/>
                  </a:lnTo>
                  <a:lnTo>
                    <a:pt x="3" y="47"/>
                  </a:lnTo>
                  <a:lnTo>
                    <a:pt x="3" y="30"/>
                  </a:lnTo>
                  <a:lnTo>
                    <a:pt x="3" y="19"/>
                  </a:lnTo>
                  <a:lnTo>
                    <a:pt x="3" y="0"/>
                  </a:lnTo>
                  <a:lnTo>
                    <a:pt x="3" y="0"/>
                  </a:lnTo>
                  <a:lnTo>
                    <a:pt x="3" y="0"/>
                  </a:lnTo>
                  <a:lnTo>
                    <a:pt x="3" y="0"/>
                  </a:lnTo>
                </a:path>
              </a:pathLst>
            </a:custGeom>
            <a:solidFill>
              <a:srgbClr val="82c168"/>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581" name=""/>
            <p:cNvSpPr/>
            <p:nvPr/>
          </p:nvSpPr>
          <p:spPr>
            <a:xfrm>
              <a:off x="4772160" y="5567400"/>
              <a:ext cx="10800" cy="68400"/>
            </a:xfrm>
            <a:custGeom>
              <a:avLst/>
              <a:gdLst/>
              <a:ahLst/>
              <a:rect l="l" t="t" r="r" b="b"/>
              <a:pathLst>
                <a:path w="7" h="43">
                  <a:moveTo>
                    <a:pt x="6" y="1"/>
                  </a:moveTo>
                  <a:lnTo>
                    <a:pt x="6" y="1"/>
                  </a:lnTo>
                  <a:lnTo>
                    <a:pt x="3" y="0"/>
                  </a:lnTo>
                  <a:lnTo>
                    <a:pt x="1" y="3"/>
                  </a:lnTo>
                  <a:lnTo>
                    <a:pt x="0" y="6"/>
                  </a:lnTo>
                  <a:lnTo>
                    <a:pt x="0" y="15"/>
                  </a:lnTo>
                  <a:lnTo>
                    <a:pt x="0" y="19"/>
                  </a:lnTo>
                  <a:lnTo>
                    <a:pt x="0" y="26"/>
                  </a:lnTo>
                  <a:lnTo>
                    <a:pt x="0" y="37"/>
                  </a:lnTo>
                  <a:lnTo>
                    <a:pt x="3" y="42"/>
                  </a:lnTo>
                  <a:lnTo>
                    <a:pt x="3" y="42"/>
                  </a:lnTo>
                  <a:lnTo>
                    <a:pt x="3" y="37"/>
                  </a:lnTo>
                  <a:lnTo>
                    <a:pt x="1" y="26"/>
                  </a:lnTo>
                  <a:lnTo>
                    <a:pt x="1" y="19"/>
                  </a:lnTo>
                  <a:lnTo>
                    <a:pt x="0" y="15"/>
                  </a:lnTo>
                  <a:lnTo>
                    <a:pt x="1" y="6"/>
                  </a:lnTo>
                  <a:lnTo>
                    <a:pt x="3" y="3"/>
                  </a:lnTo>
                  <a:lnTo>
                    <a:pt x="3" y="3"/>
                  </a:lnTo>
                  <a:lnTo>
                    <a:pt x="5" y="3"/>
                  </a:lnTo>
                  <a:lnTo>
                    <a:pt x="5" y="3"/>
                  </a:lnTo>
                  <a:lnTo>
                    <a:pt x="6" y="1"/>
                  </a:lnTo>
                  <a:lnTo>
                    <a:pt x="6" y="1"/>
                  </a:lnTo>
                </a:path>
              </a:pathLst>
            </a:custGeom>
            <a:solidFill>
              <a:srgbClr val="82c168"/>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3582" name=""/>
            <p:cNvSpPr/>
            <p:nvPr/>
          </p:nvSpPr>
          <p:spPr>
            <a:xfrm>
              <a:off x="6197760" y="5541840"/>
              <a:ext cx="27000" cy="220680"/>
            </a:xfrm>
            <a:custGeom>
              <a:avLst/>
              <a:gdLst/>
              <a:ahLst/>
              <a:rect l="l" t="t" r="r" b="b"/>
              <a:pathLst>
                <a:path w="17" h="139">
                  <a:moveTo>
                    <a:pt x="15" y="0"/>
                  </a:moveTo>
                  <a:lnTo>
                    <a:pt x="15" y="4"/>
                  </a:lnTo>
                  <a:lnTo>
                    <a:pt x="16" y="9"/>
                  </a:lnTo>
                  <a:lnTo>
                    <a:pt x="15" y="19"/>
                  </a:lnTo>
                  <a:lnTo>
                    <a:pt x="15" y="35"/>
                  </a:lnTo>
                  <a:lnTo>
                    <a:pt x="15" y="43"/>
                  </a:lnTo>
                  <a:lnTo>
                    <a:pt x="13" y="58"/>
                  </a:lnTo>
                  <a:lnTo>
                    <a:pt x="10" y="66"/>
                  </a:lnTo>
                  <a:lnTo>
                    <a:pt x="10" y="77"/>
                  </a:lnTo>
                  <a:lnTo>
                    <a:pt x="10" y="80"/>
                  </a:lnTo>
                  <a:lnTo>
                    <a:pt x="10" y="92"/>
                  </a:lnTo>
                  <a:lnTo>
                    <a:pt x="10" y="105"/>
                  </a:lnTo>
                  <a:lnTo>
                    <a:pt x="10" y="119"/>
                  </a:lnTo>
                  <a:lnTo>
                    <a:pt x="5" y="124"/>
                  </a:lnTo>
                  <a:lnTo>
                    <a:pt x="5" y="138"/>
                  </a:lnTo>
                  <a:lnTo>
                    <a:pt x="3" y="138"/>
                  </a:lnTo>
                  <a:lnTo>
                    <a:pt x="3" y="138"/>
                  </a:lnTo>
                  <a:lnTo>
                    <a:pt x="0" y="121"/>
                  </a:lnTo>
                  <a:lnTo>
                    <a:pt x="0" y="107"/>
                  </a:lnTo>
                  <a:lnTo>
                    <a:pt x="0" y="92"/>
                  </a:lnTo>
                  <a:lnTo>
                    <a:pt x="3" y="83"/>
                  </a:lnTo>
                  <a:lnTo>
                    <a:pt x="3" y="77"/>
                  </a:lnTo>
                  <a:lnTo>
                    <a:pt x="5" y="63"/>
                  </a:lnTo>
                  <a:lnTo>
                    <a:pt x="6" y="53"/>
                  </a:lnTo>
                  <a:lnTo>
                    <a:pt x="10" y="35"/>
                  </a:lnTo>
                  <a:lnTo>
                    <a:pt x="10" y="19"/>
                  </a:lnTo>
                  <a:lnTo>
                    <a:pt x="10" y="9"/>
                  </a:lnTo>
                  <a:lnTo>
                    <a:pt x="13" y="4"/>
                  </a:lnTo>
                  <a:lnTo>
                    <a:pt x="15" y="0"/>
                  </a:lnTo>
                  <a:lnTo>
                    <a:pt x="15" y="0"/>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83" name=""/>
            <p:cNvSpPr/>
            <p:nvPr/>
          </p:nvSpPr>
          <p:spPr>
            <a:xfrm>
              <a:off x="6213600" y="5541840"/>
              <a:ext cx="11160" cy="123840"/>
            </a:xfrm>
            <a:custGeom>
              <a:avLst/>
              <a:gdLst/>
              <a:ahLst/>
              <a:rect l="l" t="t" r="r" b="b"/>
              <a:pathLst>
                <a:path w="7" h="78">
                  <a:moveTo>
                    <a:pt x="0" y="77"/>
                  </a:moveTo>
                  <a:lnTo>
                    <a:pt x="0" y="77"/>
                  </a:lnTo>
                  <a:lnTo>
                    <a:pt x="0" y="66"/>
                  </a:lnTo>
                  <a:lnTo>
                    <a:pt x="3" y="58"/>
                  </a:lnTo>
                  <a:lnTo>
                    <a:pt x="5" y="43"/>
                  </a:lnTo>
                  <a:lnTo>
                    <a:pt x="5" y="35"/>
                  </a:lnTo>
                  <a:lnTo>
                    <a:pt x="6" y="19"/>
                  </a:lnTo>
                  <a:lnTo>
                    <a:pt x="6" y="9"/>
                  </a:lnTo>
                  <a:lnTo>
                    <a:pt x="6" y="4"/>
                  </a:lnTo>
                  <a:lnTo>
                    <a:pt x="5" y="0"/>
                  </a:lnTo>
                  <a:lnTo>
                    <a:pt x="5" y="0"/>
                  </a:lnTo>
                  <a:lnTo>
                    <a:pt x="5" y="4"/>
                  </a:lnTo>
                  <a:lnTo>
                    <a:pt x="5" y="9"/>
                  </a:lnTo>
                  <a:lnTo>
                    <a:pt x="5" y="19"/>
                  </a:lnTo>
                  <a:lnTo>
                    <a:pt x="5" y="35"/>
                  </a:lnTo>
                  <a:lnTo>
                    <a:pt x="3" y="43"/>
                  </a:lnTo>
                  <a:lnTo>
                    <a:pt x="0" y="58"/>
                  </a:lnTo>
                  <a:lnTo>
                    <a:pt x="0" y="66"/>
                  </a:lnTo>
                  <a:lnTo>
                    <a:pt x="0" y="77"/>
                  </a:lnTo>
                  <a:lnTo>
                    <a:pt x="0" y="77"/>
                  </a:lnTo>
                  <a:lnTo>
                    <a:pt x="0" y="77"/>
                  </a:lnTo>
                  <a:lnTo>
                    <a:pt x="0" y="77"/>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84" name=""/>
            <p:cNvSpPr/>
            <p:nvPr/>
          </p:nvSpPr>
          <p:spPr>
            <a:xfrm>
              <a:off x="6197760" y="5664240"/>
              <a:ext cx="17280" cy="98280"/>
            </a:xfrm>
            <a:custGeom>
              <a:avLst/>
              <a:gdLst/>
              <a:ahLst/>
              <a:rect l="l" t="t" r="r" b="b"/>
              <a:pathLst>
                <a:path w="11" h="62">
                  <a:moveTo>
                    <a:pt x="0" y="61"/>
                  </a:moveTo>
                  <a:lnTo>
                    <a:pt x="0" y="61"/>
                  </a:lnTo>
                  <a:lnTo>
                    <a:pt x="5" y="61"/>
                  </a:lnTo>
                  <a:lnTo>
                    <a:pt x="5" y="61"/>
                  </a:lnTo>
                  <a:lnTo>
                    <a:pt x="6" y="47"/>
                  </a:lnTo>
                  <a:lnTo>
                    <a:pt x="10" y="42"/>
                  </a:lnTo>
                  <a:lnTo>
                    <a:pt x="10" y="28"/>
                  </a:lnTo>
                  <a:lnTo>
                    <a:pt x="10" y="15"/>
                  </a:lnTo>
                  <a:lnTo>
                    <a:pt x="10" y="3"/>
                  </a:lnTo>
                  <a:lnTo>
                    <a:pt x="10" y="0"/>
                  </a:lnTo>
                  <a:lnTo>
                    <a:pt x="10" y="0"/>
                  </a:lnTo>
                  <a:lnTo>
                    <a:pt x="10" y="3"/>
                  </a:lnTo>
                  <a:lnTo>
                    <a:pt x="10" y="15"/>
                  </a:lnTo>
                  <a:lnTo>
                    <a:pt x="10" y="28"/>
                  </a:lnTo>
                  <a:lnTo>
                    <a:pt x="5" y="42"/>
                  </a:lnTo>
                  <a:lnTo>
                    <a:pt x="5" y="47"/>
                  </a:lnTo>
                  <a:lnTo>
                    <a:pt x="3" y="61"/>
                  </a:lnTo>
                  <a:lnTo>
                    <a:pt x="3" y="61"/>
                  </a:lnTo>
                  <a:lnTo>
                    <a:pt x="3" y="61"/>
                  </a:lnTo>
                  <a:lnTo>
                    <a:pt x="3" y="61"/>
                  </a:lnTo>
                  <a:lnTo>
                    <a:pt x="0" y="61"/>
                  </a:lnTo>
                  <a:lnTo>
                    <a:pt x="0" y="61"/>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85" name=""/>
            <p:cNvSpPr/>
            <p:nvPr/>
          </p:nvSpPr>
          <p:spPr>
            <a:xfrm>
              <a:off x="6191280" y="5673600"/>
              <a:ext cx="12600" cy="88920"/>
            </a:xfrm>
            <a:custGeom>
              <a:avLst/>
              <a:gdLst/>
              <a:ahLst/>
              <a:rect l="l" t="t" r="r" b="b"/>
              <a:pathLst>
                <a:path w="8" h="56">
                  <a:moveTo>
                    <a:pt x="4" y="0"/>
                  </a:moveTo>
                  <a:lnTo>
                    <a:pt x="4" y="0"/>
                  </a:lnTo>
                  <a:lnTo>
                    <a:pt x="0" y="9"/>
                  </a:lnTo>
                  <a:lnTo>
                    <a:pt x="0" y="24"/>
                  </a:lnTo>
                  <a:lnTo>
                    <a:pt x="0" y="38"/>
                  </a:lnTo>
                  <a:lnTo>
                    <a:pt x="4" y="55"/>
                  </a:lnTo>
                  <a:lnTo>
                    <a:pt x="7" y="55"/>
                  </a:lnTo>
                  <a:lnTo>
                    <a:pt x="7" y="38"/>
                  </a:lnTo>
                  <a:lnTo>
                    <a:pt x="7" y="24"/>
                  </a:lnTo>
                  <a:lnTo>
                    <a:pt x="7" y="9"/>
                  </a:lnTo>
                  <a:lnTo>
                    <a:pt x="7" y="0"/>
                  </a:lnTo>
                  <a:lnTo>
                    <a:pt x="7" y="0"/>
                  </a:lnTo>
                  <a:lnTo>
                    <a:pt x="4" y="0"/>
                  </a:lnTo>
                  <a:lnTo>
                    <a:pt x="4" y="0"/>
                  </a:lnTo>
                </a:path>
              </a:pathLst>
            </a:custGeom>
            <a:solidFill>
              <a:srgbClr val="82c168"/>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586" name=""/>
            <p:cNvSpPr/>
            <p:nvPr/>
          </p:nvSpPr>
          <p:spPr>
            <a:xfrm>
              <a:off x="6197760" y="5541840"/>
              <a:ext cx="25200" cy="133560"/>
            </a:xfrm>
            <a:custGeom>
              <a:avLst/>
              <a:gdLst/>
              <a:ahLst/>
              <a:rect l="l" t="t" r="r" b="b"/>
              <a:pathLst>
                <a:path w="16" h="84">
                  <a:moveTo>
                    <a:pt x="15" y="0"/>
                  </a:moveTo>
                  <a:lnTo>
                    <a:pt x="15" y="0"/>
                  </a:lnTo>
                  <a:lnTo>
                    <a:pt x="13" y="3"/>
                  </a:lnTo>
                  <a:lnTo>
                    <a:pt x="10" y="9"/>
                  </a:lnTo>
                  <a:lnTo>
                    <a:pt x="10" y="19"/>
                  </a:lnTo>
                  <a:lnTo>
                    <a:pt x="10" y="35"/>
                  </a:lnTo>
                  <a:lnTo>
                    <a:pt x="5" y="53"/>
                  </a:lnTo>
                  <a:lnTo>
                    <a:pt x="3" y="63"/>
                  </a:lnTo>
                  <a:lnTo>
                    <a:pt x="3" y="77"/>
                  </a:lnTo>
                  <a:lnTo>
                    <a:pt x="0" y="83"/>
                  </a:lnTo>
                  <a:lnTo>
                    <a:pt x="3" y="83"/>
                  </a:lnTo>
                  <a:lnTo>
                    <a:pt x="5" y="77"/>
                  </a:lnTo>
                  <a:lnTo>
                    <a:pt x="5" y="63"/>
                  </a:lnTo>
                  <a:lnTo>
                    <a:pt x="10" y="53"/>
                  </a:lnTo>
                  <a:lnTo>
                    <a:pt x="10" y="35"/>
                  </a:lnTo>
                  <a:lnTo>
                    <a:pt x="10" y="19"/>
                  </a:lnTo>
                  <a:lnTo>
                    <a:pt x="13" y="9"/>
                  </a:lnTo>
                  <a:lnTo>
                    <a:pt x="15" y="4"/>
                  </a:lnTo>
                  <a:lnTo>
                    <a:pt x="15" y="0"/>
                  </a:lnTo>
                  <a:lnTo>
                    <a:pt x="15" y="0"/>
                  </a:lnTo>
                  <a:lnTo>
                    <a:pt x="15" y="0"/>
                  </a:lnTo>
                  <a:lnTo>
                    <a:pt x="15" y="0"/>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87" name=""/>
            <p:cNvSpPr/>
            <p:nvPr/>
          </p:nvSpPr>
          <p:spPr>
            <a:xfrm>
              <a:off x="5911920" y="5526000"/>
              <a:ext cx="82440" cy="227160"/>
            </a:xfrm>
            <a:custGeom>
              <a:avLst/>
              <a:gdLst/>
              <a:ahLst/>
              <a:rect l="l" t="t" r="r" b="b"/>
              <a:pathLst>
                <a:path w="52" h="143">
                  <a:moveTo>
                    <a:pt x="40" y="4"/>
                  </a:moveTo>
                  <a:lnTo>
                    <a:pt x="41" y="8"/>
                  </a:lnTo>
                  <a:lnTo>
                    <a:pt x="42" y="19"/>
                  </a:lnTo>
                  <a:lnTo>
                    <a:pt x="44" y="29"/>
                  </a:lnTo>
                  <a:lnTo>
                    <a:pt x="44" y="45"/>
                  </a:lnTo>
                  <a:lnTo>
                    <a:pt x="48" y="65"/>
                  </a:lnTo>
                  <a:lnTo>
                    <a:pt x="51" y="77"/>
                  </a:lnTo>
                  <a:lnTo>
                    <a:pt x="51" y="90"/>
                  </a:lnTo>
                  <a:lnTo>
                    <a:pt x="51" y="99"/>
                  </a:lnTo>
                  <a:lnTo>
                    <a:pt x="48" y="105"/>
                  </a:lnTo>
                  <a:lnTo>
                    <a:pt x="44" y="115"/>
                  </a:lnTo>
                  <a:lnTo>
                    <a:pt x="44" y="116"/>
                  </a:lnTo>
                  <a:lnTo>
                    <a:pt x="44" y="117"/>
                  </a:lnTo>
                  <a:lnTo>
                    <a:pt x="44" y="121"/>
                  </a:lnTo>
                  <a:lnTo>
                    <a:pt x="44" y="129"/>
                  </a:lnTo>
                  <a:lnTo>
                    <a:pt x="44" y="130"/>
                  </a:lnTo>
                  <a:lnTo>
                    <a:pt x="42" y="131"/>
                  </a:lnTo>
                  <a:lnTo>
                    <a:pt x="42" y="131"/>
                  </a:lnTo>
                  <a:lnTo>
                    <a:pt x="41" y="131"/>
                  </a:lnTo>
                  <a:lnTo>
                    <a:pt x="40" y="134"/>
                  </a:lnTo>
                  <a:lnTo>
                    <a:pt x="40" y="134"/>
                  </a:lnTo>
                  <a:lnTo>
                    <a:pt x="39" y="139"/>
                  </a:lnTo>
                  <a:lnTo>
                    <a:pt x="39" y="142"/>
                  </a:lnTo>
                  <a:lnTo>
                    <a:pt x="31" y="142"/>
                  </a:lnTo>
                  <a:lnTo>
                    <a:pt x="31" y="142"/>
                  </a:lnTo>
                  <a:lnTo>
                    <a:pt x="31" y="142"/>
                  </a:lnTo>
                  <a:lnTo>
                    <a:pt x="30" y="139"/>
                  </a:lnTo>
                  <a:lnTo>
                    <a:pt x="28" y="139"/>
                  </a:lnTo>
                  <a:lnTo>
                    <a:pt x="28" y="137"/>
                  </a:lnTo>
                  <a:lnTo>
                    <a:pt x="28" y="134"/>
                  </a:lnTo>
                  <a:lnTo>
                    <a:pt x="26" y="134"/>
                  </a:lnTo>
                  <a:lnTo>
                    <a:pt x="26" y="134"/>
                  </a:lnTo>
                  <a:lnTo>
                    <a:pt x="22" y="131"/>
                  </a:lnTo>
                  <a:lnTo>
                    <a:pt x="15" y="131"/>
                  </a:lnTo>
                  <a:lnTo>
                    <a:pt x="15" y="131"/>
                  </a:lnTo>
                  <a:lnTo>
                    <a:pt x="15" y="131"/>
                  </a:lnTo>
                  <a:lnTo>
                    <a:pt x="12" y="131"/>
                  </a:lnTo>
                  <a:lnTo>
                    <a:pt x="8" y="131"/>
                  </a:lnTo>
                  <a:lnTo>
                    <a:pt x="7" y="130"/>
                  </a:lnTo>
                  <a:lnTo>
                    <a:pt x="4" y="130"/>
                  </a:lnTo>
                  <a:lnTo>
                    <a:pt x="0" y="130"/>
                  </a:lnTo>
                  <a:lnTo>
                    <a:pt x="0" y="130"/>
                  </a:lnTo>
                  <a:lnTo>
                    <a:pt x="0" y="129"/>
                  </a:lnTo>
                  <a:lnTo>
                    <a:pt x="0" y="129"/>
                  </a:lnTo>
                  <a:lnTo>
                    <a:pt x="4" y="129"/>
                  </a:lnTo>
                  <a:lnTo>
                    <a:pt x="7" y="126"/>
                  </a:lnTo>
                  <a:lnTo>
                    <a:pt x="8" y="121"/>
                  </a:lnTo>
                  <a:lnTo>
                    <a:pt x="15" y="118"/>
                  </a:lnTo>
                  <a:lnTo>
                    <a:pt x="15" y="118"/>
                  </a:lnTo>
                  <a:lnTo>
                    <a:pt x="15" y="118"/>
                  </a:lnTo>
                  <a:lnTo>
                    <a:pt x="15" y="118"/>
                  </a:lnTo>
                  <a:lnTo>
                    <a:pt x="15" y="117"/>
                  </a:lnTo>
                  <a:lnTo>
                    <a:pt x="18" y="117"/>
                  </a:lnTo>
                  <a:lnTo>
                    <a:pt x="22" y="117"/>
                  </a:lnTo>
                  <a:lnTo>
                    <a:pt x="22" y="116"/>
                  </a:lnTo>
                  <a:lnTo>
                    <a:pt x="22" y="115"/>
                  </a:lnTo>
                  <a:lnTo>
                    <a:pt x="22" y="113"/>
                  </a:lnTo>
                  <a:lnTo>
                    <a:pt x="26" y="105"/>
                  </a:lnTo>
                  <a:lnTo>
                    <a:pt x="26" y="102"/>
                  </a:lnTo>
                  <a:lnTo>
                    <a:pt x="28" y="97"/>
                  </a:lnTo>
                  <a:lnTo>
                    <a:pt x="28" y="90"/>
                  </a:lnTo>
                  <a:lnTo>
                    <a:pt x="28" y="87"/>
                  </a:lnTo>
                  <a:lnTo>
                    <a:pt x="31" y="75"/>
                  </a:lnTo>
                  <a:lnTo>
                    <a:pt x="31" y="68"/>
                  </a:lnTo>
                  <a:lnTo>
                    <a:pt x="31" y="63"/>
                  </a:lnTo>
                  <a:lnTo>
                    <a:pt x="31" y="52"/>
                  </a:lnTo>
                  <a:lnTo>
                    <a:pt x="31" y="45"/>
                  </a:lnTo>
                  <a:lnTo>
                    <a:pt x="31" y="29"/>
                  </a:lnTo>
                  <a:lnTo>
                    <a:pt x="31" y="19"/>
                  </a:lnTo>
                  <a:lnTo>
                    <a:pt x="31" y="10"/>
                  </a:lnTo>
                  <a:lnTo>
                    <a:pt x="35" y="4"/>
                  </a:lnTo>
                  <a:lnTo>
                    <a:pt x="39" y="0"/>
                  </a:lnTo>
                  <a:lnTo>
                    <a:pt x="40" y="4"/>
                  </a:lnTo>
                  <a:lnTo>
                    <a:pt x="40" y="4"/>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88" name=""/>
            <p:cNvSpPr/>
            <p:nvPr/>
          </p:nvSpPr>
          <p:spPr>
            <a:xfrm>
              <a:off x="5975280" y="5532480"/>
              <a:ext cx="23760" cy="152280"/>
            </a:xfrm>
            <a:custGeom>
              <a:avLst/>
              <a:gdLst/>
              <a:ahLst/>
              <a:rect l="l" t="t" r="r" b="b"/>
              <a:pathLst>
                <a:path w="15" h="96">
                  <a:moveTo>
                    <a:pt x="11" y="95"/>
                  </a:moveTo>
                  <a:lnTo>
                    <a:pt x="11" y="95"/>
                  </a:lnTo>
                  <a:lnTo>
                    <a:pt x="14" y="86"/>
                  </a:lnTo>
                  <a:lnTo>
                    <a:pt x="14" y="73"/>
                  </a:lnTo>
                  <a:lnTo>
                    <a:pt x="11" y="61"/>
                  </a:lnTo>
                  <a:lnTo>
                    <a:pt x="8" y="41"/>
                  </a:lnTo>
                  <a:lnTo>
                    <a:pt x="4" y="25"/>
                  </a:lnTo>
                  <a:lnTo>
                    <a:pt x="2" y="15"/>
                  </a:lnTo>
                  <a:lnTo>
                    <a:pt x="2" y="4"/>
                  </a:lnTo>
                  <a:lnTo>
                    <a:pt x="1" y="0"/>
                  </a:lnTo>
                  <a:lnTo>
                    <a:pt x="0" y="0"/>
                  </a:lnTo>
                  <a:lnTo>
                    <a:pt x="1" y="5"/>
                  </a:lnTo>
                  <a:lnTo>
                    <a:pt x="2" y="15"/>
                  </a:lnTo>
                  <a:lnTo>
                    <a:pt x="4" y="25"/>
                  </a:lnTo>
                  <a:lnTo>
                    <a:pt x="4" y="41"/>
                  </a:lnTo>
                  <a:lnTo>
                    <a:pt x="8" y="61"/>
                  </a:lnTo>
                  <a:lnTo>
                    <a:pt x="11" y="73"/>
                  </a:lnTo>
                  <a:lnTo>
                    <a:pt x="11" y="86"/>
                  </a:lnTo>
                  <a:lnTo>
                    <a:pt x="8" y="94"/>
                  </a:lnTo>
                  <a:lnTo>
                    <a:pt x="8" y="94"/>
                  </a:lnTo>
                  <a:lnTo>
                    <a:pt x="11" y="95"/>
                  </a:lnTo>
                  <a:lnTo>
                    <a:pt x="11" y="95"/>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89" name=""/>
            <p:cNvSpPr/>
            <p:nvPr/>
          </p:nvSpPr>
          <p:spPr>
            <a:xfrm>
              <a:off x="5978520" y="5681520"/>
              <a:ext cx="15840" cy="54000"/>
            </a:xfrm>
            <a:custGeom>
              <a:avLst/>
              <a:gdLst/>
              <a:ahLst/>
              <a:rect l="l" t="t" r="r" b="b"/>
              <a:pathLst>
                <a:path w="10" h="34">
                  <a:moveTo>
                    <a:pt x="0" y="33"/>
                  </a:moveTo>
                  <a:lnTo>
                    <a:pt x="0" y="33"/>
                  </a:lnTo>
                  <a:lnTo>
                    <a:pt x="2" y="33"/>
                  </a:lnTo>
                  <a:lnTo>
                    <a:pt x="2" y="31"/>
                  </a:lnTo>
                  <a:lnTo>
                    <a:pt x="2" y="23"/>
                  </a:lnTo>
                  <a:lnTo>
                    <a:pt x="6" y="19"/>
                  </a:lnTo>
                  <a:lnTo>
                    <a:pt x="6" y="18"/>
                  </a:lnTo>
                  <a:lnTo>
                    <a:pt x="6" y="17"/>
                  </a:lnTo>
                  <a:lnTo>
                    <a:pt x="6" y="7"/>
                  </a:lnTo>
                  <a:lnTo>
                    <a:pt x="9" y="1"/>
                  </a:lnTo>
                  <a:lnTo>
                    <a:pt x="6" y="0"/>
                  </a:lnTo>
                  <a:lnTo>
                    <a:pt x="2" y="7"/>
                  </a:lnTo>
                  <a:lnTo>
                    <a:pt x="2" y="17"/>
                  </a:lnTo>
                  <a:lnTo>
                    <a:pt x="2" y="18"/>
                  </a:lnTo>
                  <a:lnTo>
                    <a:pt x="2" y="19"/>
                  </a:lnTo>
                  <a:lnTo>
                    <a:pt x="2" y="23"/>
                  </a:lnTo>
                  <a:lnTo>
                    <a:pt x="2" y="31"/>
                  </a:lnTo>
                  <a:lnTo>
                    <a:pt x="2" y="31"/>
                  </a:lnTo>
                  <a:lnTo>
                    <a:pt x="0" y="33"/>
                  </a:lnTo>
                  <a:lnTo>
                    <a:pt x="0" y="33"/>
                  </a:lnTo>
                  <a:lnTo>
                    <a:pt x="0" y="33"/>
                  </a:lnTo>
                  <a:lnTo>
                    <a:pt x="0" y="33"/>
                  </a:lnTo>
                </a:path>
              </a:pathLst>
            </a:custGeom>
            <a:solidFill>
              <a:srgbClr val="82c168"/>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3590" name=""/>
            <p:cNvSpPr/>
            <p:nvPr/>
          </p:nvSpPr>
          <p:spPr>
            <a:xfrm>
              <a:off x="5961240" y="5734080"/>
              <a:ext cx="18720" cy="19080"/>
            </a:xfrm>
            <a:custGeom>
              <a:avLst/>
              <a:gdLst/>
              <a:ahLst/>
              <a:rect l="l" t="t" r="r" b="b"/>
              <a:pathLst>
                <a:path w="12" h="12">
                  <a:moveTo>
                    <a:pt x="0" y="11"/>
                  </a:moveTo>
                  <a:lnTo>
                    <a:pt x="0" y="11"/>
                  </a:lnTo>
                  <a:lnTo>
                    <a:pt x="4" y="11"/>
                  </a:lnTo>
                  <a:lnTo>
                    <a:pt x="8" y="11"/>
                  </a:lnTo>
                  <a:lnTo>
                    <a:pt x="9" y="8"/>
                  </a:lnTo>
                  <a:lnTo>
                    <a:pt x="9" y="6"/>
                  </a:lnTo>
                  <a:lnTo>
                    <a:pt x="10" y="3"/>
                  </a:lnTo>
                  <a:lnTo>
                    <a:pt x="10" y="0"/>
                  </a:lnTo>
                  <a:lnTo>
                    <a:pt x="11" y="0"/>
                  </a:lnTo>
                  <a:lnTo>
                    <a:pt x="11" y="0"/>
                  </a:lnTo>
                  <a:lnTo>
                    <a:pt x="11" y="0"/>
                  </a:lnTo>
                  <a:lnTo>
                    <a:pt x="10" y="0"/>
                  </a:lnTo>
                  <a:lnTo>
                    <a:pt x="9" y="0"/>
                  </a:lnTo>
                  <a:lnTo>
                    <a:pt x="8" y="3"/>
                  </a:lnTo>
                  <a:lnTo>
                    <a:pt x="8" y="3"/>
                  </a:lnTo>
                  <a:lnTo>
                    <a:pt x="8" y="8"/>
                  </a:lnTo>
                  <a:lnTo>
                    <a:pt x="4" y="8"/>
                  </a:lnTo>
                  <a:lnTo>
                    <a:pt x="0" y="8"/>
                  </a:lnTo>
                  <a:lnTo>
                    <a:pt x="0" y="8"/>
                  </a:lnTo>
                  <a:lnTo>
                    <a:pt x="0" y="8"/>
                  </a:lnTo>
                  <a:lnTo>
                    <a:pt x="0" y="11"/>
                  </a:lnTo>
                  <a:lnTo>
                    <a:pt x="0" y="11"/>
                  </a:lnTo>
                </a:path>
              </a:pathLst>
            </a:custGeom>
            <a:solidFill>
              <a:srgbClr val="82c168"/>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591" name=""/>
            <p:cNvSpPr/>
            <p:nvPr/>
          </p:nvSpPr>
          <p:spPr>
            <a:xfrm>
              <a:off x="5911920" y="5730840"/>
              <a:ext cx="50760" cy="22320"/>
            </a:xfrm>
            <a:custGeom>
              <a:avLst/>
              <a:gdLst/>
              <a:ahLst/>
              <a:rect l="l" t="t" r="r" b="b"/>
              <a:pathLst>
                <a:path w="32" h="14">
                  <a:moveTo>
                    <a:pt x="0" y="2"/>
                  </a:moveTo>
                  <a:lnTo>
                    <a:pt x="0" y="2"/>
                  </a:lnTo>
                  <a:lnTo>
                    <a:pt x="4" y="2"/>
                  </a:lnTo>
                  <a:lnTo>
                    <a:pt x="7" y="2"/>
                  </a:lnTo>
                  <a:lnTo>
                    <a:pt x="8" y="2"/>
                  </a:lnTo>
                  <a:lnTo>
                    <a:pt x="12" y="2"/>
                  </a:lnTo>
                  <a:lnTo>
                    <a:pt x="15" y="2"/>
                  </a:lnTo>
                  <a:lnTo>
                    <a:pt x="15" y="2"/>
                  </a:lnTo>
                  <a:lnTo>
                    <a:pt x="15" y="2"/>
                  </a:lnTo>
                  <a:lnTo>
                    <a:pt x="22" y="5"/>
                  </a:lnTo>
                  <a:lnTo>
                    <a:pt x="22" y="5"/>
                  </a:lnTo>
                  <a:lnTo>
                    <a:pt x="26" y="5"/>
                  </a:lnTo>
                  <a:lnTo>
                    <a:pt x="28" y="8"/>
                  </a:lnTo>
                  <a:lnTo>
                    <a:pt x="28" y="10"/>
                  </a:lnTo>
                  <a:lnTo>
                    <a:pt x="28" y="10"/>
                  </a:lnTo>
                  <a:lnTo>
                    <a:pt x="28" y="13"/>
                  </a:lnTo>
                  <a:lnTo>
                    <a:pt x="31" y="13"/>
                  </a:lnTo>
                  <a:lnTo>
                    <a:pt x="31" y="13"/>
                  </a:lnTo>
                  <a:lnTo>
                    <a:pt x="31" y="10"/>
                  </a:lnTo>
                  <a:lnTo>
                    <a:pt x="31" y="10"/>
                  </a:lnTo>
                  <a:lnTo>
                    <a:pt x="30" y="10"/>
                  </a:lnTo>
                  <a:lnTo>
                    <a:pt x="28" y="10"/>
                  </a:lnTo>
                  <a:lnTo>
                    <a:pt x="28" y="5"/>
                  </a:lnTo>
                  <a:lnTo>
                    <a:pt x="28" y="5"/>
                  </a:lnTo>
                  <a:lnTo>
                    <a:pt x="26" y="5"/>
                  </a:lnTo>
                  <a:lnTo>
                    <a:pt x="26" y="2"/>
                  </a:lnTo>
                  <a:lnTo>
                    <a:pt x="22" y="2"/>
                  </a:lnTo>
                  <a:lnTo>
                    <a:pt x="15" y="2"/>
                  </a:lnTo>
                  <a:lnTo>
                    <a:pt x="15" y="2"/>
                  </a:lnTo>
                  <a:lnTo>
                    <a:pt x="15" y="2"/>
                  </a:lnTo>
                  <a:lnTo>
                    <a:pt x="12" y="1"/>
                  </a:lnTo>
                  <a:lnTo>
                    <a:pt x="8" y="0"/>
                  </a:lnTo>
                  <a:lnTo>
                    <a:pt x="7" y="0"/>
                  </a:lnTo>
                  <a:lnTo>
                    <a:pt x="4" y="0"/>
                  </a:lnTo>
                  <a:lnTo>
                    <a:pt x="0" y="0"/>
                  </a:lnTo>
                  <a:lnTo>
                    <a:pt x="0" y="0"/>
                  </a:lnTo>
                  <a:lnTo>
                    <a:pt x="0" y="2"/>
                  </a:lnTo>
                  <a:lnTo>
                    <a:pt x="0" y="2"/>
                  </a:lnTo>
                </a:path>
              </a:pathLst>
            </a:custGeom>
            <a:solidFill>
              <a:srgbClr val="82c168"/>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592" name=""/>
            <p:cNvSpPr/>
            <p:nvPr/>
          </p:nvSpPr>
          <p:spPr>
            <a:xfrm>
              <a:off x="5911920" y="5713560"/>
              <a:ext cx="25200" cy="21960"/>
            </a:xfrm>
            <a:custGeom>
              <a:avLst/>
              <a:gdLst/>
              <a:ahLst/>
              <a:rect l="l" t="t" r="r" b="b"/>
              <a:pathLst>
                <a:path w="16" h="14">
                  <a:moveTo>
                    <a:pt x="15" y="0"/>
                  </a:moveTo>
                  <a:lnTo>
                    <a:pt x="15" y="0"/>
                  </a:lnTo>
                  <a:lnTo>
                    <a:pt x="15" y="0"/>
                  </a:lnTo>
                  <a:lnTo>
                    <a:pt x="8" y="0"/>
                  </a:lnTo>
                  <a:lnTo>
                    <a:pt x="7" y="3"/>
                  </a:lnTo>
                  <a:lnTo>
                    <a:pt x="0" y="11"/>
                  </a:lnTo>
                  <a:lnTo>
                    <a:pt x="0" y="11"/>
                  </a:lnTo>
                  <a:lnTo>
                    <a:pt x="0" y="11"/>
                  </a:lnTo>
                  <a:lnTo>
                    <a:pt x="0" y="13"/>
                  </a:lnTo>
                  <a:lnTo>
                    <a:pt x="0" y="13"/>
                  </a:lnTo>
                  <a:lnTo>
                    <a:pt x="0" y="11"/>
                  </a:lnTo>
                  <a:lnTo>
                    <a:pt x="0" y="11"/>
                  </a:lnTo>
                  <a:lnTo>
                    <a:pt x="0" y="11"/>
                  </a:lnTo>
                  <a:lnTo>
                    <a:pt x="0" y="11"/>
                  </a:lnTo>
                  <a:lnTo>
                    <a:pt x="4" y="11"/>
                  </a:lnTo>
                  <a:lnTo>
                    <a:pt x="8" y="11"/>
                  </a:lnTo>
                  <a:lnTo>
                    <a:pt x="8" y="8"/>
                  </a:lnTo>
                  <a:lnTo>
                    <a:pt x="15" y="3"/>
                  </a:lnTo>
                  <a:lnTo>
                    <a:pt x="15" y="3"/>
                  </a:lnTo>
                  <a:lnTo>
                    <a:pt x="15" y="3"/>
                  </a:lnTo>
                  <a:lnTo>
                    <a:pt x="15" y="0"/>
                  </a:lnTo>
                  <a:lnTo>
                    <a:pt x="15" y="0"/>
                  </a:lnTo>
                </a:path>
              </a:pathLst>
            </a:custGeom>
            <a:solidFill>
              <a:srgbClr val="82c168"/>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3593" name=""/>
            <p:cNvSpPr/>
            <p:nvPr/>
          </p:nvSpPr>
          <p:spPr>
            <a:xfrm>
              <a:off x="5935680" y="5705640"/>
              <a:ext cx="19080" cy="14040"/>
            </a:xfrm>
            <a:custGeom>
              <a:avLst/>
              <a:gdLst/>
              <a:ahLst/>
              <a:rect l="l" t="t" r="r" b="b"/>
              <a:pathLst>
                <a:path w="12" h="9">
                  <a:moveTo>
                    <a:pt x="7" y="0"/>
                  </a:moveTo>
                  <a:lnTo>
                    <a:pt x="7" y="0"/>
                  </a:lnTo>
                  <a:lnTo>
                    <a:pt x="7" y="2"/>
                  </a:lnTo>
                  <a:lnTo>
                    <a:pt x="7" y="2"/>
                  </a:lnTo>
                  <a:lnTo>
                    <a:pt x="3" y="4"/>
                  </a:lnTo>
                  <a:lnTo>
                    <a:pt x="0" y="4"/>
                  </a:lnTo>
                  <a:lnTo>
                    <a:pt x="0" y="4"/>
                  </a:lnTo>
                  <a:lnTo>
                    <a:pt x="0" y="5"/>
                  </a:lnTo>
                  <a:lnTo>
                    <a:pt x="0" y="5"/>
                  </a:lnTo>
                  <a:lnTo>
                    <a:pt x="0" y="5"/>
                  </a:lnTo>
                  <a:lnTo>
                    <a:pt x="0" y="8"/>
                  </a:lnTo>
                  <a:lnTo>
                    <a:pt x="0" y="5"/>
                  </a:lnTo>
                  <a:lnTo>
                    <a:pt x="0" y="5"/>
                  </a:lnTo>
                  <a:lnTo>
                    <a:pt x="3" y="4"/>
                  </a:lnTo>
                  <a:lnTo>
                    <a:pt x="7" y="4"/>
                  </a:lnTo>
                  <a:lnTo>
                    <a:pt x="7" y="4"/>
                  </a:lnTo>
                  <a:lnTo>
                    <a:pt x="7" y="3"/>
                  </a:lnTo>
                  <a:lnTo>
                    <a:pt x="7" y="2"/>
                  </a:lnTo>
                  <a:lnTo>
                    <a:pt x="11" y="0"/>
                  </a:lnTo>
                  <a:lnTo>
                    <a:pt x="11" y="0"/>
                  </a:lnTo>
                  <a:lnTo>
                    <a:pt x="7" y="0"/>
                  </a:lnTo>
                  <a:lnTo>
                    <a:pt x="7" y="0"/>
                  </a:lnTo>
                </a:path>
              </a:pathLst>
            </a:custGeom>
            <a:solidFill>
              <a:srgbClr val="82c168"/>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594" name=""/>
            <p:cNvSpPr/>
            <p:nvPr/>
          </p:nvSpPr>
          <p:spPr>
            <a:xfrm>
              <a:off x="5946840" y="5626080"/>
              <a:ext cx="15840" cy="81000"/>
            </a:xfrm>
            <a:custGeom>
              <a:avLst/>
              <a:gdLst/>
              <a:ahLst/>
              <a:rect l="l" t="t" r="r" b="b"/>
              <a:pathLst>
                <a:path w="10" h="51">
                  <a:moveTo>
                    <a:pt x="9" y="0"/>
                  </a:moveTo>
                  <a:lnTo>
                    <a:pt x="9" y="0"/>
                  </a:lnTo>
                  <a:lnTo>
                    <a:pt x="9" y="5"/>
                  </a:lnTo>
                  <a:lnTo>
                    <a:pt x="6" y="12"/>
                  </a:lnTo>
                  <a:lnTo>
                    <a:pt x="6" y="24"/>
                  </a:lnTo>
                  <a:lnTo>
                    <a:pt x="6" y="26"/>
                  </a:lnTo>
                  <a:lnTo>
                    <a:pt x="4" y="34"/>
                  </a:lnTo>
                  <a:lnTo>
                    <a:pt x="4" y="36"/>
                  </a:lnTo>
                  <a:lnTo>
                    <a:pt x="0" y="42"/>
                  </a:lnTo>
                  <a:lnTo>
                    <a:pt x="0" y="50"/>
                  </a:lnTo>
                  <a:lnTo>
                    <a:pt x="4" y="50"/>
                  </a:lnTo>
                  <a:lnTo>
                    <a:pt x="4" y="42"/>
                  </a:lnTo>
                  <a:lnTo>
                    <a:pt x="4" y="39"/>
                  </a:lnTo>
                  <a:lnTo>
                    <a:pt x="6" y="34"/>
                  </a:lnTo>
                  <a:lnTo>
                    <a:pt x="6" y="27"/>
                  </a:lnTo>
                  <a:lnTo>
                    <a:pt x="6" y="24"/>
                  </a:lnTo>
                  <a:lnTo>
                    <a:pt x="9" y="12"/>
                  </a:lnTo>
                  <a:lnTo>
                    <a:pt x="9" y="5"/>
                  </a:lnTo>
                  <a:lnTo>
                    <a:pt x="9" y="0"/>
                  </a:lnTo>
                  <a:lnTo>
                    <a:pt x="9" y="0"/>
                  </a:lnTo>
                  <a:lnTo>
                    <a:pt x="9" y="0"/>
                  </a:lnTo>
                  <a:lnTo>
                    <a:pt x="9" y="0"/>
                  </a:lnTo>
                </a:path>
              </a:pathLst>
            </a:custGeom>
            <a:solidFill>
              <a:srgbClr val="82c168"/>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595" name=""/>
            <p:cNvSpPr/>
            <p:nvPr/>
          </p:nvSpPr>
          <p:spPr>
            <a:xfrm>
              <a:off x="5961240" y="5519880"/>
              <a:ext cx="17280" cy="107640"/>
            </a:xfrm>
            <a:custGeom>
              <a:avLst/>
              <a:gdLst/>
              <a:ahLst/>
              <a:rect l="l" t="t" r="r" b="b"/>
              <a:pathLst>
                <a:path w="11" h="68">
                  <a:moveTo>
                    <a:pt x="10" y="8"/>
                  </a:moveTo>
                  <a:lnTo>
                    <a:pt x="10" y="8"/>
                  </a:lnTo>
                  <a:lnTo>
                    <a:pt x="8" y="0"/>
                  </a:lnTo>
                  <a:lnTo>
                    <a:pt x="0" y="8"/>
                  </a:lnTo>
                  <a:lnTo>
                    <a:pt x="0" y="14"/>
                  </a:lnTo>
                  <a:lnTo>
                    <a:pt x="0" y="23"/>
                  </a:lnTo>
                  <a:lnTo>
                    <a:pt x="0" y="33"/>
                  </a:lnTo>
                  <a:lnTo>
                    <a:pt x="0" y="49"/>
                  </a:lnTo>
                  <a:lnTo>
                    <a:pt x="0" y="56"/>
                  </a:lnTo>
                  <a:lnTo>
                    <a:pt x="0" y="67"/>
                  </a:lnTo>
                  <a:lnTo>
                    <a:pt x="0" y="67"/>
                  </a:lnTo>
                  <a:lnTo>
                    <a:pt x="0" y="56"/>
                  </a:lnTo>
                  <a:lnTo>
                    <a:pt x="0" y="49"/>
                  </a:lnTo>
                  <a:lnTo>
                    <a:pt x="0" y="33"/>
                  </a:lnTo>
                  <a:lnTo>
                    <a:pt x="0" y="23"/>
                  </a:lnTo>
                  <a:lnTo>
                    <a:pt x="0" y="14"/>
                  </a:lnTo>
                  <a:lnTo>
                    <a:pt x="8" y="8"/>
                  </a:lnTo>
                  <a:lnTo>
                    <a:pt x="8" y="4"/>
                  </a:lnTo>
                  <a:lnTo>
                    <a:pt x="9" y="8"/>
                  </a:lnTo>
                  <a:lnTo>
                    <a:pt x="9" y="8"/>
                  </a:lnTo>
                  <a:lnTo>
                    <a:pt x="10" y="8"/>
                  </a:lnTo>
                  <a:lnTo>
                    <a:pt x="10" y="8"/>
                  </a:lnTo>
                </a:path>
              </a:pathLst>
            </a:custGeom>
            <a:solidFill>
              <a:srgbClr val="82c168"/>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96" name=""/>
            <p:cNvSpPr/>
            <p:nvPr/>
          </p:nvSpPr>
          <p:spPr>
            <a:xfrm>
              <a:off x="4587840" y="4321080"/>
              <a:ext cx="27000" cy="39960"/>
            </a:xfrm>
            <a:custGeom>
              <a:avLst/>
              <a:gdLst/>
              <a:ahLst/>
              <a:rect l="l" t="t" r="r" b="b"/>
              <a:pathLst>
                <a:path w="17" h="25">
                  <a:moveTo>
                    <a:pt x="5" y="20"/>
                  </a:moveTo>
                  <a:lnTo>
                    <a:pt x="5" y="14"/>
                  </a:lnTo>
                  <a:lnTo>
                    <a:pt x="5" y="14"/>
                  </a:lnTo>
                  <a:lnTo>
                    <a:pt x="5" y="9"/>
                  </a:lnTo>
                  <a:lnTo>
                    <a:pt x="0" y="8"/>
                  </a:lnTo>
                  <a:lnTo>
                    <a:pt x="0" y="8"/>
                  </a:lnTo>
                  <a:lnTo>
                    <a:pt x="0" y="4"/>
                  </a:lnTo>
                  <a:lnTo>
                    <a:pt x="0" y="4"/>
                  </a:lnTo>
                  <a:lnTo>
                    <a:pt x="0" y="4"/>
                  </a:lnTo>
                  <a:lnTo>
                    <a:pt x="0" y="4"/>
                  </a:lnTo>
                  <a:lnTo>
                    <a:pt x="0" y="1"/>
                  </a:lnTo>
                  <a:lnTo>
                    <a:pt x="0" y="1"/>
                  </a:lnTo>
                  <a:lnTo>
                    <a:pt x="0" y="1"/>
                  </a:lnTo>
                  <a:lnTo>
                    <a:pt x="0" y="1"/>
                  </a:lnTo>
                  <a:lnTo>
                    <a:pt x="0" y="1"/>
                  </a:lnTo>
                  <a:lnTo>
                    <a:pt x="0" y="0"/>
                  </a:lnTo>
                  <a:lnTo>
                    <a:pt x="0" y="0"/>
                  </a:lnTo>
                  <a:lnTo>
                    <a:pt x="0" y="0"/>
                  </a:lnTo>
                  <a:lnTo>
                    <a:pt x="0" y="1"/>
                  </a:lnTo>
                  <a:lnTo>
                    <a:pt x="0" y="1"/>
                  </a:lnTo>
                  <a:lnTo>
                    <a:pt x="0" y="1"/>
                  </a:lnTo>
                  <a:lnTo>
                    <a:pt x="0" y="1"/>
                  </a:lnTo>
                  <a:lnTo>
                    <a:pt x="0" y="4"/>
                  </a:lnTo>
                  <a:lnTo>
                    <a:pt x="1" y="4"/>
                  </a:lnTo>
                  <a:lnTo>
                    <a:pt x="5" y="4"/>
                  </a:lnTo>
                  <a:lnTo>
                    <a:pt x="5" y="8"/>
                  </a:lnTo>
                  <a:lnTo>
                    <a:pt x="10" y="8"/>
                  </a:lnTo>
                  <a:lnTo>
                    <a:pt x="16" y="8"/>
                  </a:lnTo>
                  <a:lnTo>
                    <a:pt x="16" y="11"/>
                  </a:lnTo>
                  <a:lnTo>
                    <a:pt x="16" y="14"/>
                  </a:lnTo>
                  <a:lnTo>
                    <a:pt x="16" y="17"/>
                  </a:lnTo>
                  <a:lnTo>
                    <a:pt x="16" y="23"/>
                  </a:lnTo>
                  <a:lnTo>
                    <a:pt x="16" y="24"/>
                  </a:lnTo>
                  <a:lnTo>
                    <a:pt x="5" y="20"/>
                  </a:lnTo>
                  <a:lnTo>
                    <a:pt x="5" y="20"/>
                  </a:lnTo>
                </a:path>
              </a:pathLst>
            </a:custGeom>
            <a:solidFill>
              <a:srgbClr val="ffc0b6"/>
            </a:solidFill>
            <a:ln w="0">
              <a:noFill/>
            </a:ln>
          </p:spPr>
          <p:style>
            <a:lnRef idx="0"/>
            <a:fillRef idx="0"/>
            <a:effectRef idx="0"/>
            <a:fontRef idx="minor"/>
          </p:style>
          <p:txBody>
            <a:bodyPr lIns="90000" rIns="90000" tIns="-6840" bIns="-6840" anchor="t">
              <a:noAutofit/>
            </a:bodyPr>
            <a:p>
              <a:endParaRPr b="0" lang="en-IN" sz="2400" strike="noStrike" u="none">
                <a:solidFill>
                  <a:srgbClr val="ffffff"/>
                </a:solidFill>
                <a:effectLst/>
                <a:uFillTx/>
                <a:latin typeface="Times New Roman"/>
              </a:endParaRPr>
            </a:p>
          </p:txBody>
        </p:sp>
        <p:sp>
          <p:nvSpPr>
            <p:cNvPr id="3597" name=""/>
            <p:cNvSpPr/>
            <p:nvPr/>
          </p:nvSpPr>
          <p:spPr>
            <a:xfrm>
              <a:off x="4668840" y="4510080"/>
              <a:ext cx="3240" cy="41400"/>
            </a:xfrm>
            <a:custGeom>
              <a:avLst/>
              <a:gdLst/>
              <a:ahLst/>
              <a:rect l="l" t="t" r="r" b="b"/>
              <a:pathLst>
                <a:path w="2" h="26">
                  <a:moveTo>
                    <a:pt x="0" y="0"/>
                  </a:moveTo>
                  <a:lnTo>
                    <a:pt x="0" y="0"/>
                  </a:lnTo>
                  <a:lnTo>
                    <a:pt x="0" y="0"/>
                  </a:lnTo>
                  <a:lnTo>
                    <a:pt x="0" y="0"/>
                  </a:lnTo>
                  <a:lnTo>
                    <a:pt x="0" y="7"/>
                  </a:lnTo>
                  <a:lnTo>
                    <a:pt x="0" y="9"/>
                  </a:lnTo>
                  <a:lnTo>
                    <a:pt x="0" y="10"/>
                  </a:lnTo>
                  <a:lnTo>
                    <a:pt x="0" y="12"/>
                  </a:lnTo>
                  <a:lnTo>
                    <a:pt x="0" y="17"/>
                  </a:lnTo>
                  <a:lnTo>
                    <a:pt x="0" y="17"/>
                  </a:lnTo>
                  <a:lnTo>
                    <a:pt x="0" y="17"/>
                  </a:lnTo>
                  <a:lnTo>
                    <a:pt x="0" y="19"/>
                  </a:lnTo>
                  <a:lnTo>
                    <a:pt x="0" y="24"/>
                  </a:lnTo>
                  <a:lnTo>
                    <a:pt x="0" y="25"/>
                  </a:lnTo>
                  <a:lnTo>
                    <a:pt x="0" y="25"/>
                  </a:lnTo>
                  <a:lnTo>
                    <a:pt x="0" y="24"/>
                  </a:lnTo>
                  <a:lnTo>
                    <a:pt x="1" y="19"/>
                  </a:lnTo>
                  <a:lnTo>
                    <a:pt x="1" y="17"/>
                  </a:lnTo>
                  <a:lnTo>
                    <a:pt x="1" y="12"/>
                  </a:lnTo>
                  <a:lnTo>
                    <a:pt x="0" y="9"/>
                  </a:lnTo>
                  <a:lnTo>
                    <a:pt x="0" y="0"/>
                  </a:lnTo>
                  <a:lnTo>
                    <a:pt x="0" y="0"/>
                  </a:lnTo>
                </a:path>
              </a:pathLst>
            </a:custGeom>
            <a:solidFill>
              <a:srgbClr val="ffc0b6"/>
            </a:solidFill>
            <a:ln w="0">
              <a:noFill/>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3598" name=""/>
            <p:cNvSpPr/>
            <p:nvPr/>
          </p:nvSpPr>
          <p:spPr>
            <a:xfrm>
              <a:off x="4676760" y="4575240"/>
              <a:ext cx="19080" cy="54000"/>
            </a:xfrm>
            <a:custGeom>
              <a:avLst/>
              <a:gdLst/>
              <a:ahLst/>
              <a:rect l="l" t="t" r="r" b="b"/>
              <a:pathLst>
                <a:path w="12" h="34">
                  <a:moveTo>
                    <a:pt x="11" y="5"/>
                  </a:moveTo>
                  <a:lnTo>
                    <a:pt x="11" y="0"/>
                  </a:lnTo>
                  <a:lnTo>
                    <a:pt x="8" y="0"/>
                  </a:lnTo>
                  <a:lnTo>
                    <a:pt x="8" y="5"/>
                  </a:lnTo>
                  <a:lnTo>
                    <a:pt x="8" y="10"/>
                  </a:lnTo>
                  <a:lnTo>
                    <a:pt x="8" y="11"/>
                  </a:lnTo>
                  <a:lnTo>
                    <a:pt x="8" y="14"/>
                  </a:lnTo>
                  <a:lnTo>
                    <a:pt x="8" y="16"/>
                  </a:lnTo>
                  <a:lnTo>
                    <a:pt x="6" y="16"/>
                  </a:lnTo>
                  <a:lnTo>
                    <a:pt x="5" y="22"/>
                  </a:lnTo>
                  <a:lnTo>
                    <a:pt x="0" y="22"/>
                  </a:lnTo>
                  <a:lnTo>
                    <a:pt x="0" y="28"/>
                  </a:lnTo>
                  <a:lnTo>
                    <a:pt x="0" y="32"/>
                  </a:lnTo>
                  <a:lnTo>
                    <a:pt x="0" y="32"/>
                  </a:lnTo>
                  <a:lnTo>
                    <a:pt x="0" y="32"/>
                  </a:lnTo>
                  <a:lnTo>
                    <a:pt x="0" y="32"/>
                  </a:lnTo>
                  <a:lnTo>
                    <a:pt x="0" y="33"/>
                  </a:lnTo>
                  <a:lnTo>
                    <a:pt x="0" y="33"/>
                  </a:lnTo>
                  <a:lnTo>
                    <a:pt x="0" y="32"/>
                  </a:lnTo>
                  <a:lnTo>
                    <a:pt x="1" y="32"/>
                  </a:lnTo>
                  <a:lnTo>
                    <a:pt x="6" y="30"/>
                  </a:lnTo>
                  <a:lnTo>
                    <a:pt x="8" y="22"/>
                  </a:lnTo>
                  <a:lnTo>
                    <a:pt x="8" y="16"/>
                  </a:lnTo>
                  <a:lnTo>
                    <a:pt x="11" y="11"/>
                  </a:lnTo>
                  <a:lnTo>
                    <a:pt x="11" y="5"/>
                  </a:lnTo>
                  <a:lnTo>
                    <a:pt x="11" y="5"/>
                  </a:lnTo>
                </a:path>
              </a:pathLst>
            </a:custGeom>
            <a:solidFill>
              <a:srgbClr val="ffc0b6"/>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3599" name=""/>
            <p:cNvSpPr/>
            <p:nvPr/>
          </p:nvSpPr>
          <p:spPr>
            <a:xfrm>
              <a:off x="4587840" y="5261040"/>
              <a:ext cx="1800" cy="6120"/>
            </a:xfrm>
            <a:custGeom>
              <a:avLst/>
              <a:gdLst/>
              <a:ahLst/>
              <a:rect l="l" t="t" r="r" b="b"/>
              <a:pathLst>
                <a:path w="1" h="4">
                  <a:moveTo>
                    <a:pt x="0" y="0"/>
                  </a:moveTo>
                  <a:lnTo>
                    <a:pt x="0" y="0"/>
                  </a:lnTo>
                  <a:lnTo>
                    <a:pt x="0" y="0"/>
                  </a:lnTo>
                  <a:lnTo>
                    <a:pt x="0" y="2"/>
                  </a:lnTo>
                  <a:lnTo>
                    <a:pt x="0" y="3"/>
                  </a:lnTo>
                  <a:lnTo>
                    <a:pt x="0" y="0"/>
                  </a:lnTo>
                  <a:lnTo>
                    <a:pt x="0"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600" name=""/>
            <p:cNvSpPr/>
            <p:nvPr/>
          </p:nvSpPr>
          <p:spPr>
            <a:xfrm>
              <a:off x="4587840" y="5248440"/>
              <a:ext cx="36720" cy="18720"/>
            </a:xfrm>
            <a:custGeom>
              <a:avLst/>
              <a:gdLst/>
              <a:ahLst/>
              <a:rect l="l" t="t" r="r" b="b"/>
              <a:pathLst>
                <a:path w="23" h="12">
                  <a:moveTo>
                    <a:pt x="18" y="0"/>
                  </a:moveTo>
                  <a:lnTo>
                    <a:pt x="18" y="0"/>
                  </a:lnTo>
                  <a:lnTo>
                    <a:pt x="16" y="3"/>
                  </a:lnTo>
                  <a:lnTo>
                    <a:pt x="16" y="8"/>
                  </a:lnTo>
                  <a:lnTo>
                    <a:pt x="16" y="8"/>
                  </a:lnTo>
                  <a:lnTo>
                    <a:pt x="5" y="8"/>
                  </a:lnTo>
                  <a:lnTo>
                    <a:pt x="0" y="8"/>
                  </a:lnTo>
                  <a:lnTo>
                    <a:pt x="0" y="8"/>
                  </a:lnTo>
                  <a:lnTo>
                    <a:pt x="0" y="8"/>
                  </a:lnTo>
                  <a:lnTo>
                    <a:pt x="0" y="8"/>
                  </a:lnTo>
                  <a:lnTo>
                    <a:pt x="0" y="11"/>
                  </a:lnTo>
                  <a:lnTo>
                    <a:pt x="0" y="11"/>
                  </a:lnTo>
                  <a:lnTo>
                    <a:pt x="0" y="11"/>
                  </a:lnTo>
                  <a:lnTo>
                    <a:pt x="0" y="11"/>
                  </a:lnTo>
                  <a:lnTo>
                    <a:pt x="5" y="11"/>
                  </a:lnTo>
                  <a:lnTo>
                    <a:pt x="16" y="11"/>
                  </a:lnTo>
                  <a:lnTo>
                    <a:pt x="16" y="8"/>
                  </a:lnTo>
                  <a:lnTo>
                    <a:pt x="18" y="8"/>
                  </a:lnTo>
                  <a:lnTo>
                    <a:pt x="22" y="3"/>
                  </a:lnTo>
                  <a:lnTo>
                    <a:pt x="22" y="3"/>
                  </a:lnTo>
                  <a:lnTo>
                    <a:pt x="18" y="0"/>
                  </a:lnTo>
                  <a:lnTo>
                    <a:pt x="18" y="0"/>
                  </a:lnTo>
                </a:path>
              </a:pathLst>
            </a:custGeom>
            <a:solidFill>
              <a:srgbClr val="ffc0b6"/>
            </a:solidFill>
            <a:ln w="0">
              <a:noFill/>
            </a:ln>
          </p:spPr>
          <p:style>
            <a:lnRef idx="0"/>
            <a:fillRef idx="0"/>
            <a:effectRef idx="0"/>
            <a:fontRef idx="minor"/>
          </p:style>
          <p:txBody>
            <a:bodyPr lIns="90000" rIns="90000" tIns="-28080" bIns="-28080" anchor="t">
              <a:noAutofit/>
            </a:bodyPr>
            <a:p>
              <a:endParaRPr b="0" lang="en-IN" sz="2400" strike="noStrike" u="none">
                <a:solidFill>
                  <a:srgbClr val="ffffff"/>
                </a:solidFill>
                <a:effectLst/>
                <a:uFillTx/>
                <a:latin typeface="Times New Roman"/>
              </a:endParaRPr>
            </a:p>
          </p:txBody>
        </p:sp>
        <p:sp>
          <p:nvSpPr>
            <p:cNvPr id="3601" name=""/>
            <p:cNvSpPr/>
            <p:nvPr/>
          </p:nvSpPr>
          <p:spPr>
            <a:xfrm>
              <a:off x="4616280" y="5226120"/>
              <a:ext cx="34920" cy="28440"/>
            </a:xfrm>
            <a:custGeom>
              <a:avLst/>
              <a:gdLst/>
              <a:ahLst/>
              <a:rect l="l" t="t" r="r" b="b"/>
              <a:pathLst>
                <a:path w="22" h="18">
                  <a:moveTo>
                    <a:pt x="18" y="0"/>
                  </a:moveTo>
                  <a:lnTo>
                    <a:pt x="18" y="0"/>
                  </a:lnTo>
                  <a:lnTo>
                    <a:pt x="18" y="0"/>
                  </a:lnTo>
                  <a:lnTo>
                    <a:pt x="14" y="0"/>
                  </a:lnTo>
                  <a:lnTo>
                    <a:pt x="9" y="0"/>
                  </a:lnTo>
                  <a:lnTo>
                    <a:pt x="9" y="1"/>
                  </a:lnTo>
                  <a:lnTo>
                    <a:pt x="5" y="10"/>
                  </a:lnTo>
                  <a:lnTo>
                    <a:pt x="5" y="12"/>
                  </a:lnTo>
                  <a:lnTo>
                    <a:pt x="4" y="12"/>
                  </a:lnTo>
                  <a:lnTo>
                    <a:pt x="0" y="14"/>
                  </a:lnTo>
                  <a:lnTo>
                    <a:pt x="4" y="17"/>
                  </a:lnTo>
                  <a:lnTo>
                    <a:pt x="5" y="14"/>
                  </a:lnTo>
                  <a:lnTo>
                    <a:pt x="9" y="12"/>
                  </a:lnTo>
                  <a:lnTo>
                    <a:pt x="9" y="12"/>
                  </a:lnTo>
                  <a:lnTo>
                    <a:pt x="9" y="8"/>
                  </a:lnTo>
                  <a:lnTo>
                    <a:pt x="11" y="0"/>
                  </a:lnTo>
                  <a:lnTo>
                    <a:pt x="18" y="0"/>
                  </a:lnTo>
                  <a:lnTo>
                    <a:pt x="18" y="0"/>
                  </a:lnTo>
                  <a:lnTo>
                    <a:pt x="21" y="0"/>
                  </a:lnTo>
                  <a:lnTo>
                    <a:pt x="21" y="0"/>
                  </a:lnTo>
                  <a:lnTo>
                    <a:pt x="18" y="0"/>
                  </a:lnTo>
                  <a:lnTo>
                    <a:pt x="18" y="0"/>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3602" name=""/>
            <p:cNvSpPr/>
            <p:nvPr/>
          </p:nvSpPr>
          <p:spPr>
            <a:xfrm>
              <a:off x="4645080" y="5167440"/>
              <a:ext cx="63360" cy="60120"/>
            </a:xfrm>
            <a:custGeom>
              <a:avLst/>
              <a:gdLst/>
              <a:ahLst/>
              <a:rect l="l" t="t" r="r" b="b"/>
              <a:pathLst>
                <a:path w="40" h="38">
                  <a:moveTo>
                    <a:pt x="32" y="0"/>
                  </a:moveTo>
                  <a:lnTo>
                    <a:pt x="32" y="0"/>
                  </a:lnTo>
                  <a:lnTo>
                    <a:pt x="32" y="4"/>
                  </a:lnTo>
                  <a:lnTo>
                    <a:pt x="31" y="6"/>
                  </a:lnTo>
                  <a:lnTo>
                    <a:pt x="28" y="6"/>
                  </a:lnTo>
                  <a:lnTo>
                    <a:pt x="28" y="8"/>
                  </a:lnTo>
                  <a:lnTo>
                    <a:pt x="28" y="12"/>
                  </a:lnTo>
                  <a:lnTo>
                    <a:pt x="26" y="13"/>
                  </a:lnTo>
                  <a:lnTo>
                    <a:pt x="20" y="20"/>
                  </a:lnTo>
                  <a:lnTo>
                    <a:pt x="20" y="21"/>
                  </a:lnTo>
                  <a:lnTo>
                    <a:pt x="20" y="21"/>
                  </a:lnTo>
                  <a:lnTo>
                    <a:pt x="15" y="23"/>
                  </a:lnTo>
                  <a:lnTo>
                    <a:pt x="15" y="23"/>
                  </a:lnTo>
                  <a:lnTo>
                    <a:pt x="3" y="25"/>
                  </a:lnTo>
                  <a:lnTo>
                    <a:pt x="3" y="27"/>
                  </a:lnTo>
                  <a:lnTo>
                    <a:pt x="3" y="28"/>
                  </a:lnTo>
                  <a:lnTo>
                    <a:pt x="3" y="31"/>
                  </a:lnTo>
                  <a:lnTo>
                    <a:pt x="0" y="37"/>
                  </a:lnTo>
                  <a:lnTo>
                    <a:pt x="3" y="37"/>
                  </a:lnTo>
                  <a:lnTo>
                    <a:pt x="3" y="37"/>
                  </a:lnTo>
                  <a:lnTo>
                    <a:pt x="3" y="31"/>
                  </a:lnTo>
                  <a:lnTo>
                    <a:pt x="3" y="28"/>
                  </a:lnTo>
                  <a:lnTo>
                    <a:pt x="3" y="27"/>
                  </a:lnTo>
                  <a:lnTo>
                    <a:pt x="15" y="25"/>
                  </a:lnTo>
                  <a:lnTo>
                    <a:pt x="16" y="23"/>
                  </a:lnTo>
                  <a:lnTo>
                    <a:pt x="20" y="23"/>
                  </a:lnTo>
                  <a:lnTo>
                    <a:pt x="20" y="21"/>
                  </a:lnTo>
                  <a:lnTo>
                    <a:pt x="21" y="21"/>
                  </a:lnTo>
                  <a:lnTo>
                    <a:pt x="26" y="20"/>
                  </a:lnTo>
                  <a:lnTo>
                    <a:pt x="28" y="12"/>
                  </a:lnTo>
                  <a:lnTo>
                    <a:pt x="28" y="10"/>
                  </a:lnTo>
                  <a:lnTo>
                    <a:pt x="32" y="6"/>
                  </a:lnTo>
                  <a:lnTo>
                    <a:pt x="35" y="6"/>
                  </a:lnTo>
                  <a:lnTo>
                    <a:pt x="39" y="4"/>
                  </a:lnTo>
                  <a:lnTo>
                    <a:pt x="39" y="0"/>
                  </a:lnTo>
                  <a:lnTo>
                    <a:pt x="39" y="0"/>
                  </a:lnTo>
                  <a:lnTo>
                    <a:pt x="32" y="0"/>
                  </a:lnTo>
                  <a:lnTo>
                    <a:pt x="32" y="0"/>
                  </a:lnTo>
                </a:path>
              </a:pathLst>
            </a:custGeom>
            <a:solidFill>
              <a:srgbClr val="ffc0b6"/>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3603" name=""/>
            <p:cNvSpPr/>
            <p:nvPr/>
          </p:nvSpPr>
          <p:spPr>
            <a:xfrm>
              <a:off x="4695840" y="5127480"/>
              <a:ext cx="25560" cy="41400"/>
            </a:xfrm>
            <a:custGeom>
              <a:avLst/>
              <a:gdLst/>
              <a:ahLst/>
              <a:rect l="l" t="t" r="r" b="b"/>
              <a:pathLst>
                <a:path w="16" h="26">
                  <a:moveTo>
                    <a:pt x="14" y="0"/>
                  </a:moveTo>
                  <a:lnTo>
                    <a:pt x="12" y="0"/>
                  </a:lnTo>
                  <a:lnTo>
                    <a:pt x="8" y="4"/>
                  </a:lnTo>
                  <a:lnTo>
                    <a:pt x="7" y="8"/>
                  </a:lnTo>
                  <a:lnTo>
                    <a:pt x="7" y="8"/>
                  </a:lnTo>
                  <a:lnTo>
                    <a:pt x="7" y="12"/>
                  </a:lnTo>
                  <a:lnTo>
                    <a:pt x="7" y="16"/>
                  </a:lnTo>
                  <a:lnTo>
                    <a:pt x="0" y="22"/>
                  </a:lnTo>
                  <a:lnTo>
                    <a:pt x="0" y="25"/>
                  </a:lnTo>
                  <a:lnTo>
                    <a:pt x="7" y="25"/>
                  </a:lnTo>
                  <a:lnTo>
                    <a:pt x="7" y="22"/>
                  </a:lnTo>
                  <a:lnTo>
                    <a:pt x="7" y="19"/>
                  </a:lnTo>
                  <a:lnTo>
                    <a:pt x="7" y="12"/>
                  </a:lnTo>
                  <a:lnTo>
                    <a:pt x="7" y="8"/>
                  </a:lnTo>
                  <a:lnTo>
                    <a:pt x="8" y="8"/>
                  </a:lnTo>
                  <a:lnTo>
                    <a:pt x="14" y="8"/>
                  </a:lnTo>
                  <a:lnTo>
                    <a:pt x="14" y="4"/>
                  </a:lnTo>
                  <a:lnTo>
                    <a:pt x="15" y="3"/>
                  </a:lnTo>
                  <a:lnTo>
                    <a:pt x="14" y="0"/>
                  </a:lnTo>
                  <a:lnTo>
                    <a:pt x="14" y="0"/>
                  </a:lnTo>
                </a:path>
              </a:pathLst>
            </a:custGeom>
            <a:solidFill>
              <a:srgbClr val="ffc0b6"/>
            </a:solidFill>
            <a:ln w="0">
              <a:noFill/>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3604" name=""/>
            <p:cNvSpPr/>
            <p:nvPr/>
          </p:nvSpPr>
          <p:spPr>
            <a:xfrm>
              <a:off x="4695840" y="5167440"/>
              <a:ext cx="12600" cy="7920"/>
            </a:xfrm>
            <a:custGeom>
              <a:avLst/>
              <a:gdLst/>
              <a:ahLst/>
              <a:rect l="l" t="t" r="r" b="b"/>
              <a:pathLst>
                <a:path w="8" h="5">
                  <a:moveTo>
                    <a:pt x="7" y="4"/>
                  </a:moveTo>
                  <a:lnTo>
                    <a:pt x="7" y="0"/>
                  </a:lnTo>
                  <a:lnTo>
                    <a:pt x="7" y="0"/>
                  </a:lnTo>
                  <a:lnTo>
                    <a:pt x="3" y="0"/>
                  </a:lnTo>
                  <a:lnTo>
                    <a:pt x="0" y="0"/>
                  </a:lnTo>
                  <a:lnTo>
                    <a:pt x="7" y="4"/>
                  </a:lnTo>
                  <a:lnTo>
                    <a:pt x="7"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605" name=""/>
            <p:cNvSpPr/>
            <p:nvPr/>
          </p:nvSpPr>
          <p:spPr>
            <a:xfrm>
              <a:off x="4624560" y="5186520"/>
              <a:ext cx="1440" cy="2880"/>
            </a:xfrm>
            <a:custGeom>
              <a:avLst/>
              <a:gdLst/>
              <a:ahLst/>
              <a:rect l="l" t="t" r="r" b="b"/>
              <a:pathLst>
                <a:path w="1" h="2">
                  <a:moveTo>
                    <a:pt x="0" y="0"/>
                  </a:moveTo>
                  <a:lnTo>
                    <a:pt x="0" y="0"/>
                  </a:lnTo>
                  <a:lnTo>
                    <a:pt x="0" y="0"/>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606" name=""/>
            <p:cNvSpPr/>
            <p:nvPr/>
          </p:nvSpPr>
          <p:spPr>
            <a:xfrm>
              <a:off x="4624560" y="5167440"/>
              <a:ext cx="26640" cy="21960"/>
            </a:xfrm>
            <a:custGeom>
              <a:avLst/>
              <a:gdLst/>
              <a:ahLst/>
              <a:rect l="l" t="t" r="r" b="b"/>
              <a:pathLst>
                <a:path w="17" h="14">
                  <a:moveTo>
                    <a:pt x="16" y="0"/>
                  </a:moveTo>
                  <a:lnTo>
                    <a:pt x="16" y="0"/>
                  </a:lnTo>
                  <a:lnTo>
                    <a:pt x="16" y="6"/>
                  </a:lnTo>
                  <a:lnTo>
                    <a:pt x="16" y="6"/>
                  </a:lnTo>
                  <a:lnTo>
                    <a:pt x="13" y="6"/>
                  </a:lnTo>
                  <a:lnTo>
                    <a:pt x="13" y="8"/>
                  </a:lnTo>
                  <a:lnTo>
                    <a:pt x="6" y="10"/>
                  </a:lnTo>
                  <a:lnTo>
                    <a:pt x="4" y="12"/>
                  </a:lnTo>
                  <a:lnTo>
                    <a:pt x="4" y="12"/>
                  </a:lnTo>
                  <a:lnTo>
                    <a:pt x="0" y="12"/>
                  </a:lnTo>
                  <a:lnTo>
                    <a:pt x="0" y="13"/>
                  </a:lnTo>
                  <a:lnTo>
                    <a:pt x="4" y="13"/>
                  </a:lnTo>
                  <a:lnTo>
                    <a:pt x="4" y="13"/>
                  </a:lnTo>
                  <a:lnTo>
                    <a:pt x="9" y="12"/>
                  </a:lnTo>
                  <a:lnTo>
                    <a:pt x="13" y="12"/>
                  </a:lnTo>
                  <a:lnTo>
                    <a:pt x="16" y="8"/>
                  </a:lnTo>
                  <a:lnTo>
                    <a:pt x="16" y="6"/>
                  </a:lnTo>
                  <a:lnTo>
                    <a:pt x="16" y="6"/>
                  </a:lnTo>
                  <a:lnTo>
                    <a:pt x="16" y="4"/>
                  </a:lnTo>
                  <a:lnTo>
                    <a:pt x="16" y="4"/>
                  </a:lnTo>
                  <a:lnTo>
                    <a:pt x="16" y="0"/>
                  </a:lnTo>
                  <a:lnTo>
                    <a:pt x="16" y="0"/>
                  </a:lnTo>
                </a:path>
              </a:pathLst>
            </a:custGeom>
            <a:solidFill>
              <a:srgbClr val="ffc0b6"/>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3607" name=""/>
            <p:cNvSpPr/>
            <p:nvPr/>
          </p:nvSpPr>
          <p:spPr>
            <a:xfrm>
              <a:off x="4649760" y="5140440"/>
              <a:ext cx="28440" cy="34920"/>
            </a:xfrm>
            <a:custGeom>
              <a:avLst/>
              <a:gdLst/>
              <a:ahLst/>
              <a:rect l="l" t="t" r="r" b="b"/>
              <a:pathLst>
                <a:path w="18" h="22">
                  <a:moveTo>
                    <a:pt x="17" y="0"/>
                  </a:moveTo>
                  <a:lnTo>
                    <a:pt x="17" y="0"/>
                  </a:lnTo>
                  <a:lnTo>
                    <a:pt x="17" y="0"/>
                  </a:lnTo>
                  <a:lnTo>
                    <a:pt x="16" y="0"/>
                  </a:lnTo>
                  <a:lnTo>
                    <a:pt x="12" y="0"/>
                  </a:lnTo>
                  <a:lnTo>
                    <a:pt x="12" y="4"/>
                  </a:lnTo>
                  <a:lnTo>
                    <a:pt x="4" y="4"/>
                  </a:lnTo>
                  <a:lnTo>
                    <a:pt x="0" y="11"/>
                  </a:lnTo>
                  <a:lnTo>
                    <a:pt x="0" y="14"/>
                  </a:lnTo>
                  <a:lnTo>
                    <a:pt x="0" y="17"/>
                  </a:lnTo>
                  <a:lnTo>
                    <a:pt x="0" y="21"/>
                  </a:lnTo>
                  <a:lnTo>
                    <a:pt x="0" y="14"/>
                  </a:lnTo>
                  <a:lnTo>
                    <a:pt x="4" y="11"/>
                  </a:lnTo>
                  <a:lnTo>
                    <a:pt x="12" y="8"/>
                  </a:lnTo>
                  <a:lnTo>
                    <a:pt x="12" y="4"/>
                  </a:lnTo>
                  <a:lnTo>
                    <a:pt x="16" y="1"/>
                  </a:lnTo>
                  <a:lnTo>
                    <a:pt x="17" y="0"/>
                  </a:lnTo>
                  <a:lnTo>
                    <a:pt x="17" y="0"/>
                  </a:lnTo>
                  <a:lnTo>
                    <a:pt x="17" y="0"/>
                  </a:lnTo>
                  <a:lnTo>
                    <a:pt x="17" y="0"/>
                  </a:lnTo>
                  <a:lnTo>
                    <a:pt x="17" y="0"/>
                  </a:lnTo>
                  <a:lnTo>
                    <a:pt x="17" y="0"/>
                  </a:lnTo>
                </a:path>
              </a:pathLst>
            </a:custGeom>
            <a:solidFill>
              <a:srgbClr val="ffc0b6"/>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3608" name=""/>
            <p:cNvSpPr/>
            <p:nvPr/>
          </p:nvSpPr>
          <p:spPr>
            <a:xfrm>
              <a:off x="4676760" y="5092560"/>
              <a:ext cx="31680" cy="49320"/>
            </a:xfrm>
            <a:custGeom>
              <a:avLst/>
              <a:gdLst/>
              <a:ahLst/>
              <a:rect l="l" t="t" r="r" b="b"/>
              <a:pathLst>
                <a:path w="20" h="31">
                  <a:moveTo>
                    <a:pt x="12" y="0"/>
                  </a:moveTo>
                  <a:lnTo>
                    <a:pt x="11" y="5"/>
                  </a:lnTo>
                  <a:lnTo>
                    <a:pt x="8" y="9"/>
                  </a:lnTo>
                  <a:lnTo>
                    <a:pt x="8" y="14"/>
                  </a:lnTo>
                  <a:lnTo>
                    <a:pt x="6" y="21"/>
                  </a:lnTo>
                  <a:lnTo>
                    <a:pt x="0" y="22"/>
                  </a:lnTo>
                  <a:lnTo>
                    <a:pt x="0" y="25"/>
                  </a:lnTo>
                  <a:lnTo>
                    <a:pt x="0" y="30"/>
                  </a:lnTo>
                  <a:lnTo>
                    <a:pt x="0" y="30"/>
                  </a:lnTo>
                  <a:lnTo>
                    <a:pt x="0" y="30"/>
                  </a:lnTo>
                  <a:lnTo>
                    <a:pt x="0" y="30"/>
                  </a:lnTo>
                  <a:lnTo>
                    <a:pt x="0" y="26"/>
                  </a:lnTo>
                  <a:lnTo>
                    <a:pt x="5" y="22"/>
                  </a:lnTo>
                  <a:lnTo>
                    <a:pt x="8" y="21"/>
                  </a:lnTo>
                  <a:lnTo>
                    <a:pt x="8" y="15"/>
                  </a:lnTo>
                  <a:lnTo>
                    <a:pt x="11" y="9"/>
                  </a:lnTo>
                  <a:lnTo>
                    <a:pt x="15" y="5"/>
                  </a:lnTo>
                  <a:lnTo>
                    <a:pt x="19" y="0"/>
                  </a:lnTo>
                  <a:lnTo>
                    <a:pt x="12" y="0"/>
                  </a:lnTo>
                  <a:lnTo>
                    <a:pt x="12" y="0"/>
                  </a:lnTo>
                </a:path>
              </a:pathLst>
            </a:custGeom>
            <a:solidFill>
              <a:srgbClr val="ffc0b6"/>
            </a:solidFill>
            <a:ln w="0">
              <a:noFill/>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3609" name=""/>
            <p:cNvSpPr/>
            <p:nvPr/>
          </p:nvSpPr>
          <p:spPr>
            <a:xfrm>
              <a:off x="4676760" y="514044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610" name=""/>
            <p:cNvSpPr/>
            <p:nvPr/>
          </p:nvSpPr>
          <p:spPr>
            <a:xfrm>
              <a:off x="4595760" y="5210280"/>
              <a:ext cx="9720" cy="1440"/>
            </a:xfrm>
            <a:custGeom>
              <a:avLst/>
              <a:gdLst/>
              <a:ahLst/>
              <a:rect l="l" t="t" r="r" b="b"/>
              <a:pathLst>
                <a:path w="6" h="1">
                  <a:moveTo>
                    <a:pt x="4" y="0"/>
                  </a:moveTo>
                  <a:lnTo>
                    <a:pt x="5" y="0"/>
                  </a:lnTo>
                  <a:lnTo>
                    <a:pt x="4" y="0"/>
                  </a:lnTo>
                  <a:lnTo>
                    <a:pt x="0" y="0"/>
                  </a:lnTo>
                  <a:lnTo>
                    <a:pt x="0" y="0"/>
                  </a:lnTo>
                  <a:lnTo>
                    <a:pt x="4" y="0"/>
                  </a:lnTo>
                  <a:lnTo>
                    <a:pt x="4"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611" name=""/>
            <p:cNvSpPr/>
            <p:nvPr/>
          </p:nvSpPr>
          <p:spPr>
            <a:xfrm>
              <a:off x="4565520" y="5210280"/>
              <a:ext cx="38160" cy="17280"/>
            </a:xfrm>
            <a:custGeom>
              <a:avLst/>
              <a:gdLst/>
              <a:ahLst/>
              <a:rect l="l" t="t" r="r" b="b"/>
              <a:pathLst>
                <a:path w="24" h="11">
                  <a:moveTo>
                    <a:pt x="0" y="10"/>
                  </a:moveTo>
                  <a:lnTo>
                    <a:pt x="4" y="10"/>
                  </a:lnTo>
                  <a:lnTo>
                    <a:pt x="14" y="10"/>
                  </a:lnTo>
                  <a:lnTo>
                    <a:pt x="14" y="10"/>
                  </a:lnTo>
                  <a:lnTo>
                    <a:pt x="14" y="10"/>
                  </a:lnTo>
                  <a:lnTo>
                    <a:pt x="15" y="4"/>
                  </a:lnTo>
                  <a:lnTo>
                    <a:pt x="19" y="1"/>
                  </a:lnTo>
                  <a:lnTo>
                    <a:pt x="23" y="1"/>
                  </a:lnTo>
                  <a:lnTo>
                    <a:pt x="23" y="0"/>
                  </a:lnTo>
                  <a:lnTo>
                    <a:pt x="19" y="0"/>
                  </a:lnTo>
                  <a:lnTo>
                    <a:pt x="19" y="0"/>
                  </a:lnTo>
                  <a:lnTo>
                    <a:pt x="19" y="0"/>
                  </a:lnTo>
                  <a:lnTo>
                    <a:pt x="14" y="1"/>
                  </a:lnTo>
                  <a:lnTo>
                    <a:pt x="14" y="4"/>
                  </a:lnTo>
                  <a:lnTo>
                    <a:pt x="14" y="9"/>
                  </a:lnTo>
                  <a:lnTo>
                    <a:pt x="11" y="10"/>
                  </a:lnTo>
                  <a:lnTo>
                    <a:pt x="4" y="10"/>
                  </a:lnTo>
                  <a:lnTo>
                    <a:pt x="0" y="10"/>
                  </a:lnTo>
                  <a:lnTo>
                    <a:pt x="0" y="10"/>
                  </a:lnTo>
                  <a:lnTo>
                    <a:pt x="0" y="1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3612" name=""/>
            <p:cNvSpPr/>
            <p:nvPr/>
          </p:nvSpPr>
          <p:spPr>
            <a:xfrm>
              <a:off x="4595760" y="5210280"/>
              <a:ext cx="180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613" name=""/>
            <p:cNvSpPr/>
            <p:nvPr/>
          </p:nvSpPr>
          <p:spPr>
            <a:xfrm>
              <a:off x="4557600" y="520380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614" name=""/>
            <p:cNvSpPr/>
            <p:nvPr/>
          </p:nvSpPr>
          <p:spPr>
            <a:xfrm>
              <a:off x="4557600" y="5183280"/>
              <a:ext cx="39960" cy="21960"/>
            </a:xfrm>
            <a:custGeom>
              <a:avLst/>
              <a:gdLst/>
              <a:ahLst/>
              <a:rect l="l" t="t" r="r" b="b"/>
              <a:pathLst>
                <a:path w="25" h="14">
                  <a:moveTo>
                    <a:pt x="19" y="0"/>
                  </a:moveTo>
                  <a:lnTo>
                    <a:pt x="19" y="0"/>
                  </a:lnTo>
                  <a:lnTo>
                    <a:pt x="19" y="3"/>
                  </a:lnTo>
                  <a:lnTo>
                    <a:pt x="19" y="10"/>
                  </a:lnTo>
                  <a:lnTo>
                    <a:pt x="19" y="11"/>
                  </a:lnTo>
                  <a:lnTo>
                    <a:pt x="14" y="11"/>
                  </a:lnTo>
                  <a:lnTo>
                    <a:pt x="9" y="11"/>
                  </a:lnTo>
                  <a:lnTo>
                    <a:pt x="5" y="11"/>
                  </a:lnTo>
                  <a:lnTo>
                    <a:pt x="0" y="11"/>
                  </a:lnTo>
                  <a:lnTo>
                    <a:pt x="0" y="13"/>
                  </a:lnTo>
                  <a:lnTo>
                    <a:pt x="0" y="13"/>
                  </a:lnTo>
                  <a:lnTo>
                    <a:pt x="0" y="13"/>
                  </a:lnTo>
                  <a:lnTo>
                    <a:pt x="5" y="13"/>
                  </a:lnTo>
                  <a:lnTo>
                    <a:pt x="9" y="13"/>
                  </a:lnTo>
                  <a:lnTo>
                    <a:pt x="16" y="13"/>
                  </a:lnTo>
                  <a:lnTo>
                    <a:pt x="19" y="11"/>
                  </a:lnTo>
                  <a:lnTo>
                    <a:pt x="19" y="11"/>
                  </a:lnTo>
                  <a:lnTo>
                    <a:pt x="24" y="3"/>
                  </a:lnTo>
                  <a:lnTo>
                    <a:pt x="24" y="0"/>
                  </a:lnTo>
                  <a:lnTo>
                    <a:pt x="24" y="0"/>
                  </a:lnTo>
                  <a:lnTo>
                    <a:pt x="19" y="0"/>
                  </a:lnTo>
                  <a:lnTo>
                    <a:pt x="19" y="0"/>
                  </a:lnTo>
                </a:path>
              </a:pathLst>
            </a:custGeom>
            <a:solidFill>
              <a:srgbClr val="ffc0b6"/>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3615" name=""/>
            <p:cNvSpPr/>
            <p:nvPr/>
          </p:nvSpPr>
          <p:spPr>
            <a:xfrm>
              <a:off x="4587840" y="5159520"/>
              <a:ext cx="30240" cy="25200"/>
            </a:xfrm>
            <a:custGeom>
              <a:avLst/>
              <a:gdLst/>
              <a:ahLst/>
              <a:rect l="l" t="t" r="r" b="b"/>
              <a:pathLst>
                <a:path w="19" h="16">
                  <a:moveTo>
                    <a:pt x="16" y="0"/>
                  </a:moveTo>
                  <a:lnTo>
                    <a:pt x="18" y="0"/>
                  </a:lnTo>
                  <a:lnTo>
                    <a:pt x="16" y="2"/>
                  </a:lnTo>
                  <a:lnTo>
                    <a:pt x="16" y="2"/>
                  </a:lnTo>
                  <a:lnTo>
                    <a:pt x="16" y="2"/>
                  </a:lnTo>
                  <a:lnTo>
                    <a:pt x="16" y="5"/>
                  </a:lnTo>
                  <a:lnTo>
                    <a:pt x="10" y="9"/>
                  </a:lnTo>
                  <a:lnTo>
                    <a:pt x="5" y="11"/>
                  </a:lnTo>
                  <a:lnTo>
                    <a:pt x="1" y="11"/>
                  </a:lnTo>
                  <a:lnTo>
                    <a:pt x="0" y="15"/>
                  </a:lnTo>
                  <a:lnTo>
                    <a:pt x="5" y="15"/>
                  </a:lnTo>
                  <a:lnTo>
                    <a:pt x="5" y="11"/>
                  </a:lnTo>
                  <a:lnTo>
                    <a:pt x="9" y="11"/>
                  </a:lnTo>
                  <a:lnTo>
                    <a:pt x="16" y="11"/>
                  </a:lnTo>
                  <a:lnTo>
                    <a:pt x="16" y="9"/>
                  </a:lnTo>
                  <a:lnTo>
                    <a:pt x="16" y="5"/>
                  </a:lnTo>
                  <a:lnTo>
                    <a:pt x="16" y="2"/>
                  </a:lnTo>
                  <a:lnTo>
                    <a:pt x="18" y="2"/>
                  </a:lnTo>
                  <a:lnTo>
                    <a:pt x="18" y="2"/>
                  </a:lnTo>
                  <a:lnTo>
                    <a:pt x="18" y="2"/>
                  </a:lnTo>
                  <a:lnTo>
                    <a:pt x="16" y="0"/>
                  </a:lnTo>
                  <a:lnTo>
                    <a:pt x="16" y="0"/>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3616" name=""/>
            <p:cNvSpPr/>
            <p:nvPr/>
          </p:nvSpPr>
          <p:spPr>
            <a:xfrm>
              <a:off x="4613400" y="5133960"/>
              <a:ext cx="37800" cy="30240"/>
            </a:xfrm>
            <a:custGeom>
              <a:avLst/>
              <a:gdLst/>
              <a:ahLst/>
              <a:rect l="l" t="t" r="r" b="b"/>
              <a:pathLst>
                <a:path w="24" h="19">
                  <a:moveTo>
                    <a:pt x="23" y="4"/>
                  </a:moveTo>
                  <a:lnTo>
                    <a:pt x="23" y="0"/>
                  </a:lnTo>
                  <a:lnTo>
                    <a:pt x="0" y="16"/>
                  </a:lnTo>
                  <a:lnTo>
                    <a:pt x="2" y="18"/>
                  </a:lnTo>
                  <a:lnTo>
                    <a:pt x="23" y="4"/>
                  </a:lnTo>
                  <a:lnTo>
                    <a:pt x="23" y="4"/>
                  </a:lnTo>
                  <a:lnTo>
                    <a:pt x="23" y="4"/>
                  </a:lnTo>
                  <a:lnTo>
                    <a:pt x="23" y="4"/>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3617" name=""/>
            <p:cNvSpPr/>
            <p:nvPr/>
          </p:nvSpPr>
          <p:spPr>
            <a:xfrm>
              <a:off x="4649760" y="5133960"/>
              <a:ext cx="1440" cy="7920"/>
            </a:xfrm>
            <a:custGeom>
              <a:avLst/>
              <a:gdLst/>
              <a:ahLst/>
              <a:rect l="l" t="t" r="r" b="b"/>
              <a:pathLst>
                <a:path w="1" h="5">
                  <a:moveTo>
                    <a:pt x="0" y="4"/>
                  </a:moveTo>
                  <a:lnTo>
                    <a:pt x="0" y="4"/>
                  </a:lnTo>
                  <a:lnTo>
                    <a:pt x="0" y="0"/>
                  </a:lnTo>
                  <a:lnTo>
                    <a:pt x="0" y="0"/>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618" name=""/>
            <p:cNvSpPr/>
            <p:nvPr/>
          </p:nvSpPr>
          <p:spPr>
            <a:xfrm>
              <a:off x="4630680" y="5095800"/>
              <a:ext cx="15840" cy="6480"/>
            </a:xfrm>
            <a:custGeom>
              <a:avLst/>
              <a:gdLst/>
              <a:ahLst/>
              <a:rect l="l" t="t" r="r" b="b"/>
              <a:pathLst>
                <a:path w="10" h="4">
                  <a:moveTo>
                    <a:pt x="5" y="3"/>
                  </a:moveTo>
                  <a:lnTo>
                    <a:pt x="9" y="3"/>
                  </a:lnTo>
                  <a:lnTo>
                    <a:pt x="5" y="0"/>
                  </a:lnTo>
                  <a:lnTo>
                    <a:pt x="2" y="0"/>
                  </a:lnTo>
                  <a:lnTo>
                    <a:pt x="0" y="0"/>
                  </a:lnTo>
                  <a:lnTo>
                    <a:pt x="5" y="3"/>
                  </a:lnTo>
                  <a:lnTo>
                    <a:pt x="5"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619" name=""/>
            <p:cNvSpPr/>
            <p:nvPr/>
          </p:nvSpPr>
          <p:spPr>
            <a:xfrm>
              <a:off x="4587840" y="5095800"/>
              <a:ext cx="52560" cy="33480"/>
            </a:xfrm>
            <a:custGeom>
              <a:avLst/>
              <a:gdLst/>
              <a:ahLst/>
              <a:rect l="l" t="t" r="r" b="b"/>
              <a:pathLst>
                <a:path w="33" h="21">
                  <a:moveTo>
                    <a:pt x="0" y="20"/>
                  </a:moveTo>
                  <a:lnTo>
                    <a:pt x="0" y="20"/>
                  </a:lnTo>
                  <a:lnTo>
                    <a:pt x="5" y="20"/>
                  </a:lnTo>
                  <a:lnTo>
                    <a:pt x="16" y="20"/>
                  </a:lnTo>
                  <a:lnTo>
                    <a:pt x="16" y="19"/>
                  </a:lnTo>
                  <a:lnTo>
                    <a:pt x="18" y="12"/>
                  </a:lnTo>
                  <a:lnTo>
                    <a:pt x="23" y="7"/>
                  </a:lnTo>
                  <a:lnTo>
                    <a:pt x="27" y="4"/>
                  </a:lnTo>
                  <a:lnTo>
                    <a:pt x="29" y="3"/>
                  </a:lnTo>
                  <a:lnTo>
                    <a:pt x="32" y="3"/>
                  </a:lnTo>
                  <a:lnTo>
                    <a:pt x="27" y="0"/>
                  </a:lnTo>
                  <a:lnTo>
                    <a:pt x="27" y="3"/>
                  </a:lnTo>
                  <a:lnTo>
                    <a:pt x="27" y="3"/>
                  </a:lnTo>
                  <a:lnTo>
                    <a:pt x="22" y="7"/>
                  </a:lnTo>
                  <a:lnTo>
                    <a:pt x="18" y="7"/>
                  </a:lnTo>
                  <a:lnTo>
                    <a:pt x="16" y="18"/>
                  </a:lnTo>
                  <a:lnTo>
                    <a:pt x="16" y="19"/>
                  </a:lnTo>
                  <a:lnTo>
                    <a:pt x="5" y="20"/>
                  </a:lnTo>
                  <a:lnTo>
                    <a:pt x="0" y="20"/>
                  </a:lnTo>
                  <a:lnTo>
                    <a:pt x="0" y="20"/>
                  </a:lnTo>
                  <a:lnTo>
                    <a:pt x="0" y="20"/>
                  </a:lnTo>
                  <a:lnTo>
                    <a:pt x="0" y="20"/>
                  </a:lnTo>
                </a:path>
              </a:pathLst>
            </a:custGeom>
            <a:solidFill>
              <a:srgbClr val="ffc0b6"/>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3620" name=""/>
            <p:cNvSpPr/>
            <p:nvPr/>
          </p:nvSpPr>
          <p:spPr>
            <a:xfrm>
              <a:off x="4557600" y="5127480"/>
              <a:ext cx="32040" cy="32040"/>
            </a:xfrm>
            <a:custGeom>
              <a:avLst/>
              <a:gdLst/>
              <a:ahLst/>
              <a:rect l="l" t="t" r="r" b="b"/>
              <a:pathLst>
                <a:path w="20" h="20">
                  <a:moveTo>
                    <a:pt x="0" y="19"/>
                  </a:moveTo>
                  <a:lnTo>
                    <a:pt x="9" y="19"/>
                  </a:lnTo>
                  <a:lnTo>
                    <a:pt x="9" y="12"/>
                  </a:lnTo>
                  <a:lnTo>
                    <a:pt x="14" y="12"/>
                  </a:lnTo>
                  <a:lnTo>
                    <a:pt x="19" y="8"/>
                  </a:lnTo>
                  <a:lnTo>
                    <a:pt x="19" y="8"/>
                  </a:lnTo>
                  <a:lnTo>
                    <a:pt x="19" y="0"/>
                  </a:lnTo>
                  <a:lnTo>
                    <a:pt x="19" y="0"/>
                  </a:lnTo>
                  <a:lnTo>
                    <a:pt x="19" y="0"/>
                  </a:lnTo>
                  <a:lnTo>
                    <a:pt x="19" y="0"/>
                  </a:lnTo>
                  <a:lnTo>
                    <a:pt x="19" y="0"/>
                  </a:lnTo>
                  <a:lnTo>
                    <a:pt x="19" y="0"/>
                  </a:lnTo>
                  <a:lnTo>
                    <a:pt x="19" y="4"/>
                  </a:lnTo>
                  <a:lnTo>
                    <a:pt x="14" y="8"/>
                  </a:lnTo>
                  <a:lnTo>
                    <a:pt x="9" y="9"/>
                  </a:lnTo>
                  <a:lnTo>
                    <a:pt x="9" y="12"/>
                  </a:lnTo>
                  <a:lnTo>
                    <a:pt x="5" y="16"/>
                  </a:lnTo>
                  <a:lnTo>
                    <a:pt x="0" y="16"/>
                  </a:lnTo>
                  <a:lnTo>
                    <a:pt x="0" y="19"/>
                  </a:lnTo>
                  <a:lnTo>
                    <a:pt x="0" y="19"/>
                  </a:lnTo>
                </a:path>
              </a:pathLst>
            </a:custGeom>
            <a:solidFill>
              <a:srgbClr val="ffc0b6"/>
            </a:solidFill>
            <a:ln w="0">
              <a:noFill/>
            </a:ln>
          </p:spPr>
          <p:style>
            <a:lnRef idx="0"/>
            <a:fillRef idx="0"/>
            <a:effectRef idx="0"/>
            <a:fontRef idx="minor"/>
          </p:style>
          <p:txBody>
            <a:bodyPr lIns="90000" rIns="90000" tIns="-14760" bIns="-14760" anchor="t">
              <a:noAutofit/>
            </a:bodyPr>
            <a:p>
              <a:endParaRPr b="0" lang="en-IN" sz="2400" strike="noStrike" u="none">
                <a:solidFill>
                  <a:srgbClr val="ffffff"/>
                </a:solidFill>
                <a:effectLst/>
                <a:uFillTx/>
                <a:latin typeface="Times New Roman"/>
              </a:endParaRPr>
            </a:p>
          </p:txBody>
        </p:sp>
        <p:sp>
          <p:nvSpPr>
            <p:cNvPr id="3621" name=""/>
            <p:cNvSpPr/>
            <p:nvPr/>
          </p:nvSpPr>
          <p:spPr>
            <a:xfrm>
              <a:off x="4587840" y="512748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622" name=""/>
            <p:cNvSpPr/>
            <p:nvPr/>
          </p:nvSpPr>
          <p:spPr>
            <a:xfrm>
              <a:off x="4645080" y="5295960"/>
              <a:ext cx="1440" cy="6120"/>
            </a:xfrm>
            <a:custGeom>
              <a:avLst/>
              <a:gdLst/>
              <a:ahLst/>
              <a:rect l="l" t="t" r="r" b="b"/>
              <a:pathLst>
                <a:path w="1" h="4">
                  <a:moveTo>
                    <a:pt x="0" y="0"/>
                  </a:moveTo>
                  <a:lnTo>
                    <a:pt x="0" y="0"/>
                  </a:lnTo>
                  <a:lnTo>
                    <a:pt x="0" y="0"/>
                  </a:lnTo>
                  <a:lnTo>
                    <a:pt x="0" y="3"/>
                  </a:lnTo>
                  <a:lnTo>
                    <a:pt x="0" y="3"/>
                  </a:lnTo>
                  <a:lnTo>
                    <a:pt x="0" y="0"/>
                  </a:lnTo>
                  <a:lnTo>
                    <a:pt x="0"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623" name=""/>
            <p:cNvSpPr/>
            <p:nvPr/>
          </p:nvSpPr>
          <p:spPr>
            <a:xfrm>
              <a:off x="4645080" y="5273640"/>
              <a:ext cx="33120" cy="28440"/>
            </a:xfrm>
            <a:custGeom>
              <a:avLst/>
              <a:gdLst/>
              <a:ahLst/>
              <a:rect l="l" t="t" r="r" b="b"/>
              <a:pathLst>
                <a:path w="21" h="18">
                  <a:moveTo>
                    <a:pt x="20" y="0"/>
                  </a:moveTo>
                  <a:lnTo>
                    <a:pt x="20" y="0"/>
                  </a:lnTo>
                  <a:lnTo>
                    <a:pt x="20" y="0"/>
                  </a:lnTo>
                  <a:lnTo>
                    <a:pt x="16" y="4"/>
                  </a:lnTo>
                  <a:lnTo>
                    <a:pt x="15" y="7"/>
                  </a:lnTo>
                  <a:lnTo>
                    <a:pt x="3" y="8"/>
                  </a:lnTo>
                  <a:lnTo>
                    <a:pt x="3" y="11"/>
                  </a:lnTo>
                  <a:lnTo>
                    <a:pt x="3" y="11"/>
                  </a:lnTo>
                  <a:lnTo>
                    <a:pt x="0" y="14"/>
                  </a:lnTo>
                  <a:lnTo>
                    <a:pt x="0" y="14"/>
                  </a:lnTo>
                  <a:lnTo>
                    <a:pt x="0" y="17"/>
                  </a:lnTo>
                  <a:lnTo>
                    <a:pt x="0" y="17"/>
                  </a:lnTo>
                  <a:lnTo>
                    <a:pt x="3" y="14"/>
                  </a:lnTo>
                  <a:lnTo>
                    <a:pt x="3" y="14"/>
                  </a:lnTo>
                  <a:lnTo>
                    <a:pt x="3" y="11"/>
                  </a:lnTo>
                  <a:lnTo>
                    <a:pt x="15" y="8"/>
                  </a:lnTo>
                  <a:lnTo>
                    <a:pt x="20" y="7"/>
                  </a:lnTo>
                  <a:lnTo>
                    <a:pt x="20" y="4"/>
                  </a:lnTo>
                  <a:lnTo>
                    <a:pt x="20" y="0"/>
                  </a:lnTo>
                  <a:lnTo>
                    <a:pt x="20" y="0"/>
                  </a:lnTo>
                  <a:lnTo>
                    <a:pt x="20" y="0"/>
                  </a:lnTo>
                  <a:lnTo>
                    <a:pt x="20" y="0"/>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3624" name=""/>
            <p:cNvSpPr/>
            <p:nvPr/>
          </p:nvSpPr>
          <p:spPr>
            <a:xfrm>
              <a:off x="4676760" y="5245200"/>
              <a:ext cx="31680" cy="30240"/>
            </a:xfrm>
            <a:custGeom>
              <a:avLst/>
              <a:gdLst/>
              <a:ahLst/>
              <a:rect l="l" t="t" r="r" b="b"/>
              <a:pathLst>
                <a:path w="20" h="19">
                  <a:moveTo>
                    <a:pt x="19" y="0"/>
                  </a:moveTo>
                  <a:lnTo>
                    <a:pt x="19" y="0"/>
                  </a:lnTo>
                  <a:lnTo>
                    <a:pt x="19" y="2"/>
                  </a:lnTo>
                  <a:lnTo>
                    <a:pt x="12" y="5"/>
                  </a:lnTo>
                  <a:lnTo>
                    <a:pt x="8" y="5"/>
                  </a:lnTo>
                  <a:lnTo>
                    <a:pt x="8" y="10"/>
                  </a:lnTo>
                  <a:lnTo>
                    <a:pt x="6" y="12"/>
                  </a:lnTo>
                  <a:lnTo>
                    <a:pt x="1" y="13"/>
                  </a:lnTo>
                  <a:lnTo>
                    <a:pt x="0" y="15"/>
                  </a:lnTo>
                  <a:lnTo>
                    <a:pt x="0" y="18"/>
                  </a:lnTo>
                  <a:lnTo>
                    <a:pt x="0" y="18"/>
                  </a:lnTo>
                  <a:lnTo>
                    <a:pt x="1" y="18"/>
                  </a:lnTo>
                  <a:lnTo>
                    <a:pt x="6" y="13"/>
                  </a:lnTo>
                  <a:lnTo>
                    <a:pt x="8" y="13"/>
                  </a:lnTo>
                  <a:lnTo>
                    <a:pt x="8" y="10"/>
                  </a:lnTo>
                  <a:lnTo>
                    <a:pt x="11" y="9"/>
                  </a:lnTo>
                  <a:lnTo>
                    <a:pt x="19" y="5"/>
                  </a:lnTo>
                  <a:lnTo>
                    <a:pt x="19" y="2"/>
                  </a:lnTo>
                  <a:lnTo>
                    <a:pt x="19" y="0"/>
                  </a:lnTo>
                  <a:lnTo>
                    <a:pt x="19" y="0"/>
                  </a:lnTo>
                  <a:lnTo>
                    <a:pt x="19" y="0"/>
                  </a:lnTo>
                  <a:lnTo>
                    <a:pt x="19" y="0"/>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3625" name=""/>
            <p:cNvSpPr/>
            <p:nvPr/>
          </p:nvSpPr>
          <p:spPr>
            <a:xfrm>
              <a:off x="4707000" y="5210280"/>
              <a:ext cx="14400" cy="36360"/>
            </a:xfrm>
            <a:custGeom>
              <a:avLst/>
              <a:gdLst/>
              <a:ahLst/>
              <a:rect l="l" t="t" r="r" b="b"/>
              <a:pathLst>
                <a:path w="9" h="23">
                  <a:moveTo>
                    <a:pt x="5" y="0"/>
                  </a:moveTo>
                  <a:lnTo>
                    <a:pt x="5" y="0"/>
                  </a:lnTo>
                  <a:lnTo>
                    <a:pt x="1" y="1"/>
                  </a:lnTo>
                  <a:lnTo>
                    <a:pt x="0" y="9"/>
                  </a:lnTo>
                  <a:lnTo>
                    <a:pt x="0" y="10"/>
                  </a:lnTo>
                  <a:lnTo>
                    <a:pt x="0" y="10"/>
                  </a:lnTo>
                  <a:lnTo>
                    <a:pt x="0" y="12"/>
                  </a:lnTo>
                  <a:lnTo>
                    <a:pt x="0" y="22"/>
                  </a:lnTo>
                  <a:lnTo>
                    <a:pt x="0" y="22"/>
                  </a:lnTo>
                  <a:lnTo>
                    <a:pt x="0" y="22"/>
                  </a:lnTo>
                  <a:lnTo>
                    <a:pt x="0" y="22"/>
                  </a:lnTo>
                  <a:lnTo>
                    <a:pt x="0" y="12"/>
                  </a:lnTo>
                  <a:lnTo>
                    <a:pt x="0" y="10"/>
                  </a:lnTo>
                  <a:lnTo>
                    <a:pt x="5" y="10"/>
                  </a:lnTo>
                  <a:lnTo>
                    <a:pt x="7" y="10"/>
                  </a:lnTo>
                  <a:lnTo>
                    <a:pt x="7" y="1"/>
                  </a:lnTo>
                  <a:lnTo>
                    <a:pt x="8" y="0"/>
                  </a:lnTo>
                  <a:lnTo>
                    <a:pt x="8" y="0"/>
                  </a:lnTo>
                  <a:lnTo>
                    <a:pt x="5" y="0"/>
                  </a:lnTo>
                  <a:lnTo>
                    <a:pt x="5" y="0"/>
                  </a:lnTo>
                </a:path>
              </a:pathLst>
            </a:custGeom>
            <a:solidFill>
              <a:srgbClr val="ffc0b6"/>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3626" name=""/>
            <p:cNvSpPr/>
            <p:nvPr/>
          </p:nvSpPr>
          <p:spPr>
            <a:xfrm>
              <a:off x="4707000" y="524520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627" name=""/>
            <p:cNvSpPr/>
            <p:nvPr/>
          </p:nvSpPr>
          <p:spPr>
            <a:xfrm>
              <a:off x="4668840" y="5245200"/>
              <a:ext cx="1440" cy="4680"/>
            </a:xfrm>
            <a:custGeom>
              <a:avLst/>
              <a:gdLst/>
              <a:ahLst/>
              <a:rect l="l" t="t" r="r" b="b"/>
              <a:pathLst>
                <a:path w="1" h="3">
                  <a:moveTo>
                    <a:pt x="0" y="2"/>
                  </a:moveTo>
                  <a:lnTo>
                    <a:pt x="0" y="0"/>
                  </a:lnTo>
                  <a:lnTo>
                    <a:pt x="0" y="0"/>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628" name=""/>
            <p:cNvSpPr/>
            <p:nvPr/>
          </p:nvSpPr>
          <p:spPr>
            <a:xfrm>
              <a:off x="4616280" y="5245200"/>
              <a:ext cx="54000" cy="36360"/>
            </a:xfrm>
            <a:custGeom>
              <a:avLst/>
              <a:gdLst/>
              <a:ahLst/>
              <a:rect l="l" t="t" r="r" b="b"/>
              <a:pathLst>
                <a:path w="34" h="23">
                  <a:moveTo>
                    <a:pt x="0" y="22"/>
                  </a:moveTo>
                  <a:lnTo>
                    <a:pt x="2" y="22"/>
                  </a:lnTo>
                  <a:lnTo>
                    <a:pt x="5" y="22"/>
                  </a:lnTo>
                  <a:lnTo>
                    <a:pt x="9" y="18"/>
                  </a:lnTo>
                  <a:lnTo>
                    <a:pt x="11" y="18"/>
                  </a:lnTo>
                  <a:lnTo>
                    <a:pt x="18" y="18"/>
                  </a:lnTo>
                  <a:lnTo>
                    <a:pt x="18" y="15"/>
                  </a:lnTo>
                  <a:lnTo>
                    <a:pt x="21" y="13"/>
                  </a:lnTo>
                  <a:lnTo>
                    <a:pt x="21" y="12"/>
                  </a:lnTo>
                  <a:lnTo>
                    <a:pt x="21" y="10"/>
                  </a:lnTo>
                  <a:lnTo>
                    <a:pt x="21" y="5"/>
                  </a:lnTo>
                  <a:lnTo>
                    <a:pt x="21" y="5"/>
                  </a:lnTo>
                  <a:lnTo>
                    <a:pt x="30" y="5"/>
                  </a:lnTo>
                  <a:lnTo>
                    <a:pt x="33" y="2"/>
                  </a:lnTo>
                  <a:lnTo>
                    <a:pt x="33" y="2"/>
                  </a:lnTo>
                  <a:lnTo>
                    <a:pt x="33" y="2"/>
                  </a:lnTo>
                  <a:lnTo>
                    <a:pt x="33" y="2"/>
                  </a:lnTo>
                  <a:lnTo>
                    <a:pt x="33" y="0"/>
                  </a:lnTo>
                  <a:lnTo>
                    <a:pt x="33" y="0"/>
                  </a:lnTo>
                  <a:lnTo>
                    <a:pt x="33" y="0"/>
                  </a:lnTo>
                  <a:lnTo>
                    <a:pt x="25" y="2"/>
                  </a:lnTo>
                  <a:lnTo>
                    <a:pt x="21" y="2"/>
                  </a:lnTo>
                  <a:lnTo>
                    <a:pt x="21" y="5"/>
                  </a:lnTo>
                  <a:lnTo>
                    <a:pt x="21" y="5"/>
                  </a:lnTo>
                  <a:lnTo>
                    <a:pt x="21" y="9"/>
                  </a:lnTo>
                  <a:lnTo>
                    <a:pt x="21" y="10"/>
                  </a:lnTo>
                  <a:lnTo>
                    <a:pt x="18" y="13"/>
                  </a:lnTo>
                  <a:lnTo>
                    <a:pt x="18" y="13"/>
                  </a:lnTo>
                  <a:lnTo>
                    <a:pt x="18" y="15"/>
                  </a:lnTo>
                  <a:lnTo>
                    <a:pt x="9" y="18"/>
                  </a:lnTo>
                  <a:lnTo>
                    <a:pt x="9" y="18"/>
                  </a:lnTo>
                  <a:lnTo>
                    <a:pt x="5" y="18"/>
                  </a:lnTo>
                  <a:lnTo>
                    <a:pt x="2" y="18"/>
                  </a:lnTo>
                  <a:lnTo>
                    <a:pt x="0" y="18"/>
                  </a:lnTo>
                  <a:lnTo>
                    <a:pt x="0" y="22"/>
                  </a:lnTo>
                  <a:lnTo>
                    <a:pt x="0" y="22"/>
                  </a:lnTo>
                </a:path>
              </a:pathLst>
            </a:custGeom>
            <a:solidFill>
              <a:srgbClr val="ffc0b6"/>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3629" name=""/>
            <p:cNvSpPr/>
            <p:nvPr/>
          </p:nvSpPr>
          <p:spPr>
            <a:xfrm>
              <a:off x="4668840" y="5245200"/>
              <a:ext cx="1440" cy="4680"/>
            </a:xfrm>
            <a:custGeom>
              <a:avLst/>
              <a:gdLst/>
              <a:ahLst/>
              <a:rect l="l" t="t" r="r" b="b"/>
              <a:pathLst>
                <a:path w="1" h="3">
                  <a:moveTo>
                    <a:pt x="0" y="0"/>
                  </a:moveTo>
                  <a:lnTo>
                    <a:pt x="0" y="0"/>
                  </a:lnTo>
                  <a:lnTo>
                    <a:pt x="0" y="0"/>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630" name=""/>
            <p:cNvSpPr/>
            <p:nvPr/>
          </p:nvSpPr>
          <p:spPr>
            <a:xfrm>
              <a:off x="4722840" y="5284800"/>
              <a:ext cx="9360" cy="3240"/>
            </a:xfrm>
            <a:custGeom>
              <a:avLst/>
              <a:gdLst/>
              <a:ahLst/>
              <a:rect l="l" t="t" r="r" b="b"/>
              <a:pathLst>
                <a:path w="6" h="2">
                  <a:moveTo>
                    <a:pt x="5" y="0"/>
                  </a:moveTo>
                  <a:lnTo>
                    <a:pt x="2" y="0"/>
                  </a:lnTo>
                  <a:lnTo>
                    <a:pt x="0" y="0"/>
                  </a:lnTo>
                  <a:lnTo>
                    <a:pt x="2" y="0"/>
                  </a:lnTo>
                  <a:lnTo>
                    <a:pt x="5" y="1"/>
                  </a:lnTo>
                  <a:lnTo>
                    <a:pt x="5" y="0"/>
                  </a:lnTo>
                  <a:lnTo>
                    <a:pt x="5"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631" name=""/>
            <p:cNvSpPr/>
            <p:nvPr/>
          </p:nvSpPr>
          <p:spPr>
            <a:xfrm>
              <a:off x="4730760" y="5273640"/>
              <a:ext cx="28440" cy="14400"/>
            </a:xfrm>
            <a:custGeom>
              <a:avLst/>
              <a:gdLst/>
              <a:ahLst/>
              <a:rect l="l" t="t" r="r" b="b"/>
              <a:pathLst>
                <a:path w="18" h="9">
                  <a:moveTo>
                    <a:pt x="17" y="0"/>
                  </a:moveTo>
                  <a:lnTo>
                    <a:pt x="17" y="4"/>
                  </a:lnTo>
                  <a:lnTo>
                    <a:pt x="15" y="4"/>
                  </a:lnTo>
                  <a:lnTo>
                    <a:pt x="11" y="7"/>
                  </a:lnTo>
                  <a:lnTo>
                    <a:pt x="9" y="7"/>
                  </a:lnTo>
                  <a:lnTo>
                    <a:pt x="8" y="7"/>
                  </a:lnTo>
                  <a:lnTo>
                    <a:pt x="7" y="7"/>
                  </a:lnTo>
                  <a:lnTo>
                    <a:pt x="5" y="7"/>
                  </a:lnTo>
                  <a:lnTo>
                    <a:pt x="5" y="7"/>
                  </a:lnTo>
                  <a:lnTo>
                    <a:pt x="0" y="7"/>
                  </a:lnTo>
                  <a:lnTo>
                    <a:pt x="0" y="8"/>
                  </a:lnTo>
                  <a:lnTo>
                    <a:pt x="5" y="8"/>
                  </a:lnTo>
                  <a:lnTo>
                    <a:pt x="5" y="8"/>
                  </a:lnTo>
                  <a:lnTo>
                    <a:pt x="7" y="8"/>
                  </a:lnTo>
                  <a:lnTo>
                    <a:pt x="8" y="8"/>
                  </a:lnTo>
                  <a:lnTo>
                    <a:pt x="9" y="7"/>
                  </a:lnTo>
                  <a:lnTo>
                    <a:pt x="11" y="7"/>
                  </a:lnTo>
                  <a:lnTo>
                    <a:pt x="17" y="7"/>
                  </a:lnTo>
                  <a:lnTo>
                    <a:pt x="17" y="4"/>
                  </a:lnTo>
                  <a:lnTo>
                    <a:pt x="17" y="4"/>
                  </a:lnTo>
                  <a:lnTo>
                    <a:pt x="17" y="0"/>
                  </a:lnTo>
                  <a:lnTo>
                    <a:pt x="17"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632" name=""/>
            <p:cNvSpPr/>
            <p:nvPr/>
          </p:nvSpPr>
          <p:spPr>
            <a:xfrm>
              <a:off x="4757760" y="5248440"/>
              <a:ext cx="25200" cy="33120"/>
            </a:xfrm>
            <a:custGeom>
              <a:avLst/>
              <a:gdLst/>
              <a:ahLst/>
              <a:rect l="l" t="t" r="r" b="b"/>
              <a:pathLst>
                <a:path w="16" h="21">
                  <a:moveTo>
                    <a:pt x="14" y="0"/>
                  </a:moveTo>
                  <a:lnTo>
                    <a:pt x="14" y="0"/>
                  </a:lnTo>
                  <a:lnTo>
                    <a:pt x="12" y="0"/>
                  </a:lnTo>
                  <a:lnTo>
                    <a:pt x="12" y="0"/>
                  </a:lnTo>
                  <a:lnTo>
                    <a:pt x="10" y="3"/>
                  </a:lnTo>
                  <a:lnTo>
                    <a:pt x="9" y="8"/>
                  </a:lnTo>
                  <a:lnTo>
                    <a:pt x="4" y="11"/>
                  </a:lnTo>
                  <a:lnTo>
                    <a:pt x="4" y="11"/>
                  </a:lnTo>
                  <a:lnTo>
                    <a:pt x="0" y="16"/>
                  </a:lnTo>
                  <a:lnTo>
                    <a:pt x="0" y="16"/>
                  </a:lnTo>
                  <a:lnTo>
                    <a:pt x="0" y="20"/>
                  </a:lnTo>
                  <a:lnTo>
                    <a:pt x="4" y="16"/>
                  </a:lnTo>
                  <a:lnTo>
                    <a:pt x="4" y="13"/>
                  </a:lnTo>
                  <a:lnTo>
                    <a:pt x="9" y="11"/>
                  </a:lnTo>
                  <a:lnTo>
                    <a:pt x="9" y="8"/>
                  </a:lnTo>
                  <a:lnTo>
                    <a:pt x="12" y="3"/>
                  </a:lnTo>
                  <a:lnTo>
                    <a:pt x="12" y="3"/>
                  </a:lnTo>
                  <a:lnTo>
                    <a:pt x="15" y="0"/>
                  </a:lnTo>
                  <a:lnTo>
                    <a:pt x="15" y="0"/>
                  </a:lnTo>
                  <a:lnTo>
                    <a:pt x="15" y="0"/>
                  </a:lnTo>
                  <a:lnTo>
                    <a:pt x="14" y="0"/>
                  </a:lnTo>
                  <a:lnTo>
                    <a:pt x="14" y="0"/>
                  </a:lnTo>
                </a:path>
              </a:pathLst>
            </a:custGeom>
            <a:solidFill>
              <a:srgbClr val="ffc0b6"/>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3633" name=""/>
            <p:cNvSpPr/>
            <p:nvPr/>
          </p:nvSpPr>
          <p:spPr>
            <a:xfrm>
              <a:off x="4780080" y="5226120"/>
              <a:ext cx="28440" cy="23760"/>
            </a:xfrm>
            <a:custGeom>
              <a:avLst/>
              <a:gdLst/>
              <a:ahLst/>
              <a:rect l="l" t="t" r="r" b="b"/>
              <a:pathLst>
                <a:path w="18" h="15">
                  <a:moveTo>
                    <a:pt x="17" y="0"/>
                  </a:moveTo>
                  <a:lnTo>
                    <a:pt x="14" y="0"/>
                  </a:lnTo>
                  <a:lnTo>
                    <a:pt x="0" y="14"/>
                  </a:lnTo>
                  <a:lnTo>
                    <a:pt x="1" y="14"/>
                  </a:lnTo>
                  <a:lnTo>
                    <a:pt x="17" y="0"/>
                  </a:lnTo>
                  <a:lnTo>
                    <a:pt x="17" y="0"/>
                  </a:lnTo>
                  <a:lnTo>
                    <a:pt x="17" y="0"/>
                  </a:lnTo>
                  <a:lnTo>
                    <a:pt x="17"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634" name=""/>
            <p:cNvSpPr/>
            <p:nvPr/>
          </p:nvSpPr>
          <p:spPr>
            <a:xfrm>
              <a:off x="4802040" y="5226120"/>
              <a:ext cx="6480" cy="1440"/>
            </a:xfrm>
            <a:custGeom>
              <a:avLst/>
              <a:gdLst/>
              <a:ahLst/>
              <a:rect l="l" t="t" r="r" b="b"/>
              <a:pathLst>
                <a:path w="4" h="1">
                  <a:moveTo>
                    <a:pt x="3" y="0"/>
                  </a:moveTo>
                  <a:lnTo>
                    <a:pt x="3" y="0"/>
                  </a:lnTo>
                  <a:lnTo>
                    <a:pt x="3" y="0"/>
                  </a:lnTo>
                  <a:lnTo>
                    <a:pt x="3" y="0"/>
                  </a:lnTo>
                  <a:lnTo>
                    <a:pt x="0" y="0"/>
                  </a:lnTo>
                  <a:lnTo>
                    <a:pt x="3" y="0"/>
                  </a:lnTo>
                  <a:lnTo>
                    <a:pt x="3"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635" name=""/>
            <p:cNvSpPr/>
            <p:nvPr/>
          </p:nvSpPr>
          <p:spPr>
            <a:xfrm>
              <a:off x="4743360" y="5245200"/>
              <a:ext cx="3240" cy="4680"/>
            </a:xfrm>
            <a:custGeom>
              <a:avLst/>
              <a:gdLst/>
              <a:ahLst/>
              <a:rect l="l" t="t" r="r" b="b"/>
              <a:pathLst>
                <a:path w="2" h="3">
                  <a:moveTo>
                    <a:pt x="0" y="0"/>
                  </a:moveTo>
                  <a:lnTo>
                    <a:pt x="0" y="0"/>
                  </a:lnTo>
                  <a:lnTo>
                    <a:pt x="1" y="2"/>
                  </a:lnTo>
                  <a:lnTo>
                    <a:pt x="1" y="2"/>
                  </a:lnTo>
                  <a:lnTo>
                    <a:pt x="1" y="0"/>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636" name=""/>
            <p:cNvSpPr/>
            <p:nvPr/>
          </p:nvSpPr>
          <p:spPr>
            <a:xfrm>
              <a:off x="4743360" y="5205240"/>
              <a:ext cx="22320" cy="41400"/>
            </a:xfrm>
            <a:custGeom>
              <a:avLst/>
              <a:gdLst/>
              <a:ahLst/>
              <a:rect l="l" t="t" r="r" b="b"/>
              <a:pathLst>
                <a:path w="14" h="26">
                  <a:moveTo>
                    <a:pt x="13" y="0"/>
                  </a:moveTo>
                  <a:lnTo>
                    <a:pt x="13" y="1"/>
                  </a:lnTo>
                  <a:lnTo>
                    <a:pt x="0" y="25"/>
                  </a:lnTo>
                  <a:lnTo>
                    <a:pt x="1" y="25"/>
                  </a:lnTo>
                  <a:lnTo>
                    <a:pt x="13" y="1"/>
                  </a:lnTo>
                  <a:lnTo>
                    <a:pt x="13" y="3"/>
                  </a:lnTo>
                  <a:lnTo>
                    <a:pt x="13" y="0"/>
                  </a:lnTo>
                  <a:lnTo>
                    <a:pt x="13" y="0"/>
                  </a:lnTo>
                </a:path>
              </a:pathLst>
            </a:custGeom>
            <a:solidFill>
              <a:srgbClr val="ffc0b6"/>
            </a:solidFill>
            <a:ln w="0">
              <a:noFill/>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3637" name=""/>
            <p:cNvSpPr/>
            <p:nvPr/>
          </p:nvSpPr>
          <p:spPr>
            <a:xfrm>
              <a:off x="4764240" y="5186520"/>
              <a:ext cx="31680" cy="25200"/>
            </a:xfrm>
            <a:custGeom>
              <a:avLst/>
              <a:gdLst/>
              <a:ahLst/>
              <a:rect l="l" t="t" r="r" b="b"/>
              <a:pathLst>
                <a:path w="20" h="16">
                  <a:moveTo>
                    <a:pt x="19" y="0"/>
                  </a:moveTo>
                  <a:lnTo>
                    <a:pt x="19" y="0"/>
                  </a:lnTo>
                  <a:lnTo>
                    <a:pt x="16" y="8"/>
                  </a:lnTo>
                  <a:lnTo>
                    <a:pt x="11" y="9"/>
                  </a:lnTo>
                  <a:lnTo>
                    <a:pt x="8" y="9"/>
                  </a:lnTo>
                  <a:lnTo>
                    <a:pt x="8" y="11"/>
                  </a:lnTo>
                  <a:lnTo>
                    <a:pt x="5" y="11"/>
                  </a:lnTo>
                  <a:lnTo>
                    <a:pt x="3" y="11"/>
                  </a:lnTo>
                  <a:lnTo>
                    <a:pt x="0" y="12"/>
                  </a:lnTo>
                  <a:lnTo>
                    <a:pt x="0" y="12"/>
                  </a:lnTo>
                  <a:lnTo>
                    <a:pt x="0" y="15"/>
                  </a:lnTo>
                  <a:lnTo>
                    <a:pt x="0" y="15"/>
                  </a:lnTo>
                  <a:lnTo>
                    <a:pt x="5" y="13"/>
                  </a:lnTo>
                  <a:lnTo>
                    <a:pt x="5" y="12"/>
                  </a:lnTo>
                  <a:lnTo>
                    <a:pt x="8" y="11"/>
                  </a:lnTo>
                  <a:lnTo>
                    <a:pt x="10" y="11"/>
                  </a:lnTo>
                  <a:lnTo>
                    <a:pt x="11" y="9"/>
                  </a:lnTo>
                  <a:lnTo>
                    <a:pt x="19" y="8"/>
                  </a:lnTo>
                  <a:lnTo>
                    <a:pt x="19" y="0"/>
                  </a:lnTo>
                  <a:lnTo>
                    <a:pt x="19" y="0"/>
                  </a:lnTo>
                  <a:lnTo>
                    <a:pt x="19" y="0"/>
                  </a:lnTo>
                  <a:lnTo>
                    <a:pt x="19" y="0"/>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3638" name=""/>
            <p:cNvSpPr/>
            <p:nvPr/>
          </p:nvSpPr>
          <p:spPr>
            <a:xfrm>
              <a:off x="4794120" y="5159520"/>
              <a:ext cx="14400" cy="28440"/>
            </a:xfrm>
            <a:custGeom>
              <a:avLst/>
              <a:gdLst/>
              <a:ahLst/>
              <a:rect l="l" t="t" r="r" b="b"/>
              <a:pathLst>
                <a:path w="9" h="18">
                  <a:moveTo>
                    <a:pt x="5" y="0"/>
                  </a:moveTo>
                  <a:lnTo>
                    <a:pt x="5" y="2"/>
                  </a:lnTo>
                  <a:lnTo>
                    <a:pt x="5" y="2"/>
                  </a:lnTo>
                  <a:lnTo>
                    <a:pt x="2" y="2"/>
                  </a:lnTo>
                  <a:lnTo>
                    <a:pt x="2" y="9"/>
                  </a:lnTo>
                  <a:lnTo>
                    <a:pt x="0" y="11"/>
                  </a:lnTo>
                  <a:lnTo>
                    <a:pt x="0" y="11"/>
                  </a:lnTo>
                  <a:lnTo>
                    <a:pt x="0" y="13"/>
                  </a:lnTo>
                  <a:lnTo>
                    <a:pt x="0" y="17"/>
                  </a:lnTo>
                  <a:lnTo>
                    <a:pt x="0" y="17"/>
                  </a:lnTo>
                  <a:lnTo>
                    <a:pt x="0" y="15"/>
                  </a:lnTo>
                  <a:lnTo>
                    <a:pt x="0" y="11"/>
                  </a:lnTo>
                  <a:lnTo>
                    <a:pt x="2" y="11"/>
                  </a:lnTo>
                  <a:lnTo>
                    <a:pt x="2" y="9"/>
                  </a:lnTo>
                  <a:lnTo>
                    <a:pt x="3" y="5"/>
                  </a:lnTo>
                  <a:lnTo>
                    <a:pt x="5" y="2"/>
                  </a:lnTo>
                  <a:lnTo>
                    <a:pt x="8" y="2"/>
                  </a:lnTo>
                  <a:lnTo>
                    <a:pt x="8" y="2"/>
                  </a:lnTo>
                  <a:lnTo>
                    <a:pt x="5" y="0"/>
                  </a:lnTo>
                  <a:lnTo>
                    <a:pt x="5" y="0"/>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3639" name=""/>
            <p:cNvSpPr/>
            <p:nvPr/>
          </p:nvSpPr>
          <p:spPr>
            <a:xfrm>
              <a:off x="4794120" y="5186520"/>
              <a:ext cx="1800" cy="2880"/>
            </a:xfrm>
            <a:custGeom>
              <a:avLst/>
              <a:gdLst/>
              <a:ahLst/>
              <a:rect l="l" t="t" r="r" b="b"/>
              <a:pathLst>
                <a:path w="1" h="2">
                  <a:moveTo>
                    <a:pt x="0" y="1"/>
                  </a:moveTo>
                  <a:lnTo>
                    <a:pt x="0" y="0"/>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640" name=""/>
            <p:cNvSpPr/>
            <p:nvPr/>
          </p:nvSpPr>
          <p:spPr>
            <a:xfrm>
              <a:off x="4757760" y="5340240"/>
              <a:ext cx="1440" cy="5040"/>
            </a:xfrm>
            <a:custGeom>
              <a:avLst/>
              <a:gdLst/>
              <a:ahLst/>
              <a:rect l="l" t="t" r="r" b="b"/>
              <a:pathLst>
                <a:path w="1" h="3">
                  <a:moveTo>
                    <a:pt x="0" y="0"/>
                  </a:moveTo>
                  <a:lnTo>
                    <a:pt x="0" y="2"/>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641" name=""/>
            <p:cNvSpPr/>
            <p:nvPr/>
          </p:nvSpPr>
          <p:spPr>
            <a:xfrm>
              <a:off x="4757760" y="5335560"/>
              <a:ext cx="38160" cy="9720"/>
            </a:xfrm>
            <a:custGeom>
              <a:avLst/>
              <a:gdLst/>
              <a:ahLst/>
              <a:rect l="l" t="t" r="r" b="b"/>
              <a:pathLst>
                <a:path w="24" h="6">
                  <a:moveTo>
                    <a:pt x="15" y="0"/>
                  </a:moveTo>
                  <a:lnTo>
                    <a:pt x="15" y="0"/>
                  </a:lnTo>
                  <a:lnTo>
                    <a:pt x="14" y="3"/>
                  </a:lnTo>
                  <a:lnTo>
                    <a:pt x="12" y="3"/>
                  </a:lnTo>
                  <a:lnTo>
                    <a:pt x="9" y="3"/>
                  </a:lnTo>
                  <a:lnTo>
                    <a:pt x="9" y="3"/>
                  </a:lnTo>
                  <a:lnTo>
                    <a:pt x="4" y="3"/>
                  </a:lnTo>
                  <a:lnTo>
                    <a:pt x="4" y="3"/>
                  </a:lnTo>
                  <a:lnTo>
                    <a:pt x="0" y="3"/>
                  </a:lnTo>
                  <a:lnTo>
                    <a:pt x="0" y="3"/>
                  </a:lnTo>
                  <a:lnTo>
                    <a:pt x="0" y="5"/>
                  </a:lnTo>
                  <a:lnTo>
                    <a:pt x="0" y="5"/>
                  </a:lnTo>
                  <a:lnTo>
                    <a:pt x="4" y="5"/>
                  </a:lnTo>
                  <a:lnTo>
                    <a:pt x="4" y="5"/>
                  </a:lnTo>
                  <a:lnTo>
                    <a:pt x="9" y="5"/>
                  </a:lnTo>
                  <a:lnTo>
                    <a:pt x="10" y="5"/>
                  </a:lnTo>
                  <a:lnTo>
                    <a:pt x="12" y="5"/>
                  </a:lnTo>
                  <a:lnTo>
                    <a:pt x="15" y="3"/>
                  </a:lnTo>
                  <a:lnTo>
                    <a:pt x="23" y="0"/>
                  </a:lnTo>
                  <a:lnTo>
                    <a:pt x="23" y="0"/>
                  </a:lnTo>
                  <a:lnTo>
                    <a:pt x="15" y="0"/>
                  </a:lnTo>
                  <a:lnTo>
                    <a:pt x="15"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3642" name=""/>
            <p:cNvSpPr/>
            <p:nvPr/>
          </p:nvSpPr>
          <p:spPr>
            <a:xfrm>
              <a:off x="4781520" y="5308560"/>
              <a:ext cx="38160" cy="28440"/>
            </a:xfrm>
            <a:custGeom>
              <a:avLst/>
              <a:gdLst/>
              <a:ahLst/>
              <a:rect l="l" t="t" r="r" b="b"/>
              <a:pathLst>
                <a:path w="24" h="18">
                  <a:moveTo>
                    <a:pt x="23" y="0"/>
                  </a:moveTo>
                  <a:lnTo>
                    <a:pt x="23" y="0"/>
                  </a:lnTo>
                  <a:lnTo>
                    <a:pt x="20" y="0"/>
                  </a:lnTo>
                  <a:lnTo>
                    <a:pt x="16" y="4"/>
                  </a:lnTo>
                  <a:lnTo>
                    <a:pt x="13" y="6"/>
                  </a:lnTo>
                  <a:lnTo>
                    <a:pt x="10" y="6"/>
                  </a:lnTo>
                  <a:lnTo>
                    <a:pt x="10" y="9"/>
                  </a:lnTo>
                  <a:lnTo>
                    <a:pt x="8" y="10"/>
                  </a:lnTo>
                  <a:lnTo>
                    <a:pt x="8" y="10"/>
                  </a:lnTo>
                  <a:lnTo>
                    <a:pt x="0" y="17"/>
                  </a:lnTo>
                  <a:lnTo>
                    <a:pt x="8" y="17"/>
                  </a:lnTo>
                  <a:lnTo>
                    <a:pt x="8" y="10"/>
                  </a:lnTo>
                  <a:lnTo>
                    <a:pt x="8" y="10"/>
                  </a:lnTo>
                  <a:lnTo>
                    <a:pt x="10" y="9"/>
                  </a:lnTo>
                  <a:lnTo>
                    <a:pt x="10" y="9"/>
                  </a:lnTo>
                  <a:lnTo>
                    <a:pt x="13" y="6"/>
                  </a:lnTo>
                  <a:lnTo>
                    <a:pt x="16" y="6"/>
                  </a:lnTo>
                  <a:lnTo>
                    <a:pt x="22" y="4"/>
                  </a:lnTo>
                  <a:lnTo>
                    <a:pt x="23" y="0"/>
                  </a:lnTo>
                  <a:lnTo>
                    <a:pt x="23" y="0"/>
                  </a:lnTo>
                  <a:lnTo>
                    <a:pt x="23" y="0"/>
                  </a:lnTo>
                  <a:lnTo>
                    <a:pt x="23" y="0"/>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3643" name=""/>
            <p:cNvSpPr/>
            <p:nvPr/>
          </p:nvSpPr>
          <p:spPr>
            <a:xfrm>
              <a:off x="4818240" y="5280120"/>
              <a:ext cx="50760" cy="30240"/>
            </a:xfrm>
            <a:custGeom>
              <a:avLst/>
              <a:gdLst/>
              <a:ahLst/>
              <a:rect l="l" t="t" r="r" b="b"/>
              <a:pathLst>
                <a:path w="32" h="19">
                  <a:moveTo>
                    <a:pt x="31" y="0"/>
                  </a:moveTo>
                  <a:lnTo>
                    <a:pt x="28" y="3"/>
                  </a:lnTo>
                  <a:lnTo>
                    <a:pt x="28" y="3"/>
                  </a:lnTo>
                  <a:lnTo>
                    <a:pt x="28" y="3"/>
                  </a:lnTo>
                  <a:lnTo>
                    <a:pt x="26" y="3"/>
                  </a:lnTo>
                  <a:lnTo>
                    <a:pt x="25" y="4"/>
                  </a:lnTo>
                  <a:lnTo>
                    <a:pt x="19" y="7"/>
                  </a:lnTo>
                  <a:lnTo>
                    <a:pt x="19" y="7"/>
                  </a:lnTo>
                  <a:lnTo>
                    <a:pt x="16" y="7"/>
                  </a:lnTo>
                  <a:lnTo>
                    <a:pt x="13" y="10"/>
                  </a:lnTo>
                  <a:lnTo>
                    <a:pt x="13" y="10"/>
                  </a:lnTo>
                  <a:lnTo>
                    <a:pt x="13" y="10"/>
                  </a:lnTo>
                  <a:lnTo>
                    <a:pt x="12" y="13"/>
                  </a:lnTo>
                  <a:lnTo>
                    <a:pt x="4" y="13"/>
                  </a:lnTo>
                  <a:lnTo>
                    <a:pt x="0" y="16"/>
                  </a:lnTo>
                  <a:lnTo>
                    <a:pt x="0" y="16"/>
                  </a:lnTo>
                  <a:lnTo>
                    <a:pt x="0" y="18"/>
                  </a:lnTo>
                  <a:lnTo>
                    <a:pt x="0" y="18"/>
                  </a:lnTo>
                  <a:lnTo>
                    <a:pt x="0" y="18"/>
                  </a:lnTo>
                  <a:lnTo>
                    <a:pt x="0" y="16"/>
                  </a:lnTo>
                  <a:lnTo>
                    <a:pt x="8" y="16"/>
                  </a:lnTo>
                  <a:lnTo>
                    <a:pt x="13" y="13"/>
                  </a:lnTo>
                  <a:lnTo>
                    <a:pt x="13" y="13"/>
                  </a:lnTo>
                  <a:lnTo>
                    <a:pt x="13" y="13"/>
                  </a:lnTo>
                  <a:lnTo>
                    <a:pt x="14" y="10"/>
                  </a:lnTo>
                  <a:lnTo>
                    <a:pt x="19" y="10"/>
                  </a:lnTo>
                  <a:lnTo>
                    <a:pt x="19" y="10"/>
                  </a:lnTo>
                  <a:lnTo>
                    <a:pt x="25" y="10"/>
                  </a:lnTo>
                  <a:lnTo>
                    <a:pt x="25" y="7"/>
                  </a:lnTo>
                  <a:lnTo>
                    <a:pt x="28" y="7"/>
                  </a:lnTo>
                  <a:lnTo>
                    <a:pt x="31" y="7"/>
                  </a:lnTo>
                  <a:lnTo>
                    <a:pt x="31" y="3"/>
                  </a:lnTo>
                  <a:lnTo>
                    <a:pt x="31" y="3"/>
                  </a:lnTo>
                  <a:lnTo>
                    <a:pt x="31" y="0"/>
                  </a:lnTo>
                  <a:lnTo>
                    <a:pt x="31" y="0"/>
                  </a:lnTo>
                  <a:lnTo>
                    <a:pt x="31" y="0"/>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3644" name=""/>
            <p:cNvSpPr/>
            <p:nvPr/>
          </p:nvSpPr>
          <p:spPr>
            <a:xfrm>
              <a:off x="4818240" y="530856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645" name=""/>
            <p:cNvSpPr/>
            <p:nvPr/>
          </p:nvSpPr>
          <p:spPr>
            <a:xfrm>
              <a:off x="4794120" y="5300640"/>
              <a:ext cx="1800" cy="6480"/>
            </a:xfrm>
            <a:custGeom>
              <a:avLst/>
              <a:gdLst/>
              <a:ahLst/>
              <a:rect l="l" t="t" r="r" b="b"/>
              <a:pathLst>
                <a:path w="1" h="4">
                  <a:moveTo>
                    <a:pt x="0" y="0"/>
                  </a:moveTo>
                  <a:lnTo>
                    <a:pt x="0" y="3"/>
                  </a:lnTo>
                  <a:lnTo>
                    <a:pt x="0" y="3"/>
                  </a:lnTo>
                  <a:lnTo>
                    <a:pt x="0" y="3"/>
                  </a:lnTo>
                  <a:lnTo>
                    <a:pt x="0" y="3"/>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646" name=""/>
            <p:cNvSpPr/>
            <p:nvPr/>
          </p:nvSpPr>
          <p:spPr>
            <a:xfrm>
              <a:off x="4794120" y="5273640"/>
              <a:ext cx="32040" cy="33480"/>
            </a:xfrm>
            <a:custGeom>
              <a:avLst/>
              <a:gdLst/>
              <a:ahLst/>
              <a:rect l="l" t="t" r="r" b="b"/>
              <a:pathLst>
                <a:path w="20" h="21">
                  <a:moveTo>
                    <a:pt x="19" y="0"/>
                  </a:moveTo>
                  <a:lnTo>
                    <a:pt x="19" y="0"/>
                  </a:lnTo>
                  <a:lnTo>
                    <a:pt x="15" y="0"/>
                  </a:lnTo>
                  <a:lnTo>
                    <a:pt x="15" y="0"/>
                  </a:lnTo>
                  <a:lnTo>
                    <a:pt x="10" y="7"/>
                  </a:lnTo>
                  <a:lnTo>
                    <a:pt x="5" y="8"/>
                  </a:lnTo>
                  <a:lnTo>
                    <a:pt x="2" y="14"/>
                  </a:lnTo>
                  <a:lnTo>
                    <a:pt x="2" y="17"/>
                  </a:lnTo>
                  <a:lnTo>
                    <a:pt x="0" y="17"/>
                  </a:lnTo>
                  <a:lnTo>
                    <a:pt x="0" y="17"/>
                  </a:lnTo>
                  <a:lnTo>
                    <a:pt x="0" y="20"/>
                  </a:lnTo>
                  <a:lnTo>
                    <a:pt x="2" y="20"/>
                  </a:lnTo>
                  <a:lnTo>
                    <a:pt x="2" y="17"/>
                  </a:lnTo>
                  <a:lnTo>
                    <a:pt x="3" y="14"/>
                  </a:lnTo>
                  <a:lnTo>
                    <a:pt x="8" y="11"/>
                  </a:lnTo>
                  <a:lnTo>
                    <a:pt x="12" y="7"/>
                  </a:lnTo>
                  <a:lnTo>
                    <a:pt x="15" y="4"/>
                  </a:lnTo>
                  <a:lnTo>
                    <a:pt x="15" y="0"/>
                  </a:lnTo>
                  <a:lnTo>
                    <a:pt x="19" y="0"/>
                  </a:lnTo>
                  <a:lnTo>
                    <a:pt x="19" y="0"/>
                  </a:lnTo>
                  <a:lnTo>
                    <a:pt x="19" y="0"/>
                  </a:lnTo>
                  <a:lnTo>
                    <a:pt x="19" y="0"/>
                  </a:lnTo>
                </a:path>
              </a:pathLst>
            </a:custGeom>
            <a:solidFill>
              <a:srgbClr val="ffc0b6"/>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3647" name=""/>
            <p:cNvSpPr/>
            <p:nvPr/>
          </p:nvSpPr>
          <p:spPr>
            <a:xfrm>
              <a:off x="4824360" y="5253120"/>
              <a:ext cx="25560" cy="22320"/>
            </a:xfrm>
            <a:custGeom>
              <a:avLst/>
              <a:gdLst/>
              <a:ahLst/>
              <a:rect l="l" t="t" r="r" b="b"/>
              <a:pathLst>
                <a:path w="16" h="14">
                  <a:moveTo>
                    <a:pt x="15" y="0"/>
                  </a:moveTo>
                  <a:lnTo>
                    <a:pt x="15" y="0"/>
                  </a:lnTo>
                  <a:lnTo>
                    <a:pt x="15" y="0"/>
                  </a:lnTo>
                  <a:lnTo>
                    <a:pt x="12" y="4"/>
                  </a:lnTo>
                  <a:lnTo>
                    <a:pt x="10" y="5"/>
                  </a:lnTo>
                  <a:lnTo>
                    <a:pt x="9" y="8"/>
                  </a:lnTo>
                  <a:lnTo>
                    <a:pt x="9" y="8"/>
                  </a:lnTo>
                  <a:lnTo>
                    <a:pt x="9" y="10"/>
                  </a:lnTo>
                  <a:lnTo>
                    <a:pt x="6" y="13"/>
                  </a:lnTo>
                  <a:lnTo>
                    <a:pt x="0" y="13"/>
                  </a:lnTo>
                  <a:lnTo>
                    <a:pt x="0" y="13"/>
                  </a:lnTo>
                  <a:lnTo>
                    <a:pt x="8" y="13"/>
                  </a:lnTo>
                  <a:lnTo>
                    <a:pt x="9" y="13"/>
                  </a:lnTo>
                  <a:lnTo>
                    <a:pt x="9" y="10"/>
                  </a:lnTo>
                  <a:lnTo>
                    <a:pt x="9" y="8"/>
                  </a:lnTo>
                  <a:lnTo>
                    <a:pt x="12" y="7"/>
                  </a:lnTo>
                  <a:lnTo>
                    <a:pt x="15" y="5"/>
                  </a:lnTo>
                  <a:lnTo>
                    <a:pt x="15" y="0"/>
                  </a:lnTo>
                  <a:lnTo>
                    <a:pt x="15" y="0"/>
                  </a:lnTo>
                  <a:lnTo>
                    <a:pt x="15" y="0"/>
                  </a:lnTo>
                  <a:lnTo>
                    <a:pt x="15" y="0"/>
                  </a:lnTo>
                  <a:lnTo>
                    <a:pt x="15"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648" name=""/>
            <p:cNvSpPr/>
            <p:nvPr/>
          </p:nvSpPr>
          <p:spPr>
            <a:xfrm>
              <a:off x="4848120" y="5248440"/>
              <a:ext cx="41400" cy="6120"/>
            </a:xfrm>
            <a:custGeom>
              <a:avLst/>
              <a:gdLst/>
              <a:ahLst/>
              <a:rect l="l" t="t" r="r" b="b"/>
              <a:pathLst>
                <a:path w="26" h="4">
                  <a:moveTo>
                    <a:pt x="25" y="3"/>
                  </a:moveTo>
                  <a:lnTo>
                    <a:pt x="25" y="0"/>
                  </a:lnTo>
                  <a:lnTo>
                    <a:pt x="0" y="3"/>
                  </a:lnTo>
                  <a:lnTo>
                    <a:pt x="0" y="3"/>
                  </a:lnTo>
                  <a:lnTo>
                    <a:pt x="25" y="3"/>
                  </a:lnTo>
                  <a:lnTo>
                    <a:pt x="25" y="3"/>
                  </a:lnTo>
                  <a:lnTo>
                    <a:pt x="25" y="3"/>
                  </a:lnTo>
                  <a:lnTo>
                    <a:pt x="25"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649" name=""/>
            <p:cNvSpPr/>
            <p:nvPr/>
          </p:nvSpPr>
          <p:spPr>
            <a:xfrm>
              <a:off x="4888080" y="5248440"/>
              <a:ext cx="4680" cy="6120"/>
            </a:xfrm>
            <a:custGeom>
              <a:avLst/>
              <a:gdLst/>
              <a:ahLst/>
              <a:rect l="l" t="t" r="r" b="b"/>
              <a:pathLst>
                <a:path w="3" h="4">
                  <a:moveTo>
                    <a:pt x="0" y="3"/>
                  </a:moveTo>
                  <a:lnTo>
                    <a:pt x="2" y="3"/>
                  </a:lnTo>
                  <a:lnTo>
                    <a:pt x="2" y="3"/>
                  </a:lnTo>
                  <a:lnTo>
                    <a:pt x="2" y="0"/>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650" name=""/>
            <p:cNvSpPr/>
            <p:nvPr/>
          </p:nvSpPr>
          <p:spPr>
            <a:xfrm>
              <a:off x="4772160" y="5384880"/>
              <a:ext cx="2880" cy="7920"/>
            </a:xfrm>
            <a:custGeom>
              <a:avLst/>
              <a:gdLst/>
              <a:ahLst/>
              <a:rect l="l" t="t" r="r" b="b"/>
              <a:pathLst>
                <a:path w="2" h="5">
                  <a:moveTo>
                    <a:pt x="1" y="0"/>
                  </a:moveTo>
                  <a:lnTo>
                    <a:pt x="0" y="2"/>
                  </a:lnTo>
                  <a:lnTo>
                    <a:pt x="0" y="2"/>
                  </a:lnTo>
                  <a:lnTo>
                    <a:pt x="0" y="4"/>
                  </a:lnTo>
                  <a:lnTo>
                    <a:pt x="1" y="4"/>
                  </a:lnTo>
                  <a:lnTo>
                    <a:pt x="1" y="0"/>
                  </a:lnTo>
                  <a:lnTo>
                    <a:pt x="1"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651" name=""/>
            <p:cNvSpPr/>
            <p:nvPr/>
          </p:nvSpPr>
          <p:spPr>
            <a:xfrm>
              <a:off x="4773600" y="5376960"/>
              <a:ext cx="66600" cy="15840"/>
            </a:xfrm>
            <a:custGeom>
              <a:avLst/>
              <a:gdLst/>
              <a:ahLst/>
              <a:rect l="l" t="t" r="r" b="b"/>
              <a:pathLst>
                <a:path w="42" h="10">
                  <a:moveTo>
                    <a:pt x="41" y="0"/>
                  </a:moveTo>
                  <a:lnTo>
                    <a:pt x="41" y="0"/>
                  </a:lnTo>
                  <a:lnTo>
                    <a:pt x="41" y="0"/>
                  </a:lnTo>
                  <a:lnTo>
                    <a:pt x="41" y="0"/>
                  </a:lnTo>
                  <a:lnTo>
                    <a:pt x="38" y="3"/>
                  </a:lnTo>
                  <a:lnTo>
                    <a:pt x="28" y="3"/>
                  </a:lnTo>
                  <a:lnTo>
                    <a:pt x="28" y="3"/>
                  </a:lnTo>
                  <a:lnTo>
                    <a:pt x="28" y="3"/>
                  </a:lnTo>
                  <a:lnTo>
                    <a:pt x="23" y="3"/>
                  </a:lnTo>
                  <a:lnTo>
                    <a:pt x="18" y="3"/>
                  </a:lnTo>
                  <a:lnTo>
                    <a:pt x="15" y="3"/>
                  </a:lnTo>
                  <a:lnTo>
                    <a:pt x="13" y="4"/>
                  </a:lnTo>
                  <a:lnTo>
                    <a:pt x="13" y="4"/>
                  </a:lnTo>
                  <a:lnTo>
                    <a:pt x="5" y="5"/>
                  </a:lnTo>
                  <a:lnTo>
                    <a:pt x="2" y="5"/>
                  </a:lnTo>
                  <a:lnTo>
                    <a:pt x="2" y="5"/>
                  </a:lnTo>
                  <a:lnTo>
                    <a:pt x="2" y="5"/>
                  </a:lnTo>
                  <a:lnTo>
                    <a:pt x="0" y="5"/>
                  </a:lnTo>
                  <a:lnTo>
                    <a:pt x="0" y="9"/>
                  </a:lnTo>
                  <a:lnTo>
                    <a:pt x="2" y="9"/>
                  </a:lnTo>
                  <a:lnTo>
                    <a:pt x="2" y="9"/>
                  </a:lnTo>
                  <a:lnTo>
                    <a:pt x="2" y="9"/>
                  </a:lnTo>
                  <a:lnTo>
                    <a:pt x="5" y="9"/>
                  </a:lnTo>
                  <a:lnTo>
                    <a:pt x="13" y="9"/>
                  </a:lnTo>
                  <a:lnTo>
                    <a:pt x="13" y="7"/>
                  </a:lnTo>
                  <a:lnTo>
                    <a:pt x="15" y="7"/>
                  </a:lnTo>
                  <a:lnTo>
                    <a:pt x="18" y="7"/>
                  </a:lnTo>
                  <a:lnTo>
                    <a:pt x="23" y="5"/>
                  </a:lnTo>
                  <a:lnTo>
                    <a:pt x="28" y="4"/>
                  </a:lnTo>
                  <a:lnTo>
                    <a:pt x="28" y="3"/>
                  </a:lnTo>
                  <a:lnTo>
                    <a:pt x="32" y="3"/>
                  </a:lnTo>
                  <a:lnTo>
                    <a:pt x="38" y="3"/>
                  </a:lnTo>
                  <a:lnTo>
                    <a:pt x="41" y="3"/>
                  </a:lnTo>
                  <a:lnTo>
                    <a:pt x="41" y="3"/>
                  </a:lnTo>
                  <a:lnTo>
                    <a:pt x="41" y="0"/>
                  </a:lnTo>
                  <a:lnTo>
                    <a:pt x="41" y="0"/>
                  </a:lnTo>
                  <a:lnTo>
                    <a:pt x="41" y="0"/>
                  </a:lnTo>
                  <a:lnTo>
                    <a:pt x="41"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652" name=""/>
            <p:cNvSpPr/>
            <p:nvPr/>
          </p:nvSpPr>
          <p:spPr>
            <a:xfrm>
              <a:off x="4838760" y="5357880"/>
              <a:ext cx="44280" cy="20520"/>
            </a:xfrm>
            <a:custGeom>
              <a:avLst/>
              <a:gdLst/>
              <a:ahLst/>
              <a:rect l="l" t="t" r="r" b="b"/>
              <a:pathLst>
                <a:path w="28" h="13">
                  <a:moveTo>
                    <a:pt x="27" y="0"/>
                  </a:moveTo>
                  <a:lnTo>
                    <a:pt x="20" y="0"/>
                  </a:lnTo>
                  <a:lnTo>
                    <a:pt x="18" y="0"/>
                  </a:lnTo>
                  <a:lnTo>
                    <a:pt x="15" y="0"/>
                  </a:lnTo>
                  <a:lnTo>
                    <a:pt x="12" y="4"/>
                  </a:lnTo>
                  <a:lnTo>
                    <a:pt x="6" y="4"/>
                  </a:lnTo>
                  <a:lnTo>
                    <a:pt x="1" y="6"/>
                  </a:lnTo>
                  <a:lnTo>
                    <a:pt x="0" y="8"/>
                  </a:lnTo>
                  <a:lnTo>
                    <a:pt x="0" y="12"/>
                  </a:lnTo>
                  <a:lnTo>
                    <a:pt x="0" y="12"/>
                  </a:lnTo>
                  <a:lnTo>
                    <a:pt x="0" y="12"/>
                  </a:lnTo>
                  <a:lnTo>
                    <a:pt x="3" y="8"/>
                  </a:lnTo>
                  <a:lnTo>
                    <a:pt x="6" y="6"/>
                  </a:lnTo>
                  <a:lnTo>
                    <a:pt x="12" y="6"/>
                  </a:lnTo>
                  <a:lnTo>
                    <a:pt x="18" y="6"/>
                  </a:lnTo>
                  <a:lnTo>
                    <a:pt x="18" y="4"/>
                  </a:lnTo>
                  <a:lnTo>
                    <a:pt x="20" y="4"/>
                  </a:lnTo>
                  <a:lnTo>
                    <a:pt x="27" y="4"/>
                  </a:lnTo>
                  <a:lnTo>
                    <a:pt x="27" y="0"/>
                  </a:lnTo>
                  <a:lnTo>
                    <a:pt x="27"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653" name=""/>
            <p:cNvSpPr/>
            <p:nvPr/>
          </p:nvSpPr>
          <p:spPr>
            <a:xfrm>
              <a:off x="4838760" y="5370480"/>
              <a:ext cx="1440" cy="7920"/>
            </a:xfrm>
            <a:custGeom>
              <a:avLst/>
              <a:gdLst/>
              <a:ahLst/>
              <a:rect l="l" t="t" r="r" b="b"/>
              <a:pathLst>
                <a:path w="1" h="5">
                  <a:moveTo>
                    <a:pt x="0" y="4"/>
                  </a:moveTo>
                  <a:lnTo>
                    <a:pt x="0" y="4"/>
                  </a:lnTo>
                  <a:lnTo>
                    <a:pt x="0" y="4"/>
                  </a:lnTo>
                  <a:lnTo>
                    <a:pt x="0" y="4"/>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654" name=""/>
            <p:cNvSpPr/>
            <p:nvPr/>
          </p:nvSpPr>
          <p:spPr>
            <a:xfrm>
              <a:off x="4797360" y="5367240"/>
              <a:ext cx="1800" cy="504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655" name=""/>
            <p:cNvSpPr/>
            <p:nvPr/>
          </p:nvSpPr>
          <p:spPr>
            <a:xfrm>
              <a:off x="4797360" y="5343480"/>
              <a:ext cx="22320" cy="28800"/>
            </a:xfrm>
            <a:custGeom>
              <a:avLst/>
              <a:gdLst/>
              <a:ahLst/>
              <a:rect l="l" t="t" r="r" b="b"/>
              <a:pathLst>
                <a:path w="14" h="18">
                  <a:moveTo>
                    <a:pt x="13" y="0"/>
                  </a:moveTo>
                  <a:lnTo>
                    <a:pt x="13" y="0"/>
                  </a:lnTo>
                  <a:lnTo>
                    <a:pt x="13" y="0"/>
                  </a:lnTo>
                  <a:lnTo>
                    <a:pt x="13" y="6"/>
                  </a:lnTo>
                  <a:lnTo>
                    <a:pt x="10" y="7"/>
                  </a:lnTo>
                  <a:lnTo>
                    <a:pt x="6" y="9"/>
                  </a:lnTo>
                  <a:lnTo>
                    <a:pt x="3" y="9"/>
                  </a:lnTo>
                  <a:lnTo>
                    <a:pt x="0" y="13"/>
                  </a:lnTo>
                  <a:lnTo>
                    <a:pt x="0" y="15"/>
                  </a:lnTo>
                  <a:lnTo>
                    <a:pt x="0" y="15"/>
                  </a:lnTo>
                  <a:lnTo>
                    <a:pt x="0" y="17"/>
                  </a:lnTo>
                  <a:lnTo>
                    <a:pt x="0" y="15"/>
                  </a:lnTo>
                  <a:lnTo>
                    <a:pt x="1" y="15"/>
                  </a:lnTo>
                  <a:lnTo>
                    <a:pt x="6" y="13"/>
                  </a:lnTo>
                  <a:lnTo>
                    <a:pt x="8" y="9"/>
                  </a:lnTo>
                  <a:lnTo>
                    <a:pt x="13" y="8"/>
                  </a:lnTo>
                  <a:lnTo>
                    <a:pt x="13" y="7"/>
                  </a:lnTo>
                  <a:lnTo>
                    <a:pt x="13" y="6"/>
                  </a:lnTo>
                  <a:lnTo>
                    <a:pt x="13" y="6"/>
                  </a:lnTo>
                  <a:lnTo>
                    <a:pt x="13" y="6"/>
                  </a:lnTo>
                  <a:lnTo>
                    <a:pt x="13" y="0"/>
                  </a:lnTo>
                  <a:lnTo>
                    <a:pt x="13" y="0"/>
                  </a:lnTo>
                </a:path>
              </a:pathLst>
            </a:custGeom>
            <a:solidFill>
              <a:srgbClr val="ffc0b6"/>
            </a:solidFill>
            <a:ln w="0">
              <a:noFill/>
            </a:ln>
          </p:spPr>
          <p:style>
            <a:lnRef idx="0"/>
            <a:fillRef idx="0"/>
            <a:effectRef idx="0"/>
            <a:fontRef idx="minor"/>
          </p:style>
          <p:txBody>
            <a:bodyPr lIns="90000" rIns="90000" tIns="-18000" bIns="-18000" anchor="t">
              <a:noAutofit/>
            </a:bodyPr>
            <a:p>
              <a:endParaRPr b="0" lang="en-IN" sz="2400" strike="noStrike" u="none">
                <a:solidFill>
                  <a:srgbClr val="ffffff"/>
                </a:solidFill>
                <a:effectLst/>
                <a:uFillTx/>
                <a:latin typeface="Times New Roman"/>
              </a:endParaRPr>
            </a:p>
          </p:txBody>
        </p:sp>
        <p:sp>
          <p:nvSpPr>
            <p:cNvPr id="3656" name=""/>
            <p:cNvSpPr/>
            <p:nvPr/>
          </p:nvSpPr>
          <p:spPr>
            <a:xfrm>
              <a:off x="4818240" y="5335560"/>
              <a:ext cx="64800" cy="19080"/>
            </a:xfrm>
            <a:custGeom>
              <a:avLst/>
              <a:gdLst/>
              <a:ahLst/>
              <a:rect l="l" t="t" r="r" b="b"/>
              <a:pathLst>
                <a:path w="41" h="12">
                  <a:moveTo>
                    <a:pt x="37" y="0"/>
                  </a:moveTo>
                  <a:lnTo>
                    <a:pt x="33" y="0"/>
                  </a:lnTo>
                  <a:lnTo>
                    <a:pt x="33" y="0"/>
                  </a:lnTo>
                  <a:lnTo>
                    <a:pt x="33" y="3"/>
                  </a:lnTo>
                  <a:lnTo>
                    <a:pt x="32" y="3"/>
                  </a:lnTo>
                  <a:lnTo>
                    <a:pt x="31" y="3"/>
                  </a:lnTo>
                  <a:lnTo>
                    <a:pt x="28" y="3"/>
                  </a:lnTo>
                  <a:lnTo>
                    <a:pt x="25" y="3"/>
                  </a:lnTo>
                  <a:lnTo>
                    <a:pt x="19" y="3"/>
                  </a:lnTo>
                  <a:lnTo>
                    <a:pt x="19" y="5"/>
                  </a:lnTo>
                  <a:lnTo>
                    <a:pt x="13" y="5"/>
                  </a:lnTo>
                  <a:lnTo>
                    <a:pt x="13" y="5"/>
                  </a:lnTo>
                  <a:lnTo>
                    <a:pt x="13" y="5"/>
                  </a:lnTo>
                  <a:lnTo>
                    <a:pt x="12" y="5"/>
                  </a:lnTo>
                  <a:lnTo>
                    <a:pt x="8" y="5"/>
                  </a:lnTo>
                  <a:lnTo>
                    <a:pt x="4" y="5"/>
                  </a:lnTo>
                  <a:lnTo>
                    <a:pt x="0" y="5"/>
                  </a:lnTo>
                  <a:lnTo>
                    <a:pt x="0" y="11"/>
                  </a:lnTo>
                  <a:lnTo>
                    <a:pt x="4" y="11"/>
                  </a:lnTo>
                  <a:lnTo>
                    <a:pt x="8" y="11"/>
                  </a:lnTo>
                  <a:lnTo>
                    <a:pt x="12" y="11"/>
                  </a:lnTo>
                  <a:lnTo>
                    <a:pt x="13" y="5"/>
                  </a:lnTo>
                  <a:lnTo>
                    <a:pt x="13" y="5"/>
                  </a:lnTo>
                  <a:lnTo>
                    <a:pt x="14" y="5"/>
                  </a:lnTo>
                  <a:lnTo>
                    <a:pt x="19" y="5"/>
                  </a:lnTo>
                  <a:lnTo>
                    <a:pt x="19" y="5"/>
                  </a:lnTo>
                  <a:lnTo>
                    <a:pt x="25" y="5"/>
                  </a:lnTo>
                  <a:lnTo>
                    <a:pt x="28" y="5"/>
                  </a:lnTo>
                  <a:lnTo>
                    <a:pt x="31" y="3"/>
                  </a:lnTo>
                  <a:lnTo>
                    <a:pt x="33" y="3"/>
                  </a:lnTo>
                  <a:lnTo>
                    <a:pt x="33" y="3"/>
                  </a:lnTo>
                  <a:lnTo>
                    <a:pt x="33" y="3"/>
                  </a:lnTo>
                  <a:lnTo>
                    <a:pt x="37" y="3"/>
                  </a:lnTo>
                  <a:lnTo>
                    <a:pt x="40" y="3"/>
                  </a:lnTo>
                  <a:lnTo>
                    <a:pt x="37" y="0"/>
                  </a:lnTo>
                  <a:lnTo>
                    <a:pt x="37"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657" name=""/>
            <p:cNvSpPr/>
            <p:nvPr/>
          </p:nvSpPr>
          <p:spPr>
            <a:xfrm>
              <a:off x="4818240" y="5343480"/>
              <a:ext cx="7920" cy="11160"/>
            </a:xfrm>
            <a:custGeom>
              <a:avLst/>
              <a:gdLst/>
              <a:ahLst/>
              <a:rect l="l" t="t" r="r" b="b"/>
              <a:pathLst>
                <a:path w="5" h="7">
                  <a:moveTo>
                    <a:pt x="0" y="6"/>
                  </a:moveTo>
                  <a:lnTo>
                    <a:pt x="4" y="6"/>
                  </a:lnTo>
                  <a:lnTo>
                    <a:pt x="4" y="0"/>
                  </a:lnTo>
                  <a:lnTo>
                    <a:pt x="4" y="0"/>
                  </a:lnTo>
                  <a:lnTo>
                    <a:pt x="0" y="0"/>
                  </a:lnTo>
                  <a:lnTo>
                    <a:pt x="0" y="6"/>
                  </a:lnTo>
                  <a:lnTo>
                    <a:pt x="0" y="6"/>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658" name=""/>
            <p:cNvSpPr/>
            <p:nvPr/>
          </p:nvSpPr>
          <p:spPr>
            <a:xfrm>
              <a:off x="4781520" y="5427720"/>
              <a:ext cx="14400" cy="4680"/>
            </a:xfrm>
            <a:custGeom>
              <a:avLst/>
              <a:gdLst/>
              <a:ahLst/>
              <a:rect l="l" t="t" r="r" b="b"/>
              <a:pathLst>
                <a:path w="9" h="3">
                  <a:moveTo>
                    <a:pt x="8" y="0"/>
                  </a:moveTo>
                  <a:lnTo>
                    <a:pt x="5" y="0"/>
                  </a:lnTo>
                  <a:lnTo>
                    <a:pt x="0" y="2"/>
                  </a:lnTo>
                  <a:lnTo>
                    <a:pt x="0" y="2"/>
                  </a:lnTo>
                  <a:lnTo>
                    <a:pt x="5" y="2"/>
                  </a:lnTo>
                  <a:lnTo>
                    <a:pt x="8" y="0"/>
                  </a:lnTo>
                  <a:lnTo>
                    <a:pt x="8"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659" name=""/>
            <p:cNvSpPr/>
            <p:nvPr/>
          </p:nvSpPr>
          <p:spPr>
            <a:xfrm>
              <a:off x="4789440" y="5427720"/>
              <a:ext cx="30240" cy="4680"/>
            </a:xfrm>
            <a:custGeom>
              <a:avLst/>
              <a:gdLst/>
              <a:ahLst/>
              <a:rect l="l" t="t" r="r" b="b"/>
              <a:pathLst>
                <a:path w="19" h="3">
                  <a:moveTo>
                    <a:pt x="18" y="2"/>
                  </a:moveTo>
                  <a:lnTo>
                    <a:pt x="18" y="2"/>
                  </a:lnTo>
                  <a:lnTo>
                    <a:pt x="13" y="2"/>
                  </a:lnTo>
                  <a:lnTo>
                    <a:pt x="8" y="2"/>
                  </a:lnTo>
                  <a:lnTo>
                    <a:pt x="5" y="2"/>
                  </a:lnTo>
                  <a:lnTo>
                    <a:pt x="5" y="2"/>
                  </a:lnTo>
                  <a:lnTo>
                    <a:pt x="3" y="2"/>
                  </a:lnTo>
                  <a:lnTo>
                    <a:pt x="3" y="2"/>
                  </a:lnTo>
                  <a:lnTo>
                    <a:pt x="3" y="0"/>
                  </a:lnTo>
                  <a:lnTo>
                    <a:pt x="3" y="0"/>
                  </a:lnTo>
                  <a:lnTo>
                    <a:pt x="0" y="2"/>
                  </a:lnTo>
                  <a:lnTo>
                    <a:pt x="3" y="2"/>
                  </a:lnTo>
                  <a:lnTo>
                    <a:pt x="3" y="2"/>
                  </a:lnTo>
                  <a:lnTo>
                    <a:pt x="3" y="2"/>
                  </a:lnTo>
                  <a:lnTo>
                    <a:pt x="5" y="2"/>
                  </a:lnTo>
                  <a:lnTo>
                    <a:pt x="5" y="2"/>
                  </a:lnTo>
                  <a:lnTo>
                    <a:pt x="8" y="2"/>
                  </a:lnTo>
                  <a:lnTo>
                    <a:pt x="13" y="2"/>
                  </a:lnTo>
                  <a:lnTo>
                    <a:pt x="18" y="2"/>
                  </a:lnTo>
                  <a:lnTo>
                    <a:pt x="18" y="2"/>
                  </a:lnTo>
                  <a:lnTo>
                    <a:pt x="18" y="2"/>
                  </a:lnTo>
                  <a:lnTo>
                    <a:pt x="18"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660" name=""/>
            <p:cNvSpPr/>
            <p:nvPr/>
          </p:nvSpPr>
          <p:spPr>
            <a:xfrm>
              <a:off x="4818240" y="5427720"/>
              <a:ext cx="31680" cy="4680"/>
            </a:xfrm>
            <a:custGeom>
              <a:avLst/>
              <a:gdLst/>
              <a:ahLst/>
              <a:rect l="l" t="t" r="r" b="b"/>
              <a:pathLst>
                <a:path w="20" h="3">
                  <a:moveTo>
                    <a:pt x="19" y="0"/>
                  </a:moveTo>
                  <a:lnTo>
                    <a:pt x="19" y="0"/>
                  </a:lnTo>
                  <a:lnTo>
                    <a:pt x="19" y="0"/>
                  </a:lnTo>
                  <a:lnTo>
                    <a:pt x="14" y="0"/>
                  </a:lnTo>
                  <a:lnTo>
                    <a:pt x="13" y="0"/>
                  </a:lnTo>
                  <a:lnTo>
                    <a:pt x="13" y="0"/>
                  </a:lnTo>
                  <a:lnTo>
                    <a:pt x="12" y="2"/>
                  </a:lnTo>
                  <a:lnTo>
                    <a:pt x="0" y="2"/>
                  </a:lnTo>
                  <a:lnTo>
                    <a:pt x="0" y="2"/>
                  </a:lnTo>
                  <a:lnTo>
                    <a:pt x="0" y="2"/>
                  </a:lnTo>
                  <a:lnTo>
                    <a:pt x="0" y="2"/>
                  </a:lnTo>
                  <a:lnTo>
                    <a:pt x="0" y="2"/>
                  </a:lnTo>
                  <a:lnTo>
                    <a:pt x="0" y="2"/>
                  </a:lnTo>
                  <a:lnTo>
                    <a:pt x="12" y="2"/>
                  </a:lnTo>
                  <a:lnTo>
                    <a:pt x="13" y="2"/>
                  </a:lnTo>
                  <a:lnTo>
                    <a:pt x="13" y="2"/>
                  </a:lnTo>
                  <a:lnTo>
                    <a:pt x="14" y="2"/>
                  </a:lnTo>
                  <a:lnTo>
                    <a:pt x="19" y="2"/>
                  </a:lnTo>
                  <a:lnTo>
                    <a:pt x="19" y="2"/>
                  </a:lnTo>
                  <a:lnTo>
                    <a:pt x="19" y="2"/>
                  </a:lnTo>
                  <a:lnTo>
                    <a:pt x="19" y="0"/>
                  </a:lnTo>
                  <a:lnTo>
                    <a:pt x="19"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661" name=""/>
            <p:cNvSpPr/>
            <p:nvPr/>
          </p:nvSpPr>
          <p:spPr>
            <a:xfrm>
              <a:off x="4848120" y="5427720"/>
              <a:ext cx="44640" cy="4680"/>
            </a:xfrm>
            <a:custGeom>
              <a:avLst/>
              <a:gdLst/>
              <a:ahLst/>
              <a:rect l="l" t="t" r="r" b="b"/>
              <a:pathLst>
                <a:path w="28" h="3">
                  <a:moveTo>
                    <a:pt x="27" y="0"/>
                  </a:moveTo>
                  <a:lnTo>
                    <a:pt x="27" y="0"/>
                  </a:lnTo>
                  <a:lnTo>
                    <a:pt x="25" y="0"/>
                  </a:lnTo>
                  <a:lnTo>
                    <a:pt x="21" y="0"/>
                  </a:lnTo>
                  <a:lnTo>
                    <a:pt x="14" y="0"/>
                  </a:lnTo>
                  <a:lnTo>
                    <a:pt x="12" y="0"/>
                  </a:lnTo>
                  <a:lnTo>
                    <a:pt x="9" y="0"/>
                  </a:lnTo>
                  <a:lnTo>
                    <a:pt x="6" y="0"/>
                  </a:lnTo>
                  <a:lnTo>
                    <a:pt x="0" y="0"/>
                  </a:lnTo>
                  <a:lnTo>
                    <a:pt x="0" y="2"/>
                  </a:lnTo>
                  <a:lnTo>
                    <a:pt x="6" y="2"/>
                  </a:lnTo>
                  <a:lnTo>
                    <a:pt x="9" y="2"/>
                  </a:lnTo>
                  <a:lnTo>
                    <a:pt x="12" y="2"/>
                  </a:lnTo>
                  <a:lnTo>
                    <a:pt x="14" y="2"/>
                  </a:lnTo>
                  <a:lnTo>
                    <a:pt x="21" y="0"/>
                  </a:lnTo>
                  <a:lnTo>
                    <a:pt x="25" y="0"/>
                  </a:lnTo>
                  <a:lnTo>
                    <a:pt x="27" y="0"/>
                  </a:lnTo>
                  <a:lnTo>
                    <a:pt x="27" y="0"/>
                  </a:lnTo>
                  <a:lnTo>
                    <a:pt x="27" y="0"/>
                  </a:lnTo>
                  <a:lnTo>
                    <a:pt x="27"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662" name=""/>
            <p:cNvSpPr/>
            <p:nvPr/>
          </p:nvSpPr>
          <p:spPr>
            <a:xfrm>
              <a:off x="4848120" y="5427720"/>
              <a:ext cx="11160" cy="4680"/>
            </a:xfrm>
            <a:custGeom>
              <a:avLst/>
              <a:gdLst/>
              <a:ahLst/>
              <a:rect l="l" t="t" r="r" b="b"/>
              <a:pathLst>
                <a:path w="7" h="3">
                  <a:moveTo>
                    <a:pt x="0" y="2"/>
                  </a:moveTo>
                  <a:lnTo>
                    <a:pt x="0" y="2"/>
                  </a:lnTo>
                  <a:lnTo>
                    <a:pt x="6" y="2"/>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663" name=""/>
            <p:cNvSpPr/>
            <p:nvPr/>
          </p:nvSpPr>
          <p:spPr>
            <a:xfrm>
              <a:off x="4797360" y="545616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664" name=""/>
            <p:cNvSpPr/>
            <p:nvPr/>
          </p:nvSpPr>
          <p:spPr>
            <a:xfrm>
              <a:off x="4797360" y="5456160"/>
              <a:ext cx="47520" cy="14400"/>
            </a:xfrm>
            <a:custGeom>
              <a:avLst/>
              <a:gdLst/>
              <a:ahLst/>
              <a:rect l="l" t="t" r="r" b="b"/>
              <a:pathLst>
                <a:path w="30" h="9">
                  <a:moveTo>
                    <a:pt x="29" y="4"/>
                  </a:moveTo>
                  <a:lnTo>
                    <a:pt x="29" y="4"/>
                  </a:lnTo>
                  <a:lnTo>
                    <a:pt x="27" y="4"/>
                  </a:lnTo>
                  <a:lnTo>
                    <a:pt x="26" y="4"/>
                  </a:lnTo>
                  <a:lnTo>
                    <a:pt x="26" y="4"/>
                  </a:lnTo>
                  <a:lnTo>
                    <a:pt x="26" y="4"/>
                  </a:lnTo>
                  <a:lnTo>
                    <a:pt x="21" y="2"/>
                  </a:lnTo>
                  <a:lnTo>
                    <a:pt x="13" y="1"/>
                  </a:lnTo>
                  <a:lnTo>
                    <a:pt x="13" y="0"/>
                  </a:lnTo>
                  <a:lnTo>
                    <a:pt x="13" y="0"/>
                  </a:lnTo>
                  <a:lnTo>
                    <a:pt x="12" y="0"/>
                  </a:lnTo>
                  <a:lnTo>
                    <a:pt x="6" y="0"/>
                  </a:lnTo>
                  <a:lnTo>
                    <a:pt x="6" y="0"/>
                  </a:lnTo>
                  <a:lnTo>
                    <a:pt x="3" y="0"/>
                  </a:lnTo>
                  <a:lnTo>
                    <a:pt x="0" y="0"/>
                  </a:lnTo>
                  <a:lnTo>
                    <a:pt x="0" y="0"/>
                  </a:lnTo>
                  <a:lnTo>
                    <a:pt x="0" y="0"/>
                  </a:lnTo>
                  <a:lnTo>
                    <a:pt x="0" y="0"/>
                  </a:lnTo>
                  <a:lnTo>
                    <a:pt x="0" y="0"/>
                  </a:lnTo>
                  <a:lnTo>
                    <a:pt x="0" y="0"/>
                  </a:lnTo>
                  <a:lnTo>
                    <a:pt x="0" y="0"/>
                  </a:lnTo>
                  <a:lnTo>
                    <a:pt x="0" y="0"/>
                  </a:lnTo>
                  <a:lnTo>
                    <a:pt x="1" y="0"/>
                  </a:lnTo>
                  <a:lnTo>
                    <a:pt x="3" y="0"/>
                  </a:lnTo>
                  <a:lnTo>
                    <a:pt x="6" y="0"/>
                  </a:lnTo>
                  <a:lnTo>
                    <a:pt x="10" y="1"/>
                  </a:lnTo>
                  <a:lnTo>
                    <a:pt x="13" y="2"/>
                  </a:lnTo>
                  <a:lnTo>
                    <a:pt x="13" y="4"/>
                  </a:lnTo>
                  <a:lnTo>
                    <a:pt x="13" y="4"/>
                  </a:lnTo>
                  <a:lnTo>
                    <a:pt x="21" y="8"/>
                  </a:lnTo>
                  <a:lnTo>
                    <a:pt x="26" y="8"/>
                  </a:lnTo>
                  <a:lnTo>
                    <a:pt x="26" y="8"/>
                  </a:lnTo>
                  <a:lnTo>
                    <a:pt x="26" y="8"/>
                  </a:lnTo>
                  <a:lnTo>
                    <a:pt x="27" y="8"/>
                  </a:lnTo>
                  <a:lnTo>
                    <a:pt x="29" y="8"/>
                  </a:lnTo>
                  <a:lnTo>
                    <a:pt x="29" y="8"/>
                  </a:lnTo>
                  <a:lnTo>
                    <a:pt x="29" y="4"/>
                  </a:lnTo>
                  <a:lnTo>
                    <a:pt x="29" y="4"/>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665" name=""/>
            <p:cNvSpPr/>
            <p:nvPr/>
          </p:nvSpPr>
          <p:spPr>
            <a:xfrm>
              <a:off x="4843440" y="5456160"/>
              <a:ext cx="39600" cy="14400"/>
            </a:xfrm>
            <a:custGeom>
              <a:avLst/>
              <a:gdLst/>
              <a:ahLst/>
              <a:rect l="l" t="t" r="r" b="b"/>
              <a:pathLst>
                <a:path w="25" h="9">
                  <a:moveTo>
                    <a:pt x="21" y="0"/>
                  </a:moveTo>
                  <a:lnTo>
                    <a:pt x="17" y="0"/>
                  </a:lnTo>
                  <a:lnTo>
                    <a:pt x="17" y="0"/>
                  </a:lnTo>
                  <a:lnTo>
                    <a:pt x="17" y="1"/>
                  </a:lnTo>
                  <a:lnTo>
                    <a:pt x="15" y="2"/>
                  </a:lnTo>
                  <a:lnTo>
                    <a:pt x="12" y="2"/>
                  </a:lnTo>
                  <a:lnTo>
                    <a:pt x="9" y="4"/>
                  </a:lnTo>
                  <a:lnTo>
                    <a:pt x="3" y="4"/>
                  </a:lnTo>
                  <a:lnTo>
                    <a:pt x="0" y="4"/>
                  </a:lnTo>
                  <a:lnTo>
                    <a:pt x="0" y="8"/>
                  </a:lnTo>
                  <a:lnTo>
                    <a:pt x="3" y="8"/>
                  </a:lnTo>
                  <a:lnTo>
                    <a:pt x="9" y="8"/>
                  </a:lnTo>
                  <a:lnTo>
                    <a:pt x="15" y="8"/>
                  </a:lnTo>
                  <a:lnTo>
                    <a:pt x="15" y="4"/>
                  </a:lnTo>
                  <a:lnTo>
                    <a:pt x="17" y="4"/>
                  </a:lnTo>
                  <a:lnTo>
                    <a:pt x="17" y="4"/>
                  </a:lnTo>
                  <a:lnTo>
                    <a:pt x="21" y="4"/>
                  </a:lnTo>
                  <a:lnTo>
                    <a:pt x="24" y="4"/>
                  </a:lnTo>
                  <a:lnTo>
                    <a:pt x="21" y="0"/>
                  </a:lnTo>
                  <a:lnTo>
                    <a:pt x="21"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666" name=""/>
            <p:cNvSpPr/>
            <p:nvPr/>
          </p:nvSpPr>
          <p:spPr>
            <a:xfrm>
              <a:off x="4843440" y="5462640"/>
              <a:ext cx="6480" cy="7920"/>
            </a:xfrm>
            <a:custGeom>
              <a:avLst/>
              <a:gdLst/>
              <a:ahLst/>
              <a:rect l="l" t="t" r="r" b="b"/>
              <a:pathLst>
                <a:path w="4" h="5">
                  <a:moveTo>
                    <a:pt x="0" y="4"/>
                  </a:moveTo>
                  <a:lnTo>
                    <a:pt x="3" y="4"/>
                  </a:lnTo>
                  <a:lnTo>
                    <a:pt x="3" y="4"/>
                  </a:lnTo>
                  <a:lnTo>
                    <a:pt x="3" y="0"/>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667" name=""/>
            <p:cNvSpPr/>
            <p:nvPr/>
          </p:nvSpPr>
          <p:spPr>
            <a:xfrm>
              <a:off x="4838760" y="5443560"/>
              <a:ext cx="1440" cy="9360"/>
            </a:xfrm>
            <a:custGeom>
              <a:avLst/>
              <a:gdLst/>
              <a:ahLst/>
              <a:rect l="l" t="t" r="r" b="b"/>
              <a:pathLst>
                <a:path w="1" h="6">
                  <a:moveTo>
                    <a:pt x="0" y="0"/>
                  </a:moveTo>
                  <a:lnTo>
                    <a:pt x="0" y="0"/>
                  </a:lnTo>
                  <a:lnTo>
                    <a:pt x="0" y="4"/>
                  </a:lnTo>
                  <a:lnTo>
                    <a:pt x="0" y="5"/>
                  </a:lnTo>
                  <a:lnTo>
                    <a:pt x="0" y="5"/>
                  </a:lnTo>
                  <a:lnTo>
                    <a:pt x="0" y="0"/>
                  </a:lnTo>
                  <a:lnTo>
                    <a:pt x="0"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668" name=""/>
            <p:cNvSpPr/>
            <p:nvPr/>
          </p:nvSpPr>
          <p:spPr>
            <a:xfrm>
              <a:off x="4838760" y="5435640"/>
              <a:ext cx="44280" cy="22320"/>
            </a:xfrm>
            <a:custGeom>
              <a:avLst/>
              <a:gdLst/>
              <a:ahLst/>
              <a:rect l="l" t="t" r="r" b="b"/>
              <a:pathLst>
                <a:path w="28" h="14">
                  <a:moveTo>
                    <a:pt x="27" y="0"/>
                  </a:moveTo>
                  <a:lnTo>
                    <a:pt x="20" y="5"/>
                  </a:lnTo>
                  <a:lnTo>
                    <a:pt x="18" y="9"/>
                  </a:lnTo>
                  <a:lnTo>
                    <a:pt x="13" y="9"/>
                  </a:lnTo>
                  <a:lnTo>
                    <a:pt x="6" y="9"/>
                  </a:lnTo>
                  <a:lnTo>
                    <a:pt x="3" y="9"/>
                  </a:lnTo>
                  <a:lnTo>
                    <a:pt x="0" y="5"/>
                  </a:lnTo>
                  <a:lnTo>
                    <a:pt x="0" y="5"/>
                  </a:lnTo>
                  <a:lnTo>
                    <a:pt x="0" y="5"/>
                  </a:lnTo>
                  <a:lnTo>
                    <a:pt x="0" y="10"/>
                  </a:lnTo>
                  <a:lnTo>
                    <a:pt x="0" y="12"/>
                  </a:lnTo>
                  <a:lnTo>
                    <a:pt x="0" y="12"/>
                  </a:lnTo>
                  <a:lnTo>
                    <a:pt x="3" y="12"/>
                  </a:lnTo>
                  <a:lnTo>
                    <a:pt x="6" y="13"/>
                  </a:lnTo>
                  <a:lnTo>
                    <a:pt x="13" y="13"/>
                  </a:lnTo>
                  <a:lnTo>
                    <a:pt x="18" y="12"/>
                  </a:lnTo>
                  <a:lnTo>
                    <a:pt x="20" y="10"/>
                  </a:lnTo>
                  <a:lnTo>
                    <a:pt x="27" y="5"/>
                  </a:lnTo>
                  <a:lnTo>
                    <a:pt x="27" y="0"/>
                  </a:lnTo>
                  <a:lnTo>
                    <a:pt x="27"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669" name=""/>
            <p:cNvSpPr/>
            <p:nvPr/>
          </p:nvSpPr>
          <p:spPr>
            <a:xfrm>
              <a:off x="4838760" y="5443560"/>
              <a:ext cx="1440" cy="9360"/>
            </a:xfrm>
            <a:custGeom>
              <a:avLst/>
              <a:gdLst/>
              <a:ahLst/>
              <a:rect l="l" t="t" r="r" b="b"/>
              <a:pathLst>
                <a:path w="1" h="6">
                  <a:moveTo>
                    <a:pt x="0" y="5"/>
                  </a:moveTo>
                  <a:lnTo>
                    <a:pt x="0" y="4"/>
                  </a:lnTo>
                  <a:lnTo>
                    <a:pt x="0" y="4"/>
                  </a:lnTo>
                  <a:lnTo>
                    <a:pt x="0" y="0"/>
                  </a:lnTo>
                  <a:lnTo>
                    <a:pt x="0" y="0"/>
                  </a:lnTo>
                  <a:lnTo>
                    <a:pt x="0" y="5"/>
                  </a:lnTo>
                  <a:lnTo>
                    <a:pt x="0" y="5"/>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670" name=""/>
            <p:cNvSpPr/>
            <p:nvPr/>
          </p:nvSpPr>
          <p:spPr>
            <a:xfrm>
              <a:off x="4781520" y="5398920"/>
              <a:ext cx="1440" cy="17640"/>
            </a:xfrm>
            <a:custGeom>
              <a:avLst/>
              <a:gdLst/>
              <a:ahLst/>
              <a:rect l="l" t="t" r="r" b="b"/>
              <a:pathLst>
                <a:path w="1" h="11">
                  <a:moveTo>
                    <a:pt x="0" y="0"/>
                  </a:moveTo>
                  <a:lnTo>
                    <a:pt x="0" y="0"/>
                  </a:lnTo>
                  <a:lnTo>
                    <a:pt x="0" y="4"/>
                  </a:lnTo>
                  <a:lnTo>
                    <a:pt x="0" y="9"/>
                  </a:lnTo>
                  <a:lnTo>
                    <a:pt x="0" y="10"/>
                  </a:lnTo>
                  <a:lnTo>
                    <a:pt x="0" y="0"/>
                  </a:lnTo>
                  <a:lnTo>
                    <a:pt x="0" y="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3671" name=""/>
            <p:cNvSpPr/>
            <p:nvPr/>
          </p:nvSpPr>
          <p:spPr>
            <a:xfrm>
              <a:off x="4781520" y="5398920"/>
              <a:ext cx="50760" cy="17640"/>
            </a:xfrm>
            <a:custGeom>
              <a:avLst/>
              <a:gdLst/>
              <a:ahLst/>
              <a:rect l="l" t="t" r="r" b="b"/>
              <a:pathLst>
                <a:path w="32" h="11">
                  <a:moveTo>
                    <a:pt x="31" y="0"/>
                  </a:moveTo>
                  <a:lnTo>
                    <a:pt x="23" y="4"/>
                  </a:lnTo>
                  <a:lnTo>
                    <a:pt x="23" y="9"/>
                  </a:lnTo>
                  <a:lnTo>
                    <a:pt x="16" y="9"/>
                  </a:lnTo>
                  <a:lnTo>
                    <a:pt x="10" y="9"/>
                  </a:lnTo>
                  <a:lnTo>
                    <a:pt x="10" y="4"/>
                  </a:lnTo>
                  <a:lnTo>
                    <a:pt x="8" y="0"/>
                  </a:lnTo>
                  <a:lnTo>
                    <a:pt x="0" y="0"/>
                  </a:lnTo>
                  <a:lnTo>
                    <a:pt x="0" y="0"/>
                  </a:lnTo>
                  <a:lnTo>
                    <a:pt x="0" y="10"/>
                  </a:lnTo>
                  <a:lnTo>
                    <a:pt x="0" y="10"/>
                  </a:lnTo>
                  <a:lnTo>
                    <a:pt x="8" y="10"/>
                  </a:lnTo>
                  <a:lnTo>
                    <a:pt x="10" y="10"/>
                  </a:lnTo>
                  <a:lnTo>
                    <a:pt x="10" y="10"/>
                  </a:lnTo>
                  <a:lnTo>
                    <a:pt x="16" y="10"/>
                  </a:lnTo>
                  <a:lnTo>
                    <a:pt x="23" y="10"/>
                  </a:lnTo>
                  <a:lnTo>
                    <a:pt x="23" y="10"/>
                  </a:lnTo>
                  <a:lnTo>
                    <a:pt x="31" y="9"/>
                  </a:lnTo>
                  <a:lnTo>
                    <a:pt x="31" y="0"/>
                  </a:lnTo>
                  <a:lnTo>
                    <a:pt x="31" y="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3672" name=""/>
            <p:cNvSpPr/>
            <p:nvPr/>
          </p:nvSpPr>
          <p:spPr>
            <a:xfrm>
              <a:off x="4781520" y="5398920"/>
              <a:ext cx="1440" cy="16200"/>
            </a:xfrm>
            <a:custGeom>
              <a:avLst/>
              <a:gdLst/>
              <a:ahLst/>
              <a:rect l="l" t="t" r="r" b="b"/>
              <a:pathLst>
                <a:path w="1" h="10">
                  <a:moveTo>
                    <a:pt x="0" y="9"/>
                  </a:moveTo>
                  <a:lnTo>
                    <a:pt x="0" y="9"/>
                  </a:lnTo>
                  <a:lnTo>
                    <a:pt x="0" y="0"/>
                  </a:lnTo>
                  <a:lnTo>
                    <a:pt x="0" y="0"/>
                  </a:lnTo>
                  <a:lnTo>
                    <a:pt x="0" y="0"/>
                  </a:lnTo>
                  <a:lnTo>
                    <a:pt x="0" y="9"/>
                  </a:lnTo>
                  <a:lnTo>
                    <a:pt x="0" y="9"/>
                  </a:lnTo>
                </a:path>
              </a:pathLst>
            </a:custGeom>
            <a:solidFill>
              <a:srgbClr val="ffc0b6"/>
            </a:solidFill>
            <a:ln w="0">
              <a:noFill/>
            </a:ln>
          </p:spPr>
          <p:style>
            <a:lnRef idx="0"/>
            <a:fillRef idx="0"/>
            <a:effectRef idx="0"/>
            <a:fontRef idx="minor"/>
          </p:style>
          <p:txBody>
            <a:bodyPr lIns="90000" rIns="90000" tIns="-30600" bIns="-30600" anchor="t">
              <a:noAutofit/>
            </a:bodyPr>
            <a:p>
              <a:endParaRPr b="0" lang="en-IN" sz="2400" strike="noStrike" u="none">
                <a:solidFill>
                  <a:srgbClr val="ffffff"/>
                </a:solidFill>
                <a:effectLst/>
                <a:uFillTx/>
                <a:latin typeface="Times New Roman"/>
              </a:endParaRPr>
            </a:p>
          </p:txBody>
        </p:sp>
        <p:sp>
          <p:nvSpPr>
            <p:cNvPr id="3673" name=""/>
            <p:cNvSpPr/>
            <p:nvPr/>
          </p:nvSpPr>
          <p:spPr>
            <a:xfrm>
              <a:off x="4676760" y="5353200"/>
              <a:ext cx="1440" cy="288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674" name=""/>
            <p:cNvSpPr/>
            <p:nvPr/>
          </p:nvSpPr>
          <p:spPr>
            <a:xfrm>
              <a:off x="4676760" y="5353200"/>
              <a:ext cx="50760" cy="6120"/>
            </a:xfrm>
            <a:custGeom>
              <a:avLst/>
              <a:gdLst/>
              <a:ahLst/>
              <a:rect l="l" t="t" r="r" b="b"/>
              <a:pathLst>
                <a:path w="32" h="4">
                  <a:moveTo>
                    <a:pt x="29" y="2"/>
                  </a:moveTo>
                  <a:lnTo>
                    <a:pt x="29" y="2"/>
                  </a:lnTo>
                  <a:lnTo>
                    <a:pt x="28" y="2"/>
                  </a:lnTo>
                  <a:lnTo>
                    <a:pt x="27" y="2"/>
                  </a:lnTo>
                  <a:lnTo>
                    <a:pt x="26" y="2"/>
                  </a:lnTo>
                  <a:lnTo>
                    <a:pt x="19" y="2"/>
                  </a:lnTo>
                  <a:lnTo>
                    <a:pt x="19" y="2"/>
                  </a:lnTo>
                  <a:lnTo>
                    <a:pt x="15" y="1"/>
                  </a:lnTo>
                  <a:lnTo>
                    <a:pt x="8" y="1"/>
                  </a:lnTo>
                  <a:lnTo>
                    <a:pt x="8" y="1"/>
                  </a:lnTo>
                  <a:lnTo>
                    <a:pt x="8" y="0"/>
                  </a:lnTo>
                  <a:lnTo>
                    <a:pt x="6" y="0"/>
                  </a:lnTo>
                  <a:lnTo>
                    <a:pt x="0" y="0"/>
                  </a:lnTo>
                  <a:lnTo>
                    <a:pt x="0" y="0"/>
                  </a:lnTo>
                  <a:lnTo>
                    <a:pt x="0" y="0"/>
                  </a:lnTo>
                  <a:lnTo>
                    <a:pt x="0" y="0"/>
                  </a:lnTo>
                  <a:lnTo>
                    <a:pt x="0" y="0"/>
                  </a:lnTo>
                  <a:lnTo>
                    <a:pt x="0" y="1"/>
                  </a:lnTo>
                  <a:lnTo>
                    <a:pt x="0" y="1"/>
                  </a:lnTo>
                  <a:lnTo>
                    <a:pt x="0" y="1"/>
                  </a:lnTo>
                  <a:lnTo>
                    <a:pt x="0" y="1"/>
                  </a:lnTo>
                  <a:lnTo>
                    <a:pt x="0" y="1"/>
                  </a:lnTo>
                  <a:lnTo>
                    <a:pt x="5" y="2"/>
                  </a:lnTo>
                  <a:lnTo>
                    <a:pt x="6" y="2"/>
                  </a:lnTo>
                  <a:lnTo>
                    <a:pt x="8" y="2"/>
                  </a:lnTo>
                  <a:lnTo>
                    <a:pt x="8" y="3"/>
                  </a:lnTo>
                  <a:lnTo>
                    <a:pt x="15" y="3"/>
                  </a:lnTo>
                  <a:lnTo>
                    <a:pt x="19" y="3"/>
                  </a:lnTo>
                  <a:lnTo>
                    <a:pt x="19" y="3"/>
                  </a:lnTo>
                  <a:lnTo>
                    <a:pt x="26" y="3"/>
                  </a:lnTo>
                  <a:lnTo>
                    <a:pt x="27" y="3"/>
                  </a:lnTo>
                  <a:lnTo>
                    <a:pt x="28" y="3"/>
                  </a:lnTo>
                  <a:lnTo>
                    <a:pt x="29" y="3"/>
                  </a:lnTo>
                  <a:lnTo>
                    <a:pt x="31" y="3"/>
                  </a:lnTo>
                  <a:lnTo>
                    <a:pt x="29" y="2"/>
                  </a:lnTo>
                  <a:lnTo>
                    <a:pt x="29" y="2"/>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675" name=""/>
            <p:cNvSpPr/>
            <p:nvPr/>
          </p:nvSpPr>
          <p:spPr>
            <a:xfrm>
              <a:off x="4676760" y="5353200"/>
              <a:ext cx="1440" cy="2880"/>
            </a:xfrm>
            <a:custGeom>
              <a:avLst/>
              <a:gdLst/>
              <a:ahLst/>
              <a:rect l="l" t="t" r="r" b="b"/>
              <a:pathLst>
                <a:path w="1" h="2">
                  <a:moveTo>
                    <a:pt x="0" y="1"/>
                  </a:moveTo>
                  <a:lnTo>
                    <a:pt x="0" y="0"/>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676" name=""/>
            <p:cNvSpPr/>
            <p:nvPr/>
          </p:nvSpPr>
          <p:spPr>
            <a:xfrm>
              <a:off x="4743360" y="5370480"/>
              <a:ext cx="1800" cy="7920"/>
            </a:xfrm>
            <a:custGeom>
              <a:avLst/>
              <a:gdLst/>
              <a:ahLst/>
              <a:rect l="l" t="t" r="r" b="b"/>
              <a:pathLst>
                <a:path w="1" h="5">
                  <a:moveTo>
                    <a:pt x="0" y="4"/>
                  </a:moveTo>
                  <a:lnTo>
                    <a:pt x="0" y="4"/>
                  </a:lnTo>
                  <a:lnTo>
                    <a:pt x="0" y="4"/>
                  </a:lnTo>
                  <a:lnTo>
                    <a:pt x="0" y="4"/>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677" name=""/>
            <p:cNvSpPr/>
            <p:nvPr/>
          </p:nvSpPr>
          <p:spPr>
            <a:xfrm>
              <a:off x="4707000" y="5370480"/>
              <a:ext cx="38160" cy="12600"/>
            </a:xfrm>
            <a:custGeom>
              <a:avLst/>
              <a:gdLst/>
              <a:ahLst/>
              <a:rect l="l" t="t" r="r" b="b"/>
              <a:pathLst>
                <a:path w="24" h="8">
                  <a:moveTo>
                    <a:pt x="5" y="7"/>
                  </a:moveTo>
                  <a:lnTo>
                    <a:pt x="1" y="7"/>
                  </a:lnTo>
                  <a:lnTo>
                    <a:pt x="23" y="4"/>
                  </a:lnTo>
                  <a:lnTo>
                    <a:pt x="23" y="0"/>
                  </a:lnTo>
                  <a:lnTo>
                    <a:pt x="0" y="7"/>
                  </a:lnTo>
                  <a:lnTo>
                    <a:pt x="0" y="7"/>
                  </a:lnTo>
                  <a:lnTo>
                    <a:pt x="5" y="7"/>
                  </a:lnTo>
                  <a:lnTo>
                    <a:pt x="5" y="7"/>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678" name=""/>
            <p:cNvSpPr/>
            <p:nvPr/>
          </p:nvSpPr>
          <p:spPr>
            <a:xfrm>
              <a:off x="4695840" y="5381640"/>
              <a:ext cx="20520" cy="11160"/>
            </a:xfrm>
            <a:custGeom>
              <a:avLst/>
              <a:gdLst/>
              <a:ahLst/>
              <a:rect l="l" t="t" r="r" b="b"/>
              <a:pathLst>
                <a:path w="13" h="7">
                  <a:moveTo>
                    <a:pt x="0" y="6"/>
                  </a:moveTo>
                  <a:lnTo>
                    <a:pt x="3" y="6"/>
                  </a:lnTo>
                  <a:lnTo>
                    <a:pt x="12" y="0"/>
                  </a:lnTo>
                  <a:lnTo>
                    <a:pt x="7" y="0"/>
                  </a:lnTo>
                  <a:lnTo>
                    <a:pt x="0" y="4"/>
                  </a:lnTo>
                  <a:lnTo>
                    <a:pt x="0" y="6"/>
                  </a:lnTo>
                  <a:lnTo>
                    <a:pt x="0" y="6"/>
                  </a:lnTo>
                  <a:lnTo>
                    <a:pt x="0" y="6"/>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679" name=""/>
            <p:cNvSpPr/>
            <p:nvPr/>
          </p:nvSpPr>
          <p:spPr>
            <a:xfrm>
              <a:off x="4695840" y="5388120"/>
              <a:ext cx="6480" cy="4680"/>
            </a:xfrm>
            <a:custGeom>
              <a:avLst/>
              <a:gdLst/>
              <a:ahLst/>
              <a:rect l="l" t="t" r="r" b="b"/>
              <a:pathLst>
                <a:path w="4" h="3">
                  <a:moveTo>
                    <a:pt x="0" y="0"/>
                  </a:moveTo>
                  <a:lnTo>
                    <a:pt x="0" y="2"/>
                  </a:lnTo>
                  <a:lnTo>
                    <a:pt x="0" y="2"/>
                  </a:lnTo>
                  <a:lnTo>
                    <a:pt x="0" y="2"/>
                  </a:lnTo>
                  <a:lnTo>
                    <a:pt x="3"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680" name=""/>
            <p:cNvSpPr/>
            <p:nvPr/>
          </p:nvSpPr>
          <p:spPr>
            <a:xfrm>
              <a:off x="4695840" y="5415120"/>
              <a:ext cx="12600" cy="1440"/>
            </a:xfrm>
            <a:custGeom>
              <a:avLst/>
              <a:gdLst/>
              <a:ahLst/>
              <a:rect l="l" t="t" r="r" b="b"/>
              <a:pathLst>
                <a:path w="8" h="1">
                  <a:moveTo>
                    <a:pt x="7" y="0"/>
                  </a:moveTo>
                  <a:lnTo>
                    <a:pt x="3" y="0"/>
                  </a:lnTo>
                  <a:lnTo>
                    <a:pt x="0" y="0"/>
                  </a:lnTo>
                  <a:lnTo>
                    <a:pt x="0" y="0"/>
                  </a:lnTo>
                  <a:lnTo>
                    <a:pt x="3" y="0"/>
                  </a:lnTo>
                  <a:lnTo>
                    <a:pt x="7" y="0"/>
                  </a:lnTo>
                  <a:lnTo>
                    <a:pt x="7"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681" name=""/>
            <p:cNvSpPr/>
            <p:nvPr/>
          </p:nvSpPr>
          <p:spPr>
            <a:xfrm>
              <a:off x="4700520" y="5415120"/>
              <a:ext cx="23760" cy="2880"/>
            </a:xfrm>
            <a:custGeom>
              <a:avLst/>
              <a:gdLst/>
              <a:ahLst/>
              <a:rect l="l" t="t" r="r" b="b"/>
              <a:pathLst>
                <a:path w="15" h="2">
                  <a:moveTo>
                    <a:pt x="14" y="0"/>
                  </a:moveTo>
                  <a:lnTo>
                    <a:pt x="14" y="0"/>
                  </a:lnTo>
                  <a:lnTo>
                    <a:pt x="13" y="0"/>
                  </a:lnTo>
                  <a:lnTo>
                    <a:pt x="12" y="0"/>
                  </a:lnTo>
                  <a:lnTo>
                    <a:pt x="11" y="0"/>
                  </a:lnTo>
                  <a:lnTo>
                    <a:pt x="4" y="0"/>
                  </a:lnTo>
                  <a:lnTo>
                    <a:pt x="4" y="0"/>
                  </a:lnTo>
                  <a:lnTo>
                    <a:pt x="4" y="0"/>
                  </a:lnTo>
                  <a:lnTo>
                    <a:pt x="4" y="0"/>
                  </a:lnTo>
                  <a:lnTo>
                    <a:pt x="4" y="0"/>
                  </a:lnTo>
                  <a:lnTo>
                    <a:pt x="0" y="0"/>
                  </a:lnTo>
                  <a:lnTo>
                    <a:pt x="4" y="0"/>
                  </a:lnTo>
                  <a:lnTo>
                    <a:pt x="4" y="0"/>
                  </a:lnTo>
                  <a:lnTo>
                    <a:pt x="4" y="0"/>
                  </a:lnTo>
                  <a:lnTo>
                    <a:pt x="4" y="0"/>
                  </a:lnTo>
                  <a:lnTo>
                    <a:pt x="11" y="1"/>
                  </a:lnTo>
                  <a:lnTo>
                    <a:pt x="12" y="1"/>
                  </a:lnTo>
                  <a:lnTo>
                    <a:pt x="13" y="1"/>
                  </a:lnTo>
                  <a:lnTo>
                    <a:pt x="14" y="0"/>
                  </a:lnTo>
                  <a:lnTo>
                    <a:pt x="14" y="0"/>
                  </a:lnTo>
                  <a:lnTo>
                    <a:pt x="14" y="0"/>
                  </a:lnTo>
                  <a:lnTo>
                    <a:pt x="14" y="0"/>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682" name=""/>
            <p:cNvSpPr/>
            <p:nvPr/>
          </p:nvSpPr>
          <p:spPr>
            <a:xfrm>
              <a:off x="4722840" y="5415120"/>
              <a:ext cx="36360" cy="1440"/>
            </a:xfrm>
            <a:custGeom>
              <a:avLst/>
              <a:gdLst/>
              <a:ahLst/>
              <a:rect l="l" t="t" r="r" b="b"/>
              <a:pathLst>
                <a:path w="23" h="1">
                  <a:moveTo>
                    <a:pt x="22" y="0"/>
                  </a:moveTo>
                  <a:lnTo>
                    <a:pt x="20" y="0"/>
                  </a:lnTo>
                  <a:lnTo>
                    <a:pt x="16" y="0"/>
                  </a:lnTo>
                  <a:lnTo>
                    <a:pt x="14" y="0"/>
                  </a:lnTo>
                  <a:lnTo>
                    <a:pt x="13" y="0"/>
                  </a:lnTo>
                  <a:lnTo>
                    <a:pt x="12" y="0"/>
                  </a:lnTo>
                  <a:lnTo>
                    <a:pt x="10" y="0"/>
                  </a:lnTo>
                  <a:lnTo>
                    <a:pt x="2" y="0"/>
                  </a:lnTo>
                  <a:lnTo>
                    <a:pt x="0" y="0"/>
                  </a:lnTo>
                  <a:lnTo>
                    <a:pt x="0" y="0"/>
                  </a:lnTo>
                  <a:lnTo>
                    <a:pt x="5" y="0"/>
                  </a:lnTo>
                  <a:lnTo>
                    <a:pt x="10" y="0"/>
                  </a:lnTo>
                  <a:lnTo>
                    <a:pt x="12" y="0"/>
                  </a:lnTo>
                  <a:lnTo>
                    <a:pt x="13" y="0"/>
                  </a:lnTo>
                  <a:lnTo>
                    <a:pt x="14" y="0"/>
                  </a:lnTo>
                  <a:lnTo>
                    <a:pt x="16" y="0"/>
                  </a:lnTo>
                  <a:lnTo>
                    <a:pt x="20" y="0"/>
                  </a:lnTo>
                  <a:lnTo>
                    <a:pt x="22" y="0"/>
                  </a:lnTo>
                  <a:lnTo>
                    <a:pt x="22" y="0"/>
                  </a:lnTo>
                  <a:lnTo>
                    <a:pt x="2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683" name=""/>
            <p:cNvSpPr/>
            <p:nvPr/>
          </p:nvSpPr>
          <p:spPr>
            <a:xfrm>
              <a:off x="4722840" y="541512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684" name=""/>
            <p:cNvSpPr/>
            <p:nvPr/>
          </p:nvSpPr>
          <p:spPr>
            <a:xfrm>
              <a:off x="4719600" y="5433840"/>
              <a:ext cx="4680" cy="3240"/>
            </a:xfrm>
            <a:custGeom>
              <a:avLst/>
              <a:gdLst/>
              <a:ahLst/>
              <a:rect l="l" t="t" r="r" b="b"/>
              <a:pathLst>
                <a:path w="3" h="2">
                  <a:moveTo>
                    <a:pt x="2" y="0"/>
                  </a:moveTo>
                  <a:lnTo>
                    <a:pt x="1" y="0"/>
                  </a:lnTo>
                  <a:lnTo>
                    <a:pt x="1" y="0"/>
                  </a:lnTo>
                  <a:lnTo>
                    <a:pt x="0" y="0"/>
                  </a:lnTo>
                  <a:lnTo>
                    <a:pt x="1" y="1"/>
                  </a:lnTo>
                  <a:lnTo>
                    <a:pt x="2" y="0"/>
                  </a:lnTo>
                  <a:lnTo>
                    <a:pt x="2"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685" name=""/>
            <p:cNvSpPr/>
            <p:nvPr/>
          </p:nvSpPr>
          <p:spPr>
            <a:xfrm>
              <a:off x="4721400" y="5433840"/>
              <a:ext cx="23760" cy="17640"/>
            </a:xfrm>
            <a:custGeom>
              <a:avLst/>
              <a:gdLst/>
              <a:ahLst/>
              <a:rect l="l" t="t" r="r" b="b"/>
              <a:pathLst>
                <a:path w="15" h="11">
                  <a:moveTo>
                    <a:pt x="13" y="1"/>
                  </a:moveTo>
                  <a:lnTo>
                    <a:pt x="14" y="1"/>
                  </a:lnTo>
                  <a:lnTo>
                    <a:pt x="11" y="1"/>
                  </a:lnTo>
                  <a:lnTo>
                    <a:pt x="11" y="1"/>
                  </a:lnTo>
                  <a:lnTo>
                    <a:pt x="6" y="1"/>
                  </a:lnTo>
                  <a:lnTo>
                    <a:pt x="1" y="1"/>
                  </a:lnTo>
                  <a:lnTo>
                    <a:pt x="1" y="0"/>
                  </a:lnTo>
                  <a:lnTo>
                    <a:pt x="1" y="0"/>
                  </a:lnTo>
                  <a:lnTo>
                    <a:pt x="1" y="0"/>
                  </a:lnTo>
                  <a:lnTo>
                    <a:pt x="1" y="0"/>
                  </a:lnTo>
                  <a:lnTo>
                    <a:pt x="0" y="1"/>
                  </a:lnTo>
                  <a:lnTo>
                    <a:pt x="0" y="1"/>
                  </a:lnTo>
                  <a:lnTo>
                    <a:pt x="1" y="1"/>
                  </a:lnTo>
                  <a:lnTo>
                    <a:pt x="1" y="1"/>
                  </a:lnTo>
                  <a:lnTo>
                    <a:pt x="1" y="6"/>
                  </a:lnTo>
                  <a:lnTo>
                    <a:pt x="6" y="6"/>
                  </a:lnTo>
                  <a:lnTo>
                    <a:pt x="11" y="10"/>
                  </a:lnTo>
                  <a:lnTo>
                    <a:pt x="11" y="10"/>
                  </a:lnTo>
                  <a:lnTo>
                    <a:pt x="14" y="6"/>
                  </a:lnTo>
                  <a:lnTo>
                    <a:pt x="14" y="6"/>
                  </a:lnTo>
                  <a:lnTo>
                    <a:pt x="13" y="1"/>
                  </a:lnTo>
                  <a:lnTo>
                    <a:pt x="13" y="1"/>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3686" name=""/>
            <p:cNvSpPr/>
            <p:nvPr/>
          </p:nvSpPr>
          <p:spPr>
            <a:xfrm>
              <a:off x="4741920" y="5433840"/>
              <a:ext cx="31680" cy="17640"/>
            </a:xfrm>
            <a:custGeom>
              <a:avLst/>
              <a:gdLst/>
              <a:ahLst/>
              <a:rect l="l" t="t" r="r" b="b"/>
              <a:pathLst>
                <a:path w="20" h="11">
                  <a:moveTo>
                    <a:pt x="19" y="1"/>
                  </a:moveTo>
                  <a:lnTo>
                    <a:pt x="19" y="1"/>
                  </a:lnTo>
                  <a:lnTo>
                    <a:pt x="14" y="1"/>
                  </a:lnTo>
                  <a:lnTo>
                    <a:pt x="14" y="1"/>
                  </a:lnTo>
                  <a:lnTo>
                    <a:pt x="10" y="1"/>
                  </a:lnTo>
                  <a:lnTo>
                    <a:pt x="8" y="0"/>
                  </a:lnTo>
                  <a:lnTo>
                    <a:pt x="2" y="0"/>
                  </a:lnTo>
                  <a:lnTo>
                    <a:pt x="1" y="1"/>
                  </a:lnTo>
                  <a:lnTo>
                    <a:pt x="0" y="1"/>
                  </a:lnTo>
                  <a:lnTo>
                    <a:pt x="1" y="6"/>
                  </a:lnTo>
                  <a:lnTo>
                    <a:pt x="1" y="6"/>
                  </a:lnTo>
                  <a:lnTo>
                    <a:pt x="2" y="6"/>
                  </a:lnTo>
                  <a:lnTo>
                    <a:pt x="8" y="6"/>
                  </a:lnTo>
                  <a:lnTo>
                    <a:pt x="10" y="6"/>
                  </a:lnTo>
                  <a:lnTo>
                    <a:pt x="14" y="6"/>
                  </a:lnTo>
                  <a:lnTo>
                    <a:pt x="14" y="10"/>
                  </a:lnTo>
                  <a:lnTo>
                    <a:pt x="19" y="10"/>
                  </a:lnTo>
                  <a:lnTo>
                    <a:pt x="19" y="10"/>
                  </a:lnTo>
                  <a:lnTo>
                    <a:pt x="19" y="1"/>
                  </a:lnTo>
                  <a:lnTo>
                    <a:pt x="19" y="1"/>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3687" name=""/>
            <p:cNvSpPr/>
            <p:nvPr/>
          </p:nvSpPr>
          <p:spPr>
            <a:xfrm>
              <a:off x="4743360" y="5435640"/>
              <a:ext cx="1800" cy="9360"/>
            </a:xfrm>
            <a:custGeom>
              <a:avLst/>
              <a:gdLst/>
              <a:ahLst/>
              <a:rect l="l" t="t" r="r" b="b"/>
              <a:pathLst>
                <a:path w="1" h="6">
                  <a:moveTo>
                    <a:pt x="0" y="5"/>
                  </a:moveTo>
                  <a:lnTo>
                    <a:pt x="0" y="5"/>
                  </a:lnTo>
                  <a:lnTo>
                    <a:pt x="0" y="5"/>
                  </a:lnTo>
                  <a:lnTo>
                    <a:pt x="0" y="0"/>
                  </a:lnTo>
                  <a:lnTo>
                    <a:pt x="0" y="0"/>
                  </a:lnTo>
                  <a:lnTo>
                    <a:pt x="0" y="5"/>
                  </a:lnTo>
                  <a:lnTo>
                    <a:pt x="0" y="5"/>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688" name=""/>
            <p:cNvSpPr/>
            <p:nvPr/>
          </p:nvSpPr>
          <p:spPr>
            <a:xfrm>
              <a:off x="4764240" y="5392800"/>
              <a:ext cx="1440" cy="7920"/>
            </a:xfrm>
            <a:custGeom>
              <a:avLst/>
              <a:gdLst/>
              <a:ahLst/>
              <a:rect l="l" t="t" r="r" b="b"/>
              <a:pathLst>
                <a:path w="1" h="5">
                  <a:moveTo>
                    <a:pt x="0" y="4"/>
                  </a:moveTo>
                  <a:lnTo>
                    <a:pt x="0" y="4"/>
                  </a:lnTo>
                  <a:lnTo>
                    <a:pt x="0" y="0"/>
                  </a:lnTo>
                  <a:lnTo>
                    <a:pt x="0" y="0"/>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689" name=""/>
            <p:cNvSpPr/>
            <p:nvPr/>
          </p:nvSpPr>
          <p:spPr>
            <a:xfrm>
              <a:off x="4722840" y="5391000"/>
              <a:ext cx="42840" cy="9720"/>
            </a:xfrm>
            <a:custGeom>
              <a:avLst/>
              <a:gdLst/>
              <a:ahLst/>
              <a:rect l="l" t="t" r="r" b="b"/>
              <a:pathLst>
                <a:path w="27" h="6">
                  <a:moveTo>
                    <a:pt x="5" y="5"/>
                  </a:moveTo>
                  <a:lnTo>
                    <a:pt x="10" y="5"/>
                  </a:lnTo>
                  <a:lnTo>
                    <a:pt x="10" y="5"/>
                  </a:lnTo>
                  <a:lnTo>
                    <a:pt x="13" y="5"/>
                  </a:lnTo>
                  <a:lnTo>
                    <a:pt x="14" y="5"/>
                  </a:lnTo>
                  <a:lnTo>
                    <a:pt x="20" y="5"/>
                  </a:lnTo>
                  <a:lnTo>
                    <a:pt x="22" y="5"/>
                  </a:lnTo>
                  <a:lnTo>
                    <a:pt x="26" y="5"/>
                  </a:lnTo>
                  <a:lnTo>
                    <a:pt x="26" y="5"/>
                  </a:lnTo>
                  <a:lnTo>
                    <a:pt x="26" y="1"/>
                  </a:lnTo>
                  <a:lnTo>
                    <a:pt x="26" y="1"/>
                  </a:lnTo>
                  <a:lnTo>
                    <a:pt x="22" y="1"/>
                  </a:lnTo>
                  <a:lnTo>
                    <a:pt x="20" y="1"/>
                  </a:lnTo>
                  <a:lnTo>
                    <a:pt x="14" y="0"/>
                  </a:lnTo>
                  <a:lnTo>
                    <a:pt x="13" y="0"/>
                  </a:lnTo>
                  <a:lnTo>
                    <a:pt x="10" y="1"/>
                  </a:lnTo>
                  <a:lnTo>
                    <a:pt x="10" y="1"/>
                  </a:lnTo>
                  <a:lnTo>
                    <a:pt x="0" y="1"/>
                  </a:lnTo>
                  <a:lnTo>
                    <a:pt x="5" y="5"/>
                  </a:lnTo>
                  <a:lnTo>
                    <a:pt x="5" y="5"/>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3690" name=""/>
            <p:cNvSpPr/>
            <p:nvPr/>
          </p:nvSpPr>
          <p:spPr>
            <a:xfrm>
              <a:off x="4764240" y="5392800"/>
              <a:ext cx="1440" cy="7920"/>
            </a:xfrm>
            <a:custGeom>
              <a:avLst/>
              <a:gdLst/>
              <a:ahLst/>
              <a:rect l="l" t="t" r="r" b="b"/>
              <a:pathLst>
                <a:path w="1" h="5">
                  <a:moveTo>
                    <a:pt x="0" y="0"/>
                  </a:moveTo>
                  <a:lnTo>
                    <a:pt x="0" y="0"/>
                  </a:lnTo>
                  <a:lnTo>
                    <a:pt x="0" y="4"/>
                  </a:lnTo>
                  <a:lnTo>
                    <a:pt x="0" y="4"/>
                  </a:lnTo>
                  <a:lnTo>
                    <a:pt x="0" y="4"/>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691" name=""/>
            <p:cNvSpPr/>
            <p:nvPr/>
          </p:nvSpPr>
          <p:spPr>
            <a:xfrm>
              <a:off x="4719600" y="5462640"/>
              <a:ext cx="3240" cy="7920"/>
            </a:xfrm>
            <a:custGeom>
              <a:avLst/>
              <a:gdLst/>
              <a:ahLst/>
              <a:rect l="l" t="t" r="r" b="b"/>
              <a:pathLst>
                <a:path w="2" h="5">
                  <a:moveTo>
                    <a:pt x="1" y="0"/>
                  </a:moveTo>
                  <a:lnTo>
                    <a:pt x="0" y="0"/>
                  </a:lnTo>
                  <a:lnTo>
                    <a:pt x="0" y="4"/>
                  </a:lnTo>
                  <a:lnTo>
                    <a:pt x="0" y="4"/>
                  </a:lnTo>
                  <a:lnTo>
                    <a:pt x="0" y="4"/>
                  </a:lnTo>
                  <a:lnTo>
                    <a:pt x="1" y="0"/>
                  </a:lnTo>
                  <a:lnTo>
                    <a:pt x="1"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692" name=""/>
            <p:cNvSpPr/>
            <p:nvPr/>
          </p:nvSpPr>
          <p:spPr>
            <a:xfrm>
              <a:off x="4719600" y="5462640"/>
              <a:ext cx="46080" cy="22320"/>
            </a:xfrm>
            <a:custGeom>
              <a:avLst/>
              <a:gdLst/>
              <a:ahLst/>
              <a:rect l="l" t="t" r="r" b="b"/>
              <a:pathLst>
                <a:path w="29" h="14">
                  <a:moveTo>
                    <a:pt x="28" y="13"/>
                  </a:moveTo>
                  <a:lnTo>
                    <a:pt x="28" y="13"/>
                  </a:lnTo>
                  <a:lnTo>
                    <a:pt x="24" y="13"/>
                  </a:lnTo>
                  <a:lnTo>
                    <a:pt x="16" y="8"/>
                  </a:lnTo>
                  <a:lnTo>
                    <a:pt x="15" y="8"/>
                  </a:lnTo>
                  <a:lnTo>
                    <a:pt x="12" y="4"/>
                  </a:lnTo>
                  <a:lnTo>
                    <a:pt x="2" y="4"/>
                  </a:lnTo>
                  <a:lnTo>
                    <a:pt x="2" y="0"/>
                  </a:lnTo>
                  <a:lnTo>
                    <a:pt x="1" y="0"/>
                  </a:lnTo>
                  <a:lnTo>
                    <a:pt x="0" y="4"/>
                  </a:lnTo>
                  <a:lnTo>
                    <a:pt x="1" y="4"/>
                  </a:lnTo>
                  <a:lnTo>
                    <a:pt x="2" y="4"/>
                  </a:lnTo>
                  <a:lnTo>
                    <a:pt x="12" y="8"/>
                  </a:lnTo>
                  <a:lnTo>
                    <a:pt x="15" y="12"/>
                  </a:lnTo>
                  <a:lnTo>
                    <a:pt x="16" y="13"/>
                  </a:lnTo>
                  <a:lnTo>
                    <a:pt x="24" y="13"/>
                  </a:lnTo>
                  <a:lnTo>
                    <a:pt x="28" y="13"/>
                  </a:lnTo>
                  <a:lnTo>
                    <a:pt x="28" y="13"/>
                  </a:lnTo>
                  <a:lnTo>
                    <a:pt x="28" y="13"/>
                  </a:lnTo>
                  <a:lnTo>
                    <a:pt x="28" y="13"/>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693" name=""/>
            <p:cNvSpPr/>
            <p:nvPr/>
          </p:nvSpPr>
          <p:spPr>
            <a:xfrm>
              <a:off x="4719600" y="5462640"/>
              <a:ext cx="3240" cy="7920"/>
            </a:xfrm>
            <a:custGeom>
              <a:avLst/>
              <a:gdLst/>
              <a:ahLst/>
              <a:rect l="l" t="t" r="r" b="b"/>
              <a:pathLst>
                <a:path w="2" h="5">
                  <a:moveTo>
                    <a:pt x="1" y="4"/>
                  </a:moveTo>
                  <a:lnTo>
                    <a:pt x="1" y="4"/>
                  </a:lnTo>
                  <a:lnTo>
                    <a:pt x="1" y="4"/>
                  </a:lnTo>
                  <a:lnTo>
                    <a:pt x="1" y="0"/>
                  </a:lnTo>
                  <a:lnTo>
                    <a:pt x="0" y="0"/>
                  </a:lnTo>
                  <a:lnTo>
                    <a:pt x="1" y="4"/>
                  </a:lnTo>
                  <a:lnTo>
                    <a:pt x="1"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694" name=""/>
            <p:cNvSpPr/>
            <p:nvPr/>
          </p:nvSpPr>
          <p:spPr>
            <a:xfrm>
              <a:off x="5006880" y="5532480"/>
              <a:ext cx="1800" cy="3240"/>
            </a:xfrm>
            <a:custGeom>
              <a:avLst/>
              <a:gdLst/>
              <a:ahLst/>
              <a:rect l="l" t="t" r="r" b="b"/>
              <a:pathLst>
                <a:path w="1" h="2">
                  <a:moveTo>
                    <a:pt x="0" y="1"/>
                  </a:moveTo>
                  <a:lnTo>
                    <a:pt x="0" y="1"/>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695" name=""/>
            <p:cNvSpPr/>
            <p:nvPr/>
          </p:nvSpPr>
          <p:spPr>
            <a:xfrm>
              <a:off x="4976640" y="5532480"/>
              <a:ext cx="32040" cy="3240"/>
            </a:xfrm>
            <a:custGeom>
              <a:avLst/>
              <a:gdLst/>
              <a:ahLst/>
              <a:rect l="l" t="t" r="r" b="b"/>
              <a:pathLst>
                <a:path w="20" h="2">
                  <a:moveTo>
                    <a:pt x="0" y="0"/>
                  </a:moveTo>
                  <a:lnTo>
                    <a:pt x="0" y="0"/>
                  </a:lnTo>
                  <a:lnTo>
                    <a:pt x="4" y="1"/>
                  </a:lnTo>
                  <a:lnTo>
                    <a:pt x="6" y="1"/>
                  </a:lnTo>
                  <a:lnTo>
                    <a:pt x="6" y="1"/>
                  </a:lnTo>
                  <a:lnTo>
                    <a:pt x="15" y="1"/>
                  </a:lnTo>
                  <a:lnTo>
                    <a:pt x="15" y="1"/>
                  </a:lnTo>
                  <a:lnTo>
                    <a:pt x="15" y="1"/>
                  </a:lnTo>
                  <a:lnTo>
                    <a:pt x="19" y="1"/>
                  </a:lnTo>
                  <a:lnTo>
                    <a:pt x="19" y="1"/>
                  </a:lnTo>
                  <a:lnTo>
                    <a:pt x="19" y="0"/>
                  </a:lnTo>
                  <a:lnTo>
                    <a:pt x="19" y="0"/>
                  </a:lnTo>
                  <a:lnTo>
                    <a:pt x="15" y="0"/>
                  </a:lnTo>
                  <a:lnTo>
                    <a:pt x="15" y="0"/>
                  </a:lnTo>
                  <a:lnTo>
                    <a:pt x="15" y="0"/>
                  </a:lnTo>
                  <a:lnTo>
                    <a:pt x="6" y="0"/>
                  </a:lnTo>
                  <a:lnTo>
                    <a:pt x="6" y="0"/>
                  </a:lnTo>
                  <a:lnTo>
                    <a:pt x="4"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696" name=""/>
            <p:cNvSpPr/>
            <p:nvPr/>
          </p:nvSpPr>
          <p:spPr>
            <a:xfrm>
              <a:off x="4951440" y="5519880"/>
              <a:ext cx="28440" cy="14040"/>
            </a:xfrm>
            <a:custGeom>
              <a:avLst/>
              <a:gdLst/>
              <a:ahLst/>
              <a:rect l="l" t="t" r="r" b="b"/>
              <a:pathLst>
                <a:path w="18" h="9">
                  <a:moveTo>
                    <a:pt x="0" y="8"/>
                  </a:moveTo>
                  <a:lnTo>
                    <a:pt x="0" y="8"/>
                  </a:lnTo>
                  <a:lnTo>
                    <a:pt x="2" y="8"/>
                  </a:lnTo>
                  <a:lnTo>
                    <a:pt x="2" y="8"/>
                  </a:lnTo>
                  <a:lnTo>
                    <a:pt x="2" y="8"/>
                  </a:lnTo>
                  <a:lnTo>
                    <a:pt x="10" y="8"/>
                  </a:lnTo>
                  <a:lnTo>
                    <a:pt x="11" y="8"/>
                  </a:lnTo>
                  <a:lnTo>
                    <a:pt x="15" y="8"/>
                  </a:lnTo>
                  <a:lnTo>
                    <a:pt x="16" y="8"/>
                  </a:lnTo>
                  <a:lnTo>
                    <a:pt x="17" y="8"/>
                  </a:lnTo>
                  <a:lnTo>
                    <a:pt x="15" y="8"/>
                  </a:lnTo>
                  <a:lnTo>
                    <a:pt x="11" y="4"/>
                  </a:lnTo>
                  <a:lnTo>
                    <a:pt x="10" y="4"/>
                  </a:lnTo>
                  <a:lnTo>
                    <a:pt x="2" y="4"/>
                  </a:lnTo>
                  <a:lnTo>
                    <a:pt x="2" y="0"/>
                  </a:lnTo>
                  <a:lnTo>
                    <a:pt x="2" y="0"/>
                  </a:lnTo>
                  <a:lnTo>
                    <a:pt x="0" y="0"/>
                  </a:lnTo>
                  <a:lnTo>
                    <a:pt x="0" y="0"/>
                  </a:lnTo>
                  <a:lnTo>
                    <a:pt x="0" y="8"/>
                  </a:lnTo>
                  <a:lnTo>
                    <a:pt x="0" y="8"/>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697" name=""/>
            <p:cNvSpPr/>
            <p:nvPr/>
          </p:nvSpPr>
          <p:spPr>
            <a:xfrm>
              <a:off x="4976640" y="553248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698" name=""/>
            <p:cNvSpPr/>
            <p:nvPr/>
          </p:nvSpPr>
          <p:spPr>
            <a:xfrm>
              <a:off x="5025960" y="545616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699" name=""/>
            <p:cNvSpPr/>
            <p:nvPr/>
          </p:nvSpPr>
          <p:spPr>
            <a:xfrm>
              <a:off x="5000760" y="5450040"/>
              <a:ext cx="27000" cy="7920"/>
            </a:xfrm>
            <a:custGeom>
              <a:avLst/>
              <a:gdLst/>
              <a:ahLst/>
              <a:rect l="l" t="t" r="r" b="b"/>
              <a:pathLst>
                <a:path w="17" h="5">
                  <a:moveTo>
                    <a:pt x="0" y="4"/>
                  </a:moveTo>
                  <a:lnTo>
                    <a:pt x="0" y="4"/>
                  </a:lnTo>
                  <a:lnTo>
                    <a:pt x="0" y="4"/>
                  </a:lnTo>
                  <a:lnTo>
                    <a:pt x="0" y="4"/>
                  </a:lnTo>
                  <a:lnTo>
                    <a:pt x="4" y="4"/>
                  </a:lnTo>
                  <a:lnTo>
                    <a:pt x="4" y="4"/>
                  </a:lnTo>
                  <a:lnTo>
                    <a:pt x="11" y="4"/>
                  </a:lnTo>
                  <a:lnTo>
                    <a:pt x="16" y="4"/>
                  </a:lnTo>
                  <a:lnTo>
                    <a:pt x="16" y="4"/>
                  </a:lnTo>
                  <a:lnTo>
                    <a:pt x="16" y="4"/>
                  </a:lnTo>
                  <a:lnTo>
                    <a:pt x="16" y="4"/>
                  </a:lnTo>
                  <a:lnTo>
                    <a:pt x="16" y="4"/>
                  </a:lnTo>
                  <a:lnTo>
                    <a:pt x="16" y="4"/>
                  </a:lnTo>
                  <a:lnTo>
                    <a:pt x="11" y="4"/>
                  </a:lnTo>
                  <a:lnTo>
                    <a:pt x="6" y="3"/>
                  </a:lnTo>
                  <a:lnTo>
                    <a:pt x="4" y="1"/>
                  </a:lnTo>
                  <a:lnTo>
                    <a:pt x="0" y="0"/>
                  </a:lnTo>
                  <a:lnTo>
                    <a:pt x="0" y="0"/>
                  </a:lnTo>
                  <a:lnTo>
                    <a:pt x="0" y="0"/>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700" name=""/>
            <p:cNvSpPr/>
            <p:nvPr/>
          </p:nvSpPr>
          <p:spPr>
            <a:xfrm>
              <a:off x="4975200" y="5432400"/>
              <a:ext cx="27000" cy="25560"/>
            </a:xfrm>
            <a:custGeom>
              <a:avLst/>
              <a:gdLst/>
              <a:ahLst/>
              <a:rect l="l" t="t" r="r" b="b"/>
              <a:pathLst>
                <a:path w="17" h="16">
                  <a:moveTo>
                    <a:pt x="0" y="2"/>
                  </a:moveTo>
                  <a:lnTo>
                    <a:pt x="1" y="1"/>
                  </a:lnTo>
                  <a:lnTo>
                    <a:pt x="5" y="1"/>
                  </a:lnTo>
                  <a:lnTo>
                    <a:pt x="7" y="2"/>
                  </a:lnTo>
                  <a:lnTo>
                    <a:pt x="7" y="2"/>
                  </a:lnTo>
                  <a:lnTo>
                    <a:pt x="7" y="7"/>
                  </a:lnTo>
                  <a:lnTo>
                    <a:pt x="12" y="11"/>
                  </a:lnTo>
                  <a:lnTo>
                    <a:pt x="13" y="14"/>
                  </a:lnTo>
                  <a:lnTo>
                    <a:pt x="16" y="15"/>
                  </a:lnTo>
                  <a:lnTo>
                    <a:pt x="16" y="11"/>
                  </a:lnTo>
                  <a:lnTo>
                    <a:pt x="16" y="11"/>
                  </a:lnTo>
                  <a:lnTo>
                    <a:pt x="13" y="7"/>
                  </a:lnTo>
                  <a:lnTo>
                    <a:pt x="12" y="2"/>
                  </a:lnTo>
                  <a:lnTo>
                    <a:pt x="7" y="1"/>
                  </a:lnTo>
                  <a:lnTo>
                    <a:pt x="7" y="1"/>
                  </a:lnTo>
                  <a:lnTo>
                    <a:pt x="5" y="0"/>
                  </a:lnTo>
                  <a:lnTo>
                    <a:pt x="1" y="0"/>
                  </a:lnTo>
                  <a:lnTo>
                    <a:pt x="0" y="1"/>
                  </a:lnTo>
                  <a:lnTo>
                    <a:pt x="0" y="2"/>
                  </a:lnTo>
                  <a:lnTo>
                    <a:pt x="0" y="2"/>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3701" name=""/>
            <p:cNvSpPr/>
            <p:nvPr/>
          </p:nvSpPr>
          <p:spPr>
            <a:xfrm>
              <a:off x="5000760" y="5450040"/>
              <a:ext cx="1440" cy="7920"/>
            </a:xfrm>
            <a:custGeom>
              <a:avLst/>
              <a:gdLst/>
              <a:ahLst/>
              <a:rect l="l" t="t" r="r" b="b"/>
              <a:pathLst>
                <a:path w="1" h="5">
                  <a:moveTo>
                    <a:pt x="0" y="0"/>
                  </a:moveTo>
                  <a:lnTo>
                    <a:pt x="0" y="1"/>
                  </a:lnTo>
                  <a:lnTo>
                    <a:pt x="0" y="3"/>
                  </a:lnTo>
                  <a:lnTo>
                    <a:pt x="0" y="4"/>
                  </a:lnTo>
                  <a:lnTo>
                    <a:pt x="0" y="4"/>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702" name=""/>
            <p:cNvSpPr/>
            <p:nvPr/>
          </p:nvSpPr>
          <p:spPr>
            <a:xfrm>
              <a:off x="5027760" y="5398920"/>
              <a:ext cx="6120" cy="1800"/>
            </a:xfrm>
            <a:custGeom>
              <a:avLst/>
              <a:gdLst/>
              <a:ahLst/>
              <a:rect l="l" t="t" r="r" b="b"/>
              <a:pathLst>
                <a:path w="4" h="1">
                  <a:moveTo>
                    <a:pt x="0" y="0"/>
                  </a:moveTo>
                  <a:lnTo>
                    <a:pt x="1" y="0"/>
                  </a:lnTo>
                  <a:lnTo>
                    <a:pt x="3" y="0"/>
                  </a:lnTo>
                  <a:lnTo>
                    <a:pt x="1"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703" name=""/>
            <p:cNvSpPr/>
            <p:nvPr/>
          </p:nvSpPr>
          <p:spPr>
            <a:xfrm>
              <a:off x="5006880" y="5391000"/>
              <a:ext cx="22320" cy="9720"/>
            </a:xfrm>
            <a:custGeom>
              <a:avLst/>
              <a:gdLst/>
              <a:ahLst/>
              <a:rect l="l" t="t" r="r" b="b"/>
              <a:pathLst>
                <a:path w="14" h="6">
                  <a:moveTo>
                    <a:pt x="0" y="0"/>
                  </a:moveTo>
                  <a:lnTo>
                    <a:pt x="0" y="0"/>
                  </a:lnTo>
                  <a:lnTo>
                    <a:pt x="7" y="1"/>
                  </a:lnTo>
                  <a:lnTo>
                    <a:pt x="12" y="5"/>
                  </a:lnTo>
                  <a:lnTo>
                    <a:pt x="12" y="5"/>
                  </a:lnTo>
                  <a:lnTo>
                    <a:pt x="13" y="5"/>
                  </a:lnTo>
                  <a:lnTo>
                    <a:pt x="13" y="5"/>
                  </a:lnTo>
                  <a:lnTo>
                    <a:pt x="13" y="5"/>
                  </a:lnTo>
                  <a:lnTo>
                    <a:pt x="13" y="5"/>
                  </a:lnTo>
                  <a:lnTo>
                    <a:pt x="13" y="5"/>
                  </a:lnTo>
                  <a:lnTo>
                    <a:pt x="13" y="5"/>
                  </a:lnTo>
                  <a:lnTo>
                    <a:pt x="13" y="5"/>
                  </a:lnTo>
                  <a:lnTo>
                    <a:pt x="13" y="5"/>
                  </a:lnTo>
                  <a:lnTo>
                    <a:pt x="13" y="5"/>
                  </a:lnTo>
                  <a:lnTo>
                    <a:pt x="13" y="5"/>
                  </a:lnTo>
                  <a:lnTo>
                    <a:pt x="12" y="1"/>
                  </a:lnTo>
                  <a:lnTo>
                    <a:pt x="12" y="1"/>
                  </a:lnTo>
                  <a:lnTo>
                    <a:pt x="7" y="0"/>
                  </a:lnTo>
                  <a:lnTo>
                    <a:pt x="2"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3704" name=""/>
            <p:cNvSpPr/>
            <p:nvPr/>
          </p:nvSpPr>
          <p:spPr>
            <a:xfrm>
              <a:off x="4967280" y="5381640"/>
              <a:ext cx="44280" cy="11160"/>
            </a:xfrm>
            <a:custGeom>
              <a:avLst/>
              <a:gdLst/>
              <a:ahLst/>
              <a:rect l="l" t="t" r="r" b="b"/>
              <a:pathLst>
                <a:path w="28" h="7">
                  <a:moveTo>
                    <a:pt x="0" y="1"/>
                  </a:moveTo>
                  <a:lnTo>
                    <a:pt x="1" y="1"/>
                  </a:lnTo>
                  <a:lnTo>
                    <a:pt x="5" y="1"/>
                  </a:lnTo>
                  <a:lnTo>
                    <a:pt x="6" y="2"/>
                  </a:lnTo>
                  <a:lnTo>
                    <a:pt x="12" y="4"/>
                  </a:lnTo>
                  <a:lnTo>
                    <a:pt x="17" y="4"/>
                  </a:lnTo>
                  <a:lnTo>
                    <a:pt x="21" y="6"/>
                  </a:lnTo>
                  <a:lnTo>
                    <a:pt x="21" y="6"/>
                  </a:lnTo>
                  <a:lnTo>
                    <a:pt x="25" y="6"/>
                  </a:lnTo>
                  <a:lnTo>
                    <a:pt x="27" y="6"/>
                  </a:lnTo>
                  <a:lnTo>
                    <a:pt x="25" y="6"/>
                  </a:lnTo>
                  <a:lnTo>
                    <a:pt x="21" y="2"/>
                  </a:lnTo>
                  <a:lnTo>
                    <a:pt x="17" y="0"/>
                  </a:lnTo>
                  <a:lnTo>
                    <a:pt x="12" y="0"/>
                  </a:lnTo>
                  <a:lnTo>
                    <a:pt x="6" y="0"/>
                  </a:lnTo>
                  <a:lnTo>
                    <a:pt x="5" y="0"/>
                  </a:lnTo>
                  <a:lnTo>
                    <a:pt x="1"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705" name=""/>
            <p:cNvSpPr/>
            <p:nvPr/>
          </p:nvSpPr>
          <p:spPr>
            <a:xfrm>
              <a:off x="5006880" y="539100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706" name=""/>
            <p:cNvSpPr/>
            <p:nvPr/>
          </p:nvSpPr>
          <p:spPr>
            <a:xfrm>
              <a:off x="5000760" y="541512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707" name=""/>
            <p:cNvSpPr/>
            <p:nvPr/>
          </p:nvSpPr>
          <p:spPr>
            <a:xfrm>
              <a:off x="4968720" y="5405400"/>
              <a:ext cx="33480" cy="11160"/>
            </a:xfrm>
            <a:custGeom>
              <a:avLst/>
              <a:gdLst/>
              <a:ahLst/>
              <a:rect l="l" t="t" r="r" b="b"/>
              <a:pathLst>
                <a:path w="21" h="7">
                  <a:moveTo>
                    <a:pt x="0" y="6"/>
                  </a:moveTo>
                  <a:lnTo>
                    <a:pt x="5" y="6"/>
                  </a:lnTo>
                  <a:lnTo>
                    <a:pt x="6" y="6"/>
                  </a:lnTo>
                  <a:lnTo>
                    <a:pt x="11" y="6"/>
                  </a:lnTo>
                  <a:lnTo>
                    <a:pt x="11" y="6"/>
                  </a:lnTo>
                  <a:lnTo>
                    <a:pt x="17" y="6"/>
                  </a:lnTo>
                  <a:lnTo>
                    <a:pt x="20" y="6"/>
                  </a:lnTo>
                  <a:lnTo>
                    <a:pt x="20" y="6"/>
                  </a:lnTo>
                  <a:lnTo>
                    <a:pt x="20" y="6"/>
                  </a:lnTo>
                  <a:lnTo>
                    <a:pt x="20" y="6"/>
                  </a:lnTo>
                  <a:lnTo>
                    <a:pt x="20" y="6"/>
                  </a:lnTo>
                  <a:lnTo>
                    <a:pt x="20" y="6"/>
                  </a:lnTo>
                  <a:lnTo>
                    <a:pt x="17" y="6"/>
                  </a:lnTo>
                  <a:lnTo>
                    <a:pt x="11" y="6"/>
                  </a:lnTo>
                  <a:lnTo>
                    <a:pt x="11" y="6"/>
                  </a:lnTo>
                  <a:lnTo>
                    <a:pt x="6" y="5"/>
                  </a:lnTo>
                  <a:lnTo>
                    <a:pt x="5" y="5"/>
                  </a:lnTo>
                  <a:lnTo>
                    <a:pt x="0" y="0"/>
                  </a:lnTo>
                  <a:lnTo>
                    <a:pt x="0" y="6"/>
                  </a:lnTo>
                  <a:lnTo>
                    <a:pt x="0" y="6"/>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708" name=""/>
            <p:cNvSpPr/>
            <p:nvPr/>
          </p:nvSpPr>
          <p:spPr>
            <a:xfrm>
              <a:off x="5000760" y="541512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709" name=""/>
            <p:cNvSpPr/>
            <p:nvPr/>
          </p:nvSpPr>
          <p:spPr>
            <a:xfrm>
              <a:off x="5059440" y="5335560"/>
              <a:ext cx="6120" cy="6480"/>
            </a:xfrm>
            <a:custGeom>
              <a:avLst/>
              <a:gdLst/>
              <a:ahLst/>
              <a:rect l="l" t="t" r="r" b="b"/>
              <a:pathLst>
                <a:path w="4" h="4">
                  <a:moveTo>
                    <a:pt x="0" y="0"/>
                  </a:moveTo>
                  <a:lnTo>
                    <a:pt x="0" y="3"/>
                  </a:lnTo>
                  <a:lnTo>
                    <a:pt x="0" y="3"/>
                  </a:lnTo>
                  <a:lnTo>
                    <a:pt x="0" y="3"/>
                  </a:lnTo>
                  <a:lnTo>
                    <a:pt x="3" y="0"/>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710" name=""/>
            <p:cNvSpPr/>
            <p:nvPr/>
          </p:nvSpPr>
          <p:spPr>
            <a:xfrm>
              <a:off x="5054760" y="5300640"/>
              <a:ext cx="10800" cy="36360"/>
            </a:xfrm>
            <a:custGeom>
              <a:avLst/>
              <a:gdLst/>
              <a:ahLst/>
              <a:rect l="l" t="t" r="r" b="b"/>
              <a:pathLst>
                <a:path w="7" h="23">
                  <a:moveTo>
                    <a:pt x="0" y="3"/>
                  </a:moveTo>
                  <a:lnTo>
                    <a:pt x="0" y="3"/>
                  </a:lnTo>
                  <a:lnTo>
                    <a:pt x="1" y="5"/>
                  </a:lnTo>
                  <a:lnTo>
                    <a:pt x="1" y="5"/>
                  </a:lnTo>
                  <a:lnTo>
                    <a:pt x="3" y="9"/>
                  </a:lnTo>
                  <a:lnTo>
                    <a:pt x="3" y="14"/>
                  </a:lnTo>
                  <a:lnTo>
                    <a:pt x="3" y="15"/>
                  </a:lnTo>
                  <a:lnTo>
                    <a:pt x="3" y="15"/>
                  </a:lnTo>
                  <a:lnTo>
                    <a:pt x="3" y="22"/>
                  </a:lnTo>
                  <a:lnTo>
                    <a:pt x="3" y="22"/>
                  </a:lnTo>
                  <a:lnTo>
                    <a:pt x="6" y="22"/>
                  </a:lnTo>
                  <a:lnTo>
                    <a:pt x="6" y="22"/>
                  </a:lnTo>
                  <a:lnTo>
                    <a:pt x="6" y="15"/>
                  </a:lnTo>
                  <a:lnTo>
                    <a:pt x="6" y="15"/>
                  </a:lnTo>
                  <a:lnTo>
                    <a:pt x="3" y="14"/>
                  </a:lnTo>
                  <a:lnTo>
                    <a:pt x="3" y="9"/>
                  </a:lnTo>
                  <a:lnTo>
                    <a:pt x="3" y="5"/>
                  </a:lnTo>
                  <a:lnTo>
                    <a:pt x="1" y="3"/>
                  </a:lnTo>
                  <a:lnTo>
                    <a:pt x="1" y="0"/>
                  </a:lnTo>
                  <a:lnTo>
                    <a:pt x="1" y="0"/>
                  </a:lnTo>
                  <a:lnTo>
                    <a:pt x="0" y="3"/>
                  </a:lnTo>
                  <a:lnTo>
                    <a:pt x="0" y="3"/>
                  </a:lnTo>
                </a:path>
              </a:pathLst>
            </a:custGeom>
            <a:solidFill>
              <a:srgbClr val="ffc0b6"/>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3711" name=""/>
            <p:cNvSpPr/>
            <p:nvPr/>
          </p:nvSpPr>
          <p:spPr>
            <a:xfrm>
              <a:off x="5025960" y="5265720"/>
              <a:ext cx="31680" cy="41400"/>
            </a:xfrm>
            <a:custGeom>
              <a:avLst/>
              <a:gdLst/>
              <a:ahLst/>
              <a:rect l="l" t="t" r="r" b="b"/>
              <a:pathLst>
                <a:path w="20" h="26">
                  <a:moveTo>
                    <a:pt x="0" y="2"/>
                  </a:moveTo>
                  <a:lnTo>
                    <a:pt x="0" y="2"/>
                  </a:lnTo>
                  <a:lnTo>
                    <a:pt x="1" y="5"/>
                  </a:lnTo>
                  <a:lnTo>
                    <a:pt x="1" y="5"/>
                  </a:lnTo>
                  <a:lnTo>
                    <a:pt x="2" y="9"/>
                  </a:lnTo>
                  <a:lnTo>
                    <a:pt x="4" y="12"/>
                  </a:lnTo>
                  <a:lnTo>
                    <a:pt x="11" y="16"/>
                  </a:lnTo>
                  <a:lnTo>
                    <a:pt x="14" y="19"/>
                  </a:lnTo>
                  <a:lnTo>
                    <a:pt x="16" y="22"/>
                  </a:lnTo>
                  <a:lnTo>
                    <a:pt x="18" y="25"/>
                  </a:lnTo>
                  <a:lnTo>
                    <a:pt x="19" y="22"/>
                  </a:lnTo>
                  <a:lnTo>
                    <a:pt x="18" y="22"/>
                  </a:lnTo>
                  <a:lnTo>
                    <a:pt x="15" y="19"/>
                  </a:lnTo>
                  <a:lnTo>
                    <a:pt x="14" y="16"/>
                  </a:lnTo>
                  <a:lnTo>
                    <a:pt x="11" y="12"/>
                  </a:lnTo>
                  <a:lnTo>
                    <a:pt x="4" y="9"/>
                  </a:lnTo>
                  <a:lnTo>
                    <a:pt x="2" y="5"/>
                  </a:lnTo>
                  <a:lnTo>
                    <a:pt x="1" y="2"/>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3712" name=""/>
            <p:cNvSpPr/>
            <p:nvPr/>
          </p:nvSpPr>
          <p:spPr>
            <a:xfrm>
              <a:off x="5000760" y="5245200"/>
              <a:ext cx="27000" cy="25200"/>
            </a:xfrm>
            <a:custGeom>
              <a:avLst/>
              <a:gdLst/>
              <a:ahLst/>
              <a:rect l="l" t="t" r="r" b="b"/>
              <a:pathLst>
                <a:path w="17" h="16">
                  <a:moveTo>
                    <a:pt x="0" y="2"/>
                  </a:moveTo>
                  <a:lnTo>
                    <a:pt x="0" y="2"/>
                  </a:lnTo>
                  <a:lnTo>
                    <a:pt x="0" y="2"/>
                  </a:lnTo>
                  <a:lnTo>
                    <a:pt x="0" y="5"/>
                  </a:lnTo>
                  <a:lnTo>
                    <a:pt x="0" y="5"/>
                  </a:lnTo>
                  <a:lnTo>
                    <a:pt x="4" y="10"/>
                  </a:lnTo>
                  <a:lnTo>
                    <a:pt x="6" y="12"/>
                  </a:lnTo>
                  <a:lnTo>
                    <a:pt x="15" y="13"/>
                  </a:lnTo>
                  <a:lnTo>
                    <a:pt x="16" y="15"/>
                  </a:lnTo>
                  <a:lnTo>
                    <a:pt x="16" y="13"/>
                  </a:lnTo>
                  <a:lnTo>
                    <a:pt x="16" y="13"/>
                  </a:lnTo>
                  <a:lnTo>
                    <a:pt x="8" y="10"/>
                  </a:lnTo>
                  <a:lnTo>
                    <a:pt x="4" y="5"/>
                  </a:lnTo>
                  <a:lnTo>
                    <a:pt x="4" y="5"/>
                  </a:lnTo>
                  <a:lnTo>
                    <a:pt x="0" y="2"/>
                  </a:lnTo>
                  <a:lnTo>
                    <a:pt x="0" y="2"/>
                  </a:lnTo>
                  <a:lnTo>
                    <a:pt x="0" y="2"/>
                  </a:lnTo>
                  <a:lnTo>
                    <a:pt x="0" y="0"/>
                  </a:lnTo>
                  <a:lnTo>
                    <a:pt x="0" y="2"/>
                  </a:lnTo>
                  <a:lnTo>
                    <a:pt x="0" y="2"/>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3713" name=""/>
            <p:cNvSpPr/>
            <p:nvPr/>
          </p:nvSpPr>
          <p:spPr>
            <a:xfrm>
              <a:off x="5025960" y="5265720"/>
              <a:ext cx="1800" cy="4680"/>
            </a:xfrm>
            <a:custGeom>
              <a:avLst/>
              <a:gdLst/>
              <a:ahLst/>
              <a:rect l="l" t="t" r="r" b="b"/>
              <a:pathLst>
                <a:path w="1" h="3">
                  <a:moveTo>
                    <a:pt x="0" y="0"/>
                  </a:moveTo>
                  <a:lnTo>
                    <a:pt x="0" y="0"/>
                  </a:lnTo>
                  <a:lnTo>
                    <a:pt x="0" y="0"/>
                  </a:lnTo>
                  <a:lnTo>
                    <a:pt x="0" y="0"/>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714" name=""/>
            <p:cNvSpPr/>
            <p:nvPr/>
          </p:nvSpPr>
          <p:spPr>
            <a:xfrm>
              <a:off x="5073480" y="5300640"/>
              <a:ext cx="5040" cy="6480"/>
            </a:xfrm>
            <a:custGeom>
              <a:avLst/>
              <a:gdLst/>
              <a:ahLst/>
              <a:rect l="l" t="t" r="r" b="b"/>
              <a:pathLst>
                <a:path w="3" h="4">
                  <a:moveTo>
                    <a:pt x="0" y="0"/>
                  </a:moveTo>
                  <a:lnTo>
                    <a:pt x="0" y="3"/>
                  </a:lnTo>
                  <a:lnTo>
                    <a:pt x="2" y="3"/>
                  </a:lnTo>
                  <a:lnTo>
                    <a:pt x="2" y="3"/>
                  </a:lnTo>
                  <a:lnTo>
                    <a:pt x="2" y="3"/>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715" name=""/>
            <p:cNvSpPr/>
            <p:nvPr/>
          </p:nvSpPr>
          <p:spPr>
            <a:xfrm>
              <a:off x="5073480" y="5265720"/>
              <a:ext cx="5040" cy="41400"/>
            </a:xfrm>
            <a:custGeom>
              <a:avLst/>
              <a:gdLst/>
              <a:ahLst/>
              <a:rect l="l" t="t" r="r" b="b"/>
              <a:pathLst>
                <a:path w="3" h="26">
                  <a:moveTo>
                    <a:pt x="0" y="2"/>
                  </a:moveTo>
                  <a:lnTo>
                    <a:pt x="0" y="2"/>
                  </a:lnTo>
                  <a:lnTo>
                    <a:pt x="0" y="5"/>
                  </a:lnTo>
                  <a:lnTo>
                    <a:pt x="2" y="9"/>
                  </a:lnTo>
                  <a:lnTo>
                    <a:pt x="2" y="12"/>
                  </a:lnTo>
                  <a:lnTo>
                    <a:pt x="2" y="16"/>
                  </a:lnTo>
                  <a:lnTo>
                    <a:pt x="2" y="19"/>
                  </a:lnTo>
                  <a:lnTo>
                    <a:pt x="0" y="22"/>
                  </a:lnTo>
                  <a:lnTo>
                    <a:pt x="0" y="22"/>
                  </a:lnTo>
                  <a:lnTo>
                    <a:pt x="0" y="22"/>
                  </a:lnTo>
                  <a:lnTo>
                    <a:pt x="2" y="25"/>
                  </a:lnTo>
                  <a:lnTo>
                    <a:pt x="2" y="22"/>
                  </a:lnTo>
                  <a:lnTo>
                    <a:pt x="2" y="22"/>
                  </a:lnTo>
                  <a:lnTo>
                    <a:pt x="2" y="19"/>
                  </a:lnTo>
                  <a:lnTo>
                    <a:pt x="2" y="16"/>
                  </a:lnTo>
                  <a:lnTo>
                    <a:pt x="2" y="12"/>
                  </a:lnTo>
                  <a:lnTo>
                    <a:pt x="2" y="9"/>
                  </a:lnTo>
                  <a:lnTo>
                    <a:pt x="2" y="5"/>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5400" bIns="-5400" anchor="t">
              <a:noAutofit/>
            </a:bodyPr>
            <a:p>
              <a:endParaRPr b="0" lang="en-IN" sz="2400" strike="noStrike" u="none">
                <a:solidFill>
                  <a:srgbClr val="ffffff"/>
                </a:solidFill>
                <a:effectLst/>
                <a:uFillTx/>
                <a:latin typeface="Times New Roman"/>
              </a:endParaRPr>
            </a:p>
          </p:txBody>
        </p:sp>
        <p:sp>
          <p:nvSpPr>
            <p:cNvPr id="3716" name=""/>
            <p:cNvSpPr/>
            <p:nvPr/>
          </p:nvSpPr>
          <p:spPr>
            <a:xfrm>
              <a:off x="5056200" y="5248440"/>
              <a:ext cx="19080" cy="21960"/>
            </a:xfrm>
            <a:custGeom>
              <a:avLst/>
              <a:gdLst/>
              <a:ahLst/>
              <a:rect l="l" t="t" r="r" b="b"/>
              <a:pathLst>
                <a:path w="12" h="14">
                  <a:moveTo>
                    <a:pt x="0" y="0"/>
                  </a:moveTo>
                  <a:lnTo>
                    <a:pt x="0" y="0"/>
                  </a:lnTo>
                  <a:lnTo>
                    <a:pt x="0" y="3"/>
                  </a:lnTo>
                  <a:lnTo>
                    <a:pt x="0" y="3"/>
                  </a:lnTo>
                  <a:lnTo>
                    <a:pt x="0" y="7"/>
                  </a:lnTo>
                  <a:lnTo>
                    <a:pt x="2" y="8"/>
                  </a:lnTo>
                  <a:lnTo>
                    <a:pt x="2" y="8"/>
                  </a:lnTo>
                  <a:lnTo>
                    <a:pt x="5" y="11"/>
                  </a:lnTo>
                  <a:lnTo>
                    <a:pt x="9" y="11"/>
                  </a:lnTo>
                  <a:lnTo>
                    <a:pt x="11" y="13"/>
                  </a:lnTo>
                  <a:lnTo>
                    <a:pt x="11" y="11"/>
                  </a:lnTo>
                  <a:lnTo>
                    <a:pt x="9" y="11"/>
                  </a:lnTo>
                  <a:lnTo>
                    <a:pt x="7" y="8"/>
                  </a:lnTo>
                  <a:lnTo>
                    <a:pt x="2" y="8"/>
                  </a:lnTo>
                  <a:lnTo>
                    <a:pt x="2" y="3"/>
                  </a:lnTo>
                  <a:lnTo>
                    <a:pt x="2" y="3"/>
                  </a:lnTo>
                  <a:lnTo>
                    <a:pt x="0" y="3"/>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3717" name=""/>
            <p:cNvSpPr/>
            <p:nvPr/>
          </p:nvSpPr>
          <p:spPr>
            <a:xfrm>
              <a:off x="5054760" y="5216400"/>
              <a:ext cx="2880" cy="33480"/>
            </a:xfrm>
            <a:custGeom>
              <a:avLst/>
              <a:gdLst/>
              <a:ahLst/>
              <a:rect l="l" t="t" r="r" b="b"/>
              <a:pathLst>
                <a:path w="2" h="21">
                  <a:moveTo>
                    <a:pt x="0" y="6"/>
                  </a:moveTo>
                  <a:lnTo>
                    <a:pt x="0" y="6"/>
                  </a:lnTo>
                  <a:lnTo>
                    <a:pt x="1" y="6"/>
                  </a:lnTo>
                  <a:lnTo>
                    <a:pt x="1" y="14"/>
                  </a:lnTo>
                  <a:lnTo>
                    <a:pt x="1" y="20"/>
                  </a:lnTo>
                  <a:lnTo>
                    <a:pt x="1" y="20"/>
                  </a:lnTo>
                  <a:lnTo>
                    <a:pt x="1" y="14"/>
                  </a:lnTo>
                  <a:lnTo>
                    <a:pt x="1" y="6"/>
                  </a:lnTo>
                  <a:lnTo>
                    <a:pt x="1" y="6"/>
                  </a:lnTo>
                  <a:lnTo>
                    <a:pt x="0" y="0"/>
                  </a:lnTo>
                  <a:lnTo>
                    <a:pt x="0" y="6"/>
                  </a:lnTo>
                  <a:lnTo>
                    <a:pt x="0" y="6"/>
                  </a:lnTo>
                </a:path>
              </a:pathLst>
            </a:custGeom>
            <a:solidFill>
              <a:srgbClr val="ffc0b6"/>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3718" name=""/>
            <p:cNvSpPr/>
            <p:nvPr/>
          </p:nvSpPr>
          <p:spPr>
            <a:xfrm>
              <a:off x="5056200" y="5245200"/>
              <a:ext cx="1440" cy="468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719" name=""/>
            <p:cNvSpPr/>
            <p:nvPr/>
          </p:nvSpPr>
          <p:spPr>
            <a:xfrm>
              <a:off x="5092560" y="5284800"/>
              <a:ext cx="5040" cy="7920"/>
            </a:xfrm>
            <a:custGeom>
              <a:avLst/>
              <a:gdLst/>
              <a:ahLst/>
              <a:rect l="l" t="t" r="r" b="b"/>
              <a:pathLst>
                <a:path w="3" h="5">
                  <a:moveTo>
                    <a:pt x="0" y="0"/>
                  </a:moveTo>
                  <a:lnTo>
                    <a:pt x="0" y="1"/>
                  </a:lnTo>
                  <a:lnTo>
                    <a:pt x="0" y="4"/>
                  </a:lnTo>
                  <a:lnTo>
                    <a:pt x="2" y="4"/>
                  </a:lnTo>
                  <a:lnTo>
                    <a:pt x="2" y="1"/>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720" name=""/>
            <p:cNvSpPr/>
            <p:nvPr/>
          </p:nvSpPr>
          <p:spPr>
            <a:xfrm>
              <a:off x="5092560" y="5259240"/>
              <a:ext cx="15840" cy="28800"/>
            </a:xfrm>
            <a:custGeom>
              <a:avLst/>
              <a:gdLst/>
              <a:ahLst/>
              <a:rect l="l" t="t" r="r" b="b"/>
              <a:pathLst>
                <a:path w="10" h="18">
                  <a:moveTo>
                    <a:pt x="5" y="1"/>
                  </a:moveTo>
                  <a:lnTo>
                    <a:pt x="5" y="1"/>
                  </a:lnTo>
                  <a:lnTo>
                    <a:pt x="9" y="3"/>
                  </a:lnTo>
                  <a:lnTo>
                    <a:pt x="9" y="4"/>
                  </a:lnTo>
                  <a:lnTo>
                    <a:pt x="9" y="9"/>
                  </a:lnTo>
                  <a:lnTo>
                    <a:pt x="5" y="9"/>
                  </a:lnTo>
                  <a:lnTo>
                    <a:pt x="2" y="13"/>
                  </a:lnTo>
                  <a:lnTo>
                    <a:pt x="2" y="16"/>
                  </a:lnTo>
                  <a:lnTo>
                    <a:pt x="0" y="16"/>
                  </a:lnTo>
                  <a:lnTo>
                    <a:pt x="0" y="16"/>
                  </a:lnTo>
                  <a:lnTo>
                    <a:pt x="2" y="17"/>
                  </a:lnTo>
                  <a:lnTo>
                    <a:pt x="2" y="16"/>
                  </a:lnTo>
                  <a:lnTo>
                    <a:pt x="5" y="16"/>
                  </a:lnTo>
                  <a:lnTo>
                    <a:pt x="9" y="13"/>
                  </a:lnTo>
                  <a:lnTo>
                    <a:pt x="9" y="9"/>
                  </a:lnTo>
                  <a:lnTo>
                    <a:pt x="9" y="9"/>
                  </a:lnTo>
                  <a:lnTo>
                    <a:pt x="9" y="4"/>
                  </a:lnTo>
                  <a:lnTo>
                    <a:pt x="9" y="3"/>
                  </a:lnTo>
                  <a:lnTo>
                    <a:pt x="9" y="0"/>
                  </a:lnTo>
                  <a:lnTo>
                    <a:pt x="9" y="0"/>
                  </a:lnTo>
                  <a:lnTo>
                    <a:pt x="5" y="1"/>
                  </a:lnTo>
                  <a:lnTo>
                    <a:pt x="5" y="1"/>
                  </a:lnTo>
                </a:path>
              </a:pathLst>
            </a:custGeom>
            <a:solidFill>
              <a:srgbClr val="ffc0b6"/>
            </a:solidFill>
            <a:ln w="0">
              <a:noFill/>
            </a:ln>
          </p:spPr>
          <p:style>
            <a:lnRef idx="0"/>
            <a:fillRef idx="0"/>
            <a:effectRef idx="0"/>
            <a:fontRef idx="minor"/>
          </p:style>
          <p:txBody>
            <a:bodyPr lIns="90000" rIns="90000" tIns="-18000" bIns="-18000" anchor="t">
              <a:noAutofit/>
            </a:bodyPr>
            <a:p>
              <a:endParaRPr b="0" lang="en-IN" sz="2400" strike="noStrike" u="none">
                <a:solidFill>
                  <a:srgbClr val="ffffff"/>
                </a:solidFill>
                <a:effectLst/>
                <a:uFillTx/>
                <a:latin typeface="Times New Roman"/>
              </a:endParaRPr>
            </a:p>
          </p:txBody>
        </p:sp>
        <p:sp>
          <p:nvSpPr>
            <p:cNvPr id="3721" name=""/>
            <p:cNvSpPr/>
            <p:nvPr/>
          </p:nvSpPr>
          <p:spPr>
            <a:xfrm>
              <a:off x="5092560" y="5238720"/>
              <a:ext cx="15840" cy="23760"/>
            </a:xfrm>
            <a:custGeom>
              <a:avLst/>
              <a:gdLst/>
              <a:ahLst/>
              <a:rect l="l" t="t" r="r" b="b"/>
              <a:pathLst>
                <a:path w="10" h="15">
                  <a:moveTo>
                    <a:pt x="2" y="0"/>
                  </a:moveTo>
                  <a:lnTo>
                    <a:pt x="2" y="0"/>
                  </a:lnTo>
                  <a:lnTo>
                    <a:pt x="0" y="4"/>
                  </a:lnTo>
                  <a:lnTo>
                    <a:pt x="0" y="4"/>
                  </a:lnTo>
                  <a:lnTo>
                    <a:pt x="2" y="9"/>
                  </a:lnTo>
                  <a:lnTo>
                    <a:pt x="5" y="14"/>
                  </a:lnTo>
                  <a:lnTo>
                    <a:pt x="9" y="13"/>
                  </a:lnTo>
                  <a:lnTo>
                    <a:pt x="5" y="9"/>
                  </a:lnTo>
                  <a:lnTo>
                    <a:pt x="5" y="4"/>
                  </a:lnTo>
                  <a:lnTo>
                    <a:pt x="5" y="4"/>
                  </a:lnTo>
                  <a:lnTo>
                    <a:pt x="5" y="0"/>
                  </a:lnTo>
                  <a:lnTo>
                    <a:pt x="5" y="0"/>
                  </a:lnTo>
                  <a:lnTo>
                    <a:pt x="2" y="0"/>
                  </a:lnTo>
                  <a:lnTo>
                    <a:pt x="2"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722" name=""/>
            <p:cNvSpPr/>
            <p:nvPr/>
          </p:nvSpPr>
          <p:spPr>
            <a:xfrm>
              <a:off x="5095800" y="5200560"/>
              <a:ext cx="12600" cy="39600"/>
            </a:xfrm>
            <a:custGeom>
              <a:avLst/>
              <a:gdLst/>
              <a:ahLst/>
              <a:rect l="l" t="t" r="r" b="b"/>
              <a:pathLst>
                <a:path w="8" h="25">
                  <a:moveTo>
                    <a:pt x="0" y="0"/>
                  </a:moveTo>
                  <a:lnTo>
                    <a:pt x="3" y="2"/>
                  </a:lnTo>
                  <a:lnTo>
                    <a:pt x="3" y="2"/>
                  </a:lnTo>
                  <a:lnTo>
                    <a:pt x="3" y="6"/>
                  </a:lnTo>
                  <a:lnTo>
                    <a:pt x="3" y="10"/>
                  </a:lnTo>
                  <a:lnTo>
                    <a:pt x="3" y="16"/>
                  </a:lnTo>
                  <a:lnTo>
                    <a:pt x="0" y="16"/>
                  </a:lnTo>
                  <a:lnTo>
                    <a:pt x="0" y="16"/>
                  </a:lnTo>
                  <a:lnTo>
                    <a:pt x="0" y="24"/>
                  </a:lnTo>
                  <a:lnTo>
                    <a:pt x="3" y="24"/>
                  </a:lnTo>
                  <a:lnTo>
                    <a:pt x="3" y="17"/>
                  </a:lnTo>
                  <a:lnTo>
                    <a:pt x="7" y="16"/>
                  </a:lnTo>
                  <a:lnTo>
                    <a:pt x="7" y="16"/>
                  </a:lnTo>
                  <a:lnTo>
                    <a:pt x="7" y="10"/>
                  </a:lnTo>
                  <a:lnTo>
                    <a:pt x="7" y="6"/>
                  </a:lnTo>
                  <a:lnTo>
                    <a:pt x="7" y="2"/>
                  </a:lnTo>
                  <a:lnTo>
                    <a:pt x="7" y="2"/>
                  </a:lnTo>
                  <a:lnTo>
                    <a:pt x="3" y="0"/>
                  </a:lnTo>
                  <a:lnTo>
                    <a:pt x="0" y="0"/>
                  </a:lnTo>
                  <a:lnTo>
                    <a:pt x="0" y="0"/>
                  </a:lnTo>
                </a:path>
              </a:pathLst>
            </a:custGeom>
            <a:solidFill>
              <a:srgbClr val="ffc0b6"/>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3723" name=""/>
            <p:cNvSpPr/>
            <p:nvPr/>
          </p:nvSpPr>
          <p:spPr>
            <a:xfrm>
              <a:off x="5095800" y="5227560"/>
              <a:ext cx="6480" cy="15840"/>
            </a:xfrm>
            <a:custGeom>
              <a:avLst/>
              <a:gdLst/>
              <a:ahLst/>
              <a:rect l="l" t="t" r="r" b="b"/>
              <a:pathLst>
                <a:path w="4" h="10">
                  <a:moveTo>
                    <a:pt x="3" y="1"/>
                  </a:moveTo>
                  <a:lnTo>
                    <a:pt x="0" y="0"/>
                  </a:lnTo>
                  <a:lnTo>
                    <a:pt x="0" y="1"/>
                  </a:lnTo>
                  <a:lnTo>
                    <a:pt x="0" y="7"/>
                  </a:lnTo>
                  <a:lnTo>
                    <a:pt x="0" y="9"/>
                  </a:lnTo>
                  <a:lnTo>
                    <a:pt x="3" y="1"/>
                  </a:lnTo>
                  <a:lnTo>
                    <a:pt x="3" y="1"/>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724" name=""/>
            <p:cNvSpPr/>
            <p:nvPr/>
          </p:nvSpPr>
          <p:spPr>
            <a:xfrm>
              <a:off x="5076720" y="5226120"/>
              <a:ext cx="1800" cy="3240"/>
            </a:xfrm>
            <a:custGeom>
              <a:avLst/>
              <a:gdLst/>
              <a:ahLst/>
              <a:rect l="l" t="t" r="r" b="b"/>
              <a:pathLst>
                <a:path w="1" h="2">
                  <a:moveTo>
                    <a:pt x="0" y="0"/>
                  </a:moveTo>
                  <a:lnTo>
                    <a:pt x="0" y="1"/>
                  </a:lnTo>
                  <a:lnTo>
                    <a:pt x="0" y="1"/>
                  </a:lnTo>
                  <a:lnTo>
                    <a:pt x="0" y="1"/>
                  </a:lnTo>
                  <a:lnTo>
                    <a:pt x="0"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725" name=""/>
            <p:cNvSpPr/>
            <p:nvPr/>
          </p:nvSpPr>
          <p:spPr>
            <a:xfrm>
              <a:off x="5059440" y="5173560"/>
              <a:ext cx="25200" cy="54000"/>
            </a:xfrm>
            <a:custGeom>
              <a:avLst/>
              <a:gdLst/>
              <a:ahLst/>
              <a:rect l="l" t="t" r="r" b="b"/>
              <a:pathLst>
                <a:path w="16" h="34">
                  <a:moveTo>
                    <a:pt x="0" y="2"/>
                  </a:moveTo>
                  <a:lnTo>
                    <a:pt x="7" y="2"/>
                  </a:lnTo>
                  <a:lnTo>
                    <a:pt x="9" y="8"/>
                  </a:lnTo>
                  <a:lnTo>
                    <a:pt x="9" y="17"/>
                  </a:lnTo>
                  <a:lnTo>
                    <a:pt x="11" y="20"/>
                  </a:lnTo>
                  <a:lnTo>
                    <a:pt x="11" y="27"/>
                  </a:lnTo>
                  <a:lnTo>
                    <a:pt x="11" y="33"/>
                  </a:lnTo>
                  <a:lnTo>
                    <a:pt x="11" y="33"/>
                  </a:lnTo>
                  <a:lnTo>
                    <a:pt x="11" y="33"/>
                  </a:lnTo>
                  <a:lnTo>
                    <a:pt x="11" y="33"/>
                  </a:lnTo>
                  <a:lnTo>
                    <a:pt x="11" y="33"/>
                  </a:lnTo>
                  <a:lnTo>
                    <a:pt x="11" y="33"/>
                  </a:lnTo>
                  <a:lnTo>
                    <a:pt x="15" y="27"/>
                  </a:lnTo>
                  <a:lnTo>
                    <a:pt x="11" y="20"/>
                  </a:lnTo>
                  <a:lnTo>
                    <a:pt x="11" y="17"/>
                  </a:lnTo>
                  <a:lnTo>
                    <a:pt x="11" y="8"/>
                  </a:lnTo>
                  <a:lnTo>
                    <a:pt x="9" y="2"/>
                  </a:lnTo>
                  <a:lnTo>
                    <a:pt x="0" y="0"/>
                  </a:lnTo>
                  <a:lnTo>
                    <a:pt x="0" y="2"/>
                  </a:lnTo>
                  <a:lnTo>
                    <a:pt x="0" y="2"/>
                  </a:lnTo>
                </a:path>
              </a:pathLst>
            </a:custGeom>
            <a:solidFill>
              <a:srgbClr val="ffc0b6"/>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3726" name=""/>
            <p:cNvSpPr/>
            <p:nvPr/>
          </p:nvSpPr>
          <p:spPr>
            <a:xfrm>
              <a:off x="5076720" y="5226120"/>
              <a:ext cx="180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727" name=""/>
            <p:cNvSpPr/>
            <p:nvPr/>
          </p:nvSpPr>
          <p:spPr>
            <a:xfrm>
              <a:off x="5119560" y="525312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728" name=""/>
            <p:cNvSpPr/>
            <p:nvPr/>
          </p:nvSpPr>
          <p:spPr>
            <a:xfrm>
              <a:off x="5119560" y="5226120"/>
              <a:ext cx="1800" cy="28440"/>
            </a:xfrm>
            <a:custGeom>
              <a:avLst/>
              <a:gdLst/>
              <a:ahLst/>
              <a:rect l="l" t="t" r="r" b="b"/>
              <a:pathLst>
                <a:path w="1" h="18">
                  <a:moveTo>
                    <a:pt x="0" y="0"/>
                  </a:moveTo>
                  <a:lnTo>
                    <a:pt x="0" y="0"/>
                  </a:lnTo>
                  <a:lnTo>
                    <a:pt x="0" y="0"/>
                  </a:lnTo>
                  <a:lnTo>
                    <a:pt x="0" y="12"/>
                  </a:lnTo>
                  <a:lnTo>
                    <a:pt x="0" y="14"/>
                  </a:lnTo>
                  <a:lnTo>
                    <a:pt x="0" y="17"/>
                  </a:lnTo>
                  <a:lnTo>
                    <a:pt x="0" y="17"/>
                  </a:lnTo>
                  <a:lnTo>
                    <a:pt x="0" y="14"/>
                  </a:lnTo>
                  <a:lnTo>
                    <a:pt x="0" y="12"/>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3729" name=""/>
            <p:cNvSpPr/>
            <p:nvPr/>
          </p:nvSpPr>
          <p:spPr>
            <a:xfrm>
              <a:off x="5119560" y="5183280"/>
              <a:ext cx="15840" cy="44280"/>
            </a:xfrm>
            <a:custGeom>
              <a:avLst/>
              <a:gdLst/>
              <a:ahLst/>
              <a:rect l="l" t="t" r="r" b="b"/>
              <a:pathLst>
                <a:path w="10" h="28">
                  <a:moveTo>
                    <a:pt x="0" y="2"/>
                  </a:moveTo>
                  <a:lnTo>
                    <a:pt x="0" y="3"/>
                  </a:lnTo>
                  <a:lnTo>
                    <a:pt x="0" y="10"/>
                  </a:lnTo>
                  <a:lnTo>
                    <a:pt x="0" y="11"/>
                  </a:lnTo>
                  <a:lnTo>
                    <a:pt x="0" y="13"/>
                  </a:lnTo>
                  <a:lnTo>
                    <a:pt x="0" y="15"/>
                  </a:lnTo>
                  <a:lnTo>
                    <a:pt x="0" y="17"/>
                  </a:lnTo>
                  <a:lnTo>
                    <a:pt x="0" y="21"/>
                  </a:lnTo>
                  <a:lnTo>
                    <a:pt x="0" y="27"/>
                  </a:lnTo>
                  <a:lnTo>
                    <a:pt x="0" y="27"/>
                  </a:lnTo>
                  <a:lnTo>
                    <a:pt x="0" y="21"/>
                  </a:lnTo>
                  <a:lnTo>
                    <a:pt x="0" y="18"/>
                  </a:lnTo>
                  <a:lnTo>
                    <a:pt x="1" y="15"/>
                  </a:lnTo>
                  <a:lnTo>
                    <a:pt x="6" y="13"/>
                  </a:lnTo>
                  <a:lnTo>
                    <a:pt x="9" y="11"/>
                  </a:lnTo>
                  <a:lnTo>
                    <a:pt x="9" y="10"/>
                  </a:lnTo>
                  <a:lnTo>
                    <a:pt x="6" y="3"/>
                  </a:lnTo>
                  <a:lnTo>
                    <a:pt x="1" y="0"/>
                  </a:lnTo>
                  <a:lnTo>
                    <a:pt x="0" y="2"/>
                  </a:lnTo>
                  <a:lnTo>
                    <a:pt x="0" y="2"/>
                  </a:lnTo>
                </a:path>
              </a:pathLst>
            </a:custGeom>
            <a:solidFill>
              <a:srgbClr val="ffc0b6"/>
            </a:solidFill>
            <a:ln w="0">
              <a:noFill/>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3730" name=""/>
            <p:cNvSpPr/>
            <p:nvPr/>
          </p:nvSpPr>
          <p:spPr>
            <a:xfrm>
              <a:off x="5119560" y="5216400"/>
              <a:ext cx="1800" cy="11160"/>
            </a:xfrm>
            <a:custGeom>
              <a:avLst/>
              <a:gdLst/>
              <a:ahLst/>
              <a:rect l="l" t="t" r="r" b="b"/>
              <a:pathLst>
                <a:path w="1" h="7">
                  <a:moveTo>
                    <a:pt x="0" y="5"/>
                  </a:moveTo>
                  <a:lnTo>
                    <a:pt x="0" y="0"/>
                  </a:lnTo>
                  <a:lnTo>
                    <a:pt x="0" y="5"/>
                  </a:lnTo>
                  <a:lnTo>
                    <a:pt x="0" y="6"/>
                  </a:lnTo>
                  <a:lnTo>
                    <a:pt x="0" y="6"/>
                  </a:lnTo>
                  <a:lnTo>
                    <a:pt x="0" y="5"/>
                  </a:lnTo>
                  <a:lnTo>
                    <a:pt x="0" y="5"/>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731" name=""/>
            <p:cNvSpPr/>
            <p:nvPr/>
          </p:nvSpPr>
          <p:spPr>
            <a:xfrm>
              <a:off x="5119560" y="5340240"/>
              <a:ext cx="1800" cy="5040"/>
            </a:xfrm>
            <a:custGeom>
              <a:avLst/>
              <a:gdLst/>
              <a:ahLst/>
              <a:rect l="l" t="t" r="r" b="b"/>
              <a:pathLst>
                <a:path w="1" h="3">
                  <a:moveTo>
                    <a:pt x="0" y="0"/>
                  </a:moveTo>
                  <a:lnTo>
                    <a:pt x="0" y="2"/>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732" name=""/>
            <p:cNvSpPr/>
            <p:nvPr/>
          </p:nvSpPr>
          <p:spPr>
            <a:xfrm>
              <a:off x="5119560" y="5308560"/>
              <a:ext cx="50760" cy="36720"/>
            </a:xfrm>
            <a:custGeom>
              <a:avLst/>
              <a:gdLst/>
              <a:ahLst/>
              <a:rect l="l" t="t" r="r" b="b"/>
              <a:pathLst>
                <a:path w="32" h="23">
                  <a:moveTo>
                    <a:pt x="28" y="0"/>
                  </a:moveTo>
                  <a:lnTo>
                    <a:pt x="28" y="0"/>
                  </a:lnTo>
                  <a:lnTo>
                    <a:pt x="26" y="4"/>
                  </a:lnTo>
                  <a:lnTo>
                    <a:pt x="19" y="9"/>
                  </a:lnTo>
                  <a:lnTo>
                    <a:pt x="17" y="10"/>
                  </a:lnTo>
                  <a:lnTo>
                    <a:pt x="13" y="12"/>
                  </a:lnTo>
                  <a:lnTo>
                    <a:pt x="9" y="17"/>
                  </a:lnTo>
                  <a:lnTo>
                    <a:pt x="6" y="20"/>
                  </a:lnTo>
                  <a:lnTo>
                    <a:pt x="0" y="20"/>
                  </a:lnTo>
                  <a:lnTo>
                    <a:pt x="0" y="20"/>
                  </a:lnTo>
                  <a:lnTo>
                    <a:pt x="0" y="22"/>
                  </a:lnTo>
                  <a:lnTo>
                    <a:pt x="0" y="22"/>
                  </a:lnTo>
                  <a:lnTo>
                    <a:pt x="6" y="20"/>
                  </a:lnTo>
                  <a:lnTo>
                    <a:pt x="9" y="20"/>
                  </a:lnTo>
                  <a:lnTo>
                    <a:pt x="13" y="17"/>
                  </a:lnTo>
                  <a:lnTo>
                    <a:pt x="17" y="10"/>
                  </a:lnTo>
                  <a:lnTo>
                    <a:pt x="26" y="9"/>
                  </a:lnTo>
                  <a:lnTo>
                    <a:pt x="28" y="6"/>
                  </a:lnTo>
                  <a:lnTo>
                    <a:pt x="31" y="0"/>
                  </a:lnTo>
                  <a:lnTo>
                    <a:pt x="31" y="0"/>
                  </a:lnTo>
                  <a:lnTo>
                    <a:pt x="28" y="0"/>
                  </a:lnTo>
                  <a:lnTo>
                    <a:pt x="28" y="0"/>
                  </a:lnTo>
                </a:path>
              </a:pathLst>
            </a:custGeom>
            <a:solidFill>
              <a:srgbClr val="ffc0b6"/>
            </a:solidFill>
            <a:ln w="0">
              <a:noFill/>
            </a:ln>
          </p:spPr>
          <p:style>
            <a:lnRef idx="0"/>
            <a:fillRef idx="0"/>
            <a:effectRef idx="0"/>
            <a:fontRef idx="minor"/>
          </p:style>
          <p:txBody>
            <a:bodyPr lIns="90000" rIns="90000" tIns="-10080" bIns="-10080" anchor="t">
              <a:noAutofit/>
            </a:bodyPr>
            <a:p>
              <a:endParaRPr b="0" lang="en-IN" sz="2400" strike="noStrike" u="none">
                <a:solidFill>
                  <a:srgbClr val="ffffff"/>
                </a:solidFill>
                <a:effectLst/>
                <a:uFillTx/>
                <a:latin typeface="Times New Roman"/>
              </a:endParaRPr>
            </a:p>
          </p:txBody>
        </p:sp>
        <p:sp>
          <p:nvSpPr>
            <p:cNvPr id="3733" name=""/>
            <p:cNvSpPr/>
            <p:nvPr/>
          </p:nvSpPr>
          <p:spPr>
            <a:xfrm>
              <a:off x="5164200" y="5280120"/>
              <a:ext cx="9360" cy="30240"/>
            </a:xfrm>
            <a:custGeom>
              <a:avLst/>
              <a:gdLst/>
              <a:ahLst/>
              <a:rect l="l" t="t" r="r" b="b"/>
              <a:pathLst>
                <a:path w="6" h="19">
                  <a:moveTo>
                    <a:pt x="3" y="0"/>
                  </a:moveTo>
                  <a:lnTo>
                    <a:pt x="3" y="0"/>
                  </a:lnTo>
                  <a:lnTo>
                    <a:pt x="3" y="0"/>
                  </a:lnTo>
                  <a:lnTo>
                    <a:pt x="3" y="3"/>
                  </a:lnTo>
                  <a:lnTo>
                    <a:pt x="3" y="7"/>
                  </a:lnTo>
                  <a:lnTo>
                    <a:pt x="3" y="7"/>
                  </a:lnTo>
                  <a:lnTo>
                    <a:pt x="3" y="13"/>
                  </a:lnTo>
                  <a:lnTo>
                    <a:pt x="3" y="13"/>
                  </a:lnTo>
                  <a:lnTo>
                    <a:pt x="3" y="18"/>
                  </a:lnTo>
                  <a:lnTo>
                    <a:pt x="0" y="18"/>
                  </a:lnTo>
                  <a:lnTo>
                    <a:pt x="3" y="18"/>
                  </a:lnTo>
                  <a:lnTo>
                    <a:pt x="3" y="18"/>
                  </a:lnTo>
                  <a:lnTo>
                    <a:pt x="3" y="16"/>
                  </a:lnTo>
                  <a:lnTo>
                    <a:pt x="3" y="13"/>
                  </a:lnTo>
                  <a:lnTo>
                    <a:pt x="3" y="10"/>
                  </a:lnTo>
                  <a:lnTo>
                    <a:pt x="3" y="7"/>
                  </a:lnTo>
                  <a:lnTo>
                    <a:pt x="3" y="3"/>
                  </a:lnTo>
                  <a:lnTo>
                    <a:pt x="3" y="3"/>
                  </a:lnTo>
                  <a:lnTo>
                    <a:pt x="5" y="0"/>
                  </a:lnTo>
                  <a:lnTo>
                    <a:pt x="5" y="0"/>
                  </a:lnTo>
                  <a:lnTo>
                    <a:pt x="3" y="0"/>
                  </a:lnTo>
                  <a:lnTo>
                    <a:pt x="3" y="0"/>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3734" name=""/>
            <p:cNvSpPr/>
            <p:nvPr/>
          </p:nvSpPr>
          <p:spPr>
            <a:xfrm>
              <a:off x="5168880" y="5216400"/>
              <a:ext cx="57240" cy="65160"/>
            </a:xfrm>
            <a:custGeom>
              <a:avLst/>
              <a:gdLst/>
              <a:ahLst/>
              <a:rect l="l" t="t" r="r" b="b"/>
              <a:pathLst>
                <a:path w="36" h="41">
                  <a:moveTo>
                    <a:pt x="31" y="0"/>
                  </a:moveTo>
                  <a:lnTo>
                    <a:pt x="25" y="6"/>
                  </a:lnTo>
                  <a:lnTo>
                    <a:pt x="25" y="8"/>
                  </a:lnTo>
                  <a:lnTo>
                    <a:pt x="21" y="18"/>
                  </a:lnTo>
                  <a:lnTo>
                    <a:pt x="19" y="23"/>
                  </a:lnTo>
                  <a:lnTo>
                    <a:pt x="16" y="30"/>
                  </a:lnTo>
                  <a:lnTo>
                    <a:pt x="13" y="33"/>
                  </a:lnTo>
                  <a:lnTo>
                    <a:pt x="2" y="36"/>
                  </a:lnTo>
                  <a:lnTo>
                    <a:pt x="0" y="40"/>
                  </a:lnTo>
                  <a:lnTo>
                    <a:pt x="2" y="40"/>
                  </a:lnTo>
                  <a:lnTo>
                    <a:pt x="6" y="40"/>
                  </a:lnTo>
                  <a:lnTo>
                    <a:pt x="13" y="36"/>
                  </a:lnTo>
                  <a:lnTo>
                    <a:pt x="16" y="31"/>
                  </a:lnTo>
                  <a:lnTo>
                    <a:pt x="20" y="23"/>
                  </a:lnTo>
                  <a:lnTo>
                    <a:pt x="21" y="20"/>
                  </a:lnTo>
                  <a:lnTo>
                    <a:pt x="25" y="14"/>
                  </a:lnTo>
                  <a:lnTo>
                    <a:pt x="34" y="6"/>
                  </a:lnTo>
                  <a:lnTo>
                    <a:pt x="35" y="0"/>
                  </a:lnTo>
                  <a:lnTo>
                    <a:pt x="31" y="0"/>
                  </a:lnTo>
                  <a:lnTo>
                    <a:pt x="31" y="0"/>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3735" name=""/>
            <p:cNvSpPr/>
            <p:nvPr/>
          </p:nvSpPr>
          <p:spPr>
            <a:xfrm>
              <a:off x="5168880" y="5280120"/>
              <a:ext cx="4680" cy="1440"/>
            </a:xfrm>
            <a:custGeom>
              <a:avLst/>
              <a:gdLst/>
              <a:ahLst/>
              <a:rect l="l" t="t" r="r" b="b"/>
              <a:pathLst>
                <a:path w="3" h="1">
                  <a:moveTo>
                    <a:pt x="2" y="0"/>
                  </a:moveTo>
                  <a:lnTo>
                    <a:pt x="2" y="0"/>
                  </a:lnTo>
                  <a:lnTo>
                    <a:pt x="2"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736" name=""/>
            <p:cNvSpPr/>
            <p:nvPr/>
          </p:nvSpPr>
          <p:spPr>
            <a:xfrm>
              <a:off x="5194440" y="5308560"/>
              <a:ext cx="1440" cy="7920"/>
            </a:xfrm>
            <a:custGeom>
              <a:avLst/>
              <a:gdLst/>
              <a:ahLst/>
              <a:rect l="l" t="t" r="r" b="b"/>
              <a:pathLst>
                <a:path w="1" h="5">
                  <a:moveTo>
                    <a:pt x="0" y="0"/>
                  </a:moveTo>
                  <a:lnTo>
                    <a:pt x="0" y="2"/>
                  </a:lnTo>
                  <a:lnTo>
                    <a:pt x="0" y="2"/>
                  </a:lnTo>
                  <a:lnTo>
                    <a:pt x="0" y="4"/>
                  </a:lnTo>
                  <a:lnTo>
                    <a:pt x="0" y="4"/>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737" name=""/>
            <p:cNvSpPr/>
            <p:nvPr/>
          </p:nvSpPr>
          <p:spPr>
            <a:xfrm>
              <a:off x="5194440" y="5291280"/>
              <a:ext cx="31680" cy="25200"/>
            </a:xfrm>
            <a:custGeom>
              <a:avLst/>
              <a:gdLst/>
              <a:ahLst/>
              <a:rect l="l" t="t" r="r" b="b"/>
              <a:pathLst>
                <a:path w="20" h="16">
                  <a:moveTo>
                    <a:pt x="18" y="0"/>
                  </a:moveTo>
                  <a:lnTo>
                    <a:pt x="18" y="0"/>
                  </a:lnTo>
                  <a:lnTo>
                    <a:pt x="18" y="3"/>
                  </a:lnTo>
                  <a:lnTo>
                    <a:pt x="10" y="6"/>
                  </a:lnTo>
                  <a:lnTo>
                    <a:pt x="9" y="6"/>
                  </a:lnTo>
                  <a:lnTo>
                    <a:pt x="5" y="9"/>
                  </a:lnTo>
                  <a:lnTo>
                    <a:pt x="3" y="11"/>
                  </a:lnTo>
                  <a:lnTo>
                    <a:pt x="3" y="11"/>
                  </a:lnTo>
                  <a:lnTo>
                    <a:pt x="0" y="11"/>
                  </a:lnTo>
                  <a:lnTo>
                    <a:pt x="0" y="11"/>
                  </a:lnTo>
                  <a:lnTo>
                    <a:pt x="0" y="15"/>
                  </a:lnTo>
                  <a:lnTo>
                    <a:pt x="3" y="15"/>
                  </a:lnTo>
                  <a:lnTo>
                    <a:pt x="3" y="13"/>
                  </a:lnTo>
                  <a:lnTo>
                    <a:pt x="5" y="11"/>
                  </a:lnTo>
                  <a:lnTo>
                    <a:pt x="5" y="11"/>
                  </a:lnTo>
                  <a:lnTo>
                    <a:pt x="9" y="9"/>
                  </a:lnTo>
                  <a:lnTo>
                    <a:pt x="18" y="6"/>
                  </a:lnTo>
                  <a:lnTo>
                    <a:pt x="19" y="3"/>
                  </a:lnTo>
                  <a:lnTo>
                    <a:pt x="19" y="0"/>
                  </a:lnTo>
                  <a:lnTo>
                    <a:pt x="19" y="0"/>
                  </a:lnTo>
                  <a:lnTo>
                    <a:pt x="18" y="0"/>
                  </a:lnTo>
                  <a:lnTo>
                    <a:pt x="18" y="0"/>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3738" name=""/>
            <p:cNvSpPr/>
            <p:nvPr/>
          </p:nvSpPr>
          <p:spPr>
            <a:xfrm>
              <a:off x="5222880" y="5261040"/>
              <a:ext cx="12600" cy="31680"/>
            </a:xfrm>
            <a:custGeom>
              <a:avLst/>
              <a:gdLst/>
              <a:ahLst/>
              <a:rect l="l" t="t" r="r" b="b"/>
              <a:pathLst>
                <a:path w="8" h="20">
                  <a:moveTo>
                    <a:pt x="5" y="0"/>
                  </a:moveTo>
                  <a:lnTo>
                    <a:pt x="5" y="0"/>
                  </a:lnTo>
                  <a:lnTo>
                    <a:pt x="5" y="0"/>
                  </a:lnTo>
                  <a:lnTo>
                    <a:pt x="1" y="3"/>
                  </a:lnTo>
                  <a:lnTo>
                    <a:pt x="1" y="3"/>
                  </a:lnTo>
                  <a:lnTo>
                    <a:pt x="1" y="8"/>
                  </a:lnTo>
                  <a:lnTo>
                    <a:pt x="1" y="8"/>
                  </a:lnTo>
                  <a:lnTo>
                    <a:pt x="1" y="12"/>
                  </a:lnTo>
                  <a:lnTo>
                    <a:pt x="0" y="15"/>
                  </a:lnTo>
                  <a:lnTo>
                    <a:pt x="0" y="19"/>
                  </a:lnTo>
                  <a:lnTo>
                    <a:pt x="1" y="19"/>
                  </a:lnTo>
                  <a:lnTo>
                    <a:pt x="1" y="15"/>
                  </a:lnTo>
                  <a:lnTo>
                    <a:pt x="1" y="15"/>
                  </a:lnTo>
                  <a:lnTo>
                    <a:pt x="1" y="12"/>
                  </a:lnTo>
                  <a:lnTo>
                    <a:pt x="1" y="8"/>
                  </a:lnTo>
                  <a:lnTo>
                    <a:pt x="5" y="5"/>
                  </a:lnTo>
                  <a:lnTo>
                    <a:pt x="7" y="3"/>
                  </a:lnTo>
                  <a:lnTo>
                    <a:pt x="7" y="3"/>
                  </a:lnTo>
                  <a:lnTo>
                    <a:pt x="7" y="2"/>
                  </a:lnTo>
                  <a:lnTo>
                    <a:pt x="7" y="2"/>
                  </a:lnTo>
                  <a:lnTo>
                    <a:pt x="5" y="0"/>
                  </a:lnTo>
                  <a:lnTo>
                    <a:pt x="5" y="0"/>
                  </a:lnTo>
                </a:path>
              </a:pathLst>
            </a:custGeom>
            <a:solidFill>
              <a:srgbClr val="ffc0b6"/>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3739" name=""/>
            <p:cNvSpPr/>
            <p:nvPr/>
          </p:nvSpPr>
          <p:spPr>
            <a:xfrm>
              <a:off x="5230800" y="5203800"/>
              <a:ext cx="28440" cy="61920"/>
            </a:xfrm>
            <a:custGeom>
              <a:avLst/>
              <a:gdLst/>
              <a:ahLst/>
              <a:rect l="l" t="t" r="r" b="b"/>
              <a:pathLst>
                <a:path w="18" h="39">
                  <a:moveTo>
                    <a:pt x="17" y="0"/>
                  </a:moveTo>
                  <a:lnTo>
                    <a:pt x="17" y="4"/>
                  </a:lnTo>
                  <a:lnTo>
                    <a:pt x="12" y="14"/>
                  </a:lnTo>
                  <a:lnTo>
                    <a:pt x="11" y="14"/>
                  </a:lnTo>
                  <a:lnTo>
                    <a:pt x="5" y="26"/>
                  </a:lnTo>
                  <a:lnTo>
                    <a:pt x="2" y="28"/>
                  </a:lnTo>
                  <a:lnTo>
                    <a:pt x="2" y="31"/>
                  </a:lnTo>
                  <a:lnTo>
                    <a:pt x="2" y="36"/>
                  </a:lnTo>
                  <a:lnTo>
                    <a:pt x="0" y="36"/>
                  </a:lnTo>
                  <a:lnTo>
                    <a:pt x="2" y="38"/>
                  </a:lnTo>
                  <a:lnTo>
                    <a:pt x="2" y="36"/>
                  </a:lnTo>
                  <a:lnTo>
                    <a:pt x="2" y="31"/>
                  </a:lnTo>
                  <a:lnTo>
                    <a:pt x="5" y="28"/>
                  </a:lnTo>
                  <a:lnTo>
                    <a:pt x="7" y="26"/>
                  </a:lnTo>
                  <a:lnTo>
                    <a:pt x="12" y="14"/>
                  </a:lnTo>
                  <a:lnTo>
                    <a:pt x="17" y="14"/>
                  </a:lnTo>
                  <a:lnTo>
                    <a:pt x="17" y="4"/>
                  </a:lnTo>
                  <a:lnTo>
                    <a:pt x="17" y="0"/>
                  </a:lnTo>
                  <a:lnTo>
                    <a:pt x="17" y="0"/>
                  </a:lnTo>
                  <a:lnTo>
                    <a:pt x="17" y="0"/>
                  </a:lnTo>
                </a:path>
              </a:pathLst>
            </a:custGeom>
            <a:solidFill>
              <a:srgbClr val="ffc0b6"/>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3740" name=""/>
            <p:cNvSpPr/>
            <p:nvPr/>
          </p:nvSpPr>
          <p:spPr>
            <a:xfrm>
              <a:off x="5230800" y="5261040"/>
              <a:ext cx="4680" cy="1440"/>
            </a:xfrm>
            <a:custGeom>
              <a:avLst/>
              <a:gdLst/>
              <a:ahLst/>
              <a:rect l="l" t="t" r="r" b="b"/>
              <a:pathLst>
                <a:path w="3" h="1">
                  <a:moveTo>
                    <a:pt x="2" y="0"/>
                  </a:moveTo>
                  <a:lnTo>
                    <a:pt x="2" y="0"/>
                  </a:lnTo>
                  <a:lnTo>
                    <a:pt x="2"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741" name=""/>
            <p:cNvSpPr/>
            <p:nvPr/>
          </p:nvSpPr>
          <p:spPr>
            <a:xfrm>
              <a:off x="5322960" y="5245200"/>
              <a:ext cx="20520" cy="1440"/>
            </a:xfrm>
            <a:custGeom>
              <a:avLst/>
              <a:gdLst/>
              <a:ahLst/>
              <a:rect l="l" t="t" r="r" b="b"/>
              <a:pathLst>
                <a:path w="13" h="1">
                  <a:moveTo>
                    <a:pt x="12" y="0"/>
                  </a:moveTo>
                  <a:lnTo>
                    <a:pt x="8" y="0"/>
                  </a:lnTo>
                  <a:lnTo>
                    <a:pt x="5" y="0"/>
                  </a:lnTo>
                  <a:lnTo>
                    <a:pt x="5" y="0"/>
                  </a:lnTo>
                  <a:lnTo>
                    <a:pt x="0" y="0"/>
                  </a:lnTo>
                  <a:lnTo>
                    <a:pt x="12" y="0"/>
                  </a:lnTo>
                  <a:lnTo>
                    <a:pt x="1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742" name=""/>
            <p:cNvSpPr/>
            <p:nvPr/>
          </p:nvSpPr>
          <p:spPr>
            <a:xfrm>
              <a:off x="5322960" y="5245200"/>
              <a:ext cx="20520" cy="25200"/>
            </a:xfrm>
            <a:custGeom>
              <a:avLst/>
              <a:gdLst/>
              <a:ahLst/>
              <a:rect l="l" t="t" r="r" b="b"/>
              <a:pathLst>
                <a:path w="13" h="16">
                  <a:moveTo>
                    <a:pt x="0" y="15"/>
                  </a:moveTo>
                  <a:lnTo>
                    <a:pt x="0" y="15"/>
                  </a:lnTo>
                  <a:lnTo>
                    <a:pt x="5" y="13"/>
                  </a:lnTo>
                  <a:lnTo>
                    <a:pt x="12" y="12"/>
                  </a:lnTo>
                  <a:lnTo>
                    <a:pt x="12" y="10"/>
                  </a:lnTo>
                  <a:lnTo>
                    <a:pt x="12" y="5"/>
                  </a:lnTo>
                  <a:lnTo>
                    <a:pt x="12" y="2"/>
                  </a:lnTo>
                  <a:lnTo>
                    <a:pt x="12" y="2"/>
                  </a:lnTo>
                  <a:lnTo>
                    <a:pt x="12" y="0"/>
                  </a:lnTo>
                  <a:lnTo>
                    <a:pt x="12" y="0"/>
                  </a:lnTo>
                  <a:lnTo>
                    <a:pt x="0" y="0"/>
                  </a:lnTo>
                  <a:lnTo>
                    <a:pt x="5" y="2"/>
                  </a:lnTo>
                  <a:lnTo>
                    <a:pt x="5" y="2"/>
                  </a:lnTo>
                  <a:lnTo>
                    <a:pt x="5" y="2"/>
                  </a:lnTo>
                  <a:lnTo>
                    <a:pt x="5" y="5"/>
                  </a:lnTo>
                  <a:lnTo>
                    <a:pt x="5" y="10"/>
                  </a:lnTo>
                  <a:lnTo>
                    <a:pt x="5" y="10"/>
                  </a:lnTo>
                  <a:lnTo>
                    <a:pt x="0" y="13"/>
                  </a:lnTo>
                  <a:lnTo>
                    <a:pt x="0" y="13"/>
                  </a:lnTo>
                  <a:lnTo>
                    <a:pt x="0" y="13"/>
                  </a:lnTo>
                  <a:lnTo>
                    <a:pt x="0" y="15"/>
                  </a:lnTo>
                  <a:lnTo>
                    <a:pt x="0" y="15"/>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3743" name=""/>
            <p:cNvSpPr/>
            <p:nvPr/>
          </p:nvSpPr>
          <p:spPr>
            <a:xfrm>
              <a:off x="5307120" y="5265720"/>
              <a:ext cx="17280" cy="20520"/>
            </a:xfrm>
            <a:custGeom>
              <a:avLst/>
              <a:gdLst/>
              <a:ahLst/>
              <a:rect l="l" t="t" r="r" b="b"/>
              <a:pathLst>
                <a:path w="11" h="13">
                  <a:moveTo>
                    <a:pt x="3" y="12"/>
                  </a:moveTo>
                  <a:lnTo>
                    <a:pt x="3" y="12"/>
                  </a:lnTo>
                  <a:lnTo>
                    <a:pt x="3" y="9"/>
                  </a:lnTo>
                  <a:lnTo>
                    <a:pt x="3" y="9"/>
                  </a:lnTo>
                  <a:lnTo>
                    <a:pt x="3" y="9"/>
                  </a:lnTo>
                  <a:lnTo>
                    <a:pt x="7" y="5"/>
                  </a:lnTo>
                  <a:lnTo>
                    <a:pt x="7" y="5"/>
                  </a:lnTo>
                  <a:lnTo>
                    <a:pt x="7" y="5"/>
                  </a:lnTo>
                  <a:lnTo>
                    <a:pt x="9" y="5"/>
                  </a:lnTo>
                  <a:lnTo>
                    <a:pt x="10" y="2"/>
                  </a:lnTo>
                  <a:lnTo>
                    <a:pt x="10" y="0"/>
                  </a:lnTo>
                  <a:lnTo>
                    <a:pt x="7" y="2"/>
                  </a:lnTo>
                  <a:lnTo>
                    <a:pt x="7" y="5"/>
                  </a:lnTo>
                  <a:lnTo>
                    <a:pt x="7" y="5"/>
                  </a:lnTo>
                  <a:lnTo>
                    <a:pt x="3" y="5"/>
                  </a:lnTo>
                  <a:lnTo>
                    <a:pt x="3" y="5"/>
                  </a:lnTo>
                  <a:lnTo>
                    <a:pt x="2" y="5"/>
                  </a:lnTo>
                  <a:lnTo>
                    <a:pt x="0" y="9"/>
                  </a:lnTo>
                  <a:lnTo>
                    <a:pt x="0" y="12"/>
                  </a:lnTo>
                  <a:lnTo>
                    <a:pt x="0" y="12"/>
                  </a:lnTo>
                  <a:lnTo>
                    <a:pt x="3" y="12"/>
                  </a:lnTo>
                  <a:lnTo>
                    <a:pt x="3" y="12"/>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744" name=""/>
            <p:cNvSpPr/>
            <p:nvPr/>
          </p:nvSpPr>
          <p:spPr>
            <a:xfrm>
              <a:off x="5283360" y="5284800"/>
              <a:ext cx="29880" cy="25560"/>
            </a:xfrm>
            <a:custGeom>
              <a:avLst/>
              <a:gdLst/>
              <a:ahLst/>
              <a:rect l="l" t="t" r="r" b="b"/>
              <a:pathLst>
                <a:path w="19" h="16">
                  <a:moveTo>
                    <a:pt x="0" y="15"/>
                  </a:moveTo>
                  <a:lnTo>
                    <a:pt x="3" y="15"/>
                  </a:lnTo>
                  <a:lnTo>
                    <a:pt x="11" y="15"/>
                  </a:lnTo>
                  <a:lnTo>
                    <a:pt x="12" y="13"/>
                  </a:lnTo>
                  <a:lnTo>
                    <a:pt x="13" y="10"/>
                  </a:lnTo>
                  <a:lnTo>
                    <a:pt x="15" y="7"/>
                  </a:lnTo>
                  <a:lnTo>
                    <a:pt x="15" y="4"/>
                  </a:lnTo>
                  <a:lnTo>
                    <a:pt x="18" y="1"/>
                  </a:lnTo>
                  <a:lnTo>
                    <a:pt x="18" y="0"/>
                  </a:lnTo>
                  <a:lnTo>
                    <a:pt x="15" y="0"/>
                  </a:lnTo>
                  <a:lnTo>
                    <a:pt x="15" y="0"/>
                  </a:lnTo>
                  <a:lnTo>
                    <a:pt x="15" y="4"/>
                  </a:lnTo>
                  <a:lnTo>
                    <a:pt x="13" y="7"/>
                  </a:lnTo>
                  <a:lnTo>
                    <a:pt x="12" y="10"/>
                  </a:lnTo>
                  <a:lnTo>
                    <a:pt x="12" y="10"/>
                  </a:lnTo>
                  <a:lnTo>
                    <a:pt x="11" y="13"/>
                  </a:lnTo>
                  <a:lnTo>
                    <a:pt x="0" y="13"/>
                  </a:lnTo>
                  <a:lnTo>
                    <a:pt x="0" y="13"/>
                  </a:lnTo>
                  <a:lnTo>
                    <a:pt x="0" y="15"/>
                  </a:lnTo>
                  <a:lnTo>
                    <a:pt x="0" y="15"/>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3745" name=""/>
            <p:cNvSpPr/>
            <p:nvPr/>
          </p:nvSpPr>
          <p:spPr>
            <a:xfrm>
              <a:off x="5307120" y="5280120"/>
              <a:ext cx="4680" cy="6120"/>
            </a:xfrm>
            <a:custGeom>
              <a:avLst/>
              <a:gdLst/>
              <a:ahLst/>
              <a:rect l="l" t="t" r="r" b="b"/>
              <a:pathLst>
                <a:path w="3" h="4">
                  <a:moveTo>
                    <a:pt x="2" y="0"/>
                  </a:moveTo>
                  <a:lnTo>
                    <a:pt x="0" y="3"/>
                  </a:lnTo>
                  <a:lnTo>
                    <a:pt x="0" y="3"/>
                  </a:lnTo>
                  <a:lnTo>
                    <a:pt x="0" y="3"/>
                  </a:lnTo>
                  <a:lnTo>
                    <a:pt x="2" y="3"/>
                  </a:lnTo>
                  <a:lnTo>
                    <a:pt x="2" y="0"/>
                  </a:lnTo>
                  <a:lnTo>
                    <a:pt x="2"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746" name=""/>
            <p:cNvSpPr/>
            <p:nvPr/>
          </p:nvSpPr>
          <p:spPr>
            <a:xfrm>
              <a:off x="5353200" y="530064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747" name=""/>
            <p:cNvSpPr/>
            <p:nvPr/>
          </p:nvSpPr>
          <p:spPr>
            <a:xfrm>
              <a:off x="5353200" y="5261040"/>
              <a:ext cx="28440" cy="41040"/>
            </a:xfrm>
            <a:custGeom>
              <a:avLst/>
              <a:gdLst/>
              <a:ahLst/>
              <a:rect l="l" t="t" r="r" b="b"/>
              <a:pathLst>
                <a:path w="18" h="26">
                  <a:moveTo>
                    <a:pt x="17" y="0"/>
                  </a:moveTo>
                  <a:lnTo>
                    <a:pt x="17" y="0"/>
                  </a:lnTo>
                  <a:lnTo>
                    <a:pt x="15" y="2"/>
                  </a:lnTo>
                  <a:lnTo>
                    <a:pt x="14" y="3"/>
                  </a:lnTo>
                  <a:lnTo>
                    <a:pt x="11" y="8"/>
                  </a:lnTo>
                  <a:lnTo>
                    <a:pt x="5" y="12"/>
                  </a:lnTo>
                  <a:lnTo>
                    <a:pt x="0" y="19"/>
                  </a:lnTo>
                  <a:lnTo>
                    <a:pt x="0" y="22"/>
                  </a:lnTo>
                  <a:lnTo>
                    <a:pt x="0" y="25"/>
                  </a:lnTo>
                  <a:lnTo>
                    <a:pt x="0" y="25"/>
                  </a:lnTo>
                  <a:lnTo>
                    <a:pt x="0" y="25"/>
                  </a:lnTo>
                  <a:lnTo>
                    <a:pt x="0" y="25"/>
                  </a:lnTo>
                  <a:lnTo>
                    <a:pt x="0" y="22"/>
                  </a:lnTo>
                  <a:lnTo>
                    <a:pt x="2" y="19"/>
                  </a:lnTo>
                  <a:lnTo>
                    <a:pt x="11" y="15"/>
                  </a:lnTo>
                  <a:lnTo>
                    <a:pt x="14" y="8"/>
                  </a:lnTo>
                  <a:lnTo>
                    <a:pt x="15" y="5"/>
                  </a:lnTo>
                  <a:lnTo>
                    <a:pt x="15" y="3"/>
                  </a:lnTo>
                  <a:lnTo>
                    <a:pt x="17" y="0"/>
                  </a:lnTo>
                  <a:lnTo>
                    <a:pt x="17" y="0"/>
                  </a:lnTo>
                  <a:lnTo>
                    <a:pt x="17" y="0"/>
                  </a:lnTo>
                  <a:lnTo>
                    <a:pt x="17" y="0"/>
                  </a:lnTo>
                </a:path>
              </a:pathLst>
            </a:custGeom>
            <a:solidFill>
              <a:srgbClr val="ffc0b6"/>
            </a:solidFill>
            <a:ln w="0">
              <a:noFill/>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3748" name=""/>
            <p:cNvSpPr/>
            <p:nvPr/>
          </p:nvSpPr>
          <p:spPr>
            <a:xfrm>
              <a:off x="5380200" y="5226120"/>
              <a:ext cx="27000" cy="36360"/>
            </a:xfrm>
            <a:custGeom>
              <a:avLst/>
              <a:gdLst/>
              <a:ahLst/>
              <a:rect l="l" t="t" r="r" b="b"/>
              <a:pathLst>
                <a:path w="17" h="23">
                  <a:moveTo>
                    <a:pt x="16" y="0"/>
                  </a:moveTo>
                  <a:lnTo>
                    <a:pt x="16" y="0"/>
                  </a:lnTo>
                  <a:lnTo>
                    <a:pt x="11" y="0"/>
                  </a:lnTo>
                  <a:lnTo>
                    <a:pt x="11" y="0"/>
                  </a:lnTo>
                  <a:lnTo>
                    <a:pt x="11" y="2"/>
                  </a:lnTo>
                  <a:lnTo>
                    <a:pt x="8" y="12"/>
                  </a:lnTo>
                  <a:lnTo>
                    <a:pt x="8" y="12"/>
                  </a:lnTo>
                  <a:lnTo>
                    <a:pt x="4" y="17"/>
                  </a:lnTo>
                  <a:lnTo>
                    <a:pt x="2" y="17"/>
                  </a:lnTo>
                  <a:lnTo>
                    <a:pt x="0" y="22"/>
                  </a:lnTo>
                  <a:lnTo>
                    <a:pt x="0" y="22"/>
                  </a:lnTo>
                  <a:lnTo>
                    <a:pt x="4" y="21"/>
                  </a:lnTo>
                  <a:lnTo>
                    <a:pt x="8" y="17"/>
                  </a:lnTo>
                  <a:lnTo>
                    <a:pt x="8" y="14"/>
                  </a:lnTo>
                  <a:lnTo>
                    <a:pt x="11" y="12"/>
                  </a:lnTo>
                  <a:lnTo>
                    <a:pt x="16" y="8"/>
                  </a:lnTo>
                  <a:lnTo>
                    <a:pt x="16" y="0"/>
                  </a:lnTo>
                  <a:lnTo>
                    <a:pt x="16" y="0"/>
                  </a:lnTo>
                  <a:lnTo>
                    <a:pt x="16" y="0"/>
                  </a:lnTo>
                  <a:lnTo>
                    <a:pt x="16" y="0"/>
                  </a:lnTo>
                  <a:lnTo>
                    <a:pt x="16" y="0"/>
                  </a:lnTo>
                  <a:lnTo>
                    <a:pt x="16" y="0"/>
                  </a:lnTo>
                </a:path>
              </a:pathLst>
            </a:custGeom>
            <a:solidFill>
              <a:srgbClr val="ffc0b6"/>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3749" name=""/>
            <p:cNvSpPr/>
            <p:nvPr/>
          </p:nvSpPr>
          <p:spPr>
            <a:xfrm>
              <a:off x="5405400" y="5173560"/>
              <a:ext cx="31680" cy="54000"/>
            </a:xfrm>
            <a:custGeom>
              <a:avLst/>
              <a:gdLst/>
              <a:ahLst/>
              <a:rect l="l" t="t" r="r" b="b"/>
              <a:pathLst>
                <a:path w="20" h="34">
                  <a:moveTo>
                    <a:pt x="19" y="0"/>
                  </a:moveTo>
                  <a:lnTo>
                    <a:pt x="19" y="0"/>
                  </a:lnTo>
                  <a:lnTo>
                    <a:pt x="17" y="2"/>
                  </a:lnTo>
                  <a:lnTo>
                    <a:pt x="10" y="8"/>
                  </a:lnTo>
                  <a:lnTo>
                    <a:pt x="7" y="16"/>
                  </a:lnTo>
                  <a:lnTo>
                    <a:pt x="6" y="19"/>
                  </a:lnTo>
                  <a:lnTo>
                    <a:pt x="4" y="20"/>
                  </a:lnTo>
                  <a:lnTo>
                    <a:pt x="0" y="23"/>
                  </a:lnTo>
                  <a:lnTo>
                    <a:pt x="0" y="27"/>
                  </a:lnTo>
                  <a:lnTo>
                    <a:pt x="0" y="33"/>
                  </a:lnTo>
                  <a:lnTo>
                    <a:pt x="0" y="33"/>
                  </a:lnTo>
                  <a:lnTo>
                    <a:pt x="0" y="32"/>
                  </a:lnTo>
                  <a:lnTo>
                    <a:pt x="4" y="24"/>
                  </a:lnTo>
                  <a:lnTo>
                    <a:pt x="6" y="21"/>
                  </a:lnTo>
                  <a:lnTo>
                    <a:pt x="7" y="19"/>
                  </a:lnTo>
                  <a:lnTo>
                    <a:pt x="7" y="17"/>
                  </a:lnTo>
                  <a:lnTo>
                    <a:pt x="17" y="8"/>
                  </a:lnTo>
                  <a:lnTo>
                    <a:pt x="19" y="2"/>
                  </a:lnTo>
                  <a:lnTo>
                    <a:pt x="19" y="0"/>
                  </a:lnTo>
                  <a:lnTo>
                    <a:pt x="19" y="0"/>
                  </a:lnTo>
                  <a:lnTo>
                    <a:pt x="19" y="0"/>
                  </a:lnTo>
                  <a:lnTo>
                    <a:pt x="19" y="0"/>
                  </a:lnTo>
                </a:path>
              </a:pathLst>
            </a:custGeom>
            <a:solidFill>
              <a:srgbClr val="ffc0b6"/>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3750" name=""/>
            <p:cNvSpPr/>
            <p:nvPr/>
          </p:nvSpPr>
          <p:spPr>
            <a:xfrm>
              <a:off x="5435640" y="5116680"/>
              <a:ext cx="12600" cy="58680"/>
            </a:xfrm>
            <a:custGeom>
              <a:avLst/>
              <a:gdLst/>
              <a:ahLst/>
              <a:rect l="l" t="t" r="r" b="b"/>
              <a:pathLst>
                <a:path w="8" h="37">
                  <a:moveTo>
                    <a:pt x="1" y="5"/>
                  </a:moveTo>
                  <a:lnTo>
                    <a:pt x="1" y="6"/>
                  </a:lnTo>
                  <a:lnTo>
                    <a:pt x="1" y="7"/>
                  </a:lnTo>
                  <a:lnTo>
                    <a:pt x="1" y="7"/>
                  </a:lnTo>
                  <a:lnTo>
                    <a:pt x="0" y="15"/>
                  </a:lnTo>
                  <a:lnTo>
                    <a:pt x="0" y="16"/>
                  </a:lnTo>
                  <a:lnTo>
                    <a:pt x="0" y="23"/>
                  </a:lnTo>
                  <a:lnTo>
                    <a:pt x="0" y="29"/>
                  </a:lnTo>
                  <a:lnTo>
                    <a:pt x="0" y="36"/>
                  </a:lnTo>
                  <a:lnTo>
                    <a:pt x="0" y="36"/>
                  </a:lnTo>
                  <a:lnTo>
                    <a:pt x="0" y="29"/>
                  </a:lnTo>
                  <a:lnTo>
                    <a:pt x="0" y="26"/>
                  </a:lnTo>
                  <a:lnTo>
                    <a:pt x="1" y="19"/>
                  </a:lnTo>
                  <a:lnTo>
                    <a:pt x="6" y="15"/>
                  </a:lnTo>
                  <a:lnTo>
                    <a:pt x="6" y="7"/>
                  </a:lnTo>
                  <a:lnTo>
                    <a:pt x="6" y="7"/>
                  </a:lnTo>
                  <a:lnTo>
                    <a:pt x="7" y="6"/>
                  </a:lnTo>
                  <a:lnTo>
                    <a:pt x="6" y="0"/>
                  </a:lnTo>
                  <a:lnTo>
                    <a:pt x="1" y="5"/>
                  </a:lnTo>
                  <a:lnTo>
                    <a:pt x="1" y="5"/>
                  </a:lnTo>
                </a:path>
              </a:pathLst>
            </a:custGeom>
            <a:solidFill>
              <a:srgbClr val="ffc0b6"/>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3751" name=""/>
            <p:cNvSpPr/>
            <p:nvPr/>
          </p:nvSpPr>
          <p:spPr>
            <a:xfrm>
              <a:off x="5435640" y="517356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752" name=""/>
            <p:cNvSpPr/>
            <p:nvPr/>
          </p:nvSpPr>
          <p:spPr>
            <a:xfrm>
              <a:off x="5435640" y="5315040"/>
              <a:ext cx="1440" cy="4680"/>
            </a:xfrm>
            <a:custGeom>
              <a:avLst/>
              <a:gdLst/>
              <a:ahLst/>
              <a:rect l="l" t="t" r="r" b="b"/>
              <a:pathLst>
                <a:path w="1" h="3">
                  <a:moveTo>
                    <a:pt x="0" y="0"/>
                  </a:moveTo>
                  <a:lnTo>
                    <a:pt x="0" y="2"/>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753" name=""/>
            <p:cNvSpPr/>
            <p:nvPr/>
          </p:nvSpPr>
          <p:spPr>
            <a:xfrm>
              <a:off x="5435640" y="5284800"/>
              <a:ext cx="25200" cy="34920"/>
            </a:xfrm>
            <a:custGeom>
              <a:avLst/>
              <a:gdLst/>
              <a:ahLst/>
              <a:rect l="l" t="t" r="r" b="b"/>
              <a:pathLst>
                <a:path w="16" h="22">
                  <a:moveTo>
                    <a:pt x="15" y="0"/>
                  </a:moveTo>
                  <a:lnTo>
                    <a:pt x="15" y="0"/>
                  </a:lnTo>
                  <a:lnTo>
                    <a:pt x="13" y="4"/>
                  </a:lnTo>
                  <a:lnTo>
                    <a:pt x="9" y="10"/>
                  </a:lnTo>
                  <a:lnTo>
                    <a:pt x="7" y="13"/>
                  </a:lnTo>
                  <a:lnTo>
                    <a:pt x="7" y="15"/>
                  </a:lnTo>
                  <a:lnTo>
                    <a:pt x="6" y="15"/>
                  </a:lnTo>
                  <a:lnTo>
                    <a:pt x="1" y="17"/>
                  </a:lnTo>
                  <a:lnTo>
                    <a:pt x="0" y="19"/>
                  </a:lnTo>
                  <a:lnTo>
                    <a:pt x="0" y="19"/>
                  </a:lnTo>
                  <a:lnTo>
                    <a:pt x="0" y="21"/>
                  </a:lnTo>
                  <a:lnTo>
                    <a:pt x="1" y="21"/>
                  </a:lnTo>
                  <a:lnTo>
                    <a:pt x="6" y="19"/>
                  </a:lnTo>
                  <a:lnTo>
                    <a:pt x="7" y="17"/>
                  </a:lnTo>
                  <a:lnTo>
                    <a:pt x="7" y="15"/>
                  </a:lnTo>
                  <a:lnTo>
                    <a:pt x="9" y="13"/>
                  </a:lnTo>
                  <a:lnTo>
                    <a:pt x="13" y="10"/>
                  </a:lnTo>
                  <a:lnTo>
                    <a:pt x="15" y="7"/>
                  </a:lnTo>
                  <a:lnTo>
                    <a:pt x="15" y="0"/>
                  </a:lnTo>
                  <a:lnTo>
                    <a:pt x="15" y="0"/>
                  </a:lnTo>
                  <a:lnTo>
                    <a:pt x="15" y="0"/>
                  </a:lnTo>
                  <a:lnTo>
                    <a:pt x="15" y="0"/>
                  </a:lnTo>
                </a:path>
              </a:pathLst>
            </a:custGeom>
            <a:solidFill>
              <a:srgbClr val="ffc0b6"/>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3754" name=""/>
            <p:cNvSpPr/>
            <p:nvPr/>
          </p:nvSpPr>
          <p:spPr>
            <a:xfrm>
              <a:off x="5459400" y="5253120"/>
              <a:ext cx="12600" cy="33120"/>
            </a:xfrm>
            <a:custGeom>
              <a:avLst/>
              <a:gdLst/>
              <a:ahLst/>
              <a:rect l="l" t="t" r="r" b="b"/>
              <a:pathLst>
                <a:path w="8" h="21">
                  <a:moveTo>
                    <a:pt x="7" y="0"/>
                  </a:moveTo>
                  <a:lnTo>
                    <a:pt x="7" y="0"/>
                  </a:lnTo>
                  <a:lnTo>
                    <a:pt x="5" y="5"/>
                  </a:lnTo>
                  <a:lnTo>
                    <a:pt x="5" y="5"/>
                  </a:lnTo>
                  <a:lnTo>
                    <a:pt x="0" y="8"/>
                  </a:lnTo>
                  <a:lnTo>
                    <a:pt x="0" y="8"/>
                  </a:lnTo>
                  <a:lnTo>
                    <a:pt x="0" y="10"/>
                  </a:lnTo>
                  <a:lnTo>
                    <a:pt x="0" y="13"/>
                  </a:lnTo>
                  <a:lnTo>
                    <a:pt x="0" y="17"/>
                  </a:lnTo>
                  <a:lnTo>
                    <a:pt x="0" y="20"/>
                  </a:lnTo>
                  <a:lnTo>
                    <a:pt x="0" y="20"/>
                  </a:lnTo>
                  <a:lnTo>
                    <a:pt x="0" y="17"/>
                  </a:lnTo>
                  <a:lnTo>
                    <a:pt x="0" y="13"/>
                  </a:lnTo>
                  <a:lnTo>
                    <a:pt x="0" y="13"/>
                  </a:lnTo>
                  <a:lnTo>
                    <a:pt x="0" y="8"/>
                  </a:lnTo>
                  <a:lnTo>
                    <a:pt x="5" y="8"/>
                  </a:lnTo>
                  <a:lnTo>
                    <a:pt x="5" y="8"/>
                  </a:lnTo>
                  <a:lnTo>
                    <a:pt x="5" y="7"/>
                  </a:lnTo>
                  <a:lnTo>
                    <a:pt x="7" y="5"/>
                  </a:lnTo>
                  <a:lnTo>
                    <a:pt x="7" y="5"/>
                  </a:lnTo>
                  <a:lnTo>
                    <a:pt x="7" y="0"/>
                  </a:lnTo>
                  <a:lnTo>
                    <a:pt x="7" y="0"/>
                  </a:lnTo>
                </a:path>
              </a:pathLst>
            </a:custGeom>
            <a:solidFill>
              <a:srgbClr val="ffc0b6"/>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3755" name=""/>
            <p:cNvSpPr/>
            <p:nvPr/>
          </p:nvSpPr>
          <p:spPr>
            <a:xfrm>
              <a:off x="5470560" y="5226120"/>
              <a:ext cx="25200" cy="36360"/>
            </a:xfrm>
            <a:custGeom>
              <a:avLst/>
              <a:gdLst/>
              <a:ahLst/>
              <a:rect l="l" t="t" r="r" b="b"/>
              <a:pathLst>
                <a:path w="16" h="23">
                  <a:moveTo>
                    <a:pt x="15" y="0"/>
                  </a:moveTo>
                  <a:lnTo>
                    <a:pt x="15" y="0"/>
                  </a:lnTo>
                  <a:lnTo>
                    <a:pt x="15" y="0"/>
                  </a:lnTo>
                  <a:lnTo>
                    <a:pt x="13" y="10"/>
                  </a:lnTo>
                  <a:lnTo>
                    <a:pt x="13" y="12"/>
                  </a:lnTo>
                  <a:lnTo>
                    <a:pt x="8" y="14"/>
                  </a:lnTo>
                  <a:lnTo>
                    <a:pt x="6" y="14"/>
                  </a:lnTo>
                  <a:lnTo>
                    <a:pt x="0" y="17"/>
                  </a:lnTo>
                  <a:lnTo>
                    <a:pt x="0" y="17"/>
                  </a:lnTo>
                  <a:lnTo>
                    <a:pt x="0" y="22"/>
                  </a:lnTo>
                  <a:lnTo>
                    <a:pt x="1" y="17"/>
                  </a:lnTo>
                  <a:lnTo>
                    <a:pt x="6" y="17"/>
                  </a:lnTo>
                  <a:lnTo>
                    <a:pt x="13" y="14"/>
                  </a:lnTo>
                  <a:lnTo>
                    <a:pt x="13" y="12"/>
                  </a:lnTo>
                  <a:lnTo>
                    <a:pt x="15" y="10"/>
                  </a:lnTo>
                  <a:lnTo>
                    <a:pt x="15" y="0"/>
                  </a:lnTo>
                  <a:lnTo>
                    <a:pt x="15" y="0"/>
                  </a:lnTo>
                  <a:lnTo>
                    <a:pt x="15" y="0"/>
                  </a:lnTo>
                  <a:lnTo>
                    <a:pt x="15" y="0"/>
                  </a:lnTo>
                  <a:lnTo>
                    <a:pt x="15" y="0"/>
                  </a:lnTo>
                </a:path>
              </a:pathLst>
            </a:custGeom>
            <a:solidFill>
              <a:srgbClr val="ffc0b6"/>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3756" name=""/>
            <p:cNvSpPr/>
            <p:nvPr/>
          </p:nvSpPr>
          <p:spPr>
            <a:xfrm>
              <a:off x="5470560" y="5253120"/>
              <a:ext cx="1440" cy="9360"/>
            </a:xfrm>
            <a:custGeom>
              <a:avLst/>
              <a:gdLst/>
              <a:ahLst/>
              <a:rect l="l" t="t" r="r" b="b"/>
              <a:pathLst>
                <a:path w="1" h="6">
                  <a:moveTo>
                    <a:pt x="0" y="4"/>
                  </a:moveTo>
                  <a:lnTo>
                    <a:pt x="0" y="0"/>
                  </a:lnTo>
                  <a:lnTo>
                    <a:pt x="0" y="0"/>
                  </a:lnTo>
                  <a:lnTo>
                    <a:pt x="0" y="4"/>
                  </a:lnTo>
                  <a:lnTo>
                    <a:pt x="0" y="5"/>
                  </a:lnTo>
                  <a:lnTo>
                    <a:pt x="0" y="4"/>
                  </a:lnTo>
                  <a:lnTo>
                    <a:pt x="0" y="4"/>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757" name=""/>
            <p:cNvSpPr/>
            <p:nvPr/>
          </p:nvSpPr>
          <p:spPr>
            <a:xfrm>
              <a:off x="5495760" y="5300640"/>
              <a:ext cx="5040" cy="6480"/>
            </a:xfrm>
            <a:custGeom>
              <a:avLst/>
              <a:gdLst/>
              <a:ahLst/>
              <a:rect l="l" t="t" r="r" b="b"/>
              <a:pathLst>
                <a:path w="3" h="4">
                  <a:moveTo>
                    <a:pt x="0" y="0"/>
                  </a:moveTo>
                  <a:lnTo>
                    <a:pt x="0" y="3"/>
                  </a:lnTo>
                  <a:lnTo>
                    <a:pt x="0" y="3"/>
                  </a:lnTo>
                  <a:lnTo>
                    <a:pt x="2" y="3"/>
                  </a:lnTo>
                  <a:lnTo>
                    <a:pt x="2" y="3"/>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758" name=""/>
            <p:cNvSpPr/>
            <p:nvPr/>
          </p:nvSpPr>
          <p:spPr>
            <a:xfrm>
              <a:off x="5495760" y="5261040"/>
              <a:ext cx="25560" cy="46080"/>
            </a:xfrm>
            <a:custGeom>
              <a:avLst/>
              <a:gdLst/>
              <a:ahLst/>
              <a:rect l="l" t="t" r="r" b="b"/>
              <a:pathLst>
                <a:path w="16" h="29">
                  <a:moveTo>
                    <a:pt x="15" y="0"/>
                  </a:moveTo>
                  <a:lnTo>
                    <a:pt x="15" y="0"/>
                  </a:lnTo>
                  <a:lnTo>
                    <a:pt x="15" y="3"/>
                  </a:lnTo>
                  <a:lnTo>
                    <a:pt x="15" y="5"/>
                  </a:lnTo>
                  <a:lnTo>
                    <a:pt x="15" y="8"/>
                  </a:lnTo>
                  <a:lnTo>
                    <a:pt x="7" y="15"/>
                  </a:lnTo>
                  <a:lnTo>
                    <a:pt x="7" y="19"/>
                  </a:lnTo>
                  <a:lnTo>
                    <a:pt x="2" y="22"/>
                  </a:lnTo>
                  <a:lnTo>
                    <a:pt x="2" y="25"/>
                  </a:lnTo>
                  <a:lnTo>
                    <a:pt x="0" y="25"/>
                  </a:lnTo>
                  <a:lnTo>
                    <a:pt x="2" y="28"/>
                  </a:lnTo>
                  <a:lnTo>
                    <a:pt x="2" y="28"/>
                  </a:lnTo>
                  <a:lnTo>
                    <a:pt x="4" y="25"/>
                  </a:lnTo>
                  <a:lnTo>
                    <a:pt x="7" y="22"/>
                  </a:lnTo>
                  <a:lnTo>
                    <a:pt x="13" y="15"/>
                  </a:lnTo>
                  <a:lnTo>
                    <a:pt x="15" y="12"/>
                  </a:lnTo>
                  <a:lnTo>
                    <a:pt x="15" y="8"/>
                  </a:lnTo>
                  <a:lnTo>
                    <a:pt x="15" y="3"/>
                  </a:lnTo>
                  <a:lnTo>
                    <a:pt x="15" y="0"/>
                  </a:lnTo>
                  <a:lnTo>
                    <a:pt x="15" y="0"/>
                  </a:lnTo>
                  <a:lnTo>
                    <a:pt x="15" y="0"/>
                  </a:lnTo>
                  <a:lnTo>
                    <a:pt x="15" y="0"/>
                  </a:lnTo>
                </a:path>
              </a:pathLst>
            </a:custGeom>
            <a:solidFill>
              <a:srgbClr val="ffc0b6"/>
            </a:solidFill>
            <a:ln w="0">
              <a:noFill/>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3759" name=""/>
            <p:cNvSpPr/>
            <p:nvPr/>
          </p:nvSpPr>
          <p:spPr>
            <a:xfrm>
              <a:off x="5519880" y="5226120"/>
              <a:ext cx="17280" cy="36360"/>
            </a:xfrm>
            <a:custGeom>
              <a:avLst/>
              <a:gdLst/>
              <a:ahLst/>
              <a:rect l="l" t="t" r="r" b="b"/>
              <a:pathLst>
                <a:path w="11" h="23">
                  <a:moveTo>
                    <a:pt x="8" y="0"/>
                  </a:moveTo>
                  <a:lnTo>
                    <a:pt x="8" y="0"/>
                  </a:lnTo>
                  <a:lnTo>
                    <a:pt x="6" y="1"/>
                  </a:lnTo>
                  <a:lnTo>
                    <a:pt x="5" y="2"/>
                  </a:lnTo>
                  <a:lnTo>
                    <a:pt x="5" y="10"/>
                  </a:lnTo>
                  <a:lnTo>
                    <a:pt x="0" y="12"/>
                  </a:lnTo>
                  <a:lnTo>
                    <a:pt x="0" y="12"/>
                  </a:lnTo>
                  <a:lnTo>
                    <a:pt x="0" y="14"/>
                  </a:lnTo>
                  <a:lnTo>
                    <a:pt x="0" y="17"/>
                  </a:lnTo>
                  <a:lnTo>
                    <a:pt x="0" y="22"/>
                  </a:lnTo>
                  <a:lnTo>
                    <a:pt x="0" y="22"/>
                  </a:lnTo>
                  <a:lnTo>
                    <a:pt x="0" y="17"/>
                  </a:lnTo>
                  <a:lnTo>
                    <a:pt x="0" y="14"/>
                  </a:lnTo>
                  <a:lnTo>
                    <a:pt x="2" y="12"/>
                  </a:lnTo>
                  <a:lnTo>
                    <a:pt x="5" y="12"/>
                  </a:lnTo>
                  <a:lnTo>
                    <a:pt x="5" y="12"/>
                  </a:lnTo>
                  <a:lnTo>
                    <a:pt x="8" y="10"/>
                  </a:lnTo>
                  <a:lnTo>
                    <a:pt x="10" y="8"/>
                  </a:lnTo>
                  <a:lnTo>
                    <a:pt x="10" y="8"/>
                  </a:lnTo>
                  <a:lnTo>
                    <a:pt x="10" y="8"/>
                  </a:lnTo>
                  <a:lnTo>
                    <a:pt x="8" y="0"/>
                  </a:lnTo>
                  <a:lnTo>
                    <a:pt x="8" y="0"/>
                  </a:lnTo>
                </a:path>
              </a:pathLst>
            </a:custGeom>
            <a:solidFill>
              <a:srgbClr val="ffc0b6"/>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3760" name=""/>
            <p:cNvSpPr/>
            <p:nvPr/>
          </p:nvSpPr>
          <p:spPr>
            <a:xfrm>
              <a:off x="5532480" y="5203800"/>
              <a:ext cx="25200" cy="36360"/>
            </a:xfrm>
            <a:custGeom>
              <a:avLst/>
              <a:gdLst/>
              <a:ahLst/>
              <a:rect l="l" t="t" r="r" b="b"/>
              <a:pathLst>
                <a:path w="16" h="23">
                  <a:moveTo>
                    <a:pt x="10" y="0"/>
                  </a:moveTo>
                  <a:lnTo>
                    <a:pt x="10" y="0"/>
                  </a:lnTo>
                  <a:lnTo>
                    <a:pt x="10" y="1"/>
                  </a:lnTo>
                  <a:lnTo>
                    <a:pt x="10" y="5"/>
                  </a:lnTo>
                  <a:lnTo>
                    <a:pt x="7" y="13"/>
                  </a:lnTo>
                  <a:lnTo>
                    <a:pt x="7" y="14"/>
                  </a:lnTo>
                  <a:lnTo>
                    <a:pt x="2" y="14"/>
                  </a:lnTo>
                  <a:lnTo>
                    <a:pt x="2" y="14"/>
                  </a:lnTo>
                  <a:lnTo>
                    <a:pt x="2" y="14"/>
                  </a:lnTo>
                  <a:lnTo>
                    <a:pt x="0" y="14"/>
                  </a:lnTo>
                  <a:lnTo>
                    <a:pt x="2" y="22"/>
                  </a:lnTo>
                  <a:lnTo>
                    <a:pt x="2" y="16"/>
                  </a:lnTo>
                  <a:lnTo>
                    <a:pt x="2" y="14"/>
                  </a:lnTo>
                  <a:lnTo>
                    <a:pt x="7" y="14"/>
                  </a:lnTo>
                  <a:lnTo>
                    <a:pt x="7" y="14"/>
                  </a:lnTo>
                  <a:lnTo>
                    <a:pt x="10" y="14"/>
                  </a:lnTo>
                  <a:lnTo>
                    <a:pt x="10" y="5"/>
                  </a:lnTo>
                  <a:lnTo>
                    <a:pt x="14" y="2"/>
                  </a:lnTo>
                  <a:lnTo>
                    <a:pt x="15" y="0"/>
                  </a:lnTo>
                  <a:lnTo>
                    <a:pt x="15" y="0"/>
                  </a:lnTo>
                  <a:lnTo>
                    <a:pt x="10" y="0"/>
                  </a:lnTo>
                  <a:lnTo>
                    <a:pt x="10" y="0"/>
                  </a:lnTo>
                </a:path>
              </a:pathLst>
            </a:custGeom>
            <a:solidFill>
              <a:srgbClr val="ffc0b6"/>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3761" name=""/>
            <p:cNvSpPr/>
            <p:nvPr/>
          </p:nvSpPr>
          <p:spPr>
            <a:xfrm>
              <a:off x="5548320" y="5157720"/>
              <a:ext cx="12600" cy="47520"/>
            </a:xfrm>
            <a:custGeom>
              <a:avLst/>
              <a:gdLst/>
              <a:ahLst/>
              <a:rect l="l" t="t" r="r" b="b"/>
              <a:pathLst>
                <a:path w="8" h="30">
                  <a:moveTo>
                    <a:pt x="7" y="0"/>
                  </a:moveTo>
                  <a:lnTo>
                    <a:pt x="6" y="3"/>
                  </a:lnTo>
                  <a:lnTo>
                    <a:pt x="6" y="12"/>
                  </a:lnTo>
                  <a:lnTo>
                    <a:pt x="4" y="18"/>
                  </a:lnTo>
                  <a:lnTo>
                    <a:pt x="0" y="29"/>
                  </a:lnTo>
                  <a:lnTo>
                    <a:pt x="5" y="29"/>
                  </a:lnTo>
                  <a:lnTo>
                    <a:pt x="6" y="18"/>
                  </a:lnTo>
                  <a:lnTo>
                    <a:pt x="7" y="12"/>
                  </a:lnTo>
                  <a:lnTo>
                    <a:pt x="7" y="3"/>
                  </a:lnTo>
                  <a:lnTo>
                    <a:pt x="7" y="0"/>
                  </a:lnTo>
                  <a:lnTo>
                    <a:pt x="7" y="0"/>
                  </a:lnTo>
                  <a:lnTo>
                    <a:pt x="7" y="0"/>
                  </a:lnTo>
                </a:path>
              </a:pathLst>
            </a:custGeom>
            <a:solidFill>
              <a:srgbClr val="ffc0b6"/>
            </a:solidFill>
            <a:ln w="0">
              <a:noFill/>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3762" name=""/>
            <p:cNvSpPr/>
            <p:nvPr/>
          </p:nvSpPr>
          <p:spPr>
            <a:xfrm>
              <a:off x="5548320" y="5203800"/>
              <a:ext cx="9360" cy="1440"/>
            </a:xfrm>
            <a:custGeom>
              <a:avLst/>
              <a:gdLst/>
              <a:ahLst/>
              <a:rect l="l" t="t" r="r" b="b"/>
              <a:pathLst>
                <a:path w="6" h="1">
                  <a:moveTo>
                    <a:pt x="5" y="0"/>
                  </a:moveTo>
                  <a:lnTo>
                    <a:pt x="5" y="0"/>
                  </a:lnTo>
                  <a:lnTo>
                    <a:pt x="4" y="0"/>
                  </a:lnTo>
                  <a:lnTo>
                    <a:pt x="0" y="0"/>
                  </a:lnTo>
                  <a:lnTo>
                    <a:pt x="0" y="0"/>
                  </a:lnTo>
                  <a:lnTo>
                    <a:pt x="5" y="0"/>
                  </a:lnTo>
                  <a:lnTo>
                    <a:pt x="5"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763" name=""/>
            <p:cNvSpPr/>
            <p:nvPr/>
          </p:nvSpPr>
          <p:spPr>
            <a:xfrm>
              <a:off x="5342040" y="5367240"/>
              <a:ext cx="1440" cy="5040"/>
            </a:xfrm>
            <a:custGeom>
              <a:avLst/>
              <a:gdLst/>
              <a:ahLst/>
              <a:rect l="l" t="t" r="r" b="b"/>
              <a:pathLst>
                <a:path w="1" h="3">
                  <a:moveTo>
                    <a:pt x="0" y="0"/>
                  </a:moveTo>
                  <a:lnTo>
                    <a:pt x="0" y="0"/>
                  </a:lnTo>
                  <a:lnTo>
                    <a:pt x="0" y="0"/>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764" name=""/>
            <p:cNvSpPr/>
            <p:nvPr/>
          </p:nvSpPr>
          <p:spPr>
            <a:xfrm>
              <a:off x="5342040" y="5335560"/>
              <a:ext cx="46080" cy="36720"/>
            </a:xfrm>
            <a:custGeom>
              <a:avLst/>
              <a:gdLst/>
              <a:ahLst/>
              <a:rect l="l" t="t" r="r" b="b"/>
              <a:pathLst>
                <a:path w="29" h="23">
                  <a:moveTo>
                    <a:pt x="26" y="0"/>
                  </a:moveTo>
                  <a:lnTo>
                    <a:pt x="26" y="3"/>
                  </a:lnTo>
                  <a:lnTo>
                    <a:pt x="24" y="3"/>
                  </a:lnTo>
                  <a:lnTo>
                    <a:pt x="22" y="5"/>
                  </a:lnTo>
                  <a:lnTo>
                    <a:pt x="22" y="5"/>
                  </a:lnTo>
                  <a:lnTo>
                    <a:pt x="22" y="5"/>
                  </a:lnTo>
                  <a:lnTo>
                    <a:pt x="21" y="11"/>
                  </a:lnTo>
                  <a:lnTo>
                    <a:pt x="18" y="12"/>
                  </a:lnTo>
                  <a:lnTo>
                    <a:pt x="9" y="13"/>
                  </a:lnTo>
                  <a:lnTo>
                    <a:pt x="7" y="14"/>
                  </a:lnTo>
                  <a:lnTo>
                    <a:pt x="7" y="14"/>
                  </a:lnTo>
                  <a:lnTo>
                    <a:pt x="7" y="14"/>
                  </a:lnTo>
                  <a:lnTo>
                    <a:pt x="5" y="18"/>
                  </a:lnTo>
                  <a:lnTo>
                    <a:pt x="0" y="18"/>
                  </a:lnTo>
                  <a:lnTo>
                    <a:pt x="0" y="20"/>
                  </a:lnTo>
                  <a:lnTo>
                    <a:pt x="0" y="20"/>
                  </a:lnTo>
                  <a:lnTo>
                    <a:pt x="0" y="20"/>
                  </a:lnTo>
                  <a:lnTo>
                    <a:pt x="0" y="22"/>
                  </a:lnTo>
                  <a:lnTo>
                    <a:pt x="0" y="22"/>
                  </a:lnTo>
                  <a:lnTo>
                    <a:pt x="0" y="22"/>
                  </a:lnTo>
                  <a:lnTo>
                    <a:pt x="1" y="20"/>
                  </a:lnTo>
                  <a:lnTo>
                    <a:pt x="5" y="20"/>
                  </a:lnTo>
                  <a:lnTo>
                    <a:pt x="7" y="20"/>
                  </a:lnTo>
                  <a:lnTo>
                    <a:pt x="7" y="18"/>
                  </a:lnTo>
                  <a:lnTo>
                    <a:pt x="7" y="14"/>
                  </a:lnTo>
                  <a:lnTo>
                    <a:pt x="12" y="14"/>
                  </a:lnTo>
                  <a:lnTo>
                    <a:pt x="21" y="13"/>
                  </a:lnTo>
                  <a:lnTo>
                    <a:pt x="21" y="12"/>
                  </a:lnTo>
                  <a:lnTo>
                    <a:pt x="22" y="11"/>
                  </a:lnTo>
                  <a:lnTo>
                    <a:pt x="22" y="5"/>
                  </a:lnTo>
                  <a:lnTo>
                    <a:pt x="24" y="5"/>
                  </a:lnTo>
                  <a:lnTo>
                    <a:pt x="26" y="3"/>
                  </a:lnTo>
                  <a:lnTo>
                    <a:pt x="28" y="3"/>
                  </a:lnTo>
                  <a:lnTo>
                    <a:pt x="28" y="0"/>
                  </a:lnTo>
                  <a:lnTo>
                    <a:pt x="26" y="0"/>
                  </a:lnTo>
                  <a:lnTo>
                    <a:pt x="26" y="0"/>
                  </a:lnTo>
                </a:path>
              </a:pathLst>
            </a:custGeom>
            <a:solidFill>
              <a:srgbClr val="ffc0b6"/>
            </a:solidFill>
            <a:ln w="0">
              <a:noFill/>
            </a:ln>
          </p:spPr>
          <p:style>
            <a:lnRef idx="0"/>
            <a:fillRef idx="0"/>
            <a:effectRef idx="0"/>
            <a:fontRef idx="minor"/>
          </p:style>
          <p:txBody>
            <a:bodyPr lIns="90000" rIns="90000" tIns="-10080" bIns="-10080" anchor="t">
              <a:noAutofit/>
            </a:bodyPr>
            <a:p>
              <a:endParaRPr b="0" lang="en-IN" sz="2400" strike="noStrike" u="none">
                <a:solidFill>
                  <a:srgbClr val="ffffff"/>
                </a:solidFill>
                <a:effectLst/>
                <a:uFillTx/>
                <a:latin typeface="Times New Roman"/>
              </a:endParaRPr>
            </a:p>
          </p:txBody>
        </p:sp>
        <p:sp>
          <p:nvSpPr>
            <p:cNvPr id="3765" name=""/>
            <p:cNvSpPr/>
            <p:nvPr/>
          </p:nvSpPr>
          <p:spPr>
            <a:xfrm>
              <a:off x="5342040" y="536724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766" name=""/>
            <p:cNvSpPr/>
            <p:nvPr/>
          </p:nvSpPr>
          <p:spPr>
            <a:xfrm>
              <a:off x="5548320" y="5286240"/>
              <a:ext cx="1440" cy="6480"/>
            </a:xfrm>
            <a:custGeom>
              <a:avLst/>
              <a:gdLst/>
              <a:ahLst/>
              <a:rect l="l" t="t" r="r" b="b"/>
              <a:pathLst>
                <a:path w="1" h="4">
                  <a:moveTo>
                    <a:pt x="0" y="0"/>
                  </a:moveTo>
                  <a:lnTo>
                    <a:pt x="0" y="3"/>
                  </a:lnTo>
                  <a:lnTo>
                    <a:pt x="0" y="3"/>
                  </a:lnTo>
                  <a:lnTo>
                    <a:pt x="0" y="3"/>
                  </a:lnTo>
                  <a:lnTo>
                    <a:pt x="0" y="3"/>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767" name=""/>
            <p:cNvSpPr/>
            <p:nvPr/>
          </p:nvSpPr>
          <p:spPr>
            <a:xfrm>
              <a:off x="5548320" y="5248440"/>
              <a:ext cx="33480" cy="44280"/>
            </a:xfrm>
            <a:custGeom>
              <a:avLst/>
              <a:gdLst/>
              <a:ahLst/>
              <a:rect l="l" t="t" r="r" b="b"/>
              <a:pathLst>
                <a:path w="21" h="28">
                  <a:moveTo>
                    <a:pt x="20" y="0"/>
                  </a:moveTo>
                  <a:lnTo>
                    <a:pt x="20" y="0"/>
                  </a:lnTo>
                  <a:lnTo>
                    <a:pt x="0" y="24"/>
                  </a:lnTo>
                  <a:lnTo>
                    <a:pt x="0" y="27"/>
                  </a:lnTo>
                  <a:lnTo>
                    <a:pt x="20" y="0"/>
                  </a:lnTo>
                  <a:lnTo>
                    <a:pt x="20" y="0"/>
                  </a:lnTo>
                  <a:lnTo>
                    <a:pt x="20" y="0"/>
                  </a:lnTo>
                  <a:lnTo>
                    <a:pt x="20" y="0"/>
                  </a:lnTo>
                </a:path>
              </a:pathLst>
            </a:custGeom>
            <a:solidFill>
              <a:srgbClr val="ffc0b6"/>
            </a:solidFill>
            <a:ln w="0">
              <a:noFill/>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3768" name=""/>
            <p:cNvSpPr/>
            <p:nvPr/>
          </p:nvSpPr>
          <p:spPr>
            <a:xfrm>
              <a:off x="5580000" y="5211720"/>
              <a:ext cx="27000" cy="38160"/>
            </a:xfrm>
            <a:custGeom>
              <a:avLst/>
              <a:gdLst/>
              <a:ahLst/>
              <a:rect l="l" t="t" r="r" b="b"/>
              <a:pathLst>
                <a:path w="17" h="24">
                  <a:moveTo>
                    <a:pt x="15" y="0"/>
                  </a:moveTo>
                  <a:lnTo>
                    <a:pt x="15" y="0"/>
                  </a:lnTo>
                  <a:lnTo>
                    <a:pt x="15" y="9"/>
                  </a:lnTo>
                  <a:lnTo>
                    <a:pt x="10" y="9"/>
                  </a:lnTo>
                  <a:lnTo>
                    <a:pt x="10" y="9"/>
                  </a:lnTo>
                  <a:lnTo>
                    <a:pt x="3" y="17"/>
                  </a:lnTo>
                  <a:lnTo>
                    <a:pt x="1" y="21"/>
                  </a:lnTo>
                  <a:lnTo>
                    <a:pt x="0" y="21"/>
                  </a:lnTo>
                  <a:lnTo>
                    <a:pt x="0" y="21"/>
                  </a:lnTo>
                  <a:lnTo>
                    <a:pt x="0" y="23"/>
                  </a:lnTo>
                  <a:lnTo>
                    <a:pt x="0" y="23"/>
                  </a:lnTo>
                  <a:lnTo>
                    <a:pt x="0" y="23"/>
                  </a:lnTo>
                  <a:lnTo>
                    <a:pt x="1" y="23"/>
                  </a:lnTo>
                  <a:lnTo>
                    <a:pt x="1" y="21"/>
                  </a:lnTo>
                  <a:lnTo>
                    <a:pt x="9" y="19"/>
                  </a:lnTo>
                  <a:lnTo>
                    <a:pt x="10" y="9"/>
                  </a:lnTo>
                  <a:lnTo>
                    <a:pt x="15" y="9"/>
                  </a:lnTo>
                  <a:lnTo>
                    <a:pt x="16" y="9"/>
                  </a:lnTo>
                  <a:lnTo>
                    <a:pt x="16" y="0"/>
                  </a:lnTo>
                  <a:lnTo>
                    <a:pt x="16" y="0"/>
                  </a:lnTo>
                  <a:lnTo>
                    <a:pt x="15" y="0"/>
                  </a:lnTo>
                  <a:lnTo>
                    <a:pt x="15" y="0"/>
                  </a:lnTo>
                </a:path>
              </a:pathLst>
            </a:custGeom>
            <a:solidFill>
              <a:srgbClr val="ffc0b6"/>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3769" name=""/>
            <p:cNvSpPr/>
            <p:nvPr/>
          </p:nvSpPr>
          <p:spPr>
            <a:xfrm>
              <a:off x="5603760" y="5183280"/>
              <a:ext cx="9720" cy="30240"/>
            </a:xfrm>
            <a:custGeom>
              <a:avLst/>
              <a:gdLst/>
              <a:ahLst/>
              <a:rect l="l" t="t" r="r" b="b"/>
              <a:pathLst>
                <a:path w="6" h="19">
                  <a:moveTo>
                    <a:pt x="1" y="0"/>
                  </a:moveTo>
                  <a:lnTo>
                    <a:pt x="1" y="0"/>
                  </a:lnTo>
                  <a:lnTo>
                    <a:pt x="1" y="2"/>
                  </a:lnTo>
                  <a:lnTo>
                    <a:pt x="1" y="3"/>
                  </a:lnTo>
                  <a:lnTo>
                    <a:pt x="1" y="10"/>
                  </a:lnTo>
                  <a:lnTo>
                    <a:pt x="1" y="11"/>
                  </a:lnTo>
                  <a:lnTo>
                    <a:pt x="0" y="13"/>
                  </a:lnTo>
                  <a:lnTo>
                    <a:pt x="0" y="15"/>
                  </a:lnTo>
                  <a:lnTo>
                    <a:pt x="0" y="18"/>
                  </a:lnTo>
                  <a:lnTo>
                    <a:pt x="1" y="18"/>
                  </a:lnTo>
                  <a:lnTo>
                    <a:pt x="1" y="15"/>
                  </a:lnTo>
                  <a:lnTo>
                    <a:pt x="1" y="13"/>
                  </a:lnTo>
                  <a:lnTo>
                    <a:pt x="1" y="11"/>
                  </a:lnTo>
                  <a:lnTo>
                    <a:pt x="1" y="10"/>
                  </a:lnTo>
                  <a:lnTo>
                    <a:pt x="1" y="3"/>
                  </a:lnTo>
                  <a:lnTo>
                    <a:pt x="1" y="2"/>
                  </a:lnTo>
                  <a:lnTo>
                    <a:pt x="5" y="2"/>
                  </a:lnTo>
                  <a:lnTo>
                    <a:pt x="5" y="2"/>
                  </a:lnTo>
                  <a:lnTo>
                    <a:pt x="1" y="0"/>
                  </a:lnTo>
                  <a:lnTo>
                    <a:pt x="1" y="0"/>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3770" name=""/>
            <p:cNvSpPr/>
            <p:nvPr/>
          </p:nvSpPr>
          <p:spPr>
            <a:xfrm>
              <a:off x="5603760" y="5211720"/>
              <a:ext cx="3240" cy="1800"/>
            </a:xfrm>
            <a:custGeom>
              <a:avLst/>
              <a:gdLst/>
              <a:ahLst/>
              <a:rect l="l" t="t" r="r" b="b"/>
              <a:pathLst>
                <a:path w="2" h="1">
                  <a:moveTo>
                    <a:pt x="1" y="0"/>
                  </a:moveTo>
                  <a:lnTo>
                    <a:pt x="1" y="0"/>
                  </a:lnTo>
                  <a:lnTo>
                    <a:pt x="1" y="0"/>
                  </a:lnTo>
                  <a:lnTo>
                    <a:pt x="0"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771" name=""/>
            <p:cNvSpPr/>
            <p:nvPr/>
          </p:nvSpPr>
          <p:spPr>
            <a:xfrm>
              <a:off x="5450040" y="4540320"/>
              <a:ext cx="7920" cy="9360"/>
            </a:xfrm>
            <a:custGeom>
              <a:avLst/>
              <a:gdLst/>
              <a:ahLst/>
              <a:rect l="l" t="t" r="r" b="b"/>
              <a:pathLst>
                <a:path w="5" h="6">
                  <a:moveTo>
                    <a:pt x="4" y="0"/>
                  </a:moveTo>
                  <a:lnTo>
                    <a:pt x="0" y="0"/>
                  </a:lnTo>
                  <a:lnTo>
                    <a:pt x="0" y="0"/>
                  </a:lnTo>
                  <a:lnTo>
                    <a:pt x="0" y="5"/>
                  </a:lnTo>
                  <a:lnTo>
                    <a:pt x="0" y="5"/>
                  </a:lnTo>
                  <a:lnTo>
                    <a:pt x="4" y="0"/>
                  </a:lnTo>
                  <a:lnTo>
                    <a:pt x="4"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772" name=""/>
            <p:cNvSpPr/>
            <p:nvPr/>
          </p:nvSpPr>
          <p:spPr>
            <a:xfrm>
              <a:off x="5450040" y="4540320"/>
              <a:ext cx="31680" cy="38160"/>
            </a:xfrm>
            <a:custGeom>
              <a:avLst/>
              <a:gdLst/>
              <a:ahLst/>
              <a:rect l="l" t="t" r="r" b="b"/>
              <a:pathLst>
                <a:path w="20" h="24">
                  <a:moveTo>
                    <a:pt x="19" y="23"/>
                  </a:moveTo>
                  <a:lnTo>
                    <a:pt x="19" y="23"/>
                  </a:lnTo>
                  <a:lnTo>
                    <a:pt x="19" y="18"/>
                  </a:lnTo>
                  <a:lnTo>
                    <a:pt x="13" y="17"/>
                  </a:lnTo>
                  <a:lnTo>
                    <a:pt x="13" y="8"/>
                  </a:lnTo>
                  <a:lnTo>
                    <a:pt x="11" y="8"/>
                  </a:lnTo>
                  <a:lnTo>
                    <a:pt x="6" y="7"/>
                  </a:lnTo>
                  <a:lnTo>
                    <a:pt x="6" y="5"/>
                  </a:lnTo>
                  <a:lnTo>
                    <a:pt x="6" y="5"/>
                  </a:lnTo>
                  <a:lnTo>
                    <a:pt x="4" y="0"/>
                  </a:lnTo>
                  <a:lnTo>
                    <a:pt x="0" y="5"/>
                  </a:lnTo>
                  <a:lnTo>
                    <a:pt x="0" y="5"/>
                  </a:lnTo>
                  <a:lnTo>
                    <a:pt x="6" y="6"/>
                  </a:lnTo>
                  <a:lnTo>
                    <a:pt x="6" y="7"/>
                  </a:lnTo>
                  <a:lnTo>
                    <a:pt x="11" y="8"/>
                  </a:lnTo>
                  <a:lnTo>
                    <a:pt x="11" y="16"/>
                  </a:lnTo>
                  <a:lnTo>
                    <a:pt x="13" y="17"/>
                  </a:lnTo>
                  <a:lnTo>
                    <a:pt x="13" y="18"/>
                  </a:lnTo>
                  <a:lnTo>
                    <a:pt x="13" y="23"/>
                  </a:lnTo>
                  <a:lnTo>
                    <a:pt x="13" y="23"/>
                  </a:lnTo>
                  <a:lnTo>
                    <a:pt x="19" y="23"/>
                  </a:lnTo>
                  <a:lnTo>
                    <a:pt x="19" y="23"/>
                  </a:lnTo>
                </a:path>
              </a:pathLst>
            </a:custGeom>
            <a:solidFill>
              <a:srgbClr val="ffc0b6"/>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3773" name=""/>
            <p:cNvSpPr/>
            <p:nvPr/>
          </p:nvSpPr>
          <p:spPr>
            <a:xfrm>
              <a:off x="5470560" y="4576680"/>
              <a:ext cx="22320" cy="25560"/>
            </a:xfrm>
            <a:custGeom>
              <a:avLst/>
              <a:gdLst/>
              <a:ahLst/>
              <a:rect l="l" t="t" r="r" b="b"/>
              <a:pathLst>
                <a:path w="14" h="16">
                  <a:moveTo>
                    <a:pt x="13" y="15"/>
                  </a:moveTo>
                  <a:lnTo>
                    <a:pt x="13" y="15"/>
                  </a:lnTo>
                  <a:lnTo>
                    <a:pt x="13" y="14"/>
                  </a:lnTo>
                  <a:lnTo>
                    <a:pt x="8" y="13"/>
                  </a:lnTo>
                  <a:lnTo>
                    <a:pt x="6" y="9"/>
                  </a:lnTo>
                  <a:lnTo>
                    <a:pt x="6" y="0"/>
                  </a:lnTo>
                  <a:lnTo>
                    <a:pt x="0" y="0"/>
                  </a:lnTo>
                  <a:lnTo>
                    <a:pt x="1" y="9"/>
                  </a:lnTo>
                  <a:lnTo>
                    <a:pt x="5" y="13"/>
                  </a:lnTo>
                  <a:lnTo>
                    <a:pt x="6" y="15"/>
                  </a:lnTo>
                  <a:lnTo>
                    <a:pt x="6" y="15"/>
                  </a:lnTo>
                  <a:lnTo>
                    <a:pt x="6" y="15"/>
                  </a:lnTo>
                  <a:lnTo>
                    <a:pt x="13" y="15"/>
                  </a:lnTo>
                  <a:lnTo>
                    <a:pt x="13" y="15"/>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3774" name=""/>
            <p:cNvSpPr/>
            <p:nvPr/>
          </p:nvSpPr>
          <p:spPr>
            <a:xfrm>
              <a:off x="5479920" y="4600440"/>
              <a:ext cx="17640" cy="33480"/>
            </a:xfrm>
            <a:custGeom>
              <a:avLst/>
              <a:gdLst/>
              <a:ahLst/>
              <a:rect l="l" t="t" r="r" b="b"/>
              <a:pathLst>
                <a:path w="11" h="21">
                  <a:moveTo>
                    <a:pt x="9" y="20"/>
                  </a:moveTo>
                  <a:lnTo>
                    <a:pt x="10" y="19"/>
                  </a:lnTo>
                  <a:lnTo>
                    <a:pt x="9" y="16"/>
                  </a:lnTo>
                  <a:lnTo>
                    <a:pt x="9" y="16"/>
                  </a:lnTo>
                  <a:lnTo>
                    <a:pt x="9" y="12"/>
                  </a:lnTo>
                  <a:lnTo>
                    <a:pt x="7" y="6"/>
                  </a:lnTo>
                  <a:lnTo>
                    <a:pt x="7" y="4"/>
                  </a:lnTo>
                  <a:lnTo>
                    <a:pt x="7" y="0"/>
                  </a:lnTo>
                  <a:lnTo>
                    <a:pt x="7" y="0"/>
                  </a:lnTo>
                  <a:lnTo>
                    <a:pt x="0" y="0"/>
                  </a:lnTo>
                  <a:lnTo>
                    <a:pt x="2" y="0"/>
                  </a:lnTo>
                  <a:lnTo>
                    <a:pt x="7" y="6"/>
                  </a:lnTo>
                  <a:lnTo>
                    <a:pt x="7" y="6"/>
                  </a:lnTo>
                  <a:lnTo>
                    <a:pt x="7" y="14"/>
                  </a:lnTo>
                  <a:lnTo>
                    <a:pt x="9" y="16"/>
                  </a:lnTo>
                  <a:lnTo>
                    <a:pt x="9" y="16"/>
                  </a:lnTo>
                  <a:lnTo>
                    <a:pt x="9" y="19"/>
                  </a:lnTo>
                  <a:lnTo>
                    <a:pt x="9" y="20"/>
                  </a:lnTo>
                  <a:lnTo>
                    <a:pt x="9" y="20"/>
                  </a:lnTo>
                  <a:lnTo>
                    <a:pt x="9" y="20"/>
                  </a:lnTo>
                </a:path>
              </a:pathLst>
            </a:custGeom>
            <a:solidFill>
              <a:srgbClr val="ffc0b6"/>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3775" name=""/>
            <p:cNvSpPr/>
            <p:nvPr/>
          </p:nvSpPr>
          <p:spPr>
            <a:xfrm>
              <a:off x="5479920" y="4600440"/>
              <a:ext cx="12960" cy="1800"/>
            </a:xfrm>
            <a:custGeom>
              <a:avLst/>
              <a:gdLst/>
              <a:ahLst/>
              <a:rect l="l" t="t" r="r" b="b"/>
              <a:pathLst>
                <a:path w="8" h="1">
                  <a:moveTo>
                    <a:pt x="0" y="0"/>
                  </a:moveTo>
                  <a:lnTo>
                    <a:pt x="0" y="0"/>
                  </a:lnTo>
                  <a:lnTo>
                    <a:pt x="2" y="0"/>
                  </a:lnTo>
                  <a:lnTo>
                    <a:pt x="7" y="0"/>
                  </a:lnTo>
                  <a:lnTo>
                    <a:pt x="7"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776" name=""/>
            <p:cNvSpPr/>
            <p:nvPr/>
          </p:nvSpPr>
          <p:spPr>
            <a:xfrm>
              <a:off x="5670720" y="5280120"/>
              <a:ext cx="7920" cy="6120"/>
            </a:xfrm>
            <a:custGeom>
              <a:avLst/>
              <a:gdLst/>
              <a:ahLst/>
              <a:rect l="l" t="t" r="r" b="b"/>
              <a:pathLst>
                <a:path w="5" h="4">
                  <a:moveTo>
                    <a:pt x="0" y="0"/>
                  </a:moveTo>
                  <a:lnTo>
                    <a:pt x="0" y="0"/>
                  </a:lnTo>
                  <a:lnTo>
                    <a:pt x="0" y="3"/>
                  </a:lnTo>
                  <a:lnTo>
                    <a:pt x="2" y="3"/>
                  </a:lnTo>
                  <a:lnTo>
                    <a:pt x="4" y="3"/>
                  </a:lnTo>
                  <a:lnTo>
                    <a:pt x="0" y="0"/>
                  </a:lnTo>
                  <a:lnTo>
                    <a:pt x="0"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777" name=""/>
            <p:cNvSpPr/>
            <p:nvPr/>
          </p:nvSpPr>
          <p:spPr>
            <a:xfrm>
              <a:off x="5670720" y="5245200"/>
              <a:ext cx="31680" cy="41040"/>
            </a:xfrm>
            <a:custGeom>
              <a:avLst/>
              <a:gdLst/>
              <a:ahLst/>
              <a:rect l="l" t="t" r="r" b="b"/>
              <a:pathLst>
                <a:path w="20" h="26">
                  <a:moveTo>
                    <a:pt x="19" y="0"/>
                  </a:moveTo>
                  <a:lnTo>
                    <a:pt x="19" y="0"/>
                  </a:lnTo>
                  <a:lnTo>
                    <a:pt x="19" y="2"/>
                  </a:lnTo>
                  <a:lnTo>
                    <a:pt x="11" y="5"/>
                  </a:lnTo>
                  <a:lnTo>
                    <a:pt x="10" y="10"/>
                  </a:lnTo>
                  <a:lnTo>
                    <a:pt x="6" y="13"/>
                  </a:lnTo>
                  <a:lnTo>
                    <a:pt x="4" y="18"/>
                  </a:lnTo>
                  <a:lnTo>
                    <a:pt x="4" y="18"/>
                  </a:lnTo>
                  <a:lnTo>
                    <a:pt x="2" y="22"/>
                  </a:lnTo>
                  <a:lnTo>
                    <a:pt x="0" y="22"/>
                  </a:lnTo>
                  <a:lnTo>
                    <a:pt x="4" y="25"/>
                  </a:lnTo>
                  <a:lnTo>
                    <a:pt x="4" y="22"/>
                  </a:lnTo>
                  <a:lnTo>
                    <a:pt x="4" y="22"/>
                  </a:lnTo>
                  <a:lnTo>
                    <a:pt x="6" y="18"/>
                  </a:lnTo>
                  <a:lnTo>
                    <a:pt x="10" y="15"/>
                  </a:lnTo>
                  <a:lnTo>
                    <a:pt x="11" y="12"/>
                  </a:lnTo>
                  <a:lnTo>
                    <a:pt x="19" y="5"/>
                  </a:lnTo>
                  <a:lnTo>
                    <a:pt x="19" y="2"/>
                  </a:lnTo>
                  <a:lnTo>
                    <a:pt x="19" y="0"/>
                  </a:lnTo>
                  <a:lnTo>
                    <a:pt x="19" y="0"/>
                  </a:lnTo>
                  <a:lnTo>
                    <a:pt x="19" y="0"/>
                  </a:lnTo>
                  <a:lnTo>
                    <a:pt x="19" y="0"/>
                  </a:lnTo>
                </a:path>
              </a:pathLst>
            </a:custGeom>
            <a:solidFill>
              <a:srgbClr val="ffc0b6"/>
            </a:solidFill>
            <a:ln w="0">
              <a:noFill/>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3778" name=""/>
            <p:cNvSpPr/>
            <p:nvPr/>
          </p:nvSpPr>
          <p:spPr>
            <a:xfrm>
              <a:off x="5700600" y="5203800"/>
              <a:ext cx="1800" cy="42840"/>
            </a:xfrm>
            <a:custGeom>
              <a:avLst/>
              <a:gdLst/>
              <a:ahLst/>
              <a:rect l="l" t="t" r="r" b="b"/>
              <a:pathLst>
                <a:path w="1" h="27">
                  <a:moveTo>
                    <a:pt x="0" y="0"/>
                  </a:moveTo>
                  <a:lnTo>
                    <a:pt x="0" y="2"/>
                  </a:lnTo>
                  <a:lnTo>
                    <a:pt x="0" y="8"/>
                  </a:lnTo>
                  <a:lnTo>
                    <a:pt x="0" y="14"/>
                  </a:lnTo>
                  <a:lnTo>
                    <a:pt x="0" y="26"/>
                  </a:lnTo>
                  <a:lnTo>
                    <a:pt x="0" y="26"/>
                  </a:lnTo>
                  <a:lnTo>
                    <a:pt x="0" y="14"/>
                  </a:lnTo>
                  <a:lnTo>
                    <a:pt x="0" y="8"/>
                  </a:lnTo>
                  <a:lnTo>
                    <a:pt x="0" y="2"/>
                  </a:lnTo>
                  <a:lnTo>
                    <a:pt x="0" y="0"/>
                  </a:lnTo>
                  <a:lnTo>
                    <a:pt x="0" y="0"/>
                  </a:lnTo>
                  <a:lnTo>
                    <a:pt x="0" y="0"/>
                  </a:lnTo>
                </a:path>
              </a:pathLst>
            </a:custGeom>
            <a:solidFill>
              <a:srgbClr val="ffc0b6"/>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3779" name=""/>
            <p:cNvSpPr/>
            <p:nvPr/>
          </p:nvSpPr>
          <p:spPr>
            <a:xfrm>
              <a:off x="5700600" y="524520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780" name=""/>
            <p:cNvSpPr/>
            <p:nvPr/>
          </p:nvSpPr>
          <p:spPr>
            <a:xfrm>
              <a:off x="5665680" y="5203800"/>
              <a:ext cx="6480" cy="3240"/>
            </a:xfrm>
            <a:custGeom>
              <a:avLst/>
              <a:gdLst/>
              <a:ahLst/>
              <a:rect l="l" t="t" r="r" b="b"/>
              <a:pathLst>
                <a:path w="4" h="2">
                  <a:moveTo>
                    <a:pt x="0" y="0"/>
                  </a:moveTo>
                  <a:lnTo>
                    <a:pt x="0" y="0"/>
                  </a:lnTo>
                  <a:lnTo>
                    <a:pt x="0" y="0"/>
                  </a:lnTo>
                  <a:lnTo>
                    <a:pt x="3" y="1"/>
                  </a:lnTo>
                  <a:lnTo>
                    <a:pt x="3"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781" name=""/>
            <p:cNvSpPr/>
            <p:nvPr/>
          </p:nvSpPr>
          <p:spPr>
            <a:xfrm>
              <a:off x="5665680" y="5146560"/>
              <a:ext cx="22320" cy="58680"/>
            </a:xfrm>
            <a:custGeom>
              <a:avLst/>
              <a:gdLst/>
              <a:ahLst/>
              <a:rect l="l" t="t" r="r" b="b"/>
              <a:pathLst>
                <a:path w="14" h="37">
                  <a:moveTo>
                    <a:pt x="9" y="4"/>
                  </a:moveTo>
                  <a:lnTo>
                    <a:pt x="9" y="4"/>
                  </a:lnTo>
                  <a:lnTo>
                    <a:pt x="9" y="7"/>
                  </a:lnTo>
                  <a:lnTo>
                    <a:pt x="9" y="10"/>
                  </a:lnTo>
                  <a:lnTo>
                    <a:pt x="9" y="19"/>
                  </a:lnTo>
                  <a:lnTo>
                    <a:pt x="7" y="21"/>
                  </a:lnTo>
                  <a:lnTo>
                    <a:pt x="5" y="26"/>
                  </a:lnTo>
                  <a:lnTo>
                    <a:pt x="3" y="34"/>
                  </a:lnTo>
                  <a:lnTo>
                    <a:pt x="0" y="36"/>
                  </a:lnTo>
                  <a:lnTo>
                    <a:pt x="0" y="36"/>
                  </a:lnTo>
                  <a:lnTo>
                    <a:pt x="3" y="36"/>
                  </a:lnTo>
                  <a:lnTo>
                    <a:pt x="3" y="36"/>
                  </a:lnTo>
                  <a:lnTo>
                    <a:pt x="3" y="34"/>
                  </a:lnTo>
                  <a:lnTo>
                    <a:pt x="7" y="33"/>
                  </a:lnTo>
                  <a:lnTo>
                    <a:pt x="9" y="23"/>
                  </a:lnTo>
                  <a:lnTo>
                    <a:pt x="9" y="19"/>
                  </a:lnTo>
                  <a:lnTo>
                    <a:pt x="13" y="10"/>
                  </a:lnTo>
                  <a:lnTo>
                    <a:pt x="13" y="7"/>
                  </a:lnTo>
                  <a:lnTo>
                    <a:pt x="13" y="0"/>
                  </a:lnTo>
                  <a:lnTo>
                    <a:pt x="13" y="0"/>
                  </a:lnTo>
                  <a:lnTo>
                    <a:pt x="9" y="4"/>
                  </a:lnTo>
                  <a:lnTo>
                    <a:pt x="9" y="4"/>
                  </a:lnTo>
                </a:path>
              </a:pathLst>
            </a:custGeom>
            <a:solidFill>
              <a:srgbClr val="ffc0b6"/>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3782" name=""/>
            <p:cNvSpPr/>
            <p:nvPr/>
          </p:nvSpPr>
          <p:spPr>
            <a:xfrm>
              <a:off x="5680080" y="5126040"/>
              <a:ext cx="17280" cy="28440"/>
            </a:xfrm>
            <a:custGeom>
              <a:avLst/>
              <a:gdLst/>
              <a:ahLst/>
              <a:rect l="l" t="t" r="r" b="b"/>
              <a:pathLst>
                <a:path w="11" h="18">
                  <a:moveTo>
                    <a:pt x="5" y="0"/>
                  </a:moveTo>
                  <a:lnTo>
                    <a:pt x="4" y="0"/>
                  </a:lnTo>
                  <a:lnTo>
                    <a:pt x="4" y="0"/>
                  </a:lnTo>
                  <a:lnTo>
                    <a:pt x="4" y="0"/>
                  </a:lnTo>
                  <a:lnTo>
                    <a:pt x="4" y="1"/>
                  </a:lnTo>
                  <a:lnTo>
                    <a:pt x="0" y="1"/>
                  </a:lnTo>
                  <a:lnTo>
                    <a:pt x="0" y="9"/>
                  </a:lnTo>
                  <a:lnTo>
                    <a:pt x="0" y="9"/>
                  </a:lnTo>
                  <a:lnTo>
                    <a:pt x="0" y="13"/>
                  </a:lnTo>
                  <a:lnTo>
                    <a:pt x="0" y="17"/>
                  </a:lnTo>
                  <a:lnTo>
                    <a:pt x="4" y="13"/>
                  </a:lnTo>
                  <a:lnTo>
                    <a:pt x="4" y="13"/>
                  </a:lnTo>
                  <a:lnTo>
                    <a:pt x="4" y="9"/>
                  </a:lnTo>
                  <a:lnTo>
                    <a:pt x="4" y="9"/>
                  </a:lnTo>
                  <a:lnTo>
                    <a:pt x="4" y="4"/>
                  </a:lnTo>
                  <a:lnTo>
                    <a:pt x="4" y="1"/>
                  </a:lnTo>
                  <a:lnTo>
                    <a:pt x="5" y="1"/>
                  </a:lnTo>
                  <a:lnTo>
                    <a:pt x="5" y="0"/>
                  </a:lnTo>
                  <a:lnTo>
                    <a:pt x="10" y="0"/>
                  </a:lnTo>
                  <a:lnTo>
                    <a:pt x="5" y="0"/>
                  </a:lnTo>
                  <a:lnTo>
                    <a:pt x="5" y="0"/>
                  </a:lnTo>
                  <a:lnTo>
                    <a:pt x="5" y="0"/>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3783" name=""/>
            <p:cNvSpPr/>
            <p:nvPr/>
          </p:nvSpPr>
          <p:spPr>
            <a:xfrm>
              <a:off x="5688000" y="5100480"/>
              <a:ext cx="25560" cy="27000"/>
            </a:xfrm>
            <a:custGeom>
              <a:avLst/>
              <a:gdLst/>
              <a:ahLst/>
              <a:rect l="l" t="t" r="r" b="b"/>
              <a:pathLst>
                <a:path w="16" h="17">
                  <a:moveTo>
                    <a:pt x="13" y="0"/>
                  </a:moveTo>
                  <a:lnTo>
                    <a:pt x="13" y="0"/>
                  </a:lnTo>
                  <a:lnTo>
                    <a:pt x="13" y="4"/>
                  </a:lnTo>
                  <a:lnTo>
                    <a:pt x="10" y="4"/>
                  </a:lnTo>
                  <a:lnTo>
                    <a:pt x="8" y="4"/>
                  </a:lnTo>
                  <a:lnTo>
                    <a:pt x="8" y="9"/>
                  </a:lnTo>
                  <a:lnTo>
                    <a:pt x="5" y="10"/>
                  </a:lnTo>
                  <a:lnTo>
                    <a:pt x="0" y="16"/>
                  </a:lnTo>
                  <a:lnTo>
                    <a:pt x="0" y="16"/>
                  </a:lnTo>
                  <a:lnTo>
                    <a:pt x="0" y="16"/>
                  </a:lnTo>
                  <a:lnTo>
                    <a:pt x="5" y="16"/>
                  </a:lnTo>
                  <a:lnTo>
                    <a:pt x="8" y="16"/>
                  </a:lnTo>
                  <a:lnTo>
                    <a:pt x="8" y="10"/>
                  </a:lnTo>
                  <a:lnTo>
                    <a:pt x="8" y="9"/>
                  </a:lnTo>
                  <a:lnTo>
                    <a:pt x="13" y="4"/>
                  </a:lnTo>
                  <a:lnTo>
                    <a:pt x="13" y="4"/>
                  </a:lnTo>
                  <a:lnTo>
                    <a:pt x="13" y="0"/>
                  </a:lnTo>
                  <a:lnTo>
                    <a:pt x="15" y="0"/>
                  </a:lnTo>
                  <a:lnTo>
                    <a:pt x="13" y="0"/>
                  </a:lnTo>
                  <a:lnTo>
                    <a:pt x="13"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3784" name=""/>
            <p:cNvSpPr/>
            <p:nvPr/>
          </p:nvSpPr>
          <p:spPr>
            <a:xfrm>
              <a:off x="5686560" y="5126040"/>
              <a:ext cx="10800" cy="1440"/>
            </a:xfrm>
            <a:custGeom>
              <a:avLst/>
              <a:gdLst/>
              <a:ahLst/>
              <a:rect l="l" t="t" r="r" b="b"/>
              <a:pathLst>
                <a:path w="7" h="1">
                  <a:moveTo>
                    <a:pt x="6" y="0"/>
                  </a:moveTo>
                  <a:lnTo>
                    <a:pt x="6" y="0"/>
                  </a:lnTo>
                  <a:lnTo>
                    <a:pt x="1" y="0"/>
                  </a:lnTo>
                  <a:lnTo>
                    <a:pt x="0" y="0"/>
                  </a:lnTo>
                  <a:lnTo>
                    <a:pt x="0" y="0"/>
                  </a:lnTo>
                  <a:lnTo>
                    <a:pt x="6" y="0"/>
                  </a:lnTo>
                  <a:lnTo>
                    <a:pt x="6"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785" name=""/>
            <p:cNvSpPr/>
            <p:nvPr/>
          </p:nvSpPr>
          <p:spPr>
            <a:xfrm>
              <a:off x="5794200" y="4637160"/>
              <a:ext cx="1800" cy="11160"/>
            </a:xfrm>
            <a:custGeom>
              <a:avLst/>
              <a:gdLst/>
              <a:ahLst/>
              <a:rect l="l" t="t" r="r" b="b"/>
              <a:pathLst>
                <a:path w="1" h="7">
                  <a:moveTo>
                    <a:pt x="0" y="0"/>
                  </a:moveTo>
                  <a:lnTo>
                    <a:pt x="0" y="6"/>
                  </a:lnTo>
                  <a:lnTo>
                    <a:pt x="0" y="6"/>
                  </a:lnTo>
                  <a:lnTo>
                    <a:pt x="0" y="6"/>
                  </a:lnTo>
                  <a:lnTo>
                    <a:pt x="0" y="0"/>
                  </a:lnTo>
                  <a:lnTo>
                    <a:pt x="0" y="0"/>
                  </a:lnTo>
                  <a:lnTo>
                    <a:pt x="0"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786" name=""/>
            <p:cNvSpPr/>
            <p:nvPr/>
          </p:nvSpPr>
          <p:spPr>
            <a:xfrm>
              <a:off x="5781600" y="4600440"/>
              <a:ext cx="14400" cy="38160"/>
            </a:xfrm>
            <a:custGeom>
              <a:avLst/>
              <a:gdLst/>
              <a:ahLst/>
              <a:rect l="l" t="t" r="r" b="b"/>
              <a:pathLst>
                <a:path w="9" h="24">
                  <a:moveTo>
                    <a:pt x="0" y="0"/>
                  </a:moveTo>
                  <a:lnTo>
                    <a:pt x="0" y="0"/>
                  </a:lnTo>
                  <a:lnTo>
                    <a:pt x="0" y="6"/>
                  </a:lnTo>
                  <a:lnTo>
                    <a:pt x="2" y="6"/>
                  </a:lnTo>
                  <a:lnTo>
                    <a:pt x="8" y="16"/>
                  </a:lnTo>
                  <a:lnTo>
                    <a:pt x="8" y="16"/>
                  </a:lnTo>
                  <a:lnTo>
                    <a:pt x="8" y="19"/>
                  </a:lnTo>
                  <a:lnTo>
                    <a:pt x="8" y="20"/>
                  </a:lnTo>
                  <a:lnTo>
                    <a:pt x="8" y="23"/>
                  </a:lnTo>
                  <a:lnTo>
                    <a:pt x="8" y="23"/>
                  </a:lnTo>
                  <a:lnTo>
                    <a:pt x="8" y="23"/>
                  </a:lnTo>
                  <a:lnTo>
                    <a:pt x="8" y="23"/>
                  </a:lnTo>
                  <a:lnTo>
                    <a:pt x="8" y="20"/>
                  </a:lnTo>
                  <a:lnTo>
                    <a:pt x="8" y="19"/>
                  </a:lnTo>
                  <a:lnTo>
                    <a:pt x="8" y="16"/>
                  </a:lnTo>
                  <a:lnTo>
                    <a:pt x="8" y="16"/>
                  </a:lnTo>
                  <a:lnTo>
                    <a:pt x="8" y="6"/>
                  </a:lnTo>
                  <a:lnTo>
                    <a:pt x="8" y="4"/>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3787" name=""/>
            <p:cNvSpPr/>
            <p:nvPr/>
          </p:nvSpPr>
          <p:spPr>
            <a:xfrm>
              <a:off x="5764320" y="4575240"/>
              <a:ext cx="19080" cy="27000"/>
            </a:xfrm>
            <a:custGeom>
              <a:avLst/>
              <a:gdLst/>
              <a:ahLst/>
              <a:rect l="l" t="t" r="r" b="b"/>
              <a:pathLst>
                <a:path w="12" h="17">
                  <a:moveTo>
                    <a:pt x="0" y="1"/>
                  </a:moveTo>
                  <a:lnTo>
                    <a:pt x="0" y="5"/>
                  </a:lnTo>
                  <a:lnTo>
                    <a:pt x="5" y="5"/>
                  </a:lnTo>
                  <a:lnTo>
                    <a:pt x="5" y="10"/>
                  </a:lnTo>
                  <a:lnTo>
                    <a:pt x="6" y="10"/>
                  </a:lnTo>
                  <a:lnTo>
                    <a:pt x="6" y="12"/>
                  </a:lnTo>
                  <a:lnTo>
                    <a:pt x="7" y="14"/>
                  </a:lnTo>
                  <a:lnTo>
                    <a:pt x="11" y="15"/>
                  </a:lnTo>
                  <a:lnTo>
                    <a:pt x="11" y="16"/>
                  </a:lnTo>
                  <a:lnTo>
                    <a:pt x="11" y="16"/>
                  </a:lnTo>
                  <a:lnTo>
                    <a:pt x="11" y="15"/>
                  </a:lnTo>
                  <a:lnTo>
                    <a:pt x="11" y="14"/>
                  </a:lnTo>
                  <a:lnTo>
                    <a:pt x="6" y="11"/>
                  </a:lnTo>
                  <a:lnTo>
                    <a:pt x="6" y="10"/>
                  </a:lnTo>
                  <a:lnTo>
                    <a:pt x="6" y="10"/>
                  </a:lnTo>
                  <a:lnTo>
                    <a:pt x="5" y="5"/>
                  </a:lnTo>
                  <a:lnTo>
                    <a:pt x="5" y="0"/>
                  </a:lnTo>
                  <a:lnTo>
                    <a:pt x="5" y="0"/>
                  </a:lnTo>
                  <a:lnTo>
                    <a:pt x="0" y="1"/>
                  </a:lnTo>
                  <a:lnTo>
                    <a:pt x="0" y="1"/>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3788" name=""/>
            <p:cNvSpPr/>
            <p:nvPr/>
          </p:nvSpPr>
          <p:spPr>
            <a:xfrm>
              <a:off x="5781600" y="460044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789" name=""/>
            <p:cNvSpPr/>
            <p:nvPr/>
          </p:nvSpPr>
          <p:spPr>
            <a:xfrm>
              <a:off x="5827680" y="5203800"/>
              <a:ext cx="9720" cy="3240"/>
            </a:xfrm>
            <a:custGeom>
              <a:avLst/>
              <a:gdLst/>
              <a:ahLst/>
              <a:rect l="l" t="t" r="r" b="b"/>
              <a:pathLst>
                <a:path w="6" h="2">
                  <a:moveTo>
                    <a:pt x="0" y="0"/>
                  </a:moveTo>
                  <a:lnTo>
                    <a:pt x="3" y="1"/>
                  </a:lnTo>
                  <a:lnTo>
                    <a:pt x="3" y="1"/>
                  </a:lnTo>
                  <a:lnTo>
                    <a:pt x="3" y="0"/>
                  </a:lnTo>
                  <a:lnTo>
                    <a:pt x="5"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790" name=""/>
            <p:cNvSpPr/>
            <p:nvPr/>
          </p:nvSpPr>
          <p:spPr>
            <a:xfrm>
              <a:off x="5824440" y="5183280"/>
              <a:ext cx="12960" cy="21960"/>
            </a:xfrm>
            <a:custGeom>
              <a:avLst/>
              <a:gdLst/>
              <a:ahLst/>
              <a:rect l="l" t="t" r="r" b="b"/>
              <a:pathLst>
                <a:path w="8" h="14">
                  <a:moveTo>
                    <a:pt x="7" y="0"/>
                  </a:moveTo>
                  <a:lnTo>
                    <a:pt x="7" y="0"/>
                  </a:lnTo>
                  <a:lnTo>
                    <a:pt x="2" y="3"/>
                  </a:lnTo>
                  <a:lnTo>
                    <a:pt x="0" y="11"/>
                  </a:lnTo>
                  <a:lnTo>
                    <a:pt x="2" y="13"/>
                  </a:lnTo>
                  <a:lnTo>
                    <a:pt x="2" y="13"/>
                  </a:lnTo>
                  <a:lnTo>
                    <a:pt x="7" y="13"/>
                  </a:lnTo>
                  <a:lnTo>
                    <a:pt x="5" y="13"/>
                  </a:lnTo>
                  <a:lnTo>
                    <a:pt x="5" y="11"/>
                  </a:lnTo>
                  <a:lnTo>
                    <a:pt x="7" y="10"/>
                  </a:lnTo>
                  <a:lnTo>
                    <a:pt x="7" y="2"/>
                  </a:lnTo>
                  <a:lnTo>
                    <a:pt x="7" y="2"/>
                  </a:lnTo>
                  <a:lnTo>
                    <a:pt x="7" y="0"/>
                  </a:lnTo>
                  <a:lnTo>
                    <a:pt x="7" y="0"/>
                  </a:lnTo>
                </a:path>
              </a:pathLst>
            </a:custGeom>
            <a:solidFill>
              <a:srgbClr val="ffc0b6"/>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3791" name=""/>
            <p:cNvSpPr/>
            <p:nvPr/>
          </p:nvSpPr>
          <p:spPr>
            <a:xfrm>
              <a:off x="5835600" y="5162400"/>
              <a:ext cx="4680" cy="25560"/>
            </a:xfrm>
            <a:custGeom>
              <a:avLst/>
              <a:gdLst/>
              <a:ahLst/>
              <a:rect l="l" t="t" r="r" b="b"/>
              <a:pathLst>
                <a:path w="3" h="16">
                  <a:moveTo>
                    <a:pt x="2" y="0"/>
                  </a:moveTo>
                  <a:lnTo>
                    <a:pt x="2" y="0"/>
                  </a:lnTo>
                  <a:lnTo>
                    <a:pt x="2" y="0"/>
                  </a:lnTo>
                  <a:lnTo>
                    <a:pt x="2" y="3"/>
                  </a:lnTo>
                  <a:lnTo>
                    <a:pt x="2" y="7"/>
                  </a:lnTo>
                  <a:lnTo>
                    <a:pt x="2" y="9"/>
                  </a:lnTo>
                  <a:lnTo>
                    <a:pt x="0" y="9"/>
                  </a:lnTo>
                  <a:lnTo>
                    <a:pt x="0" y="9"/>
                  </a:lnTo>
                  <a:lnTo>
                    <a:pt x="0" y="11"/>
                  </a:lnTo>
                  <a:lnTo>
                    <a:pt x="0" y="13"/>
                  </a:lnTo>
                  <a:lnTo>
                    <a:pt x="0" y="15"/>
                  </a:lnTo>
                  <a:lnTo>
                    <a:pt x="0" y="13"/>
                  </a:lnTo>
                  <a:lnTo>
                    <a:pt x="2" y="11"/>
                  </a:lnTo>
                  <a:lnTo>
                    <a:pt x="2" y="9"/>
                  </a:lnTo>
                  <a:lnTo>
                    <a:pt x="2" y="9"/>
                  </a:lnTo>
                  <a:lnTo>
                    <a:pt x="2" y="7"/>
                  </a:lnTo>
                  <a:lnTo>
                    <a:pt x="2" y="3"/>
                  </a:lnTo>
                  <a:lnTo>
                    <a:pt x="2" y="0"/>
                  </a:lnTo>
                  <a:lnTo>
                    <a:pt x="2" y="0"/>
                  </a:lnTo>
                  <a:lnTo>
                    <a:pt x="2" y="0"/>
                  </a:lnTo>
                  <a:lnTo>
                    <a:pt x="2" y="0"/>
                  </a:lnTo>
                  <a:lnTo>
                    <a:pt x="2" y="0"/>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3792" name=""/>
            <p:cNvSpPr/>
            <p:nvPr/>
          </p:nvSpPr>
          <p:spPr>
            <a:xfrm>
              <a:off x="5838840" y="5140440"/>
              <a:ext cx="12600" cy="23760"/>
            </a:xfrm>
            <a:custGeom>
              <a:avLst/>
              <a:gdLst/>
              <a:ahLst/>
              <a:rect l="l" t="t" r="r" b="b"/>
              <a:pathLst>
                <a:path w="8" h="15">
                  <a:moveTo>
                    <a:pt x="0" y="0"/>
                  </a:moveTo>
                  <a:lnTo>
                    <a:pt x="5" y="0"/>
                  </a:lnTo>
                  <a:lnTo>
                    <a:pt x="5" y="0"/>
                  </a:lnTo>
                  <a:lnTo>
                    <a:pt x="5" y="4"/>
                  </a:lnTo>
                  <a:lnTo>
                    <a:pt x="0" y="4"/>
                  </a:lnTo>
                  <a:lnTo>
                    <a:pt x="0" y="8"/>
                  </a:lnTo>
                  <a:lnTo>
                    <a:pt x="0" y="11"/>
                  </a:lnTo>
                  <a:lnTo>
                    <a:pt x="0" y="12"/>
                  </a:lnTo>
                  <a:lnTo>
                    <a:pt x="0" y="14"/>
                  </a:lnTo>
                  <a:lnTo>
                    <a:pt x="0" y="14"/>
                  </a:lnTo>
                  <a:lnTo>
                    <a:pt x="0" y="12"/>
                  </a:lnTo>
                  <a:lnTo>
                    <a:pt x="0" y="11"/>
                  </a:lnTo>
                  <a:lnTo>
                    <a:pt x="5" y="8"/>
                  </a:lnTo>
                  <a:lnTo>
                    <a:pt x="7" y="4"/>
                  </a:lnTo>
                  <a:lnTo>
                    <a:pt x="7" y="4"/>
                  </a:lnTo>
                  <a:lnTo>
                    <a:pt x="7" y="0"/>
                  </a:lnTo>
                  <a:lnTo>
                    <a:pt x="7" y="0"/>
                  </a:lnTo>
                  <a:lnTo>
                    <a:pt x="5" y="0"/>
                  </a:lnTo>
                  <a:lnTo>
                    <a:pt x="0" y="0"/>
                  </a:lnTo>
                  <a:lnTo>
                    <a:pt x="0"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793" name=""/>
            <p:cNvSpPr/>
            <p:nvPr/>
          </p:nvSpPr>
          <p:spPr>
            <a:xfrm>
              <a:off x="5838840" y="5159520"/>
              <a:ext cx="1440" cy="4680"/>
            </a:xfrm>
            <a:custGeom>
              <a:avLst/>
              <a:gdLst/>
              <a:ahLst/>
              <a:rect l="l" t="t" r="r" b="b"/>
              <a:pathLst>
                <a:path w="1" h="3">
                  <a:moveTo>
                    <a:pt x="0" y="0"/>
                  </a:moveTo>
                  <a:lnTo>
                    <a:pt x="0" y="0"/>
                  </a:lnTo>
                  <a:lnTo>
                    <a:pt x="0" y="0"/>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794" name=""/>
            <p:cNvSpPr/>
            <p:nvPr/>
          </p:nvSpPr>
          <p:spPr>
            <a:xfrm>
              <a:off x="5859360" y="5203800"/>
              <a:ext cx="7920" cy="1440"/>
            </a:xfrm>
            <a:custGeom>
              <a:avLst/>
              <a:gdLst/>
              <a:ahLst/>
              <a:rect l="l" t="t" r="r" b="b"/>
              <a:pathLst>
                <a:path w="5" h="1">
                  <a:moveTo>
                    <a:pt x="0" y="0"/>
                  </a:moveTo>
                  <a:lnTo>
                    <a:pt x="0" y="0"/>
                  </a:lnTo>
                  <a:lnTo>
                    <a:pt x="0" y="0"/>
                  </a:lnTo>
                  <a:lnTo>
                    <a:pt x="4" y="0"/>
                  </a:lnTo>
                  <a:lnTo>
                    <a:pt x="4"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795" name=""/>
            <p:cNvSpPr/>
            <p:nvPr/>
          </p:nvSpPr>
          <p:spPr>
            <a:xfrm>
              <a:off x="5859360" y="5180040"/>
              <a:ext cx="7920" cy="25200"/>
            </a:xfrm>
            <a:custGeom>
              <a:avLst/>
              <a:gdLst/>
              <a:ahLst/>
              <a:rect l="l" t="t" r="r" b="b"/>
              <a:pathLst>
                <a:path w="5" h="16">
                  <a:moveTo>
                    <a:pt x="4" y="0"/>
                  </a:moveTo>
                  <a:lnTo>
                    <a:pt x="4" y="0"/>
                  </a:lnTo>
                  <a:lnTo>
                    <a:pt x="0" y="4"/>
                  </a:lnTo>
                  <a:lnTo>
                    <a:pt x="0" y="12"/>
                  </a:lnTo>
                  <a:lnTo>
                    <a:pt x="0" y="13"/>
                  </a:lnTo>
                  <a:lnTo>
                    <a:pt x="0" y="15"/>
                  </a:lnTo>
                  <a:lnTo>
                    <a:pt x="4" y="15"/>
                  </a:lnTo>
                  <a:lnTo>
                    <a:pt x="4" y="13"/>
                  </a:lnTo>
                  <a:lnTo>
                    <a:pt x="0" y="12"/>
                  </a:lnTo>
                  <a:lnTo>
                    <a:pt x="4" y="4"/>
                  </a:lnTo>
                  <a:lnTo>
                    <a:pt x="4" y="2"/>
                  </a:lnTo>
                  <a:lnTo>
                    <a:pt x="4" y="2"/>
                  </a:lnTo>
                  <a:lnTo>
                    <a:pt x="4" y="0"/>
                  </a:lnTo>
                  <a:lnTo>
                    <a:pt x="4" y="0"/>
                  </a:lnTo>
                </a:path>
              </a:pathLst>
            </a:custGeom>
            <a:solidFill>
              <a:srgbClr val="ffc0b6"/>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3796" name=""/>
            <p:cNvSpPr/>
            <p:nvPr/>
          </p:nvSpPr>
          <p:spPr>
            <a:xfrm>
              <a:off x="5865840" y="5162400"/>
              <a:ext cx="22320" cy="22320"/>
            </a:xfrm>
            <a:custGeom>
              <a:avLst/>
              <a:gdLst/>
              <a:ahLst/>
              <a:rect l="l" t="t" r="r" b="b"/>
              <a:pathLst>
                <a:path w="14" h="14">
                  <a:moveTo>
                    <a:pt x="11" y="0"/>
                  </a:moveTo>
                  <a:lnTo>
                    <a:pt x="11" y="0"/>
                  </a:lnTo>
                  <a:lnTo>
                    <a:pt x="11" y="0"/>
                  </a:lnTo>
                  <a:lnTo>
                    <a:pt x="11" y="3"/>
                  </a:lnTo>
                  <a:lnTo>
                    <a:pt x="11" y="7"/>
                  </a:lnTo>
                  <a:lnTo>
                    <a:pt x="11" y="9"/>
                  </a:lnTo>
                  <a:lnTo>
                    <a:pt x="5" y="9"/>
                  </a:lnTo>
                  <a:lnTo>
                    <a:pt x="4" y="9"/>
                  </a:lnTo>
                  <a:lnTo>
                    <a:pt x="4" y="9"/>
                  </a:lnTo>
                  <a:lnTo>
                    <a:pt x="0" y="11"/>
                  </a:lnTo>
                  <a:lnTo>
                    <a:pt x="0" y="13"/>
                  </a:lnTo>
                  <a:lnTo>
                    <a:pt x="4" y="11"/>
                  </a:lnTo>
                  <a:lnTo>
                    <a:pt x="5" y="9"/>
                  </a:lnTo>
                  <a:lnTo>
                    <a:pt x="11" y="9"/>
                  </a:lnTo>
                  <a:lnTo>
                    <a:pt x="11" y="9"/>
                  </a:lnTo>
                  <a:lnTo>
                    <a:pt x="11" y="9"/>
                  </a:lnTo>
                  <a:lnTo>
                    <a:pt x="13" y="7"/>
                  </a:lnTo>
                  <a:lnTo>
                    <a:pt x="13" y="0"/>
                  </a:lnTo>
                  <a:lnTo>
                    <a:pt x="13" y="0"/>
                  </a:lnTo>
                  <a:lnTo>
                    <a:pt x="13" y="0"/>
                  </a:lnTo>
                  <a:lnTo>
                    <a:pt x="11" y="0"/>
                  </a:lnTo>
                  <a:lnTo>
                    <a:pt x="11"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797" name=""/>
            <p:cNvSpPr/>
            <p:nvPr/>
          </p:nvSpPr>
          <p:spPr>
            <a:xfrm>
              <a:off x="5883120" y="5116680"/>
              <a:ext cx="19080" cy="47520"/>
            </a:xfrm>
            <a:custGeom>
              <a:avLst/>
              <a:gdLst/>
              <a:ahLst/>
              <a:rect l="l" t="t" r="r" b="b"/>
              <a:pathLst>
                <a:path w="12" h="30">
                  <a:moveTo>
                    <a:pt x="11" y="0"/>
                  </a:moveTo>
                  <a:lnTo>
                    <a:pt x="11" y="0"/>
                  </a:lnTo>
                  <a:lnTo>
                    <a:pt x="9" y="6"/>
                  </a:lnTo>
                  <a:lnTo>
                    <a:pt x="9" y="7"/>
                  </a:lnTo>
                  <a:lnTo>
                    <a:pt x="6" y="11"/>
                  </a:lnTo>
                  <a:lnTo>
                    <a:pt x="5" y="15"/>
                  </a:lnTo>
                  <a:lnTo>
                    <a:pt x="2" y="19"/>
                  </a:lnTo>
                  <a:lnTo>
                    <a:pt x="0" y="23"/>
                  </a:lnTo>
                  <a:lnTo>
                    <a:pt x="0" y="26"/>
                  </a:lnTo>
                  <a:lnTo>
                    <a:pt x="0" y="29"/>
                  </a:lnTo>
                  <a:lnTo>
                    <a:pt x="2" y="29"/>
                  </a:lnTo>
                  <a:lnTo>
                    <a:pt x="2" y="26"/>
                  </a:lnTo>
                  <a:lnTo>
                    <a:pt x="2" y="23"/>
                  </a:lnTo>
                  <a:lnTo>
                    <a:pt x="5" y="19"/>
                  </a:lnTo>
                  <a:lnTo>
                    <a:pt x="6" y="15"/>
                  </a:lnTo>
                  <a:lnTo>
                    <a:pt x="9" y="15"/>
                  </a:lnTo>
                  <a:lnTo>
                    <a:pt x="11" y="7"/>
                  </a:lnTo>
                  <a:lnTo>
                    <a:pt x="11" y="6"/>
                  </a:lnTo>
                  <a:lnTo>
                    <a:pt x="11" y="0"/>
                  </a:lnTo>
                  <a:lnTo>
                    <a:pt x="11" y="0"/>
                  </a:lnTo>
                  <a:lnTo>
                    <a:pt x="11" y="0"/>
                  </a:lnTo>
                  <a:lnTo>
                    <a:pt x="11" y="0"/>
                  </a:lnTo>
                </a:path>
              </a:pathLst>
            </a:custGeom>
            <a:solidFill>
              <a:srgbClr val="ffc0b6"/>
            </a:solidFill>
            <a:ln w="0">
              <a:noFill/>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3798" name=""/>
            <p:cNvSpPr/>
            <p:nvPr/>
          </p:nvSpPr>
          <p:spPr>
            <a:xfrm>
              <a:off x="5900760" y="5091120"/>
              <a:ext cx="4680" cy="27000"/>
            </a:xfrm>
            <a:custGeom>
              <a:avLst/>
              <a:gdLst/>
              <a:ahLst/>
              <a:rect l="l" t="t" r="r" b="b"/>
              <a:pathLst>
                <a:path w="3" h="17">
                  <a:moveTo>
                    <a:pt x="1" y="0"/>
                  </a:moveTo>
                  <a:lnTo>
                    <a:pt x="0" y="1"/>
                  </a:lnTo>
                  <a:lnTo>
                    <a:pt x="0" y="3"/>
                  </a:lnTo>
                  <a:lnTo>
                    <a:pt x="0" y="10"/>
                  </a:lnTo>
                  <a:lnTo>
                    <a:pt x="0" y="16"/>
                  </a:lnTo>
                  <a:lnTo>
                    <a:pt x="0" y="16"/>
                  </a:lnTo>
                  <a:lnTo>
                    <a:pt x="0" y="10"/>
                  </a:lnTo>
                  <a:lnTo>
                    <a:pt x="1" y="6"/>
                  </a:lnTo>
                  <a:lnTo>
                    <a:pt x="2" y="1"/>
                  </a:lnTo>
                  <a:lnTo>
                    <a:pt x="2" y="1"/>
                  </a:lnTo>
                  <a:lnTo>
                    <a:pt x="1" y="0"/>
                  </a:lnTo>
                  <a:lnTo>
                    <a:pt x="1"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3799" name=""/>
            <p:cNvSpPr/>
            <p:nvPr/>
          </p:nvSpPr>
          <p:spPr>
            <a:xfrm>
              <a:off x="5900760" y="5114880"/>
              <a:ext cx="1440" cy="3240"/>
            </a:xfrm>
            <a:custGeom>
              <a:avLst/>
              <a:gdLst/>
              <a:ahLst/>
              <a:rect l="l" t="t" r="r" b="b"/>
              <a:pathLst>
                <a:path w="1" h="2">
                  <a:moveTo>
                    <a:pt x="0" y="1"/>
                  </a:moveTo>
                  <a:lnTo>
                    <a:pt x="0" y="1"/>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800" name=""/>
            <p:cNvSpPr/>
            <p:nvPr/>
          </p:nvSpPr>
          <p:spPr>
            <a:xfrm>
              <a:off x="5897520" y="5211720"/>
              <a:ext cx="4680" cy="6480"/>
            </a:xfrm>
            <a:custGeom>
              <a:avLst/>
              <a:gdLst/>
              <a:ahLst/>
              <a:rect l="l" t="t" r="r" b="b"/>
              <a:pathLst>
                <a:path w="3" h="4">
                  <a:moveTo>
                    <a:pt x="0" y="0"/>
                  </a:moveTo>
                  <a:lnTo>
                    <a:pt x="0" y="0"/>
                  </a:lnTo>
                  <a:lnTo>
                    <a:pt x="0" y="0"/>
                  </a:lnTo>
                  <a:lnTo>
                    <a:pt x="2" y="3"/>
                  </a:lnTo>
                  <a:lnTo>
                    <a:pt x="2" y="0"/>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801" name=""/>
            <p:cNvSpPr/>
            <p:nvPr/>
          </p:nvSpPr>
          <p:spPr>
            <a:xfrm>
              <a:off x="5897520" y="5203800"/>
              <a:ext cx="15840" cy="9720"/>
            </a:xfrm>
            <a:custGeom>
              <a:avLst/>
              <a:gdLst/>
              <a:ahLst/>
              <a:rect l="l" t="t" r="r" b="b"/>
              <a:pathLst>
                <a:path w="10" h="6">
                  <a:moveTo>
                    <a:pt x="7" y="0"/>
                  </a:moveTo>
                  <a:lnTo>
                    <a:pt x="7" y="0"/>
                  </a:lnTo>
                  <a:lnTo>
                    <a:pt x="4" y="0"/>
                  </a:lnTo>
                  <a:lnTo>
                    <a:pt x="4" y="0"/>
                  </a:lnTo>
                  <a:lnTo>
                    <a:pt x="2" y="1"/>
                  </a:lnTo>
                  <a:lnTo>
                    <a:pt x="2" y="2"/>
                  </a:lnTo>
                  <a:lnTo>
                    <a:pt x="2" y="4"/>
                  </a:lnTo>
                  <a:lnTo>
                    <a:pt x="2" y="4"/>
                  </a:lnTo>
                  <a:lnTo>
                    <a:pt x="0" y="5"/>
                  </a:lnTo>
                  <a:lnTo>
                    <a:pt x="0" y="5"/>
                  </a:lnTo>
                  <a:lnTo>
                    <a:pt x="2" y="5"/>
                  </a:lnTo>
                  <a:lnTo>
                    <a:pt x="2" y="5"/>
                  </a:lnTo>
                  <a:lnTo>
                    <a:pt x="2" y="5"/>
                  </a:lnTo>
                  <a:lnTo>
                    <a:pt x="2" y="5"/>
                  </a:lnTo>
                  <a:lnTo>
                    <a:pt x="2" y="4"/>
                  </a:lnTo>
                  <a:lnTo>
                    <a:pt x="4" y="4"/>
                  </a:lnTo>
                  <a:lnTo>
                    <a:pt x="4" y="2"/>
                  </a:lnTo>
                  <a:lnTo>
                    <a:pt x="7" y="0"/>
                  </a:lnTo>
                  <a:lnTo>
                    <a:pt x="9" y="0"/>
                  </a:lnTo>
                  <a:lnTo>
                    <a:pt x="9" y="0"/>
                  </a:lnTo>
                  <a:lnTo>
                    <a:pt x="7" y="0"/>
                  </a:lnTo>
                  <a:lnTo>
                    <a:pt x="7"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3802" name=""/>
            <p:cNvSpPr/>
            <p:nvPr/>
          </p:nvSpPr>
          <p:spPr>
            <a:xfrm>
              <a:off x="5908680" y="5199120"/>
              <a:ext cx="28440" cy="6120"/>
            </a:xfrm>
            <a:custGeom>
              <a:avLst/>
              <a:gdLst/>
              <a:ahLst/>
              <a:rect l="l" t="t" r="r" b="b"/>
              <a:pathLst>
                <a:path w="18" h="4">
                  <a:moveTo>
                    <a:pt x="10" y="0"/>
                  </a:moveTo>
                  <a:lnTo>
                    <a:pt x="10" y="0"/>
                  </a:lnTo>
                  <a:lnTo>
                    <a:pt x="10" y="1"/>
                  </a:lnTo>
                  <a:lnTo>
                    <a:pt x="10" y="1"/>
                  </a:lnTo>
                  <a:lnTo>
                    <a:pt x="9" y="1"/>
                  </a:lnTo>
                  <a:lnTo>
                    <a:pt x="6" y="1"/>
                  </a:lnTo>
                  <a:lnTo>
                    <a:pt x="2" y="1"/>
                  </a:lnTo>
                  <a:lnTo>
                    <a:pt x="2" y="3"/>
                  </a:lnTo>
                  <a:lnTo>
                    <a:pt x="2" y="3"/>
                  </a:lnTo>
                  <a:lnTo>
                    <a:pt x="0" y="3"/>
                  </a:lnTo>
                  <a:lnTo>
                    <a:pt x="2" y="3"/>
                  </a:lnTo>
                  <a:lnTo>
                    <a:pt x="2" y="3"/>
                  </a:lnTo>
                  <a:lnTo>
                    <a:pt x="2" y="3"/>
                  </a:lnTo>
                  <a:lnTo>
                    <a:pt x="2" y="3"/>
                  </a:lnTo>
                  <a:lnTo>
                    <a:pt x="8" y="3"/>
                  </a:lnTo>
                  <a:lnTo>
                    <a:pt x="10" y="3"/>
                  </a:lnTo>
                  <a:lnTo>
                    <a:pt x="10" y="1"/>
                  </a:lnTo>
                  <a:lnTo>
                    <a:pt x="14" y="1"/>
                  </a:lnTo>
                  <a:lnTo>
                    <a:pt x="17" y="0"/>
                  </a:lnTo>
                  <a:lnTo>
                    <a:pt x="17" y="0"/>
                  </a:lnTo>
                  <a:lnTo>
                    <a:pt x="10" y="0"/>
                  </a:lnTo>
                  <a:lnTo>
                    <a:pt x="10"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803" name=""/>
            <p:cNvSpPr/>
            <p:nvPr/>
          </p:nvSpPr>
          <p:spPr>
            <a:xfrm>
              <a:off x="5924520" y="5167440"/>
              <a:ext cx="30240" cy="33120"/>
            </a:xfrm>
            <a:custGeom>
              <a:avLst/>
              <a:gdLst/>
              <a:ahLst/>
              <a:rect l="l" t="t" r="r" b="b"/>
              <a:pathLst>
                <a:path w="19" h="21">
                  <a:moveTo>
                    <a:pt x="18" y="0"/>
                  </a:moveTo>
                  <a:lnTo>
                    <a:pt x="18" y="0"/>
                  </a:lnTo>
                  <a:lnTo>
                    <a:pt x="14" y="4"/>
                  </a:lnTo>
                  <a:lnTo>
                    <a:pt x="14" y="4"/>
                  </a:lnTo>
                  <a:lnTo>
                    <a:pt x="7" y="6"/>
                  </a:lnTo>
                  <a:lnTo>
                    <a:pt x="7" y="6"/>
                  </a:lnTo>
                  <a:lnTo>
                    <a:pt x="7" y="6"/>
                  </a:lnTo>
                  <a:lnTo>
                    <a:pt x="7" y="8"/>
                  </a:lnTo>
                  <a:lnTo>
                    <a:pt x="0" y="12"/>
                  </a:lnTo>
                  <a:lnTo>
                    <a:pt x="0" y="20"/>
                  </a:lnTo>
                  <a:lnTo>
                    <a:pt x="7" y="20"/>
                  </a:lnTo>
                  <a:lnTo>
                    <a:pt x="7" y="12"/>
                  </a:lnTo>
                  <a:lnTo>
                    <a:pt x="7" y="10"/>
                  </a:lnTo>
                  <a:lnTo>
                    <a:pt x="7" y="8"/>
                  </a:lnTo>
                  <a:lnTo>
                    <a:pt x="7" y="6"/>
                  </a:lnTo>
                  <a:lnTo>
                    <a:pt x="10" y="6"/>
                  </a:lnTo>
                  <a:lnTo>
                    <a:pt x="14" y="6"/>
                  </a:lnTo>
                  <a:lnTo>
                    <a:pt x="18" y="6"/>
                  </a:lnTo>
                  <a:lnTo>
                    <a:pt x="18" y="4"/>
                  </a:lnTo>
                  <a:lnTo>
                    <a:pt x="18" y="4"/>
                  </a:lnTo>
                  <a:lnTo>
                    <a:pt x="18" y="0"/>
                  </a:lnTo>
                  <a:lnTo>
                    <a:pt x="18" y="0"/>
                  </a:lnTo>
                </a:path>
              </a:pathLst>
            </a:custGeom>
            <a:solidFill>
              <a:srgbClr val="ffc0b6"/>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3804" name=""/>
            <p:cNvSpPr/>
            <p:nvPr/>
          </p:nvSpPr>
          <p:spPr>
            <a:xfrm>
              <a:off x="5952960" y="5146560"/>
              <a:ext cx="25560" cy="28800"/>
            </a:xfrm>
            <a:custGeom>
              <a:avLst/>
              <a:gdLst/>
              <a:ahLst/>
              <a:rect l="l" t="t" r="r" b="b"/>
              <a:pathLst>
                <a:path w="16" h="18">
                  <a:moveTo>
                    <a:pt x="13" y="0"/>
                  </a:moveTo>
                  <a:lnTo>
                    <a:pt x="13" y="0"/>
                  </a:lnTo>
                  <a:lnTo>
                    <a:pt x="9" y="4"/>
                  </a:lnTo>
                  <a:lnTo>
                    <a:pt x="5" y="7"/>
                  </a:lnTo>
                  <a:lnTo>
                    <a:pt x="4" y="8"/>
                  </a:lnTo>
                  <a:lnTo>
                    <a:pt x="2" y="10"/>
                  </a:lnTo>
                  <a:lnTo>
                    <a:pt x="2" y="10"/>
                  </a:lnTo>
                  <a:lnTo>
                    <a:pt x="0" y="13"/>
                  </a:lnTo>
                  <a:lnTo>
                    <a:pt x="0" y="13"/>
                  </a:lnTo>
                  <a:lnTo>
                    <a:pt x="0" y="17"/>
                  </a:lnTo>
                  <a:lnTo>
                    <a:pt x="2" y="17"/>
                  </a:lnTo>
                  <a:lnTo>
                    <a:pt x="2" y="13"/>
                  </a:lnTo>
                  <a:lnTo>
                    <a:pt x="2" y="10"/>
                  </a:lnTo>
                  <a:lnTo>
                    <a:pt x="5" y="10"/>
                  </a:lnTo>
                  <a:lnTo>
                    <a:pt x="5" y="8"/>
                  </a:lnTo>
                  <a:lnTo>
                    <a:pt x="13" y="7"/>
                  </a:lnTo>
                  <a:lnTo>
                    <a:pt x="14" y="0"/>
                  </a:lnTo>
                  <a:lnTo>
                    <a:pt x="15" y="0"/>
                  </a:lnTo>
                  <a:lnTo>
                    <a:pt x="13" y="0"/>
                  </a:lnTo>
                  <a:lnTo>
                    <a:pt x="13" y="0"/>
                  </a:lnTo>
                </a:path>
              </a:pathLst>
            </a:custGeom>
            <a:solidFill>
              <a:srgbClr val="ffc0b6"/>
            </a:solidFill>
            <a:ln w="0">
              <a:noFill/>
            </a:ln>
          </p:spPr>
          <p:style>
            <a:lnRef idx="0"/>
            <a:fillRef idx="0"/>
            <a:effectRef idx="0"/>
            <a:fontRef idx="minor"/>
          </p:style>
          <p:txBody>
            <a:bodyPr lIns="90000" rIns="90000" tIns="-18000" bIns="-18000" anchor="t">
              <a:noAutofit/>
            </a:bodyPr>
            <a:p>
              <a:endParaRPr b="0" lang="en-IN" sz="2400" strike="noStrike" u="none">
                <a:solidFill>
                  <a:srgbClr val="ffffff"/>
                </a:solidFill>
                <a:effectLst/>
                <a:uFillTx/>
                <a:latin typeface="Times New Roman"/>
              </a:endParaRPr>
            </a:p>
          </p:txBody>
        </p:sp>
        <p:sp>
          <p:nvSpPr>
            <p:cNvPr id="3805" name=""/>
            <p:cNvSpPr/>
            <p:nvPr/>
          </p:nvSpPr>
          <p:spPr>
            <a:xfrm>
              <a:off x="5952960" y="5167440"/>
              <a:ext cx="1800" cy="7920"/>
            </a:xfrm>
            <a:custGeom>
              <a:avLst/>
              <a:gdLst/>
              <a:ahLst/>
              <a:rect l="l" t="t" r="r" b="b"/>
              <a:pathLst>
                <a:path w="1" h="5">
                  <a:moveTo>
                    <a:pt x="0" y="4"/>
                  </a:moveTo>
                  <a:lnTo>
                    <a:pt x="0" y="0"/>
                  </a:lnTo>
                  <a:lnTo>
                    <a:pt x="0" y="0"/>
                  </a:lnTo>
                  <a:lnTo>
                    <a:pt x="0" y="0"/>
                  </a:lnTo>
                  <a:lnTo>
                    <a:pt x="0" y="4"/>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806" name=""/>
            <p:cNvSpPr/>
            <p:nvPr/>
          </p:nvSpPr>
          <p:spPr>
            <a:xfrm>
              <a:off x="5911920" y="5162400"/>
              <a:ext cx="7920" cy="1800"/>
            </a:xfrm>
            <a:custGeom>
              <a:avLst/>
              <a:gdLst/>
              <a:ahLst/>
              <a:rect l="l" t="t" r="r" b="b"/>
              <a:pathLst>
                <a:path w="5" h="1">
                  <a:moveTo>
                    <a:pt x="0" y="0"/>
                  </a:moveTo>
                  <a:lnTo>
                    <a:pt x="0" y="0"/>
                  </a:lnTo>
                  <a:lnTo>
                    <a:pt x="0" y="0"/>
                  </a:lnTo>
                  <a:lnTo>
                    <a:pt x="0" y="0"/>
                  </a:lnTo>
                  <a:lnTo>
                    <a:pt x="4"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807" name=""/>
            <p:cNvSpPr/>
            <p:nvPr/>
          </p:nvSpPr>
          <p:spPr>
            <a:xfrm>
              <a:off x="5911920" y="5140440"/>
              <a:ext cx="25200" cy="23760"/>
            </a:xfrm>
            <a:custGeom>
              <a:avLst/>
              <a:gdLst/>
              <a:ahLst/>
              <a:rect l="l" t="t" r="r" b="b"/>
              <a:pathLst>
                <a:path w="16" h="15">
                  <a:moveTo>
                    <a:pt x="15" y="0"/>
                  </a:moveTo>
                  <a:lnTo>
                    <a:pt x="15" y="0"/>
                  </a:lnTo>
                  <a:lnTo>
                    <a:pt x="8" y="1"/>
                  </a:lnTo>
                  <a:lnTo>
                    <a:pt x="7" y="4"/>
                  </a:lnTo>
                  <a:lnTo>
                    <a:pt x="6" y="8"/>
                  </a:lnTo>
                  <a:lnTo>
                    <a:pt x="4" y="11"/>
                  </a:lnTo>
                  <a:lnTo>
                    <a:pt x="0" y="12"/>
                  </a:lnTo>
                  <a:lnTo>
                    <a:pt x="0" y="14"/>
                  </a:lnTo>
                  <a:lnTo>
                    <a:pt x="0" y="14"/>
                  </a:lnTo>
                  <a:lnTo>
                    <a:pt x="0" y="14"/>
                  </a:lnTo>
                  <a:lnTo>
                    <a:pt x="4" y="14"/>
                  </a:lnTo>
                  <a:lnTo>
                    <a:pt x="4" y="14"/>
                  </a:lnTo>
                  <a:lnTo>
                    <a:pt x="4" y="14"/>
                  </a:lnTo>
                  <a:lnTo>
                    <a:pt x="4" y="12"/>
                  </a:lnTo>
                  <a:lnTo>
                    <a:pt x="7" y="11"/>
                  </a:lnTo>
                  <a:lnTo>
                    <a:pt x="8" y="11"/>
                  </a:lnTo>
                  <a:lnTo>
                    <a:pt x="8" y="4"/>
                  </a:lnTo>
                  <a:lnTo>
                    <a:pt x="12" y="4"/>
                  </a:lnTo>
                  <a:lnTo>
                    <a:pt x="15" y="0"/>
                  </a:lnTo>
                  <a:lnTo>
                    <a:pt x="15" y="0"/>
                  </a:lnTo>
                  <a:lnTo>
                    <a:pt x="15" y="0"/>
                  </a:lnTo>
                  <a:lnTo>
                    <a:pt x="15"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808" name=""/>
            <p:cNvSpPr/>
            <p:nvPr/>
          </p:nvSpPr>
          <p:spPr>
            <a:xfrm>
              <a:off x="5935680" y="5126040"/>
              <a:ext cx="22320" cy="15840"/>
            </a:xfrm>
            <a:custGeom>
              <a:avLst/>
              <a:gdLst/>
              <a:ahLst/>
              <a:rect l="l" t="t" r="r" b="b"/>
              <a:pathLst>
                <a:path w="14" h="10">
                  <a:moveTo>
                    <a:pt x="13" y="0"/>
                  </a:moveTo>
                  <a:lnTo>
                    <a:pt x="13" y="0"/>
                  </a:lnTo>
                  <a:lnTo>
                    <a:pt x="13" y="0"/>
                  </a:lnTo>
                  <a:lnTo>
                    <a:pt x="11" y="1"/>
                  </a:lnTo>
                  <a:lnTo>
                    <a:pt x="11" y="1"/>
                  </a:lnTo>
                  <a:lnTo>
                    <a:pt x="7" y="1"/>
                  </a:lnTo>
                  <a:lnTo>
                    <a:pt x="7" y="1"/>
                  </a:lnTo>
                  <a:lnTo>
                    <a:pt x="0" y="5"/>
                  </a:lnTo>
                  <a:lnTo>
                    <a:pt x="0" y="9"/>
                  </a:lnTo>
                  <a:lnTo>
                    <a:pt x="0" y="9"/>
                  </a:lnTo>
                  <a:lnTo>
                    <a:pt x="0" y="9"/>
                  </a:lnTo>
                  <a:lnTo>
                    <a:pt x="0" y="9"/>
                  </a:lnTo>
                  <a:lnTo>
                    <a:pt x="0" y="9"/>
                  </a:lnTo>
                  <a:lnTo>
                    <a:pt x="7" y="5"/>
                  </a:lnTo>
                  <a:lnTo>
                    <a:pt x="11" y="4"/>
                  </a:lnTo>
                  <a:lnTo>
                    <a:pt x="11" y="1"/>
                  </a:lnTo>
                  <a:lnTo>
                    <a:pt x="13" y="1"/>
                  </a:lnTo>
                  <a:lnTo>
                    <a:pt x="13" y="0"/>
                  </a:lnTo>
                  <a:lnTo>
                    <a:pt x="13" y="0"/>
                  </a:lnTo>
                  <a:lnTo>
                    <a:pt x="13" y="0"/>
                  </a:lnTo>
                  <a:lnTo>
                    <a:pt x="13" y="0"/>
                  </a:lnTo>
                  <a:lnTo>
                    <a:pt x="13"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809" name=""/>
            <p:cNvSpPr/>
            <p:nvPr/>
          </p:nvSpPr>
          <p:spPr>
            <a:xfrm>
              <a:off x="5956200" y="5087880"/>
              <a:ext cx="6480" cy="39600"/>
            </a:xfrm>
            <a:custGeom>
              <a:avLst/>
              <a:gdLst/>
              <a:ahLst/>
              <a:rect l="l" t="t" r="r" b="b"/>
              <a:pathLst>
                <a:path w="4" h="25">
                  <a:moveTo>
                    <a:pt x="0" y="0"/>
                  </a:moveTo>
                  <a:lnTo>
                    <a:pt x="0" y="3"/>
                  </a:lnTo>
                  <a:lnTo>
                    <a:pt x="0" y="8"/>
                  </a:lnTo>
                  <a:lnTo>
                    <a:pt x="0" y="12"/>
                  </a:lnTo>
                  <a:lnTo>
                    <a:pt x="0" y="24"/>
                  </a:lnTo>
                  <a:lnTo>
                    <a:pt x="0" y="24"/>
                  </a:lnTo>
                  <a:lnTo>
                    <a:pt x="0" y="12"/>
                  </a:lnTo>
                  <a:lnTo>
                    <a:pt x="0" y="8"/>
                  </a:lnTo>
                  <a:lnTo>
                    <a:pt x="3" y="3"/>
                  </a:lnTo>
                  <a:lnTo>
                    <a:pt x="3" y="2"/>
                  </a:lnTo>
                  <a:lnTo>
                    <a:pt x="0" y="0"/>
                  </a:lnTo>
                  <a:lnTo>
                    <a:pt x="0" y="0"/>
                  </a:lnTo>
                </a:path>
              </a:pathLst>
            </a:custGeom>
            <a:solidFill>
              <a:srgbClr val="ffc0b6"/>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3810" name=""/>
            <p:cNvSpPr/>
            <p:nvPr/>
          </p:nvSpPr>
          <p:spPr>
            <a:xfrm>
              <a:off x="5956200" y="5124600"/>
              <a:ext cx="1800" cy="2880"/>
            </a:xfrm>
            <a:custGeom>
              <a:avLst/>
              <a:gdLst/>
              <a:ahLst/>
              <a:rect l="l" t="t" r="r" b="b"/>
              <a:pathLst>
                <a:path w="1" h="2">
                  <a:moveTo>
                    <a:pt x="0" y="1"/>
                  </a:moveTo>
                  <a:lnTo>
                    <a:pt x="0" y="0"/>
                  </a:lnTo>
                  <a:lnTo>
                    <a:pt x="0" y="0"/>
                  </a:lnTo>
                  <a:lnTo>
                    <a:pt x="0" y="0"/>
                  </a:lnTo>
                  <a:lnTo>
                    <a:pt x="0" y="1"/>
                  </a:lnTo>
                  <a:lnTo>
                    <a:pt x="0" y="1"/>
                  </a:lnTo>
                  <a:lnTo>
                    <a:pt x="0" y="1"/>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811" name=""/>
            <p:cNvSpPr/>
            <p:nvPr/>
          </p:nvSpPr>
          <p:spPr>
            <a:xfrm>
              <a:off x="5924520" y="5261040"/>
              <a:ext cx="1440" cy="4680"/>
            </a:xfrm>
            <a:custGeom>
              <a:avLst/>
              <a:gdLst/>
              <a:ahLst/>
              <a:rect l="l" t="t" r="r" b="b"/>
              <a:pathLst>
                <a:path w="1" h="3">
                  <a:moveTo>
                    <a:pt x="0" y="0"/>
                  </a:moveTo>
                  <a:lnTo>
                    <a:pt x="0" y="0"/>
                  </a:lnTo>
                  <a:lnTo>
                    <a:pt x="0" y="0"/>
                  </a:lnTo>
                  <a:lnTo>
                    <a:pt x="0" y="0"/>
                  </a:lnTo>
                  <a:lnTo>
                    <a:pt x="0"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812" name=""/>
            <p:cNvSpPr/>
            <p:nvPr/>
          </p:nvSpPr>
          <p:spPr>
            <a:xfrm>
              <a:off x="5924520" y="5261040"/>
              <a:ext cx="30240" cy="6120"/>
            </a:xfrm>
            <a:custGeom>
              <a:avLst/>
              <a:gdLst/>
              <a:ahLst/>
              <a:rect l="l" t="t" r="r" b="b"/>
              <a:pathLst>
                <a:path w="19" h="4">
                  <a:moveTo>
                    <a:pt x="18" y="3"/>
                  </a:moveTo>
                  <a:lnTo>
                    <a:pt x="18" y="3"/>
                  </a:lnTo>
                  <a:lnTo>
                    <a:pt x="14" y="3"/>
                  </a:lnTo>
                  <a:lnTo>
                    <a:pt x="7" y="3"/>
                  </a:lnTo>
                  <a:lnTo>
                    <a:pt x="7" y="3"/>
                  </a:lnTo>
                  <a:lnTo>
                    <a:pt x="7" y="2"/>
                  </a:lnTo>
                  <a:lnTo>
                    <a:pt x="4" y="2"/>
                  </a:lnTo>
                  <a:lnTo>
                    <a:pt x="0" y="0"/>
                  </a:lnTo>
                  <a:lnTo>
                    <a:pt x="0" y="0"/>
                  </a:lnTo>
                  <a:lnTo>
                    <a:pt x="0" y="0"/>
                  </a:lnTo>
                  <a:lnTo>
                    <a:pt x="0" y="2"/>
                  </a:lnTo>
                  <a:lnTo>
                    <a:pt x="0" y="3"/>
                  </a:lnTo>
                  <a:lnTo>
                    <a:pt x="0" y="3"/>
                  </a:lnTo>
                  <a:lnTo>
                    <a:pt x="0" y="3"/>
                  </a:lnTo>
                  <a:lnTo>
                    <a:pt x="7" y="3"/>
                  </a:lnTo>
                  <a:lnTo>
                    <a:pt x="7" y="3"/>
                  </a:lnTo>
                  <a:lnTo>
                    <a:pt x="7" y="3"/>
                  </a:lnTo>
                  <a:lnTo>
                    <a:pt x="14" y="3"/>
                  </a:lnTo>
                  <a:lnTo>
                    <a:pt x="18" y="3"/>
                  </a:lnTo>
                  <a:lnTo>
                    <a:pt x="18" y="3"/>
                  </a:lnTo>
                  <a:lnTo>
                    <a:pt x="18" y="3"/>
                  </a:lnTo>
                  <a:lnTo>
                    <a:pt x="18"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813" name=""/>
            <p:cNvSpPr/>
            <p:nvPr/>
          </p:nvSpPr>
          <p:spPr>
            <a:xfrm>
              <a:off x="5952960" y="5248440"/>
              <a:ext cx="36720" cy="18720"/>
            </a:xfrm>
            <a:custGeom>
              <a:avLst/>
              <a:gdLst/>
              <a:ahLst/>
              <a:rect l="l" t="t" r="r" b="b"/>
              <a:pathLst>
                <a:path w="23" h="12">
                  <a:moveTo>
                    <a:pt x="22" y="0"/>
                  </a:moveTo>
                  <a:lnTo>
                    <a:pt x="22" y="0"/>
                  </a:lnTo>
                  <a:lnTo>
                    <a:pt x="18" y="0"/>
                  </a:lnTo>
                  <a:lnTo>
                    <a:pt x="16" y="0"/>
                  </a:lnTo>
                  <a:lnTo>
                    <a:pt x="14" y="3"/>
                  </a:lnTo>
                  <a:lnTo>
                    <a:pt x="5" y="3"/>
                  </a:lnTo>
                  <a:lnTo>
                    <a:pt x="5" y="3"/>
                  </a:lnTo>
                  <a:lnTo>
                    <a:pt x="2" y="8"/>
                  </a:lnTo>
                  <a:lnTo>
                    <a:pt x="2" y="8"/>
                  </a:lnTo>
                  <a:lnTo>
                    <a:pt x="0" y="11"/>
                  </a:lnTo>
                  <a:lnTo>
                    <a:pt x="0" y="11"/>
                  </a:lnTo>
                  <a:lnTo>
                    <a:pt x="2" y="11"/>
                  </a:lnTo>
                  <a:lnTo>
                    <a:pt x="2" y="10"/>
                  </a:lnTo>
                  <a:lnTo>
                    <a:pt x="5" y="8"/>
                  </a:lnTo>
                  <a:lnTo>
                    <a:pt x="13" y="3"/>
                  </a:lnTo>
                  <a:lnTo>
                    <a:pt x="14" y="3"/>
                  </a:lnTo>
                  <a:lnTo>
                    <a:pt x="16" y="3"/>
                  </a:lnTo>
                  <a:lnTo>
                    <a:pt x="18" y="0"/>
                  </a:lnTo>
                  <a:lnTo>
                    <a:pt x="22" y="0"/>
                  </a:lnTo>
                  <a:lnTo>
                    <a:pt x="22" y="0"/>
                  </a:lnTo>
                  <a:lnTo>
                    <a:pt x="22" y="0"/>
                  </a:lnTo>
                  <a:lnTo>
                    <a:pt x="22" y="0"/>
                  </a:lnTo>
                </a:path>
              </a:pathLst>
            </a:custGeom>
            <a:solidFill>
              <a:srgbClr val="ffc0b6"/>
            </a:solidFill>
            <a:ln w="0">
              <a:noFill/>
            </a:ln>
          </p:spPr>
          <p:style>
            <a:lnRef idx="0"/>
            <a:fillRef idx="0"/>
            <a:effectRef idx="0"/>
            <a:fontRef idx="minor"/>
          </p:style>
          <p:txBody>
            <a:bodyPr lIns="90000" rIns="90000" tIns="-28080" bIns="-28080" anchor="t">
              <a:noAutofit/>
            </a:bodyPr>
            <a:p>
              <a:endParaRPr b="0" lang="en-IN" sz="2400" strike="noStrike" u="none">
                <a:solidFill>
                  <a:srgbClr val="ffffff"/>
                </a:solidFill>
                <a:effectLst/>
                <a:uFillTx/>
                <a:latin typeface="Times New Roman"/>
              </a:endParaRPr>
            </a:p>
          </p:txBody>
        </p:sp>
        <p:sp>
          <p:nvSpPr>
            <p:cNvPr id="3814" name=""/>
            <p:cNvSpPr/>
            <p:nvPr/>
          </p:nvSpPr>
          <p:spPr>
            <a:xfrm>
              <a:off x="5987880" y="5238720"/>
              <a:ext cx="46080" cy="11160"/>
            </a:xfrm>
            <a:custGeom>
              <a:avLst/>
              <a:gdLst/>
              <a:ahLst/>
              <a:rect l="l" t="t" r="r" b="b"/>
              <a:pathLst>
                <a:path w="29" h="7">
                  <a:moveTo>
                    <a:pt x="24" y="0"/>
                  </a:moveTo>
                  <a:lnTo>
                    <a:pt x="24" y="0"/>
                  </a:lnTo>
                  <a:lnTo>
                    <a:pt x="23" y="0"/>
                  </a:lnTo>
                  <a:lnTo>
                    <a:pt x="23" y="2"/>
                  </a:lnTo>
                  <a:lnTo>
                    <a:pt x="17" y="4"/>
                  </a:lnTo>
                  <a:lnTo>
                    <a:pt x="17" y="4"/>
                  </a:lnTo>
                  <a:lnTo>
                    <a:pt x="11" y="4"/>
                  </a:lnTo>
                  <a:lnTo>
                    <a:pt x="11" y="4"/>
                  </a:lnTo>
                  <a:lnTo>
                    <a:pt x="6" y="6"/>
                  </a:lnTo>
                  <a:lnTo>
                    <a:pt x="0" y="6"/>
                  </a:lnTo>
                  <a:lnTo>
                    <a:pt x="0" y="6"/>
                  </a:lnTo>
                  <a:lnTo>
                    <a:pt x="6" y="6"/>
                  </a:lnTo>
                  <a:lnTo>
                    <a:pt x="11" y="6"/>
                  </a:lnTo>
                  <a:lnTo>
                    <a:pt x="11" y="6"/>
                  </a:lnTo>
                  <a:lnTo>
                    <a:pt x="17" y="4"/>
                  </a:lnTo>
                  <a:lnTo>
                    <a:pt x="17" y="4"/>
                  </a:lnTo>
                  <a:lnTo>
                    <a:pt x="23" y="4"/>
                  </a:lnTo>
                  <a:lnTo>
                    <a:pt x="24" y="4"/>
                  </a:lnTo>
                  <a:lnTo>
                    <a:pt x="28" y="4"/>
                  </a:lnTo>
                  <a:lnTo>
                    <a:pt x="28" y="4"/>
                  </a:lnTo>
                  <a:lnTo>
                    <a:pt x="24" y="0"/>
                  </a:lnTo>
                  <a:lnTo>
                    <a:pt x="24"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815" name=""/>
            <p:cNvSpPr/>
            <p:nvPr/>
          </p:nvSpPr>
          <p:spPr>
            <a:xfrm>
              <a:off x="6026040" y="5216400"/>
              <a:ext cx="36720" cy="30240"/>
            </a:xfrm>
            <a:custGeom>
              <a:avLst/>
              <a:gdLst/>
              <a:ahLst/>
              <a:rect l="l" t="t" r="r" b="b"/>
              <a:pathLst>
                <a:path w="23" h="19">
                  <a:moveTo>
                    <a:pt x="17" y="0"/>
                  </a:moveTo>
                  <a:lnTo>
                    <a:pt x="17" y="0"/>
                  </a:lnTo>
                  <a:lnTo>
                    <a:pt x="0" y="14"/>
                  </a:lnTo>
                  <a:lnTo>
                    <a:pt x="4" y="18"/>
                  </a:lnTo>
                  <a:lnTo>
                    <a:pt x="22" y="6"/>
                  </a:lnTo>
                  <a:lnTo>
                    <a:pt x="17" y="0"/>
                  </a:lnTo>
                  <a:lnTo>
                    <a:pt x="17" y="0"/>
                  </a:lnTo>
                  <a:lnTo>
                    <a:pt x="17" y="0"/>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3816" name=""/>
            <p:cNvSpPr/>
            <p:nvPr/>
          </p:nvSpPr>
          <p:spPr>
            <a:xfrm>
              <a:off x="6053040" y="5216400"/>
              <a:ext cx="9720" cy="11160"/>
            </a:xfrm>
            <a:custGeom>
              <a:avLst/>
              <a:gdLst/>
              <a:ahLst/>
              <a:rect l="l" t="t" r="r" b="b"/>
              <a:pathLst>
                <a:path w="6" h="7">
                  <a:moveTo>
                    <a:pt x="5" y="6"/>
                  </a:moveTo>
                  <a:lnTo>
                    <a:pt x="5" y="5"/>
                  </a:lnTo>
                  <a:lnTo>
                    <a:pt x="5" y="0"/>
                  </a:lnTo>
                  <a:lnTo>
                    <a:pt x="5" y="0"/>
                  </a:lnTo>
                  <a:lnTo>
                    <a:pt x="0" y="0"/>
                  </a:lnTo>
                  <a:lnTo>
                    <a:pt x="5" y="6"/>
                  </a:lnTo>
                  <a:lnTo>
                    <a:pt x="5" y="6"/>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817" name=""/>
            <p:cNvSpPr/>
            <p:nvPr/>
          </p:nvSpPr>
          <p:spPr>
            <a:xfrm>
              <a:off x="5977080" y="5226120"/>
              <a:ext cx="2880" cy="1440"/>
            </a:xfrm>
            <a:custGeom>
              <a:avLst/>
              <a:gdLst/>
              <a:ahLst/>
              <a:rect l="l" t="t" r="r" b="b"/>
              <a:pathLst>
                <a:path w="2" h="1">
                  <a:moveTo>
                    <a:pt x="1" y="0"/>
                  </a:moveTo>
                  <a:lnTo>
                    <a:pt x="0" y="0"/>
                  </a:lnTo>
                  <a:lnTo>
                    <a:pt x="1" y="0"/>
                  </a:lnTo>
                  <a:lnTo>
                    <a:pt x="1" y="0"/>
                  </a:lnTo>
                  <a:lnTo>
                    <a:pt x="1" y="0"/>
                  </a:lnTo>
                  <a:lnTo>
                    <a:pt x="1" y="0"/>
                  </a:lnTo>
                  <a:lnTo>
                    <a:pt x="1"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818" name=""/>
            <p:cNvSpPr/>
            <p:nvPr/>
          </p:nvSpPr>
          <p:spPr>
            <a:xfrm>
              <a:off x="5978520" y="5203800"/>
              <a:ext cx="28440" cy="23760"/>
            </a:xfrm>
            <a:custGeom>
              <a:avLst/>
              <a:gdLst/>
              <a:ahLst/>
              <a:rect l="l" t="t" r="r" b="b"/>
              <a:pathLst>
                <a:path w="18" h="15">
                  <a:moveTo>
                    <a:pt x="17" y="0"/>
                  </a:moveTo>
                  <a:lnTo>
                    <a:pt x="17" y="0"/>
                  </a:lnTo>
                  <a:lnTo>
                    <a:pt x="17" y="0"/>
                  </a:lnTo>
                  <a:lnTo>
                    <a:pt x="12" y="2"/>
                  </a:lnTo>
                  <a:lnTo>
                    <a:pt x="9" y="4"/>
                  </a:lnTo>
                  <a:lnTo>
                    <a:pt x="2" y="4"/>
                  </a:lnTo>
                  <a:lnTo>
                    <a:pt x="2" y="5"/>
                  </a:lnTo>
                  <a:lnTo>
                    <a:pt x="0" y="13"/>
                  </a:lnTo>
                  <a:lnTo>
                    <a:pt x="0" y="14"/>
                  </a:lnTo>
                  <a:lnTo>
                    <a:pt x="0" y="14"/>
                  </a:lnTo>
                  <a:lnTo>
                    <a:pt x="0" y="14"/>
                  </a:lnTo>
                  <a:lnTo>
                    <a:pt x="0" y="14"/>
                  </a:lnTo>
                  <a:lnTo>
                    <a:pt x="2" y="14"/>
                  </a:lnTo>
                  <a:lnTo>
                    <a:pt x="2" y="13"/>
                  </a:lnTo>
                  <a:lnTo>
                    <a:pt x="2" y="5"/>
                  </a:lnTo>
                  <a:lnTo>
                    <a:pt x="9" y="5"/>
                  </a:lnTo>
                  <a:lnTo>
                    <a:pt x="12" y="4"/>
                  </a:lnTo>
                  <a:lnTo>
                    <a:pt x="17" y="2"/>
                  </a:lnTo>
                  <a:lnTo>
                    <a:pt x="17" y="1"/>
                  </a:lnTo>
                  <a:lnTo>
                    <a:pt x="17" y="1"/>
                  </a:lnTo>
                  <a:lnTo>
                    <a:pt x="17" y="0"/>
                  </a:lnTo>
                  <a:lnTo>
                    <a:pt x="17"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819" name=""/>
            <p:cNvSpPr/>
            <p:nvPr/>
          </p:nvSpPr>
          <p:spPr>
            <a:xfrm>
              <a:off x="6005520" y="5176800"/>
              <a:ext cx="36360" cy="30240"/>
            </a:xfrm>
            <a:custGeom>
              <a:avLst/>
              <a:gdLst/>
              <a:ahLst/>
              <a:rect l="l" t="t" r="r" b="b"/>
              <a:pathLst>
                <a:path w="23" h="19">
                  <a:moveTo>
                    <a:pt x="20" y="0"/>
                  </a:moveTo>
                  <a:lnTo>
                    <a:pt x="20" y="4"/>
                  </a:lnTo>
                  <a:lnTo>
                    <a:pt x="17" y="7"/>
                  </a:lnTo>
                  <a:lnTo>
                    <a:pt x="13" y="14"/>
                  </a:lnTo>
                  <a:lnTo>
                    <a:pt x="12" y="15"/>
                  </a:lnTo>
                  <a:lnTo>
                    <a:pt x="6" y="15"/>
                  </a:lnTo>
                  <a:lnTo>
                    <a:pt x="6" y="17"/>
                  </a:lnTo>
                  <a:lnTo>
                    <a:pt x="5" y="17"/>
                  </a:lnTo>
                  <a:lnTo>
                    <a:pt x="0" y="17"/>
                  </a:lnTo>
                  <a:lnTo>
                    <a:pt x="0" y="18"/>
                  </a:lnTo>
                  <a:lnTo>
                    <a:pt x="5" y="17"/>
                  </a:lnTo>
                  <a:lnTo>
                    <a:pt x="6" y="17"/>
                  </a:lnTo>
                  <a:lnTo>
                    <a:pt x="6" y="17"/>
                  </a:lnTo>
                  <a:lnTo>
                    <a:pt x="12" y="15"/>
                  </a:lnTo>
                  <a:lnTo>
                    <a:pt x="17" y="15"/>
                  </a:lnTo>
                  <a:lnTo>
                    <a:pt x="20" y="7"/>
                  </a:lnTo>
                  <a:lnTo>
                    <a:pt x="20" y="6"/>
                  </a:lnTo>
                  <a:lnTo>
                    <a:pt x="22" y="2"/>
                  </a:lnTo>
                  <a:lnTo>
                    <a:pt x="20" y="0"/>
                  </a:lnTo>
                  <a:lnTo>
                    <a:pt x="20" y="0"/>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3820" name=""/>
            <p:cNvSpPr/>
            <p:nvPr/>
          </p:nvSpPr>
          <p:spPr>
            <a:xfrm>
              <a:off x="6005520" y="520380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821" name=""/>
            <p:cNvSpPr/>
            <p:nvPr/>
          </p:nvSpPr>
          <p:spPr>
            <a:xfrm>
              <a:off x="5959440" y="5305320"/>
              <a:ext cx="3240" cy="5040"/>
            </a:xfrm>
            <a:custGeom>
              <a:avLst/>
              <a:gdLst/>
              <a:ahLst/>
              <a:rect l="l" t="t" r="r" b="b"/>
              <a:pathLst>
                <a:path w="2" h="3">
                  <a:moveTo>
                    <a:pt x="1" y="0"/>
                  </a:moveTo>
                  <a:lnTo>
                    <a:pt x="1" y="0"/>
                  </a:lnTo>
                  <a:lnTo>
                    <a:pt x="0" y="0"/>
                  </a:lnTo>
                  <a:lnTo>
                    <a:pt x="1" y="0"/>
                  </a:lnTo>
                  <a:lnTo>
                    <a:pt x="1" y="2"/>
                  </a:lnTo>
                  <a:lnTo>
                    <a:pt x="1" y="0"/>
                  </a:lnTo>
                  <a:lnTo>
                    <a:pt x="1"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822" name=""/>
            <p:cNvSpPr/>
            <p:nvPr/>
          </p:nvSpPr>
          <p:spPr>
            <a:xfrm>
              <a:off x="5961240" y="5305320"/>
              <a:ext cx="33120" cy="5040"/>
            </a:xfrm>
            <a:custGeom>
              <a:avLst/>
              <a:gdLst/>
              <a:ahLst/>
              <a:rect l="l" t="t" r="r" b="b"/>
              <a:pathLst>
                <a:path w="21" h="3">
                  <a:moveTo>
                    <a:pt x="20" y="0"/>
                  </a:moveTo>
                  <a:lnTo>
                    <a:pt x="17" y="0"/>
                  </a:lnTo>
                  <a:lnTo>
                    <a:pt x="13" y="0"/>
                  </a:lnTo>
                  <a:lnTo>
                    <a:pt x="13" y="0"/>
                  </a:lnTo>
                  <a:lnTo>
                    <a:pt x="11" y="0"/>
                  </a:lnTo>
                  <a:lnTo>
                    <a:pt x="9" y="0"/>
                  </a:lnTo>
                  <a:lnTo>
                    <a:pt x="8" y="0"/>
                  </a:lnTo>
                  <a:lnTo>
                    <a:pt x="0" y="0"/>
                  </a:lnTo>
                  <a:lnTo>
                    <a:pt x="0" y="0"/>
                  </a:lnTo>
                  <a:lnTo>
                    <a:pt x="0" y="0"/>
                  </a:lnTo>
                  <a:lnTo>
                    <a:pt x="0" y="2"/>
                  </a:lnTo>
                  <a:lnTo>
                    <a:pt x="0" y="2"/>
                  </a:lnTo>
                  <a:lnTo>
                    <a:pt x="0" y="2"/>
                  </a:lnTo>
                  <a:lnTo>
                    <a:pt x="8" y="2"/>
                  </a:lnTo>
                  <a:lnTo>
                    <a:pt x="9" y="2"/>
                  </a:lnTo>
                  <a:lnTo>
                    <a:pt x="11" y="2"/>
                  </a:lnTo>
                  <a:lnTo>
                    <a:pt x="13" y="2"/>
                  </a:lnTo>
                  <a:lnTo>
                    <a:pt x="13" y="2"/>
                  </a:lnTo>
                  <a:lnTo>
                    <a:pt x="20" y="2"/>
                  </a:lnTo>
                  <a:lnTo>
                    <a:pt x="20" y="2"/>
                  </a:lnTo>
                  <a:lnTo>
                    <a:pt x="20" y="0"/>
                  </a:lnTo>
                  <a:lnTo>
                    <a:pt x="20"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823" name=""/>
            <p:cNvSpPr/>
            <p:nvPr/>
          </p:nvSpPr>
          <p:spPr>
            <a:xfrm>
              <a:off x="5992920" y="5295960"/>
              <a:ext cx="23760" cy="14400"/>
            </a:xfrm>
            <a:custGeom>
              <a:avLst/>
              <a:gdLst/>
              <a:ahLst/>
              <a:rect l="l" t="t" r="r" b="b"/>
              <a:pathLst>
                <a:path w="15" h="9">
                  <a:moveTo>
                    <a:pt x="14" y="0"/>
                  </a:moveTo>
                  <a:lnTo>
                    <a:pt x="14" y="0"/>
                  </a:lnTo>
                  <a:lnTo>
                    <a:pt x="14" y="0"/>
                  </a:lnTo>
                  <a:lnTo>
                    <a:pt x="13" y="0"/>
                  </a:lnTo>
                  <a:lnTo>
                    <a:pt x="8" y="0"/>
                  </a:lnTo>
                  <a:lnTo>
                    <a:pt x="8" y="3"/>
                  </a:lnTo>
                  <a:lnTo>
                    <a:pt x="8" y="3"/>
                  </a:lnTo>
                  <a:lnTo>
                    <a:pt x="3" y="3"/>
                  </a:lnTo>
                  <a:lnTo>
                    <a:pt x="3" y="3"/>
                  </a:lnTo>
                  <a:lnTo>
                    <a:pt x="0" y="6"/>
                  </a:lnTo>
                  <a:lnTo>
                    <a:pt x="0" y="8"/>
                  </a:lnTo>
                  <a:lnTo>
                    <a:pt x="3" y="6"/>
                  </a:lnTo>
                  <a:lnTo>
                    <a:pt x="4" y="6"/>
                  </a:lnTo>
                  <a:lnTo>
                    <a:pt x="8" y="6"/>
                  </a:lnTo>
                  <a:lnTo>
                    <a:pt x="8" y="3"/>
                  </a:lnTo>
                  <a:lnTo>
                    <a:pt x="8" y="3"/>
                  </a:lnTo>
                  <a:lnTo>
                    <a:pt x="13" y="3"/>
                  </a:lnTo>
                  <a:lnTo>
                    <a:pt x="14" y="3"/>
                  </a:lnTo>
                  <a:lnTo>
                    <a:pt x="14" y="3"/>
                  </a:lnTo>
                  <a:lnTo>
                    <a:pt x="14" y="3"/>
                  </a:lnTo>
                  <a:lnTo>
                    <a:pt x="14" y="0"/>
                  </a:lnTo>
                  <a:lnTo>
                    <a:pt x="14"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3824" name=""/>
            <p:cNvSpPr/>
            <p:nvPr/>
          </p:nvSpPr>
          <p:spPr>
            <a:xfrm>
              <a:off x="6014880" y="5286240"/>
              <a:ext cx="47880" cy="15840"/>
            </a:xfrm>
            <a:custGeom>
              <a:avLst/>
              <a:gdLst/>
              <a:ahLst/>
              <a:rect l="l" t="t" r="r" b="b"/>
              <a:pathLst>
                <a:path w="30" h="10">
                  <a:moveTo>
                    <a:pt x="29" y="0"/>
                  </a:moveTo>
                  <a:lnTo>
                    <a:pt x="29" y="0"/>
                  </a:lnTo>
                  <a:lnTo>
                    <a:pt x="22" y="3"/>
                  </a:lnTo>
                  <a:lnTo>
                    <a:pt x="19" y="6"/>
                  </a:lnTo>
                  <a:lnTo>
                    <a:pt x="18" y="6"/>
                  </a:lnTo>
                  <a:lnTo>
                    <a:pt x="18" y="6"/>
                  </a:lnTo>
                  <a:lnTo>
                    <a:pt x="14" y="6"/>
                  </a:lnTo>
                  <a:lnTo>
                    <a:pt x="11" y="6"/>
                  </a:lnTo>
                  <a:lnTo>
                    <a:pt x="6" y="6"/>
                  </a:lnTo>
                  <a:lnTo>
                    <a:pt x="0" y="6"/>
                  </a:lnTo>
                  <a:lnTo>
                    <a:pt x="0" y="9"/>
                  </a:lnTo>
                  <a:lnTo>
                    <a:pt x="6" y="9"/>
                  </a:lnTo>
                  <a:lnTo>
                    <a:pt x="11" y="9"/>
                  </a:lnTo>
                  <a:lnTo>
                    <a:pt x="14" y="9"/>
                  </a:lnTo>
                  <a:lnTo>
                    <a:pt x="18" y="9"/>
                  </a:lnTo>
                  <a:lnTo>
                    <a:pt x="19" y="9"/>
                  </a:lnTo>
                  <a:lnTo>
                    <a:pt x="20" y="6"/>
                  </a:lnTo>
                  <a:lnTo>
                    <a:pt x="24" y="6"/>
                  </a:lnTo>
                  <a:lnTo>
                    <a:pt x="29" y="3"/>
                  </a:lnTo>
                  <a:lnTo>
                    <a:pt x="29" y="3"/>
                  </a:lnTo>
                  <a:lnTo>
                    <a:pt x="29" y="0"/>
                  </a:lnTo>
                  <a:lnTo>
                    <a:pt x="29"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825" name=""/>
            <p:cNvSpPr/>
            <p:nvPr/>
          </p:nvSpPr>
          <p:spPr>
            <a:xfrm>
              <a:off x="6060960" y="5273640"/>
              <a:ext cx="27000" cy="19080"/>
            </a:xfrm>
            <a:custGeom>
              <a:avLst/>
              <a:gdLst/>
              <a:ahLst/>
              <a:rect l="l" t="t" r="r" b="b"/>
              <a:pathLst>
                <a:path w="17" h="12">
                  <a:moveTo>
                    <a:pt x="16" y="0"/>
                  </a:moveTo>
                  <a:lnTo>
                    <a:pt x="15" y="0"/>
                  </a:lnTo>
                  <a:lnTo>
                    <a:pt x="14" y="0"/>
                  </a:lnTo>
                  <a:lnTo>
                    <a:pt x="13" y="0"/>
                  </a:lnTo>
                  <a:lnTo>
                    <a:pt x="9" y="0"/>
                  </a:lnTo>
                  <a:lnTo>
                    <a:pt x="5" y="4"/>
                  </a:lnTo>
                  <a:lnTo>
                    <a:pt x="4" y="4"/>
                  </a:lnTo>
                  <a:lnTo>
                    <a:pt x="0" y="7"/>
                  </a:lnTo>
                  <a:lnTo>
                    <a:pt x="0" y="8"/>
                  </a:lnTo>
                  <a:lnTo>
                    <a:pt x="0" y="11"/>
                  </a:lnTo>
                  <a:lnTo>
                    <a:pt x="0" y="7"/>
                  </a:lnTo>
                  <a:lnTo>
                    <a:pt x="5" y="7"/>
                  </a:lnTo>
                  <a:lnTo>
                    <a:pt x="8" y="4"/>
                  </a:lnTo>
                  <a:lnTo>
                    <a:pt x="13" y="4"/>
                  </a:lnTo>
                  <a:lnTo>
                    <a:pt x="13" y="4"/>
                  </a:lnTo>
                  <a:lnTo>
                    <a:pt x="14" y="0"/>
                  </a:lnTo>
                  <a:lnTo>
                    <a:pt x="16" y="0"/>
                  </a:lnTo>
                  <a:lnTo>
                    <a:pt x="16" y="0"/>
                  </a:lnTo>
                  <a:lnTo>
                    <a:pt x="16" y="0"/>
                  </a:lnTo>
                  <a:lnTo>
                    <a:pt x="16"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826" name=""/>
            <p:cNvSpPr/>
            <p:nvPr/>
          </p:nvSpPr>
          <p:spPr>
            <a:xfrm>
              <a:off x="6060960" y="5284800"/>
              <a:ext cx="1800" cy="7920"/>
            </a:xfrm>
            <a:custGeom>
              <a:avLst/>
              <a:gdLst/>
              <a:ahLst/>
              <a:rect l="l" t="t" r="r" b="b"/>
              <a:pathLst>
                <a:path w="1" h="5">
                  <a:moveTo>
                    <a:pt x="0" y="4"/>
                  </a:moveTo>
                  <a:lnTo>
                    <a:pt x="0" y="4"/>
                  </a:lnTo>
                  <a:lnTo>
                    <a:pt x="0" y="4"/>
                  </a:lnTo>
                  <a:lnTo>
                    <a:pt x="0" y="1"/>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827" name=""/>
            <p:cNvSpPr/>
            <p:nvPr/>
          </p:nvSpPr>
          <p:spPr>
            <a:xfrm>
              <a:off x="6032520" y="5265720"/>
              <a:ext cx="6480" cy="4680"/>
            </a:xfrm>
            <a:custGeom>
              <a:avLst/>
              <a:gdLst/>
              <a:ahLst/>
              <a:rect l="l" t="t" r="r" b="b"/>
              <a:pathLst>
                <a:path w="4" h="3">
                  <a:moveTo>
                    <a:pt x="3" y="0"/>
                  </a:moveTo>
                  <a:lnTo>
                    <a:pt x="0" y="0"/>
                  </a:lnTo>
                  <a:lnTo>
                    <a:pt x="0" y="0"/>
                  </a:lnTo>
                  <a:lnTo>
                    <a:pt x="0" y="2"/>
                  </a:lnTo>
                  <a:lnTo>
                    <a:pt x="3" y="2"/>
                  </a:lnTo>
                  <a:lnTo>
                    <a:pt x="3" y="0"/>
                  </a:lnTo>
                  <a:lnTo>
                    <a:pt x="3"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828" name=""/>
            <p:cNvSpPr/>
            <p:nvPr/>
          </p:nvSpPr>
          <p:spPr>
            <a:xfrm>
              <a:off x="6037200" y="5253120"/>
              <a:ext cx="39600" cy="17280"/>
            </a:xfrm>
            <a:custGeom>
              <a:avLst/>
              <a:gdLst/>
              <a:ahLst/>
              <a:rect l="l" t="t" r="r" b="b"/>
              <a:pathLst>
                <a:path w="25" h="11">
                  <a:moveTo>
                    <a:pt x="20" y="0"/>
                  </a:moveTo>
                  <a:lnTo>
                    <a:pt x="20" y="0"/>
                  </a:lnTo>
                  <a:lnTo>
                    <a:pt x="20" y="5"/>
                  </a:lnTo>
                  <a:lnTo>
                    <a:pt x="15" y="5"/>
                  </a:lnTo>
                  <a:lnTo>
                    <a:pt x="15" y="7"/>
                  </a:lnTo>
                  <a:lnTo>
                    <a:pt x="6" y="8"/>
                  </a:lnTo>
                  <a:lnTo>
                    <a:pt x="4" y="8"/>
                  </a:lnTo>
                  <a:lnTo>
                    <a:pt x="0" y="8"/>
                  </a:lnTo>
                  <a:lnTo>
                    <a:pt x="0" y="8"/>
                  </a:lnTo>
                  <a:lnTo>
                    <a:pt x="0" y="8"/>
                  </a:lnTo>
                  <a:lnTo>
                    <a:pt x="0" y="10"/>
                  </a:lnTo>
                  <a:lnTo>
                    <a:pt x="0" y="10"/>
                  </a:lnTo>
                  <a:lnTo>
                    <a:pt x="0" y="10"/>
                  </a:lnTo>
                  <a:lnTo>
                    <a:pt x="4" y="10"/>
                  </a:lnTo>
                  <a:lnTo>
                    <a:pt x="6" y="8"/>
                  </a:lnTo>
                  <a:lnTo>
                    <a:pt x="15" y="8"/>
                  </a:lnTo>
                  <a:lnTo>
                    <a:pt x="19" y="8"/>
                  </a:lnTo>
                  <a:lnTo>
                    <a:pt x="20" y="5"/>
                  </a:lnTo>
                  <a:lnTo>
                    <a:pt x="24" y="4"/>
                  </a:lnTo>
                  <a:lnTo>
                    <a:pt x="24" y="4"/>
                  </a:lnTo>
                  <a:lnTo>
                    <a:pt x="20" y="0"/>
                  </a:lnTo>
                  <a:lnTo>
                    <a:pt x="20" y="0"/>
                  </a:lnTo>
                </a:path>
              </a:pathLst>
            </a:custGeom>
            <a:solidFill>
              <a:srgbClr val="ffc0b6"/>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3829" name=""/>
            <p:cNvSpPr/>
            <p:nvPr/>
          </p:nvSpPr>
          <p:spPr>
            <a:xfrm>
              <a:off x="6068880" y="5241960"/>
              <a:ext cx="42840" cy="19080"/>
            </a:xfrm>
            <a:custGeom>
              <a:avLst/>
              <a:gdLst/>
              <a:ahLst/>
              <a:rect l="l" t="t" r="r" b="b"/>
              <a:pathLst>
                <a:path w="27" h="12">
                  <a:moveTo>
                    <a:pt x="26" y="0"/>
                  </a:moveTo>
                  <a:lnTo>
                    <a:pt x="26" y="0"/>
                  </a:lnTo>
                  <a:lnTo>
                    <a:pt x="23" y="2"/>
                  </a:lnTo>
                  <a:lnTo>
                    <a:pt x="22" y="2"/>
                  </a:lnTo>
                  <a:lnTo>
                    <a:pt x="21" y="2"/>
                  </a:lnTo>
                  <a:lnTo>
                    <a:pt x="10" y="2"/>
                  </a:lnTo>
                  <a:lnTo>
                    <a:pt x="8" y="4"/>
                  </a:lnTo>
                  <a:lnTo>
                    <a:pt x="4" y="7"/>
                  </a:lnTo>
                  <a:lnTo>
                    <a:pt x="0" y="7"/>
                  </a:lnTo>
                  <a:lnTo>
                    <a:pt x="4" y="11"/>
                  </a:lnTo>
                  <a:lnTo>
                    <a:pt x="4" y="7"/>
                  </a:lnTo>
                  <a:lnTo>
                    <a:pt x="8" y="7"/>
                  </a:lnTo>
                  <a:lnTo>
                    <a:pt x="11" y="4"/>
                  </a:lnTo>
                  <a:lnTo>
                    <a:pt x="21" y="4"/>
                  </a:lnTo>
                  <a:lnTo>
                    <a:pt x="22" y="2"/>
                  </a:lnTo>
                  <a:lnTo>
                    <a:pt x="23" y="2"/>
                  </a:lnTo>
                  <a:lnTo>
                    <a:pt x="26" y="2"/>
                  </a:lnTo>
                  <a:lnTo>
                    <a:pt x="26" y="2"/>
                  </a:lnTo>
                  <a:lnTo>
                    <a:pt x="26" y="0"/>
                  </a:lnTo>
                  <a:lnTo>
                    <a:pt x="26"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830" name=""/>
            <p:cNvSpPr/>
            <p:nvPr/>
          </p:nvSpPr>
          <p:spPr>
            <a:xfrm>
              <a:off x="6073920" y="5253120"/>
              <a:ext cx="2880" cy="9360"/>
            </a:xfrm>
            <a:custGeom>
              <a:avLst/>
              <a:gdLst/>
              <a:ahLst/>
              <a:rect l="l" t="t" r="r" b="b"/>
              <a:pathLst>
                <a:path w="2" h="6">
                  <a:moveTo>
                    <a:pt x="0" y="5"/>
                  </a:moveTo>
                  <a:lnTo>
                    <a:pt x="1" y="4"/>
                  </a:lnTo>
                  <a:lnTo>
                    <a:pt x="1" y="0"/>
                  </a:lnTo>
                  <a:lnTo>
                    <a:pt x="1" y="0"/>
                  </a:lnTo>
                  <a:lnTo>
                    <a:pt x="0" y="0"/>
                  </a:lnTo>
                  <a:lnTo>
                    <a:pt x="0" y="5"/>
                  </a:lnTo>
                  <a:lnTo>
                    <a:pt x="0" y="5"/>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831" name=""/>
            <p:cNvSpPr/>
            <p:nvPr/>
          </p:nvSpPr>
          <p:spPr>
            <a:xfrm>
              <a:off x="5000760" y="5322960"/>
              <a:ext cx="7920" cy="1440"/>
            </a:xfrm>
            <a:custGeom>
              <a:avLst/>
              <a:gdLst/>
              <a:ahLst/>
              <a:rect l="l" t="t" r="r" b="b"/>
              <a:pathLst>
                <a:path w="5" h="1">
                  <a:moveTo>
                    <a:pt x="0" y="0"/>
                  </a:moveTo>
                  <a:lnTo>
                    <a:pt x="4" y="0"/>
                  </a:lnTo>
                  <a:lnTo>
                    <a:pt x="4" y="0"/>
                  </a:lnTo>
                  <a:lnTo>
                    <a:pt x="4" y="0"/>
                  </a:lnTo>
                  <a:lnTo>
                    <a:pt x="4"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832" name=""/>
            <p:cNvSpPr/>
            <p:nvPr/>
          </p:nvSpPr>
          <p:spPr>
            <a:xfrm>
              <a:off x="4978440" y="5308560"/>
              <a:ext cx="30240" cy="15840"/>
            </a:xfrm>
            <a:custGeom>
              <a:avLst/>
              <a:gdLst/>
              <a:ahLst/>
              <a:rect l="l" t="t" r="r" b="b"/>
              <a:pathLst>
                <a:path w="19" h="10">
                  <a:moveTo>
                    <a:pt x="3" y="0"/>
                  </a:moveTo>
                  <a:lnTo>
                    <a:pt x="3" y="0"/>
                  </a:lnTo>
                  <a:lnTo>
                    <a:pt x="5" y="0"/>
                  </a:lnTo>
                  <a:lnTo>
                    <a:pt x="5" y="2"/>
                  </a:lnTo>
                  <a:lnTo>
                    <a:pt x="10" y="2"/>
                  </a:lnTo>
                  <a:lnTo>
                    <a:pt x="14" y="4"/>
                  </a:lnTo>
                  <a:lnTo>
                    <a:pt x="14" y="6"/>
                  </a:lnTo>
                  <a:lnTo>
                    <a:pt x="14" y="9"/>
                  </a:lnTo>
                  <a:lnTo>
                    <a:pt x="14" y="9"/>
                  </a:lnTo>
                  <a:lnTo>
                    <a:pt x="14" y="9"/>
                  </a:lnTo>
                  <a:lnTo>
                    <a:pt x="18" y="9"/>
                  </a:lnTo>
                  <a:lnTo>
                    <a:pt x="18" y="6"/>
                  </a:lnTo>
                  <a:lnTo>
                    <a:pt x="14" y="6"/>
                  </a:lnTo>
                  <a:lnTo>
                    <a:pt x="14" y="4"/>
                  </a:lnTo>
                  <a:lnTo>
                    <a:pt x="14" y="2"/>
                  </a:lnTo>
                  <a:lnTo>
                    <a:pt x="11" y="0"/>
                  </a:lnTo>
                  <a:lnTo>
                    <a:pt x="5" y="0"/>
                  </a:lnTo>
                  <a:lnTo>
                    <a:pt x="5" y="0"/>
                  </a:lnTo>
                  <a:lnTo>
                    <a:pt x="0" y="0"/>
                  </a:lnTo>
                  <a:lnTo>
                    <a:pt x="0" y="0"/>
                  </a:lnTo>
                  <a:lnTo>
                    <a:pt x="3" y="0"/>
                  </a:lnTo>
                  <a:lnTo>
                    <a:pt x="3"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833" name=""/>
            <p:cNvSpPr/>
            <p:nvPr/>
          </p:nvSpPr>
          <p:spPr>
            <a:xfrm>
              <a:off x="4951440" y="5308560"/>
              <a:ext cx="33480" cy="11160"/>
            </a:xfrm>
            <a:custGeom>
              <a:avLst/>
              <a:gdLst/>
              <a:ahLst/>
              <a:rect l="l" t="t" r="r" b="b"/>
              <a:pathLst>
                <a:path w="21" h="7">
                  <a:moveTo>
                    <a:pt x="0" y="6"/>
                  </a:moveTo>
                  <a:lnTo>
                    <a:pt x="0" y="6"/>
                  </a:lnTo>
                  <a:lnTo>
                    <a:pt x="2" y="6"/>
                  </a:lnTo>
                  <a:lnTo>
                    <a:pt x="4" y="6"/>
                  </a:lnTo>
                  <a:lnTo>
                    <a:pt x="10" y="6"/>
                  </a:lnTo>
                  <a:lnTo>
                    <a:pt x="11" y="6"/>
                  </a:lnTo>
                  <a:lnTo>
                    <a:pt x="15" y="6"/>
                  </a:lnTo>
                  <a:lnTo>
                    <a:pt x="16" y="4"/>
                  </a:lnTo>
                  <a:lnTo>
                    <a:pt x="17" y="2"/>
                  </a:lnTo>
                  <a:lnTo>
                    <a:pt x="20" y="0"/>
                  </a:lnTo>
                  <a:lnTo>
                    <a:pt x="17" y="0"/>
                  </a:lnTo>
                  <a:lnTo>
                    <a:pt x="16" y="0"/>
                  </a:lnTo>
                  <a:lnTo>
                    <a:pt x="15" y="0"/>
                  </a:lnTo>
                  <a:lnTo>
                    <a:pt x="11" y="2"/>
                  </a:lnTo>
                  <a:lnTo>
                    <a:pt x="11" y="4"/>
                  </a:lnTo>
                  <a:lnTo>
                    <a:pt x="10" y="4"/>
                  </a:lnTo>
                  <a:lnTo>
                    <a:pt x="4" y="6"/>
                  </a:lnTo>
                  <a:lnTo>
                    <a:pt x="2" y="6"/>
                  </a:lnTo>
                  <a:lnTo>
                    <a:pt x="2" y="4"/>
                  </a:lnTo>
                  <a:lnTo>
                    <a:pt x="2" y="4"/>
                  </a:lnTo>
                  <a:lnTo>
                    <a:pt x="0" y="6"/>
                  </a:lnTo>
                  <a:lnTo>
                    <a:pt x="0" y="6"/>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834" name=""/>
            <p:cNvSpPr/>
            <p:nvPr/>
          </p:nvSpPr>
          <p:spPr>
            <a:xfrm>
              <a:off x="4906800" y="5308560"/>
              <a:ext cx="49320" cy="11160"/>
            </a:xfrm>
            <a:custGeom>
              <a:avLst/>
              <a:gdLst/>
              <a:ahLst/>
              <a:rect l="l" t="t" r="r" b="b"/>
              <a:pathLst>
                <a:path w="31" h="7">
                  <a:moveTo>
                    <a:pt x="0" y="6"/>
                  </a:moveTo>
                  <a:lnTo>
                    <a:pt x="6" y="4"/>
                  </a:lnTo>
                  <a:lnTo>
                    <a:pt x="10" y="2"/>
                  </a:lnTo>
                  <a:lnTo>
                    <a:pt x="10" y="2"/>
                  </a:lnTo>
                  <a:lnTo>
                    <a:pt x="12" y="2"/>
                  </a:lnTo>
                  <a:lnTo>
                    <a:pt x="18" y="2"/>
                  </a:lnTo>
                  <a:lnTo>
                    <a:pt x="20" y="4"/>
                  </a:lnTo>
                  <a:lnTo>
                    <a:pt x="27" y="6"/>
                  </a:lnTo>
                  <a:lnTo>
                    <a:pt x="28" y="6"/>
                  </a:lnTo>
                  <a:lnTo>
                    <a:pt x="30" y="4"/>
                  </a:lnTo>
                  <a:lnTo>
                    <a:pt x="27" y="2"/>
                  </a:lnTo>
                  <a:lnTo>
                    <a:pt x="20" y="0"/>
                  </a:lnTo>
                  <a:lnTo>
                    <a:pt x="18" y="0"/>
                  </a:lnTo>
                  <a:lnTo>
                    <a:pt x="12" y="0"/>
                  </a:lnTo>
                  <a:lnTo>
                    <a:pt x="10" y="0"/>
                  </a:lnTo>
                  <a:lnTo>
                    <a:pt x="9" y="0"/>
                  </a:lnTo>
                  <a:lnTo>
                    <a:pt x="6" y="0"/>
                  </a:lnTo>
                  <a:lnTo>
                    <a:pt x="0" y="2"/>
                  </a:lnTo>
                  <a:lnTo>
                    <a:pt x="0" y="6"/>
                  </a:lnTo>
                  <a:lnTo>
                    <a:pt x="0" y="6"/>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835" name=""/>
            <p:cNvSpPr/>
            <p:nvPr/>
          </p:nvSpPr>
          <p:spPr>
            <a:xfrm>
              <a:off x="4951440" y="5315040"/>
              <a:ext cx="4680" cy="4680"/>
            </a:xfrm>
            <a:custGeom>
              <a:avLst/>
              <a:gdLst/>
              <a:ahLst/>
              <a:rect l="l" t="t" r="r" b="b"/>
              <a:pathLst>
                <a:path w="3" h="3">
                  <a:moveTo>
                    <a:pt x="0" y="0"/>
                  </a:moveTo>
                  <a:lnTo>
                    <a:pt x="0" y="2"/>
                  </a:lnTo>
                  <a:lnTo>
                    <a:pt x="0" y="2"/>
                  </a:lnTo>
                  <a:lnTo>
                    <a:pt x="0" y="2"/>
                  </a:lnTo>
                  <a:lnTo>
                    <a:pt x="2" y="2"/>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836" name=""/>
            <p:cNvSpPr/>
            <p:nvPr/>
          </p:nvSpPr>
          <p:spPr>
            <a:xfrm>
              <a:off x="4935600" y="5391000"/>
              <a:ext cx="4680" cy="1800"/>
            </a:xfrm>
            <a:custGeom>
              <a:avLst/>
              <a:gdLst/>
              <a:ahLst/>
              <a:rect l="l" t="t" r="r" b="b"/>
              <a:pathLst>
                <a:path w="3" h="1">
                  <a:moveTo>
                    <a:pt x="2" y="0"/>
                  </a:moveTo>
                  <a:lnTo>
                    <a:pt x="2" y="0"/>
                  </a:lnTo>
                  <a:lnTo>
                    <a:pt x="2" y="0"/>
                  </a:lnTo>
                  <a:lnTo>
                    <a:pt x="2"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837" name=""/>
            <p:cNvSpPr/>
            <p:nvPr/>
          </p:nvSpPr>
          <p:spPr>
            <a:xfrm>
              <a:off x="4898880" y="5391000"/>
              <a:ext cx="41400" cy="9720"/>
            </a:xfrm>
            <a:custGeom>
              <a:avLst/>
              <a:gdLst/>
              <a:ahLst/>
              <a:rect l="l" t="t" r="r" b="b"/>
              <a:pathLst>
                <a:path w="26" h="6">
                  <a:moveTo>
                    <a:pt x="0" y="1"/>
                  </a:moveTo>
                  <a:lnTo>
                    <a:pt x="0" y="1"/>
                  </a:lnTo>
                  <a:lnTo>
                    <a:pt x="4" y="5"/>
                  </a:lnTo>
                  <a:lnTo>
                    <a:pt x="5" y="5"/>
                  </a:lnTo>
                  <a:lnTo>
                    <a:pt x="12" y="5"/>
                  </a:lnTo>
                  <a:lnTo>
                    <a:pt x="15" y="5"/>
                  </a:lnTo>
                  <a:lnTo>
                    <a:pt x="17" y="1"/>
                  </a:lnTo>
                  <a:lnTo>
                    <a:pt x="21" y="1"/>
                  </a:lnTo>
                  <a:lnTo>
                    <a:pt x="25" y="0"/>
                  </a:lnTo>
                  <a:lnTo>
                    <a:pt x="25" y="0"/>
                  </a:lnTo>
                  <a:lnTo>
                    <a:pt x="23" y="0"/>
                  </a:lnTo>
                  <a:lnTo>
                    <a:pt x="23" y="0"/>
                  </a:lnTo>
                  <a:lnTo>
                    <a:pt x="21" y="0"/>
                  </a:lnTo>
                  <a:lnTo>
                    <a:pt x="17" y="0"/>
                  </a:lnTo>
                  <a:lnTo>
                    <a:pt x="15" y="1"/>
                  </a:lnTo>
                  <a:lnTo>
                    <a:pt x="12" y="1"/>
                  </a:lnTo>
                  <a:lnTo>
                    <a:pt x="5" y="1"/>
                  </a:lnTo>
                  <a:lnTo>
                    <a:pt x="4" y="1"/>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3838" name=""/>
            <p:cNvSpPr/>
            <p:nvPr/>
          </p:nvSpPr>
          <p:spPr>
            <a:xfrm>
              <a:off x="4867200" y="5391000"/>
              <a:ext cx="33480" cy="3240"/>
            </a:xfrm>
            <a:custGeom>
              <a:avLst/>
              <a:gdLst/>
              <a:ahLst/>
              <a:rect l="l" t="t" r="r" b="b"/>
              <a:pathLst>
                <a:path w="21" h="2">
                  <a:moveTo>
                    <a:pt x="0" y="0"/>
                  </a:moveTo>
                  <a:lnTo>
                    <a:pt x="1" y="0"/>
                  </a:lnTo>
                  <a:lnTo>
                    <a:pt x="2" y="0"/>
                  </a:lnTo>
                  <a:lnTo>
                    <a:pt x="2" y="0"/>
                  </a:lnTo>
                  <a:lnTo>
                    <a:pt x="9" y="0"/>
                  </a:lnTo>
                  <a:lnTo>
                    <a:pt x="9" y="0"/>
                  </a:lnTo>
                  <a:lnTo>
                    <a:pt x="13" y="0"/>
                  </a:lnTo>
                  <a:lnTo>
                    <a:pt x="15" y="0"/>
                  </a:lnTo>
                  <a:lnTo>
                    <a:pt x="20" y="1"/>
                  </a:lnTo>
                  <a:lnTo>
                    <a:pt x="20" y="0"/>
                  </a:lnTo>
                  <a:lnTo>
                    <a:pt x="15" y="0"/>
                  </a:lnTo>
                  <a:lnTo>
                    <a:pt x="13" y="0"/>
                  </a:lnTo>
                  <a:lnTo>
                    <a:pt x="9" y="0"/>
                  </a:lnTo>
                  <a:lnTo>
                    <a:pt x="9" y="0"/>
                  </a:lnTo>
                  <a:lnTo>
                    <a:pt x="2" y="0"/>
                  </a:lnTo>
                  <a:lnTo>
                    <a:pt x="2"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839" name=""/>
            <p:cNvSpPr/>
            <p:nvPr/>
          </p:nvSpPr>
          <p:spPr>
            <a:xfrm>
              <a:off x="4897440" y="5391000"/>
              <a:ext cx="3240" cy="3240"/>
            </a:xfrm>
            <a:custGeom>
              <a:avLst/>
              <a:gdLst/>
              <a:ahLst/>
              <a:rect l="l" t="t" r="r" b="b"/>
              <a:pathLst>
                <a:path w="2" h="2">
                  <a:moveTo>
                    <a:pt x="1" y="0"/>
                  </a:moveTo>
                  <a:lnTo>
                    <a:pt x="0" y="0"/>
                  </a:lnTo>
                  <a:lnTo>
                    <a:pt x="0" y="0"/>
                  </a:lnTo>
                  <a:lnTo>
                    <a:pt x="1" y="1"/>
                  </a:lnTo>
                  <a:lnTo>
                    <a:pt x="1" y="1"/>
                  </a:lnTo>
                  <a:lnTo>
                    <a:pt x="1" y="0"/>
                  </a:lnTo>
                  <a:lnTo>
                    <a:pt x="1"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840" name=""/>
            <p:cNvSpPr/>
            <p:nvPr/>
          </p:nvSpPr>
          <p:spPr>
            <a:xfrm>
              <a:off x="4649760" y="464652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841" name=""/>
            <p:cNvSpPr/>
            <p:nvPr/>
          </p:nvSpPr>
          <p:spPr>
            <a:xfrm>
              <a:off x="4616280" y="4646520"/>
              <a:ext cx="34920" cy="42840"/>
            </a:xfrm>
            <a:custGeom>
              <a:avLst/>
              <a:gdLst/>
              <a:ahLst/>
              <a:rect l="l" t="t" r="r" b="b"/>
              <a:pathLst>
                <a:path w="22" h="27">
                  <a:moveTo>
                    <a:pt x="0" y="26"/>
                  </a:moveTo>
                  <a:lnTo>
                    <a:pt x="0" y="26"/>
                  </a:lnTo>
                  <a:lnTo>
                    <a:pt x="5" y="22"/>
                  </a:lnTo>
                  <a:lnTo>
                    <a:pt x="11" y="16"/>
                  </a:lnTo>
                  <a:lnTo>
                    <a:pt x="18" y="14"/>
                  </a:lnTo>
                  <a:lnTo>
                    <a:pt x="18" y="10"/>
                  </a:lnTo>
                  <a:lnTo>
                    <a:pt x="21" y="5"/>
                  </a:lnTo>
                  <a:lnTo>
                    <a:pt x="21" y="4"/>
                  </a:lnTo>
                  <a:lnTo>
                    <a:pt x="21" y="2"/>
                  </a:lnTo>
                  <a:lnTo>
                    <a:pt x="21" y="0"/>
                  </a:lnTo>
                  <a:lnTo>
                    <a:pt x="21" y="0"/>
                  </a:lnTo>
                  <a:lnTo>
                    <a:pt x="21" y="2"/>
                  </a:lnTo>
                  <a:lnTo>
                    <a:pt x="20" y="4"/>
                  </a:lnTo>
                  <a:lnTo>
                    <a:pt x="18" y="5"/>
                  </a:lnTo>
                  <a:lnTo>
                    <a:pt x="18" y="10"/>
                  </a:lnTo>
                  <a:lnTo>
                    <a:pt x="18" y="14"/>
                  </a:lnTo>
                  <a:lnTo>
                    <a:pt x="9" y="15"/>
                  </a:lnTo>
                  <a:lnTo>
                    <a:pt x="5" y="22"/>
                  </a:lnTo>
                  <a:lnTo>
                    <a:pt x="0" y="22"/>
                  </a:lnTo>
                  <a:lnTo>
                    <a:pt x="0" y="22"/>
                  </a:lnTo>
                  <a:lnTo>
                    <a:pt x="0" y="26"/>
                  </a:lnTo>
                  <a:lnTo>
                    <a:pt x="0" y="26"/>
                  </a:lnTo>
                </a:path>
              </a:pathLst>
            </a:custGeom>
            <a:solidFill>
              <a:srgbClr val="a1e2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3842" name=""/>
            <p:cNvSpPr/>
            <p:nvPr/>
          </p:nvSpPr>
          <p:spPr>
            <a:xfrm>
              <a:off x="4565520" y="4681440"/>
              <a:ext cx="52560" cy="11160"/>
            </a:xfrm>
            <a:custGeom>
              <a:avLst/>
              <a:gdLst/>
              <a:ahLst/>
              <a:rect l="l" t="t" r="r" b="b"/>
              <a:pathLst>
                <a:path w="33" h="7">
                  <a:moveTo>
                    <a:pt x="4" y="6"/>
                  </a:moveTo>
                  <a:lnTo>
                    <a:pt x="4" y="4"/>
                  </a:lnTo>
                  <a:lnTo>
                    <a:pt x="4" y="4"/>
                  </a:lnTo>
                  <a:lnTo>
                    <a:pt x="4" y="4"/>
                  </a:lnTo>
                  <a:lnTo>
                    <a:pt x="4" y="4"/>
                  </a:lnTo>
                  <a:lnTo>
                    <a:pt x="9" y="4"/>
                  </a:lnTo>
                  <a:lnTo>
                    <a:pt x="14" y="4"/>
                  </a:lnTo>
                  <a:lnTo>
                    <a:pt x="14" y="4"/>
                  </a:lnTo>
                  <a:lnTo>
                    <a:pt x="14" y="4"/>
                  </a:lnTo>
                  <a:lnTo>
                    <a:pt x="14" y="4"/>
                  </a:lnTo>
                  <a:lnTo>
                    <a:pt x="14" y="4"/>
                  </a:lnTo>
                  <a:lnTo>
                    <a:pt x="15" y="4"/>
                  </a:lnTo>
                  <a:lnTo>
                    <a:pt x="19" y="4"/>
                  </a:lnTo>
                  <a:lnTo>
                    <a:pt x="30" y="4"/>
                  </a:lnTo>
                  <a:lnTo>
                    <a:pt x="30" y="4"/>
                  </a:lnTo>
                  <a:lnTo>
                    <a:pt x="30" y="4"/>
                  </a:lnTo>
                  <a:lnTo>
                    <a:pt x="32" y="4"/>
                  </a:lnTo>
                  <a:lnTo>
                    <a:pt x="32" y="0"/>
                  </a:lnTo>
                  <a:lnTo>
                    <a:pt x="30" y="0"/>
                  </a:lnTo>
                  <a:lnTo>
                    <a:pt x="30" y="0"/>
                  </a:lnTo>
                  <a:lnTo>
                    <a:pt x="30" y="0"/>
                  </a:lnTo>
                  <a:lnTo>
                    <a:pt x="19" y="0"/>
                  </a:lnTo>
                  <a:lnTo>
                    <a:pt x="15" y="0"/>
                  </a:lnTo>
                  <a:lnTo>
                    <a:pt x="14" y="2"/>
                  </a:lnTo>
                  <a:lnTo>
                    <a:pt x="14" y="2"/>
                  </a:lnTo>
                  <a:lnTo>
                    <a:pt x="14" y="2"/>
                  </a:lnTo>
                  <a:lnTo>
                    <a:pt x="14" y="2"/>
                  </a:lnTo>
                  <a:lnTo>
                    <a:pt x="11" y="4"/>
                  </a:lnTo>
                  <a:lnTo>
                    <a:pt x="9" y="4"/>
                  </a:lnTo>
                  <a:lnTo>
                    <a:pt x="4" y="4"/>
                  </a:lnTo>
                  <a:lnTo>
                    <a:pt x="4" y="4"/>
                  </a:lnTo>
                  <a:lnTo>
                    <a:pt x="4" y="4"/>
                  </a:lnTo>
                  <a:lnTo>
                    <a:pt x="4" y="4"/>
                  </a:lnTo>
                  <a:lnTo>
                    <a:pt x="0" y="4"/>
                  </a:lnTo>
                  <a:lnTo>
                    <a:pt x="4" y="6"/>
                  </a:lnTo>
                  <a:lnTo>
                    <a:pt x="4" y="6"/>
                  </a:lnTo>
                </a:path>
              </a:pathLst>
            </a:custGeom>
            <a:solidFill>
              <a:srgbClr val="a1e2ff"/>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843" name=""/>
            <p:cNvSpPr/>
            <p:nvPr/>
          </p:nvSpPr>
          <p:spPr>
            <a:xfrm>
              <a:off x="4613400" y="4681440"/>
              <a:ext cx="4680" cy="7920"/>
            </a:xfrm>
            <a:custGeom>
              <a:avLst/>
              <a:gdLst/>
              <a:ahLst/>
              <a:rect l="l" t="t" r="r" b="b"/>
              <a:pathLst>
                <a:path w="3" h="5">
                  <a:moveTo>
                    <a:pt x="0" y="0"/>
                  </a:moveTo>
                  <a:lnTo>
                    <a:pt x="0" y="2"/>
                  </a:lnTo>
                  <a:lnTo>
                    <a:pt x="2" y="4"/>
                  </a:lnTo>
                  <a:lnTo>
                    <a:pt x="2" y="4"/>
                  </a:lnTo>
                  <a:lnTo>
                    <a:pt x="2" y="2"/>
                  </a:lnTo>
                  <a:lnTo>
                    <a:pt x="0" y="0"/>
                  </a:lnTo>
                  <a:lnTo>
                    <a:pt x="0" y="0"/>
                  </a:lnTo>
                </a:path>
              </a:pathLst>
            </a:custGeom>
            <a:solidFill>
              <a:srgbClr val="a1e2ff"/>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844" name=""/>
            <p:cNvSpPr/>
            <p:nvPr/>
          </p:nvSpPr>
          <p:spPr>
            <a:xfrm>
              <a:off x="4443480" y="4711680"/>
              <a:ext cx="4680" cy="1440"/>
            </a:xfrm>
            <a:custGeom>
              <a:avLst/>
              <a:gdLst/>
              <a:ahLst/>
              <a:rect l="l" t="t" r="r" b="b"/>
              <a:pathLst>
                <a:path w="3" h="1">
                  <a:moveTo>
                    <a:pt x="2" y="0"/>
                  </a:moveTo>
                  <a:lnTo>
                    <a:pt x="0" y="0"/>
                  </a:lnTo>
                  <a:lnTo>
                    <a:pt x="0" y="0"/>
                  </a:lnTo>
                  <a:lnTo>
                    <a:pt x="0" y="0"/>
                  </a:lnTo>
                  <a:lnTo>
                    <a:pt x="2" y="0"/>
                  </a:lnTo>
                  <a:lnTo>
                    <a:pt x="2" y="0"/>
                  </a:lnTo>
                  <a:lnTo>
                    <a:pt x="2"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845" name=""/>
            <p:cNvSpPr/>
            <p:nvPr/>
          </p:nvSpPr>
          <p:spPr>
            <a:xfrm>
              <a:off x="4446720" y="4707000"/>
              <a:ext cx="19080" cy="6120"/>
            </a:xfrm>
            <a:custGeom>
              <a:avLst/>
              <a:gdLst/>
              <a:ahLst/>
              <a:rect l="l" t="t" r="r" b="b"/>
              <a:pathLst>
                <a:path w="12" h="4">
                  <a:moveTo>
                    <a:pt x="6" y="0"/>
                  </a:moveTo>
                  <a:lnTo>
                    <a:pt x="6" y="0"/>
                  </a:lnTo>
                  <a:lnTo>
                    <a:pt x="6" y="0"/>
                  </a:lnTo>
                  <a:lnTo>
                    <a:pt x="6" y="3"/>
                  </a:lnTo>
                  <a:lnTo>
                    <a:pt x="4" y="3"/>
                  </a:lnTo>
                  <a:lnTo>
                    <a:pt x="2" y="3"/>
                  </a:lnTo>
                  <a:lnTo>
                    <a:pt x="1" y="3"/>
                  </a:lnTo>
                  <a:lnTo>
                    <a:pt x="0" y="3"/>
                  </a:lnTo>
                  <a:lnTo>
                    <a:pt x="0" y="3"/>
                  </a:lnTo>
                  <a:lnTo>
                    <a:pt x="0" y="3"/>
                  </a:lnTo>
                  <a:lnTo>
                    <a:pt x="0" y="3"/>
                  </a:lnTo>
                  <a:lnTo>
                    <a:pt x="0" y="3"/>
                  </a:lnTo>
                  <a:lnTo>
                    <a:pt x="0" y="3"/>
                  </a:lnTo>
                  <a:lnTo>
                    <a:pt x="1" y="3"/>
                  </a:lnTo>
                  <a:lnTo>
                    <a:pt x="2" y="3"/>
                  </a:lnTo>
                  <a:lnTo>
                    <a:pt x="6" y="3"/>
                  </a:lnTo>
                  <a:lnTo>
                    <a:pt x="6" y="3"/>
                  </a:lnTo>
                  <a:lnTo>
                    <a:pt x="11" y="3"/>
                  </a:lnTo>
                  <a:lnTo>
                    <a:pt x="11" y="0"/>
                  </a:lnTo>
                  <a:lnTo>
                    <a:pt x="11" y="0"/>
                  </a:lnTo>
                  <a:lnTo>
                    <a:pt x="6" y="0"/>
                  </a:lnTo>
                  <a:lnTo>
                    <a:pt x="6" y="0"/>
                  </a:lnTo>
                </a:path>
              </a:pathLst>
            </a:custGeom>
            <a:solidFill>
              <a:srgbClr val="a1e2ff"/>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846" name=""/>
            <p:cNvSpPr/>
            <p:nvPr/>
          </p:nvSpPr>
          <p:spPr>
            <a:xfrm>
              <a:off x="4456080" y="4695840"/>
              <a:ext cx="12600" cy="12600"/>
            </a:xfrm>
            <a:custGeom>
              <a:avLst/>
              <a:gdLst/>
              <a:ahLst/>
              <a:rect l="l" t="t" r="r" b="b"/>
              <a:pathLst>
                <a:path w="8" h="8">
                  <a:moveTo>
                    <a:pt x="5" y="1"/>
                  </a:moveTo>
                  <a:lnTo>
                    <a:pt x="5" y="0"/>
                  </a:lnTo>
                  <a:lnTo>
                    <a:pt x="5" y="1"/>
                  </a:lnTo>
                  <a:lnTo>
                    <a:pt x="5" y="4"/>
                  </a:lnTo>
                  <a:lnTo>
                    <a:pt x="0" y="5"/>
                  </a:lnTo>
                  <a:lnTo>
                    <a:pt x="0" y="7"/>
                  </a:lnTo>
                  <a:lnTo>
                    <a:pt x="5" y="7"/>
                  </a:lnTo>
                  <a:lnTo>
                    <a:pt x="7" y="7"/>
                  </a:lnTo>
                  <a:lnTo>
                    <a:pt x="7" y="4"/>
                  </a:lnTo>
                  <a:lnTo>
                    <a:pt x="7" y="1"/>
                  </a:lnTo>
                  <a:lnTo>
                    <a:pt x="7" y="1"/>
                  </a:lnTo>
                  <a:lnTo>
                    <a:pt x="7" y="1"/>
                  </a:lnTo>
                  <a:lnTo>
                    <a:pt x="5" y="1"/>
                  </a:lnTo>
                  <a:lnTo>
                    <a:pt x="5" y="1"/>
                  </a:lnTo>
                </a:path>
              </a:pathLst>
            </a:custGeom>
            <a:solidFill>
              <a:srgbClr val="a1e2ff"/>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847" name=""/>
            <p:cNvSpPr/>
            <p:nvPr/>
          </p:nvSpPr>
          <p:spPr>
            <a:xfrm>
              <a:off x="4464000" y="4681440"/>
              <a:ext cx="4680" cy="17640"/>
            </a:xfrm>
            <a:custGeom>
              <a:avLst/>
              <a:gdLst/>
              <a:ahLst/>
              <a:rect l="l" t="t" r="r" b="b"/>
              <a:pathLst>
                <a:path w="3" h="11">
                  <a:moveTo>
                    <a:pt x="2" y="0"/>
                  </a:moveTo>
                  <a:lnTo>
                    <a:pt x="2" y="0"/>
                  </a:lnTo>
                  <a:lnTo>
                    <a:pt x="0" y="10"/>
                  </a:lnTo>
                  <a:lnTo>
                    <a:pt x="2" y="10"/>
                  </a:lnTo>
                  <a:lnTo>
                    <a:pt x="2" y="0"/>
                  </a:lnTo>
                  <a:lnTo>
                    <a:pt x="2" y="0"/>
                  </a:lnTo>
                  <a:lnTo>
                    <a:pt x="2" y="0"/>
                  </a:lnTo>
                  <a:lnTo>
                    <a:pt x="2" y="0"/>
                  </a:lnTo>
                </a:path>
              </a:pathLst>
            </a:custGeom>
            <a:solidFill>
              <a:srgbClr val="a1e2ff"/>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3848" name=""/>
            <p:cNvSpPr/>
            <p:nvPr/>
          </p:nvSpPr>
          <p:spPr>
            <a:xfrm>
              <a:off x="4467240" y="468144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849" name=""/>
            <p:cNvSpPr/>
            <p:nvPr/>
          </p:nvSpPr>
          <p:spPr>
            <a:xfrm>
              <a:off x="4518000" y="4681440"/>
              <a:ext cx="6480" cy="1800"/>
            </a:xfrm>
            <a:custGeom>
              <a:avLst/>
              <a:gdLst/>
              <a:ahLst/>
              <a:rect l="l" t="t" r="r" b="b"/>
              <a:pathLst>
                <a:path w="4" h="1">
                  <a:moveTo>
                    <a:pt x="3" y="0"/>
                  </a:moveTo>
                  <a:lnTo>
                    <a:pt x="3" y="0"/>
                  </a:lnTo>
                  <a:lnTo>
                    <a:pt x="3" y="0"/>
                  </a:lnTo>
                  <a:lnTo>
                    <a:pt x="3" y="0"/>
                  </a:lnTo>
                  <a:lnTo>
                    <a:pt x="0" y="0"/>
                  </a:lnTo>
                  <a:lnTo>
                    <a:pt x="3" y="0"/>
                  </a:lnTo>
                  <a:lnTo>
                    <a:pt x="3" y="0"/>
                  </a:lnTo>
                </a:path>
              </a:pathLst>
            </a:custGeom>
            <a:solidFill>
              <a:srgbClr val="a1e2ff"/>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850" name=""/>
            <p:cNvSpPr/>
            <p:nvPr/>
          </p:nvSpPr>
          <p:spPr>
            <a:xfrm>
              <a:off x="4510080" y="4681440"/>
              <a:ext cx="14400" cy="7920"/>
            </a:xfrm>
            <a:custGeom>
              <a:avLst/>
              <a:gdLst/>
              <a:ahLst/>
              <a:rect l="l" t="t" r="r" b="b"/>
              <a:pathLst>
                <a:path w="9" h="5">
                  <a:moveTo>
                    <a:pt x="2" y="4"/>
                  </a:moveTo>
                  <a:lnTo>
                    <a:pt x="2" y="4"/>
                  </a:lnTo>
                  <a:lnTo>
                    <a:pt x="5" y="4"/>
                  </a:lnTo>
                  <a:lnTo>
                    <a:pt x="8" y="4"/>
                  </a:lnTo>
                  <a:lnTo>
                    <a:pt x="8" y="0"/>
                  </a:lnTo>
                  <a:lnTo>
                    <a:pt x="8" y="0"/>
                  </a:lnTo>
                  <a:lnTo>
                    <a:pt x="5" y="0"/>
                  </a:lnTo>
                  <a:lnTo>
                    <a:pt x="5" y="0"/>
                  </a:lnTo>
                  <a:lnTo>
                    <a:pt x="5" y="2"/>
                  </a:lnTo>
                  <a:lnTo>
                    <a:pt x="2" y="4"/>
                  </a:lnTo>
                  <a:lnTo>
                    <a:pt x="0" y="4"/>
                  </a:lnTo>
                  <a:lnTo>
                    <a:pt x="0" y="4"/>
                  </a:lnTo>
                  <a:lnTo>
                    <a:pt x="2" y="4"/>
                  </a:lnTo>
                  <a:lnTo>
                    <a:pt x="2" y="4"/>
                  </a:lnTo>
                </a:path>
              </a:pathLst>
            </a:custGeom>
            <a:solidFill>
              <a:srgbClr val="a1e2ff"/>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851" name=""/>
            <p:cNvSpPr/>
            <p:nvPr/>
          </p:nvSpPr>
          <p:spPr>
            <a:xfrm>
              <a:off x="4495680" y="4687920"/>
              <a:ext cx="19080" cy="25200"/>
            </a:xfrm>
            <a:custGeom>
              <a:avLst/>
              <a:gdLst/>
              <a:ahLst/>
              <a:rect l="l" t="t" r="r" b="b"/>
              <a:pathLst>
                <a:path w="12" h="16">
                  <a:moveTo>
                    <a:pt x="0" y="15"/>
                  </a:moveTo>
                  <a:lnTo>
                    <a:pt x="3" y="15"/>
                  </a:lnTo>
                  <a:lnTo>
                    <a:pt x="6" y="12"/>
                  </a:lnTo>
                  <a:lnTo>
                    <a:pt x="6" y="12"/>
                  </a:lnTo>
                  <a:lnTo>
                    <a:pt x="9" y="9"/>
                  </a:lnTo>
                  <a:lnTo>
                    <a:pt x="9" y="9"/>
                  </a:lnTo>
                  <a:lnTo>
                    <a:pt x="9" y="6"/>
                  </a:lnTo>
                  <a:lnTo>
                    <a:pt x="9" y="5"/>
                  </a:lnTo>
                  <a:lnTo>
                    <a:pt x="11" y="0"/>
                  </a:lnTo>
                  <a:lnTo>
                    <a:pt x="9" y="0"/>
                  </a:lnTo>
                  <a:lnTo>
                    <a:pt x="9" y="0"/>
                  </a:lnTo>
                  <a:lnTo>
                    <a:pt x="9" y="5"/>
                  </a:lnTo>
                  <a:lnTo>
                    <a:pt x="9" y="6"/>
                  </a:lnTo>
                  <a:lnTo>
                    <a:pt x="6" y="9"/>
                  </a:lnTo>
                  <a:lnTo>
                    <a:pt x="3" y="12"/>
                  </a:lnTo>
                  <a:lnTo>
                    <a:pt x="3" y="12"/>
                  </a:lnTo>
                  <a:lnTo>
                    <a:pt x="0" y="15"/>
                  </a:lnTo>
                  <a:lnTo>
                    <a:pt x="0" y="15"/>
                  </a:lnTo>
                  <a:lnTo>
                    <a:pt x="0" y="15"/>
                  </a:lnTo>
                  <a:lnTo>
                    <a:pt x="0" y="15"/>
                  </a:lnTo>
                </a:path>
              </a:pathLst>
            </a:custGeom>
            <a:solidFill>
              <a:srgbClr val="a1e2ff"/>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3852" name=""/>
            <p:cNvSpPr/>
            <p:nvPr/>
          </p:nvSpPr>
          <p:spPr>
            <a:xfrm>
              <a:off x="4510080" y="4687920"/>
              <a:ext cx="4680" cy="1440"/>
            </a:xfrm>
            <a:custGeom>
              <a:avLst/>
              <a:gdLst/>
              <a:ahLst/>
              <a:rect l="l" t="t" r="r" b="b"/>
              <a:pathLst>
                <a:path w="3" h="1">
                  <a:moveTo>
                    <a:pt x="0" y="0"/>
                  </a:moveTo>
                  <a:lnTo>
                    <a:pt x="0" y="0"/>
                  </a:lnTo>
                  <a:lnTo>
                    <a:pt x="0" y="0"/>
                  </a:lnTo>
                  <a:lnTo>
                    <a:pt x="0" y="0"/>
                  </a:lnTo>
                  <a:lnTo>
                    <a:pt x="2" y="0"/>
                  </a:lnTo>
                  <a:lnTo>
                    <a:pt x="0" y="0"/>
                  </a:lnTo>
                  <a:lnTo>
                    <a:pt x="0"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853" name=""/>
            <p:cNvSpPr/>
            <p:nvPr/>
          </p:nvSpPr>
          <p:spPr>
            <a:xfrm>
              <a:off x="4565520" y="4662360"/>
              <a:ext cx="7920" cy="3240"/>
            </a:xfrm>
            <a:custGeom>
              <a:avLst/>
              <a:gdLst/>
              <a:ahLst/>
              <a:rect l="l" t="t" r="r" b="b"/>
              <a:pathLst>
                <a:path w="5" h="2">
                  <a:moveTo>
                    <a:pt x="4" y="1"/>
                  </a:moveTo>
                  <a:lnTo>
                    <a:pt x="4" y="0"/>
                  </a:lnTo>
                  <a:lnTo>
                    <a:pt x="4" y="0"/>
                  </a:lnTo>
                  <a:lnTo>
                    <a:pt x="4" y="0"/>
                  </a:lnTo>
                  <a:lnTo>
                    <a:pt x="0" y="1"/>
                  </a:lnTo>
                  <a:lnTo>
                    <a:pt x="4" y="1"/>
                  </a:lnTo>
                  <a:lnTo>
                    <a:pt x="4" y="1"/>
                  </a:lnTo>
                </a:path>
              </a:pathLst>
            </a:custGeom>
            <a:solidFill>
              <a:srgbClr val="a1e2ff"/>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854" name=""/>
            <p:cNvSpPr/>
            <p:nvPr/>
          </p:nvSpPr>
          <p:spPr>
            <a:xfrm>
              <a:off x="4554360" y="4664160"/>
              <a:ext cx="19080" cy="33120"/>
            </a:xfrm>
            <a:custGeom>
              <a:avLst/>
              <a:gdLst/>
              <a:ahLst/>
              <a:rect l="l" t="t" r="r" b="b"/>
              <a:pathLst>
                <a:path w="12" h="21">
                  <a:moveTo>
                    <a:pt x="2" y="20"/>
                  </a:moveTo>
                  <a:lnTo>
                    <a:pt x="2" y="15"/>
                  </a:lnTo>
                  <a:lnTo>
                    <a:pt x="2" y="15"/>
                  </a:lnTo>
                  <a:lnTo>
                    <a:pt x="2" y="13"/>
                  </a:lnTo>
                  <a:lnTo>
                    <a:pt x="7" y="11"/>
                  </a:lnTo>
                  <a:lnTo>
                    <a:pt x="7" y="3"/>
                  </a:lnTo>
                  <a:lnTo>
                    <a:pt x="11" y="3"/>
                  </a:lnTo>
                  <a:lnTo>
                    <a:pt x="11" y="3"/>
                  </a:lnTo>
                  <a:lnTo>
                    <a:pt x="11" y="0"/>
                  </a:lnTo>
                  <a:lnTo>
                    <a:pt x="7" y="0"/>
                  </a:lnTo>
                  <a:lnTo>
                    <a:pt x="7" y="0"/>
                  </a:lnTo>
                  <a:lnTo>
                    <a:pt x="7" y="3"/>
                  </a:lnTo>
                  <a:lnTo>
                    <a:pt x="4" y="3"/>
                  </a:lnTo>
                  <a:lnTo>
                    <a:pt x="2" y="5"/>
                  </a:lnTo>
                  <a:lnTo>
                    <a:pt x="2" y="11"/>
                  </a:lnTo>
                  <a:lnTo>
                    <a:pt x="2" y="15"/>
                  </a:lnTo>
                  <a:lnTo>
                    <a:pt x="2" y="15"/>
                  </a:lnTo>
                  <a:lnTo>
                    <a:pt x="0" y="15"/>
                  </a:lnTo>
                  <a:lnTo>
                    <a:pt x="2" y="20"/>
                  </a:lnTo>
                  <a:lnTo>
                    <a:pt x="2" y="20"/>
                  </a:lnTo>
                </a:path>
              </a:pathLst>
            </a:custGeom>
            <a:solidFill>
              <a:srgbClr val="a1e2ff"/>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3855" name=""/>
            <p:cNvSpPr/>
            <p:nvPr/>
          </p:nvSpPr>
          <p:spPr>
            <a:xfrm>
              <a:off x="4565520" y="4662360"/>
              <a:ext cx="7920" cy="7920"/>
            </a:xfrm>
            <a:custGeom>
              <a:avLst/>
              <a:gdLst/>
              <a:ahLst/>
              <a:rect l="l" t="t" r="r" b="b"/>
              <a:pathLst>
                <a:path w="5" h="5">
                  <a:moveTo>
                    <a:pt x="4" y="0"/>
                  </a:moveTo>
                  <a:lnTo>
                    <a:pt x="0" y="1"/>
                  </a:lnTo>
                  <a:lnTo>
                    <a:pt x="4" y="1"/>
                  </a:lnTo>
                  <a:lnTo>
                    <a:pt x="4" y="4"/>
                  </a:lnTo>
                  <a:lnTo>
                    <a:pt x="4" y="4"/>
                  </a:lnTo>
                  <a:lnTo>
                    <a:pt x="4" y="0"/>
                  </a:lnTo>
                  <a:lnTo>
                    <a:pt x="4" y="0"/>
                  </a:lnTo>
                </a:path>
              </a:pathLst>
            </a:custGeom>
            <a:solidFill>
              <a:srgbClr val="a1e2ff"/>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856" name=""/>
            <p:cNvSpPr/>
            <p:nvPr/>
          </p:nvSpPr>
          <p:spPr>
            <a:xfrm>
              <a:off x="4768920" y="4457880"/>
              <a:ext cx="4680" cy="1440"/>
            </a:xfrm>
            <a:custGeom>
              <a:avLst/>
              <a:gdLst/>
              <a:ahLst/>
              <a:rect l="l" t="t" r="r" b="b"/>
              <a:pathLst>
                <a:path w="3" h="1">
                  <a:moveTo>
                    <a:pt x="2" y="0"/>
                  </a:moveTo>
                  <a:lnTo>
                    <a:pt x="2" y="0"/>
                  </a:lnTo>
                  <a:lnTo>
                    <a:pt x="2" y="0"/>
                  </a:lnTo>
                  <a:lnTo>
                    <a:pt x="2" y="0"/>
                  </a:lnTo>
                  <a:lnTo>
                    <a:pt x="0" y="0"/>
                  </a:lnTo>
                  <a:lnTo>
                    <a:pt x="2" y="0"/>
                  </a:lnTo>
                  <a:lnTo>
                    <a:pt x="2"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857" name=""/>
            <p:cNvSpPr/>
            <p:nvPr/>
          </p:nvSpPr>
          <p:spPr>
            <a:xfrm>
              <a:off x="4768920" y="4457880"/>
              <a:ext cx="6120" cy="36360"/>
            </a:xfrm>
            <a:custGeom>
              <a:avLst/>
              <a:gdLst/>
              <a:ahLst/>
              <a:rect l="l" t="t" r="r" b="b"/>
              <a:pathLst>
                <a:path w="4" h="23">
                  <a:moveTo>
                    <a:pt x="3" y="21"/>
                  </a:moveTo>
                  <a:lnTo>
                    <a:pt x="3" y="21"/>
                  </a:lnTo>
                  <a:lnTo>
                    <a:pt x="2" y="18"/>
                  </a:lnTo>
                  <a:lnTo>
                    <a:pt x="2" y="14"/>
                  </a:lnTo>
                  <a:lnTo>
                    <a:pt x="2" y="6"/>
                  </a:lnTo>
                  <a:lnTo>
                    <a:pt x="2" y="0"/>
                  </a:lnTo>
                  <a:lnTo>
                    <a:pt x="0" y="0"/>
                  </a:lnTo>
                  <a:lnTo>
                    <a:pt x="0" y="6"/>
                  </a:lnTo>
                  <a:lnTo>
                    <a:pt x="2" y="14"/>
                  </a:lnTo>
                  <a:lnTo>
                    <a:pt x="2" y="18"/>
                  </a:lnTo>
                  <a:lnTo>
                    <a:pt x="2" y="22"/>
                  </a:lnTo>
                  <a:lnTo>
                    <a:pt x="2" y="22"/>
                  </a:lnTo>
                  <a:lnTo>
                    <a:pt x="3" y="21"/>
                  </a:lnTo>
                  <a:lnTo>
                    <a:pt x="3" y="21"/>
                  </a:lnTo>
                </a:path>
              </a:pathLst>
            </a:custGeom>
            <a:solidFill>
              <a:srgbClr val="a1e2ff"/>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3858" name=""/>
            <p:cNvSpPr/>
            <p:nvPr/>
          </p:nvSpPr>
          <p:spPr>
            <a:xfrm>
              <a:off x="4772160" y="4491000"/>
              <a:ext cx="6120" cy="39600"/>
            </a:xfrm>
            <a:custGeom>
              <a:avLst/>
              <a:gdLst/>
              <a:ahLst/>
              <a:rect l="l" t="t" r="r" b="b"/>
              <a:pathLst>
                <a:path w="4" h="25">
                  <a:moveTo>
                    <a:pt x="0" y="22"/>
                  </a:moveTo>
                  <a:lnTo>
                    <a:pt x="0" y="24"/>
                  </a:lnTo>
                  <a:lnTo>
                    <a:pt x="3" y="22"/>
                  </a:lnTo>
                  <a:lnTo>
                    <a:pt x="3" y="21"/>
                  </a:lnTo>
                  <a:lnTo>
                    <a:pt x="3" y="12"/>
                  </a:lnTo>
                  <a:lnTo>
                    <a:pt x="3" y="12"/>
                  </a:lnTo>
                  <a:lnTo>
                    <a:pt x="3" y="12"/>
                  </a:lnTo>
                  <a:lnTo>
                    <a:pt x="3" y="9"/>
                  </a:lnTo>
                  <a:lnTo>
                    <a:pt x="3" y="1"/>
                  </a:lnTo>
                  <a:lnTo>
                    <a:pt x="1" y="0"/>
                  </a:lnTo>
                  <a:lnTo>
                    <a:pt x="0" y="1"/>
                  </a:lnTo>
                  <a:lnTo>
                    <a:pt x="0" y="1"/>
                  </a:lnTo>
                  <a:lnTo>
                    <a:pt x="1" y="9"/>
                  </a:lnTo>
                  <a:lnTo>
                    <a:pt x="3" y="12"/>
                  </a:lnTo>
                  <a:lnTo>
                    <a:pt x="3" y="12"/>
                  </a:lnTo>
                  <a:lnTo>
                    <a:pt x="3" y="12"/>
                  </a:lnTo>
                  <a:lnTo>
                    <a:pt x="1" y="19"/>
                  </a:lnTo>
                  <a:lnTo>
                    <a:pt x="0" y="21"/>
                  </a:lnTo>
                  <a:lnTo>
                    <a:pt x="0" y="22"/>
                  </a:lnTo>
                  <a:lnTo>
                    <a:pt x="0" y="24"/>
                  </a:lnTo>
                  <a:lnTo>
                    <a:pt x="0" y="22"/>
                  </a:lnTo>
                  <a:lnTo>
                    <a:pt x="0" y="22"/>
                  </a:lnTo>
                  <a:lnTo>
                    <a:pt x="0" y="24"/>
                  </a:lnTo>
                  <a:lnTo>
                    <a:pt x="0" y="22"/>
                  </a:lnTo>
                  <a:lnTo>
                    <a:pt x="0" y="22"/>
                  </a:lnTo>
                </a:path>
              </a:pathLst>
            </a:custGeom>
            <a:solidFill>
              <a:srgbClr val="a1e2ff"/>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3859" name=""/>
            <p:cNvSpPr/>
            <p:nvPr/>
          </p:nvSpPr>
          <p:spPr>
            <a:xfrm>
              <a:off x="4772160" y="4525920"/>
              <a:ext cx="6120" cy="28440"/>
            </a:xfrm>
            <a:custGeom>
              <a:avLst/>
              <a:gdLst/>
              <a:ahLst/>
              <a:rect l="l" t="t" r="r" b="b"/>
              <a:pathLst>
                <a:path w="4" h="18">
                  <a:moveTo>
                    <a:pt x="1" y="17"/>
                  </a:moveTo>
                  <a:lnTo>
                    <a:pt x="3" y="14"/>
                  </a:lnTo>
                  <a:lnTo>
                    <a:pt x="3" y="7"/>
                  </a:lnTo>
                  <a:lnTo>
                    <a:pt x="1" y="2"/>
                  </a:lnTo>
                  <a:lnTo>
                    <a:pt x="0" y="0"/>
                  </a:lnTo>
                  <a:lnTo>
                    <a:pt x="0" y="2"/>
                  </a:lnTo>
                  <a:lnTo>
                    <a:pt x="0" y="2"/>
                  </a:lnTo>
                  <a:lnTo>
                    <a:pt x="0" y="7"/>
                  </a:lnTo>
                  <a:lnTo>
                    <a:pt x="1" y="14"/>
                  </a:lnTo>
                  <a:lnTo>
                    <a:pt x="0" y="16"/>
                  </a:lnTo>
                  <a:lnTo>
                    <a:pt x="1" y="17"/>
                  </a:lnTo>
                  <a:lnTo>
                    <a:pt x="1" y="17"/>
                  </a:lnTo>
                </a:path>
              </a:pathLst>
            </a:custGeom>
            <a:solidFill>
              <a:srgbClr val="a1e2ff"/>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3860" name=""/>
            <p:cNvSpPr/>
            <p:nvPr/>
          </p:nvSpPr>
          <p:spPr>
            <a:xfrm>
              <a:off x="4772160" y="4525920"/>
              <a:ext cx="1440" cy="468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a1e2ff"/>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861" name=""/>
            <p:cNvSpPr/>
            <p:nvPr/>
          </p:nvSpPr>
          <p:spPr>
            <a:xfrm>
              <a:off x="4838760" y="4529160"/>
              <a:ext cx="1440" cy="9360"/>
            </a:xfrm>
            <a:custGeom>
              <a:avLst/>
              <a:gdLst/>
              <a:ahLst/>
              <a:rect l="l" t="t" r="r" b="b"/>
              <a:pathLst>
                <a:path w="1" h="6">
                  <a:moveTo>
                    <a:pt x="0" y="0"/>
                  </a:moveTo>
                  <a:lnTo>
                    <a:pt x="0" y="0"/>
                  </a:lnTo>
                  <a:lnTo>
                    <a:pt x="0" y="0"/>
                  </a:lnTo>
                  <a:lnTo>
                    <a:pt x="0" y="5"/>
                  </a:lnTo>
                  <a:lnTo>
                    <a:pt x="0" y="5"/>
                  </a:lnTo>
                  <a:lnTo>
                    <a:pt x="0" y="0"/>
                  </a:lnTo>
                  <a:lnTo>
                    <a:pt x="0" y="0"/>
                  </a:lnTo>
                </a:path>
              </a:pathLst>
            </a:custGeom>
            <a:solidFill>
              <a:srgbClr val="a1e2ff"/>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862" name=""/>
            <p:cNvSpPr/>
            <p:nvPr/>
          </p:nvSpPr>
          <p:spPr>
            <a:xfrm>
              <a:off x="4838760" y="4529160"/>
              <a:ext cx="11160" cy="23760"/>
            </a:xfrm>
            <a:custGeom>
              <a:avLst/>
              <a:gdLst/>
              <a:ahLst/>
              <a:rect l="l" t="t" r="r" b="b"/>
              <a:pathLst>
                <a:path w="7" h="15">
                  <a:moveTo>
                    <a:pt x="6" y="14"/>
                  </a:moveTo>
                  <a:lnTo>
                    <a:pt x="6" y="14"/>
                  </a:lnTo>
                  <a:lnTo>
                    <a:pt x="6" y="13"/>
                  </a:lnTo>
                  <a:lnTo>
                    <a:pt x="6" y="12"/>
                  </a:lnTo>
                  <a:lnTo>
                    <a:pt x="3" y="5"/>
                  </a:lnTo>
                  <a:lnTo>
                    <a:pt x="1" y="5"/>
                  </a:lnTo>
                  <a:lnTo>
                    <a:pt x="0" y="5"/>
                  </a:lnTo>
                  <a:lnTo>
                    <a:pt x="0" y="5"/>
                  </a:lnTo>
                  <a:lnTo>
                    <a:pt x="0" y="0"/>
                  </a:lnTo>
                  <a:lnTo>
                    <a:pt x="0" y="0"/>
                  </a:lnTo>
                  <a:lnTo>
                    <a:pt x="0" y="5"/>
                  </a:lnTo>
                  <a:lnTo>
                    <a:pt x="0" y="5"/>
                  </a:lnTo>
                  <a:lnTo>
                    <a:pt x="0" y="5"/>
                  </a:lnTo>
                  <a:lnTo>
                    <a:pt x="0" y="5"/>
                  </a:lnTo>
                  <a:lnTo>
                    <a:pt x="0" y="5"/>
                  </a:lnTo>
                  <a:lnTo>
                    <a:pt x="1" y="5"/>
                  </a:lnTo>
                  <a:lnTo>
                    <a:pt x="1" y="12"/>
                  </a:lnTo>
                  <a:lnTo>
                    <a:pt x="3" y="13"/>
                  </a:lnTo>
                  <a:lnTo>
                    <a:pt x="1" y="14"/>
                  </a:lnTo>
                  <a:lnTo>
                    <a:pt x="1" y="14"/>
                  </a:lnTo>
                  <a:lnTo>
                    <a:pt x="6" y="14"/>
                  </a:lnTo>
                  <a:lnTo>
                    <a:pt x="6" y="14"/>
                  </a:lnTo>
                </a:path>
              </a:pathLst>
            </a:custGeom>
            <a:solidFill>
              <a:srgbClr val="a1e2ff"/>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3863" name=""/>
            <p:cNvSpPr/>
            <p:nvPr/>
          </p:nvSpPr>
          <p:spPr>
            <a:xfrm>
              <a:off x="4840200" y="4551480"/>
              <a:ext cx="9720" cy="42840"/>
            </a:xfrm>
            <a:custGeom>
              <a:avLst/>
              <a:gdLst/>
              <a:ahLst/>
              <a:rect l="l" t="t" r="r" b="b"/>
              <a:pathLst>
                <a:path w="6" h="27">
                  <a:moveTo>
                    <a:pt x="5" y="26"/>
                  </a:moveTo>
                  <a:lnTo>
                    <a:pt x="5" y="26"/>
                  </a:lnTo>
                  <a:lnTo>
                    <a:pt x="5" y="25"/>
                  </a:lnTo>
                  <a:lnTo>
                    <a:pt x="5" y="25"/>
                  </a:lnTo>
                  <a:lnTo>
                    <a:pt x="5" y="16"/>
                  </a:lnTo>
                  <a:lnTo>
                    <a:pt x="5" y="11"/>
                  </a:lnTo>
                  <a:lnTo>
                    <a:pt x="5" y="10"/>
                  </a:lnTo>
                  <a:lnTo>
                    <a:pt x="5" y="9"/>
                  </a:lnTo>
                  <a:lnTo>
                    <a:pt x="5" y="1"/>
                  </a:lnTo>
                  <a:lnTo>
                    <a:pt x="5" y="0"/>
                  </a:lnTo>
                  <a:lnTo>
                    <a:pt x="0" y="0"/>
                  </a:lnTo>
                  <a:lnTo>
                    <a:pt x="0" y="1"/>
                  </a:lnTo>
                  <a:lnTo>
                    <a:pt x="0" y="9"/>
                  </a:lnTo>
                  <a:lnTo>
                    <a:pt x="2" y="10"/>
                  </a:lnTo>
                  <a:lnTo>
                    <a:pt x="2" y="11"/>
                  </a:lnTo>
                  <a:lnTo>
                    <a:pt x="5" y="16"/>
                  </a:lnTo>
                  <a:lnTo>
                    <a:pt x="5" y="25"/>
                  </a:lnTo>
                  <a:lnTo>
                    <a:pt x="5" y="25"/>
                  </a:lnTo>
                  <a:lnTo>
                    <a:pt x="2" y="25"/>
                  </a:lnTo>
                  <a:lnTo>
                    <a:pt x="2" y="25"/>
                  </a:lnTo>
                  <a:lnTo>
                    <a:pt x="5" y="26"/>
                  </a:lnTo>
                  <a:lnTo>
                    <a:pt x="5" y="26"/>
                  </a:lnTo>
                </a:path>
              </a:pathLst>
            </a:custGeom>
            <a:solidFill>
              <a:srgbClr val="a1e2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3864" name=""/>
            <p:cNvSpPr/>
            <p:nvPr/>
          </p:nvSpPr>
          <p:spPr>
            <a:xfrm>
              <a:off x="4838760" y="4591080"/>
              <a:ext cx="11160" cy="20520"/>
            </a:xfrm>
            <a:custGeom>
              <a:avLst/>
              <a:gdLst/>
              <a:ahLst/>
              <a:rect l="l" t="t" r="r" b="b"/>
              <a:pathLst>
                <a:path w="7" h="13">
                  <a:moveTo>
                    <a:pt x="0" y="12"/>
                  </a:moveTo>
                  <a:lnTo>
                    <a:pt x="0" y="12"/>
                  </a:lnTo>
                  <a:lnTo>
                    <a:pt x="0" y="6"/>
                  </a:lnTo>
                  <a:lnTo>
                    <a:pt x="1" y="4"/>
                  </a:lnTo>
                  <a:lnTo>
                    <a:pt x="6" y="1"/>
                  </a:lnTo>
                  <a:lnTo>
                    <a:pt x="3" y="0"/>
                  </a:lnTo>
                  <a:lnTo>
                    <a:pt x="0" y="4"/>
                  </a:lnTo>
                  <a:lnTo>
                    <a:pt x="0" y="6"/>
                  </a:lnTo>
                  <a:lnTo>
                    <a:pt x="0" y="12"/>
                  </a:lnTo>
                  <a:lnTo>
                    <a:pt x="0" y="12"/>
                  </a:lnTo>
                  <a:lnTo>
                    <a:pt x="0" y="12"/>
                  </a:lnTo>
                  <a:lnTo>
                    <a:pt x="0" y="12"/>
                  </a:lnTo>
                </a:path>
              </a:pathLst>
            </a:custGeom>
            <a:solidFill>
              <a:srgbClr val="a1e2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865" name=""/>
            <p:cNvSpPr/>
            <p:nvPr/>
          </p:nvSpPr>
          <p:spPr>
            <a:xfrm>
              <a:off x="4840200" y="4591080"/>
              <a:ext cx="9720" cy="3240"/>
            </a:xfrm>
            <a:custGeom>
              <a:avLst/>
              <a:gdLst/>
              <a:ahLst/>
              <a:rect l="l" t="t" r="r" b="b"/>
              <a:pathLst>
                <a:path w="6" h="2">
                  <a:moveTo>
                    <a:pt x="0" y="0"/>
                  </a:moveTo>
                  <a:lnTo>
                    <a:pt x="2" y="1"/>
                  </a:lnTo>
                  <a:lnTo>
                    <a:pt x="2" y="1"/>
                  </a:lnTo>
                  <a:lnTo>
                    <a:pt x="5" y="1"/>
                  </a:lnTo>
                  <a:lnTo>
                    <a:pt x="5" y="0"/>
                  </a:lnTo>
                  <a:lnTo>
                    <a:pt x="0" y="0"/>
                  </a:lnTo>
                  <a:lnTo>
                    <a:pt x="0" y="0"/>
                  </a:lnTo>
                </a:path>
              </a:pathLst>
            </a:custGeom>
            <a:solidFill>
              <a:srgbClr val="a1e2ff"/>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866" name=""/>
            <p:cNvSpPr/>
            <p:nvPr/>
          </p:nvSpPr>
          <p:spPr>
            <a:xfrm>
              <a:off x="4616280" y="5064120"/>
              <a:ext cx="8280" cy="1440"/>
            </a:xfrm>
            <a:custGeom>
              <a:avLst/>
              <a:gdLst/>
              <a:ahLst/>
              <a:rect l="l" t="t" r="r" b="b"/>
              <a:pathLst>
                <a:path w="5" h="1">
                  <a:moveTo>
                    <a:pt x="2" y="0"/>
                  </a:moveTo>
                  <a:lnTo>
                    <a:pt x="0" y="0"/>
                  </a:lnTo>
                  <a:lnTo>
                    <a:pt x="2" y="0"/>
                  </a:lnTo>
                  <a:lnTo>
                    <a:pt x="4" y="0"/>
                  </a:lnTo>
                  <a:lnTo>
                    <a:pt x="4" y="0"/>
                  </a:lnTo>
                  <a:lnTo>
                    <a:pt x="2" y="0"/>
                  </a:lnTo>
                  <a:lnTo>
                    <a:pt x="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867" name=""/>
            <p:cNvSpPr/>
            <p:nvPr/>
          </p:nvSpPr>
          <p:spPr>
            <a:xfrm>
              <a:off x="4619520" y="5051520"/>
              <a:ext cx="27000" cy="14040"/>
            </a:xfrm>
            <a:custGeom>
              <a:avLst/>
              <a:gdLst/>
              <a:ahLst/>
              <a:rect l="l" t="t" r="r" b="b"/>
              <a:pathLst>
                <a:path w="17" h="9">
                  <a:moveTo>
                    <a:pt x="16" y="0"/>
                  </a:moveTo>
                  <a:lnTo>
                    <a:pt x="16" y="0"/>
                  </a:lnTo>
                  <a:lnTo>
                    <a:pt x="16" y="1"/>
                  </a:lnTo>
                  <a:lnTo>
                    <a:pt x="7" y="1"/>
                  </a:lnTo>
                  <a:lnTo>
                    <a:pt x="7" y="1"/>
                  </a:lnTo>
                  <a:lnTo>
                    <a:pt x="3" y="4"/>
                  </a:lnTo>
                  <a:lnTo>
                    <a:pt x="3" y="7"/>
                  </a:lnTo>
                  <a:lnTo>
                    <a:pt x="2" y="8"/>
                  </a:lnTo>
                  <a:lnTo>
                    <a:pt x="0" y="8"/>
                  </a:lnTo>
                  <a:lnTo>
                    <a:pt x="0" y="8"/>
                  </a:lnTo>
                  <a:lnTo>
                    <a:pt x="2" y="8"/>
                  </a:lnTo>
                  <a:lnTo>
                    <a:pt x="3" y="8"/>
                  </a:lnTo>
                  <a:lnTo>
                    <a:pt x="3" y="8"/>
                  </a:lnTo>
                  <a:lnTo>
                    <a:pt x="3" y="8"/>
                  </a:lnTo>
                  <a:lnTo>
                    <a:pt x="7" y="7"/>
                  </a:lnTo>
                  <a:lnTo>
                    <a:pt x="7" y="4"/>
                  </a:lnTo>
                  <a:lnTo>
                    <a:pt x="9" y="4"/>
                  </a:lnTo>
                  <a:lnTo>
                    <a:pt x="16" y="1"/>
                  </a:lnTo>
                  <a:lnTo>
                    <a:pt x="16" y="1"/>
                  </a:lnTo>
                  <a:lnTo>
                    <a:pt x="16" y="1"/>
                  </a:lnTo>
                  <a:lnTo>
                    <a:pt x="16" y="0"/>
                  </a:lnTo>
                  <a:lnTo>
                    <a:pt x="16" y="0"/>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3868" name=""/>
            <p:cNvSpPr/>
            <p:nvPr/>
          </p:nvSpPr>
          <p:spPr>
            <a:xfrm>
              <a:off x="4645080" y="5038560"/>
              <a:ext cx="25200" cy="16200"/>
            </a:xfrm>
            <a:custGeom>
              <a:avLst/>
              <a:gdLst/>
              <a:ahLst/>
              <a:rect l="l" t="t" r="r" b="b"/>
              <a:pathLst>
                <a:path w="16" h="10">
                  <a:moveTo>
                    <a:pt x="12" y="0"/>
                  </a:moveTo>
                  <a:lnTo>
                    <a:pt x="7" y="5"/>
                  </a:lnTo>
                  <a:lnTo>
                    <a:pt x="3" y="7"/>
                  </a:lnTo>
                  <a:lnTo>
                    <a:pt x="3" y="7"/>
                  </a:lnTo>
                  <a:lnTo>
                    <a:pt x="3" y="7"/>
                  </a:lnTo>
                  <a:lnTo>
                    <a:pt x="3" y="7"/>
                  </a:lnTo>
                  <a:lnTo>
                    <a:pt x="3" y="7"/>
                  </a:lnTo>
                  <a:lnTo>
                    <a:pt x="2" y="8"/>
                  </a:lnTo>
                  <a:lnTo>
                    <a:pt x="0" y="8"/>
                  </a:lnTo>
                  <a:lnTo>
                    <a:pt x="0" y="9"/>
                  </a:lnTo>
                  <a:lnTo>
                    <a:pt x="2" y="9"/>
                  </a:lnTo>
                  <a:lnTo>
                    <a:pt x="3" y="9"/>
                  </a:lnTo>
                  <a:lnTo>
                    <a:pt x="3" y="9"/>
                  </a:lnTo>
                  <a:lnTo>
                    <a:pt x="3" y="7"/>
                  </a:lnTo>
                  <a:lnTo>
                    <a:pt x="3" y="7"/>
                  </a:lnTo>
                  <a:lnTo>
                    <a:pt x="15" y="7"/>
                  </a:lnTo>
                  <a:lnTo>
                    <a:pt x="15" y="7"/>
                  </a:lnTo>
                  <a:lnTo>
                    <a:pt x="15" y="0"/>
                  </a:lnTo>
                  <a:lnTo>
                    <a:pt x="12" y="0"/>
                  </a:lnTo>
                  <a:lnTo>
                    <a:pt x="12" y="0"/>
                  </a:lnTo>
                </a:path>
              </a:pathLst>
            </a:custGeom>
            <a:solidFill>
              <a:srgbClr val="ffc0b6"/>
            </a:solidFill>
            <a:ln w="0">
              <a:noFill/>
            </a:ln>
          </p:spPr>
          <p:style>
            <a:lnRef idx="0"/>
            <a:fillRef idx="0"/>
            <a:effectRef idx="0"/>
            <a:fontRef idx="minor"/>
          </p:style>
          <p:txBody>
            <a:bodyPr lIns="90000" rIns="90000" tIns="-30600" bIns="-30600" anchor="t">
              <a:noAutofit/>
            </a:bodyPr>
            <a:p>
              <a:endParaRPr b="0" lang="en-IN" sz="2400" strike="noStrike" u="none">
                <a:solidFill>
                  <a:srgbClr val="ffffff"/>
                </a:solidFill>
                <a:effectLst/>
                <a:uFillTx/>
                <a:latin typeface="Times New Roman"/>
              </a:endParaRPr>
            </a:p>
          </p:txBody>
        </p:sp>
        <p:sp>
          <p:nvSpPr>
            <p:cNvPr id="3869" name=""/>
            <p:cNvSpPr/>
            <p:nvPr/>
          </p:nvSpPr>
          <p:spPr>
            <a:xfrm>
              <a:off x="4645080" y="5051520"/>
              <a:ext cx="1440" cy="3240"/>
            </a:xfrm>
            <a:custGeom>
              <a:avLst/>
              <a:gdLst/>
              <a:ahLst/>
              <a:rect l="l" t="t" r="r" b="b"/>
              <a:pathLst>
                <a:path w="1" h="2">
                  <a:moveTo>
                    <a:pt x="0" y="1"/>
                  </a:moveTo>
                  <a:lnTo>
                    <a:pt x="0" y="1"/>
                  </a:lnTo>
                  <a:lnTo>
                    <a:pt x="0" y="0"/>
                  </a:lnTo>
                  <a:lnTo>
                    <a:pt x="0" y="1"/>
                  </a:lnTo>
                  <a:lnTo>
                    <a:pt x="0" y="1"/>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870" name=""/>
            <p:cNvSpPr/>
            <p:nvPr/>
          </p:nvSpPr>
          <p:spPr>
            <a:xfrm>
              <a:off x="4649760" y="500868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871" name=""/>
            <p:cNvSpPr/>
            <p:nvPr/>
          </p:nvSpPr>
          <p:spPr>
            <a:xfrm>
              <a:off x="4649760" y="4997520"/>
              <a:ext cx="20520" cy="12600"/>
            </a:xfrm>
            <a:custGeom>
              <a:avLst/>
              <a:gdLst/>
              <a:ahLst/>
              <a:rect l="l" t="t" r="r" b="b"/>
              <a:pathLst>
                <a:path w="13" h="8">
                  <a:moveTo>
                    <a:pt x="12" y="0"/>
                  </a:moveTo>
                  <a:lnTo>
                    <a:pt x="12" y="0"/>
                  </a:lnTo>
                  <a:lnTo>
                    <a:pt x="12" y="0"/>
                  </a:lnTo>
                  <a:lnTo>
                    <a:pt x="4" y="0"/>
                  </a:lnTo>
                  <a:lnTo>
                    <a:pt x="0" y="0"/>
                  </a:lnTo>
                  <a:lnTo>
                    <a:pt x="0" y="0"/>
                  </a:lnTo>
                  <a:lnTo>
                    <a:pt x="0" y="1"/>
                  </a:lnTo>
                  <a:lnTo>
                    <a:pt x="0" y="7"/>
                  </a:lnTo>
                  <a:lnTo>
                    <a:pt x="0" y="7"/>
                  </a:lnTo>
                  <a:lnTo>
                    <a:pt x="0" y="7"/>
                  </a:lnTo>
                  <a:lnTo>
                    <a:pt x="0" y="7"/>
                  </a:lnTo>
                  <a:lnTo>
                    <a:pt x="0" y="7"/>
                  </a:lnTo>
                  <a:lnTo>
                    <a:pt x="0" y="7"/>
                  </a:lnTo>
                  <a:lnTo>
                    <a:pt x="0" y="7"/>
                  </a:lnTo>
                  <a:lnTo>
                    <a:pt x="0" y="7"/>
                  </a:lnTo>
                  <a:lnTo>
                    <a:pt x="0" y="0"/>
                  </a:lnTo>
                  <a:lnTo>
                    <a:pt x="12" y="0"/>
                  </a:lnTo>
                  <a:lnTo>
                    <a:pt x="12" y="0"/>
                  </a:lnTo>
                  <a:lnTo>
                    <a:pt x="12" y="0"/>
                  </a:lnTo>
                  <a:lnTo>
                    <a:pt x="12" y="0"/>
                  </a:lnTo>
                  <a:lnTo>
                    <a:pt x="12" y="0"/>
                  </a:lnTo>
                  <a:lnTo>
                    <a:pt x="12"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872" name=""/>
            <p:cNvSpPr/>
            <p:nvPr/>
          </p:nvSpPr>
          <p:spPr>
            <a:xfrm>
              <a:off x="4668840" y="4987800"/>
              <a:ext cx="27000" cy="11160"/>
            </a:xfrm>
            <a:custGeom>
              <a:avLst/>
              <a:gdLst/>
              <a:ahLst/>
              <a:rect l="l" t="t" r="r" b="b"/>
              <a:pathLst>
                <a:path w="17" h="7">
                  <a:moveTo>
                    <a:pt x="13" y="0"/>
                  </a:moveTo>
                  <a:lnTo>
                    <a:pt x="13" y="2"/>
                  </a:lnTo>
                  <a:lnTo>
                    <a:pt x="13" y="2"/>
                  </a:lnTo>
                  <a:lnTo>
                    <a:pt x="13" y="3"/>
                  </a:lnTo>
                  <a:lnTo>
                    <a:pt x="11" y="6"/>
                  </a:lnTo>
                  <a:lnTo>
                    <a:pt x="5" y="6"/>
                  </a:lnTo>
                  <a:lnTo>
                    <a:pt x="5" y="6"/>
                  </a:lnTo>
                  <a:lnTo>
                    <a:pt x="5" y="6"/>
                  </a:lnTo>
                  <a:lnTo>
                    <a:pt x="0" y="6"/>
                  </a:lnTo>
                  <a:lnTo>
                    <a:pt x="0" y="6"/>
                  </a:lnTo>
                  <a:lnTo>
                    <a:pt x="5" y="6"/>
                  </a:lnTo>
                  <a:lnTo>
                    <a:pt x="5" y="6"/>
                  </a:lnTo>
                  <a:lnTo>
                    <a:pt x="5" y="6"/>
                  </a:lnTo>
                  <a:lnTo>
                    <a:pt x="11" y="6"/>
                  </a:lnTo>
                  <a:lnTo>
                    <a:pt x="13" y="6"/>
                  </a:lnTo>
                  <a:lnTo>
                    <a:pt x="13" y="6"/>
                  </a:lnTo>
                  <a:lnTo>
                    <a:pt x="13" y="3"/>
                  </a:lnTo>
                  <a:lnTo>
                    <a:pt x="16" y="3"/>
                  </a:lnTo>
                  <a:lnTo>
                    <a:pt x="13" y="0"/>
                  </a:lnTo>
                  <a:lnTo>
                    <a:pt x="13"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873" name=""/>
            <p:cNvSpPr/>
            <p:nvPr/>
          </p:nvSpPr>
          <p:spPr>
            <a:xfrm>
              <a:off x="4668840" y="4997520"/>
              <a:ext cx="3240" cy="1440"/>
            </a:xfrm>
            <a:custGeom>
              <a:avLst/>
              <a:gdLst/>
              <a:ahLst/>
              <a:rect l="l" t="t" r="r" b="b"/>
              <a:pathLst>
                <a:path w="2" h="1">
                  <a:moveTo>
                    <a:pt x="1" y="0"/>
                  </a:moveTo>
                  <a:lnTo>
                    <a:pt x="1" y="0"/>
                  </a:lnTo>
                  <a:lnTo>
                    <a:pt x="1" y="0"/>
                  </a:lnTo>
                  <a:lnTo>
                    <a:pt x="1" y="0"/>
                  </a:lnTo>
                  <a:lnTo>
                    <a:pt x="0" y="0"/>
                  </a:lnTo>
                  <a:lnTo>
                    <a:pt x="1" y="0"/>
                  </a:lnTo>
                  <a:lnTo>
                    <a:pt x="1"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874" name=""/>
            <p:cNvSpPr/>
            <p:nvPr/>
          </p:nvSpPr>
          <p:spPr>
            <a:xfrm>
              <a:off x="4668840" y="4970520"/>
              <a:ext cx="1440" cy="4680"/>
            </a:xfrm>
            <a:custGeom>
              <a:avLst/>
              <a:gdLst/>
              <a:ahLst/>
              <a:rect l="l" t="t" r="r" b="b"/>
              <a:pathLst>
                <a:path w="1" h="3">
                  <a:moveTo>
                    <a:pt x="0" y="2"/>
                  </a:moveTo>
                  <a:lnTo>
                    <a:pt x="0" y="2"/>
                  </a:lnTo>
                  <a:lnTo>
                    <a:pt x="0" y="2"/>
                  </a:lnTo>
                  <a:lnTo>
                    <a:pt x="0" y="0"/>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875" name=""/>
            <p:cNvSpPr/>
            <p:nvPr/>
          </p:nvSpPr>
          <p:spPr>
            <a:xfrm>
              <a:off x="4645080" y="4970520"/>
              <a:ext cx="25200" cy="7920"/>
            </a:xfrm>
            <a:custGeom>
              <a:avLst/>
              <a:gdLst/>
              <a:ahLst/>
              <a:rect l="l" t="t" r="r" b="b"/>
              <a:pathLst>
                <a:path w="16" h="5">
                  <a:moveTo>
                    <a:pt x="0" y="4"/>
                  </a:moveTo>
                  <a:lnTo>
                    <a:pt x="0" y="4"/>
                  </a:lnTo>
                  <a:lnTo>
                    <a:pt x="0" y="4"/>
                  </a:lnTo>
                  <a:lnTo>
                    <a:pt x="3" y="4"/>
                  </a:lnTo>
                  <a:lnTo>
                    <a:pt x="3" y="4"/>
                  </a:lnTo>
                  <a:lnTo>
                    <a:pt x="3" y="4"/>
                  </a:lnTo>
                  <a:lnTo>
                    <a:pt x="3" y="4"/>
                  </a:lnTo>
                  <a:lnTo>
                    <a:pt x="12" y="2"/>
                  </a:lnTo>
                  <a:lnTo>
                    <a:pt x="15" y="2"/>
                  </a:lnTo>
                  <a:lnTo>
                    <a:pt x="15" y="2"/>
                  </a:lnTo>
                  <a:lnTo>
                    <a:pt x="15" y="0"/>
                  </a:lnTo>
                  <a:lnTo>
                    <a:pt x="15" y="0"/>
                  </a:lnTo>
                  <a:lnTo>
                    <a:pt x="12" y="0"/>
                  </a:lnTo>
                  <a:lnTo>
                    <a:pt x="3" y="0"/>
                  </a:lnTo>
                  <a:lnTo>
                    <a:pt x="3" y="0"/>
                  </a:lnTo>
                  <a:lnTo>
                    <a:pt x="3" y="0"/>
                  </a:lnTo>
                  <a:lnTo>
                    <a:pt x="3" y="2"/>
                  </a:lnTo>
                  <a:lnTo>
                    <a:pt x="0" y="4"/>
                  </a:lnTo>
                  <a:lnTo>
                    <a:pt x="0" y="4"/>
                  </a:lnTo>
                  <a:lnTo>
                    <a:pt x="0" y="4"/>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876" name=""/>
            <p:cNvSpPr/>
            <p:nvPr/>
          </p:nvSpPr>
          <p:spPr>
            <a:xfrm>
              <a:off x="4616280" y="4976640"/>
              <a:ext cx="30240" cy="22320"/>
            </a:xfrm>
            <a:custGeom>
              <a:avLst/>
              <a:gdLst/>
              <a:ahLst/>
              <a:rect l="l" t="t" r="r" b="b"/>
              <a:pathLst>
                <a:path w="19" h="14">
                  <a:moveTo>
                    <a:pt x="0" y="13"/>
                  </a:moveTo>
                  <a:lnTo>
                    <a:pt x="0" y="13"/>
                  </a:lnTo>
                  <a:lnTo>
                    <a:pt x="4" y="13"/>
                  </a:lnTo>
                  <a:lnTo>
                    <a:pt x="5" y="13"/>
                  </a:lnTo>
                  <a:lnTo>
                    <a:pt x="9" y="10"/>
                  </a:lnTo>
                  <a:lnTo>
                    <a:pt x="9" y="10"/>
                  </a:lnTo>
                  <a:lnTo>
                    <a:pt x="11" y="7"/>
                  </a:lnTo>
                  <a:lnTo>
                    <a:pt x="18" y="1"/>
                  </a:lnTo>
                  <a:lnTo>
                    <a:pt x="18" y="0"/>
                  </a:lnTo>
                  <a:lnTo>
                    <a:pt x="18" y="0"/>
                  </a:lnTo>
                  <a:lnTo>
                    <a:pt x="18" y="0"/>
                  </a:lnTo>
                  <a:lnTo>
                    <a:pt x="11" y="0"/>
                  </a:lnTo>
                  <a:lnTo>
                    <a:pt x="9" y="7"/>
                  </a:lnTo>
                  <a:lnTo>
                    <a:pt x="5" y="7"/>
                  </a:lnTo>
                  <a:lnTo>
                    <a:pt x="4" y="9"/>
                  </a:lnTo>
                  <a:lnTo>
                    <a:pt x="2" y="10"/>
                  </a:lnTo>
                  <a:lnTo>
                    <a:pt x="0" y="10"/>
                  </a:lnTo>
                  <a:lnTo>
                    <a:pt x="0" y="10"/>
                  </a:lnTo>
                  <a:lnTo>
                    <a:pt x="0" y="13"/>
                  </a:lnTo>
                  <a:lnTo>
                    <a:pt x="0" y="13"/>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877" name=""/>
            <p:cNvSpPr/>
            <p:nvPr/>
          </p:nvSpPr>
          <p:spPr>
            <a:xfrm>
              <a:off x="4645080" y="497664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878" name=""/>
            <p:cNvSpPr/>
            <p:nvPr/>
          </p:nvSpPr>
          <p:spPr>
            <a:xfrm>
              <a:off x="4645080" y="4959360"/>
              <a:ext cx="1440" cy="6480"/>
            </a:xfrm>
            <a:custGeom>
              <a:avLst/>
              <a:gdLst/>
              <a:ahLst/>
              <a:rect l="l" t="t" r="r" b="b"/>
              <a:pathLst>
                <a:path w="1" h="4">
                  <a:moveTo>
                    <a:pt x="0" y="0"/>
                  </a:moveTo>
                  <a:lnTo>
                    <a:pt x="0" y="0"/>
                  </a:lnTo>
                  <a:lnTo>
                    <a:pt x="0" y="3"/>
                  </a:lnTo>
                  <a:lnTo>
                    <a:pt x="0" y="3"/>
                  </a:lnTo>
                  <a:lnTo>
                    <a:pt x="0" y="3"/>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879" name=""/>
            <p:cNvSpPr/>
            <p:nvPr/>
          </p:nvSpPr>
          <p:spPr>
            <a:xfrm>
              <a:off x="4645080" y="4940280"/>
              <a:ext cx="6120" cy="25560"/>
            </a:xfrm>
            <a:custGeom>
              <a:avLst/>
              <a:gdLst/>
              <a:ahLst/>
              <a:rect l="l" t="t" r="r" b="b"/>
              <a:pathLst>
                <a:path w="4" h="16">
                  <a:moveTo>
                    <a:pt x="3" y="0"/>
                  </a:moveTo>
                  <a:lnTo>
                    <a:pt x="3" y="0"/>
                  </a:lnTo>
                  <a:lnTo>
                    <a:pt x="3" y="2"/>
                  </a:lnTo>
                  <a:lnTo>
                    <a:pt x="3" y="2"/>
                  </a:lnTo>
                  <a:lnTo>
                    <a:pt x="3" y="5"/>
                  </a:lnTo>
                  <a:lnTo>
                    <a:pt x="3" y="5"/>
                  </a:lnTo>
                  <a:lnTo>
                    <a:pt x="0" y="8"/>
                  </a:lnTo>
                  <a:lnTo>
                    <a:pt x="0" y="8"/>
                  </a:lnTo>
                  <a:lnTo>
                    <a:pt x="0" y="12"/>
                  </a:lnTo>
                  <a:lnTo>
                    <a:pt x="0" y="12"/>
                  </a:lnTo>
                  <a:lnTo>
                    <a:pt x="0" y="15"/>
                  </a:lnTo>
                  <a:lnTo>
                    <a:pt x="0" y="12"/>
                  </a:lnTo>
                  <a:lnTo>
                    <a:pt x="2" y="12"/>
                  </a:lnTo>
                  <a:lnTo>
                    <a:pt x="3" y="8"/>
                  </a:lnTo>
                  <a:lnTo>
                    <a:pt x="3" y="8"/>
                  </a:lnTo>
                  <a:lnTo>
                    <a:pt x="3" y="5"/>
                  </a:lnTo>
                  <a:lnTo>
                    <a:pt x="3" y="5"/>
                  </a:lnTo>
                  <a:lnTo>
                    <a:pt x="3" y="2"/>
                  </a:lnTo>
                  <a:lnTo>
                    <a:pt x="3" y="2"/>
                  </a:lnTo>
                  <a:lnTo>
                    <a:pt x="3" y="2"/>
                  </a:lnTo>
                  <a:lnTo>
                    <a:pt x="3" y="0"/>
                  </a:lnTo>
                  <a:lnTo>
                    <a:pt x="3" y="0"/>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3880" name=""/>
            <p:cNvSpPr/>
            <p:nvPr/>
          </p:nvSpPr>
          <p:spPr>
            <a:xfrm>
              <a:off x="4649760" y="4935600"/>
              <a:ext cx="58680" cy="9360"/>
            </a:xfrm>
            <a:custGeom>
              <a:avLst/>
              <a:gdLst/>
              <a:ahLst/>
              <a:rect l="l" t="t" r="r" b="b"/>
              <a:pathLst>
                <a:path w="37" h="6">
                  <a:moveTo>
                    <a:pt x="29" y="0"/>
                  </a:moveTo>
                  <a:lnTo>
                    <a:pt x="28" y="0"/>
                  </a:lnTo>
                  <a:lnTo>
                    <a:pt x="25" y="0"/>
                  </a:lnTo>
                  <a:lnTo>
                    <a:pt x="23" y="0"/>
                  </a:lnTo>
                  <a:lnTo>
                    <a:pt x="17" y="0"/>
                  </a:lnTo>
                  <a:lnTo>
                    <a:pt x="17" y="2"/>
                  </a:lnTo>
                  <a:lnTo>
                    <a:pt x="12" y="2"/>
                  </a:lnTo>
                  <a:lnTo>
                    <a:pt x="12" y="3"/>
                  </a:lnTo>
                  <a:lnTo>
                    <a:pt x="0" y="3"/>
                  </a:lnTo>
                  <a:lnTo>
                    <a:pt x="0" y="5"/>
                  </a:lnTo>
                  <a:lnTo>
                    <a:pt x="12" y="5"/>
                  </a:lnTo>
                  <a:lnTo>
                    <a:pt x="12" y="5"/>
                  </a:lnTo>
                  <a:lnTo>
                    <a:pt x="17" y="5"/>
                  </a:lnTo>
                  <a:lnTo>
                    <a:pt x="17" y="5"/>
                  </a:lnTo>
                  <a:lnTo>
                    <a:pt x="25" y="2"/>
                  </a:lnTo>
                  <a:lnTo>
                    <a:pt x="25" y="0"/>
                  </a:lnTo>
                  <a:lnTo>
                    <a:pt x="29" y="0"/>
                  </a:lnTo>
                  <a:lnTo>
                    <a:pt x="36" y="0"/>
                  </a:lnTo>
                  <a:lnTo>
                    <a:pt x="29" y="0"/>
                  </a:lnTo>
                  <a:lnTo>
                    <a:pt x="29" y="0"/>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3881" name=""/>
            <p:cNvSpPr/>
            <p:nvPr/>
          </p:nvSpPr>
          <p:spPr>
            <a:xfrm>
              <a:off x="4649760" y="4943520"/>
              <a:ext cx="7920" cy="1440"/>
            </a:xfrm>
            <a:custGeom>
              <a:avLst/>
              <a:gdLst/>
              <a:ahLst/>
              <a:rect l="l" t="t" r="r" b="b"/>
              <a:pathLst>
                <a:path w="5" h="1">
                  <a:moveTo>
                    <a:pt x="4" y="0"/>
                  </a:moveTo>
                  <a:lnTo>
                    <a:pt x="4" y="0"/>
                  </a:lnTo>
                  <a:lnTo>
                    <a:pt x="4" y="0"/>
                  </a:lnTo>
                  <a:lnTo>
                    <a:pt x="0" y="0"/>
                  </a:lnTo>
                  <a:lnTo>
                    <a:pt x="0" y="0"/>
                  </a:lnTo>
                  <a:lnTo>
                    <a:pt x="4" y="0"/>
                  </a:lnTo>
                  <a:lnTo>
                    <a:pt x="4"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882" name=""/>
            <p:cNvSpPr/>
            <p:nvPr/>
          </p:nvSpPr>
          <p:spPr>
            <a:xfrm>
              <a:off x="4668840" y="491328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883" name=""/>
            <p:cNvSpPr/>
            <p:nvPr/>
          </p:nvSpPr>
          <p:spPr>
            <a:xfrm>
              <a:off x="4645080" y="4913280"/>
              <a:ext cx="25200" cy="15840"/>
            </a:xfrm>
            <a:custGeom>
              <a:avLst/>
              <a:gdLst/>
              <a:ahLst/>
              <a:rect l="l" t="t" r="r" b="b"/>
              <a:pathLst>
                <a:path w="16" h="10">
                  <a:moveTo>
                    <a:pt x="0" y="9"/>
                  </a:moveTo>
                  <a:lnTo>
                    <a:pt x="0" y="9"/>
                  </a:lnTo>
                  <a:lnTo>
                    <a:pt x="0" y="7"/>
                  </a:lnTo>
                  <a:lnTo>
                    <a:pt x="3" y="7"/>
                  </a:lnTo>
                  <a:lnTo>
                    <a:pt x="3" y="0"/>
                  </a:lnTo>
                  <a:lnTo>
                    <a:pt x="3" y="0"/>
                  </a:lnTo>
                  <a:lnTo>
                    <a:pt x="3" y="0"/>
                  </a:lnTo>
                  <a:lnTo>
                    <a:pt x="15" y="0"/>
                  </a:lnTo>
                  <a:lnTo>
                    <a:pt x="15" y="0"/>
                  </a:lnTo>
                  <a:lnTo>
                    <a:pt x="15" y="0"/>
                  </a:lnTo>
                  <a:lnTo>
                    <a:pt x="15" y="0"/>
                  </a:lnTo>
                  <a:lnTo>
                    <a:pt x="15" y="0"/>
                  </a:lnTo>
                  <a:lnTo>
                    <a:pt x="12" y="0"/>
                  </a:lnTo>
                  <a:lnTo>
                    <a:pt x="3" y="0"/>
                  </a:lnTo>
                  <a:lnTo>
                    <a:pt x="3" y="0"/>
                  </a:lnTo>
                  <a:lnTo>
                    <a:pt x="3" y="0"/>
                  </a:lnTo>
                  <a:lnTo>
                    <a:pt x="3" y="0"/>
                  </a:lnTo>
                  <a:lnTo>
                    <a:pt x="0" y="0"/>
                  </a:lnTo>
                  <a:lnTo>
                    <a:pt x="0" y="7"/>
                  </a:lnTo>
                  <a:lnTo>
                    <a:pt x="0" y="7"/>
                  </a:lnTo>
                  <a:lnTo>
                    <a:pt x="0" y="9"/>
                  </a:lnTo>
                  <a:lnTo>
                    <a:pt x="0" y="9"/>
                  </a:lnTo>
                </a:path>
              </a:pathLst>
            </a:custGeom>
            <a:solidFill>
              <a:srgbClr val="c0c27c"/>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884" name=""/>
            <p:cNvSpPr/>
            <p:nvPr/>
          </p:nvSpPr>
          <p:spPr>
            <a:xfrm>
              <a:off x="4616280" y="4924440"/>
              <a:ext cx="30240" cy="12600"/>
            </a:xfrm>
            <a:custGeom>
              <a:avLst/>
              <a:gdLst/>
              <a:ahLst/>
              <a:rect l="l" t="t" r="r" b="b"/>
              <a:pathLst>
                <a:path w="19" h="8">
                  <a:moveTo>
                    <a:pt x="0" y="7"/>
                  </a:moveTo>
                  <a:lnTo>
                    <a:pt x="0" y="7"/>
                  </a:lnTo>
                  <a:lnTo>
                    <a:pt x="4" y="7"/>
                  </a:lnTo>
                  <a:lnTo>
                    <a:pt x="5" y="7"/>
                  </a:lnTo>
                  <a:lnTo>
                    <a:pt x="5" y="7"/>
                  </a:lnTo>
                  <a:lnTo>
                    <a:pt x="9" y="7"/>
                  </a:lnTo>
                  <a:lnTo>
                    <a:pt x="11" y="5"/>
                  </a:lnTo>
                  <a:lnTo>
                    <a:pt x="18" y="2"/>
                  </a:lnTo>
                  <a:lnTo>
                    <a:pt x="18" y="2"/>
                  </a:lnTo>
                  <a:lnTo>
                    <a:pt x="18" y="0"/>
                  </a:lnTo>
                  <a:lnTo>
                    <a:pt x="14" y="2"/>
                  </a:lnTo>
                  <a:lnTo>
                    <a:pt x="9" y="2"/>
                  </a:lnTo>
                  <a:lnTo>
                    <a:pt x="9" y="3"/>
                  </a:lnTo>
                  <a:lnTo>
                    <a:pt x="5" y="7"/>
                  </a:lnTo>
                  <a:lnTo>
                    <a:pt x="4" y="7"/>
                  </a:lnTo>
                  <a:lnTo>
                    <a:pt x="2" y="7"/>
                  </a:lnTo>
                  <a:lnTo>
                    <a:pt x="0" y="7"/>
                  </a:lnTo>
                  <a:lnTo>
                    <a:pt x="0" y="7"/>
                  </a:lnTo>
                  <a:lnTo>
                    <a:pt x="0" y="7"/>
                  </a:lnTo>
                  <a:lnTo>
                    <a:pt x="0" y="7"/>
                  </a:lnTo>
                </a:path>
              </a:pathLst>
            </a:custGeom>
            <a:solidFill>
              <a:srgbClr val="c0c27c"/>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885" name=""/>
            <p:cNvSpPr/>
            <p:nvPr/>
          </p:nvSpPr>
          <p:spPr>
            <a:xfrm>
              <a:off x="4645080" y="4924440"/>
              <a:ext cx="1440" cy="468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c0c27c"/>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886" name=""/>
            <p:cNvSpPr/>
            <p:nvPr/>
          </p:nvSpPr>
          <p:spPr>
            <a:xfrm>
              <a:off x="4638600" y="4894200"/>
              <a:ext cx="7920" cy="1800"/>
            </a:xfrm>
            <a:custGeom>
              <a:avLst/>
              <a:gdLst/>
              <a:ahLst/>
              <a:rect l="l" t="t" r="r" b="b"/>
              <a:pathLst>
                <a:path w="5" h="1">
                  <a:moveTo>
                    <a:pt x="4" y="0"/>
                  </a:moveTo>
                  <a:lnTo>
                    <a:pt x="0" y="0"/>
                  </a:lnTo>
                  <a:lnTo>
                    <a:pt x="4" y="0"/>
                  </a:lnTo>
                  <a:lnTo>
                    <a:pt x="4" y="0"/>
                  </a:lnTo>
                  <a:lnTo>
                    <a:pt x="4" y="0"/>
                  </a:lnTo>
                  <a:lnTo>
                    <a:pt x="4" y="0"/>
                  </a:lnTo>
                  <a:lnTo>
                    <a:pt x="4"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887" name=""/>
            <p:cNvSpPr/>
            <p:nvPr/>
          </p:nvSpPr>
          <p:spPr>
            <a:xfrm>
              <a:off x="4645080" y="4878360"/>
              <a:ext cx="25200" cy="17640"/>
            </a:xfrm>
            <a:custGeom>
              <a:avLst/>
              <a:gdLst/>
              <a:ahLst/>
              <a:rect l="l" t="t" r="r" b="b"/>
              <a:pathLst>
                <a:path w="16" h="11">
                  <a:moveTo>
                    <a:pt x="15" y="0"/>
                  </a:moveTo>
                  <a:lnTo>
                    <a:pt x="15" y="0"/>
                  </a:lnTo>
                  <a:lnTo>
                    <a:pt x="3" y="0"/>
                  </a:lnTo>
                  <a:lnTo>
                    <a:pt x="3" y="1"/>
                  </a:lnTo>
                  <a:lnTo>
                    <a:pt x="3" y="4"/>
                  </a:lnTo>
                  <a:lnTo>
                    <a:pt x="0" y="4"/>
                  </a:lnTo>
                  <a:lnTo>
                    <a:pt x="0" y="5"/>
                  </a:lnTo>
                  <a:lnTo>
                    <a:pt x="0" y="10"/>
                  </a:lnTo>
                  <a:lnTo>
                    <a:pt x="0" y="10"/>
                  </a:lnTo>
                  <a:lnTo>
                    <a:pt x="0" y="10"/>
                  </a:lnTo>
                  <a:lnTo>
                    <a:pt x="0" y="10"/>
                  </a:lnTo>
                  <a:lnTo>
                    <a:pt x="0" y="10"/>
                  </a:lnTo>
                  <a:lnTo>
                    <a:pt x="2" y="10"/>
                  </a:lnTo>
                  <a:lnTo>
                    <a:pt x="3" y="4"/>
                  </a:lnTo>
                  <a:lnTo>
                    <a:pt x="3" y="4"/>
                  </a:lnTo>
                  <a:lnTo>
                    <a:pt x="3" y="1"/>
                  </a:lnTo>
                  <a:lnTo>
                    <a:pt x="15" y="1"/>
                  </a:lnTo>
                  <a:lnTo>
                    <a:pt x="15" y="1"/>
                  </a:lnTo>
                  <a:lnTo>
                    <a:pt x="15" y="0"/>
                  </a:lnTo>
                  <a:lnTo>
                    <a:pt x="15" y="0"/>
                  </a:lnTo>
                </a:path>
              </a:pathLst>
            </a:custGeom>
            <a:solidFill>
              <a:srgbClr val="c0c27c"/>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3888" name=""/>
            <p:cNvSpPr/>
            <p:nvPr/>
          </p:nvSpPr>
          <p:spPr>
            <a:xfrm>
              <a:off x="4645080" y="489420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889" name=""/>
            <p:cNvSpPr/>
            <p:nvPr/>
          </p:nvSpPr>
          <p:spPr>
            <a:xfrm>
              <a:off x="4638600" y="4871880"/>
              <a:ext cx="7920" cy="3240"/>
            </a:xfrm>
            <a:custGeom>
              <a:avLst/>
              <a:gdLst/>
              <a:ahLst/>
              <a:rect l="l" t="t" r="r" b="b"/>
              <a:pathLst>
                <a:path w="5" h="2">
                  <a:moveTo>
                    <a:pt x="0" y="1"/>
                  </a:moveTo>
                  <a:lnTo>
                    <a:pt x="4" y="1"/>
                  </a:lnTo>
                  <a:lnTo>
                    <a:pt x="4" y="0"/>
                  </a:lnTo>
                  <a:lnTo>
                    <a:pt x="4" y="0"/>
                  </a:lnTo>
                  <a:lnTo>
                    <a:pt x="0" y="0"/>
                  </a:lnTo>
                  <a:lnTo>
                    <a:pt x="0" y="1"/>
                  </a:lnTo>
                  <a:lnTo>
                    <a:pt x="0" y="1"/>
                  </a:lnTo>
                </a:path>
              </a:pathLst>
            </a:custGeom>
            <a:solidFill>
              <a:srgbClr val="c0c27c"/>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890" name=""/>
            <p:cNvSpPr/>
            <p:nvPr/>
          </p:nvSpPr>
          <p:spPr>
            <a:xfrm>
              <a:off x="4613400" y="4871880"/>
              <a:ext cx="27000" cy="7920"/>
            </a:xfrm>
            <a:custGeom>
              <a:avLst/>
              <a:gdLst/>
              <a:ahLst/>
              <a:rect l="l" t="t" r="r" b="b"/>
              <a:pathLst>
                <a:path w="17" h="5">
                  <a:moveTo>
                    <a:pt x="0" y="4"/>
                  </a:moveTo>
                  <a:lnTo>
                    <a:pt x="0" y="4"/>
                  </a:lnTo>
                  <a:lnTo>
                    <a:pt x="2" y="3"/>
                  </a:lnTo>
                  <a:lnTo>
                    <a:pt x="6" y="3"/>
                  </a:lnTo>
                  <a:lnTo>
                    <a:pt x="7" y="3"/>
                  </a:lnTo>
                  <a:lnTo>
                    <a:pt x="11" y="3"/>
                  </a:lnTo>
                  <a:lnTo>
                    <a:pt x="11" y="3"/>
                  </a:lnTo>
                  <a:lnTo>
                    <a:pt x="13" y="1"/>
                  </a:lnTo>
                  <a:lnTo>
                    <a:pt x="16" y="1"/>
                  </a:lnTo>
                  <a:lnTo>
                    <a:pt x="16" y="0"/>
                  </a:lnTo>
                  <a:lnTo>
                    <a:pt x="13" y="0"/>
                  </a:lnTo>
                  <a:lnTo>
                    <a:pt x="11" y="0"/>
                  </a:lnTo>
                  <a:lnTo>
                    <a:pt x="11" y="0"/>
                  </a:lnTo>
                  <a:lnTo>
                    <a:pt x="7" y="0"/>
                  </a:lnTo>
                  <a:lnTo>
                    <a:pt x="4" y="0"/>
                  </a:lnTo>
                  <a:lnTo>
                    <a:pt x="2" y="3"/>
                  </a:lnTo>
                  <a:lnTo>
                    <a:pt x="0" y="3"/>
                  </a:lnTo>
                  <a:lnTo>
                    <a:pt x="0" y="4"/>
                  </a:lnTo>
                  <a:lnTo>
                    <a:pt x="0" y="4"/>
                  </a:lnTo>
                  <a:lnTo>
                    <a:pt x="0" y="4"/>
                  </a:lnTo>
                </a:path>
              </a:pathLst>
            </a:custGeom>
            <a:solidFill>
              <a:srgbClr val="c0c27c"/>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891" name=""/>
            <p:cNvSpPr/>
            <p:nvPr/>
          </p:nvSpPr>
          <p:spPr>
            <a:xfrm>
              <a:off x="4633920" y="4871880"/>
              <a:ext cx="12600" cy="3240"/>
            </a:xfrm>
            <a:custGeom>
              <a:avLst/>
              <a:gdLst/>
              <a:ahLst/>
              <a:rect l="l" t="t" r="r" b="b"/>
              <a:pathLst>
                <a:path w="8" h="2">
                  <a:moveTo>
                    <a:pt x="0" y="0"/>
                  </a:moveTo>
                  <a:lnTo>
                    <a:pt x="0" y="0"/>
                  </a:lnTo>
                  <a:lnTo>
                    <a:pt x="3" y="1"/>
                  </a:lnTo>
                  <a:lnTo>
                    <a:pt x="7" y="1"/>
                  </a:lnTo>
                  <a:lnTo>
                    <a:pt x="7" y="0"/>
                  </a:lnTo>
                  <a:lnTo>
                    <a:pt x="0" y="0"/>
                  </a:lnTo>
                  <a:lnTo>
                    <a:pt x="0" y="0"/>
                  </a:lnTo>
                </a:path>
              </a:pathLst>
            </a:custGeom>
            <a:solidFill>
              <a:srgbClr val="c0c27c"/>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892" name=""/>
            <p:cNvSpPr/>
            <p:nvPr/>
          </p:nvSpPr>
          <p:spPr>
            <a:xfrm>
              <a:off x="4630680" y="484488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c0c27c"/>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893" name=""/>
            <p:cNvSpPr/>
            <p:nvPr/>
          </p:nvSpPr>
          <p:spPr>
            <a:xfrm>
              <a:off x="4630680" y="4834080"/>
              <a:ext cx="20520" cy="12600"/>
            </a:xfrm>
            <a:custGeom>
              <a:avLst/>
              <a:gdLst/>
              <a:ahLst/>
              <a:rect l="l" t="t" r="r" b="b"/>
              <a:pathLst>
                <a:path w="13" h="8">
                  <a:moveTo>
                    <a:pt x="12" y="0"/>
                  </a:moveTo>
                  <a:lnTo>
                    <a:pt x="12" y="0"/>
                  </a:lnTo>
                  <a:lnTo>
                    <a:pt x="9" y="0"/>
                  </a:lnTo>
                  <a:lnTo>
                    <a:pt x="9" y="0"/>
                  </a:lnTo>
                  <a:lnTo>
                    <a:pt x="9" y="4"/>
                  </a:lnTo>
                  <a:lnTo>
                    <a:pt x="2" y="6"/>
                  </a:lnTo>
                  <a:lnTo>
                    <a:pt x="0" y="7"/>
                  </a:lnTo>
                  <a:lnTo>
                    <a:pt x="0" y="7"/>
                  </a:lnTo>
                  <a:lnTo>
                    <a:pt x="0" y="7"/>
                  </a:lnTo>
                  <a:lnTo>
                    <a:pt x="0" y="7"/>
                  </a:lnTo>
                  <a:lnTo>
                    <a:pt x="0" y="7"/>
                  </a:lnTo>
                  <a:lnTo>
                    <a:pt x="0" y="7"/>
                  </a:lnTo>
                  <a:lnTo>
                    <a:pt x="2" y="7"/>
                  </a:lnTo>
                  <a:lnTo>
                    <a:pt x="2" y="7"/>
                  </a:lnTo>
                  <a:lnTo>
                    <a:pt x="9" y="7"/>
                  </a:lnTo>
                  <a:lnTo>
                    <a:pt x="9" y="7"/>
                  </a:lnTo>
                  <a:lnTo>
                    <a:pt x="9" y="7"/>
                  </a:lnTo>
                  <a:lnTo>
                    <a:pt x="9" y="6"/>
                  </a:lnTo>
                  <a:lnTo>
                    <a:pt x="12" y="6"/>
                  </a:lnTo>
                  <a:lnTo>
                    <a:pt x="12" y="6"/>
                  </a:lnTo>
                  <a:lnTo>
                    <a:pt x="12" y="0"/>
                  </a:lnTo>
                  <a:lnTo>
                    <a:pt x="12" y="0"/>
                  </a:lnTo>
                </a:path>
              </a:pathLst>
            </a:custGeom>
            <a:solidFill>
              <a:srgbClr val="c0c27c"/>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894" name=""/>
            <p:cNvSpPr/>
            <p:nvPr/>
          </p:nvSpPr>
          <p:spPr>
            <a:xfrm>
              <a:off x="4649760" y="4834080"/>
              <a:ext cx="20520" cy="10800"/>
            </a:xfrm>
            <a:custGeom>
              <a:avLst/>
              <a:gdLst/>
              <a:ahLst/>
              <a:rect l="l" t="t" r="r" b="b"/>
              <a:pathLst>
                <a:path w="13" h="7">
                  <a:moveTo>
                    <a:pt x="12" y="0"/>
                  </a:moveTo>
                  <a:lnTo>
                    <a:pt x="12" y="0"/>
                  </a:lnTo>
                  <a:lnTo>
                    <a:pt x="12" y="0"/>
                  </a:lnTo>
                  <a:lnTo>
                    <a:pt x="4" y="0"/>
                  </a:lnTo>
                  <a:lnTo>
                    <a:pt x="0" y="0"/>
                  </a:lnTo>
                  <a:lnTo>
                    <a:pt x="0" y="0"/>
                  </a:lnTo>
                  <a:lnTo>
                    <a:pt x="0" y="0"/>
                  </a:lnTo>
                  <a:lnTo>
                    <a:pt x="0" y="0"/>
                  </a:lnTo>
                  <a:lnTo>
                    <a:pt x="0" y="0"/>
                  </a:lnTo>
                  <a:lnTo>
                    <a:pt x="0" y="6"/>
                  </a:lnTo>
                  <a:lnTo>
                    <a:pt x="0" y="6"/>
                  </a:lnTo>
                  <a:lnTo>
                    <a:pt x="0" y="6"/>
                  </a:lnTo>
                  <a:lnTo>
                    <a:pt x="0" y="4"/>
                  </a:lnTo>
                  <a:lnTo>
                    <a:pt x="0" y="0"/>
                  </a:lnTo>
                  <a:lnTo>
                    <a:pt x="12" y="0"/>
                  </a:lnTo>
                  <a:lnTo>
                    <a:pt x="12" y="0"/>
                  </a:lnTo>
                  <a:lnTo>
                    <a:pt x="12" y="0"/>
                  </a:lnTo>
                  <a:lnTo>
                    <a:pt x="12" y="0"/>
                  </a:lnTo>
                  <a:lnTo>
                    <a:pt x="12" y="0"/>
                  </a:lnTo>
                  <a:lnTo>
                    <a:pt x="12" y="0"/>
                  </a:lnTo>
                </a:path>
              </a:pathLst>
            </a:custGeom>
            <a:solidFill>
              <a:srgbClr val="c0c27c"/>
            </a:solidFill>
            <a:ln w="0">
              <a:noFill/>
            </a:ln>
          </p:spPr>
          <p:style>
            <a:lnRef idx="0"/>
            <a:fillRef idx="0"/>
            <a:effectRef idx="0"/>
            <a:fontRef idx="minor"/>
          </p:style>
          <p:txBody>
            <a:bodyPr lIns="90000" rIns="90000" tIns="-36000" bIns="-36000" anchor="t">
              <a:noAutofit/>
            </a:bodyPr>
            <a:p>
              <a:endParaRPr b="0" lang="en-IN" sz="2400" strike="noStrike" u="none">
                <a:solidFill>
                  <a:srgbClr val="ffffff"/>
                </a:solidFill>
                <a:effectLst/>
                <a:uFillTx/>
                <a:latin typeface="Times New Roman"/>
              </a:endParaRPr>
            </a:p>
          </p:txBody>
        </p:sp>
        <p:sp>
          <p:nvSpPr>
            <p:cNvPr id="3895" name=""/>
            <p:cNvSpPr/>
            <p:nvPr/>
          </p:nvSpPr>
          <p:spPr>
            <a:xfrm>
              <a:off x="4649760" y="4834080"/>
              <a:ext cx="1440" cy="10800"/>
            </a:xfrm>
            <a:custGeom>
              <a:avLst/>
              <a:gdLst/>
              <a:ahLst/>
              <a:rect l="l" t="t" r="r" b="b"/>
              <a:pathLst>
                <a:path w="1" h="7">
                  <a:moveTo>
                    <a:pt x="0" y="6"/>
                  </a:moveTo>
                  <a:lnTo>
                    <a:pt x="0" y="6"/>
                  </a:lnTo>
                  <a:lnTo>
                    <a:pt x="0" y="0"/>
                  </a:lnTo>
                  <a:lnTo>
                    <a:pt x="0" y="0"/>
                  </a:lnTo>
                  <a:lnTo>
                    <a:pt x="0" y="0"/>
                  </a:lnTo>
                  <a:lnTo>
                    <a:pt x="0" y="6"/>
                  </a:lnTo>
                  <a:lnTo>
                    <a:pt x="0" y="6"/>
                  </a:lnTo>
                </a:path>
              </a:pathLst>
            </a:custGeom>
            <a:solidFill>
              <a:srgbClr val="c0c27c"/>
            </a:solidFill>
            <a:ln w="0">
              <a:noFill/>
            </a:ln>
          </p:spPr>
          <p:style>
            <a:lnRef idx="0"/>
            <a:fillRef idx="0"/>
            <a:effectRef idx="0"/>
            <a:fontRef idx="minor"/>
          </p:style>
          <p:txBody>
            <a:bodyPr lIns="90000" rIns="90000" tIns="-36000" bIns="-36000" anchor="t">
              <a:noAutofit/>
            </a:bodyPr>
            <a:p>
              <a:endParaRPr b="0" lang="en-IN" sz="2400" strike="noStrike" u="none">
                <a:solidFill>
                  <a:srgbClr val="ffffff"/>
                </a:solidFill>
                <a:effectLst/>
                <a:uFillTx/>
                <a:latin typeface="Times New Roman"/>
              </a:endParaRPr>
            </a:p>
          </p:txBody>
        </p:sp>
        <p:sp>
          <p:nvSpPr>
            <p:cNvPr id="3896" name=""/>
            <p:cNvSpPr/>
            <p:nvPr/>
          </p:nvSpPr>
          <p:spPr>
            <a:xfrm>
              <a:off x="4622760" y="4808520"/>
              <a:ext cx="3240" cy="1440"/>
            </a:xfrm>
            <a:custGeom>
              <a:avLst/>
              <a:gdLst/>
              <a:ahLst/>
              <a:rect l="l" t="t" r="r" b="b"/>
              <a:pathLst>
                <a:path w="2" h="1">
                  <a:moveTo>
                    <a:pt x="0" y="0"/>
                  </a:moveTo>
                  <a:lnTo>
                    <a:pt x="0" y="0"/>
                  </a:lnTo>
                  <a:lnTo>
                    <a:pt x="1" y="0"/>
                  </a:lnTo>
                  <a:lnTo>
                    <a:pt x="0" y="0"/>
                  </a:lnTo>
                  <a:lnTo>
                    <a:pt x="0" y="0"/>
                  </a:lnTo>
                  <a:lnTo>
                    <a:pt x="0" y="0"/>
                  </a:lnTo>
                  <a:lnTo>
                    <a:pt x="0" y="0"/>
                  </a:lnTo>
                </a:path>
              </a:pathLst>
            </a:custGeom>
            <a:solidFill>
              <a:srgbClr val="c0c27c"/>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897" name=""/>
            <p:cNvSpPr/>
            <p:nvPr/>
          </p:nvSpPr>
          <p:spPr>
            <a:xfrm>
              <a:off x="4595760" y="4808520"/>
              <a:ext cx="28800" cy="1440"/>
            </a:xfrm>
            <a:custGeom>
              <a:avLst/>
              <a:gdLst/>
              <a:ahLst/>
              <a:rect l="l" t="t" r="r" b="b"/>
              <a:pathLst>
                <a:path w="18" h="1">
                  <a:moveTo>
                    <a:pt x="7" y="0"/>
                  </a:moveTo>
                  <a:lnTo>
                    <a:pt x="7" y="0"/>
                  </a:lnTo>
                  <a:lnTo>
                    <a:pt x="11" y="0"/>
                  </a:lnTo>
                  <a:lnTo>
                    <a:pt x="11" y="0"/>
                  </a:lnTo>
                  <a:lnTo>
                    <a:pt x="11" y="0"/>
                  </a:lnTo>
                  <a:lnTo>
                    <a:pt x="11" y="0"/>
                  </a:lnTo>
                  <a:lnTo>
                    <a:pt x="13" y="0"/>
                  </a:lnTo>
                  <a:lnTo>
                    <a:pt x="13" y="0"/>
                  </a:lnTo>
                  <a:lnTo>
                    <a:pt x="15" y="0"/>
                  </a:lnTo>
                  <a:lnTo>
                    <a:pt x="17" y="0"/>
                  </a:lnTo>
                  <a:lnTo>
                    <a:pt x="17" y="0"/>
                  </a:lnTo>
                  <a:lnTo>
                    <a:pt x="15" y="0"/>
                  </a:lnTo>
                  <a:lnTo>
                    <a:pt x="13" y="0"/>
                  </a:lnTo>
                  <a:lnTo>
                    <a:pt x="13" y="0"/>
                  </a:lnTo>
                  <a:lnTo>
                    <a:pt x="11" y="0"/>
                  </a:lnTo>
                  <a:lnTo>
                    <a:pt x="11" y="0"/>
                  </a:lnTo>
                  <a:lnTo>
                    <a:pt x="11" y="0"/>
                  </a:lnTo>
                  <a:lnTo>
                    <a:pt x="7" y="0"/>
                  </a:lnTo>
                  <a:lnTo>
                    <a:pt x="0" y="0"/>
                  </a:lnTo>
                  <a:lnTo>
                    <a:pt x="0" y="0"/>
                  </a:lnTo>
                  <a:lnTo>
                    <a:pt x="7" y="0"/>
                  </a:lnTo>
                  <a:lnTo>
                    <a:pt x="7" y="0"/>
                  </a:lnTo>
                </a:path>
              </a:pathLst>
            </a:custGeom>
            <a:solidFill>
              <a:srgbClr val="c0c27c"/>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898" name=""/>
            <p:cNvSpPr/>
            <p:nvPr/>
          </p:nvSpPr>
          <p:spPr>
            <a:xfrm>
              <a:off x="4587840" y="4808520"/>
              <a:ext cx="20520" cy="20520"/>
            </a:xfrm>
            <a:custGeom>
              <a:avLst/>
              <a:gdLst/>
              <a:ahLst/>
              <a:rect l="l" t="t" r="r" b="b"/>
              <a:pathLst>
                <a:path w="13" h="13">
                  <a:moveTo>
                    <a:pt x="0" y="12"/>
                  </a:moveTo>
                  <a:lnTo>
                    <a:pt x="0" y="12"/>
                  </a:lnTo>
                  <a:lnTo>
                    <a:pt x="0" y="12"/>
                  </a:lnTo>
                  <a:lnTo>
                    <a:pt x="0" y="10"/>
                  </a:lnTo>
                  <a:lnTo>
                    <a:pt x="0" y="10"/>
                  </a:lnTo>
                  <a:lnTo>
                    <a:pt x="5" y="10"/>
                  </a:lnTo>
                  <a:lnTo>
                    <a:pt x="5" y="3"/>
                  </a:lnTo>
                  <a:lnTo>
                    <a:pt x="10" y="3"/>
                  </a:lnTo>
                  <a:lnTo>
                    <a:pt x="12" y="0"/>
                  </a:lnTo>
                  <a:lnTo>
                    <a:pt x="5" y="0"/>
                  </a:lnTo>
                  <a:lnTo>
                    <a:pt x="5" y="2"/>
                  </a:lnTo>
                  <a:lnTo>
                    <a:pt x="5" y="3"/>
                  </a:lnTo>
                  <a:lnTo>
                    <a:pt x="0" y="3"/>
                  </a:lnTo>
                  <a:lnTo>
                    <a:pt x="0" y="10"/>
                  </a:lnTo>
                  <a:lnTo>
                    <a:pt x="0" y="10"/>
                  </a:lnTo>
                  <a:lnTo>
                    <a:pt x="0" y="10"/>
                  </a:lnTo>
                  <a:lnTo>
                    <a:pt x="0" y="10"/>
                  </a:lnTo>
                  <a:lnTo>
                    <a:pt x="0" y="10"/>
                  </a:lnTo>
                  <a:lnTo>
                    <a:pt x="0" y="12"/>
                  </a:lnTo>
                  <a:lnTo>
                    <a:pt x="0" y="12"/>
                  </a:lnTo>
                </a:path>
              </a:pathLst>
            </a:custGeom>
            <a:solidFill>
              <a:srgbClr val="c0c27c"/>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899" name=""/>
            <p:cNvSpPr/>
            <p:nvPr/>
          </p:nvSpPr>
          <p:spPr>
            <a:xfrm>
              <a:off x="4595760" y="4808520"/>
              <a:ext cx="12600" cy="4680"/>
            </a:xfrm>
            <a:custGeom>
              <a:avLst/>
              <a:gdLst/>
              <a:ahLst/>
              <a:rect l="l" t="t" r="r" b="b"/>
              <a:pathLst>
                <a:path w="8" h="3">
                  <a:moveTo>
                    <a:pt x="4" y="0"/>
                  </a:moveTo>
                  <a:lnTo>
                    <a:pt x="0" y="0"/>
                  </a:lnTo>
                  <a:lnTo>
                    <a:pt x="0" y="0"/>
                  </a:lnTo>
                  <a:lnTo>
                    <a:pt x="4" y="2"/>
                  </a:lnTo>
                  <a:lnTo>
                    <a:pt x="7" y="2"/>
                  </a:lnTo>
                  <a:lnTo>
                    <a:pt x="4" y="0"/>
                  </a:lnTo>
                  <a:lnTo>
                    <a:pt x="4" y="0"/>
                  </a:lnTo>
                </a:path>
              </a:pathLst>
            </a:custGeom>
            <a:solidFill>
              <a:srgbClr val="c0c27c"/>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900" name=""/>
            <p:cNvSpPr/>
            <p:nvPr/>
          </p:nvSpPr>
          <p:spPr>
            <a:xfrm>
              <a:off x="4613400" y="4786200"/>
              <a:ext cx="1440" cy="7920"/>
            </a:xfrm>
            <a:custGeom>
              <a:avLst/>
              <a:gdLst/>
              <a:ahLst/>
              <a:rect l="l" t="t" r="r" b="b"/>
              <a:pathLst>
                <a:path w="1" h="5">
                  <a:moveTo>
                    <a:pt x="0" y="0"/>
                  </a:moveTo>
                  <a:lnTo>
                    <a:pt x="0" y="0"/>
                  </a:lnTo>
                  <a:lnTo>
                    <a:pt x="0" y="4"/>
                  </a:lnTo>
                  <a:lnTo>
                    <a:pt x="0" y="4"/>
                  </a:lnTo>
                  <a:lnTo>
                    <a:pt x="0" y="4"/>
                  </a:lnTo>
                  <a:lnTo>
                    <a:pt x="0" y="0"/>
                  </a:lnTo>
                  <a:lnTo>
                    <a:pt x="0" y="0"/>
                  </a:lnTo>
                </a:path>
              </a:pathLst>
            </a:custGeom>
            <a:solidFill>
              <a:srgbClr val="c0c27c"/>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901" name=""/>
            <p:cNvSpPr/>
            <p:nvPr/>
          </p:nvSpPr>
          <p:spPr>
            <a:xfrm>
              <a:off x="4613400" y="4768920"/>
              <a:ext cx="27000" cy="25200"/>
            </a:xfrm>
            <a:custGeom>
              <a:avLst/>
              <a:gdLst/>
              <a:ahLst/>
              <a:rect l="l" t="t" r="r" b="b"/>
              <a:pathLst>
                <a:path w="17" h="16">
                  <a:moveTo>
                    <a:pt x="16" y="0"/>
                  </a:moveTo>
                  <a:lnTo>
                    <a:pt x="16" y="0"/>
                  </a:lnTo>
                  <a:lnTo>
                    <a:pt x="11" y="0"/>
                  </a:lnTo>
                  <a:lnTo>
                    <a:pt x="11" y="0"/>
                  </a:lnTo>
                  <a:lnTo>
                    <a:pt x="7" y="4"/>
                  </a:lnTo>
                  <a:lnTo>
                    <a:pt x="2" y="5"/>
                  </a:lnTo>
                  <a:lnTo>
                    <a:pt x="0" y="7"/>
                  </a:lnTo>
                  <a:lnTo>
                    <a:pt x="0" y="11"/>
                  </a:lnTo>
                  <a:lnTo>
                    <a:pt x="0" y="11"/>
                  </a:lnTo>
                  <a:lnTo>
                    <a:pt x="0" y="11"/>
                  </a:lnTo>
                  <a:lnTo>
                    <a:pt x="0" y="15"/>
                  </a:lnTo>
                  <a:lnTo>
                    <a:pt x="0" y="15"/>
                  </a:lnTo>
                  <a:lnTo>
                    <a:pt x="0" y="11"/>
                  </a:lnTo>
                  <a:lnTo>
                    <a:pt x="2" y="11"/>
                  </a:lnTo>
                  <a:lnTo>
                    <a:pt x="4" y="11"/>
                  </a:lnTo>
                  <a:lnTo>
                    <a:pt x="7" y="5"/>
                  </a:lnTo>
                  <a:lnTo>
                    <a:pt x="11" y="5"/>
                  </a:lnTo>
                  <a:lnTo>
                    <a:pt x="11" y="4"/>
                  </a:lnTo>
                  <a:lnTo>
                    <a:pt x="16" y="4"/>
                  </a:lnTo>
                  <a:lnTo>
                    <a:pt x="16" y="4"/>
                  </a:lnTo>
                  <a:lnTo>
                    <a:pt x="16" y="0"/>
                  </a:lnTo>
                  <a:lnTo>
                    <a:pt x="16" y="0"/>
                  </a:lnTo>
                </a:path>
              </a:pathLst>
            </a:custGeom>
            <a:solidFill>
              <a:srgbClr val="c0c27c"/>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3902" name=""/>
            <p:cNvSpPr/>
            <p:nvPr/>
          </p:nvSpPr>
          <p:spPr>
            <a:xfrm>
              <a:off x="4638600" y="4765680"/>
              <a:ext cx="12600" cy="11160"/>
            </a:xfrm>
            <a:custGeom>
              <a:avLst/>
              <a:gdLst/>
              <a:ahLst/>
              <a:rect l="l" t="t" r="r" b="b"/>
              <a:pathLst>
                <a:path w="8" h="7">
                  <a:moveTo>
                    <a:pt x="7" y="0"/>
                  </a:moveTo>
                  <a:lnTo>
                    <a:pt x="7" y="0"/>
                  </a:lnTo>
                  <a:lnTo>
                    <a:pt x="7" y="0"/>
                  </a:lnTo>
                  <a:lnTo>
                    <a:pt x="7" y="0"/>
                  </a:lnTo>
                  <a:lnTo>
                    <a:pt x="7" y="0"/>
                  </a:lnTo>
                  <a:lnTo>
                    <a:pt x="4" y="2"/>
                  </a:lnTo>
                  <a:lnTo>
                    <a:pt x="4" y="2"/>
                  </a:lnTo>
                  <a:lnTo>
                    <a:pt x="4" y="2"/>
                  </a:lnTo>
                  <a:lnTo>
                    <a:pt x="0" y="2"/>
                  </a:lnTo>
                  <a:lnTo>
                    <a:pt x="0" y="6"/>
                  </a:lnTo>
                  <a:lnTo>
                    <a:pt x="4" y="2"/>
                  </a:lnTo>
                  <a:lnTo>
                    <a:pt x="4" y="2"/>
                  </a:lnTo>
                  <a:lnTo>
                    <a:pt x="7" y="2"/>
                  </a:lnTo>
                  <a:lnTo>
                    <a:pt x="7" y="2"/>
                  </a:lnTo>
                  <a:lnTo>
                    <a:pt x="7" y="0"/>
                  </a:lnTo>
                  <a:lnTo>
                    <a:pt x="7" y="0"/>
                  </a:lnTo>
                  <a:lnTo>
                    <a:pt x="7" y="0"/>
                  </a:lnTo>
                  <a:lnTo>
                    <a:pt x="7" y="0"/>
                  </a:lnTo>
                  <a:lnTo>
                    <a:pt x="7" y="0"/>
                  </a:lnTo>
                  <a:lnTo>
                    <a:pt x="7" y="0"/>
                  </a:lnTo>
                </a:path>
              </a:pathLst>
            </a:custGeom>
            <a:solidFill>
              <a:srgbClr val="c0c27c"/>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903" name=""/>
            <p:cNvSpPr/>
            <p:nvPr/>
          </p:nvSpPr>
          <p:spPr>
            <a:xfrm>
              <a:off x="4633920" y="4768920"/>
              <a:ext cx="12600" cy="1440"/>
            </a:xfrm>
            <a:custGeom>
              <a:avLst/>
              <a:gdLst/>
              <a:ahLst/>
              <a:rect l="l" t="t" r="r" b="b"/>
              <a:pathLst>
                <a:path w="8" h="1">
                  <a:moveTo>
                    <a:pt x="7" y="0"/>
                  </a:moveTo>
                  <a:lnTo>
                    <a:pt x="7" y="0"/>
                  </a:lnTo>
                  <a:lnTo>
                    <a:pt x="7" y="0"/>
                  </a:lnTo>
                  <a:lnTo>
                    <a:pt x="3" y="0"/>
                  </a:lnTo>
                  <a:lnTo>
                    <a:pt x="0" y="0"/>
                  </a:lnTo>
                  <a:lnTo>
                    <a:pt x="7" y="0"/>
                  </a:lnTo>
                  <a:lnTo>
                    <a:pt x="7" y="0"/>
                  </a:lnTo>
                </a:path>
              </a:pathLst>
            </a:custGeom>
            <a:solidFill>
              <a:srgbClr val="c0c27c"/>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04" name=""/>
            <p:cNvSpPr/>
            <p:nvPr/>
          </p:nvSpPr>
          <p:spPr>
            <a:xfrm>
              <a:off x="4613400" y="4746600"/>
              <a:ext cx="1440" cy="12600"/>
            </a:xfrm>
            <a:custGeom>
              <a:avLst/>
              <a:gdLst/>
              <a:ahLst/>
              <a:rect l="l" t="t" r="r" b="b"/>
              <a:pathLst>
                <a:path w="1" h="8">
                  <a:moveTo>
                    <a:pt x="0" y="7"/>
                  </a:moveTo>
                  <a:lnTo>
                    <a:pt x="0" y="7"/>
                  </a:lnTo>
                  <a:lnTo>
                    <a:pt x="0" y="7"/>
                  </a:lnTo>
                  <a:lnTo>
                    <a:pt x="0" y="0"/>
                  </a:lnTo>
                  <a:lnTo>
                    <a:pt x="0" y="0"/>
                  </a:lnTo>
                  <a:lnTo>
                    <a:pt x="0" y="7"/>
                  </a:lnTo>
                  <a:lnTo>
                    <a:pt x="0" y="7"/>
                  </a:lnTo>
                </a:path>
              </a:pathLst>
            </a:custGeom>
            <a:solidFill>
              <a:srgbClr val="c0c27c"/>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905" name=""/>
            <p:cNvSpPr/>
            <p:nvPr/>
          </p:nvSpPr>
          <p:spPr>
            <a:xfrm>
              <a:off x="4587840" y="4746600"/>
              <a:ext cx="27000" cy="19080"/>
            </a:xfrm>
            <a:custGeom>
              <a:avLst/>
              <a:gdLst/>
              <a:ahLst/>
              <a:rect l="l" t="t" r="r" b="b"/>
              <a:pathLst>
                <a:path w="17" h="12">
                  <a:moveTo>
                    <a:pt x="0" y="11"/>
                  </a:moveTo>
                  <a:lnTo>
                    <a:pt x="0" y="11"/>
                  </a:lnTo>
                  <a:lnTo>
                    <a:pt x="0" y="11"/>
                  </a:lnTo>
                  <a:lnTo>
                    <a:pt x="5" y="9"/>
                  </a:lnTo>
                  <a:lnTo>
                    <a:pt x="5" y="8"/>
                  </a:lnTo>
                  <a:lnTo>
                    <a:pt x="12" y="7"/>
                  </a:lnTo>
                  <a:lnTo>
                    <a:pt x="16" y="7"/>
                  </a:lnTo>
                  <a:lnTo>
                    <a:pt x="16" y="7"/>
                  </a:lnTo>
                  <a:lnTo>
                    <a:pt x="16" y="7"/>
                  </a:lnTo>
                  <a:lnTo>
                    <a:pt x="16" y="7"/>
                  </a:lnTo>
                  <a:lnTo>
                    <a:pt x="16" y="0"/>
                  </a:lnTo>
                  <a:lnTo>
                    <a:pt x="16" y="0"/>
                  </a:lnTo>
                  <a:lnTo>
                    <a:pt x="16" y="0"/>
                  </a:lnTo>
                  <a:lnTo>
                    <a:pt x="16" y="7"/>
                  </a:lnTo>
                  <a:lnTo>
                    <a:pt x="10" y="7"/>
                  </a:lnTo>
                  <a:lnTo>
                    <a:pt x="5" y="7"/>
                  </a:lnTo>
                  <a:lnTo>
                    <a:pt x="0" y="7"/>
                  </a:lnTo>
                  <a:lnTo>
                    <a:pt x="0" y="8"/>
                  </a:lnTo>
                  <a:lnTo>
                    <a:pt x="0" y="11"/>
                  </a:lnTo>
                  <a:lnTo>
                    <a:pt x="0" y="11"/>
                  </a:lnTo>
                  <a:lnTo>
                    <a:pt x="0" y="11"/>
                  </a:lnTo>
                  <a:lnTo>
                    <a:pt x="0" y="11"/>
                  </a:lnTo>
                </a:path>
              </a:pathLst>
            </a:custGeom>
            <a:solidFill>
              <a:srgbClr val="c0c27c"/>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906" name=""/>
            <p:cNvSpPr/>
            <p:nvPr/>
          </p:nvSpPr>
          <p:spPr>
            <a:xfrm>
              <a:off x="4572000" y="4764240"/>
              <a:ext cx="17640" cy="6120"/>
            </a:xfrm>
            <a:custGeom>
              <a:avLst/>
              <a:gdLst/>
              <a:ahLst/>
              <a:rect l="l" t="t" r="r" b="b"/>
              <a:pathLst>
                <a:path w="11" h="4">
                  <a:moveTo>
                    <a:pt x="5" y="3"/>
                  </a:moveTo>
                  <a:lnTo>
                    <a:pt x="5" y="3"/>
                  </a:lnTo>
                  <a:lnTo>
                    <a:pt x="7" y="3"/>
                  </a:lnTo>
                  <a:lnTo>
                    <a:pt x="10" y="3"/>
                  </a:lnTo>
                  <a:lnTo>
                    <a:pt x="10" y="3"/>
                  </a:lnTo>
                  <a:lnTo>
                    <a:pt x="10" y="1"/>
                  </a:lnTo>
                  <a:lnTo>
                    <a:pt x="10" y="1"/>
                  </a:lnTo>
                  <a:lnTo>
                    <a:pt x="10" y="1"/>
                  </a:lnTo>
                  <a:lnTo>
                    <a:pt x="10" y="0"/>
                  </a:lnTo>
                  <a:lnTo>
                    <a:pt x="10" y="0"/>
                  </a:lnTo>
                  <a:lnTo>
                    <a:pt x="10" y="0"/>
                  </a:lnTo>
                  <a:lnTo>
                    <a:pt x="10" y="1"/>
                  </a:lnTo>
                  <a:lnTo>
                    <a:pt x="10" y="1"/>
                  </a:lnTo>
                  <a:lnTo>
                    <a:pt x="10" y="1"/>
                  </a:lnTo>
                  <a:lnTo>
                    <a:pt x="7" y="1"/>
                  </a:lnTo>
                  <a:lnTo>
                    <a:pt x="5" y="3"/>
                  </a:lnTo>
                  <a:lnTo>
                    <a:pt x="0" y="3"/>
                  </a:lnTo>
                  <a:lnTo>
                    <a:pt x="0" y="3"/>
                  </a:lnTo>
                  <a:lnTo>
                    <a:pt x="5" y="3"/>
                  </a:lnTo>
                  <a:lnTo>
                    <a:pt x="5" y="3"/>
                  </a:lnTo>
                </a:path>
              </a:pathLst>
            </a:custGeom>
            <a:solidFill>
              <a:srgbClr val="c0c27c"/>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3907" name=""/>
            <p:cNvSpPr/>
            <p:nvPr/>
          </p:nvSpPr>
          <p:spPr>
            <a:xfrm>
              <a:off x="4587840" y="4761000"/>
              <a:ext cx="1800" cy="4680"/>
            </a:xfrm>
            <a:custGeom>
              <a:avLst/>
              <a:gdLst/>
              <a:ahLst/>
              <a:rect l="l" t="t" r="r" b="b"/>
              <a:pathLst>
                <a:path w="1" h="3">
                  <a:moveTo>
                    <a:pt x="0" y="0"/>
                  </a:moveTo>
                  <a:lnTo>
                    <a:pt x="0" y="2"/>
                  </a:lnTo>
                  <a:lnTo>
                    <a:pt x="0" y="2"/>
                  </a:lnTo>
                  <a:lnTo>
                    <a:pt x="0" y="2"/>
                  </a:lnTo>
                  <a:lnTo>
                    <a:pt x="0" y="2"/>
                  </a:lnTo>
                  <a:lnTo>
                    <a:pt x="0" y="0"/>
                  </a:lnTo>
                  <a:lnTo>
                    <a:pt x="0" y="0"/>
                  </a:lnTo>
                </a:path>
              </a:pathLst>
            </a:custGeom>
            <a:solidFill>
              <a:srgbClr val="c0c27c"/>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908" name=""/>
            <p:cNvSpPr/>
            <p:nvPr/>
          </p:nvSpPr>
          <p:spPr>
            <a:xfrm>
              <a:off x="4676760" y="4792680"/>
              <a:ext cx="1440" cy="4680"/>
            </a:xfrm>
            <a:custGeom>
              <a:avLst/>
              <a:gdLst/>
              <a:ahLst/>
              <a:rect l="l" t="t" r="r" b="b"/>
              <a:pathLst>
                <a:path w="1" h="3">
                  <a:moveTo>
                    <a:pt x="0" y="0"/>
                  </a:moveTo>
                  <a:lnTo>
                    <a:pt x="0" y="0"/>
                  </a:lnTo>
                  <a:lnTo>
                    <a:pt x="0" y="0"/>
                  </a:lnTo>
                  <a:lnTo>
                    <a:pt x="0" y="2"/>
                  </a:lnTo>
                  <a:lnTo>
                    <a:pt x="0" y="2"/>
                  </a:lnTo>
                  <a:lnTo>
                    <a:pt x="0" y="0"/>
                  </a:lnTo>
                  <a:lnTo>
                    <a:pt x="0" y="0"/>
                  </a:lnTo>
                </a:path>
              </a:pathLst>
            </a:custGeom>
            <a:solidFill>
              <a:srgbClr val="c0c27c"/>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909" name=""/>
            <p:cNvSpPr/>
            <p:nvPr/>
          </p:nvSpPr>
          <p:spPr>
            <a:xfrm>
              <a:off x="4676760" y="4765680"/>
              <a:ext cx="47520" cy="31680"/>
            </a:xfrm>
            <a:custGeom>
              <a:avLst/>
              <a:gdLst/>
              <a:ahLst/>
              <a:rect l="l" t="t" r="r" b="b"/>
              <a:pathLst>
                <a:path w="30" h="20">
                  <a:moveTo>
                    <a:pt x="28" y="0"/>
                  </a:moveTo>
                  <a:lnTo>
                    <a:pt x="27" y="0"/>
                  </a:lnTo>
                  <a:lnTo>
                    <a:pt x="26" y="2"/>
                  </a:lnTo>
                  <a:lnTo>
                    <a:pt x="19" y="7"/>
                  </a:lnTo>
                  <a:lnTo>
                    <a:pt x="15" y="13"/>
                  </a:lnTo>
                  <a:lnTo>
                    <a:pt x="8" y="17"/>
                  </a:lnTo>
                  <a:lnTo>
                    <a:pt x="6" y="17"/>
                  </a:lnTo>
                  <a:lnTo>
                    <a:pt x="0" y="17"/>
                  </a:lnTo>
                  <a:lnTo>
                    <a:pt x="0" y="17"/>
                  </a:lnTo>
                  <a:lnTo>
                    <a:pt x="0" y="19"/>
                  </a:lnTo>
                  <a:lnTo>
                    <a:pt x="0" y="17"/>
                  </a:lnTo>
                  <a:lnTo>
                    <a:pt x="6" y="17"/>
                  </a:lnTo>
                  <a:lnTo>
                    <a:pt x="8" y="17"/>
                  </a:lnTo>
                  <a:lnTo>
                    <a:pt x="19" y="13"/>
                  </a:lnTo>
                  <a:lnTo>
                    <a:pt x="19" y="13"/>
                  </a:lnTo>
                  <a:lnTo>
                    <a:pt x="27" y="2"/>
                  </a:lnTo>
                  <a:lnTo>
                    <a:pt x="28" y="2"/>
                  </a:lnTo>
                  <a:lnTo>
                    <a:pt x="29" y="0"/>
                  </a:lnTo>
                  <a:lnTo>
                    <a:pt x="28" y="0"/>
                  </a:lnTo>
                  <a:lnTo>
                    <a:pt x="28" y="0"/>
                  </a:lnTo>
                </a:path>
              </a:pathLst>
            </a:custGeom>
            <a:solidFill>
              <a:srgbClr val="c0c27c"/>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3910" name=""/>
            <p:cNvSpPr/>
            <p:nvPr/>
          </p:nvSpPr>
          <p:spPr>
            <a:xfrm>
              <a:off x="4676760" y="479268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c0c27c"/>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11" name=""/>
            <p:cNvSpPr/>
            <p:nvPr/>
          </p:nvSpPr>
          <p:spPr>
            <a:xfrm>
              <a:off x="4649760" y="4695840"/>
              <a:ext cx="1440" cy="3240"/>
            </a:xfrm>
            <a:custGeom>
              <a:avLst/>
              <a:gdLst/>
              <a:ahLst/>
              <a:rect l="l" t="t" r="r" b="b"/>
              <a:pathLst>
                <a:path w="1" h="2">
                  <a:moveTo>
                    <a:pt x="0" y="0"/>
                  </a:moveTo>
                  <a:lnTo>
                    <a:pt x="0" y="0"/>
                  </a:lnTo>
                  <a:lnTo>
                    <a:pt x="0" y="1"/>
                  </a:lnTo>
                  <a:lnTo>
                    <a:pt x="0" y="1"/>
                  </a:lnTo>
                  <a:lnTo>
                    <a:pt x="0" y="1"/>
                  </a:lnTo>
                  <a:lnTo>
                    <a:pt x="0" y="0"/>
                  </a:lnTo>
                  <a:lnTo>
                    <a:pt x="0" y="0"/>
                  </a:lnTo>
                </a:path>
              </a:pathLst>
            </a:custGeom>
            <a:solidFill>
              <a:srgbClr val="a1e2ff"/>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912" name=""/>
            <p:cNvSpPr/>
            <p:nvPr/>
          </p:nvSpPr>
          <p:spPr>
            <a:xfrm>
              <a:off x="4649760" y="4672080"/>
              <a:ext cx="41400" cy="27000"/>
            </a:xfrm>
            <a:custGeom>
              <a:avLst/>
              <a:gdLst/>
              <a:ahLst/>
              <a:rect l="l" t="t" r="r" b="b"/>
              <a:pathLst>
                <a:path w="26" h="17">
                  <a:moveTo>
                    <a:pt x="25" y="0"/>
                  </a:moveTo>
                  <a:lnTo>
                    <a:pt x="25" y="0"/>
                  </a:lnTo>
                  <a:lnTo>
                    <a:pt x="25" y="6"/>
                  </a:lnTo>
                  <a:lnTo>
                    <a:pt x="23" y="8"/>
                  </a:lnTo>
                  <a:lnTo>
                    <a:pt x="17" y="10"/>
                  </a:lnTo>
                  <a:lnTo>
                    <a:pt x="17" y="10"/>
                  </a:lnTo>
                  <a:lnTo>
                    <a:pt x="12" y="10"/>
                  </a:lnTo>
                  <a:lnTo>
                    <a:pt x="0" y="12"/>
                  </a:lnTo>
                  <a:lnTo>
                    <a:pt x="0" y="15"/>
                  </a:lnTo>
                  <a:lnTo>
                    <a:pt x="0" y="15"/>
                  </a:lnTo>
                  <a:lnTo>
                    <a:pt x="0" y="16"/>
                  </a:lnTo>
                  <a:lnTo>
                    <a:pt x="0" y="16"/>
                  </a:lnTo>
                  <a:lnTo>
                    <a:pt x="4" y="16"/>
                  </a:lnTo>
                  <a:lnTo>
                    <a:pt x="12" y="15"/>
                  </a:lnTo>
                  <a:lnTo>
                    <a:pt x="17" y="10"/>
                  </a:lnTo>
                  <a:lnTo>
                    <a:pt x="17" y="10"/>
                  </a:lnTo>
                  <a:lnTo>
                    <a:pt x="23" y="10"/>
                  </a:lnTo>
                  <a:lnTo>
                    <a:pt x="25" y="6"/>
                  </a:lnTo>
                  <a:lnTo>
                    <a:pt x="25" y="0"/>
                  </a:lnTo>
                  <a:lnTo>
                    <a:pt x="25" y="0"/>
                  </a:lnTo>
                  <a:lnTo>
                    <a:pt x="25" y="0"/>
                  </a:lnTo>
                  <a:lnTo>
                    <a:pt x="25" y="0"/>
                  </a:lnTo>
                </a:path>
              </a:pathLst>
            </a:custGeom>
            <a:solidFill>
              <a:srgbClr val="a1e2ff"/>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3913" name=""/>
            <p:cNvSpPr/>
            <p:nvPr/>
          </p:nvSpPr>
          <p:spPr>
            <a:xfrm>
              <a:off x="4689360" y="4653000"/>
              <a:ext cx="20880" cy="20520"/>
            </a:xfrm>
            <a:custGeom>
              <a:avLst/>
              <a:gdLst/>
              <a:ahLst/>
              <a:rect l="l" t="t" r="r" b="b"/>
              <a:pathLst>
                <a:path w="13" h="13">
                  <a:moveTo>
                    <a:pt x="11" y="0"/>
                  </a:moveTo>
                  <a:lnTo>
                    <a:pt x="11" y="0"/>
                  </a:lnTo>
                  <a:lnTo>
                    <a:pt x="11" y="0"/>
                  </a:lnTo>
                  <a:lnTo>
                    <a:pt x="11" y="1"/>
                  </a:lnTo>
                  <a:lnTo>
                    <a:pt x="11" y="5"/>
                  </a:lnTo>
                  <a:lnTo>
                    <a:pt x="7" y="6"/>
                  </a:lnTo>
                  <a:lnTo>
                    <a:pt x="3" y="7"/>
                  </a:lnTo>
                  <a:lnTo>
                    <a:pt x="0" y="10"/>
                  </a:lnTo>
                  <a:lnTo>
                    <a:pt x="0" y="12"/>
                  </a:lnTo>
                  <a:lnTo>
                    <a:pt x="0" y="12"/>
                  </a:lnTo>
                  <a:lnTo>
                    <a:pt x="3" y="10"/>
                  </a:lnTo>
                  <a:lnTo>
                    <a:pt x="4" y="10"/>
                  </a:lnTo>
                  <a:lnTo>
                    <a:pt x="11" y="6"/>
                  </a:lnTo>
                  <a:lnTo>
                    <a:pt x="11" y="6"/>
                  </a:lnTo>
                  <a:lnTo>
                    <a:pt x="11" y="5"/>
                  </a:lnTo>
                  <a:lnTo>
                    <a:pt x="11" y="1"/>
                  </a:lnTo>
                  <a:lnTo>
                    <a:pt x="12" y="1"/>
                  </a:lnTo>
                  <a:lnTo>
                    <a:pt x="12" y="1"/>
                  </a:lnTo>
                  <a:lnTo>
                    <a:pt x="11" y="0"/>
                  </a:lnTo>
                  <a:lnTo>
                    <a:pt x="11" y="0"/>
                  </a:lnTo>
                </a:path>
              </a:pathLst>
            </a:custGeom>
            <a:solidFill>
              <a:srgbClr val="a1e2ff"/>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914" name=""/>
            <p:cNvSpPr/>
            <p:nvPr/>
          </p:nvSpPr>
          <p:spPr>
            <a:xfrm>
              <a:off x="4689360" y="4670280"/>
              <a:ext cx="1800" cy="12960"/>
            </a:xfrm>
            <a:custGeom>
              <a:avLst/>
              <a:gdLst/>
              <a:ahLst/>
              <a:rect l="l" t="t" r="r" b="b"/>
              <a:pathLst>
                <a:path w="1" h="8">
                  <a:moveTo>
                    <a:pt x="0" y="7"/>
                  </a:moveTo>
                  <a:lnTo>
                    <a:pt x="0" y="1"/>
                  </a:lnTo>
                  <a:lnTo>
                    <a:pt x="0" y="1"/>
                  </a:lnTo>
                  <a:lnTo>
                    <a:pt x="0" y="0"/>
                  </a:lnTo>
                  <a:lnTo>
                    <a:pt x="0" y="0"/>
                  </a:lnTo>
                  <a:lnTo>
                    <a:pt x="0" y="7"/>
                  </a:lnTo>
                  <a:lnTo>
                    <a:pt x="0" y="7"/>
                  </a:lnTo>
                </a:path>
              </a:pathLst>
            </a:custGeom>
            <a:solidFill>
              <a:srgbClr val="a1e2ff"/>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3915" name=""/>
            <p:cNvSpPr/>
            <p:nvPr/>
          </p:nvSpPr>
          <p:spPr>
            <a:xfrm>
              <a:off x="4408560" y="4510080"/>
              <a:ext cx="57240" cy="74520"/>
            </a:xfrm>
            <a:custGeom>
              <a:avLst/>
              <a:gdLst/>
              <a:ahLst/>
              <a:rect l="l" t="t" r="r" b="b"/>
              <a:pathLst>
                <a:path w="36" h="47">
                  <a:moveTo>
                    <a:pt x="35" y="2"/>
                  </a:moveTo>
                  <a:lnTo>
                    <a:pt x="35" y="2"/>
                  </a:lnTo>
                  <a:lnTo>
                    <a:pt x="30" y="2"/>
                  </a:lnTo>
                  <a:lnTo>
                    <a:pt x="26" y="2"/>
                  </a:lnTo>
                  <a:lnTo>
                    <a:pt x="24" y="2"/>
                  </a:lnTo>
                  <a:lnTo>
                    <a:pt x="22" y="2"/>
                  </a:lnTo>
                  <a:lnTo>
                    <a:pt x="18" y="0"/>
                  </a:lnTo>
                  <a:lnTo>
                    <a:pt x="8" y="0"/>
                  </a:lnTo>
                  <a:lnTo>
                    <a:pt x="8" y="0"/>
                  </a:lnTo>
                  <a:lnTo>
                    <a:pt x="8" y="0"/>
                  </a:lnTo>
                  <a:lnTo>
                    <a:pt x="8" y="0"/>
                  </a:lnTo>
                  <a:lnTo>
                    <a:pt x="4" y="0"/>
                  </a:lnTo>
                  <a:lnTo>
                    <a:pt x="4" y="0"/>
                  </a:lnTo>
                  <a:lnTo>
                    <a:pt x="4" y="0"/>
                  </a:lnTo>
                  <a:lnTo>
                    <a:pt x="2" y="0"/>
                  </a:lnTo>
                  <a:lnTo>
                    <a:pt x="0" y="2"/>
                  </a:lnTo>
                  <a:lnTo>
                    <a:pt x="0" y="7"/>
                  </a:lnTo>
                  <a:lnTo>
                    <a:pt x="0" y="9"/>
                  </a:lnTo>
                  <a:lnTo>
                    <a:pt x="0" y="10"/>
                  </a:lnTo>
                  <a:lnTo>
                    <a:pt x="0" y="12"/>
                  </a:lnTo>
                  <a:lnTo>
                    <a:pt x="0" y="12"/>
                  </a:lnTo>
                  <a:lnTo>
                    <a:pt x="0" y="17"/>
                  </a:lnTo>
                  <a:lnTo>
                    <a:pt x="0" y="17"/>
                  </a:lnTo>
                  <a:lnTo>
                    <a:pt x="0" y="17"/>
                  </a:lnTo>
                  <a:lnTo>
                    <a:pt x="0" y="24"/>
                  </a:lnTo>
                  <a:lnTo>
                    <a:pt x="0" y="26"/>
                  </a:lnTo>
                  <a:lnTo>
                    <a:pt x="0" y="27"/>
                  </a:lnTo>
                  <a:lnTo>
                    <a:pt x="0" y="36"/>
                  </a:lnTo>
                  <a:lnTo>
                    <a:pt x="0" y="36"/>
                  </a:lnTo>
                  <a:lnTo>
                    <a:pt x="0" y="36"/>
                  </a:lnTo>
                  <a:lnTo>
                    <a:pt x="0" y="37"/>
                  </a:lnTo>
                  <a:lnTo>
                    <a:pt x="0" y="41"/>
                  </a:lnTo>
                  <a:lnTo>
                    <a:pt x="0" y="42"/>
                  </a:lnTo>
                  <a:lnTo>
                    <a:pt x="0" y="46"/>
                  </a:lnTo>
                  <a:lnTo>
                    <a:pt x="4" y="46"/>
                  </a:lnTo>
                  <a:lnTo>
                    <a:pt x="4" y="46"/>
                  </a:lnTo>
                  <a:lnTo>
                    <a:pt x="8" y="41"/>
                  </a:lnTo>
                  <a:lnTo>
                    <a:pt x="8" y="37"/>
                  </a:lnTo>
                  <a:lnTo>
                    <a:pt x="8" y="37"/>
                  </a:lnTo>
                  <a:lnTo>
                    <a:pt x="8" y="36"/>
                  </a:lnTo>
                  <a:lnTo>
                    <a:pt x="13" y="36"/>
                  </a:lnTo>
                  <a:lnTo>
                    <a:pt x="13" y="36"/>
                  </a:lnTo>
                  <a:lnTo>
                    <a:pt x="18" y="35"/>
                  </a:lnTo>
                  <a:lnTo>
                    <a:pt x="19" y="27"/>
                  </a:lnTo>
                  <a:lnTo>
                    <a:pt x="19" y="27"/>
                  </a:lnTo>
                  <a:lnTo>
                    <a:pt x="18" y="26"/>
                  </a:lnTo>
                  <a:lnTo>
                    <a:pt x="19" y="26"/>
                  </a:lnTo>
                  <a:lnTo>
                    <a:pt x="19" y="26"/>
                  </a:lnTo>
                  <a:lnTo>
                    <a:pt x="19" y="25"/>
                  </a:lnTo>
                  <a:lnTo>
                    <a:pt x="22" y="24"/>
                  </a:lnTo>
                  <a:lnTo>
                    <a:pt x="22" y="24"/>
                  </a:lnTo>
                  <a:lnTo>
                    <a:pt x="24" y="24"/>
                  </a:lnTo>
                  <a:lnTo>
                    <a:pt x="24" y="24"/>
                  </a:lnTo>
                  <a:lnTo>
                    <a:pt x="25" y="19"/>
                  </a:lnTo>
                  <a:lnTo>
                    <a:pt x="26" y="17"/>
                  </a:lnTo>
                  <a:lnTo>
                    <a:pt x="26" y="17"/>
                  </a:lnTo>
                  <a:lnTo>
                    <a:pt x="28" y="12"/>
                  </a:lnTo>
                  <a:lnTo>
                    <a:pt x="30" y="10"/>
                  </a:lnTo>
                  <a:lnTo>
                    <a:pt x="30" y="7"/>
                  </a:lnTo>
                  <a:lnTo>
                    <a:pt x="30" y="7"/>
                  </a:lnTo>
                  <a:lnTo>
                    <a:pt x="35" y="2"/>
                  </a:lnTo>
                  <a:lnTo>
                    <a:pt x="35" y="2"/>
                  </a:lnTo>
                </a:path>
              </a:pathLst>
            </a:custGeom>
            <a:solidFill>
              <a:srgbClr val="ffe0f5"/>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916" name=""/>
            <p:cNvSpPr/>
            <p:nvPr/>
          </p:nvSpPr>
          <p:spPr>
            <a:xfrm>
              <a:off x="5318280" y="5173560"/>
              <a:ext cx="1440" cy="504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917" name=""/>
            <p:cNvSpPr/>
            <p:nvPr/>
          </p:nvSpPr>
          <p:spPr>
            <a:xfrm>
              <a:off x="5318280" y="5140440"/>
              <a:ext cx="25200" cy="38160"/>
            </a:xfrm>
            <a:custGeom>
              <a:avLst/>
              <a:gdLst/>
              <a:ahLst/>
              <a:rect l="l" t="t" r="r" b="b"/>
              <a:pathLst>
                <a:path w="16" h="24">
                  <a:moveTo>
                    <a:pt x="15" y="0"/>
                  </a:moveTo>
                  <a:lnTo>
                    <a:pt x="15" y="0"/>
                  </a:lnTo>
                  <a:lnTo>
                    <a:pt x="15" y="0"/>
                  </a:lnTo>
                  <a:lnTo>
                    <a:pt x="11" y="4"/>
                  </a:lnTo>
                  <a:lnTo>
                    <a:pt x="3" y="11"/>
                  </a:lnTo>
                  <a:lnTo>
                    <a:pt x="3" y="14"/>
                  </a:lnTo>
                  <a:lnTo>
                    <a:pt x="2" y="14"/>
                  </a:lnTo>
                  <a:lnTo>
                    <a:pt x="0" y="17"/>
                  </a:lnTo>
                  <a:lnTo>
                    <a:pt x="0" y="21"/>
                  </a:lnTo>
                  <a:lnTo>
                    <a:pt x="0" y="21"/>
                  </a:lnTo>
                  <a:lnTo>
                    <a:pt x="0" y="23"/>
                  </a:lnTo>
                  <a:lnTo>
                    <a:pt x="0" y="21"/>
                  </a:lnTo>
                  <a:lnTo>
                    <a:pt x="2" y="21"/>
                  </a:lnTo>
                  <a:lnTo>
                    <a:pt x="3" y="17"/>
                  </a:lnTo>
                  <a:lnTo>
                    <a:pt x="3" y="14"/>
                  </a:lnTo>
                  <a:lnTo>
                    <a:pt x="15" y="11"/>
                  </a:lnTo>
                  <a:lnTo>
                    <a:pt x="15" y="4"/>
                  </a:lnTo>
                  <a:lnTo>
                    <a:pt x="15" y="0"/>
                  </a:lnTo>
                  <a:lnTo>
                    <a:pt x="15" y="0"/>
                  </a:lnTo>
                  <a:lnTo>
                    <a:pt x="15" y="0"/>
                  </a:lnTo>
                  <a:lnTo>
                    <a:pt x="15" y="0"/>
                  </a:lnTo>
                  <a:lnTo>
                    <a:pt x="15" y="0"/>
                  </a:lnTo>
                </a:path>
              </a:pathLst>
            </a:custGeom>
            <a:solidFill>
              <a:srgbClr val="ffc0b6"/>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3918" name=""/>
            <p:cNvSpPr/>
            <p:nvPr/>
          </p:nvSpPr>
          <p:spPr>
            <a:xfrm>
              <a:off x="5342040" y="5068800"/>
              <a:ext cx="12600" cy="73080"/>
            </a:xfrm>
            <a:custGeom>
              <a:avLst/>
              <a:gdLst/>
              <a:ahLst/>
              <a:rect l="l" t="t" r="r" b="b"/>
              <a:pathLst>
                <a:path w="8" h="46">
                  <a:moveTo>
                    <a:pt x="1" y="0"/>
                  </a:moveTo>
                  <a:lnTo>
                    <a:pt x="1" y="8"/>
                  </a:lnTo>
                  <a:lnTo>
                    <a:pt x="1" y="8"/>
                  </a:lnTo>
                  <a:lnTo>
                    <a:pt x="0" y="15"/>
                  </a:lnTo>
                  <a:lnTo>
                    <a:pt x="0" y="20"/>
                  </a:lnTo>
                  <a:lnTo>
                    <a:pt x="0" y="24"/>
                  </a:lnTo>
                  <a:lnTo>
                    <a:pt x="0" y="30"/>
                  </a:lnTo>
                  <a:lnTo>
                    <a:pt x="0" y="37"/>
                  </a:lnTo>
                  <a:lnTo>
                    <a:pt x="0" y="45"/>
                  </a:lnTo>
                  <a:lnTo>
                    <a:pt x="0" y="45"/>
                  </a:lnTo>
                  <a:lnTo>
                    <a:pt x="0" y="37"/>
                  </a:lnTo>
                  <a:lnTo>
                    <a:pt x="0" y="30"/>
                  </a:lnTo>
                  <a:lnTo>
                    <a:pt x="0" y="24"/>
                  </a:lnTo>
                  <a:lnTo>
                    <a:pt x="1" y="20"/>
                  </a:lnTo>
                  <a:lnTo>
                    <a:pt x="5" y="15"/>
                  </a:lnTo>
                  <a:lnTo>
                    <a:pt x="7" y="8"/>
                  </a:lnTo>
                  <a:lnTo>
                    <a:pt x="7" y="8"/>
                  </a:lnTo>
                  <a:lnTo>
                    <a:pt x="7" y="0"/>
                  </a:lnTo>
                  <a:lnTo>
                    <a:pt x="1" y="0"/>
                  </a:lnTo>
                  <a:lnTo>
                    <a:pt x="1"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3919" name=""/>
            <p:cNvSpPr/>
            <p:nvPr/>
          </p:nvSpPr>
          <p:spPr>
            <a:xfrm>
              <a:off x="5342040" y="5133960"/>
              <a:ext cx="1440" cy="7920"/>
            </a:xfrm>
            <a:custGeom>
              <a:avLst/>
              <a:gdLst/>
              <a:ahLst/>
              <a:rect l="l" t="t" r="r" b="b"/>
              <a:pathLst>
                <a:path w="1" h="5">
                  <a:moveTo>
                    <a:pt x="0" y="0"/>
                  </a:moveTo>
                  <a:lnTo>
                    <a:pt x="0" y="0"/>
                  </a:lnTo>
                  <a:lnTo>
                    <a:pt x="0" y="0"/>
                  </a:lnTo>
                  <a:lnTo>
                    <a:pt x="0" y="0"/>
                  </a:lnTo>
                  <a:lnTo>
                    <a:pt x="0" y="4"/>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920" name=""/>
            <p:cNvSpPr/>
            <p:nvPr/>
          </p:nvSpPr>
          <p:spPr>
            <a:xfrm>
              <a:off x="5494320" y="515772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921" name=""/>
            <p:cNvSpPr/>
            <p:nvPr/>
          </p:nvSpPr>
          <p:spPr>
            <a:xfrm>
              <a:off x="5491080" y="5127480"/>
              <a:ext cx="4680" cy="32040"/>
            </a:xfrm>
            <a:custGeom>
              <a:avLst/>
              <a:gdLst/>
              <a:ahLst/>
              <a:rect l="l" t="t" r="r" b="b"/>
              <a:pathLst>
                <a:path w="3" h="20">
                  <a:moveTo>
                    <a:pt x="0" y="0"/>
                  </a:moveTo>
                  <a:lnTo>
                    <a:pt x="0" y="0"/>
                  </a:lnTo>
                  <a:lnTo>
                    <a:pt x="0" y="3"/>
                  </a:lnTo>
                  <a:lnTo>
                    <a:pt x="0" y="8"/>
                  </a:lnTo>
                  <a:lnTo>
                    <a:pt x="0" y="8"/>
                  </a:lnTo>
                  <a:lnTo>
                    <a:pt x="0" y="12"/>
                  </a:lnTo>
                  <a:lnTo>
                    <a:pt x="0" y="12"/>
                  </a:lnTo>
                  <a:lnTo>
                    <a:pt x="2" y="16"/>
                  </a:lnTo>
                  <a:lnTo>
                    <a:pt x="2" y="19"/>
                  </a:lnTo>
                  <a:lnTo>
                    <a:pt x="2" y="19"/>
                  </a:lnTo>
                  <a:lnTo>
                    <a:pt x="2" y="19"/>
                  </a:lnTo>
                  <a:lnTo>
                    <a:pt x="2" y="16"/>
                  </a:lnTo>
                  <a:lnTo>
                    <a:pt x="2" y="12"/>
                  </a:lnTo>
                  <a:lnTo>
                    <a:pt x="2" y="12"/>
                  </a:lnTo>
                  <a:lnTo>
                    <a:pt x="2" y="12"/>
                  </a:lnTo>
                  <a:lnTo>
                    <a:pt x="0" y="8"/>
                  </a:lnTo>
                  <a:lnTo>
                    <a:pt x="0" y="8"/>
                  </a:lnTo>
                  <a:lnTo>
                    <a:pt x="2" y="4"/>
                  </a:lnTo>
                  <a:lnTo>
                    <a:pt x="2"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14760" bIns="-14760" anchor="t">
              <a:noAutofit/>
            </a:bodyPr>
            <a:p>
              <a:endParaRPr b="0" lang="en-IN" sz="2400" strike="noStrike" u="none">
                <a:solidFill>
                  <a:srgbClr val="ffffff"/>
                </a:solidFill>
                <a:effectLst/>
                <a:uFillTx/>
                <a:latin typeface="Times New Roman"/>
              </a:endParaRPr>
            </a:p>
          </p:txBody>
        </p:sp>
        <p:sp>
          <p:nvSpPr>
            <p:cNvPr id="3922" name=""/>
            <p:cNvSpPr/>
            <p:nvPr/>
          </p:nvSpPr>
          <p:spPr>
            <a:xfrm>
              <a:off x="5491080" y="5068800"/>
              <a:ext cx="17640" cy="60480"/>
            </a:xfrm>
            <a:custGeom>
              <a:avLst/>
              <a:gdLst/>
              <a:ahLst/>
              <a:rect l="l" t="t" r="r" b="b"/>
              <a:pathLst>
                <a:path w="11" h="38">
                  <a:moveTo>
                    <a:pt x="3" y="0"/>
                  </a:moveTo>
                  <a:lnTo>
                    <a:pt x="5" y="8"/>
                  </a:lnTo>
                  <a:lnTo>
                    <a:pt x="5" y="8"/>
                  </a:lnTo>
                  <a:lnTo>
                    <a:pt x="5" y="17"/>
                  </a:lnTo>
                  <a:lnTo>
                    <a:pt x="5" y="20"/>
                  </a:lnTo>
                  <a:lnTo>
                    <a:pt x="3" y="24"/>
                  </a:lnTo>
                  <a:lnTo>
                    <a:pt x="2" y="30"/>
                  </a:lnTo>
                  <a:lnTo>
                    <a:pt x="2" y="36"/>
                  </a:lnTo>
                  <a:lnTo>
                    <a:pt x="0" y="37"/>
                  </a:lnTo>
                  <a:lnTo>
                    <a:pt x="2" y="37"/>
                  </a:lnTo>
                  <a:lnTo>
                    <a:pt x="2" y="36"/>
                  </a:lnTo>
                  <a:lnTo>
                    <a:pt x="3" y="30"/>
                  </a:lnTo>
                  <a:lnTo>
                    <a:pt x="5" y="24"/>
                  </a:lnTo>
                  <a:lnTo>
                    <a:pt x="7" y="20"/>
                  </a:lnTo>
                  <a:lnTo>
                    <a:pt x="7" y="17"/>
                  </a:lnTo>
                  <a:lnTo>
                    <a:pt x="10" y="8"/>
                  </a:lnTo>
                  <a:lnTo>
                    <a:pt x="7" y="8"/>
                  </a:lnTo>
                  <a:lnTo>
                    <a:pt x="5" y="0"/>
                  </a:lnTo>
                  <a:lnTo>
                    <a:pt x="3" y="0"/>
                  </a:lnTo>
                  <a:lnTo>
                    <a:pt x="3" y="0"/>
                  </a:lnTo>
                </a:path>
              </a:pathLst>
            </a:custGeom>
            <a:solidFill>
              <a:srgbClr val="ffc0b6"/>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3923" name=""/>
            <p:cNvSpPr/>
            <p:nvPr/>
          </p:nvSpPr>
          <p:spPr>
            <a:xfrm>
              <a:off x="5491080" y="5127480"/>
              <a:ext cx="4680" cy="1800"/>
            </a:xfrm>
            <a:custGeom>
              <a:avLst/>
              <a:gdLst/>
              <a:ahLst/>
              <a:rect l="l" t="t" r="r" b="b"/>
              <a:pathLst>
                <a:path w="3" h="1">
                  <a:moveTo>
                    <a:pt x="2" y="0"/>
                  </a:moveTo>
                  <a:lnTo>
                    <a:pt x="2" y="0"/>
                  </a:lnTo>
                  <a:lnTo>
                    <a:pt x="0"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924" name=""/>
            <p:cNvSpPr/>
            <p:nvPr/>
          </p:nvSpPr>
          <p:spPr>
            <a:xfrm>
              <a:off x="5208480" y="5146560"/>
              <a:ext cx="3240" cy="7920"/>
            </a:xfrm>
            <a:custGeom>
              <a:avLst/>
              <a:gdLst/>
              <a:ahLst/>
              <a:rect l="l" t="t" r="r" b="b"/>
              <a:pathLst>
                <a:path w="2" h="5">
                  <a:moveTo>
                    <a:pt x="0" y="0"/>
                  </a:moveTo>
                  <a:lnTo>
                    <a:pt x="0" y="0"/>
                  </a:lnTo>
                  <a:lnTo>
                    <a:pt x="0" y="4"/>
                  </a:lnTo>
                  <a:lnTo>
                    <a:pt x="0" y="4"/>
                  </a:lnTo>
                  <a:lnTo>
                    <a:pt x="1" y="4"/>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925" name=""/>
            <p:cNvSpPr/>
            <p:nvPr/>
          </p:nvSpPr>
          <p:spPr>
            <a:xfrm>
              <a:off x="5208480" y="5114880"/>
              <a:ext cx="27000" cy="39600"/>
            </a:xfrm>
            <a:custGeom>
              <a:avLst/>
              <a:gdLst/>
              <a:ahLst/>
              <a:rect l="l" t="t" r="r" b="b"/>
              <a:pathLst>
                <a:path w="17" h="25">
                  <a:moveTo>
                    <a:pt x="16" y="0"/>
                  </a:moveTo>
                  <a:lnTo>
                    <a:pt x="16" y="0"/>
                  </a:lnTo>
                  <a:lnTo>
                    <a:pt x="16" y="7"/>
                  </a:lnTo>
                  <a:lnTo>
                    <a:pt x="14" y="8"/>
                  </a:lnTo>
                  <a:lnTo>
                    <a:pt x="10" y="16"/>
                  </a:lnTo>
                  <a:lnTo>
                    <a:pt x="10" y="16"/>
                  </a:lnTo>
                  <a:lnTo>
                    <a:pt x="10" y="17"/>
                  </a:lnTo>
                  <a:lnTo>
                    <a:pt x="6" y="20"/>
                  </a:lnTo>
                  <a:lnTo>
                    <a:pt x="0" y="20"/>
                  </a:lnTo>
                  <a:lnTo>
                    <a:pt x="0" y="20"/>
                  </a:lnTo>
                  <a:lnTo>
                    <a:pt x="1" y="24"/>
                  </a:lnTo>
                  <a:lnTo>
                    <a:pt x="6" y="24"/>
                  </a:lnTo>
                  <a:lnTo>
                    <a:pt x="10" y="20"/>
                  </a:lnTo>
                  <a:lnTo>
                    <a:pt x="10" y="20"/>
                  </a:lnTo>
                  <a:lnTo>
                    <a:pt x="10" y="16"/>
                  </a:lnTo>
                  <a:lnTo>
                    <a:pt x="14" y="16"/>
                  </a:lnTo>
                  <a:lnTo>
                    <a:pt x="16" y="8"/>
                  </a:lnTo>
                  <a:lnTo>
                    <a:pt x="16" y="7"/>
                  </a:lnTo>
                  <a:lnTo>
                    <a:pt x="16" y="0"/>
                  </a:lnTo>
                  <a:lnTo>
                    <a:pt x="16" y="0"/>
                  </a:lnTo>
                  <a:lnTo>
                    <a:pt x="16" y="0"/>
                  </a:lnTo>
                  <a:lnTo>
                    <a:pt x="16" y="0"/>
                  </a:lnTo>
                </a:path>
              </a:pathLst>
            </a:custGeom>
            <a:solidFill>
              <a:srgbClr val="ffc0b6"/>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3926" name=""/>
            <p:cNvSpPr/>
            <p:nvPr/>
          </p:nvSpPr>
          <p:spPr>
            <a:xfrm>
              <a:off x="5230800" y="5068800"/>
              <a:ext cx="4680" cy="47880"/>
            </a:xfrm>
            <a:custGeom>
              <a:avLst/>
              <a:gdLst/>
              <a:ahLst/>
              <a:rect l="l" t="t" r="r" b="b"/>
              <a:pathLst>
                <a:path w="3" h="30">
                  <a:moveTo>
                    <a:pt x="2" y="0"/>
                  </a:moveTo>
                  <a:lnTo>
                    <a:pt x="2" y="1"/>
                  </a:lnTo>
                  <a:lnTo>
                    <a:pt x="2" y="8"/>
                  </a:lnTo>
                  <a:lnTo>
                    <a:pt x="0" y="20"/>
                  </a:lnTo>
                  <a:lnTo>
                    <a:pt x="2" y="29"/>
                  </a:lnTo>
                  <a:lnTo>
                    <a:pt x="2" y="29"/>
                  </a:lnTo>
                  <a:lnTo>
                    <a:pt x="2" y="20"/>
                  </a:lnTo>
                  <a:lnTo>
                    <a:pt x="2" y="8"/>
                  </a:lnTo>
                  <a:lnTo>
                    <a:pt x="2" y="1"/>
                  </a:lnTo>
                  <a:lnTo>
                    <a:pt x="2" y="0"/>
                  </a:lnTo>
                  <a:lnTo>
                    <a:pt x="2" y="0"/>
                  </a:lnTo>
                  <a:lnTo>
                    <a:pt x="2" y="0"/>
                  </a:lnTo>
                </a:path>
              </a:pathLst>
            </a:custGeom>
            <a:solidFill>
              <a:srgbClr val="ffc0b6"/>
            </a:solidFill>
            <a:ln w="0">
              <a:noFill/>
            </a:ln>
          </p:spPr>
          <p:style>
            <a:lnRef idx="0"/>
            <a:fillRef idx="0"/>
            <a:effectRef idx="0"/>
            <a:fontRef idx="minor"/>
          </p:style>
          <p:txBody>
            <a:bodyPr lIns="90000" rIns="90000" tIns="1080" bIns="1080" anchor="t">
              <a:noAutofit/>
            </a:bodyPr>
            <a:p>
              <a:endParaRPr b="0" lang="en-IN" sz="2400" strike="noStrike" u="none">
                <a:solidFill>
                  <a:srgbClr val="ffffff"/>
                </a:solidFill>
                <a:effectLst/>
                <a:uFillTx/>
                <a:latin typeface="Times New Roman"/>
              </a:endParaRPr>
            </a:p>
          </p:txBody>
        </p:sp>
        <p:sp>
          <p:nvSpPr>
            <p:cNvPr id="3927" name=""/>
            <p:cNvSpPr/>
            <p:nvPr/>
          </p:nvSpPr>
          <p:spPr>
            <a:xfrm>
              <a:off x="5234040" y="5106960"/>
              <a:ext cx="1440" cy="9720"/>
            </a:xfrm>
            <a:custGeom>
              <a:avLst/>
              <a:gdLst/>
              <a:ahLst/>
              <a:rect l="l" t="t" r="r" b="b"/>
              <a:pathLst>
                <a:path w="1" h="6">
                  <a:moveTo>
                    <a:pt x="0" y="5"/>
                  </a:moveTo>
                  <a:lnTo>
                    <a:pt x="0" y="5"/>
                  </a:lnTo>
                  <a:lnTo>
                    <a:pt x="0" y="0"/>
                  </a:lnTo>
                  <a:lnTo>
                    <a:pt x="0" y="5"/>
                  </a:lnTo>
                  <a:lnTo>
                    <a:pt x="0" y="5"/>
                  </a:lnTo>
                  <a:lnTo>
                    <a:pt x="0" y="5"/>
                  </a:lnTo>
                  <a:lnTo>
                    <a:pt x="0" y="5"/>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3928" name=""/>
            <p:cNvSpPr/>
            <p:nvPr/>
          </p:nvSpPr>
          <p:spPr>
            <a:xfrm>
              <a:off x="5160960" y="5146560"/>
              <a:ext cx="9360" cy="7920"/>
            </a:xfrm>
            <a:custGeom>
              <a:avLst/>
              <a:gdLst/>
              <a:ahLst/>
              <a:rect l="l" t="t" r="r" b="b"/>
              <a:pathLst>
                <a:path w="6" h="5">
                  <a:moveTo>
                    <a:pt x="0" y="4"/>
                  </a:moveTo>
                  <a:lnTo>
                    <a:pt x="2" y="4"/>
                  </a:lnTo>
                  <a:lnTo>
                    <a:pt x="5" y="4"/>
                  </a:lnTo>
                  <a:lnTo>
                    <a:pt x="5" y="4"/>
                  </a:lnTo>
                  <a:lnTo>
                    <a:pt x="5"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929" name=""/>
            <p:cNvSpPr/>
            <p:nvPr/>
          </p:nvSpPr>
          <p:spPr>
            <a:xfrm>
              <a:off x="5160960" y="5126040"/>
              <a:ext cx="9360" cy="28440"/>
            </a:xfrm>
            <a:custGeom>
              <a:avLst/>
              <a:gdLst/>
              <a:ahLst/>
              <a:rect l="l" t="t" r="r" b="b"/>
              <a:pathLst>
                <a:path w="6" h="18">
                  <a:moveTo>
                    <a:pt x="5" y="0"/>
                  </a:moveTo>
                  <a:lnTo>
                    <a:pt x="5" y="0"/>
                  </a:lnTo>
                  <a:lnTo>
                    <a:pt x="0" y="1"/>
                  </a:lnTo>
                  <a:lnTo>
                    <a:pt x="0" y="5"/>
                  </a:lnTo>
                  <a:lnTo>
                    <a:pt x="0" y="9"/>
                  </a:lnTo>
                  <a:lnTo>
                    <a:pt x="0" y="9"/>
                  </a:lnTo>
                  <a:lnTo>
                    <a:pt x="0" y="13"/>
                  </a:lnTo>
                  <a:lnTo>
                    <a:pt x="0" y="13"/>
                  </a:lnTo>
                  <a:lnTo>
                    <a:pt x="0" y="13"/>
                  </a:lnTo>
                  <a:lnTo>
                    <a:pt x="0" y="17"/>
                  </a:lnTo>
                  <a:lnTo>
                    <a:pt x="5" y="13"/>
                  </a:lnTo>
                  <a:lnTo>
                    <a:pt x="5" y="13"/>
                  </a:lnTo>
                  <a:lnTo>
                    <a:pt x="5" y="13"/>
                  </a:lnTo>
                  <a:lnTo>
                    <a:pt x="2" y="13"/>
                  </a:lnTo>
                  <a:lnTo>
                    <a:pt x="2" y="9"/>
                  </a:lnTo>
                  <a:lnTo>
                    <a:pt x="2" y="9"/>
                  </a:lnTo>
                  <a:lnTo>
                    <a:pt x="5" y="5"/>
                  </a:lnTo>
                  <a:lnTo>
                    <a:pt x="5" y="1"/>
                  </a:lnTo>
                  <a:lnTo>
                    <a:pt x="5" y="0"/>
                  </a:lnTo>
                  <a:lnTo>
                    <a:pt x="5" y="0"/>
                  </a:lnTo>
                  <a:lnTo>
                    <a:pt x="5" y="0"/>
                  </a:lnTo>
                  <a:lnTo>
                    <a:pt x="5" y="0"/>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3930" name=""/>
            <p:cNvSpPr/>
            <p:nvPr/>
          </p:nvSpPr>
          <p:spPr>
            <a:xfrm>
              <a:off x="5168880" y="5087880"/>
              <a:ext cx="9720" cy="39600"/>
            </a:xfrm>
            <a:custGeom>
              <a:avLst/>
              <a:gdLst/>
              <a:ahLst/>
              <a:rect l="l" t="t" r="r" b="b"/>
              <a:pathLst>
                <a:path w="6" h="25">
                  <a:moveTo>
                    <a:pt x="2" y="0"/>
                  </a:moveTo>
                  <a:lnTo>
                    <a:pt x="2" y="2"/>
                  </a:lnTo>
                  <a:lnTo>
                    <a:pt x="2" y="3"/>
                  </a:lnTo>
                  <a:lnTo>
                    <a:pt x="2" y="5"/>
                  </a:lnTo>
                  <a:lnTo>
                    <a:pt x="0" y="8"/>
                  </a:lnTo>
                  <a:lnTo>
                    <a:pt x="0" y="8"/>
                  </a:lnTo>
                  <a:lnTo>
                    <a:pt x="0" y="12"/>
                  </a:lnTo>
                  <a:lnTo>
                    <a:pt x="0" y="17"/>
                  </a:lnTo>
                  <a:lnTo>
                    <a:pt x="0" y="24"/>
                  </a:lnTo>
                  <a:lnTo>
                    <a:pt x="0" y="24"/>
                  </a:lnTo>
                  <a:lnTo>
                    <a:pt x="0" y="17"/>
                  </a:lnTo>
                  <a:lnTo>
                    <a:pt x="0" y="12"/>
                  </a:lnTo>
                  <a:lnTo>
                    <a:pt x="2" y="9"/>
                  </a:lnTo>
                  <a:lnTo>
                    <a:pt x="2" y="8"/>
                  </a:lnTo>
                  <a:lnTo>
                    <a:pt x="2" y="5"/>
                  </a:lnTo>
                  <a:lnTo>
                    <a:pt x="5" y="3"/>
                  </a:lnTo>
                  <a:lnTo>
                    <a:pt x="5" y="2"/>
                  </a:lnTo>
                  <a:lnTo>
                    <a:pt x="5" y="2"/>
                  </a:lnTo>
                  <a:lnTo>
                    <a:pt x="2" y="0"/>
                  </a:lnTo>
                  <a:lnTo>
                    <a:pt x="2" y="0"/>
                  </a:lnTo>
                </a:path>
              </a:pathLst>
            </a:custGeom>
            <a:solidFill>
              <a:srgbClr val="ffc0b6"/>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3931" name=""/>
            <p:cNvSpPr/>
            <p:nvPr/>
          </p:nvSpPr>
          <p:spPr>
            <a:xfrm>
              <a:off x="5168880" y="512604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32" name=""/>
            <p:cNvSpPr/>
            <p:nvPr/>
          </p:nvSpPr>
          <p:spPr>
            <a:xfrm>
              <a:off x="4764240" y="5127480"/>
              <a:ext cx="9360" cy="7920"/>
            </a:xfrm>
            <a:custGeom>
              <a:avLst/>
              <a:gdLst/>
              <a:ahLst/>
              <a:rect l="l" t="t" r="r" b="b"/>
              <a:pathLst>
                <a:path w="6" h="5">
                  <a:moveTo>
                    <a:pt x="0" y="0"/>
                  </a:moveTo>
                  <a:lnTo>
                    <a:pt x="0" y="3"/>
                  </a:lnTo>
                  <a:lnTo>
                    <a:pt x="3" y="4"/>
                  </a:lnTo>
                  <a:lnTo>
                    <a:pt x="5" y="3"/>
                  </a:lnTo>
                  <a:lnTo>
                    <a:pt x="5" y="0"/>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933" name=""/>
            <p:cNvSpPr/>
            <p:nvPr/>
          </p:nvSpPr>
          <p:spPr>
            <a:xfrm>
              <a:off x="4764240" y="5106960"/>
              <a:ext cx="18720" cy="22320"/>
            </a:xfrm>
            <a:custGeom>
              <a:avLst/>
              <a:gdLst/>
              <a:ahLst/>
              <a:rect l="l" t="t" r="r" b="b"/>
              <a:pathLst>
                <a:path w="12" h="14">
                  <a:moveTo>
                    <a:pt x="10" y="0"/>
                  </a:moveTo>
                  <a:lnTo>
                    <a:pt x="10" y="0"/>
                  </a:lnTo>
                  <a:lnTo>
                    <a:pt x="8" y="0"/>
                  </a:lnTo>
                  <a:lnTo>
                    <a:pt x="5" y="5"/>
                  </a:lnTo>
                  <a:lnTo>
                    <a:pt x="5" y="6"/>
                  </a:lnTo>
                  <a:lnTo>
                    <a:pt x="5" y="12"/>
                  </a:lnTo>
                  <a:lnTo>
                    <a:pt x="0" y="13"/>
                  </a:lnTo>
                  <a:lnTo>
                    <a:pt x="0" y="13"/>
                  </a:lnTo>
                  <a:lnTo>
                    <a:pt x="0" y="13"/>
                  </a:lnTo>
                  <a:lnTo>
                    <a:pt x="0" y="13"/>
                  </a:lnTo>
                  <a:lnTo>
                    <a:pt x="5" y="13"/>
                  </a:lnTo>
                  <a:lnTo>
                    <a:pt x="5" y="13"/>
                  </a:lnTo>
                  <a:lnTo>
                    <a:pt x="5" y="13"/>
                  </a:lnTo>
                  <a:lnTo>
                    <a:pt x="5" y="13"/>
                  </a:lnTo>
                  <a:lnTo>
                    <a:pt x="5" y="12"/>
                  </a:lnTo>
                  <a:lnTo>
                    <a:pt x="5" y="12"/>
                  </a:lnTo>
                  <a:lnTo>
                    <a:pt x="6" y="5"/>
                  </a:lnTo>
                  <a:lnTo>
                    <a:pt x="8" y="0"/>
                  </a:lnTo>
                  <a:lnTo>
                    <a:pt x="11" y="0"/>
                  </a:lnTo>
                  <a:lnTo>
                    <a:pt x="11" y="0"/>
                  </a:lnTo>
                  <a:lnTo>
                    <a:pt x="10" y="0"/>
                  </a:lnTo>
                  <a:lnTo>
                    <a:pt x="10"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934" name=""/>
            <p:cNvSpPr/>
            <p:nvPr/>
          </p:nvSpPr>
          <p:spPr>
            <a:xfrm>
              <a:off x="4780080" y="5081760"/>
              <a:ext cx="34920" cy="26640"/>
            </a:xfrm>
            <a:custGeom>
              <a:avLst/>
              <a:gdLst/>
              <a:ahLst/>
              <a:rect l="l" t="t" r="r" b="b"/>
              <a:pathLst>
                <a:path w="22" h="17">
                  <a:moveTo>
                    <a:pt x="17" y="0"/>
                  </a:moveTo>
                  <a:lnTo>
                    <a:pt x="17" y="0"/>
                  </a:lnTo>
                  <a:lnTo>
                    <a:pt x="17" y="0"/>
                  </a:lnTo>
                  <a:lnTo>
                    <a:pt x="14" y="6"/>
                  </a:lnTo>
                  <a:lnTo>
                    <a:pt x="11" y="7"/>
                  </a:lnTo>
                  <a:lnTo>
                    <a:pt x="11" y="9"/>
                  </a:lnTo>
                  <a:lnTo>
                    <a:pt x="9" y="12"/>
                  </a:lnTo>
                  <a:lnTo>
                    <a:pt x="9" y="12"/>
                  </a:lnTo>
                  <a:lnTo>
                    <a:pt x="0" y="16"/>
                  </a:lnTo>
                  <a:lnTo>
                    <a:pt x="1" y="16"/>
                  </a:lnTo>
                  <a:lnTo>
                    <a:pt x="9" y="16"/>
                  </a:lnTo>
                  <a:lnTo>
                    <a:pt x="11" y="12"/>
                  </a:lnTo>
                  <a:lnTo>
                    <a:pt x="11" y="12"/>
                  </a:lnTo>
                  <a:lnTo>
                    <a:pt x="14" y="9"/>
                  </a:lnTo>
                  <a:lnTo>
                    <a:pt x="17" y="7"/>
                  </a:lnTo>
                  <a:lnTo>
                    <a:pt x="17" y="4"/>
                  </a:lnTo>
                  <a:lnTo>
                    <a:pt x="19" y="0"/>
                  </a:lnTo>
                  <a:lnTo>
                    <a:pt x="21" y="0"/>
                  </a:lnTo>
                  <a:lnTo>
                    <a:pt x="17" y="0"/>
                  </a:lnTo>
                  <a:lnTo>
                    <a:pt x="17" y="0"/>
                  </a:lnTo>
                </a:path>
              </a:pathLst>
            </a:custGeom>
            <a:solidFill>
              <a:srgbClr val="ffc0b6"/>
            </a:solidFill>
            <a:ln w="0">
              <a:noFill/>
            </a:ln>
          </p:spPr>
          <p:style>
            <a:lnRef idx="0"/>
            <a:fillRef idx="0"/>
            <a:effectRef idx="0"/>
            <a:fontRef idx="minor"/>
          </p:style>
          <p:txBody>
            <a:bodyPr lIns="90000" rIns="90000" tIns="-20160" bIns="-20160" anchor="t">
              <a:noAutofit/>
            </a:bodyPr>
            <a:p>
              <a:endParaRPr b="0" lang="en-IN" sz="2400" strike="noStrike" u="none">
                <a:solidFill>
                  <a:srgbClr val="ffffff"/>
                </a:solidFill>
                <a:effectLst/>
                <a:uFillTx/>
                <a:latin typeface="Times New Roman"/>
              </a:endParaRPr>
            </a:p>
          </p:txBody>
        </p:sp>
        <p:sp>
          <p:nvSpPr>
            <p:cNvPr id="3935" name=""/>
            <p:cNvSpPr/>
            <p:nvPr/>
          </p:nvSpPr>
          <p:spPr>
            <a:xfrm>
              <a:off x="4776840" y="5106960"/>
              <a:ext cx="6120" cy="1440"/>
            </a:xfrm>
            <a:custGeom>
              <a:avLst/>
              <a:gdLst/>
              <a:ahLst/>
              <a:rect l="l" t="t" r="r" b="b"/>
              <a:pathLst>
                <a:path w="4" h="1">
                  <a:moveTo>
                    <a:pt x="3" y="0"/>
                  </a:moveTo>
                  <a:lnTo>
                    <a:pt x="3" y="0"/>
                  </a:lnTo>
                  <a:lnTo>
                    <a:pt x="3" y="0"/>
                  </a:lnTo>
                  <a:lnTo>
                    <a:pt x="3" y="0"/>
                  </a:lnTo>
                  <a:lnTo>
                    <a:pt x="0" y="0"/>
                  </a:lnTo>
                  <a:lnTo>
                    <a:pt x="3" y="0"/>
                  </a:lnTo>
                  <a:lnTo>
                    <a:pt x="3"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36" name=""/>
            <p:cNvSpPr/>
            <p:nvPr/>
          </p:nvSpPr>
          <p:spPr>
            <a:xfrm>
              <a:off x="4738680" y="5087880"/>
              <a:ext cx="1440" cy="4680"/>
            </a:xfrm>
            <a:custGeom>
              <a:avLst/>
              <a:gdLst/>
              <a:ahLst/>
              <a:rect l="l" t="t" r="r" b="b"/>
              <a:pathLst>
                <a:path w="1" h="3">
                  <a:moveTo>
                    <a:pt x="0" y="2"/>
                  </a:moveTo>
                  <a:lnTo>
                    <a:pt x="0" y="2"/>
                  </a:lnTo>
                  <a:lnTo>
                    <a:pt x="0" y="2"/>
                  </a:lnTo>
                  <a:lnTo>
                    <a:pt x="0" y="2"/>
                  </a:lnTo>
                  <a:lnTo>
                    <a:pt x="0" y="0"/>
                  </a:lnTo>
                  <a:lnTo>
                    <a:pt x="0" y="2"/>
                  </a:lnTo>
                  <a:lnTo>
                    <a:pt x="0"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3937" name=""/>
            <p:cNvSpPr/>
            <p:nvPr/>
          </p:nvSpPr>
          <p:spPr>
            <a:xfrm>
              <a:off x="4738680" y="5062680"/>
              <a:ext cx="7920" cy="29880"/>
            </a:xfrm>
            <a:custGeom>
              <a:avLst/>
              <a:gdLst/>
              <a:ahLst/>
              <a:rect l="l" t="t" r="r" b="b"/>
              <a:pathLst>
                <a:path w="5" h="19">
                  <a:moveTo>
                    <a:pt x="4" y="0"/>
                  </a:moveTo>
                  <a:lnTo>
                    <a:pt x="4" y="0"/>
                  </a:lnTo>
                  <a:lnTo>
                    <a:pt x="3" y="1"/>
                  </a:lnTo>
                  <a:lnTo>
                    <a:pt x="0" y="1"/>
                  </a:lnTo>
                  <a:lnTo>
                    <a:pt x="0" y="4"/>
                  </a:lnTo>
                  <a:lnTo>
                    <a:pt x="0" y="12"/>
                  </a:lnTo>
                  <a:lnTo>
                    <a:pt x="0" y="12"/>
                  </a:lnTo>
                  <a:lnTo>
                    <a:pt x="0" y="12"/>
                  </a:lnTo>
                  <a:lnTo>
                    <a:pt x="0" y="12"/>
                  </a:lnTo>
                  <a:lnTo>
                    <a:pt x="0" y="18"/>
                  </a:lnTo>
                  <a:lnTo>
                    <a:pt x="0" y="16"/>
                  </a:lnTo>
                  <a:lnTo>
                    <a:pt x="0" y="12"/>
                  </a:lnTo>
                  <a:lnTo>
                    <a:pt x="0" y="12"/>
                  </a:lnTo>
                  <a:lnTo>
                    <a:pt x="0" y="12"/>
                  </a:lnTo>
                  <a:lnTo>
                    <a:pt x="0" y="12"/>
                  </a:lnTo>
                  <a:lnTo>
                    <a:pt x="0" y="5"/>
                  </a:lnTo>
                  <a:lnTo>
                    <a:pt x="2" y="4"/>
                  </a:lnTo>
                  <a:lnTo>
                    <a:pt x="3" y="1"/>
                  </a:lnTo>
                  <a:lnTo>
                    <a:pt x="4" y="1"/>
                  </a:lnTo>
                  <a:lnTo>
                    <a:pt x="4" y="1"/>
                  </a:lnTo>
                  <a:lnTo>
                    <a:pt x="4" y="0"/>
                  </a:lnTo>
                  <a:lnTo>
                    <a:pt x="4" y="0"/>
                  </a:lnTo>
                </a:path>
              </a:pathLst>
            </a:custGeom>
            <a:solidFill>
              <a:srgbClr val="ffc0b6"/>
            </a:solidFill>
            <a:ln w="0">
              <a:noFill/>
            </a:ln>
          </p:spPr>
          <p:style>
            <a:lnRef idx="0"/>
            <a:fillRef idx="0"/>
            <a:effectRef idx="0"/>
            <a:fontRef idx="minor"/>
          </p:style>
          <p:txBody>
            <a:bodyPr lIns="90000" rIns="90000" tIns="-16920" bIns="-16920" anchor="t">
              <a:noAutofit/>
            </a:bodyPr>
            <a:p>
              <a:endParaRPr b="0" lang="en-IN" sz="2400" strike="noStrike" u="none">
                <a:solidFill>
                  <a:srgbClr val="ffffff"/>
                </a:solidFill>
                <a:effectLst/>
                <a:uFillTx/>
                <a:latin typeface="Times New Roman"/>
              </a:endParaRPr>
            </a:p>
          </p:txBody>
        </p:sp>
        <p:sp>
          <p:nvSpPr>
            <p:cNvPr id="3938" name=""/>
            <p:cNvSpPr/>
            <p:nvPr/>
          </p:nvSpPr>
          <p:spPr>
            <a:xfrm>
              <a:off x="4745160" y="5049720"/>
              <a:ext cx="33120" cy="15840"/>
            </a:xfrm>
            <a:custGeom>
              <a:avLst/>
              <a:gdLst/>
              <a:ahLst/>
              <a:rect l="l" t="t" r="r" b="b"/>
              <a:pathLst>
                <a:path w="21" h="10">
                  <a:moveTo>
                    <a:pt x="20" y="0"/>
                  </a:moveTo>
                  <a:lnTo>
                    <a:pt x="20" y="0"/>
                  </a:lnTo>
                  <a:lnTo>
                    <a:pt x="17" y="0"/>
                  </a:lnTo>
                  <a:lnTo>
                    <a:pt x="17" y="0"/>
                  </a:lnTo>
                  <a:lnTo>
                    <a:pt x="15" y="0"/>
                  </a:lnTo>
                  <a:lnTo>
                    <a:pt x="12" y="0"/>
                  </a:lnTo>
                  <a:lnTo>
                    <a:pt x="8" y="2"/>
                  </a:lnTo>
                  <a:lnTo>
                    <a:pt x="2" y="2"/>
                  </a:lnTo>
                  <a:lnTo>
                    <a:pt x="0" y="8"/>
                  </a:lnTo>
                  <a:lnTo>
                    <a:pt x="0" y="9"/>
                  </a:lnTo>
                  <a:lnTo>
                    <a:pt x="6" y="5"/>
                  </a:lnTo>
                  <a:lnTo>
                    <a:pt x="8" y="2"/>
                  </a:lnTo>
                  <a:lnTo>
                    <a:pt x="12" y="2"/>
                  </a:lnTo>
                  <a:lnTo>
                    <a:pt x="17" y="1"/>
                  </a:lnTo>
                  <a:lnTo>
                    <a:pt x="17" y="0"/>
                  </a:lnTo>
                  <a:lnTo>
                    <a:pt x="18" y="0"/>
                  </a:lnTo>
                  <a:lnTo>
                    <a:pt x="20" y="0"/>
                  </a:lnTo>
                  <a:lnTo>
                    <a:pt x="20" y="0"/>
                  </a:lnTo>
                  <a:lnTo>
                    <a:pt x="20" y="0"/>
                  </a:lnTo>
                  <a:lnTo>
                    <a:pt x="20"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939" name=""/>
            <p:cNvSpPr/>
            <p:nvPr/>
          </p:nvSpPr>
          <p:spPr>
            <a:xfrm>
              <a:off x="4745160" y="5062680"/>
              <a:ext cx="1440" cy="2880"/>
            </a:xfrm>
            <a:custGeom>
              <a:avLst/>
              <a:gdLst/>
              <a:ahLst/>
              <a:rect l="l" t="t" r="r" b="b"/>
              <a:pathLst>
                <a:path w="1" h="2">
                  <a:moveTo>
                    <a:pt x="0" y="1"/>
                  </a:moveTo>
                  <a:lnTo>
                    <a:pt x="0" y="1"/>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940" name=""/>
            <p:cNvSpPr/>
            <p:nvPr/>
          </p:nvSpPr>
          <p:spPr>
            <a:xfrm>
              <a:off x="4794120" y="506412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41" name=""/>
            <p:cNvSpPr/>
            <p:nvPr/>
          </p:nvSpPr>
          <p:spPr>
            <a:xfrm>
              <a:off x="4794120" y="5049720"/>
              <a:ext cx="47880" cy="15840"/>
            </a:xfrm>
            <a:custGeom>
              <a:avLst/>
              <a:gdLst/>
              <a:ahLst/>
              <a:rect l="l" t="t" r="r" b="b"/>
              <a:pathLst>
                <a:path w="30" h="10">
                  <a:moveTo>
                    <a:pt x="28" y="0"/>
                  </a:moveTo>
                  <a:lnTo>
                    <a:pt x="28" y="0"/>
                  </a:lnTo>
                  <a:lnTo>
                    <a:pt x="28" y="0"/>
                  </a:lnTo>
                  <a:lnTo>
                    <a:pt x="28" y="0"/>
                  </a:lnTo>
                  <a:lnTo>
                    <a:pt x="27" y="1"/>
                  </a:lnTo>
                  <a:lnTo>
                    <a:pt x="23" y="2"/>
                  </a:lnTo>
                  <a:lnTo>
                    <a:pt x="15" y="2"/>
                  </a:lnTo>
                  <a:lnTo>
                    <a:pt x="15" y="5"/>
                  </a:lnTo>
                  <a:lnTo>
                    <a:pt x="15" y="5"/>
                  </a:lnTo>
                  <a:lnTo>
                    <a:pt x="10" y="8"/>
                  </a:lnTo>
                  <a:lnTo>
                    <a:pt x="8" y="9"/>
                  </a:lnTo>
                  <a:lnTo>
                    <a:pt x="5" y="9"/>
                  </a:lnTo>
                  <a:lnTo>
                    <a:pt x="2" y="9"/>
                  </a:lnTo>
                  <a:lnTo>
                    <a:pt x="2" y="9"/>
                  </a:lnTo>
                  <a:lnTo>
                    <a:pt x="0" y="9"/>
                  </a:lnTo>
                  <a:lnTo>
                    <a:pt x="0" y="9"/>
                  </a:lnTo>
                  <a:lnTo>
                    <a:pt x="0" y="9"/>
                  </a:lnTo>
                  <a:lnTo>
                    <a:pt x="0" y="9"/>
                  </a:lnTo>
                  <a:lnTo>
                    <a:pt x="0" y="9"/>
                  </a:lnTo>
                  <a:lnTo>
                    <a:pt x="2" y="9"/>
                  </a:lnTo>
                  <a:lnTo>
                    <a:pt x="2" y="9"/>
                  </a:lnTo>
                  <a:lnTo>
                    <a:pt x="2" y="9"/>
                  </a:lnTo>
                  <a:lnTo>
                    <a:pt x="5" y="9"/>
                  </a:lnTo>
                  <a:lnTo>
                    <a:pt x="8" y="9"/>
                  </a:lnTo>
                  <a:lnTo>
                    <a:pt x="12" y="9"/>
                  </a:lnTo>
                  <a:lnTo>
                    <a:pt x="15" y="9"/>
                  </a:lnTo>
                  <a:lnTo>
                    <a:pt x="15" y="8"/>
                  </a:lnTo>
                  <a:lnTo>
                    <a:pt x="15" y="5"/>
                  </a:lnTo>
                  <a:lnTo>
                    <a:pt x="23" y="2"/>
                  </a:lnTo>
                  <a:lnTo>
                    <a:pt x="28" y="2"/>
                  </a:lnTo>
                  <a:lnTo>
                    <a:pt x="28" y="2"/>
                  </a:lnTo>
                  <a:lnTo>
                    <a:pt x="28" y="0"/>
                  </a:lnTo>
                  <a:lnTo>
                    <a:pt x="28" y="0"/>
                  </a:lnTo>
                  <a:lnTo>
                    <a:pt x="29" y="0"/>
                  </a:lnTo>
                  <a:lnTo>
                    <a:pt x="28" y="0"/>
                  </a:lnTo>
                  <a:lnTo>
                    <a:pt x="28"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942" name=""/>
            <p:cNvSpPr/>
            <p:nvPr/>
          </p:nvSpPr>
          <p:spPr>
            <a:xfrm>
              <a:off x="4794120" y="5064120"/>
              <a:ext cx="5040" cy="1440"/>
            </a:xfrm>
            <a:custGeom>
              <a:avLst/>
              <a:gdLst/>
              <a:ahLst/>
              <a:rect l="l" t="t" r="r" b="b"/>
              <a:pathLst>
                <a:path w="3" h="1">
                  <a:moveTo>
                    <a:pt x="0" y="0"/>
                  </a:moveTo>
                  <a:lnTo>
                    <a:pt x="2"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43" name=""/>
            <p:cNvSpPr/>
            <p:nvPr/>
          </p:nvSpPr>
          <p:spPr>
            <a:xfrm>
              <a:off x="4722840" y="5018040"/>
              <a:ext cx="17280" cy="1800"/>
            </a:xfrm>
            <a:custGeom>
              <a:avLst/>
              <a:gdLst/>
              <a:ahLst/>
              <a:rect l="l" t="t" r="r" b="b"/>
              <a:pathLst>
                <a:path w="11" h="1">
                  <a:moveTo>
                    <a:pt x="2" y="0"/>
                  </a:moveTo>
                  <a:lnTo>
                    <a:pt x="0" y="0"/>
                  </a:lnTo>
                  <a:lnTo>
                    <a:pt x="2" y="0"/>
                  </a:lnTo>
                  <a:lnTo>
                    <a:pt x="5" y="0"/>
                  </a:lnTo>
                  <a:lnTo>
                    <a:pt x="10" y="0"/>
                  </a:lnTo>
                  <a:lnTo>
                    <a:pt x="2" y="0"/>
                  </a:lnTo>
                  <a:lnTo>
                    <a:pt x="2"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944" name=""/>
            <p:cNvSpPr/>
            <p:nvPr/>
          </p:nvSpPr>
          <p:spPr>
            <a:xfrm>
              <a:off x="4726080" y="4997520"/>
              <a:ext cx="44280" cy="22320"/>
            </a:xfrm>
            <a:custGeom>
              <a:avLst/>
              <a:gdLst/>
              <a:ahLst/>
              <a:rect l="l" t="t" r="r" b="b"/>
              <a:pathLst>
                <a:path w="28" h="14">
                  <a:moveTo>
                    <a:pt x="27" y="0"/>
                  </a:moveTo>
                  <a:lnTo>
                    <a:pt x="20" y="0"/>
                  </a:lnTo>
                  <a:lnTo>
                    <a:pt x="14" y="0"/>
                  </a:lnTo>
                  <a:lnTo>
                    <a:pt x="11" y="0"/>
                  </a:lnTo>
                  <a:lnTo>
                    <a:pt x="11" y="7"/>
                  </a:lnTo>
                  <a:lnTo>
                    <a:pt x="8" y="7"/>
                  </a:lnTo>
                  <a:lnTo>
                    <a:pt x="8" y="9"/>
                  </a:lnTo>
                  <a:lnTo>
                    <a:pt x="3" y="13"/>
                  </a:lnTo>
                  <a:lnTo>
                    <a:pt x="0" y="13"/>
                  </a:lnTo>
                  <a:lnTo>
                    <a:pt x="8" y="13"/>
                  </a:lnTo>
                  <a:lnTo>
                    <a:pt x="8" y="13"/>
                  </a:lnTo>
                  <a:lnTo>
                    <a:pt x="8" y="13"/>
                  </a:lnTo>
                  <a:lnTo>
                    <a:pt x="10" y="9"/>
                  </a:lnTo>
                  <a:lnTo>
                    <a:pt x="11" y="7"/>
                  </a:lnTo>
                  <a:lnTo>
                    <a:pt x="12" y="7"/>
                  </a:lnTo>
                  <a:lnTo>
                    <a:pt x="18" y="0"/>
                  </a:lnTo>
                  <a:lnTo>
                    <a:pt x="24" y="0"/>
                  </a:lnTo>
                  <a:lnTo>
                    <a:pt x="27" y="0"/>
                  </a:lnTo>
                  <a:lnTo>
                    <a:pt x="27" y="0"/>
                  </a:lnTo>
                  <a:lnTo>
                    <a:pt x="27"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945" name=""/>
            <p:cNvSpPr/>
            <p:nvPr/>
          </p:nvSpPr>
          <p:spPr>
            <a:xfrm>
              <a:off x="4730760" y="5018040"/>
              <a:ext cx="9360" cy="1800"/>
            </a:xfrm>
            <a:custGeom>
              <a:avLst/>
              <a:gdLst/>
              <a:ahLst/>
              <a:rect l="l" t="t" r="r" b="b"/>
              <a:pathLst>
                <a:path w="6" h="1">
                  <a:moveTo>
                    <a:pt x="0" y="0"/>
                  </a:moveTo>
                  <a:lnTo>
                    <a:pt x="5" y="0"/>
                  </a:lnTo>
                  <a:lnTo>
                    <a:pt x="5" y="0"/>
                  </a:lnTo>
                  <a:lnTo>
                    <a:pt x="5"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946" name=""/>
            <p:cNvSpPr/>
            <p:nvPr/>
          </p:nvSpPr>
          <p:spPr>
            <a:xfrm>
              <a:off x="4923000" y="5199120"/>
              <a:ext cx="1440" cy="3240"/>
            </a:xfrm>
            <a:custGeom>
              <a:avLst/>
              <a:gdLst/>
              <a:ahLst/>
              <a:rect l="l" t="t" r="r" b="b"/>
              <a:pathLst>
                <a:path w="1" h="2">
                  <a:moveTo>
                    <a:pt x="0" y="0"/>
                  </a:moveTo>
                  <a:lnTo>
                    <a:pt x="0" y="1"/>
                  </a:lnTo>
                  <a:lnTo>
                    <a:pt x="0" y="1"/>
                  </a:lnTo>
                  <a:lnTo>
                    <a:pt x="0" y="1"/>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947" name=""/>
            <p:cNvSpPr/>
            <p:nvPr/>
          </p:nvSpPr>
          <p:spPr>
            <a:xfrm>
              <a:off x="4923000" y="5180040"/>
              <a:ext cx="47520" cy="22320"/>
            </a:xfrm>
            <a:custGeom>
              <a:avLst/>
              <a:gdLst/>
              <a:ahLst/>
              <a:rect l="l" t="t" r="r" b="b"/>
              <a:pathLst>
                <a:path w="30" h="14">
                  <a:moveTo>
                    <a:pt x="29" y="4"/>
                  </a:moveTo>
                  <a:lnTo>
                    <a:pt x="29" y="4"/>
                  </a:lnTo>
                  <a:lnTo>
                    <a:pt x="28" y="2"/>
                  </a:lnTo>
                  <a:lnTo>
                    <a:pt x="20" y="2"/>
                  </a:lnTo>
                  <a:lnTo>
                    <a:pt x="20" y="0"/>
                  </a:lnTo>
                  <a:lnTo>
                    <a:pt x="20" y="0"/>
                  </a:lnTo>
                  <a:lnTo>
                    <a:pt x="17" y="2"/>
                  </a:lnTo>
                  <a:lnTo>
                    <a:pt x="17" y="2"/>
                  </a:lnTo>
                  <a:lnTo>
                    <a:pt x="10" y="2"/>
                  </a:lnTo>
                  <a:lnTo>
                    <a:pt x="10" y="4"/>
                  </a:lnTo>
                  <a:lnTo>
                    <a:pt x="8" y="4"/>
                  </a:lnTo>
                  <a:lnTo>
                    <a:pt x="6" y="4"/>
                  </a:lnTo>
                  <a:lnTo>
                    <a:pt x="2" y="5"/>
                  </a:lnTo>
                  <a:lnTo>
                    <a:pt x="0" y="5"/>
                  </a:lnTo>
                  <a:lnTo>
                    <a:pt x="0" y="12"/>
                  </a:lnTo>
                  <a:lnTo>
                    <a:pt x="0" y="12"/>
                  </a:lnTo>
                  <a:lnTo>
                    <a:pt x="0" y="12"/>
                  </a:lnTo>
                  <a:lnTo>
                    <a:pt x="0" y="12"/>
                  </a:lnTo>
                  <a:lnTo>
                    <a:pt x="0" y="13"/>
                  </a:lnTo>
                  <a:lnTo>
                    <a:pt x="0" y="13"/>
                  </a:lnTo>
                  <a:lnTo>
                    <a:pt x="0" y="13"/>
                  </a:lnTo>
                  <a:lnTo>
                    <a:pt x="0" y="13"/>
                  </a:lnTo>
                  <a:lnTo>
                    <a:pt x="0" y="12"/>
                  </a:lnTo>
                  <a:lnTo>
                    <a:pt x="2" y="12"/>
                  </a:lnTo>
                  <a:lnTo>
                    <a:pt x="6" y="5"/>
                  </a:lnTo>
                  <a:lnTo>
                    <a:pt x="8" y="5"/>
                  </a:lnTo>
                  <a:lnTo>
                    <a:pt x="10" y="5"/>
                  </a:lnTo>
                  <a:lnTo>
                    <a:pt x="10" y="4"/>
                  </a:lnTo>
                  <a:lnTo>
                    <a:pt x="17" y="4"/>
                  </a:lnTo>
                  <a:lnTo>
                    <a:pt x="17" y="4"/>
                  </a:lnTo>
                  <a:lnTo>
                    <a:pt x="20" y="4"/>
                  </a:lnTo>
                  <a:lnTo>
                    <a:pt x="20" y="4"/>
                  </a:lnTo>
                  <a:lnTo>
                    <a:pt x="20" y="4"/>
                  </a:lnTo>
                  <a:lnTo>
                    <a:pt x="28" y="4"/>
                  </a:lnTo>
                  <a:lnTo>
                    <a:pt x="29" y="5"/>
                  </a:lnTo>
                  <a:lnTo>
                    <a:pt x="29" y="5"/>
                  </a:lnTo>
                  <a:lnTo>
                    <a:pt x="29" y="4"/>
                  </a:lnTo>
                  <a:lnTo>
                    <a:pt x="29" y="4"/>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948" name=""/>
            <p:cNvSpPr/>
            <p:nvPr/>
          </p:nvSpPr>
          <p:spPr>
            <a:xfrm>
              <a:off x="4968720" y="5186520"/>
              <a:ext cx="39960" cy="18720"/>
            </a:xfrm>
            <a:custGeom>
              <a:avLst/>
              <a:gdLst/>
              <a:ahLst/>
              <a:rect l="l" t="t" r="r" b="b"/>
              <a:pathLst>
                <a:path w="25" h="12">
                  <a:moveTo>
                    <a:pt x="24" y="11"/>
                  </a:moveTo>
                  <a:lnTo>
                    <a:pt x="24" y="9"/>
                  </a:lnTo>
                  <a:lnTo>
                    <a:pt x="20" y="9"/>
                  </a:lnTo>
                  <a:lnTo>
                    <a:pt x="20" y="9"/>
                  </a:lnTo>
                  <a:lnTo>
                    <a:pt x="20" y="9"/>
                  </a:lnTo>
                  <a:lnTo>
                    <a:pt x="16" y="9"/>
                  </a:lnTo>
                  <a:lnTo>
                    <a:pt x="11" y="8"/>
                  </a:lnTo>
                  <a:lnTo>
                    <a:pt x="6" y="1"/>
                  </a:lnTo>
                  <a:lnTo>
                    <a:pt x="0" y="0"/>
                  </a:lnTo>
                  <a:lnTo>
                    <a:pt x="0" y="1"/>
                  </a:lnTo>
                  <a:lnTo>
                    <a:pt x="5" y="8"/>
                  </a:lnTo>
                  <a:lnTo>
                    <a:pt x="11" y="9"/>
                  </a:lnTo>
                  <a:lnTo>
                    <a:pt x="11" y="9"/>
                  </a:lnTo>
                  <a:lnTo>
                    <a:pt x="20" y="11"/>
                  </a:lnTo>
                  <a:lnTo>
                    <a:pt x="20" y="11"/>
                  </a:lnTo>
                  <a:lnTo>
                    <a:pt x="20" y="11"/>
                  </a:lnTo>
                  <a:lnTo>
                    <a:pt x="24" y="11"/>
                  </a:lnTo>
                  <a:lnTo>
                    <a:pt x="24" y="11"/>
                  </a:lnTo>
                  <a:lnTo>
                    <a:pt x="24" y="11"/>
                  </a:lnTo>
                  <a:lnTo>
                    <a:pt x="24" y="11"/>
                  </a:lnTo>
                </a:path>
              </a:pathLst>
            </a:custGeom>
            <a:solidFill>
              <a:srgbClr val="ffc0b6"/>
            </a:solidFill>
            <a:ln w="0">
              <a:noFill/>
            </a:ln>
          </p:spPr>
          <p:style>
            <a:lnRef idx="0"/>
            <a:fillRef idx="0"/>
            <a:effectRef idx="0"/>
            <a:fontRef idx="minor"/>
          </p:style>
          <p:txBody>
            <a:bodyPr lIns="90000" rIns="90000" tIns="-28080" bIns="-28080" anchor="t">
              <a:noAutofit/>
            </a:bodyPr>
            <a:p>
              <a:endParaRPr b="0" lang="en-IN" sz="2400" strike="noStrike" u="none">
                <a:solidFill>
                  <a:srgbClr val="ffffff"/>
                </a:solidFill>
                <a:effectLst/>
                <a:uFillTx/>
                <a:latin typeface="Times New Roman"/>
              </a:endParaRPr>
            </a:p>
          </p:txBody>
        </p:sp>
        <p:sp>
          <p:nvSpPr>
            <p:cNvPr id="3949" name=""/>
            <p:cNvSpPr/>
            <p:nvPr/>
          </p:nvSpPr>
          <p:spPr>
            <a:xfrm>
              <a:off x="4968720" y="5186520"/>
              <a:ext cx="1800" cy="2880"/>
            </a:xfrm>
            <a:custGeom>
              <a:avLst/>
              <a:gdLst/>
              <a:ahLst/>
              <a:rect l="l" t="t" r="r" b="b"/>
              <a:pathLst>
                <a:path w="1" h="2">
                  <a:moveTo>
                    <a:pt x="0" y="1"/>
                  </a:moveTo>
                  <a:lnTo>
                    <a:pt x="0" y="1"/>
                  </a:lnTo>
                  <a:lnTo>
                    <a:pt x="0"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3950" name=""/>
            <p:cNvSpPr/>
            <p:nvPr/>
          </p:nvSpPr>
          <p:spPr>
            <a:xfrm>
              <a:off x="5638680" y="5162400"/>
              <a:ext cx="1800" cy="6480"/>
            </a:xfrm>
            <a:custGeom>
              <a:avLst/>
              <a:gdLst/>
              <a:ahLst/>
              <a:rect l="l" t="t" r="r" b="b"/>
              <a:pathLst>
                <a:path w="1" h="4">
                  <a:moveTo>
                    <a:pt x="0" y="0"/>
                  </a:moveTo>
                  <a:lnTo>
                    <a:pt x="0" y="0"/>
                  </a:lnTo>
                  <a:lnTo>
                    <a:pt x="0" y="3"/>
                  </a:lnTo>
                  <a:lnTo>
                    <a:pt x="0" y="3"/>
                  </a:lnTo>
                  <a:lnTo>
                    <a:pt x="0" y="0"/>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951" name=""/>
            <p:cNvSpPr/>
            <p:nvPr/>
          </p:nvSpPr>
          <p:spPr>
            <a:xfrm>
              <a:off x="5638680" y="5126040"/>
              <a:ext cx="11160" cy="38160"/>
            </a:xfrm>
            <a:custGeom>
              <a:avLst/>
              <a:gdLst/>
              <a:ahLst/>
              <a:rect l="l" t="t" r="r" b="b"/>
              <a:pathLst>
                <a:path w="7" h="24">
                  <a:moveTo>
                    <a:pt x="6" y="0"/>
                  </a:moveTo>
                  <a:lnTo>
                    <a:pt x="6" y="0"/>
                  </a:lnTo>
                  <a:lnTo>
                    <a:pt x="6" y="4"/>
                  </a:lnTo>
                  <a:lnTo>
                    <a:pt x="5" y="9"/>
                  </a:lnTo>
                  <a:lnTo>
                    <a:pt x="5" y="13"/>
                  </a:lnTo>
                  <a:lnTo>
                    <a:pt x="4" y="17"/>
                  </a:lnTo>
                  <a:lnTo>
                    <a:pt x="0" y="20"/>
                  </a:lnTo>
                  <a:lnTo>
                    <a:pt x="0" y="21"/>
                  </a:lnTo>
                  <a:lnTo>
                    <a:pt x="0" y="23"/>
                  </a:lnTo>
                  <a:lnTo>
                    <a:pt x="0" y="23"/>
                  </a:lnTo>
                  <a:lnTo>
                    <a:pt x="0" y="23"/>
                  </a:lnTo>
                  <a:lnTo>
                    <a:pt x="0" y="23"/>
                  </a:lnTo>
                  <a:lnTo>
                    <a:pt x="4" y="23"/>
                  </a:lnTo>
                  <a:lnTo>
                    <a:pt x="4" y="20"/>
                  </a:lnTo>
                  <a:lnTo>
                    <a:pt x="5" y="17"/>
                  </a:lnTo>
                  <a:lnTo>
                    <a:pt x="5" y="13"/>
                  </a:lnTo>
                  <a:lnTo>
                    <a:pt x="6" y="9"/>
                  </a:lnTo>
                  <a:lnTo>
                    <a:pt x="6" y="4"/>
                  </a:lnTo>
                  <a:lnTo>
                    <a:pt x="6" y="0"/>
                  </a:lnTo>
                  <a:lnTo>
                    <a:pt x="6" y="0"/>
                  </a:lnTo>
                  <a:lnTo>
                    <a:pt x="6" y="0"/>
                  </a:lnTo>
                  <a:lnTo>
                    <a:pt x="6" y="0"/>
                  </a:lnTo>
                </a:path>
              </a:pathLst>
            </a:custGeom>
            <a:solidFill>
              <a:srgbClr val="ffc0b6"/>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3952" name=""/>
            <p:cNvSpPr/>
            <p:nvPr/>
          </p:nvSpPr>
          <p:spPr>
            <a:xfrm>
              <a:off x="5648400" y="5064120"/>
              <a:ext cx="19080" cy="63360"/>
            </a:xfrm>
            <a:custGeom>
              <a:avLst/>
              <a:gdLst/>
              <a:ahLst/>
              <a:rect l="l" t="t" r="r" b="b"/>
              <a:pathLst>
                <a:path w="12" h="40">
                  <a:moveTo>
                    <a:pt x="7" y="0"/>
                  </a:moveTo>
                  <a:lnTo>
                    <a:pt x="7" y="4"/>
                  </a:lnTo>
                  <a:lnTo>
                    <a:pt x="7" y="11"/>
                  </a:lnTo>
                  <a:lnTo>
                    <a:pt x="7" y="15"/>
                  </a:lnTo>
                  <a:lnTo>
                    <a:pt x="3" y="20"/>
                  </a:lnTo>
                  <a:lnTo>
                    <a:pt x="3" y="23"/>
                  </a:lnTo>
                  <a:lnTo>
                    <a:pt x="0" y="27"/>
                  </a:lnTo>
                  <a:lnTo>
                    <a:pt x="0" y="33"/>
                  </a:lnTo>
                  <a:lnTo>
                    <a:pt x="0" y="39"/>
                  </a:lnTo>
                  <a:lnTo>
                    <a:pt x="0" y="39"/>
                  </a:lnTo>
                  <a:lnTo>
                    <a:pt x="0" y="33"/>
                  </a:lnTo>
                  <a:lnTo>
                    <a:pt x="3" y="27"/>
                  </a:lnTo>
                  <a:lnTo>
                    <a:pt x="5" y="23"/>
                  </a:lnTo>
                  <a:lnTo>
                    <a:pt x="7" y="20"/>
                  </a:lnTo>
                  <a:lnTo>
                    <a:pt x="11" y="17"/>
                  </a:lnTo>
                  <a:lnTo>
                    <a:pt x="11" y="11"/>
                  </a:lnTo>
                  <a:lnTo>
                    <a:pt x="11" y="4"/>
                  </a:lnTo>
                  <a:lnTo>
                    <a:pt x="11" y="0"/>
                  </a:lnTo>
                  <a:lnTo>
                    <a:pt x="7" y="0"/>
                  </a:lnTo>
                  <a:lnTo>
                    <a:pt x="7" y="0"/>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3953" name=""/>
            <p:cNvSpPr/>
            <p:nvPr/>
          </p:nvSpPr>
          <p:spPr>
            <a:xfrm>
              <a:off x="5648400" y="5126040"/>
              <a:ext cx="144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954" name=""/>
            <p:cNvSpPr/>
            <p:nvPr/>
          </p:nvSpPr>
          <p:spPr>
            <a:xfrm>
              <a:off x="5838840" y="5095800"/>
              <a:ext cx="9360" cy="1800"/>
            </a:xfrm>
            <a:custGeom>
              <a:avLst/>
              <a:gdLst/>
              <a:ahLst/>
              <a:rect l="l" t="t" r="r" b="b"/>
              <a:pathLst>
                <a:path w="6" h="1">
                  <a:moveTo>
                    <a:pt x="0" y="0"/>
                  </a:moveTo>
                  <a:lnTo>
                    <a:pt x="0" y="0"/>
                  </a:lnTo>
                  <a:lnTo>
                    <a:pt x="0" y="0"/>
                  </a:lnTo>
                  <a:lnTo>
                    <a:pt x="5" y="0"/>
                  </a:lnTo>
                  <a:lnTo>
                    <a:pt x="5"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955" name=""/>
            <p:cNvSpPr/>
            <p:nvPr/>
          </p:nvSpPr>
          <p:spPr>
            <a:xfrm>
              <a:off x="5838840" y="5052960"/>
              <a:ext cx="20520" cy="44640"/>
            </a:xfrm>
            <a:custGeom>
              <a:avLst/>
              <a:gdLst/>
              <a:ahLst/>
              <a:rect l="l" t="t" r="r" b="b"/>
              <a:pathLst>
                <a:path w="13" h="28">
                  <a:moveTo>
                    <a:pt x="12" y="0"/>
                  </a:moveTo>
                  <a:lnTo>
                    <a:pt x="12" y="0"/>
                  </a:lnTo>
                  <a:lnTo>
                    <a:pt x="12" y="3"/>
                  </a:lnTo>
                  <a:lnTo>
                    <a:pt x="12" y="7"/>
                  </a:lnTo>
                  <a:lnTo>
                    <a:pt x="11" y="10"/>
                  </a:lnTo>
                  <a:lnTo>
                    <a:pt x="11" y="18"/>
                  </a:lnTo>
                  <a:lnTo>
                    <a:pt x="10" y="18"/>
                  </a:lnTo>
                  <a:lnTo>
                    <a:pt x="5" y="24"/>
                  </a:lnTo>
                  <a:lnTo>
                    <a:pt x="0" y="25"/>
                  </a:lnTo>
                  <a:lnTo>
                    <a:pt x="0" y="27"/>
                  </a:lnTo>
                  <a:lnTo>
                    <a:pt x="5" y="27"/>
                  </a:lnTo>
                  <a:lnTo>
                    <a:pt x="5" y="27"/>
                  </a:lnTo>
                  <a:lnTo>
                    <a:pt x="7" y="25"/>
                  </a:lnTo>
                  <a:lnTo>
                    <a:pt x="10" y="18"/>
                  </a:lnTo>
                  <a:lnTo>
                    <a:pt x="11" y="18"/>
                  </a:lnTo>
                  <a:lnTo>
                    <a:pt x="12" y="10"/>
                  </a:lnTo>
                  <a:lnTo>
                    <a:pt x="12" y="7"/>
                  </a:lnTo>
                  <a:lnTo>
                    <a:pt x="12" y="3"/>
                  </a:lnTo>
                  <a:lnTo>
                    <a:pt x="12" y="0"/>
                  </a:lnTo>
                  <a:lnTo>
                    <a:pt x="12" y="0"/>
                  </a:lnTo>
                  <a:lnTo>
                    <a:pt x="12" y="0"/>
                  </a:lnTo>
                  <a:lnTo>
                    <a:pt x="12" y="0"/>
                  </a:lnTo>
                </a:path>
              </a:pathLst>
            </a:custGeom>
            <a:solidFill>
              <a:srgbClr val="ffc0b6"/>
            </a:solidFill>
            <a:ln w="0">
              <a:noFill/>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3956" name=""/>
            <p:cNvSpPr/>
            <p:nvPr/>
          </p:nvSpPr>
          <p:spPr>
            <a:xfrm>
              <a:off x="5856120" y="5021280"/>
              <a:ext cx="5040" cy="33480"/>
            </a:xfrm>
            <a:custGeom>
              <a:avLst/>
              <a:gdLst/>
              <a:ahLst/>
              <a:rect l="l" t="t" r="r" b="b"/>
              <a:pathLst>
                <a:path w="3" h="21">
                  <a:moveTo>
                    <a:pt x="1" y="0"/>
                  </a:moveTo>
                  <a:lnTo>
                    <a:pt x="1" y="3"/>
                  </a:lnTo>
                  <a:lnTo>
                    <a:pt x="1" y="3"/>
                  </a:lnTo>
                  <a:lnTo>
                    <a:pt x="1" y="6"/>
                  </a:lnTo>
                  <a:lnTo>
                    <a:pt x="0" y="8"/>
                  </a:lnTo>
                  <a:lnTo>
                    <a:pt x="0" y="16"/>
                  </a:lnTo>
                  <a:lnTo>
                    <a:pt x="0" y="18"/>
                  </a:lnTo>
                  <a:lnTo>
                    <a:pt x="0" y="19"/>
                  </a:lnTo>
                  <a:lnTo>
                    <a:pt x="1" y="20"/>
                  </a:lnTo>
                  <a:lnTo>
                    <a:pt x="1" y="20"/>
                  </a:lnTo>
                  <a:lnTo>
                    <a:pt x="1" y="18"/>
                  </a:lnTo>
                  <a:lnTo>
                    <a:pt x="1" y="18"/>
                  </a:lnTo>
                  <a:lnTo>
                    <a:pt x="1" y="16"/>
                  </a:lnTo>
                  <a:lnTo>
                    <a:pt x="1" y="11"/>
                  </a:lnTo>
                  <a:lnTo>
                    <a:pt x="1" y="6"/>
                  </a:lnTo>
                  <a:lnTo>
                    <a:pt x="1" y="6"/>
                  </a:lnTo>
                  <a:lnTo>
                    <a:pt x="2" y="3"/>
                  </a:lnTo>
                  <a:lnTo>
                    <a:pt x="2" y="3"/>
                  </a:lnTo>
                  <a:lnTo>
                    <a:pt x="1" y="0"/>
                  </a:lnTo>
                  <a:lnTo>
                    <a:pt x="1" y="0"/>
                  </a:lnTo>
                </a:path>
              </a:pathLst>
            </a:custGeom>
            <a:solidFill>
              <a:srgbClr val="ffc0b6"/>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3957" name=""/>
            <p:cNvSpPr/>
            <p:nvPr/>
          </p:nvSpPr>
          <p:spPr>
            <a:xfrm>
              <a:off x="5857920" y="505296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958" name=""/>
            <p:cNvSpPr/>
            <p:nvPr/>
          </p:nvSpPr>
          <p:spPr>
            <a:xfrm>
              <a:off x="5838840" y="5008680"/>
              <a:ext cx="9360" cy="1440"/>
            </a:xfrm>
            <a:custGeom>
              <a:avLst/>
              <a:gdLst/>
              <a:ahLst/>
              <a:rect l="l" t="t" r="r" b="b"/>
              <a:pathLst>
                <a:path w="6" h="1">
                  <a:moveTo>
                    <a:pt x="0" y="0"/>
                  </a:moveTo>
                  <a:lnTo>
                    <a:pt x="0" y="0"/>
                  </a:lnTo>
                  <a:lnTo>
                    <a:pt x="0" y="0"/>
                  </a:lnTo>
                  <a:lnTo>
                    <a:pt x="5" y="0"/>
                  </a:lnTo>
                  <a:lnTo>
                    <a:pt x="5"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59" name=""/>
            <p:cNvSpPr/>
            <p:nvPr/>
          </p:nvSpPr>
          <p:spPr>
            <a:xfrm>
              <a:off x="5838840" y="4967280"/>
              <a:ext cx="17280" cy="42840"/>
            </a:xfrm>
            <a:custGeom>
              <a:avLst/>
              <a:gdLst/>
              <a:ahLst/>
              <a:rect l="l" t="t" r="r" b="b"/>
              <a:pathLst>
                <a:path w="11" h="27">
                  <a:moveTo>
                    <a:pt x="5" y="0"/>
                  </a:moveTo>
                  <a:lnTo>
                    <a:pt x="5" y="6"/>
                  </a:lnTo>
                  <a:lnTo>
                    <a:pt x="5" y="19"/>
                  </a:lnTo>
                  <a:lnTo>
                    <a:pt x="0" y="19"/>
                  </a:lnTo>
                  <a:lnTo>
                    <a:pt x="0" y="26"/>
                  </a:lnTo>
                  <a:lnTo>
                    <a:pt x="5" y="26"/>
                  </a:lnTo>
                  <a:lnTo>
                    <a:pt x="7" y="19"/>
                  </a:lnTo>
                  <a:lnTo>
                    <a:pt x="10" y="19"/>
                  </a:lnTo>
                  <a:lnTo>
                    <a:pt x="10" y="6"/>
                  </a:lnTo>
                  <a:lnTo>
                    <a:pt x="10" y="0"/>
                  </a:lnTo>
                  <a:lnTo>
                    <a:pt x="5" y="0"/>
                  </a:lnTo>
                  <a:lnTo>
                    <a:pt x="5" y="0"/>
                  </a:lnTo>
                </a:path>
              </a:pathLst>
            </a:custGeom>
            <a:solidFill>
              <a:srgbClr val="ffc0b6"/>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3960" name=""/>
            <p:cNvSpPr/>
            <p:nvPr/>
          </p:nvSpPr>
          <p:spPr>
            <a:xfrm>
              <a:off x="5838840" y="5008680"/>
              <a:ext cx="9360" cy="1440"/>
            </a:xfrm>
            <a:custGeom>
              <a:avLst/>
              <a:gdLst/>
              <a:ahLst/>
              <a:rect l="l" t="t" r="r" b="b"/>
              <a:pathLst>
                <a:path w="6" h="1">
                  <a:moveTo>
                    <a:pt x="5" y="0"/>
                  </a:moveTo>
                  <a:lnTo>
                    <a:pt x="5" y="0"/>
                  </a:lnTo>
                  <a:lnTo>
                    <a:pt x="0" y="0"/>
                  </a:lnTo>
                  <a:lnTo>
                    <a:pt x="0" y="0"/>
                  </a:lnTo>
                  <a:lnTo>
                    <a:pt x="0" y="0"/>
                  </a:lnTo>
                  <a:lnTo>
                    <a:pt x="5" y="0"/>
                  </a:lnTo>
                  <a:lnTo>
                    <a:pt x="5"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61" name=""/>
            <p:cNvSpPr/>
            <p:nvPr/>
          </p:nvSpPr>
          <p:spPr>
            <a:xfrm>
              <a:off x="5924520" y="5030640"/>
              <a:ext cx="1440" cy="5040"/>
            </a:xfrm>
            <a:custGeom>
              <a:avLst/>
              <a:gdLst/>
              <a:ahLst/>
              <a:rect l="l" t="t" r="r" b="b"/>
              <a:pathLst>
                <a:path w="1" h="3">
                  <a:moveTo>
                    <a:pt x="0" y="0"/>
                  </a:moveTo>
                  <a:lnTo>
                    <a:pt x="0" y="1"/>
                  </a:lnTo>
                  <a:lnTo>
                    <a:pt x="0" y="2"/>
                  </a:lnTo>
                  <a:lnTo>
                    <a:pt x="0" y="2"/>
                  </a:lnTo>
                  <a:lnTo>
                    <a:pt x="0" y="1"/>
                  </a:lnTo>
                  <a:lnTo>
                    <a:pt x="0" y="0"/>
                  </a:lnTo>
                  <a:lnTo>
                    <a:pt x="0"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962" name=""/>
            <p:cNvSpPr/>
            <p:nvPr/>
          </p:nvSpPr>
          <p:spPr>
            <a:xfrm>
              <a:off x="5924520" y="4997520"/>
              <a:ext cx="12600" cy="36360"/>
            </a:xfrm>
            <a:custGeom>
              <a:avLst/>
              <a:gdLst/>
              <a:ahLst/>
              <a:rect l="l" t="t" r="r" b="b"/>
              <a:pathLst>
                <a:path w="8" h="23">
                  <a:moveTo>
                    <a:pt x="7" y="0"/>
                  </a:moveTo>
                  <a:lnTo>
                    <a:pt x="7" y="0"/>
                  </a:lnTo>
                  <a:lnTo>
                    <a:pt x="7" y="0"/>
                  </a:lnTo>
                  <a:lnTo>
                    <a:pt x="7" y="7"/>
                  </a:lnTo>
                  <a:lnTo>
                    <a:pt x="7" y="9"/>
                  </a:lnTo>
                  <a:lnTo>
                    <a:pt x="0" y="13"/>
                  </a:lnTo>
                  <a:lnTo>
                    <a:pt x="0" y="15"/>
                  </a:lnTo>
                  <a:lnTo>
                    <a:pt x="0" y="18"/>
                  </a:lnTo>
                  <a:lnTo>
                    <a:pt x="0" y="21"/>
                  </a:lnTo>
                  <a:lnTo>
                    <a:pt x="0" y="21"/>
                  </a:lnTo>
                  <a:lnTo>
                    <a:pt x="0" y="22"/>
                  </a:lnTo>
                  <a:lnTo>
                    <a:pt x="0" y="21"/>
                  </a:lnTo>
                  <a:lnTo>
                    <a:pt x="4" y="21"/>
                  </a:lnTo>
                  <a:lnTo>
                    <a:pt x="7" y="15"/>
                  </a:lnTo>
                  <a:lnTo>
                    <a:pt x="7" y="13"/>
                  </a:lnTo>
                  <a:lnTo>
                    <a:pt x="7" y="9"/>
                  </a:lnTo>
                  <a:lnTo>
                    <a:pt x="7" y="7"/>
                  </a:lnTo>
                  <a:lnTo>
                    <a:pt x="7" y="0"/>
                  </a:lnTo>
                  <a:lnTo>
                    <a:pt x="7" y="0"/>
                  </a:lnTo>
                  <a:lnTo>
                    <a:pt x="7" y="0"/>
                  </a:lnTo>
                  <a:lnTo>
                    <a:pt x="7" y="0"/>
                  </a:lnTo>
                  <a:lnTo>
                    <a:pt x="7" y="0"/>
                  </a:lnTo>
                </a:path>
              </a:pathLst>
            </a:custGeom>
            <a:solidFill>
              <a:srgbClr val="ffc0b6"/>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3963" name=""/>
            <p:cNvSpPr/>
            <p:nvPr/>
          </p:nvSpPr>
          <p:spPr>
            <a:xfrm>
              <a:off x="5931000" y="4967280"/>
              <a:ext cx="6120" cy="31680"/>
            </a:xfrm>
            <a:custGeom>
              <a:avLst/>
              <a:gdLst/>
              <a:ahLst/>
              <a:rect l="l" t="t" r="r" b="b"/>
              <a:pathLst>
                <a:path w="4" h="20">
                  <a:moveTo>
                    <a:pt x="3" y="0"/>
                  </a:moveTo>
                  <a:lnTo>
                    <a:pt x="3" y="0"/>
                  </a:lnTo>
                  <a:lnTo>
                    <a:pt x="3" y="6"/>
                  </a:lnTo>
                  <a:lnTo>
                    <a:pt x="0" y="16"/>
                  </a:lnTo>
                  <a:lnTo>
                    <a:pt x="3" y="19"/>
                  </a:lnTo>
                  <a:lnTo>
                    <a:pt x="3" y="19"/>
                  </a:lnTo>
                  <a:lnTo>
                    <a:pt x="3" y="16"/>
                  </a:lnTo>
                  <a:lnTo>
                    <a:pt x="3" y="6"/>
                  </a:lnTo>
                  <a:lnTo>
                    <a:pt x="3" y="2"/>
                  </a:lnTo>
                  <a:lnTo>
                    <a:pt x="3" y="0"/>
                  </a:lnTo>
                  <a:lnTo>
                    <a:pt x="3" y="0"/>
                  </a:lnTo>
                  <a:lnTo>
                    <a:pt x="3" y="0"/>
                  </a:lnTo>
                </a:path>
              </a:pathLst>
            </a:custGeom>
            <a:solidFill>
              <a:srgbClr val="ffc0b6"/>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3964" name=""/>
            <p:cNvSpPr/>
            <p:nvPr/>
          </p:nvSpPr>
          <p:spPr>
            <a:xfrm>
              <a:off x="5935680" y="499752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65" name=""/>
            <p:cNvSpPr/>
            <p:nvPr/>
          </p:nvSpPr>
          <p:spPr>
            <a:xfrm>
              <a:off x="5935680" y="4908600"/>
              <a:ext cx="1440" cy="6480"/>
            </a:xfrm>
            <a:custGeom>
              <a:avLst/>
              <a:gdLst/>
              <a:ahLst/>
              <a:rect l="l" t="t" r="r" b="b"/>
              <a:pathLst>
                <a:path w="1" h="4">
                  <a:moveTo>
                    <a:pt x="0" y="0"/>
                  </a:moveTo>
                  <a:lnTo>
                    <a:pt x="0" y="0"/>
                  </a:lnTo>
                  <a:lnTo>
                    <a:pt x="0" y="1"/>
                  </a:lnTo>
                  <a:lnTo>
                    <a:pt x="0" y="3"/>
                  </a:lnTo>
                  <a:lnTo>
                    <a:pt x="0" y="1"/>
                  </a:lnTo>
                  <a:lnTo>
                    <a:pt x="0" y="0"/>
                  </a:lnTo>
                  <a:lnTo>
                    <a:pt x="0"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966" name=""/>
            <p:cNvSpPr/>
            <p:nvPr/>
          </p:nvSpPr>
          <p:spPr>
            <a:xfrm>
              <a:off x="5935680" y="4884840"/>
              <a:ext cx="12600" cy="27000"/>
            </a:xfrm>
            <a:custGeom>
              <a:avLst/>
              <a:gdLst/>
              <a:ahLst/>
              <a:rect l="l" t="t" r="r" b="b"/>
              <a:pathLst>
                <a:path w="8" h="17">
                  <a:moveTo>
                    <a:pt x="0" y="0"/>
                  </a:moveTo>
                  <a:lnTo>
                    <a:pt x="0" y="6"/>
                  </a:lnTo>
                  <a:lnTo>
                    <a:pt x="0" y="6"/>
                  </a:lnTo>
                  <a:lnTo>
                    <a:pt x="0" y="12"/>
                  </a:lnTo>
                  <a:lnTo>
                    <a:pt x="0" y="12"/>
                  </a:lnTo>
                  <a:lnTo>
                    <a:pt x="0" y="12"/>
                  </a:lnTo>
                  <a:lnTo>
                    <a:pt x="0" y="13"/>
                  </a:lnTo>
                  <a:lnTo>
                    <a:pt x="0" y="15"/>
                  </a:lnTo>
                  <a:lnTo>
                    <a:pt x="0" y="15"/>
                  </a:lnTo>
                  <a:lnTo>
                    <a:pt x="0" y="16"/>
                  </a:lnTo>
                  <a:lnTo>
                    <a:pt x="0" y="15"/>
                  </a:lnTo>
                  <a:lnTo>
                    <a:pt x="3" y="15"/>
                  </a:lnTo>
                  <a:lnTo>
                    <a:pt x="7" y="13"/>
                  </a:lnTo>
                  <a:lnTo>
                    <a:pt x="7" y="12"/>
                  </a:lnTo>
                  <a:lnTo>
                    <a:pt x="7" y="12"/>
                  </a:lnTo>
                  <a:lnTo>
                    <a:pt x="7" y="6"/>
                  </a:lnTo>
                  <a:lnTo>
                    <a:pt x="7" y="6"/>
                  </a:lnTo>
                  <a:lnTo>
                    <a:pt x="0" y="0"/>
                  </a:lnTo>
                  <a:lnTo>
                    <a:pt x="0" y="0"/>
                  </a:lnTo>
                  <a:lnTo>
                    <a:pt x="0"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3967" name=""/>
            <p:cNvSpPr/>
            <p:nvPr/>
          </p:nvSpPr>
          <p:spPr>
            <a:xfrm>
              <a:off x="5935680" y="4905360"/>
              <a:ext cx="1440" cy="6480"/>
            </a:xfrm>
            <a:custGeom>
              <a:avLst/>
              <a:gdLst/>
              <a:ahLst/>
              <a:rect l="l" t="t" r="r" b="b"/>
              <a:pathLst>
                <a:path w="1" h="4">
                  <a:moveTo>
                    <a:pt x="0" y="2"/>
                  </a:moveTo>
                  <a:lnTo>
                    <a:pt x="0" y="0"/>
                  </a:lnTo>
                  <a:lnTo>
                    <a:pt x="0" y="2"/>
                  </a:lnTo>
                  <a:lnTo>
                    <a:pt x="0" y="2"/>
                  </a:lnTo>
                  <a:lnTo>
                    <a:pt x="0" y="3"/>
                  </a:lnTo>
                  <a:lnTo>
                    <a:pt x="0" y="2"/>
                  </a:lnTo>
                  <a:lnTo>
                    <a:pt x="0" y="2"/>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968" name=""/>
            <p:cNvSpPr/>
            <p:nvPr/>
          </p:nvSpPr>
          <p:spPr>
            <a:xfrm>
              <a:off x="5978520" y="4903920"/>
              <a:ext cx="4680" cy="1440"/>
            </a:xfrm>
            <a:custGeom>
              <a:avLst/>
              <a:gdLst/>
              <a:ahLst/>
              <a:rect l="l" t="t" r="r" b="b"/>
              <a:pathLst>
                <a:path w="3" h="1">
                  <a:moveTo>
                    <a:pt x="0" y="0"/>
                  </a:moveTo>
                  <a:lnTo>
                    <a:pt x="0" y="0"/>
                  </a:lnTo>
                  <a:lnTo>
                    <a:pt x="0" y="0"/>
                  </a:lnTo>
                  <a:lnTo>
                    <a:pt x="2"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69" name=""/>
            <p:cNvSpPr/>
            <p:nvPr/>
          </p:nvSpPr>
          <p:spPr>
            <a:xfrm>
              <a:off x="5978520" y="4871880"/>
              <a:ext cx="20520" cy="33480"/>
            </a:xfrm>
            <a:custGeom>
              <a:avLst/>
              <a:gdLst/>
              <a:ahLst/>
              <a:rect l="l" t="t" r="r" b="b"/>
              <a:pathLst>
                <a:path w="13" h="21">
                  <a:moveTo>
                    <a:pt x="9" y="0"/>
                  </a:moveTo>
                  <a:lnTo>
                    <a:pt x="9" y="0"/>
                  </a:lnTo>
                  <a:lnTo>
                    <a:pt x="9" y="3"/>
                  </a:lnTo>
                  <a:lnTo>
                    <a:pt x="6" y="5"/>
                  </a:lnTo>
                  <a:lnTo>
                    <a:pt x="2" y="8"/>
                  </a:lnTo>
                  <a:lnTo>
                    <a:pt x="2" y="14"/>
                  </a:lnTo>
                  <a:lnTo>
                    <a:pt x="2" y="17"/>
                  </a:lnTo>
                  <a:lnTo>
                    <a:pt x="0" y="20"/>
                  </a:lnTo>
                  <a:lnTo>
                    <a:pt x="0" y="20"/>
                  </a:lnTo>
                  <a:lnTo>
                    <a:pt x="2" y="20"/>
                  </a:lnTo>
                  <a:lnTo>
                    <a:pt x="2" y="20"/>
                  </a:lnTo>
                  <a:lnTo>
                    <a:pt x="2" y="17"/>
                  </a:lnTo>
                  <a:lnTo>
                    <a:pt x="2" y="14"/>
                  </a:lnTo>
                  <a:lnTo>
                    <a:pt x="9" y="8"/>
                  </a:lnTo>
                  <a:lnTo>
                    <a:pt x="9" y="5"/>
                  </a:lnTo>
                  <a:lnTo>
                    <a:pt x="12" y="3"/>
                  </a:lnTo>
                  <a:lnTo>
                    <a:pt x="12" y="0"/>
                  </a:lnTo>
                  <a:lnTo>
                    <a:pt x="12" y="0"/>
                  </a:lnTo>
                  <a:lnTo>
                    <a:pt x="9" y="0"/>
                  </a:lnTo>
                  <a:lnTo>
                    <a:pt x="9" y="0"/>
                  </a:lnTo>
                </a:path>
              </a:pathLst>
            </a:custGeom>
            <a:solidFill>
              <a:srgbClr val="ffc0b6"/>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3970" name=""/>
            <p:cNvSpPr/>
            <p:nvPr/>
          </p:nvSpPr>
          <p:spPr>
            <a:xfrm>
              <a:off x="5978520" y="4903920"/>
              <a:ext cx="4680" cy="1440"/>
            </a:xfrm>
            <a:custGeom>
              <a:avLst/>
              <a:gdLst/>
              <a:ahLst/>
              <a:rect l="l" t="t" r="r" b="b"/>
              <a:pathLst>
                <a:path w="3" h="1">
                  <a:moveTo>
                    <a:pt x="2" y="0"/>
                  </a:moveTo>
                  <a:lnTo>
                    <a:pt x="2" y="0"/>
                  </a:lnTo>
                  <a:lnTo>
                    <a:pt x="0"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71" name=""/>
            <p:cNvSpPr/>
            <p:nvPr/>
          </p:nvSpPr>
          <p:spPr>
            <a:xfrm>
              <a:off x="5761080" y="5092560"/>
              <a:ext cx="12600" cy="1800"/>
            </a:xfrm>
            <a:custGeom>
              <a:avLst/>
              <a:gdLst/>
              <a:ahLst/>
              <a:rect l="l" t="t" r="r" b="b"/>
              <a:pathLst>
                <a:path w="8" h="1">
                  <a:moveTo>
                    <a:pt x="2" y="0"/>
                  </a:moveTo>
                  <a:lnTo>
                    <a:pt x="0" y="0"/>
                  </a:lnTo>
                  <a:lnTo>
                    <a:pt x="2" y="0"/>
                  </a:lnTo>
                  <a:lnTo>
                    <a:pt x="2" y="0"/>
                  </a:lnTo>
                  <a:lnTo>
                    <a:pt x="7" y="0"/>
                  </a:lnTo>
                  <a:lnTo>
                    <a:pt x="2" y="0"/>
                  </a:lnTo>
                  <a:lnTo>
                    <a:pt x="2"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972" name=""/>
            <p:cNvSpPr/>
            <p:nvPr/>
          </p:nvSpPr>
          <p:spPr>
            <a:xfrm>
              <a:off x="5764320" y="5049720"/>
              <a:ext cx="19080" cy="44640"/>
            </a:xfrm>
            <a:custGeom>
              <a:avLst/>
              <a:gdLst/>
              <a:ahLst/>
              <a:rect l="l" t="t" r="r" b="b"/>
              <a:pathLst>
                <a:path w="12" h="28">
                  <a:moveTo>
                    <a:pt x="6" y="0"/>
                  </a:moveTo>
                  <a:lnTo>
                    <a:pt x="7" y="2"/>
                  </a:lnTo>
                  <a:lnTo>
                    <a:pt x="6" y="9"/>
                  </a:lnTo>
                  <a:lnTo>
                    <a:pt x="6" y="9"/>
                  </a:lnTo>
                  <a:lnTo>
                    <a:pt x="6" y="13"/>
                  </a:lnTo>
                  <a:lnTo>
                    <a:pt x="5" y="20"/>
                  </a:lnTo>
                  <a:lnTo>
                    <a:pt x="5" y="20"/>
                  </a:lnTo>
                  <a:lnTo>
                    <a:pt x="0" y="26"/>
                  </a:lnTo>
                  <a:lnTo>
                    <a:pt x="0" y="27"/>
                  </a:lnTo>
                  <a:lnTo>
                    <a:pt x="5" y="27"/>
                  </a:lnTo>
                  <a:lnTo>
                    <a:pt x="5" y="27"/>
                  </a:lnTo>
                  <a:lnTo>
                    <a:pt x="5" y="24"/>
                  </a:lnTo>
                  <a:lnTo>
                    <a:pt x="6" y="20"/>
                  </a:lnTo>
                  <a:lnTo>
                    <a:pt x="6" y="20"/>
                  </a:lnTo>
                  <a:lnTo>
                    <a:pt x="10" y="9"/>
                  </a:lnTo>
                  <a:lnTo>
                    <a:pt x="11" y="9"/>
                  </a:lnTo>
                  <a:lnTo>
                    <a:pt x="11" y="2"/>
                  </a:lnTo>
                  <a:lnTo>
                    <a:pt x="10" y="0"/>
                  </a:lnTo>
                  <a:lnTo>
                    <a:pt x="6" y="0"/>
                  </a:lnTo>
                  <a:lnTo>
                    <a:pt x="6" y="0"/>
                  </a:lnTo>
                </a:path>
              </a:pathLst>
            </a:custGeom>
            <a:solidFill>
              <a:srgbClr val="ffc0b6"/>
            </a:solidFill>
            <a:ln w="0">
              <a:noFill/>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3973" name=""/>
            <p:cNvSpPr/>
            <p:nvPr/>
          </p:nvSpPr>
          <p:spPr>
            <a:xfrm>
              <a:off x="5761080" y="5091120"/>
              <a:ext cx="12600" cy="3240"/>
            </a:xfrm>
            <a:custGeom>
              <a:avLst/>
              <a:gdLst/>
              <a:ahLst/>
              <a:rect l="l" t="t" r="r" b="b"/>
              <a:pathLst>
                <a:path w="8" h="2">
                  <a:moveTo>
                    <a:pt x="7" y="1"/>
                  </a:moveTo>
                  <a:lnTo>
                    <a:pt x="7" y="0"/>
                  </a:lnTo>
                  <a:lnTo>
                    <a:pt x="2" y="0"/>
                  </a:lnTo>
                  <a:lnTo>
                    <a:pt x="2" y="1"/>
                  </a:lnTo>
                  <a:lnTo>
                    <a:pt x="0" y="1"/>
                  </a:lnTo>
                  <a:lnTo>
                    <a:pt x="7" y="1"/>
                  </a:lnTo>
                  <a:lnTo>
                    <a:pt x="7"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3974" name=""/>
            <p:cNvSpPr/>
            <p:nvPr/>
          </p:nvSpPr>
          <p:spPr>
            <a:xfrm>
              <a:off x="6014880" y="514044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75" name=""/>
            <p:cNvSpPr/>
            <p:nvPr/>
          </p:nvSpPr>
          <p:spPr>
            <a:xfrm>
              <a:off x="6014880" y="5126040"/>
              <a:ext cx="30240" cy="15840"/>
            </a:xfrm>
            <a:custGeom>
              <a:avLst/>
              <a:gdLst/>
              <a:ahLst/>
              <a:rect l="l" t="t" r="r" b="b"/>
              <a:pathLst>
                <a:path w="19" h="10">
                  <a:moveTo>
                    <a:pt x="14" y="0"/>
                  </a:moveTo>
                  <a:lnTo>
                    <a:pt x="14" y="0"/>
                  </a:lnTo>
                  <a:lnTo>
                    <a:pt x="14" y="1"/>
                  </a:lnTo>
                  <a:lnTo>
                    <a:pt x="11" y="1"/>
                  </a:lnTo>
                  <a:lnTo>
                    <a:pt x="7" y="4"/>
                  </a:lnTo>
                  <a:lnTo>
                    <a:pt x="6" y="9"/>
                  </a:lnTo>
                  <a:lnTo>
                    <a:pt x="6" y="9"/>
                  </a:lnTo>
                  <a:lnTo>
                    <a:pt x="0" y="9"/>
                  </a:lnTo>
                  <a:lnTo>
                    <a:pt x="0" y="9"/>
                  </a:lnTo>
                  <a:lnTo>
                    <a:pt x="0" y="9"/>
                  </a:lnTo>
                  <a:lnTo>
                    <a:pt x="0" y="9"/>
                  </a:lnTo>
                  <a:lnTo>
                    <a:pt x="0" y="9"/>
                  </a:lnTo>
                  <a:lnTo>
                    <a:pt x="0" y="9"/>
                  </a:lnTo>
                  <a:lnTo>
                    <a:pt x="6" y="9"/>
                  </a:lnTo>
                  <a:lnTo>
                    <a:pt x="6" y="9"/>
                  </a:lnTo>
                  <a:lnTo>
                    <a:pt x="11" y="9"/>
                  </a:lnTo>
                  <a:lnTo>
                    <a:pt x="14" y="4"/>
                  </a:lnTo>
                  <a:lnTo>
                    <a:pt x="14" y="1"/>
                  </a:lnTo>
                  <a:lnTo>
                    <a:pt x="16" y="0"/>
                  </a:lnTo>
                  <a:lnTo>
                    <a:pt x="18" y="0"/>
                  </a:lnTo>
                  <a:lnTo>
                    <a:pt x="14" y="0"/>
                  </a:lnTo>
                  <a:lnTo>
                    <a:pt x="14"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3976" name=""/>
            <p:cNvSpPr/>
            <p:nvPr/>
          </p:nvSpPr>
          <p:spPr>
            <a:xfrm>
              <a:off x="6037200" y="5081760"/>
              <a:ext cx="25560" cy="45720"/>
            </a:xfrm>
            <a:custGeom>
              <a:avLst/>
              <a:gdLst/>
              <a:ahLst/>
              <a:rect l="l" t="t" r="r" b="b"/>
              <a:pathLst>
                <a:path w="16" h="29">
                  <a:moveTo>
                    <a:pt x="15" y="0"/>
                  </a:moveTo>
                  <a:lnTo>
                    <a:pt x="15" y="6"/>
                  </a:lnTo>
                  <a:lnTo>
                    <a:pt x="8" y="7"/>
                  </a:lnTo>
                  <a:lnTo>
                    <a:pt x="6" y="9"/>
                  </a:lnTo>
                  <a:lnTo>
                    <a:pt x="5" y="12"/>
                  </a:lnTo>
                  <a:lnTo>
                    <a:pt x="4" y="12"/>
                  </a:lnTo>
                  <a:lnTo>
                    <a:pt x="4" y="16"/>
                  </a:lnTo>
                  <a:lnTo>
                    <a:pt x="2" y="21"/>
                  </a:lnTo>
                  <a:lnTo>
                    <a:pt x="0" y="28"/>
                  </a:lnTo>
                  <a:lnTo>
                    <a:pt x="4" y="28"/>
                  </a:lnTo>
                  <a:lnTo>
                    <a:pt x="4" y="22"/>
                  </a:lnTo>
                  <a:lnTo>
                    <a:pt x="4" y="16"/>
                  </a:lnTo>
                  <a:lnTo>
                    <a:pt x="5" y="16"/>
                  </a:lnTo>
                  <a:lnTo>
                    <a:pt x="6" y="12"/>
                  </a:lnTo>
                  <a:lnTo>
                    <a:pt x="8" y="9"/>
                  </a:lnTo>
                  <a:lnTo>
                    <a:pt x="15" y="9"/>
                  </a:lnTo>
                  <a:lnTo>
                    <a:pt x="15" y="7"/>
                  </a:lnTo>
                  <a:lnTo>
                    <a:pt x="15" y="6"/>
                  </a:lnTo>
                  <a:lnTo>
                    <a:pt x="15" y="0"/>
                  </a:lnTo>
                  <a:lnTo>
                    <a:pt x="15" y="0"/>
                  </a:lnTo>
                </a:path>
              </a:pathLst>
            </a:custGeom>
            <a:solidFill>
              <a:srgbClr val="ffc0b6"/>
            </a:solidFill>
            <a:ln w="0">
              <a:noFill/>
            </a:ln>
          </p:spPr>
          <p:style>
            <a:lnRef idx="0"/>
            <a:fillRef idx="0"/>
            <a:effectRef idx="0"/>
            <a:fontRef idx="minor"/>
          </p:style>
          <p:txBody>
            <a:bodyPr lIns="90000" rIns="90000" tIns="-1080" bIns="-1080" anchor="t">
              <a:noAutofit/>
            </a:bodyPr>
            <a:p>
              <a:endParaRPr b="0" lang="en-IN" sz="2400" strike="noStrike" u="none">
                <a:solidFill>
                  <a:srgbClr val="ffffff"/>
                </a:solidFill>
                <a:effectLst/>
                <a:uFillTx/>
                <a:latin typeface="Times New Roman"/>
              </a:endParaRPr>
            </a:p>
          </p:txBody>
        </p:sp>
        <p:sp>
          <p:nvSpPr>
            <p:cNvPr id="3977" name=""/>
            <p:cNvSpPr/>
            <p:nvPr/>
          </p:nvSpPr>
          <p:spPr>
            <a:xfrm>
              <a:off x="6037200" y="5126040"/>
              <a:ext cx="7920" cy="1440"/>
            </a:xfrm>
            <a:custGeom>
              <a:avLst/>
              <a:gdLst/>
              <a:ahLst/>
              <a:rect l="l" t="t" r="r" b="b"/>
              <a:pathLst>
                <a:path w="5" h="1">
                  <a:moveTo>
                    <a:pt x="0" y="0"/>
                  </a:moveTo>
                  <a:lnTo>
                    <a:pt x="4" y="0"/>
                  </a:lnTo>
                  <a:lnTo>
                    <a:pt x="4" y="0"/>
                  </a:lnTo>
                  <a:lnTo>
                    <a:pt x="2"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78" name=""/>
            <p:cNvSpPr/>
            <p:nvPr/>
          </p:nvSpPr>
          <p:spPr>
            <a:xfrm>
              <a:off x="6068880" y="5187960"/>
              <a:ext cx="1800" cy="12600"/>
            </a:xfrm>
            <a:custGeom>
              <a:avLst/>
              <a:gdLst/>
              <a:ahLst/>
              <a:rect l="l" t="t" r="r" b="b"/>
              <a:pathLst>
                <a:path w="1" h="8">
                  <a:moveTo>
                    <a:pt x="0" y="0"/>
                  </a:moveTo>
                  <a:lnTo>
                    <a:pt x="0" y="0"/>
                  </a:lnTo>
                  <a:lnTo>
                    <a:pt x="0" y="7"/>
                  </a:lnTo>
                  <a:lnTo>
                    <a:pt x="0" y="7"/>
                  </a:lnTo>
                  <a:lnTo>
                    <a:pt x="0" y="7"/>
                  </a:lnTo>
                  <a:lnTo>
                    <a:pt x="0" y="0"/>
                  </a:lnTo>
                  <a:lnTo>
                    <a:pt x="0"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979" name=""/>
            <p:cNvSpPr/>
            <p:nvPr/>
          </p:nvSpPr>
          <p:spPr>
            <a:xfrm>
              <a:off x="6068880" y="5167440"/>
              <a:ext cx="34920" cy="33120"/>
            </a:xfrm>
            <a:custGeom>
              <a:avLst/>
              <a:gdLst/>
              <a:ahLst/>
              <a:rect l="l" t="t" r="r" b="b"/>
              <a:pathLst>
                <a:path w="22" h="21">
                  <a:moveTo>
                    <a:pt x="11" y="0"/>
                  </a:moveTo>
                  <a:lnTo>
                    <a:pt x="11" y="0"/>
                  </a:lnTo>
                  <a:lnTo>
                    <a:pt x="10" y="4"/>
                  </a:lnTo>
                  <a:lnTo>
                    <a:pt x="9" y="6"/>
                  </a:lnTo>
                  <a:lnTo>
                    <a:pt x="8" y="6"/>
                  </a:lnTo>
                  <a:lnTo>
                    <a:pt x="8" y="10"/>
                  </a:lnTo>
                  <a:lnTo>
                    <a:pt x="4" y="12"/>
                  </a:lnTo>
                  <a:lnTo>
                    <a:pt x="0" y="13"/>
                  </a:lnTo>
                  <a:lnTo>
                    <a:pt x="0" y="13"/>
                  </a:lnTo>
                  <a:lnTo>
                    <a:pt x="0" y="13"/>
                  </a:lnTo>
                  <a:lnTo>
                    <a:pt x="0" y="20"/>
                  </a:lnTo>
                  <a:lnTo>
                    <a:pt x="3" y="20"/>
                  </a:lnTo>
                  <a:lnTo>
                    <a:pt x="4" y="13"/>
                  </a:lnTo>
                  <a:lnTo>
                    <a:pt x="4" y="13"/>
                  </a:lnTo>
                  <a:lnTo>
                    <a:pt x="8" y="12"/>
                  </a:lnTo>
                  <a:lnTo>
                    <a:pt x="9" y="8"/>
                  </a:lnTo>
                  <a:lnTo>
                    <a:pt x="10" y="6"/>
                  </a:lnTo>
                  <a:lnTo>
                    <a:pt x="11" y="6"/>
                  </a:lnTo>
                  <a:lnTo>
                    <a:pt x="21" y="4"/>
                  </a:lnTo>
                  <a:lnTo>
                    <a:pt x="21" y="4"/>
                  </a:lnTo>
                  <a:lnTo>
                    <a:pt x="11" y="0"/>
                  </a:lnTo>
                  <a:lnTo>
                    <a:pt x="11" y="0"/>
                  </a:lnTo>
                </a:path>
              </a:pathLst>
            </a:custGeom>
            <a:solidFill>
              <a:srgbClr val="ffc0b6"/>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3980" name=""/>
            <p:cNvSpPr/>
            <p:nvPr/>
          </p:nvSpPr>
          <p:spPr>
            <a:xfrm>
              <a:off x="6086520" y="5140440"/>
              <a:ext cx="44280" cy="34920"/>
            </a:xfrm>
            <a:custGeom>
              <a:avLst/>
              <a:gdLst/>
              <a:ahLst/>
              <a:rect l="l" t="t" r="r" b="b"/>
              <a:pathLst>
                <a:path w="28" h="22">
                  <a:moveTo>
                    <a:pt x="25" y="0"/>
                  </a:moveTo>
                  <a:lnTo>
                    <a:pt x="23" y="0"/>
                  </a:lnTo>
                  <a:lnTo>
                    <a:pt x="23" y="0"/>
                  </a:lnTo>
                  <a:lnTo>
                    <a:pt x="17" y="1"/>
                  </a:lnTo>
                  <a:lnTo>
                    <a:pt x="15" y="4"/>
                  </a:lnTo>
                  <a:lnTo>
                    <a:pt x="11" y="8"/>
                  </a:lnTo>
                  <a:lnTo>
                    <a:pt x="11" y="11"/>
                  </a:lnTo>
                  <a:lnTo>
                    <a:pt x="10" y="14"/>
                  </a:lnTo>
                  <a:lnTo>
                    <a:pt x="0" y="17"/>
                  </a:lnTo>
                  <a:lnTo>
                    <a:pt x="10" y="21"/>
                  </a:lnTo>
                  <a:lnTo>
                    <a:pt x="10" y="14"/>
                  </a:lnTo>
                  <a:lnTo>
                    <a:pt x="11" y="12"/>
                  </a:lnTo>
                  <a:lnTo>
                    <a:pt x="13" y="11"/>
                  </a:lnTo>
                  <a:lnTo>
                    <a:pt x="15" y="4"/>
                  </a:lnTo>
                  <a:lnTo>
                    <a:pt x="17" y="4"/>
                  </a:lnTo>
                  <a:lnTo>
                    <a:pt x="23" y="1"/>
                  </a:lnTo>
                  <a:lnTo>
                    <a:pt x="25" y="0"/>
                  </a:lnTo>
                  <a:lnTo>
                    <a:pt x="27" y="0"/>
                  </a:lnTo>
                  <a:lnTo>
                    <a:pt x="25" y="0"/>
                  </a:lnTo>
                  <a:lnTo>
                    <a:pt x="25" y="0"/>
                  </a:lnTo>
                </a:path>
              </a:pathLst>
            </a:custGeom>
            <a:solidFill>
              <a:srgbClr val="ffc0b6"/>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3981" name=""/>
            <p:cNvSpPr/>
            <p:nvPr/>
          </p:nvSpPr>
          <p:spPr>
            <a:xfrm>
              <a:off x="6095880" y="5167440"/>
              <a:ext cx="7920" cy="7920"/>
            </a:xfrm>
            <a:custGeom>
              <a:avLst/>
              <a:gdLst/>
              <a:ahLst/>
              <a:rect l="l" t="t" r="r" b="b"/>
              <a:pathLst>
                <a:path w="5" h="5">
                  <a:moveTo>
                    <a:pt x="0" y="4"/>
                  </a:moveTo>
                  <a:lnTo>
                    <a:pt x="4" y="4"/>
                  </a:lnTo>
                  <a:lnTo>
                    <a:pt x="4" y="0"/>
                  </a:lnTo>
                  <a:lnTo>
                    <a:pt x="0" y="0"/>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3982" name=""/>
            <p:cNvSpPr/>
            <p:nvPr/>
          </p:nvSpPr>
          <p:spPr>
            <a:xfrm>
              <a:off x="6086520" y="5216400"/>
              <a:ext cx="11160" cy="11160"/>
            </a:xfrm>
            <a:custGeom>
              <a:avLst/>
              <a:gdLst/>
              <a:ahLst/>
              <a:rect l="l" t="t" r="r" b="b"/>
              <a:pathLst>
                <a:path w="7" h="7">
                  <a:moveTo>
                    <a:pt x="6" y="0"/>
                  </a:moveTo>
                  <a:lnTo>
                    <a:pt x="0" y="0"/>
                  </a:lnTo>
                  <a:lnTo>
                    <a:pt x="6" y="5"/>
                  </a:lnTo>
                  <a:lnTo>
                    <a:pt x="6" y="6"/>
                  </a:lnTo>
                  <a:lnTo>
                    <a:pt x="6" y="6"/>
                  </a:lnTo>
                  <a:lnTo>
                    <a:pt x="6" y="0"/>
                  </a:lnTo>
                  <a:lnTo>
                    <a:pt x="6"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3983" name=""/>
            <p:cNvSpPr/>
            <p:nvPr/>
          </p:nvSpPr>
          <p:spPr>
            <a:xfrm>
              <a:off x="6095880" y="5205240"/>
              <a:ext cx="15840" cy="22320"/>
            </a:xfrm>
            <a:custGeom>
              <a:avLst/>
              <a:gdLst/>
              <a:ahLst/>
              <a:rect l="l" t="t" r="r" b="b"/>
              <a:pathLst>
                <a:path w="10" h="14">
                  <a:moveTo>
                    <a:pt x="9" y="1"/>
                  </a:moveTo>
                  <a:lnTo>
                    <a:pt x="9" y="0"/>
                  </a:lnTo>
                  <a:lnTo>
                    <a:pt x="0" y="7"/>
                  </a:lnTo>
                  <a:lnTo>
                    <a:pt x="0" y="13"/>
                  </a:lnTo>
                  <a:lnTo>
                    <a:pt x="9" y="3"/>
                  </a:lnTo>
                  <a:lnTo>
                    <a:pt x="9" y="1"/>
                  </a:lnTo>
                  <a:lnTo>
                    <a:pt x="9" y="1"/>
                  </a:lnTo>
                  <a:lnTo>
                    <a:pt x="9" y="1"/>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984" name=""/>
            <p:cNvSpPr/>
            <p:nvPr/>
          </p:nvSpPr>
          <p:spPr>
            <a:xfrm>
              <a:off x="6110280" y="5205240"/>
              <a:ext cx="1440" cy="6480"/>
            </a:xfrm>
            <a:custGeom>
              <a:avLst/>
              <a:gdLst/>
              <a:ahLst/>
              <a:rect l="l" t="t" r="r" b="b"/>
              <a:pathLst>
                <a:path w="1" h="4">
                  <a:moveTo>
                    <a:pt x="0" y="3"/>
                  </a:moveTo>
                  <a:lnTo>
                    <a:pt x="0" y="1"/>
                  </a:lnTo>
                  <a:lnTo>
                    <a:pt x="0" y="1"/>
                  </a:lnTo>
                  <a:lnTo>
                    <a:pt x="0" y="0"/>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3985" name=""/>
            <p:cNvSpPr/>
            <p:nvPr/>
          </p:nvSpPr>
          <p:spPr>
            <a:xfrm>
              <a:off x="6045120" y="5340240"/>
              <a:ext cx="1800" cy="5040"/>
            </a:xfrm>
            <a:custGeom>
              <a:avLst/>
              <a:gdLst/>
              <a:ahLst/>
              <a:rect l="l" t="t" r="r" b="b"/>
              <a:pathLst>
                <a:path w="1" h="3">
                  <a:moveTo>
                    <a:pt x="0" y="0"/>
                  </a:moveTo>
                  <a:lnTo>
                    <a:pt x="0" y="0"/>
                  </a:lnTo>
                  <a:lnTo>
                    <a:pt x="0" y="2"/>
                  </a:lnTo>
                  <a:lnTo>
                    <a:pt x="0" y="2"/>
                  </a:lnTo>
                  <a:lnTo>
                    <a:pt x="0" y="2"/>
                  </a:lnTo>
                  <a:lnTo>
                    <a:pt x="0" y="0"/>
                  </a:lnTo>
                  <a:lnTo>
                    <a:pt x="0"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986" name=""/>
            <p:cNvSpPr/>
            <p:nvPr/>
          </p:nvSpPr>
          <p:spPr>
            <a:xfrm>
              <a:off x="6045120" y="5340240"/>
              <a:ext cx="38160" cy="5040"/>
            </a:xfrm>
            <a:custGeom>
              <a:avLst/>
              <a:gdLst/>
              <a:ahLst/>
              <a:rect l="l" t="t" r="r" b="b"/>
              <a:pathLst>
                <a:path w="24" h="3">
                  <a:moveTo>
                    <a:pt x="19" y="0"/>
                  </a:moveTo>
                  <a:lnTo>
                    <a:pt x="19" y="0"/>
                  </a:lnTo>
                  <a:lnTo>
                    <a:pt x="19" y="2"/>
                  </a:lnTo>
                  <a:lnTo>
                    <a:pt x="15" y="2"/>
                  </a:lnTo>
                  <a:lnTo>
                    <a:pt x="14" y="2"/>
                  </a:lnTo>
                  <a:lnTo>
                    <a:pt x="10" y="2"/>
                  </a:lnTo>
                  <a:lnTo>
                    <a:pt x="10" y="2"/>
                  </a:lnTo>
                  <a:lnTo>
                    <a:pt x="3" y="2"/>
                  </a:lnTo>
                  <a:lnTo>
                    <a:pt x="1" y="0"/>
                  </a:lnTo>
                  <a:lnTo>
                    <a:pt x="0" y="0"/>
                  </a:lnTo>
                  <a:lnTo>
                    <a:pt x="0" y="2"/>
                  </a:lnTo>
                  <a:lnTo>
                    <a:pt x="0" y="2"/>
                  </a:lnTo>
                  <a:lnTo>
                    <a:pt x="1" y="2"/>
                  </a:lnTo>
                  <a:lnTo>
                    <a:pt x="10" y="2"/>
                  </a:lnTo>
                  <a:lnTo>
                    <a:pt x="10" y="2"/>
                  </a:lnTo>
                  <a:lnTo>
                    <a:pt x="14" y="2"/>
                  </a:lnTo>
                  <a:lnTo>
                    <a:pt x="15" y="2"/>
                  </a:lnTo>
                  <a:lnTo>
                    <a:pt x="19" y="2"/>
                  </a:lnTo>
                  <a:lnTo>
                    <a:pt x="23" y="0"/>
                  </a:lnTo>
                  <a:lnTo>
                    <a:pt x="23" y="0"/>
                  </a:lnTo>
                  <a:lnTo>
                    <a:pt x="19" y="0"/>
                  </a:lnTo>
                  <a:lnTo>
                    <a:pt x="19"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3987" name=""/>
            <p:cNvSpPr/>
            <p:nvPr/>
          </p:nvSpPr>
          <p:spPr>
            <a:xfrm>
              <a:off x="6075360" y="5322960"/>
              <a:ext cx="36360" cy="19080"/>
            </a:xfrm>
            <a:custGeom>
              <a:avLst/>
              <a:gdLst/>
              <a:ahLst/>
              <a:rect l="l" t="t" r="r" b="b"/>
              <a:pathLst>
                <a:path w="23" h="12">
                  <a:moveTo>
                    <a:pt x="22" y="0"/>
                  </a:moveTo>
                  <a:lnTo>
                    <a:pt x="22" y="0"/>
                  </a:lnTo>
                  <a:lnTo>
                    <a:pt x="22" y="0"/>
                  </a:lnTo>
                  <a:lnTo>
                    <a:pt x="18" y="0"/>
                  </a:lnTo>
                  <a:lnTo>
                    <a:pt x="17" y="1"/>
                  </a:lnTo>
                  <a:lnTo>
                    <a:pt x="13" y="1"/>
                  </a:lnTo>
                  <a:lnTo>
                    <a:pt x="5" y="1"/>
                  </a:lnTo>
                  <a:lnTo>
                    <a:pt x="4" y="8"/>
                  </a:lnTo>
                  <a:lnTo>
                    <a:pt x="0" y="11"/>
                  </a:lnTo>
                  <a:lnTo>
                    <a:pt x="4" y="11"/>
                  </a:lnTo>
                  <a:lnTo>
                    <a:pt x="4" y="11"/>
                  </a:lnTo>
                  <a:lnTo>
                    <a:pt x="6" y="8"/>
                  </a:lnTo>
                  <a:lnTo>
                    <a:pt x="13" y="1"/>
                  </a:lnTo>
                  <a:lnTo>
                    <a:pt x="18" y="1"/>
                  </a:lnTo>
                  <a:lnTo>
                    <a:pt x="18" y="1"/>
                  </a:lnTo>
                  <a:lnTo>
                    <a:pt x="22" y="1"/>
                  </a:lnTo>
                  <a:lnTo>
                    <a:pt x="22" y="1"/>
                  </a:lnTo>
                  <a:lnTo>
                    <a:pt x="22" y="1"/>
                  </a:lnTo>
                  <a:lnTo>
                    <a:pt x="22" y="0"/>
                  </a:lnTo>
                  <a:lnTo>
                    <a:pt x="22" y="0"/>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3988" name=""/>
            <p:cNvSpPr/>
            <p:nvPr/>
          </p:nvSpPr>
          <p:spPr>
            <a:xfrm>
              <a:off x="6081840" y="534024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989" name=""/>
            <p:cNvSpPr/>
            <p:nvPr/>
          </p:nvSpPr>
          <p:spPr>
            <a:xfrm>
              <a:off x="4802040" y="4551480"/>
              <a:ext cx="6480" cy="1440"/>
            </a:xfrm>
            <a:custGeom>
              <a:avLst/>
              <a:gdLst/>
              <a:ahLst/>
              <a:rect l="l" t="t" r="r" b="b"/>
              <a:pathLst>
                <a:path w="4" h="1">
                  <a:moveTo>
                    <a:pt x="3" y="0"/>
                  </a:moveTo>
                  <a:lnTo>
                    <a:pt x="3" y="0"/>
                  </a:lnTo>
                  <a:lnTo>
                    <a:pt x="3" y="0"/>
                  </a:lnTo>
                  <a:lnTo>
                    <a:pt x="0" y="0"/>
                  </a:lnTo>
                  <a:lnTo>
                    <a:pt x="0" y="0"/>
                  </a:lnTo>
                  <a:lnTo>
                    <a:pt x="3" y="0"/>
                  </a:lnTo>
                  <a:lnTo>
                    <a:pt x="3"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90" name=""/>
            <p:cNvSpPr/>
            <p:nvPr/>
          </p:nvSpPr>
          <p:spPr>
            <a:xfrm>
              <a:off x="4797360" y="4551480"/>
              <a:ext cx="11160" cy="41040"/>
            </a:xfrm>
            <a:custGeom>
              <a:avLst/>
              <a:gdLst/>
              <a:ahLst/>
              <a:rect l="l" t="t" r="r" b="b"/>
              <a:pathLst>
                <a:path w="7" h="26">
                  <a:moveTo>
                    <a:pt x="0" y="25"/>
                  </a:moveTo>
                  <a:lnTo>
                    <a:pt x="0" y="25"/>
                  </a:lnTo>
                  <a:lnTo>
                    <a:pt x="1" y="25"/>
                  </a:lnTo>
                  <a:lnTo>
                    <a:pt x="3" y="20"/>
                  </a:lnTo>
                  <a:lnTo>
                    <a:pt x="6" y="11"/>
                  </a:lnTo>
                  <a:lnTo>
                    <a:pt x="6" y="10"/>
                  </a:lnTo>
                  <a:lnTo>
                    <a:pt x="6" y="1"/>
                  </a:lnTo>
                  <a:lnTo>
                    <a:pt x="6" y="1"/>
                  </a:lnTo>
                  <a:lnTo>
                    <a:pt x="6" y="0"/>
                  </a:lnTo>
                  <a:lnTo>
                    <a:pt x="6" y="0"/>
                  </a:lnTo>
                  <a:lnTo>
                    <a:pt x="3" y="0"/>
                  </a:lnTo>
                  <a:lnTo>
                    <a:pt x="3" y="0"/>
                  </a:lnTo>
                  <a:lnTo>
                    <a:pt x="3" y="1"/>
                  </a:lnTo>
                  <a:lnTo>
                    <a:pt x="3" y="1"/>
                  </a:lnTo>
                  <a:lnTo>
                    <a:pt x="3" y="10"/>
                  </a:lnTo>
                  <a:lnTo>
                    <a:pt x="3" y="11"/>
                  </a:lnTo>
                  <a:lnTo>
                    <a:pt x="1" y="16"/>
                  </a:lnTo>
                  <a:lnTo>
                    <a:pt x="0" y="25"/>
                  </a:lnTo>
                  <a:lnTo>
                    <a:pt x="0" y="25"/>
                  </a:lnTo>
                  <a:lnTo>
                    <a:pt x="0" y="25"/>
                  </a:lnTo>
                  <a:lnTo>
                    <a:pt x="0" y="25"/>
                  </a:lnTo>
                  <a:lnTo>
                    <a:pt x="0" y="25"/>
                  </a:lnTo>
                </a:path>
              </a:pathLst>
            </a:custGeom>
            <a:solidFill>
              <a:srgbClr val="a1e2ff"/>
            </a:solidFill>
            <a:ln w="0">
              <a:noFill/>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3991" name=""/>
            <p:cNvSpPr/>
            <p:nvPr/>
          </p:nvSpPr>
          <p:spPr>
            <a:xfrm>
              <a:off x="4794120" y="4591080"/>
              <a:ext cx="5040" cy="22320"/>
            </a:xfrm>
            <a:custGeom>
              <a:avLst/>
              <a:gdLst/>
              <a:ahLst/>
              <a:rect l="l" t="t" r="r" b="b"/>
              <a:pathLst>
                <a:path w="3" h="14">
                  <a:moveTo>
                    <a:pt x="2" y="12"/>
                  </a:moveTo>
                  <a:lnTo>
                    <a:pt x="2" y="12"/>
                  </a:lnTo>
                  <a:lnTo>
                    <a:pt x="2" y="12"/>
                  </a:lnTo>
                  <a:lnTo>
                    <a:pt x="2" y="10"/>
                  </a:lnTo>
                  <a:lnTo>
                    <a:pt x="0" y="6"/>
                  </a:lnTo>
                  <a:lnTo>
                    <a:pt x="0" y="5"/>
                  </a:lnTo>
                  <a:lnTo>
                    <a:pt x="0" y="2"/>
                  </a:lnTo>
                  <a:lnTo>
                    <a:pt x="0" y="2"/>
                  </a:lnTo>
                  <a:lnTo>
                    <a:pt x="2" y="0"/>
                  </a:lnTo>
                  <a:lnTo>
                    <a:pt x="2" y="0"/>
                  </a:lnTo>
                  <a:lnTo>
                    <a:pt x="0" y="0"/>
                  </a:lnTo>
                  <a:lnTo>
                    <a:pt x="0" y="2"/>
                  </a:lnTo>
                  <a:lnTo>
                    <a:pt x="0" y="5"/>
                  </a:lnTo>
                  <a:lnTo>
                    <a:pt x="0" y="6"/>
                  </a:lnTo>
                  <a:lnTo>
                    <a:pt x="0" y="10"/>
                  </a:lnTo>
                  <a:lnTo>
                    <a:pt x="0" y="12"/>
                  </a:lnTo>
                  <a:lnTo>
                    <a:pt x="0" y="12"/>
                  </a:lnTo>
                  <a:lnTo>
                    <a:pt x="2" y="13"/>
                  </a:lnTo>
                  <a:lnTo>
                    <a:pt x="2" y="12"/>
                  </a:lnTo>
                  <a:lnTo>
                    <a:pt x="2" y="12"/>
                  </a:lnTo>
                </a:path>
              </a:pathLst>
            </a:custGeom>
            <a:solidFill>
              <a:srgbClr val="a1e2ff"/>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3992" name=""/>
            <p:cNvSpPr/>
            <p:nvPr/>
          </p:nvSpPr>
          <p:spPr>
            <a:xfrm>
              <a:off x="4797360" y="459108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93" name=""/>
            <p:cNvSpPr/>
            <p:nvPr/>
          </p:nvSpPr>
          <p:spPr>
            <a:xfrm>
              <a:off x="4707000" y="4537080"/>
              <a:ext cx="1440" cy="12600"/>
            </a:xfrm>
            <a:custGeom>
              <a:avLst/>
              <a:gdLst/>
              <a:ahLst/>
              <a:rect l="l" t="t" r="r" b="b"/>
              <a:pathLst>
                <a:path w="1" h="8">
                  <a:moveTo>
                    <a:pt x="0" y="0"/>
                  </a:moveTo>
                  <a:lnTo>
                    <a:pt x="0" y="2"/>
                  </a:lnTo>
                  <a:lnTo>
                    <a:pt x="0" y="7"/>
                  </a:lnTo>
                  <a:lnTo>
                    <a:pt x="0" y="7"/>
                  </a:lnTo>
                  <a:lnTo>
                    <a:pt x="0" y="2"/>
                  </a:lnTo>
                  <a:lnTo>
                    <a:pt x="0" y="0"/>
                  </a:lnTo>
                  <a:lnTo>
                    <a:pt x="0" y="0"/>
                  </a:lnTo>
                </a:path>
              </a:pathLst>
            </a:custGeom>
            <a:solidFill>
              <a:srgbClr val="a1e2ff"/>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3994" name=""/>
            <p:cNvSpPr/>
            <p:nvPr/>
          </p:nvSpPr>
          <p:spPr>
            <a:xfrm>
              <a:off x="4707000" y="4510080"/>
              <a:ext cx="14400" cy="31680"/>
            </a:xfrm>
            <a:custGeom>
              <a:avLst/>
              <a:gdLst/>
              <a:ahLst/>
              <a:rect l="l" t="t" r="r" b="b"/>
              <a:pathLst>
                <a:path w="9" h="20">
                  <a:moveTo>
                    <a:pt x="7" y="0"/>
                  </a:moveTo>
                  <a:lnTo>
                    <a:pt x="5" y="0"/>
                  </a:lnTo>
                  <a:lnTo>
                    <a:pt x="0" y="17"/>
                  </a:lnTo>
                  <a:lnTo>
                    <a:pt x="0" y="19"/>
                  </a:lnTo>
                  <a:lnTo>
                    <a:pt x="8" y="0"/>
                  </a:lnTo>
                  <a:lnTo>
                    <a:pt x="7" y="0"/>
                  </a:lnTo>
                  <a:lnTo>
                    <a:pt x="7" y="0"/>
                  </a:lnTo>
                  <a:lnTo>
                    <a:pt x="7" y="0"/>
                  </a:lnTo>
                </a:path>
              </a:pathLst>
            </a:custGeom>
            <a:solidFill>
              <a:srgbClr val="a1e2ff"/>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3995" name=""/>
            <p:cNvSpPr/>
            <p:nvPr/>
          </p:nvSpPr>
          <p:spPr>
            <a:xfrm>
              <a:off x="4714920" y="4510080"/>
              <a:ext cx="6480" cy="1440"/>
            </a:xfrm>
            <a:custGeom>
              <a:avLst/>
              <a:gdLst/>
              <a:ahLst/>
              <a:rect l="l" t="t" r="r" b="b"/>
              <a:pathLst>
                <a:path w="4" h="1">
                  <a:moveTo>
                    <a:pt x="3" y="0"/>
                  </a:moveTo>
                  <a:lnTo>
                    <a:pt x="3" y="0"/>
                  </a:lnTo>
                  <a:lnTo>
                    <a:pt x="2" y="0"/>
                  </a:lnTo>
                  <a:lnTo>
                    <a:pt x="2" y="0"/>
                  </a:lnTo>
                  <a:lnTo>
                    <a:pt x="0" y="0"/>
                  </a:lnTo>
                  <a:lnTo>
                    <a:pt x="3" y="0"/>
                  </a:lnTo>
                  <a:lnTo>
                    <a:pt x="3" y="0"/>
                  </a:lnTo>
                </a:path>
              </a:pathLst>
            </a:custGeom>
            <a:solidFill>
              <a:srgbClr val="a1e2ff"/>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3996" name=""/>
            <p:cNvSpPr/>
            <p:nvPr/>
          </p:nvSpPr>
          <p:spPr>
            <a:xfrm>
              <a:off x="4495680" y="4681440"/>
              <a:ext cx="180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a1e2ff"/>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997" name=""/>
            <p:cNvSpPr/>
            <p:nvPr/>
          </p:nvSpPr>
          <p:spPr>
            <a:xfrm>
              <a:off x="4495680" y="4653000"/>
              <a:ext cx="15840" cy="30240"/>
            </a:xfrm>
            <a:custGeom>
              <a:avLst/>
              <a:gdLst/>
              <a:ahLst/>
              <a:rect l="l" t="t" r="r" b="b"/>
              <a:pathLst>
                <a:path w="10" h="19">
                  <a:moveTo>
                    <a:pt x="6" y="0"/>
                  </a:moveTo>
                  <a:lnTo>
                    <a:pt x="6" y="1"/>
                  </a:lnTo>
                  <a:lnTo>
                    <a:pt x="6" y="5"/>
                  </a:lnTo>
                  <a:lnTo>
                    <a:pt x="6" y="6"/>
                  </a:lnTo>
                  <a:lnTo>
                    <a:pt x="3" y="10"/>
                  </a:lnTo>
                  <a:lnTo>
                    <a:pt x="3" y="10"/>
                  </a:lnTo>
                  <a:lnTo>
                    <a:pt x="0" y="12"/>
                  </a:lnTo>
                  <a:lnTo>
                    <a:pt x="0" y="18"/>
                  </a:lnTo>
                  <a:lnTo>
                    <a:pt x="0" y="18"/>
                  </a:lnTo>
                  <a:lnTo>
                    <a:pt x="0" y="18"/>
                  </a:lnTo>
                  <a:lnTo>
                    <a:pt x="3" y="18"/>
                  </a:lnTo>
                  <a:lnTo>
                    <a:pt x="3" y="18"/>
                  </a:lnTo>
                  <a:lnTo>
                    <a:pt x="3" y="11"/>
                  </a:lnTo>
                  <a:lnTo>
                    <a:pt x="6" y="10"/>
                  </a:lnTo>
                  <a:lnTo>
                    <a:pt x="9" y="7"/>
                  </a:lnTo>
                  <a:lnTo>
                    <a:pt x="9" y="6"/>
                  </a:lnTo>
                  <a:lnTo>
                    <a:pt x="9" y="1"/>
                  </a:lnTo>
                  <a:lnTo>
                    <a:pt x="9" y="0"/>
                  </a:lnTo>
                  <a:lnTo>
                    <a:pt x="6" y="0"/>
                  </a:lnTo>
                  <a:lnTo>
                    <a:pt x="6" y="0"/>
                  </a:lnTo>
                </a:path>
              </a:pathLst>
            </a:custGeom>
            <a:solidFill>
              <a:srgbClr val="a1e2ff"/>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3998" name=""/>
            <p:cNvSpPr/>
            <p:nvPr/>
          </p:nvSpPr>
          <p:spPr>
            <a:xfrm>
              <a:off x="4495680" y="4681440"/>
              <a:ext cx="6480" cy="1800"/>
            </a:xfrm>
            <a:custGeom>
              <a:avLst/>
              <a:gdLst/>
              <a:ahLst/>
              <a:rect l="l" t="t" r="r" b="b"/>
              <a:pathLst>
                <a:path w="4" h="1">
                  <a:moveTo>
                    <a:pt x="3" y="0"/>
                  </a:moveTo>
                  <a:lnTo>
                    <a:pt x="0" y="0"/>
                  </a:lnTo>
                  <a:lnTo>
                    <a:pt x="0" y="0"/>
                  </a:lnTo>
                  <a:lnTo>
                    <a:pt x="0" y="0"/>
                  </a:lnTo>
                  <a:lnTo>
                    <a:pt x="0" y="0"/>
                  </a:lnTo>
                  <a:lnTo>
                    <a:pt x="3" y="0"/>
                  </a:lnTo>
                  <a:lnTo>
                    <a:pt x="3" y="0"/>
                  </a:lnTo>
                </a:path>
              </a:pathLst>
            </a:custGeom>
            <a:solidFill>
              <a:srgbClr val="a1e2ff"/>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3999" name=""/>
            <p:cNvSpPr/>
            <p:nvPr/>
          </p:nvSpPr>
          <p:spPr>
            <a:xfrm>
              <a:off x="5307120" y="5265720"/>
              <a:ext cx="71280" cy="79560"/>
            </a:xfrm>
            <a:custGeom>
              <a:avLst/>
              <a:gdLst/>
              <a:ahLst/>
              <a:rect l="l" t="t" r="r" b="b"/>
              <a:pathLst>
                <a:path w="45" h="50">
                  <a:moveTo>
                    <a:pt x="44" y="0"/>
                  </a:moveTo>
                  <a:lnTo>
                    <a:pt x="44" y="2"/>
                  </a:lnTo>
                  <a:lnTo>
                    <a:pt x="43" y="5"/>
                  </a:lnTo>
                  <a:lnTo>
                    <a:pt x="40" y="12"/>
                  </a:lnTo>
                  <a:lnTo>
                    <a:pt x="29" y="22"/>
                  </a:lnTo>
                  <a:lnTo>
                    <a:pt x="29" y="27"/>
                  </a:lnTo>
                  <a:lnTo>
                    <a:pt x="27" y="33"/>
                  </a:lnTo>
                  <a:lnTo>
                    <a:pt x="22" y="36"/>
                  </a:lnTo>
                  <a:lnTo>
                    <a:pt x="22" y="37"/>
                  </a:lnTo>
                  <a:lnTo>
                    <a:pt x="22" y="37"/>
                  </a:lnTo>
                  <a:lnTo>
                    <a:pt x="15" y="37"/>
                  </a:lnTo>
                  <a:lnTo>
                    <a:pt x="10" y="37"/>
                  </a:lnTo>
                  <a:lnTo>
                    <a:pt x="7" y="44"/>
                  </a:lnTo>
                  <a:lnTo>
                    <a:pt x="7" y="44"/>
                  </a:lnTo>
                  <a:lnTo>
                    <a:pt x="3" y="47"/>
                  </a:lnTo>
                  <a:lnTo>
                    <a:pt x="2" y="47"/>
                  </a:lnTo>
                  <a:lnTo>
                    <a:pt x="0" y="49"/>
                  </a:lnTo>
                </a:path>
              </a:pathLst>
            </a:custGeom>
            <a:noFill/>
            <a:ln w="9360">
              <a:solidFill>
                <a:srgbClr val="82c168"/>
              </a:solidFill>
              <a:round/>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4000" name=""/>
            <p:cNvSpPr/>
            <p:nvPr/>
          </p:nvSpPr>
          <p:spPr>
            <a:xfrm>
              <a:off x="5230800" y="5261040"/>
              <a:ext cx="4680" cy="1440"/>
            </a:xfrm>
            <a:custGeom>
              <a:avLst/>
              <a:gdLst/>
              <a:ahLst/>
              <a:rect l="l" t="t" r="r" b="b"/>
              <a:pathLst>
                <a:path w="3" h="1">
                  <a:moveTo>
                    <a:pt x="2" y="0"/>
                  </a:moveTo>
                  <a:lnTo>
                    <a:pt x="2" y="0"/>
                  </a:lnTo>
                  <a:lnTo>
                    <a:pt x="2" y="0"/>
                  </a:lnTo>
                  <a:lnTo>
                    <a:pt x="0" y="0"/>
                  </a:lnTo>
                  <a:lnTo>
                    <a:pt x="0" y="0"/>
                  </a:lnTo>
                  <a:lnTo>
                    <a:pt x="2" y="0"/>
                  </a:lnTo>
                  <a:lnTo>
                    <a:pt x="2"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001" name=""/>
            <p:cNvSpPr/>
            <p:nvPr/>
          </p:nvSpPr>
          <p:spPr>
            <a:xfrm>
              <a:off x="5208480" y="5261040"/>
              <a:ext cx="27000" cy="41040"/>
            </a:xfrm>
            <a:custGeom>
              <a:avLst/>
              <a:gdLst/>
              <a:ahLst/>
              <a:rect l="l" t="t" r="r" b="b"/>
              <a:pathLst>
                <a:path w="17" h="26">
                  <a:moveTo>
                    <a:pt x="0" y="25"/>
                  </a:moveTo>
                  <a:lnTo>
                    <a:pt x="9" y="25"/>
                  </a:lnTo>
                  <a:lnTo>
                    <a:pt x="10" y="19"/>
                  </a:lnTo>
                  <a:lnTo>
                    <a:pt x="10" y="15"/>
                  </a:lnTo>
                  <a:lnTo>
                    <a:pt x="10" y="12"/>
                  </a:lnTo>
                  <a:lnTo>
                    <a:pt x="14" y="8"/>
                  </a:lnTo>
                  <a:lnTo>
                    <a:pt x="16" y="3"/>
                  </a:lnTo>
                  <a:lnTo>
                    <a:pt x="16" y="2"/>
                  </a:lnTo>
                  <a:lnTo>
                    <a:pt x="16" y="0"/>
                  </a:lnTo>
                  <a:lnTo>
                    <a:pt x="14" y="0"/>
                  </a:lnTo>
                  <a:lnTo>
                    <a:pt x="14" y="0"/>
                  </a:lnTo>
                  <a:lnTo>
                    <a:pt x="10" y="3"/>
                  </a:lnTo>
                  <a:lnTo>
                    <a:pt x="10" y="5"/>
                  </a:lnTo>
                  <a:lnTo>
                    <a:pt x="10" y="8"/>
                  </a:lnTo>
                  <a:lnTo>
                    <a:pt x="10" y="15"/>
                  </a:lnTo>
                  <a:lnTo>
                    <a:pt x="9" y="19"/>
                  </a:lnTo>
                  <a:lnTo>
                    <a:pt x="0" y="22"/>
                  </a:lnTo>
                  <a:lnTo>
                    <a:pt x="0" y="25"/>
                  </a:lnTo>
                  <a:lnTo>
                    <a:pt x="0" y="25"/>
                  </a:lnTo>
                  <a:lnTo>
                    <a:pt x="0" y="25"/>
                  </a:lnTo>
                </a:path>
              </a:pathLst>
            </a:custGeom>
            <a:solidFill>
              <a:srgbClr val="ffc0b6"/>
            </a:solidFill>
            <a:ln w="0">
              <a:noFill/>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4002" name=""/>
            <p:cNvSpPr/>
            <p:nvPr/>
          </p:nvSpPr>
          <p:spPr>
            <a:xfrm>
              <a:off x="5230800" y="5261040"/>
              <a:ext cx="4680" cy="1440"/>
            </a:xfrm>
            <a:custGeom>
              <a:avLst/>
              <a:gdLst/>
              <a:ahLst/>
              <a:rect l="l" t="t" r="r" b="b"/>
              <a:pathLst>
                <a:path w="3" h="1">
                  <a:moveTo>
                    <a:pt x="0" y="0"/>
                  </a:moveTo>
                  <a:lnTo>
                    <a:pt x="0" y="0"/>
                  </a:lnTo>
                  <a:lnTo>
                    <a:pt x="0" y="0"/>
                  </a:lnTo>
                  <a:lnTo>
                    <a:pt x="2"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003" name=""/>
            <p:cNvSpPr/>
            <p:nvPr/>
          </p:nvSpPr>
          <p:spPr>
            <a:xfrm>
              <a:off x="5092560" y="5324400"/>
              <a:ext cx="59040" cy="31680"/>
            </a:xfrm>
            <a:custGeom>
              <a:avLst/>
              <a:gdLst/>
              <a:ahLst/>
              <a:rect l="l" t="t" r="r" b="b"/>
              <a:pathLst>
                <a:path w="37" h="20">
                  <a:moveTo>
                    <a:pt x="36" y="0"/>
                  </a:moveTo>
                  <a:lnTo>
                    <a:pt x="36" y="0"/>
                  </a:lnTo>
                  <a:lnTo>
                    <a:pt x="34" y="0"/>
                  </a:lnTo>
                  <a:lnTo>
                    <a:pt x="34" y="0"/>
                  </a:lnTo>
                  <a:lnTo>
                    <a:pt x="30" y="7"/>
                  </a:lnTo>
                  <a:lnTo>
                    <a:pt x="30" y="7"/>
                  </a:lnTo>
                  <a:lnTo>
                    <a:pt x="29" y="10"/>
                  </a:lnTo>
                  <a:lnTo>
                    <a:pt x="26" y="10"/>
                  </a:lnTo>
                  <a:lnTo>
                    <a:pt x="23" y="12"/>
                  </a:lnTo>
                  <a:lnTo>
                    <a:pt x="17" y="12"/>
                  </a:lnTo>
                  <a:lnTo>
                    <a:pt x="17" y="12"/>
                  </a:lnTo>
                  <a:lnTo>
                    <a:pt x="14" y="12"/>
                  </a:lnTo>
                  <a:lnTo>
                    <a:pt x="9" y="18"/>
                  </a:lnTo>
                  <a:lnTo>
                    <a:pt x="9" y="18"/>
                  </a:lnTo>
                  <a:lnTo>
                    <a:pt x="2" y="19"/>
                  </a:lnTo>
                  <a:lnTo>
                    <a:pt x="0" y="19"/>
                  </a:lnTo>
                  <a:lnTo>
                    <a:pt x="0" y="19"/>
                  </a:lnTo>
                </a:path>
              </a:pathLst>
            </a:custGeom>
            <a:noFill/>
            <a:ln w="9360">
              <a:solidFill>
                <a:srgbClr val="82c168"/>
              </a:solidFill>
              <a:round/>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4004" name=""/>
            <p:cNvSpPr/>
            <p:nvPr/>
          </p:nvSpPr>
          <p:spPr>
            <a:xfrm>
              <a:off x="5172120" y="5370480"/>
              <a:ext cx="1440" cy="7920"/>
            </a:xfrm>
            <a:custGeom>
              <a:avLst/>
              <a:gdLst/>
              <a:ahLst/>
              <a:rect l="l" t="t" r="r" b="b"/>
              <a:pathLst>
                <a:path w="1" h="5">
                  <a:moveTo>
                    <a:pt x="0" y="0"/>
                  </a:moveTo>
                  <a:lnTo>
                    <a:pt x="0" y="0"/>
                  </a:lnTo>
                  <a:lnTo>
                    <a:pt x="0" y="4"/>
                  </a:lnTo>
                  <a:lnTo>
                    <a:pt x="0" y="4"/>
                  </a:lnTo>
                  <a:lnTo>
                    <a:pt x="0" y="4"/>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005" name=""/>
            <p:cNvSpPr/>
            <p:nvPr/>
          </p:nvSpPr>
          <p:spPr>
            <a:xfrm>
              <a:off x="5172120" y="5357880"/>
              <a:ext cx="38160" cy="20520"/>
            </a:xfrm>
            <a:custGeom>
              <a:avLst/>
              <a:gdLst/>
              <a:ahLst/>
              <a:rect l="l" t="t" r="r" b="b"/>
              <a:pathLst>
                <a:path w="24" h="13">
                  <a:moveTo>
                    <a:pt x="19" y="0"/>
                  </a:moveTo>
                  <a:lnTo>
                    <a:pt x="19" y="0"/>
                  </a:lnTo>
                  <a:lnTo>
                    <a:pt x="19" y="0"/>
                  </a:lnTo>
                  <a:lnTo>
                    <a:pt x="19" y="4"/>
                  </a:lnTo>
                  <a:lnTo>
                    <a:pt x="17" y="6"/>
                  </a:lnTo>
                  <a:lnTo>
                    <a:pt x="14" y="6"/>
                  </a:lnTo>
                  <a:lnTo>
                    <a:pt x="11" y="8"/>
                  </a:lnTo>
                  <a:lnTo>
                    <a:pt x="4" y="8"/>
                  </a:lnTo>
                  <a:lnTo>
                    <a:pt x="3" y="8"/>
                  </a:lnTo>
                  <a:lnTo>
                    <a:pt x="0" y="8"/>
                  </a:lnTo>
                  <a:lnTo>
                    <a:pt x="0" y="12"/>
                  </a:lnTo>
                  <a:lnTo>
                    <a:pt x="3" y="12"/>
                  </a:lnTo>
                  <a:lnTo>
                    <a:pt x="4" y="12"/>
                  </a:lnTo>
                  <a:lnTo>
                    <a:pt x="11" y="12"/>
                  </a:lnTo>
                  <a:lnTo>
                    <a:pt x="14" y="8"/>
                  </a:lnTo>
                  <a:lnTo>
                    <a:pt x="17" y="8"/>
                  </a:lnTo>
                  <a:lnTo>
                    <a:pt x="19" y="6"/>
                  </a:lnTo>
                  <a:lnTo>
                    <a:pt x="19" y="4"/>
                  </a:lnTo>
                  <a:lnTo>
                    <a:pt x="23" y="0"/>
                  </a:lnTo>
                  <a:lnTo>
                    <a:pt x="23" y="0"/>
                  </a:lnTo>
                  <a:lnTo>
                    <a:pt x="19" y="0"/>
                  </a:lnTo>
                  <a:lnTo>
                    <a:pt x="19"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4006" name=""/>
            <p:cNvSpPr/>
            <p:nvPr/>
          </p:nvSpPr>
          <p:spPr>
            <a:xfrm>
              <a:off x="5202360" y="5343480"/>
              <a:ext cx="33120" cy="15840"/>
            </a:xfrm>
            <a:custGeom>
              <a:avLst/>
              <a:gdLst/>
              <a:ahLst/>
              <a:rect l="l" t="t" r="r" b="b"/>
              <a:pathLst>
                <a:path w="21" h="10">
                  <a:moveTo>
                    <a:pt x="20" y="0"/>
                  </a:moveTo>
                  <a:lnTo>
                    <a:pt x="20" y="0"/>
                  </a:lnTo>
                  <a:lnTo>
                    <a:pt x="18" y="0"/>
                  </a:lnTo>
                  <a:lnTo>
                    <a:pt x="14" y="0"/>
                  </a:lnTo>
                  <a:lnTo>
                    <a:pt x="14" y="0"/>
                  </a:lnTo>
                  <a:lnTo>
                    <a:pt x="14" y="0"/>
                  </a:lnTo>
                  <a:lnTo>
                    <a:pt x="10" y="6"/>
                  </a:lnTo>
                  <a:lnTo>
                    <a:pt x="4" y="6"/>
                  </a:lnTo>
                  <a:lnTo>
                    <a:pt x="4" y="7"/>
                  </a:lnTo>
                  <a:lnTo>
                    <a:pt x="0" y="9"/>
                  </a:lnTo>
                  <a:lnTo>
                    <a:pt x="4" y="9"/>
                  </a:lnTo>
                  <a:lnTo>
                    <a:pt x="4" y="8"/>
                  </a:lnTo>
                  <a:lnTo>
                    <a:pt x="4" y="8"/>
                  </a:lnTo>
                  <a:lnTo>
                    <a:pt x="13" y="7"/>
                  </a:lnTo>
                  <a:lnTo>
                    <a:pt x="14" y="6"/>
                  </a:lnTo>
                  <a:lnTo>
                    <a:pt x="14" y="6"/>
                  </a:lnTo>
                  <a:lnTo>
                    <a:pt x="18" y="6"/>
                  </a:lnTo>
                  <a:lnTo>
                    <a:pt x="20" y="0"/>
                  </a:lnTo>
                  <a:lnTo>
                    <a:pt x="20" y="0"/>
                  </a:lnTo>
                  <a:lnTo>
                    <a:pt x="20" y="0"/>
                  </a:lnTo>
                  <a:lnTo>
                    <a:pt x="20" y="0"/>
                  </a:lnTo>
                  <a:lnTo>
                    <a:pt x="20"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4007" name=""/>
            <p:cNvSpPr/>
            <p:nvPr/>
          </p:nvSpPr>
          <p:spPr>
            <a:xfrm>
              <a:off x="5234040" y="5324400"/>
              <a:ext cx="15840" cy="20880"/>
            </a:xfrm>
            <a:custGeom>
              <a:avLst/>
              <a:gdLst/>
              <a:ahLst/>
              <a:rect l="l" t="t" r="r" b="b"/>
              <a:pathLst>
                <a:path w="10" h="13">
                  <a:moveTo>
                    <a:pt x="5" y="0"/>
                  </a:moveTo>
                  <a:lnTo>
                    <a:pt x="5" y="0"/>
                  </a:lnTo>
                  <a:lnTo>
                    <a:pt x="5" y="0"/>
                  </a:lnTo>
                  <a:lnTo>
                    <a:pt x="3" y="2"/>
                  </a:lnTo>
                  <a:lnTo>
                    <a:pt x="0" y="7"/>
                  </a:lnTo>
                  <a:lnTo>
                    <a:pt x="0" y="7"/>
                  </a:lnTo>
                  <a:lnTo>
                    <a:pt x="0" y="10"/>
                  </a:lnTo>
                  <a:lnTo>
                    <a:pt x="0" y="10"/>
                  </a:lnTo>
                  <a:lnTo>
                    <a:pt x="0" y="12"/>
                  </a:lnTo>
                  <a:lnTo>
                    <a:pt x="0" y="12"/>
                  </a:lnTo>
                  <a:lnTo>
                    <a:pt x="0" y="12"/>
                  </a:lnTo>
                  <a:lnTo>
                    <a:pt x="0" y="10"/>
                  </a:lnTo>
                  <a:lnTo>
                    <a:pt x="0" y="10"/>
                  </a:lnTo>
                  <a:lnTo>
                    <a:pt x="3" y="7"/>
                  </a:lnTo>
                  <a:lnTo>
                    <a:pt x="5" y="7"/>
                  </a:lnTo>
                  <a:lnTo>
                    <a:pt x="5" y="7"/>
                  </a:lnTo>
                  <a:lnTo>
                    <a:pt x="9" y="2"/>
                  </a:lnTo>
                  <a:lnTo>
                    <a:pt x="9" y="2"/>
                  </a:lnTo>
                  <a:lnTo>
                    <a:pt x="5" y="0"/>
                  </a:lnTo>
                  <a:lnTo>
                    <a:pt x="5" y="0"/>
                  </a:lnTo>
                </a:path>
              </a:pathLst>
            </a:custGeom>
            <a:solidFill>
              <a:srgbClr val="ffc0b6"/>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4008" name=""/>
            <p:cNvSpPr/>
            <p:nvPr/>
          </p:nvSpPr>
          <p:spPr>
            <a:xfrm>
              <a:off x="5234040" y="534348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4009" name=""/>
            <p:cNvSpPr/>
            <p:nvPr/>
          </p:nvSpPr>
          <p:spPr>
            <a:xfrm>
              <a:off x="5415120" y="5381640"/>
              <a:ext cx="2880" cy="4680"/>
            </a:xfrm>
            <a:custGeom>
              <a:avLst/>
              <a:gdLst/>
              <a:ahLst/>
              <a:rect l="l" t="t" r="r" b="b"/>
              <a:pathLst>
                <a:path w="2" h="3">
                  <a:moveTo>
                    <a:pt x="1" y="0"/>
                  </a:moveTo>
                  <a:lnTo>
                    <a:pt x="0" y="0"/>
                  </a:lnTo>
                  <a:lnTo>
                    <a:pt x="0" y="1"/>
                  </a:lnTo>
                  <a:lnTo>
                    <a:pt x="0" y="2"/>
                  </a:lnTo>
                  <a:lnTo>
                    <a:pt x="1" y="2"/>
                  </a:lnTo>
                  <a:lnTo>
                    <a:pt x="1" y="0"/>
                  </a:lnTo>
                  <a:lnTo>
                    <a:pt x="1"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4010" name=""/>
            <p:cNvSpPr/>
            <p:nvPr/>
          </p:nvSpPr>
          <p:spPr>
            <a:xfrm>
              <a:off x="5416560" y="5370480"/>
              <a:ext cx="30240" cy="15840"/>
            </a:xfrm>
            <a:custGeom>
              <a:avLst/>
              <a:gdLst/>
              <a:ahLst/>
              <a:rect l="l" t="t" r="r" b="b"/>
              <a:pathLst>
                <a:path w="19" h="10">
                  <a:moveTo>
                    <a:pt x="13" y="0"/>
                  </a:moveTo>
                  <a:lnTo>
                    <a:pt x="13" y="0"/>
                  </a:lnTo>
                  <a:lnTo>
                    <a:pt x="12" y="4"/>
                  </a:lnTo>
                  <a:lnTo>
                    <a:pt x="12" y="4"/>
                  </a:lnTo>
                  <a:lnTo>
                    <a:pt x="12" y="7"/>
                  </a:lnTo>
                  <a:lnTo>
                    <a:pt x="4" y="7"/>
                  </a:lnTo>
                  <a:lnTo>
                    <a:pt x="0" y="7"/>
                  </a:lnTo>
                  <a:lnTo>
                    <a:pt x="0" y="7"/>
                  </a:lnTo>
                  <a:lnTo>
                    <a:pt x="0" y="7"/>
                  </a:lnTo>
                  <a:lnTo>
                    <a:pt x="0" y="7"/>
                  </a:lnTo>
                  <a:lnTo>
                    <a:pt x="0" y="9"/>
                  </a:lnTo>
                  <a:lnTo>
                    <a:pt x="0" y="9"/>
                  </a:lnTo>
                  <a:lnTo>
                    <a:pt x="0" y="9"/>
                  </a:lnTo>
                  <a:lnTo>
                    <a:pt x="0" y="8"/>
                  </a:lnTo>
                  <a:lnTo>
                    <a:pt x="4" y="7"/>
                  </a:lnTo>
                  <a:lnTo>
                    <a:pt x="12" y="7"/>
                  </a:lnTo>
                  <a:lnTo>
                    <a:pt x="12" y="7"/>
                  </a:lnTo>
                  <a:lnTo>
                    <a:pt x="18" y="7"/>
                  </a:lnTo>
                  <a:lnTo>
                    <a:pt x="18" y="4"/>
                  </a:lnTo>
                  <a:lnTo>
                    <a:pt x="18" y="4"/>
                  </a:lnTo>
                  <a:lnTo>
                    <a:pt x="13" y="0"/>
                  </a:lnTo>
                  <a:lnTo>
                    <a:pt x="13"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4011" name=""/>
            <p:cNvSpPr/>
            <p:nvPr/>
          </p:nvSpPr>
          <p:spPr>
            <a:xfrm>
              <a:off x="5437080" y="5343480"/>
              <a:ext cx="55800" cy="34920"/>
            </a:xfrm>
            <a:custGeom>
              <a:avLst/>
              <a:gdLst/>
              <a:ahLst/>
              <a:rect l="l" t="t" r="r" b="b"/>
              <a:pathLst>
                <a:path w="35" h="22">
                  <a:moveTo>
                    <a:pt x="29" y="0"/>
                  </a:moveTo>
                  <a:lnTo>
                    <a:pt x="27" y="6"/>
                  </a:lnTo>
                  <a:lnTo>
                    <a:pt x="21" y="8"/>
                  </a:lnTo>
                  <a:lnTo>
                    <a:pt x="19" y="9"/>
                  </a:lnTo>
                  <a:lnTo>
                    <a:pt x="14" y="9"/>
                  </a:lnTo>
                  <a:lnTo>
                    <a:pt x="8" y="13"/>
                  </a:lnTo>
                  <a:lnTo>
                    <a:pt x="6" y="15"/>
                  </a:lnTo>
                  <a:lnTo>
                    <a:pt x="6" y="17"/>
                  </a:lnTo>
                  <a:lnTo>
                    <a:pt x="0" y="17"/>
                  </a:lnTo>
                  <a:lnTo>
                    <a:pt x="5" y="21"/>
                  </a:lnTo>
                  <a:lnTo>
                    <a:pt x="6" y="17"/>
                  </a:lnTo>
                  <a:lnTo>
                    <a:pt x="6" y="17"/>
                  </a:lnTo>
                  <a:lnTo>
                    <a:pt x="8" y="15"/>
                  </a:lnTo>
                  <a:lnTo>
                    <a:pt x="14" y="15"/>
                  </a:lnTo>
                  <a:lnTo>
                    <a:pt x="21" y="9"/>
                  </a:lnTo>
                  <a:lnTo>
                    <a:pt x="21" y="9"/>
                  </a:lnTo>
                  <a:lnTo>
                    <a:pt x="27" y="7"/>
                  </a:lnTo>
                  <a:lnTo>
                    <a:pt x="34" y="0"/>
                  </a:lnTo>
                  <a:lnTo>
                    <a:pt x="29" y="0"/>
                  </a:lnTo>
                  <a:lnTo>
                    <a:pt x="29" y="0"/>
                  </a:lnTo>
                </a:path>
              </a:pathLst>
            </a:custGeom>
            <a:solidFill>
              <a:srgbClr val="ffc0b6"/>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4012" name=""/>
            <p:cNvSpPr/>
            <p:nvPr/>
          </p:nvSpPr>
          <p:spPr>
            <a:xfrm>
              <a:off x="5437080" y="5370480"/>
              <a:ext cx="9720" cy="7920"/>
            </a:xfrm>
            <a:custGeom>
              <a:avLst/>
              <a:gdLst/>
              <a:ahLst/>
              <a:rect l="l" t="t" r="r" b="b"/>
              <a:pathLst>
                <a:path w="6" h="5">
                  <a:moveTo>
                    <a:pt x="5" y="4"/>
                  </a:moveTo>
                  <a:lnTo>
                    <a:pt x="5" y="0"/>
                  </a:lnTo>
                  <a:lnTo>
                    <a:pt x="5" y="0"/>
                  </a:lnTo>
                  <a:lnTo>
                    <a:pt x="5" y="0"/>
                  </a:lnTo>
                  <a:lnTo>
                    <a:pt x="0" y="0"/>
                  </a:lnTo>
                  <a:lnTo>
                    <a:pt x="5" y="4"/>
                  </a:lnTo>
                  <a:lnTo>
                    <a:pt x="5"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013" name=""/>
            <p:cNvSpPr/>
            <p:nvPr/>
          </p:nvSpPr>
          <p:spPr>
            <a:xfrm>
              <a:off x="4772160" y="5340240"/>
              <a:ext cx="2880" cy="5040"/>
            </a:xfrm>
            <a:custGeom>
              <a:avLst/>
              <a:gdLst/>
              <a:ahLst/>
              <a:rect l="l" t="t" r="r" b="b"/>
              <a:pathLst>
                <a:path w="2" h="3">
                  <a:moveTo>
                    <a:pt x="0" y="0"/>
                  </a:moveTo>
                  <a:lnTo>
                    <a:pt x="0" y="0"/>
                  </a:lnTo>
                  <a:lnTo>
                    <a:pt x="0" y="2"/>
                  </a:lnTo>
                  <a:lnTo>
                    <a:pt x="0" y="2"/>
                  </a:lnTo>
                  <a:lnTo>
                    <a:pt x="1" y="2"/>
                  </a:lnTo>
                  <a:lnTo>
                    <a:pt x="0" y="0"/>
                  </a:lnTo>
                  <a:lnTo>
                    <a:pt x="0" y="0"/>
                  </a:lnTo>
                </a:path>
              </a:pathLst>
            </a:custGeom>
            <a:solidFill>
              <a:srgbClr val="ffc0b6"/>
            </a:solidFill>
            <a:ln w="0">
              <a:noFill/>
            </a:ln>
          </p:spPr>
          <p:style>
            <a:lnRef idx="0"/>
            <a:fillRef idx="0"/>
            <a:effectRef idx="0"/>
            <a:fontRef idx="minor"/>
          </p:style>
          <p:txBody>
            <a:bodyPr lIns="90000" rIns="90000" tIns="-41760" bIns="-41760" anchor="t">
              <a:noAutofit/>
            </a:bodyPr>
            <a:p>
              <a:endParaRPr b="0" lang="en-IN" sz="2400" strike="noStrike" u="none">
                <a:solidFill>
                  <a:srgbClr val="ffffff"/>
                </a:solidFill>
                <a:effectLst/>
                <a:uFillTx/>
                <a:latin typeface="Times New Roman"/>
              </a:endParaRPr>
            </a:p>
          </p:txBody>
        </p:sp>
        <p:sp>
          <p:nvSpPr>
            <p:cNvPr id="4014" name=""/>
            <p:cNvSpPr/>
            <p:nvPr/>
          </p:nvSpPr>
          <p:spPr>
            <a:xfrm>
              <a:off x="4772160" y="5327640"/>
              <a:ext cx="23760" cy="17640"/>
            </a:xfrm>
            <a:custGeom>
              <a:avLst/>
              <a:gdLst/>
              <a:ahLst/>
              <a:rect l="l" t="t" r="r" b="b"/>
              <a:pathLst>
                <a:path w="15" h="11">
                  <a:moveTo>
                    <a:pt x="6" y="0"/>
                  </a:moveTo>
                  <a:lnTo>
                    <a:pt x="6" y="0"/>
                  </a:lnTo>
                  <a:lnTo>
                    <a:pt x="6" y="5"/>
                  </a:lnTo>
                  <a:lnTo>
                    <a:pt x="3" y="5"/>
                  </a:lnTo>
                  <a:lnTo>
                    <a:pt x="3" y="8"/>
                  </a:lnTo>
                  <a:lnTo>
                    <a:pt x="3" y="8"/>
                  </a:lnTo>
                  <a:lnTo>
                    <a:pt x="3" y="8"/>
                  </a:lnTo>
                  <a:lnTo>
                    <a:pt x="0" y="8"/>
                  </a:lnTo>
                  <a:lnTo>
                    <a:pt x="0" y="8"/>
                  </a:lnTo>
                  <a:lnTo>
                    <a:pt x="0" y="8"/>
                  </a:lnTo>
                  <a:lnTo>
                    <a:pt x="1" y="10"/>
                  </a:lnTo>
                  <a:lnTo>
                    <a:pt x="1" y="10"/>
                  </a:lnTo>
                  <a:lnTo>
                    <a:pt x="3" y="10"/>
                  </a:lnTo>
                  <a:lnTo>
                    <a:pt x="3" y="10"/>
                  </a:lnTo>
                  <a:lnTo>
                    <a:pt x="3" y="8"/>
                  </a:lnTo>
                  <a:lnTo>
                    <a:pt x="3" y="8"/>
                  </a:lnTo>
                  <a:lnTo>
                    <a:pt x="6" y="8"/>
                  </a:lnTo>
                  <a:lnTo>
                    <a:pt x="6" y="8"/>
                  </a:lnTo>
                  <a:lnTo>
                    <a:pt x="14" y="5"/>
                  </a:lnTo>
                  <a:lnTo>
                    <a:pt x="14" y="5"/>
                  </a:lnTo>
                  <a:lnTo>
                    <a:pt x="6" y="0"/>
                  </a:lnTo>
                  <a:lnTo>
                    <a:pt x="6" y="0"/>
                  </a:lnTo>
                </a:path>
              </a:pathLst>
            </a:custGeom>
            <a:solidFill>
              <a:srgbClr val="ffc0b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4015" name=""/>
            <p:cNvSpPr/>
            <p:nvPr/>
          </p:nvSpPr>
          <p:spPr>
            <a:xfrm>
              <a:off x="4781520" y="5315040"/>
              <a:ext cx="27000" cy="21960"/>
            </a:xfrm>
            <a:custGeom>
              <a:avLst/>
              <a:gdLst/>
              <a:ahLst/>
              <a:rect l="l" t="t" r="r" b="b"/>
              <a:pathLst>
                <a:path w="17" h="14">
                  <a:moveTo>
                    <a:pt x="16" y="0"/>
                  </a:moveTo>
                  <a:lnTo>
                    <a:pt x="13" y="0"/>
                  </a:lnTo>
                  <a:lnTo>
                    <a:pt x="10" y="2"/>
                  </a:lnTo>
                  <a:lnTo>
                    <a:pt x="10" y="2"/>
                  </a:lnTo>
                  <a:lnTo>
                    <a:pt x="10" y="5"/>
                  </a:lnTo>
                  <a:lnTo>
                    <a:pt x="8" y="6"/>
                  </a:lnTo>
                  <a:lnTo>
                    <a:pt x="8" y="6"/>
                  </a:lnTo>
                  <a:lnTo>
                    <a:pt x="0" y="6"/>
                  </a:lnTo>
                  <a:lnTo>
                    <a:pt x="0" y="8"/>
                  </a:lnTo>
                  <a:lnTo>
                    <a:pt x="8" y="13"/>
                  </a:lnTo>
                  <a:lnTo>
                    <a:pt x="8" y="13"/>
                  </a:lnTo>
                  <a:lnTo>
                    <a:pt x="8" y="6"/>
                  </a:lnTo>
                  <a:lnTo>
                    <a:pt x="10" y="6"/>
                  </a:lnTo>
                  <a:lnTo>
                    <a:pt x="10" y="6"/>
                  </a:lnTo>
                  <a:lnTo>
                    <a:pt x="10" y="5"/>
                  </a:lnTo>
                  <a:lnTo>
                    <a:pt x="13" y="5"/>
                  </a:lnTo>
                  <a:lnTo>
                    <a:pt x="16" y="2"/>
                  </a:lnTo>
                  <a:lnTo>
                    <a:pt x="16" y="2"/>
                  </a:lnTo>
                  <a:lnTo>
                    <a:pt x="16" y="0"/>
                  </a:lnTo>
                  <a:lnTo>
                    <a:pt x="16" y="0"/>
                  </a:lnTo>
                </a:path>
              </a:pathLst>
            </a:custGeom>
            <a:solidFill>
              <a:srgbClr val="ffc0b6"/>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4016" name=""/>
            <p:cNvSpPr/>
            <p:nvPr/>
          </p:nvSpPr>
          <p:spPr>
            <a:xfrm>
              <a:off x="4781520" y="5327640"/>
              <a:ext cx="14400" cy="9360"/>
            </a:xfrm>
            <a:custGeom>
              <a:avLst/>
              <a:gdLst/>
              <a:ahLst/>
              <a:rect l="l" t="t" r="r" b="b"/>
              <a:pathLst>
                <a:path w="9" h="6">
                  <a:moveTo>
                    <a:pt x="0" y="5"/>
                  </a:moveTo>
                  <a:lnTo>
                    <a:pt x="8" y="5"/>
                  </a:lnTo>
                  <a:lnTo>
                    <a:pt x="8" y="5"/>
                  </a:lnTo>
                  <a:lnTo>
                    <a:pt x="8" y="0"/>
                  </a:lnTo>
                  <a:lnTo>
                    <a:pt x="0" y="0"/>
                  </a:lnTo>
                  <a:lnTo>
                    <a:pt x="0" y="5"/>
                  </a:lnTo>
                  <a:lnTo>
                    <a:pt x="0" y="5"/>
                  </a:lnTo>
                </a:path>
              </a:pathLst>
            </a:custGeom>
            <a:solidFill>
              <a:srgbClr val="ffc0b6"/>
            </a:solidFill>
            <a:ln w="0">
              <a:noFill/>
            </a:ln>
          </p:spPr>
          <p:style>
            <a:lnRef idx="0"/>
            <a:fillRef idx="0"/>
            <a:effectRef idx="0"/>
            <a:fontRef idx="minor"/>
          </p:style>
          <p:txBody>
            <a:bodyPr lIns="90000" rIns="90000" tIns="-37440" bIns="-37440" anchor="t">
              <a:noAutofit/>
            </a:bodyPr>
            <a:p>
              <a:endParaRPr b="0" lang="en-IN" sz="2400" strike="noStrike" u="none">
                <a:solidFill>
                  <a:srgbClr val="ffffff"/>
                </a:solidFill>
                <a:effectLst/>
                <a:uFillTx/>
                <a:latin typeface="Times New Roman"/>
              </a:endParaRPr>
            </a:p>
          </p:txBody>
        </p:sp>
        <p:sp>
          <p:nvSpPr>
            <p:cNvPr id="4017" name=""/>
            <p:cNvSpPr/>
            <p:nvPr/>
          </p:nvSpPr>
          <p:spPr>
            <a:xfrm>
              <a:off x="4838760" y="5265720"/>
              <a:ext cx="1440" cy="9720"/>
            </a:xfrm>
            <a:custGeom>
              <a:avLst/>
              <a:gdLst/>
              <a:ahLst/>
              <a:rect l="l" t="t" r="r" b="b"/>
              <a:pathLst>
                <a:path w="1" h="6">
                  <a:moveTo>
                    <a:pt x="0" y="5"/>
                  </a:moveTo>
                  <a:lnTo>
                    <a:pt x="0" y="5"/>
                  </a:lnTo>
                  <a:lnTo>
                    <a:pt x="0" y="2"/>
                  </a:lnTo>
                  <a:lnTo>
                    <a:pt x="0" y="0"/>
                  </a:lnTo>
                  <a:lnTo>
                    <a:pt x="0" y="0"/>
                  </a:lnTo>
                  <a:lnTo>
                    <a:pt x="0" y="5"/>
                  </a:lnTo>
                  <a:lnTo>
                    <a:pt x="0" y="5"/>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4018" name=""/>
            <p:cNvSpPr/>
            <p:nvPr/>
          </p:nvSpPr>
          <p:spPr>
            <a:xfrm>
              <a:off x="4807080" y="5265720"/>
              <a:ext cx="33120" cy="27000"/>
            </a:xfrm>
            <a:custGeom>
              <a:avLst/>
              <a:gdLst/>
              <a:ahLst/>
              <a:rect l="l" t="t" r="r" b="b"/>
              <a:pathLst>
                <a:path w="21" h="17">
                  <a:moveTo>
                    <a:pt x="0" y="16"/>
                  </a:moveTo>
                  <a:lnTo>
                    <a:pt x="4" y="12"/>
                  </a:lnTo>
                  <a:lnTo>
                    <a:pt x="7" y="12"/>
                  </a:lnTo>
                  <a:lnTo>
                    <a:pt x="7" y="9"/>
                  </a:lnTo>
                  <a:lnTo>
                    <a:pt x="7" y="9"/>
                  </a:lnTo>
                  <a:lnTo>
                    <a:pt x="17" y="5"/>
                  </a:lnTo>
                  <a:lnTo>
                    <a:pt x="20" y="5"/>
                  </a:lnTo>
                  <a:lnTo>
                    <a:pt x="20" y="5"/>
                  </a:lnTo>
                  <a:lnTo>
                    <a:pt x="20" y="5"/>
                  </a:lnTo>
                  <a:lnTo>
                    <a:pt x="20" y="0"/>
                  </a:lnTo>
                  <a:lnTo>
                    <a:pt x="20" y="0"/>
                  </a:lnTo>
                  <a:lnTo>
                    <a:pt x="19" y="2"/>
                  </a:lnTo>
                  <a:lnTo>
                    <a:pt x="15" y="5"/>
                  </a:lnTo>
                  <a:lnTo>
                    <a:pt x="7" y="5"/>
                  </a:lnTo>
                  <a:lnTo>
                    <a:pt x="7" y="5"/>
                  </a:lnTo>
                  <a:lnTo>
                    <a:pt x="6" y="9"/>
                  </a:lnTo>
                  <a:lnTo>
                    <a:pt x="0" y="12"/>
                  </a:lnTo>
                  <a:lnTo>
                    <a:pt x="0" y="12"/>
                  </a:lnTo>
                  <a:lnTo>
                    <a:pt x="0" y="16"/>
                  </a:lnTo>
                  <a:lnTo>
                    <a:pt x="0" y="16"/>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4019" name=""/>
            <p:cNvSpPr/>
            <p:nvPr/>
          </p:nvSpPr>
          <p:spPr>
            <a:xfrm>
              <a:off x="4838760" y="5265720"/>
              <a:ext cx="1440" cy="9720"/>
            </a:xfrm>
            <a:custGeom>
              <a:avLst/>
              <a:gdLst/>
              <a:ahLst/>
              <a:rect l="l" t="t" r="r" b="b"/>
              <a:pathLst>
                <a:path w="1" h="6">
                  <a:moveTo>
                    <a:pt x="0" y="0"/>
                  </a:moveTo>
                  <a:lnTo>
                    <a:pt x="0" y="2"/>
                  </a:lnTo>
                  <a:lnTo>
                    <a:pt x="0" y="5"/>
                  </a:lnTo>
                  <a:lnTo>
                    <a:pt x="0" y="5"/>
                  </a:lnTo>
                  <a:lnTo>
                    <a:pt x="0" y="5"/>
                  </a:lnTo>
                  <a:lnTo>
                    <a:pt x="0" y="0"/>
                  </a:lnTo>
                  <a:lnTo>
                    <a:pt x="0"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4020" name=""/>
            <p:cNvSpPr/>
            <p:nvPr/>
          </p:nvSpPr>
          <p:spPr>
            <a:xfrm>
              <a:off x="4838760" y="5370480"/>
              <a:ext cx="1440" cy="7920"/>
            </a:xfrm>
            <a:custGeom>
              <a:avLst/>
              <a:gdLst/>
              <a:ahLst/>
              <a:rect l="l" t="t" r="r" b="b"/>
              <a:pathLst>
                <a:path w="1" h="5">
                  <a:moveTo>
                    <a:pt x="0" y="4"/>
                  </a:moveTo>
                  <a:lnTo>
                    <a:pt x="0" y="4"/>
                  </a:lnTo>
                  <a:lnTo>
                    <a:pt x="0" y="4"/>
                  </a:lnTo>
                  <a:lnTo>
                    <a:pt x="0" y="0"/>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021" name=""/>
            <p:cNvSpPr/>
            <p:nvPr/>
          </p:nvSpPr>
          <p:spPr>
            <a:xfrm>
              <a:off x="4807080" y="5370480"/>
              <a:ext cx="33120" cy="19080"/>
            </a:xfrm>
            <a:custGeom>
              <a:avLst/>
              <a:gdLst/>
              <a:ahLst/>
              <a:rect l="l" t="t" r="r" b="b"/>
              <a:pathLst>
                <a:path w="21" h="12">
                  <a:moveTo>
                    <a:pt x="0" y="11"/>
                  </a:moveTo>
                  <a:lnTo>
                    <a:pt x="6" y="11"/>
                  </a:lnTo>
                  <a:lnTo>
                    <a:pt x="7" y="9"/>
                  </a:lnTo>
                  <a:lnTo>
                    <a:pt x="7" y="8"/>
                  </a:lnTo>
                  <a:lnTo>
                    <a:pt x="11" y="7"/>
                  </a:lnTo>
                  <a:lnTo>
                    <a:pt x="19" y="7"/>
                  </a:lnTo>
                  <a:lnTo>
                    <a:pt x="20" y="7"/>
                  </a:lnTo>
                  <a:lnTo>
                    <a:pt x="20" y="7"/>
                  </a:lnTo>
                  <a:lnTo>
                    <a:pt x="20" y="4"/>
                  </a:lnTo>
                  <a:lnTo>
                    <a:pt x="20" y="0"/>
                  </a:lnTo>
                  <a:lnTo>
                    <a:pt x="20" y="0"/>
                  </a:lnTo>
                  <a:lnTo>
                    <a:pt x="20" y="4"/>
                  </a:lnTo>
                  <a:lnTo>
                    <a:pt x="17" y="4"/>
                  </a:lnTo>
                  <a:lnTo>
                    <a:pt x="11" y="7"/>
                  </a:lnTo>
                  <a:lnTo>
                    <a:pt x="7" y="7"/>
                  </a:lnTo>
                  <a:lnTo>
                    <a:pt x="7" y="7"/>
                  </a:lnTo>
                  <a:lnTo>
                    <a:pt x="6" y="7"/>
                  </a:lnTo>
                  <a:lnTo>
                    <a:pt x="2" y="7"/>
                  </a:lnTo>
                  <a:lnTo>
                    <a:pt x="0" y="11"/>
                  </a:lnTo>
                  <a:lnTo>
                    <a:pt x="0" y="11"/>
                  </a:lnTo>
                </a:path>
              </a:pathLst>
            </a:custGeom>
            <a:solidFill>
              <a:srgbClr val="ffc0b6"/>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4022" name=""/>
            <p:cNvSpPr/>
            <p:nvPr/>
          </p:nvSpPr>
          <p:spPr>
            <a:xfrm>
              <a:off x="4838760" y="5370480"/>
              <a:ext cx="1440" cy="12600"/>
            </a:xfrm>
            <a:custGeom>
              <a:avLst/>
              <a:gdLst/>
              <a:ahLst/>
              <a:rect l="l" t="t" r="r" b="b"/>
              <a:pathLst>
                <a:path w="1" h="8">
                  <a:moveTo>
                    <a:pt x="0" y="0"/>
                  </a:moveTo>
                  <a:lnTo>
                    <a:pt x="0" y="0"/>
                  </a:lnTo>
                  <a:lnTo>
                    <a:pt x="0" y="4"/>
                  </a:lnTo>
                  <a:lnTo>
                    <a:pt x="0" y="4"/>
                  </a:lnTo>
                  <a:lnTo>
                    <a:pt x="0" y="7"/>
                  </a:lnTo>
                  <a:lnTo>
                    <a:pt x="0" y="0"/>
                  </a:lnTo>
                  <a:lnTo>
                    <a:pt x="0"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4023" name=""/>
            <p:cNvSpPr/>
            <p:nvPr/>
          </p:nvSpPr>
          <p:spPr>
            <a:xfrm>
              <a:off x="4630680" y="5284800"/>
              <a:ext cx="47520" cy="17280"/>
            </a:xfrm>
            <a:custGeom>
              <a:avLst/>
              <a:gdLst/>
              <a:ahLst/>
              <a:rect l="l" t="t" r="r" b="b"/>
              <a:pathLst>
                <a:path w="30" h="11">
                  <a:moveTo>
                    <a:pt x="0" y="10"/>
                  </a:moveTo>
                  <a:lnTo>
                    <a:pt x="0" y="10"/>
                  </a:lnTo>
                  <a:lnTo>
                    <a:pt x="2" y="10"/>
                  </a:lnTo>
                  <a:lnTo>
                    <a:pt x="9" y="7"/>
                  </a:lnTo>
                  <a:lnTo>
                    <a:pt x="12" y="7"/>
                  </a:lnTo>
                  <a:lnTo>
                    <a:pt x="12" y="4"/>
                  </a:lnTo>
                  <a:lnTo>
                    <a:pt x="24" y="4"/>
                  </a:lnTo>
                  <a:lnTo>
                    <a:pt x="24" y="0"/>
                  </a:lnTo>
                  <a:lnTo>
                    <a:pt x="29" y="0"/>
                  </a:lnTo>
                </a:path>
              </a:pathLst>
            </a:custGeom>
            <a:noFill/>
            <a:ln w="9360">
              <a:solidFill>
                <a:srgbClr val="82c168"/>
              </a:solidFill>
              <a:round/>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4024" name=""/>
            <p:cNvSpPr/>
            <p:nvPr/>
          </p:nvSpPr>
          <p:spPr>
            <a:xfrm>
              <a:off x="4613400" y="5200560"/>
              <a:ext cx="66600" cy="66600"/>
            </a:xfrm>
            <a:custGeom>
              <a:avLst/>
              <a:gdLst/>
              <a:ahLst/>
              <a:rect l="l" t="t" r="r" b="b"/>
              <a:pathLst>
                <a:path w="42" h="42">
                  <a:moveTo>
                    <a:pt x="41" y="0"/>
                  </a:moveTo>
                  <a:lnTo>
                    <a:pt x="40" y="0"/>
                  </a:lnTo>
                  <a:lnTo>
                    <a:pt x="40" y="0"/>
                  </a:lnTo>
                  <a:lnTo>
                    <a:pt x="40" y="2"/>
                  </a:lnTo>
                  <a:lnTo>
                    <a:pt x="35" y="2"/>
                  </a:lnTo>
                  <a:lnTo>
                    <a:pt x="23" y="4"/>
                  </a:lnTo>
                  <a:lnTo>
                    <a:pt x="23" y="7"/>
                  </a:lnTo>
                  <a:lnTo>
                    <a:pt x="23" y="10"/>
                  </a:lnTo>
                  <a:lnTo>
                    <a:pt x="23" y="16"/>
                  </a:lnTo>
                  <a:lnTo>
                    <a:pt x="20" y="16"/>
                  </a:lnTo>
                  <a:lnTo>
                    <a:pt x="20" y="16"/>
                  </a:lnTo>
                  <a:lnTo>
                    <a:pt x="20" y="16"/>
                  </a:lnTo>
                  <a:lnTo>
                    <a:pt x="11" y="26"/>
                  </a:lnTo>
                  <a:lnTo>
                    <a:pt x="11" y="28"/>
                  </a:lnTo>
                  <a:lnTo>
                    <a:pt x="7" y="30"/>
                  </a:lnTo>
                  <a:lnTo>
                    <a:pt x="6" y="30"/>
                  </a:lnTo>
                  <a:lnTo>
                    <a:pt x="6" y="33"/>
                  </a:lnTo>
                  <a:lnTo>
                    <a:pt x="0" y="41"/>
                  </a:lnTo>
                </a:path>
              </a:pathLst>
            </a:custGeom>
            <a:noFill/>
            <a:ln w="9360">
              <a:solidFill>
                <a:srgbClr val="82c168"/>
              </a:solidFill>
              <a:round/>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4025" name=""/>
            <p:cNvSpPr/>
            <p:nvPr/>
          </p:nvSpPr>
          <p:spPr>
            <a:xfrm>
              <a:off x="4645080" y="5140440"/>
              <a:ext cx="33120" cy="41040"/>
            </a:xfrm>
            <a:custGeom>
              <a:avLst/>
              <a:gdLst/>
              <a:ahLst/>
              <a:rect l="l" t="t" r="r" b="b"/>
              <a:pathLst>
                <a:path w="21" h="26">
                  <a:moveTo>
                    <a:pt x="0" y="25"/>
                  </a:moveTo>
                  <a:lnTo>
                    <a:pt x="0" y="23"/>
                  </a:lnTo>
                  <a:lnTo>
                    <a:pt x="3" y="23"/>
                  </a:lnTo>
                  <a:lnTo>
                    <a:pt x="3" y="23"/>
                  </a:lnTo>
                  <a:lnTo>
                    <a:pt x="3" y="23"/>
                  </a:lnTo>
                  <a:lnTo>
                    <a:pt x="3" y="21"/>
                  </a:lnTo>
                  <a:lnTo>
                    <a:pt x="3" y="17"/>
                  </a:lnTo>
                  <a:lnTo>
                    <a:pt x="3" y="14"/>
                  </a:lnTo>
                  <a:lnTo>
                    <a:pt x="3" y="14"/>
                  </a:lnTo>
                  <a:lnTo>
                    <a:pt x="3" y="12"/>
                  </a:lnTo>
                  <a:lnTo>
                    <a:pt x="3" y="11"/>
                  </a:lnTo>
                  <a:lnTo>
                    <a:pt x="12" y="4"/>
                  </a:lnTo>
                  <a:lnTo>
                    <a:pt x="15" y="4"/>
                  </a:lnTo>
                  <a:lnTo>
                    <a:pt x="16" y="0"/>
                  </a:lnTo>
                  <a:lnTo>
                    <a:pt x="20" y="0"/>
                  </a:lnTo>
                  <a:lnTo>
                    <a:pt x="20" y="0"/>
                  </a:lnTo>
                  <a:lnTo>
                    <a:pt x="20" y="0"/>
                  </a:lnTo>
                </a:path>
              </a:pathLst>
            </a:custGeom>
            <a:noFill/>
            <a:ln w="9360">
              <a:solidFill>
                <a:srgbClr val="82c168"/>
              </a:solidFill>
              <a:round/>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4026" name=""/>
            <p:cNvSpPr/>
            <p:nvPr/>
          </p:nvSpPr>
          <p:spPr>
            <a:xfrm>
              <a:off x="4583160" y="5162400"/>
              <a:ext cx="31680" cy="39960"/>
            </a:xfrm>
            <a:custGeom>
              <a:avLst/>
              <a:gdLst/>
              <a:ahLst/>
              <a:rect l="l" t="t" r="r" b="b"/>
              <a:pathLst>
                <a:path w="20" h="25">
                  <a:moveTo>
                    <a:pt x="19" y="0"/>
                  </a:moveTo>
                  <a:lnTo>
                    <a:pt x="8" y="11"/>
                  </a:lnTo>
                  <a:lnTo>
                    <a:pt x="0" y="24"/>
                  </a:lnTo>
                </a:path>
              </a:pathLst>
            </a:custGeom>
            <a:noFill/>
            <a:ln w="9360">
              <a:solidFill>
                <a:srgbClr val="82c168"/>
              </a:solidFill>
              <a:round/>
            </a:ln>
          </p:spPr>
          <p:style>
            <a:lnRef idx="0"/>
            <a:fillRef idx="0"/>
            <a:effectRef idx="0"/>
            <a:fontRef idx="minor"/>
          </p:style>
          <p:txBody>
            <a:bodyPr lIns="90000" rIns="90000" tIns="-6840" bIns="-6840" anchor="t">
              <a:noAutofit/>
            </a:bodyPr>
            <a:p>
              <a:endParaRPr b="0" lang="en-IN" sz="2400" strike="noStrike" u="none">
                <a:solidFill>
                  <a:srgbClr val="ffffff"/>
                </a:solidFill>
                <a:effectLst/>
                <a:uFillTx/>
                <a:latin typeface="Times New Roman"/>
              </a:endParaRPr>
            </a:p>
          </p:txBody>
        </p:sp>
        <p:sp>
          <p:nvSpPr>
            <p:cNvPr id="4027" name=""/>
            <p:cNvSpPr/>
            <p:nvPr/>
          </p:nvSpPr>
          <p:spPr>
            <a:xfrm>
              <a:off x="4522680" y="5106960"/>
              <a:ext cx="1800" cy="11160"/>
            </a:xfrm>
            <a:custGeom>
              <a:avLst/>
              <a:gdLst/>
              <a:ahLst/>
              <a:rect l="l" t="t" r="r" b="b"/>
              <a:pathLst>
                <a:path w="1" h="7">
                  <a:moveTo>
                    <a:pt x="0" y="0"/>
                  </a:moveTo>
                  <a:lnTo>
                    <a:pt x="0" y="5"/>
                  </a:lnTo>
                  <a:lnTo>
                    <a:pt x="0" y="5"/>
                  </a:lnTo>
                  <a:lnTo>
                    <a:pt x="0" y="6"/>
                  </a:lnTo>
                  <a:lnTo>
                    <a:pt x="0" y="6"/>
                  </a:lnTo>
                  <a:lnTo>
                    <a:pt x="0" y="0"/>
                  </a:lnTo>
                  <a:lnTo>
                    <a:pt x="0"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4028" name=""/>
            <p:cNvSpPr/>
            <p:nvPr/>
          </p:nvSpPr>
          <p:spPr>
            <a:xfrm>
              <a:off x="4522680" y="5106960"/>
              <a:ext cx="22320" cy="11160"/>
            </a:xfrm>
            <a:custGeom>
              <a:avLst/>
              <a:gdLst/>
              <a:ahLst/>
              <a:rect l="l" t="t" r="r" b="b"/>
              <a:pathLst>
                <a:path w="14" h="7">
                  <a:moveTo>
                    <a:pt x="11" y="0"/>
                  </a:moveTo>
                  <a:lnTo>
                    <a:pt x="11" y="0"/>
                  </a:lnTo>
                  <a:lnTo>
                    <a:pt x="11" y="0"/>
                  </a:lnTo>
                  <a:lnTo>
                    <a:pt x="7" y="0"/>
                  </a:lnTo>
                  <a:lnTo>
                    <a:pt x="7" y="0"/>
                  </a:lnTo>
                  <a:lnTo>
                    <a:pt x="7" y="0"/>
                  </a:lnTo>
                  <a:lnTo>
                    <a:pt x="6" y="0"/>
                  </a:lnTo>
                  <a:lnTo>
                    <a:pt x="6" y="0"/>
                  </a:lnTo>
                  <a:lnTo>
                    <a:pt x="4" y="0"/>
                  </a:lnTo>
                  <a:lnTo>
                    <a:pt x="0" y="0"/>
                  </a:lnTo>
                  <a:lnTo>
                    <a:pt x="0" y="6"/>
                  </a:lnTo>
                  <a:lnTo>
                    <a:pt x="4" y="6"/>
                  </a:lnTo>
                  <a:lnTo>
                    <a:pt x="6" y="6"/>
                  </a:lnTo>
                  <a:lnTo>
                    <a:pt x="6" y="6"/>
                  </a:lnTo>
                  <a:lnTo>
                    <a:pt x="7" y="6"/>
                  </a:lnTo>
                  <a:lnTo>
                    <a:pt x="7" y="5"/>
                  </a:lnTo>
                  <a:lnTo>
                    <a:pt x="7" y="5"/>
                  </a:lnTo>
                  <a:lnTo>
                    <a:pt x="11" y="5"/>
                  </a:lnTo>
                  <a:lnTo>
                    <a:pt x="13" y="0"/>
                  </a:lnTo>
                  <a:lnTo>
                    <a:pt x="13" y="0"/>
                  </a:lnTo>
                  <a:lnTo>
                    <a:pt x="11" y="0"/>
                  </a:lnTo>
                  <a:lnTo>
                    <a:pt x="11"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4029" name=""/>
            <p:cNvSpPr/>
            <p:nvPr/>
          </p:nvSpPr>
          <p:spPr>
            <a:xfrm>
              <a:off x="4540320" y="5095800"/>
              <a:ext cx="19080" cy="12600"/>
            </a:xfrm>
            <a:custGeom>
              <a:avLst/>
              <a:gdLst/>
              <a:ahLst/>
              <a:rect l="l" t="t" r="r" b="b"/>
              <a:pathLst>
                <a:path w="12" h="8">
                  <a:moveTo>
                    <a:pt x="11" y="0"/>
                  </a:moveTo>
                  <a:lnTo>
                    <a:pt x="11" y="0"/>
                  </a:lnTo>
                  <a:lnTo>
                    <a:pt x="11" y="0"/>
                  </a:lnTo>
                  <a:lnTo>
                    <a:pt x="9" y="3"/>
                  </a:lnTo>
                  <a:lnTo>
                    <a:pt x="9" y="3"/>
                  </a:lnTo>
                  <a:lnTo>
                    <a:pt x="4" y="3"/>
                  </a:lnTo>
                  <a:lnTo>
                    <a:pt x="3" y="7"/>
                  </a:lnTo>
                  <a:lnTo>
                    <a:pt x="2" y="7"/>
                  </a:lnTo>
                  <a:lnTo>
                    <a:pt x="0" y="7"/>
                  </a:lnTo>
                  <a:lnTo>
                    <a:pt x="2" y="7"/>
                  </a:lnTo>
                  <a:lnTo>
                    <a:pt x="3" y="7"/>
                  </a:lnTo>
                  <a:lnTo>
                    <a:pt x="6" y="7"/>
                  </a:lnTo>
                  <a:lnTo>
                    <a:pt x="9" y="7"/>
                  </a:lnTo>
                  <a:lnTo>
                    <a:pt x="9" y="3"/>
                  </a:lnTo>
                  <a:lnTo>
                    <a:pt x="11" y="3"/>
                  </a:lnTo>
                  <a:lnTo>
                    <a:pt x="11" y="3"/>
                  </a:lnTo>
                  <a:lnTo>
                    <a:pt x="11" y="3"/>
                  </a:lnTo>
                  <a:lnTo>
                    <a:pt x="11" y="3"/>
                  </a:lnTo>
                  <a:lnTo>
                    <a:pt x="11" y="0"/>
                  </a:lnTo>
                  <a:lnTo>
                    <a:pt x="11" y="0"/>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4030" name=""/>
            <p:cNvSpPr/>
            <p:nvPr/>
          </p:nvSpPr>
          <p:spPr>
            <a:xfrm>
              <a:off x="4540320" y="5106960"/>
              <a:ext cx="6120" cy="1440"/>
            </a:xfrm>
            <a:custGeom>
              <a:avLst/>
              <a:gdLst/>
              <a:ahLst/>
              <a:rect l="l" t="t" r="r" b="b"/>
              <a:pathLst>
                <a:path w="4" h="1">
                  <a:moveTo>
                    <a:pt x="0" y="0"/>
                  </a:moveTo>
                  <a:lnTo>
                    <a:pt x="2" y="0"/>
                  </a:lnTo>
                  <a:lnTo>
                    <a:pt x="3" y="0"/>
                  </a:lnTo>
                  <a:lnTo>
                    <a:pt x="2"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031" name=""/>
            <p:cNvSpPr/>
            <p:nvPr/>
          </p:nvSpPr>
          <p:spPr>
            <a:xfrm>
              <a:off x="4522680" y="506412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032" name=""/>
            <p:cNvSpPr/>
            <p:nvPr/>
          </p:nvSpPr>
          <p:spPr>
            <a:xfrm>
              <a:off x="4522680" y="5049720"/>
              <a:ext cx="25560" cy="15840"/>
            </a:xfrm>
            <a:custGeom>
              <a:avLst/>
              <a:gdLst/>
              <a:ahLst/>
              <a:rect l="l" t="t" r="r" b="b"/>
              <a:pathLst>
                <a:path w="16" h="10">
                  <a:moveTo>
                    <a:pt x="15" y="0"/>
                  </a:moveTo>
                  <a:lnTo>
                    <a:pt x="15" y="0"/>
                  </a:lnTo>
                  <a:lnTo>
                    <a:pt x="13" y="0"/>
                  </a:lnTo>
                  <a:lnTo>
                    <a:pt x="11" y="1"/>
                  </a:lnTo>
                  <a:lnTo>
                    <a:pt x="7" y="2"/>
                  </a:lnTo>
                  <a:lnTo>
                    <a:pt x="7" y="2"/>
                  </a:lnTo>
                  <a:lnTo>
                    <a:pt x="6" y="5"/>
                  </a:lnTo>
                  <a:lnTo>
                    <a:pt x="0" y="8"/>
                  </a:lnTo>
                  <a:lnTo>
                    <a:pt x="0" y="9"/>
                  </a:lnTo>
                  <a:lnTo>
                    <a:pt x="0" y="9"/>
                  </a:lnTo>
                  <a:lnTo>
                    <a:pt x="0" y="9"/>
                  </a:lnTo>
                  <a:lnTo>
                    <a:pt x="0" y="9"/>
                  </a:lnTo>
                  <a:lnTo>
                    <a:pt x="6" y="9"/>
                  </a:lnTo>
                  <a:lnTo>
                    <a:pt x="6" y="8"/>
                  </a:lnTo>
                  <a:lnTo>
                    <a:pt x="7" y="5"/>
                  </a:lnTo>
                  <a:lnTo>
                    <a:pt x="7" y="2"/>
                  </a:lnTo>
                  <a:lnTo>
                    <a:pt x="11" y="2"/>
                  </a:lnTo>
                  <a:lnTo>
                    <a:pt x="14" y="2"/>
                  </a:lnTo>
                  <a:lnTo>
                    <a:pt x="15" y="1"/>
                  </a:lnTo>
                  <a:lnTo>
                    <a:pt x="15" y="1"/>
                  </a:lnTo>
                  <a:lnTo>
                    <a:pt x="15" y="0"/>
                  </a:lnTo>
                  <a:lnTo>
                    <a:pt x="15"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4033" name=""/>
            <p:cNvSpPr/>
            <p:nvPr/>
          </p:nvSpPr>
          <p:spPr>
            <a:xfrm>
              <a:off x="4546440" y="5038560"/>
              <a:ext cx="27000" cy="14400"/>
            </a:xfrm>
            <a:custGeom>
              <a:avLst/>
              <a:gdLst/>
              <a:ahLst/>
              <a:rect l="l" t="t" r="r" b="b"/>
              <a:pathLst>
                <a:path w="17" h="9">
                  <a:moveTo>
                    <a:pt x="16" y="0"/>
                  </a:moveTo>
                  <a:lnTo>
                    <a:pt x="16" y="0"/>
                  </a:lnTo>
                  <a:lnTo>
                    <a:pt x="12" y="5"/>
                  </a:lnTo>
                  <a:lnTo>
                    <a:pt x="12" y="5"/>
                  </a:lnTo>
                  <a:lnTo>
                    <a:pt x="7" y="7"/>
                  </a:lnTo>
                  <a:lnTo>
                    <a:pt x="7" y="7"/>
                  </a:lnTo>
                  <a:lnTo>
                    <a:pt x="7" y="7"/>
                  </a:lnTo>
                  <a:lnTo>
                    <a:pt x="5" y="7"/>
                  </a:lnTo>
                  <a:lnTo>
                    <a:pt x="0" y="7"/>
                  </a:lnTo>
                  <a:lnTo>
                    <a:pt x="0" y="8"/>
                  </a:lnTo>
                  <a:lnTo>
                    <a:pt x="5" y="8"/>
                  </a:lnTo>
                  <a:lnTo>
                    <a:pt x="7" y="7"/>
                  </a:lnTo>
                  <a:lnTo>
                    <a:pt x="7" y="7"/>
                  </a:lnTo>
                  <a:lnTo>
                    <a:pt x="7" y="7"/>
                  </a:lnTo>
                  <a:lnTo>
                    <a:pt x="12" y="7"/>
                  </a:lnTo>
                  <a:lnTo>
                    <a:pt x="16" y="7"/>
                  </a:lnTo>
                  <a:lnTo>
                    <a:pt x="16" y="7"/>
                  </a:lnTo>
                  <a:lnTo>
                    <a:pt x="16" y="7"/>
                  </a:lnTo>
                  <a:lnTo>
                    <a:pt x="16" y="0"/>
                  </a:lnTo>
                  <a:lnTo>
                    <a:pt x="16"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4034" name=""/>
            <p:cNvSpPr/>
            <p:nvPr/>
          </p:nvSpPr>
          <p:spPr>
            <a:xfrm>
              <a:off x="4545000" y="5049720"/>
              <a:ext cx="11160" cy="3240"/>
            </a:xfrm>
            <a:custGeom>
              <a:avLst/>
              <a:gdLst/>
              <a:ahLst/>
              <a:rect l="l" t="t" r="r" b="b"/>
              <a:pathLst>
                <a:path w="7" h="2">
                  <a:moveTo>
                    <a:pt x="3" y="1"/>
                  </a:moveTo>
                  <a:lnTo>
                    <a:pt x="6" y="0"/>
                  </a:lnTo>
                  <a:lnTo>
                    <a:pt x="6" y="0"/>
                  </a:lnTo>
                  <a:lnTo>
                    <a:pt x="3" y="0"/>
                  </a:lnTo>
                  <a:lnTo>
                    <a:pt x="0" y="0"/>
                  </a:lnTo>
                  <a:lnTo>
                    <a:pt x="3" y="1"/>
                  </a:lnTo>
                  <a:lnTo>
                    <a:pt x="3"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4035" name=""/>
            <p:cNvSpPr/>
            <p:nvPr/>
          </p:nvSpPr>
          <p:spPr>
            <a:xfrm>
              <a:off x="4540320" y="5068800"/>
              <a:ext cx="6120" cy="3240"/>
            </a:xfrm>
            <a:custGeom>
              <a:avLst/>
              <a:gdLst/>
              <a:ahLst/>
              <a:rect l="l" t="t" r="r" b="b"/>
              <a:pathLst>
                <a:path w="4" h="2">
                  <a:moveTo>
                    <a:pt x="2" y="0"/>
                  </a:moveTo>
                  <a:lnTo>
                    <a:pt x="0" y="0"/>
                  </a:lnTo>
                  <a:lnTo>
                    <a:pt x="0" y="0"/>
                  </a:lnTo>
                  <a:lnTo>
                    <a:pt x="2" y="1"/>
                  </a:lnTo>
                  <a:lnTo>
                    <a:pt x="3" y="1"/>
                  </a:lnTo>
                  <a:lnTo>
                    <a:pt x="2" y="0"/>
                  </a:lnTo>
                  <a:lnTo>
                    <a:pt x="2"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4036" name=""/>
            <p:cNvSpPr/>
            <p:nvPr/>
          </p:nvSpPr>
          <p:spPr>
            <a:xfrm>
              <a:off x="4543560" y="5064120"/>
              <a:ext cx="29880" cy="7920"/>
            </a:xfrm>
            <a:custGeom>
              <a:avLst/>
              <a:gdLst/>
              <a:ahLst/>
              <a:rect l="l" t="t" r="r" b="b"/>
              <a:pathLst>
                <a:path w="19" h="5">
                  <a:moveTo>
                    <a:pt x="14" y="0"/>
                  </a:moveTo>
                  <a:lnTo>
                    <a:pt x="14" y="0"/>
                  </a:lnTo>
                  <a:lnTo>
                    <a:pt x="0" y="3"/>
                  </a:lnTo>
                  <a:lnTo>
                    <a:pt x="1" y="4"/>
                  </a:lnTo>
                  <a:lnTo>
                    <a:pt x="18" y="0"/>
                  </a:lnTo>
                  <a:lnTo>
                    <a:pt x="14" y="0"/>
                  </a:lnTo>
                  <a:lnTo>
                    <a:pt x="14" y="0"/>
                  </a:lnTo>
                  <a:lnTo>
                    <a:pt x="14"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037" name=""/>
            <p:cNvSpPr/>
            <p:nvPr/>
          </p:nvSpPr>
          <p:spPr>
            <a:xfrm>
              <a:off x="4565520" y="5064120"/>
              <a:ext cx="7920" cy="1440"/>
            </a:xfrm>
            <a:custGeom>
              <a:avLst/>
              <a:gdLst/>
              <a:ahLst/>
              <a:rect l="l" t="t" r="r" b="b"/>
              <a:pathLst>
                <a:path w="5" h="1">
                  <a:moveTo>
                    <a:pt x="4" y="0"/>
                  </a:moveTo>
                  <a:lnTo>
                    <a:pt x="4" y="0"/>
                  </a:lnTo>
                  <a:lnTo>
                    <a:pt x="4" y="0"/>
                  </a:lnTo>
                  <a:lnTo>
                    <a:pt x="4" y="0"/>
                  </a:lnTo>
                  <a:lnTo>
                    <a:pt x="0" y="0"/>
                  </a:lnTo>
                  <a:lnTo>
                    <a:pt x="4" y="0"/>
                  </a:lnTo>
                  <a:lnTo>
                    <a:pt x="4"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038" name=""/>
            <p:cNvSpPr/>
            <p:nvPr/>
          </p:nvSpPr>
          <p:spPr>
            <a:xfrm>
              <a:off x="4743360" y="5435640"/>
              <a:ext cx="39600" cy="15840"/>
            </a:xfrm>
            <a:custGeom>
              <a:avLst/>
              <a:gdLst/>
              <a:ahLst/>
              <a:rect l="l" t="t" r="r" b="b"/>
              <a:pathLst>
                <a:path w="25" h="10">
                  <a:moveTo>
                    <a:pt x="0" y="0"/>
                  </a:moveTo>
                  <a:lnTo>
                    <a:pt x="0" y="5"/>
                  </a:lnTo>
                  <a:lnTo>
                    <a:pt x="1" y="5"/>
                  </a:lnTo>
                  <a:lnTo>
                    <a:pt x="7" y="5"/>
                  </a:lnTo>
                  <a:lnTo>
                    <a:pt x="13" y="9"/>
                  </a:lnTo>
                  <a:lnTo>
                    <a:pt x="18" y="9"/>
                  </a:lnTo>
                  <a:lnTo>
                    <a:pt x="21" y="9"/>
                  </a:lnTo>
                  <a:lnTo>
                    <a:pt x="21" y="9"/>
                  </a:lnTo>
                  <a:lnTo>
                    <a:pt x="24" y="9"/>
                  </a:lnTo>
                </a:path>
              </a:pathLst>
            </a:custGeom>
            <a:noFill/>
            <a:ln w="9360">
              <a:solidFill>
                <a:srgbClr val="82c168"/>
              </a:solidFill>
              <a:round/>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4039" name=""/>
            <p:cNvSpPr/>
            <p:nvPr/>
          </p:nvSpPr>
          <p:spPr>
            <a:xfrm>
              <a:off x="4738680" y="5415120"/>
              <a:ext cx="39600" cy="2880"/>
            </a:xfrm>
            <a:custGeom>
              <a:avLst/>
              <a:gdLst/>
              <a:ahLst/>
              <a:rect l="l" t="t" r="r" b="b"/>
              <a:pathLst>
                <a:path w="25" h="2">
                  <a:moveTo>
                    <a:pt x="24" y="1"/>
                  </a:moveTo>
                  <a:lnTo>
                    <a:pt x="24" y="0"/>
                  </a:lnTo>
                  <a:lnTo>
                    <a:pt x="21" y="0"/>
                  </a:lnTo>
                  <a:lnTo>
                    <a:pt x="19" y="0"/>
                  </a:lnTo>
                  <a:lnTo>
                    <a:pt x="16" y="0"/>
                  </a:lnTo>
                  <a:lnTo>
                    <a:pt x="10" y="0"/>
                  </a:lnTo>
                  <a:lnTo>
                    <a:pt x="4" y="0"/>
                  </a:lnTo>
                  <a:lnTo>
                    <a:pt x="3" y="0"/>
                  </a:lnTo>
                  <a:lnTo>
                    <a:pt x="0" y="0"/>
                  </a:lnTo>
                </a:path>
              </a:pathLst>
            </a:custGeom>
            <a:noFill/>
            <a:ln w="9360">
              <a:solidFill>
                <a:srgbClr val="82c168"/>
              </a:solidFill>
              <a:round/>
            </a:ln>
          </p:spPr>
          <p:style>
            <a:lnRef idx="0"/>
            <a:fillRef idx="0"/>
            <a:effectRef idx="0"/>
            <a:fontRef idx="minor"/>
          </p:style>
          <p:txBody>
            <a:bodyPr lIns="90000" rIns="90000" tIns="-43920" bIns="-43920" anchor="t">
              <a:noAutofit/>
            </a:bodyPr>
            <a:p>
              <a:endParaRPr b="0" lang="en-IN" sz="2400" strike="noStrike" u="none">
                <a:solidFill>
                  <a:srgbClr val="ffffff"/>
                </a:solidFill>
                <a:effectLst/>
                <a:uFillTx/>
                <a:latin typeface="Times New Roman"/>
              </a:endParaRPr>
            </a:p>
          </p:txBody>
        </p:sp>
        <p:sp>
          <p:nvSpPr>
            <p:cNvPr id="4040" name=""/>
            <p:cNvSpPr/>
            <p:nvPr/>
          </p:nvSpPr>
          <p:spPr>
            <a:xfrm>
              <a:off x="4722840" y="5376960"/>
              <a:ext cx="36360" cy="6120"/>
            </a:xfrm>
            <a:custGeom>
              <a:avLst/>
              <a:gdLst/>
              <a:ahLst/>
              <a:rect l="l" t="t" r="r" b="b"/>
              <a:pathLst>
                <a:path w="23" h="4">
                  <a:moveTo>
                    <a:pt x="0" y="3"/>
                  </a:moveTo>
                  <a:lnTo>
                    <a:pt x="0" y="3"/>
                  </a:lnTo>
                  <a:lnTo>
                    <a:pt x="2" y="3"/>
                  </a:lnTo>
                  <a:lnTo>
                    <a:pt x="10" y="3"/>
                  </a:lnTo>
                  <a:lnTo>
                    <a:pt x="12" y="0"/>
                  </a:lnTo>
                  <a:lnTo>
                    <a:pt x="13" y="0"/>
                  </a:lnTo>
                  <a:lnTo>
                    <a:pt x="14" y="0"/>
                  </a:lnTo>
                  <a:lnTo>
                    <a:pt x="20" y="0"/>
                  </a:lnTo>
                  <a:lnTo>
                    <a:pt x="22" y="3"/>
                  </a:lnTo>
                </a:path>
              </a:pathLst>
            </a:custGeom>
            <a:noFill/>
            <a:ln w="9360">
              <a:solidFill>
                <a:srgbClr val="82c168"/>
              </a:solidFill>
              <a:round/>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4041" name=""/>
            <p:cNvSpPr/>
            <p:nvPr/>
          </p:nvSpPr>
          <p:spPr>
            <a:xfrm>
              <a:off x="4807080" y="5427720"/>
              <a:ext cx="33120" cy="4680"/>
            </a:xfrm>
            <a:custGeom>
              <a:avLst/>
              <a:gdLst/>
              <a:ahLst/>
              <a:rect l="l" t="t" r="r" b="b"/>
              <a:pathLst>
                <a:path w="21" h="3">
                  <a:moveTo>
                    <a:pt x="0" y="2"/>
                  </a:moveTo>
                  <a:lnTo>
                    <a:pt x="0" y="2"/>
                  </a:lnTo>
                  <a:lnTo>
                    <a:pt x="4" y="2"/>
                  </a:lnTo>
                  <a:lnTo>
                    <a:pt x="7" y="2"/>
                  </a:lnTo>
                  <a:lnTo>
                    <a:pt x="7" y="2"/>
                  </a:lnTo>
                  <a:lnTo>
                    <a:pt x="7" y="2"/>
                  </a:lnTo>
                  <a:lnTo>
                    <a:pt x="15" y="2"/>
                  </a:lnTo>
                  <a:lnTo>
                    <a:pt x="20" y="2"/>
                  </a:lnTo>
                  <a:lnTo>
                    <a:pt x="20" y="0"/>
                  </a:lnTo>
                </a:path>
              </a:pathLst>
            </a:custGeom>
            <a:noFill/>
            <a:ln w="9360">
              <a:solidFill>
                <a:srgbClr val="82c168"/>
              </a:solidFill>
              <a:round/>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4042" name=""/>
            <p:cNvSpPr/>
            <p:nvPr/>
          </p:nvSpPr>
          <p:spPr>
            <a:xfrm>
              <a:off x="4976640" y="5532480"/>
              <a:ext cx="25560" cy="3240"/>
            </a:xfrm>
            <a:custGeom>
              <a:avLst/>
              <a:gdLst/>
              <a:ahLst/>
              <a:rect l="l" t="t" r="r" b="b"/>
              <a:pathLst>
                <a:path w="16" h="2">
                  <a:moveTo>
                    <a:pt x="15" y="1"/>
                  </a:moveTo>
                  <a:lnTo>
                    <a:pt x="15" y="1"/>
                  </a:lnTo>
                  <a:lnTo>
                    <a:pt x="15" y="1"/>
                  </a:lnTo>
                  <a:lnTo>
                    <a:pt x="12" y="1"/>
                  </a:lnTo>
                  <a:lnTo>
                    <a:pt x="6" y="1"/>
                  </a:lnTo>
                  <a:lnTo>
                    <a:pt x="6" y="1"/>
                  </a:lnTo>
                  <a:lnTo>
                    <a:pt x="4" y="0"/>
                  </a:lnTo>
                  <a:lnTo>
                    <a:pt x="1" y="0"/>
                  </a:lnTo>
                  <a:lnTo>
                    <a:pt x="0" y="0"/>
                  </a:lnTo>
                </a:path>
              </a:pathLst>
            </a:custGeom>
            <a:noFill/>
            <a:ln w="9360">
              <a:solidFill>
                <a:srgbClr val="82c168"/>
              </a:solidFill>
              <a:round/>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4043" name=""/>
            <p:cNvSpPr/>
            <p:nvPr/>
          </p:nvSpPr>
          <p:spPr>
            <a:xfrm>
              <a:off x="5056200" y="5300640"/>
              <a:ext cx="1440" cy="6480"/>
            </a:xfrm>
            <a:custGeom>
              <a:avLst/>
              <a:gdLst/>
              <a:ahLst/>
              <a:rect l="l" t="t" r="r" b="b"/>
              <a:pathLst>
                <a:path w="1" h="4">
                  <a:moveTo>
                    <a:pt x="0" y="3"/>
                  </a:moveTo>
                  <a:lnTo>
                    <a:pt x="0" y="3"/>
                  </a:lnTo>
                  <a:lnTo>
                    <a:pt x="0" y="3"/>
                  </a:lnTo>
                  <a:lnTo>
                    <a:pt x="0" y="3"/>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4044" name=""/>
            <p:cNvSpPr/>
            <p:nvPr/>
          </p:nvSpPr>
          <p:spPr>
            <a:xfrm>
              <a:off x="5043600" y="5284800"/>
              <a:ext cx="14040" cy="22320"/>
            </a:xfrm>
            <a:custGeom>
              <a:avLst/>
              <a:gdLst/>
              <a:ahLst/>
              <a:rect l="l" t="t" r="r" b="b"/>
              <a:pathLst>
                <a:path w="9" h="14">
                  <a:moveTo>
                    <a:pt x="0" y="0"/>
                  </a:moveTo>
                  <a:lnTo>
                    <a:pt x="0" y="0"/>
                  </a:lnTo>
                  <a:lnTo>
                    <a:pt x="0" y="4"/>
                  </a:lnTo>
                  <a:lnTo>
                    <a:pt x="3" y="7"/>
                  </a:lnTo>
                  <a:lnTo>
                    <a:pt x="4" y="7"/>
                  </a:lnTo>
                  <a:lnTo>
                    <a:pt x="5" y="10"/>
                  </a:lnTo>
                  <a:lnTo>
                    <a:pt x="7" y="10"/>
                  </a:lnTo>
                  <a:lnTo>
                    <a:pt x="7" y="13"/>
                  </a:lnTo>
                  <a:lnTo>
                    <a:pt x="8" y="13"/>
                  </a:lnTo>
                  <a:lnTo>
                    <a:pt x="8" y="13"/>
                  </a:lnTo>
                  <a:lnTo>
                    <a:pt x="8" y="10"/>
                  </a:lnTo>
                  <a:lnTo>
                    <a:pt x="8" y="10"/>
                  </a:lnTo>
                  <a:lnTo>
                    <a:pt x="8" y="10"/>
                  </a:lnTo>
                  <a:lnTo>
                    <a:pt x="8" y="10"/>
                  </a:lnTo>
                  <a:lnTo>
                    <a:pt x="7" y="7"/>
                  </a:lnTo>
                  <a:lnTo>
                    <a:pt x="5" y="4"/>
                  </a:lnTo>
                  <a:lnTo>
                    <a:pt x="4" y="4"/>
                  </a:lnTo>
                  <a:lnTo>
                    <a:pt x="3" y="0"/>
                  </a:lnTo>
                  <a:lnTo>
                    <a:pt x="3" y="0"/>
                  </a:lnTo>
                  <a:lnTo>
                    <a:pt x="3" y="0"/>
                  </a:lnTo>
                  <a:lnTo>
                    <a:pt x="0" y="0"/>
                  </a:lnTo>
                  <a:lnTo>
                    <a:pt x="0"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4045" name=""/>
            <p:cNvSpPr/>
            <p:nvPr/>
          </p:nvSpPr>
          <p:spPr>
            <a:xfrm>
              <a:off x="5025960" y="5265720"/>
              <a:ext cx="23760" cy="20520"/>
            </a:xfrm>
            <a:custGeom>
              <a:avLst/>
              <a:gdLst/>
              <a:ahLst/>
              <a:rect l="l" t="t" r="r" b="b"/>
              <a:pathLst>
                <a:path w="15" h="13">
                  <a:moveTo>
                    <a:pt x="0" y="0"/>
                  </a:moveTo>
                  <a:lnTo>
                    <a:pt x="0" y="2"/>
                  </a:lnTo>
                  <a:lnTo>
                    <a:pt x="0" y="2"/>
                  </a:lnTo>
                  <a:lnTo>
                    <a:pt x="0" y="5"/>
                  </a:lnTo>
                  <a:lnTo>
                    <a:pt x="1" y="5"/>
                  </a:lnTo>
                  <a:lnTo>
                    <a:pt x="1" y="5"/>
                  </a:lnTo>
                  <a:lnTo>
                    <a:pt x="2" y="9"/>
                  </a:lnTo>
                  <a:lnTo>
                    <a:pt x="4" y="12"/>
                  </a:lnTo>
                  <a:lnTo>
                    <a:pt x="11" y="12"/>
                  </a:lnTo>
                  <a:lnTo>
                    <a:pt x="14" y="12"/>
                  </a:lnTo>
                  <a:lnTo>
                    <a:pt x="11" y="9"/>
                  </a:lnTo>
                  <a:lnTo>
                    <a:pt x="4" y="9"/>
                  </a:lnTo>
                  <a:lnTo>
                    <a:pt x="4" y="5"/>
                  </a:lnTo>
                  <a:lnTo>
                    <a:pt x="1" y="5"/>
                  </a:lnTo>
                  <a:lnTo>
                    <a:pt x="1" y="2"/>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4046" name=""/>
            <p:cNvSpPr/>
            <p:nvPr/>
          </p:nvSpPr>
          <p:spPr>
            <a:xfrm>
              <a:off x="5032440" y="5284800"/>
              <a:ext cx="17280" cy="3240"/>
            </a:xfrm>
            <a:custGeom>
              <a:avLst/>
              <a:gdLst/>
              <a:ahLst/>
              <a:rect l="l" t="t" r="r" b="b"/>
              <a:pathLst>
                <a:path w="11" h="2">
                  <a:moveTo>
                    <a:pt x="10" y="0"/>
                  </a:moveTo>
                  <a:lnTo>
                    <a:pt x="7" y="0"/>
                  </a:lnTo>
                  <a:lnTo>
                    <a:pt x="7" y="0"/>
                  </a:lnTo>
                  <a:lnTo>
                    <a:pt x="0" y="0"/>
                  </a:lnTo>
                  <a:lnTo>
                    <a:pt x="7" y="1"/>
                  </a:lnTo>
                  <a:lnTo>
                    <a:pt x="10" y="0"/>
                  </a:lnTo>
                  <a:lnTo>
                    <a:pt x="1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4047" name=""/>
            <p:cNvSpPr/>
            <p:nvPr/>
          </p:nvSpPr>
          <p:spPr>
            <a:xfrm>
              <a:off x="4881600" y="5614920"/>
              <a:ext cx="11160" cy="12600"/>
            </a:xfrm>
            <a:custGeom>
              <a:avLst/>
              <a:gdLst/>
              <a:ahLst/>
              <a:rect l="l" t="t" r="r" b="b"/>
              <a:pathLst>
                <a:path w="7" h="8">
                  <a:moveTo>
                    <a:pt x="6" y="0"/>
                  </a:moveTo>
                  <a:lnTo>
                    <a:pt x="4" y="0"/>
                  </a:lnTo>
                  <a:lnTo>
                    <a:pt x="4" y="0"/>
                  </a:lnTo>
                  <a:lnTo>
                    <a:pt x="0" y="0"/>
                  </a:lnTo>
                  <a:lnTo>
                    <a:pt x="0" y="0"/>
                  </a:lnTo>
                  <a:lnTo>
                    <a:pt x="0" y="0"/>
                  </a:lnTo>
                  <a:lnTo>
                    <a:pt x="0" y="7"/>
                  </a:lnTo>
                  <a:lnTo>
                    <a:pt x="0" y="7"/>
                  </a:lnTo>
                  <a:lnTo>
                    <a:pt x="0" y="7"/>
                  </a:lnTo>
                  <a:lnTo>
                    <a:pt x="6" y="0"/>
                  </a:lnTo>
                  <a:lnTo>
                    <a:pt x="6" y="0"/>
                  </a:lnTo>
                </a:path>
              </a:pathLst>
            </a:custGeom>
            <a:solidFill>
              <a:srgbClr val="626200"/>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4048" name=""/>
            <p:cNvSpPr/>
            <p:nvPr/>
          </p:nvSpPr>
          <p:spPr>
            <a:xfrm>
              <a:off x="4881600" y="5614920"/>
              <a:ext cx="52200" cy="47520"/>
            </a:xfrm>
            <a:custGeom>
              <a:avLst/>
              <a:gdLst/>
              <a:ahLst/>
              <a:rect l="l" t="t" r="r" b="b"/>
              <a:pathLst>
                <a:path w="33" h="30">
                  <a:moveTo>
                    <a:pt x="32" y="20"/>
                  </a:moveTo>
                  <a:lnTo>
                    <a:pt x="32" y="20"/>
                  </a:lnTo>
                  <a:lnTo>
                    <a:pt x="28" y="20"/>
                  </a:lnTo>
                  <a:lnTo>
                    <a:pt x="26" y="19"/>
                  </a:lnTo>
                  <a:lnTo>
                    <a:pt x="25" y="19"/>
                  </a:lnTo>
                  <a:lnTo>
                    <a:pt x="16" y="19"/>
                  </a:lnTo>
                  <a:lnTo>
                    <a:pt x="16" y="12"/>
                  </a:lnTo>
                  <a:lnTo>
                    <a:pt x="15" y="12"/>
                  </a:lnTo>
                  <a:lnTo>
                    <a:pt x="10" y="10"/>
                  </a:lnTo>
                  <a:lnTo>
                    <a:pt x="6" y="0"/>
                  </a:lnTo>
                  <a:lnTo>
                    <a:pt x="0" y="7"/>
                  </a:lnTo>
                  <a:lnTo>
                    <a:pt x="6" y="11"/>
                  </a:lnTo>
                  <a:lnTo>
                    <a:pt x="10" y="12"/>
                  </a:lnTo>
                  <a:lnTo>
                    <a:pt x="15" y="19"/>
                  </a:lnTo>
                  <a:lnTo>
                    <a:pt x="16" y="21"/>
                  </a:lnTo>
                  <a:lnTo>
                    <a:pt x="23" y="29"/>
                  </a:lnTo>
                  <a:lnTo>
                    <a:pt x="26" y="29"/>
                  </a:lnTo>
                  <a:lnTo>
                    <a:pt x="26" y="29"/>
                  </a:lnTo>
                  <a:lnTo>
                    <a:pt x="32" y="29"/>
                  </a:lnTo>
                  <a:lnTo>
                    <a:pt x="32" y="29"/>
                  </a:lnTo>
                  <a:lnTo>
                    <a:pt x="32" y="20"/>
                  </a:lnTo>
                  <a:lnTo>
                    <a:pt x="32" y="20"/>
                  </a:lnTo>
                </a:path>
              </a:pathLst>
            </a:custGeom>
            <a:solidFill>
              <a:srgbClr val="626200"/>
            </a:solidFill>
            <a:ln w="0">
              <a:noFill/>
            </a:ln>
          </p:spPr>
          <p:style>
            <a:lnRef idx="0"/>
            <a:fillRef idx="0"/>
            <a:effectRef idx="0"/>
            <a:fontRef idx="minor"/>
          </p:style>
          <p:txBody>
            <a:bodyPr lIns="90000" rIns="90000" tIns="720" bIns="720" anchor="t">
              <a:noAutofit/>
            </a:bodyPr>
            <a:p>
              <a:endParaRPr b="0" lang="en-IN" sz="2400" strike="noStrike" u="none">
                <a:solidFill>
                  <a:srgbClr val="ffffff"/>
                </a:solidFill>
                <a:effectLst/>
                <a:uFillTx/>
                <a:latin typeface="Times New Roman"/>
              </a:endParaRPr>
            </a:p>
          </p:txBody>
        </p:sp>
        <p:sp>
          <p:nvSpPr>
            <p:cNvPr id="4049" name=""/>
            <p:cNvSpPr/>
            <p:nvPr/>
          </p:nvSpPr>
          <p:spPr>
            <a:xfrm>
              <a:off x="4932360" y="5645160"/>
              <a:ext cx="36360" cy="20520"/>
            </a:xfrm>
            <a:custGeom>
              <a:avLst/>
              <a:gdLst/>
              <a:ahLst/>
              <a:rect l="l" t="t" r="r" b="b"/>
              <a:pathLst>
                <a:path w="23" h="13">
                  <a:moveTo>
                    <a:pt x="14" y="0"/>
                  </a:moveTo>
                  <a:lnTo>
                    <a:pt x="14" y="0"/>
                  </a:lnTo>
                  <a:lnTo>
                    <a:pt x="14" y="0"/>
                  </a:lnTo>
                  <a:lnTo>
                    <a:pt x="14" y="1"/>
                  </a:lnTo>
                  <a:lnTo>
                    <a:pt x="12" y="1"/>
                  </a:lnTo>
                  <a:lnTo>
                    <a:pt x="11" y="2"/>
                  </a:lnTo>
                  <a:lnTo>
                    <a:pt x="4" y="1"/>
                  </a:lnTo>
                  <a:lnTo>
                    <a:pt x="4" y="1"/>
                  </a:lnTo>
                  <a:lnTo>
                    <a:pt x="2" y="1"/>
                  </a:lnTo>
                  <a:lnTo>
                    <a:pt x="0" y="1"/>
                  </a:lnTo>
                  <a:lnTo>
                    <a:pt x="0" y="10"/>
                  </a:lnTo>
                  <a:lnTo>
                    <a:pt x="2" y="12"/>
                  </a:lnTo>
                  <a:lnTo>
                    <a:pt x="4" y="12"/>
                  </a:lnTo>
                  <a:lnTo>
                    <a:pt x="4" y="12"/>
                  </a:lnTo>
                  <a:lnTo>
                    <a:pt x="11" y="12"/>
                  </a:lnTo>
                  <a:lnTo>
                    <a:pt x="12" y="12"/>
                  </a:lnTo>
                  <a:lnTo>
                    <a:pt x="14" y="10"/>
                  </a:lnTo>
                  <a:lnTo>
                    <a:pt x="14" y="10"/>
                  </a:lnTo>
                  <a:lnTo>
                    <a:pt x="22" y="2"/>
                  </a:lnTo>
                  <a:lnTo>
                    <a:pt x="16" y="2"/>
                  </a:lnTo>
                  <a:lnTo>
                    <a:pt x="14" y="0"/>
                  </a:lnTo>
                  <a:lnTo>
                    <a:pt x="14" y="0"/>
                  </a:lnTo>
                </a:path>
              </a:pathLst>
            </a:custGeom>
            <a:solidFill>
              <a:srgbClr val="626200"/>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4050" name=""/>
            <p:cNvSpPr/>
            <p:nvPr/>
          </p:nvSpPr>
          <p:spPr>
            <a:xfrm>
              <a:off x="4954680" y="5626080"/>
              <a:ext cx="47520" cy="23760"/>
            </a:xfrm>
            <a:custGeom>
              <a:avLst/>
              <a:gdLst/>
              <a:ahLst/>
              <a:rect l="l" t="t" r="r" b="b"/>
              <a:pathLst>
                <a:path w="30" h="15">
                  <a:moveTo>
                    <a:pt x="25" y="0"/>
                  </a:moveTo>
                  <a:lnTo>
                    <a:pt x="20" y="2"/>
                  </a:lnTo>
                  <a:lnTo>
                    <a:pt x="20" y="4"/>
                  </a:lnTo>
                  <a:lnTo>
                    <a:pt x="18" y="4"/>
                  </a:lnTo>
                  <a:lnTo>
                    <a:pt x="15" y="4"/>
                  </a:lnTo>
                  <a:lnTo>
                    <a:pt x="13" y="5"/>
                  </a:lnTo>
                  <a:lnTo>
                    <a:pt x="9" y="5"/>
                  </a:lnTo>
                  <a:lnTo>
                    <a:pt x="8" y="5"/>
                  </a:lnTo>
                  <a:lnTo>
                    <a:pt x="0" y="12"/>
                  </a:lnTo>
                  <a:lnTo>
                    <a:pt x="2" y="14"/>
                  </a:lnTo>
                  <a:lnTo>
                    <a:pt x="8" y="12"/>
                  </a:lnTo>
                  <a:lnTo>
                    <a:pt x="13" y="12"/>
                  </a:lnTo>
                  <a:lnTo>
                    <a:pt x="14" y="10"/>
                  </a:lnTo>
                  <a:lnTo>
                    <a:pt x="18" y="5"/>
                  </a:lnTo>
                  <a:lnTo>
                    <a:pt x="20" y="5"/>
                  </a:lnTo>
                  <a:lnTo>
                    <a:pt x="20" y="5"/>
                  </a:lnTo>
                  <a:lnTo>
                    <a:pt x="29" y="4"/>
                  </a:lnTo>
                  <a:lnTo>
                    <a:pt x="29" y="0"/>
                  </a:lnTo>
                  <a:lnTo>
                    <a:pt x="25" y="0"/>
                  </a:lnTo>
                  <a:lnTo>
                    <a:pt x="25" y="0"/>
                  </a:lnTo>
                </a:path>
              </a:pathLst>
            </a:custGeom>
            <a:solidFill>
              <a:srgbClr val="626200"/>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4051" name=""/>
            <p:cNvSpPr/>
            <p:nvPr/>
          </p:nvSpPr>
          <p:spPr>
            <a:xfrm>
              <a:off x="4954680" y="5645160"/>
              <a:ext cx="14040" cy="4680"/>
            </a:xfrm>
            <a:custGeom>
              <a:avLst/>
              <a:gdLst/>
              <a:ahLst/>
              <a:rect l="l" t="t" r="r" b="b"/>
              <a:pathLst>
                <a:path w="9" h="3">
                  <a:moveTo>
                    <a:pt x="8" y="2"/>
                  </a:moveTo>
                  <a:lnTo>
                    <a:pt x="8" y="1"/>
                  </a:lnTo>
                  <a:lnTo>
                    <a:pt x="8" y="0"/>
                  </a:lnTo>
                  <a:lnTo>
                    <a:pt x="8" y="0"/>
                  </a:lnTo>
                  <a:lnTo>
                    <a:pt x="0" y="0"/>
                  </a:lnTo>
                  <a:lnTo>
                    <a:pt x="0" y="0"/>
                  </a:lnTo>
                  <a:lnTo>
                    <a:pt x="0" y="0"/>
                  </a:lnTo>
                  <a:lnTo>
                    <a:pt x="0" y="0"/>
                  </a:lnTo>
                  <a:lnTo>
                    <a:pt x="0" y="0"/>
                  </a:lnTo>
                  <a:lnTo>
                    <a:pt x="8" y="2"/>
                  </a:lnTo>
                  <a:lnTo>
                    <a:pt x="8" y="2"/>
                  </a:lnTo>
                </a:path>
              </a:pathLst>
            </a:custGeom>
            <a:solidFill>
              <a:srgbClr val="626200"/>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4052" name=""/>
            <p:cNvSpPr/>
            <p:nvPr/>
          </p:nvSpPr>
          <p:spPr>
            <a:xfrm>
              <a:off x="4881600" y="5608800"/>
              <a:ext cx="7920" cy="7920"/>
            </a:xfrm>
            <a:custGeom>
              <a:avLst/>
              <a:gdLst/>
              <a:ahLst/>
              <a:rect l="l" t="t" r="r" b="b"/>
              <a:pathLst>
                <a:path w="5" h="5">
                  <a:moveTo>
                    <a:pt x="4" y="0"/>
                  </a:moveTo>
                  <a:lnTo>
                    <a:pt x="4" y="0"/>
                  </a:lnTo>
                  <a:lnTo>
                    <a:pt x="0" y="0"/>
                  </a:lnTo>
                  <a:lnTo>
                    <a:pt x="0" y="0"/>
                  </a:lnTo>
                  <a:lnTo>
                    <a:pt x="0" y="0"/>
                  </a:lnTo>
                  <a:lnTo>
                    <a:pt x="0" y="0"/>
                  </a:lnTo>
                  <a:lnTo>
                    <a:pt x="0" y="0"/>
                  </a:lnTo>
                  <a:lnTo>
                    <a:pt x="0" y="1"/>
                  </a:lnTo>
                  <a:lnTo>
                    <a:pt x="0" y="4"/>
                  </a:lnTo>
                  <a:lnTo>
                    <a:pt x="4" y="0"/>
                  </a:lnTo>
                  <a:lnTo>
                    <a:pt x="4" y="0"/>
                  </a:lnTo>
                </a:path>
              </a:pathLst>
            </a:custGeom>
            <a:solidFill>
              <a:srgbClr val="82c168"/>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053" name=""/>
            <p:cNvSpPr/>
            <p:nvPr/>
          </p:nvSpPr>
          <p:spPr>
            <a:xfrm>
              <a:off x="4881600" y="5608800"/>
              <a:ext cx="52200" cy="41040"/>
            </a:xfrm>
            <a:custGeom>
              <a:avLst/>
              <a:gdLst/>
              <a:ahLst/>
              <a:rect l="l" t="t" r="r" b="b"/>
              <a:pathLst>
                <a:path w="33" h="26">
                  <a:moveTo>
                    <a:pt x="32" y="21"/>
                  </a:moveTo>
                  <a:lnTo>
                    <a:pt x="32" y="21"/>
                  </a:lnTo>
                  <a:lnTo>
                    <a:pt x="28" y="21"/>
                  </a:lnTo>
                  <a:lnTo>
                    <a:pt x="26" y="21"/>
                  </a:lnTo>
                  <a:lnTo>
                    <a:pt x="25" y="16"/>
                  </a:lnTo>
                  <a:lnTo>
                    <a:pt x="16" y="16"/>
                  </a:lnTo>
                  <a:lnTo>
                    <a:pt x="16" y="16"/>
                  </a:lnTo>
                  <a:lnTo>
                    <a:pt x="14" y="14"/>
                  </a:lnTo>
                  <a:lnTo>
                    <a:pt x="8" y="11"/>
                  </a:lnTo>
                  <a:lnTo>
                    <a:pt x="4" y="0"/>
                  </a:lnTo>
                  <a:lnTo>
                    <a:pt x="0" y="4"/>
                  </a:lnTo>
                  <a:lnTo>
                    <a:pt x="6" y="11"/>
                  </a:lnTo>
                  <a:lnTo>
                    <a:pt x="10" y="16"/>
                  </a:lnTo>
                  <a:lnTo>
                    <a:pt x="15" y="16"/>
                  </a:lnTo>
                  <a:lnTo>
                    <a:pt x="16" y="23"/>
                  </a:lnTo>
                  <a:lnTo>
                    <a:pt x="22" y="23"/>
                  </a:lnTo>
                  <a:lnTo>
                    <a:pt x="26" y="24"/>
                  </a:lnTo>
                  <a:lnTo>
                    <a:pt x="28" y="24"/>
                  </a:lnTo>
                  <a:lnTo>
                    <a:pt x="32" y="25"/>
                  </a:lnTo>
                  <a:lnTo>
                    <a:pt x="32" y="25"/>
                  </a:lnTo>
                  <a:lnTo>
                    <a:pt x="32" y="21"/>
                  </a:lnTo>
                  <a:lnTo>
                    <a:pt x="32" y="21"/>
                  </a:lnTo>
                </a:path>
              </a:pathLst>
            </a:custGeom>
            <a:solidFill>
              <a:srgbClr val="82c168"/>
            </a:solidFill>
            <a:ln w="0">
              <a:noFill/>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4054" name=""/>
            <p:cNvSpPr/>
            <p:nvPr/>
          </p:nvSpPr>
          <p:spPr>
            <a:xfrm>
              <a:off x="4932360" y="5634000"/>
              <a:ext cx="36360" cy="15840"/>
            </a:xfrm>
            <a:custGeom>
              <a:avLst/>
              <a:gdLst/>
              <a:ahLst/>
              <a:rect l="l" t="t" r="r" b="b"/>
              <a:pathLst>
                <a:path w="23" h="10">
                  <a:moveTo>
                    <a:pt x="14" y="0"/>
                  </a:moveTo>
                  <a:lnTo>
                    <a:pt x="14" y="0"/>
                  </a:lnTo>
                  <a:lnTo>
                    <a:pt x="14" y="0"/>
                  </a:lnTo>
                  <a:lnTo>
                    <a:pt x="14" y="5"/>
                  </a:lnTo>
                  <a:lnTo>
                    <a:pt x="12" y="5"/>
                  </a:lnTo>
                  <a:lnTo>
                    <a:pt x="11" y="5"/>
                  </a:lnTo>
                  <a:lnTo>
                    <a:pt x="4" y="5"/>
                  </a:lnTo>
                  <a:lnTo>
                    <a:pt x="4" y="5"/>
                  </a:lnTo>
                  <a:lnTo>
                    <a:pt x="2" y="5"/>
                  </a:lnTo>
                  <a:lnTo>
                    <a:pt x="0" y="5"/>
                  </a:lnTo>
                  <a:lnTo>
                    <a:pt x="0" y="9"/>
                  </a:lnTo>
                  <a:lnTo>
                    <a:pt x="2" y="9"/>
                  </a:lnTo>
                  <a:lnTo>
                    <a:pt x="4" y="9"/>
                  </a:lnTo>
                  <a:lnTo>
                    <a:pt x="4" y="9"/>
                  </a:lnTo>
                  <a:lnTo>
                    <a:pt x="11" y="9"/>
                  </a:lnTo>
                  <a:lnTo>
                    <a:pt x="12" y="9"/>
                  </a:lnTo>
                  <a:lnTo>
                    <a:pt x="14" y="8"/>
                  </a:lnTo>
                  <a:lnTo>
                    <a:pt x="14" y="7"/>
                  </a:lnTo>
                  <a:lnTo>
                    <a:pt x="22" y="7"/>
                  </a:lnTo>
                  <a:lnTo>
                    <a:pt x="22" y="7"/>
                  </a:lnTo>
                  <a:lnTo>
                    <a:pt x="14" y="0"/>
                  </a:lnTo>
                  <a:lnTo>
                    <a:pt x="14" y="0"/>
                  </a:lnTo>
                </a:path>
              </a:pathLst>
            </a:custGeom>
            <a:solidFill>
              <a:srgbClr val="82c168"/>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4055" name=""/>
            <p:cNvSpPr/>
            <p:nvPr/>
          </p:nvSpPr>
          <p:spPr>
            <a:xfrm>
              <a:off x="4954680" y="5610240"/>
              <a:ext cx="47520" cy="36360"/>
            </a:xfrm>
            <a:custGeom>
              <a:avLst/>
              <a:gdLst/>
              <a:ahLst/>
              <a:rect l="l" t="t" r="r" b="b"/>
              <a:pathLst>
                <a:path w="30" h="23">
                  <a:moveTo>
                    <a:pt x="26" y="0"/>
                  </a:moveTo>
                  <a:lnTo>
                    <a:pt x="20" y="10"/>
                  </a:lnTo>
                  <a:lnTo>
                    <a:pt x="20" y="10"/>
                  </a:lnTo>
                  <a:lnTo>
                    <a:pt x="18" y="10"/>
                  </a:lnTo>
                  <a:lnTo>
                    <a:pt x="15" y="12"/>
                  </a:lnTo>
                  <a:lnTo>
                    <a:pt x="13" y="13"/>
                  </a:lnTo>
                  <a:lnTo>
                    <a:pt x="9" y="14"/>
                  </a:lnTo>
                  <a:lnTo>
                    <a:pt x="8" y="15"/>
                  </a:lnTo>
                  <a:lnTo>
                    <a:pt x="0" y="15"/>
                  </a:lnTo>
                  <a:lnTo>
                    <a:pt x="8" y="22"/>
                  </a:lnTo>
                  <a:lnTo>
                    <a:pt x="8" y="15"/>
                  </a:lnTo>
                  <a:lnTo>
                    <a:pt x="13" y="15"/>
                  </a:lnTo>
                  <a:lnTo>
                    <a:pt x="14" y="15"/>
                  </a:lnTo>
                  <a:lnTo>
                    <a:pt x="18" y="15"/>
                  </a:lnTo>
                  <a:lnTo>
                    <a:pt x="20" y="14"/>
                  </a:lnTo>
                  <a:lnTo>
                    <a:pt x="25" y="14"/>
                  </a:lnTo>
                  <a:lnTo>
                    <a:pt x="29" y="10"/>
                  </a:lnTo>
                  <a:lnTo>
                    <a:pt x="29" y="3"/>
                  </a:lnTo>
                  <a:lnTo>
                    <a:pt x="26" y="0"/>
                  </a:lnTo>
                  <a:lnTo>
                    <a:pt x="26" y="0"/>
                  </a:lnTo>
                </a:path>
              </a:pathLst>
            </a:custGeom>
            <a:solidFill>
              <a:srgbClr val="82c168"/>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4056" name=""/>
            <p:cNvSpPr/>
            <p:nvPr/>
          </p:nvSpPr>
          <p:spPr>
            <a:xfrm>
              <a:off x="4954680" y="5634000"/>
              <a:ext cx="14040" cy="12600"/>
            </a:xfrm>
            <a:custGeom>
              <a:avLst/>
              <a:gdLst/>
              <a:ahLst/>
              <a:rect l="l" t="t" r="r" b="b"/>
              <a:pathLst>
                <a:path w="9" h="8">
                  <a:moveTo>
                    <a:pt x="8" y="7"/>
                  </a:moveTo>
                  <a:lnTo>
                    <a:pt x="8" y="5"/>
                  </a:lnTo>
                  <a:lnTo>
                    <a:pt x="8" y="0"/>
                  </a:lnTo>
                  <a:lnTo>
                    <a:pt x="8" y="0"/>
                  </a:lnTo>
                  <a:lnTo>
                    <a:pt x="2" y="0"/>
                  </a:lnTo>
                  <a:lnTo>
                    <a:pt x="0" y="0"/>
                  </a:lnTo>
                  <a:lnTo>
                    <a:pt x="0" y="0"/>
                  </a:lnTo>
                  <a:lnTo>
                    <a:pt x="0" y="0"/>
                  </a:lnTo>
                  <a:lnTo>
                    <a:pt x="0" y="0"/>
                  </a:lnTo>
                  <a:lnTo>
                    <a:pt x="8" y="7"/>
                  </a:lnTo>
                  <a:lnTo>
                    <a:pt x="8" y="7"/>
                  </a:lnTo>
                </a:path>
              </a:pathLst>
            </a:custGeom>
            <a:solidFill>
              <a:srgbClr val="82c168"/>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4057" name=""/>
            <p:cNvSpPr/>
            <p:nvPr/>
          </p:nvSpPr>
          <p:spPr>
            <a:xfrm>
              <a:off x="4881600" y="5597640"/>
              <a:ext cx="7920" cy="11160"/>
            </a:xfrm>
            <a:custGeom>
              <a:avLst/>
              <a:gdLst/>
              <a:ahLst/>
              <a:rect l="l" t="t" r="r" b="b"/>
              <a:pathLst>
                <a:path w="5" h="7">
                  <a:moveTo>
                    <a:pt x="4" y="3"/>
                  </a:moveTo>
                  <a:lnTo>
                    <a:pt x="4" y="0"/>
                  </a:lnTo>
                  <a:lnTo>
                    <a:pt x="0" y="0"/>
                  </a:lnTo>
                  <a:lnTo>
                    <a:pt x="0" y="0"/>
                  </a:lnTo>
                  <a:lnTo>
                    <a:pt x="0" y="0"/>
                  </a:lnTo>
                  <a:lnTo>
                    <a:pt x="0" y="3"/>
                  </a:lnTo>
                  <a:lnTo>
                    <a:pt x="0" y="4"/>
                  </a:lnTo>
                  <a:lnTo>
                    <a:pt x="0" y="6"/>
                  </a:lnTo>
                  <a:lnTo>
                    <a:pt x="0" y="6"/>
                  </a:lnTo>
                  <a:lnTo>
                    <a:pt x="4" y="3"/>
                  </a:lnTo>
                  <a:lnTo>
                    <a:pt x="4" y="3"/>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4058" name=""/>
            <p:cNvSpPr/>
            <p:nvPr/>
          </p:nvSpPr>
          <p:spPr>
            <a:xfrm>
              <a:off x="4881600" y="5602320"/>
              <a:ext cx="52200" cy="44280"/>
            </a:xfrm>
            <a:custGeom>
              <a:avLst/>
              <a:gdLst/>
              <a:ahLst/>
              <a:rect l="l" t="t" r="r" b="b"/>
              <a:pathLst>
                <a:path w="33" h="28">
                  <a:moveTo>
                    <a:pt x="32" y="20"/>
                  </a:moveTo>
                  <a:lnTo>
                    <a:pt x="32" y="20"/>
                  </a:lnTo>
                  <a:lnTo>
                    <a:pt x="28" y="20"/>
                  </a:lnTo>
                  <a:lnTo>
                    <a:pt x="28" y="20"/>
                  </a:lnTo>
                  <a:lnTo>
                    <a:pt x="26" y="20"/>
                  </a:lnTo>
                  <a:lnTo>
                    <a:pt x="26" y="20"/>
                  </a:lnTo>
                  <a:lnTo>
                    <a:pt x="26" y="20"/>
                  </a:lnTo>
                  <a:lnTo>
                    <a:pt x="25" y="20"/>
                  </a:lnTo>
                  <a:lnTo>
                    <a:pt x="22" y="19"/>
                  </a:lnTo>
                  <a:lnTo>
                    <a:pt x="16" y="19"/>
                  </a:lnTo>
                  <a:lnTo>
                    <a:pt x="16" y="19"/>
                  </a:lnTo>
                  <a:lnTo>
                    <a:pt x="15" y="18"/>
                  </a:lnTo>
                  <a:lnTo>
                    <a:pt x="15" y="15"/>
                  </a:lnTo>
                  <a:lnTo>
                    <a:pt x="14" y="15"/>
                  </a:lnTo>
                  <a:lnTo>
                    <a:pt x="10" y="8"/>
                  </a:lnTo>
                  <a:lnTo>
                    <a:pt x="6" y="5"/>
                  </a:lnTo>
                  <a:lnTo>
                    <a:pt x="6" y="4"/>
                  </a:lnTo>
                  <a:lnTo>
                    <a:pt x="4" y="0"/>
                  </a:lnTo>
                  <a:lnTo>
                    <a:pt x="0" y="3"/>
                  </a:lnTo>
                  <a:lnTo>
                    <a:pt x="0" y="5"/>
                  </a:lnTo>
                  <a:lnTo>
                    <a:pt x="4" y="15"/>
                  </a:lnTo>
                  <a:lnTo>
                    <a:pt x="6" y="15"/>
                  </a:lnTo>
                  <a:lnTo>
                    <a:pt x="10" y="18"/>
                  </a:lnTo>
                  <a:lnTo>
                    <a:pt x="11" y="19"/>
                  </a:lnTo>
                  <a:lnTo>
                    <a:pt x="15" y="20"/>
                  </a:lnTo>
                  <a:lnTo>
                    <a:pt x="15" y="20"/>
                  </a:lnTo>
                  <a:lnTo>
                    <a:pt x="16" y="20"/>
                  </a:lnTo>
                  <a:lnTo>
                    <a:pt x="16" y="20"/>
                  </a:lnTo>
                  <a:lnTo>
                    <a:pt x="22" y="25"/>
                  </a:lnTo>
                  <a:lnTo>
                    <a:pt x="25" y="25"/>
                  </a:lnTo>
                  <a:lnTo>
                    <a:pt x="26" y="25"/>
                  </a:lnTo>
                  <a:lnTo>
                    <a:pt x="26" y="27"/>
                  </a:lnTo>
                  <a:lnTo>
                    <a:pt x="28" y="27"/>
                  </a:lnTo>
                  <a:lnTo>
                    <a:pt x="28" y="27"/>
                  </a:lnTo>
                  <a:lnTo>
                    <a:pt x="32" y="27"/>
                  </a:lnTo>
                  <a:lnTo>
                    <a:pt x="32" y="27"/>
                  </a:lnTo>
                  <a:lnTo>
                    <a:pt x="32" y="20"/>
                  </a:lnTo>
                  <a:lnTo>
                    <a:pt x="32" y="20"/>
                  </a:lnTo>
                </a:path>
              </a:pathLst>
            </a:custGeom>
            <a:solidFill>
              <a:srgbClr val="ffc0b6"/>
            </a:solidFill>
            <a:ln w="0">
              <a:noFill/>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4059" name=""/>
            <p:cNvSpPr/>
            <p:nvPr/>
          </p:nvSpPr>
          <p:spPr>
            <a:xfrm>
              <a:off x="4932360" y="5632560"/>
              <a:ext cx="36360" cy="14040"/>
            </a:xfrm>
            <a:custGeom>
              <a:avLst/>
              <a:gdLst/>
              <a:ahLst/>
              <a:rect l="l" t="t" r="r" b="b"/>
              <a:pathLst>
                <a:path w="23" h="9">
                  <a:moveTo>
                    <a:pt x="14" y="0"/>
                  </a:moveTo>
                  <a:lnTo>
                    <a:pt x="14" y="0"/>
                  </a:lnTo>
                  <a:lnTo>
                    <a:pt x="14" y="1"/>
                  </a:lnTo>
                  <a:lnTo>
                    <a:pt x="14" y="1"/>
                  </a:lnTo>
                  <a:lnTo>
                    <a:pt x="12" y="1"/>
                  </a:lnTo>
                  <a:lnTo>
                    <a:pt x="11" y="1"/>
                  </a:lnTo>
                  <a:lnTo>
                    <a:pt x="4" y="1"/>
                  </a:lnTo>
                  <a:lnTo>
                    <a:pt x="4" y="1"/>
                  </a:lnTo>
                  <a:lnTo>
                    <a:pt x="2" y="1"/>
                  </a:lnTo>
                  <a:lnTo>
                    <a:pt x="0" y="1"/>
                  </a:lnTo>
                  <a:lnTo>
                    <a:pt x="0" y="8"/>
                  </a:lnTo>
                  <a:lnTo>
                    <a:pt x="2" y="8"/>
                  </a:lnTo>
                  <a:lnTo>
                    <a:pt x="4" y="8"/>
                  </a:lnTo>
                  <a:lnTo>
                    <a:pt x="4" y="8"/>
                  </a:lnTo>
                  <a:lnTo>
                    <a:pt x="11" y="8"/>
                  </a:lnTo>
                  <a:lnTo>
                    <a:pt x="12" y="8"/>
                  </a:lnTo>
                  <a:lnTo>
                    <a:pt x="14" y="6"/>
                  </a:lnTo>
                  <a:lnTo>
                    <a:pt x="14" y="1"/>
                  </a:lnTo>
                  <a:lnTo>
                    <a:pt x="22" y="1"/>
                  </a:lnTo>
                  <a:lnTo>
                    <a:pt x="22" y="1"/>
                  </a:lnTo>
                  <a:lnTo>
                    <a:pt x="14" y="0"/>
                  </a:lnTo>
                  <a:lnTo>
                    <a:pt x="14" y="0"/>
                  </a:lnTo>
                </a:path>
              </a:pathLst>
            </a:custGeom>
            <a:solidFill>
              <a:srgbClr val="ffc0b6"/>
            </a:solidFill>
            <a:ln w="0">
              <a:noFill/>
            </a:ln>
          </p:spPr>
          <p:style>
            <a:lnRef idx="0"/>
            <a:fillRef idx="0"/>
            <a:effectRef idx="0"/>
            <a:fontRef idx="minor"/>
          </p:style>
          <p:txBody>
            <a:bodyPr lIns="90000" rIns="90000" tIns="-32760" bIns="-32760" anchor="t">
              <a:noAutofit/>
            </a:bodyPr>
            <a:p>
              <a:endParaRPr b="0" lang="en-IN" sz="2400" strike="noStrike" u="none">
                <a:solidFill>
                  <a:srgbClr val="ffffff"/>
                </a:solidFill>
                <a:effectLst/>
                <a:uFillTx/>
                <a:latin typeface="Times New Roman"/>
              </a:endParaRPr>
            </a:p>
          </p:txBody>
        </p:sp>
        <p:sp>
          <p:nvSpPr>
            <p:cNvPr id="4060" name=""/>
            <p:cNvSpPr/>
            <p:nvPr/>
          </p:nvSpPr>
          <p:spPr>
            <a:xfrm>
              <a:off x="4954680" y="5608800"/>
              <a:ext cx="47520" cy="27000"/>
            </a:xfrm>
            <a:custGeom>
              <a:avLst/>
              <a:gdLst/>
              <a:ahLst/>
              <a:rect l="l" t="t" r="r" b="b"/>
              <a:pathLst>
                <a:path w="30" h="17">
                  <a:moveTo>
                    <a:pt x="26" y="0"/>
                  </a:moveTo>
                  <a:lnTo>
                    <a:pt x="25" y="0"/>
                  </a:lnTo>
                  <a:lnTo>
                    <a:pt x="20" y="4"/>
                  </a:lnTo>
                  <a:lnTo>
                    <a:pt x="20" y="4"/>
                  </a:lnTo>
                  <a:lnTo>
                    <a:pt x="15" y="11"/>
                  </a:lnTo>
                  <a:lnTo>
                    <a:pt x="13" y="11"/>
                  </a:lnTo>
                  <a:lnTo>
                    <a:pt x="9" y="11"/>
                  </a:lnTo>
                  <a:lnTo>
                    <a:pt x="8" y="14"/>
                  </a:lnTo>
                  <a:lnTo>
                    <a:pt x="0" y="15"/>
                  </a:lnTo>
                  <a:lnTo>
                    <a:pt x="8" y="16"/>
                  </a:lnTo>
                  <a:lnTo>
                    <a:pt x="8" y="16"/>
                  </a:lnTo>
                  <a:lnTo>
                    <a:pt x="13" y="15"/>
                  </a:lnTo>
                  <a:lnTo>
                    <a:pt x="14" y="14"/>
                  </a:lnTo>
                  <a:lnTo>
                    <a:pt x="18" y="14"/>
                  </a:lnTo>
                  <a:lnTo>
                    <a:pt x="20" y="11"/>
                  </a:lnTo>
                  <a:lnTo>
                    <a:pt x="25" y="11"/>
                  </a:lnTo>
                  <a:lnTo>
                    <a:pt x="29" y="4"/>
                  </a:lnTo>
                  <a:lnTo>
                    <a:pt x="29" y="0"/>
                  </a:lnTo>
                  <a:lnTo>
                    <a:pt x="26" y="0"/>
                  </a:lnTo>
                  <a:lnTo>
                    <a:pt x="26"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4061" name=""/>
            <p:cNvSpPr/>
            <p:nvPr/>
          </p:nvSpPr>
          <p:spPr>
            <a:xfrm>
              <a:off x="4954680" y="5632560"/>
              <a:ext cx="14040" cy="3240"/>
            </a:xfrm>
            <a:custGeom>
              <a:avLst/>
              <a:gdLst/>
              <a:ahLst/>
              <a:rect l="l" t="t" r="r" b="b"/>
              <a:pathLst>
                <a:path w="9" h="2">
                  <a:moveTo>
                    <a:pt x="8" y="1"/>
                  </a:moveTo>
                  <a:lnTo>
                    <a:pt x="8" y="1"/>
                  </a:lnTo>
                  <a:lnTo>
                    <a:pt x="8" y="1"/>
                  </a:lnTo>
                  <a:lnTo>
                    <a:pt x="8" y="0"/>
                  </a:lnTo>
                  <a:lnTo>
                    <a:pt x="8" y="0"/>
                  </a:lnTo>
                  <a:lnTo>
                    <a:pt x="0" y="0"/>
                  </a:lnTo>
                  <a:lnTo>
                    <a:pt x="0" y="0"/>
                  </a:lnTo>
                  <a:lnTo>
                    <a:pt x="0" y="0"/>
                  </a:lnTo>
                  <a:lnTo>
                    <a:pt x="0" y="1"/>
                  </a:lnTo>
                  <a:lnTo>
                    <a:pt x="8" y="1"/>
                  </a:lnTo>
                  <a:lnTo>
                    <a:pt x="8"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4062" name=""/>
            <p:cNvSpPr/>
            <p:nvPr/>
          </p:nvSpPr>
          <p:spPr>
            <a:xfrm>
              <a:off x="4881600" y="5597640"/>
              <a:ext cx="7920" cy="1440"/>
            </a:xfrm>
            <a:custGeom>
              <a:avLst/>
              <a:gdLst/>
              <a:ahLst/>
              <a:rect l="l" t="t" r="r" b="b"/>
              <a:pathLst>
                <a:path w="5" h="1">
                  <a:moveTo>
                    <a:pt x="4" y="0"/>
                  </a:moveTo>
                  <a:lnTo>
                    <a:pt x="0" y="0"/>
                  </a:lnTo>
                  <a:lnTo>
                    <a:pt x="0" y="0"/>
                  </a:lnTo>
                  <a:lnTo>
                    <a:pt x="0" y="0"/>
                  </a:lnTo>
                  <a:lnTo>
                    <a:pt x="0" y="0"/>
                  </a:lnTo>
                  <a:lnTo>
                    <a:pt x="0" y="0"/>
                  </a:lnTo>
                  <a:lnTo>
                    <a:pt x="0" y="0"/>
                  </a:lnTo>
                  <a:lnTo>
                    <a:pt x="0" y="0"/>
                  </a:lnTo>
                  <a:lnTo>
                    <a:pt x="0" y="0"/>
                  </a:lnTo>
                  <a:lnTo>
                    <a:pt x="4" y="0"/>
                  </a:lnTo>
                  <a:lnTo>
                    <a:pt x="4"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063" name=""/>
            <p:cNvSpPr/>
            <p:nvPr/>
          </p:nvSpPr>
          <p:spPr>
            <a:xfrm>
              <a:off x="4881600" y="5597640"/>
              <a:ext cx="52200" cy="38160"/>
            </a:xfrm>
            <a:custGeom>
              <a:avLst/>
              <a:gdLst/>
              <a:ahLst/>
              <a:rect l="l" t="t" r="r" b="b"/>
              <a:pathLst>
                <a:path w="33" h="24">
                  <a:moveTo>
                    <a:pt x="32" y="22"/>
                  </a:moveTo>
                  <a:lnTo>
                    <a:pt x="32" y="22"/>
                  </a:lnTo>
                  <a:lnTo>
                    <a:pt x="28" y="22"/>
                  </a:lnTo>
                  <a:lnTo>
                    <a:pt x="28" y="22"/>
                  </a:lnTo>
                  <a:lnTo>
                    <a:pt x="26" y="22"/>
                  </a:lnTo>
                  <a:lnTo>
                    <a:pt x="26" y="22"/>
                  </a:lnTo>
                  <a:lnTo>
                    <a:pt x="26" y="21"/>
                  </a:lnTo>
                  <a:lnTo>
                    <a:pt x="25" y="21"/>
                  </a:lnTo>
                  <a:lnTo>
                    <a:pt x="22" y="20"/>
                  </a:lnTo>
                  <a:lnTo>
                    <a:pt x="16" y="18"/>
                  </a:lnTo>
                  <a:lnTo>
                    <a:pt x="16" y="18"/>
                  </a:lnTo>
                  <a:lnTo>
                    <a:pt x="15" y="18"/>
                  </a:lnTo>
                  <a:lnTo>
                    <a:pt x="15" y="11"/>
                  </a:lnTo>
                  <a:lnTo>
                    <a:pt x="14" y="11"/>
                  </a:lnTo>
                  <a:lnTo>
                    <a:pt x="10" y="7"/>
                  </a:lnTo>
                  <a:lnTo>
                    <a:pt x="6" y="6"/>
                  </a:lnTo>
                  <a:lnTo>
                    <a:pt x="6" y="0"/>
                  </a:lnTo>
                  <a:lnTo>
                    <a:pt x="4" y="0"/>
                  </a:lnTo>
                  <a:lnTo>
                    <a:pt x="0" y="0"/>
                  </a:lnTo>
                  <a:lnTo>
                    <a:pt x="0" y="6"/>
                  </a:lnTo>
                  <a:lnTo>
                    <a:pt x="4" y="7"/>
                  </a:lnTo>
                  <a:lnTo>
                    <a:pt x="6" y="11"/>
                  </a:lnTo>
                  <a:lnTo>
                    <a:pt x="8" y="18"/>
                  </a:lnTo>
                  <a:lnTo>
                    <a:pt x="11" y="18"/>
                  </a:lnTo>
                  <a:lnTo>
                    <a:pt x="15" y="20"/>
                  </a:lnTo>
                  <a:lnTo>
                    <a:pt x="15" y="22"/>
                  </a:lnTo>
                  <a:lnTo>
                    <a:pt x="16" y="22"/>
                  </a:lnTo>
                  <a:lnTo>
                    <a:pt x="16" y="23"/>
                  </a:lnTo>
                  <a:lnTo>
                    <a:pt x="22" y="23"/>
                  </a:lnTo>
                  <a:lnTo>
                    <a:pt x="25" y="23"/>
                  </a:lnTo>
                  <a:lnTo>
                    <a:pt x="26" y="23"/>
                  </a:lnTo>
                  <a:lnTo>
                    <a:pt x="26" y="23"/>
                  </a:lnTo>
                  <a:lnTo>
                    <a:pt x="28" y="23"/>
                  </a:lnTo>
                  <a:lnTo>
                    <a:pt x="28" y="23"/>
                  </a:lnTo>
                  <a:lnTo>
                    <a:pt x="32" y="23"/>
                  </a:lnTo>
                  <a:lnTo>
                    <a:pt x="32" y="23"/>
                  </a:lnTo>
                  <a:lnTo>
                    <a:pt x="32" y="22"/>
                  </a:lnTo>
                  <a:lnTo>
                    <a:pt x="32" y="22"/>
                  </a:lnTo>
                </a:path>
              </a:pathLst>
            </a:custGeom>
            <a:solidFill>
              <a:srgbClr val="ffc0b6"/>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064" name=""/>
            <p:cNvSpPr/>
            <p:nvPr/>
          </p:nvSpPr>
          <p:spPr>
            <a:xfrm>
              <a:off x="4932360" y="5626080"/>
              <a:ext cx="36360" cy="9720"/>
            </a:xfrm>
            <a:custGeom>
              <a:avLst/>
              <a:gdLst/>
              <a:ahLst/>
              <a:rect l="l" t="t" r="r" b="b"/>
              <a:pathLst>
                <a:path w="23" h="6">
                  <a:moveTo>
                    <a:pt x="14" y="0"/>
                  </a:moveTo>
                  <a:lnTo>
                    <a:pt x="14" y="0"/>
                  </a:lnTo>
                  <a:lnTo>
                    <a:pt x="14" y="2"/>
                  </a:lnTo>
                  <a:lnTo>
                    <a:pt x="14" y="3"/>
                  </a:lnTo>
                  <a:lnTo>
                    <a:pt x="12" y="3"/>
                  </a:lnTo>
                  <a:lnTo>
                    <a:pt x="11" y="3"/>
                  </a:lnTo>
                  <a:lnTo>
                    <a:pt x="4" y="3"/>
                  </a:lnTo>
                  <a:lnTo>
                    <a:pt x="4" y="3"/>
                  </a:lnTo>
                  <a:lnTo>
                    <a:pt x="2" y="4"/>
                  </a:lnTo>
                  <a:lnTo>
                    <a:pt x="0" y="4"/>
                  </a:lnTo>
                  <a:lnTo>
                    <a:pt x="0" y="5"/>
                  </a:lnTo>
                  <a:lnTo>
                    <a:pt x="2" y="5"/>
                  </a:lnTo>
                  <a:lnTo>
                    <a:pt x="4" y="5"/>
                  </a:lnTo>
                  <a:lnTo>
                    <a:pt x="4" y="5"/>
                  </a:lnTo>
                  <a:lnTo>
                    <a:pt x="11" y="5"/>
                  </a:lnTo>
                  <a:lnTo>
                    <a:pt x="12" y="5"/>
                  </a:lnTo>
                  <a:lnTo>
                    <a:pt x="14" y="5"/>
                  </a:lnTo>
                  <a:lnTo>
                    <a:pt x="14" y="5"/>
                  </a:lnTo>
                  <a:lnTo>
                    <a:pt x="22" y="4"/>
                  </a:lnTo>
                  <a:lnTo>
                    <a:pt x="22" y="4"/>
                  </a:lnTo>
                  <a:lnTo>
                    <a:pt x="14" y="0"/>
                  </a:lnTo>
                  <a:lnTo>
                    <a:pt x="14"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4065" name=""/>
            <p:cNvSpPr/>
            <p:nvPr/>
          </p:nvSpPr>
          <p:spPr>
            <a:xfrm>
              <a:off x="4954680" y="5597640"/>
              <a:ext cx="47520" cy="36360"/>
            </a:xfrm>
            <a:custGeom>
              <a:avLst/>
              <a:gdLst/>
              <a:ahLst/>
              <a:rect l="l" t="t" r="r" b="b"/>
              <a:pathLst>
                <a:path w="30" h="23">
                  <a:moveTo>
                    <a:pt x="26" y="0"/>
                  </a:moveTo>
                  <a:lnTo>
                    <a:pt x="25" y="4"/>
                  </a:lnTo>
                  <a:lnTo>
                    <a:pt x="20" y="7"/>
                  </a:lnTo>
                  <a:lnTo>
                    <a:pt x="20" y="7"/>
                  </a:lnTo>
                  <a:lnTo>
                    <a:pt x="15" y="7"/>
                  </a:lnTo>
                  <a:lnTo>
                    <a:pt x="13" y="8"/>
                  </a:lnTo>
                  <a:lnTo>
                    <a:pt x="9" y="11"/>
                  </a:lnTo>
                  <a:lnTo>
                    <a:pt x="8" y="18"/>
                  </a:lnTo>
                  <a:lnTo>
                    <a:pt x="0" y="18"/>
                  </a:lnTo>
                  <a:lnTo>
                    <a:pt x="8" y="22"/>
                  </a:lnTo>
                  <a:lnTo>
                    <a:pt x="8" y="21"/>
                  </a:lnTo>
                  <a:lnTo>
                    <a:pt x="13" y="18"/>
                  </a:lnTo>
                  <a:lnTo>
                    <a:pt x="14" y="18"/>
                  </a:lnTo>
                  <a:lnTo>
                    <a:pt x="18" y="18"/>
                  </a:lnTo>
                  <a:lnTo>
                    <a:pt x="20" y="11"/>
                  </a:lnTo>
                  <a:lnTo>
                    <a:pt x="25" y="11"/>
                  </a:lnTo>
                  <a:lnTo>
                    <a:pt x="29" y="7"/>
                  </a:lnTo>
                  <a:lnTo>
                    <a:pt x="29" y="4"/>
                  </a:lnTo>
                  <a:lnTo>
                    <a:pt x="26" y="0"/>
                  </a:lnTo>
                  <a:lnTo>
                    <a:pt x="26" y="0"/>
                  </a:lnTo>
                </a:path>
              </a:pathLst>
            </a:custGeom>
            <a:solidFill>
              <a:srgbClr val="ffc0b6"/>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4066" name=""/>
            <p:cNvSpPr/>
            <p:nvPr/>
          </p:nvSpPr>
          <p:spPr>
            <a:xfrm>
              <a:off x="4954680" y="5626080"/>
              <a:ext cx="14040" cy="7920"/>
            </a:xfrm>
            <a:custGeom>
              <a:avLst/>
              <a:gdLst/>
              <a:ahLst/>
              <a:rect l="l" t="t" r="r" b="b"/>
              <a:pathLst>
                <a:path w="9" h="5">
                  <a:moveTo>
                    <a:pt x="8" y="4"/>
                  </a:moveTo>
                  <a:lnTo>
                    <a:pt x="8" y="3"/>
                  </a:lnTo>
                  <a:lnTo>
                    <a:pt x="8" y="2"/>
                  </a:lnTo>
                  <a:lnTo>
                    <a:pt x="8" y="0"/>
                  </a:lnTo>
                  <a:lnTo>
                    <a:pt x="8" y="0"/>
                  </a:lnTo>
                  <a:lnTo>
                    <a:pt x="0" y="0"/>
                  </a:lnTo>
                  <a:lnTo>
                    <a:pt x="0" y="0"/>
                  </a:lnTo>
                  <a:lnTo>
                    <a:pt x="0" y="0"/>
                  </a:lnTo>
                  <a:lnTo>
                    <a:pt x="0" y="2"/>
                  </a:lnTo>
                  <a:lnTo>
                    <a:pt x="8" y="4"/>
                  </a:lnTo>
                  <a:lnTo>
                    <a:pt x="8"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067" name=""/>
            <p:cNvSpPr/>
            <p:nvPr/>
          </p:nvSpPr>
          <p:spPr>
            <a:xfrm>
              <a:off x="4881600" y="5594400"/>
              <a:ext cx="1440" cy="4680"/>
            </a:xfrm>
            <a:custGeom>
              <a:avLst/>
              <a:gdLst/>
              <a:ahLst/>
              <a:rect l="l" t="t" r="r" b="b"/>
              <a:pathLst>
                <a:path w="1" h="3">
                  <a:moveTo>
                    <a:pt x="0" y="0"/>
                  </a:moveTo>
                  <a:lnTo>
                    <a:pt x="0" y="0"/>
                  </a:lnTo>
                  <a:lnTo>
                    <a:pt x="0" y="0"/>
                  </a:lnTo>
                  <a:lnTo>
                    <a:pt x="0" y="0"/>
                  </a:lnTo>
                  <a:lnTo>
                    <a:pt x="0" y="0"/>
                  </a:lnTo>
                  <a:lnTo>
                    <a:pt x="0" y="0"/>
                  </a:lnTo>
                  <a:lnTo>
                    <a:pt x="0" y="0"/>
                  </a:lnTo>
                  <a:lnTo>
                    <a:pt x="0" y="1"/>
                  </a:lnTo>
                  <a:lnTo>
                    <a:pt x="0" y="2"/>
                  </a:lnTo>
                  <a:lnTo>
                    <a:pt x="0" y="0"/>
                  </a:lnTo>
                  <a:lnTo>
                    <a:pt x="0" y="0"/>
                  </a:lnTo>
                </a:path>
              </a:pathLst>
            </a:custGeom>
            <a:solidFill>
              <a:srgbClr val="a1e2ff"/>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4068" name=""/>
            <p:cNvSpPr/>
            <p:nvPr/>
          </p:nvSpPr>
          <p:spPr>
            <a:xfrm>
              <a:off x="4881600" y="5594400"/>
              <a:ext cx="52200" cy="39600"/>
            </a:xfrm>
            <a:custGeom>
              <a:avLst/>
              <a:gdLst/>
              <a:ahLst/>
              <a:rect l="l" t="t" r="r" b="b"/>
              <a:pathLst>
                <a:path w="33" h="25">
                  <a:moveTo>
                    <a:pt x="32" y="20"/>
                  </a:moveTo>
                  <a:lnTo>
                    <a:pt x="32" y="20"/>
                  </a:lnTo>
                  <a:lnTo>
                    <a:pt x="28" y="20"/>
                  </a:lnTo>
                  <a:lnTo>
                    <a:pt x="28" y="20"/>
                  </a:lnTo>
                  <a:lnTo>
                    <a:pt x="26" y="20"/>
                  </a:lnTo>
                  <a:lnTo>
                    <a:pt x="26" y="20"/>
                  </a:lnTo>
                  <a:lnTo>
                    <a:pt x="26" y="20"/>
                  </a:lnTo>
                  <a:lnTo>
                    <a:pt x="25" y="20"/>
                  </a:lnTo>
                  <a:lnTo>
                    <a:pt x="22" y="20"/>
                  </a:lnTo>
                  <a:lnTo>
                    <a:pt x="16" y="13"/>
                  </a:lnTo>
                  <a:lnTo>
                    <a:pt x="16" y="13"/>
                  </a:lnTo>
                  <a:lnTo>
                    <a:pt x="15" y="10"/>
                  </a:lnTo>
                  <a:lnTo>
                    <a:pt x="15" y="9"/>
                  </a:lnTo>
                  <a:lnTo>
                    <a:pt x="11" y="8"/>
                  </a:lnTo>
                  <a:lnTo>
                    <a:pt x="10" y="5"/>
                  </a:lnTo>
                  <a:lnTo>
                    <a:pt x="6" y="2"/>
                  </a:lnTo>
                  <a:lnTo>
                    <a:pt x="6" y="2"/>
                  </a:lnTo>
                  <a:lnTo>
                    <a:pt x="0" y="0"/>
                  </a:lnTo>
                  <a:lnTo>
                    <a:pt x="0" y="2"/>
                  </a:lnTo>
                  <a:lnTo>
                    <a:pt x="0" y="2"/>
                  </a:lnTo>
                  <a:lnTo>
                    <a:pt x="4" y="6"/>
                  </a:lnTo>
                  <a:lnTo>
                    <a:pt x="6" y="9"/>
                  </a:lnTo>
                  <a:lnTo>
                    <a:pt x="6" y="9"/>
                  </a:lnTo>
                  <a:lnTo>
                    <a:pt x="11" y="13"/>
                  </a:lnTo>
                  <a:lnTo>
                    <a:pt x="15" y="20"/>
                  </a:lnTo>
                  <a:lnTo>
                    <a:pt x="15" y="20"/>
                  </a:lnTo>
                  <a:lnTo>
                    <a:pt x="16" y="20"/>
                  </a:lnTo>
                  <a:lnTo>
                    <a:pt x="16" y="23"/>
                  </a:lnTo>
                  <a:lnTo>
                    <a:pt x="22" y="23"/>
                  </a:lnTo>
                  <a:lnTo>
                    <a:pt x="25" y="24"/>
                  </a:lnTo>
                  <a:lnTo>
                    <a:pt x="26" y="24"/>
                  </a:lnTo>
                  <a:lnTo>
                    <a:pt x="26" y="24"/>
                  </a:lnTo>
                  <a:lnTo>
                    <a:pt x="28" y="24"/>
                  </a:lnTo>
                  <a:lnTo>
                    <a:pt x="28" y="24"/>
                  </a:lnTo>
                  <a:lnTo>
                    <a:pt x="32" y="24"/>
                  </a:lnTo>
                  <a:lnTo>
                    <a:pt x="32" y="24"/>
                  </a:lnTo>
                  <a:lnTo>
                    <a:pt x="32" y="20"/>
                  </a:lnTo>
                  <a:lnTo>
                    <a:pt x="32" y="20"/>
                  </a:lnTo>
                </a:path>
              </a:pathLst>
            </a:custGeom>
            <a:solidFill>
              <a:srgbClr val="a1e2ff"/>
            </a:solidFill>
            <a:ln w="0">
              <a:noFill/>
            </a:ln>
          </p:spPr>
          <p:style>
            <a:lnRef idx="0"/>
            <a:fillRef idx="0"/>
            <a:effectRef idx="0"/>
            <a:fontRef idx="minor"/>
          </p:style>
          <p:txBody>
            <a:bodyPr lIns="90000" rIns="90000" tIns="-7200" bIns="-7200" anchor="t">
              <a:noAutofit/>
            </a:bodyPr>
            <a:p>
              <a:endParaRPr b="0" lang="en-IN" sz="2400" strike="noStrike" u="none">
                <a:solidFill>
                  <a:srgbClr val="ffffff"/>
                </a:solidFill>
                <a:effectLst/>
                <a:uFillTx/>
                <a:latin typeface="Times New Roman"/>
              </a:endParaRPr>
            </a:p>
          </p:txBody>
        </p:sp>
        <p:sp>
          <p:nvSpPr>
            <p:cNvPr id="4069" name=""/>
            <p:cNvSpPr/>
            <p:nvPr/>
          </p:nvSpPr>
          <p:spPr>
            <a:xfrm>
              <a:off x="4932360" y="5614920"/>
              <a:ext cx="36360" cy="19080"/>
            </a:xfrm>
            <a:custGeom>
              <a:avLst/>
              <a:gdLst/>
              <a:ahLst/>
              <a:rect l="l" t="t" r="r" b="b"/>
              <a:pathLst>
                <a:path w="23" h="12">
                  <a:moveTo>
                    <a:pt x="14" y="0"/>
                  </a:moveTo>
                  <a:lnTo>
                    <a:pt x="14" y="0"/>
                  </a:lnTo>
                  <a:lnTo>
                    <a:pt x="14" y="7"/>
                  </a:lnTo>
                  <a:lnTo>
                    <a:pt x="14" y="7"/>
                  </a:lnTo>
                  <a:lnTo>
                    <a:pt x="12" y="7"/>
                  </a:lnTo>
                  <a:lnTo>
                    <a:pt x="11" y="7"/>
                  </a:lnTo>
                  <a:lnTo>
                    <a:pt x="4" y="7"/>
                  </a:lnTo>
                  <a:lnTo>
                    <a:pt x="4" y="7"/>
                  </a:lnTo>
                  <a:lnTo>
                    <a:pt x="2" y="7"/>
                  </a:lnTo>
                  <a:lnTo>
                    <a:pt x="0" y="7"/>
                  </a:lnTo>
                  <a:lnTo>
                    <a:pt x="0" y="11"/>
                  </a:lnTo>
                  <a:lnTo>
                    <a:pt x="2" y="11"/>
                  </a:lnTo>
                  <a:lnTo>
                    <a:pt x="4" y="11"/>
                  </a:lnTo>
                  <a:lnTo>
                    <a:pt x="4" y="11"/>
                  </a:lnTo>
                  <a:lnTo>
                    <a:pt x="11" y="11"/>
                  </a:lnTo>
                  <a:lnTo>
                    <a:pt x="14" y="11"/>
                  </a:lnTo>
                  <a:lnTo>
                    <a:pt x="14" y="10"/>
                  </a:lnTo>
                  <a:lnTo>
                    <a:pt x="14" y="10"/>
                  </a:lnTo>
                  <a:lnTo>
                    <a:pt x="22" y="7"/>
                  </a:lnTo>
                  <a:lnTo>
                    <a:pt x="22" y="7"/>
                  </a:lnTo>
                  <a:lnTo>
                    <a:pt x="14" y="0"/>
                  </a:lnTo>
                  <a:lnTo>
                    <a:pt x="14" y="0"/>
                  </a:lnTo>
                </a:path>
              </a:pathLst>
            </a:custGeom>
            <a:solidFill>
              <a:srgbClr val="a1e2ff"/>
            </a:solidFill>
            <a:ln w="0">
              <a:noFill/>
            </a:ln>
          </p:spPr>
          <p:style>
            <a:lnRef idx="0"/>
            <a:fillRef idx="0"/>
            <a:effectRef idx="0"/>
            <a:fontRef idx="minor"/>
          </p:style>
          <p:txBody>
            <a:bodyPr lIns="90000" rIns="90000" tIns="-27720" bIns="-27720" anchor="t">
              <a:noAutofit/>
            </a:bodyPr>
            <a:p>
              <a:endParaRPr b="0" lang="en-IN" sz="2400" strike="noStrike" u="none">
                <a:solidFill>
                  <a:srgbClr val="ffffff"/>
                </a:solidFill>
                <a:effectLst/>
                <a:uFillTx/>
                <a:latin typeface="Times New Roman"/>
              </a:endParaRPr>
            </a:p>
          </p:txBody>
        </p:sp>
        <p:sp>
          <p:nvSpPr>
            <p:cNvPr id="4070" name=""/>
            <p:cNvSpPr/>
            <p:nvPr/>
          </p:nvSpPr>
          <p:spPr>
            <a:xfrm>
              <a:off x="4954680" y="5597640"/>
              <a:ext cx="47520" cy="29880"/>
            </a:xfrm>
            <a:custGeom>
              <a:avLst/>
              <a:gdLst/>
              <a:ahLst/>
              <a:rect l="l" t="t" r="r" b="b"/>
              <a:pathLst>
                <a:path w="30" h="19">
                  <a:moveTo>
                    <a:pt x="29" y="0"/>
                  </a:moveTo>
                  <a:lnTo>
                    <a:pt x="26" y="0"/>
                  </a:lnTo>
                  <a:lnTo>
                    <a:pt x="20" y="0"/>
                  </a:lnTo>
                  <a:lnTo>
                    <a:pt x="20" y="3"/>
                  </a:lnTo>
                  <a:lnTo>
                    <a:pt x="15" y="4"/>
                  </a:lnTo>
                  <a:lnTo>
                    <a:pt x="13" y="6"/>
                  </a:lnTo>
                  <a:lnTo>
                    <a:pt x="9" y="7"/>
                  </a:lnTo>
                  <a:lnTo>
                    <a:pt x="8" y="8"/>
                  </a:lnTo>
                  <a:lnTo>
                    <a:pt x="0" y="11"/>
                  </a:lnTo>
                  <a:lnTo>
                    <a:pt x="8" y="18"/>
                  </a:lnTo>
                  <a:lnTo>
                    <a:pt x="8" y="18"/>
                  </a:lnTo>
                  <a:lnTo>
                    <a:pt x="13" y="11"/>
                  </a:lnTo>
                  <a:lnTo>
                    <a:pt x="14" y="11"/>
                  </a:lnTo>
                  <a:lnTo>
                    <a:pt x="18" y="8"/>
                  </a:lnTo>
                  <a:lnTo>
                    <a:pt x="20" y="7"/>
                  </a:lnTo>
                  <a:lnTo>
                    <a:pt x="26" y="7"/>
                  </a:lnTo>
                  <a:lnTo>
                    <a:pt x="29" y="4"/>
                  </a:lnTo>
                  <a:lnTo>
                    <a:pt x="29" y="0"/>
                  </a:lnTo>
                  <a:lnTo>
                    <a:pt x="29" y="0"/>
                  </a:lnTo>
                  <a:lnTo>
                    <a:pt x="29" y="0"/>
                  </a:lnTo>
                </a:path>
              </a:pathLst>
            </a:custGeom>
            <a:solidFill>
              <a:srgbClr val="a1e2ff"/>
            </a:solidFill>
            <a:ln w="0">
              <a:noFill/>
            </a:ln>
          </p:spPr>
          <p:style>
            <a:lnRef idx="0"/>
            <a:fillRef idx="0"/>
            <a:effectRef idx="0"/>
            <a:fontRef idx="minor"/>
          </p:style>
          <p:txBody>
            <a:bodyPr lIns="90000" rIns="90000" tIns="-16920" bIns="-16920" anchor="t">
              <a:noAutofit/>
            </a:bodyPr>
            <a:p>
              <a:endParaRPr b="0" lang="en-IN" sz="2400" strike="noStrike" u="none">
                <a:solidFill>
                  <a:srgbClr val="ffffff"/>
                </a:solidFill>
                <a:effectLst/>
                <a:uFillTx/>
                <a:latin typeface="Times New Roman"/>
              </a:endParaRPr>
            </a:p>
          </p:txBody>
        </p:sp>
        <p:sp>
          <p:nvSpPr>
            <p:cNvPr id="4071" name=""/>
            <p:cNvSpPr/>
            <p:nvPr/>
          </p:nvSpPr>
          <p:spPr>
            <a:xfrm>
              <a:off x="4954680" y="5614920"/>
              <a:ext cx="14040" cy="12600"/>
            </a:xfrm>
            <a:custGeom>
              <a:avLst/>
              <a:gdLst/>
              <a:ahLst/>
              <a:rect l="l" t="t" r="r" b="b"/>
              <a:pathLst>
                <a:path w="9" h="8">
                  <a:moveTo>
                    <a:pt x="8" y="7"/>
                  </a:moveTo>
                  <a:lnTo>
                    <a:pt x="8" y="7"/>
                  </a:lnTo>
                  <a:lnTo>
                    <a:pt x="8" y="7"/>
                  </a:lnTo>
                  <a:lnTo>
                    <a:pt x="8" y="7"/>
                  </a:lnTo>
                  <a:lnTo>
                    <a:pt x="8" y="0"/>
                  </a:lnTo>
                  <a:lnTo>
                    <a:pt x="2" y="0"/>
                  </a:lnTo>
                  <a:lnTo>
                    <a:pt x="0" y="0"/>
                  </a:lnTo>
                  <a:lnTo>
                    <a:pt x="0" y="0"/>
                  </a:lnTo>
                  <a:lnTo>
                    <a:pt x="0" y="7"/>
                  </a:lnTo>
                  <a:lnTo>
                    <a:pt x="8" y="7"/>
                  </a:lnTo>
                  <a:lnTo>
                    <a:pt x="8" y="7"/>
                  </a:lnTo>
                </a:path>
              </a:pathLst>
            </a:custGeom>
            <a:solidFill>
              <a:srgbClr val="a1e2ff"/>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4072" name=""/>
            <p:cNvSpPr/>
            <p:nvPr/>
          </p:nvSpPr>
          <p:spPr>
            <a:xfrm>
              <a:off x="4881600" y="5586480"/>
              <a:ext cx="1440" cy="6120"/>
            </a:xfrm>
            <a:custGeom>
              <a:avLst/>
              <a:gdLst/>
              <a:ahLst/>
              <a:rect l="l" t="t" r="r" b="b"/>
              <a:pathLst>
                <a:path w="1" h="4">
                  <a:moveTo>
                    <a:pt x="0" y="0"/>
                  </a:moveTo>
                  <a:lnTo>
                    <a:pt x="0" y="0"/>
                  </a:lnTo>
                  <a:lnTo>
                    <a:pt x="0" y="0"/>
                  </a:lnTo>
                  <a:lnTo>
                    <a:pt x="0" y="0"/>
                  </a:lnTo>
                  <a:lnTo>
                    <a:pt x="0" y="0"/>
                  </a:lnTo>
                  <a:lnTo>
                    <a:pt x="0" y="0"/>
                  </a:lnTo>
                  <a:lnTo>
                    <a:pt x="0" y="0"/>
                  </a:lnTo>
                  <a:lnTo>
                    <a:pt x="0" y="3"/>
                  </a:lnTo>
                  <a:lnTo>
                    <a:pt x="0" y="3"/>
                  </a:lnTo>
                  <a:lnTo>
                    <a:pt x="0" y="0"/>
                  </a:lnTo>
                  <a:lnTo>
                    <a:pt x="0" y="0"/>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4073" name=""/>
            <p:cNvSpPr/>
            <p:nvPr/>
          </p:nvSpPr>
          <p:spPr>
            <a:xfrm>
              <a:off x="4881600" y="5586480"/>
              <a:ext cx="52200" cy="41040"/>
            </a:xfrm>
            <a:custGeom>
              <a:avLst/>
              <a:gdLst/>
              <a:ahLst/>
              <a:rect l="l" t="t" r="r" b="b"/>
              <a:pathLst>
                <a:path w="33" h="26">
                  <a:moveTo>
                    <a:pt x="28" y="18"/>
                  </a:moveTo>
                  <a:lnTo>
                    <a:pt x="28" y="18"/>
                  </a:lnTo>
                  <a:lnTo>
                    <a:pt x="28" y="18"/>
                  </a:lnTo>
                  <a:lnTo>
                    <a:pt x="28" y="18"/>
                  </a:lnTo>
                  <a:lnTo>
                    <a:pt x="26" y="18"/>
                  </a:lnTo>
                  <a:lnTo>
                    <a:pt x="26" y="18"/>
                  </a:lnTo>
                  <a:lnTo>
                    <a:pt x="26" y="18"/>
                  </a:lnTo>
                  <a:lnTo>
                    <a:pt x="23" y="15"/>
                  </a:lnTo>
                  <a:lnTo>
                    <a:pt x="22" y="14"/>
                  </a:lnTo>
                  <a:lnTo>
                    <a:pt x="16" y="14"/>
                  </a:lnTo>
                  <a:lnTo>
                    <a:pt x="16" y="14"/>
                  </a:lnTo>
                  <a:lnTo>
                    <a:pt x="15" y="13"/>
                  </a:lnTo>
                  <a:lnTo>
                    <a:pt x="15" y="10"/>
                  </a:lnTo>
                  <a:lnTo>
                    <a:pt x="11" y="7"/>
                  </a:lnTo>
                  <a:lnTo>
                    <a:pt x="8" y="7"/>
                  </a:lnTo>
                  <a:lnTo>
                    <a:pt x="6" y="6"/>
                  </a:lnTo>
                  <a:lnTo>
                    <a:pt x="4" y="5"/>
                  </a:lnTo>
                  <a:lnTo>
                    <a:pt x="0" y="0"/>
                  </a:lnTo>
                  <a:lnTo>
                    <a:pt x="0" y="3"/>
                  </a:lnTo>
                  <a:lnTo>
                    <a:pt x="0" y="6"/>
                  </a:lnTo>
                  <a:lnTo>
                    <a:pt x="4" y="7"/>
                  </a:lnTo>
                  <a:lnTo>
                    <a:pt x="6" y="7"/>
                  </a:lnTo>
                  <a:lnTo>
                    <a:pt x="6" y="13"/>
                  </a:lnTo>
                  <a:lnTo>
                    <a:pt x="10" y="14"/>
                  </a:lnTo>
                  <a:lnTo>
                    <a:pt x="14" y="15"/>
                  </a:lnTo>
                  <a:lnTo>
                    <a:pt x="15" y="18"/>
                  </a:lnTo>
                  <a:lnTo>
                    <a:pt x="16" y="18"/>
                  </a:lnTo>
                  <a:lnTo>
                    <a:pt x="16" y="25"/>
                  </a:lnTo>
                  <a:lnTo>
                    <a:pt x="22" y="25"/>
                  </a:lnTo>
                  <a:lnTo>
                    <a:pt x="25" y="25"/>
                  </a:lnTo>
                  <a:lnTo>
                    <a:pt x="26" y="25"/>
                  </a:lnTo>
                  <a:lnTo>
                    <a:pt x="26" y="25"/>
                  </a:lnTo>
                  <a:lnTo>
                    <a:pt x="28" y="25"/>
                  </a:lnTo>
                  <a:lnTo>
                    <a:pt x="28" y="25"/>
                  </a:lnTo>
                  <a:lnTo>
                    <a:pt x="32" y="25"/>
                  </a:lnTo>
                  <a:lnTo>
                    <a:pt x="32" y="25"/>
                  </a:lnTo>
                  <a:lnTo>
                    <a:pt x="28" y="18"/>
                  </a:lnTo>
                  <a:lnTo>
                    <a:pt x="28" y="18"/>
                  </a:lnTo>
                </a:path>
              </a:pathLst>
            </a:custGeom>
            <a:solidFill>
              <a:srgbClr val="ffc0b6"/>
            </a:solidFill>
            <a:ln w="0">
              <a:noFill/>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4074" name=""/>
            <p:cNvSpPr/>
            <p:nvPr/>
          </p:nvSpPr>
          <p:spPr>
            <a:xfrm>
              <a:off x="4925880" y="5608800"/>
              <a:ext cx="42840" cy="18720"/>
            </a:xfrm>
            <a:custGeom>
              <a:avLst/>
              <a:gdLst/>
              <a:ahLst/>
              <a:rect l="l" t="t" r="r" b="b"/>
              <a:pathLst>
                <a:path w="27" h="12">
                  <a:moveTo>
                    <a:pt x="18" y="0"/>
                  </a:moveTo>
                  <a:lnTo>
                    <a:pt x="18" y="0"/>
                  </a:lnTo>
                  <a:lnTo>
                    <a:pt x="18" y="0"/>
                  </a:lnTo>
                  <a:lnTo>
                    <a:pt x="18" y="1"/>
                  </a:lnTo>
                  <a:lnTo>
                    <a:pt x="16" y="4"/>
                  </a:lnTo>
                  <a:lnTo>
                    <a:pt x="15" y="4"/>
                  </a:lnTo>
                  <a:lnTo>
                    <a:pt x="8" y="4"/>
                  </a:lnTo>
                  <a:lnTo>
                    <a:pt x="8" y="4"/>
                  </a:lnTo>
                  <a:lnTo>
                    <a:pt x="6" y="4"/>
                  </a:lnTo>
                  <a:lnTo>
                    <a:pt x="0" y="4"/>
                  </a:lnTo>
                  <a:lnTo>
                    <a:pt x="4" y="11"/>
                  </a:lnTo>
                  <a:lnTo>
                    <a:pt x="6" y="11"/>
                  </a:lnTo>
                  <a:lnTo>
                    <a:pt x="8" y="11"/>
                  </a:lnTo>
                  <a:lnTo>
                    <a:pt x="8" y="11"/>
                  </a:lnTo>
                  <a:lnTo>
                    <a:pt x="15" y="11"/>
                  </a:lnTo>
                  <a:lnTo>
                    <a:pt x="18" y="11"/>
                  </a:lnTo>
                  <a:lnTo>
                    <a:pt x="18" y="11"/>
                  </a:lnTo>
                  <a:lnTo>
                    <a:pt x="18" y="11"/>
                  </a:lnTo>
                  <a:lnTo>
                    <a:pt x="26" y="4"/>
                  </a:lnTo>
                  <a:lnTo>
                    <a:pt x="26" y="4"/>
                  </a:lnTo>
                  <a:lnTo>
                    <a:pt x="18" y="0"/>
                  </a:lnTo>
                  <a:lnTo>
                    <a:pt x="18" y="0"/>
                  </a:lnTo>
                </a:path>
              </a:pathLst>
            </a:custGeom>
            <a:solidFill>
              <a:srgbClr val="ffc0b6"/>
            </a:solidFill>
            <a:ln w="0">
              <a:noFill/>
            </a:ln>
          </p:spPr>
          <p:style>
            <a:lnRef idx="0"/>
            <a:fillRef idx="0"/>
            <a:effectRef idx="0"/>
            <a:fontRef idx="minor"/>
          </p:style>
          <p:txBody>
            <a:bodyPr lIns="90000" rIns="90000" tIns="-28080" bIns="-28080" anchor="t">
              <a:noAutofit/>
            </a:bodyPr>
            <a:p>
              <a:endParaRPr b="0" lang="en-IN" sz="2400" strike="noStrike" u="none">
                <a:solidFill>
                  <a:srgbClr val="ffffff"/>
                </a:solidFill>
                <a:effectLst/>
                <a:uFillTx/>
                <a:latin typeface="Times New Roman"/>
              </a:endParaRPr>
            </a:p>
          </p:txBody>
        </p:sp>
        <p:sp>
          <p:nvSpPr>
            <p:cNvPr id="4075" name=""/>
            <p:cNvSpPr/>
            <p:nvPr/>
          </p:nvSpPr>
          <p:spPr>
            <a:xfrm>
              <a:off x="4954680" y="5594400"/>
              <a:ext cx="47520" cy="22320"/>
            </a:xfrm>
            <a:custGeom>
              <a:avLst/>
              <a:gdLst/>
              <a:ahLst/>
              <a:rect l="l" t="t" r="r" b="b"/>
              <a:pathLst>
                <a:path w="30" h="14">
                  <a:moveTo>
                    <a:pt x="29" y="0"/>
                  </a:moveTo>
                  <a:lnTo>
                    <a:pt x="26" y="1"/>
                  </a:lnTo>
                  <a:lnTo>
                    <a:pt x="20" y="2"/>
                  </a:lnTo>
                  <a:lnTo>
                    <a:pt x="20" y="2"/>
                  </a:lnTo>
                  <a:lnTo>
                    <a:pt x="15" y="2"/>
                  </a:lnTo>
                  <a:lnTo>
                    <a:pt x="13" y="2"/>
                  </a:lnTo>
                  <a:lnTo>
                    <a:pt x="9" y="5"/>
                  </a:lnTo>
                  <a:lnTo>
                    <a:pt x="8" y="8"/>
                  </a:lnTo>
                  <a:lnTo>
                    <a:pt x="0" y="9"/>
                  </a:lnTo>
                  <a:lnTo>
                    <a:pt x="8" y="13"/>
                  </a:lnTo>
                  <a:lnTo>
                    <a:pt x="8" y="10"/>
                  </a:lnTo>
                  <a:lnTo>
                    <a:pt x="13" y="9"/>
                  </a:lnTo>
                  <a:lnTo>
                    <a:pt x="14" y="9"/>
                  </a:lnTo>
                  <a:lnTo>
                    <a:pt x="18" y="8"/>
                  </a:lnTo>
                  <a:lnTo>
                    <a:pt x="20" y="5"/>
                  </a:lnTo>
                  <a:lnTo>
                    <a:pt x="26" y="2"/>
                  </a:lnTo>
                  <a:lnTo>
                    <a:pt x="29" y="2"/>
                  </a:lnTo>
                  <a:lnTo>
                    <a:pt x="29" y="2"/>
                  </a:lnTo>
                  <a:lnTo>
                    <a:pt x="29" y="0"/>
                  </a:lnTo>
                  <a:lnTo>
                    <a:pt x="29" y="0"/>
                  </a:lnTo>
                </a:path>
              </a:pathLst>
            </a:custGeom>
            <a:solidFill>
              <a:srgbClr val="ffc0b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4076" name=""/>
            <p:cNvSpPr/>
            <p:nvPr/>
          </p:nvSpPr>
          <p:spPr>
            <a:xfrm>
              <a:off x="4954680" y="5608800"/>
              <a:ext cx="14040" cy="7920"/>
            </a:xfrm>
            <a:custGeom>
              <a:avLst/>
              <a:gdLst/>
              <a:ahLst/>
              <a:rect l="l" t="t" r="r" b="b"/>
              <a:pathLst>
                <a:path w="9" h="5">
                  <a:moveTo>
                    <a:pt x="8" y="4"/>
                  </a:moveTo>
                  <a:lnTo>
                    <a:pt x="8" y="1"/>
                  </a:lnTo>
                  <a:lnTo>
                    <a:pt x="8" y="0"/>
                  </a:lnTo>
                  <a:lnTo>
                    <a:pt x="8" y="0"/>
                  </a:lnTo>
                  <a:lnTo>
                    <a:pt x="8" y="0"/>
                  </a:lnTo>
                  <a:lnTo>
                    <a:pt x="8" y="0"/>
                  </a:lnTo>
                  <a:lnTo>
                    <a:pt x="0" y="0"/>
                  </a:lnTo>
                  <a:lnTo>
                    <a:pt x="0" y="0"/>
                  </a:lnTo>
                  <a:lnTo>
                    <a:pt x="0" y="0"/>
                  </a:lnTo>
                  <a:lnTo>
                    <a:pt x="8" y="4"/>
                  </a:lnTo>
                  <a:lnTo>
                    <a:pt x="8"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077" name=""/>
            <p:cNvSpPr/>
            <p:nvPr/>
          </p:nvSpPr>
          <p:spPr>
            <a:xfrm>
              <a:off x="4876920" y="5572080"/>
              <a:ext cx="6120" cy="15840"/>
            </a:xfrm>
            <a:custGeom>
              <a:avLst/>
              <a:gdLst/>
              <a:ahLst/>
              <a:rect l="l" t="t" r="r" b="b"/>
              <a:pathLst>
                <a:path w="4" h="10">
                  <a:moveTo>
                    <a:pt x="3" y="0"/>
                  </a:moveTo>
                  <a:lnTo>
                    <a:pt x="3" y="0"/>
                  </a:lnTo>
                  <a:lnTo>
                    <a:pt x="3" y="0"/>
                  </a:lnTo>
                  <a:lnTo>
                    <a:pt x="3" y="0"/>
                  </a:lnTo>
                  <a:lnTo>
                    <a:pt x="3" y="0"/>
                  </a:lnTo>
                  <a:lnTo>
                    <a:pt x="3" y="0"/>
                  </a:lnTo>
                  <a:lnTo>
                    <a:pt x="0" y="4"/>
                  </a:lnTo>
                  <a:lnTo>
                    <a:pt x="0" y="4"/>
                  </a:lnTo>
                  <a:lnTo>
                    <a:pt x="3" y="9"/>
                  </a:lnTo>
                  <a:lnTo>
                    <a:pt x="3" y="0"/>
                  </a:lnTo>
                  <a:lnTo>
                    <a:pt x="3" y="0"/>
                  </a:lnTo>
                </a:path>
              </a:pathLst>
            </a:custGeom>
            <a:solidFill>
              <a:srgbClr val="ffc0b6"/>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4078" name=""/>
            <p:cNvSpPr/>
            <p:nvPr/>
          </p:nvSpPr>
          <p:spPr>
            <a:xfrm>
              <a:off x="4881600" y="5572080"/>
              <a:ext cx="52200" cy="44640"/>
            </a:xfrm>
            <a:custGeom>
              <a:avLst/>
              <a:gdLst/>
              <a:ahLst/>
              <a:rect l="l" t="t" r="r" b="b"/>
              <a:pathLst>
                <a:path w="33" h="28">
                  <a:moveTo>
                    <a:pt x="28" y="23"/>
                  </a:moveTo>
                  <a:lnTo>
                    <a:pt x="28" y="23"/>
                  </a:lnTo>
                  <a:lnTo>
                    <a:pt x="28" y="23"/>
                  </a:lnTo>
                  <a:lnTo>
                    <a:pt x="26" y="23"/>
                  </a:lnTo>
                  <a:lnTo>
                    <a:pt x="26" y="23"/>
                  </a:lnTo>
                  <a:lnTo>
                    <a:pt x="26" y="23"/>
                  </a:lnTo>
                  <a:lnTo>
                    <a:pt x="26" y="23"/>
                  </a:lnTo>
                  <a:lnTo>
                    <a:pt x="23" y="22"/>
                  </a:lnTo>
                  <a:lnTo>
                    <a:pt x="22" y="22"/>
                  </a:lnTo>
                  <a:lnTo>
                    <a:pt x="16" y="20"/>
                  </a:lnTo>
                  <a:lnTo>
                    <a:pt x="16" y="16"/>
                  </a:lnTo>
                  <a:lnTo>
                    <a:pt x="15" y="16"/>
                  </a:lnTo>
                  <a:lnTo>
                    <a:pt x="15" y="16"/>
                  </a:lnTo>
                  <a:lnTo>
                    <a:pt x="11" y="16"/>
                  </a:lnTo>
                  <a:lnTo>
                    <a:pt x="8" y="14"/>
                  </a:lnTo>
                  <a:lnTo>
                    <a:pt x="6" y="12"/>
                  </a:lnTo>
                  <a:lnTo>
                    <a:pt x="4" y="9"/>
                  </a:lnTo>
                  <a:lnTo>
                    <a:pt x="0" y="0"/>
                  </a:lnTo>
                  <a:lnTo>
                    <a:pt x="0" y="9"/>
                  </a:lnTo>
                  <a:lnTo>
                    <a:pt x="0" y="12"/>
                  </a:lnTo>
                  <a:lnTo>
                    <a:pt x="0" y="14"/>
                  </a:lnTo>
                  <a:lnTo>
                    <a:pt x="6" y="16"/>
                  </a:lnTo>
                  <a:lnTo>
                    <a:pt x="6" y="16"/>
                  </a:lnTo>
                  <a:lnTo>
                    <a:pt x="10" y="19"/>
                  </a:lnTo>
                  <a:lnTo>
                    <a:pt x="14" y="22"/>
                  </a:lnTo>
                  <a:lnTo>
                    <a:pt x="15" y="23"/>
                  </a:lnTo>
                  <a:lnTo>
                    <a:pt x="16" y="23"/>
                  </a:lnTo>
                  <a:lnTo>
                    <a:pt x="16" y="24"/>
                  </a:lnTo>
                  <a:lnTo>
                    <a:pt x="22" y="27"/>
                  </a:lnTo>
                  <a:lnTo>
                    <a:pt x="23" y="27"/>
                  </a:lnTo>
                  <a:lnTo>
                    <a:pt x="26" y="27"/>
                  </a:lnTo>
                  <a:lnTo>
                    <a:pt x="26" y="27"/>
                  </a:lnTo>
                  <a:lnTo>
                    <a:pt x="26" y="27"/>
                  </a:lnTo>
                  <a:lnTo>
                    <a:pt x="28" y="27"/>
                  </a:lnTo>
                  <a:lnTo>
                    <a:pt x="32" y="27"/>
                  </a:lnTo>
                  <a:lnTo>
                    <a:pt x="32" y="27"/>
                  </a:lnTo>
                  <a:lnTo>
                    <a:pt x="28" y="23"/>
                  </a:lnTo>
                  <a:lnTo>
                    <a:pt x="28" y="23"/>
                  </a:lnTo>
                </a:path>
              </a:pathLst>
            </a:custGeom>
            <a:solidFill>
              <a:srgbClr val="ffc0b6"/>
            </a:solidFill>
            <a:ln w="0">
              <a:noFill/>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4079" name=""/>
            <p:cNvSpPr/>
            <p:nvPr/>
          </p:nvSpPr>
          <p:spPr>
            <a:xfrm>
              <a:off x="4925880" y="5603760"/>
              <a:ext cx="42840" cy="12960"/>
            </a:xfrm>
            <a:custGeom>
              <a:avLst/>
              <a:gdLst/>
              <a:ahLst/>
              <a:rect l="l" t="t" r="r" b="b"/>
              <a:pathLst>
                <a:path w="27" h="8">
                  <a:moveTo>
                    <a:pt x="18" y="0"/>
                  </a:moveTo>
                  <a:lnTo>
                    <a:pt x="18" y="0"/>
                  </a:lnTo>
                  <a:lnTo>
                    <a:pt x="18" y="0"/>
                  </a:lnTo>
                  <a:lnTo>
                    <a:pt x="18" y="2"/>
                  </a:lnTo>
                  <a:lnTo>
                    <a:pt x="18" y="2"/>
                  </a:lnTo>
                  <a:lnTo>
                    <a:pt x="15" y="2"/>
                  </a:lnTo>
                  <a:lnTo>
                    <a:pt x="9" y="2"/>
                  </a:lnTo>
                  <a:lnTo>
                    <a:pt x="8" y="2"/>
                  </a:lnTo>
                  <a:lnTo>
                    <a:pt x="6" y="3"/>
                  </a:lnTo>
                  <a:lnTo>
                    <a:pt x="0" y="3"/>
                  </a:lnTo>
                  <a:lnTo>
                    <a:pt x="4" y="7"/>
                  </a:lnTo>
                  <a:lnTo>
                    <a:pt x="6" y="7"/>
                  </a:lnTo>
                  <a:lnTo>
                    <a:pt x="8" y="7"/>
                  </a:lnTo>
                  <a:lnTo>
                    <a:pt x="9" y="7"/>
                  </a:lnTo>
                  <a:lnTo>
                    <a:pt x="15" y="7"/>
                  </a:lnTo>
                  <a:lnTo>
                    <a:pt x="18" y="7"/>
                  </a:lnTo>
                  <a:lnTo>
                    <a:pt x="18" y="7"/>
                  </a:lnTo>
                  <a:lnTo>
                    <a:pt x="20" y="3"/>
                  </a:lnTo>
                  <a:lnTo>
                    <a:pt x="26" y="3"/>
                  </a:lnTo>
                  <a:lnTo>
                    <a:pt x="26" y="3"/>
                  </a:lnTo>
                  <a:lnTo>
                    <a:pt x="18" y="0"/>
                  </a:lnTo>
                  <a:lnTo>
                    <a:pt x="18" y="0"/>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4080" name=""/>
            <p:cNvSpPr/>
            <p:nvPr/>
          </p:nvSpPr>
          <p:spPr>
            <a:xfrm>
              <a:off x="4954680" y="5586480"/>
              <a:ext cx="47520" cy="23760"/>
            </a:xfrm>
            <a:custGeom>
              <a:avLst/>
              <a:gdLst/>
              <a:ahLst/>
              <a:rect l="l" t="t" r="r" b="b"/>
              <a:pathLst>
                <a:path w="30" h="15">
                  <a:moveTo>
                    <a:pt x="29" y="0"/>
                  </a:moveTo>
                  <a:lnTo>
                    <a:pt x="29" y="3"/>
                  </a:lnTo>
                  <a:lnTo>
                    <a:pt x="25" y="5"/>
                  </a:lnTo>
                  <a:lnTo>
                    <a:pt x="20" y="5"/>
                  </a:lnTo>
                  <a:lnTo>
                    <a:pt x="15" y="6"/>
                  </a:lnTo>
                  <a:lnTo>
                    <a:pt x="13" y="7"/>
                  </a:lnTo>
                  <a:lnTo>
                    <a:pt x="9" y="7"/>
                  </a:lnTo>
                  <a:lnTo>
                    <a:pt x="8" y="7"/>
                  </a:lnTo>
                  <a:lnTo>
                    <a:pt x="0" y="11"/>
                  </a:lnTo>
                  <a:lnTo>
                    <a:pt x="8" y="14"/>
                  </a:lnTo>
                  <a:lnTo>
                    <a:pt x="8" y="13"/>
                  </a:lnTo>
                  <a:lnTo>
                    <a:pt x="13" y="11"/>
                  </a:lnTo>
                  <a:lnTo>
                    <a:pt x="14" y="7"/>
                  </a:lnTo>
                  <a:lnTo>
                    <a:pt x="18" y="7"/>
                  </a:lnTo>
                  <a:lnTo>
                    <a:pt x="20" y="7"/>
                  </a:lnTo>
                  <a:lnTo>
                    <a:pt x="26" y="7"/>
                  </a:lnTo>
                  <a:lnTo>
                    <a:pt x="29" y="6"/>
                  </a:lnTo>
                  <a:lnTo>
                    <a:pt x="29" y="5"/>
                  </a:lnTo>
                  <a:lnTo>
                    <a:pt x="29" y="0"/>
                  </a:lnTo>
                  <a:lnTo>
                    <a:pt x="29"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4081" name=""/>
            <p:cNvSpPr/>
            <p:nvPr/>
          </p:nvSpPr>
          <p:spPr>
            <a:xfrm>
              <a:off x="4954680" y="5597640"/>
              <a:ext cx="14040" cy="12600"/>
            </a:xfrm>
            <a:custGeom>
              <a:avLst/>
              <a:gdLst/>
              <a:ahLst/>
              <a:rect l="l" t="t" r="r" b="b"/>
              <a:pathLst>
                <a:path w="9" h="8">
                  <a:moveTo>
                    <a:pt x="8" y="7"/>
                  </a:moveTo>
                  <a:lnTo>
                    <a:pt x="8" y="6"/>
                  </a:lnTo>
                  <a:lnTo>
                    <a:pt x="8" y="6"/>
                  </a:lnTo>
                  <a:lnTo>
                    <a:pt x="8" y="4"/>
                  </a:lnTo>
                  <a:lnTo>
                    <a:pt x="8" y="3"/>
                  </a:lnTo>
                  <a:lnTo>
                    <a:pt x="8" y="0"/>
                  </a:lnTo>
                  <a:lnTo>
                    <a:pt x="2" y="0"/>
                  </a:lnTo>
                  <a:lnTo>
                    <a:pt x="0" y="3"/>
                  </a:lnTo>
                  <a:lnTo>
                    <a:pt x="0" y="4"/>
                  </a:lnTo>
                  <a:lnTo>
                    <a:pt x="8" y="7"/>
                  </a:lnTo>
                  <a:lnTo>
                    <a:pt x="8" y="7"/>
                  </a:lnTo>
                </a:path>
              </a:pathLst>
            </a:custGeom>
            <a:solidFill>
              <a:srgbClr val="ffc0b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4082" name=""/>
            <p:cNvSpPr/>
            <p:nvPr/>
          </p:nvSpPr>
          <p:spPr>
            <a:xfrm>
              <a:off x="4870440" y="5572080"/>
              <a:ext cx="12600" cy="1800"/>
            </a:xfrm>
            <a:custGeom>
              <a:avLst/>
              <a:gdLst/>
              <a:ahLst/>
              <a:rect l="l" t="t" r="r" b="b"/>
              <a:pathLst>
                <a:path w="8" h="1">
                  <a:moveTo>
                    <a:pt x="7" y="0"/>
                  </a:moveTo>
                  <a:lnTo>
                    <a:pt x="7" y="0"/>
                  </a:lnTo>
                  <a:lnTo>
                    <a:pt x="7" y="0"/>
                  </a:lnTo>
                  <a:lnTo>
                    <a:pt x="7" y="0"/>
                  </a:lnTo>
                  <a:lnTo>
                    <a:pt x="7" y="0"/>
                  </a:lnTo>
                  <a:lnTo>
                    <a:pt x="4" y="0"/>
                  </a:lnTo>
                  <a:lnTo>
                    <a:pt x="0" y="0"/>
                  </a:lnTo>
                  <a:lnTo>
                    <a:pt x="0" y="0"/>
                  </a:lnTo>
                  <a:lnTo>
                    <a:pt x="4" y="0"/>
                  </a:lnTo>
                  <a:lnTo>
                    <a:pt x="7" y="0"/>
                  </a:lnTo>
                  <a:lnTo>
                    <a:pt x="7" y="0"/>
                  </a:lnTo>
                </a:path>
              </a:pathLst>
            </a:custGeom>
            <a:solidFill>
              <a:srgbClr val="ffe0e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4083" name=""/>
            <p:cNvSpPr/>
            <p:nvPr/>
          </p:nvSpPr>
          <p:spPr>
            <a:xfrm>
              <a:off x="4876920" y="5572080"/>
              <a:ext cx="56880" cy="38160"/>
            </a:xfrm>
            <a:custGeom>
              <a:avLst/>
              <a:gdLst/>
              <a:ahLst/>
              <a:rect l="l" t="t" r="r" b="b"/>
              <a:pathLst>
                <a:path w="36" h="24">
                  <a:moveTo>
                    <a:pt x="31" y="19"/>
                  </a:moveTo>
                  <a:lnTo>
                    <a:pt x="31" y="19"/>
                  </a:lnTo>
                  <a:lnTo>
                    <a:pt x="31" y="19"/>
                  </a:lnTo>
                  <a:lnTo>
                    <a:pt x="29" y="19"/>
                  </a:lnTo>
                  <a:lnTo>
                    <a:pt x="29" y="19"/>
                  </a:lnTo>
                  <a:lnTo>
                    <a:pt x="29" y="19"/>
                  </a:lnTo>
                  <a:lnTo>
                    <a:pt x="29" y="16"/>
                  </a:lnTo>
                  <a:lnTo>
                    <a:pt x="26" y="16"/>
                  </a:lnTo>
                  <a:lnTo>
                    <a:pt x="25" y="16"/>
                  </a:lnTo>
                  <a:lnTo>
                    <a:pt x="19" y="16"/>
                  </a:lnTo>
                  <a:lnTo>
                    <a:pt x="19" y="16"/>
                  </a:lnTo>
                  <a:lnTo>
                    <a:pt x="18" y="16"/>
                  </a:lnTo>
                  <a:lnTo>
                    <a:pt x="17" y="14"/>
                  </a:lnTo>
                  <a:lnTo>
                    <a:pt x="14" y="12"/>
                  </a:lnTo>
                  <a:lnTo>
                    <a:pt x="9" y="9"/>
                  </a:lnTo>
                  <a:lnTo>
                    <a:pt x="9" y="4"/>
                  </a:lnTo>
                  <a:lnTo>
                    <a:pt x="7" y="0"/>
                  </a:lnTo>
                  <a:lnTo>
                    <a:pt x="3" y="0"/>
                  </a:lnTo>
                  <a:lnTo>
                    <a:pt x="0" y="0"/>
                  </a:lnTo>
                  <a:lnTo>
                    <a:pt x="3" y="4"/>
                  </a:lnTo>
                  <a:lnTo>
                    <a:pt x="3" y="9"/>
                  </a:lnTo>
                  <a:lnTo>
                    <a:pt x="7" y="14"/>
                  </a:lnTo>
                  <a:lnTo>
                    <a:pt x="9" y="15"/>
                  </a:lnTo>
                  <a:lnTo>
                    <a:pt x="13" y="16"/>
                  </a:lnTo>
                  <a:lnTo>
                    <a:pt x="17" y="16"/>
                  </a:lnTo>
                  <a:lnTo>
                    <a:pt x="18" y="16"/>
                  </a:lnTo>
                  <a:lnTo>
                    <a:pt x="19" y="20"/>
                  </a:lnTo>
                  <a:lnTo>
                    <a:pt x="19" y="22"/>
                  </a:lnTo>
                  <a:lnTo>
                    <a:pt x="25" y="23"/>
                  </a:lnTo>
                  <a:lnTo>
                    <a:pt x="26" y="23"/>
                  </a:lnTo>
                  <a:lnTo>
                    <a:pt x="29" y="23"/>
                  </a:lnTo>
                  <a:lnTo>
                    <a:pt x="29" y="23"/>
                  </a:lnTo>
                  <a:lnTo>
                    <a:pt x="29" y="23"/>
                  </a:lnTo>
                  <a:lnTo>
                    <a:pt x="35" y="23"/>
                  </a:lnTo>
                  <a:lnTo>
                    <a:pt x="35" y="23"/>
                  </a:lnTo>
                  <a:lnTo>
                    <a:pt x="35" y="23"/>
                  </a:lnTo>
                  <a:lnTo>
                    <a:pt x="31" y="19"/>
                  </a:lnTo>
                  <a:lnTo>
                    <a:pt x="31" y="19"/>
                  </a:lnTo>
                </a:path>
              </a:pathLst>
            </a:custGeom>
            <a:solidFill>
              <a:srgbClr val="ffe0e6"/>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084" name=""/>
            <p:cNvSpPr/>
            <p:nvPr/>
          </p:nvSpPr>
          <p:spPr>
            <a:xfrm>
              <a:off x="4925880" y="5597640"/>
              <a:ext cx="42840" cy="12600"/>
            </a:xfrm>
            <a:custGeom>
              <a:avLst/>
              <a:gdLst/>
              <a:ahLst/>
              <a:rect l="l" t="t" r="r" b="b"/>
              <a:pathLst>
                <a:path w="27" h="8">
                  <a:moveTo>
                    <a:pt x="18" y="0"/>
                  </a:moveTo>
                  <a:lnTo>
                    <a:pt x="18" y="0"/>
                  </a:lnTo>
                  <a:lnTo>
                    <a:pt x="18" y="0"/>
                  </a:lnTo>
                  <a:lnTo>
                    <a:pt x="18" y="0"/>
                  </a:lnTo>
                  <a:lnTo>
                    <a:pt x="18" y="0"/>
                  </a:lnTo>
                  <a:lnTo>
                    <a:pt x="15" y="0"/>
                  </a:lnTo>
                  <a:lnTo>
                    <a:pt x="9" y="0"/>
                  </a:lnTo>
                  <a:lnTo>
                    <a:pt x="8" y="0"/>
                  </a:lnTo>
                  <a:lnTo>
                    <a:pt x="4" y="0"/>
                  </a:lnTo>
                  <a:lnTo>
                    <a:pt x="0" y="3"/>
                  </a:lnTo>
                  <a:lnTo>
                    <a:pt x="4" y="7"/>
                  </a:lnTo>
                  <a:lnTo>
                    <a:pt x="6" y="7"/>
                  </a:lnTo>
                  <a:lnTo>
                    <a:pt x="8" y="7"/>
                  </a:lnTo>
                  <a:lnTo>
                    <a:pt x="9" y="7"/>
                  </a:lnTo>
                  <a:lnTo>
                    <a:pt x="15" y="7"/>
                  </a:lnTo>
                  <a:lnTo>
                    <a:pt x="18" y="6"/>
                  </a:lnTo>
                  <a:lnTo>
                    <a:pt x="18" y="6"/>
                  </a:lnTo>
                  <a:lnTo>
                    <a:pt x="26" y="4"/>
                  </a:lnTo>
                  <a:lnTo>
                    <a:pt x="26" y="0"/>
                  </a:lnTo>
                  <a:lnTo>
                    <a:pt x="26" y="0"/>
                  </a:lnTo>
                  <a:lnTo>
                    <a:pt x="18" y="0"/>
                  </a:lnTo>
                  <a:lnTo>
                    <a:pt x="18" y="0"/>
                  </a:lnTo>
                </a:path>
              </a:pathLst>
            </a:custGeom>
            <a:solidFill>
              <a:srgbClr val="ffe0e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4085" name=""/>
            <p:cNvSpPr/>
            <p:nvPr/>
          </p:nvSpPr>
          <p:spPr>
            <a:xfrm>
              <a:off x="4954680" y="5576760"/>
              <a:ext cx="47520" cy="22320"/>
            </a:xfrm>
            <a:custGeom>
              <a:avLst/>
              <a:gdLst/>
              <a:ahLst/>
              <a:rect l="l" t="t" r="r" b="b"/>
              <a:pathLst>
                <a:path w="30" h="14">
                  <a:moveTo>
                    <a:pt x="29" y="0"/>
                  </a:moveTo>
                  <a:lnTo>
                    <a:pt x="29" y="1"/>
                  </a:lnTo>
                  <a:lnTo>
                    <a:pt x="25" y="6"/>
                  </a:lnTo>
                  <a:lnTo>
                    <a:pt x="20" y="6"/>
                  </a:lnTo>
                  <a:lnTo>
                    <a:pt x="18" y="9"/>
                  </a:lnTo>
                  <a:lnTo>
                    <a:pt x="13" y="11"/>
                  </a:lnTo>
                  <a:lnTo>
                    <a:pt x="9" y="11"/>
                  </a:lnTo>
                  <a:lnTo>
                    <a:pt x="8" y="13"/>
                  </a:lnTo>
                  <a:lnTo>
                    <a:pt x="0" y="13"/>
                  </a:lnTo>
                  <a:lnTo>
                    <a:pt x="8" y="13"/>
                  </a:lnTo>
                  <a:lnTo>
                    <a:pt x="8" y="13"/>
                  </a:lnTo>
                  <a:lnTo>
                    <a:pt x="13" y="13"/>
                  </a:lnTo>
                  <a:lnTo>
                    <a:pt x="14" y="13"/>
                  </a:lnTo>
                  <a:lnTo>
                    <a:pt x="18" y="13"/>
                  </a:lnTo>
                  <a:lnTo>
                    <a:pt x="20" y="11"/>
                  </a:lnTo>
                  <a:lnTo>
                    <a:pt x="29" y="11"/>
                  </a:lnTo>
                  <a:lnTo>
                    <a:pt x="29" y="9"/>
                  </a:lnTo>
                  <a:lnTo>
                    <a:pt x="29" y="6"/>
                  </a:lnTo>
                  <a:lnTo>
                    <a:pt x="29" y="0"/>
                  </a:lnTo>
                  <a:lnTo>
                    <a:pt x="29" y="0"/>
                  </a:lnTo>
                </a:path>
              </a:pathLst>
            </a:custGeom>
            <a:solidFill>
              <a:srgbClr val="ffe0e6"/>
            </a:solidFill>
            <a:ln w="0">
              <a:noFill/>
            </a:ln>
          </p:spPr>
          <p:style>
            <a:lnRef idx="0"/>
            <a:fillRef idx="0"/>
            <a:effectRef idx="0"/>
            <a:fontRef idx="minor"/>
          </p:style>
          <p:txBody>
            <a:bodyPr lIns="90000" rIns="90000" tIns="-24480" bIns="-24480" anchor="t">
              <a:noAutofit/>
            </a:bodyPr>
            <a:p>
              <a:endParaRPr b="0" lang="en-IN" sz="2400" strike="noStrike" u="none">
                <a:solidFill>
                  <a:srgbClr val="ffffff"/>
                </a:solidFill>
                <a:effectLst/>
                <a:uFillTx/>
                <a:latin typeface="Times New Roman"/>
              </a:endParaRPr>
            </a:p>
          </p:txBody>
        </p:sp>
        <p:sp>
          <p:nvSpPr>
            <p:cNvPr id="4086" name=""/>
            <p:cNvSpPr/>
            <p:nvPr/>
          </p:nvSpPr>
          <p:spPr>
            <a:xfrm>
              <a:off x="4954680" y="5597640"/>
              <a:ext cx="14040" cy="1440"/>
            </a:xfrm>
            <a:custGeom>
              <a:avLst/>
              <a:gdLst/>
              <a:ahLst/>
              <a:rect l="l" t="t" r="r" b="b"/>
              <a:pathLst>
                <a:path w="9" h="1">
                  <a:moveTo>
                    <a:pt x="8" y="0"/>
                  </a:moveTo>
                  <a:lnTo>
                    <a:pt x="8" y="0"/>
                  </a:lnTo>
                  <a:lnTo>
                    <a:pt x="8" y="0"/>
                  </a:lnTo>
                  <a:lnTo>
                    <a:pt x="8" y="0"/>
                  </a:lnTo>
                  <a:lnTo>
                    <a:pt x="8" y="0"/>
                  </a:lnTo>
                  <a:lnTo>
                    <a:pt x="8" y="0"/>
                  </a:lnTo>
                  <a:lnTo>
                    <a:pt x="8" y="0"/>
                  </a:lnTo>
                  <a:lnTo>
                    <a:pt x="0" y="0"/>
                  </a:lnTo>
                  <a:lnTo>
                    <a:pt x="0" y="0"/>
                  </a:lnTo>
                  <a:lnTo>
                    <a:pt x="8" y="0"/>
                  </a:lnTo>
                  <a:lnTo>
                    <a:pt x="8" y="0"/>
                  </a:lnTo>
                </a:path>
              </a:pathLst>
            </a:custGeom>
            <a:solidFill>
              <a:srgbClr val="ffe0e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087" name=""/>
            <p:cNvSpPr/>
            <p:nvPr/>
          </p:nvSpPr>
          <p:spPr>
            <a:xfrm>
              <a:off x="4743360" y="5532480"/>
              <a:ext cx="3240" cy="3240"/>
            </a:xfrm>
            <a:custGeom>
              <a:avLst/>
              <a:gdLst/>
              <a:ahLst/>
              <a:rect l="l" t="t" r="r" b="b"/>
              <a:pathLst>
                <a:path w="2" h="2">
                  <a:moveTo>
                    <a:pt x="1" y="0"/>
                  </a:moveTo>
                  <a:lnTo>
                    <a:pt x="1" y="0"/>
                  </a:lnTo>
                  <a:lnTo>
                    <a:pt x="1" y="0"/>
                  </a:lnTo>
                  <a:lnTo>
                    <a:pt x="0" y="0"/>
                  </a:lnTo>
                  <a:lnTo>
                    <a:pt x="0" y="0"/>
                  </a:lnTo>
                  <a:lnTo>
                    <a:pt x="0" y="0"/>
                  </a:lnTo>
                  <a:lnTo>
                    <a:pt x="0" y="1"/>
                  </a:lnTo>
                  <a:lnTo>
                    <a:pt x="0" y="1"/>
                  </a:lnTo>
                  <a:lnTo>
                    <a:pt x="0" y="1"/>
                  </a:lnTo>
                  <a:lnTo>
                    <a:pt x="1" y="0"/>
                  </a:lnTo>
                  <a:lnTo>
                    <a:pt x="1" y="0"/>
                  </a:lnTo>
                </a:path>
              </a:pathLst>
            </a:custGeom>
            <a:solidFill>
              <a:srgbClr val="626200"/>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4088" name=""/>
            <p:cNvSpPr/>
            <p:nvPr/>
          </p:nvSpPr>
          <p:spPr>
            <a:xfrm>
              <a:off x="4743360" y="5532480"/>
              <a:ext cx="52560" cy="25200"/>
            </a:xfrm>
            <a:custGeom>
              <a:avLst/>
              <a:gdLst/>
              <a:ahLst/>
              <a:rect l="l" t="t" r="r" b="b"/>
              <a:pathLst>
                <a:path w="33" h="16">
                  <a:moveTo>
                    <a:pt x="32" y="6"/>
                  </a:moveTo>
                  <a:lnTo>
                    <a:pt x="32" y="6"/>
                  </a:lnTo>
                  <a:lnTo>
                    <a:pt x="24" y="6"/>
                  </a:lnTo>
                  <a:lnTo>
                    <a:pt x="21" y="6"/>
                  </a:lnTo>
                  <a:lnTo>
                    <a:pt x="21" y="6"/>
                  </a:lnTo>
                  <a:lnTo>
                    <a:pt x="18" y="6"/>
                  </a:lnTo>
                  <a:lnTo>
                    <a:pt x="16" y="6"/>
                  </a:lnTo>
                  <a:lnTo>
                    <a:pt x="13" y="6"/>
                  </a:lnTo>
                  <a:lnTo>
                    <a:pt x="9" y="6"/>
                  </a:lnTo>
                  <a:lnTo>
                    <a:pt x="1" y="0"/>
                  </a:lnTo>
                  <a:lnTo>
                    <a:pt x="0" y="1"/>
                  </a:lnTo>
                  <a:lnTo>
                    <a:pt x="1" y="6"/>
                  </a:lnTo>
                  <a:lnTo>
                    <a:pt x="9" y="13"/>
                  </a:lnTo>
                  <a:lnTo>
                    <a:pt x="13" y="15"/>
                  </a:lnTo>
                  <a:lnTo>
                    <a:pt x="18" y="15"/>
                  </a:lnTo>
                  <a:lnTo>
                    <a:pt x="21" y="15"/>
                  </a:lnTo>
                  <a:lnTo>
                    <a:pt x="24" y="13"/>
                  </a:lnTo>
                  <a:lnTo>
                    <a:pt x="29" y="13"/>
                  </a:lnTo>
                  <a:lnTo>
                    <a:pt x="32" y="10"/>
                  </a:lnTo>
                  <a:lnTo>
                    <a:pt x="32" y="10"/>
                  </a:lnTo>
                  <a:lnTo>
                    <a:pt x="32" y="6"/>
                  </a:lnTo>
                  <a:lnTo>
                    <a:pt x="32" y="6"/>
                  </a:lnTo>
                </a:path>
              </a:pathLst>
            </a:custGeom>
            <a:solidFill>
              <a:srgbClr val="626200"/>
            </a:solidFill>
            <a:ln w="0">
              <a:noFill/>
            </a:ln>
          </p:spPr>
          <p:style>
            <a:lnRef idx="0"/>
            <a:fillRef idx="0"/>
            <a:effectRef idx="0"/>
            <a:fontRef idx="minor"/>
          </p:style>
          <p:txBody>
            <a:bodyPr lIns="90000" rIns="90000" tIns="-21600" bIns="-21600" anchor="t">
              <a:noAutofit/>
            </a:bodyPr>
            <a:p>
              <a:endParaRPr b="0" lang="en-IN" sz="2400" strike="noStrike" u="none">
                <a:solidFill>
                  <a:srgbClr val="ffffff"/>
                </a:solidFill>
                <a:effectLst/>
                <a:uFillTx/>
                <a:latin typeface="Times New Roman"/>
              </a:endParaRPr>
            </a:p>
          </p:txBody>
        </p:sp>
        <p:sp>
          <p:nvSpPr>
            <p:cNvPr id="4089" name=""/>
            <p:cNvSpPr/>
            <p:nvPr/>
          </p:nvSpPr>
          <p:spPr>
            <a:xfrm>
              <a:off x="4794120" y="5514840"/>
              <a:ext cx="25560" cy="34920"/>
            </a:xfrm>
            <a:custGeom>
              <a:avLst/>
              <a:gdLst/>
              <a:ahLst/>
              <a:rect l="l" t="t" r="r" b="b"/>
              <a:pathLst>
                <a:path w="16" h="22">
                  <a:moveTo>
                    <a:pt x="8" y="0"/>
                  </a:moveTo>
                  <a:lnTo>
                    <a:pt x="8" y="3"/>
                  </a:lnTo>
                  <a:lnTo>
                    <a:pt x="5" y="11"/>
                  </a:lnTo>
                  <a:lnTo>
                    <a:pt x="2" y="11"/>
                  </a:lnTo>
                  <a:lnTo>
                    <a:pt x="2" y="12"/>
                  </a:lnTo>
                  <a:lnTo>
                    <a:pt x="2" y="16"/>
                  </a:lnTo>
                  <a:lnTo>
                    <a:pt x="0" y="17"/>
                  </a:lnTo>
                  <a:lnTo>
                    <a:pt x="0" y="17"/>
                  </a:lnTo>
                  <a:lnTo>
                    <a:pt x="0" y="17"/>
                  </a:lnTo>
                  <a:lnTo>
                    <a:pt x="0" y="21"/>
                  </a:lnTo>
                  <a:lnTo>
                    <a:pt x="2" y="21"/>
                  </a:lnTo>
                  <a:lnTo>
                    <a:pt x="2" y="17"/>
                  </a:lnTo>
                  <a:lnTo>
                    <a:pt x="2" y="17"/>
                  </a:lnTo>
                  <a:lnTo>
                    <a:pt x="5" y="17"/>
                  </a:lnTo>
                  <a:lnTo>
                    <a:pt x="8" y="12"/>
                  </a:lnTo>
                  <a:lnTo>
                    <a:pt x="8" y="11"/>
                  </a:lnTo>
                  <a:lnTo>
                    <a:pt x="12" y="11"/>
                  </a:lnTo>
                  <a:lnTo>
                    <a:pt x="15" y="7"/>
                  </a:lnTo>
                  <a:lnTo>
                    <a:pt x="8" y="0"/>
                  </a:lnTo>
                  <a:lnTo>
                    <a:pt x="8" y="0"/>
                  </a:lnTo>
                </a:path>
              </a:pathLst>
            </a:custGeom>
            <a:solidFill>
              <a:srgbClr val="626200"/>
            </a:solidFill>
            <a:ln w="0">
              <a:noFill/>
            </a:ln>
          </p:spPr>
          <p:style>
            <a:lnRef idx="0"/>
            <a:fillRef idx="0"/>
            <a:effectRef idx="0"/>
            <a:fontRef idx="minor"/>
          </p:style>
          <p:txBody>
            <a:bodyPr lIns="90000" rIns="90000" tIns="-11880" bIns="-11880" anchor="t">
              <a:noAutofit/>
            </a:bodyPr>
            <a:p>
              <a:endParaRPr b="0" lang="en-IN" sz="2400" strike="noStrike" u="none">
                <a:solidFill>
                  <a:srgbClr val="ffffff"/>
                </a:solidFill>
                <a:effectLst/>
                <a:uFillTx/>
                <a:latin typeface="Times New Roman"/>
              </a:endParaRPr>
            </a:p>
          </p:txBody>
        </p:sp>
        <p:sp>
          <p:nvSpPr>
            <p:cNvPr id="4090" name=""/>
            <p:cNvSpPr/>
            <p:nvPr/>
          </p:nvSpPr>
          <p:spPr>
            <a:xfrm>
              <a:off x="4794120" y="5541840"/>
              <a:ext cx="1800" cy="7920"/>
            </a:xfrm>
            <a:custGeom>
              <a:avLst/>
              <a:gdLst/>
              <a:ahLst/>
              <a:rect l="l" t="t" r="r" b="b"/>
              <a:pathLst>
                <a:path w="1" h="5">
                  <a:moveTo>
                    <a:pt x="0" y="4"/>
                  </a:moveTo>
                  <a:lnTo>
                    <a:pt x="0" y="3"/>
                  </a:lnTo>
                  <a:lnTo>
                    <a:pt x="0" y="0"/>
                  </a:lnTo>
                  <a:lnTo>
                    <a:pt x="0" y="0"/>
                  </a:lnTo>
                  <a:lnTo>
                    <a:pt x="0" y="0"/>
                  </a:lnTo>
                  <a:lnTo>
                    <a:pt x="0" y="0"/>
                  </a:lnTo>
                  <a:lnTo>
                    <a:pt x="0" y="0"/>
                  </a:lnTo>
                  <a:lnTo>
                    <a:pt x="0" y="0"/>
                  </a:lnTo>
                  <a:lnTo>
                    <a:pt x="0" y="0"/>
                  </a:lnTo>
                  <a:lnTo>
                    <a:pt x="0" y="4"/>
                  </a:lnTo>
                  <a:lnTo>
                    <a:pt x="0" y="4"/>
                  </a:lnTo>
                </a:path>
              </a:pathLst>
            </a:custGeom>
            <a:solidFill>
              <a:srgbClr val="626200"/>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091" name=""/>
            <p:cNvSpPr/>
            <p:nvPr/>
          </p:nvSpPr>
          <p:spPr>
            <a:xfrm>
              <a:off x="4743360" y="5526000"/>
              <a:ext cx="3240" cy="7920"/>
            </a:xfrm>
            <a:custGeom>
              <a:avLst/>
              <a:gdLst/>
              <a:ahLst/>
              <a:rect l="l" t="t" r="r" b="b"/>
              <a:pathLst>
                <a:path w="2" h="5">
                  <a:moveTo>
                    <a:pt x="1" y="4"/>
                  </a:moveTo>
                  <a:lnTo>
                    <a:pt x="1" y="0"/>
                  </a:lnTo>
                  <a:lnTo>
                    <a:pt x="1" y="0"/>
                  </a:lnTo>
                  <a:lnTo>
                    <a:pt x="0" y="0"/>
                  </a:lnTo>
                  <a:lnTo>
                    <a:pt x="0" y="0"/>
                  </a:lnTo>
                  <a:lnTo>
                    <a:pt x="0" y="4"/>
                  </a:lnTo>
                  <a:lnTo>
                    <a:pt x="0" y="4"/>
                  </a:lnTo>
                  <a:lnTo>
                    <a:pt x="0" y="4"/>
                  </a:lnTo>
                  <a:lnTo>
                    <a:pt x="0" y="4"/>
                  </a:lnTo>
                  <a:lnTo>
                    <a:pt x="1" y="4"/>
                  </a:lnTo>
                  <a:lnTo>
                    <a:pt x="1" y="4"/>
                  </a:lnTo>
                </a:path>
              </a:pathLst>
            </a:custGeom>
            <a:solidFill>
              <a:srgbClr val="82c168"/>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092" name=""/>
            <p:cNvSpPr/>
            <p:nvPr/>
          </p:nvSpPr>
          <p:spPr>
            <a:xfrm>
              <a:off x="4743360" y="5532480"/>
              <a:ext cx="47880" cy="17280"/>
            </a:xfrm>
            <a:custGeom>
              <a:avLst/>
              <a:gdLst/>
              <a:ahLst/>
              <a:rect l="l" t="t" r="r" b="b"/>
              <a:pathLst>
                <a:path w="30" h="11">
                  <a:moveTo>
                    <a:pt x="29" y="4"/>
                  </a:moveTo>
                  <a:lnTo>
                    <a:pt x="29" y="4"/>
                  </a:lnTo>
                  <a:lnTo>
                    <a:pt x="24" y="4"/>
                  </a:lnTo>
                  <a:lnTo>
                    <a:pt x="21" y="6"/>
                  </a:lnTo>
                  <a:lnTo>
                    <a:pt x="19" y="6"/>
                  </a:lnTo>
                  <a:lnTo>
                    <a:pt x="18" y="6"/>
                  </a:lnTo>
                  <a:lnTo>
                    <a:pt x="13" y="6"/>
                  </a:lnTo>
                  <a:lnTo>
                    <a:pt x="13" y="6"/>
                  </a:lnTo>
                  <a:lnTo>
                    <a:pt x="9" y="1"/>
                  </a:lnTo>
                  <a:lnTo>
                    <a:pt x="1" y="0"/>
                  </a:lnTo>
                  <a:lnTo>
                    <a:pt x="0" y="0"/>
                  </a:lnTo>
                  <a:lnTo>
                    <a:pt x="1" y="6"/>
                  </a:lnTo>
                  <a:lnTo>
                    <a:pt x="9" y="6"/>
                  </a:lnTo>
                  <a:lnTo>
                    <a:pt x="13" y="9"/>
                  </a:lnTo>
                  <a:lnTo>
                    <a:pt x="18" y="10"/>
                  </a:lnTo>
                  <a:lnTo>
                    <a:pt x="21" y="9"/>
                  </a:lnTo>
                  <a:lnTo>
                    <a:pt x="21" y="6"/>
                  </a:lnTo>
                  <a:lnTo>
                    <a:pt x="24" y="6"/>
                  </a:lnTo>
                  <a:lnTo>
                    <a:pt x="29" y="6"/>
                  </a:lnTo>
                  <a:lnTo>
                    <a:pt x="29" y="6"/>
                  </a:lnTo>
                  <a:lnTo>
                    <a:pt x="29" y="4"/>
                  </a:lnTo>
                  <a:lnTo>
                    <a:pt x="29" y="4"/>
                  </a:lnTo>
                </a:path>
              </a:pathLst>
            </a:custGeom>
            <a:solidFill>
              <a:srgbClr val="82c168"/>
            </a:solidFill>
            <a:ln w="0">
              <a:noFill/>
            </a:ln>
          </p:spPr>
          <p:style>
            <a:lnRef idx="0"/>
            <a:fillRef idx="0"/>
            <a:effectRef idx="0"/>
            <a:fontRef idx="minor"/>
          </p:style>
          <p:txBody>
            <a:bodyPr lIns="90000" rIns="90000" tIns="-29520" bIns="-29520" anchor="t">
              <a:noAutofit/>
            </a:bodyPr>
            <a:p>
              <a:endParaRPr b="0" lang="en-IN" sz="2400" strike="noStrike" u="none">
                <a:solidFill>
                  <a:srgbClr val="ffffff"/>
                </a:solidFill>
                <a:effectLst/>
                <a:uFillTx/>
                <a:latin typeface="Times New Roman"/>
              </a:endParaRPr>
            </a:p>
          </p:txBody>
        </p:sp>
        <p:sp>
          <p:nvSpPr>
            <p:cNvPr id="4093" name=""/>
            <p:cNvSpPr/>
            <p:nvPr/>
          </p:nvSpPr>
          <p:spPr>
            <a:xfrm>
              <a:off x="4789440" y="5514840"/>
              <a:ext cx="25560" cy="28800"/>
            </a:xfrm>
            <a:custGeom>
              <a:avLst/>
              <a:gdLst/>
              <a:ahLst/>
              <a:rect l="l" t="t" r="r" b="b"/>
              <a:pathLst>
                <a:path w="16" h="18">
                  <a:moveTo>
                    <a:pt x="11" y="0"/>
                  </a:moveTo>
                  <a:lnTo>
                    <a:pt x="8" y="1"/>
                  </a:lnTo>
                  <a:lnTo>
                    <a:pt x="5" y="7"/>
                  </a:lnTo>
                  <a:lnTo>
                    <a:pt x="5" y="11"/>
                  </a:lnTo>
                  <a:lnTo>
                    <a:pt x="5" y="11"/>
                  </a:lnTo>
                  <a:lnTo>
                    <a:pt x="3" y="12"/>
                  </a:lnTo>
                  <a:lnTo>
                    <a:pt x="3" y="12"/>
                  </a:lnTo>
                  <a:lnTo>
                    <a:pt x="3" y="15"/>
                  </a:lnTo>
                  <a:lnTo>
                    <a:pt x="0" y="15"/>
                  </a:lnTo>
                  <a:lnTo>
                    <a:pt x="0" y="17"/>
                  </a:lnTo>
                  <a:lnTo>
                    <a:pt x="3" y="17"/>
                  </a:lnTo>
                  <a:lnTo>
                    <a:pt x="3" y="17"/>
                  </a:lnTo>
                  <a:lnTo>
                    <a:pt x="5" y="16"/>
                  </a:lnTo>
                  <a:lnTo>
                    <a:pt x="5" y="12"/>
                  </a:lnTo>
                  <a:lnTo>
                    <a:pt x="8" y="12"/>
                  </a:lnTo>
                  <a:lnTo>
                    <a:pt x="11" y="11"/>
                  </a:lnTo>
                  <a:lnTo>
                    <a:pt x="11" y="7"/>
                  </a:lnTo>
                  <a:lnTo>
                    <a:pt x="15" y="3"/>
                  </a:lnTo>
                  <a:lnTo>
                    <a:pt x="11" y="0"/>
                  </a:lnTo>
                  <a:lnTo>
                    <a:pt x="11" y="0"/>
                  </a:lnTo>
                </a:path>
              </a:pathLst>
            </a:custGeom>
            <a:solidFill>
              <a:srgbClr val="82c168"/>
            </a:solidFill>
            <a:ln w="0">
              <a:noFill/>
            </a:ln>
          </p:spPr>
          <p:style>
            <a:lnRef idx="0"/>
            <a:fillRef idx="0"/>
            <a:effectRef idx="0"/>
            <a:fontRef idx="minor"/>
          </p:style>
          <p:txBody>
            <a:bodyPr lIns="90000" rIns="90000" tIns="-18000" bIns="-18000" anchor="t">
              <a:noAutofit/>
            </a:bodyPr>
            <a:p>
              <a:endParaRPr b="0" lang="en-IN" sz="2400" strike="noStrike" u="none">
                <a:solidFill>
                  <a:srgbClr val="ffffff"/>
                </a:solidFill>
                <a:effectLst/>
                <a:uFillTx/>
                <a:latin typeface="Times New Roman"/>
              </a:endParaRPr>
            </a:p>
          </p:txBody>
        </p:sp>
        <p:sp>
          <p:nvSpPr>
            <p:cNvPr id="4094" name=""/>
            <p:cNvSpPr/>
            <p:nvPr/>
          </p:nvSpPr>
          <p:spPr>
            <a:xfrm>
              <a:off x="4781520" y="5538960"/>
              <a:ext cx="14400" cy="4680"/>
            </a:xfrm>
            <a:custGeom>
              <a:avLst/>
              <a:gdLst/>
              <a:ahLst/>
              <a:rect l="l" t="t" r="r" b="b"/>
              <a:pathLst>
                <a:path w="9" h="3">
                  <a:moveTo>
                    <a:pt x="8" y="2"/>
                  </a:moveTo>
                  <a:lnTo>
                    <a:pt x="8" y="2"/>
                  </a:lnTo>
                  <a:lnTo>
                    <a:pt x="8" y="2"/>
                  </a:lnTo>
                  <a:lnTo>
                    <a:pt x="8" y="2"/>
                  </a:lnTo>
                  <a:lnTo>
                    <a:pt x="8" y="1"/>
                  </a:lnTo>
                  <a:lnTo>
                    <a:pt x="8" y="0"/>
                  </a:lnTo>
                  <a:lnTo>
                    <a:pt x="5" y="0"/>
                  </a:lnTo>
                  <a:lnTo>
                    <a:pt x="0" y="0"/>
                  </a:lnTo>
                  <a:lnTo>
                    <a:pt x="0" y="1"/>
                  </a:lnTo>
                  <a:lnTo>
                    <a:pt x="8" y="2"/>
                  </a:lnTo>
                  <a:lnTo>
                    <a:pt x="8" y="2"/>
                  </a:lnTo>
                </a:path>
              </a:pathLst>
            </a:custGeom>
            <a:solidFill>
              <a:srgbClr val="82c168"/>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4095" name=""/>
            <p:cNvSpPr/>
            <p:nvPr/>
          </p:nvSpPr>
          <p:spPr>
            <a:xfrm>
              <a:off x="4743360" y="5514840"/>
              <a:ext cx="3240" cy="12960"/>
            </a:xfrm>
            <a:custGeom>
              <a:avLst/>
              <a:gdLst/>
              <a:ahLst/>
              <a:rect l="l" t="t" r="r" b="b"/>
              <a:pathLst>
                <a:path w="2" h="8">
                  <a:moveTo>
                    <a:pt x="1" y="1"/>
                  </a:moveTo>
                  <a:lnTo>
                    <a:pt x="1" y="0"/>
                  </a:lnTo>
                  <a:lnTo>
                    <a:pt x="0" y="0"/>
                  </a:lnTo>
                  <a:lnTo>
                    <a:pt x="0" y="0"/>
                  </a:lnTo>
                  <a:lnTo>
                    <a:pt x="0" y="0"/>
                  </a:lnTo>
                  <a:lnTo>
                    <a:pt x="0" y="1"/>
                  </a:lnTo>
                  <a:lnTo>
                    <a:pt x="0" y="3"/>
                  </a:lnTo>
                  <a:lnTo>
                    <a:pt x="0" y="7"/>
                  </a:lnTo>
                  <a:lnTo>
                    <a:pt x="0" y="7"/>
                  </a:lnTo>
                  <a:lnTo>
                    <a:pt x="1" y="1"/>
                  </a:lnTo>
                  <a:lnTo>
                    <a:pt x="1" y="1"/>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4096" name=""/>
            <p:cNvSpPr/>
            <p:nvPr/>
          </p:nvSpPr>
          <p:spPr>
            <a:xfrm>
              <a:off x="4743360" y="5516640"/>
              <a:ext cx="39600" cy="27000"/>
            </a:xfrm>
            <a:custGeom>
              <a:avLst/>
              <a:gdLst/>
              <a:ahLst/>
              <a:rect l="l" t="t" r="r" b="b"/>
              <a:pathLst>
                <a:path w="25" h="17">
                  <a:moveTo>
                    <a:pt x="24" y="10"/>
                  </a:moveTo>
                  <a:lnTo>
                    <a:pt x="24" y="10"/>
                  </a:lnTo>
                  <a:lnTo>
                    <a:pt x="21" y="11"/>
                  </a:lnTo>
                  <a:lnTo>
                    <a:pt x="21" y="11"/>
                  </a:lnTo>
                  <a:lnTo>
                    <a:pt x="18" y="11"/>
                  </a:lnTo>
                  <a:lnTo>
                    <a:pt x="18" y="11"/>
                  </a:lnTo>
                  <a:lnTo>
                    <a:pt x="13" y="11"/>
                  </a:lnTo>
                  <a:lnTo>
                    <a:pt x="9" y="11"/>
                  </a:lnTo>
                  <a:lnTo>
                    <a:pt x="7" y="10"/>
                  </a:lnTo>
                  <a:lnTo>
                    <a:pt x="1" y="0"/>
                  </a:lnTo>
                  <a:lnTo>
                    <a:pt x="0" y="6"/>
                  </a:lnTo>
                  <a:lnTo>
                    <a:pt x="1" y="11"/>
                  </a:lnTo>
                  <a:lnTo>
                    <a:pt x="9" y="16"/>
                  </a:lnTo>
                  <a:lnTo>
                    <a:pt x="13" y="16"/>
                  </a:lnTo>
                  <a:lnTo>
                    <a:pt x="18" y="16"/>
                  </a:lnTo>
                  <a:lnTo>
                    <a:pt x="18" y="16"/>
                  </a:lnTo>
                  <a:lnTo>
                    <a:pt x="21" y="16"/>
                  </a:lnTo>
                  <a:lnTo>
                    <a:pt x="21" y="16"/>
                  </a:lnTo>
                  <a:lnTo>
                    <a:pt x="24" y="15"/>
                  </a:lnTo>
                  <a:lnTo>
                    <a:pt x="24" y="15"/>
                  </a:lnTo>
                  <a:lnTo>
                    <a:pt x="24" y="10"/>
                  </a:lnTo>
                  <a:lnTo>
                    <a:pt x="24" y="1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4097" name=""/>
            <p:cNvSpPr/>
            <p:nvPr/>
          </p:nvSpPr>
          <p:spPr>
            <a:xfrm>
              <a:off x="4781520" y="5511960"/>
              <a:ext cx="27000" cy="29880"/>
            </a:xfrm>
            <a:custGeom>
              <a:avLst/>
              <a:gdLst/>
              <a:ahLst/>
              <a:rect l="l" t="t" r="r" b="b"/>
              <a:pathLst>
                <a:path w="17" h="19">
                  <a:moveTo>
                    <a:pt x="13" y="0"/>
                  </a:moveTo>
                  <a:lnTo>
                    <a:pt x="10" y="2"/>
                  </a:lnTo>
                  <a:lnTo>
                    <a:pt x="10" y="3"/>
                  </a:lnTo>
                  <a:lnTo>
                    <a:pt x="10" y="9"/>
                  </a:lnTo>
                  <a:lnTo>
                    <a:pt x="8" y="9"/>
                  </a:lnTo>
                  <a:lnTo>
                    <a:pt x="8" y="13"/>
                  </a:lnTo>
                  <a:lnTo>
                    <a:pt x="5" y="13"/>
                  </a:lnTo>
                  <a:lnTo>
                    <a:pt x="0" y="13"/>
                  </a:lnTo>
                  <a:lnTo>
                    <a:pt x="0" y="13"/>
                  </a:lnTo>
                  <a:lnTo>
                    <a:pt x="0" y="18"/>
                  </a:lnTo>
                  <a:lnTo>
                    <a:pt x="8" y="18"/>
                  </a:lnTo>
                  <a:lnTo>
                    <a:pt x="8" y="17"/>
                  </a:lnTo>
                  <a:lnTo>
                    <a:pt x="8" y="14"/>
                  </a:lnTo>
                  <a:lnTo>
                    <a:pt x="10" y="13"/>
                  </a:lnTo>
                  <a:lnTo>
                    <a:pt x="10" y="13"/>
                  </a:lnTo>
                  <a:lnTo>
                    <a:pt x="13" y="9"/>
                  </a:lnTo>
                  <a:lnTo>
                    <a:pt x="16" y="5"/>
                  </a:lnTo>
                  <a:lnTo>
                    <a:pt x="16" y="3"/>
                  </a:lnTo>
                  <a:lnTo>
                    <a:pt x="13" y="0"/>
                  </a:lnTo>
                  <a:lnTo>
                    <a:pt x="13" y="0"/>
                  </a:lnTo>
                </a:path>
              </a:pathLst>
            </a:custGeom>
            <a:solidFill>
              <a:srgbClr val="ffc0b6"/>
            </a:solidFill>
            <a:ln w="0">
              <a:noFill/>
            </a:ln>
          </p:spPr>
          <p:style>
            <a:lnRef idx="0"/>
            <a:fillRef idx="0"/>
            <a:effectRef idx="0"/>
            <a:fontRef idx="minor"/>
          </p:style>
          <p:txBody>
            <a:bodyPr lIns="90000" rIns="90000" tIns="-16920" bIns="-16920" anchor="t">
              <a:noAutofit/>
            </a:bodyPr>
            <a:p>
              <a:endParaRPr b="0" lang="en-IN" sz="2400" strike="noStrike" u="none">
                <a:solidFill>
                  <a:srgbClr val="ffffff"/>
                </a:solidFill>
                <a:effectLst/>
                <a:uFillTx/>
                <a:latin typeface="Times New Roman"/>
              </a:endParaRPr>
            </a:p>
          </p:txBody>
        </p:sp>
        <p:sp>
          <p:nvSpPr>
            <p:cNvPr id="4098" name=""/>
            <p:cNvSpPr/>
            <p:nvPr/>
          </p:nvSpPr>
          <p:spPr>
            <a:xfrm>
              <a:off x="4776840" y="5532480"/>
              <a:ext cx="19080" cy="7920"/>
            </a:xfrm>
            <a:custGeom>
              <a:avLst/>
              <a:gdLst/>
              <a:ahLst/>
              <a:rect l="l" t="t" r="r" b="b"/>
              <a:pathLst>
                <a:path w="12" h="5">
                  <a:moveTo>
                    <a:pt x="8" y="4"/>
                  </a:moveTo>
                  <a:lnTo>
                    <a:pt x="11" y="4"/>
                  </a:lnTo>
                  <a:lnTo>
                    <a:pt x="11" y="1"/>
                  </a:lnTo>
                  <a:lnTo>
                    <a:pt x="8" y="1"/>
                  </a:lnTo>
                  <a:lnTo>
                    <a:pt x="3" y="1"/>
                  </a:lnTo>
                  <a:lnTo>
                    <a:pt x="3" y="0"/>
                  </a:lnTo>
                  <a:lnTo>
                    <a:pt x="3" y="0"/>
                  </a:lnTo>
                  <a:lnTo>
                    <a:pt x="2" y="0"/>
                  </a:lnTo>
                  <a:lnTo>
                    <a:pt x="0" y="1"/>
                  </a:lnTo>
                  <a:lnTo>
                    <a:pt x="8" y="4"/>
                  </a:lnTo>
                  <a:lnTo>
                    <a:pt x="8"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099" name=""/>
            <p:cNvSpPr/>
            <p:nvPr/>
          </p:nvSpPr>
          <p:spPr>
            <a:xfrm>
              <a:off x="4741920" y="5511960"/>
              <a:ext cx="4680" cy="4680"/>
            </a:xfrm>
            <a:custGeom>
              <a:avLst/>
              <a:gdLst/>
              <a:ahLst/>
              <a:rect l="l" t="t" r="r" b="b"/>
              <a:pathLst>
                <a:path w="3" h="3">
                  <a:moveTo>
                    <a:pt x="2" y="0"/>
                  </a:moveTo>
                  <a:lnTo>
                    <a:pt x="1" y="0"/>
                  </a:lnTo>
                  <a:lnTo>
                    <a:pt x="1" y="0"/>
                  </a:lnTo>
                  <a:lnTo>
                    <a:pt x="1" y="0"/>
                  </a:lnTo>
                  <a:lnTo>
                    <a:pt x="1" y="0"/>
                  </a:lnTo>
                  <a:lnTo>
                    <a:pt x="1" y="0"/>
                  </a:lnTo>
                  <a:lnTo>
                    <a:pt x="0" y="0"/>
                  </a:lnTo>
                  <a:lnTo>
                    <a:pt x="0" y="2"/>
                  </a:lnTo>
                  <a:lnTo>
                    <a:pt x="1" y="2"/>
                  </a:lnTo>
                  <a:lnTo>
                    <a:pt x="2" y="0"/>
                  </a:lnTo>
                  <a:lnTo>
                    <a:pt x="2" y="0"/>
                  </a:lnTo>
                </a:path>
              </a:pathLst>
            </a:custGeom>
            <a:solidFill>
              <a:srgbClr val="c0c27c"/>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4100" name=""/>
            <p:cNvSpPr/>
            <p:nvPr/>
          </p:nvSpPr>
          <p:spPr>
            <a:xfrm>
              <a:off x="4743360" y="5511960"/>
              <a:ext cx="34920" cy="28440"/>
            </a:xfrm>
            <a:custGeom>
              <a:avLst/>
              <a:gdLst/>
              <a:ahLst/>
              <a:rect l="l" t="t" r="r" b="b"/>
              <a:pathLst>
                <a:path w="22" h="18">
                  <a:moveTo>
                    <a:pt x="21" y="9"/>
                  </a:moveTo>
                  <a:lnTo>
                    <a:pt x="21" y="9"/>
                  </a:lnTo>
                  <a:lnTo>
                    <a:pt x="21" y="13"/>
                  </a:lnTo>
                  <a:lnTo>
                    <a:pt x="18" y="13"/>
                  </a:lnTo>
                  <a:lnTo>
                    <a:pt x="18" y="13"/>
                  </a:lnTo>
                  <a:lnTo>
                    <a:pt x="16" y="13"/>
                  </a:lnTo>
                  <a:lnTo>
                    <a:pt x="13" y="13"/>
                  </a:lnTo>
                  <a:lnTo>
                    <a:pt x="9" y="13"/>
                  </a:lnTo>
                  <a:lnTo>
                    <a:pt x="7" y="5"/>
                  </a:lnTo>
                  <a:lnTo>
                    <a:pt x="1" y="0"/>
                  </a:lnTo>
                  <a:lnTo>
                    <a:pt x="0" y="2"/>
                  </a:lnTo>
                  <a:lnTo>
                    <a:pt x="1" y="13"/>
                  </a:lnTo>
                  <a:lnTo>
                    <a:pt x="9" y="14"/>
                  </a:lnTo>
                  <a:lnTo>
                    <a:pt x="13" y="17"/>
                  </a:lnTo>
                  <a:lnTo>
                    <a:pt x="16" y="17"/>
                  </a:lnTo>
                  <a:lnTo>
                    <a:pt x="18" y="17"/>
                  </a:lnTo>
                  <a:lnTo>
                    <a:pt x="21" y="14"/>
                  </a:lnTo>
                  <a:lnTo>
                    <a:pt x="21" y="14"/>
                  </a:lnTo>
                  <a:lnTo>
                    <a:pt x="21" y="14"/>
                  </a:lnTo>
                  <a:lnTo>
                    <a:pt x="21" y="14"/>
                  </a:lnTo>
                  <a:lnTo>
                    <a:pt x="21" y="9"/>
                  </a:lnTo>
                  <a:lnTo>
                    <a:pt x="21" y="9"/>
                  </a:lnTo>
                </a:path>
              </a:pathLst>
            </a:custGeom>
            <a:solidFill>
              <a:srgbClr val="c0c27c"/>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4101" name=""/>
            <p:cNvSpPr/>
            <p:nvPr/>
          </p:nvSpPr>
          <p:spPr>
            <a:xfrm>
              <a:off x="4776840" y="5511960"/>
              <a:ext cx="31680" cy="23760"/>
            </a:xfrm>
            <a:custGeom>
              <a:avLst/>
              <a:gdLst/>
              <a:ahLst/>
              <a:rect l="l" t="t" r="r" b="b"/>
              <a:pathLst>
                <a:path w="20" h="15">
                  <a:moveTo>
                    <a:pt x="13" y="0"/>
                  </a:moveTo>
                  <a:lnTo>
                    <a:pt x="13" y="0"/>
                  </a:lnTo>
                  <a:lnTo>
                    <a:pt x="13" y="2"/>
                  </a:lnTo>
                  <a:lnTo>
                    <a:pt x="11" y="2"/>
                  </a:lnTo>
                  <a:lnTo>
                    <a:pt x="11" y="3"/>
                  </a:lnTo>
                  <a:lnTo>
                    <a:pt x="11" y="5"/>
                  </a:lnTo>
                  <a:lnTo>
                    <a:pt x="3" y="9"/>
                  </a:lnTo>
                  <a:lnTo>
                    <a:pt x="2" y="9"/>
                  </a:lnTo>
                  <a:lnTo>
                    <a:pt x="0" y="9"/>
                  </a:lnTo>
                  <a:lnTo>
                    <a:pt x="0" y="14"/>
                  </a:lnTo>
                  <a:lnTo>
                    <a:pt x="3" y="14"/>
                  </a:lnTo>
                  <a:lnTo>
                    <a:pt x="8" y="13"/>
                  </a:lnTo>
                  <a:lnTo>
                    <a:pt x="11" y="13"/>
                  </a:lnTo>
                  <a:lnTo>
                    <a:pt x="11" y="13"/>
                  </a:lnTo>
                  <a:lnTo>
                    <a:pt x="13" y="9"/>
                  </a:lnTo>
                  <a:lnTo>
                    <a:pt x="13" y="9"/>
                  </a:lnTo>
                  <a:lnTo>
                    <a:pt x="16" y="3"/>
                  </a:lnTo>
                  <a:lnTo>
                    <a:pt x="19" y="2"/>
                  </a:lnTo>
                  <a:lnTo>
                    <a:pt x="13" y="0"/>
                  </a:lnTo>
                  <a:lnTo>
                    <a:pt x="13" y="0"/>
                  </a:lnTo>
                </a:path>
              </a:pathLst>
            </a:custGeom>
            <a:solidFill>
              <a:srgbClr val="c0c27c"/>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4102" name=""/>
            <p:cNvSpPr/>
            <p:nvPr/>
          </p:nvSpPr>
          <p:spPr>
            <a:xfrm>
              <a:off x="4776840" y="5526000"/>
              <a:ext cx="6120" cy="7920"/>
            </a:xfrm>
            <a:custGeom>
              <a:avLst/>
              <a:gdLst/>
              <a:ahLst/>
              <a:rect l="l" t="t" r="r" b="b"/>
              <a:pathLst>
                <a:path w="4" h="5">
                  <a:moveTo>
                    <a:pt x="3" y="4"/>
                  </a:moveTo>
                  <a:lnTo>
                    <a:pt x="3" y="4"/>
                  </a:lnTo>
                  <a:lnTo>
                    <a:pt x="3" y="4"/>
                  </a:lnTo>
                  <a:lnTo>
                    <a:pt x="3" y="4"/>
                  </a:lnTo>
                  <a:lnTo>
                    <a:pt x="3" y="4"/>
                  </a:lnTo>
                  <a:lnTo>
                    <a:pt x="2" y="0"/>
                  </a:lnTo>
                  <a:lnTo>
                    <a:pt x="0" y="0"/>
                  </a:lnTo>
                  <a:lnTo>
                    <a:pt x="0" y="0"/>
                  </a:lnTo>
                  <a:lnTo>
                    <a:pt x="0" y="4"/>
                  </a:lnTo>
                  <a:lnTo>
                    <a:pt x="3" y="4"/>
                  </a:lnTo>
                  <a:lnTo>
                    <a:pt x="3" y="4"/>
                  </a:lnTo>
                </a:path>
              </a:pathLst>
            </a:custGeom>
            <a:solidFill>
              <a:srgbClr val="c0c27c"/>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103" name=""/>
            <p:cNvSpPr/>
            <p:nvPr/>
          </p:nvSpPr>
          <p:spPr>
            <a:xfrm>
              <a:off x="4741920" y="5506920"/>
              <a:ext cx="3240" cy="6480"/>
            </a:xfrm>
            <a:custGeom>
              <a:avLst/>
              <a:gdLst/>
              <a:ahLst/>
              <a:rect l="l" t="t" r="r" b="b"/>
              <a:pathLst>
                <a:path w="2" h="4">
                  <a:moveTo>
                    <a:pt x="1" y="0"/>
                  </a:moveTo>
                  <a:lnTo>
                    <a:pt x="1" y="0"/>
                  </a:lnTo>
                  <a:lnTo>
                    <a:pt x="1" y="0"/>
                  </a:lnTo>
                  <a:lnTo>
                    <a:pt x="1" y="0"/>
                  </a:lnTo>
                  <a:lnTo>
                    <a:pt x="0" y="0"/>
                  </a:lnTo>
                  <a:lnTo>
                    <a:pt x="0" y="0"/>
                  </a:lnTo>
                  <a:lnTo>
                    <a:pt x="0" y="0"/>
                  </a:lnTo>
                  <a:lnTo>
                    <a:pt x="0" y="3"/>
                  </a:lnTo>
                  <a:lnTo>
                    <a:pt x="0" y="3"/>
                  </a:lnTo>
                  <a:lnTo>
                    <a:pt x="1" y="0"/>
                  </a:lnTo>
                  <a:lnTo>
                    <a:pt x="1"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4104" name=""/>
            <p:cNvSpPr/>
            <p:nvPr/>
          </p:nvSpPr>
          <p:spPr>
            <a:xfrm>
              <a:off x="4741920" y="5506920"/>
              <a:ext cx="36360" cy="27000"/>
            </a:xfrm>
            <a:custGeom>
              <a:avLst/>
              <a:gdLst/>
              <a:ahLst/>
              <a:rect l="l" t="t" r="r" b="b"/>
              <a:pathLst>
                <a:path w="23" h="17">
                  <a:moveTo>
                    <a:pt x="22" y="5"/>
                  </a:moveTo>
                  <a:lnTo>
                    <a:pt x="22" y="5"/>
                  </a:lnTo>
                  <a:lnTo>
                    <a:pt x="19" y="6"/>
                  </a:lnTo>
                  <a:lnTo>
                    <a:pt x="19" y="8"/>
                  </a:lnTo>
                  <a:lnTo>
                    <a:pt x="19" y="8"/>
                  </a:lnTo>
                  <a:lnTo>
                    <a:pt x="14" y="8"/>
                  </a:lnTo>
                  <a:lnTo>
                    <a:pt x="14" y="8"/>
                  </a:lnTo>
                  <a:lnTo>
                    <a:pt x="10" y="6"/>
                  </a:lnTo>
                  <a:lnTo>
                    <a:pt x="4" y="3"/>
                  </a:lnTo>
                  <a:lnTo>
                    <a:pt x="1" y="0"/>
                  </a:lnTo>
                  <a:lnTo>
                    <a:pt x="0" y="3"/>
                  </a:lnTo>
                  <a:lnTo>
                    <a:pt x="2" y="8"/>
                  </a:lnTo>
                  <a:lnTo>
                    <a:pt x="8" y="16"/>
                  </a:lnTo>
                  <a:lnTo>
                    <a:pt x="10" y="16"/>
                  </a:lnTo>
                  <a:lnTo>
                    <a:pt x="14" y="16"/>
                  </a:lnTo>
                  <a:lnTo>
                    <a:pt x="19" y="16"/>
                  </a:lnTo>
                  <a:lnTo>
                    <a:pt x="19" y="16"/>
                  </a:lnTo>
                  <a:lnTo>
                    <a:pt x="22" y="16"/>
                  </a:lnTo>
                  <a:lnTo>
                    <a:pt x="22" y="16"/>
                  </a:lnTo>
                  <a:lnTo>
                    <a:pt x="22" y="16"/>
                  </a:lnTo>
                  <a:lnTo>
                    <a:pt x="22" y="5"/>
                  </a:lnTo>
                  <a:lnTo>
                    <a:pt x="22" y="5"/>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4105" name=""/>
            <p:cNvSpPr/>
            <p:nvPr/>
          </p:nvSpPr>
          <p:spPr>
            <a:xfrm>
              <a:off x="4776840" y="5506920"/>
              <a:ext cx="27000" cy="27000"/>
            </a:xfrm>
            <a:custGeom>
              <a:avLst/>
              <a:gdLst/>
              <a:ahLst/>
              <a:rect l="l" t="t" r="r" b="b"/>
              <a:pathLst>
                <a:path w="17" h="17">
                  <a:moveTo>
                    <a:pt x="13" y="0"/>
                  </a:moveTo>
                  <a:lnTo>
                    <a:pt x="13" y="3"/>
                  </a:lnTo>
                  <a:lnTo>
                    <a:pt x="11" y="3"/>
                  </a:lnTo>
                  <a:lnTo>
                    <a:pt x="11" y="3"/>
                  </a:lnTo>
                  <a:lnTo>
                    <a:pt x="11" y="3"/>
                  </a:lnTo>
                  <a:lnTo>
                    <a:pt x="3" y="5"/>
                  </a:lnTo>
                  <a:lnTo>
                    <a:pt x="2" y="5"/>
                  </a:lnTo>
                  <a:lnTo>
                    <a:pt x="0" y="5"/>
                  </a:lnTo>
                  <a:lnTo>
                    <a:pt x="0" y="5"/>
                  </a:lnTo>
                  <a:lnTo>
                    <a:pt x="0" y="16"/>
                  </a:lnTo>
                  <a:lnTo>
                    <a:pt x="0" y="12"/>
                  </a:lnTo>
                  <a:lnTo>
                    <a:pt x="3" y="12"/>
                  </a:lnTo>
                  <a:lnTo>
                    <a:pt x="8" y="12"/>
                  </a:lnTo>
                  <a:lnTo>
                    <a:pt x="11" y="12"/>
                  </a:lnTo>
                  <a:lnTo>
                    <a:pt x="11" y="8"/>
                  </a:lnTo>
                  <a:lnTo>
                    <a:pt x="13" y="6"/>
                  </a:lnTo>
                  <a:lnTo>
                    <a:pt x="13" y="5"/>
                  </a:lnTo>
                  <a:lnTo>
                    <a:pt x="16" y="3"/>
                  </a:lnTo>
                  <a:lnTo>
                    <a:pt x="13" y="0"/>
                  </a:lnTo>
                  <a:lnTo>
                    <a:pt x="13"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4106" name=""/>
            <p:cNvSpPr/>
            <p:nvPr/>
          </p:nvSpPr>
          <p:spPr>
            <a:xfrm>
              <a:off x="4773600" y="5514840"/>
              <a:ext cx="4680" cy="12960"/>
            </a:xfrm>
            <a:custGeom>
              <a:avLst/>
              <a:gdLst/>
              <a:ahLst/>
              <a:rect l="l" t="t" r="r" b="b"/>
              <a:pathLst>
                <a:path w="3" h="8">
                  <a:moveTo>
                    <a:pt x="2" y="7"/>
                  </a:moveTo>
                  <a:lnTo>
                    <a:pt x="2" y="7"/>
                  </a:lnTo>
                  <a:lnTo>
                    <a:pt x="2" y="3"/>
                  </a:lnTo>
                  <a:lnTo>
                    <a:pt x="2" y="1"/>
                  </a:lnTo>
                  <a:lnTo>
                    <a:pt x="2" y="1"/>
                  </a:lnTo>
                  <a:lnTo>
                    <a:pt x="2" y="0"/>
                  </a:lnTo>
                  <a:lnTo>
                    <a:pt x="2" y="0"/>
                  </a:lnTo>
                  <a:lnTo>
                    <a:pt x="2" y="0"/>
                  </a:lnTo>
                  <a:lnTo>
                    <a:pt x="0" y="1"/>
                  </a:lnTo>
                  <a:lnTo>
                    <a:pt x="2" y="7"/>
                  </a:lnTo>
                  <a:lnTo>
                    <a:pt x="2" y="7"/>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4107" name=""/>
            <p:cNvSpPr/>
            <p:nvPr/>
          </p:nvSpPr>
          <p:spPr>
            <a:xfrm>
              <a:off x="4741920" y="5504040"/>
              <a:ext cx="3240" cy="4680"/>
            </a:xfrm>
            <a:custGeom>
              <a:avLst/>
              <a:gdLst/>
              <a:ahLst/>
              <a:rect l="l" t="t" r="r" b="b"/>
              <a:pathLst>
                <a:path w="2" h="3">
                  <a:moveTo>
                    <a:pt x="1" y="2"/>
                  </a:moveTo>
                  <a:lnTo>
                    <a:pt x="1" y="0"/>
                  </a:lnTo>
                  <a:lnTo>
                    <a:pt x="1" y="0"/>
                  </a:lnTo>
                  <a:lnTo>
                    <a:pt x="0" y="0"/>
                  </a:lnTo>
                  <a:lnTo>
                    <a:pt x="0" y="2"/>
                  </a:lnTo>
                  <a:lnTo>
                    <a:pt x="0" y="2"/>
                  </a:lnTo>
                  <a:lnTo>
                    <a:pt x="0" y="2"/>
                  </a:lnTo>
                  <a:lnTo>
                    <a:pt x="0" y="2"/>
                  </a:lnTo>
                  <a:lnTo>
                    <a:pt x="0" y="2"/>
                  </a:lnTo>
                  <a:lnTo>
                    <a:pt x="1" y="2"/>
                  </a:lnTo>
                  <a:lnTo>
                    <a:pt x="1"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4108" name=""/>
            <p:cNvSpPr/>
            <p:nvPr/>
          </p:nvSpPr>
          <p:spPr>
            <a:xfrm>
              <a:off x="4741920" y="5506920"/>
              <a:ext cx="36360" cy="20880"/>
            </a:xfrm>
            <a:custGeom>
              <a:avLst/>
              <a:gdLst/>
              <a:ahLst/>
              <a:rect l="l" t="t" r="r" b="b"/>
              <a:pathLst>
                <a:path w="23" h="13">
                  <a:moveTo>
                    <a:pt x="19" y="3"/>
                  </a:moveTo>
                  <a:lnTo>
                    <a:pt x="19" y="3"/>
                  </a:lnTo>
                  <a:lnTo>
                    <a:pt x="19" y="3"/>
                  </a:lnTo>
                  <a:lnTo>
                    <a:pt x="19" y="3"/>
                  </a:lnTo>
                  <a:lnTo>
                    <a:pt x="14" y="3"/>
                  </a:lnTo>
                  <a:lnTo>
                    <a:pt x="14" y="5"/>
                  </a:lnTo>
                  <a:lnTo>
                    <a:pt x="14" y="3"/>
                  </a:lnTo>
                  <a:lnTo>
                    <a:pt x="10" y="3"/>
                  </a:lnTo>
                  <a:lnTo>
                    <a:pt x="4" y="0"/>
                  </a:lnTo>
                  <a:lnTo>
                    <a:pt x="1" y="0"/>
                  </a:lnTo>
                  <a:lnTo>
                    <a:pt x="0" y="0"/>
                  </a:lnTo>
                  <a:lnTo>
                    <a:pt x="2" y="3"/>
                  </a:lnTo>
                  <a:lnTo>
                    <a:pt x="8" y="6"/>
                  </a:lnTo>
                  <a:lnTo>
                    <a:pt x="10" y="12"/>
                  </a:lnTo>
                  <a:lnTo>
                    <a:pt x="14" y="12"/>
                  </a:lnTo>
                  <a:lnTo>
                    <a:pt x="17" y="12"/>
                  </a:lnTo>
                  <a:lnTo>
                    <a:pt x="19" y="12"/>
                  </a:lnTo>
                  <a:lnTo>
                    <a:pt x="19" y="8"/>
                  </a:lnTo>
                  <a:lnTo>
                    <a:pt x="22" y="6"/>
                  </a:lnTo>
                  <a:lnTo>
                    <a:pt x="22" y="6"/>
                  </a:lnTo>
                  <a:lnTo>
                    <a:pt x="19" y="3"/>
                  </a:lnTo>
                  <a:lnTo>
                    <a:pt x="19" y="3"/>
                  </a:lnTo>
                </a:path>
              </a:pathLst>
            </a:custGeom>
            <a:solidFill>
              <a:srgbClr val="ffc0b6"/>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4109" name=""/>
            <p:cNvSpPr/>
            <p:nvPr/>
          </p:nvSpPr>
          <p:spPr>
            <a:xfrm>
              <a:off x="4772160" y="5506920"/>
              <a:ext cx="28440" cy="11160"/>
            </a:xfrm>
            <a:custGeom>
              <a:avLst/>
              <a:gdLst/>
              <a:ahLst/>
              <a:rect l="l" t="t" r="r" b="b"/>
              <a:pathLst>
                <a:path w="18" h="7">
                  <a:moveTo>
                    <a:pt x="16" y="0"/>
                  </a:moveTo>
                  <a:lnTo>
                    <a:pt x="14" y="0"/>
                  </a:lnTo>
                  <a:lnTo>
                    <a:pt x="14" y="0"/>
                  </a:lnTo>
                  <a:lnTo>
                    <a:pt x="14" y="0"/>
                  </a:lnTo>
                  <a:lnTo>
                    <a:pt x="11" y="0"/>
                  </a:lnTo>
                  <a:lnTo>
                    <a:pt x="6" y="0"/>
                  </a:lnTo>
                  <a:lnTo>
                    <a:pt x="3" y="0"/>
                  </a:lnTo>
                  <a:lnTo>
                    <a:pt x="3" y="3"/>
                  </a:lnTo>
                  <a:lnTo>
                    <a:pt x="0" y="3"/>
                  </a:lnTo>
                  <a:lnTo>
                    <a:pt x="3" y="6"/>
                  </a:lnTo>
                  <a:lnTo>
                    <a:pt x="3" y="6"/>
                  </a:lnTo>
                  <a:lnTo>
                    <a:pt x="3" y="5"/>
                  </a:lnTo>
                  <a:lnTo>
                    <a:pt x="6" y="5"/>
                  </a:lnTo>
                  <a:lnTo>
                    <a:pt x="11" y="5"/>
                  </a:lnTo>
                  <a:lnTo>
                    <a:pt x="14" y="5"/>
                  </a:lnTo>
                  <a:lnTo>
                    <a:pt x="16" y="5"/>
                  </a:lnTo>
                  <a:lnTo>
                    <a:pt x="16" y="3"/>
                  </a:lnTo>
                  <a:lnTo>
                    <a:pt x="17" y="3"/>
                  </a:lnTo>
                  <a:lnTo>
                    <a:pt x="16" y="0"/>
                  </a:lnTo>
                  <a:lnTo>
                    <a:pt x="16" y="0"/>
                  </a:lnTo>
                </a:path>
              </a:pathLst>
            </a:custGeom>
            <a:solidFill>
              <a:srgbClr val="ffc0b6"/>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4110" name=""/>
            <p:cNvSpPr/>
            <p:nvPr/>
          </p:nvSpPr>
          <p:spPr>
            <a:xfrm>
              <a:off x="4772160" y="5511960"/>
              <a:ext cx="6120" cy="4680"/>
            </a:xfrm>
            <a:custGeom>
              <a:avLst/>
              <a:gdLst/>
              <a:ahLst/>
              <a:rect l="l" t="t" r="r" b="b"/>
              <a:pathLst>
                <a:path w="4" h="3">
                  <a:moveTo>
                    <a:pt x="3" y="2"/>
                  </a:moveTo>
                  <a:lnTo>
                    <a:pt x="3" y="2"/>
                  </a:lnTo>
                  <a:lnTo>
                    <a:pt x="3" y="0"/>
                  </a:lnTo>
                  <a:lnTo>
                    <a:pt x="3" y="0"/>
                  </a:lnTo>
                  <a:lnTo>
                    <a:pt x="3" y="0"/>
                  </a:lnTo>
                  <a:lnTo>
                    <a:pt x="1" y="0"/>
                  </a:lnTo>
                  <a:lnTo>
                    <a:pt x="0" y="0"/>
                  </a:lnTo>
                  <a:lnTo>
                    <a:pt x="0" y="0"/>
                  </a:lnTo>
                  <a:lnTo>
                    <a:pt x="0" y="0"/>
                  </a:lnTo>
                  <a:lnTo>
                    <a:pt x="3" y="2"/>
                  </a:lnTo>
                  <a:lnTo>
                    <a:pt x="3" y="2"/>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4111" name=""/>
            <p:cNvSpPr/>
            <p:nvPr/>
          </p:nvSpPr>
          <p:spPr>
            <a:xfrm>
              <a:off x="4738680" y="5491080"/>
              <a:ext cx="6480" cy="17640"/>
            </a:xfrm>
            <a:custGeom>
              <a:avLst/>
              <a:gdLst/>
              <a:ahLst/>
              <a:rect l="l" t="t" r="r" b="b"/>
              <a:pathLst>
                <a:path w="4" h="11">
                  <a:moveTo>
                    <a:pt x="3" y="1"/>
                  </a:moveTo>
                  <a:lnTo>
                    <a:pt x="3" y="0"/>
                  </a:lnTo>
                  <a:lnTo>
                    <a:pt x="3" y="0"/>
                  </a:lnTo>
                  <a:lnTo>
                    <a:pt x="2" y="0"/>
                  </a:lnTo>
                  <a:lnTo>
                    <a:pt x="2" y="1"/>
                  </a:lnTo>
                  <a:lnTo>
                    <a:pt x="0" y="1"/>
                  </a:lnTo>
                  <a:lnTo>
                    <a:pt x="0" y="1"/>
                  </a:lnTo>
                  <a:lnTo>
                    <a:pt x="0" y="8"/>
                  </a:lnTo>
                  <a:lnTo>
                    <a:pt x="2" y="10"/>
                  </a:lnTo>
                  <a:lnTo>
                    <a:pt x="3" y="1"/>
                  </a:lnTo>
                  <a:lnTo>
                    <a:pt x="3" y="1"/>
                  </a:lnTo>
                </a:path>
              </a:pathLst>
            </a:custGeom>
            <a:solidFill>
              <a:srgbClr val="ffe0e6"/>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4112" name=""/>
            <p:cNvSpPr/>
            <p:nvPr/>
          </p:nvSpPr>
          <p:spPr>
            <a:xfrm>
              <a:off x="4741920" y="5492880"/>
              <a:ext cx="31680" cy="23760"/>
            </a:xfrm>
            <a:custGeom>
              <a:avLst/>
              <a:gdLst/>
              <a:ahLst/>
              <a:rect l="l" t="t" r="r" b="b"/>
              <a:pathLst>
                <a:path w="20" h="15">
                  <a:moveTo>
                    <a:pt x="19" y="9"/>
                  </a:moveTo>
                  <a:lnTo>
                    <a:pt x="19" y="9"/>
                  </a:lnTo>
                  <a:lnTo>
                    <a:pt x="14" y="9"/>
                  </a:lnTo>
                  <a:lnTo>
                    <a:pt x="14" y="9"/>
                  </a:lnTo>
                  <a:lnTo>
                    <a:pt x="14" y="9"/>
                  </a:lnTo>
                  <a:lnTo>
                    <a:pt x="14" y="9"/>
                  </a:lnTo>
                  <a:lnTo>
                    <a:pt x="10" y="9"/>
                  </a:lnTo>
                  <a:lnTo>
                    <a:pt x="10" y="9"/>
                  </a:lnTo>
                  <a:lnTo>
                    <a:pt x="2" y="9"/>
                  </a:lnTo>
                  <a:lnTo>
                    <a:pt x="1" y="0"/>
                  </a:lnTo>
                  <a:lnTo>
                    <a:pt x="0" y="9"/>
                  </a:lnTo>
                  <a:lnTo>
                    <a:pt x="1" y="9"/>
                  </a:lnTo>
                  <a:lnTo>
                    <a:pt x="4" y="12"/>
                  </a:lnTo>
                  <a:lnTo>
                    <a:pt x="10" y="14"/>
                  </a:lnTo>
                  <a:lnTo>
                    <a:pt x="14" y="14"/>
                  </a:lnTo>
                  <a:lnTo>
                    <a:pt x="14" y="14"/>
                  </a:lnTo>
                  <a:lnTo>
                    <a:pt x="19" y="14"/>
                  </a:lnTo>
                  <a:lnTo>
                    <a:pt x="19" y="12"/>
                  </a:lnTo>
                  <a:lnTo>
                    <a:pt x="19" y="12"/>
                  </a:lnTo>
                  <a:lnTo>
                    <a:pt x="19" y="12"/>
                  </a:lnTo>
                  <a:lnTo>
                    <a:pt x="19" y="9"/>
                  </a:lnTo>
                  <a:lnTo>
                    <a:pt x="19" y="9"/>
                  </a:lnTo>
                </a:path>
              </a:pathLst>
            </a:custGeom>
            <a:solidFill>
              <a:srgbClr val="ffe0e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4113" name=""/>
            <p:cNvSpPr/>
            <p:nvPr/>
          </p:nvSpPr>
          <p:spPr>
            <a:xfrm>
              <a:off x="4772160" y="5506920"/>
              <a:ext cx="27000" cy="6480"/>
            </a:xfrm>
            <a:custGeom>
              <a:avLst/>
              <a:gdLst/>
              <a:ahLst/>
              <a:rect l="l" t="t" r="r" b="b"/>
              <a:pathLst>
                <a:path w="17" h="4">
                  <a:moveTo>
                    <a:pt x="14" y="0"/>
                  </a:moveTo>
                  <a:lnTo>
                    <a:pt x="14" y="0"/>
                  </a:lnTo>
                  <a:lnTo>
                    <a:pt x="14" y="0"/>
                  </a:lnTo>
                  <a:lnTo>
                    <a:pt x="14" y="0"/>
                  </a:lnTo>
                  <a:lnTo>
                    <a:pt x="6" y="0"/>
                  </a:lnTo>
                  <a:lnTo>
                    <a:pt x="3" y="0"/>
                  </a:lnTo>
                  <a:lnTo>
                    <a:pt x="3" y="0"/>
                  </a:lnTo>
                  <a:lnTo>
                    <a:pt x="0" y="0"/>
                  </a:lnTo>
                  <a:lnTo>
                    <a:pt x="0" y="0"/>
                  </a:lnTo>
                  <a:lnTo>
                    <a:pt x="0" y="3"/>
                  </a:lnTo>
                  <a:lnTo>
                    <a:pt x="1" y="3"/>
                  </a:lnTo>
                  <a:lnTo>
                    <a:pt x="3" y="3"/>
                  </a:lnTo>
                  <a:lnTo>
                    <a:pt x="3" y="3"/>
                  </a:lnTo>
                  <a:lnTo>
                    <a:pt x="6" y="3"/>
                  </a:lnTo>
                  <a:lnTo>
                    <a:pt x="11" y="3"/>
                  </a:lnTo>
                  <a:lnTo>
                    <a:pt x="14" y="3"/>
                  </a:lnTo>
                  <a:lnTo>
                    <a:pt x="16" y="3"/>
                  </a:lnTo>
                  <a:lnTo>
                    <a:pt x="16" y="0"/>
                  </a:lnTo>
                  <a:lnTo>
                    <a:pt x="14" y="0"/>
                  </a:lnTo>
                  <a:lnTo>
                    <a:pt x="14" y="0"/>
                  </a:lnTo>
                </a:path>
              </a:pathLst>
            </a:custGeom>
            <a:solidFill>
              <a:srgbClr val="ffe0e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4114" name=""/>
            <p:cNvSpPr/>
            <p:nvPr/>
          </p:nvSpPr>
          <p:spPr>
            <a:xfrm>
              <a:off x="4772160" y="5506920"/>
              <a:ext cx="2880" cy="6480"/>
            </a:xfrm>
            <a:custGeom>
              <a:avLst/>
              <a:gdLst/>
              <a:ahLst/>
              <a:rect l="l" t="t" r="r" b="b"/>
              <a:pathLst>
                <a:path w="2" h="4">
                  <a:moveTo>
                    <a:pt x="0" y="3"/>
                  </a:moveTo>
                  <a:lnTo>
                    <a:pt x="1" y="0"/>
                  </a:lnTo>
                  <a:lnTo>
                    <a:pt x="1" y="0"/>
                  </a:lnTo>
                  <a:lnTo>
                    <a:pt x="0" y="0"/>
                  </a:lnTo>
                  <a:lnTo>
                    <a:pt x="0" y="0"/>
                  </a:lnTo>
                  <a:lnTo>
                    <a:pt x="0" y="0"/>
                  </a:lnTo>
                  <a:lnTo>
                    <a:pt x="0" y="0"/>
                  </a:lnTo>
                  <a:lnTo>
                    <a:pt x="0" y="0"/>
                  </a:lnTo>
                  <a:lnTo>
                    <a:pt x="0" y="0"/>
                  </a:lnTo>
                  <a:lnTo>
                    <a:pt x="0" y="3"/>
                  </a:lnTo>
                  <a:lnTo>
                    <a:pt x="0" y="3"/>
                  </a:lnTo>
                </a:path>
              </a:pathLst>
            </a:custGeom>
            <a:solidFill>
              <a:srgbClr val="ffe0e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4115" name=""/>
            <p:cNvSpPr/>
            <p:nvPr/>
          </p:nvSpPr>
          <p:spPr>
            <a:xfrm>
              <a:off x="6126120" y="5511960"/>
              <a:ext cx="9720" cy="4680"/>
            </a:xfrm>
            <a:custGeom>
              <a:avLst/>
              <a:gdLst/>
              <a:ahLst/>
              <a:rect l="l" t="t" r="r" b="b"/>
              <a:pathLst>
                <a:path w="6" h="3">
                  <a:moveTo>
                    <a:pt x="5" y="0"/>
                  </a:moveTo>
                  <a:lnTo>
                    <a:pt x="5" y="0"/>
                  </a:lnTo>
                  <a:lnTo>
                    <a:pt x="4" y="0"/>
                  </a:lnTo>
                  <a:lnTo>
                    <a:pt x="2" y="0"/>
                  </a:lnTo>
                  <a:lnTo>
                    <a:pt x="2" y="0"/>
                  </a:lnTo>
                  <a:lnTo>
                    <a:pt x="2" y="0"/>
                  </a:lnTo>
                  <a:lnTo>
                    <a:pt x="2" y="0"/>
                  </a:lnTo>
                  <a:lnTo>
                    <a:pt x="0" y="2"/>
                  </a:lnTo>
                  <a:lnTo>
                    <a:pt x="2" y="2"/>
                  </a:lnTo>
                  <a:lnTo>
                    <a:pt x="5" y="0"/>
                  </a:lnTo>
                  <a:lnTo>
                    <a:pt x="5" y="0"/>
                  </a:lnTo>
                </a:path>
              </a:pathLst>
            </a:custGeom>
            <a:solidFill>
              <a:srgbClr val="626200"/>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4116" name=""/>
            <p:cNvSpPr/>
            <p:nvPr/>
          </p:nvSpPr>
          <p:spPr>
            <a:xfrm>
              <a:off x="6129360" y="5511960"/>
              <a:ext cx="60480" cy="31680"/>
            </a:xfrm>
            <a:custGeom>
              <a:avLst/>
              <a:gdLst/>
              <a:ahLst/>
              <a:rect l="l" t="t" r="r" b="b"/>
              <a:pathLst>
                <a:path w="38" h="20">
                  <a:moveTo>
                    <a:pt x="37" y="14"/>
                  </a:moveTo>
                  <a:lnTo>
                    <a:pt x="37" y="14"/>
                  </a:lnTo>
                  <a:lnTo>
                    <a:pt x="36" y="14"/>
                  </a:lnTo>
                  <a:lnTo>
                    <a:pt x="36" y="14"/>
                  </a:lnTo>
                  <a:lnTo>
                    <a:pt x="31" y="14"/>
                  </a:lnTo>
                  <a:lnTo>
                    <a:pt x="27" y="14"/>
                  </a:lnTo>
                  <a:lnTo>
                    <a:pt x="27" y="14"/>
                  </a:lnTo>
                  <a:lnTo>
                    <a:pt x="23" y="14"/>
                  </a:lnTo>
                  <a:lnTo>
                    <a:pt x="21" y="14"/>
                  </a:lnTo>
                  <a:lnTo>
                    <a:pt x="21" y="14"/>
                  </a:lnTo>
                  <a:lnTo>
                    <a:pt x="20" y="14"/>
                  </a:lnTo>
                  <a:lnTo>
                    <a:pt x="20" y="14"/>
                  </a:lnTo>
                  <a:lnTo>
                    <a:pt x="16" y="14"/>
                  </a:lnTo>
                  <a:lnTo>
                    <a:pt x="10" y="13"/>
                  </a:lnTo>
                  <a:lnTo>
                    <a:pt x="7" y="13"/>
                  </a:lnTo>
                  <a:lnTo>
                    <a:pt x="7" y="9"/>
                  </a:lnTo>
                  <a:lnTo>
                    <a:pt x="7" y="3"/>
                  </a:lnTo>
                  <a:lnTo>
                    <a:pt x="3" y="0"/>
                  </a:lnTo>
                  <a:lnTo>
                    <a:pt x="0" y="2"/>
                  </a:lnTo>
                  <a:lnTo>
                    <a:pt x="2" y="9"/>
                  </a:lnTo>
                  <a:lnTo>
                    <a:pt x="7" y="13"/>
                  </a:lnTo>
                  <a:lnTo>
                    <a:pt x="7" y="14"/>
                  </a:lnTo>
                  <a:lnTo>
                    <a:pt x="7" y="17"/>
                  </a:lnTo>
                  <a:lnTo>
                    <a:pt x="10" y="19"/>
                  </a:lnTo>
                  <a:lnTo>
                    <a:pt x="16" y="19"/>
                  </a:lnTo>
                  <a:lnTo>
                    <a:pt x="20" y="19"/>
                  </a:lnTo>
                  <a:lnTo>
                    <a:pt x="21" y="19"/>
                  </a:lnTo>
                  <a:lnTo>
                    <a:pt x="21" y="19"/>
                  </a:lnTo>
                  <a:lnTo>
                    <a:pt x="23" y="19"/>
                  </a:lnTo>
                  <a:lnTo>
                    <a:pt x="27" y="19"/>
                  </a:lnTo>
                  <a:lnTo>
                    <a:pt x="27" y="19"/>
                  </a:lnTo>
                  <a:lnTo>
                    <a:pt x="31" y="19"/>
                  </a:lnTo>
                  <a:lnTo>
                    <a:pt x="36" y="19"/>
                  </a:lnTo>
                  <a:lnTo>
                    <a:pt x="36" y="19"/>
                  </a:lnTo>
                  <a:lnTo>
                    <a:pt x="37" y="19"/>
                  </a:lnTo>
                  <a:lnTo>
                    <a:pt x="37" y="19"/>
                  </a:lnTo>
                  <a:lnTo>
                    <a:pt x="37" y="14"/>
                  </a:lnTo>
                  <a:lnTo>
                    <a:pt x="37" y="14"/>
                  </a:lnTo>
                </a:path>
              </a:pathLst>
            </a:custGeom>
            <a:solidFill>
              <a:srgbClr val="626200"/>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4117" name=""/>
            <p:cNvSpPr/>
            <p:nvPr/>
          </p:nvSpPr>
          <p:spPr>
            <a:xfrm>
              <a:off x="6188040" y="5533920"/>
              <a:ext cx="31680" cy="20880"/>
            </a:xfrm>
            <a:custGeom>
              <a:avLst/>
              <a:gdLst/>
              <a:ahLst/>
              <a:rect l="l" t="t" r="r" b="b"/>
              <a:pathLst>
                <a:path w="20" h="13">
                  <a:moveTo>
                    <a:pt x="16" y="5"/>
                  </a:moveTo>
                  <a:lnTo>
                    <a:pt x="16" y="5"/>
                  </a:lnTo>
                  <a:lnTo>
                    <a:pt x="16" y="5"/>
                  </a:lnTo>
                  <a:lnTo>
                    <a:pt x="12" y="5"/>
                  </a:lnTo>
                  <a:lnTo>
                    <a:pt x="11" y="5"/>
                  </a:lnTo>
                  <a:lnTo>
                    <a:pt x="9" y="5"/>
                  </a:lnTo>
                  <a:lnTo>
                    <a:pt x="2" y="5"/>
                  </a:lnTo>
                  <a:lnTo>
                    <a:pt x="1" y="3"/>
                  </a:lnTo>
                  <a:lnTo>
                    <a:pt x="0" y="0"/>
                  </a:lnTo>
                  <a:lnTo>
                    <a:pt x="0" y="0"/>
                  </a:lnTo>
                  <a:lnTo>
                    <a:pt x="0" y="5"/>
                  </a:lnTo>
                  <a:lnTo>
                    <a:pt x="0" y="5"/>
                  </a:lnTo>
                  <a:lnTo>
                    <a:pt x="0" y="5"/>
                  </a:lnTo>
                  <a:lnTo>
                    <a:pt x="1" y="5"/>
                  </a:lnTo>
                  <a:lnTo>
                    <a:pt x="2" y="8"/>
                  </a:lnTo>
                  <a:lnTo>
                    <a:pt x="9" y="9"/>
                  </a:lnTo>
                  <a:lnTo>
                    <a:pt x="11" y="12"/>
                  </a:lnTo>
                  <a:lnTo>
                    <a:pt x="16" y="12"/>
                  </a:lnTo>
                  <a:lnTo>
                    <a:pt x="19" y="8"/>
                  </a:lnTo>
                  <a:lnTo>
                    <a:pt x="19" y="8"/>
                  </a:lnTo>
                  <a:lnTo>
                    <a:pt x="16" y="5"/>
                  </a:lnTo>
                  <a:lnTo>
                    <a:pt x="16" y="5"/>
                  </a:lnTo>
                </a:path>
              </a:pathLst>
            </a:custGeom>
            <a:solidFill>
              <a:srgbClr val="626200"/>
            </a:solidFill>
            <a:ln w="0">
              <a:noFill/>
            </a:ln>
          </p:spPr>
          <p:style>
            <a:lnRef idx="0"/>
            <a:fillRef idx="0"/>
            <a:effectRef idx="0"/>
            <a:fontRef idx="minor"/>
          </p:style>
          <p:txBody>
            <a:bodyPr lIns="90000" rIns="90000" tIns="-25920" bIns="-25920" anchor="t">
              <a:noAutofit/>
            </a:bodyPr>
            <a:p>
              <a:endParaRPr b="0" lang="en-IN" sz="2400" strike="noStrike" u="none">
                <a:solidFill>
                  <a:srgbClr val="ffffff"/>
                </a:solidFill>
                <a:effectLst/>
                <a:uFillTx/>
                <a:latin typeface="Times New Roman"/>
              </a:endParaRPr>
            </a:p>
          </p:txBody>
        </p:sp>
        <p:sp>
          <p:nvSpPr>
            <p:cNvPr id="4118" name=""/>
            <p:cNvSpPr/>
            <p:nvPr/>
          </p:nvSpPr>
          <p:spPr>
            <a:xfrm>
              <a:off x="6213600" y="5532480"/>
              <a:ext cx="33120" cy="15840"/>
            </a:xfrm>
            <a:custGeom>
              <a:avLst/>
              <a:gdLst/>
              <a:ahLst/>
              <a:rect l="l" t="t" r="r" b="b"/>
              <a:pathLst>
                <a:path w="21" h="10">
                  <a:moveTo>
                    <a:pt x="10" y="0"/>
                  </a:moveTo>
                  <a:lnTo>
                    <a:pt x="10" y="1"/>
                  </a:lnTo>
                  <a:lnTo>
                    <a:pt x="10" y="1"/>
                  </a:lnTo>
                  <a:lnTo>
                    <a:pt x="10" y="1"/>
                  </a:lnTo>
                  <a:lnTo>
                    <a:pt x="10" y="1"/>
                  </a:lnTo>
                  <a:lnTo>
                    <a:pt x="8" y="1"/>
                  </a:lnTo>
                  <a:lnTo>
                    <a:pt x="5" y="1"/>
                  </a:lnTo>
                  <a:lnTo>
                    <a:pt x="3" y="4"/>
                  </a:lnTo>
                  <a:lnTo>
                    <a:pt x="0" y="6"/>
                  </a:lnTo>
                  <a:lnTo>
                    <a:pt x="3" y="9"/>
                  </a:lnTo>
                  <a:lnTo>
                    <a:pt x="5" y="6"/>
                  </a:lnTo>
                  <a:lnTo>
                    <a:pt x="6" y="6"/>
                  </a:lnTo>
                  <a:lnTo>
                    <a:pt x="8" y="6"/>
                  </a:lnTo>
                  <a:lnTo>
                    <a:pt x="10" y="6"/>
                  </a:lnTo>
                  <a:lnTo>
                    <a:pt x="10" y="6"/>
                  </a:lnTo>
                  <a:lnTo>
                    <a:pt x="10" y="6"/>
                  </a:lnTo>
                  <a:lnTo>
                    <a:pt x="14" y="4"/>
                  </a:lnTo>
                  <a:lnTo>
                    <a:pt x="20" y="0"/>
                  </a:lnTo>
                  <a:lnTo>
                    <a:pt x="10" y="0"/>
                  </a:lnTo>
                  <a:lnTo>
                    <a:pt x="10" y="0"/>
                  </a:lnTo>
                </a:path>
              </a:pathLst>
            </a:custGeom>
            <a:solidFill>
              <a:srgbClr val="626200"/>
            </a:solidFill>
            <a:ln w="0">
              <a:noFill/>
            </a:ln>
          </p:spPr>
          <p:style>
            <a:lnRef idx="0"/>
            <a:fillRef idx="0"/>
            <a:effectRef idx="0"/>
            <a:fontRef idx="minor"/>
          </p:style>
          <p:txBody>
            <a:bodyPr lIns="90000" rIns="90000" tIns="-30960" bIns="-30960" anchor="t">
              <a:noAutofit/>
            </a:bodyPr>
            <a:p>
              <a:endParaRPr b="0" lang="en-IN" sz="2400" strike="noStrike" u="none">
                <a:solidFill>
                  <a:srgbClr val="ffffff"/>
                </a:solidFill>
                <a:effectLst/>
                <a:uFillTx/>
                <a:latin typeface="Times New Roman"/>
              </a:endParaRPr>
            </a:p>
          </p:txBody>
        </p:sp>
        <p:sp>
          <p:nvSpPr>
            <p:cNvPr id="4119" name=""/>
            <p:cNvSpPr/>
            <p:nvPr/>
          </p:nvSpPr>
          <p:spPr>
            <a:xfrm>
              <a:off x="6213600" y="5541840"/>
              <a:ext cx="6120" cy="1800"/>
            </a:xfrm>
            <a:custGeom>
              <a:avLst/>
              <a:gdLst/>
              <a:ahLst/>
              <a:rect l="l" t="t" r="r" b="b"/>
              <a:pathLst>
                <a:path w="4" h="1">
                  <a:moveTo>
                    <a:pt x="3" y="0"/>
                  </a:moveTo>
                  <a:lnTo>
                    <a:pt x="3" y="0"/>
                  </a:lnTo>
                  <a:lnTo>
                    <a:pt x="3" y="0"/>
                  </a:lnTo>
                  <a:lnTo>
                    <a:pt x="3" y="0"/>
                  </a:lnTo>
                  <a:lnTo>
                    <a:pt x="3" y="0"/>
                  </a:lnTo>
                  <a:lnTo>
                    <a:pt x="0" y="0"/>
                  </a:lnTo>
                  <a:lnTo>
                    <a:pt x="0" y="0"/>
                  </a:lnTo>
                  <a:lnTo>
                    <a:pt x="0" y="0"/>
                  </a:lnTo>
                  <a:lnTo>
                    <a:pt x="0" y="0"/>
                  </a:lnTo>
                  <a:lnTo>
                    <a:pt x="3" y="0"/>
                  </a:lnTo>
                  <a:lnTo>
                    <a:pt x="3" y="0"/>
                  </a:lnTo>
                </a:path>
              </a:pathLst>
            </a:custGeom>
            <a:solidFill>
              <a:srgbClr val="626200"/>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4120" name=""/>
            <p:cNvSpPr/>
            <p:nvPr/>
          </p:nvSpPr>
          <p:spPr>
            <a:xfrm>
              <a:off x="6126120" y="5506920"/>
              <a:ext cx="9720" cy="6480"/>
            </a:xfrm>
            <a:custGeom>
              <a:avLst/>
              <a:gdLst/>
              <a:ahLst/>
              <a:rect l="l" t="t" r="r" b="b"/>
              <a:pathLst>
                <a:path w="6" h="4">
                  <a:moveTo>
                    <a:pt x="5" y="0"/>
                  </a:moveTo>
                  <a:lnTo>
                    <a:pt x="5" y="0"/>
                  </a:lnTo>
                  <a:lnTo>
                    <a:pt x="2" y="0"/>
                  </a:lnTo>
                  <a:lnTo>
                    <a:pt x="2" y="0"/>
                  </a:lnTo>
                  <a:lnTo>
                    <a:pt x="2" y="0"/>
                  </a:lnTo>
                  <a:lnTo>
                    <a:pt x="2" y="0"/>
                  </a:lnTo>
                  <a:lnTo>
                    <a:pt x="0" y="0"/>
                  </a:lnTo>
                  <a:lnTo>
                    <a:pt x="0" y="3"/>
                  </a:lnTo>
                  <a:lnTo>
                    <a:pt x="0" y="3"/>
                  </a:lnTo>
                  <a:lnTo>
                    <a:pt x="5" y="0"/>
                  </a:lnTo>
                  <a:lnTo>
                    <a:pt x="5" y="0"/>
                  </a:lnTo>
                </a:path>
              </a:pathLst>
            </a:custGeom>
            <a:solidFill>
              <a:srgbClr val="82c168"/>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4121" name=""/>
            <p:cNvSpPr/>
            <p:nvPr/>
          </p:nvSpPr>
          <p:spPr>
            <a:xfrm>
              <a:off x="6126120" y="5506920"/>
              <a:ext cx="61920" cy="33480"/>
            </a:xfrm>
            <a:custGeom>
              <a:avLst/>
              <a:gdLst/>
              <a:ahLst/>
              <a:rect l="l" t="t" r="r" b="b"/>
              <a:pathLst>
                <a:path w="39" h="21">
                  <a:moveTo>
                    <a:pt x="38" y="16"/>
                  </a:moveTo>
                  <a:lnTo>
                    <a:pt x="38" y="16"/>
                  </a:lnTo>
                  <a:lnTo>
                    <a:pt x="38" y="16"/>
                  </a:lnTo>
                  <a:lnTo>
                    <a:pt x="36" y="16"/>
                  </a:lnTo>
                  <a:lnTo>
                    <a:pt x="33" y="16"/>
                  </a:lnTo>
                  <a:lnTo>
                    <a:pt x="29" y="16"/>
                  </a:lnTo>
                  <a:lnTo>
                    <a:pt x="29" y="16"/>
                  </a:lnTo>
                  <a:lnTo>
                    <a:pt x="23" y="16"/>
                  </a:lnTo>
                  <a:lnTo>
                    <a:pt x="23" y="16"/>
                  </a:lnTo>
                  <a:lnTo>
                    <a:pt x="23" y="16"/>
                  </a:lnTo>
                  <a:lnTo>
                    <a:pt x="22" y="16"/>
                  </a:lnTo>
                  <a:lnTo>
                    <a:pt x="20" y="16"/>
                  </a:lnTo>
                  <a:lnTo>
                    <a:pt x="16" y="12"/>
                  </a:lnTo>
                  <a:lnTo>
                    <a:pt x="12" y="12"/>
                  </a:lnTo>
                  <a:lnTo>
                    <a:pt x="9" y="6"/>
                  </a:lnTo>
                  <a:lnTo>
                    <a:pt x="9" y="5"/>
                  </a:lnTo>
                  <a:lnTo>
                    <a:pt x="9" y="3"/>
                  </a:lnTo>
                  <a:lnTo>
                    <a:pt x="5" y="0"/>
                  </a:lnTo>
                  <a:lnTo>
                    <a:pt x="0" y="3"/>
                  </a:lnTo>
                  <a:lnTo>
                    <a:pt x="2" y="5"/>
                  </a:lnTo>
                  <a:lnTo>
                    <a:pt x="5" y="12"/>
                  </a:lnTo>
                  <a:lnTo>
                    <a:pt x="9" y="16"/>
                  </a:lnTo>
                  <a:lnTo>
                    <a:pt x="9" y="16"/>
                  </a:lnTo>
                  <a:lnTo>
                    <a:pt x="12" y="17"/>
                  </a:lnTo>
                  <a:lnTo>
                    <a:pt x="18" y="17"/>
                  </a:lnTo>
                  <a:lnTo>
                    <a:pt x="22" y="17"/>
                  </a:lnTo>
                  <a:lnTo>
                    <a:pt x="23" y="17"/>
                  </a:lnTo>
                  <a:lnTo>
                    <a:pt x="23" y="17"/>
                  </a:lnTo>
                  <a:lnTo>
                    <a:pt x="23" y="20"/>
                  </a:lnTo>
                  <a:lnTo>
                    <a:pt x="29" y="17"/>
                  </a:lnTo>
                  <a:lnTo>
                    <a:pt x="29" y="17"/>
                  </a:lnTo>
                  <a:lnTo>
                    <a:pt x="33" y="17"/>
                  </a:lnTo>
                  <a:lnTo>
                    <a:pt x="36" y="17"/>
                  </a:lnTo>
                  <a:lnTo>
                    <a:pt x="38" y="17"/>
                  </a:lnTo>
                  <a:lnTo>
                    <a:pt x="38" y="17"/>
                  </a:lnTo>
                  <a:lnTo>
                    <a:pt x="38" y="17"/>
                  </a:lnTo>
                  <a:lnTo>
                    <a:pt x="38" y="16"/>
                  </a:lnTo>
                  <a:lnTo>
                    <a:pt x="38" y="16"/>
                  </a:lnTo>
                </a:path>
              </a:pathLst>
            </a:custGeom>
            <a:solidFill>
              <a:srgbClr val="82c168"/>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4122" name=""/>
            <p:cNvSpPr/>
            <p:nvPr/>
          </p:nvSpPr>
          <p:spPr>
            <a:xfrm>
              <a:off x="6186600" y="5532480"/>
              <a:ext cx="28440" cy="11160"/>
            </a:xfrm>
            <a:custGeom>
              <a:avLst/>
              <a:gdLst/>
              <a:ahLst/>
              <a:rect l="l" t="t" r="r" b="b"/>
              <a:pathLst>
                <a:path w="18" h="7">
                  <a:moveTo>
                    <a:pt x="17" y="6"/>
                  </a:moveTo>
                  <a:lnTo>
                    <a:pt x="17" y="6"/>
                  </a:lnTo>
                  <a:lnTo>
                    <a:pt x="17" y="6"/>
                  </a:lnTo>
                  <a:lnTo>
                    <a:pt x="12" y="6"/>
                  </a:lnTo>
                  <a:lnTo>
                    <a:pt x="10" y="4"/>
                  </a:lnTo>
                  <a:lnTo>
                    <a:pt x="3" y="1"/>
                  </a:lnTo>
                  <a:lnTo>
                    <a:pt x="3" y="1"/>
                  </a:lnTo>
                  <a:lnTo>
                    <a:pt x="1" y="0"/>
                  </a:lnTo>
                  <a:lnTo>
                    <a:pt x="1" y="0"/>
                  </a:lnTo>
                  <a:lnTo>
                    <a:pt x="0" y="0"/>
                  </a:lnTo>
                  <a:lnTo>
                    <a:pt x="0" y="1"/>
                  </a:lnTo>
                  <a:lnTo>
                    <a:pt x="1" y="1"/>
                  </a:lnTo>
                  <a:lnTo>
                    <a:pt x="1" y="4"/>
                  </a:lnTo>
                  <a:lnTo>
                    <a:pt x="1" y="6"/>
                  </a:lnTo>
                  <a:lnTo>
                    <a:pt x="2" y="6"/>
                  </a:lnTo>
                  <a:lnTo>
                    <a:pt x="7" y="6"/>
                  </a:lnTo>
                  <a:lnTo>
                    <a:pt x="12" y="6"/>
                  </a:lnTo>
                  <a:lnTo>
                    <a:pt x="17" y="6"/>
                  </a:lnTo>
                  <a:lnTo>
                    <a:pt x="17" y="6"/>
                  </a:lnTo>
                  <a:lnTo>
                    <a:pt x="17" y="6"/>
                  </a:lnTo>
                  <a:lnTo>
                    <a:pt x="17" y="6"/>
                  </a:lnTo>
                  <a:lnTo>
                    <a:pt x="17" y="6"/>
                  </a:lnTo>
                </a:path>
              </a:pathLst>
            </a:custGeom>
            <a:solidFill>
              <a:srgbClr val="82c168"/>
            </a:solidFill>
            <a:ln w="0">
              <a:noFill/>
            </a:ln>
          </p:spPr>
          <p:style>
            <a:lnRef idx="0"/>
            <a:fillRef idx="0"/>
            <a:effectRef idx="0"/>
            <a:fontRef idx="minor"/>
          </p:style>
          <p:txBody>
            <a:bodyPr lIns="90000" rIns="90000" tIns="-35640" bIns="-35640" anchor="t">
              <a:noAutofit/>
            </a:bodyPr>
            <a:p>
              <a:endParaRPr b="0" lang="en-IN" sz="2400" strike="noStrike" u="none">
                <a:solidFill>
                  <a:srgbClr val="ffffff"/>
                </a:solidFill>
                <a:effectLst/>
                <a:uFillTx/>
                <a:latin typeface="Times New Roman"/>
              </a:endParaRPr>
            </a:p>
          </p:txBody>
        </p:sp>
        <p:sp>
          <p:nvSpPr>
            <p:cNvPr id="4123" name=""/>
            <p:cNvSpPr/>
            <p:nvPr/>
          </p:nvSpPr>
          <p:spPr>
            <a:xfrm>
              <a:off x="6213600" y="5526000"/>
              <a:ext cx="33120" cy="17640"/>
            </a:xfrm>
            <a:custGeom>
              <a:avLst/>
              <a:gdLst/>
              <a:ahLst/>
              <a:rect l="l" t="t" r="r" b="b"/>
              <a:pathLst>
                <a:path w="21" h="11">
                  <a:moveTo>
                    <a:pt x="10" y="0"/>
                  </a:moveTo>
                  <a:lnTo>
                    <a:pt x="10" y="4"/>
                  </a:lnTo>
                  <a:lnTo>
                    <a:pt x="10" y="4"/>
                  </a:lnTo>
                  <a:lnTo>
                    <a:pt x="10" y="4"/>
                  </a:lnTo>
                  <a:lnTo>
                    <a:pt x="8" y="4"/>
                  </a:lnTo>
                  <a:lnTo>
                    <a:pt x="6" y="4"/>
                  </a:lnTo>
                  <a:lnTo>
                    <a:pt x="5" y="4"/>
                  </a:lnTo>
                  <a:lnTo>
                    <a:pt x="0" y="5"/>
                  </a:lnTo>
                  <a:lnTo>
                    <a:pt x="0" y="10"/>
                  </a:lnTo>
                  <a:lnTo>
                    <a:pt x="0" y="10"/>
                  </a:lnTo>
                  <a:lnTo>
                    <a:pt x="5" y="10"/>
                  </a:lnTo>
                  <a:lnTo>
                    <a:pt x="5" y="9"/>
                  </a:lnTo>
                  <a:lnTo>
                    <a:pt x="6" y="9"/>
                  </a:lnTo>
                  <a:lnTo>
                    <a:pt x="8" y="10"/>
                  </a:lnTo>
                  <a:lnTo>
                    <a:pt x="10" y="9"/>
                  </a:lnTo>
                  <a:lnTo>
                    <a:pt x="10" y="8"/>
                  </a:lnTo>
                  <a:lnTo>
                    <a:pt x="15" y="5"/>
                  </a:lnTo>
                  <a:lnTo>
                    <a:pt x="20" y="4"/>
                  </a:lnTo>
                  <a:lnTo>
                    <a:pt x="10" y="0"/>
                  </a:lnTo>
                  <a:lnTo>
                    <a:pt x="10" y="0"/>
                  </a:lnTo>
                </a:path>
              </a:pathLst>
            </a:custGeom>
            <a:solidFill>
              <a:srgbClr val="82c168"/>
            </a:solidFill>
            <a:ln w="0">
              <a:noFill/>
            </a:ln>
          </p:spPr>
          <p:style>
            <a:lnRef idx="0"/>
            <a:fillRef idx="0"/>
            <a:effectRef idx="0"/>
            <a:fontRef idx="minor"/>
          </p:style>
          <p:txBody>
            <a:bodyPr lIns="90000" rIns="90000" tIns="-29160" bIns="-29160" anchor="t">
              <a:noAutofit/>
            </a:bodyPr>
            <a:p>
              <a:endParaRPr b="0" lang="en-IN" sz="2400" strike="noStrike" u="none">
                <a:solidFill>
                  <a:srgbClr val="ffffff"/>
                </a:solidFill>
                <a:effectLst/>
                <a:uFillTx/>
                <a:latin typeface="Times New Roman"/>
              </a:endParaRPr>
            </a:p>
          </p:txBody>
        </p:sp>
        <p:sp>
          <p:nvSpPr>
            <p:cNvPr id="4124" name=""/>
            <p:cNvSpPr/>
            <p:nvPr/>
          </p:nvSpPr>
          <p:spPr>
            <a:xfrm>
              <a:off x="6213600" y="5538960"/>
              <a:ext cx="6120" cy="4680"/>
            </a:xfrm>
            <a:custGeom>
              <a:avLst/>
              <a:gdLst/>
              <a:ahLst/>
              <a:rect l="l" t="t" r="r" b="b"/>
              <a:pathLst>
                <a:path w="4" h="3">
                  <a:moveTo>
                    <a:pt x="3" y="2"/>
                  </a:moveTo>
                  <a:lnTo>
                    <a:pt x="3" y="2"/>
                  </a:lnTo>
                  <a:lnTo>
                    <a:pt x="3" y="2"/>
                  </a:lnTo>
                  <a:lnTo>
                    <a:pt x="0" y="2"/>
                  </a:lnTo>
                  <a:lnTo>
                    <a:pt x="0" y="1"/>
                  </a:lnTo>
                  <a:lnTo>
                    <a:pt x="0" y="0"/>
                  </a:lnTo>
                  <a:lnTo>
                    <a:pt x="0" y="0"/>
                  </a:lnTo>
                  <a:lnTo>
                    <a:pt x="0" y="1"/>
                  </a:lnTo>
                  <a:lnTo>
                    <a:pt x="0" y="2"/>
                  </a:lnTo>
                  <a:lnTo>
                    <a:pt x="3" y="2"/>
                  </a:lnTo>
                  <a:lnTo>
                    <a:pt x="3" y="2"/>
                  </a:lnTo>
                </a:path>
              </a:pathLst>
            </a:custGeom>
            <a:solidFill>
              <a:srgbClr val="82c168"/>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4125" name=""/>
            <p:cNvSpPr/>
            <p:nvPr/>
          </p:nvSpPr>
          <p:spPr>
            <a:xfrm>
              <a:off x="6126120" y="5502240"/>
              <a:ext cx="9720" cy="6480"/>
            </a:xfrm>
            <a:custGeom>
              <a:avLst/>
              <a:gdLst/>
              <a:ahLst/>
              <a:rect l="l" t="t" r="r" b="b"/>
              <a:pathLst>
                <a:path w="6" h="4">
                  <a:moveTo>
                    <a:pt x="5" y="3"/>
                  </a:moveTo>
                  <a:lnTo>
                    <a:pt x="4" y="1"/>
                  </a:lnTo>
                  <a:lnTo>
                    <a:pt x="2" y="0"/>
                  </a:lnTo>
                  <a:lnTo>
                    <a:pt x="2" y="0"/>
                  </a:lnTo>
                  <a:lnTo>
                    <a:pt x="2" y="1"/>
                  </a:lnTo>
                  <a:lnTo>
                    <a:pt x="0" y="3"/>
                  </a:lnTo>
                  <a:lnTo>
                    <a:pt x="0" y="3"/>
                  </a:lnTo>
                  <a:lnTo>
                    <a:pt x="0" y="3"/>
                  </a:lnTo>
                  <a:lnTo>
                    <a:pt x="0" y="3"/>
                  </a:lnTo>
                  <a:lnTo>
                    <a:pt x="5" y="3"/>
                  </a:lnTo>
                  <a:lnTo>
                    <a:pt x="5" y="3"/>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4126" name=""/>
            <p:cNvSpPr/>
            <p:nvPr/>
          </p:nvSpPr>
          <p:spPr>
            <a:xfrm>
              <a:off x="6126120" y="5506920"/>
              <a:ext cx="61920" cy="27000"/>
            </a:xfrm>
            <a:custGeom>
              <a:avLst/>
              <a:gdLst/>
              <a:ahLst/>
              <a:rect l="l" t="t" r="r" b="b"/>
              <a:pathLst>
                <a:path w="39" h="17">
                  <a:moveTo>
                    <a:pt x="38" y="6"/>
                  </a:moveTo>
                  <a:lnTo>
                    <a:pt x="38" y="6"/>
                  </a:lnTo>
                  <a:lnTo>
                    <a:pt x="36" y="6"/>
                  </a:lnTo>
                  <a:lnTo>
                    <a:pt x="33" y="6"/>
                  </a:lnTo>
                  <a:lnTo>
                    <a:pt x="29" y="6"/>
                  </a:lnTo>
                  <a:lnTo>
                    <a:pt x="29" y="6"/>
                  </a:lnTo>
                  <a:lnTo>
                    <a:pt x="25" y="6"/>
                  </a:lnTo>
                  <a:lnTo>
                    <a:pt x="23" y="6"/>
                  </a:lnTo>
                  <a:lnTo>
                    <a:pt x="23" y="6"/>
                  </a:lnTo>
                  <a:lnTo>
                    <a:pt x="23" y="6"/>
                  </a:lnTo>
                  <a:lnTo>
                    <a:pt x="22" y="6"/>
                  </a:lnTo>
                  <a:lnTo>
                    <a:pt x="18" y="5"/>
                  </a:lnTo>
                  <a:lnTo>
                    <a:pt x="16" y="5"/>
                  </a:lnTo>
                  <a:lnTo>
                    <a:pt x="9" y="3"/>
                  </a:lnTo>
                  <a:lnTo>
                    <a:pt x="9" y="3"/>
                  </a:lnTo>
                  <a:lnTo>
                    <a:pt x="9" y="0"/>
                  </a:lnTo>
                  <a:lnTo>
                    <a:pt x="9" y="0"/>
                  </a:lnTo>
                  <a:lnTo>
                    <a:pt x="5" y="0"/>
                  </a:lnTo>
                  <a:lnTo>
                    <a:pt x="0" y="0"/>
                  </a:lnTo>
                  <a:lnTo>
                    <a:pt x="2" y="3"/>
                  </a:lnTo>
                  <a:lnTo>
                    <a:pt x="5" y="3"/>
                  </a:lnTo>
                  <a:lnTo>
                    <a:pt x="9" y="6"/>
                  </a:lnTo>
                  <a:lnTo>
                    <a:pt x="9" y="8"/>
                  </a:lnTo>
                  <a:lnTo>
                    <a:pt x="9" y="12"/>
                  </a:lnTo>
                  <a:lnTo>
                    <a:pt x="16" y="16"/>
                  </a:lnTo>
                  <a:lnTo>
                    <a:pt x="20" y="16"/>
                  </a:lnTo>
                  <a:lnTo>
                    <a:pt x="22" y="16"/>
                  </a:lnTo>
                  <a:lnTo>
                    <a:pt x="23" y="16"/>
                  </a:lnTo>
                  <a:lnTo>
                    <a:pt x="23" y="16"/>
                  </a:lnTo>
                  <a:lnTo>
                    <a:pt x="25" y="16"/>
                  </a:lnTo>
                  <a:lnTo>
                    <a:pt x="29" y="16"/>
                  </a:lnTo>
                  <a:lnTo>
                    <a:pt x="29" y="16"/>
                  </a:lnTo>
                  <a:lnTo>
                    <a:pt x="33" y="16"/>
                  </a:lnTo>
                  <a:lnTo>
                    <a:pt x="38" y="16"/>
                  </a:lnTo>
                  <a:lnTo>
                    <a:pt x="38" y="16"/>
                  </a:lnTo>
                  <a:lnTo>
                    <a:pt x="38" y="16"/>
                  </a:lnTo>
                  <a:lnTo>
                    <a:pt x="38" y="6"/>
                  </a:lnTo>
                  <a:lnTo>
                    <a:pt x="38" y="6"/>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4127" name=""/>
            <p:cNvSpPr/>
            <p:nvPr/>
          </p:nvSpPr>
          <p:spPr>
            <a:xfrm>
              <a:off x="6186600" y="5516640"/>
              <a:ext cx="28440" cy="27000"/>
            </a:xfrm>
            <a:custGeom>
              <a:avLst/>
              <a:gdLst/>
              <a:ahLst/>
              <a:rect l="l" t="t" r="r" b="b"/>
              <a:pathLst>
                <a:path w="18" h="17">
                  <a:moveTo>
                    <a:pt x="13" y="11"/>
                  </a:moveTo>
                  <a:lnTo>
                    <a:pt x="13" y="11"/>
                  </a:lnTo>
                  <a:lnTo>
                    <a:pt x="13" y="11"/>
                  </a:lnTo>
                  <a:lnTo>
                    <a:pt x="12" y="11"/>
                  </a:lnTo>
                  <a:lnTo>
                    <a:pt x="10" y="11"/>
                  </a:lnTo>
                  <a:lnTo>
                    <a:pt x="3" y="10"/>
                  </a:lnTo>
                  <a:lnTo>
                    <a:pt x="2" y="10"/>
                  </a:lnTo>
                  <a:lnTo>
                    <a:pt x="1" y="6"/>
                  </a:lnTo>
                  <a:lnTo>
                    <a:pt x="1" y="0"/>
                  </a:lnTo>
                  <a:lnTo>
                    <a:pt x="0" y="0"/>
                  </a:lnTo>
                  <a:lnTo>
                    <a:pt x="0" y="10"/>
                  </a:lnTo>
                  <a:lnTo>
                    <a:pt x="0" y="10"/>
                  </a:lnTo>
                  <a:lnTo>
                    <a:pt x="1" y="10"/>
                  </a:lnTo>
                  <a:lnTo>
                    <a:pt x="1" y="11"/>
                  </a:lnTo>
                  <a:lnTo>
                    <a:pt x="2" y="14"/>
                  </a:lnTo>
                  <a:lnTo>
                    <a:pt x="3" y="16"/>
                  </a:lnTo>
                  <a:lnTo>
                    <a:pt x="10" y="16"/>
                  </a:lnTo>
                  <a:lnTo>
                    <a:pt x="13" y="16"/>
                  </a:lnTo>
                  <a:lnTo>
                    <a:pt x="17" y="16"/>
                  </a:lnTo>
                  <a:lnTo>
                    <a:pt x="17" y="16"/>
                  </a:lnTo>
                  <a:lnTo>
                    <a:pt x="13" y="11"/>
                  </a:lnTo>
                  <a:lnTo>
                    <a:pt x="13" y="11"/>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4128" name=""/>
            <p:cNvSpPr/>
            <p:nvPr/>
          </p:nvSpPr>
          <p:spPr>
            <a:xfrm>
              <a:off x="6207120" y="5516640"/>
              <a:ext cx="39600" cy="27000"/>
            </a:xfrm>
            <a:custGeom>
              <a:avLst/>
              <a:gdLst/>
              <a:ahLst/>
              <a:rect l="l" t="t" r="r" b="b"/>
              <a:pathLst>
                <a:path w="25" h="17">
                  <a:moveTo>
                    <a:pt x="14" y="0"/>
                  </a:moveTo>
                  <a:lnTo>
                    <a:pt x="14" y="6"/>
                  </a:lnTo>
                  <a:lnTo>
                    <a:pt x="14" y="10"/>
                  </a:lnTo>
                  <a:lnTo>
                    <a:pt x="14" y="10"/>
                  </a:lnTo>
                  <a:lnTo>
                    <a:pt x="10" y="10"/>
                  </a:lnTo>
                  <a:lnTo>
                    <a:pt x="9" y="10"/>
                  </a:lnTo>
                  <a:lnTo>
                    <a:pt x="9" y="10"/>
                  </a:lnTo>
                  <a:lnTo>
                    <a:pt x="4" y="10"/>
                  </a:lnTo>
                  <a:lnTo>
                    <a:pt x="0" y="11"/>
                  </a:lnTo>
                  <a:lnTo>
                    <a:pt x="4" y="16"/>
                  </a:lnTo>
                  <a:lnTo>
                    <a:pt x="7" y="14"/>
                  </a:lnTo>
                  <a:lnTo>
                    <a:pt x="9" y="11"/>
                  </a:lnTo>
                  <a:lnTo>
                    <a:pt x="9" y="11"/>
                  </a:lnTo>
                  <a:lnTo>
                    <a:pt x="10" y="11"/>
                  </a:lnTo>
                  <a:lnTo>
                    <a:pt x="14" y="11"/>
                  </a:lnTo>
                  <a:lnTo>
                    <a:pt x="14" y="11"/>
                  </a:lnTo>
                  <a:lnTo>
                    <a:pt x="19" y="10"/>
                  </a:lnTo>
                  <a:lnTo>
                    <a:pt x="24" y="6"/>
                  </a:lnTo>
                  <a:lnTo>
                    <a:pt x="14" y="0"/>
                  </a:lnTo>
                  <a:lnTo>
                    <a:pt x="14"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4129" name=""/>
            <p:cNvSpPr/>
            <p:nvPr/>
          </p:nvSpPr>
          <p:spPr>
            <a:xfrm>
              <a:off x="6205680" y="5533920"/>
              <a:ext cx="9360" cy="7920"/>
            </a:xfrm>
            <a:custGeom>
              <a:avLst/>
              <a:gdLst/>
              <a:ahLst/>
              <a:rect l="l" t="t" r="r" b="b"/>
              <a:pathLst>
                <a:path w="6" h="5">
                  <a:moveTo>
                    <a:pt x="5" y="4"/>
                  </a:moveTo>
                  <a:lnTo>
                    <a:pt x="5" y="3"/>
                  </a:lnTo>
                  <a:lnTo>
                    <a:pt x="5" y="0"/>
                  </a:lnTo>
                  <a:lnTo>
                    <a:pt x="5" y="0"/>
                  </a:lnTo>
                  <a:lnTo>
                    <a:pt x="5" y="0"/>
                  </a:lnTo>
                  <a:lnTo>
                    <a:pt x="5" y="0"/>
                  </a:lnTo>
                  <a:lnTo>
                    <a:pt x="5" y="0"/>
                  </a:lnTo>
                  <a:lnTo>
                    <a:pt x="1" y="0"/>
                  </a:lnTo>
                  <a:lnTo>
                    <a:pt x="0" y="0"/>
                  </a:lnTo>
                  <a:lnTo>
                    <a:pt x="5" y="4"/>
                  </a:lnTo>
                  <a:lnTo>
                    <a:pt x="5"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130" name=""/>
            <p:cNvSpPr/>
            <p:nvPr/>
          </p:nvSpPr>
          <p:spPr>
            <a:xfrm>
              <a:off x="6122880" y="5489640"/>
              <a:ext cx="11160" cy="14400"/>
            </a:xfrm>
            <a:custGeom>
              <a:avLst/>
              <a:gdLst/>
              <a:ahLst/>
              <a:rect l="l" t="t" r="r" b="b"/>
              <a:pathLst>
                <a:path w="7" h="9">
                  <a:moveTo>
                    <a:pt x="6" y="1"/>
                  </a:moveTo>
                  <a:lnTo>
                    <a:pt x="4" y="1"/>
                  </a:lnTo>
                  <a:lnTo>
                    <a:pt x="4" y="0"/>
                  </a:lnTo>
                  <a:lnTo>
                    <a:pt x="4" y="0"/>
                  </a:lnTo>
                  <a:lnTo>
                    <a:pt x="2" y="1"/>
                  </a:lnTo>
                  <a:lnTo>
                    <a:pt x="2" y="1"/>
                  </a:lnTo>
                  <a:lnTo>
                    <a:pt x="0" y="2"/>
                  </a:lnTo>
                  <a:lnTo>
                    <a:pt x="0" y="2"/>
                  </a:lnTo>
                  <a:lnTo>
                    <a:pt x="2" y="8"/>
                  </a:lnTo>
                  <a:lnTo>
                    <a:pt x="6" y="1"/>
                  </a:lnTo>
                  <a:lnTo>
                    <a:pt x="6" y="1"/>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4131" name=""/>
            <p:cNvSpPr/>
            <p:nvPr/>
          </p:nvSpPr>
          <p:spPr>
            <a:xfrm>
              <a:off x="6126120" y="5491080"/>
              <a:ext cx="61920" cy="36720"/>
            </a:xfrm>
            <a:custGeom>
              <a:avLst/>
              <a:gdLst/>
              <a:ahLst/>
              <a:rect l="l" t="t" r="r" b="b"/>
              <a:pathLst>
                <a:path w="39" h="23">
                  <a:moveTo>
                    <a:pt x="36" y="13"/>
                  </a:moveTo>
                  <a:lnTo>
                    <a:pt x="38" y="13"/>
                  </a:lnTo>
                  <a:lnTo>
                    <a:pt x="33" y="13"/>
                  </a:lnTo>
                  <a:lnTo>
                    <a:pt x="33" y="13"/>
                  </a:lnTo>
                  <a:lnTo>
                    <a:pt x="29" y="13"/>
                  </a:lnTo>
                  <a:lnTo>
                    <a:pt x="29" y="13"/>
                  </a:lnTo>
                  <a:lnTo>
                    <a:pt x="23" y="13"/>
                  </a:lnTo>
                  <a:lnTo>
                    <a:pt x="23" y="13"/>
                  </a:lnTo>
                  <a:lnTo>
                    <a:pt x="23" y="13"/>
                  </a:lnTo>
                  <a:lnTo>
                    <a:pt x="22" y="13"/>
                  </a:lnTo>
                  <a:lnTo>
                    <a:pt x="22" y="13"/>
                  </a:lnTo>
                  <a:lnTo>
                    <a:pt x="18" y="13"/>
                  </a:lnTo>
                  <a:lnTo>
                    <a:pt x="16" y="10"/>
                  </a:lnTo>
                  <a:lnTo>
                    <a:pt x="9" y="10"/>
                  </a:lnTo>
                  <a:lnTo>
                    <a:pt x="9" y="10"/>
                  </a:lnTo>
                  <a:lnTo>
                    <a:pt x="9" y="10"/>
                  </a:lnTo>
                  <a:lnTo>
                    <a:pt x="5" y="1"/>
                  </a:lnTo>
                  <a:lnTo>
                    <a:pt x="4" y="0"/>
                  </a:lnTo>
                  <a:lnTo>
                    <a:pt x="0" y="7"/>
                  </a:lnTo>
                  <a:lnTo>
                    <a:pt x="2" y="10"/>
                  </a:lnTo>
                  <a:lnTo>
                    <a:pt x="5" y="10"/>
                  </a:lnTo>
                  <a:lnTo>
                    <a:pt x="9" y="13"/>
                  </a:lnTo>
                  <a:lnTo>
                    <a:pt x="9" y="13"/>
                  </a:lnTo>
                  <a:lnTo>
                    <a:pt x="9" y="15"/>
                  </a:lnTo>
                  <a:lnTo>
                    <a:pt x="16" y="15"/>
                  </a:lnTo>
                  <a:lnTo>
                    <a:pt x="18" y="16"/>
                  </a:lnTo>
                  <a:lnTo>
                    <a:pt x="22" y="18"/>
                  </a:lnTo>
                  <a:lnTo>
                    <a:pt x="23" y="18"/>
                  </a:lnTo>
                  <a:lnTo>
                    <a:pt x="23" y="18"/>
                  </a:lnTo>
                  <a:lnTo>
                    <a:pt x="23" y="22"/>
                  </a:lnTo>
                  <a:lnTo>
                    <a:pt x="29" y="18"/>
                  </a:lnTo>
                  <a:lnTo>
                    <a:pt x="29" y="18"/>
                  </a:lnTo>
                  <a:lnTo>
                    <a:pt x="33" y="18"/>
                  </a:lnTo>
                  <a:lnTo>
                    <a:pt x="36" y="18"/>
                  </a:lnTo>
                  <a:lnTo>
                    <a:pt x="38" y="16"/>
                  </a:lnTo>
                  <a:lnTo>
                    <a:pt x="38" y="16"/>
                  </a:lnTo>
                  <a:lnTo>
                    <a:pt x="36" y="13"/>
                  </a:lnTo>
                  <a:lnTo>
                    <a:pt x="36" y="13"/>
                  </a:lnTo>
                </a:path>
              </a:pathLst>
            </a:custGeom>
            <a:solidFill>
              <a:srgbClr val="ffc0b6"/>
            </a:solidFill>
            <a:ln w="0">
              <a:noFill/>
            </a:ln>
          </p:spPr>
          <p:style>
            <a:lnRef idx="0"/>
            <a:fillRef idx="0"/>
            <a:effectRef idx="0"/>
            <a:fontRef idx="minor"/>
          </p:style>
          <p:txBody>
            <a:bodyPr lIns="90000" rIns="90000" tIns="-10080" bIns="-10080" anchor="t">
              <a:noAutofit/>
            </a:bodyPr>
            <a:p>
              <a:endParaRPr b="0" lang="en-IN" sz="2400" strike="noStrike" u="none">
                <a:solidFill>
                  <a:srgbClr val="ffffff"/>
                </a:solidFill>
                <a:effectLst/>
                <a:uFillTx/>
                <a:latin typeface="Times New Roman"/>
              </a:endParaRPr>
            </a:p>
          </p:txBody>
        </p:sp>
        <p:sp>
          <p:nvSpPr>
            <p:cNvPr id="4132" name=""/>
            <p:cNvSpPr/>
            <p:nvPr/>
          </p:nvSpPr>
          <p:spPr>
            <a:xfrm>
              <a:off x="6183360" y="5511960"/>
              <a:ext cx="31680" cy="28440"/>
            </a:xfrm>
            <a:custGeom>
              <a:avLst/>
              <a:gdLst/>
              <a:ahLst/>
              <a:rect l="l" t="t" r="r" b="b"/>
              <a:pathLst>
                <a:path w="20" h="18">
                  <a:moveTo>
                    <a:pt x="14" y="13"/>
                  </a:moveTo>
                  <a:lnTo>
                    <a:pt x="14" y="13"/>
                  </a:lnTo>
                  <a:lnTo>
                    <a:pt x="14" y="13"/>
                  </a:lnTo>
                  <a:lnTo>
                    <a:pt x="12" y="13"/>
                  </a:lnTo>
                  <a:lnTo>
                    <a:pt x="9" y="13"/>
                  </a:lnTo>
                  <a:lnTo>
                    <a:pt x="5" y="9"/>
                  </a:lnTo>
                  <a:lnTo>
                    <a:pt x="4" y="3"/>
                  </a:lnTo>
                  <a:lnTo>
                    <a:pt x="3" y="2"/>
                  </a:lnTo>
                  <a:lnTo>
                    <a:pt x="3" y="0"/>
                  </a:lnTo>
                  <a:lnTo>
                    <a:pt x="0" y="0"/>
                  </a:lnTo>
                  <a:lnTo>
                    <a:pt x="2" y="3"/>
                  </a:lnTo>
                  <a:lnTo>
                    <a:pt x="2" y="5"/>
                  </a:lnTo>
                  <a:lnTo>
                    <a:pt x="3" y="9"/>
                  </a:lnTo>
                  <a:lnTo>
                    <a:pt x="3" y="13"/>
                  </a:lnTo>
                  <a:lnTo>
                    <a:pt x="3" y="13"/>
                  </a:lnTo>
                  <a:lnTo>
                    <a:pt x="5" y="14"/>
                  </a:lnTo>
                  <a:lnTo>
                    <a:pt x="9" y="17"/>
                  </a:lnTo>
                  <a:lnTo>
                    <a:pt x="14" y="17"/>
                  </a:lnTo>
                  <a:lnTo>
                    <a:pt x="19" y="14"/>
                  </a:lnTo>
                  <a:lnTo>
                    <a:pt x="19" y="14"/>
                  </a:lnTo>
                  <a:lnTo>
                    <a:pt x="14" y="13"/>
                  </a:lnTo>
                  <a:lnTo>
                    <a:pt x="14" y="13"/>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4133" name=""/>
            <p:cNvSpPr/>
            <p:nvPr/>
          </p:nvSpPr>
          <p:spPr>
            <a:xfrm>
              <a:off x="6205680" y="5511960"/>
              <a:ext cx="41040" cy="23760"/>
            </a:xfrm>
            <a:custGeom>
              <a:avLst/>
              <a:gdLst/>
              <a:ahLst/>
              <a:rect l="l" t="t" r="r" b="b"/>
              <a:pathLst>
                <a:path w="26" h="15">
                  <a:moveTo>
                    <a:pt x="15" y="0"/>
                  </a:moveTo>
                  <a:lnTo>
                    <a:pt x="15" y="5"/>
                  </a:lnTo>
                  <a:lnTo>
                    <a:pt x="15" y="9"/>
                  </a:lnTo>
                  <a:lnTo>
                    <a:pt x="13" y="9"/>
                  </a:lnTo>
                  <a:lnTo>
                    <a:pt x="11" y="9"/>
                  </a:lnTo>
                  <a:lnTo>
                    <a:pt x="10" y="9"/>
                  </a:lnTo>
                  <a:lnTo>
                    <a:pt x="8" y="9"/>
                  </a:lnTo>
                  <a:lnTo>
                    <a:pt x="5" y="9"/>
                  </a:lnTo>
                  <a:lnTo>
                    <a:pt x="0" y="13"/>
                  </a:lnTo>
                  <a:lnTo>
                    <a:pt x="5" y="14"/>
                  </a:lnTo>
                  <a:lnTo>
                    <a:pt x="5" y="14"/>
                  </a:lnTo>
                  <a:lnTo>
                    <a:pt x="8" y="13"/>
                  </a:lnTo>
                  <a:lnTo>
                    <a:pt x="10" y="13"/>
                  </a:lnTo>
                  <a:lnTo>
                    <a:pt x="11" y="14"/>
                  </a:lnTo>
                  <a:lnTo>
                    <a:pt x="15" y="14"/>
                  </a:lnTo>
                  <a:lnTo>
                    <a:pt x="15" y="13"/>
                  </a:lnTo>
                  <a:lnTo>
                    <a:pt x="20" y="13"/>
                  </a:lnTo>
                  <a:lnTo>
                    <a:pt x="25" y="3"/>
                  </a:lnTo>
                  <a:lnTo>
                    <a:pt x="15" y="0"/>
                  </a:lnTo>
                  <a:lnTo>
                    <a:pt x="15" y="0"/>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4134" name=""/>
            <p:cNvSpPr/>
            <p:nvPr/>
          </p:nvSpPr>
          <p:spPr>
            <a:xfrm>
              <a:off x="6205680" y="5532480"/>
              <a:ext cx="9360" cy="3240"/>
            </a:xfrm>
            <a:custGeom>
              <a:avLst/>
              <a:gdLst/>
              <a:ahLst/>
              <a:rect l="l" t="t" r="r" b="b"/>
              <a:pathLst>
                <a:path w="6" h="2">
                  <a:moveTo>
                    <a:pt x="5" y="1"/>
                  </a:moveTo>
                  <a:lnTo>
                    <a:pt x="5" y="1"/>
                  </a:lnTo>
                  <a:lnTo>
                    <a:pt x="5" y="0"/>
                  </a:lnTo>
                  <a:lnTo>
                    <a:pt x="5" y="0"/>
                  </a:lnTo>
                  <a:lnTo>
                    <a:pt x="5" y="0"/>
                  </a:lnTo>
                  <a:lnTo>
                    <a:pt x="5" y="0"/>
                  </a:lnTo>
                  <a:lnTo>
                    <a:pt x="1" y="0"/>
                  </a:lnTo>
                  <a:lnTo>
                    <a:pt x="0" y="0"/>
                  </a:lnTo>
                  <a:lnTo>
                    <a:pt x="0" y="0"/>
                  </a:lnTo>
                  <a:lnTo>
                    <a:pt x="5" y="1"/>
                  </a:lnTo>
                  <a:lnTo>
                    <a:pt x="5"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4135" name=""/>
            <p:cNvSpPr/>
            <p:nvPr/>
          </p:nvSpPr>
          <p:spPr>
            <a:xfrm>
              <a:off x="6122880" y="5487840"/>
              <a:ext cx="11160" cy="3240"/>
            </a:xfrm>
            <a:custGeom>
              <a:avLst/>
              <a:gdLst/>
              <a:ahLst/>
              <a:rect l="l" t="t" r="r" b="b"/>
              <a:pathLst>
                <a:path w="7" h="2">
                  <a:moveTo>
                    <a:pt x="6" y="0"/>
                  </a:moveTo>
                  <a:lnTo>
                    <a:pt x="4" y="0"/>
                  </a:lnTo>
                  <a:lnTo>
                    <a:pt x="4" y="0"/>
                  </a:lnTo>
                  <a:lnTo>
                    <a:pt x="4" y="0"/>
                  </a:lnTo>
                  <a:lnTo>
                    <a:pt x="2" y="0"/>
                  </a:lnTo>
                  <a:lnTo>
                    <a:pt x="0" y="1"/>
                  </a:lnTo>
                  <a:lnTo>
                    <a:pt x="0" y="1"/>
                  </a:lnTo>
                  <a:lnTo>
                    <a:pt x="0" y="1"/>
                  </a:lnTo>
                  <a:lnTo>
                    <a:pt x="0" y="1"/>
                  </a:lnTo>
                  <a:lnTo>
                    <a:pt x="6" y="0"/>
                  </a:lnTo>
                  <a:lnTo>
                    <a:pt x="6" y="0"/>
                  </a:lnTo>
                </a:path>
              </a:pathLst>
            </a:custGeom>
            <a:solidFill>
              <a:srgbClr val="a1e2ff"/>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4136" name=""/>
            <p:cNvSpPr/>
            <p:nvPr/>
          </p:nvSpPr>
          <p:spPr>
            <a:xfrm>
              <a:off x="6122880" y="5487840"/>
              <a:ext cx="61920" cy="25560"/>
            </a:xfrm>
            <a:custGeom>
              <a:avLst/>
              <a:gdLst/>
              <a:ahLst/>
              <a:rect l="l" t="t" r="r" b="b"/>
              <a:pathLst>
                <a:path w="39" h="16">
                  <a:moveTo>
                    <a:pt x="35" y="12"/>
                  </a:moveTo>
                  <a:lnTo>
                    <a:pt x="35" y="12"/>
                  </a:lnTo>
                  <a:lnTo>
                    <a:pt x="35" y="12"/>
                  </a:lnTo>
                  <a:lnTo>
                    <a:pt x="31" y="12"/>
                  </a:lnTo>
                  <a:lnTo>
                    <a:pt x="31" y="12"/>
                  </a:lnTo>
                  <a:lnTo>
                    <a:pt x="27" y="12"/>
                  </a:lnTo>
                  <a:lnTo>
                    <a:pt x="25" y="12"/>
                  </a:lnTo>
                  <a:lnTo>
                    <a:pt x="25" y="12"/>
                  </a:lnTo>
                  <a:lnTo>
                    <a:pt x="25" y="12"/>
                  </a:lnTo>
                  <a:lnTo>
                    <a:pt x="24" y="12"/>
                  </a:lnTo>
                  <a:lnTo>
                    <a:pt x="22" y="12"/>
                  </a:lnTo>
                  <a:lnTo>
                    <a:pt x="18" y="12"/>
                  </a:lnTo>
                  <a:lnTo>
                    <a:pt x="14" y="12"/>
                  </a:lnTo>
                  <a:lnTo>
                    <a:pt x="11" y="10"/>
                  </a:lnTo>
                  <a:lnTo>
                    <a:pt x="11" y="3"/>
                  </a:lnTo>
                  <a:lnTo>
                    <a:pt x="11" y="2"/>
                  </a:lnTo>
                  <a:lnTo>
                    <a:pt x="7" y="1"/>
                  </a:lnTo>
                  <a:lnTo>
                    <a:pt x="6" y="0"/>
                  </a:lnTo>
                  <a:lnTo>
                    <a:pt x="0" y="1"/>
                  </a:lnTo>
                  <a:lnTo>
                    <a:pt x="4" y="3"/>
                  </a:lnTo>
                  <a:lnTo>
                    <a:pt x="6" y="12"/>
                  </a:lnTo>
                  <a:lnTo>
                    <a:pt x="11" y="12"/>
                  </a:lnTo>
                  <a:lnTo>
                    <a:pt x="11" y="12"/>
                  </a:lnTo>
                  <a:lnTo>
                    <a:pt x="11" y="12"/>
                  </a:lnTo>
                  <a:lnTo>
                    <a:pt x="14" y="15"/>
                  </a:lnTo>
                  <a:lnTo>
                    <a:pt x="20" y="15"/>
                  </a:lnTo>
                  <a:lnTo>
                    <a:pt x="24" y="15"/>
                  </a:lnTo>
                  <a:lnTo>
                    <a:pt x="25" y="15"/>
                  </a:lnTo>
                  <a:lnTo>
                    <a:pt x="25" y="15"/>
                  </a:lnTo>
                  <a:lnTo>
                    <a:pt x="25" y="15"/>
                  </a:lnTo>
                  <a:lnTo>
                    <a:pt x="27" y="15"/>
                  </a:lnTo>
                  <a:lnTo>
                    <a:pt x="31" y="15"/>
                  </a:lnTo>
                  <a:lnTo>
                    <a:pt x="31" y="15"/>
                  </a:lnTo>
                  <a:lnTo>
                    <a:pt x="35" y="15"/>
                  </a:lnTo>
                  <a:lnTo>
                    <a:pt x="38" y="15"/>
                  </a:lnTo>
                  <a:lnTo>
                    <a:pt x="38" y="15"/>
                  </a:lnTo>
                  <a:lnTo>
                    <a:pt x="35" y="12"/>
                  </a:lnTo>
                  <a:lnTo>
                    <a:pt x="35" y="12"/>
                  </a:lnTo>
                </a:path>
              </a:pathLst>
            </a:custGeom>
            <a:solidFill>
              <a:srgbClr val="a1e2ff"/>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4137" name=""/>
            <p:cNvSpPr/>
            <p:nvPr/>
          </p:nvSpPr>
          <p:spPr>
            <a:xfrm>
              <a:off x="6178680" y="5506920"/>
              <a:ext cx="36360" cy="28800"/>
            </a:xfrm>
            <a:custGeom>
              <a:avLst/>
              <a:gdLst/>
              <a:ahLst/>
              <a:rect l="l" t="t" r="r" b="b"/>
              <a:pathLst>
                <a:path w="23" h="18">
                  <a:moveTo>
                    <a:pt x="15" y="12"/>
                  </a:moveTo>
                  <a:lnTo>
                    <a:pt x="15" y="12"/>
                  </a:lnTo>
                  <a:lnTo>
                    <a:pt x="15" y="12"/>
                  </a:lnTo>
                  <a:lnTo>
                    <a:pt x="15" y="12"/>
                  </a:lnTo>
                  <a:lnTo>
                    <a:pt x="8" y="8"/>
                  </a:lnTo>
                  <a:lnTo>
                    <a:pt x="8" y="5"/>
                  </a:lnTo>
                  <a:lnTo>
                    <a:pt x="6" y="3"/>
                  </a:lnTo>
                  <a:lnTo>
                    <a:pt x="6" y="0"/>
                  </a:lnTo>
                  <a:lnTo>
                    <a:pt x="5" y="0"/>
                  </a:lnTo>
                  <a:lnTo>
                    <a:pt x="0" y="0"/>
                  </a:lnTo>
                  <a:lnTo>
                    <a:pt x="3" y="3"/>
                  </a:lnTo>
                  <a:lnTo>
                    <a:pt x="5" y="3"/>
                  </a:lnTo>
                  <a:lnTo>
                    <a:pt x="5" y="5"/>
                  </a:lnTo>
                  <a:lnTo>
                    <a:pt x="6" y="6"/>
                  </a:lnTo>
                  <a:lnTo>
                    <a:pt x="6" y="12"/>
                  </a:lnTo>
                  <a:lnTo>
                    <a:pt x="7" y="16"/>
                  </a:lnTo>
                  <a:lnTo>
                    <a:pt x="8" y="17"/>
                  </a:lnTo>
                  <a:lnTo>
                    <a:pt x="15" y="17"/>
                  </a:lnTo>
                  <a:lnTo>
                    <a:pt x="22" y="16"/>
                  </a:lnTo>
                  <a:lnTo>
                    <a:pt x="22" y="16"/>
                  </a:lnTo>
                  <a:lnTo>
                    <a:pt x="15" y="12"/>
                  </a:lnTo>
                  <a:lnTo>
                    <a:pt x="15" y="12"/>
                  </a:lnTo>
                </a:path>
              </a:pathLst>
            </a:custGeom>
            <a:solidFill>
              <a:srgbClr val="a1e2ff"/>
            </a:solidFill>
            <a:ln w="0">
              <a:noFill/>
            </a:ln>
          </p:spPr>
          <p:style>
            <a:lnRef idx="0"/>
            <a:fillRef idx="0"/>
            <a:effectRef idx="0"/>
            <a:fontRef idx="minor"/>
          </p:style>
          <p:txBody>
            <a:bodyPr lIns="90000" rIns="90000" tIns="-18000" bIns="-18000" anchor="t">
              <a:noAutofit/>
            </a:bodyPr>
            <a:p>
              <a:endParaRPr b="0" lang="en-IN" sz="2400" strike="noStrike" u="none">
                <a:solidFill>
                  <a:srgbClr val="ffffff"/>
                </a:solidFill>
                <a:effectLst/>
                <a:uFillTx/>
                <a:latin typeface="Times New Roman"/>
              </a:endParaRPr>
            </a:p>
          </p:txBody>
        </p:sp>
        <p:sp>
          <p:nvSpPr>
            <p:cNvPr id="4138" name=""/>
            <p:cNvSpPr/>
            <p:nvPr/>
          </p:nvSpPr>
          <p:spPr>
            <a:xfrm>
              <a:off x="6202440" y="5511960"/>
              <a:ext cx="44280" cy="21960"/>
            </a:xfrm>
            <a:custGeom>
              <a:avLst/>
              <a:gdLst/>
              <a:ahLst/>
              <a:rect l="l" t="t" r="r" b="b"/>
              <a:pathLst>
                <a:path w="28" h="14">
                  <a:moveTo>
                    <a:pt x="17" y="0"/>
                  </a:moveTo>
                  <a:lnTo>
                    <a:pt x="17" y="2"/>
                  </a:lnTo>
                  <a:lnTo>
                    <a:pt x="17" y="3"/>
                  </a:lnTo>
                  <a:lnTo>
                    <a:pt x="15" y="3"/>
                  </a:lnTo>
                  <a:lnTo>
                    <a:pt x="12" y="3"/>
                  </a:lnTo>
                  <a:lnTo>
                    <a:pt x="12" y="3"/>
                  </a:lnTo>
                  <a:lnTo>
                    <a:pt x="7" y="3"/>
                  </a:lnTo>
                  <a:lnTo>
                    <a:pt x="7" y="3"/>
                  </a:lnTo>
                  <a:lnTo>
                    <a:pt x="0" y="9"/>
                  </a:lnTo>
                  <a:lnTo>
                    <a:pt x="7" y="13"/>
                  </a:lnTo>
                  <a:lnTo>
                    <a:pt x="7" y="13"/>
                  </a:lnTo>
                  <a:lnTo>
                    <a:pt x="7" y="13"/>
                  </a:lnTo>
                  <a:lnTo>
                    <a:pt x="12" y="13"/>
                  </a:lnTo>
                  <a:lnTo>
                    <a:pt x="12" y="13"/>
                  </a:lnTo>
                  <a:lnTo>
                    <a:pt x="15" y="13"/>
                  </a:lnTo>
                  <a:lnTo>
                    <a:pt x="17" y="13"/>
                  </a:lnTo>
                  <a:lnTo>
                    <a:pt x="22" y="9"/>
                  </a:lnTo>
                  <a:lnTo>
                    <a:pt x="27" y="0"/>
                  </a:lnTo>
                  <a:lnTo>
                    <a:pt x="17" y="0"/>
                  </a:lnTo>
                  <a:lnTo>
                    <a:pt x="17" y="0"/>
                  </a:lnTo>
                </a:path>
              </a:pathLst>
            </a:custGeom>
            <a:solidFill>
              <a:srgbClr val="a1e2ff"/>
            </a:solidFill>
            <a:ln w="0">
              <a:noFill/>
            </a:ln>
          </p:spPr>
          <p:style>
            <a:lnRef idx="0"/>
            <a:fillRef idx="0"/>
            <a:effectRef idx="0"/>
            <a:fontRef idx="minor"/>
          </p:style>
          <p:txBody>
            <a:bodyPr lIns="90000" rIns="90000" tIns="-24840" bIns="-24840" anchor="t">
              <a:noAutofit/>
            </a:bodyPr>
            <a:p>
              <a:endParaRPr b="0" lang="en-IN" sz="2400" strike="noStrike" u="none">
                <a:solidFill>
                  <a:srgbClr val="ffffff"/>
                </a:solidFill>
                <a:effectLst/>
                <a:uFillTx/>
                <a:latin typeface="Times New Roman"/>
              </a:endParaRPr>
            </a:p>
          </p:txBody>
        </p:sp>
        <p:sp>
          <p:nvSpPr>
            <p:cNvPr id="4139" name=""/>
            <p:cNvSpPr/>
            <p:nvPr/>
          </p:nvSpPr>
          <p:spPr>
            <a:xfrm>
              <a:off x="6202440" y="5526000"/>
              <a:ext cx="12600" cy="7920"/>
            </a:xfrm>
            <a:custGeom>
              <a:avLst/>
              <a:gdLst/>
              <a:ahLst/>
              <a:rect l="l" t="t" r="r" b="b"/>
              <a:pathLst>
                <a:path w="8" h="5">
                  <a:moveTo>
                    <a:pt x="7" y="4"/>
                  </a:moveTo>
                  <a:lnTo>
                    <a:pt x="7" y="4"/>
                  </a:lnTo>
                  <a:lnTo>
                    <a:pt x="7" y="4"/>
                  </a:lnTo>
                  <a:lnTo>
                    <a:pt x="7" y="0"/>
                  </a:lnTo>
                  <a:lnTo>
                    <a:pt x="7" y="0"/>
                  </a:lnTo>
                  <a:lnTo>
                    <a:pt x="2" y="0"/>
                  </a:lnTo>
                  <a:lnTo>
                    <a:pt x="2" y="0"/>
                  </a:lnTo>
                  <a:lnTo>
                    <a:pt x="2" y="0"/>
                  </a:lnTo>
                  <a:lnTo>
                    <a:pt x="0" y="4"/>
                  </a:lnTo>
                  <a:lnTo>
                    <a:pt x="7" y="4"/>
                  </a:lnTo>
                  <a:lnTo>
                    <a:pt x="7" y="4"/>
                  </a:lnTo>
                </a:path>
              </a:pathLst>
            </a:custGeom>
            <a:solidFill>
              <a:srgbClr val="a1e2ff"/>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140" name=""/>
            <p:cNvSpPr/>
            <p:nvPr/>
          </p:nvSpPr>
          <p:spPr>
            <a:xfrm>
              <a:off x="6122880" y="5483160"/>
              <a:ext cx="7920" cy="6480"/>
            </a:xfrm>
            <a:custGeom>
              <a:avLst/>
              <a:gdLst/>
              <a:ahLst/>
              <a:rect l="l" t="t" r="r" b="b"/>
              <a:pathLst>
                <a:path w="5" h="4">
                  <a:moveTo>
                    <a:pt x="4" y="0"/>
                  </a:moveTo>
                  <a:lnTo>
                    <a:pt x="4" y="0"/>
                  </a:lnTo>
                  <a:lnTo>
                    <a:pt x="4" y="0"/>
                  </a:lnTo>
                  <a:lnTo>
                    <a:pt x="2" y="0"/>
                  </a:lnTo>
                  <a:lnTo>
                    <a:pt x="0" y="0"/>
                  </a:lnTo>
                  <a:lnTo>
                    <a:pt x="0" y="0"/>
                  </a:lnTo>
                  <a:lnTo>
                    <a:pt x="0" y="0"/>
                  </a:lnTo>
                  <a:lnTo>
                    <a:pt x="0" y="3"/>
                  </a:lnTo>
                  <a:lnTo>
                    <a:pt x="0" y="3"/>
                  </a:lnTo>
                  <a:lnTo>
                    <a:pt x="4" y="0"/>
                  </a:lnTo>
                  <a:lnTo>
                    <a:pt x="4" y="0"/>
                  </a:lnTo>
                </a:path>
              </a:pathLst>
            </a:custGeom>
            <a:solidFill>
              <a:srgbClr val="ffc0b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4141" name=""/>
            <p:cNvSpPr/>
            <p:nvPr/>
          </p:nvSpPr>
          <p:spPr>
            <a:xfrm>
              <a:off x="6122880" y="5483160"/>
              <a:ext cx="57240" cy="25560"/>
            </a:xfrm>
            <a:custGeom>
              <a:avLst/>
              <a:gdLst/>
              <a:ahLst/>
              <a:rect l="l" t="t" r="r" b="b"/>
              <a:pathLst>
                <a:path w="36" h="16">
                  <a:moveTo>
                    <a:pt x="35" y="12"/>
                  </a:moveTo>
                  <a:lnTo>
                    <a:pt x="35" y="12"/>
                  </a:lnTo>
                  <a:lnTo>
                    <a:pt x="31" y="12"/>
                  </a:lnTo>
                  <a:lnTo>
                    <a:pt x="31" y="12"/>
                  </a:lnTo>
                  <a:lnTo>
                    <a:pt x="31" y="12"/>
                  </a:lnTo>
                  <a:lnTo>
                    <a:pt x="25" y="12"/>
                  </a:lnTo>
                  <a:lnTo>
                    <a:pt x="25" y="12"/>
                  </a:lnTo>
                  <a:lnTo>
                    <a:pt x="25" y="12"/>
                  </a:lnTo>
                  <a:lnTo>
                    <a:pt x="24" y="12"/>
                  </a:lnTo>
                  <a:lnTo>
                    <a:pt x="24" y="6"/>
                  </a:lnTo>
                  <a:lnTo>
                    <a:pt x="20" y="6"/>
                  </a:lnTo>
                  <a:lnTo>
                    <a:pt x="18" y="6"/>
                  </a:lnTo>
                  <a:lnTo>
                    <a:pt x="11" y="5"/>
                  </a:lnTo>
                  <a:lnTo>
                    <a:pt x="11" y="4"/>
                  </a:lnTo>
                  <a:lnTo>
                    <a:pt x="11" y="4"/>
                  </a:lnTo>
                  <a:lnTo>
                    <a:pt x="11" y="3"/>
                  </a:lnTo>
                  <a:lnTo>
                    <a:pt x="7" y="3"/>
                  </a:lnTo>
                  <a:lnTo>
                    <a:pt x="4" y="0"/>
                  </a:lnTo>
                  <a:lnTo>
                    <a:pt x="0" y="3"/>
                  </a:lnTo>
                  <a:lnTo>
                    <a:pt x="4" y="4"/>
                  </a:lnTo>
                  <a:lnTo>
                    <a:pt x="4" y="5"/>
                  </a:lnTo>
                  <a:lnTo>
                    <a:pt x="7" y="6"/>
                  </a:lnTo>
                  <a:lnTo>
                    <a:pt x="11" y="12"/>
                  </a:lnTo>
                  <a:lnTo>
                    <a:pt x="11" y="15"/>
                  </a:lnTo>
                  <a:lnTo>
                    <a:pt x="11" y="15"/>
                  </a:lnTo>
                  <a:lnTo>
                    <a:pt x="18" y="15"/>
                  </a:lnTo>
                  <a:lnTo>
                    <a:pt x="22" y="15"/>
                  </a:lnTo>
                  <a:lnTo>
                    <a:pt x="24" y="15"/>
                  </a:lnTo>
                  <a:lnTo>
                    <a:pt x="25" y="15"/>
                  </a:lnTo>
                  <a:lnTo>
                    <a:pt x="25" y="15"/>
                  </a:lnTo>
                  <a:lnTo>
                    <a:pt x="25" y="15"/>
                  </a:lnTo>
                  <a:lnTo>
                    <a:pt x="31" y="15"/>
                  </a:lnTo>
                  <a:lnTo>
                    <a:pt x="31" y="15"/>
                  </a:lnTo>
                  <a:lnTo>
                    <a:pt x="35" y="15"/>
                  </a:lnTo>
                  <a:lnTo>
                    <a:pt x="35" y="15"/>
                  </a:lnTo>
                  <a:lnTo>
                    <a:pt x="35" y="15"/>
                  </a:lnTo>
                  <a:lnTo>
                    <a:pt x="35" y="12"/>
                  </a:lnTo>
                  <a:lnTo>
                    <a:pt x="35" y="12"/>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4142" name=""/>
            <p:cNvSpPr/>
            <p:nvPr/>
          </p:nvSpPr>
          <p:spPr>
            <a:xfrm>
              <a:off x="6178680" y="5502240"/>
              <a:ext cx="29880" cy="31680"/>
            </a:xfrm>
            <a:custGeom>
              <a:avLst/>
              <a:gdLst/>
              <a:ahLst/>
              <a:rect l="l" t="t" r="r" b="b"/>
              <a:pathLst>
                <a:path w="19" h="20">
                  <a:moveTo>
                    <a:pt x="15" y="9"/>
                  </a:moveTo>
                  <a:lnTo>
                    <a:pt x="15" y="9"/>
                  </a:lnTo>
                  <a:lnTo>
                    <a:pt x="15" y="9"/>
                  </a:lnTo>
                  <a:lnTo>
                    <a:pt x="12" y="9"/>
                  </a:lnTo>
                  <a:lnTo>
                    <a:pt x="8" y="8"/>
                  </a:lnTo>
                  <a:lnTo>
                    <a:pt x="7" y="6"/>
                  </a:lnTo>
                  <a:lnTo>
                    <a:pt x="6" y="3"/>
                  </a:lnTo>
                  <a:lnTo>
                    <a:pt x="6" y="3"/>
                  </a:lnTo>
                  <a:lnTo>
                    <a:pt x="5" y="0"/>
                  </a:lnTo>
                  <a:lnTo>
                    <a:pt x="0" y="0"/>
                  </a:lnTo>
                  <a:lnTo>
                    <a:pt x="0" y="3"/>
                  </a:lnTo>
                  <a:lnTo>
                    <a:pt x="0" y="3"/>
                  </a:lnTo>
                  <a:lnTo>
                    <a:pt x="5" y="3"/>
                  </a:lnTo>
                  <a:lnTo>
                    <a:pt x="6" y="6"/>
                  </a:lnTo>
                  <a:lnTo>
                    <a:pt x="6" y="8"/>
                  </a:lnTo>
                  <a:lnTo>
                    <a:pt x="6" y="11"/>
                  </a:lnTo>
                  <a:lnTo>
                    <a:pt x="8" y="19"/>
                  </a:lnTo>
                  <a:lnTo>
                    <a:pt x="15" y="19"/>
                  </a:lnTo>
                  <a:lnTo>
                    <a:pt x="18" y="19"/>
                  </a:lnTo>
                  <a:lnTo>
                    <a:pt x="18" y="19"/>
                  </a:lnTo>
                  <a:lnTo>
                    <a:pt x="15" y="9"/>
                  </a:lnTo>
                  <a:lnTo>
                    <a:pt x="15" y="9"/>
                  </a:lnTo>
                </a:path>
              </a:pathLst>
            </a:custGeom>
            <a:solidFill>
              <a:srgbClr val="ffc0b6"/>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4143" name=""/>
            <p:cNvSpPr/>
            <p:nvPr/>
          </p:nvSpPr>
          <p:spPr>
            <a:xfrm>
              <a:off x="6202440" y="5506920"/>
              <a:ext cx="44280" cy="27000"/>
            </a:xfrm>
            <a:custGeom>
              <a:avLst/>
              <a:gdLst/>
              <a:ahLst/>
              <a:rect l="l" t="t" r="r" b="b"/>
              <a:pathLst>
                <a:path w="28" h="17">
                  <a:moveTo>
                    <a:pt x="21" y="0"/>
                  </a:moveTo>
                  <a:lnTo>
                    <a:pt x="17" y="3"/>
                  </a:lnTo>
                  <a:lnTo>
                    <a:pt x="17" y="5"/>
                  </a:lnTo>
                  <a:lnTo>
                    <a:pt x="15" y="5"/>
                  </a:lnTo>
                  <a:lnTo>
                    <a:pt x="12" y="5"/>
                  </a:lnTo>
                  <a:lnTo>
                    <a:pt x="10" y="5"/>
                  </a:lnTo>
                  <a:lnTo>
                    <a:pt x="7" y="3"/>
                  </a:lnTo>
                  <a:lnTo>
                    <a:pt x="3" y="5"/>
                  </a:lnTo>
                  <a:lnTo>
                    <a:pt x="0" y="6"/>
                  </a:lnTo>
                  <a:lnTo>
                    <a:pt x="3" y="16"/>
                  </a:lnTo>
                  <a:lnTo>
                    <a:pt x="7" y="12"/>
                  </a:lnTo>
                  <a:lnTo>
                    <a:pt x="7" y="12"/>
                  </a:lnTo>
                  <a:lnTo>
                    <a:pt x="10" y="12"/>
                  </a:lnTo>
                  <a:lnTo>
                    <a:pt x="12" y="12"/>
                  </a:lnTo>
                  <a:lnTo>
                    <a:pt x="15" y="12"/>
                  </a:lnTo>
                  <a:lnTo>
                    <a:pt x="17" y="12"/>
                  </a:lnTo>
                  <a:lnTo>
                    <a:pt x="22" y="6"/>
                  </a:lnTo>
                  <a:lnTo>
                    <a:pt x="27" y="3"/>
                  </a:lnTo>
                  <a:lnTo>
                    <a:pt x="21" y="0"/>
                  </a:lnTo>
                  <a:lnTo>
                    <a:pt x="21" y="0"/>
                  </a:lnTo>
                </a:path>
              </a:pathLst>
            </a:custGeom>
            <a:solidFill>
              <a:srgbClr val="ffc0b6"/>
            </a:solidFill>
            <a:ln w="0">
              <a:noFill/>
            </a:ln>
          </p:spPr>
          <p:style>
            <a:lnRef idx="0"/>
            <a:fillRef idx="0"/>
            <a:effectRef idx="0"/>
            <a:fontRef idx="minor"/>
          </p:style>
          <p:txBody>
            <a:bodyPr lIns="90000" rIns="90000" tIns="-19800" bIns="-19800" anchor="t">
              <a:noAutofit/>
            </a:bodyPr>
            <a:p>
              <a:endParaRPr b="0" lang="en-IN" sz="2400" strike="noStrike" u="none">
                <a:solidFill>
                  <a:srgbClr val="ffffff"/>
                </a:solidFill>
                <a:effectLst/>
                <a:uFillTx/>
                <a:latin typeface="Times New Roman"/>
              </a:endParaRPr>
            </a:p>
          </p:txBody>
        </p:sp>
        <p:sp>
          <p:nvSpPr>
            <p:cNvPr id="4144" name=""/>
            <p:cNvSpPr/>
            <p:nvPr/>
          </p:nvSpPr>
          <p:spPr>
            <a:xfrm>
              <a:off x="6202440" y="5514840"/>
              <a:ext cx="12600" cy="12960"/>
            </a:xfrm>
            <a:custGeom>
              <a:avLst/>
              <a:gdLst/>
              <a:ahLst/>
              <a:rect l="l" t="t" r="r" b="b"/>
              <a:pathLst>
                <a:path w="8" h="8">
                  <a:moveTo>
                    <a:pt x="7" y="7"/>
                  </a:moveTo>
                  <a:lnTo>
                    <a:pt x="7" y="7"/>
                  </a:lnTo>
                  <a:lnTo>
                    <a:pt x="7" y="3"/>
                  </a:lnTo>
                  <a:lnTo>
                    <a:pt x="3" y="1"/>
                  </a:lnTo>
                  <a:lnTo>
                    <a:pt x="2" y="1"/>
                  </a:lnTo>
                  <a:lnTo>
                    <a:pt x="2" y="0"/>
                  </a:lnTo>
                  <a:lnTo>
                    <a:pt x="0" y="0"/>
                  </a:lnTo>
                  <a:lnTo>
                    <a:pt x="0" y="1"/>
                  </a:lnTo>
                  <a:lnTo>
                    <a:pt x="0" y="1"/>
                  </a:lnTo>
                  <a:lnTo>
                    <a:pt x="7" y="7"/>
                  </a:lnTo>
                  <a:lnTo>
                    <a:pt x="7" y="7"/>
                  </a:lnTo>
                </a:path>
              </a:pathLst>
            </a:custGeom>
            <a:solidFill>
              <a:srgbClr val="ffc0b6"/>
            </a:solidFill>
            <a:ln w="0">
              <a:noFill/>
            </a:ln>
          </p:spPr>
          <p:style>
            <a:lnRef idx="0"/>
            <a:fillRef idx="0"/>
            <a:effectRef idx="0"/>
            <a:fontRef idx="minor"/>
          </p:style>
          <p:txBody>
            <a:bodyPr lIns="90000" rIns="90000" tIns="-33840" bIns="-33840" anchor="t">
              <a:noAutofit/>
            </a:bodyPr>
            <a:p>
              <a:endParaRPr b="0" lang="en-IN" sz="2400" strike="noStrike" u="none">
                <a:solidFill>
                  <a:srgbClr val="ffffff"/>
                </a:solidFill>
                <a:effectLst/>
                <a:uFillTx/>
                <a:latin typeface="Times New Roman"/>
              </a:endParaRPr>
            </a:p>
          </p:txBody>
        </p:sp>
        <p:sp>
          <p:nvSpPr>
            <p:cNvPr id="4145" name=""/>
            <p:cNvSpPr/>
            <p:nvPr/>
          </p:nvSpPr>
          <p:spPr>
            <a:xfrm>
              <a:off x="6122880" y="5481720"/>
              <a:ext cx="7920" cy="3240"/>
            </a:xfrm>
            <a:custGeom>
              <a:avLst/>
              <a:gdLst/>
              <a:ahLst/>
              <a:rect l="l" t="t" r="r" b="b"/>
              <a:pathLst>
                <a:path w="5" h="2">
                  <a:moveTo>
                    <a:pt x="4" y="1"/>
                  </a:moveTo>
                  <a:lnTo>
                    <a:pt x="4" y="0"/>
                  </a:lnTo>
                  <a:lnTo>
                    <a:pt x="2" y="0"/>
                  </a:lnTo>
                  <a:lnTo>
                    <a:pt x="0" y="0"/>
                  </a:lnTo>
                  <a:lnTo>
                    <a:pt x="0" y="1"/>
                  </a:lnTo>
                  <a:lnTo>
                    <a:pt x="0" y="1"/>
                  </a:lnTo>
                  <a:lnTo>
                    <a:pt x="0" y="1"/>
                  </a:lnTo>
                  <a:lnTo>
                    <a:pt x="0" y="1"/>
                  </a:lnTo>
                  <a:lnTo>
                    <a:pt x="0" y="1"/>
                  </a:lnTo>
                  <a:lnTo>
                    <a:pt x="4" y="1"/>
                  </a:lnTo>
                  <a:lnTo>
                    <a:pt x="4"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4146" name=""/>
            <p:cNvSpPr/>
            <p:nvPr/>
          </p:nvSpPr>
          <p:spPr>
            <a:xfrm>
              <a:off x="6122880" y="5483160"/>
              <a:ext cx="57240" cy="25560"/>
            </a:xfrm>
            <a:custGeom>
              <a:avLst/>
              <a:gdLst/>
              <a:ahLst/>
              <a:rect l="l" t="t" r="r" b="b"/>
              <a:pathLst>
                <a:path w="36" h="16">
                  <a:moveTo>
                    <a:pt x="31" y="4"/>
                  </a:moveTo>
                  <a:lnTo>
                    <a:pt x="31" y="4"/>
                  </a:lnTo>
                  <a:lnTo>
                    <a:pt x="31" y="4"/>
                  </a:lnTo>
                  <a:lnTo>
                    <a:pt x="31" y="4"/>
                  </a:lnTo>
                  <a:lnTo>
                    <a:pt x="27" y="4"/>
                  </a:lnTo>
                  <a:lnTo>
                    <a:pt x="25" y="4"/>
                  </a:lnTo>
                  <a:lnTo>
                    <a:pt x="25" y="4"/>
                  </a:lnTo>
                  <a:lnTo>
                    <a:pt x="25" y="4"/>
                  </a:lnTo>
                  <a:lnTo>
                    <a:pt x="24" y="4"/>
                  </a:lnTo>
                  <a:lnTo>
                    <a:pt x="24" y="4"/>
                  </a:lnTo>
                  <a:lnTo>
                    <a:pt x="20" y="4"/>
                  </a:lnTo>
                  <a:lnTo>
                    <a:pt x="14" y="4"/>
                  </a:lnTo>
                  <a:lnTo>
                    <a:pt x="11" y="3"/>
                  </a:lnTo>
                  <a:lnTo>
                    <a:pt x="11" y="3"/>
                  </a:lnTo>
                  <a:lnTo>
                    <a:pt x="11" y="0"/>
                  </a:lnTo>
                  <a:lnTo>
                    <a:pt x="7" y="0"/>
                  </a:lnTo>
                  <a:lnTo>
                    <a:pt x="7" y="0"/>
                  </a:lnTo>
                  <a:lnTo>
                    <a:pt x="4" y="0"/>
                  </a:lnTo>
                  <a:lnTo>
                    <a:pt x="0" y="0"/>
                  </a:lnTo>
                  <a:lnTo>
                    <a:pt x="2" y="0"/>
                  </a:lnTo>
                  <a:lnTo>
                    <a:pt x="4" y="3"/>
                  </a:lnTo>
                  <a:lnTo>
                    <a:pt x="7" y="4"/>
                  </a:lnTo>
                  <a:lnTo>
                    <a:pt x="11" y="4"/>
                  </a:lnTo>
                  <a:lnTo>
                    <a:pt x="11" y="5"/>
                  </a:lnTo>
                  <a:lnTo>
                    <a:pt x="11" y="6"/>
                  </a:lnTo>
                  <a:lnTo>
                    <a:pt x="18" y="6"/>
                  </a:lnTo>
                  <a:lnTo>
                    <a:pt x="20" y="12"/>
                  </a:lnTo>
                  <a:lnTo>
                    <a:pt x="24" y="12"/>
                  </a:lnTo>
                  <a:lnTo>
                    <a:pt x="25" y="13"/>
                  </a:lnTo>
                  <a:lnTo>
                    <a:pt x="25" y="15"/>
                  </a:lnTo>
                  <a:lnTo>
                    <a:pt x="25" y="15"/>
                  </a:lnTo>
                  <a:lnTo>
                    <a:pt x="27" y="15"/>
                  </a:lnTo>
                  <a:lnTo>
                    <a:pt x="31" y="13"/>
                  </a:lnTo>
                  <a:lnTo>
                    <a:pt x="31" y="13"/>
                  </a:lnTo>
                  <a:lnTo>
                    <a:pt x="35" y="12"/>
                  </a:lnTo>
                  <a:lnTo>
                    <a:pt x="35" y="12"/>
                  </a:lnTo>
                  <a:lnTo>
                    <a:pt x="31" y="4"/>
                  </a:lnTo>
                  <a:lnTo>
                    <a:pt x="31" y="4"/>
                  </a:lnTo>
                </a:path>
              </a:pathLst>
            </a:custGeom>
            <a:solidFill>
              <a:srgbClr val="ffc0b6"/>
            </a:solidFill>
            <a:ln w="0">
              <a:noFill/>
            </a:ln>
          </p:spPr>
          <p:style>
            <a:lnRef idx="0"/>
            <a:fillRef idx="0"/>
            <a:effectRef idx="0"/>
            <a:fontRef idx="minor"/>
          </p:style>
          <p:txBody>
            <a:bodyPr lIns="90000" rIns="90000" tIns="-21240" bIns="-21240" anchor="t">
              <a:noAutofit/>
            </a:bodyPr>
            <a:p>
              <a:endParaRPr b="0" lang="en-IN" sz="2400" strike="noStrike" u="none">
                <a:solidFill>
                  <a:srgbClr val="ffffff"/>
                </a:solidFill>
                <a:effectLst/>
                <a:uFillTx/>
                <a:latin typeface="Times New Roman"/>
              </a:endParaRPr>
            </a:p>
          </p:txBody>
        </p:sp>
        <p:sp>
          <p:nvSpPr>
            <p:cNvPr id="4147" name=""/>
            <p:cNvSpPr/>
            <p:nvPr/>
          </p:nvSpPr>
          <p:spPr>
            <a:xfrm>
              <a:off x="6172200" y="5489640"/>
              <a:ext cx="34920" cy="38160"/>
            </a:xfrm>
            <a:custGeom>
              <a:avLst/>
              <a:gdLst/>
              <a:ahLst/>
              <a:rect l="l" t="t" r="r" b="b"/>
              <a:pathLst>
                <a:path w="22" h="24">
                  <a:moveTo>
                    <a:pt x="12" y="14"/>
                  </a:moveTo>
                  <a:lnTo>
                    <a:pt x="12" y="14"/>
                  </a:lnTo>
                  <a:lnTo>
                    <a:pt x="16" y="14"/>
                  </a:lnTo>
                  <a:lnTo>
                    <a:pt x="12" y="14"/>
                  </a:lnTo>
                  <a:lnTo>
                    <a:pt x="12" y="14"/>
                  </a:lnTo>
                  <a:lnTo>
                    <a:pt x="11" y="11"/>
                  </a:lnTo>
                  <a:lnTo>
                    <a:pt x="10" y="9"/>
                  </a:lnTo>
                  <a:lnTo>
                    <a:pt x="10" y="2"/>
                  </a:lnTo>
                  <a:lnTo>
                    <a:pt x="9" y="0"/>
                  </a:lnTo>
                  <a:lnTo>
                    <a:pt x="0" y="0"/>
                  </a:lnTo>
                  <a:lnTo>
                    <a:pt x="4" y="8"/>
                  </a:lnTo>
                  <a:lnTo>
                    <a:pt x="4" y="8"/>
                  </a:lnTo>
                  <a:lnTo>
                    <a:pt x="7" y="11"/>
                  </a:lnTo>
                  <a:lnTo>
                    <a:pt x="9" y="11"/>
                  </a:lnTo>
                  <a:lnTo>
                    <a:pt x="10" y="14"/>
                  </a:lnTo>
                  <a:lnTo>
                    <a:pt x="10" y="16"/>
                  </a:lnTo>
                  <a:lnTo>
                    <a:pt x="11" y="17"/>
                  </a:lnTo>
                  <a:lnTo>
                    <a:pt x="16" y="23"/>
                  </a:lnTo>
                  <a:lnTo>
                    <a:pt x="21" y="17"/>
                  </a:lnTo>
                  <a:lnTo>
                    <a:pt x="21" y="17"/>
                  </a:lnTo>
                  <a:lnTo>
                    <a:pt x="12" y="14"/>
                  </a:lnTo>
                  <a:lnTo>
                    <a:pt x="12" y="14"/>
                  </a:lnTo>
                </a:path>
              </a:pathLst>
            </a:custGeom>
            <a:solidFill>
              <a:srgbClr val="ffc0b6"/>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148" name=""/>
            <p:cNvSpPr/>
            <p:nvPr/>
          </p:nvSpPr>
          <p:spPr>
            <a:xfrm>
              <a:off x="6191280" y="5506920"/>
              <a:ext cx="55440" cy="14400"/>
            </a:xfrm>
            <a:custGeom>
              <a:avLst/>
              <a:gdLst/>
              <a:ahLst/>
              <a:rect l="l" t="t" r="r" b="b"/>
              <a:pathLst>
                <a:path w="35" h="9">
                  <a:moveTo>
                    <a:pt x="28" y="0"/>
                  </a:moveTo>
                  <a:lnTo>
                    <a:pt x="24" y="0"/>
                  </a:lnTo>
                  <a:lnTo>
                    <a:pt x="24" y="3"/>
                  </a:lnTo>
                  <a:lnTo>
                    <a:pt x="20" y="3"/>
                  </a:lnTo>
                  <a:lnTo>
                    <a:pt x="19" y="3"/>
                  </a:lnTo>
                  <a:lnTo>
                    <a:pt x="17" y="3"/>
                  </a:lnTo>
                  <a:lnTo>
                    <a:pt x="14" y="3"/>
                  </a:lnTo>
                  <a:lnTo>
                    <a:pt x="9" y="3"/>
                  </a:lnTo>
                  <a:lnTo>
                    <a:pt x="0" y="3"/>
                  </a:lnTo>
                  <a:lnTo>
                    <a:pt x="9" y="6"/>
                  </a:lnTo>
                  <a:lnTo>
                    <a:pt x="10" y="6"/>
                  </a:lnTo>
                  <a:lnTo>
                    <a:pt x="14" y="6"/>
                  </a:lnTo>
                  <a:lnTo>
                    <a:pt x="14" y="6"/>
                  </a:lnTo>
                  <a:lnTo>
                    <a:pt x="19" y="8"/>
                  </a:lnTo>
                  <a:lnTo>
                    <a:pt x="20" y="8"/>
                  </a:lnTo>
                  <a:lnTo>
                    <a:pt x="24" y="6"/>
                  </a:lnTo>
                  <a:lnTo>
                    <a:pt x="29" y="3"/>
                  </a:lnTo>
                  <a:lnTo>
                    <a:pt x="34" y="0"/>
                  </a:lnTo>
                  <a:lnTo>
                    <a:pt x="28" y="0"/>
                  </a:lnTo>
                  <a:lnTo>
                    <a:pt x="28"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4149" name=""/>
            <p:cNvSpPr/>
            <p:nvPr/>
          </p:nvSpPr>
          <p:spPr>
            <a:xfrm>
              <a:off x="6191280" y="5511960"/>
              <a:ext cx="15840" cy="6120"/>
            </a:xfrm>
            <a:custGeom>
              <a:avLst/>
              <a:gdLst/>
              <a:ahLst/>
              <a:rect l="l" t="t" r="r" b="b"/>
              <a:pathLst>
                <a:path w="10" h="4">
                  <a:moveTo>
                    <a:pt x="9" y="3"/>
                  </a:moveTo>
                  <a:lnTo>
                    <a:pt x="9" y="2"/>
                  </a:lnTo>
                  <a:lnTo>
                    <a:pt x="9" y="2"/>
                  </a:lnTo>
                  <a:lnTo>
                    <a:pt x="9" y="0"/>
                  </a:lnTo>
                  <a:lnTo>
                    <a:pt x="9" y="0"/>
                  </a:lnTo>
                  <a:lnTo>
                    <a:pt x="7" y="0"/>
                  </a:lnTo>
                  <a:lnTo>
                    <a:pt x="7" y="0"/>
                  </a:lnTo>
                  <a:lnTo>
                    <a:pt x="4" y="0"/>
                  </a:lnTo>
                  <a:lnTo>
                    <a:pt x="0" y="2"/>
                  </a:lnTo>
                  <a:lnTo>
                    <a:pt x="9" y="3"/>
                  </a:lnTo>
                  <a:lnTo>
                    <a:pt x="9"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4150" name=""/>
            <p:cNvSpPr/>
            <p:nvPr/>
          </p:nvSpPr>
          <p:spPr>
            <a:xfrm>
              <a:off x="6122880" y="5468760"/>
              <a:ext cx="7920" cy="14400"/>
            </a:xfrm>
            <a:custGeom>
              <a:avLst/>
              <a:gdLst/>
              <a:ahLst/>
              <a:rect l="l" t="t" r="r" b="b"/>
              <a:pathLst>
                <a:path w="5" h="9">
                  <a:moveTo>
                    <a:pt x="4" y="0"/>
                  </a:moveTo>
                  <a:lnTo>
                    <a:pt x="4" y="0"/>
                  </a:lnTo>
                  <a:lnTo>
                    <a:pt x="2" y="0"/>
                  </a:lnTo>
                  <a:lnTo>
                    <a:pt x="0" y="0"/>
                  </a:lnTo>
                  <a:lnTo>
                    <a:pt x="0" y="0"/>
                  </a:lnTo>
                  <a:lnTo>
                    <a:pt x="0" y="4"/>
                  </a:lnTo>
                  <a:lnTo>
                    <a:pt x="0" y="4"/>
                  </a:lnTo>
                  <a:lnTo>
                    <a:pt x="0" y="4"/>
                  </a:lnTo>
                  <a:lnTo>
                    <a:pt x="0" y="8"/>
                  </a:lnTo>
                  <a:lnTo>
                    <a:pt x="4" y="0"/>
                  </a:lnTo>
                  <a:lnTo>
                    <a:pt x="4" y="0"/>
                  </a:lnTo>
                </a:path>
              </a:pathLst>
            </a:custGeom>
            <a:solidFill>
              <a:srgbClr val="ffe0e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4151" name=""/>
            <p:cNvSpPr/>
            <p:nvPr/>
          </p:nvSpPr>
          <p:spPr>
            <a:xfrm>
              <a:off x="6122880" y="5468760"/>
              <a:ext cx="57240" cy="24120"/>
            </a:xfrm>
            <a:custGeom>
              <a:avLst/>
              <a:gdLst/>
              <a:ahLst/>
              <a:rect l="l" t="t" r="r" b="b"/>
              <a:pathLst>
                <a:path w="36" h="15">
                  <a:moveTo>
                    <a:pt x="31" y="12"/>
                  </a:moveTo>
                  <a:lnTo>
                    <a:pt x="31" y="12"/>
                  </a:lnTo>
                  <a:lnTo>
                    <a:pt x="31" y="12"/>
                  </a:lnTo>
                  <a:lnTo>
                    <a:pt x="31" y="12"/>
                  </a:lnTo>
                  <a:lnTo>
                    <a:pt x="25" y="12"/>
                  </a:lnTo>
                  <a:lnTo>
                    <a:pt x="25" y="12"/>
                  </a:lnTo>
                  <a:lnTo>
                    <a:pt x="25" y="12"/>
                  </a:lnTo>
                  <a:lnTo>
                    <a:pt x="25" y="12"/>
                  </a:lnTo>
                  <a:lnTo>
                    <a:pt x="24" y="9"/>
                  </a:lnTo>
                  <a:lnTo>
                    <a:pt x="22" y="9"/>
                  </a:lnTo>
                  <a:lnTo>
                    <a:pt x="18" y="9"/>
                  </a:lnTo>
                  <a:lnTo>
                    <a:pt x="14" y="9"/>
                  </a:lnTo>
                  <a:lnTo>
                    <a:pt x="11" y="9"/>
                  </a:lnTo>
                  <a:lnTo>
                    <a:pt x="11" y="9"/>
                  </a:lnTo>
                  <a:lnTo>
                    <a:pt x="11" y="9"/>
                  </a:lnTo>
                  <a:lnTo>
                    <a:pt x="7" y="8"/>
                  </a:lnTo>
                  <a:lnTo>
                    <a:pt x="6" y="4"/>
                  </a:lnTo>
                  <a:lnTo>
                    <a:pt x="4" y="0"/>
                  </a:lnTo>
                  <a:lnTo>
                    <a:pt x="0" y="8"/>
                  </a:lnTo>
                  <a:lnTo>
                    <a:pt x="2" y="9"/>
                  </a:lnTo>
                  <a:lnTo>
                    <a:pt x="4" y="9"/>
                  </a:lnTo>
                  <a:lnTo>
                    <a:pt x="7" y="9"/>
                  </a:lnTo>
                  <a:lnTo>
                    <a:pt x="11" y="12"/>
                  </a:lnTo>
                  <a:lnTo>
                    <a:pt x="11" y="12"/>
                  </a:lnTo>
                  <a:lnTo>
                    <a:pt x="11" y="13"/>
                  </a:lnTo>
                  <a:lnTo>
                    <a:pt x="14" y="13"/>
                  </a:lnTo>
                  <a:lnTo>
                    <a:pt x="20" y="13"/>
                  </a:lnTo>
                  <a:lnTo>
                    <a:pt x="24" y="13"/>
                  </a:lnTo>
                  <a:lnTo>
                    <a:pt x="24" y="13"/>
                  </a:lnTo>
                  <a:lnTo>
                    <a:pt x="25" y="14"/>
                  </a:lnTo>
                  <a:lnTo>
                    <a:pt x="25" y="14"/>
                  </a:lnTo>
                  <a:lnTo>
                    <a:pt x="25" y="14"/>
                  </a:lnTo>
                  <a:lnTo>
                    <a:pt x="31" y="14"/>
                  </a:lnTo>
                  <a:lnTo>
                    <a:pt x="31" y="13"/>
                  </a:lnTo>
                  <a:lnTo>
                    <a:pt x="35" y="13"/>
                  </a:lnTo>
                  <a:lnTo>
                    <a:pt x="35" y="13"/>
                  </a:lnTo>
                  <a:lnTo>
                    <a:pt x="31" y="12"/>
                  </a:lnTo>
                  <a:lnTo>
                    <a:pt x="31" y="12"/>
                  </a:lnTo>
                </a:path>
              </a:pathLst>
            </a:custGeom>
            <a:solidFill>
              <a:srgbClr val="ffe0e6"/>
            </a:solidFill>
            <a:ln w="0">
              <a:noFill/>
            </a:ln>
          </p:spPr>
          <p:style>
            <a:lnRef idx="0"/>
            <a:fillRef idx="0"/>
            <a:effectRef idx="0"/>
            <a:fontRef idx="minor"/>
          </p:style>
          <p:txBody>
            <a:bodyPr lIns="90000" rIns="90000" tIns="-22680" bIns="-22680" anchor="t">
              <a:noAutofit/>
            </a:bodyPr>
            <a:p>
              <a:endParaRPr b="0" lang="en-IN" sz="2400" strike="noStrike" u="none">
                <a:solidFill>
                  <a:srgbClr val="ffffff"/>
                </a:solidFill>
                <a:effectLst/>
                <a:uFillTx/>
                <a:latin typeface="Times New Roman"/>
              </a:endParaRPr>
            </a:p>
          </p:txBody>
        </p:sp>
        <p:sp>
          <p:nvSpPr>
            <p:cNvPr id="4152" name=""/>
            <p:cNvSpPr/>
            <p:nvPr/>
          </p:nvSpPr>
          <p:spPr>
            <a:xfrm>
              <a:off x="6172200" y="5487840"/>
              <a:ext cx="31680" cy="28800"/>
            </a:xfrm>
            <a:custGeom>
              <a:avLst/>
              <a:gdLst/>
              <a:ahLst/>
              <a:rect l="l" t="t" r="r" b="b"/>
              <a:pathLst>
                <a:path w="20" h="18">
                  <a:moveTo>
                    <a:pt x="12" y="12"/>
                  </a:moveTo>
                  <a:lnTo>
                    <a:pt x="12" y="12"/>
                  </a:lnTo>
                  <a:lnTo>
                    <a:pt x="12" y="12"/>
                  </a:lnTo>
                  <a:lnTo>
                    <a:pt x="12" y="12"/>
                  </a:lnTo>
                  <a:lnTo>
                    <a:pt x="11" y="12"/>
                  </a:lnTo>
                  <a:lnTo>
                    <a:pt x="10" y="10"/>
                  </a:lnTo>
                  <a:lnTo>
                    <a:pt x="10" y="2"/>
                  </a:lnTo>
                  <a:lnTo>
                    <a:pt x="9" y="1"/>
                  </a:lnTo>
                  <a:lnTo>
                    <a:pt x="7" y="0"/>
                  </a:lnTo>
                  <a:lnTo>
                    <a:pt x="0" y="0"/>
                  </a:lnTo>
                  <a:lnTo>
                    <a:pt x="4" y="1"/>
                  </a:lnTo>
                  <a:lnTo>
                    <a:pt x="0" y="1"/>
                  </a:lnTo>
                  <a:lnTo>
                    <a:pt x="4" y="2"/>
                  </a:lnTo>
                  <a:lnTo>
                    <a:pt x="9" y="9"/>
                  </a:lnTo>
                  <a:lnTo>
                    <a:pt x="10" y="12"/>
                  </a:lnTo>
                  <a:lnTo>
                    <a:pt x="10" y="12"/>
                  </a:lnTo>
                  <a:lnTo>
                    <a:pt x="10" y="15"/>
                  </a:lnTo>
                  <a:lnTo>
                    <a:pt x="12" y="17"/>
                  </a:lnTo>
                  <a:lnTo>
                    <a:pt x="19" y="17"/>
                  </a:lnTo>
                  <a:lnTo>
                    <a:pt x="19" y="17"/>
                  </a:lnTo>
                  <a:lnTo>
                    <a:pt x="12" y="12"/>
                  </a:lnTo>
                  <a:lnTo>
                    <a:pt x="12" y="12"/>
                  </a:lnTo>
                </a:path>
              </a:pathLst>
            </a:custGeom>
            <a:solidFill>
              <a:srgbClr val="ffe0e6"/>
            </a:solidFill>
            <a:ln w="0">
              <a:noFill/>
            </a:ln>
          </p:spPr>
          <p:style>
            <a:lnRef idx="0"/>
            <a:fillRef idx="0"/>
            <a:effectRef idx="0"/>
            <a:fontRef idx="minor"/>
          </p:style>
          <p:txBody>
            <a:bodyPr lIns="90000" rIns="90000" tIns="-18000" bIns="-18000" anchor="t">
              <a:noAutofit/>
            </a:bodyPr>
            <a:p>
              <a:endParaRPr b="0" lang="en-IN" sz="2400" strike="noStrike" u="none">
                <a:solidFill>
                  <a:srgbClr val="ffffff"/>
                </a:solidFill>
                <a:effectLst/>
                <a:uFillTx/>
                <a:latin typeface="Times New Roman"/>
              </a:endParaRPr>
            </a:p>
          </p:txBody>
        </p:sp>
        <p:sp>
          <p:nvSpPr>
            <p:cNvPr id="4153" name=""/>
            <p:cNvSpPr/>
            <p:nvPr/>
          </p:nvSpPr>
          <p:spPr>
            <a:xfrm>
              <a:off x="6191280" y="5504040"/>
              <a:ext cx="55440" cy="12600"/>
            </a:xfrm>
            <a:custGeom>
              <a:avLst/>
              <a:gdLst/>
              <a:ahLst/>
              <a:rect l="l" t="t" r="r" b="b"/>
              <a:pathLst>
                <a:path w="35" h="8">
                  <a:moveTo>
                    <a:pt x="28" y="0"/>
                  </a:moveTo>
                  <a:lnTo>
                    <a:pt x="24" y="2"/>
                  </a:lnTo>
                  <a:lnTo>
                    <a:pt x="24" y="2"/>
                  </a:lnTo>
                  <a:lnTo>
                    <a:pt x="20" y="2"/>
                  </a:lnTo>
                  <a:lnTo>
                    <a:pt x="19" y="2"/>
                  </a:lnTo>
                  <a:lnTo>
                    <a:pt x="14" y="2"/>
                  </a:lnTo>
                  <a:lnTo>
                    <a:pt x="14" y="2"/>
                  </a:lnTo>
                  <a:lnTo>
                    <a:pt x="7" y="2"/>
                  </a:lnTo>
                  <a:lnTo>
                    <a:pt x="0" y="2"/>
                  </a:lnTo>
                  <a:lnTo>
                    <a:pt x="7" y="7"/>
                  </a:lnTo>
                  <a:lnTo>
                    <a:pt x="9" y="5"/>
                  </a:lnTo>
                  <a:lnTo>
                    <a:pt x="14" y="5"/>
                  </a:lnTo>
                  <a:lnTo>
                    <a:pt x="14" y="7"/>
                  </a:lnTo>
                  <a:lnTo>
                    <a:pt x="19" y="7"/>
                  </a:lnTo>
                  <a:lnTo>
                    <a:pt x="20" y="7"/>
                  </a:lnTo>
                  <a:lnTo>
                    <a:pt x="24" y="7"/>
                  </a:lnTo>
                  <a:lnTo>
                    <a:pt x="29" y="5"/>
                  </a:lnTo>
                  <a:lnTo>
                    <a:pt x="34" y="2"/>
                  </a:lnTo>
                  <a:lnTo>
                    <a:pt x="28" y="0"/>
                  </a:lnTo>
                  <a:lnTo>
                    <a:pt x="28" y="0"/>
                  </a:lnTo>
                </a:path>
              </a:pathLst>
            </a:custGeom>
            <a:solidFill>
              <a:srgbClr val="ffe0e6"/>
            </a:solidFill>
            <a:ln w="0">
              <a:noFill/>
            </a:ln>
          </p:spPr>
          <p:style>
            <a:lnRef idx="0"/>
            <a:fillRef idx="0"/>
            <a:effectRef idx="0"/>
            <a:fontRef idx="minor"/>
          </p:style>
          <p:txBody>
            <a:bodyPr lIns="90000" rIns="90000" tIns="-34200" bIns="-34200" anchor="t">
              <a:noAutofit/>
            </a:bodyPr>
            <a:p>
              <a:endParaRPr b="0" lang="en-IN" sz="2400" strike="noStrike" u="none">
                <a:solidFill>
                  <a:srgbClr val="ffffff"/>
                </a:solidFill>
                <a:effectLst/>
                <a:uFillTx/>
                <a:latin typeface="Times New Roman"/>
              </a:endParaRPr>
            </a:p>
          </p:txBody>
        </p:sp>
        <p:sp>
          <p:nvSpPr>
            <p:cNvPr id="4154" name=""/>
            <p:cNvSpPr/>
            <p:nvPr/>
          </p:nvSpPr>
          <p:spPr>
            <a:xfrm>
              <a:off x="6191280" y="5506920"/>
              <a:ext cx="15840" cy="6480"/>
            </a:xfrm>
            <a:custGeom>
              <a:avLst/>
              <a:gdLst/>
              <a:ahLst/>
              <a:rect l="l" t="t" r="r" b="b"/>
              <a:pathLst>
                <a:path w="10" h="4">
                  <a:moveTo>
                    <a:pt x="9" y="3"/>
                  </a:moveTo>
                  <a:lnTo>
                    <a:pt x="9" y="3"/>
                  </a:lnTo>
                  <a:lnTo>
                    <a:pt x="9" y="3"/>
                  </a:lnTo>
                  <a:lnTo>
                    <a:pt x="7" y="0"/>
                  </a:lnTo>
                  <a:lnTo>
                    <a:pt x="7" y="0"/>
                  </a:lnTo>
                  <a:lnTo>
                    <a:pt x="7" y="0"/>
                  </a:lnTo>
                  <a:lnTo>
                    <a:pt x="0" y="0"/>
                  </a:lnTo>
                  <a:lnTo>
                    <a:pt x="0" y="0"/>
                  </a:lnTo>
                  <a:lnTo>
                    <a:pt x="0" y="3"/>
                  </a:lnTo>
                  <a:lnTo>
                    <a:pt x="9" y="3"/>
                  </a:lnTo>
                  <a:lnTo>
                    <a:pt x="9" y="3"/>
                  </a:lnTo>
                </a:path>
              </a:pathLst>
            </a:custGeom>
            <a:solidFill>
              <a:srgbClr val="ffe0e6"/>
            </a:solidFill>
            <a:ln w="0">
              <a:noFill/>
            </a:ln>
          </p:spPr>
          <p:style>
            <a:lnRef idx="0"/>
            <a:fillRef idx="0"/>
            <a:effectRef idx="0"/>
            <a:fontRef idx="minor"/>
          </p:style>
          <p:txBody>
            <a:bodyPr lIns="90000" rIns="90000" tIns="-40320" bIns="-40320" anchor="t">
              <a:noAutofit/>
            </a:bodyPr>
            <a:p>
              <a:endParaRPr b="0" lang="en-IN" sz="2400" strike="noStrike" u="none">
                <a:solidFill>
                  <a:srgbClr val="ffffff"/>
                </a:solidFill>
                <a:effectLst/>
                <a:uFillTx/>
                <a:latin typeface="Times New Roman"/>
              </a:endParaRPr>
            </a:p>
          </p:txBody>
        </p:sp>
        <p:sp>
          <p:nvSpPr>
            <p:cNvPr id="4155" name=""/>
            <p:cNvSpPr/>
            <p:nvPr/>
          </p:nvSpPr>
          <p:spPr>
            <a:xfrm>
              <a:off x="5859360" y="5203800"/>
              <a:ext cx="203400" cy="217440"/>
            </a:xfrm>
            <a:custGeom>
              <a:avLst/>
              <a:gdLst/>
              <a:ahLst/>
              <a:rect l="l" t="t" r="r" b="b"/>
              <a:pathLst>
                <a:path w="128" h="137">
                  <a:moveTo>
                    <a:pt x="127" y="136"/>
                  </a:moveTo>
                  <a:lnTo>
                    <a:pt x="127" y="136"/>
                  </a:lnTo>
                  <a:lnTo>
                    <a:pt x="122" y="134"/>
                  </a:lnTo>
                  <a:lnTo>
                    <a:pt x="120" y="133"/>
                  </a:lnTo>
                  <a:lnTo>
                    <a:pt x="118" y="133"/>
                  </a:lnTo>
                  <a:lnTo>
                    <a:pt x="118" y="133"/>
                  </a:lnTo>
                  <a:lnTo>
                    <a:pt x="117" y="133"/>
                  </a:lnTo>
                  <a:lnTo>
                    <a:pt x="117" y="133"/>
                  </a:lnTo>
                  <a:lnTo>
                    <a:pt x="116" y="127"/>
                  </a:lnTo>
                  <a:lnTo>
                    <a:pt x="116" y="123"/>
                  </a:lnTo>
                  <a:lnTo>
                    <a:pt x="116" y="123"/>
                  </a:lnTo>
                  <a:lnTo>
                    <a:pt x="112" y="119"/>
                  </a:lnTo>
                  <a:lnTo>
                    <a:pt x="109" y="118"/>
                  </a:lnTo>
                  <a:lnTo>
                    <a:pt x="109" y="112"/>
                  </a:lnTo>
                  <a:lnTo>
                    <a:pt x="104" y="112"/>
                  </a:lnTo>
                  <a:lnTo>
                    <a:pt x="98" y="109"/>
                  </a:lnTo>
                  <a:lnTo>
                    <a:pt x="98" y="105"/>
                  </a:lnTo>
                  <a:lnTo>
                    <a:pt x="98" y="105"/>
                  </a:lnTo>
                  <a:lnTo>
                    <a:pt x="97" y="103"/>
                  </a:lnTo>
                  <a:lnTo>
                    <a:pt x="97" y="103"/>
                  </a:lnTo>
                  <a:lnTo>
                    <a:pt x="97" y="103"/>
                  </a:lnTo>
                  <a:lnTo>
                    <a:pt x="92" y="103"/>
                  </a:lnTo>
                  <a:lnTo>
                    <a:pt x="92" y="101"/>
                  </a:lnTo>
                  <a:lnTo>
                    <a:pt x="92" y="97"/>
                  </a:lnTo>
                  <a:lnTo>
                    <a:pt x="92" y="97"/>
                  </a:lnTo>
                  <a:lnTo>
                    <a:pt x="88" y="96"/>
                  </a:lnTo>
                  <a:lnTo>
                    <a:pt x="87" y="95"/>
                  </a:lnTo>
                  <a:lnTo>
                    <a:pt x="84" y="94"/>
                  </a:lnTo>
                  <a:lnTo>
                    <a:pt x="77" y="88"/>
                  </a:lnTo>
                  <a:lnTo>
                    <a:pt x="77" y="88"/>
                  </a:lnTo>
                  <a:lnTo>
                    <a:pt x="77" y="86"/>
                  </a:lnTo>
                  <a:lnTo>
                    <a:pt x="75" y="86"/>
                  </a:lnTo>
                  <a:lnTo>
                    <a:pt x="75" y="83"/>
                  </a:lnTo>
                  <a:lnTo>
                    <a:pt x="75" y="83"/>
                  </a:lnTo>
                  <a:lnTo>
                    <a:pt x="75" y="76"/>
                  </a:lnTo>
                  <a:lnTo>
                    <a:pt x="74" y="76"/>
                  </a:lnTo>
                  <a:lnTo>
                    <a:pt x="74" y="76"/>
                  </a:lnTo>
                  <a:lnTo>
                    <a:pt x="73" y="76"/>
                  </a:lnTo>
                  <a:lnTo>
                    <a:pt x="72" y="75"/>
                  </a:lnTo>
                  <a:lnTo>
                    <a:pt x="64" y="72"/>
                  </a:lnTo>
                  <a:lnTo>
                    <a:pt x="64" y="72"/>
                  </a:lnTo>
                  <a:lnTo>
                    <a:pt x="61" y="68"/>
                  </a:lnTo>
                  <a:lnTo>
                    <a:pt x="61" y="66"/>
                  </a:lnTo>
                  <a:lnTo>
                    <a:pt x="61" y="64"/>
                  </a:lnTo>
                  <a:lnTo>
                    <a:pt x="61" y="64"/>
                  </a:lnTo>
                  <a:lnTo>
                    <a:pt x="61" y="61"/>
                  </a:lnTo>
                  <a:lnTo>
                    <a:pt x="61" y="61"/>
                  </a:lnTo>
                  <a:lnTo>
                    <a:pt x="59" y="58"/>
                  </a:lnTo>
                  <a:lnTo>
                    <a:pt x="59" y="58"/>
                  </a:lnTo>
                  <a:lnTo>
                    <a:pt x="59" y="55"/>
                  </a:lnTo>
                  <a:lnTo>
                    <a:pt x="55" y="55"/>
                  </a:lnTo>
                  <a:lnTo>
                    <a:pt x="55" y="55"/>
                  </a:lnTo>
                  <a:lnTo>
                    <a:pt x="51" y="52"/>
                  </a:lnTo>
                  <a:lnTo>
                    <a:pt x="48" y="51"/>
                  </a:lnTo>
                  <a:lnTo>
                    <a:pt x="48" y="51"/>
                  </a:lnTo>
                  <a:lnTo>
                    <a:pt x="48" y="51"/>
                  </a:lnTo>
                  <a:lnTo>
                    <a:pt x="48" y="51"/>
                  </a:lnTo>
                  <a:lnTo>
                    <a:pt x="48" y="51"/>
                  </a:lnTo>
                  <a:lnTo>
                    <a:pt x="48" y="48"/>
                  </a:lnTo>
                  <a:lnTo>
                    <a:pt x="48" y="48"/>
                  </a:lnTo>
                  <a:lnTo>
                    <a:pt x="48" y="44"/>
                  </a:lnTo>
                  <a:lnTo>
                    <a:pt x="48" y="44"/>
                  </a:lnTo>
                  <a:lnTo>
                    <a:pt x="45" y="44"/>
                  </a:lnTo>
                  <a:lnTo>
                    <a:pt x="41" y="41"/>
                  </a:lnTo>
                  <a:lnTo>
                    <a:pt x="41" y="39"/>
                  </a:lnTo>
                  <a:lnTo>
                    <a:pt x="41" y="39"/>
                  </a:lnTo>
                  <a:lnTo>
                    <a:pt x="40" y="39"/>
                  </a:lnTo>
                  <a:lnTo>
                    <a:pt x="40" y="38"/>
                  </a:lnTo>
                  <a:lnTo>
                    <a:pt x="40" y="36"/>
                  </a:lnTo>
                  <a:lnTo>
                    <a:pt x="40" y="35"/>
                  </a:lnTo>
                  <a:lnTo>
                    <a:pt x="37" y="31"/>
                  </a:lnTo>
                  <a:lnTo>
                    <a:pt x="33" y="28"/>
                  </a:lnTo>
                  <a:lnTo>
                    <a:pt x="33" y="26"/>
                  </a:lnTo>
                  <a:lnTo>
                    <a:pt x="33" y="26"/>
                  </a:lnTo>
                  <a:lnTo>
                    <a:pt x="33" y="24"/>
                  </a:lnTo>
                  <a:lnTo>
                    <a:pt x="33" y="16"/>
                  </a:lnTo>
                  <a:lnTo>
                    <a:pt x="31" y="15"/>
                  </a:lnTo>
                  <a:lnTo>
                    <a:pt x="31" y="14"/>
                  </a:lnTo>
                  <a:lnTo>
                    <a:pt x="28" y="14"/>
                  </a:lnTo>
                  <a:lnTo>
                    <a:pt x="27" y="14"/>
                  </a:lnTo>
                  <a:lnTo>
                    <a:pt x="26" y="14"/>
                  </a:lnTo>
                  <a:lnTo>
                    <a:pt x="26" y="13"/>
                  </a:lnTo>
                  <a:lnTo>
                    <a:pt x="26" y="5"/>
                  </a:lnTo>
                  <a:lnTo>
                    <a:pt x="24" y="4"/>
                  </a:lnTo>
                  <a:lnTo>
                    <a:pt x="24" y="4"/>
                  </a:lnTo>
                  <a:lnTo>
                    <a:pt x="21" y="1"/>
                  </a:lnTo>
                  <a:lnTo>
                    <a:pt x="20" y="0"/>
                  </a:lnTo>
                  <a:lnTo>
                    <a:pt x="15" y="0"/>
                  </a:lnTo>
                  <a:lnTo>
                    <a:pt x="15" y="0"/>
                  </a:lnTo>
                  <a:lnTo>
                    <a:pt x="8" y="0"/>
                  </a:lnTo>
                  <a:lnTo>
                    <a:pt x="4" y="0"/>
                  </a:lnTo>
                  <a:lnTo>
                    <a:pt x="0" y="0"/>
                  </a:lnTo>
                  <a:lnTo>
                    <a:pt x="0" y="0"/>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156" name=""/>
            <p:cNvSpPr/>
            <p:nvPr/>
          </p:nvSpPr>
          <p:spPr>
            <a:xfrm>
              <a:off x="5811840" y="5295960"/>
              <a:ext cx="146160" cy="14400"/>
            </a:xfrm>
            <a:custGeom>
              <a:avLst/>
              <a:gdLst/>
              <a:ahLst/>
              <a:rect l="l" t="t" r="r" b="b"/>
              <a:pathLst>
                <a:path w="92" h="9">
                  <a:moveTo>
                    <a:pt x="91" y="3"/>
                  </a:moveTo>
                  <a:lnTo>
                    <a:pt x="89" y="3"/>
                  </a:lnTo>
                  <a:lnTo>
                    <a:pt x="89" y="3"/>
                  </a:lnTo>
                  <a:lnTo>
                    <a:pt x="85" y="3"/>
                  </a:lnTo>
                  <a:lnTo>
                    <a:pt x="85" y="0"/>
                  </a:lnTo>
                  <a:lnTo>
                    <a:pt x="78" y="0"/>
                  </a:lnTo>
                  <a:lnTo>
                    <a:pt x="78" y="0"/>
                  </a:lnTo>
                  <a:lnTo>
                    <a:pt x="78" y="0"/>
                  </a:lnTo>
                  <a:lnTo>
                    <a:pt x="78" y="0"/>
                  </a:lnTo>
                  <a:lnTo>
                    <a:pt x="78" y="0"/>
                  </a:lnTo>
                  <a:lnTo>
                    <a:pt x="71" y="0"/>
                  </a:lnTo>
                  <a:lnTo>
                    <a:pt x="71" y="0"/>
                  </a:lnTo>
                  <a:lnTo>
                    <a:pt x="71" y="0"/>
                  </a:lnTo>
                  <a:lnTo>
                    <a:pt x="69" y="0"/>
                  </a:lnTo>
                  <a:lnTo>
                    <a:pt x="67" y="0"/>
                  </a:lnTo>
                  <a:lnTo>
                    <a:pt x="63" y="0"/>
                  </a:lnTo>
                  <a:lnTo>
                    <a:pt x="63" y="0"/>
                  </a:lnTo>
                  <a:lnTo>
                    <a:pt x="63" y="0"/>
                  </a:lnTo>
                  <a:lnTo>
                    <a:pt x="63" y="0"/>
                  </a:lnTo>
                  <a:lnTo>
                    <a:pt x="58" y="0"/>
                  </a:lnTo>
                  <a:lnTo>
                    <a:pt x="57" y="0"/>
                  </a:lnTo>
                  <a:lnTo>
                    <a:pt x="56" y="0"/>
                  </a:lnTo>
                  <a:lnTo>
                    <a:pt x="54" y="0"/>
                  </a:lnTo>
                  <a:lnTo>
                    <a:pt x="51" y="3"/>
                  </a:lnTo>
                  <a:lnTo>
                    <a:pt x="50" y="3"/>
                  </a:lnTo>
                  <a:lnTo>
                    <a:pt x="50" y="3"/>
                  </a:lnTo>
                  <a:lnTo>
                    <a:pt x="47" y="3"/>
                  </a:lnTo>
                  <a:lnTo>
                    <a:pt x="45" y="3"/>
                  </a:lnTo>
                  <a:lnTo>
                    <a:pt x="45" y="3"/>
                  </a:lnTo>
                  <a:lnTo>
                    <a:pt x="45" y="3"/>
                  </a:lnTo>
                  <a:lnTo>
                    <a:pt x="38" y="3"/>
                  </a:lnTo>
                  <a:lnTo>
                    <a:pt x="38" y="3"/>
                  </a:lnTo>
                  <a:lnTo>
                    <a:pt x="34" y="3"/>
                  </a:lnTo>
                  <a:lnTo>
                    <a:pt x="30" y="0"/>
                  </a:lnTo>
                  <a:lnTo>
                    <a:pt x="30" y="0"/>
                  </a:lnTo>
                  <a:lnTo>
                    <a:pt x="30" y="3"/>
                  </a:lnTo>
                  <a:lnTo>
                    <a:pt x="29" y="3"/>
                  </a:lnTo>
                  <a:lnTo>
                    <a:pt x="29" y="3"/>
                  </a:lnTo>
                  <a:lnTo>
                    <a:pt x="29" y="3"/>
                  </a:lnTo>
                  <a:lnTo>
                    <a:pt x="29" y="3"/>
                  </a:lnTo>
                  <a:lnTo>
                    <a:pt x="28" y="3"/>
                  </a:lnTo>
                  <a:lnTo>
                    <a:pt x="28" y="3"/>
                  </a:lnTo>
                  <a:lnTo>
                    <a:pt x="28" y="3"/>
                  </a:lnTo>
                  <a:lnTo>
                    <a:pt x="28" y="3"/>
                  </a:lnTo>
                  <a:lnTo>
                    <a:pt x="27" y="3"/>
                  </a:lnTo>
                  <a:lnTo>
                    <a:pt x="24" y="3"/>
                  </a:lnTo>
                  <a:lnTo>
                    <a:pt x="22" y="3"/>
                  </a:lnTo>
                  <a:lnTo>
                    <a:pt x="17" y="3"/>
                  </a:lnTo>
                  <a:lnTo>
                    <a:pt x="17" y="3"/>
                  </a:lnTo>
                  <a:lnTo>
                    <a:pt x="17" y="6"/>
                  </a:lnTo>
                  <a:lnTo>
                    <a:pt x="17" y="6"/>
                  </a:lnTo>
                  <a:lnTo>
                    <a:pt x="15" y="6"/>
                  </a:lnTo>
                  <a:lnTo>
                    <a:pt x="15" y="6"/>
                  </a:lnTo>
                  <a:lnTo>
                    <a:pt x="13" y="8"/>
                  </a:lnTo>
                  <a:lnTo>
                    <a:pt x="6" y="8"/>
                  </a:lnTo>
                  <a:lnTo>
                    <a:pt x="1" y="8"/>
                  </a:lnTo>
                  <a:lnTo>
                    <a:pt x="0" y="8"/>
                  </a:lnTo>
                </a:path>
              </a:pathLst>
            </a:custGeom>
            <a:noFill/>
            <a:ln w="9360">
              <a:solidFill>
                <a:srgbClr val="000000"/>
              </a:solidFill>
              <a:round/>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4157" name=""/>
            <p:cNvSpPr/>
            <p:nvPr/>
          </p:nvSpPr>
          <p:spPr>
            <a:xfrm>
              <a:off x="4730760" y="5291280"/>
              <a:ext cx="88920" cy="222120"/>
            </a:xfrm>
            <a:custGeom>
              <a:avLst/>
              <a:gdLst/>
              <a:ahLst/>
              <a:rect l="l" t="t" r="r" b="b"/>
              <a:pathLst>
                <a:path w="56" h="140">
                  <a:moveTo>
                    <a:pt x="55" y="139"/>
                  </a:moveTo>
                  <a:lnTo>
                    <a:pt x="55" y="139"/>
                  </a:lnTo>
                  <a:lnTo>
                    <a:pt x="55" y="139"/>
                  </a:lnTo>
                  <a:lnTo>
                    <a:pt x="55" y="139"/>
                  </a:lnTo>
                  <a:lnTo>
                    <a:pt x="55" y="139"/>
                  </a:lnTo>
                  <a:lnTo>
                    <a:pt x="55" y="136"/>
                  </a:lnTo>
                  <a:lnTo>
                    <a:pt x="55" y="136"/>
                  </a:lnTo>
                  <a:lnTo>
                    <a:pt x="54" y="136"/>
                  </a:lnTo>
                  <a:lnTo>
                    <a:pt x="52" y="134"/>
                  </a:lnTo>
                  <a:lnTo>
                    <a:pt x="50" y="127"/>
                  </a:lnTo>
                  <a:lnTo>
                    <a:pt x="48" y="126"/>
                  </a:lnTo>
                  <a:lnTo>
                    <a:pt x="48" y="125"/>
                  </a:lnTo>
                  <a:lnTo>
                    <a:pt x="48" y="125"/>
                  </a:lnTo>
                  <a:lnTo>
                    <a:pt x="48" y="124"/>
                  </a:lnTo>
                  <a:lnTo>
                    <a:pt x="45" y="124"/>
                  </a:lnTo>
                  <a:lnTo>
                    <a:pt x="45" y="121"/>
                  </a:lnTo>
                  <a:lnTo>
                    <a:pt x="43" y="121"/>
                  </a:lnTo>
                  <a:lnTo>
                    <a:pt x="42" y="121"/>
                  </a:lnTo>
                  <a:lnTo>
                    <a:pt x="42" y="116"/>
                  </a:lnTo>
                  <a:lnTo>
                    <a:pt x="40" y="112"/>
                  </a:lnTo>
                  <a:lnTo>
                    <a:pt x="40" y="105"/>
                  </a:lnTo>
                  <a:lnTo>
                    <a:pt x="40" y="104"/>
                  </a:lnTo>
                  <a:lnTo>
                    <a:pt x="32" y="104"/>
                  </a:lnTo>
                  <a:lnTo>
                    <a:pt x="32" y="96"/>
                  </a:lnTo>
                  <a:lnTo>
                    <a:pt x="31" y="90"/>
                  </a:lnTo>
                  <a:lnTo>
                    <a:pt x="29" y="88"/>
                  </a:lnTo>
                  <a:lnTo>
                    <a:pt x="29" y="86"/>
                  </a:lnTo>
                  <a:lnTo>
                    <a:pt x="29" y="86"/>
                  </a:lnTo>
                  <a:lnTo>
                    <a:pt x="29" y="78"/>
                  </a:lnTo>
                  <a:lnTo>
                    <a:pt x="29" y="78"/>
                  </a:lnTo>
                  <a:lnTo>
                    <a:pt x="29" y="78"/>
                  </a:lnTo>
                  <a:lnTo>
                    <a:pt x="29" y="72"/>
                  </a:lnTo>
                  <a:lnTo>
                    <a:pt x="26" y="68"/>
                  </a:lnTo>
                  <a:lnTo>
                    <a:pt x="26" y="68"/>
                  </a:lnTo>
                  <a:lnTo>
                    <a:pt x="26" y="64"/>
                  </a:lnTo>
                  <a:lnTo>
                    <a:pt x="26" y="63"/>
                  </a:lnTo>
                  <a:lnTo>
                    <a:pt x="26" y="63"/>
                  </a:lnTo>
                  <a:lnTo>
                    <a:pt x="26" y="58"/>
                  </a:lnTo>
                  <a:lnTo>
                    <a:pt x="24" y="57"/>
                  </a:lnTo>
                  <a:lnTo>
                    <a:pt x="21" y="54"/>
                  </a:lnTo>
                  <a:lnTo>
                    <a:pt x="21" y="48"/>
                  </a:lnTo>
                  <a:lnTo>
                    <a:pt x="21" y="46"/>
                  </a:lnTo>
                  <a:lnTo>
                    <a:pt x="21" y="42"/>
                  </a:lnTo>
                  <a:lnTo>
                    <a:pt x="21" y="41"/>
                  </a:lnTo>
                  <a:lnTo>
                    <a:pt x="21" y="40"/>
                  </a:lnTo>
                  <a:lnTo>
                    <a:pt x="17" y="39"/>
                  </a:lnTo>
                  <a:lnTo>
                    <a:pt x="17" y="33"/>
                  </a:lnTo>
                  <a:lnTo>
                    <a:pt x="17" y="33"/>
                  </a:lnTo>
                  <a:lnTo>
                    <a:pt x="15" y="33"/>
                  </a:lnTo>
                  <a:lnTo>
                    <a:pt x="15" y="33"/>
                  </a:lnTo>
                  <a:lnTo>
                    <a:pt x="11" y="33"/>
                  </a:lnTo>
                  <a:lnTo>
                    <a:pt x="11" y="31"/>
                  </a:lnTo>
                  <a:lnTo>
                    <a:pt x="9" y="31"/>
                  </a:lnTo>
                  <a:lnTo>
                    <a:pt x="9" y="31"/>
                  </a:lnTo>
                  <a:lnTo>
                    <a:pt x="9" y="28"/>
                  </a:lnTo>
                  <a:lnTo>
                    <a:pt x="8" y="23"/>
                  </a:lnTo>
                  <a:lnTo>
                    <a:pt x="8" y="21"/>
                  </a:lnTo>
                  <a:lnTo>
                    <a:pt x="8" y="21"/>
                  </a:lnTo>
                  <a:lnTo>
                    <a:pt x="8" y="17"/>
                  </a:lnTo>
                  <a:lnTo>
                    <a:pt x="8" y="15"/>
                  </a:lnTo>
                  <a:lnTo>
                    <a:pt x="7" y="11"/>
                  </a:lnTo>
                  <a:lnTo>
                    <a:pt x="5" y="9"/>
                  </a:lnTo>
                  <a:lnTo>
                    <a:pt x="5" y="6"/>
                  </a:lnTo>
                  <a:lnTo>
                    <a:pt x="5" y="3"/>
                  </a:lnTo>
                  <a:lnTo>
                    <a:pt x="0" y="0"/>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158" name=""/>
            <p:cNvSpPr/>
            <p:nvPr/>
          </p:nvSpPr>
          <p:spPr>
            <a:xfrm>
              <a:off x="4719600" y="5322960"/>
              <a:ext cx="50760" cy="60120"/>
            </a:xfrm>
            <a:custGeom>
              <a:avLst/>
              <a:gdLst/>
              <a:ahLst/>
              <a:rect l="l" t="t" r="r" b="b"/>
              <a:pathLst>
                <a:path w="32" h="38">
                  <a:moveTo>
                    <a:pt x="31" y="37"/>
                  </a:moveTo>
                  <a:lnTo>
                    <a:pt x="28" y="37"/>
                  </a:lnTo>
                  <a:lnTo>
                    <a:pt x="28" y="37"/>
                  </a:lnTo>
                  <a:lnTo>
                    <a:pt x="28" y="34"/>
                  </a:lnTo>
                  <a:lnTo>
                    <a:pt x="24" y="30"/>
                  </a:lnTo>
                  <a:lnTo>
                    <a:pt x="24" y="28"/>
                  </a:lnTo>
                  <a:lnTo>
                    <a:pt x="22" y="22"/>
                  </a:lnTo>
                  <a:lnTo>
                    <a:pt x="18" y="22"/>
                  </a:lnTo>
                  <a:lnTo>
                    <a:pt x="18" y="21"/>
                  </a:lnTo>
                  <a:lnTo>
                    <a:pt x="18" y="20"/>
                  </a:lnTo>
                  <a:lnTo>
                    <a:pt x="18" y="19"/>
                  </a:lnTo>
                  <a:lnTo>
                    <a:pt x="16" y="19"/>
                  </a:lnTo>
                  <a:lnTo>
                    <a:pt x="16" y="13"/>
                  </a:lnTo>
                  <a:lnTo>
                    <a:pt x="15" y="13"/>
                  </a:lnTo>
                  <a:lnTo>
                    <a:pt x="15" y="13"/>
                  </a:lnTo>
                  <a:lnTo>
                    <a:pt x="15" y="13"/>
                  </a:lnTo>
                  <a:lnTo>
                    <a:pt x="14" y="13"/>
                  </a:lnTo>
                  <a:lnTo>
                    <a:pt x="14" y="11"/>
                  </a:lnTo>
                  <a:lnTo>
                    <a:pt x="12" y="11"/>
                  </a:lnTo>
                  <a:lnTo>
                    <a:pt x="12" y="8"/>
                  </a:lnTo>
                  <a:lnTo>
                    <a:pt x="12" y="8"/>
                  </a:lnTo>
                  <a:lnTo>
                    <a:pt x="2" y="1"/>
                  </a:lnTo>
                  <a:lnTo>
                    <a:pt x="2" y="1"/>
                  </a:lnTo>
                  <a:lnTo>
                    <a:pt x="0" y="1"/>
                  </a:lnTo>
                  <a:lnTo>
                    <a:pt x="0" y="0"/>
                  </a:lnTo>
                </a:path>
              </a:pathLst>
            </a:custGeom>
            <a:noFill/>
            <a:ln w="9360">
              <a:solidFill>
                <a:srgbClr val="000000"/>
              </a:solidFill>
              <a:round/>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4159" name=""/>
            <p:cNvSpPr/>
            <p:nvPr/>
          </p:nvSpPr>
          <p:spPr>
            <a:xfrm>
              <a:off x="4181400" y="4664160"/>
              <a:ext cx="104760" cy="48960"/>
            </a:xfrm>
            <a:custGeom>
              <a:avLst/>
              <a:gdLst/>
              <a:ahLst/>
              <a:rect l="l" t="t" r="r" b="b"/>
              <a:pathLst>
                <a:path w="66" h="31">
                  <a:moveTo>
                    <a:pt x="61" y="0"/>
                  </a:moveTo>
                  <a:lnTo>
                    <a:pt x="61" y="0"/>
                  </a:lnTo>
                  <a:lnTo>
                    <a:pt x="61" y="0"/>
                  </a:lnTo>
                  <a:lnTo>
                    <a:pt x="61" y="0"/>
                  </a:lnTo>
                  <a:lnTo>
                    <a:pt x="61" y="0"/>
                  </a:lnTo>
                  <a:lnTo>
                    <a:pt x="61" y="0"/>
                  </a:lnTo>
                  <a:lnTo>
                    <a:pt x="59" y="0"/>
                  </a:lnTo>
                  <a:lnTo>
                    <a:pt x="56" y="0"/>
                  </a:lnTo>
                  <a:lnTo>
                    <a:pt x="56" y="3"/>
                  </a:lnTo>
                  <a:lnTo>
                    <a:pt x="52" y="3"/>
                  </a:lnTo>
                  <a:lnTo>
                    <a:pt x="51" y="3"/>
                  </a:lnTo>
                  <a:lnTo>
                    <a:pt x="50" y="3"/>
                  </a:lnTo>
                  <a:lnTo>
                    <a:pt x="50" y="5"/>
                  </a:lnTo>
                  <a:lnTo>
                    <a:pt x="50" y="11"/>
                  </a:lnTo>
                  <a:lnTo>
                    <a:pt x="45" y="11"/>
                  </a:lnTo>
                  <a:lnTo>
                    <a:pt x="40" y="15"/>
                  </a:lnTo>
                  <a:lnTo>
                    <a:pt x="39" y="15"/>
                  </a:lnTo>
                  <a:lnTo>
                    <a:pt x="35" y="15"/>
                  </a:lnTo>
                  <a:lnTo>
                    <a:pt x="34" y="20"/>
                  </a:lnTo>
                  <a:lnTo>
                    <a:pt x="28" y="21"/>
                  </a:lnTo>
                  <a:lnTo>
                    <a:pt x="28" y="24"/>
                  </a:lnTo>
                  <a:lnTo>
                    <a:pt x="26" y="24"/>
                  </a:lnTo>
                  <a:lnTo>
                    <a:pt x="19" y="25"/>
                  </a:lnTo>
                  <a:lnTo>
                    <a:pt x="19" y="27"/>
                  </a:lnTo>
                  <a:lnTo>
                    <a:pt x="19" y="27"/>
                  </a:lnTo>
                  <a:lnTo>
                    <a:pt x="13" y="27"/>
                  </a:lnTo>
                  <a:lnTo>
                    <a:pt x="13" y="27"/>
                  </a:lnTo>
                  <a:lnTo>
                    <a:pt x="9" y="30"/>
                  </a:lnTo>
                  <a:lnTo>
                    <a:pt x="5" y="30"/>
                  </a:lnTo>
                  <a:lnTo>
                    <a:pt x="5" y="30"/>
                  </a:lnTo>
                  <a:lnTo>
                    <a:pt x="5" y="30"/>
                  </a:lnTo>
                  <a:lnTo>
                    <a:pt x="0" y="30"/>
                  </a:lnTo>
                  <a:lnTo>
                    <a:pt x="0" y="30"/>
                  </a:lnTo>
                  <a:lnTo>
                    <a:pt x="0" y="30"/>
                  </a:lnTo>
                  <a:lnTo>
                    <a:pt x="5" y="30"/>
                  </a:lnTo>
                  <a:lnTo>
                    <a:pt x="5" y="30"/>
                  </a:lnTo>
                  <a:lnTo>
                    <a:pt x="13" y="30"/>
                  </a:lnTo>
                  <a:lnTo>
                    <a:pt x="13" y="30"/>
                  </a:lnTo>
                  <a:lnTo>
                    <a:pt x="13" y="27"/>
                  </a:lnTo>
                  <a:lnTo>
                    <a:pt x="19" y="27"/>
                  </a:lnTo>
                  <a:lnTo>
                    <a:pt x="19" y="27"/>
                  </a:lnTo>
                  <a:lnTo>
                    <a:pt x="19" y="27"/>
                  </a:lnTo>
                  <a:lnTo>
                    <a:pt x="26" y="24"/>
                  </a:lnTo>
                  <a:lnTo>
                    <a:pt x="28" y="21"/>
                  </a:lnTo>
                  <a:lnTo>
                    <a:pt x="35" y="20"/>
                  </a:lnTo>
                  <a:lnTo>
                    <a:pt x="39" y="15"/>
                  </a:lnTo>
                  <a:lnTo>
                    <a:pt x="44" y="15"/>
                  </a:lnTo>
                  <a:lnTo>
                    <a:pt x="47" y="11"/>
                  </a:lnTo>
                  <a:lnTo>
                    <a:pt x="50" y="11"/>
                  </a:lnTo>
                  <a:lnTo>
                    <a:pt x="50" y="11"/>
                  </a:lnTo>
                  <a:lnTo>
                    <a:pt x="50" y="11"/>
                  </a:lnTo>
                  <a:lnTo>
                    <a:pt x="50" y="5"/>
                  </a:lnTo>
                  <a:lnTo>
                    <a:pt x="52" y="3"/>
                  </a:lnTo>
                  <a:lnTo>
                    <a:pt x="56" y="3"/>
                  </a:lnTo>
                  <a:lnTo>
                    <a:pt x="56" y="3"/>
                  </a:lnTo>
                  <a:lnTo>
                    <a:pt x="59" y="3"/>
                  </a:lnTo>
                  <a:lnTo>
                    <a:pt x="59" y="3"/>
                  </a:lnTo>
                  <a:lnTo>
                    <a:pt x="61" y="3"/>
                  </a:lnTo>
                  <a:lnTo>
                    <a:pt x="61" y="3"/>
                  </a:lnTo>
                  <a:lnTo>
                    <a:pt x="61" y="3"/>
                  </a:lnTo>
                  <a:lnTo>
                    <a:pt x="61" y="3"/>
                  </a:lnTo>
                  <a:lnTo>
                    <a:pt x="61" y="3"/>
                  </a:lnTo>
                  <a:lnTo>
                    <a:pt x="65" y="3"/>
                  </a:lnTo>
                  <a:lnTo>
                    <a:pt x="65" y="3"/>
                  </a:lnTo>
                  <a:lnTo>
                    <a:pt x="61" y="0"/>
                  </a:lnTo>
                  <a:lnTo>
                    <a:pt x="61" y="0"/>
                  </a:lnTo>
                </a:path>
              </a:pathLst>
            </a:custGeom>
            <a:solidFill>
              <a:srgbClr val="003100"/>
            </a:solidFill>
            <a:ln w="0">
              <a:noFill/>
            </a:ln>
          </p:spPr>
          <p:style>
            <a:lnRef idx="0"/>
            <a:fillRef idx="0"/>
            <a:effectRef idx="0"/>
            <a:fontRef idx="minor"/>
          </p:style>
          <p:txBody>
            <a:bodyPr lIns="90000" rIns="90000" tIns="2160" bIns="2160" anchor="t">
              <a:noAutofit/>
            </a:bodyPr>
            <a:p>
              <a:endParaRPr b="0" lang="en-IN" sz="2400" strike="noStrike" u="none">
                <a:solidFill>
                  <a:srgbClr val="ffffff"/>
                </a:solidFill>
                <a:effectLst/>
                <a:uFillTx/>
                <a:latin typeface="Times New Roman"/>
              </a:endParaRPr>
            </a:p>
          </p:txBody>
        </p:sp>
        <p:sp>
          <p:nvSpPr>
            <p:cNvPr id="4160" name=""/>
            <p:cNvSpPr/>
            <p:nvPr/>
          </p:nvSpPr>
          <p:spPr>
            <a:xfrm>
              <a:off x="4613400" y="4413240"/>
              <a:ext cx="37800" cy="28440"/>
            </a:xfrm>
            <a:custGeom>
              <a:avLst/>
              <a:gdLst/>
              <a:ahLst/>
              <a:rect l="l" t="t" r="r" b="b"/>
              <a:pathLst>
                <a:path w="24" h="18">
                  <a:moveTo>
                    <a:pt x="23" y="0"/>
                  </a:moveTo>
                  <a:lnTo>
                    <a:pt x="23" y="0"/>
                  </a:lnTo>
                  <a:lnTo>
                    <a:pt x="23" y="0"/>
                  </a:lnTo>
                  <a:lnTo>
                    <a:pt x="23" y="0"/>
                  </a:lnTo>
                  <a:lnTo>
                    <a:pt x="20" y="4"/>
                  </a:lnTo>
                  <a:lnTo>
                    <a:pt x="20" y="4"/>
                  </a:lnTo>
                  <a:lnTo>
                    <a:pt x="20" y="5"/>
                  </a:lnTo>
                  <a:lnTo>
                    <a:pt x="20" y="5"/>
                  </a:lnTo>
                  <a:lnTo>
                    <a:pt x="20" y="5"/>
                  </a:lnTo>
                  <a:lnTo>
                    <a:pt x="16" y="5"/>
                  </a:lnTo>
                  <a:lnTo>
                    <a:pt x="11" y="6"/>
                  </a:lnTo>
                  <a:lnTo>
                    <a:pt x="11" y="12"/>
                  </a:lnTo>
                  <a:lnTo>
                    <a:pt x="6" y="15"/>
                  </a:lnTo>
                  <a:lnTo>
                    <a:pt x="2" y="15"/>
                  </a:lnTo>
                  <a:lnTo>
                    <a:pt x="0" y="17"/>
                  </a:lnTo>
                  <a:lnTo>
                    <a:pt x="0" y="17"/>
                  </a:lnTo>
                  <a:lnTo>
                    <a:pt x="0" y="17"/>
                  </a:lnTo>
                  <a:lnTo>
                    <a:pt x="0" y="17"/>
                  </a:lnTo>
                  <a:lnTo>
                    <a:pt x="0" y="15"/>
                  </a:lnTo>
                  <a:lnTo>
                    <a:pt x="2" y="12"/>
                  </a:lnTo>
                  <a:lnTo>
                    <a:pt x="6" y="6"/>
                  </a:lnTo>
                  <a:lnTo>
                    <a:pt x="11" y="5"/>
                  </a:lnTo>
                  <a:lnTo>
                    <a:pt x="20" y="4"/>
                  </a:lnTo>
                  <a:lnTo>
                    <a:pt x="20" y="0"/>
                  </a:lnTo>
                  <a:lnTo>
                    <a:pt x="23" y="0"/>
                  </a:lnTo>
                  <a:lnTo>
                    <a:pt x="23" y="0"/>
                  </a:lnTo>
                </a:path>
              </a:pathLst>
            </a:custGeom>
            <a:solidFill>
              <a:srgbClr val="003100"/>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4161" name=""/>
            <p:cNvSpPr/>
            <p:nvPr/>
          </p:nvSpPr>
          <p:spPr>
            <a:xfrm>
              <a:off x="6213600" y="5370480"/>
              <a:ext cx="33120" cy="112680"/>
            </a:xfrm>
            <a:custGeom>
              <a:avLst/>
              <a:gdLst/>
              <a:ahLst/>
              <a:rect l="l" t="t" r="r" b="b"/>
              <a:pathLst>
                <a:path w="21" h="71">
                  <a:moveTo>
                    <a:pt x="10" y="53"/>
                  </a:moveTo>
                  <a:lnTo>
                    <a:pt x="10" y="51"/>
                  </a:lnTo>
                  <a:lnTo>
                    <a:pt x="10" y="46"/>
                  </a:lnTo>
                  <a:lnTo>
                    <a:pt x="14" y="41"/>
                  </a:lnTo>
                  <a:lnTo>
                    <a:pt x="15" y="39"/>
                  </a:lnTo>
                  <a:lnTo>
                    <a:pt x="15" y="38"/>
                  </a:lnTo>
                  <a:lnTo>
                    <a:pt x="20" y="36"/>
                  </a:lnTo>
                  <a:lnTo>
                    <a:pt x="15" y="35"/>
                  </a:lnTo>
                  <a:lnTo>
                    <a:pt x="14" y="28"/>
                  </a:lnTo>
                  <a:lnTo>
                    <a:pt x="10" y="28"/>
                  </a:lnTo>
                  <a:lnTo>
                    <a:pt x="10" y="28"/>
                  </a:lnTo>
                  <a:lnTo>
                    <a:pt x="10" y="28"/>
                  </a:lnTo>
                  <a:lnTo>
                    <a:pt x="10" y="28"/>
                  </a:lnTo>
                  <a:lnTo>
                    <a:pt x="10" y="28"/>
                  </a:lnTo>
                  <a:lnTo>
                    <a:pt x="10" y="28"/>
                  </a:lnTo>
                  <a:lnTo>
                    <a:pt x="10" y="27"/>
                  </a:lnTo>
                  <a:lnTo>
                    <a:pt x="8" y="18"/>
                  </a:lnTo>
                  <a:lnTo>
                    <a:pt x="6" y="18"/>
                  </a:lnTo>
                  <a:lnTo>
                    <a:pt x="6" y="14"/>
                  </a:lnTo>
                  <a:lnTo>
                    <a:pt x="5" y="13"/>
                  </a:lnTo>
                  <a:lnTo>
                    <a:pt x="5" y="9"/>
                  </a:lnTo>
                  <a:lnTo>
                    <a:pt x="5" y="7"/>
                  </a:lnTo>
                  <a:lnTo>
                    <a:pt x="5" y="4"/>
                  </a:lnTo>
                  <a:lnTo>
                    <a:pt x="3" y="4"/>
                  </a:lnTo>
                  <a:lnTo>
                    <a:pt x="3" y="0"/>
                  </a:lnTo>
                  <a:lnTo>
                    <a:pt x="0" y="4"/>
                  </a:lnTo>
                  <a:lnTo>
                    <a:pt x="0" y="4"/>
                  </a:lnTo>
                  <a:lnTo>
                    <a:pt x="0" y="4"/>
                  </a:lnTo>
                  <a:lnTo>
                    <a:pt x="0" y="7"/>
                  </a:lnTo>
                  <a:lnTo>
                    <a:pt x="0" y="7"/>
                  </a:lnTo>
                  <a:lnTo>
                    <a:pt x="3" y="9"/>
                  </a:lnTo>
                  <a:lnTo>
                    <a:pt x="3" y="13"/>
                  </a:lnTo>
                  <a:lnTo>
                    <a:pt x="3" y="13"/>
                  </a:lnTo>
                  <a:lnTo>
                    <a:pt x="0" y="14"/>
                  </a:lnTo>
                  <a:lnTo>
                    <a:pt x="3" y="18"/>
                  </a:lnTo>
                  <a:lnTo>
                    <a:pt x="5" y="18"/>
                  </a:lnTo>
                  <a:lnTo>
                    <a:pt x="5" y="28"/>
                  </a:lnTo>
                  <a:lnTo>
                    <a:pt x="6" y="28"/>
                  </a:lnTo>
                  <a:lnTo>
                    <a:pt x="6" y="31"/>
                  </a:lnTo>
                  <a:lnTo>
                    <a:pt x="6" y="36"/>
                  </a:lnTo>
                  <a:lnTo>
                    <a:pt x="5" y="36"/>
                  </a:lnTo>
                  <a:lnTo>
                    <a:pt x="5" y="38"/>
                  </a:lnTo>
                  <a:lnTo>
                    <a:pt x="5" y="41"/>
                  </a:lnTo>
                  <a:lnTo>
                    <a:pt x="5" y="54"/>
                  </a:lnTo>
                  <a:lnTo>
                    <a:pt x="5" y="54"/>
                  </a:lnTo>
                  <a:lnTo>
                    <a:pt x="5" y="58"/>
                  </a:lnTo>
                  <a:lnTo>
                    <a:pt x="5" y="62"/>
                  </a:lnTo>
                  <a:lnTo>
                    <a:pt x="5" y="66"/>
                  </a:lnTo>
                  <a:lnTo>
                    <a:pt x="5" y="70"/>
                  </a:lnTo>
                  <a:lnTo>
                    <a:pt x="10" y="53"/>
                  </a:lnTo>
                  <a:lnTo>
                    <a:pt x="10" y="53"/>
                  </a:lnTo>
                </a:path>
              </a:pathLst>
            </a:custGeom>
            <a:solidFill>
              <a:srgbClr val="a1e2f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162" name=""/>
            <p:cNvSpPr/>
            <p:nvPr/>
          </p:nvSpPr>
          <p:spPr>
            <a:xfrm>
              <a:off x="5168880" y="4664160"/>
              <a:ext cx="4680" cy="6120"/>
            </a:xfrm>
            <a:custGeom>
              <a:avLst/>
              <a:gdLst/>
              <a:ahLst/>
              <a:rect l="l" t="t" r="r" b="b"/>
              <a:pathLst>
                <a:path w="3" h="4">
                  <a:moveTo>
                    <a:pt x="0" y="3"/>
                  </a:moveTo>
                  <a:lnTo>
                    <a:pt x="0" y="3"/>
                  </a:lnTo>
                  <a:lnTo>
                    <a:pt x="0" y="3"/>
                  </a:lnTo>
                  <a:lnTo>
                    <a:pt x="2" y="3"/>
                  </a:lnTo>
                  <a:lnTo>
                    <a:pt x="0" y="0"/>
                  </a:lnTo>
                  <a:lnTo>
                    <a:pt x="0" y="3"/>
                  </a:lnTo>
                  <a:lnTo>
                    <a:pt x="0" y="3"/>
                  </a:lnTo>
                </a:path>
              </a:pathLst>
            </a:custGeom>
            <a:solidFill>
              <a:srgbClr val="ffc0b6"/>
            </a:solidFill>
            <a:ln w="0">
              <a:noFill/>
            </a:ln>
          </p:spPr>
          <p:style>
            <a:lnRef idx="0"/>
            <a:fillRef idx="0"/>
            <a:effectRef idx="0"/>
            <a:fontRef idx="minor"/>
          </p:style>
          <p:txBody>
            <a:bodyPr lIns="90000" rIns="90000" tIns="-40680" bIns="-40680" anchor="t">
              <a:noAutofit/>
            </a:bodyPr>
            <a:p>
              <a:endParaRPr b="0" lang="en-IN" sz="2400" strike="noStrike" u="none">
                <a:solidFill>
                  <a:srgbClr val="ffffff"/>
                </a:solidFill>
                <a:effectLst/>
                <a:uFillTx/>
                <a:latin typeface="Times New Roman"/>
              </a:endParaRPr>
            </a:p>
          </p:txBody>
        </p:sp>
        <p:sp>
          <p:nvSpPr>
            <p:cNvPr id="4163" name=""/>
            <p:cNvSpPr/>
            <p:nvPr/>
          </p:nvSpPr>
          <p:spPr>
            <a:xfrm>
              <a:off x="5164200" y="4626000"/>
              <a:ext cx="6120" cy="44280"/>
            </a:xfrm>
            <a:custGeom>
              <a:avLst/>
              <a:gdLst/>
              <a:ahLst/>
              <a:rect l="l" t="t" r="r" b="b"/>
              <a:pathLst>
                <a:path w="4" h="28">
                  <a:moveTo>
                    <a:pt x="0" y="0"/>
                  </a:moveTo>
                  <a:lnTo>
                    <a:pt x="0" y="0"/>
                  </a:lnTo>
                  <a:lnTo>
                    <a:pt x="0" y="4"/>
                  </a:lnTo>
                  <a:lnTo>
                    <a:pt x="3" y="13"/>
                  </a:lnTo>
                  <a:lnTo>
                    <a:pt x="3" y="17"/>
                  </a:lnTo>
                  <a:lnTo>
                    <a:pt x="3" y="18"/>
                  </a:lnTo>
                  <a:lnTo>
                    <a:pt x="3" y="23"/>
                  </a:lnTo>
                  <a:lnTo>
                    <a:pt x="3" y="24"/>
                  </a:lnTo>
                  <a:lnTo>
                    <a:pt x="3" y="27"/>
                  </a:lnTo>
                  <a:lnTo>
                    <a:pt x="3" y="27"/>
                  </a:lnTo>
                  <a:lnTo>
                    <a:pt x="3" y="24"/>
                  </a:lnTo>
                  <a:lnTo>
                    <a:pt x="3" y="24"/>
                  </a:lnTo>
                  <a:lnTo>
                    <a:pt x="3" y="23"/>
                  </a:lnTo>
                  <a:lnTo>
                    <a:pt x="3" y="22"/>
                  </a:lnTo>
                  <a:lnTo>
                    <a:pt x="3" y="18"/>
                  </a:lnTo>
                  <a:lnTo>
                    <a:pt x="3" y="17"/>
                  </a:lnTo>
                  <a:lnTo>
                    <a:pt x="3" y="13"/>
                  </a:lnTo>
                  <a:lnTo>
                    <a:pt x="3" y="4"/>
                  </a:lnTo>
                  <a:lnTo>
                    <a:pt x="3" y="0"/>
                  </a:lnTo>
                  <a:lnTo>
                    <a:pt x="3" y="0"/>
                  </a:lnTo>
                  <a:lnTo>
                    <a:pt x="0" y="0"/>
                  </a:lnTo>
                  <a:lnTo>
                    <a:pt x="0" y="0"/>
                  </a:lnTo>
                </a:path>
              </a:pathLst>
            </a:custGeom>
            <a:solidFill>
              <a:srgbClr val="ffc0b6"/>
            </a:solidFill>
            <a:ln w="0">
              <a:noFill/>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4164" name=""/>
            <p:cNvSpPr/>
            <p:nvPr/>
          </p:nvSpPr>
          <p:spPr>
            <a:xfrm>
              <a:off x="5133960" y="4567320"/>
              <a:ext cx="36360" cy="60120"/>
            </a:xfrm>
            <a:custGeom>
              <a:avLst/>
              <a:gdLst/>
              <a:ahLst/>
              <a:rect l="l" t="t" r="r" b="b"/>
              <a:pathLst>
                <a:path w="23" h="38">
                  <a:moveTo>
                    <a:pt x="0" y="0"/>
                  </a:moveTo>
                  <a:lnTo>
                    <a:pt x="3" y="5"/>
                  </a:lnTo>
                  <a:lnTo>
                    <a:pt x="4" y="10"/>
                  </a:lnTo>
                  <a:lnTo>
                    <a:pt x="8" y="15"/>
                  </a:lnTo>
                  <a:lnTo>
                    <a:pt x="10" y="17"/>
                  </a:lnTo>
                  <a:lnTo>
                    <a:pt x="17" y="20"/>
                  </a:lnTo>
                  <a:lnTo>
                    <a:pt x="17" y="25"/>
                  </a:lnTo>
                  <a:lnTo>
                    <a:pt x="19" y="35"/>
                  </a:lnTo>
                  <a:lnTo>
                    <a:pt x="19" y="37"/>
                  </a:lnTo>
                  <a:lnTo>
                    <a:pt x="22" y="37"/>
                  </a:lnTo>
                  <a:lnTo>
                    <a:pt x="22" y="35"/>
                  </a:lnTo>
                  <a:lnTo>
                    <a:pt x="22" y="25"/>
                  </a:lnTo>
                  <a:lnTo>
                    <a:pt x="17" y="20"/>
                  </a:lnTo>
                  <a:lnTo>
                    <a:pt x="17" y="17"/>
                  </a:lnTo>
                  <a:lnTo>
                    <a:pt x="10" y="15"/>
                  </a:lnTo>
                  <a:lnTo>
                    <a:pt x="4" y="10"/>
                  </a:lnTo>
                  <a:lnTo>
                    <a:pt x="3" y="1"/>
                  </a:lnTo>
                  <a:lnTo>
                    <a:pt x="0" y="0"/>
                  </a:lnTo>
                  <a:lnTo>
                    <a:pt x="0" y="0"/>
                  </a:lnTo>
                  <a:lnTo>
                    <a:pt x="0" y="0"/>
                  </a:lnTo>
                </a:path>
              </a:pathLst>
            </a:custGeom>
            <a:solidFill>
              <a:srgbClr val="ffc0b6"/>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4165" name=""/>
            <p:cNvSpPr/>
            <p:nvPr/>
          </p:nvSpPr>
          <p:spPr>
            <a:xfrm>
              <a:off x="5164200" y="4626000"/>
              <a:ext cx="6120" cy="1440"/>
            </a:xfrm>
            <a:custGeom>
              <a:avLst/>
              <a:gdLst/>
              <a:ahLst/>
              <a:rect l="l" t="t" r="r" b="b"/>
              <a:pathLst>
                <a:path w="4" h="1">
                  <a:moveTo>
                    <a:pt x="3" y="0"/>
                  </a:moveTo>
                  <a:lnTo>
                    <a:pt x="3" y="0"/>
                  </a:lnTo>
                  <a:lnTo>
                    <a:pt x="3" y="0"/>
                  </a:lnTo>
                  <a:lnTo>
                    <a:pt x="0" y="0"/>
                  </a:lnTo>
                  <a:lnTo>
                    <a:pt x="3" y="0"/>
                  </a:lnTo>
                  <a:lnTo>
                    <a:pt x="3" y="0"/>
                  </a:lnTo>
                  <a:lnTo>
                    <a:pt x="3"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166" name=""/>
            <p:cNvSpPr/>
            <p:nvPr/>
          </p:nvSpPr>
          <p:spPr>
            <a:xfrm>
              <a:off x="5353200" y="4599000"/>
              <a:ext cx="1440" cy="3240"/>
            </a:xfrm>
            <a:custGeom>
              <a:avLst/>
              <a:gdLst/>
              <a:ahLst/>
              <a:rect l="l" t="t" r="r" b="b"/>
              <a:pathLst>
                <a:path w="1" h="2">
                  <a:moveTo>
                    <a:pt x="0" y="1"/>
                  </a:moveTo>
                  <a:lnTo>
                    <a:pt x="0" y="0"/>
                  </a:lnTo>
                  <a:lnTo>
                    <a:pt x="0" y="0"/>
                  </a:lnTo>
                  <a:lnTo>
                    <a:pt x="0" y="0"/>
                  </a:lnTo>
                  <a:lnTo>
                    <a:pt x="0" y="1"/>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4167" name=""/>
            <p:cNvSpPr/>
            <p:nvPr/>
          </p:nvSpPr>
          <p:spPr>
            <a:xfrm>
              <a:off x="5353200" y="4600440"/>
              <a:ext cx="25200" cy="55800"/>
            </a:xfrm>
            <a:custGeom>
              <a:avLst/>
              <a:gdLst/>
              <a:ahLst/>
              <a:rect l="l" t="t" r="r" b="b"/>
              <a:pathLst>
                <a:path w="16" h="35">
                  <a:moveTo>
                    <a:pt x="15" y="33"/>
                  </a:moveTo>
                  <a:lnTo>
                    <a:pt x="15" y="33"/>
                  </a:lnTo>
                  <a:lnTo>
                    <a:pt x="14" y="33"/>
                  </a:lnTo>
                  <a:lnTo>
                    <a:pt x="11" y="29"/>
                  </a:lnTo>
                  <a:lnTo>
                    <a:pt x="5" y="20"/>
                  </a:lnTo>
                  <a:lnTo>
                    <a:pt x="0" y="16"/>
                  </a:lnTo>
                  <a:lnTo>
                    <a:pt x="0" y="14"/>
                  </a:lnTo>
                  <a:lnTo>
                    <a:pt x="0" y="6"/>
                  </a:lnTo>
                  <a:lnTo>
                    <a:pt x="0" y="0"/>
                  </a:lnTo>
                  <a:lnTo>
                    <a:pt x="0" y="0"/>
                  </a:lnTo>
                  <a:lnTo>
                    <a:pt x="0" y="0"/>
                  </a:lnTo>
                  <a:lnTo>
                    <a:pt x="0" y="0"/>
                  </a:lnTo>
                  <a:lnTo>
                    <a:pt x="0" y="6"/>
                  </a:lnTo>
                  <a:lnTo>
                    <a:pt x="0" y="14"/>
                  </a:lnTo>
                  <a:lnTo>
                    <a:pt x="0" y="16"/>
                  </a:lnTo>
                  <a:lnTo>
                    <a:pt x="0" y="20"/>
                  </a:lnTo>
                  <a:lnTo>
                    <a:pt x="5" y="29"/>
                  </a:lnTo>
                  <a:lnTo>
                    <a:pt x="14" y="33"/>
                  </a:lnTo>
                  <a:lnTo>
                    <a:pt x="15" y="34"/>
                  </a:lnTo>
                  <a:lnTo>
                    <a:pt x="15" y="34"/>
                  </a:lnTo>
                  <a:lnTo>
                    <a:pt x="15" y="33"/>
                  </a:lnTo>
                  <a:lnTo>
                    <a:pt x="15" y="33"/>
                  </a:lnTo>
                </a:path>
              </a:pathLst>
            </a:custGeom>
            <a:solidFill>
              <a:srgbClr val="ffc0b6"/>
            </a:solidFill>
            <a:ln w="0">
              <a:noFill/>
            </a:ln>
          </p:spPr>
          <p:style>
            <a:lnRef idx="0"/>
            <a:fillRef idx="0"/>
            <a:effectRef idx="0"/>
            <a:fontRef idx="minor"/>
          </p:style>
          <p:txBody>
            <a:bodyPr lIns="90000" rIns="90000" tIns="9000" bIns="9000" anchor="t">
              <a:noAutofit/>
            </a:bodyPr>
            <a:p>
              <a:endParaRPr b="0" lang="en-IN" sz="2400" strike="noStrike" u="none">
                <a:solidFill>
                  <a:srgbClr val="ffffff"/>
                </a:solidFill>
                <a:effectLst/>
                <a:uFillTx/>
                <a:latin typeface="Times New Roman"/>
              </a:endParaRPr>
            </a:p>
          </p:txBody>
        </p:sp>
        <p:sp>
          <p:nvSpPr>
            <p:cNvPr id="4168" name=""/>
            <p:cNvSpPr/>
            <p:nvPr/>
          </p:nvSpPr>
          <p:spPr>
            <a:xfrm>
              <a:off x="5376960" y="4653000"/>
              <a:ext cx="14040" cy="36360"/>
            </a:xfrm>
            <a:custGeom>
              <a:avLst/>
              <a:gdLst/>
              <a:ahLst/>
              <a:rect l="l" t="t" r="r" b="b"/>
              <a:pathLst>
                <a:path w="9" h="23">
                  <a:moveTo>
                    <a:pt x="8" y="22"/>
                  </a:moveTo>
                  <a:lnTo>
                    <a:pt x="8" y="20"/>
                  </a:lnTo>
                  <a:lnTo>
                    <a:pt x="8" y="18"/>
                  </a:lnTo>
                  <a:lnTo>
                    <a:pt x="8" y="18"/>
                  </a:lnTo>
                  <a:lnTo>
                    <a:pt x="8" y="12"/>
                  </a:lnTo>
                  <a:lnTo>
                    <a:pt x="6" y="10"/>
                  </a:lnTo>
                  <a:lnTo>
                    <a:pt x="4" y="10"/>
                  </a:lnTo>
                  <a:lnTo>
                    <a:pt x="4" y="6"/>
                  </a:lnTo>
                  <a:lnTo>
                    <a:pt x="0" y="1"/>
                  </a:lnTo>
                  <a:lnTo>
                    <a:pt x="0" y="0"/>
                  </a:lnTo>
                  <a:lnTo>
                    <a:pt x="0" y="1"/>
                  </a:lnTo>
                  <a:lnTo>
                    <a:pt x="0" y="5"/>
                  </a:lnTo>
                  <a:lnTo>
                    <a:pt x="2" y="6"/>
                  </a:lnTo>
                  <a:lnTo>
                    <a:pt x="4" y="10"/>
                  </a:lnTo>
                  <a:lnTo>
                    <a:pt x="4" y="10"/>
                  </a:lnTo>
                  <a:lnTo>
                    <a:pt x="4" y="18"/>
                  </a:lnTo>
                  <a:lnTo>
                    <a:pt x="6" y="18"/>
                  </a:lnTo>
                  <a:lnTo>
                    <a:pt x="6" y="20"/>
                  </a:lnTo>
                  <a:lnTo>
                    <a:pt x="6" y="20"/>
                  </a:lnTo>
                  <a:lnTo>
                    <a:pt x="6" y="20"/>
                  </a:lnTo>
                  <a:lnTo>
                    <a:pt x="8" y="22"/>
                  </a:lnTo>
                  <a:lnTo>
                    <a:pt x="8" y="22"/>
                  </a:lnTo>
                </a:path>
              </a:pathLst>
            </a:custGeom>
            <a:solidFill>
              <a:srgbClr val="ffc0b6"/>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4169" name=""/>
            <p:cNvSpPr/>
            <p:nvPr/>
          </p:nvSpPr>
          <p:spPr>
            <a:xfrm>
              <a:off x="5383080" y="4684680"/>
              <a:ext cx="7920" cy="28440"/>
            </a:xfrm>
            <a:custGeom>
              <a:avLst/>
              <a:gdLst/>
              <a:ahLst/>
              <a:rect l="l" t="t" r="r" b="b"/>
              <a:pathLst>
                <a:path w="5" h="18">
                  <a:moveTo>
                    <a:pt x="4" y="17"/>
                  </a:moveTo>
                  <a:lnTo>
                    <a:pt x="2" y="14"/>
                  </a:lnTo>
                  <a:lnTo>
                    <a:pt x="2" y="8"/>
                  </a:lnTo>
                  <a:lnTo>
                    <a:pt x="4" y="2"/>
                  </a:lnTo>
                  <a:lnTo>
                    <a:pt x="4" y="2"/>
                  </a:lnTo>
                  <a:lnTo>
                    <a:pt x="2" y="0"/>
                  </a:lnTo>
                  <a:lnTo>
                    <a:pt x="2" y="2"/>
                  </a:lnTo>
                  <a:lnTo>
                    <a:pt x="0" y="8"/>
                  </a:lnTo>
                  <a:lnTo>
                    <a:pt x="0" y="14"/>
                  </a:lnTo>
                  <a:lnTo>
                    <a:pt x="2" y="17"/>
                  </a:lnTo>
                  <a:lnTo>
                    <a:pt x="4" y="17"/>
                  </a:lnTo>
                  <a:lnTo>
                    <a:pt x="4" y="17"/>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4170" name=""/>
            <p:cNvSpPr/>
            <p:nvPr/>
          </p:nvSpPr>
          <p:spPr>
            <a:xfrm>
              <a:off x="5386320" y="4681440"/>
              <a:ext cx="4680" cy="7920"/>
            </a:xfrm>
            <a:custGeom>
              <a:avLst/>
              <a:gdLst/>
              <a:ahLst/>
              <a:rect l="l" t="t" r="r" b="b"/>
              <a:pathLst>
                <a:path w="3" h="5">
                  <a:moveTo>
                    <a:pt x="0" y="4"/>
                  </a:moveTo>
                  <a:lnTo>
                    <a:pt x="0" y="4"/>
                  </a:lnTo>
                  <a:lnTo>
                    <a:pt x="2" y="4"/>
                  </a:lnTo>
                  <a:lnTo>
                    <a:pt x="2" y="2"/>
                  </a:lnTo>
                  <a:lnTo>
                    <a:pt x="2"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171" name=""/>
            <p:cNvSpPr/>
            <p:nvPr/>
          </p:nvSpPr>
          <p:spPr>
            <a:xfrm>
              <a:off x="5257800" y="4600440"/>
              <a:ext cx="1440" cy="7920"/>
            </a:xfrm>
            <a:custGeom>
              <a:avLst/>
              <a:gdLst/>
              <a:ahLst/>
              <a:rect l="l" t="t" r="r" b="b"/>
              <a:pathLst>
                <a:path w="1" h="5">
                  <a:moveTo>
                    <a:pt x="0" y="4"/>
                  </a:moveTo>
                  <a:lnTo>
                    <a:pt x="0" y="4"/>
                  </a:lnTo>
                  <a:lnTo>
                    <a:pt x="0" y="4"/>
                  </a:lnTo>
                  <a:lnTo>
                    <a:pt x="0" y="4"/>
                  </a:lnTo>
                  <a:lnTo>
                    <a:pt x="0" y="0"/>
                  </a:lnTo>
                  <a:lnTo>
                    <a:pt x="0" y="4"/>
                  </a:lnTo>
                  <a:lnTo>
                    <a:pt x="0" y="4"/>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172" name=""/>
            <p:cNvSpPr/>
            <p:nvPr/>
          </p:nvSpPr>
          <p:spPr>
            <a:xfrm>
              <a:off x="5230800" y="4552920"/>
              <a:ext cx="28440" cy="55440"/>
            </a:xfrm>
            <a:custGeom>
              <a:avLst/>
              <a:gdLst/>
              <a:ahLst/>
              <a:rect l="l" t="t" r="r" b="b"/>
              <a:pathLst>
                <a:path w="18" h="35">
                  <a:moveTo>
                    <a:pt x="0" y="0"/>
                  </a:moveTo>
                  <a:lnTo>
                    <a:pt x="2" y="8"/>
                  </a:lnTo>
                  <a:lnTo>
                    <a:pt x="5" y="9"/>
                  </a:lnTo>
                  <a:lnTo>
                    <a:pt x="11" y="14"/>
                  </a:lnTo>
                  <a:lnTo>
                    <a:pt x="15" y="24"/>
                  </a:lnTo>
                  <a:lnTo>
                    <a:pt x="17" y="26"/>
                  </a:lnTo>
                  <a:lnTo>
                    <a:pt x="17" y="29"/>
                  </a:lnTo>
                  <a:lnTo>
                    <a:pt x="17" y="30"/>
                  </a:lnTo>
                  <a:lnTo>
                    <a:pt x="17" y="34"/>
                  </a:lnTo>
                  <a:lnTo>
                    <a:pt x="17" y="30"/>
                  </a:lnTo>
                  <a:lnTo>
                    <a:pt x="17" y="30"/>
                  </a:lnTo>
                  <a:lnTo>
                    <a:pt x="17" y="29"/>
                  </a:lnTo>
                  <a:lnTo>
                    <a:pt x="17" y="26"/>
                  </a:lnTo>
                  <a:lnTo>
                    <a:pt x="17" y="24"/>
                  </a:lnTo>
                  <a:lnTo>
                    <a:pt x="12" y="10"/>
                  </a:lnTo>
                  <a:lnTo>
                    <a:pt x="7" y="9"/>
                  </a:lnTo>
                  <a:lnTo>
                    <a:pt x="2"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173" name=""/>
            <p:cNvSpPr/>
            <p:nvPr/>
          </p:nvSpPr>
          <p:spPr>
            <a:xfrm>
              <a:off x="5257800" y="4600440"/>
              <a:ext cx="1440" cy="7920"/>
            </a:xfrm>
            <a:custGeom>
              <a:avLst/>
              <a:gdLst/>
              <a:ahLst/>
              <a:rect l="l" t="t" r="r" b="b"/>
              <a:pathLst>
                <a:path w="1" h="5">
                  <a:moveTo>
                    <a:pt x="0" y="0"/>
                  </a:moveTo>
                  <a:lnTo>
                    <a:pt x="0" y="0"/>
                  </a:lnTo>
                  <a:lnTo>
                    <a:pt x="0" y="0"/>
                  </a:lnTo>
                  <a:lnTo>
                    <a:pt x="0" y="4"/>
                  </a:lnTo>
                  <a:lnTo>
                    <a:pt x="0" y="4"/>
                  </a:lnTo>
                  <a:lnTo>
                    <a:pt x="0" y="0"/>
                  </a:lnTo>
                  <a:lnTo>
                    <a:pt x="0"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174" name=""/>
            <p:cNvSpPr/>
            <p:nvPr/>
          </p:nvSpPr>
          <p:spPr>
            <a:xfrm>
              <a:off x="5594400" y="4711680"/>
              <a:ext cx="3240" cy="9720"/>
            </a:xfrm>
            <a:custGeom>
              <a:avLst/>
              <a:gdLst/>
              <a:ahLst/>
              <a:rect l="l" t="t" r="r" b="b"/>
              <a:pathLst>
                <a:path w="2" h="6">
                  <a:moveTo>
                    <a:pt x="0" y="0"/>
                  </a:moveTo>
                  <a:lnTo>
                    <a:pt x="0" y="5"/>
                  </a:lnTo>
                  <a:lnTo>
                    <a:pt x="1" y="5"/>
                  </a:lnTo>
                  <a:lnTo>
                    <a:pt x="1" y="5"/>
                  </a:lnTo>
                  <a:lnTo>
                    <a:pt x="1" y="0"/>
                  </a:lnTo>
                  <a:lnTo>
                    <a:pt x="0" y="0"/>
                  </a:lnTo>
                  <a:lnTo>
                    <a:pt x="0" y="0"/>
                  </a:lnTo>
                </a:path>
              </a:pathLst>
            </a:custGeom>
            <a:solidFill>
              <a:srgbClr val="ffc0b6"/>
            </a:solidFill>
            <a:ln w="0">
              <a:noFill/>
            </a:ln>
          </p:spPr>
          <p:style>
            <a:lnRef idx="0"/>
            <a:fillRef idx="0"/>
            <a:effectRef idx="0"/>
            <a:fontRef idx="minor"/>
          </p:style>
          <p:txBody>
            <a:bodyPr lIns="90000" rIns="90000" tIns="-37080" bIns="-37080" anchor="t">
              <a:noAutofit/>
            </a:bodyPr>
            <a:p>
              <a:endParaRPr b="0" lang="en-IN" sz="2400" strike="noStrike" u="none">
                <a:solidFill>
                  <a:srgbClr val="ffffff"/>
                </a:solidFill>
                <a:effectLst/>
                <a:uFillTx/>
                <a:latin typeface="Times New Roman"/>
              </a:endParaRPr>
            </a:p>
          </p:txBody>
        </p:sp>
        <p:sp>
          <p:nvSpPr>
            <p:cNvPr id="4175" name=""/>
            <p:cNvSpPr/>
            <p:nvPr/>
          </p:nvSpPr>
          <p:spPr>
            <a:xfrm>
              <a:off x="5581800" y="4681440"/>
              <a:ext cx="15840" cy="31680"/>
            </a:xfrm>
            <a:custGeom>
              <a:avLst/>
              <a:gdLst/>
              <a:ahLst/>
              <a:rect l="l" t="t" r="r" b="b"/>
              <a:pathLst>
                <a:path w="10" h="20">
                  <a:moveTo>
                    <a:pt x="0" y="4"/>
                  </a:moveTo>
                  <a:lnTo>
                    <a:pt x="0" y="4"/>
                  </a:lnTo>
                  <a:lnTo>
                    <a:pt x="8" y="4"/>
                  </a:lnTo>
                  <a:lnTo>
                    <a:pt x="9" y="9"/>
                  </a:lnTo>
                  <a:lnTo>
                    <a:pt x="9" y="13"/>
                  </a:lnTo>
                  <a:lnTo>
                    <a:pt x="9" y="16"/>
                  </a:lnTo>
                  <a:lnTo>
                    <a:pt x="9" y="16"/>
                  </a:lnTo>
                  <a:lnTo>
                    <a:pt x="9" y="19"/>
                  </a:lnTo>
                  <a:lnTo>
                    <a:pt x="8" y="19"/>
                  </a:lnTo>
                  <a:lnTo>
                    <a:pt x="8" y="19"/>
                  </a:lnTo>
                  <a:lnTo>
                    <a:pt x="9" y="19"/>
                  </a:lnTo>
                  <a:lnTo>
                    <a:pt x="9" y="19"/>
                  </a:lnTo>
                  <a:lnTo>
                    <a:pt x="9" y="19"/>
                  </a:lnTo>
                  <a:lnTo>
                    <a:pt x="9" y="16"/>
                  </a:lnTo>
                  <a:lnTo>
                    <a:pt x="9" y="16"/>
                  </a:lnTo>
                  <a:lnTo>
                    <a:pt x="9" y="13"/>
                  </a:lnTo>
                  <a:lnTo>
                    <a:pt x="9" y="9"/>
                  </a:lnTo>
                  <a:lnTo>
                    <a:pt x="9" y="4"/>
                  </a:lnTo>
                  <a:lnTo>
                    <a:pt x="3" y="0"/>
                  </a:lnTo>
                  <a:lnTo>
                    <a:pt x="3" y="0"/>
                  </a:lnTo>
                  <a:lnTo>
                    <a:pt x="0" y="4"/>
                  </a:lnTo>
                  <a:lnTo>
                    <a:pt x="0" y="4"/>
                  </a:lnTo>
                </a:path>
              </a:pathLst>
            </a:custGeom>
            <a:solidFill>
              <a:srgbClr val="ffc0b6"/>
            </a:solidFill>
            <a:ln w="0">
              <a:noFill/>
            </a:ln>
          </p:spPr>
          <p:style>
            <a:lnRef idx="0"/>
            <a:fillRef idx="0"/>
            <a:effectRef idx="0"/>
            <a:fontRef idx="minor"/>
          </p:style>
          <p:txBody>
            <a:bodyPr lIns="90000" rIns="90000" tIns="-15120" bIns="-15120" anchor="t">
              <a:noAutofit/>
            </a:bodyPr>
            <a:p>
              <a:endParaRPr b="0" lang="en-IN" sz="2400" strike="noStrike" u="none">
                <a:solidFill>
                  <a:srgbClr val="ffffff"/>
                </a:solidFill>
                <a:effectLst/>
                <a:uFillTx/>
                <a:latin typeface="Times New Roman"/>
              </a:endParaRPr>
            </a:p>
          </p:txBody>
        </p:sp>
        <p:sp>
          <p:nvSpPr>
            <p:cNvPr id="4176" name=""/>
            <p:cNvSpPr/>
            <p:nvPr/>
          </p:nvSpPr>
          <p:spPr>
            <a:xfrm>
              <a:off x="5580000" y="4653000"/>
              <a:ext cx="7920" cy="36360"/>
            </a:xfrm>
            <a:custGeom>
              <a:avLst/>
              <a:gdLst/>
              <a:ahLst/>
              <a:rect l="l" t="t" r="r" b="b"/>
              <a:pathLst>
                <a:path w="5" h="23">
                  <a:moveTo>
                    <a:pt x="0" y="0"/>
                  </a:moveTo>
                  <a:lnTo>
                    <a:pt x="0" y="0"/>
                  </a:lnTo>
                  <a:lnTo>
                    <a:pt x="0" y="1"/>
                  </a:lnTo>
                  <a:lnTo>
                    <a:pt x="0" y="6"/>
                  </a:lnTo>
                  <a:lnTo>
                    <a:pt x="0" y="7"/>
                  </a:lnTo>
                  <a:lnTo>
                    <a:pt x="0" y="10"/>
                  </a:lnTo>
                  <a:lnTo>
                    <a:pt x="0" y="10"/>
                  </a:lnTo>
                  <a:lnTo>
                    <a:pt x="0" y="12"/>
                  </a:lnTo>
                  <a:lnTo>
                    <a:pt x="1" y="18"/>
                  </a:lnTo>
                  <a:lnTo>
                    <a:pt x="1" y="22"/>
                  </a:lnTo>
                  <a:lnTo>
                    <a:pt x="4" y="18"/>
                  </a:lnTo>
                  <a:lnTo>
                    <a:pt x="1" y="18"/>
                  </a:lnTo>
                  <a:lnTo>
                    <a:pt x="1" y="11"/>
                  </a:lnTo>
                  <a:lnTo>
                    <a:pt x="0" y="10"/>
                  </a:lnTo>
                  <a:lnTo>
                    <a:pt x="0" y="10"/>
                  </a:lnTo>
                  <a:lnTo>
                    <a:pt x="0" y="7"/>
                  </a:lnTo>
                  <a:lnTo>
                    <a:pt x="0" y="6"/>
                  </a:lnTo>
                  <a:lnTo>
                    <a:pt x="0" y="1"/>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10440" bIns="-10440" anchor="t">
              <a:noAutofit/>
            </a:bodyPr>
            <a:p>
              <a:endParaRPr b="0" lang="en-IN" sz="2400" strike="noStrike" u="none">
                <a:solidFill>
                  <a:srgbClr val="ffffff"/>
                </a:solidFill>
                <a:effectLst/>
                <a:uFillTx/>
                <a:latin typeface="Times New Roman"/>
              </a:endParaRPr>
            </a:p>
          </p:txBody>
        </p:sp>
        <p:sp>
          <p:nvSpPr>
            <p:cNvPr id="4177" name=""/>
            <p:cNvSpPr/>
            <p:nvPr/>
          </p:nvSpPr>
          <p:spPr>
            <a:xfrm>
              <a:off x="5570640" y="4610160"/>
              <a:ext cx="12600" cy="44280"/>
            </a:xfrm>
            <a:custGeom>
              <a:avLst/>
              <a:gdLst/>
              <a:ahLst/>
              <a:rect l="l" t="t" r="r" b="b"/>
              <a:pathLst>
                <a:path w="8" h="28">
                  <a:moveTo>
                    <a:pt x="0" y="6"/>
                  </a:moveTo>
                  <a:lnTo>
                    <a:pt x="1" y="8"/>
                  </a:lnTo>
                  <a:lnTo>
                    <a:pt x="2" y="10"/>
                  </a:lnTo>
                  <a:lnTo>
                    <a:pt x="6" y="10"/>
                  </a:lnTo>
                  <a:lnTo>
                    <a:pt x="6" y="13"/>
                  </a:lnTo>
                  <a:lnTo>
                    <a:pt x="6" y="14"/>
                  </a:lnTo>
                  <a:lnTo>
                    <a:pt x="6" y="23"/>
                  </a:lnTo>
                  <a:lnTo>
                    <a:pt x="6" y="25"/>
                  </a:lnTo>
                  <a:lnTo>
                    <a:pt x="6" y="27"/>
                  </a:lnTo>
                  <a:lnTo>
                    <a:pt x="6" y="27"/>
                  </a:lnTo>
                  <a:lnTo>
                    <a:pt x="7" y="25"/>
                  </a:lnTo>
                  <a:lnTo>
                    <a:pt x="7" y="23"/>
                  </a:lnTo>
                  <a:lnTo>
                    <a:pt x="7" y="14"/>
                  </a:lnTo>
                  <a:lnTo>
                    <a:pt x="6" y="13"/>
                  </a:lnTo>
                  <a:lnTo>
                    <a:pt x="6" y="10"/>
                  </a:lnTo>
                  <a:lnTo>
                    <a:pt x="6" y="10"/>
                  </a:lnTo>
                  <a:lnTo>
                    <a:pt x="2" y="6"/>
                  </a:lnTo>
                  <a:lnTo>
                    <a:pt x="1" y="0"/>
                  </a:lnTo>
                  <a:lnTo>
                    <a:pt x="0" y="6"/>
                  </a:lnTo>
                  <a:lnTo>
                    <a:pt x="0" y="6"/>
                  </a:lnTo>
                </a:path>
              </a:pathLst>
            </a:custGeom>
            <a:solidFill>
              <a:srgbClr val="ffc0b6"/>
            </a:solidFill>
            <a:ln w="0">
              <a:noFill/>
            </a:ln>
          </p:spPr>
          <p:style>
            <a:lnRef idx="0"/>
            <a:fillRef idx="0"/>
            <a:effectRef idx="0"/>
            <a:fontRef idx="minor"/>
          </p:style>
          <p:txBody>
            <a:bodyPr lIns="90000" rIns="90000" tIns="-2520" bIns="-2520" anchor="t">
              <a:noAutofit/>
            </a:bodyPr>
            <a:p>
              <a:endParaRPr b="0" lang="en-IN" sz="2400" strike="noStrike" u="none">
                <a:solidFill>
                  <a:srgbClr val="ffffff"/>
                </a:solidFill>
                <a:effectLst/>
                <a:uFillTx/>
                <a:latin typeface="Times New Roman"/>
              </a:endParaRPr>
            </a:p>
          </p:txBody>
        </p:sp>
        <p:sp>
          <p:nvSpPr>
            <p:cNvPr id="4178" name=""/>
            <p:cNvSpPr/>
            <p:nvPr/>
          </p:nvSpPr>
          <p:spPr>
            <a:xfrm>
              <a:off x="5580000" y="4653000"/>
              <a:ext cx="180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4179" name=""/>
            <p:cNvSpPr/>
            <p:nvPr/>
          </p:nvSpPr>
          <p:spPr>
            <a:xfrm>
              <a:off x="5676840" y="4594320"/>
              <a:ext cx="1800" cy="4680"/>
            </a:xfrm>
            <a:custGeom>
              <a:avLst/>
              <a:gdLst/>
              <a:ahLst/>
              <a:rect l="l" t="t" r="r" b="b"/>
              <a:pathLst>
                <a:path w="1" h="3">
                  <a:moveTo>
                    <a:pt x="0" y="0"/>
                  </a:moveTo>
                  <a:lnTo>
                    <a:pt x="0" y="2"/>
                  </a:lnTo>
                  <a:lnTo>
                    <a:pt x="0" y="2"/>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2120" bIns="-42120" anchor="t">
              <a:noAutofit/>
            </a:bodyPr>
            <a:p>
              <a:endParaRPr b="0" lang="en-IN" sz="2400" strike="noStrike" u="none">
                <a:solidFill>
                  <a:srgbClr val="ffffff"/>
                </a:solidFill>
                <a:effectLst/>
                <a:uFillTx/>
                <a:latin typeface="Times New Roman"/>
              </a:endParaRPr>
            </a:p>
          </p:txBody>
        </p:sp>
        <p:sp>
          <p:nvSpPr>
            <p:cNvPr id="4180" name=""/>
            <p:cNvSpPr/>
            <p:nvPr/>
          </p:nvSpPr>
          <p:spPr>
            <a:xfrm>
              <a:off x="5653080" y="4565520"/>
              <a:ext cx="25560" cy="30240"/>
            </a:xfrm>
            <a:custGeom>
              <a:avLst/>
              <a:gdLst/>
              <a:ahLst/>
              <a:rect l="l" t="t" r="r" b="b"/>
              <a:pathLst>
                <a:path w="16" h="19">
                  <a:moveTo>
                    <a:pt x="0" y="1"/>
                  </a:moveTo>
                  <a:lnTo>
                    <a:pt x="0" y="1"/>
                  </a:lnTo>
                  <a:lnTo>
                    <a:pt x="2" y="1"/>
                  </a:lnTo>
                  <a:lnTo>
                    <a:pt x="4" y="1"/>
                  </a:lnTo>
                  <a:lnTo>
                    <a:pt x="8" y="5"/>
                  </a:lnTo>
                  <a:lnTo>
                    <a:pt x="11" y="11"/>
                  </a:lnTo>
                  <a:lnTo>
                    <a:pt x="11" y="16"/>
                  </a:lnTo>
                  <a:lnTo>
                    <a:pt x="13" y="17"/>
                  </a:lnTo>
                  <a:lnTo>
                    <a:pt x="15" y="18"/>
                  </a:lnTo>
                  <a:lnTo>
                    <a:pt x="15" y="18"/>
                  </a:lnTo>
                  <a:lnTo>
                    <a:pt x="15" y="18"/>
                  </a:lnTo>
                  <a:lnTo>
                    <a:pt x="15" y="18"/>
                  </a:lnTo>
                  <a:lnTo>
                    <a:pt x="15" y="16"/>
                  </a:lnTo>
                  <a:lnTo>
                    <a:pt x="15" y="16"/>
                  </a:lnTo>
                  <a:lnTo>
                    <a:pt x="11" y="11"/>
                  </a:lnTo>
                  <a:lnTo>
                    <a:pt x="11" y="2"/>
                  </a:lnTo>
                  <a:lnTo>
                    <a:pt x="8" y="1"/>
                  </a:lnTo>
                  <a:lnTo>
                    <a:pt x="4" y="1"/>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4181" name=""/>
            <p:cNvSpPr/>
            <p:nvPr/>
          </p:nvSpPr>
          <p:spPr>
            <a:xfrm>
              <a:off x="5638680" y="4548240"/>
              <a:ext cx="15840" cy="20520"/>
            </a:xfrm>
            <a:custGeom>
              <a:avLst/>
              <a:gdLst/>
              <a:ahLst/>
              <a:rect l="l" t="t" r="r" b="b"/>
              <a:pathLst>
                <a:path w="10" h="13">
                  <a:moveTo>
                    <a:pt x="0" y="1"/>
                  </a:moveTo>
                  <a:lnTo>
                    <a:pt x="0" y="1"/>
                  </a:lnTo>
                  <a:lnTo>
                    <a:pt x="0" y="2"/>
                  </a:lnTo>
                  <a:lnTo>
                    <a:pt x="4" y="2"/>
                  </a:lnTo>
                  <a:lnTo>
                    <a:pt x="4" y="2"/>
                  </a:lnTo>
                  <a:lnTo>
                    <a:pt x="5" y="3"/>
                  </a:lnTo>
                  <a:lnTo>
                    <a:pt x="5" y="3"/>
                  </a:lnTo>
                  <a:lnTo>
                    <a:pt x="5" y="11"/>
                  </a:lnTo>
                  <a:lnTo>
                    <a:pt x="6" y="12"/>
                  </a:lnTo>
                  <a:lnTo>
                    <a:pt x="9" y="12"/>
                  </a:lnTo>
                  <a:lnTo>
                    <a:pt x="9" y="11"/>
                  </a:lnTo>
                  <a:lnTo>
                    <a:pt x="6" y="11"/>
                  </a:lnTo>
                  <a:lnTo>
                    <a:pt x="6" y="3"/>
                  </a:lnTo>
                  <a:lnTo>
                    <a:pt x="6" y="3"/>
                  </a:lnTo>
                  <a:lnTo>
                    <a:pt x="5" y="3"/>
                  </a:lnTo>
                  <a:lnTo>
                    <a:pt x="5" y="2"/>
                  </a:lnTo>
                  <a:lnTo>
                    <a:pt x="5" y="2"/>
                  </a:lnTo>
                  <a:lnTo>
                    <a:pt x="4" y="0"/>
                  </a:lnTo>
                  <a:lnTo>
                    <a:pt x="0" y="0"/>
                  </a:lnTo>
                  <a:lnTo>
                    <a:pt x="0" y="0"/>
                  </a:lnTo>
                  <a:lnTo>
                    <a:pt x="0" y="1"/>
                  </a:lnTo>
                  <a:lnTo>
                    <a:pt x="0" y="1"/>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4182" name=""/>
            <p:cNvSpPr/>
            <p:nvPr/>
          </p:nvSpPr>
          <p:spPr>
            <a:xfrm>
              <a:off x="5618160" y="4537080"/>
              <a:ext cx="22320" cy="14400"/>
            </a:xfrm>
            <a:custGeom>
              <a:avLst/>
              <a:gdLst/>
              <a:ahLst/>
              <a:rect l="l" t="t" r="r" b="b"/>
              <a:pathLst>
                <a:path w="14" h="9">
                  <a:moveTo>
                    <a:pt x="0" y="0"/>
                  </a:moveTo>
                  <a:lnTo>
                    <a:pt x="4" y="0"/>
                  </a:lnTo>
                  <a:lnTo>
                    <a:pt x="4" y="0"/>
                  </a:lnTo>
                  <a:lnTo>
                    <a:pt x="4" y="0"/>
                  </a:lnTo>
                  <a:lnTo>
                    <a:pt x="4" y="2"/>
                  </a:lnTo>
                  <a:lnTo>
                    <a:pt x="5" y="7"/>
                  </a:lnTo>
                  <a:lnTo>
                    <a:pt x="10" y="7"/>
                  </a:lnTo>
                  <a:lnTo>
                    <a:pt x="13" y="7"/>
                  </a:lnTo>
                  <a:lnTo>
                    <a:pt x="13" y="8"/>
                  </a:lnTo>
                  <a:lnTo>
                    <a:pt x="13" y="7"/>
                  </a:lnTo>
                  <a:lnTo>
                    <a:pt x="13" y="7"/>
                  </a:lnTo>
                  <a:lnTo>
                    <a:pt x="13" y="2"/>
                  </a:lnTo>
                  <a:lnTo>
                    <a:pt x="8" y="2"/>
                  </a:lnTo>
                  <a:lnTo>
                    <a:pt x="5" y="0"/>
                  </a:lnTo>
                  <a:lnTo>
                    <a:pt x="4" y="0"/>
                  </a:lnTo>
                  <a:lnTo>
                    <a:pt x="4" y="0"/>
                  </a:lnTo>
                  <a:lnTo>
                    <a:pt x="4" y="0"/>
                  </a:lnTo>
                  <a:lnTo>
                    <a:pt x="4" y="0"/>
                  </a:lnTo>
                  <a:lnTo>
                    <a:pt x="0" y="0"/>
                  </a:lnTo>
                  <a:lnTo>
                    <a:pt x="0" y="0"/>
                  </a:lnTo>
                </a:path>
              </a:pathLst>
            </a:custGeom>
            <a:solidFill>
              <a:srgbClr val="ffc0b6"/>
            </a:solidFill>
            <a:ln w="0">
              <a:noFill/>
            </a:ln>
          </p:spPr>
          <p:style>
            <a:lnRef idx="0"/>
            <a:fillRef idx="0"/>
            <a:effectRef idx="0"/>
            <a:fontRef idx="minor"/>
          </p:style>
          <p:txBody>
            <a:bodyPr lIns="90000" rIns="90000" tIns="-32400" bIns="-32400" anchor="t">
              <a:noAutofit/>
            </a:bodyPr>
            <a:p>
              <a:endParaRPr b="0" lang="en-IN" sz="2400" strike="noStrike" u="none">
                <a:solidFill>
                  <a:srgbClr val="ffffff"/>
                </a:solidFill>
                <a:effectLst/>
                <a:uFillTx/>
                <a:latin typeface="Times New Roman"/>
              </a:endParaRPr>
            </a:p>
          </p:txBody>
        </p:sp>
        <p:sp>
          <p:nvSpPr>
            <p:cNvPr id="4183" name=""/>
            <p:cNvSpPr/>
            <p:nvPr/>
          </p:nvSpPr>
          <p:spPr>
            <a:xfrm>
              <a:off x="5638680" y="454824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184" name=""/>
            <p:cNvSpPr/>
            <p:nvPr/>
          </p:nvSpPr>
          <p:spPr>
            <a:xfrm>
              <a:off x="5018040" y="4591080"/>
              <a:ext cx="1800" cy="3240"/>
            </a:xfrm>
            <a:custGeom>
              <a:avLst/>
              <a:gdLst/>
              <a:ahLst/>
              <a:rect l="l" t="t" r="r" b="b"/>
              <a:pathLst>
                <a:path w="1" h="2">
                  <a:moveTo>
                    <a:pt x="0" y="0"/>
                  </a:moveTo>
                  <a:lnTo>
                    <a:pt x="0" y="0"/>
                  </a:lnTo>
                  <a:lnTo>
                    <a:pt x="0" y="0"/>
                  </a:lnTo>
                  <a:lnTo>
                    <a:pt x="0" y="0"/>
                  </a:lnTo>
                  <a:lnTo>
                    <a:pt x="0" y="1"/>
                  </a:lnTo>
                  <a:lnTo>
                    <a:pt x="0" y="0"/>
                  </a:lnTo>
                  <a:lnTo>
                    <a:pt x="0"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4185" name=""/>
            <p:cNvSpPr/>
            <p:nvPr/>
          </p:nvSpPr>
          <p:spPr>
            <a:xfrm>
              <a:off x="5018040" y="4591080"/>
              <a:ext cx="34920" cy="20520"/>
            </a:xfrm>
            <a:custGeom>
              <a:avLst/>
              <a:gdLst/>
              <a:ahLst/>
              <a:rect l="l" t="t" r="r" b="b"/>
              <a:pathLst>
                <a:path w="22" h="13">
                  <a:moveTo>
                    <a:pt x="21" y="12"/>
                  </a:moveTo>
                  <a:lnTo>
                    <a:pt x="21" y="12"/>
                  </a:lnTo>
                  <a:lnTo>
                    <a:pt x="20" y="5"/>
                  </a:lnTo>
                  <a:lnTo>
                    <a:pt x="16" y="4"/>
                  </a:lnTo>
                  <a:lnTo>
                    <a:pt x="7" y="1"/>
                  </a:lnTo>
                  <a:lnTo>
                    <a:pt x="6" y="0"/>
                  </a:lnTo>
                  <a:lnTo>
                    <a:pt x="5" y="0"/>
                  </a:lnTo>
                  <a:lnTo>
                    <a:pt x="5" y="0"/>
                  </a:lnTo>
                  <a:lnTo>
                    <a:pt x="4" y="0"/>
                  </a:lnTo>
                  <a:lnTo>
                    <a:pt x="0" y="0"/>
                  </a:lnTo>
                  <a:lnTo>
                    <a:pt x="0" y="1"/>
                  </a:lnTo>
                  <a:lnTo>
                    <a:pt x="4" y="1"/>
                  </a:lnTo>
                  <a:lnTo>
                    <a:pt x="5" y="1"/>
                  </a:lnTo>
                  <a:lnTo>
                    <a:pt x="5" y="1"/>
                  </a:lnTo>
                  <a:lnTo>
                    <a:pt x="6" y="2"/>
                  </a:lnTo>
                  <a:lnTo>
                    <a:pt x="6" y="2"/>
                  </a:lnTo>
                  <a:lnTo>
                    <a:pt x="9" y="4"/>
                  </a:lnTo>
                  <a:lnTo>
                    <a:pt x="19" y="6"/>
                  </a:lnTo>
                  <a:lnTo>
                    <a:pt x="20" y="12"/>
                  </a:lnTo>
                  <a:lnTo>
                    <a:pt x="20" y="12"/>
                  </a:lnTo>
                  <a:lnTo>
                    <a:pt x="21" y="12"/>
                  </a:lnTo>
                  <a:lnTo>
                    <a:pt x="21" y="12"/>
                  </a:lnTo>
                </a:path>
              </a:pathLst>
            </a:custGeom>
            <a:solidFill>
              <a:srgbClr val="ffc0b6"/>
            </a:solidFill>
            <a:ln w="0">
              <a:noFill/>
            </a:ln>
          </p:spPr>
          <p:style>
            <a:lnRef idx="0"/>
            <a:fillRef idx="0"/>
            <a:effectRef idx="0"/>
            <a:fontRef idx="minor"/>
          </p:style>
          <p:txBody>
            <a:bodyPr lIns="90000" rIns="90000" tIns="-26280" bIns="-26280" anchor="t">
              <a:noAutofit/>
            </a:bodyPr>
            <a:p>
              <a:endParaRPr b="0" lang="en-IN" sz="2400" strike="noStrike" u="none">
                <a:solidFill>
                  <a:srgbClr val="ffffff"/>
                </a:solidFill>
                <a:effectLst/>
                <a:uFillTx/>
                <a:latin typeface="Times New Roman"/>
              </a:endParaRPr>
            </a:p>
          </p:txBody>
        </p:sp>
        <p:sp>
          <p:nvSpPr>
            <p:cNvPr id="4186" name=""/>
            <p:cNvSpPr/>
            <p:nvPr/>
          </p:nvSpPr>
          <p:spPr>
            <a:xfrm>
              <a:off x="5049720" y="4610160"/>
              <a:ext cx="11160" cy="41040"/>
            </a:xfrm>
            <a:custGeom>
              <a:avLst/>
              <a:gdLst/>
              <a:ahLst/>
              <a:rect l="l" t="t" r="r" b="b"/>
              <a:pathLst>
                <a:path w="7" h="26">
                  <a:moveTo>
                    <a:pt x="6" y="23"/>
                  </a:moveTo>
                  <a:lnTo>
                    <a:pt x="6" y="23"/>
                  </a:lnTo>
                  <a:lnTo>
                    <a:pt x="6" y="23"/>
                  </a:lnTo>
                  <a:lnTo>
                    <a:pt x="6" y="17"/>
                  </a:lnTo>
                  <a:lnTo>
                    <a:pt x="4" y="14"/>
                  </a:lnTo>
                  <a:lnTo>
                    <a:pt x="4" y="13"/>
                  </a:lnTo>
                  <a:lnTo>
                    <a:pt x="4" y="10"/>
                  </a:lnTo>
                  <a:lnTo>
                    <a:pt x="3" y="8"/>
                  </a:lnTo>
                  <a:lnTo>
                    <a:pt x="1" y="0"/>
                  </a:lnTo>
                  <a:lnTo>
                    <a:pt x="0" y="0"/>
                  </a:lnTo>
                  <a:lnTo>
                    <a:pt x="3" y="10"/>
                  </a:lnTo>
                  <a:lnTo>
                    <a:pt x="3" y="10"/>
                  </a:lnTo>
                  <a:lnTo>
                    <a:pt x="4" y="13"/>
                  </a:lnTo>
                  <a:lnTo>
                    <a:pt x="4" y="14"/>
                  </a:lnTo>
                  <a:lnTo>
                    <a:pt x="4" y="17"/>
                  </a:lnTo>
                  <a:lnTo>
                    <a:pt x="4" y="23"/>
                  </a:lnTo>
                  <a:lnTo>
                    <a:pt x="4" y="25"/>
                  </a:lnTo>
                  <a:lnTo>
                    <a:pt x="6" y="25"/>
                  </a:lnTo>
                  <a:lnTo>
                    <a:pt x="6" y="23"/>
                  </a:lnTo>
                  <a:lnTo>
                    <a:pt x="6" y="23"/>
                  </a:lnTo>
                </a:path>
              </a:pathLst>
            </a:custGeom>
            <a:solidFill>
              <a:srgbClr val="ffc0b6"/>
            </a:solidFill>
            <a:ln w="0">
              <a:noFill/>
            </a:ln>
          </p:spPr>
          <p:style>
            <a:lnRef idx="0"/>
            <a:fillRef idx="0"/>
            <a:effectRef idx="0"/>
            <a:fontRef idx="minor"/>
          </p:style>
          <p:txBody>
            <a:bodyPr lIns="90000" rIns="90000" tIns="-5760" bIns="-5760" anchor="t">
              <a:noAutofit/>
            </a:bodyPr>
            <a:p>
              <a:endParaRPr b="0" lang="en-IN" sz="2400" strike="noStrike" u="none">
                <a:solidFill>
                  <a:srgbClr val="ffffff"/>
                </a:solidFill>
                <a:effectLst/>
                <a:uFillTx/>
                <a:latin typeface="Times New Roman"/>
              </a:endParaRPr>
            </a:p>
          </p:txBody>
        </p:sp>
        <p:sp>
          <p:nvSpPr>
            <p:cNvPr id="4187" name=""/>
            <p:cNvSpPr/>
            <p:nvPr/>
          </p:nvSpPr>
          <p:spPr>
            <a:xfrm>
              <a:off x="5049720" y="4610160"/>
              <a:ext cx="3240" cy="1440"/>
            </a:xfrm>
            <a:custGeom>
              <a:avLst/>
              <a:gdLst/>
              <a:ahLst/>
              <a:rect l="l" t="t" r="r" b="b"/>
              <a:pathLst>
                <a:path w="2" h="1">
                  <a:moveTo>
                    <a:pt x="0" y="0"/>
                  </a:moveTo>
                  <a:lnTo>
                    <a:pt x="1" y="0"/>
                  </a:lnTo>
                  <a:lnTo>
                    <a:pt x="1" y="0"/>
                  </a:lnTo>
                  <a:lnTo>
                    <a:pt x="1" y="0"/>
                  </a:lnTo>
                  <a:lnTo>
                    <a:pt x="1"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188" name=""/>
            <p:cNvSpPr/>
            <p:nvPr/>
          </p:nvSpPr>
          <p:spPr>
            <a:xfrm>
              <a:off x="6005520" y="4653000"/>
              <a:ext cx="9360" cy="3240"/>
            </a:xfrm>
            <a:custGeom>
              <a:avLst/>
              <a:gdLst/>
              <a:ahLst/>
              <a:rect l="l" t="t" r="r" b="b"/>
              <a:pathLst>
                <a:path w="6" h="2">
                  <a:moveTo>
                    <a:pt x="0" y="1"/>
                  </a:moveTo>
                  <a:lnTo>
                    <a:pt x="5" y="1"/>
                  </a:lnTo>
                  <a:lnTo>
                    <a:pt x="5" y="1"/>
                  </a:lnTo>
                  <a:lnTo>
                    <a:pt x="5" y="1"/>
                  </a:lnTo>
                  <a:lnTo>
                    <a:pt x="5" y="0"/>
                  </a:lnTo>
                  <a:lnTo>
                    <a:pt x="0" y="1"/>
                  </a:lnTo>
                  <a:lnTo>
                    <a:pt x="0" y="1"/>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4189" name=""/>
            <p:cNvSpPr/>
            <p:nvPr/>
          </p:nvSpPr>
          <p:spPr>
            <a:xfrm>
              <a:off x="5987880" y="4626000"/>
              <a:ext cx="27000" cy="30240"/>
            </a:xfrm>
            <a:custGeom>
              <a:avLst/>
              <a:gdLst/>
              <a:ahLst/>
              <a:rect l="l" t="t" r="r" b="b"/>
              <a:pathLst>
                <a:path w="17" h="19">
                  <a:moveTo>
                    <a:pt x="0" y="0"/>
                  </a:moveTo>
                  <a:lnTo>
                    <a:pt x="6" y="0"/>
                  </a:lnTo>
                  <a:lnTo>
                    <a:pt x="6" y="3"/>
                  </a:lnTo>
                  <a:lnTo>
                    <a:pt x="7" y="4"/>
                  </a:lnTo>
                  <a:lnTo>
                    <a:pt x="11" y="7"/>
                  </a:lnTo>
                  <a:lnTo>
                    <a:pt x="11" y="15"/>
                  </a:lnTo>
                  <a:lnTo>
                    <a:pt x="11" y="17"/>
                  </a:lnTo>
                  <a:lnTo>
                    <a:pt x="11" y="17"/>
                  </a:lnTo>
                  <a:lnTo>
                    <a:pt x="11" y="18"/>
                  </a:lnTo>
                  <a:lnTo>
                    <a:pt x="16" y="17"/>
                  </a:lnTo>
                  <a:lnTo>
                    <a:pt x="16" y="17"/>
                  </a:lnTo>
                  <a:lnTo>
                    <a:pt x="16" y="17"/>
                  </a:lnTo>
                  <a:lnTo>
                    <a:pt x="11" y="13"/>
                  </a:lnTo>
                  <a:lnTo>
                    <a:pt x="11" y="7"/>
                  </a:lnTo>
                  <a:lnTo>
                    <a:pt x="11" y="4"/>
                  </a:lnTo>
                  <a:lnTo>
                    <a:pt x="7" y="1"/>
                  </a:lnTo>
                  <a:lnTo>
                    <a:pt x="6" y="0"/>
                  </a:lnTo>
                  <a:lnTo>
                    <a:pt x="3" y="0"/>
                  </a:lnTo>
                  <a:lnTo>
                    <a:pt x="0" y="0"/>
                  </a:lnTo>
                  <a:lnTo>
                    <a:pt x="0" y="0"/>
                  </a:lnTo>
                </a:path>
              </a:pathLst>
            </a:custGeom>
            <a:solidFill>
              <a:srgbClr val="ffc0b6"/>
            </a:solidFill>
            <a:ln w="0">
              <a:noFill/>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4190" name=""/>
            <p:cNvSpPr/>
            <p:nvPr/>
          </p:nvSpPr>
          <p:spPr>
            <a:xfrm>
              <a:off x="6005520" y="4653000"/>
              <a:ext cx="9360" cy="3240"/>
            </a:xfrm>
            <a:custGeom>
              <a:avLst/>
              <a:gdLst/>
              <a:ahLst/>
              <a:rect l="l" t="t" r="r" b="b"/>
              <a:pathLst>
                <a:path w="6" h="2">
                  <a:moveTo>
                    <a:pt x="5" y="0"/>
                  </a:moveTo>
                  <a:lnTo>
                    <a:pt x="5" y="0"/>
                  </a:lnTo>
                  <a:lnTo>
                    <a:pt x="0" y="0"/>
                  </a:lnTo>
                  <a:lnTo>
                    <a:pt x="0" y="1"/>
                  </a:lnTo>
                  <a:lnTo>
                    <a:pt x="0" y="1"/>
                  </a:lnTo>
                  <a:lnTo>
                    <a:pt x="5" y="0"/>
                  </a:lnTo>
                  <a:lnTo>
                    <a:pt x="5" y="0"/>
                  </a:lnTo>
                </a:path>
              </a:pathLst>
            </a:custGeom>
            <a:solidFill>
              <a:srgbClr val="ffc0b6"/>
            </a:solidFill>
            <a:ln w="0">
              <a:noFill/>
            </a:ln>
          </p:spPr>
          <p:style>
            <a:lnRef idx="0"/>
            <a:fillRef idx="0"/>
            <a:effectRef idx="0"/>
            <a:fontRef idx="minor"/>
          </p:style>
          <p:txBody>
            <a:bodyPr lIns="90000" rIns="90000" tIns="-43560" bIns="-43560" anchor="t">
              <a:noAutofit/>
            </a:bodyPr>
            <a:p>
              <a:endParaRPr b="0" lang="en-IN" sz="2400" strike="noStrike" u="none">
                <a:solidFill>
                  <a:srgbClr val="ffffff"/>
                </a:solidFill>
                <a:effectLst/>
                <a:uFillTx/>
                <a:latin typeface="Times New Roman"/>
              </a:endParaRPr>
            </a:p>
          </p:txBody>
        </p:sp>
        <p:sp>
          <p:nvSpPr>
            <p:cNvPr id="4191" name=""/>
            <p:cNvSpPr/>
            <p:nvPr/>
          </p:nvSpPr>
          <p:spPr>
            <a:xfrm>
              <a:off x="5018040" y="4808520"/>
              <a:ext cx="9720" cy="1440"/>
            </a:xfrm>
            <a:custGeom>
              <a:avLst/>
              <a:gdLst/>
              <a:ahLst/>
              <a:rect l="l" t="t" r="r" b="b"/>
              <a:pathLst>
                <a:path w="6" h="1">
                  <a:moveTo>
                    <a:pt x="5" y="0"/>
                  </a:moveTo>
                  <a:lnTo>
                    <a:pt x="5" y="0"/>
                  </a:lnTo>
                  <a:lnTo>
                    <a:pt x="4" y="0"/>
                  </a:lnTo>
                  <a:lnTo>
                    <a:pt x="0" y="0"/>
                  </a:lnTo>
                  <a:lnTo>
                    <a:pt x="4" y="0"/>
                  </a:lnTo>
                  <a:lnTo>
                    <a:pt x="5" y="0"/>
                  </a:lnTo>
                  <a:lnTo>
                    <a:pt x="5"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192" name=""/>
            <p:cNvSpPr/>
            <p:nvPr/>
          </p:nvSpPr>
          <p:spPr>
            <a:xfrm>
              <a:off x="5024520" y="4808520"/>
              <a:ext cx="31680" cy="38160"/>
            </a:xfrm>
            <a:custGeom>
              <a:avLst/>
              <a:gdLst/>
              <a:ahLst/>
              <a:rect l="l" t="t" r="r" b="b"/>
              <a:pathLst>
                <a:path w="20" h="24">
                  <a:moveTo>
                    <a:pt x="19" y="23"/>
                  </a:moveTo>
                  <a:lnTo>
                    <a:pt x="19" y="23"/>
                  </a:lnTo>
                  <a:lnTo>
                    <a:pt x="17" y="20"/>
                  </a:lnTo>
                  <a:lnTo>
                    <a:pt x="16" y="16"/>
                  </a:lnTo>
                  <a:lnTo>
                    <a:pt x="12" y="16"/>
                  </a:lnTo>
                  <a:lnTo>
                    <a:pt x="5" y="10"/>
                  </a:lnTo>
                  <a:lnTo>
                    <a:pt x="2" y="3"/>
                  </a:lnTo>
                  <a:lnTo>
                    <a:pt x="1" y="2"/>
                  </a:lnTo>
                  <a:lnTo>
                    <a:pt x="1" y="0"/>
                  </a:lnTo>
                  <a:lnTo>
                    <a:pt x="1" y="0"/>
                  </a:lnTo>
                  <a:lnTo>
                    <a:pt x="0" y="0"/>
                  </a:lnTo>
                  <a:lnTo>
                    <a:pt x="1" y="2"/>
                  </a:lnTo>
                  <a:lnTo>
                    <a:pt x="1" y="3"/>
                  </a:lnTo>
                  <a:lnTo>
                    <a:pt x="2" y="10"/>
                  </a:lnTo>
                  <a:lnTo>
                    <a:pt x="2" y="12"/>
                  </a:lnTo>
                  <a:lnTo>
                    <a:pt x="12" y="16"/>
                  </a:lnTo>
                  <a:lnTo>
                    <a:pt x="15" y="16"/>
                  </a:lnTo>
                  <a:lnTo>
                    <a:pt x="16" y="22"/>
                  </a:lnTo>
                  <a:lnTo>
                    <a:pt x="17" y="23"/>
                  </a:lnTo>
                  <a:lnTo>
                    <a:pt x="17" y="23"/>
                  </a:lnTo>
                  <a:lnTo>
                    <a:pt x="19" y="23"/>
                  </a:lnTo>
                  <a:lnTo>
                    <a:pt x="19" y="23"/>
                  </a:lnTo>
                </a:path>
              </a:pathLst>
            </a:custGeom>
            <a:solidFill>
              <a:srgbClr val="ffc0b6"/>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193" name=""/>
            <p:cNvSpPr/>
            <p:nvPr/>
          </p:nvSpPr>
          <p:spPr>
            <a:xfrm>
              <a:off x="5051520" y="4844880"/>
              <a:ext cx="20520" cy="28800"/>
            </a:xfrm>
            <a:custGeom>
              <a:avLst/>
              <a:gdLst/>
              <a:ahLst/>
              <a:rect l="l" t="t" r="r" b="b"/>
              <a:pathLst>
                <a:path w="13" h="18">
                  <a:moveTo>
                    <a:pt x="12" y="17"/>
                  </a:moveTo>
                  <a:lnTo>
                    <a:pt x="12" y="17"/>
                  </a:lnTo>
                  <a:lnTo>
                    <a:pt x="12" y="17"/>
                  </a:lnTo>
                  <a:lnTo>
                    <a:pt x="8" y="12"/>
                  </a:lnTo>
                  <a:lnTo>
                    <a:pt x="5" y="12"/>
                  </a:lnTo>
                  <a:lnTo>
                    <a:pt x="3" y="6"/>
                  </a:lnTo>
                  <a:lnTo>
                    <a:pt x="3" y="3"/>
                  </a:lnTo>
                  <a:lnTo>
                    <a:pt x="2" y="3"/>
                  </a:lnTo>
                  <a:lnTo>
                    <a:pt x="2" y="0"/>
                  </a:lnTo>
                  <a:lnTo>
                    <a:pt x="2" y="0"/>
                  </a:lnTo>
                  <a:lnTo>
                    <a:pt x="0" y="0"/>
                  </a:lnTo>
                  <a:lnTo>
                    <a:pt x="0" y="0"/>
                  </a:lnTo>
                  <a:lnTo>
                    <a:pt x="2" y="3"/>
                  </a:lnTo>
                  <a:lnTo>
                    <a:pt x="3" y="6"/>
                  </a:lnTo>
                  <a:lnTo>
                    <a:pt x="3" y="12"/>
                  </a:lnTo>
                  <a:lnTo>
                    <a:pt x="5" y="17"/>
                  </a:lnTo>
                  <a:lnTo>
                    <a:pt x="5" y="17"/>
                  </a:lnTo>
                  <a:lnTo>
                    <a:pt x="10" y="17"/>
                  </a:lnTo>
                  <a:lnTo>
                    <a:pt x="10" y="17"/>
                  </a:lnTo>
                  <a:lnTo>
                    <a:pt x="10" y="17"/>
                  </a:lnTo>
                  <a:lnTo>
                    <a:pt x="12" y="17"/>
                  </a:lnTo>
                  <a:lnTo>
                    <a:pt x="12" y="17"/>
                  </a:lnTo>
                </a:path>
              </a:pathLst>
            </a:custGeom>
            <a:solidFill>
              <a:srgbClr val="ffc0b6"/>
            </a:solidFill>
            <a:ln w="0">
              <a:noFill/>
            </a:ln>
          </p:spPr>
          <p:style>
            <a:lnRef idx="0"/>
            <a:fillRef idx="0"/>
            <a:effectRef idx="0"/>
            <a:fontRef idx="minor"/>
          </p:style>
          <p:txBody>
            <a:bodyPr lIns="90000" rIns="90000" tIns="-18000" bIns="-18000" anchor="t">
              <a:noAutofit/>
            </a:bodyPr>
            <a:p>
              <a:endParaRPr b="0" lang="en-IN" sz="2400" strike="noStrike" u="none">
                <a:solidFill>
                  <a:srgbClr val="ffffff"/>
                </a:solidFill>
                <a:effectLst/>
                <a:uFillTx/>
                <a:latin typeface="Times New Roman"/>
              </a:endParaRPr>
            </a:p>
          </p:txBody>
        </p:sp>
        <p:sp>
          <p:nvSpPr>
            <p:cNvPr id="4194" name=""/>
            <p:cNvSpPr/>
            <p:nvPr/>
          </p:nvSpPr>
          <p:spPr>
            <a:xfrm>
              <a:off x="5067360" y="4871880"/>
              <a:ext cx="7920" cy="33480"/>
            </a:xfrm>
            <a:custGeom>
              <a:avLst/>
              <a:gdLst/>
              <a:ahLst/>
              <a:rect l="l" t="t" r="r" b="b"/>
              <a:pathLst>
                <a:path w="5" h="21">
                  <a:moveTo>
                    <a:pt x="4" y="20"/>
                  </a:moveTo>
                  <a:lnTo>
                    <a:pt x="4" y="20"/>
                  </a:lnTo>
                  <a:lnTo>
                    <a:pt x="2" y="0"/>
                  </a:lnTo>
                  <a:lnTo>
                    <a:pt x="0" y="0"/>
                  </a:lnTo>
                  <a:lnTo>
                    <a:pt x="4" y="20"/>
                  </a:lnTo>
                  <a:lnTo>
                    <a:pt x="4" y="20"/>
                  </a:lnTo>
                  <a:lnTo>
                    <a:pt x="4" y="20"/>
                  </a:lnTo>
                  <a:lnTo>
                    <a:pt x="4" y="20"/>
                  </a:lnTo>
                </a:path>
              </a:pathLst>
            </a:custGeom>
            <a:solidFill>
              <a:srgbClr val="ffc0b6"/>
            </a:solidFill>
            <a:ln w="0">
              <a:noFill/>
            </a:ln>
          </p:spPr>
          <p:style>
            <a:lnRef idx="0"/>
            <a:fillRef idx="0"/>
            <a:effectRef idx="0"/>
            <a:fontRef idx="minor"/>
          </p:style>
          <p:txBody>
            <a:bodyPr lIns="90000" rIns="90000" tIns="-13320" bIns="-13320" anchor="t">
              <a:noAutofit/>
            </a:bodyPr>
            <a:p>
              <a:endParaRPr b="0" lang="en-IN" sz="2400" strike="noStrike" u="none">
                <a:solidFill>
                  <a:srgbClr val="ffffff"/>
                </a:solidFill>
                <a:effectLst/>
                <a:uFillTx/>
                <a:latin typeface="Times New Roman"/>
              </a:endParaRPr>
            </a:p>
          </p:txBody>
        </p:sp>
        <p:sp>
          <p:nvSpPr>
            <p:cNvPr id="4195" name=""/>
            <p:cNvSpPr/>
            <p:nvPr/>
          </p:nvSpPr>
          <p:spPr>
            <a:xfrm>
              <a:off x="5073480" y="490392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196" name=""/>
            <p:cNvSpPr/>
            <p:nvPr/>
          </p:nvSpPr>
          <p:spPr>
            <a:xfrm>
              <a:off x="5194440" y="4786200"/>
              <a:ext cx="6120" cy="7920"/>
            </a:xfrm>
            <a:custGeom>
              <a:avLst/>
              <a:gdLst/>
              <a:ahLst/>
              <a:rect l="l" t="t" r="r" b="b"/>
              <a:pathLst>
                <a:path w="4" h="5">
                  <a:moveTo>
                    <a:pt x="3" y="0"/>
                  </a:moveTo>
                  <a:lnTo>
                    <a:pt x="3" y="0"/>
                  </a:lnTo>
                  <a:lnTo>
                    <a:pt x="0" y="0"/>
                  </a:lnTo>
                  <a:lnTo>
                    <a:pt x="3" y="4"/>
                  </a:lnTo>
                  <a:lnTo>
                    <a:pt x="3" y="4"/>
                  </a:lnTo>
                  <a:lnTo>
                    <a:pt x="3" y="0"/>
                  </a:lnTo>
                  <a:lnTo>
                    <a:pt x="3" y="0"/>
                  </a:lnTo>
                </a:path>
              </a:pathLst>
            </a:custGeom>
            <a:solidFill>
              <a:srgbClr val="ffc0b6"/>
            </a:solidFill>
            <a:ln w="0">
              <a:noFill/>
            </a:ln>
          </p:spPr>
          <p:style>
            <a:lnRef idx="0"/>
            <a:fillRef idx="0"/>
            <a:effectRef idx="0"/>
            <a:fontRef idx="minor"/>
          </p:style>
          <p:txBody>
            <a:bodyPr lIns="90000" rIns="90000" tIns="-38880" bIns="-38880" anchor="t">
              <a:noAutofit/>
            </a:bodyPr>
            <a:p>
              <a:endParaRPr b="0" lang="en-IN" sz="2400" strike="noStrike" u="none">
                <a:solidFill>
                  <a:srgbClr val="ffffff"/>
                </a:solidFill>
                <a:effectLst/>
                <a:uFillTx/>
                <a:latin typeface="Times New Roman"/>
              </a:endParaRPr>
            </a:p>
          </p:txBody>
        </p:sp>
        <p:sp>
          <p:nvSpPr>
            <p:cNvPr id="4197" name=""/>
            <p:cNvSpPr/>
            <p:nvPr/>
          </p:nvSpPr>
          <p:spPr>
            <a:xfrm>
              <a:off x="5199120" y="4786200"/>
              <a:ext cx="20520" cy="23760"/>
            </a:xfrm>
            <a:custGeom>
              <a:avLst/>
              <a:gdLst/>
              <a:ahLst/>
              <a:rect l="l" t="t" r="r" b="b"/>
              <a:pathLst>
                <a:path w="13" h="15">
                  <a:moveTo>
                    <a:pt x="12" y="14"/>
                  </a:moveTo>
                  <a:lnTo>
                    <a:pt x="12" y="14"/>
                  </a:lnTo>
                  <a:lnTo>
                    <a:pt x="6" y="11"/>
                  </a:lnTo>
                  <a:lnTo>
                    <a:pt x="6" y="6"/>
                  </a:lnTo>
                  <a:lnTo>
                    <a:pt x="2" y="4"/>
                  </a:lnTo>
                  <a:lnTo>
                    <a:pt x="2" y="4"/>
                  </a:lnTo>
                  <a:lnTo>
                    <a:pt x="1" y="4"/>
                  </a:lnTo>
                  <a:lnTo>
                    <a:pt x="0" y="0"/>
                  </a:lnTo>
                  <a:lnTo>
                    <a:pt x="0" y="0"/>
                  </a:lnTo>
                  <a:lnTo>
                    <a:pt x="0" y="0"/>
                  </a:lnTo>
                  <a:lnTo>
                    <a:pt x="0" y="4"/>
                  </a:lnTo>
                  <a:lnTo>
                    <a:pt x="0" y="4"/>
                  </a:lnTo>
                  <a:lnTo>
                    <a:pt x="0" y="4"/>
                  </a:lnTo>
                  <a:lnTo>
                    <a:pt x="0" y="4"/>
                  </a:lnTo>
                  <a:lnTo>
                    <a:pt x="2" y="4"/>
                  </a:lnTo>
                  <a:lnTo>
                    <a:pt x="2" y="4"/>
                  </a:lnTo>
                  <a:lnTo>
                    <a:pt x="6" y="9"/>
                  </a:lnTo>
                  <a:lnTo>
                    <a:pt x="6" y="11"/>
                  </a:lnTo>
                  <a:lnTo>
                    <a:pt x="6" y="14"/>
                  </a:lnTo>
                  <a:lnTo>
                    <a:pt x="6" y="14"/>
                  </a:lnTo>
                  <a:lnTo>
                    <a:pt x="12" y="14"/>
                  </a:lnTo>
                  <a:lnTo>
                    <a:pt x="12" y="14"/>
                  </a:lnTo>
                </a:path>
              </a:pathLst>
            </a:custGeom>
            <a:solidFill>
              <a:srgbClr val="ffc0b6"/>
            </a:solidFill>
            <a:ln w="0">
              <a:noFill/>
            </a:ln>
          </p:spPr>
          <p:style>
            <a:lnRef idx="0"/>
            <a:fillRef idx="0"/>
            <a:effectRef idx="0"/>
            <a:fontRef idx="minor"/>
          </p:style>
          <p:txBody>
            <a:bodyPr lIns="90000" rIns="90000" tIns="-23040" bIns="-23040" anchor="t">
              <a:noAutofit/>
            </a:bodyPr>
            <a:p>
              <a:endParaRPr b="0" lang="en-IN" sz="2400" strike="noStrike" u="none">
                <a:solidFill>
                  <a:srgbClr val="ffffff"/>
                </a:solidFill>
                <a:effectLst/>
                <a:uFillTx/>
                <a:latin typeface="Times New Roman"/>
              </a:endParaRPr>
            </a:p>
          </p:txBody>
        </p:sp>
        <p:sp>
          <p:nvSpPr>
            <p:cNvPr id="4198" name=""/>
            <p:cNvSpPr/>
            <p:nvPr/>
          </p:nvSpPr>
          <p:spPr>
            <a:xfrm>
              <a:off x="5208480" y="4808520"/>
              <a:ext cx="17640" cy="38160"/>
            </a:xfrm>
            <a:custGeom>
              <a:avLst/>
              <a:gdLst/>
              <a:ahLst/>
              <a:rect l="l" t="t" r="r" b="b"/>
              <a:pathLst>
                <a:path w="11" h="24">
                  <a:moveTo>
                    <a:pt x="10" y="23"/>
                  </a:moveTo>
                  <a:lnTo>
                    <a:pt x="10" y="20"/>
                  </a:lnTo>
                  <a:lnTo>
                    <a:pt x="9" y="16"/>
                  </a:lnTo>
                  <a:lnTo>
                    <a:pt x="9" y="10"/>
                  </a:lnTo>
                  <a:lnTo>
                    <a:pt x="6" y="0"/>
                  </a:lnTo>
                  <a:lnTo>
                    <a:pt x="0" y="0"/>
                  </a:lnTo>
                  <a:lnTo>
                    <a:pt x="0" y="10"/>
                  </a:lnTo>
                  <a:lnTo>
                    <a:pt x="0" y="16"/>
                  </a:lnTo>
                  <a:lnTo>
                    <a:pt x="1" y="20"/>
                  </a:lnTo>
                  <a:lnTo>
                    <a:pt x="1" y="23"/>
                  </a:lnTo>
                  <a:lnTo>
                    <a:pt x="10" y="23"/>
                  </a:lnTo>
                  <a:lnTo>
                    <a:pt x="10" y="23"/>
                  </a:lnTo>
                </a:path>
              </a:pathLst>
            </a:custGeom>
            <a:solidFill>
              <a:srgbClr val="ffc0b6"/>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199" name=""/>
            <p:cNvSpPr/>
            <p:nvPr/>
          </p:nvSpPr>
          <p:spPr>
            <a:xfrm>
              <a:off x="5208480" y="4808520"/>
              <a:ext cx="11160" cy="1440"/>
            </a:xfrm>
            <a:custGeom>
              <a:avLst/>
              <a:gdLst/>
              <a:ahLst/>
              <a:rect l="l" t="t" r="r" b="b"/>
              <a:pathLst>
                <a:path w="7" h="1">
                  <a:moveTo>
                    <a:pt x="0" y="0"/>
                  </a:moveTo>
                  <a:lnTo>
                    <a:pt x="0" y="0"/>
                  </a:lnTo>
                  <a:lnTo>
                    <a:pt x="0" y="0"/>
                  </a:lnTo>
                  <a:lnTo>
                    <a:pt x="1" y="0"/>
                  </a:lnTo>
                  <a:lnTo>
                    <a:pt x="6"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200" name=""/>
            <p:cNvSpPr/>
            <p:nvPr/>
          </p:nvSpPr>
          <p:spPr>
            <a:xfrm>
              <a:off x="5386320" y="4935600"/>
              <a:ext cx="4680" cy="1440"/>
            </a:xfrm>
            <a:custGeom>
              <a:avLst/>
              <a:gdLst/>
              <a:ahLst/>
              <a:rect l="l" t="t" r="r" b="b"/>
              <a:pathLst>
                <a:path w="3" h="1">
                  <a:moveTo>
                    <a:pt x="0" y="0"/>
                  </a:moveTo>
                  <a:lnTo>
                    <a:pt x="0" y="0"/>
                  </a:lnTo>
                  <a:lnTo>
                    <a:pt x="0" y="0"/>
                  </a:lnTo>
                  <a:lnTo>
                    <a:pt x="2" y="0"/>
                  </a:lnTo>
                  <a:lnTo>
                    <a:pt x="2"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201" name=""/>
            <p:cNvSpPr/>
            <p:nvPr/>
          </p:nvSpPr>
          <p:spPr>
            <a:xfrm>
              <a:off x="5386320" y="4903920"/>
              <a:ext cx="20880" cy="33120"/>
            </a:xfrm>
            <a:custGeom>
              <a:avLst/>
              <a:gdLst/>
              <a:ahLst/>
              <a:rect l="l" t="t" r="r" b="b"/>
              <a:pathLst>
                <a:path w="13" h="21">
                  <a:moveTo>
                    <a:pt x="12" y="0"/>
                  </a:moveTo>
                  <a:lnTo>
                    <a:pt x="12" y="0"/>
                  </a:lnTo>
                  <a:lnTo>
                    <a:pt x="12" y="1"/>
                  </a:lnTo>
                  <a:lnTo>
                    <a:pt x="7" y="6"/>
                  </a:lnTo>
                  <a:lnTo>
                    <a:pt x="7" y="6"/>
                  </a:lnTo>
                  <a:lnTo>
                    <a:pt x="4" y="15"/>
                  </a:lnTo>
                  <a:lnTo>
                    <a:pt x="4" y="20"/>
                  </a:lnTo>
                  <a:lnTo>
                    <a:pt x="2" y="20"/>
                  </a:lnTo>
                  <a:lnTo>
                    <a:pt x="0" y="20"/>
                  </a:lnTo>
                  <a:lnTo>
                    <a:pt x="0" y="20"/>
                  </a:lnTo>
                  <a:lnTo>
                    <a:pt x="2" y="20"/>
                  </a:lnTo>
                  <a:lnTo>
                    <a:pt x="2" y="20"/>
                  </a:lnTo>
                  <a:lnTo>
                    <a:pt x="4" y="20"/>
                  </a:lnTo>
                  <a:lnTo>
                    <a:pt x="4" y="20"/>
                  </a:lnTo>
                  <a:lnTo>
                    <a:pt x="7" y="15"/>
                  </a:lnTo>
                  <a:lnTo>
                    <a:pt x="12" y="13"/>
                  </a:lnTo>
                  <a:lnTo>
                    <a:pt x="12" y="6"/>
                  </a:lnTo>
                  <a:lnTo>
                    <a:pt x="12" y="1"/>
                  </a:lnTo>
                  <a:lnTo>
                    <a:pt x="12" y="0"/>
                  </a:lnTo>
                  <a:lnTo>
                    <a:pt x="12" y="0"/>
                  </a:lnTo>
                  <a:lnTo>
                    <a:pt x="12" y="0"/>
                  </a:lnTo>
                  <a:lnTo>
                    <a:pt x="12" y="0"/>
                  </a:lnTo>
                </a:path>
              </a:pathLst>
            </a:custGeom>
            <a:solidFill>
              <a:srgbClr val="ffc0b6"/>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4202" name=""/>
            <p:cNvSpPr/>
            <p:nvPr/>
          </p:nvSpPr>
          <p:spPr>
            <a:xfrm>
              <a:off x="5405400" y="4844880"/>
              <a:ext cx="11160" cy="60480"/>
            </a:xfrm>
            <a:custGeom>
              <a:avLst/>
              <a:gdLst/>
              <a:ahLst/>
              <a:rect l="l" t="t" r="r" b="b"/>
              <a:pathLst>
                <a:path w="7" h="38">
                  <a:moveTo>
                    <a:pt x="4" y="0"/>
                  </a:moveTo>
                  <a:lnTo>
                    <a:pt x="6" y="0"/>
                  </a:lnTo>
                  <a:lnTo>
                    <a:pt x="6" y="6"/>
                  </a:lnTo>
                  <a:lnTo>
                    <a:pt x="4" y="12"/>
                  </a:lnTo>
                  <a:lnTo>
                    <a:pt x="4" y="17"/>
                  </a:lnTo>
                  <a:lnTo>
                    <a:pt x="2" y="20"/>
                  </a:lnTo>
                  <a:lnTo>
                    <a:pt x="0" y="22"/>
                  </a:lnTo>
                  <a:lnTo>
                    <a:pt x="0" y="31"/>
                  </a:lnTo>
                  <a:lnTo>
                    <a:pt x="0" y="37"/>
                  </a:lnTo>
                  <a:lnTo>
                    <a:pt x="0" y="37"/>
                  </a:lnTo>
                  <a:lnTo>
                    <a:pt x="0" y="31"/>
                  </a:lnTo>
                  <a:lnTo>
                    <a:pt x="4" y="25"/>
                  </a:lnTo>
                  <a:lnTo>
                    <a:pt x="4" y="21"/>
                  </a:lnTo>
                  <a:lnTo>
                    <a:pt x="6" y="17"/>
                  </a:lnTo>
                  <a:lnTo>
                    <a:pt x="6" y="12"/>
                  </a:lnTo>
                  <a:lnTo>
                    <a:pt x="6" y="6"/>
                  </a:lnTo>
                  <a:lnTo>
                    <a:pt x="6" y="0"/>
                  </a:lnTo>
                  <a:lnTo>
                    <a:pt x="6" y="0"/>
                  </a:lnTo>
                  <a:lnTo>
                    <a:pt x="4" y="0"/>
                  </a:lnTo>
                  <a:lnTo>
                    <a:pt x="4" y="0"/>
                  </a:lnTo>
                </a:path>
              </a:pathLst>
            </a:custGeom>
            <a:solidFill>
              <a:srgbClr val="ffc0b6"/>
            </a:solidFill>
            <a:ln w="0">
              <a:noFill/>
            </a:ln>
          </p:spPr>
          <p:style>
            <a:lnRef idx="0"/>
            <a:fillRef idx="0"/>
            <a:effectRef idx="0"/>
            <a:fontRef idx="minor"/>
          </p:style>
          <p:txBody>
            <a:bodyPr lIns="90000" rIns="90000" tIns="13680" bIns="13680" anchor="t">
              <a:noAutofit/>
            </a:bodyPr>
            <a:p>
              <a:endParaRPr b="0" lang="en-IN" sz="2400" strike="noStrike" u="none">
                <a:solidFill>
                  <a:srgbClr val="ffffff"/>
                </a:solidFill>
                <a:effectLst/>
                <a:uFillTx/>
                <a:latin typeface="Times New Roman"/>
              </a:endParaRPr>
            </a:p>
          </p:txBody>
        </p:sp>
        <p:sp>
          <p:nvSpPr>
            <p:cNvPr id="4203" name=""/>
            <p:cNvSpPr/>
            <p:nvPr/>
          </p:nvSpPr>
          <p:spPr>
            <a:xfrm>
              <a:off x="5405400" y="4903920"/>
              <a:ext cx="180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204" name=""/>
            <p:cNvSpPr/>
            <p:nvPr/>
          </p:nvSpPr>
          <p:spPr>
            <a:xfrm>
              <a:off x="5605560" y="499752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205" name=""/>
            <p:cNvSpPr/>
            <p:nvPr/>
          </p:nvSpPr>
          <p:spPr>
            <a:xfrm>
              <a:off x="5605560" y="4948200"/>
              <a:ext cx="20520" cy="50760"/>
            </a:xfrm>
            <a:custGeom>
              <a:avLst/>
              <a:gdLst/>
              <a:ahLst/>
              <a:rect l="l" t="t" r="r" b="b"/>
              <a:pathLst>
                <a:path w="13" h="32">
                  <a:moveTo>
                    <a:pt x="5" y="0"/>
                  </a:moveTo>
                  <a:lnTo>
                    <a:pt x="5" y="5"/>
                  </a:lnTo>
                  <a:lnTo>
                    <a:pt x="5" y="12"/>
                  </a:lnTo>
                  <a:lnTo>
                    <a:pt x="5" y="12"/>
                  </a:lnTo>
                  <a:lnTo>
                    <a:pt x="4" y="18"/>
                  </a:lnTo>
                  <a:lnTo>
                    <a:pt x="0" y="25"/>
                  </a:lnTo>
                  <a:lnTo>
                    <a:pt x="0" y="28"/>
                  </a:lnTo>
                  <a:lnTo>
                    <a:pt x="0" y="31"/>
                  </a:lnTo>
                  <a:lnTo>
                    <a:pt x="0" y="31"/>
                  </a:lnTo>
                  <a:lnTo>
                    <a:pt x="0" y="31"/>
                  </a:lnTo>
                  <a:lnTo>
                    <a:pt x="0" y="31"/>
                  </a:lnTo>
                  <a:lnTo>
                    <a:pt x="0" y="31"/>
                  </a:lnTo>
                  <a:lnTo>
                    <a:pt x="4" y="25"/>
                  </a:lnTo>
                  <a:lnTo>
                    <a:pt x="5" y="18"/>
                  </a:lnTo>
                  <a:lnTo>
                    <a:pt x="5" y="14"/>
                  </a:lnTo>
                  <a:lnTo>
                    <a:pt x="12" y="12"/>
                  </a:lnTo>
                  <a:lnTo>
                    <a:pt x="12" y="5"/>
                  </a:lnTo>
                  <a:lnTo>
                    <a:pt x="8" y="0"/>
                  </a:lnTo>
                  <a:lnTo>
                    <a:pt x="5" y="0"/>
                  </a:lnTo>
                  <a:lnTo>
                    <a:pt x="5" y="0"/>
                  </a:lnTo>
                </a:path>
              </a:pathLst>
            </a:custGeom>
            <a:solidFill>
              <a:srgbClr val="ffc0b6"/>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206" name=""/>
            <p:cNvSpPr/>
            <p:nvPr/>
          </p:nvSpPr>
          <p:spPr>
            <a:xfrm>
              <a:off x="5605560" y="4997520"/>
              <a:ext cx="1440" cy="144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360" bIns="-45360" anchor="t">
              <a:noAutofit/>
            </a:bodyPr>
            <a:p>
              <a:endParaRPr b="0" lang="en-IN" sz="2400" strike="noStrike" u="none">
                <a:solidFill>
                  <a:srgbClr val="ffffff"/>
                </a:solidFill>
                <a:effectLst/>
                <a:uFillTx/>
                <a:latin typeface="Times New Roman"/>
              </a:endParaRPr>
            </a:p>
          </p:txBody>
        </p:sp>
        <p:sp>
          <p:nvSpPr>
            <p:cNvPr id="4207" name=""/>
            <p:cNvSpPr/>
            <p:nvPr/>
          </p:nvSpPr>
          <p:spPr>
            <a:xfrm>
              <a:off x="5199120" y="497664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sp>
          <p:nvSpPr>
            <p:cNvPr id="4208" name=""/>
            <p:cNvSpPr/>
            <p:nvPr/>
          </p:nvSpPr>
          <p:spPr>
            <a:xfrm>
              <a:off x="5199120" y="4913280"/>
              <a:ext cx="27000" cy="65160"/>
            </a:xfrm>
            <a:custGeom>
              <a:avLst/>
              <a:gdLst/>
              <a:ahLst/>
              <a:rect l="l" t="t" r="r" b="b"/>
              <a:pathLst>
                <a:path w="17" h="41">
                  <a:moveTo>
                    <a:pt x="6" y="0"/>
                  </a:moveTo>
                  <a:lnTo>
                    <a:pt x="7" y="9"/>
                  </a:lnTo>
                  <a:lnTo>
                    <a:pt x="12" y="14"/>
                  </a:lnTo>
                  <a:lnTo>
                    <a:pt x="6" y="19"/>
                  </a:lnTo>
                  <a:lnTo>
                    <a:pt x="6" y="25"/>
                  </a:lnTo>
                  <a:lnTo>
                    <a:pt x="2" y="34"/>
                  </a:lnTo>
                  <a:lnTo>
                    <a:pt x="2" y="34"/>
                  </a:lnTo>
                  <a:lnTo>
                    <a:pt x="0" y="38"/>
                  </a:lnTo>
                  <a:lnTo>
                    <a:pt x="0" y="40"/>
                  </a:lnTo>
                  <a:lnTo>
                    <a:pt x="0" y="40"/>
                  </a:lnTo>
                  <a:lnTo>
                    <a:pt x="1" y="40"/>
                  </a:lnTo>
                  <a:lnTo>
                    <a:pt x="2" y="36"/>
                  </a:lnTo>
                  <a:lnTo>
                    <a:pt x="6" y="34"/>
                  </a:lnTo>
                  <a:lnTo>
                    <a:pt x="6" y="25"/>
                  </a:lnTo>
                  <a:lnTo>
                    <a:pt x="15" y="19"/>
                  </a:lnTo>
                  <a:lnTo>
                    <a:pt x="16" y="14"/>
                  </a:lnTo>
                  <a:lnTo>
                    <a:pt x="16" y="9"/>
                  </a:lnTo>
                  <a:lnTo>
                    <a:pt x="7" y="0"/>
                  </a:lnTo>
                  <a:lnTo>
                    <a:pt x="6" y="0"/>
                  </a:lnTo>
                  <a:lnTo>
                    <a:pt x="6" y="0"/>
                  </a:lnTo>
                </a:path>
              </a:pathLst>
            </a:custGeom>
            <a:solidFill>
              <a:srgbClr val="ffc0b6"/>
            </a:solidFill>
            <a:ln w="0">
              <a:noFill/>
            </a:ln>
          </p:spPr>
          <p:style>
            <a:lnRef idx="0"/>
            <a:fillRef idx="0"/>
            <a:effectRef idx="0"/>
            <a:fontRef idx="minor"/>
          </p:style>
          <p:txBody>
            <a:bodyPr lIns="90000" rIns="90000" tIns="18360" bIns="18360" anchor="t">
              <a:noAutofit/>
            </a:bodyPr>
            <a:p>
              <a:endParaRPr b="0" lang="en-IN" sz="2400" strike="noStrike" u="none">
                <a:solidFill>
                  <a:srgbClr val="ffffff"/>
                </a:solidFill>
                <a:effectLst/>
                <a:uFillTx/>
                <a:latin typeface="Times New Roman"/>
              </a:endParaRPr>
            </a:p>
          </p:txBody>
        </p:sp>
        <p:sp>
          <p:nvSpPr>
            <p:cNvPr id="4209" name=""/>
            <p:cNvSpPr/>
            <p:nvPr/>
          </p:nvSpPr>
          <p:spPr>
            <a:xfrm>
              <a:off x="5199120" y="4976640"/>
              <a:ext cx="1440" cy="1800"/>
            </a:xfrm>
            <a:custGeom>
              <a:avLst/>
              <a:gdLst/>
              <a:ahLst/>
              <a:rect l="l" t="t" r="r" b="b"/>
              <a:pathLst>
                <a:path w="1" h="1">
                  <a:moveTo>
                    <a:pt x="0" y="0"/>
                  </a:moveTo>
                  <a:lnTo>
                    <a:pt x="0" y="0"/>
                  </a:lnTo>
                  <a:lnTo>
                    <a:pt x="0" y="0"/>
                  </a:lnTo>
                  <a:lnTo>
                    <a:pt x="0" y="0"/>
                  </a:lnTo>
                  <a:lnTo>
                    <a:pt x="0" y="0"/>
                  </a:lnTo>
                  <a:lnTo>
                    <a:pt x="0" y="0"/>
                  </a:lnTo>
                  <a:lnTo>
                    <a:pt x="0" y="0"/>
                  </a:lnTo>
                </a:path>
              </a:pathLst>
            </a:custGeom>
            <a:solidFill>
              <a:srgbClr val="ffc0b6"/>
            </a:solidFill>
            <a:ln w="0">
              <a:noFill/>
            </a:ln>
          </p:spPr>
          <p:style>
            <a:lnRef idx="0"/>
            <a:fillRef idx="0"/>
            <a:effectRef idx="0"/>
            <a:fontRef idx="minor"/>
          </p:style>
          <p:txBody>
            <a:bodyPr lIns="90000" rIns="90000" tIns="-45000" bIns="-45000" anchor="t">
              <a:noAutofit/>
            </a:bodyPr>
            <a:p>
              <a:endParaRPr b="0" lang="en-IN" sz="2400" strike="noStrike" u="none">
                <a:solidFill>
                  <a:srgbClr val="ffffff"/>
                </a:solidFill>
                <a:effectLst/>
                <a:uFillTx/>
                <a:latin typeface="Times New Roman"/>
              </a:endParaRPr>
            </a:p>
          </p:txBody>
        </p:sp>
      </p:grpSp>
      <p:sp>
        <p:nvSpPr>
          <p:cNvPr id="4210" name=""/>
          <p:cNvSpPr/>
          <p:nvPr/>
        </p:nvSpPr>
        <p:spPr>
          <a:xfrm>
            <a:off x="4200480" y="2157480"/>
            <a:ext cx="4998960" cy="1052280"/>
          </a:xfrm>
          <a:prstGeom prst="rect">
            <a:avLst/>
          </a:prstGeom>
          <a:noFill/>
          <a:ln w="0">
            <a:noFill/>
          </a:ln>
        </p:spPr>
        <p:style>
          <a:lnRef idx="0"/>
          <a:fillRef idx="0"/>
          <a:effectRef idx="0"/>
          <a:fontRef idx="minor"/>
        </p:style>
        <p:txBody>
          <a:bodyPr lIns="0" rIns="0" tIns="0" bIns="0" anchor="t">
            <a:noAutofit/>
          </a:bodyPr>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3300" strike="noStrike" u="none">
                <a:solidFill>
                  <a:srgbClr val="ff0000"/>
                </a:solidFill>
                <a:effectLst/>
                <a:uFillTx/>
                <a:latin typeface="Times New Roman"/>
              </a:rPr>
              <a:t>Distribution of Infectivity</a:t>
            </a:r>
            <a:endParaRPr b="0" lang="en-IN" sz="3300" strike="noStrike" u="none">
              <a:solidFill>
                <a:srgbClr val="ffffff"/>
              </a:solidFill>
              <a:effectLst/>
              <a:uFillTx/>
              <a:latin typeface="Times New Roman"/>
            </a:endParaRPr>
          </a:p>
        </p:txBody>
      </p:sp>
      <p:sp>
        <p:nvSpPr>
          <p:cNvPr id="4211" name=""/>
          <p:cNvSpPr/>
          <p:nvPr/>
        </p:nvSpPr>
        <p:spPr>
          <a:xfrm>
            <a:off x="4681440" y="3483000"/>
            <a:ext cx="1859040" cy="1403280"/>
          </a:xfrm>
          <a:prstGeom prst="rect">
            <a:avLst/>
          </a:prstGeom>
          <a:noFill/>
          <a:ln w="0">
            <a:noFill/>
          </a:ln>
        </p:spPr>
        <p:style>
          <a:lnRef idx="0"/>
          <a:fillRef idx="0"/>
          <a:effectRef idx="0"/>
          <a:fontRef idx="minor"/>
        </p:style>
        <p:txBody>
          <a:bodyPr lIns="0" rIns="0" tIns="0" bIns="0" anchor="t">
            <a:noAutofit/>
          </a:bodyPr>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800" strike="noStrike" u="none">
                <a:solidFill>
                  <a:srgbClr val="ffffff"/>
                </a:solidFill>
                <a:effectLst/>
                <a:uFillTx/>
                <a:latin typeface="Times New Roman"/>
              </a:rPr>
              <a:t>brain</a:t>
            </a:r>
            <a:endParaRPr b="0" lang="en-IN" sz="2800" strike="noStrike" u="none">
              <a:solidFill>
                <a:srgbClr val="ffffff"/>
              </a:solidFill>
              <a:effectLst/>
              <a:uFillTx/>
              <a:latin typeface="Times New Roman"/>
            </a:endParaRPr>
          </a:p>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800" strike="noStrike" u="none">
                <a:solidFill>
                  <a:srgbClr val="ffffff"/>
                </a:solidFill>
                <a:effectLst/>
                <a:uFillTx/>
                <a:latin typeface="Times New Roman"/>
              </a:rPr>
              <a:t>spinal cord</a:t>
            </a:r>
            <a:endParaRPr b="0" lang="en-IN" sz="2800" strike="noStrike" u="none">
              <a:solidFill>
                <a:srgbClr val="ffffff"/>
              </a:solidFill>
              <a:effectLst/>
              <a:uFillTx/>
              <a:latin typeface="Times New Roman"/>
            </a:endParaRPr>
          </a:p>
        </p:txBody>
      </p:sp>
      <p:sp>
        <p:nvSpPr>
          <p:cNvPr id="4212" name=""/>
          <p:cNvSpPr/>
          <p:nvPr/>
        </p:nvSpPr>
        <p:spPr>
          <a:xfrm>
            <a:off x="4998960" y="6006960"/>
            <a:ext cx="1041480" cy="452520"/>
          </a:xfrm>
          <a:prstGeom prst="rect">
            <a:avLst/>
          </a:prstGeom>
          <a:noFill/>
          <a:ln w="0">
            <a:noFill/>
          </a:ln>
        </p:spPr>
        <p:style>
          <a:lnRef idx="0"/>
          <a:fillRef idx="0"/>
          <a:effectRef idx="0"/>
          <a:fontRef idx="minor"/>
        </p:style>
        <p:txBody>
          <a:bodyPr lIns="0" rIns="0" tIns="0" bIns="0" anchor="t">
            <a:noAutofit/>
          </a:bodyPr>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800" strike="noStrike" u="none">
                <a:solidFill>
                  <a:srgbClr val="ffffff"/>
                </a:solidFill>
                <a:effectLst/>
                <a:uFillTx/>
                <a:latin typeface="Times New Roman"/>
              </a:rPr>
              <a:t>spleen</a:t>
            </a:r>
            <a:endParaRPr b="0" lang="en-IN" sz="2800" strike="noStrike" u="none">
              <a:solidFill>
                <a:srgbClr val="ffffff"/>
              </a:solidFill>
              <a:effectLst/>
              <a:uFillTx/>
              <a:latin typeface="Times New Roman"/>
            </a:endParaRPr>
          </a:p>
        </p:txBody>
      </p:sp>
      <p:sp>
        <p:nvSpPr>
          <p:cNvPr id="4213" name=""/>
          <p:cNvSpPr/>
          <p:nvPr/>
        </p:nvSpPr>
        <p:spPr>
          <a:xfrm>
            <a:off x="2581200" y="5062680"/>
            <a:ext cx="1268640" cy="1336680"/>
          </a:xfrm>
          <a:prstGeom prst="rect">
            <a:avLst/>
          </a:prstGeom>
          <a:noFill/>
          <a:ln w="0">
            <a:noFill/>
          </a:ln>
        </p:spPr>
        <p:style>
          <a:lnRef idx="0"/>
          <a:fillRef idx="0"/>
          <a:effectRef idx="0"/>
          <a:fontRef idx="minor"/>
        </p:style>
        <p:txBody>
          <a:bodyPr lIns="0" rIns="0" tIns="0" bIns="0" anchor="t">
            <a:noAutofit/>
          </a:bodyPr>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800" strike="noStrike" u="none">
                <a:solidFill>
                  <a:srgbClr val="ffffff"/>
                </a:solidFill>
                <a:effectLst/>
                <a:uFillTx/>
                <a:latin typeface="Times New Roman"/>
              </a:rPr>
              <a:t>blood-1 report</a:t>
            </a:r>
            <a:endParaRPr b="0" lang="en-IN" sz="2800" strike="noStrike" u="none">
              <a:solidFill>
                <a:srgbClr val="ffffff"/>
              </a:solidFill>
              <a:effectLst/>
              <a:uFillTx/>
              <a:latin typeface="Times New Roman"/>
            </a:endParaRPr>
          </a:p>
        </p:txBody>
      </p:sp>
      <p:sp>
        <p:nvSpPr>
          <p:cNvPr id="4214" name=""/>
          <p:cNvSpPr/>
          <p:nvPr/>
        </p:nvSpPr>
        <p:spPr>
          <a:xfrm>
            <a:off x="5102280" y="6656400"/>
            <a:ext cx="2581200" cy="893880"/>
          </a:xfrm>
          <a:prstGeom prst="rect">
            <a:avLst/>
          </a:prstGeom>
          <a:noFill/>
          <a:ln w="0">
            <a:noFill/>
          </a:ln>
        </p:spPr>
        <p:style>
          <a:lnRef idx="0"/>
          <a:fillRef idx="0"/>
          <a:effectRef idx="0"/>
          <a:fontRef idx="minor"/>
        </p:style>
        <p:txBody>
          <a:bodyPr lIns="0" rIns="0" tIns="0" bIns="0" anchor="t">
            <a:noAutofit/>
          </a:bodyPr>
          <a:p>
            <a:pPr>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2800" strike="noStrike" u="none">
                <a:solidFill>
                  <a:srgbClr val="ffffff"/>
                </a:solidFill>
                <a:effectLst/>
                <a:uFillTx/>
                <a:latin typeface="Times New Roman"/>
              </a:rPr>
              <a:t>intestine (PrPsc)</a:t>
            </a:r>
            <a:endParaRPr b="0" lang="en-IN" sz="2800" strike="noStrike" u="none">
              <a:solidFill>
                <a:srgbClr val="ffffff"/>
              </a:solidFill>
              <a:effectLst/>
              <a:uFillTx/>
              <a:latin typeface="Times New Roman"/>
            </a:endParaRPr>
          </a:p>
        </p:txBody>
      </p:sp>
    </p:spTree>
  </p:cSld>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215" name=""/>
          <p:cNvGrpSpPr/>
          <p:nvPr/>
        </p:nvGrpSpPr>
        <p:grpSpPr>
          <a:xfrm>
            <a:off x="538200" y="-7920"/>
            <a:ext cx="9456840" cy="8099280"/>
            <a:chOff x="538200" y="-7920"/>
            <a:chExt cx="9456840" cy="8099280"/>
          </a:xfrm>
        </p:grpSpPr>
        <p:sp>
          <p:nvSpPr>
            <p:cNvPr id="4216"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217" name=""/>
            <p:cNvGrpSpPr/>
            <p:nvPr/>
          </p:nvGrpSpPr>
          <p:grpSpPr>
            <a:xfrm>
              <a:off x="538200" y="727200"/>
              <a:ext cx="1542960" cy="1599840"/>
              <a:chOff x="538200" y="727200"/>
              <a:chExt cx="1542960" cy="1599840"/>
            </a:xfrm>
          </p:grpSpPr>
          <p:sp>
            <p:nvSpPr>
              <p:cNvPr id="4218"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219" name="" descr=""/>
              <p:cNvPicPr/>
              <p:nvPr/>
            </p:nvPicPr>
            <p:blipFill>
              <a:blip r:embed="rId1"/>
              <a:stretch/>
            </p:blipFill>
            <p:spPr>
              <a:xfrm>
                <a:off x="568440" y="779400"/>
                <a:ext cx="1430280" cy="1460520"/>
              </a:xfrm>
              <a:prstGeom prst="rect">
                <a:avLst/>
              </a:prstGeom>
              <a:noFill/>
              <a:ln w="0">
                <a:noFill/>
              </a:ln>
            </p:spPr>
          </p:pic>
          <p:sp>
            <p:nvSpPr>
              <p:cNvPr id="4220"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221"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222"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223"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224"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225"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BSE in Sheep: European Situation</a:t>
            </a:r>
            <a:endParaRPr b="0" lang="en-IN" sz="4200" strike="noStrike" u="none">
              <a:solidFill>
                <a:srgbClr val="ffffff"/>
              </a:solidFill>
              <a:effectLst/>
              <a:uFillTx/>
              <a:latin typeface="Times New Roman"/>
            </a:endParaRPr>
          </a:p>
        </p:txBody>
      </p:sp>
      <p:sp>
        <p:nvSpPr>
          <p:cNvPr id="4226" name=""/>
          <p:cNvSpPr/>
          <p:nvPr/>
        </p:nvSpPr>
        <p:spPr>
          <a:xfrm>
            <a:off x="1479600" y="2503440"/>
            <a:ext cx="8750160" cy="43480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Exposure to contaminated MBM</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Must differentiate from scrapie - mouse bioassay system (2-3 yrs)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Surveillance for natural cases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None to date - limited number assessed</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Public Health Protection - SRM ban on sheep and goat tissues</a:t>
            </a:r>
            <a:endParaRPr b="0" lang="en-IN" sz="3500" strike="noStrike" u="none">
              <a:solidFill>
                <a:srgbClr val="ffffff"/>
              </a:solidFill>
              <a:effectLst/>
              <a:uFillTx/>
              <a:latin typeface="Times New Roman"/>
            </a:endParaRPr>
          </a:p>
        </p:txBody>
      </p:sp>
    </p:spTree>
  </p:cSld>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227" name=""/>
          <p:cNvGrpSpPr/>
          <p:nvPr/>
        </p:nvGrpSpPr>
        <p:grpSpPr>
          <a:xfrm>
            <a:off x="538200" y="-7920"/>
            <a:ext cx="9456840" cy="8099280"/>
            <a:chOff x="538200" y="-7920"/>
            <a:chExt cx="9456840" cy="8099280"/>
          </a:xfrm>
        </p:grpSpPr>
        <p:sp>
          <p:nvSpPr>
            <p:cNvPr id="4228"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229" name=""/>
            <p:cNvGrpSpPr/>
            <p:nvPr/>
          </p:nvGrpSpPr>
          <p:grpSpPr>
            <a:xfrm>
              <a:off x="538200" y="727200"/>
              <a:ext cx="1542960" cy="1599840"/>
              <a:chOff x="538200" y="727200"/>
              <a:chExt cx="1542960" cy="1599840"/>
            </a:xfrm>
          </p:grpSpPr>
          <p:sp>
            <p:nvSpPr>
              <p:cNvPr id="4230"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231" name="" descr=""/>
              <p:cNvPicPr/>
              <p:nvPr/>
            </p:nvPicPr>
            <p:blipFill>
              <a:blip r:embed="rId1"/>
              <a:stretch/>
            </p:blipFill>
            <p:spPr>
              <a:xfrm>
                <a:off x="568440" y="779400"/>
                <a:ext cx="1430280" cy="1460520"/>
              </a:xfrm>
              <a:prstGeom prst="rect">
                <a:avLst/>
              </a:prstGeom>
              <a:noFill/>
              <a:ln w="0">
                <a:noFill/>
              </a:ln>
            </p:spPr>
          </p:pic>
          <p:sp>
            <p:nvSpPr>
              <p:cNvPr id="4232"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233"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234"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235"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236"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237"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Imported Sheep in Vermont</a:t>
            </a:r>
            <a:endParaRPr b="0" lang="en-IN" sz="4200" strike="noStrike" u="none">
              <a:solidFill>
                <a:srgbClr val="ffffff"/>
              </a:solidFill>
              <a:effectLst/>
              <a:uFillTx/>
              <a:latin typeface="Times New Roman"/>
            </a:endParaRPr>
          </a:p>
        </p:txBody>
      </p:sp>
      <p:sp>
        <p:nvSpPr>
          <p:cNvPr id="4238" name=""/>
          <p:cNvSpPr/>
          <p:nvPr/>
        </p:nvSpPr>
        <p:spPr>
          <a:xfrm>
            <a:off x="1479600" y="2503440"/>
            <a:ext cx="8750160" cy="481500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Two shipments imported from Belgium and Netherlands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August and November 1996</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65 head total</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Distribution:</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52 - Vermont farm 1</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11 - Vermont farm 2</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  2 rams - New York farm</a:t>
            </a:r>
            <a:endParaRPr b="0" lang="en-IN" sz="3200" strike="noStrike" u="none">
              <a:solidFill>
                <a:srgbClr val="ffffff"/>
              </a:solidFill>
              <a:effectLst/>
              <a:uFillTx/>
              <a:latin typeface="Times New Roman"/>
            </a:endParaRPr>
          </a:p>
        </p:txBody>
      </p:sp>
    </p:spTree>
  </p:cSld>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239" name=""/>
          <p:cNvGrpSpPr/>
          <p:nvPr/>
        </p:nvGrpSpPr>
        <p:grpSpPr>
          <a:xfrm>
            <a:off x="538200" y="-7920"/>
            <a:ext cx="9456840" cy="8099280"/>
            <a:chOff x="538200" y="-7920"/>
            <a:chExt cx="9456840" cy="8099280"/>
          </a:xfrm>
        </p:grpSpPr>
        <p:sp>
          <p:nvSpPr>
            <p:cNvPr id="4240"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241" name=""/>
            <p:cNvGrpSpPr/>
            <p:nvPr/>
          </p:nvGrpSpPr>
          <p:grpSpPr>
            <a:xfrm>
              <a:off x="538200" y="727200"/>
              <a:ext cx="1542960" cy="1599840"/>
              <a:chOff x="538200" y="727200"/>
              <a:chExt cx="1542960" cy="1599840"/>
            </a:xfrm>
          </p:grpSpPr>
          <p:sp>
            <p:nvSpPr>
              <p:cNvPr id="4242"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243" name="" descr=""/>
              <p:cNvPicPr/>
              <p:nvPr/>
            </p:nvPicPr>
            <p:blipFill>
              <a:blip r:embed="rId1"/>
              <a:stretch/>
            </p:blipFill>
            <p:spPr>
              <a:xfrm>
                <a:off x="568440" y="779400"/>
                <a:ext cx="1430280" cy="1460520"/>
              </a:xfrm>
              <a:prstGeom prst="rect">
                <a:avLst/>
              </a:prstGeom>
              <a:noFill/>
              <a:ln w="0">
                <a:noFill/>
              </a:ln>
            </p:spPr>
          </p:pic>
          <p:sp>
            <p:nvSpPr>
              <p:cNvPr id="4244"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245"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246"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247"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248"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249"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Imported Sheep in Vermont</a:t>
            </a:r>
            <a:endParaRPr b="0" lang="en-IN" sz="4200" strike="noStrike" u="none">
              <a:solidFill>
                <a:srgbClr val="ffffff"/>
              </a:solidFill>
              <a:effectLst/>
              <a:uFillTx/>
              <a:latin typeface="Times New Roman"/>
            </a:endParaRPr>
          </a:p>
        </p:txBody>
      </p:sp>
      <p:sp>
        <p:nvSpPr>
          <p:cNvPr id="4250" name=""/>
          <p:cNvSpPr/>
          <p:nvPr/>
        </p:nvSpPr>
        <p:spPr>
          <a:xfrm>
            <a:off x="1479600" y="2503440"/>
            <a:ext cx="4268880" cy="371484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Monitored since entry</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Quarantined since 10-98</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9 progeny sold prior to quar.  </a:t>
            </a:r>
            <a:endParaRPr b="0" lang="en-IN" sz="3500" strike="noStrike" u="none">
              <a:solidFill>
                <a:srgbClr val="ffffff"/>
              </a:solidFill>
              <a:effectLst/>
              <a:uFillTx/>
              <a:latin typeface="Times New Roman"/>
            </a:endParaRPr>
          </a:p>
        </p:txBody>
      </p:sp>
      <p:pic>
        <p:nvPicPr>
          <p:cNvPr id="4251" name="" descr=""/>
          <p:cNvPicPr/>
          <p:nvPr/>
        </p:nvPicPr>
        <p:blipFill>
          <a:blip r:embed="rId2"/>
          <a:stretch/>
        </p:blipFill>
        <p:spPr>
          <a:xfrm>
            <a:off x="5748480" y="3516480"/>
            <a:ext cx="4065480" cy="3049560"/>
          </a:xfrm>
          <a:prstGeom prst="rect">
            <a:avLst/>
          </a:prstGeom>
          <a:noFill/>
          <a:ln w="0">
            <a:noFill/>
          </a:ln>
        </p:spPr>
      </p:pic>
    </p:spTree>
  </p:cSld>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252" name=""/>
          <p:cNvGrpSpPr/>
          <p:nvPr/>
        </p:nvGrpSpPr>
        <p:grpSpPr>
          <a:xfrm>
            <a:off x="538200" y="-7920"/>
            <a:ext cx="9456840" cy="8099280"/>
            <a:chOff x="538200" y="-7920"/>
            <a:chExt cx="9456840" cy="8099280"/>
          </a:xfrm>
        </p:grpSpPr>
        <p:sp>
          <p:nvSpPr>
            <p:cNvPr id="4253"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254" name=""/>
            <p:cNvGrpSpPr/>
            <p:nvPr/>
          </p:nvGrpSpPr>
          <p:grpSpPr>
            <a:xfrm>
              <a:off x="538200" y="727200"/>
              <a:ext cx="1542960" cy="1599840"/>
              <a:chOff x="538200" y="727200"/>
              <a:chExt cx="1542960" cy="1599840"/>
            </a:xfrm>
          </p:grpSpPr>
          <p:sp>
            <p:nvSpPr>
              <p:cNvPr id="4255"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256" name="" descr=""/>
              <p:cNvPicPr/>
              <p:nvPr/>
            </p:nvPicPr>
            <p:blipFill>
              <a:blip r:embed="rId1"/>
              <a:stretch/>
            </p:blipFill>
            <p:spPr>
              <a:xfrm>
                <a:off x="568440" y="779400"/>
                <a:ext cx="1430280" cy="1460520"/>
              </a:xfrm>
              <a:prstGeom prst="rect">
                <a:avLst/>
              </a:prstGeom>
              <a:noFill/>
              <a:ln w="0">
                <a:noFill/>
              </a:ln>
            </p:spPr>
          </p:pic>
          <p:sp>
            <p:nvSpPr>
              <p:cNvPr id="4257"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258"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259"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260"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261"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262"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Imported Sheep in Vermont</a:t>
            </a:r>
            <a:endParaRPr b="0" lang="en-IN" sz="4200" strike="noStrike" u="none">
              <a:solidFill>
                <a:srgbClr val="ffffff"/>
              </a:solidFill>
              <a:effectLst/>
              <a:uFillTx/>
              <a:latin typeface="Times New Roman"/>
            </a:endParaRPr>
          </a:p>
        </p:txBody>
      </p:sp>
      <p:sp>
        <p:nvSpPr>
          <p:cNvPr id="4263" name=""/>
          <p:cNvSpPr/>
          <p:nvPr/>
        </p:nvSpPr>
        <p:spPr>
          <a:xfrm>
            <a:off x="1479600" y="2503440"/>
            <a:ext cx="8750160" cy="475920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USDA bought culls, sicks and picked up deads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Sampled and incinerated</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Results: </a:t>
            </a:r>
            <a:endParaRPr b="0" lang="en-IN" sz="35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Histology - vacuolated neurons, astrocytosis, neuronal degeneration</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CE - blood positives</a:t>
            </a:r>
            <a:endParaRPr b="0" lang="en-IN" sz="3200" strike="noStrike" u="none">
              <a:solidFill>
                <a:srgbClr val="ffffff"/>
              </a:solidFill>
              <a:effectLst/>
              <a:uFillTx/>
              <a:latin typeface="Times New Roman"/>
            </a:endParaRPr>
          </a:p>
          <a:p>
            <a:pPr lvl="1" marL="773280" indent="-316080">
              <a:lnSpc>
                <a:spcPct val="100000"/>
              </a:lnSpc>
              <a:buClr>
                <a:srgbClr val="100000"/>
              </a:buClr>
              <a:buSzPct val="90000"/>
              <a:buFont typeface="Monotype Sorts" charset="2"/>
              <a:buChar char=""/>
              <a:tabLst>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 algn="l" pos="9968040"/>
              </a:tabLst>
            </a:pPr>
            <a:r>
              <a:rPr b="0" lang="en-US" sz="3200" strike="noStrike" u="none">
                <a:solidFill>
                  <a:srgbClr val="ffffff"/>
                </a:solidFill>
                <a:effectLst/>
                <a:uFillTx/>
                <a:latin typeface="Times New Roman"/>
              </a:rPr>
              <a:t>Western - 4 brain positives</a:t>
            </a:r>
            <a:endParaRPr b="0" lang="en-IN" sz="3200" strike="noStrike" u="none">
              <a:solidFill>
                <a:srgbClr val="ffffff"/>
              </a:solidFill>
              <a:effectLst/>
              <a:uFillTx/>
              <a:latin typeface="Times New Roman"/>
            </a:endParaRPr>
          </a:p>
        </p:txBody>
      </p:sp>
    </p:spTree>
  </p:cSld>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264" name=""/>
          <p:cNvGrpSpPr/>
          <p:nvPr/>
        </p:nvGrpSpPr>
        <p:grpSpPr>
          <a:xfrm>
            <a:off x="538200" y="-7920"/>
            <a:ext cx="9456840" cy="8099280"/>
            <a:chOff x="538200" y="-7920"/>
            <a:chExt cx="9456840" cy="8099280"/>
          </a:xfrm>
        </p:grpSpPr>
        <p:sp>
          <p:nvSpPr>
            <p:cNvPr id="4265"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266" name=""/>
            <p:cNvGrpSpPr/>
            <p:nvPr/>
          </p:nvGrpSpPr>
          <p:grpSpPr>
            <a:xfrm>
              <a:off x="538200" y="727200"/>
              <a:ext cx="1542960" cy="1599840"/>
              <a:chOff x="538200" y="727200"/>
              <a:chExt cx="1542960" cy="1599840"/>
            </a:xfrm>
          </p:grpSpPr>
          <p:sp>
            <p:nvSpPr>
              <p:cNvPr id="4267"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268" name="" descr=""/>
              <p:cNvPicPr/>
              <p:nvPr/>
            </p:nvPicPr>
            <p:blipFill>
              <a:blip r:embed="rId1"/>
              <a:stretch/>
            </p:blipFill>
            <p:spPr>
              <a:xfrm>
                <a:off x="568440" y="779400"/>
                <a:ext cx="1430280" cy="1460520"/>
              </a:xfrm>
              <a:prstGeom prst="rect">
                <a:avLst/>
              </a:prstGeom>
              <a:noFill/>
              <a:ln w="0">
                <a:noFill/>
              </a:ln>
            </p:spPr>
          </p:pic>
          <p:sp>
            <p:nvSpPr>
              <p:cNvPr id="4269"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270"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271"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272"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273"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274"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Imported Sheep in Vermont</a:t>
            </a:r>
            <a:endParaRPr b="0" lang="en-IN" sz="4200" strike="noStrike" u="none">
              <a:solidFill>
                <a:srgbClr val="ffffff"/>
              </a:solidFill>
              <a:effectLst/>
              <a:uFillTx/>
              <a:latin typeface="Times New Roman"/>
            </a:endParaRPr>
          </a:p>
        </p:txBody>
      </p:sp>
      <p:sp>
        <p:nvSpPr>
          <p:cNvPr id="4275" name=""/>
          <p:cNvSpPr/>
          <p:nvPr/>
        </p:nvSpPr>
        <p:spPr>
          <a:xfrm>
            <a:off x="1479600" y="2503440"/>
            <a:ext cx="8750160" cy="371484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Test cannot differentiate "strains" or variants of scrapie from BSE</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Mouse bioassay</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2-3 years</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Named atypical (histology) TSE of foreign origin</a:t>
            </a:r>
            <a:endParaRPr b="0" lang="en-IN" sz="3500" strike="noStrike" u="none">
              <a:solidFill>
                <a:srgbClr val="ffffff"/>
              </a:solidFill>
              <a:effectLst/>
              <a:uFillTx/>
              <a:latin typeface="Times New Roman"/>
            </a:endParaRPr>
          </a:p>
        </p:txBody>
      </p:sp>
    </p:spTree>
  </p:cSld>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276" name=""/>
          <p:cNvGrpSpPr/>
          <p:nvPr/>
        </p:nvGrpSpPr>
        <p:grpSpPr>
          <a:xfrm>
            <a:off x="538200" y="-7920"/>
            <a:ext cx="9456840" cy="8099280"/>
            <a:chOff x="538200" y="-7920"/>
            <a:chExt cx="9456840" cy="8099280"/>
          </a:xfrm>
        </p:grpSpPr>
        <p:sp>
          <p:nvSpPr>
            <p:cNvPr id="4277"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278" name=""/>
            <p:cNvGrpSpPr/>
            <p:nvPr/>
          </p:nvGrpSpPr>
          <p:grpSpPr>
            <a:xfrm>
              <a:off x="538200" y="727200"/>
              <a:ext cx="1542960" cy="1599840"/>
              <a:chOff x="538200" y="727200"/>
              <a:chExt cx="1542960" cy="1599840"/>
            </a:xfrm>
          </p:grpSpPr>
          <p:sp>
            <p:nvSpPr>
              <p:cNvPr id="4279"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280" name="" descr=""/>
              <p:cNvPicPr/>
              <p:nvPr/>
            </p:nvPicPr>
            <p:blipFill>
              <a:blip r:embed="rId1"/>
              <a:stretch/>
            </p:blipFill>
            <p:spPr>
              <a:xfrm>
                <a:off x="568440" y="779400"/>
                <a:ext cx="1430280" cy="1460520"/>
              </a:xfrm>
              <a:prstGeom prst="rect">
                <a:avLst/>
              </a:prstGeom>
              <a:noFill/>
              <a:ln w="0">
                <a:noFill/>
              </a:ln>
            </p:spPr>
          </p:pic>
          <p:sp>
            <p:nvSpPr>
              <p:cNvPr id="4281"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282"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283"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284"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285"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286"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Imported Sheep in Vermont</a:t>
            </a:r>
            <a:endParaRPr b="0" lang="en-IN" sz="4200" strike="noStrike" u="none">
              <a:solidFill>
                <a:srgbClr val="ffffff"/>
              </a:solidFill>
              <a:effectLst/>
              <a:uFillTx/>
              <a:latin typeface="Times New Roman"/>
            </a:endParaRPr>
          </a:p>
        </p:txBody>
      </p:sp>
      <p:sp>
        <p:nvSpPr>
          <p:cNvPr id="4287" name=""/>
          <p:cNvSpPr/>
          <p:nvPr/>
        </p:nvSpPr>
        <p:spPr>
          <a:xfrm>
            <a:off x="1479600" y="2503440"/>
            <a:ext cx="4268880" cy="814716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 Owners asked to voluntarily depopulate  - one agreed</a:t>
            </a:r>
            <a:endParaRPr b="0" lang="en-IN" sz="30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 Declaration of Extraordinary Emergency and Emergency declared on July 14, 2000</a:t>
            </a:r>
            <a:endParaRPr b="0" lang="en-IN" sz="30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 Orders issued to seize sheep of 2 flocks</a:t>
            </a:r>
            <a:endParaRPr b="0" lang="en-IN" sz="3000" strike="noStrike" u="none">
              <a:solidFill>
                <a:srgbClr val="ffffff"/>
              </a:solidFill>
              <a:effectLst/>
              <a:uFillTx/>
              <a:latin typeface="Times New Roman"/>
            </a:endParaRPr>
          </a:p>
        </p:txBody>
      </p:sp>
      <p:pic>
        <p:nvPicPr>
          <p:cNvPr id="4288" name="" descr=""/>
          <p:cNvPicPr/>
          <p:nvPr/>
        </p:nvPicPr>
        <p:blipFill>
          <a:blip r:embed="rId2"/>
          <a:stretch/>
        </p:blipFill>
        <p:spPr>
          <a:xfrm>
            <a:off x="5748480" y="3516480"/>
            <a:ext cx="4065480" cy="3049560"/>
          </a:xfrm>
          <a:prstGeom prst="rect">
            <a:avLst/>
          </a:prstGeom>
          <a:noFill/>
          <a:ln w="0">
            <a:noFill/>
          </a:ln>
        </p:spPr>
      </p:pic>
    </p:spTree>
  </p:cSld>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289" name=""/>
          <p:cNvGrpSpPr/>
          <p:nvPr/>
        </p:nvGrpSpPr>
        <p:grpSpPr>
          <a:xfrm>
            <a:off x="538200" y="-7920"/>
            <a:ext cx="9456840" cy="8099280"/>
            <a:chOff x="538200" y="-7920"/>
            <a:chExt cx="9456840" cy="8099280"/>
          </a:xfrm>
        </p:grpSpPr>
        <p:sp>
          <p:nvSpPr>
            <p:cNvPr id="4290"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291" name=""/>
            <p:cNvGrpSpPr/>
            <p:nvPr/>
          </p:nvGrpSpPr>
          <p:grpSpPr>
            <a:xfrm>
              <a:off x="538200" y="727200"/>
              <a:ext cx="1542960" cy="1599840"/>
              <a:chOff x="538200" y="727200"/>
              <a:chExt cx="1542960" cy="1599840"/>
            </a:xfrm>
          </p:grpSpPr>
          <p:sp>
            <p:nvSpPr>
              <p:cNvPr id="4292"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293" name="" descr=""/>
              <p:cNvPicPr/>
              <p:nvPr/>
            </p:nvPicPr>
            <p:blipFill>
              <a:blip r:embed="rId1"/>
              <a:stretch/>
            </p:blipFill>
            <p:spPr>
              <a:xfrm>
                <a:off x="568440" y="779400"/>
                <a:ext cx="1430280" cy="1460520"/>
              </a:xfrm>
              <a:prstGeom prst="rect">
                <a:avLst/>
              </a:prstGeom>
              <a:noFill/>
              <a:ln w="0">
                <a:noFill/>
              </a:ln>
            </p:spPr>
          </p:pic>
          <p:sp>
            <p:nvSpPr>
              <p:cNvPr id="4294"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295"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296"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297"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298"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299"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Imported Sheep in Vermont</a:t>
            </a:r>
            <a:endParaRPr b="0" lang="en-IN" sz="4200" strike="noStrike" u="none">
              <a:solidFill>
                <a:srgbClr val="ffffff"/>
              </a:solidFill>
              <a:effectLst/>
              <a:uFillTx/>
              <a:latin typeface="Times New Roman"/>
            </a:endParaRPr>
          </a:p>
        </p:txBody>
      </p:sp>
      <p:sp>
        <p:nvSpPr>
          <p:cNvPr id="4300" name=""/>
          <p:cNvSpPr/>
          <p:nvPr/>
        </p:nvSpPr>
        <p:spPr>
          <a:xfrm>
            <a:off x="1479600" y="2503440"/>
            <a:ext cx="8750160" cy="49816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Two owners went to court for a temporary restraining order (TRO) - July 2000</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Judge ruled in USDA's favor and did not grant TRO</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Owners did not comply</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Motion for order to comply and rule on merits</a:t>
            </a:r>
            <a:endParaRPr b="0" lang="en-IN" sz="3500" strike="noStrike" u="none">
              <a:solidFill>
                <a:srgbClr val="ffffff"/>
              </a:solidFill>
              <a:effectLst/>
              <a:uFillTx/>
              <a:latin typeface="Times New Roman"/>
            </a:endParaRPr>
          </a:p>
        </p:txBody>
      </p:sp>
      <p:grpSp>
        <p:nvGrpSpPr>
          <p:cNvPr id="4301" name=""/>
          <p:cNvGrpSpPr/>
          <p:nvPr/>
        </p:nvGrpSpPr>
        <p:grpSpPr>
          <a:xfrm>
            <a:off x="8393040" y="4900680"/>
            <a:ext cx="1171800" cy="2316240"/>
            <a:chOff x="8393040" y="4900680"/>
            <a:chExt cx="1171800" cy="2316240"/>
          </a:xfrm>
        </p:grpSpPr>
        <p:sp>
          <p:nvSpPr>
            <p:cNvPr id="4302" name=""/>
            <p:cNvSpPr/>
            <p:nvPr/>
          </p:nvSpPr>
          <p:spPr>
            <a:xfrm>
              <a:off x="8400960" y="6981840"/>
              <a:ext cx="1162080" cy="169920"/>
            </a:xfrm>
            <a:prstGeom prst="ellipse">
              <a:avLst/>
            </a:prstGeom>
            <a:gradFill rotWithShape="0">
              <a:gsLst>
                <a:gs pos="0">
                  <a:srgbClr val="c0c0c0"/>
                </a:gs>
                <a:gs pos="100000">
                  <a:srgbClr val="808080"/>
                </a:gs>
              </a:gsLst>
              <a:lin ang="10800000"/>
            </a:gra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03" name=""/>
            <p:cNvSpPr/>
            <p:nvPr/>
          </p:nvSpPr>
          <p:spPr>
            <a:xfrm>
              <a:off x="8393040" y="7058160"/>
              <a:ext cx="1171800" cy="158760"/>
            </a:xfrm>
            <a:custGeom>
              <a:avLst/>
              <a:gdLst/>
              <a:ahLst/>
              <a:rect l="l" t="t" r="r" b="b"/>
              <a:pathLst>
                <a:path w="738" h="100">
                  <a:moveTo>
                    <a:pt x="737" y="2"/>
                  </a:moveTo>
                  <a:lnTo>
                    <a:pt x="725" y="14"/>
                  </a:lnTo>
                  <a:lnTo>
                    <a:pt x="701" y="24"/>
                  </a:lnTo>
                  <a:lnTo>
                    <a:pt x="664" y="33"/>
                  </a:lnTo>
                  <a:lnTo>
                    <a:pt x="619" y="40"/>
                  </a:lnTo>
                  <a:lnTo>
                    <a:pt x="563" y="47"/>
                  </a:lnTo>
                  <a:lnTo>
                    <a:pt x="503" y="51"/>
                  </a:lnTo>
                  <a:lnTo>
                    <a:pt x="439" y="54"/>
                  </a:lnTo>
                  <a:lnTo>
                    <a:pt x="373" y="55"/>
                  </a:lnTo>
                  <a:lnTo>
                    <a:pt x="306" y="55"/>
                  </a:lnTo>
                  <a:lnTo>
                    <a:pt x="241" y="52"/>
                  </a:lnTo>
                  <a:lnTo>
                    <a:pt x="180" y="49"/>
                  </a:lnTo>
                  <a:lnTo>
                    <a:pt x="125" y="42"/>
                  </a:lnTo>
                  <a:lnTo>
                    <a:pt x="77" y="35"/>
                  </a:lnTo>
                  <a:lnTo>
                    <a:pt x="39" y="25"/>
                  </a:lnTo>
                  <a:lnTo>
                    <a:pt x="12" y="14"/>
                  </a:lnTo>
                  <a:lnTo>
                    <a:pt x="0" y="0"/>
                  </a:lnTo>
                  <a:lnTo>
                    <a:pt x="0" y="44"/>
                  </a:lnTo>
                  <a:lnTo>
                    <a:pt x="12" y="59"/>
                  </a:lnTo>
                  <a:lnTo>
                    <a:pt x="39" y="69"/>
                  </a:lnTo>
                  <a:lnTo>
                    <a:pt x="77" y="80"/>
                  </a:lnTo>
                  <a:lnTo>
                    <a:pt x="125" y="87"/>
                  </a:lnTo>
                  <a:lnTo>
                    <a:pt x="180" y="94"/>
                  </a:lnTo>
                  <a:lnTo>
                    <a:pt x="241" y="97"/>
                  </a:lnTo>
                  <a:lnTo>
                    <a:pt x="306" y="99"/>
                  </a:lnTo>
                  <a:lnTo>
                    <a:pt x="373" y="99"/>
                  </a:lnTo>
                  <a:lnTo>
                    <a:pt x="439" y="98"/>
                  </a:lnTo>
                  <a:lnTo>
                    <a:pt x="503" y="95"/>
                  </a:lnTo>
                  <a:lnTo>
                    <a:pt x="563" y="90"/>
                  </a:lnTo>
                  <a:lnTo>
                    <a:pt x="619" y="84"/>
                  </a:lnTo>
                  <a:lnTo>
                    <a:pt x="664" y="77"/>
                  </a:lnTo>
                  <a:lnTo>
                    <a:pt x="701" y="67"/>
                  </a:lnTo>
                  <a:lnTo>
                    <a:pt x="725" y="57"/>
                  </a:lnTo>
                  <a:lnTo>
                    <a:pt x="737" y="44"/>
                  </a:lnTo>
                  <a:lnTo>
                    <a:pt x="737" y="2"/>
                  </a:lnTo>
                  <a:lnTo>
                    <a:pt x="737" y="2"/>
                  </a:lnTo>
                </a:path>
              </a:pathLst>
            </a:custGeom>
            <a:solidFill>
              <a:srgbClr val="727272"/>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04" name=""/>
            <p:cNvSpPr/>
            <p:nvPr/>
          </p:nvSpPr>
          <p:spPr>
            <a:xfrm>
              <a:off x="8467560" y="5051520"/>
              <a:ext cx="1022400" cy="2089080"/>
            </a:xfrm>
            <a:custGeom>
              <a:avLst/>
              <a:gdLst/>
              <a:ahLst/>
              <a:rect l="l" t="t" r="r" b="b"/>
              <a:pathLst>
                <a:path w="644" h="1316">
                  <a:moveTo>
                    <a:pt x="0" y="1289"/>
                  </a:moveTo>
                  <a:lnTo>
                    <a:pt x="1" y="1258"/>
                  </a:lnTo>
                  <a:lnTo>
                    <a:pt x="2" y="1226"/>
                  </a:lnTo>
                  <a:lnTo>
                    <a:pt x="5" y="1192"/>
                  </a:lnTo>
                  <a:lnTo>
                    <a:pt x="9" y="1159"/>
                  </a:lnTo>
                  <a:lnTo>
                    <a:pt x="13" y="1126"/>
                  </a:lnTo>
                  <a:lnTo>
                    <a:pt x="18" y="1092"/>
                  </a:lnTo>
                  <a:lnTo>
                    <a:pt x="24" y="1059"/>
                  </a:lnTo>
                  <a:lnTo>
                    <a:pt x="32" y="1025"/>
                  </a:lnTo>
                  <a:lnTo>
                    <a:pt x="40" y="994"/>
                  </a:lnTo>
                  <a:lnTo>
                    <a:pt x="50" y="962"/>
                  </a:lnTo>
                  <a:lnTo>
                    <a:pt x="61" y="931"/>
                  </a:lnTo>
                  <a:lnTo>
                    <a:pt x="74" y="901"/>
                  </a:lnTo>
                  <a:lnTo>
                    <a:pt x="87" y="873"/>
                  </a:lnTo>
                  <a:lnTo>
                    <a:pt x="104" y="845"/>
                  </a:lnTo>
                  <a:lnTo>
                    <a:pt x="120" y="819"/>
                  </a:lnTo>
                  <a:lnTo>
                    <a:pt x="140" y="794"/>
                  </a:lnTo>
                  <a:lnTo>
                    <a:pt x="146" y="787"/>
                  </a:lnTo>
                  <a:lnTo>
                    <a:pt x="153" y="779"/>
                  </a:lnTo>
                  <a:lnTo>
                    <a:pt x="159" y="772"/>
                  </a:lnTo>
                  <a:lnTo>
                    <a:pt x="167" y="764"/>
                  </a:lnTo>
                  <a:lnTo>
                    <a:pt x="174" y="758"/>
                  </a:lnTo>
                  <a:lnTo>
                    <a:pt x="182" y="751"/>
                  </a:lnTo>
                  <a:lnTo>
                    <a:pt x="189" y="745"/>
                  </a:lnTo>
                  <a:lnTo>
                    <a:pt x="197" y="737"/>
                  </a:lnTo>
                  <a:lnTo>
                    <a:pt x="205" y="731"/>
                  </a:lnTo>
                  <a:lnTo>
                    <a:pt x="213" y="726"/>
                  </a:lnTo>
                  <a:lnTo>
                    <a:pt x="221" y="720"/>
                  </a:lnTo>
                  <a:lnTo>
                    <a:pt x="231" y="713"/>
                  </a:lnTo>
                  <a:lnTo>
                    <a:pt x="240" y="708"/>
                  </a:lnTo>
                  <a:lnTo>
                    <a:pt x="250" y="701"/>
                  </a:lnTo>
                  <a:lnTo>
                    <a:pt x="260" y="694"/>
                  </a:lnTo>
                  <a:lnTo>
                    <a:pt x="270" y="687"/>
                  </a:lnTo>
                  <a:lnTo>
                    <a:pt x="275" y="684"/>
                  </a:lnTo>
                  <a:lnTo>
                    <a:pt x="279" y="679"/>
                  </a:lnTo>
                  <a:lnTo>
                    <a:pt x="282" y="675"/>
                  </a:lnTo>
                  <a:lnTo>
                    <a:pt x="285" y="669"/>
                  </a:lnTo>
                  <a:lnTo>
                    <a:pt x="287" y="664"/>
                  </a:lnTo>
                  <a:lnTo>
                    <a:pt x="289" y="658"/>
                  </a:lnTo>
                  <a:lnTo>
                    <a:pt x="290" y="652"/>
                  </a:lnTo>
                  <a:lnTo>
                    <a:pt x="291" y="645"/>
                  </a:lnTo>
                  <a:lnTo>
                    <a:pt x="290" y="640"/>
                  </a:lnTo>
                  <a:lnTo>
                    <a:pt x="289" y="634"/>
                  </a:lnTo>
                  <a:lnTo>
                    <a:pt x="287" y="628"/>
                  </a:lnTo>
                  <a:lnTo>
                    <a:pt x="285" y="623"/>
                  </a:lnTo>
                  <a:lnTo>
                    <a:pt x="282" y="618"/>
                  </a:lnTo>
                  <a:lnTo>
                    <a:pt x="279" y="612"/>
                  </a:lnTo>
                  <a:lnTo>
                    <a:pt x="275" y="608"/>
                  </a:lnTo>
                  <a:lnTo>
                    <a:pt x="270" y="603"/>
                  </a:lnTo>
                  <a:lnTo>
                    <a:pt x="260" y="597"/>
                  </a:lnTo>
                  <a:lnTo>
                    <a:pt x="250" y="591"/>
                  </a:lnTo>
                  <a:lnTo>
                    <a:pt x="240" y="585"/>
                  </a:lnTo>
                  <a:lnTo>
                    <a:pt x="231" y="579"/>
                  </a:lnTo>
                  <a:lnTo>
                    <a:pt x="221" y="573"/>
                  </a:lnTo>
                  <a:lnTo>
                    <a:pt x="213" y="567"/>
                  </a:lnTo>
                  <a:lnTo>
                    <a:pt x="205" y="561"/>
                  </a:lnTo>
                  <a:lnTo>
                    <a:pt x="197" y="554"/>
                  </a:lnTo>
                  <a:lnTo>
                    <a:pt x="189" y="548"/>
                  </a:lnTo>
                  <a:lnTo>
                    <a:pt x="182" y="542"/>
                  </a:lnTo>
                  <a:lnTo>
                    <a:pt x="174" y="537"/>
                  </a:lnTo>
                  <a:lnTo>
                    <a:pt x="167" y="529"/>
                  </a:lnTo>
                  <a:lnTo>
                    <a:pt x="159" y="522"/>
                  </a:lnTo>
                  <a:lnTo>
                    <a:pt x="153" y="515"/>
                  </a:lnTo>
                  <a:lnTo>
                    <a:pt x="146" y="507"/>
                  </a:lnTo>
                  <a:lnTo>
                    <a:pt x="140" y="499"/>
                  </a:lnTo>
                  <a:lnTo>
                    <a:pt x="120" y="474"/>
                  </a:lnTo>
                  <a:lnTo>
                    <a:pt x="104" y="448"/>
                  </a:lnTo>
                  <a:lnTo>
                    <a:pt x="87" y="420"/>
                  </a:lnTo>
                  <a:lnTo>
                    <a:pt x="74" y="391"/>
                  </a:lnTo>
                  <a:lnTo>
                    <a:pt x="61" y="362"/>
                  </a:lnTo>
                  <a:lnTo>
                    <a:pt x="50" y="331"/>
                  </a:lnTo>
                  <a:lnTo>
                    <a:pt x="40" y="300"/>
                  </a:lnTo>
                  <a:lnTo>
                    <a:pt x="32" y="267"/>
                  </a:lnTo>
                  <a:lnTo>
                    <a:pt x="24" y="234"/>
                  </a:lnTo>
                  <a:lnTo>
                    <a:pt x="18" y="201"/>
                  </a:lnTo>
                  <a:lnTo>
                    <a:pt x="13" y="168"/>
                  </a:lnTo>
                  <a:lnTo>
                    <a:pt x="9" y="133"/>
                  </a:lnTo>
                  <a:lnTo>
                    <a:pt x="5" y="100"/>
                  </a:lnTo>
                  <a:lnTo>
                    <a:pt x="2" y="67"/>
                  </a:lnTo>
                  <a:lnTo>
                    <a:pt x="1" y="34"/>
                  </a:lnTo>
                  <a:lnTo>
                    <a:pt x="0" y="0"/>
                  </a:lnTo>
                  <a:lnTo>
                    <a:pt x="643" y="0"/>
                  </a:lnTo>
                  <a:lnTo>
                    <a:pt x="640" y="34"/>
                  </a:lnTo>
                  <a:lnTo>
                    <a:pt x="638" y="67"/>
                  </a:lnTo>
                  <a:lnTo>
                    <a:pt x="634" y="100"/>
                  </a:lnTo>
                  <a:lnTo>
                    <a:pt x="632" y="133"/>
                  </a:lnTo>
                  <a:lnTo>
                    <a:pt x="626" y="168"/>
                  </a:lnTo>
                  <a:lnTo>
                    <a:pt x="622" y="201"/>
                  </a:lnTo>
                  <a:lnTo>
                    <a:pt x="615" y="234"/>
                  </a:lnTo>
                  <a:lnTo>
                    <a:pt x="609" y="267"/>
                  </a:lnTo>
                  <a:lnTo>
                    <a:pt x="599" y="300"/>
                  </a:lnTo>
                  <a:lnTo>
                    <a:pt x="589" y="331"/>
                  </a:lnTo>
                  <a:lnTo>
                    <a:pt x="578" y="362"/>
                  </a:lnTo>
                  <a:lnTo>
                    <a:pt x="566" y="391"/>
                  </a:lnTo>
                  <a:lnTo>
                    <a:pt x="551" y="420"/>
                  </a:lnTo>
                  <a:lnTo>
                    <a:pt x="537" y="448"/>
                  </a:lnTo>
                  <a:lnTo>
                    <a:pt x="520" y="474"/>
                  </a:lnTo>
                  <a:lnTo>
                    <a:pt x="502" y="499"/>
                  </a:lnTo>
                  <a:lnTo>
                    <a:pt x="494" y="507"/>
                  </a:lnTo>
                  <a:lnTo>
                    <a:pt x="488" y="515"/>
                  </a:lnTo>
                  <a:lnTo>
                    <a:pt x="480" y="522"/>
                  </a:lnTo>
                  <a:lnTo>
                    <a:pt x="475" y="529"/>
                  </a:lnTo>
                  <a:lnTo>
                    <a:pt x="467" y="537"/>
                  </a:lnTo>
                  <a:lnTo>
                    <a:pt x="459" y="542"/>
                  </a:lnTo>
                  <a:lnTo>
                    <a:pt x="451" y="548"/>
                  </a:lnTo>
                  <a:lnTo>
                    <a:pt x="444" y="554"/>
                  </a:lnTo>
                  <a:lnTo>
                    <a:pt x="434" y="561"/>
                  </a:lnTo>
                  <a:lnTo>
                    <a:pt x="426" y="567"/>
                  </a:lnTo>
                  <a:lnTo>
                    <a:pt x="417" y="573"/>
                  </a:lnTo>
                  <a:lnTo>
                    <a:pt x="409" y="579"/>
                  </a:lnTo>
                  <a:lnTo>
                    <a:pt x="399" y="585"/>
                  </a:lnTo>
                  <a:lnTo>
                    <a:pt x="390" y="591"/>
                  </a:lnTo>
                  <a:lnTo>
                    <a:pt x="380" y="597"/>
                  </a:lnTo>
                  <a:lnTo>
                    <a:pt x="372" y="603"/>
                  </a:lnTo>
                  <a:lnTo>
                    <a:pt x="366" y="608"/>
                  </a:lnTo>
                  <a:lnTo>
                    <a:pt x="361" y="612"/>
                  </a:lnTo>
                  <a:lnTo>
                    <a:pt x="357" y="618"/>
                  </a:lnTo>
                  <a:lnTo>
                    <a:pt x="355" y="623"/>
                  </a:lnTo>
                  <a:lnTo>
                    <a:pt x="352" y="628"/>
                  </a:lnTo>
                  <a:lnTo>
                    <a:pt x="351" y="634"/>
                  </a:lnTo>
                  <a:lnTo>
                    <a:pt x="350" y="640"/>
                  </a:lnTo>
                  <a:lnTo>
                    <a:pt x="350" y="645"/>
                  </a:lnTo>
                  <a:lnTo>
                    <a:pt x="350" y="652"/>
                  </a:lnTo>
                  <a:lnTo>
                    <a:pt x="351" y="658"/>
                  </a:lnTo>
                  <a:lnTo>
                    <a:pt x="352" y="664"/>
                  </a:lnTo>
                  <a:lnTo>
                    <a:pt x="355" y="669"/>
                  </a:lnTo>
                  <a:lnTo>
                    <a:pt x="357" y="675"/>
                  </a:lnTo>
                  <a:lnTo>
                    <a:pt x="361" y="679"/>
                  </a:lnTo>
                  <a:lnTo>
                    <a:pt x="366" y="684"/>
                  </a:lnTo>
                  <a:lnTo>
                    <a:pt x="372" y="687"/>
                  </a:lnTo>
                  <a:lnTo>
                    <a:pt x="380" y="694"/>
                  </a:lnTo>
                  <a:lnTo>
                    <a:pt x="390" y="701"/>
                  </a:lnTo>
                  <a:lnTo>
                    <a:pt x="399" y="708"/>
                  </a:lnTo>
                  <a:lnTo>
                    <a:pt x="409" y="713"/>
                  </a:lnTo>
                  <a:lnTo>
                    <a:pt x="417" y="720"/>
                  </a:lnTo>
                  <a:lnTo>
                    <a:pt x="426" y="726"/>
                  </a:lnTo>
                  <a:lnTo>
                    <a:pt x="434" y="731"/>
                  </a:lnTo>
                  <a:lnTo>
                    <a:pt x="444" y="737"/>
                  </a:lnTo>
                  <a:lnTo>
                    <a:pt x="451" y="745"/>
                  </a:lnTo>
                  <a:lnTo>
                    <a:pt x="459" y="751"/>
                  </a:lnTo>
                  <a:lnTo>
                    <a:pt x="467" y="758"/>
                  </a:lnTo>
                  <a:lnTo>
                    <a:pt x="475" y="764"/>
                  </a:lnTo>
                  <a:lnTo>
                    <a:pt x="480" y="772"/>
                  </a:lnTo>
                  <a:lnTo>
                    <a:pt x="488" y="779"/>
                  </a:lnTo>
                  <a:lnTo>
                    <a:pt x="494" y="787"/>
                  </a:lnTo>
                  <a:lnTo>
                    <a:pt x="502" y="794"/>
                  </a:lnTo>
                  <a:lnTo>
                    <a:pt x="520" y="819"/>
                  </a:lnTo>
                  <a:lnTo>
                    <a:pt x="537" y="845"/>
                  </a:lnTo>
                  <a:lnTo>
                    <a:pt x="551" y="873"/>
                  </a:lnTo>
                  <a:lnTo>
                    <a:pt x="566" y="901"/>
                  </a:lnTo>
                  <a:lnTo>
                    <a:pt x="578" y="931"/>
                  </a:lnTo>
                  <a:lnTo>
                    <a:pt x="589" y="962"/>
                  </a:lnTo>
                  <a:lnTo>
                    <a:pt x="599" y="994"/>
                  </a:lnTo>
                  <a:lnTo>
                    <a:pt x="609" y="1025"/>
                  </a:lnTo>
                  <a:lnTo>
                    <a:pt x="615" y="1059"/>
                  </a:lnTo>
                  <a:lnTo>
                    <a:pt x="622" y="1092"/>
                  </a:lnTo>
                  <a:lnTo>
                    <a:pt x="626" y="1126"/>
                  </a:lnTo>
                  <a:lnTo>
                    <a:pt x="632" y="1159"/>
                  </a:lnTo>
                  <a:lnTo>
                    <a:pt x="634" y="1192"/>
                  </a:lnTo>
                  <a:lnTo>
                    <a:pt x="638" y="1226"/>
                  </a:lnTo>
                  <a:lnTo>
                    <a:pt x="640" y="1258"/>
                  </a:lnTo>
                  <a:lnTo>
                    <a:pt x="643" y="1289"/>
                  </a:lnTo>
                  <a:lnTo>
                    <a:pt x="632" y="1292"/>
                  </a:lnTo>
                  <a:lnTo>
                    <a:pt x="599" y="1299"/>
                  </a:lnTo>
                  <a:lnTo>
                    <a:pt x="565" y="1304"/>
                  </a:lnTo>
                  <a:lnTo>
                    <a:pt x="526" y="1308"/>
                  </a:lnTo>
                  <a:lnTo>
                    <a:pt x="485" y="1310"/>
                  </a:lnTo>
                  <a:lnTo>
                    <a:pt x="442" y="1313"/>
                  </a:lnTo>
                  <a:lnTo>
                    <a:pt x="399" y="1315"/>
                  </a:lnTo>
                  <a:lnTo>
                    <a:pt x="355" y="1315"/>
                  </a:lnTo>
                  <a:lnTo>
                    <a:pt x="311" y="1315"/>
                  </a:lnTo>
                  <a:lnTo>
                    <a:pt x="267" y="1315"/>
                  </a:lnTo>
                  <a:lnTo>
                    <a:pt x="223" y="1315"/>
                  </a:lnTo>
                  <a:lnTo>
                    <a:pt x="181" y="1313"/>
                  </a:lnTo>
                  <a:lnTo>
                    <a:pt x="142" y="1310"/>
                  </a:lnTo>
                  <a:lnTo>
                    <a:pt x="104" y="1308"/>
                  </a:lnTo>
                  <a:lnTo>
                    <a:pt x="70" y="1304"/>
                  </a:lnTo>
                  <a:lnTo>
                    <a:pt x="40" y="1300"/>
                  </a:lnTo>
                  <a:lnTo>
                    <a:pt x="15" y="1295"/>
                  </a:lnTo>
                  <a:lnTo>
                    <a:pt x="13" y="1295"/>
                  </a:lnTo>
                  <a:lnTo>
                    <a:pt x="13" y="1295"/>
                  </a:lnTo>
                  <a:lnTo>
                    <a:pt x="11" y="1295"/>
                  </a:lnTo>
                  <a:lnTo>
                    <a:pt x="11" y="1295"/>
                  </a:lnTo>
                  <a:lnTo>
                    <a:pt x="10" y="1295"/>
                  </a:lnTo>
                  <a:lnTo>
                    <a:pt x="8" y="1295"/>
                  </a:lnTo>
                  <a:lnTo>
                    <a:pt x="6" y="1295"/>
                  </a:lnTo>
                  <a:lnTo>
                    <a:pt x="6" y="1293"/>
                  </a:lnTo>
                  <a:lnTo>
                    <a:pt x="4" y="1293"/>
                  </a:lnTo>
                  <a:lnTo>
                    <a:pt x="3" y="1293"/>
                  </a:lnTo>
                  <a:lnTo>
                    <a:pt x="1" y="1293"/>
                  </a:lnTo>
                  <a:lnTo>
                    <a:pt x="1" y="1292"/>
                  </a:lnTo>
                  <a:lnTo>
                    <a:pt x="0" y="1292"/>
                  </a:lnTo>
                  <a:lnTo>
                    <a:pt x="0" y="1292"/>
                  </a:lnTo>
                  <a:lnTo>
                    <a:pt x="0" y="1292"/>
                  </a:lnTo>
                  <a:lnTo>
                    <a:pt x="0" y="1289"/>
                  </a:lnTo>
                  <a:lnTo>
                    <a:pt x="0" y="1289"/>
                  </a:lnTo>
                </a:path>
              </a:pathLst>
            </a:custGeom>
            <a:noFill/>
            <a:ln w="18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05" name=""/>
            <p:cNvSpPr/>
            <p:nvPr/>
          </p:nvSpPr>
          <p:spPr>
            <a:xfrm>
              <a:off x="8651880" y="5740560"/>
              <a:ext cx="657360" cy="296640"/>
            </a:xfrm>
            <a:custGeom>
              <a:avLst/>
              <a:gdLst/>
              <a:ahLst/>
              <a:rect l="l" t="t" r="r" b="b"/>
              <a:pathLst>
                <a:path w="414" h="187">
                  <a:moveTo>
                    <a:pt x="0" y="0"/>
                  </a:moveTo>
                  <a:lnTo>
                    <a:pt x="4" y="10"/>
                  </a:lnTo>
                  <a:lnTo>
                    <a:pt x="8" y="19"/>
                  </a:lnTo>
                  <a:lnTo>
                    <a:pt x="14" y="29"/>
                  </a:lnTo>
                  <a:lnTo>
                    <a:pt x="20" y="37"/>
                  </a:lnTo>
                  <a:lnTo>
                    <a:pt x="27" y="47"/>
                  </a:lnTo>
                  <a:lnTo>
                    <a:pt x="35" y="57"/>
                  </a:lnTo>
                  <a:lnTo>
                    <a:pt x="44" y="67"/>
                  </a:lnTo>
                  <a:lnTo>
                    <a:pt x="54" y="77"/>
                  </a:lnTo>
                  <a:lnTo>
                    <a:pt x="64" y="88"/>
                  </a:lnTo>
                  <a:lnTo>
                    <a:pt x="76" y="98"/>
                  </a:lnTo>
                  <a:lnTo>
                    <a:pt x="89" y="110"/>
                  </a:lnTo>
                  <a:lnTo>
                    <a:pt x="103" y="120"/>
                  </a:lnTo>
                  <a:lnTo>
                    <a:pt x="118" y="132"/>
                  </a:lnTo>
                  <a:lnTo>
                    <a:pt x="135" y="144"/>
                  </a:lnTo>
                  <a:lnTo>
                    <a:pt x="153" y="156"/>
                  </a:lnTo>
                  <a:lnTo>
                    <a:pt x="172" y="168"/>
                  </a:lnTo>
                  <a:lnTo>
                    <a:pt x="205" y="186"/>
                  </a:lnTo>
                  <a:lnTo>
                    <a:pt x="239" y="168"/>
                  </a:lnTo>
                  <a:lnTo>
                    <a:pt x="257" y="156"/>
                  </a:lnTo>
                  <a:lnTo>
                    <a:pt x="274" y="144"/>
                  </a:lnTo>
                  <a:lnTo>
                    <a:pt x="290" y="132"/>
                  </a:lnTo>
                  <a:lnTo>
                    <a:pt x="307" y="120"/>
                  </a:lnTo>
                  <a:lnTo>
                    <a:pt x="320" y="110"/>
                  </a:lnTo>
                  <a:lnTo>
                    <a:pt x="334" y="98"/>
                  </a:lnTo>
                  <a:lnTo>
                    <a:pt x="345" y="88"/>
                  </a:lnTo>
                  <a:lnTo>
                    <a:pt x="357" y="77"/>
                  </a:lnTo>
                  <a:lnTo>
                    <a:pt x="367" y="67"/>
                  </a:lnTo>
                  <a:lnTo>
                    <a:pt x="376" y="57"/>
                  </a:lnTo>
                  <a:lnTo>
                    <a:pt x="384" y="47"/>
                  </a:lnTo>
                  <a:lnTo>
                    <a:pt x="392" y="37"/>
                  </a:lnTo>
                  <a:lnTo>
                    <a:pt x="398" y="29"/>
                  </a:lnTo>
                  <a:lnTo>
                    <a:pt x="404" y="19"/>
                  </a:lnTo>
                  <a:lnTo>
                    <a:pt x="408" y="9"/>
                  </a:lnTo>
                  <a:lnTo>
                    <a:pt x="413" y="0"/>
                  </a:lnTo>
                  <a:lnTo>
                    <a:pt x="413" y="0"/>
                  </a:lnTo>
                  <a:lnTo>
                    <a:pt x="402" y="7"/>
                  </a:lnTo>
                  <a:lnTo>
                    <a:pt x="386" y="13"/>
                  </a:lnTo>
                  <a:lnTo>
                    <a:pt x="364" y="19"/>
                  </a:lnTo>
                  <a:lnTo>
                    <a:pt x="339" y="23"/>
                  </a:lnTo>
                  <a:lnTo>
                    <a:pt x="310" y="27"/>
                  </a:lnTo>
                  <a:lnTo>
                    <a:pt x="279" y="29"/>
                  </a:lnTo>
                  <a:lnTo>
                    <a:pt x="245" y="30"/>
                  </a:lnTo>
                  <a:lnTo>
                    <a:pt x="212" y="30"/>
                  </a:lnTo>
                  <a:lnTo>
                    <a:pt x="177" y="30"/>
                  </a:lnTo>
                  <a:lnTo>
                    <a:pt x="144" y="28"/>
                  </a:lnTo>
                  <a:lnTo>
                    <a:pt x="111" y="26"/>
                  </a:lnTo>
                  <a:lnTo>
                    <a:pt x="82" y="22"/>
                  </a:lnTo>
                  <a:lnTo>
                    <a:pt x="55" y="18"/>
                  </a:lnTo>
                  <a:lnTo>
                    <a:pt x="32" y="14"/>
                  </a:lnTo>
                  <a:lnTo>
                    <a:pt x="13" y="8"/>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path>
              </a:pathLst>
            </a:custGeom>
            <a:solidFill>
              <a:srgbClr val="d2b06a"/>
            </a:solidFill>
            <a:ln w="9360">
              <a:solidFill>
                <a:srgbClr val="d2b06a"/>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06" name=""/>
            <p:cNvSpPr/>
            <p:nvPr/>
          </p:nvSpPr>
          <p:spPr>
            <a:xfrm>
              <a:off x="8547120" y="6527880"/>
              <a:ext cx="873000" cy="596880"/>
            </a:xfrm>
            <a:custGeom>
              <a:avLst/>
              <a:gdLst/>
              <a:ahLst/>
              <a:rect l="l" t="t" r="r" b="b"/>
              <a:pathLst>
                <a:path w="550" h="376">
                  <a:moveTo>
                    <a:pt x="549" y="357"/>
                  </a:moveTo>
                  <a:lnTo>
                    <a:pt x="515" y="362"/>
                  </a:lnTo>
                  <a:lnTo>
                    <a:pt x="479" y="366"/>
                  </a:lnTo>
                  <a:lnTo>
                    <a:pt x="442" y="369"/>
                  </a:lnTo>
                  <a:lnTo>
                    <a:pt x="405" y="371"/>
                  </a:lnTo>
                  <a:lnTo>
                    <a:pt x="367" y="373"/>
                  </a:lnTo>
                  <a:lnTo>
                    <a:pt x="330" y="374"/>
                  </a:lnTo>
                  <a:lnTo>
                    <a:pt x="292" y="375"/>
                  </a:lnTo>
                  <a:lnTo>
                    <a:pt x="256" y="375"/>
                  </a:lnTo>
                  <a:lnTo>
                    <a:pt x="219" y="375"/>
                  </a:lnTo>
                  <a:lnTo>
                    <a:pt x="182" y="374"/>
                  </a:lnTo>
                  <a:lnTo>
                    <a:pt x="147" y="372"/>
                  </a:lnTo>
                  <a:lnTo>
                    <a:pt x="114" y="370"/>
                  </a:lnTo>
                  <a:lnTo>
                    <a:pt x="82" y="368"/>
                  </a:lnTo>
                  <a:lnTo>
                    <a:pt x="52" y="364"/>
                  </a:lnTo>
                  <a:lnTo>
                    <a:pt x="25" y="361"/>
                  </a:lnTo>
                  <a:lnTo>
                    <a:pt x="0" y="356"/>
                  </a:lnTo>
                  <a:lnTo>
                    <a:pt x="271" y="0"/>
                  </a:lnTo>
                  <a:lnTo>
                    <a:pt x="549" y="357"/>
                  </a:lnTo>
                  <a:lnTo>
                    <a:pt x="549" y="357"/>
                  </a:lnTo>
                </a:path>
              </a:pathLst>
            </a:custGeom>
            <a:solidFill>
              <a:srgbClr val="d0b1a1"/>
            </a:solidFill>
            <a:ln w="9360">
              <a:solidFill>
                <a:srgbClr val="d0b1a1"/>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07" name=""/>
            <p:cNvSpPr/>
            <p:nvPr/>
          </p:nvSpPr>
          <p:spPr>
            <a:xfrm>
              <a:off x="8651880" y="5688000"/>
              <a:ext cx="655560" cy="100080"/>
            </a:xfrm>
            <a:prstGeom prst="ellipse">
              <a:avLst/>
            </a:prstGeom>
            <a:solidFill>
              <a:srgbClr val="d0b1a1"/>
            </a:solidFill>
            <a:ln w="9360">
              <a:solidFill>
                <a:srgbClr val="d0b1a1"/>
              </a:solidFill>
              <a:miter/>
            </a:ln>
          </p:spPr>
          <p:style>
            <a:lnRef idx="0"/>
            <a:fillRef idx="0"/>
            <a:effectRef idx="0"/>
            <a:fontRef idx="minor"/>
          </p:style>
          <p:txBody>
            <a:bodyPr wrap="none" lIns="90000" rIns="90000" tIns="24480" bIns="24480" anchor="ctr">
              <a:noAutofit/>
            </a:bodyPr>
            <a:p>
              <a:endParaRPr b="0" lang="en-IN" sz="2400" strike="noStrike" u="none">
                <a:solidFill>
                  <a:srgbClr val="ffffff"/>
                </a:solidFill>
                <a:effectLst/>
                <a:uFillTx/>
                <a:latin typeface="Times New Roman"/>
              </a:endParaRPr>
            </a:p>
          </p:txBody>
        </p:sp>
        <p:sp>
          <p:nvSpPr>
            <p:cNvPr id="4308" name=""/>
            <p:cNvSpPr/>
            <p:nvPr/>
          </p:nvSpPr>
          <p:spPr>
            <a:xfrm flipV="1">
              <a:off x="8966160" y="6029280"/>
              <a:ext cx="28440" cy="517680"/>
            </a:xfrm>
            <a:custGeom>
              <a:avLst/>
              <a:gdLst>
                <a:gd name="textAreaLeft" fmla="*/ 0 w 28440"/>
                <a:gd name="textAreaRight" fmla="*/ 28800 w 28440"/>
                <a:gd name="textAreaTop" fmla="*/ 360 h 517680"/>
                <a:gd name="textAreaBottom" fmla="*/ 518400 h 517680"/>
              </a:gdLst>
              <a:ahLst/>
              <a:cxnLst/>
              <a:rect l="textAreaLeft" t="textAreaTop" r="textAreaRight" b="textAreaBottom"/>
              <a:pathLst>
                <a:path w="21600" h="388530">
                  <a:moveTo>
                    <a:pt x="0" y="0"/>
                  </a:moveTo>
                  <a:arcTo wR="0" hR="0" stAng="16200000" swAng="-5400000"/>
                  <a:lnTo>
                    <a:pt x="0" y="388530"/>
                  </a:lnTo>
                  <a:arcTo wR="0" hR="0" stAng="10800000" swAng="-5400000"/>
                  <a:lnTo>
                    <a:pt x="21600" y="388530"/>
                  </a:lnTo>
                  <a:arcTo wR="0" hR="0" stAng="16200000" swAng="-5400000"/>
                  <a:lnTo>
                    <a:pt x="21600" y="0"/>
                  </a:lnTo>
                  <a:arcTo wR="0" hR="0" stAng="10800000" swAng="-5400000"/>
                  <a:close/>
                </a:path>
              </a:pathLst>
            </a:custGeom>
            <a:solidFill>
              <a:srgbClr val="d0b1a1"/>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09" name=""/>
            <p:cNvSpPr/>
            <p:nvPr/>
          </p:nvSpPr>
          <p:spPr>
            <a:xfrm>
              <a:off x="8407440" y="5060880"/>
              <a:ext cx="63360" cy="2021040"/>
            </a:xfrm>
            <a:custGeom>
              <a:avLst/>
              <a:gdLst/>
              <a:ahLst/>
              <a:rect l="l" t="t" r="r" b="b"/>
              <a:pathLst>
                <a:path w="40" h="1273">
                  <a:moveTo>
                    <a:pt x="1" y="1266"/>
                  </a:moveTo>
                  <a:lnTo>
                    <a:pt x="1" y="0"/>
                  </a:lnTo>
                  <a:lnTo>
                    <a:pt x="15" y="7"/>
                  </a:lnTo>
                  <a:lnTo>
                    <a:pt x="15" y="9"/>
                  </a:lnTo>
                  <a:lnTo>
                    <a:pt x="17" y="10"/>
                  </a:lnTo>
                  <a:lnTo>
                    <a:pt x="19" y="12"/>
                  </a:lnTo>
                  <a:lnTo>
                    <a:pt x="21" y="12"/>
                  </a:lnTo>
                  <a:lnTo>
                    <a:pt x="21" y="12"/>
                  </a:lnTo>
                  <a:lnTo>
                    <a:pt x="23" y="12"/>
                  </a:lnTo>
                  <a:lnTo>
                    <a:pt x="24" y="12"/>
                  </a:lnTo>
                  <a:lnTo>
                    <a:pt x="26" y="12"/>
                  </a:lnTo>
                  <a:lnTo>
                    <a:pt x="26" y="13"/>
                  </a:lnTo>
                  <a:lnTo>
                    <a:pt x="27" y="13"/>
                  </a:lnTo>
                  <a:lnTo>
                    <a:pt x="28" y="13"/>
                  </a:lnTo>
                  <a:lnTo>
                    <a:pt x="30" y="13"/>
                  </a:lnTo>
                  <a:lnTo>
                    <a:pt x="32" y="15"/>
                  </a:lnTo>
                  <a:lnTo>
                    <a:pt x="33" y="15"/>
                  </a:lnTo>
                  <a:lnTo>
                    <a:pt x="35" y="17"/>
                  </a:lnTo>
                  <a:lnTo>
                    <a:pt x="38" y="17"/>
                  </a:lnTo>
                  <a:lnTo>
                    <a:pt x="39" y="1262"/>
                  </a:lnTo>
                  <a:lnTo>
                    <a:pt x="38" y="1266"/>
                  </a:lnTo>
                  <a:lnTo>
                    <a:pt x="36" y="1269"/>
                  </a:lnTo>
                  <a:lnTo>
                    <a:pt x="34" y="1270"/>
                  </a:lnTo>
                  <a:lnTo>
                    <a:pt x="32" y="1272"/>
                  </a:lnTo>
                  <a:lnTo>
                    <a:pt x="30" y="1272"/>
                  </a:lnTo>
                  <a:lnTo>
                    <a:pt x="26" y="1272"/>
                  </a:lnTo>
                  <a:lnTo>
                    <a:pt x="24" y="1272"/>
                  </a:lnTo>
                  <a:lnTo>
                    <a:pt x="20" y="1272"/>
                  </a:lnTo>
                  <a:lnTo>
                    <a:pt x="18" y="1272"/>
                  </a:lnTo>
                  <a:lnTo>
                    <a:pt x="14" y="1272"/>
                  </a:lnTo>
                  <a:lnTo>
                    <a:pt x="11" y="1272"/>
                  </a:lnTo>
                  <a:lnTo>
                    <a:pt x="8" y="1272"/>
                  </a:lnTo>
                  <a:lnTo>
                    <a:pt x="5" y="1271"/>
                  </a:lnTo>
                  <a:lnTo>
                    <a:pt x="3" y="1271"/>
                  </a:lnTo>
                  <a:lnTo>
                    <a:pt x="1" y="1269"/>
                  </a:lnTo>
                  <a:lnTo>
                    <a:pt x="0" y="1269"/>
                  </a:lnTo>
                  <a:lnTo>
                    <a:pt x="1" y="1266"/>
                  </a:lnTo>
                  <a:lnTo>
                    <a:pt x="1" y="1266"/>
                  </a:lnTo>
                  <a:lnTo>
                    <a:pt x="1" y="1266"/>
                  </a:lnTo>
                </a:path>
              </a:pathLst>
            </a:custGeom>
            <a:solidFill>
              <a:srgbClr val="808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10" name=""/>
            <p:cNvSpPr/>
            <p:nvPr/>
          </p:nvSpPr>
          <p:spPr>
            <a:xfrm>
              <a:off x="9212400" y="5186520"/>
              <a:ext cx="214200" cy="590400"/>
            </a:xfrm>
            <a:custGeom>
              <a:avLst/>
              <a:gdLst/>
              <a:ahLst/>
              <a:rect l="l" t="t" r="r" b="b"/>
              <a:pathLst>
                <a:path w="135" h="372">
                  <a:moveTo>
                    <a:pt x="0" y="371"/>
                  </a:moveTo>
                  <a:lnTo>
                    <a:pt x="22" y="345"/>
                  </a:lnTo>
                  <a:lnTo>
                    <a:pt x="38" y="326"/>
                  </a:lnTo>
                  <a:lnTo>
                    <a:pt x="53" y="306"/>
                  </a:lnTo>
                  <a:lnTo>
                    <a:pt x="66" y="287"/>
                  </a:lnTo>
                  <a:lnTo>
                    <a:pt x="79" y="265"/>
                  </a:lnTo>
                  <a:lnTo>
                    <a:pt x="88" y="246"/>
                  </a:lnTo>
                  <a:lnTo>
                    <a:pt x="97" y="225"/>
                  </a:lnTo>
                  <a:lnTo>
                    <a:pt x="105" y="205"/>
                  </a:lnTo>
                  <a:lnTo>
                    <a:pt x="112" y="184"/>
                  </a:lnTo>
                  <a:lnTo>
                    <a:pt x="117" y="163"/>
                  </a:lnTo>
                  <a:lnTo>
                    <a:pt x="121" y="141"/>
                  </a:lnTo>
                  <a:lnTo>
                    <a:pt x="124" y="120"/>
                  </a:lnTo>
                  <a:lnTo>
                    <a:pt x="128" y="97"/>
                  </a:lnTo>
                  <a:lnTo>
                    <a:pt x="129" y="75"/>
                  </a:lnTo>
                  <a:lnTo>
                    <a:pt x="131" y="51"/>
                  </a:lnTo>
                  <a:lnTo>
                    <a:pt x="132" y="26"/>
                  </a:lnTo>
                  <a:lnTo>
                    <a:pt x="134" y="0"/>
                  </a:lnTo>
                  <a:lnTo>
                    <a:pt x="128" y="4"/>
                  </a:lnTo>
                  <a:lnTo>
                    <a:pt x="125" y="8"/>
                  </a:lnTo>
                  <a:lnTo>
                    <a:pt x="119" y="11"/>
                  </a:lnTo>
                  <a:lnTo>
                    <a:pt x="115" y="13"/>
                  </a:lnTo>
                  <a:lnTo>
                    <a:pt x="109" y="16"/>
                  </a:lnTo>
                  <a:lnTo>
                    <a:pt x="104" y="18"/>
                  </a:lnTo>
                  <a:lnTo>
                    <a:pt x="98" y="21"/>
                  </a:lnTo>
                  <a:lnTo>
                    <a:pt x="94" y="22"/>
                  </a:lnTo>
                  <a:lnTo>
                    <a:pt x="88" y="24"/>
                  </a:lnTo>
                  <a:lnTo>
                    <a:pt x="82" y="26"/>
                  </a:lnTo>
                  <a:lnTo>
                    <a:pt x="77" y="28"/>
                  </a:lnTo>
                  <a:lnTo>
                    <a:pt x="72" y="28"/>
                  </a:lnTo>
                  <a:lnTo>
                    <a:pt x="66" y="29"/>
                  </a:lnTo>
                  <a:lnTo>
                    <a:pt x="60" y="29"/>
                  </a:lnTo>
                  <a:lnTo>
                    <a:pt x="55" y="29"/>
                  </a:lnTo>
                  <a:lnTo>
                    <a:pt x="51" y="28"/>
                  </a:lnTo>
                  <a:lnTo>
                    <a:pt x="50" y="32"/>
                  </a:lnTo>
                  <a:lnTo>
                    <a:pt x="51" y="38"/>
                  </a:lnTo>
                  <a:lnTo>
                    <a:pt x="53" y="47"/>
                  </a:lnTo>
                  <a:lnTo>
                    <a:pt x="56" y="60"/>
                  </a:lnTo>
                  <a:lnTo>
                    <a:pt x="58" y="77"/>
                  </a:lnTo>
                  <a:lnTo>
                    <a:pt x="60" y="95"/>
                  </a:lnTo>
                  <a:lnTo>
                    <a:pt x="61" y="116"/>
                  </a:lnTo>
                  <a:lnTo>
                    <a:pt x="62" y="138"/>
                  </a:lnTo>
                  <a:lnTo>
                    <a:pt x="61" y="163"/>
                  </a:lnTo>
                  <a:lnTo>
                    <a:pt x="59" y="190"/>
                  </a:lnTo>
                  <a:lnTo>
                    <a:pt x="55" y="218"/>
                  </a:lnTo>
                  <a:lnTo>
                    <a:pt x="50" y="247"/>
                  </a:lnTo>
                  <a:lnTo>
                    <a:pt x="41" y="278"/>
                  </a:lnTo>
                  <a:lnTo>
                    <a:pt x="30" y="309"/>
                  </a:lnTo>
                  <a:lnTo>
                    <a:pt x="16" y="340"/>
                  </a:lnTo>
                  <a:lnTo>
                    <a:pt x="0" y="371"/>
                  </a:lnTo>
                  <a:lnTo>
                    <a:pt x="0" y="371"/>
                  </a:lnTo>
                </a:path>
              </a:pathLst>
            </a:custGeom>
            <a:gradFill rotWithShape="0">
              <a:gsLst>
                <a:gs pos="0">
                  <a:srgbClr val="d2d2d2"/>
                </a:gs>
                <a:gs pos="100000">
                  <a:srgbClr val="000000"/>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11" name=""/>
            <p:cNvSpPr/>
            <p:nvPr/>
          </p:nvSpPr>
          <p:spPr>
            <a:xfrm>
              <a:off x="9120240" y="6300720"/>
              <a:ext cx="218880" cy="590760"/>
            </a:xfrm>
            <a:custGeom>
              <a:avLst/>
              <a:gdLst/>
              <a:ahLst/>
              <a:rect l="l" t="t" r="r" b="b"/>
              <a:pathLst>
                <a:path w="138" h="372">
                  <a:moveTo>
                    <a:pt x="0" y="0"/>
                  </a:moveTo>
                  <a:lnTo>
                    <a:pt x="23" y="25"/>
                  </a:lnTo>
                  <a:lnTo>
                    <a:pt x="39" y="46"/>
                  </a:lnTo>
                  <a:lnTo>
                    <a:pt x="54" y="66"/>
                  </a:lnTo>
                  <a:lnTo>
                    <a:pt x="67" y="87"/>
                  </a:lnTo>
                  <a:lnTo>
                    <a:pt x="80" y="107"/>
                  </a:lnTo>
                  <a:lnTo>
                    <a:pt x="89" y="128"/>
                  </a:lnTo>
                  <a:lnTo>
                    <a:pt x="98" y="148"/>
                  </a:lnTo>
                  <a:lnTo>
                    <a:pt x="106" y="168"/>
                  </a:lnTo>
                  <a:lnTo>
                    <a:pt x="114" y="188"/>
                  </a:lnTo>
                  <a:lnTo>
                    <a:pt x="118" y="209"/>
                  </a:lnTo>
                  <a:lnTo>
                    <a:pt x="124" y="231"/>
                  </a:lnTo>
                  <a:lnTo>
                    <a:pt x="126" y="253"/>
                  </a:lnTo>
                  <a:lnTo>
                    <a:pt x="130" y="275"/>
                  </a:lnTo>
                  <a:lnTo>
                    <a:pt x="131" y="298"/>
                  </a:lnTo>
                  <a:lnTo>
                    <a:pt x="133" y="321"/>
                  </a:lnTo>
                  <a:lnTo>
                    <a:pt x="135" y="346"/>
                  </a:lnTo>
                  <a:lnTo>
                    <a:pt x="137" y="371"/>
                  </a:lnTo>
                  <a:lnTo>
                    <a:pt x="131" y="368"/>
                  </a:lnTo>
                  <a:lnTo>
                    <a:pt x="126" y="365"/>
                  </a:lnTo>
                  <a:lnTo>
                    <a:pt x="120" y="363"/>
                  </a:lnTo>
                  <a:lnTo>
                    <a:pt x="117" y="359"/>
                  </a:lnTo>
                  <a:lnTo>
                    <a:pt x="111" y="357"/>
                  </a:lnTo>
                  <a:lnTo>
                    <a:pt x="105" y="354"/>
                  </a:lnTo>
                  <a:lnTo>
                    <a:pt x="99" y="352"/>
                  </a:lnTo>
                  <a:lnTo>
                    <a:pt x="95" y="349"/>
                  </a:lnTo>
                  <a:lnTo>
                    <a:pt x="89" y="349"/>
                  </a:lnTo>
                  <a:lnTo>
                    <a:pt x="83" y="346"/>
                  </a:lnTo>
                  <a:lnTo>
                    <a:pt x="78" y="345"/>
                  </a:lnTo>
                  <a:lnTo>
                    <a:pt x="73" y="343"/>
                  </a:lnTo>
                  <a:lnTo>
                    <a:pt x="66" y="343"/>
                  </a:lnTo>
                  <a:lnTo>
                    <a:pt x="61" y="343"/>
                  </a:lnTo>
                  <a:lnTo>
                    <a:pt x="55" y="343"/>
                  </a:lnTo>
                  <a:lnTo>
                    <a:pt x="51" y="342"/>
                  </a:lnTo>
                  <a:lnTo>
                    <a:pt x="50" y="340"/>
                  </a:lnTo>
                  <a:lnTo>
                    <a:pt x="52" y="334"/>
                  </a:lnTo>
                  <a:lnTo>
                    <a:pt x="54" y="325"/>
                  </a:lnTo>
                  <a:lnTo>
                    <a:pt x="57" y="312"/>
                  </a:lnTo>
                  <a:lnTo>
                    <a:pt x="59" y="297"/>
                  </a:lnTo>
                  <a:lnTo>
                    <a:pt x="61" y="278"/>
                  </a:lnTo>
                  <a:lnTo>
                    <a:pt x="62" y="257"/>
                  </a:lnTo>
                  <a:lnTo>
                    <a:pt x="64" y="233"/>
                  </a:lnTo>
                  <a:lnTo>
                    <a:pt x="62" y="209"/>
                  </a:lnTo>
                  <a:lnTo>
                    <a:pt x="60" y="183"/>
                  </a:lnTo>
                  <a:lnTo>
                    <a:pt x="56" y="155"/>
                  </a:lnTo>
                  <a:lnTo>
                    <a:pt x="50" y="125"/>
                  </a:lnTo>
                  <a:lnTo>
                    <a:pt x="42" y="95"/>
                  </a:lnTo>
                  <a:lnTo>
                    <a:pt x="30" y="63"/>
                  </a:lnTo>
                  <a:lnTo>
                    <a:pt x="17" y="32"/>
                  </a:lnTo>
                  <a:lnTo>
                    <a:pt x="0" y="0"/>
                  </a:lnTo>
                  <a:lnTo>
                    <a:pt x="0" y="0"/>
                  </a:lnTo>
                </a:path>
              </a:pathLst>
            </a:custGeom>
            <a:gradFill rotWithShape="0">
              <a:gsLst>
                <a:gs pos="0">
                  <a:srgbClr val="d2d2d2"/>
                </a:gs>
                <a:gs pos="100000">
                  <a:srgbClr val="000000"/>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12" name=""/>
            <p:cNvSpPr/>
            <p:nvPr/>
          </p:nvSpPr>
          <p:spPr>
            <a:xfrm>
              <a:off x="9487080" y="5060880"/>
              <a:ext cx="61560" cy="2021040"/>
            </a:xfrm>
            <a:custGeom>
              <a:avLst/>
              <a:gdLst/>
              <a:ahLst/>
              <a:rect l="l" t="t" r="r" b="b"/>
              <a:pathLst>
                <a:path w="39" h="1273">
                  <a:moveTo>
                    <a:pt x="38" y="1266"/>
                  </a:moveTo>
                  <a:lnTo>
                    <a:pt x="38" y="0"/>
                  </a:lnTo>
                  <a:lnTo>
                    <a:pt x="34" y="2"/>
                  </a:lnTo>
                  <a:lnTo>
                    <a:pt x="32" y="4"/>
                  </a:lnTo>
                  <a:lnTo>
                    <a:pt x="30" y="6"/>
                  </a:lnTo>
                  <a:lnTo>
                    <a:pt x="28" y="6"/>
                  </a:lnTo>
                  <a:lnTo>
                    <a:pt x="24" y="8"/>
                  </a:lnTo>
                  <a:lnTo>
                    <a:pt x="22" y="9"/>
                  </a:lnTo>
                  <a:lnTo>
                    <a:pt x="20" y="12"/>
                  </a:lnTo>
                  <a:lnTo>
                    <a:pt x="18" y="12"/>
                  </a:lnTo>
                  <a:lnTo>
                    <a:pt x="14" y="13"/>
                  </a:lnTo>
                  <a:lnTo>
                    <a:pt x="12" y="13"/>
                  </a:lnTo>
                  <a:lnTo>
                    <a:pt x="11" y="15"/>
                  </a:lnTo>
                  <a:lnTo>
                    <a:pt x="9" y="15"/>
                  </a:lnTo>
                  <a:lnTo>
                    <a:pt x="6" y="17"/>
                  </a:lnTo>
                  <a:lnTo>
                    <a:pt x="4" y="17"/>
                  </a:lnTo>
                  <a:lnTo>
                    <a:pt x="2" y="17"/>
                  </a:lnTo>
                  <a:lnTo>
                    <a:pt x="0" y="17"/>
                  </a:lnTo>
                  <a:lnTo>
                    <a:pt x="1" y="1266"/>
                  </a:lnTo>
                  <a:lnTo>
                    <a:pt x="1" y="1266"/>
                  </a:lnTo>
                  <a:lnTo>
                    <a:pt x="1" y="1269"/>
                  </a:lnTo>
                  <a:lnTo>
                    <a:pt x="1" y="1270"/>
                  </a:lnTo>
                  <a:lnTo>
                    <a:pt x="4" y="1272"/>
                  </a:lnTo>
                  <a:lnTo>
                    <a:pt x="6" y="1272"/>
                  </a:lnTo>
                  <a:lnTo>
                    <a:pt x="8" y="1272"/>
                  </a:lnTo>
                  <a:lnTo>
                    <a:pt x="12" y="1272"/>
                  </a:lnTo>
                  <a:lnTo>
                    <a:pt x="15" y="1272"/>
                  </a:lnTo>
                  <a:lnTo>
                    <a:pt x="19" y="1272"/>
                  </a:lnTo>
                  <a:lnTo>
                    <a:pt x="21" y="1272"/>
                  </a:lnTo>
                  <a:lnTo>
                    <a:pt x="25" y="1272"/>
                  </a:lnTo>
                  <a:lnTo>
                    <a:pt x="27" y="1272"/>
                  </a:lnTo>
                  <a:lnTo>
                    <a:pt x="31" y="1271"/>
                  </a:lnTo>
                  <a:lnTo>
                    <a:pt x="33" y="1271"/>
                  </a:lnTo>
                  <a:lnTo>
                    <a:pt x="36" y="1269"/>
                  </a:lnTo>
                  <a:lnTo>
                    <a:pt x="36" y="1269"/>
                  </a:lnTo>
                  <a:lnTo>
                    <a:pt x="38" y="1266"/>
                  </a:lnTo>
                  <a:lnTo>
                    <a:pt x="38" y="1266"/>
                  </a:lnTo>
                  <a:lnTo>
                    <a:pt x="38" y="1266"/>
                  </a:lnTo>
                </a:path>
              </a:pathLst>
            </a:custGeom>
            <a:solidFill>
              <a:srgbClr val="808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13" name=""/>
            <p:cNvSpPr/>
            <p:nvPr/>
          </p:nvSpPr>
          <p:spPr>
            <a:xfrm>
              <a:off x="8400960" y="4900680"/>
              <a:ext cx="1162080" cy="171360"/>
            </a:xfrm>
            <a:prstGeom prst="ellipse">
              <a:avLst/>
            </a:prstGeom>
            <a:gradFill rotWithShape="0">
              <a:gsLst>
                <a:gs pos="0">
                  <a:srgbClr val="c0c0c0"/>
                </a:gs>
                <a:gs pos="100000">
                  <a:srgbClr val="808080"/>
                </a:gs>
              </a:gsLst>
              <a:lin ang="10800000"/>
            </a:gra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14" name=""/>
            <p:cNvSpPr/>
            <p:nvPr/>
          </p:nvSpPr>
          <p:spPr>
            <a:xfrm>
              <a:off x="8400960" y="4979880"/>
              <a:ext cx="1163880" cy="155520"/>
            </a:xfrm>
            <a:custGeom>
              <a:avLst/>
              <a:gdLst/>
              <a:ahLst/>
              <a:rect l="l" t="t" r="r" b="b"/>
              <a:pathLst>
                <a:path w="733" h="98">
                  <a:moveTo>
                    <a:pt x="732" y="2"/>
                  </a:moveTo>
                  <a:lnTo>
                    <a:pt x="720" y="14"/>
                  </a:lnTo>
                  <a:lnTo>
                    <a:pt x="696" y="24"/>
                  </a:lnTo>
                  <a:lnTo>
                    <a:pt x="659" y="33"/>
                  </a:lnTo>
                  <a:lnTo>
                    <a:pt x="614" y="41"/>
                  </a:lnTo>
                  <a:lnTo>
                    <a:pt x="560" y="47"/>
                  </a:lnTo>
                  <a:lnTo>
                    <a:pt x="500" y="51"/>
                  </a:lnTo>
                  <a:lnTo>
                    <a:pt x="436" y="53"/>
                  </a:lnTo>
                  <a:lnTo>
                    <a:pt x="371" y="54"/>
                  </a:lnTo>
                  <a:lnTo>
                    <a:pt x="303" y="55"/>
                  </a:lnTo>
                  <a:lnTo>
                    <a:pt x="239" y="52"/>
                  </a:lnTo>
                  <a:lnTo>
                    <a:pt x="178" y="48"/>
                  </a:lnTo>
                  <a:lnTo>
                    <a:pt x="124" y="42"/>
                  </a:lnTo>
                  <a:lnTo>
                    <a:pt x="76" y="34"/>
                  </a:lnTo>
                  <a:lnTo>
                    <a:pt x="38" y="26"/>
                  </a:lnTo>
                  <a:lnTo>
                    <a:pt x="12" y="14"/>
                  </a:lnTo>
                  <a:lnTo>
                    <a:pt x="0" y="0"/>
                  </a:lnTo>
                  <a:lnTo>
                    <a:pt x="0" y="45"/>
                  </a:lnTo>
                  <a:lnTo>
                    <a:pt x="12" y="58"/>
                  </a:lnTo>
                  <a:lnTo>
                    <a:pt x="38" y="70"/>
                  </a:lnTo>
                  <a:lnTo>
                    <a:pt x="76" y="79"/>
                  </a:lnTo>
                  <a:lnTo>
                    <a:pt x="124" y="85"/>
                  </a:lnTo>
                  <a:lnTo>
                    <a:pt x="178" y="92"/>
                  </a:lnTo>
                  <a:lnTo>
                    <a:pt x="239" y="95"/>
                  </a:lnTo>
                  <a:lnTo>
                    <a:pt x="303" y="97"/>
                  </a:lnTo>
                  <a:lnTo>
                    <a:pt x="371" y="96"/>
                  </a:lnTo>
                  <a:lnTo>
                    <a:pt x="436" y="95"/>
                  </a:lnTo>
                  <a:lnTo>
                    <a:pt x="500" y="92"/>
                  </a:lnTo>
                  <a:lnTo>
                    <a:pt x="560" y="87"/>
                  </a:lnTo>
                  <a:lnTo>
                    <a:pt x="614" y="81"/>
                  </a:lnTo>
                  <a:lnTo>
                    <a:pt x="659" y="74"/>
                  </a:lnTo>
                  <a:lnTo>
                    <a:pt x="696" y="65"/>
                  </a:lnTo>
                  <a:lnTo>
                    <a:pt x="720" y="55"/>
                  </a:lnTo>
                  <a:lnTo>
                    <a:pt x="732" y="43"/>
                  </a:lnTo>
                  <a:lnTo>
                    <a:pt x="732" y="2"/>
                  </a:lnTo>
                  <a:lnTo>
                    <a:pt x="732" y="2"/>
                  </a:lnTo>
                </a:path>
              </a:pathLst>
            </a:custGeom>
            <a:solidFill>
              <a:srgbClr val="727272"/>
            </a:solidFill>
            <a:ln w="9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Tree>
  </p:cSld>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315" name=""/>
          <p:cNvGrpSpPr/>
          <p:nvPr/>
        </p:nvGrpSpPr>
        <p:grpSpPr>
          <a:xfrm>
            <a:off x="538200" y="-7920"/>
            <a:ext cx="9456840" cy="8099280"/>
            <a:chOff x="538200" y="-7920"/>
            <a:chExt cx="9456840" cy="8099280"/>
          </a:xfrm>
        </p:grpSpPr>
        <p:sp>
          <p:nvSpPr>
            <p:cNvPr id="4316"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317" name=""/>
            <p:cNvGrpSpPr/>
            <p:nvPr/>
          </p:nvGrpSpPr>
          <p:grpSpPr>
            <a:xfrm>
              <a:off x="538200" y="727200"/>
              <a:ext cx="1542960" cy="1599840"/>
              <a:chOff x="538200" y="727200"/>
              <a:chExt cx="1542960" cy="1599840"/>
            </a:xfrm>
          </p:grpSpPr>
          <p:sp>
            <p:nvSpPr>
              <p:cNvPr id="4318"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319" name="" descr=""/>
              <p:cNvPicPr/>
              <p:nvPr/>
            </p:nvPicPr>
            <p:blipFill>
              <a:blip r:embed="rId1"/>
              <a:stretch/>
            </p:blipFill>
            <p:spPr>
              <a:xfrm>
                <a:off x="568440" y="779400"/>
                <a:ext cx="1430280" cy="1460520"/>
              </a:xfrm>
              <a:prstGeom prst="rect">
                <a:avLst/>
              </a:prstGeom>
              <a:noFill/>
              <a:ln w="0">
                <a:noFill/>
              </a:ln>
            </p:spPr>
          </p:pic>
          <p:sp>
            <p:nvSpPr>
              <p:cNvPr id="4320"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21"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22"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323"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324"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325"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Imported Sheep in Vermont</a:t>
            </a:r>
            <a:r>
              <a:rPr b="1" i="1" lang="en-US" sz="4200" strike="noStrike" u="none">
                <a:solidFill>
                  <a:srgbClr val="ffe118"/>
                </a:solidFill>
                <a:effectLst/>
                <a:uFillTx/>
                <a:latin typeface="Times New Roman"/>
              </a:rPr>
              <a:t> (continued)</a:t>
            </a:r>
            <a:endParaRPr b="0" lang="en-IN" sz="4200" strike="noStrike" u="none">
              <a:solidFill>
                <a:srgbClr val="ffffff"/>
              </a:solidFill>
              <a:effectLst/>
              <a:uFillTx/>
              <a:latin typeface="Times New Roman"/>
            </a:endParaRPr>
          </a:p>
        </p:txBody>
      </p:sp>
      <p:sp>
        <p:nvSpPr>
          <p:cNvPr id="4326" name=""/>
          <p:cNvSpPr/>
          <p:nvPr/>
        </p:nvSpPr>
        <p:spPr>
          <a:xfrm>
            <a:off x="1479600" y="2503440"/>
            <a:ext cx="8750160" cy="43480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 Feb. 6, 2001 - Judge denied plaintiffs motion for summary judgment</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Granted defendants motion for judgment and orders for compliance</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Plaintiffs ordered to comply with Secretary's Declaration forthwith</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Plaintiffs file motion for stay</a:t>
            </a:r>
            <a:endParaRPr b="0" lang="en-IN" sz="3500" strike="noStrike" u="none">
              <a:solidFill>
                <a:srgbClr val="ffffff"/>
              </a:solidFill>
              <a:effectLst/>
              <a:uFillTx/>
              <a:latin typeface="Times New Roman"/>
            </a:endParaRPr>
          </a:p>
        </p:txBody>
      </p:sp>
      <p:grpSp>
        <p:nvGrpSpPr>
          <p:cNvPr id="4327" name=""/>
          <p:cNvGrpSpPr/>
          <p:nvPr/>
        </p:nvGrpSpPr>
        <p:grpSpPr>
          <a:xfrm>
            <a:off x="8393040" y="4900680"/>
            <a:ext cx="1171800" cy="2316240"/>
            <a:chOff x="8393040" y="4900680"/>
            <a:chExt cx="1171800" cy="2316240"/>
          </a:xfrm>
        </p:grpSpPr>
        <p:sp>
          <p:nvSpPr>
            <p:cNvPr id="4328" name=""/>
            <p:cNvSpPr/>
            <p:nvPr/>
          </p:nvSpPr>
          <p:spPr>
            <a:xfrm>
              <a:off x="8400960" y="6981840"/>
              <a:ext cx="1162080" cy="169920"/>
            </a:xfrm>
            <a:prstGeom prst="ellipse">
              <a:avLst/>
            </a:prstGeom>
            <a:gradFill rotWithShape="0">
              <a:gsLst>
                <a:gs pos="0">
                  <a:srgbClr val="c0c0c0"/>
                </a:gs>
                <a:gs pos="100000">
                  <a:srgbClr val="808080"/>
                </a:gs>
              </a:gsLst>
              <a:lin ang="10800000"/>
            </a:gra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29" name=""/>
            <p:cNvSpPr/>
            <p:nvPr/>
          </p:nvSpPr>
          <p:spPr>
            <a:xfrm>
              <a:off x="8393040" y="7058160"/>
              <a:ext cx="1171800" cy="158760"/>
            </a:xfrm>
            <a:custGeom>
              <a:avLst/>
              <a:gdLst/>
              <a:ahLst/>
              <a:rect l="l" t="t" r="r" b="b"/>
              <a:pathLst>
                <a:path w="738" h="100">
                  <a:moveTo>
                    <a:pt x="737" y="2"/>
                  </a:moveTo>
                  <a:lnTo>
                    <a:pt x="725" y="14"/>
                  </a:lnTo>
                  <a:lnTo>
                    <a:pt x="701" y="24"/>
                  </a:lnTo>
                  <a:lnTo>
                    <a:pt x="664" y="33"/>
                  </a:lnTo>
                  <a:lnTo>
                    <a:pt x="619" y="40"/>
                  </a:lnTo>
                  <a:lnTo>
                    <a:pt x="563" y="47"/>
                  </a:lnTo>
                  <a:lnTo>
                    <a:pt x="503" y="51"/>
                  </a:lnTo>
                  <a:lnTo>
                    <a:pt x="439" y="54"/>
                  </a:lnTo>
                  <a:lnTo>
                    <a:pt x="373" y="55"/>
                  </a:lnTo>
                  <a:lnTo>
                    <a:pt x="306" y="55"/>
                  </a:lnTo>
                  <a:lnTo>
                    <a:pt x="241" y="52"/>
                  </a:lnTo>
                  <a:lnTo>
                    <a:pt x="180" y="49"/>
                  </a:lnTo>
                  <a:lnTo>
                    <a:pt x="125" y="42"/>
                  </a:lnTo>
                  <a:lnTo>
                    <a:pt x="77" y="35"/>
                  </a:lnTo>
                  <a:lnTo>
                    <a:pt x="39" y="25"/>
                  </a:lnTo>
                  <a:lnTo>
                    <a:pt x="12" y="14"/>
                  </a:lnTo>
                  <a:lnTo>
                    <a:pt x="0" y="0"/>
                  </a:lnTo>
                  <a:lnTo>
                    <a:pt x="0" y="44"/>
                  </a:lnTo>
                  <a:lnTo>
                    <a:pt x="12" y="59"/>
                  </a:lnTo>
                  <a:lnTo>
                    <a:pt x="39" y="69"/>
                  </a:lnTo>
                  <a:lnTo>
                    <a:pt x="77" y="80"/>
                  </a:lnTo>
                  <a:lnTo>
                    <a:pt x="125" y="87"/>
                  </a:lnTo>
                  <a:lnTo>
                    <a:pt x="180" y="94"/>
                  </a:lnTo>
                  <a:lnTo>
                    <a:pt x="241" y="97"/>
                  </a:lnTo>
                  <a:lnTo>
                    <a:pt x="306" y="99"/>
                  </a:lnTo>
                  <a:lnTo>
                    <a:pt x="373" y="99"/>
                  </a:lnTo>
                  <a:lnTo>
                    <a:pt x="439" y="98"/>
                  </a:lnTo>
                  <a:lnTo>
                    <a:pt x="503" y="95"/>
                  </a:lnTo>
                  <a:lnTo>
                    <a:pt x="563" y="90"/>
                  </a:lnTo>
                  <a:lnTo>
                    <a:pt x="619" y="84"/>
                  </a:lnTo>
                  <a:lnTo>
                    <a:pt x="664" y="77"/>
                  </a:lnTo>
                  <a:lnTo>
                    <a:pt x="701" y="67"/>
                  </a:lnTo>
                  <a:lnTo>
                    <a:pt x="725" y="57"/>
                  </a:lnTo>
                  <a:lnTo>
                    <a:pt x="737" y="44"/>
                  </a:lnTo>
                  <a:lnTo>
                    <a:pt x="737" y="2"/>
                  </a:lnTo>
                  <a:lnTo>
                    <a:pt x="737" y="2"/>
                  </a:lnTo>
                </a:path>
              </a:pathLst>
            </a:custGeom>
            <a:solidFill>
              <a:srgbClr val="727272"/>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30" name=""/>
            <p:cNvSpPr/>
            <p:nvPr/>
          </p:nvSpPr>
          <p:spPr>
            <a:xfrm>
              <a:off x="8467560" y="5051520"/>
              <a:ext cx="1022400" cy="2089080"/>
            </a:xfrm>
            <a:custGeom>
              <a:avLst/>
              <a:gdLst/>
              <a:ahLst/>
              <a:rect l="l" t="t" r="r" b="b"/>
              <a:pathLst>
                <a:path w="644" h="1316">
                  <a:moveTo>
                    <a:pt x="0" y="1289"/>
                  </a:moveTo>
                  <a:lnTo>
                    <a:pt x="1" y="1258"/>
                  </a:lnTo>
                  <a:lnTo>
                    <a:pt x="2" y="1226"/>
                  </a:lnTo>
                  <a:lnTo>
                    <a:pt x="5" y="1192"/>
                  </a:lnTo>
                  <a:lnTo>
                    <a:pt x="9" y="1159"/>
                  </a:lnTo>
                  <a:lnTo>
                    <a:pt x="13" y="1126"/>
                  </a:lnTo>
                  <a:lnTo>
                    <a:pt x="18" y="1092"/>
                  </a:lnTo>
                  <a:lnTo>
                    <a:pt x="24" y="1059"/>
                  </a:lnTo>
                  <a:lnTo>
                    <a:pt x="32" y="1025"/>
                  </a:lnTo>
                  <a:lnTo>
                    <a:pt x="40" y="994"/>
                  </a:lnTo>
                  <a:lnTo>
                    <a:pt x="50" y="962"/>
                  </a:lnTo>
                  <a:lnTo>
                    <a:pt x="61" y="931"/>
                  </a:lnTo>
                  <a:lnTo>
                    <a:pt x="74" y="901"/>
                  </a:lnTo>
                  <a:lnTo>
                    <a:pt x="87" y="873"/>
                  </a:lnTo>
                  <a:lnTo>
                    <a:pt x="104" y="845"/>
                  </a:lnTo>
                  <a:lnTo>
                    <a:pt x="120" y="819"/>
                  </a:lnTo>
                  <a:lnTo>
                    <a:pt x="140" y="794"/>
                  </a:lnTo>
                  <a:lnTo>
                    <a:pt x="146" y="787"/>
                  </a:lnTo>
                  <a:lnTo>
                    <a:pt x="153" y="779"/>
                  </a:lnTo>
                  <a:lnTo>
                    <a:pt x="159" y="772"/>
                  </a:lnTo>
                  <a:lnTo>
                    <a:pt x="167" y="764"/>
                  </a:lnTo>
                  <a:lnTo>
                    <a:pt x="174" y="758"/>
                  </a:lnTo>
                  <a:lnTo>
                    <a:pt x="182" y="751"/>
                  </a:lnTo>
                  <a:lnTo>
                    <a:pt x="189" y="745"/>
                  </a:lnTo>
                  <a:lnTo>
                    <a:pt x="197" y="737"/>
                  </a:lnTo>
                  <a:lnTo>
                    <a:pt x="205" y="731"/>
                  </a:lnTo>
                  <a:lnTo>
                    <a:pt x="213" y="726"/>
                  </a:lnTo>
                  <a:lnTo>
                    <a:pt x="221" y="720"/>
                  </a:lnTo>
                  <a:lnTo>
                    <a:pt x="231" y="713"/>
                  </a:lnTo>
                  <a:lnTo>
                    <a:pt x="240" y="708"/>
                  </a:lnTo>
                  <a:lnTo>
                    <a:pt x="250" y="701"/>
                  </a:lnTo>
                  <a:lnTo>
                    <a:pt x="260" y="694"/>
                  </a:lnTo>
                  <a:lnTo>
                    <a:pt x="270" y="687"/>
                  </a:lnTo>
                  <a:lnTo>
                    <a:pt x="275" y="684"/>
                  </a:lnTo>
                  <a:lnTo>
                    <a:pt x="279" y="679"/>
                  </a:lnTo>
                  <a:lnTo>
                    <a:pt x="282" y="675"/>
                  </a:lnTo>
                  <a:lnTo>
                    <a:pt x="285" y="669"/>
                  </a:lnTo>
                  <a:lnTo>
                    <a:pt x="287" y="664"/>
                  </a:lnTo>
                  <a:lnTo>
                    <a:pt x="289" y="658"/>
                  </a:lnTo>
                  <a:lnTo>
                    <a:pt x="290" y="652"/>
                  </a:lnTo>
                  <a:lnTo>
                    <a:pt x="291" y="645"/>
                  </a:lnTo>
                  <a:lnTo>
                    <a:pt x="290" y="640"/>
                  </a:lnTo>
                  <a:lnTo>
                    <a:pt x="289" y="634"/>
                  </a:lnTo>
                  <a:lnTo>
                    <a:pt x="287" y="628"/>
                  </a:lnTo>
                  <a:lnTo>
                    <a:pt x="285" y="623"/>
                  </a:lnTo>
                  <a:lnTo>
                    <a:pt x="282" y="618"/>
                  </a:lnTo>
                  <a:lnTo>
                    <a:pt x="279" y="612"/>
                  </a:lnTo>
                  <a:lnTo>
                    <a:pt x="275" y="608"/>
                  </a:lnTo>
                  <a:lnTo>
                    <a:pt x="270" y="603"/>
                  </a:lnTo>
                  <a:lnTo>
                    <a:pt x="260" y="597"/>
                  </a:lnTo>
                  <a:lnTo>
                    <a:pt x="250" y="591"/>
                  </a:lnTo>
                  <a:lnTo>
                    <a:pt x="240" y="585"/>
                  </a:lnTo>
                  <a:lnTo>
                    <a:pt x="231" y="579"/>
                  </a:lnTo>
                  <a:lnTo>
                    <a:pt x="221" y="573"/>
                  </a:lnTo>
                  <a:lnTo>
                    <a:pt x="213" y="567"/>
                  </a:lnTo>
                  <a:lnTo>
                    <a:pt x="205" y="561"/>
                  </a:lnTo>
                  <a:lnTo>
                    <a:pt x="197" y="554"/>
                  </a:lnTo>
                  <a:lnTo>
                    <a:pt x="189" y="548"/>
                  </a:lnTo>
                  <a:lnTo>
                    <a:pt x="182" y="542"/>
                  </a:lnTo>
                  <a:lnTo>
                    <a:pt x="174" y="537"/>
                  </a:lnTo>
                  <a:lnTo>
                    <a:pt x="167" y="529"/>
                  </a:lnTo>
                  <a:lnTo>
                    <a:pt x="159" y="522"/>
                  </a:lnTo>
                  <a:lnTo>
                    <a:pt x="153" y="515"/>
                  </a:lnTo>
                  <a:lnTo>
                    <a:pt x="146" y="507"/>
                  </a:lnTo>
                  <a:lnTo>
                    <a:pt x="140" y="499"/>
                  </a:lnTo>
                  <a:lnTo>
                    <a:pt x="120" y="474"/>
                  </a:lnTo>
                  <a:lnTo>
                    <a:pt x="104" y="448"/>
                  </a:lnTo>
                  <a:lnTo>
                    <a:pt x="87" y="420"/>
                  </a:lnTo>
                  <a:lnTo>
                    <a:pt x="74" y="391"/>
                  </a:lnTo>
                  <a:lnTo>
                    <a:pt x="61" y="362"/>
                  </a:lnTo>
                  <a:lnTo>
                    <a:pt x="50" y="331"/>
                  </a:lnTo>
                  <a:lnTo>
                    <a:pt x="40" y="300"/>
                  </a:lnTo>
                  <a:lnTo>
                    <a:pt x="32" y="267"/>
                  </a:lnTo>
                  <a:lnTo>
                    <a:pt x="24" y="234"/>
                  </a:lnTo>
                  <a:lnTo>
                    <a:pt x="18" y="201"/>
                  </a:lnTo>
                  <a:lnTo>
                    <a:pt x="13" y="168"/>
                  </a:lnTo>
                  <a:lnTo>
                    <a:pt x="9" y="133"/>
                  </a:lnTo>
                  <a:lnTo>
                    <a:pt x="5" y="100"/>
                  </a:lnTo>
                  <a:lnTo>
                    <a:pt x="2" y="67"/>
                  </a:lnTo>
                  <a:lnTo>
                    <a:pt x="1" y="34"/>
                  </a:lnTo>
                  <a:lnTo>
                    <a:pt x="0" y="0"/>
                  </a:lnTo>
                  <a:lnTo>
                    <a:pt x="643" y="0"/>
                  </a:lnTo>
                  <a:lnTo>
                    <a:pt x="640" y="34"/>
                  </a:lnTo>
                  <a:lnTo>
                    <a:pt x="638" y="67"/>
                  </a:lnTo>
                  <a:lnTo>
                    <a:pt x="634" y="100"/>
                  </a:lnTo>
                  <a:lnTo>
                    <a:pt x="632" y="133"/>
                  </a:lnTo>
                  <a:lnTo>
                    <a:pt x="626" y="168"/>
                  </a:lnTo>
                  <a:lnTo>
                    <a:pt x="622" y="201"/>
                  </a:lnTo>
                  <a:lnTo>
                    <a:pt x="615" y="234"/>
                  </a:lnTo>
                  <a:lnTo>
                    <a:pt x="609" y="267"/>
                  </a:lnTo>
                  <a:lnTo>
                    <a:pt x="599" y="300"/>
                  </a:lnTo>
                  <a:lnTo>
                    <a:pt x="589" y="331"/>
                  </a:lnTo>
                  <a:lnTo>
                    <a:pt x="578" y="362"/>
                  </a:lnTo>
                  <a:lnTo>
                    <a:pt x="566" y="391"/>
                  </a:lnTo>
                  <a:lnTo>
                    <a:pt x="551" y="420"/>
                  </a:lnTo>
                  <a:lnTo>
                    <a:pt x="537" y="448"/>
                  </a:lnTo>
                  <a:lnTo>
                    <a:pt x="520" y="474"/>
                  </a:lnTo>
                  <a:lnTo>
                    <a:pt x="502" y="499"/>
                  </a:lnTo>
                  <a:lnTo>
                    <a:pt x="494" y="507"/>
                  </a:lnTo>
                  <a:lnTo>
                    <a:pt x="488" y="515"/>
                  </a:lnTo>
                  <a:lnTo>
                    <a:pt x="480" y="522"/>
                  </a:lnTo>
                  <a:lnTo>
                    <a:pt x="475" y="529"/>
                  </a:lnTo>
                  <a:lnTo>
                    <a:pt x="467" y="537"/>
                  </a:lnTo>
                  <a:lnTo>
                    <a:pt x="459" y="542"/>
                  </a:lnTo>
                  <a:lnTo>
                    <a:pt x="451" y="548"/>
                  </a:lnTo>
                  <a:lnTo>
                    <a:pt x="444" y="554"/>
                  </a:lnTo>
                  <a:lnTo>
                    <a:pt x="434" y="561"/>
                  </a:lnTo>
                  <a:lnTo>
                    <a:pt x="426" y="567"/>
                  </a:lnTo>
                  <a:lnTo>
                    <a:pt x="417" y="573"/>
                  </a:lnTo>
                  <a:lnTo>
                    <a:pt x="409" y="579"/>
                  </a:lnTo>
                  <a:lnTo>
                    <a:pt x="399" y="585"/>
                  </a:lnTo>
                  <a:lnTo>
                    <a:pt x="390" y="591"/>
                  </a:lnTo>
                  <a:lnTo>
                    <a:pt x="380" y="597"/>
                  </a:lnTo>
                  <a:lnTo>
                    <a:pt x="372" y="603"/>
                  </a:lnTo>
                  <a:lnTo>
                    <a:pt x="366" y="608"/>
                  </a:lnTo>
                  <a:lnTo>
                    <a:pt x="361" y="612"/>
                  </a:lnTo>
                  <a:lnTo>
                    <a:pt x="357" y="618"/>
                  </a:lnTo>
                  <a:lnTo>
                    <a:pt x="355" y="623"/>
                  </a:lnTo>
                  <a:lnTo>
                    <a:pt x="352" y="628"/>
                  </a:lnTo>
                  <a:lnTo>
                    <a:pt x="351" y="634"/>
                  </a:lnTo>
                  <a:lnTo>
                    <a:pt x="350" y="640"/>
                  </a:lnTo>
                  <a:lnTo>
                    <a:pt x="350" y="645"/>
                  </a:lnTo>
                  <a:lnTo>
                    <a:pt x="350" y="652"/>
                  </a:lnTo>
                  <a:lnTo>
                    <a:pt x="351" y="658"/>
                  </a:lnTo>
                  <a:lnTo>
                    <a:pt x="352" y="664"/>
                  </a:lnTo>
                  <a:lnTo>
                    <a:pt x="355" y="669"/>
                  </a:lnTo>
                  <a:lnTo>
                    <a:pt x="357" y="675"/>
                  </a:lnTo>
                  <a:lnTo>
                    <a:pt x="361" y="679"/>
                  </a:lnTo>
                  <a:lnTo>
                    <a:pt x="366" y="684"/>
                  </a:lnTo>
                  <a:lnTo>
                    <a:pt x="372" y="687"/>
                  </a:lnTo>
                  <a:lnTo>
                    <a:pt x="380" y="694"/>
                  </a:lnTo>
                  <a:lnTo>
                    <a:pt x="390" y="701"/>
                  </a:lnTo>
                  <a:lnTo>
                    <a:pt x="399" y="708"/>
                  </a:lnTo>
                  <a:lnTo>
                    <a:pt x="409" y="713"/>
                  </a:lnTo>
                  <a:lnTo>
                    <a:pt x="417" y="720"/>
                  </a:lnTo>
                  <a:lnTo>
                    <a:pt x="426" y="726"/>
                  </a:lnTo>
                  <a:lnTo>
                    <a:pt x="434" y="731"/>
                  </a:lnTo>
                  <a:lnTo>
                    <a:pt x="444" y="737"/>
                  </a:lnTo>
                  <a:lnTo>
                    <a:pt x="451" y="745"/>
                  </a:lnTo>
                  <a:lnTo>
                    <a:pt x="459" y="751"/>
                  </a:lnTo>
                  <a:lnTo>
                    <a:pt x="467" y="758"/>
                  </a:lnTo>
                  <a:lnTo>
                    <a:pt x="475" y="764"/>
                  </a:lnTo>
                  <a:lnTo>
                    <a:pt x="480" y="772"/>
                  </a:lnTo>
                  <a:lnTo>
                    <a:pt x="488" y="779"/>
                  </a:lnTo>
                  <a:lnTo>
                    <a:pt x="494" y="787"/>
                  </a:lnTo>
                  <a:lnTo>
                    <a:pt x="502" y="794"/>
                  </a:lnTo>
                  <a:lnTo>
                    <a:pt x="520" y="819"/>
                  </a:lnTo>
                  <a:lnTo>
                    <a:pt x="537" y="845"/>
                  </a:lnTo>
                  <a:lnTo>
                    <a:pt x="551" y="873"/>
                  </a:lnTo>
                  <a:lnTo>
                    <a:pt x="566" y="901"/>
                  </a:lnTo>
                  <a:lnTo>
                    <a:pt x="578" y="931"/>
                  </a:lnTo>
                  <a:lnTo>
                    <a:pt x="589" y="962"/>
                  </a:lnTo>
                  <a:lnTo>
                    <a:pt x="599" y="994"/>
                  </a:lnTo>
                  <a:lnTo>
                    <a:pt x="609" y="1025"/>
                  </a:lnTo>
                  <a:lnTo>
                    <a:pt x="615" y="1059"/>
                  </a:lnTo>
                  <a:lnTo>
                    <a:pt x="622" y="1092"/>
                  </a:lnTo>
                  <a:lnTo>
                    <a:pt x="626" y="1126"/>
                  </a:lnTo>
                  <a:lnTo>
                    <a:pt x="632" y="1159"/>
                  </a:lnTo>
                  <a:lnTo>
                    <a:pt x="634" y="1192"/>
                  </a:lnTo>
                  <a:lnTo>
                    <a:pt x="638" y="1226"/>
                  </a:lnTo>
                  <a:lnTo>
                    <a:pt x="640" y="1258"/>
                  </a:lnTo>
                  <a:lnTo>
                    <a:pt x="643" y="1289"/>
                  </a:lnTo>
                  <a:lnTo>
                    <a:pt x="632" y="1292"/>
                  </a:lnTo>
                  <a:lnTo>
                    <a:pt x="599" y="1299"/>
                  </a:lnTo>
                  <a:lnTo>
                    <a:pt x="565" y="1304"/>
                  </a:lnTo>
                  <a:lnTo>
                    <a:pt x="526" y="1308"/>
                  </a:lnTo>
                  <a:lnTo>
                    <a:pt x="485" y="1310"/>
                  </a:lnTo>
                  <a:lnTo>
                    <a:pt x="442" y="1313"/>
                  </a:lnTo>
                  <a:lnTo>
                    <a:pt x="399" y="1315"/>
                  </a:lnTo>
                  <a:lnTo>
                    <a:pt x="355" y="1315"/>
                  </a:lnTo>
                  <a:lnTo>
                    <a:pt x="311" y="1315"/>
                  </a:lnTo>
                  <a:lnTo>
                    <a:pt x="267" y="1315"/>
                  </a:lnTo>
                  <a:lnTo>
                    <a:pt x="223" y="1315"/>
                  </a:lnTo>
                  <a:lnTo>
                    <a:pt x="181" y="1313"/>
                  </a:lnTo>
                  <a:lnTo>
                    <a:pt x="142" y="1310"/>
                  </a:lnTo>
                  <a:lnTo>
                    <a:pt x="104" y="1308"/>
                  </a:lnTo>
                  <a:lnTo>
                    <a:pt x="70" y="1304"/>
                  </a:lnTo>
                  <a:lnTo>
                    <a:pt x="40" y="1300"/>
                  </a:lnTo>
                  <a:lnTo>
                    <a:pt x="15" y="1295"/>
                  </a:lnTo>
                  <a:lnTo>
                    <a:pt x="13" y="1295"/>
                  </a:lnTo>
                  <a:lnTo>
                    <a:pt x="13" y="1295"/>
                  </a:lnTo>
                  <a:lnTo>
                    <a:pt x="11" y="1295"/>
                  </a:lnTo>
                  <a:lnTo>
                    <a:pt x="11" y="1295"/>
                  </a:lnTo>
                  <a:lnTo>
                    <a:pt x="10" y="1295"/>
                  </a:lnTo>
                  <a:lnTo>
                    <a:pt x="8" y="1295"/>
                  </a:lnTo>
                  <a:lnTo>
                    <a:pt x="6" y="1295"/>
                  </a:lnTo>
                  <a:lnTo>
                    <a:pt x="6" y="1293"/>
                  </a:lnTo>
                  <a:lnTo>
                    <a:pt x="4" y="1293"/>
                  </a:lnTo>
                  <a:lnTo>
                    <a:pt x="3" y="1293"/>
                  </a:lnTo>
                  <a:lnTo>
                    <a:pt x="1" y="1293"/>
                  </a:lnTo>
                  <a:lnTo>
                    <a:pt x="1" y="1292"/>
                  </a:lnTo>
                  <a:lnTo>
                    <a:pt x="0" y="1292"/>
                  </a:lnTo>
                  <a:lnTo>
                    <a:pt x="0" y="1292"/>
                  </a:lnTo>
                  <a:lnTo>
                    <a:pt x="0" y="1292"/>
                  </a:lnTo>
                  <a:lnTo>
                    <a:pt x="0" y="1289"/>
                  </a:lnTo>
                  <a:lnTo>
                    <a:pt x="0" y="1289"/>
                  </a:lnTo>
                </a:path>
              </a:pathLst>
            </a:custGeom>
            <a:noFill/>
            <a:ln w="18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31" name=""/>
            <p:cNvSpPr/>
            <p:nvPr/>
          </p:nvSpPr>
          <p:spPr>
            <a:xfrm>
              <a:off x="8651880" y="5740560"/>
              <a:ext cx="657360" cy="296640"/>
            </a:xfrm>
            <a:custGeom>
              <a:avLst/>
              <a:gdLst/>
              <a:ahLst/>
              <a:rect l="l" t="t" r="r" b="b"/>
              <a:pathLst>
                <a:path w="414" h="187">
                  <a:moveTo>
                    <a:pt x="0" y="0"/>
                  </a:moveTo>
                  <a:lnTo>
                    <a:pt x="4" y="10"/>
                  </a:lnTo>
                  <a:lnTo>
                    <a:pt x="8" y="19"/>
                  </a:lnTo>
                  <a:lnTo>
                    <a:pt x="14" y="29"/>
                  </a:lnTo>
                  <a:lnTo>
                    <a:pt x="20" y="37"/>
                  </a:lnTo>
                  <a:lnTo>
                    <a:pt x="27" y="47"/>
                  </a:lnTo>
                  <a:lnTo>
                    <a:pt x="35" y="57"/>
                  </a:lnTo>
                  <a:lnTo>
                    <a:pt x="44" y="67"/>
                  </a:lnTo>
                  <a:lnTo>
                    <a:pt x="54" y="77"/>
                  </a:lnTo>
                  <a:lnTo>
                    <a:pt x="64" y="88"/>
                  </a:lnTo>
                  <a:lnTo>
                    <a:pt x="76" y="98"/>
                  </a:lnTo>
                  <a:lnTo>
                    <a:pt x="89" y="110"/>
                  </a:lnTo>
                  <a:lnTo>
                    <a:pt x="103" y="120"/>
                  </a:lnTo>
                  <a:lnTo>
                    <a:pt x="118" y="132"/>
                  </a:lnTo>
                  <a:lnTo>
                    <a:pt x="135" y="144"/>
                  </a:lnTo>
                  <a:lnTo>
                    <a:pt x="153" y="156"/>
                  </a:lnTo>
                  <a:lnTo>
                    <a:pt x="172" y="168"/>
                  </a:lnTo>
                  <a:lnTo>
                    <a:pt x="205" y="186"/>
                  </a:lnTo>
                  <a:lnTo>
                    <a:pt x="239" y="168"/>
                  </a:lnTo>
                  <a:lnTo>
                    <a:pt x="257" y="156"/>
                  </a:lnTo>
                  <a:lnTo>
                    <a:pt x="274" y="144"/>
                  </a:lnTo>
                  <a:lnTo>
                    <a:pt x="290" y="132"/>
                  </a:lnTo>
                  <a:lnTo>
                    <a:pt x="307" y="120"/>
                  </a:lnTo>
                  <a:lnTo>
                    <a:pt x="320" y="110"/>
                  </a:lnTo>
                  <a:lnTo>
                    <a:pt x="334" y="98"/>
                  </a:lnTo>
                  <a:lnTo>
                    <a:pt x="345" y="88"/>
                  </a:lnTo>
                  <a:lnTo>
                    <a:pt x="357" y="77"/>
                  </a:lnTo>
                  <a:lnTo>
                    <a:pt x="367" y="67"/>
                  </a:lnTo>
                  <a:lnTo>
                    <a:pt x="376" y="57"/>
                  </a:lnTo>
                  <a:lnTo>
                    <a:pt x="384" y="47"/>
                  </a:lnTo>
                  <a:lnTo>
                    <a:pt x="392" y="37"/>
                  </a:lnTo>
                  <a:lnTo>
                    <a:pt x="398" y="29"/>
                  </a:lnTo>
                  <a:lnTo>
                    <a:pt x="404" y="19"/>
                  </a:lnTo>
                  <a:lnTo>
                    <a:pt x="408" y="9"/>
                  </a:lnTo>
                  <a:lnTo>
                    <a:pt x="413" y="0"/>
                  </a:lnTo>
                  <a:lnTo>
                    <a:pt x="413" y="0"/>
                  </a:lnTo>
                  <a:lnTo>
                    <a:pt x="402" y="7"/>
                  </a:lnTo>
                  <a:lnTo>
                    <a:pt x="386" y="13"/>
                  </a:lnTo>
                  <a:lnTo>
                    <a:pt x="364" y="19"/>
                  </a:lnTo>
                  <a:lnTo>
                    <a:pt x="339" y="23"/>
                  </a:lnTo>
                  <a:lnTo>
                    <a:pt x="310" y="27"/>
                  </a:lnTo>
                  <a:lnTo>
                    <a:pt x="279" y="29"/>
                  </a:lnTo>
                  <a:lnTo>
                    <a:pt x="245" y="30"/>
                  </a:lnTo>
                  <a:lnTo>
                    <a:pt x="212" y="30"/>
                  </a:lnTo>
                  <a:lnTo>
                    <a:pt x="177" y="30"/>
                  </a:lnTo>
                  <a:lnTo>
                    <a:pt x="144" y="28"/>
                  </a:lnTo>
                  <a:lnTo>
                    <a:pt x="111" y="26"/>
                  </a:lnTo>
                  <a:lnTo>
                    <a:pt x="82" y="22"/>
                  </a:lnTo>
                  <a:lnTo>
                    <a:pt x="55" y="18"/>
                  </a:lnTo>
                  <a:lnTo>
                    <a:pt x="32" y="14"/>
                  </a:lnTo>
                  <a:lnTo>
                    <a:pt x="13" y="8"/>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path>
              </a:pathLst>
            </a:custGeom>
            <a:solidFill>
              <a:srgbClr val="d2b06a"/>
            </a:solidFill>
            <a:ln w="9360">
              <a:solidFill>
                <a:srgbClr val="d2b06a"/>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32" name=""/>
            <p:cNvSpPr/>
            <p:nvPr/>
          </p:nvSpPr>
          <p:spPr>
            <a:xfrm>
              <a:off x="8547120" y="6527880"/>
              <a:ext cx="873000" cy="596880"/>
            </a:xfrm>
            <a:custGeom>
              <a:avLst/>
              <a:gdLst/>
              <a:ahLst/>
              <a:rect l="l" t="t" r="r" b="b"/>
              <a:pathLst>
                <a:path w="550" h="376">
                  <a:moveTo>
                    <a:pt x="549" y="357"/>
                  </a:moveTo>
                  <a:lnTo>
                    <a:pt x="515" y="362"/>
                  </a:lnTo>
                  <a:lnTo>
                    <a:pt x="479" y="366"/>
                  </a:lnTo>
                  <a:lnTo>
                    <a:pt x="442" y="369"/>
                  </a:lnTo>
                  <a:lnTo>
                    <a:pt x="405" y="371"/>
                  </a:lnTo>
                  <a:lnTo>
                    <a:pt x="367" y="373"/>
                  </a:lnTo>
                  <a:lnTo>
                    <a:pt x="330" y="374"/>
                  </a:lnTo>
                  <a:lnTo>
                    <a:pt x="292" y="375"/>
                  </a:lnTo>
                  <a:lnTo>
                    <a:pt x="256" y="375"/>
                  </a:lnTo>
                  <a:lnTo>
                    <a:pt x="219" y="375"/>
                  </a:lnTo>
                  <a:lnTo>
                    <a:pt x="182" y="374"/>
                  </a:lnTo>
                  <a:lnTo>
                    <a:pt x="147" y="372"/>
                  </a:lnTo>
                  <a:lnTo>
                    <a:pt x="114" y="370"/>
                  </a:lnTo>
                  <a:lnTo>
                    <a:pt x="82" y="368"/>
                  </a:lnTo>
                  <a:lnTo>
                    <a:pt x="52" y="364"/>
                  </a:lnTo>
                  <a:lnTo>
                    <a:pt x="25" y="361"/>
                  </a:lnTo>
                  <a:lnTo>
                    <a:pt x="0" y="356"/>
                  </a:lnTo>
                  <a:lnTo>
                    <a:pt x="271" y="0"/>
                  </a:lnTo>
                  <a:lnTo>
                    <a:pt x="549" y="357"/>
                  </a:lnTo>
                  <a:lnTo>
                    <a:pt x="549" y="357"/>
                  </a:lnTo>
                </a:path>
              </a:pathLst>
            </a:custGeom>
            <a:solidFill>
              <a:srgbClr val="d0b1a1"/>
            </a:solidFill>
            <a:ln w="9360">
              <a:solidFill>
                <a:srgbClr val="d0b1a1"/>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33" name=""/>
            <p:cNvSpPr/>
            <p:nvPr/>
          </p:nvSpPr>
          <p:spPr>
            <a:xfrm>
              <a:off x="8651880" y="5688000"/>
              <a:ext cx="655560" cy="100080"/>
            </a:xfrm>
            <a:prstGeom prst="ellipse">
              <a:avLst/>
            </a:prstGeom>
            <a:solidFill>
              <a:srgbClr val="d0b1a1"/>
            </a:solidFill>
            <a:ln w="9360">
              <a:solidFill>
                <a:srgbClr val="d0b1a1"/>
              </a:solidFill>
              <a:miter/>
            </a:ln>
          </p:spPr>
          <p:style>
            <a:lnRef idx="0"/>
            <a:fillRef idx="0"/>
            <a:effectRef idx="0"/>
            <a:fontRef idx="minor"/>
          </p:style>
          <p:txBody>
            <a:bodyPr wrap="none" lIns="90000" rIns="90000" tIns="24480" bIns="24480" anchor="ctr">
              <a:noAutofit/>
            </a:bodyPr>
            <a:p>
              <a:endParaRPr b="0" lang="en-IN" sz="2400" strike="noStrike" u="none">
                <a:solidFill>
                  <a:srgbClr val="ffffff"/>
                </a:solidFill>
                <a:effectLst/>
                <a:uFillTx/>
                <a:latin typeface="Times New Roman"/>
              </a:endParaRPr>
            </a:p>
          </p:txBody>
        </p:sp>
        <p:sp>
          <p:nvSpPr>
            <p:cNvPr id="4334" name=""/>
            <p:cNvSpPr/>
            <p:nvPr/>
          </p:nvSpPr>
          <p:spPr>
            <a:xfrm flipV="1">
              <a:off x="8966160" y="6029280"/>
              <a:ext cx="28440" cy="517680"/>
            </a:xfrm>
            <a:custGeom>
              <a:avLst/>
              <a:gdLst>
                <a:gd name="textAreaLeft" fmla="*/ 0 w 28440"/>
                <a:gd name="textAreaRight" fmla="*/ 28800 w 28440"/>
                <a:gd name="textAreaTop" fmla="*/ 360 h 517680"/>
                <a:gd name="textAreaBottom" fmla="*/ 518400 h 517680"/>
              </a:gdLst>
              <a:ahLst/>
              <a:cxnLst/>
              <a:rect l="textAreaLeft" t="textAreaTop" r="textAreaRight" b="textAreaBottom"/>
              <a:pathLst>
                <a:path w="21600" h="388530">
                  <a:moveTo>
                    <a:pt x="0" y="0"/>
                  </a:moveTo>
                  <a:arcTo wR="0" hR="0" stAng="16200000" swAng="-5400000"/>
                  <a:lnTo>
                    <a:pt x="0" y="388530"/>
                  </a:lnTo>
                  <a:arcTo wR="0" hR="0" stAng="10800000" swAng="-5400000"/>
                  <a:lnTo>
                    <a:pt x="21600" y="388530"/>
                  </a:lnTo>
                  <a:arcTo wR="0" hR="0" stAng="16200000" swAng="-5400000"/>
                  <a:lnTo>
                    <a:pt x="21600" y="0"/>
                  </a:lnTo>
                  <a:arcTo wR="0" hR="0" stAng="10800000" swAng="-5400000"/>
                  <a:close/>
                </a:path>
              </a:pathLst>
            </a:custGeom>
            <a:solidFill>
              <a:srgbClr val="d0b1a1"/>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35" name=""/>
            <p:cNvSpPr/>
            <p:nvPr/>
          </p:nvSpPr>
          <p:spPr>
            <a:xfrm>
              <a:off x="8407440" y="5060880"/>
              <a:ext cx="63360" cy="2021040"/>
            </a:xfrm>
            <a:custGeom>
              <a:avLst/>
              <a:gdLst/>
              <a:ahLst/>
              <a:rect l="l" t="t" r="r" b="b"/>
              <a:pathLst>
                <a:path w="40" h="1273">
                  <a:moveTo>
                    <a:pt x="1" y="1266"/>
                  </a:moveTo>
                  <a:lnTo>
                    <a:pt x="1" y="0"/>
                  </a:lnTo>
                  <a:lnTo>
                    <a:pt x="15" y="7"/>
                  </a:lnTo>
                  <a:lnTo>
                    <a:pt x="15" y="9"/>
                  </a:lnTo>
                  <a:lnTo>
                    <a:pt x="17" y="10"/>
                  </a:lnTo>
                  <a:lnTo>
                    <a:pt x="19" y="12"/>
                  </a:lnTo>
                  <a:lnTo>
                    <a:pt x="21" y="12"/>
                  </a:lnTo>
                  <a:lnTo>
                    <a:pt x="21" y="12"/>
                  </a:lnTo>
                  <a:lnTo>
                    <a:pt x="23" y="12"/>
                  </a:lnTo>
                  <a:lnTo>
                    <a:pt x="24" y="12"/>
                  </a:lnTo>
                  <a:lnTo>
                    <a:pt x="26" y="12"/>
                  </a:lnTo>
                  <a:lnTo>
                    <a:pt x="26" y="13"/>
                  </a:lnTo>
                  <a:lnTo>
                    <a:pt x="27" y="13"/>
                  </a:lnTo>
                  <a:lnTo>
                    <a:pt x="28" y="13"/>
                  </a:lnTo>
                  <a:lnTo>
                    <a:pt x="30" y="13"/>
                  </a:lnTo>
                  <a:lnTo>
                    <a:pt x="32" y="15"/>
                  </a:lnTo>
                  <a:lnTo>
                    <a:pt x="33" y="15"/>
                  </a:lnTo>
                  <a:lnTo>
                    <a:pt x="35" y="17"/>
                  </a:lnTo>
                  <a:lnTo>
                    <a:pt x="38" y="17"/>
                  </a:lnTo>
                  <a:lnTo>
                    <a:pt x="39" y="1262"/>
                  </a:lnTo>
                  <a:lnTo>
                    <a:pt x="38" y="1266"/>
                  </a:lnTo>
                  <a:lnTo>
                    <a:pt x="36" y="1269"/>
                  </a:lnTo>
                  <a:lnTo>
                    <a:pt x="34" y="1270"/>
                  </a:lnTo>
                  <a:lnTo>
                    <a:pt x="32" y="1272"/>
                  </a:lnTo>
                  <a:lnTo>
                    <a:pt x="30" y="1272"/>
                  </a:lnTo>
                  <a:lnTo>
                    <a:pt x="26" y="1272"/>
                  </a:lnTo>
                  <a:lnTo>
                    <a:pt x="24" y="1272"/>
                  </a:lnTo>
                  <a:lnTo>
                    <a:pt x="20" y="1272"/>
                  </a:lnTo>
                  <a:lnTo>
                    <a:pt x="18" y="1272"/>
                  </a:lnTo>
                  <a:lnTo>
                    <a:pt x="14" y="1272"/>
                  </a:lnTo>
                  <a:lnTo>
                    <a:pt x="11" y="1272"/>
                  </a:lnTo>
                  <a:lnTo>
                    <a:pt x="8" y="1272"/>
                  </a:lnTo>
                  <a:lnTo>
                    <a:pt x="5" y="1271"/>
                  </a:lnTo>
                  <a:lnTo>
                    <a:pt x="3" y="1271"/>
                  </a:lnTo>
                  <a:lnTo>
                    <a:pt x="1" y="1269"/>
                  </a:lnTo>
                  <a:lnTo>
                    <a:pt x="0" y="1269"/>
                  </a:lnTo>
                  <a:lnTo>
                    <a:pt x="1" y="1266"/>
                  </a:lnTo>
                  <a:lnTo>
                    <a:pt x="1" y="1266"/>
                  </a:lnTo>
                  <a:lnTo>
                    <a:pt x="1" y="1266"/>
                  </a:lnTo>
                </a:path>
              </a:pathLst>
            </a:custGeom>
            <a:solidFill>
              <a:srgbClr val="808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36" name=""/>
            <p:cNvSpPr/>
            <p:nvPr/>
          </p:nvSpPr>
          <p:spPr>
            <a:xfrm>
              <a:off x="9212400" y="5186520"/>
              <a:ext cx="214200" cy="590400"/>
            </a:xfrm>
            <a:custGeom>
              <a:avLst/>
              <a:gdLst/>
              <a:ahLst/>
              <a:rect l="l" t="t" r="r" b="b"/>
              <a:pathLst>
                <a:path w="135" h="372">
                  <a:moveTo>
                    <a:pt x="0" y="371"/>
                  </a:moveTo>
                  <a:lnTo>
                    <a:pt x="22" y="345"/>
                  </a:lnTo>
                  <a:lnTo>
                    <a:pt x="38" y="326"/>
                  </a:lnTo>
                  <a:lnTo>
                    <a:pt x="53" y="306"/>
                  </a:lnTo>
                  <a:lnTo>
                    <a:pt x="66" y="287"/>
                  </a:lnTo>
                  <a:lnTo>
                    <a:pt x="79" y="265"/>
                  </a:lnTo>
                  <a:lnTo>
                    <a:pt x="88" y="246"/>
                  </a:lnTo>
                  <a:lnTo>
                    <a:pt x="97" y="225"/>
                  </a:lnTo>
                  <a:lnTo>
                    <a:pt x="105" y="205"/>
                  </a:lnTo>
                  <a:lnTo>
                    <a:pt x="112" y="184"/>
                  </a:lnTo>
                  <a:lnTo>
                    <a:pt x="117" y="163"/>
                  </a:lnTo>
                  <a:lnTo>
                    <a:pt x="121" y="141"/>
                  </a:lnTo>
                  <a:lnTo>
                    <a:pt x="124" y="120"/>
                  </a:lnTo>
                  <a:lnTo>
                    <a:pt x="128" y="97"/>
                  </a:lnTo>
                  <a:lnTo>
                    <a:pt x="129" y="75"/>
                  </a:lnTo>
                  <a:lnTo>
                    <a:pt x="131" y="51"/>
                  </a:lnTo>
                  <a:lnTo>
                    <a:pt x="132" y="26"/>
                  </a:lnTo>
                  <a:lnTo>
                    <a:pt x="134" y="0"/>
                  </a:lnTo>
                  <a:lnTo>
                    <a:pt x="128" y="4"/>
                  </a:lnTo>
                  <a:lnTo>
                    <a:pt x="125" y="8"/>
                  </a:lnTo>
                  <a:lnTo>
                    <a:pt x="119" y="11"/>
                  </a:lnTo>
                  <a:lnTo>
                    <a:pt x="115" y="13"/>
                  </a:lnTo>
                  <a:lnTo>
                    <a:pt x="109" y="16"/>
                  </a:lnTo>
                  <a:lnTo>
                    <a:pt x="104" y="18"/>
                  </a:lnTo>
                  <a:lnTo>
                    <a:pt x="98" y="21"/>
                  </a:lnTo>
                  <a:lnTo>
                    <a:pt x="94" y="22"/>
                  </a:lnTo>
                  <a:lnTo>
                    <a:pt x="88" y="24"/>
                  </a:lnTo>
                  <a:lnTo>
                    <a:pt x="82" y="26"/>
                  </a:lnTo>
                  <a:lnTo>
                    <a:pt x="77" y="28"/>
                  </a:lnTo>
                  <a:lnTo>
                    <a:pt x="72" y="28"/>
                  </a:lnTo>
                  <a:lnTo>
                    <a:pt x="66" y="29"/>
                  </a:lnTo>
                  <a:lnTo>
                    <a:pt x="60" y="29"/>
                  </a:lnTo>
                  <a:lnTo>
                    <a:pt x="55" y="29"/>
                  </a:lnTo>
                  <a:lnTo>
                    <a:pt x="51" y="28"/>
                  </a:lnTo>
                  <a:lnTo>
                    <a:pt x="50" y="32"/>
                  </a:lnTo>
                  <a:lnTo>
                    <a:pt x="51" y="38"/>
                  </a:lnTo>
                  <a:lnTo>
                    <a:pt x="53" y="47"/>
                  </a:lnTo>
                  <a:lnTo>
                    <a:pt x="56" y="60"/>
                  </a:lnTo>
                  <a:lnTo>
                    <a:pt x="58" y="77"/>
                  </a:lnTo>
                  <a:lnTo>
                    <a:pt x="60" y="95"/>
                  </a:lnTo>
                  <a:lnTo>
                    <a:pt x="61" y="116"/>
                  </a:lnTo>
                  <a:lnTo>
                    <a:pt x="62" y="138"/>
                  </a:lnTo>
                  <a:lnTo>
                    <a:pt x="61" y="163"/>
                  </a:lnTo>
                  <a:lnTo>
                    <a:pt x="59" y="190"/>
                  </a:lnTo>
                  <a:lnTo>
                    <a:pt x="55" y="218"/>
                  </a:lnTo>
                  <a:lnTo>
                    <a:pt x="50" y="247"/>
                  </a:lnTo>
                  <a:lnTo>
                    <a:pt x="41" y="278"/>
                  </a:lnTo>
                  <a:lnTo>
                    <a:pt x="30" y="309"/>
                  </a:lnTo>
                  <a:lnTo>
                    <a:pt x="16" y="340"/>
                  </a:lnTo>
                  <a:lnTo>
                    <a:pt x="0" y="371"/>
                  </a:lnTo>
                  <a:lnTo>
                    <a:pt x="0" y="371"/>
                  </a:lnTo>
                </a:path>
              </a:pathLst>
            </a:custGeom>
            <a:gradFill rotWithShape="0">
              <a:gsLst>
                <a:gs pos="0">
                  <a:srgbClr val="d2d2d2"/>
                </a:gs>
                <a:gs pos="100000">
                  <a:srgbClr val="000000"/>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37" name=""/>
            <p:cNvSpPr/>
            <p:nvPr/>
          </p:nvSpPr>
          <p:spPr>
            <a:xfrm>
              <a:off x="9120240" y="6300720"/>
              <a:ext cx="218880" cy="590760"/>
            </a:xfrm>
            <a:custGeom>
              <a:avLst/>
              <a:gdLst/>
              <a:ahLst/>
              <a:rect l="l" t="t" r="r" b="b"/>
              <a:pathLst>
                <a:path w="138" h="372">
                  <a:moveTo>
                    <a:pt x="0" y="0"/>
                  </a:moveTo>
                  <a:lnTo>
                    <a:pt x="23" y="25"/>
                  </a:lnTo>
                  <a:lnTo>
                    <a:pt x="39" y="46"/>
                  </a:lnTo>
                  <a:lnTo>
                    <a:pt x="54" y="66"/>
                  </a:lnTo>
                  <a:lnTo>
                    <a:pt x="67" y="87"/>
                  </a:lnTo>
                  <a:lnTo>
                    <a:pt x="80" y="107"/>
                  </a:lnTo>
                  <a:lnTo>
                    <a:pt x="89" y="128"/>
                  </a:lnTo>
                  <a:lnTo>
                    <a:pt x="98" y="148"/>
                  </a:lnTo>
                  <a:lnTo>
                    <a:pt x="106" y="168"/>
                  </a:lnTo>
                  <a:lnTo>
                    <a:pt x="114" y="188"/>
                  </a:lnTo>
                  <a:lnTo>
                    <a:pt x="118" y="209"/>
                  </a:lnTo>
                  <a:lnTo>
                    <a:pt x="124" y="231"/>
                  </a:lnTo>
                  <a:lnTo>
                    <a:pt x="126" y="253"/>
                  </a:lnTo>
                  <a:lnTo>
                    <a:pt x="130" y="275"/>
                  </a:lnTo>
                  <a:lnTo>
                    <a:pt x="131" y="298"/>
                  </a:lnTo>
                  <a:lnTo>
                    <a:pt x="133" y="321"/>
                  </a:lnTo>
                  <a:lnTo>
                    <a:pt x="135" y="346"/>
                  </a:lnTo>
                  <a:lnTo>
                    <a:pt x="137" y="371"/>
                  </a:lnTo>
                  <a:lnTo>
                    <a:pt x="131" y="368"/>
                  </a:lnTo>
                  <a:lnTo>
                    <a:pt x="126" y="365"/>
                  </a:lnTo>
                  <a:lnTo>
                    <a:pt x="120" y="363"/>
                  </a:lnTo>
                  <a:lnTo>
                    <a:pt x="117" y="359"/>
                  </a:lnTo>
                  <a:lnTo>
                    <a:pt x="111" y="357"/>
                  </a:lnTo>
                  <a:lnTo>
                    <a:pt x="105" y="354"/>
                  </a:lnTo>
                  <a:lnTo>
                    <a:pt x="99" y="352"/>
                  </a:lnTo>
                  <a:lnTo>
                    <a:pt x="95" y="349"/>
                  </a:lnTo>
                  <a:lnTo>
                    <a:pt x="89" y="349"/>
                  </a:lnTo>
                  <a:lnTo>
                    <a:pt x="83" y="346"/>
                  </a:lnTo>
                  <a:lnTo>
                    <a:pt x="78" y="345"/>
                  </a:lnTo>
                  <a:lnTo>
                    <a:pt x="73" y="343"/>
                  </a:lnTo>
                  <a:lnTo>
                    <a:pt x="66" y="343"/>
                  </a:lnTo>
                  <a:lnTo>
                    <a:pt x="61" y="343"/>
                  </a:lnTo>
                  <a:lnTo>
                    <a:pt x="55" y="343"/>
                  </a:lnTo>
                  <a:lnTo>
                    <a:pt x="51" y="342"/>
                  </a:lnTo>
                  <a:lnTo>
                    <a:pt x="50" y="340"/>
                  </a:lnTo>
                  <a:lnTo>
                    <a:pt x="52" y="334"/>
                  </a:lnTo>
                  <a:lnTo>
                    <a:pt x="54" y="325"/>
                  </a:lnTo>
                  <a:lnTo>
                    <a:pt x="57" y="312"/>
                  </a:lnTo>
                  <a:lnTo>
                    <a:pt x="59" y="297"/>
                  </a:lnTo>
                  <a:lnTo>
                    <a:pt x="61" y="278"/>
                  </a:lnTo>
                  <a:lnTo>
                    <a:pt x="62" y="257"/>
                  </a:lnTo>
                  <a:lnTo>
                    <a:pt x="64" y="233"/>
                  </a:lnTo>
                  <a:lnTo>
                    <a:pt x="62" y="209"/>
                  </a:lnTo>
                  <a:lnTo>
                    <a:pt x="60" y="183"/>
                  </a:lnTo>
                  <a:lnTo>
                    <a:pt x="56" y="155"/>
                  </a:lnTo>
                  <a:lnTo>
                    <a:pt x="50" y="125"/>
                  </a:lnTo>
                  <a:lnTo>
                    <a:pt x="42" y="95"/>
                  </a:lnTo>
                  <a:lnTo>
                    <a:pt x="30" y="63"/>
                  </a:lnTo>
                  <a:lnTo>
                    <a:pt x="17" y="32"/>
                  </a:lnTo>
                  <a:lnTo>
                    <a:pt x="0" y="0"/>
                  </a:lnTo>
                  <a:lnTo>
                    <a:pt x="0" y="0"/>
                  </a:lnTo>
                </a:path>
              </a:pathLst>
            </a:custGeom>
            <a:gradFill rotWithShape="0">
              <a:gsLst>
                <a:gs pos="0">
                  <a:srgbClr val="d2d2d2"/>
                </a:gs>
                <a:gs pos="100000">
                  <a:srgbClr val="000000"/>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38" name=""/>
            <p:cNvSpPr/>
            <p:nvPr/>
          </p:nvSpPr>
          <p:spPr>
            <a:xfrm>
              <a:off x="9487080" y="5060880"/>
              <a:ext cx="61560" cy="2021040"/>
            </a:xfrm>
            <a:custGeom>
              <a:avLst/>
              <a:gdLst/>
              <a:ahLst/>
              <a:rect l="l" t="t" r="r" b="b"/>
              <a:pathLst>
                <a:path w="39" h="1273">
                  <a:moveTo>
                    <a:pt x="38" y="1266"/>
                  </a:moveTo>
                  <a:lnTo>
                    <a:pt x="38" y="0"/>
                  </a:lnTo>
                  <a:lnTo>
                    <a:pt x="34" y="2"/>
                  </a:lnTo>
                  <a:lnTo>
                    <a:pt x="32" y="4"/>
                  </a:lnTo>
                  <a:lnTo>
                    <a:pt x="30" y="6"/>
                  </a:lnTo>
                  <a:lnTo>
                    <a:pt x="28" y="6"/>
                  </a:lnTo>
                  <a:lnTo>
                    <a:pt x="24" y="8"/>
                  </a:lnTo>
                  <a:lnTo>
                    <a:pt x="22" y="9"/>
                  </a:lnTo>
                  <a:lnTo>
                    <a:pt x="20" y="12"/>
                  </a:lnTo>
                  <a:lnTo>
                    <a:pt x="18" y="12"/>
                  </a:lnTo>
                  <a:lnTo>
                    <a:pt x="14" y="13"/>
                  </a:lnTo>
                  <a:lnTo>
                    <a:pt x="12" y="13"/>
                  </a:lnTo>
                  <a:lnTo>
                    <a:pt x="11" y="15"/>
                  </a:lnTo>
                  <a:lnTo>
                    <a:pt x="9" y="15"/>
                  </a:lnTo>
                  <a:lnTo>
                    <a:pt x="6" y="17"/>
                  </a:lnTo>
                  <a:lnTo>
                    <a:pt x="4" y="17"/>
                  </a:lnTo>
                  <a:lnTo>
                    <a:pt x="2" y="17"/>
                  </a:lnTo>
                  <a:lnTo>
                    <a:pt x="0" y="17"/>
                  </a:lnTo>
                  <a:lnTo>
                    <a:pt x="1" y="1266"/>
                  </a:lnTo>
                  <a:lnTo>
                    <a:pt x="1" y="1266"/>
                  </a:lnTo>
                  <a:lnTo>
                    <a:pt x="1" y="1269"/>
                  </a:lnTo>
                  <a:lnTo>
                    <a:pt x="1" y="1270"/>
                  </a:lnTo>
                  <a:lnTo>
                    <a:pt x="4" y="1272"/>
                  </a:lnTo>
                  <a:lnTo>
                    <a:pt x="6" y="1272"/>
                  </a:lnTo>
                  <a:lnTo>
                    <a:pt x="8" y="1272"/>
                  </a:lnTo>
                  <a:lnTo>
                    <a:pt x="12" y="1272"/>
                  </a:lnTo>
                  <a:lnTo>
                    <a:pt x="15" y="1272"/>
                  </a:lnTo>
                  <a:lnTo>
                    <a:pt x="19" y="1272"/>
                  </a:lnTo>
                  <a:lnTo>
                    <a:pt x="21" y="1272"/>
                  </a:lnTo>
                  <a:lnTo>
                    <a:pt x="25" y="1272"/>
                  </a:lnTo>
                  <a:lnTo>
                    <a:pt x="27" y="1272"/>
                  </a:lnTo>
                  <a:lnTo>
                    <a:pt x="31" y="1271"/>
                  </a:lnTo>
                  <a:lnTo>
                    <a:pt x="33" y="1271"/>
                  </a:lnTo>
                  <a:lnTo>
                    <a:pt x="36" y="1269"/>
                  </a:lnTo>
                  <a:lnTo>
                    <a:pt x="36" y="1269"/>
                  </a:lnTo>
                  <a:lnTo>
                    <a:pt x="38" y="1266"/>
                  </a:lnTo>
                  <a:lnTo>
                    <a:pt x="38" y="1266"/>
                  </a:lnTo>
                  <a:lnTo>
                    <a:pt x="38" y="1266"/>
                  </a:lnTo>
                </a:path>
              </a:pathLst>
            </a:custGeom>
            <a:solidFill>
              <a:srgbClr val="808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39" name=""/>
            <p:cNvSpPr/>
            <p:nvPr/>
          </p:nvSpPr>
          <p:spPr>
            <a:xfrm>
              <a:off x="8400960" y="4900680"/>
              <a:ext cx="1162080" cy="171360"/>
            </a:xfrm>
            <a:prstGeom prst="ellipse">
              <a:avLst/>
            </a:prstGeom>
            <a:gradFill rotWithShape="0">
              <a:gsLst>
                <a:gs pos="0">
                  <a:srgbClr val="c0c0c0"/>
                </a:gs>
                <a:gs pos="100000">
                  <a:srgbClr val="808080"/>
                </a:gs>
              </a:gsLst>
              <a:lin ang="10800000"/>
            </a:gra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40" name=""/>
            <p:cNvSpPr/>
            <p:nvPr/>
          </p:nvSpPr>
          <p:spPr>
            <a:xfrm>
              <a:off x="8400960" y="4979880"/>
              <a:ext cx="1163880" cy="155520"/>
            </a:xfrm>
            <a:custGeom>
              <a:avLst/>
              <a:gdLst/>
              <a:ahLst/>
              <a:rect l="l" t="t" r="r" b="b"/>
              <a:pathLst>
                <a:path w="733" h="98">
                  <a:moveTo>
                    <a:pt x="732" y="2"/>
                  </a:moveTo>
                  <a:lnTo>
                    <a:pt x="720" y="14"/>
                  </a:lnTo>
                  <a:lnTo>
                    <a:pt x="696" y="24"/>
                  </a:lnTo>
                  <a:lnTo>
                    <a:pt x="659" y="33"/>
                  </a:lnTo>
                  <a:lnTo>
                    <a:pt x="614" y="41"/>
                  </a:lnTo>
                  <a:lnTo>
                    <a:pt x="560" y="47"/>
                  </a:lnTo>
                  <a:lnTo>
                    <a:pt x="500" y="51"/>
                  </a:lnTo>
                  <a:lnTo>
                    <a:pt x="436" y="53"/>
                  </a:lnTo>
                  <a:lnTo>
                    <a:pt x="371" y="54"/>
                  </a:lnTo>
                  <a:lnTo>
                    <a:pt x="303" y="55"/>
                  </a:lnTo>
                  <a:lnTo>
                    <a:pt x="239" y="52"/>
                  </a:lnTo>
                  <a:lnTo>
                    <a:pt x="178" y="48"/>
                  </a:lnTo>
                  <a:lnTo>
                    <a:pt x="124" y="42"/>
                  </a:lnTo>
                  <a:lnTo>
                    <a:pt x="76" y="34"/>
                  </a:lnTo>
                  <a:lnTo>
                    <a:pt x="38" y="26"/>
                  </a:lnTo>
                  <a:lnTo>
                    <a:pt x="12" y="14"/>
                  </a:lnTo>
                  <a:lnTo>
                    <a:pt x="0" y="0"/>
                  </a:lnTo>
                  <a:lnTo>
                    <a:pt x="0" y="45"/>
                  </a:lnTo>
                  <a:lnTo>
                    <a:pt x="12" y="58"/>
                  </a:lnTo>
                  <a:lnTo>
                    <a:pt x="38" y="70"/>
                  </a:lnTo>
                  <a:lnTo>
                    <a:pt x="76" y="79"/>
                  </a:lnTo>
                  <a:lnTo>
                    <a:pt x="124" y="85"/>
                  </a:lnTo>
                  <a:lnTo>
                    <a:pt x="178" y="92"/>
                  </a:lnTo>
                  <a:lnTo>
                    <a:pt x="239" y="95"/>
                  </a:lnTo>
                  <a:lnTo>
                    <a:pt x="303" y="97"/>
                  </a:lnTo>
                  <a:lnTo>
                    <a:pt x="371" y="96"/>
                  </a:lnTo>
                  <a:lnTo>
                    <a:pt x="436" y="95"/>
                  </a:lnTo>
                  <a:lnTo>
                    <a:pt x="500" y="92"/>
                  </a:lnTo>
                  <a:lnTo>
                    <a:pt x="560" y="87"/>
                  </a:lnTo>
                  <a:lnTo>
                    <a:pt x="614" y="81"/>
                  </a:lnTo>
                  <a:lnTo>
                    <a:pt x="659" y="74"/>
                  </a:lnTo>
                  <a:lnTo>
                    <a:pt x="696" y="65"/>
                  </a:lnTo>
                  <a:lnTo>
                    <a:pt x="720" y="55"/>
                  </a:lnTo>
                  <a:lnTo>
                    <a:pt x="732" y="43"/>
                  </a:lnTo>
                  <a:lnTo>
                    <a:pt x="732" y="2"/>
                  </a:lnTo>
                  <a:lnTo>
                    <a:pt x="732" y="2"/>
                  </a:lnTo>
                </a:path>
              </a:pathLst>
            </a:custGeom>
            <a:solidFill>
              <a:srgbClr val="727272"/>
            </a:solidFill>
            <a:ln w="9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Tree>
  </p:cSld>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341" name=""/>
          <p:cNvGrpSpPr/>
          <p:nvPr/>
        </p:nvGrpSpPr>
        <p:grpSpPr>
          <a:xfrm>
            <a:off x="538200" y="-7920"/>
            <a:ext cx="9456840" cy="8099280"/>
            <a:chOff x="538200" y="-7920"/>
            <a:chExt cx="9456840" cy="8099280"/>
          </a:xfrm>
        </p:grpSpPr>
        <p:sp>
          <p:nvSpPr>
            <p:cNvPr id="4342"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343" name=""/>
            <p:cNvGrpSpPr/>
            <p:nvPr/>
          </p:nvGrpSpPr>
          <p:grpSpPr>
            <a:xfrm>
              <a:off x="538200" y="727200"/>
              <a:ext cx="1542960" cy="1599840"/>
              <a:chOff x="538200" y="727200"/>
              <a:chExt cx="1542960" cy="1599840"/>
            </a:xfrm>
          </p:grpSpPr>
          <p:sp>
            <p:nvSpPr>
              <p:cNvPr id="4344"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345" name="" descr=""/>
              <p:cNvPicPr/>
              <p:nvPr/>
            </p:nvPicPr>
            <p:blipFill>
              <a:blip r:embed="rId1"/>
              <a:stretch/>
            </p:blipFill>
            <p:spPr>
              <a:xfrm>
                <a:off x="568440" y="779400"/>
                <a:ext cx="1430280" cy="1460520"/>
              </a:xfrm>
              <a:prstGeom prst="rect">
                <a:avLst/>
              </a:prstGeom>
              <a:noFill/>
              <a:ln w="0">
                <a:noFill/>
              </a:ln>
            </p:spPr>
          </p:pic>
          <p:sp>
            <p:nvSpPr>
              <p:cNvPr id="4346"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47"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48"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349"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350"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351"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Imported Sheep in Vermont</a:t>
            </a:r>
            <a:r>
              <a:rPr b="1" i="1" lang="en-US" sz="4200" strike="noStrike" u="none">
                <a:solidFill>
                  <a:srgbClr val="ffe118"/>
                </a:solidFill>
                <a:effectLst/>
                <a:uFillTx/>
                <a:latin typeface="Times New Roman"/>
              </a:rPr>
              <a:t> (continued)</a:t>
            </a:r>
            <a:endParaRPr b="0" lang="en-IN" sz="4200" strike="noStrike" u="none">
              <a:solidFill>
                <a:srgbClr val="ffffff"/>
              </a:solidFill>
              <a:effectLst/>
              <a:uFillTx/>
              <a:latin typeface="Times New Roman"/>
            </a:endParaRPr>
          </a:p>
        </p:txBody>
      </p:sp>
      <p:sp>
        <p:nvSpPr>
          <p:cNvPr id="4352" name=""/>
          <p:cNvSpPr/>
          <p:nvPr/>
        </p:nvSpPr>
        <p:spPr>
          <a:xfrm>
            <a:off x="1479600" y="2503440"/>
            <a:ext cx="8750160" cy="434808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Federal District Court Judge denies motion for stay</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Plaintiffs file motion for stay with Second Circuit Court</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Motion denied</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Sheep removed from farms week of March 19, 2001</a:t>
            </a:r>
            <a:endParaRPr b="0" lang="en-IN" sz="3500" strike="noStrike" u="none">
              <a:solidFill>
                <a:srgbClr val="ffffff"/>
              </a:solidFill>
              <a:effectLst/>
              <a:uFillTx/>
              <a:latin typeface="Times New Roman"/>
            </a:endParaRPr>
          </a:p>
        </p:txBody>
      </p:sp>
      <p:grpSp>
        <p:nvGrpSpPr>
          <p:cNvPr id="4353" name=""/>
          <p:cNvGrpSpPr/>
          <p:nvPr/>
        </p:nvGrpSpPr>
        <p:grpSpPr>
          <a:xfrm>
            <a:off x="8759880" y="5518080"/>
            <a:ext cx="1171440" cy="2316240"/>
            <a:chOff x="8759880" y="5518080"/>
            <a:chExt cx="1171440" cy="2316240"/>
          </a:xfrm>
        </p:grpSpPr>
        <p:sp>
          <p:nvSpPr>
            <p:cNvPr id="4354" name=""/>
            <p:cNvSpPr/>
            <p:nvPr/>
          </p:nvSpPr>
          <p:spPr>
            <a:xfrm>
              <a:off x="8767800" y="7597800"/>
              <a:ext cx="1162080" cy="171360"/>
            </a:xfrm>
            <a:prstGeom prst="ellipse">
              <a:avLst/>
            </a:prstGeom>
            <a:gradFill rotWithShape="0">
              <a:gsLst>
                <a:gs pos="0">
                  <a:srgbClr val="c0c0c0"/>
                </a:gs>
                <a:gs pos="100000">
                  <a:srgbClr val="808080"/>
                </a:gs>
              </a:gsLst>
              <a:lin ang="10800000"/>
            </a:gra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55" name=""/>
            <p:cNvSpPr/>
            <p:nvPr/>
          </p:nvSpPr>
          <p:spPr>
            <a:xfrm>
              <a:off x="8759880" y="7675560"/>
              <a:ext cx="1171440" cy="158760"/>
            </a:xfrm>
            <a:custGeom>
              <a:avLst/>
              <a:gdLst/>
              <a:ahLst/>
              <a:rect l="l" t="t" r="r" b="b"/>
              <a:pathLst>
                <a:path w="738" h="100">
                  <a:moveTo>
                    <a:pt x="737" y="2"/>
                  </a:moveTo>
                  <a:lnTo>
                    <a:pt x="725" y="14"/>
                  </a:lnTo>
                  <a:lnTo>
                    <a:pt x="701" y="24"/>
                  </a:lnTo>
                  <a:lnTo>
                    <a:pt x="664" y="33"/>
                  </a:lnTo>
                  <a:lnTo>
                    <a:pt x="619" y="40"/>
                  </a:lnTo>
                  <a:lnTo>
                    <a:pt x="564" y="46"/>
                  </a:lnTo>
                  <a:lnTo>
                    <a:pt x="503" y="51"/>
                  </a:lnTo>
                  <a:lnTo>
                    <a:pt x="439" y="54"/>
                  </a:lnTo>
                  <a:lnTo>
                    <a:pt x="373" y="54"/>
                  </a:lnTo>
                  <a:lnTo>
                    <a:pt x="306" y="55"/>
                  </a:lnTo>
                  <a:lnTo>
                    <a:pt x="241" y="52"/>
                  </a:lnTo>
                  <a:lnTo>
                    <a:pt x="180" y="48"/>
                  </a:lnTo>
                  <a:lnTo>
                    <a:pt x="125" y="42"/>
                  </a:lnTo>
                  <a:lnTo>
                    <a:pt x="77" y="34"/>
                  </a:lnTo>
                  <a:lnTo>
                    <a:pt x="39" y="25"/>
                  </a:lnTo>
                  <a:lnTo>
                    <a:pt x="12" y="14"/>
                  </a:lnTo>
                  <a:lnTo>
                    <a:pt x="0" y="0"/>
                  </a:lnTo>
                  <a:lnTo>
                    <a:pt x="0" y="44"/>
                  </a:lnTo>
                  <a:lnTo>
                    <a:pt x="12" y="58"/>
                  </a:lnTo>
                  <a:lnTo>
                    <a:pt x="39" y="69"/>
                  </a:lnTo>
                  <a:lnTo>
                    <a:pt x="77" y="79"/>
                  </a:lnTo>
                  <a:lnTo>
                    <a:pt x="125" y="86"/>
                  </a:lnTo>
                  <a:lnTo>
                    <a:pt x="180" y="93"/>
                  </a:lnTo>
                  <a:lnTo>
                    <a:pt x="241" y="96"/>
                  </a:lnTo>
                  <a:lnTo>
                    <a:pt x="306" y="99"/>
                  </a:lnTo>
                  <a:lnTo>
                    <a:pt x="373" y="98"/>
                  </a:lnTo>
                  <a:lnTo>
                    <a:pt x="439" y="98"/>
                  </a:lnTo>
                  <a:lnTo>
                    <a:pt x="503" y="94"/>
                  </a:lnTo>
                  <a:lnTo>
                    <a:pt x="564" y="90"/>
                  </a:lnTo>
                  <a:lnTo>
                    <a:pt x="619" y="83"/>
                  </a:lnTo>
                  <a:lnTo>
                    <a:pt x="664" y="76"/>
                  </a:lnTo>
                  <a:lnTo>
                    <a:pt x="701" y="66"/>
                  </a:lnTo>
                  <a:lnTo>
                    <a:pt x="725" y="56"/>
                  </a:lnTo>
                  <a:lnTo>
                    <a:pt x="737" y="44"/>
                  </a:lnTo>
                  <a:lnTo>
                    <a:pt x="737" y="2"/>
                  </a:lnTo>
                  <a:lnTo>
                    <a:pt x="737" y="2"/>
                  </a:lnTo>
                </a:path>
              </a:pathLst>
            </a:custGeom>
            <a:solidFill>
              <a:srgbClr val="727272"/>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56" name=""/>
            <p:cNvSpPr/>
            <p:nvPr/>
          </p:nvSpPr>
          <p:spPr>
            <a:xfrm>
              <a:off x="8834400" y="5667480"/>
              <a:ext cx="1022400" cy="2090520"/>
            </a:xfrm>
            <a:custGeom>
              <a:avLst/>
              <a:gdLst/>
              <a:ahLst/>
              <a:rect l="l" t="t" r="r" b="b"/>
              <a:pathLst>
                <a:path w="644" h="1317">
                  <a:moveTo>
                    <a:pt x="0" y="1290"/>
                  </a:moveTo>
                  <a:lnTo>
                    <a:pt x="1" y="1259"/>
                  </a:lnTo>
                  <a:lnTo>
                    <a:pt x="2" y="1226"/>
                  </a:lnTo>
                  <a:lnTo>
                    <a:pt x="5" y="1193"/>
                  </a:lnTo>
                  <a:lnTo>
                    <a:pt x="9" y="1159"/>
                  </a:lnTo>
                  <a:lnTo>
                    <a:pt x="13" y="1126"/>
                  </a:lnTo>
                  <a:lnTo>
                    <a:pt x="19" y="1092"/>
                  </a:lnTo>
                  <a:lnTo>
                    <a:pt x="24" y="1060"/>
                  </a:lnTo>
                  <a:lnTo>
                    <a:pt x="32" y="1026"/>
                  </a:lnTo>
                  <a:lnTo>
                    <a:pt x="40" y="995"/>
                  </a:lnTo>
                  <a:lnTo>
                    <a:pt x="50" y="962"/>
                  </a:lnTo>
                  <a:lnTo>
                    <a:pt x="61" y="932"/>
                  </a:lnTo>
                  <a:lnTo>
                    <a:pt x="74" y="901"/>
                  </a:lnTo>
                  <a:lnTo>
                    <a:pt x="88" y="874"/>
                  </a:lnTo>
                  <a:lnTo>
                    <a:pt x="104" y="845"/>
                  </a:lnTo>
                  <a:lnTo>
                    <a:pt x="120" y="819"/>
                  </a:lnTo>
                  <a:lnTo>
                    <a:pt x="141" y="794"/>
                  </a:lnTo>
                  <a:lnTo>
                    <a:pt x="146" y="787"/>
                  </a:lnTo>
                  <a:lnTo>
                    <a:pt x="154" y="779"/>
                  </a:lnTo>
                  <a:lnTo>
                    <a:pt x="159" y="772"/>
                  </a:lnTo>
                  <a:lnTo>
                    <a:pt x="167" y="764"/>
                  </a:lnTo>
                  <a:lnTo>
                    <a:pt x="174" y="758"/>
                  </a:lnTo>
                  <a:lnTo>
                    <a:pt x="182" y="751"/>
                  </a:lnTo>
                  <a:lnTo>
                    <a:pt x="190" y="745"/>
                  </a:lnTo>
                  <a:lnTo>
                    <a:pt x="197" y="738"/>
                  </a:lnTo>
                  <a:lnTo>
                    <a:pt x="205" y="732"/>
                  </a:lnTo>
                  <a:lnTo>
                    <a:pt x="213" y="726"/>
                  </a:lnTo>
                  <a:lnTo>
                    <a:pt x="222" y="720"/>
                  </a:lnTo>
                  <a:lnTo>
                    <a:pt x="231" y="714"/>
                  </a:lnTo>
                  <a:lnTo>
                    <a:pt x="240" y="708"/>
                  </a:lnTo>
                  <a:lnTo>
                    <a:pt x="250" y="701"/>
                  </a:lnTo>
                  <a:lnTo>
                    <a:pt x="260" y="695"/>
                  </a:lnTo>
                  <a:lnTo>
                    <a:pt x="271" y="687"/>
                  </a:lnTo>
                  <a:lnTo>
                    <a:pt x="275" y="684"/>
                  </a:lnTo>
                  <a:lnTo>
                    <a:pt x="279" y="680"/>
                  </a:lnTo>
                  <a:lnTo>
                    <a:pt x="282" y="676"/>
                  </a:lnTo>
                  <a:lnTo>
                    <a:pt x="285" y="669"/>
                  </a:lnTo>
                  <a:lnTo>
                    <a:pt x="288" y="665"/>
                  </a:lnTo>
                  <a:lnTo>
                    <a:pt x="289" y="659"/>
                  </a:lnTo>
                  <a:lnTo>
                    <a:pt x="290" y="653"/>
                  </a:lnTo>
                  <a:lnTo>
                    <a:pt x="291" y="646"/>
                  </a:lnTo>
                  <a:lnTo>
                    <a:pt x="290" y="640"/>
                  </a:lnTo>
                  <a:lnTo>
                    <a:pt x="289" y="635"/>
                  </a:lnTo>
                  <a:lnTo>
                    <a:pt x="288" y="629"/>
                  </a:lnTo>
                  <a:lnTo>
                    <a:pt x="285" y="623"/>
                  </a:lnTo>
                  <a:lnTo>
                    <a:pt x="282" y="618"/>
                  </a:lnTo>
                  <a:lnTo>
                    <a:pt x="279" y="613"/>
                  </a:lnTo>
                  <a:lnTo>
                    <a:pt x="275" y="609"/>
                  </a:lnTo>
                  <a:lnTo>
                    <a:pt x="271" y="604"/>
                  </a:lnTo>
                  <a:lnTo>
                    <a:pt x="260" y="598"/>
                  </a:lnTo>
                  <a:lnTo>
                    <a:pt x="250" y="591"/>
                  </a:lnTo>
                  <a:lnTo>
                    <a:pt x="240" y="586"/>
                  </a:lnTo>
                  <a:lnTo>
                    <a:pt x="231" y="579"/>
                  </a:lnTo>
                  <a:lnTo>
                    <a:pt x="222" y="573"/>
                  </a:lnTo>
                  <a:lnTo>
                    <a:pt x="213" y="567"/>
                  </a:lnTo>
                  <a:lnTo>
                    <a:pt x="205" y="562"/>
                  </a:lnTo>
                  <a:lnTo>
                    <a:pt x="197" y="555"/>
                  </a:lnTo>
                  <a:lnTo>
                    <a:pt x="190" y="549"/>
                  </a:lnTo>
                  <a:lnTo>
                    <a:pt x="182" y="543"/>
                  </a:lnTo>
                  <a:lnTo>
                    <a:pt x="174" y="537"/>
                  </a:lnTo>
                  <a:lnTo>
                    <a:pt x="167" y="529"/>
                  </a:lnTo>
                  <a:lnTo>
                    <a:pt x="159" y="523"/>
                  </a:lnTo>
                  <a:lnTo>
                    <a:pt x="154" y="515"/>
                  </a:lnTo>
                  <a:lnTo>
                    <a:pt x="146" y="507"/>
                  </a:lnTo>
                  <a:lnTo>
                    <a:pt x="141" y="499"/>
                  </a:lnTo>
                  <a:lnTo>
                    <a:pt x="120" y="475"/>
                  </a:lnTo>
                  <a:lnTo>
                    <a:pt x="104" y="448"/>
                  </a:lnTo>
                  <a:lnTo>
                    <a:pt x="88" y="421"/>
                  </a:lnTo>
                  <a:lnTo>
                    <a:pt x="74" y="392"/>
                  </a:lnTo>
                  <a:lnTo>
                    <a:pt x="61" y="363"/>
                  </a:lnTo>
                  <a:lnTo>
                    <a:pt x="50" y="332"/>
                  </a:lnTo>
                  <a:lnTo>
                    <a:pt x="40" y="300"/>
                  </a:lnTo>
                  <a:lnTo>
                    <a:pt x="32" y="267"/>
                  </a:lnTo>
                  <a:lnTo>
                    <a:pt x="24" y="235"/>
                  </a:lnTo>
                  <a:lnTo>
                    <a:pt x="19" y="202"/>
                  </a:lnTo>
                  <a:lnTo>
                    <a:pt x="13" y="169"/>
                  </a:lnTo>
                  <a:lnTo>
                    <a:pt x="9" y="134"/>
                  </a:lnTo>
                  <a:lnTo>
                    <a:pt x="5" y="101"/>
                  </a:lnTo>
                  <a:lnTo>
                    <a:pt x="2" y="67"/>
                  </a:lnTo>
                  <a:lnTo>
                    <a:pt x="1" y="34"/>
                  </a:lnTo>
                  <a:lnTo>
                    <a:pt x="0" y="0"/>
                  </a:lnTo>
                  <a:lnTo>
                    <a:pt x="643" y="0"/>
                  </a:lnTo>
                  <a:lnTo>
                    <a:pt x="640" y="34"/>
                  </a:lnTo>
                  <a:lnTo>
                    <a:pt x="638" y="67"/>
                  </a:lnTo>
                  <a:lnTo>
                    <a:pt x="634" y="101"/>
                  </a:lnTo>
                  <a:lnTo>
                    <a:pt x="632" y="134"/>
                  </a:lnTo>
                  <a:lnTo>
                    <a:pt x="627" y="169"/>
                  </a:lnTo>
                  <a:lnTo>
                    <a:pt x="622" y="202"/>
                  </a:lnTo>
                  <a:lnTo>
                    <a:pt x="615" y="235"/>
                  </a:lnTo>
                  <a:lnTo>
                    <a:pt x="609" y="267"/>
                  </a:lnTo>
                  <a:lnTo>
                    <a:pt x="599" y="300"/>
                  </a:lnTo>
                  <a:lnTo>
                    <a:pt x="589" y="332"/>
                  </a:lnTo>
                  <a:lnTo>
                    <a:pt x="578" y="363"/>
                  </a:lnTo>
                  <a:lnTo>
                    <a:pt x="566" y="392"/>
                  </a:lnTo>
                  <a:lnTo>
                    <a:pt x="551" y="421"/>
                  </a:lnTo>
                  <a:lnTo>
                    <a:pt x="537" y="448"/>
                  </a:lnTo>
                  <a:lnTo>
                    <a:pt x="520" y="475"/>
                  </a:lnTo>
                  <a:lnTo>
                    <a:pt x="503" y="499"/>
                  </a:lnTo>
                  <a:lnTo>
                    <a:pt x="495" y="507"/>
                  </a:lnTo>
                  <a:lnTo>
                    <a:pt x="488" y="515"/>
                  </a:lnTo>
                  <a:lnTo>
                    <a:pt x="481" y="523"/>
                  </a:lnTo>
                  <a:lnTo>
                    <a:pt x="475" y="529"/>
                  </a:lnTo>
                  <a:lnTo>
                    <a:pt x="467" y="537"/>
                  </a:lnTo>
                  <a:lnTo>
                    <a:pt x="459" y="543"/>
                  </a:lnTo>
                  <a:lnTo>
                    <a:pt x="451" y="549"/>
                  </a:lnTo>
                  <a:lnTo>
                    <a:pt x="444" y="555"/>
                  </a:lnTo>
                  <a:lnTo>
                    <a:pt x="434" y="562"/>
                  </a:lnTo>
                  <a:lnTo>
                    <a:pt x="427" y="567"/>
                  </a:lnTo>
                  <a:lnTo>
                    <a:pt x="417" y="573"/>
                  </a:lnTo>
                  <a:lnTo>
                    <a:pt x="409" y="579"/>
                  </a:lnTo>
                  <a:lnTo>
                    <a:pt x="400" y="586"/>
                  </a:lnTo>
                  <a:lnTo>
                    <a:pt x="390" y="591"/>
                  </a:lnTo>
                  <a:lnTo>
                    <a:pt x="380" y="598"/>
                  </a:lnTo>
                  <a:lnTo>
                    <a:pt x="372" y="604"/>
                  </a:lnTo>
                  <a:lnTo>
                    <a:pt x="366" y="609"/>
                  </a:lnTo>
                  <a:lnTo>
                    <a:pt x="361" y="613"/>
                  </a:lnTo>
                  <a:lnTo>
                    <a:pt x="357" y="618"/>
                  </a:lnTo>
                  <a:lnTo>
                    <a:pt x="355" y="623"/>
                  </a:lnTo>
                  <a:lnTo>
                    <a:pt x="352" y="629"/>
                  </a:lnTo>
                  <a:lnTo>
                    <a:pt x="351" y="635"/>
                  </a:lnTo>
                  <a:lnTo>
                    <a:pt x="350" y="640"/>
                  </a:lnTo>
                  <a:lnTo>
                    <a:pt x="350" y="646"/>
                  </a:lnTo>
                  <a:lnTo>
                    <a:pt x="350" y="653"/>
                  </a:lnTo>
                  <a:lnTo>
                    <a:pt x="351" y="659"/>
                  </a:lnTo>
                  <a:lnTo>
                    <a:pt x="352" y="665"/>
                  </a:lnTo>
                  <a:lnTo>
                    <a:pt x="355" y="669"/>
                  </a:lnTo>
                  <a:lnTo>
                    <a:pt x="357" y="676"/>
                  </a:lnTo>
                  <a:lnTo>
                    <a:pt x="361" y="680"/>
                  </a:lnTo>
                  <a:lnTo>
                    <a:pt x="366" y="684"/>
                  </a:lnTo>
                  <a:lnTo>
                    <a:pt x="372" y="687"/>
                  </a:lnTo>
                  <a:lnTo>
                    <a:pt x="380" y="695"/>
                  </a:lnTo>
                  <a:lnTo>
                    <a:pt x="390" y="701"/>
                  </a:lnTo>
                  <a:lnTo>
                    <a:pt x="400" y="708"/>
                  </a:lnTo>
                  <a:lnTo>
                    <a:pt x="409" y="714"/>
                  </a:lnTo>
                  <a:lnTo>
                    <a:pt x="417" y="720"/>
                  </a:lnTo>
                  <a:lnTo>
                    <a:pt x="427" y="726"/>
                  </a:lnTo>
                  <a:lnTo>
                    <a:pt x="434" y="732"/>
                  </a:lnTo>
                  <a:lnTo>
                    <a:pt x="444" y="738"/>
                  </a:lnTo>
                  <a:lnTo>
                    <a:pt x="451" y="745"/>
                  </a:lnTo>
                  <a:lnTo>
                    <a:pt x="459" y="751"/>
                  </a:lnTo>
                  <a:lnTo>
                    <a:pt x="467" y="758"/>
                  </a:lnTo>
                  <a:lnTo>
                    <a:pt x="475" y="764"/>
                  </a:lnTo>
                  <a:lnTo>
                    <a:pt x="481" y="772"/>
                  </a:lnTo>
                  <a:lnTo>
                    <a:pt x="488" y="779"/>
                  </a:lnTo>
                  <a:lnTo>
                    <a:pt x="495" y="787"/>
                  </a:lnTo>
                  <a:lnTo>
                    <a:pt x="503" y="794"/>
                  </a:lnTo>
                  <a:lnTo>
                    <a:pt x="520" y="819"/>
                  </a:lnTo>
                  <a:lnTo>
                    <a:pt x="537" y="845"/>
                  </a:lnTo>
                  <a:lnTo>
                    <a:pt x="551" y="874"/>
                  </a:lnTo>
                  <a:lnTo>
                    <a:pt x="566" y="901"/>
                  </a:lnTo>
                  <a:lnTo>
                    <a:pt x="578" y="932"/>
                  </a:lnTo>
                  <a:lnTo>
                    <a:pt x="589" y="962"/>
                  </a:lnTo>
                  <a:lnTo>
                    <a:pt x="599" y="995"/>
                  </a:lnTo>
                  <a:lnTo>
                    <a:pt x="609" y="1026"/>
                  </a:lnTo>
                  <a:lnTo>
                    <a:pt x="615" y="1060"/>
                  </a:lnTo>
                  <a:lnTo>
                    <a:pt x="622" y="1092"/>
                  </a:lnTo>
                  <a:lnTo>
                    <a:pt x="627" y="1126"/>
                  </a:lnTo>
                  <a:lnTo>
                    <a:pt x="632" y="1159"/>
                  </a:lnTo>
                  <a:lnTo>
                    <a:pt x="634" y="1193"/>
                  </a:lnTo>
                  <a:lnTo>
                    <a:pt x="638" y="1226"/>
                  </a:lnTo>
                  <a:lnTo>
                    <a:pt x="640" y="1259"/>
                  </a:lnTo>
                  <a:lnTo>
                    <a:pt x="643" y="1290"/>
                  </a:lnTo>
                  <a:lnTo>
                    <a:pt x="632" y="1292"/>
                  </a:lnTo>
                  <a:lnTo>
                    <a:pt x="600" y="1299"/>
                  </a:lnTo>
                  <a:lnTo>
                    <a:pt x="564" y="1304"/>
                  </a:lnTo>
                  <a:lnTo>
                    <a:pt x="526" y="1308"/>
                  </a:lnTo>
                  <a:lnTo>
                    <a:pt x="485" y="1311"/>
                  </a:lnTo>
                  <a:lnTo>
                    <a:pt x="442" y="1313"/>
                  </a:lnTo>
                  <a:lnTo>
                    <a:pt x="400" y="1315"/>
                  </a:lnTo>
                  <a:lnTo>
                    <a:pt x="355" y="1316"/>
                  </a:lnTo>
                  <a:lnTo>
                    <a:pt x="311" y="1316"/>
                  </a:lnTo>
                  <a:lnTo>
                    <a:pt x="267" y="1316"/>
                  </a:lnTo>
                  <a:lnTo>
                    <a:pt x="223" y="1315"/>
                  </a:lnTo>
                  <a:lnTo>
                    <a:pt x="181" y="1313"/>
                  </a:lnTo>
                  <a:lnTo>
                    <a:pt x="142" y="1311"/>
                  </a:lnTo>
                  <a:lnTo>
                    <a:pt x="104" y="1309"/>
                  </a:lnTo>
                  <a:lnTo>
                    <a:pt x="71" y="1305"/>
                  </a:lnTo>
                  <a:lnTo>
                    <a:pt x="40" y="1301"/>
                  </a:lnTo>
                  <a:lnTo>
                    <a:pt x="15" y="1296"/>
                  </a:lnTo>
                  <a:lnTo>
                    <a:pt x="13" y="1296"/>
                  </a:lnTo>
                  <a:lnTo>
                    <a:pt x="13" y="1296"/>
                  </a:lnTo>
                  <a:lnTo>
                    <a:pt x="12" y="1296"/>
                  </a:lnTo>
                  <a:lnTo>
                    <a:pt x="12" y="1296"/>
                  </a:lnTo>
                  <a:lnTo>
                    <a:pt x="10" y="1296"/>
                  </a:lnTo>
                  <a:lnTo>
                    <a:pt x="8" y="1296"/>
                  </a:lnTo>
                  <a:lnTo>
                    <a:pt x="7" y="1296"/>
                  </a:lnTo>
                  <a:lnTo>
                    <a:pt x="7" y="1294"/>
                  </a:lnTo>
                  <a:lnTo>
                    <a:pt x="5" y="1294"/>
                  </a:lnTo>
                  <a:lnTo>
                    <a:pt x="3" y="1294"/>
                  </a:lnTo>
                  <a:lnTo>
                    <a:pt x="1" y="1294"/>
                  </a:lnTo>
                  <a:lnTo>
                    <a:pt x="1" y="1292"/>
                  </a:lnTo>
                  <a:lnTo>
                    <a:pt x="0" y="1292"/>
                  </a:lnTo>
                  <a:lnTo>
                    <a:pt x="0" y="1292"/>
                  </a:lnTo>
                  <a:lnTo>
                    <a:pt x="0" y="1292"/>
                  </a:lnTo>
                  <a:lnTo>
                    <a:pt x="0" y="1290"/>
                  </a:lnTo>
                  <a:lnTo>
                    <a:pt x="0" y="1290"/>
                  </a:lnTo>
                </a:path>
              </a:pathLst>
            </a:custGeom>
            <a:noFill/>
            <a:ln w="18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57" name=""/>
            <p:cNvSpPr/>
            <p:nvPr/>
          </p:nvSpPr>
          <p:spPr>
            <a:xfrm>
              <a:off x="9020160" y="6356520"/>
              <a:ext cx="655560" cy="298440"/>
            </a:xfrm>
            <a:custGeom>
              <a:avLst/>
              <a:gdLst/>
              <a:ahLst/>
              <a:rect l="l" t="t" r="r" b="b"/>
              <a:pathLst>
                <a:path w="413" h="188">
                  <a:moveTo>
                    <a:pt x="0" y="1"/>
                  </a:moveTo>
                  <a:lnTo>
                    <a:pt x="3" y="11"/>
                  </a:lnTo>
                  <a:lnTo>
                    <a:pt x="7" y="19"/>
                  </a:lnTo>
                  <a:lnTo>
                    <a:pt x="13" y="29"/>
                  </a:lnTo>
                  <a:lnTo>
                    <a:pt x="19" y="38"/>
                  </a:lnTo>
                  <a:lnTo>
                    <a:pt x="26" y="48"/>
                  </a:lnTo>
                  <a:lnTo>
                    <a:pt x="34" y="57"/>
                  </a:lnTo>
                  <a:lnTo>
                    <a:pt x="43" y="67"/>
                  </a:lnTo>
                  <a:lnTo>
                    <a:pt x="53" y="77"/>
                  </a:lnTo>
                  <a:lnTo>
                    <a:pt x="63" y="89"/>
                  </a:lnTo>
                  <a:lnTo>
                    <a:pt x="75" y="99"/>
                  </a:lnTo>
                  <a:lnTo>
                    <a:pt x="88" y="110"/>
                  </a:lnTo>
                  <a:lnTo>
                    <a:pt x="102" y="121"/>
                  </a:lnTo>
                  <a:lnTo>
                    <a:pt x="117" y="133"/>
                  </a:lnTo>
                  <a:lnTo>
                    <a:pt x="134" y="145"/>
                  </a:lnTo>
                  <a:lnTo>
                    <a:pt x="152" y="157"/>
                  </a:lnTo>
                  <a:lnTo>
                    <a:pt x="171" y="168"/>
                  </a:lnTo>
                  <a:lnTo>
                    <a:pt x="204" y="187"/>
                  </a:lnTo>
                  <a:lnTo>
                    <a:pt x="238" y="168"/>
                  </a:lnTo>
                  <a:lnTo>
                    <a:pt x="256" y="157"/>
                  </a:lnTo>
                  <a:lnTo>
                    <a:pt x="273" y="145"/>
                  </a:lnTo>
                  <a:lnTo>
                    <a:pt x="290" y="133"/>
                  </a:lnTo>
                  <a:lnTo>
                    <a:pt x="306" y="121"/>
                  </a:lnTo>
                  <a:lnTo>
                    <a:pt x="320" y="110"/>
                  </a:lnTo>
                  <a:lnTo>
                    <a:pt x="333" y="99"/>
                  </a:lnTo>
                  <a:lnTo>
                    <a:pt x="344" y="89"/>
                  </a:lnTo>
                  <a:lnTo>
                    <a:pt x="356" y="77"/>
                  </a:lnTo>
                  <a:lnTo>
                    <a:pt x="366" y="67"/>
                  </a:lnTo>
                  <a:lnTo>
                    <a:pt x="376" y="57"/>
                  </a:lnTo>
                  <a:lnTo>
                    <a:pt x="383" y="48"/>
                  </a:lnTo>
                  <a:lnTo>
                    <a:pt x="391" y="38"/>
                  </a:lnTo>
                  <a:lnTo>
                    <a:pt x="397" y="29"/>
                  </a:lnTo>
                  <a:lnTo>
                    <a:pt x="403" y="19"/>
                  </a:lnTo>
                  <a:lnTo>
                    <a:pt x="407" y="10"/>
                  </a:lnTo>
                  <a:lnTo>
                    <a:pt x="412" y="0"/>
                  </a:lnTo>
                  <a:lnTo>
                    <a:pt x="412" y="0"/>
                  </a:lnTo>
                  <a:lnTo>
                    <a:pt x="401" y="8"/>
                  </a:lnTo>
                  <a:lnTo>
                    <a:pt x="385" y="13"/>
                  </a:lnTo>
                  <a:lnTo>
                    <a:pt x="364" y="19"/>
                  </a:lnTo>
                  <a:lnTo>
                    <a:pt x="339" y="23"/>
                  </a:lnTo>
                  <a:lnTo>
                    <a:pt x="310" y="27"/>
                  </a:lnTo>
                  <a:lnTo>
                    <a:pt x="278" y="29"/>
                  </a:lnTo>
                  <a:lnTo>
                    <a:pt x="244" y="30"/>
                  </a:lnTo>
                  <a:lnTo>
                    <a:pt x="211" y="30"/>
                  </a:lnTo>
                  <a:lnTo>
                    <a:pt x="176" y="30"/>
                  </a:lnTo>
                  <a:lnTo>
                    <a:pt x="143" y="28"/>
                  </a:lnTo>
                  <a:lnTo>
                    <a:pt x="110" y="27"/>
                  </a:lnTo>
                  <a:lnTo>
                    <a:pt x="81" y="23"/>
                  </a:lnTo>
                  <a:lnTo>
                    <a:pt x="54" y="19"/>
                  </a:lnTo>
                  <a:lnTo>
                    <a:pt x="31" y="14"/>
                  </a:lnTo>
                  <a:lnTo>
                    <a:pt x="12" y="8"/>
                  </a:lnTo>
                  <a:lnTo>
                    <a:pt x="0" y="1"/>
                  </a:lnTo>
                  <a:lnTo>
                    <a:pt x="0" y="1"/>
                  </a:lnTo>
                  <a:lnTo>
                    <a:pt x="0" y="1"/>
                  </a:lnTo>
                  <a:lnTo>
                    <a:pt x="0" y="1"/>
                  </a:lnTo>
                  <a:lnTo>
                    <a:pt x="0" y="1"/>
                  </a:lnTo>
                  <a:lnTo>
                    <a:pt x="0" y="1"/>
                  </a:lnTo>
                  <a:lnTo>
                    <a:pt x="0" y="1"/>
                  </a:lnTo>
                  <a:lnTo>
                    <a:pt x="0" y="1"/>
                  </a:lnTo>
                  <a:lnTo>
                    <a:pt x="0" y="1"/>
                  </a:lnTo>
                  <a:lnTo>
                    <a:pt x="0" y="1"/>
                  </a:lnTo>
                  <a:lnTo>
                    <a:pt x="0" y="1"/>
                  </a:lnTo>
                  <a:lnTo>
                    <a:pt x="0" y="1"/>
                  </a:lnTo>
                  <a:lnTo>
                    <a:pt x="0" y="1"/>
                  </a:lnTo>
                  <a:lnTo>
                    <a:pt x="0" y="1"/>
                  </a:lnTo>
                  <a:lnTo>
                    <a:pt x="0" y="1"/>
                  </a:lnTo>
                  <a:lnTo>
                    <a:pt x="0" y="1"/>
                  </a:lnTo>
                  <a:lnTo>
                    <a:pt x="0" y="1"/>
                  </a:lnTo>
                  <a:lnTo>
                    <a:pt x="0" y="1"/>
                  </a:lnTo>
                </a:path>
              </a:pathLst>
            </a:custGeom>
            <a:solidFill>
              <a:srgbClr val="d2b06a"/>
            </a:solidFill>
            <a:ln w="9360">
              <a:solidFill>
                <a:srgbClr val="d2b06a"/>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58" name=""/>
            <p:cNvSpPr/>
            <p:nvPr/>
          </p:nvSpPr>
          <p:spPr>
            <a:xfrm>
              <a:off x="8915400" y="7143840"/>
              <a:ext cx="873000" cy="596880"/>
            </a:xfrm>
            <a:custGeom>
              <a:avLst/>
              <a:gdLst/>
              <a:ahLst/>
              <a:rect l="l" t="t" r="r" b="b"/>
              <a:pathLst>
                <a:path w="550" h="376">
                  <a:moveTo>
                    <a:pt x="549" y="358"/>
                  </a:moveTo>
                  <a:lnTo>
                    <a:pt x="513" y="362"/>
                  </a:lnTo>
                  <a:lnTo>
                    <a:pt x="478" y="367"/>
                  </a:lnTo>
                  <a:lnTo>
                    <a:pt x="441" y="369"/>
                  </a:lnTo>
                  <a:lnTo>
                    <a:pt x="405" y="372"/>
                  </a:lnTo>
                  <a:lnTo>
                    <a:pt x="366" y="374"/>
                  </a:lnTo>
                  <a:lnTo>
                    <a:pt x="329" y="375"/>
                  </a:lnTo>
                  <a:lnTo>
                    <a:pt x="291" y="375"/>
                  </a:lnTo>
                  <a:lnTo>
                    <a:pt x="254" y="375"/>
                  </a:lnTo>
                  <a:lnTo>
                    <a:pt x="218" y="375"/>
                  </a:lnTo>
                  <a:lnTo>
                    <a:pt x="181" y="375"/>
                  </a:lnTo>
                  <a:lnTo>
                    <a:pt x="146" y="373"/>
                  </a:lnTo>
                  <a:lnTo>
                    <a:pt x="113" y="370"/>
                  </a:lnTo>
                  <a:lnTo>
                    <a:pt x="81" y="368"/>
                  </a:lnTo>
                  <a:lnTo>
                    <a:pt x="51" y="365"/>
                  </a:lnTo>
                  <a:lnTo>
                    <a:pt x="24" y="361"/>
                  </a:lnTo>
                  <a:lnTo>
                    <a:pt x="0" y="357"/>
                  </a:lnTo>
                  <a:lnTo>
                    <a:pt x="270" y="0"/>
                  </a:lnTo>
                  <a:lnTo>
                    <a:pt x="549" y="358"/>
                  </a:lnTo>
                  <a:lnTo>
                    <a:pt x="549" y="358"/>
                  </a:lnTo>
                </a:path>
              </a:pathLst>
            </a:custGeom>
            <a:solidFill>
              <a:srgbClr val="d0b1a1"/>
            </a:solidFill>
            <a:ln w="9360">
              <a:solidFill>
                <a:srgbClr val="d0b1a1"/>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59" name=""/>
            <p:cNvSpPr/>
            <p:nvPr/>
          </p:nvSpPr>
          <p:spPr>
            <a:xfrm>
              <a:off x="9018720" y="6305400"/>
              <a:ext cx="655560" cy="98640"/>
            </a:xfrm>
            <a:prstGeom prst="ellipse">
              <a:avLst/>
            </a:prstGeom>
            <a:solidFill>
              <a:srgbClr val="d0b1a1"/>
            </a:solidFill>
            <a:ln w="9360">
              <a:solidFill>
                <a:srgbClr val="d0b1a1"/>
              </a:solidFill>
              <a:miter/>
            </a:ln>
          </p:spPr>
          <p:style>
            <a:lnRef idx="0"/>
            <a:fillRef idx="0"/>
            <a:effectRef idx="0"/>
            <a:fontRef idx="minor"/>
          </p:style>
          <p:txBody>
            <a:bodyPr wrap="none" lIns="90000" rIns="90000" tIns="23040" bIns="23040" anchor="ctr">
              <a:noAutofit/>
            </a:bodyPr>
            <a:p>
              <a:endParaRPr b="0" lang="en-IN" sz="2400" strike="noStrike" u="none">
                <a:solidFill>
                  <a:srgbClr val="ffffff"/>
                </a:solidFill>
                <a:effectLst/>
                <a:uFillTx/>
                <a:latin typeface="Times New Roman"/>
              </a:endParaRPr>
            </a:p>
          </p:txBody>
        </p:sp>
        <p:sp>
          <p:nvSpPr>
            <p:cNvPr id="4360" name=""/>
            <p:cNvSpPr/>
            <p:nvPr/>
          </p:nvSpPr>
          <p:spPr>
            <a:xfrm flipV="1">
              <a:off x="9333000" y="6645240"/>
              <a:ext cx="28440" cy="517680"/>
            </a:xfrm>
            <a:custGeom>
              <a:avLst/>
              <a:gdLst>
                <a:gd name="textAreaLeft" fmla="*/ 0 w 28440"/>
                <a:gd name="textAreaRight" fmla="*/ 28800 w 28440"/>
                <a:gd name="textAreaTop" fmla="*/ 360 h 517680"/>
                <a:gd name="textAreaBottom" fmla="*/ 518400 h 517680"/>
              </a:gdLst>
              <a:ahLst/>
              <a:cxnLst/>
              <a:rect l="textAreaLeft" t="textAreaTop" r="textAreaRight" b="textAreaBottom"/>
              <a:pathLst>
                <a:path w="21600" h="388530">
                  <a:moveTo>
                    <a:pt x="0" y="0"/>
                  </a:moveTo>
                  <a:arcTo wR="0" hR="0" stAng="16200000" swAng="-5400000"/>
                  <a:lnTo>
                    <a:pt x="0" y="388530"/>
                  </a:lnTo>
                  <a:arcTo wR="0" hR="0" stAng="10800000" swAng="-5400000"/>
                  <a:lnTo>
                    <a:pt x="21600" y="388530"/>
                  </a:lnTo>
                  <a:arcTo wR="0" hR="0" stAng="16200000" swAng="-5400000"/>
                  <a:lnTo>
                    <a:pt x="21600" y="0"/>
                  </a:lnTo>
                  <a:arcTo wR="0" hR="0" stAng="10800000" swAng="-5400000"/>
                  <a:close/>
                </a:path>
              </a:pathLst>
            </a:custGeom>
            <a:solidFill>
              <a:srgbClr val="d0b1a1"/>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61" name=""/>
            <p:cNvSpPr/>
            <p:nvPr/>
          </p:nvSpPr>
          <p:spPr>
            <a:xfrm>
              <a:off x="8775720" y="5676840"/>
              <a:ext cx="61920" cy="2022480"/>
            </a:xfrm>
            <a:custGeom>
              <a:avLst/>
              <a:gdLst/>
              <a:ahLst/>
              <a:rect l="l" t="t" r="r" b="b"/>
              <a:pathLst>
                <a:path w="39" h="1274">
                  <a:moveTo>
                    <a:pt x="0" y="1266"/>
                  </a:moveTo>
                  <a:lnTo>
                    <a:pt x="0" y="0"/>
                  </a:lnTo>
                  <a:lnTo>
                    <a:pt x="14" y="7"/>
                  </a:lnTo>
                  <a:lnTo>
                    <a:pt x="15" y="9"/>
                  </a:lnTo>
                  <a:lnTo>
                    <a:pt x="16" y="10"/>
                  </a:lnTo>
                  <a:lnTo>
                    <a:pt x="18" y="12"/>
                  </a:lnTo>
                  <a:lnTo>
                    <a:pt x="20" y="12"/>
                  </a:lnTo>
                  <a:lnTo>
                    <a:pt x="20" y="12"/>
                  </a:lnTo>
                  <a:lnTo>
                    <a:pt x="22" y="12"/>
                  </a:lnTo>
                  <a:lnTo>
                    <a:pt x="23" y="12"/>
                  </a:lnTo>
                  <a:lnTo>
                    <a:pt x="25" y="12"/>
                  </a:lnTo>
                  <a:lnTo>
                    <a:pt x="25" y="14"/>
                  </a:lnTo>
                  <a:lnTo>
                    <a:pt x="27" y="14"/>
                  </a:lnTo>
                  <a:lnTo>
                    <a:pt x="27" y="14"/>
                  </a:lnTo>
                  <a:lnTo>
                    <a:pt x="29" y="14"/>
                  </a:lnTo>
                  <a:lnTo>
                    <a:pt x="31" y="16"/>
                  </a:lnTo>
                  <a:lnTo>
                    <a:pt x="32" y="16"/>
                  </a:lnTo>
                  <a:lnTo>
                    <a:pt x="34" y="18"/>
                  </a:lnTo>
                  <a:lnTo>
                    <a:pt x="37" y="18"/>
                  </a:lnTo>
                  <a:lnTo>
                    <a:pt x="38" y="1262"/>
                  </a:lnTo>
                  <a:lnTo>
                    <a:pt x="37" y="1267"/>
                  </a:lnTo>
                  <a:lnTo>
                    <a:pt x="35" y="1269"/>
                  </a:lnTo>
                  <a:lnTo>
                    <a:pt x="34" y="1270"/>
                  </a:lnTo>
                  <a:lnTo>
                    <a:pt x="31" y="1272"/>
                  </a:lnTo>
                  <a:lnTo>
                    <a:pt x="29" y="1272"/>
                  </a:lnTo>
                  <a:lnTo>
                    <a:pt x="25" y="1273"/>
                  </a:lnTo>
                  <a:lnTo>
                    <a:pt x="23" y="1273"/>
                  </a:lnTo>
                  <a:lnTo>
                    <a:pt x="19" y="1273"/>
                  </a:lnTo>
                  <a:lnTo>
                    <a:pt x="17" y="1273"/>
                  </a:lnTo>
                  <a:lnTo>
                    <a:pt x="13" y="1273"/>
                  </a:lnTo>
                  <a:lnTo>
                    <a:pt x="10" y="1273"/>
                  </a:lnTo>
                  <a:lnTo>
                    <a:pt x="7" y="1273"/>
                  </a:lnTo>
                  <a:lnTo>
                    <a:pt x="5" y="1271"/>
                  </a:lnTo>
                  <a:lnTo>
                    <a:pt x="2" y="1271"/>
                  </a:lnTo>
                  <a:lnTo>
                    <a:pt x="0" y="1270"/>
                  </a:lnTo>
                  <a:lnTo>
                    <a:pt x="0" y="1269"/>
                  </a:lnTo>
                  <a:lnTo>
                    <a:pt x="0" y="1267"/>
                  </a:lnTo>
                  <a:lnTo>
                    <a:pt x="0" y="1266"/>
                  </a:lnTo>
                  <a:lnTo>
                    <a:pt x="0" y="1266"/>
                  </a:lnTo>
                </a:path>
              </a:pathLst>
            </a:custGeom>
            <a:solidFill>
              <a:srgbClr val="808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62" name=""/>
            <p:cNvSpPr/>
            <p:nvPr/>
          </p:nvSpPr>
          <p:spPr>
            <a:xfrm>
              <a:off x="9578880" y="5803920"/>
              <a:ext cx="214560" cy="588960"/>
            </a:xfrm>
            <a:custGeom>
              <a:avLst/>
              <a:gdLst/>
              <a:ahLst/>
              <a:rect l="l" t="t" r="r" b="b"/>
              <a:pathLst>
                <a:path w="135" h="371">
                  <a:moveTo>
                    <a:pt x="0" y="370"/>
                  </a:moveTo>
                  <a:lnTo>
                    <a:pt x="22" y="345"/>
                  </a:lnTo>
                  <a:lnTo>
                    <a:pt x="38" y="325"/>
                  </a:lnTo>
                  <a:lnTo>
                    <a:pt x="53" y="305"/>
                  </a:lnTo>
                  <a:lnTo>
                    <a:pt x="66" y="286"/>
                  </a:lnTo>
                  <a:lnTo>
                    <a:pt x="79" y="264"/>
                  </a:lnTo>
                  <a:lnTo>
                    <a:pt x="88" y="245"/>
                  </a:lnTo>
                  <a:lnTo>
                    <a:pt x="97" y="225"/>
                  </a:lnTo>
                  <a:lnTo>
                    <a:pt x="105" y="204"/>
                  </a:lnTo>
                  <a:lnTo>
                    <a:pt x="112" y="183"/>
                  </a:lnTo>
                  <a:lnTo>
                    <a:pt x="117" y="162"/>
                  </a:lnTo>
                  <a:lnTo>
                    <a:pt x="121" y="141"/>
                  </a:lnTo>
                  <a:lnTo>
                    <a:pt x="124" y="120"/>
                  </a:lnTo>
                  <a:lnTo>
                    <a:pt x="128" y="97"/>
                  </a:lnTo>
                  <a:lnTo>
                    <a:pt x="129" y="74"/>
                  </a:lnTo>
                  <a:lnTo>
                    <a:pt x="131" y="50"/>
                  </a:lnTo>
                  <a:lnTo>
                    <a:pt x="132" y="26"/>
                  </a:lnTo>
                  <a:lnTo>
                    <a:pt x="134" y="0"/>
                  </a:lnTo>
                  <a:lnTo>
                    <a:pt x="129" y="4"/>
                  </a:lnTo>
                  <a:lnTo>
                    <a:pt x="125" y="7"/>
                  </a:lnTo>
                  <a:lnTo>
                    <a:pt x="119" y="11"/>
                  </a:lnTo>
                  <a:lnTo>
                    <a:pt x="115" y="13"/>
                  </a:lnTo>
                  <a:lnTo>
                    <a:pt x="109" y="16"/>
                  </a:lnTo>
                  <a:lnTo>
                    <a:pt x="104" y="18"/>
                  </a:lnTo>
                  <a:lnTo>
                    <a:pt x="98" y="20"/>
                  </a:lnTo>
                  <a:lnTo>
                    <a:pt x="94" y="22"/>
                  </a:lnTo>
                  <a:lnTo>
                    <a:pt x="88" y="24"/>
                  </a:lnTo>
                  <a:lnTo>
                    <a:pt x="82" y="26"/>
                  </a:lnTo>
                  <a:lnTo>
                    <a:pt x="77" y="27"/>
                  </a:lnTo>
                  <a:lnTo>
                    <a:pt x="72" y="27"/>
                  </a:lnTo>
                  <a:lnTo>
                    <a:pt x="66" y="28"/>
                  </a:lnTo>
                  <a:lnTo>
                    <a:pt x="60" y="28"/>
                  </a:lnTo>
                  <a:lnTo>
                    <a:pt x="55" y="28"/>
                  </a:lnTo>
                  <a:lnTo>
                    <a:pt x="51" y="27"/>
                  </a:lnTo>
                  <a:lnTo>
                    <a:pt x="50" y="32"/>
                  </a:lnTo>
                  <a:lnTo>
                    <a:pt x="51" y="37"/>
                  </a:lnTo>
                  <a:lnTo>
                    <a:pt x="53" y="47"/>
                  </a:lnTo>
                  <a:lnTo>
                    <a:pt x="56" y="60"/>
                  </a:lnTo>
                  <a:lnTo>
                    <a:pt x="58" y="76"/>
                  </a:lnTo>
                  <a:lnTo>
                    <a:pt x="60" y="94"/>
                  </a:lnTo>
                  <a:lnTo>
                    <a:pt x="61" y="115"/>
                  </a:lnTo>
                  <a:lnTo>
                    <a:pt x="63" y="137"/>
                  </a:lnTo>
                  <a:lnTo>
                    <a:pt x="61" y="163"/>
                  </a:lnTo>
                  <a:lnTo>
                    <a:pt x="59" y="189"/>
                  </a:lnTo>
                  <a:lnTo>
                    <a:pt x="55" y="218"/>
                  </a:lnTo>
                  <a:lnTo>
                    <a:pt x="50" y="247"/>
                  </a:lnTo>
                  <a:lnTo>
                    <a:pt x="41" y="278"/>
                  </a:lnTo>
                  <a:lnTo>
                    <a:pt x="30" y="308"/>
                  </a:lnTo>
                  <a:lnTo>
                    <a:pt x="16" y="339"/>
                  </a:lnTo>
                  <a:lnTo>
                    <a:pt x="0" y="370"/>
                  </a:lnTo>
                  <a:lnTo>
                    <a:pt x="0" y="370"/>
                  </a:lnTo>
                </a:path>
              </a:pathLst>
            </a:custGeom>
            <a:gradFill rotWithShape="0">
              <a:gsLst>
                <a:gs pos="0">
                  <a:srgbClr val="d2d2d2"/>
                </a:gs>
                <a:gs pos="100000">
                  <a:srgbClr val="000000"/>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63" name=""/>
            <p:cNvSpPr/>
            <p:nvPr/>
          </p:nvSpPr>
          <p:spPr>
            <a:xfrm>
              <a:off x="9487080" y="6916680"/>
              <a:ext cx="218880" cy="590760"/>
            </a:xfrm>
            <a:custGeom>
              <a:avLst/>
              <a:gdLst/>
              <a:ahLst/>
              <a:rect l="l" t="t" r="r" b="b"/>
              <a:pathLst>
                <a:path w="138" h="372">
                  <a:moveTo>
                    <a:pt x="0" y="0"/>
                  </a:moveTo>
                  <a:lnTo>
                    <a:pt x="23" y="25"/>
                  </a:lnTo>
                  <a:lnTo>
                    <a:pt x="40" y="46"/>
                  </a:lnTo>
                  <a:lnTo>
                    <a:pt x="55" y="67"/>
                  </a:lnTo>
                  <a:lnTo>
                    <a:pt x="67" y="88"/>
                  </a:lnTo>
                  <a:lnTo>
                    <a:pt x="80" y="107"/>
                  </a:lnTo>
                  <a:lnTo>
                    <a:pt x="89" y="129"/>
                  </a:lnTo>
                  <a:lnTo>
                    <a:pt x="99" y="148"/>
                  </a:lnTo>
                  <a:lnTo>
                    <a:pt x="106" y="169"/>
                  </a:lnTo>
                  <a:lnTo>
                    <a:pt x="114" y="188"/>
                  </a:lnTo>
                  <a:lnTo>
                    <a:pt x="118" y="210"/>
                  </a:lnTo>
                  <a:lnTo>
                    <a:pt x="124" y="231"/>
                  </a:lnTo>
                  <a:lnTo>
                    <a:pt x="126" y="253"/>
                  </a:lnTo>
                  <a:lnTo>
                    <a:pt x="130" y="275"/>
                  </a:lnTo>
                  <a:lnTo>
                    <a:pt x="131" y="298"/>
                  </a:lnTo>
                  <a:lnTo>
                    <a:pt x="133" y="322"/>
                  </a:lnTo>
                  <a:lnTo>
                    <a:pt x="135" y="347"/>
                  </a:lnTo>
                  <a:lnTo>
                    <a:pt x="137" y="371"/>
                  </a:lnTo>
                  <a:lnTo>
                    <a:pt x="131" y="369"/>
                  </a:lnTo>
                  <a:lnTo>
                    <a:pt x="126" y="365"/>
                  </a:lnTo>
                  <a:lnTo>
                    <a:pt x="121" y="363"/>
                  </a:lnTo>
                  <a:lnTo>
                    <a:pt x="117" y="359"/>
                  </a:lnTo>
                  <a:lnTo>
                    <a:pt x="111" y="357"/>
                  </a:lnTo>
                  <a:lnTo>
                    <a:pt x="105" y="355"/>
                  </a:lnTo>
                  <a:lnTo>
                    <a:pt x="99" y="353"/>
                  </a:lnTo>
                  <a:lnTo>
                    <a:pt x="95" y="349"/>
                  </a:lnTo>
                  <a:lnTo>
                    <a:pt x="89" y="349"/>
                  </a:lnTo>
                  <a:lnTo>
                    <a:pt x="84" y="347"/>
                  </a:lnTo>
                  <a:lnTo>
                    <a:pt x="78" y="346"/>
                  </a:lnTo>
                  <a:lnTo>
                    <a:pt x="72" y="344"/>
                  </a:lnTo>
                  <a:lnTo>
                    <a:pt x="67" y="344"/>
                  </a:lnTo>
                  <a:lnTo>
                    <a:pt x="61" y="343"/>
                  </a:lnTo>
                  <a:lnTo>
                    <a:pt x="55" y="343"/>
                  </a:lnTo>
                  <a:lnTo>
                    <a:pt x="51" y="342"/>
                  </a:lnTo>
                  <a:lnTo>
                    <a:pt x="50" y="340"/>
                  </a:lnTo>
                  <a:lnTo>
                    <a:pt x="52" y="334"/>
                  </a:lnTo>
                  <a:lnTo>
                    <a:pt x="54" y="326"/>
                  </a:lnTo>
                  <a:lnTo>
                    <a:pt x="57" y="312"/>
                  </a:lnTo>
                  <a:lnTo>
                    <a:pt x="59" y="297"/>
                  </a:lnTo>
                  <a:lnTo>
                    <a:pt x="61" y="278"/>
                  </a:lnTo>
                  <a:lnTo>
                    <a:pt x="62" y="258"/>
                  </a:lnTo>
                  <a:lnTo>
                    <a:pt x="64" y="234"/>
                  </a:lnTo>
                  <a:lnTo>
                    <a:pt x="62" y="210"/>
                  </a:lnTo>
                  <a:lnTo>
                    <a:pt x="60" y="183"/>
                  </a:lnTo>
                  <a:lnTo>
                    <a:pt x="56" y="155"/>
                  </a:lnTo>
                  <a:lnTo>
                    <a:pt x="50" y="125"/>
                  </a:lnTo>
                  <a:lnTo>
                    <a:pt x="42" y="95"/>
                  </a:lnTo>
                  <a:lnTo>
                    <a:pt x="31" y="64"/>
                  </a:lnTo>
                  <a:lnTo>
                    <a:pt x="17" y="33"/>
                  </a:lnTo>
                  <a:lnTo>
                    <a:pt x="0" y="0"/>
                  </a:lnTo>
                  <a:lnTo>
                    <a:pt x="0" y="0"/>
                  </a:lnTo>
                </a:path>
              </a:pathLst>
            </a:custGeom>
            <a:gradFill rotWithShape="0">
              <a:gsLst>
                <a:gs pos="0">
                  <a:srgbClr val="d2d2d2"/>
                </a:gs>
                <a:gs pos="100000">
                  <a:srgbClr val="000000"/>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64" name=""/>
            <p:cNvSpPr/>
            <p:nvPr/>
          </p:nvSpPr>
          <p:spPr>
            <a:xfrm>
              <a:off x="9853560" y="5676840"/>
              <a:ext cx="61920" cy="2022480"/>
            </a:xfrm>
            <a:custGeom>
              <a:avLst/>
              <a:gdLst/>
              <a:ahLst/>
              <a:rect l="l" t="t" r="r" b="b"/>
              <a:pathLst>
                <a:path w="39" h="1274">
                  <a:moveTo>
                    <a:pt x="38" y="1266"/>
                  </a:moveTo>
                  <a:lnTo>
                    <a:pt x="38" y="0"/>
                  </a:lnTo>
                  <a:lnTo>
                    <a:pt x="34" y="2"/>
                  </a:lnTo>
                  <a:lnTo>
                    <a:pt x="32" y="4"/>
                  </a:lnTo>
                  <a:lnTo>
                    <a:pt x="30" y="6"/>
                  </a:lnTo>
                  <a:lnTo>
                    <a:pt x="28" y="7"/>
                  </a:lnTo>
                  <a:lnTo>
                    <a:pt x="24" y="9"/>
                  </a:lnTo>
                  <a:lnTo>
                    <a:pt x="22" y="10"/>
                  </a:lnTo>
                  <a:lnTo>
                    <a:pt x="20" y="12"/>
                  </a:lnTo>
                  <a:lnTo>
                    <a:pt x="18" y="12"/>
                  </a:lnTo>
                  <a:lnTo>
                    <a:pt x="14" y="14"/>
                  </a:lnTo>
                  <a:lnTo>
                    <a:pt x="12" y="14"/>
                  </a:lnTo>
                  <a:lnTo>
                    <a:pt x="11" y="16"/>
                  </a:lnTo>
                  <a:lnTo>
                    <a:pt x="9" y="16"/>
                  </a:lnTo>
                  <a:lnTo>
                    <a:pt x="6" y="18"/>
                  </a:lnTo>
                  <a:lnTo>
                    <a:pt x="4" y="18"/>
                  </a:lnTo>
                  <a:lnTo>
                    <a:pt x="2" y="18"/>
                  </a:lnTo>
                  <a:lnTo>
                    <a:pt x="0" y="18"/>
                  </a:lnTo>
                  <a:lnTo>
                    <a:pt x="1" y="1266"/>
                  </a:lnTo>
                  <a:lnTo>
                    <a:pt x="1" y="1267"/>
                  </a:lnTo>
                  <a:lnTo>
                    <a:pt x="1" y="1269"/>
                  </a:lnTo>
                  <a:lnTo>
                    <a:pt x="2" y="1270"/>
                  </a:lnTo>
                  <a:lnTo>
                    <a:pt x="3" y="1272"/>
                  </a:lnTo>
                  <a:lnTo>
                    <a:pt x="6" y="1272"/>
                  </a:lnTo>
                  <a:lnTo>
                    <a:pt x="8" y="1273"/>
                  </a:lnTo>
                  <a:lnTo>
                    <a:pt x="12" y="1273"/>
                  </a:lnTo>
                  <a:lnTo>
                    <a:pt x="15" y="1273"/>
                  </a:lnTo>
                  <a:lnTo>
                    <a:pt x="19" y="1273"/>
                  </a:lnTo>
                  <a:lnTo>
                    <a:pt x="21" y="1273"/>
                  </a:lnTo>
                  <a:lnTo>
                    <a:pt x="25" y="1273"/>
                  </a:lnTo>
                  <a:lnTo>
                    <a:pt x="27" y="1273"/>
                  </a:lnTo>
                  <a:lnTo>
                    <a:pt x="31" y="1271"/>
                  </a:lnTo>
                  <a:lnTo>
                    <a:pt x="33" y="1271"/>
                  </a:lnTo>
                  <a:lnTo>
                    <a:pt x="36" y="1270"/>
                  </a:lnTo>
                  <a:lnTo>
                    <a:pt x="36" y="1269"/>
                  </a:lnTo>
                  <a:lnTo>
                    <a:pt x="38" y="1267"/>
                  </a:lnTo>
                  <a:lnTo>
                    <a:pt x="38" y="1266"/>
                  </a:lnTo>
                  <a:lnTo>
                    <a:pt x="38" y="1266"/>
                  </a:lnTo>
                </a:path>
              </a:pathLst>
            </a:custGeom>
            <a:solidFill>
              <a:srgbClr val="808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65" name=""/>
            <p:cNvSpPr/>
            <p:nvPr/>
          </p:nvSpPr>
          <p:spPr>
            <a:xfrm>
              <a:off x="8767800" y="5518080"/>
              <a:ext cx="1162080" cy="169920"/>
            </a:xfrm>
            <a:prstGeom prst="ellipse">
              <a:avLst/>
            </a:prstGeom>
            <a:gradFill rotWithShape="0">
              <a:gsLst>
                <a:gs pos="0">
                  <a:srgbClr val="c0c0c0"/>
                </a:gs>
                <a:gs pos="100000">
                  <a:srgbClr val="808080"/>
                </a:gs>
              </a:gsLst>
              <a:lin ang="10800000"/>
            </a:gra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66" name=""/>
            <p:cNvSpPr/>
            <p:nvPr/>
          </p:nvSpPr>
          <p:spPr>
            <a:xfrm>
              <a:off x="8767800" y="5597640"/>
              <a:ext cx="1163520" cy="153720"/>
            </a:xfrm>
            <a:custGeom>
              <a:avLst/>
              <a:gdLst/>
              <a:ahLst/>
              <a:rect l="l" t="t" r="r" b="b"/>
              <a:pathLst>
                <a:path w="733" h="97">
                  <a:moveTo>
                    <a:pt x="732" y="1"/>
                  </a:moveTo>
                  <a:lnTo>
                    <a:pt x="720" y="14"/>
                  </a:lnTo>
                  <a:lnTo>
                    <a:pt x="696" y="24"/>
                  </a:lnTo>
                  <a:lnTo>
                    <a:pt x="659" y="33"/>
                  </a:lnTo>
                  <a:lnTo>
                    <a:pt x="614" y="40"/>
                  </a:lnTo>
                  <a:lnTo>
                    <a:pt x="560" y="46"/>
                  </a:lnTo>
                  <a:lnTo>
                    <a:pt x="501" y="50"/>
                  </a:lnTo>
                  <a:lnTo>
                    <a:pt x="436" y="53"/>
                  </a:lnTo>
                  <a:lnTo>
                    <a:pt x="371" y="53"/>
                  </a:lnTo>
                  <a:lnTo>
                    <a:pt x="303" y="54"/>
                  </a:lnTo>
                  <a:lnTo>
                    <a:pt x="239" y="52"/>
                  </a:lnTo>
                  <a:lnTo>
                    <a:pt x="178" y="47"/>
                  </a:lnTo>
                  <a:lnTo>
                    <a:pt x="124" y="41"/>
                  </a:lnTo>
                  <a:lnTo>
                    <a:pt x="76" y="34"/>
                  </a:lnTo>
                  <a:lnTo>
                    <a:pt x="38" y="25"/>
                  </a:lnTo>
                  <a:lnTo>
                    <a:pt x="12" y="14"/>
                  </a:lnTo>
                  <a:lnTo>
                    <a:pt x="0" y="0"/>
                  </a:lnTo>
                  <a:lnTo>
                    <a:pt x="0" y="44"/>
                  </a:lnTo>
                  <a:lnTo>
                    <a:pt x="12" y="58"/>
                  </a:lnTo>
                  <a:lnTo>
                    <a:pt x="38" y="69"/>
                  </a:lnTo>
                  <a:lnTo>
                    <a:pt x="76" y="78"/>
                  </a:lnTo>
                  <a:lnTo>
                    <a:pt x="124" y="84"/>
                  </a:lnTo>
                  <a:lnTo>
                    <a:pt x="178" y="91"/>
                  </a:lnTo>
                  <a:lnTo>
                    <a:pt x="239" y="94"/>
                  </a:lnTo>
                  <a:lnTo>
                    <a:pt x="303" y="96"/>
                  </a:lnTo>
                  <a:lnTo>
                    <a:pt x="371" y="96"/>
                  </a:lnTo>
                  <a:lnTo>
                    <a:pt x="436" y="95"/>
                  </a:lnTo>
                  <a:lnTo>
                    <a:pt x="501" y="91"/>
                  </a:lnTo>
                  <a:lnTo>
                    <a:pt x="560" y="87"/>
                  </a:lnTo>
                  <a:lnTo>
                    <a:pt x="614" y="81"/>
                  </a:lnTo>
                  <a:lnTo>
                    <a:pt x="659" y="74"/>
                  </a:lnTo>
                  <a:lnTo>
                    <a:pt x="696" y="64"/>
                  </a:lnTo>
                  <a:lnTo>
                    <a:pt x="720" y="54"/>
                  </a:lnTo>
                  <a:lnTo>
                    <a:pt x="732" y="42"/>
                  </a:lnTo>
                  <a:lnTo>
                    <a:pt x="732" y="1"/>
                  </a:lnTo>
                  <a:lnTo>
                    <a:pt x="732" y="1"/>
                  </a:lnTo>
                </a:path>
              </a:pathLst>
            </a:custGeom>
            <a:solidFill>
              <a:srgbClr val="727272"/>
            </a:solidFill>
            <a:ln w="9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Tree>
  </p:cSld>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367" name=""/>
          <p:cNvGrpSpPr/>
          <p:nvPr/>
        </p:nvGrpSpPr>
        <p:grpSpPr>
          <a:xfrm>
            <a:off x="538200" y="-7920"/>
            <a:ext cx="9456840" cy="8099280"/>
            <a:chOff x="538200" y="-7920"/>
            <a:chExt cx="9456840" cy="8099280"/>
          </a:xfrm>
        </p:grpSpPr>
        <p:sp>
          <p:nvSpPr>
            <p:cNvPr id="4368"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369" name=""/>
            <p:cNvGrpSpPr/>
            <p:nvPr/>
          </p:nvGrpSpPr>
          <p:grpSpPr>
            <a:xfrm>
              <a:off x="538200" y="727200"/>
              <a:ext cx="1542960" cy="1599840"/>
              <a:chOff x="538200" y="727200"/>
              <a:chExt cx="1542960" cy="1599840"/>
            </a:xfrm>
          </p:grpSpPr>
          <p:sp>
            <p:nvSpPr>
              <p:cNvPr id="4370"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371" name="" descr=""/>
              <p:cNvPicPr/>
              <p:nvPr/>
            </p:nvPicPr>
            <p:blipFill>
              <a:blip r:embed="rId1"/>
              <a:stretch/>
            </p:blipFill>
            <p:spPr>
              <a:xfrm>
                <a:off x="568440" y="779400"/>
                <a:ext cx="1430280" cy="1460520"/>
              </a:xfrm>
              <a:prstGeom prst="rect">
                <a:avLst/>
              </a:prstGeom>
              <a:noFill/>
              <a:ln w="0">
                <a:noFill/>
              </a:ln>
            </p:spPr>
          </p:pic>
          <p:sp>
            <p:nvSpPr>
              <p:cNvPr id="4372"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73"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74"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375"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376"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377" name="PlaceHolder 1"/>
          <p:cNvSpPr>
            <a:spLocks noGrp="1"/>
          </p:cNvSpPr>
          <p:nvPr>
            <p:ph/>
          </p:nvPr>
        </p:nvSpPr>
        <p:spPr>
          <a:xfrm>
            <a:off x="2198520" y="850680"/>
            <a:ext cx="7831440" cy="1260360"/>
          </a:xfrm>
          <a:prstGeom prst="rect">
            <a:avLst/>
          </a:prstGeom>
          <a:noFill/>
          <a:ln w="0">
            <a:noFill/>
          </a:ln>
        </p:spPr>
        <p:txBody>
          <a:bodyPr lIns="0" rIns="0" tIns="0" bIns="0" anchor="ctr">
            <a:normAutofit fontScale="92500" lnSpcReduction="9999"/>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Imported Sheep in Vermont</a:t>
            </a:r>
            <a:r>
              <a:rPr b="1" i="1" lang="en-US" sz="4200" strike="noStrike" u="none">
                <a:solidFill>
                  <a:srgbClr val="ffe118"/>
                </a:solidFill>
                <a:effectLst/>
                <a:uFillTx/>
                <a:latin typeface="Times New Roman"/>
              </a:rPr>
              <a:t> (continued)</a:t>
            </a:r>
            <a:endParaRPr b="0" lang="en-IN" sz="4200" strike="noStrike" u="none">
              <a:solidFill>
                <a:srgbClr val="ffffff"/>
              </a:solidFill>
              <a:effectLst/>
              <a:uFillTx/>
              <a:latin typeface="Times New Roman"/>
            </a:endParaRPr>
          </a:p>
        </p:txBody>
      </p:sp>
      <p:sp>
        <p:nvSpPr>
          <p:cNvPr id="4378" name=""/>
          <p:cNvSpPr/>
          <p:nvPr/>
        </p:nvSpPr>
        <p:spPr>
          <a:xfrm>
            <a:off x="1479600" y="2503440"/>
            <a:ext cx="8750160" cy="244944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April 10, 2001 - Arguments in front of  second circuit court</a:t>
            </a:r>
            <a:endParaRPr b="0" lang="en-IN" sz="35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500" strike="noStrike" u="none">
                <a:solidFill>
                  <a:srgbClr val="ffffff"/>
                </a:solidFill>
                <a:effectLst/>
                <a:uFillTx/>
                <a:latin typeface="Times New Roman"/>
              </a:rPr>
              <a:t>April 20, 2001 - Court rules appeal is moot</a:t>
            </a:r>
            <a:endParaRPr b="0" lang="en-IN" sz="3500" strike="noStrike" u="none">
              <a:solidFill>
                <a:srgbClr val="ffffff"/>
              </a:solidFill>
              <a:effectLst/>
              <a:uFillTx/>
              <a:latin typeface="Times New Roman"/>
            </a:endParaRPr>
          </a:p>
        </p:txBody>
      </p:sp>
      <p:grpSp>
        <p:nvGrpSpPr>
          <p:cNvPr id="4379" name=""/>
          <p:cNvGrpSpPr/>
          <p:nvPr/>
        </p:nvGrpSpPr>
        <p:grpSpPr>
          <a:xfrm>
            <a:off x="7332840" y="4979880"/>
            <a:ext cx="1169640" cy="2316240"/>
            <a:chOff x="7332840" y="4979880"/>
            <a:chExt cx="1169640" cy="2316240"/>
          </a:xfrm>
        </p:grpSpPr>
        <p:sp>
          <p:nvSpPr>
            <p:cNvPr id="4380" name=""/>
            <p:cNvSpPr/>
            <p:nvPr/>
          </p:nvSpPr>
          <p:spPr>
            <a:xfrm>
              <a:off x="7340760" y="7059600"/>
              <a:ext cx="1160280" cy="171360"/>
            </a:xfrm>
            <a:prstGeom prst="ellipse">
              <a:avLst/>
            </a:prstGeom>
            <a:gradFill rotWithShape="0">
              <a:gsLst>
                <a:gs pos="0">
                  <a:srgbClr val="c0c0c0"/>
                </a:gs>
                <a:gs pos="100000">
                  <a:srgbClr val="808080"/>
                </a:gs>
              </a:gsLst>
              <a:lin ang="10800000"/>
            </a:gra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81" name=""/>
            <p:cNvSpPr/>
            <p:nvPr/>
          </p:nvSpPr>
          <p:spPr>
            <a:xfrm>
              <a:off x="7332840" y="7137360"/>
              <a:ext cx="1169640" cy="158760"/>
            </a:xfrm>
            <a:custGeom>
              <a:avLst/>
              <a:gdLst/>
              <a:ahLst/>
              <a:rect l="l" t="t" r="r" b="b"/>
              <a:pathLst>
                <a:path w="737" h="100">
                  <a:moveTo>
                    <a:pt x="736" y="2"/>
                  </a:moveTo>
                  <a:lnTo>
                    <a:pt x="725" y="14"/>
                  </a:lnTo>
                  <a:lnTo>
                    <a:pt x="701" y="24"/>
                  </a:lnTo>
                  <a:lnTo>
                    <a:pt x="665" y="33"/>
                  </a:lnTo>
                  <a:lnTo>
                    <a:pt x="619" y="40"/>
                  </a:lnTo>
                  <a:lnTo>
                    <a:pt x="563" y="47"/>
                  </a:lnTo>
                  <a:lnTo>
                    <a:pt x="503" y="51"/>
                  </a:lnTo>
                  <a:lnTo>
                    <a:pt x="439" y="54"/>
                  </a:lnTo>
                  <a:lnTo>
                    <a:pt x="373" y="54"/>
                  </a:lnTo>
                  <a:lnTo>
                    <a:pt x="306" y="55"/>
                  </a:lnTo>
                  <a:lnTo>
                    <a:pt x="241" y="53"/>
                  </a:lnTo>
                  <a:lnTo>
                    <a:pt x="179" y="49"/>
                  </a:lnTo>
                  <a:lnTo>
                    <a:pt x="125" y="42"/>
                  </a:lnTo>
                  <a:lnTo>
                    <a:pt x="77" y="35"/>
                  </a:lnTo>
                  <a:lnTo>
                    <a:pt x="38" y="25"/>
                  </a:lnTo>
                  <a:lnTo>
                    <a:pt x="12" y="14"/>
                  </a:lnTo>
                  <a:lnTo>
                    <a:pt x="0" y="0"/>
                  </a:lnTo>
                  <a:lnTo>
                    <a:pt x="0" y="44"/>
                  </a:lnTo>
                  <a:lnTo>
                    <a:pt x="12" y="58"/>
                  </a:lnTo>
                  <a:lnTo>
                    <a:pt x="38" y="69"/>
                  </a:lnTo>
                  <a:lnTo>
                    <a:pt x="77" y="80"/>
                  </a:lnTo>
                  <a:lnTo>
                    <a:pt x="125" y="87"/>
                  </a:lnTo>
                  <a:lnTo>
                    <a:pt x="179" y="93"/>
                  </a:lnTo>
                  <a:lnTo>
                    <a:pt x="241" y="97"/>
                  </a:lnTo>
                  <a:lnTo>
                    <a:pt x="306" y="99"/>
                  </a:lnTo>
                  <a:lnTo>
                    <a:pt x="373" y="98"/>
                  </a:lnTo>
                  <a:lnTo>
                    <a:pt x="439" y="98"/>
                  </a:lnTo>
                  <a:lnTo>
                    <a:pt x="503" y="95"/>
                  </a:lnTo>
                  <a:lnTo>
                    <a:pt x="563" y="90"/>
                  </a:lnTo>
                  <a:lnTo>
                    <a:pt x="619" y="83"/>
                  </a:lnTo>
                  <a:lnTo>
                    <a:pt x="665" y="76"/>
                  </a:lnTo>
                  <a:lnTo>
                    <a:pt x="701" y="67"/>
                  </a:lnTo>
                  <a:lnTo>
                    <a:pt x="725" y="56"/>
                  </a:lnTo>
                  <a:lnTo>
                    <a:pt x="736" y="44"/>
                  </a:lnTo>
                  <a:lnTo>
                    <a:pt x="736" y="2"/>
                  </a:lnTo>
                  <a:lnTo>
                    <a:pt x="736" y="2"/>
                  </a:lnTo>
                </a:path>
              </a:pathLst>
            </a:custGeom>
            <a:solidFill>
              <a:srgbClr val="727272"/>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82" name=""/>
            <p:cNvSpPr/>
            <p:nvPr/>
          </p:nvSpPr>
          <p:spPr>
            <a:xfrm>
              <a:off x="7407360" y="5130720"/>
              <a:ext cx="1020600" cy="2089080"/>
            </a:xfrm>
            <a:custGeom>
              <a:avLst/>
              <a:gdLst/>
              <a:ahLst/>
              <a:rect l="l" t="t" r="r" b="b"/>
              <a:pathLst>
                <a:path w="643" h="1316">
                  <a:moveTo>
                    <a:pt x="0" y="1289"/>
                  </a:moveTo>
                  <a:lnTo>
                    <a:pt x="1" y="1258"/>
                  </a:lnTo>
                  <a:lnTo>
                    <a:pt x="3" y="1225"/>
                  </a:lnTo>
                  <a:lnTo>
                    <a:pt x="5" y="1192"/>
                  </a:lnTo>
                  <a:lnTo>
                    <a:pt x="9" y="1159"/>
                  </a:lnTo>
                  <a:lnTo>
                    <a:pt x="13" y="1125"/>
                  </a:lnTo>
                  <a:lnTo>
                    <a:pt x="19" y="1092"/>
                  </a:lnTo>
                  <a:lnTo>
                    <a:pt x="25" y="1059"/>
                  </a:lnTo>
                  <a:lnTo>
                    <a:pt x="32" y="1025"/>
                  </a:lnTo>
                  <a:lnTo>
                    <a:pt x="40" y="994"/>
                  </a:lnTo>
                  <a:lnTo>
                    <a:pt x="49" y="962"/>
                  </a:lnTo>
                  <a:lnTo>
                    <a:pt x="61" y="931"/>
                  </a:lnTo>
                  <a:lnTo>
                    <a:pt x="74" y="901"/>
                  </a:lnTo>
                  <a:lnTo>
                    <a:pt x="87" y="873"/>
                  </a:lnTo>
                  <a:lnTo>
                    <a:pt x="103" y="844"/>
                  </a:lnTo>
                  <a:lnTo>
                    <a:pt x="120" y="819"/>
                  </a:lnTo>
                  <a:lnTo>
                    <a:pt x="140" y="793"/>
                  </a:lnTo>
                  <a:lnTo>
                    <a:pt x="146" y="786"/>
                  </a:lnTo>
                  <a:lnTo>
                    <a:pt x="153" y="778"/>
                  </a:lnTo>
                  <a:lnTo>
                    <a:pt x="159" y="771"/>
                  </a:lnTo>
                  <a:lnTo>
                    <a:pt x="167" y="763"/>
                  </a:lnTo>
                  <a:lnTo>
                    <a:pt x="174" y="758"/>
                  </a:lnTo>
                  <a:lnTo>
                    <a:pt x="182" y="751"/>
                  </a:lnTo>
                  <a:lnTo>
                    <a:pt x="189" y="745"/>
                  </a:lnTo>
                  <a:lnTo>
                    <a:pt x="197" y="737"/>
                  </a:lnTo>
                  <a:lnTo>
                    <a:pt x="205" y="731"/>
                  </a:lnTo>
                  <a:lnTo>
                    <a:pt x="213" y="725"/>
                  </a:lnTo>
                  <a:lnTo>
                    <a:pt x="221" y="719"/>
                  </a:lnTo>
                  <a:lnTo>
                    <a:pt x="231" y="713"/>
                  </a:lnTo>
                  <a:lnTo>
                    <a:pt x="240" y="707"/>
                  </a:lnTo>
                  <a:lnTo>
                    <a:pt x="250" y="701"/>
                  </a:lnTo>
                  <a:lnTo>
                    <a:pt x="259" y="694"/>
                  </a:lnTo>
                  <a:lnTo>
                    <a:pt x="270" y="687"/>
                  </a:lnTo>
                  <a:lnTo>
                    <a:pt x="274" y="683"/>
                  </a:lnTo>
                  <a:lnTo>
                    <a:pt x="279" y="680"/>
                  </a:lnTo>
                  <a:lnTo>
                    <a:pt x="281" y="675"/>
                  </a:lnTo>
                  <a:lnTo>
                    <a:pt x="285" y="669"/>
                  </a:lnTo>
                  <a:lnTo>
                    <a:pt x="287" y="664"/>
                  </a:lnTo>
                  <a:lnTo>
                    <a:pt x="289" y="658"/>
                  </a:lnTo>
                  <a:lnTo>
                    <a:pt x="290" y="652"/>
                  </a:lnTo>
                  <a:lnTo>
                    <a:pt x="291" y="645"/>
                  </a:lnTo>
                  <a:lnTo>
                    <a:pt x="290" y="640"/>
                  </a:lnTo>
                  <a:lnTo>
                    <a:pt x="289" y="634"/>
                  </a:lnTo>
                  <a:lnTo>
                    <a:pt x="287" y="628"/>
                  </a:lnTo>
                  <a:lnTo>
                    <a:pt x="285" y="622"/>
                  </a:lnTo>
                  <a:lnTo>
                    <a:pt x="281" y="618"/>
                  </a:lnTo>
                  <a:lnTo>
                    <a:pt x="279" y="612"/>
                  </a:lnTo>
                  <a:lnTo>
                    <a:pt x="274" y="608"/>
                  </a:lnTo>
                  <a:lnTo>
                    <a:pt x="270" y="603"/>
                  </a:lnTo>
                  <a:lnTo>
                    <a:pt x="259" y="597"/>
                  </a:lnTo>
                  <a:lnTo>
                    <a:pt x="250" y="591"/>
                  </a:lnTo>
                  <a:lnTo>
                    <a:pt x="240" y="585"/>
                  </a:lnTo>
                  <a:lnTo>
                    <a:pt x="231" y="578"/>
                  </a:lnTo>
                  <a:lnTo>
                    <a:pt x="221" y="573"/>
                  </a:lnTo>
                  <a:lnTo>
                    <a:pt x="213" y="567"/>
                  </a:lnTo>
                  <a:lnTo>
                    <a:pt x="205" y="561"/>
                  </a:lnTo>
                  <a:lnTo>
                    <a:pt x="197" y="554"/>
                  </a:lnTo>
                  <a:lnTo>
                    <a:pt x="189" y="548"/>
                  </a:lnTo>
                  <a:lnTo>
                    <a:pt x="182" y="542"/>
                  </a:lnTo>
                  <a:lnTo>
                    <a:pt x="174" y="536"/>
                  </a:lnTo>
                  <a:lnTo>
                    <a:pt x="167" y="529"/>
                  </a:lnTo>
                  <a:lnTo>
                    <a:pt x="159" y="522"/>
                  </a:lnTo>
                  <a:lnTo>
                    <a:pt x="153" y="514"/>
                  </a:lnTo>
                  <a:lnTo>
                    <a:pt x="146" y="507"/>
                  </a:lnTo>
                  <a:lnTo>
                    <a:pt x="140" y="498"/>
                  </a:lnTo>
                  <a:lnTo>
                    <a:pt x="120" y="474"/>
                  </a:lnTo>
                  <a:lnTo>
                    <a:pt x="103" y="448"/>
                  </a:lnTo>
                  <a:lnTo>
                    <a:pt x="87" y="421"/>
                  </a:lnTo>
                  <a:lnTo>
                    <a:pt x="74" y="391"/>
                  </a:lnTo>
                  <a:lnTo>
                    <a:pt x="61" y="362"/>
                  </a:lnTo>
                  <a:lnTo>
                    <a:pt x="49" y="331"/>
                  </a:lnTo>
                  <a:lnTo>
                    <a:pt x="40" y="300"/>
                  </a:lnTo>
                  <a:lnTo>
                    <a:pt x="32" y="266"/>
                  </a:lnTo>
                  <a:lnTo>
                    <a:pt x="25" y="234"/>
                  </a:lnTo>
                  <a:lnTo>
                    <a:pt x="19" y="201"/>
                  </a:lnTo>
                  <a:lnTo>
                    <a:pt x="13" y="168"/>
                  </a:lnTo>
                  <a:lnTo>
                    <a:pt x="9" y="133"/>
                  </a:lnTo>
                  <a:lnTo>
                    <a:pt x="5" y="100"/>
                  </a:lnTo>
                  <a:lnTo>
                    <a:pt x="3" y="66"/>
                  </a:lnTo>
                  <a:lnTo>
                    <a:pt x="1" y="34"/>
                  </a:lnTo>
                  <a:lnTo>
                    <a:pt x="0" y="0"/>
                  </a:lnTo>
                  <a:lnTo>
                    <a:pt x="642" y="0"/>
                  </a:lnTo>
                  <a:lnTo>
                    <a:pt x="640" y="34"/>
                  </a:lnTo>
                  <a:lnTo>
                    <a:pt x="638" y="66"/>
                  </a:lnTo>
                  <a:lnTo>
                    <a:pt x="634" y="100"/>
                  </a:lnTo>
                  <a:lnTo>
                    <a:pt x="632" y="133"/>
                  </a:lnTo>
                  <a:lnTo>
                    <a:pt x="626" y="168"/>
                  </a:lnTo>
                  <a:lnTo>
                    <a:pt x="622" y="201"/>
                  </a:lnTo>
                  <a:lnTo>
                    <a:pt x="615" y="234"/>
                  </a:lnTo>
                  <a:lnTo>
                    <a:pt x="608" y="266"/>
                  </a:lnTo>
                  <a:lnTo>
                    <a:pt x="599" y="300"/>
                  </a:lnTo>
                  <a:lnTo>
                    <a:pt x="589" y="331"/>
                  </a:lnTo>
                  <a:lnTo>
                    <a:pt x="578" y="362"/>
                  </a:lnTo>
                  <a:lnTo>
                    <a:pt x="566" y="391"/>
                  </a:lnTo>
                  <a:lnTo>
                    <a:pt x="551" y="421"/>
                  </a:lnTo>
                  <a:lnTo>
                    <a:pt x="537" y="448"/>
                  </a:lnTo>
                  <a:lnTo>
                    <a:pt x="520" y="474"/>
                  </a:lnTo>
                  <a:lnTo>
                    <a:pt x="502" y="498"/>
                  </a:lnTo>
                  <a:lnTo>
                    <a:pt x="494" y="507"/>
                  </a:lnTo>
                  <a:lnTo>
                    <a:pt x="488" y="514"/>
                  </a:lnTo>
                  <a:lnTo>
                    <a:pt x="480" y="522"/>
                  </a:lnTo>
                  <a:lnTo>
                    <a:pt x="474" y="529"/>
                  </a:lnTo>
                  <a:lnTo>
                    <a:pt x="467" y="536"/>
                  </a:lnTo>
                  <a:lnTo>
                    <a:pt x="459" y="542"/>
                  </a:lnTo>
                  <a:lnTo>
                    <a:pt x="451" y="548"/>
                  </a:lnTo>
                  <a:lnTo>
                    <a:pt x="444" y="554"/>
                  </a:lnTo>
                  <a:lnTo>
                    <a:pt x="434" y="561"/>
                  </a:lnTo>
                  <a:lnTo>
                    <a:pt x="426" y="567"/>
                  </a:lnTo>
                  <a:lnTo>
                    <a:pt x="417" y="573"/>
                  </a:lnTo>
                  <a:lnTo>
                    <a:pt x="409" y="578"/>
                  </a:lnTo>
                  <a:lnTo>
                    <a:pt x="399" y="585"/>
                  </a:lnTo>
                  <a:lnTo>
                    <a:pt x="390" y="591"/>
                  </a:lnTo>
                  <a:lnTo>
                    <a:pt x="381" y="597"/>
                  </a:lnTo>
                  <a:lnTo>
                    <a:pt x="372" y="603"/>
                  </a:lnTo>
                  <a:lnTo>
                    <a:pt x="366" y="608"/>
                  </a:lnTo>
                  <a:lnTo>
                    <a:pt x="361" y="612"/>
                  </a:lnTo>
                  <a:lnTo>
                    <a:pt x="357" y="618"/>
                  </a:lnTo>
                  <a:lnTo>
                    <a:pt x="354" y="622"/>
                  </a:lnTo>
                  <a:lnTo>
                    <a:pt x="352" y="628"/>
                  </a:lnTo>
                  <a:lnTo>
                    <a:pt x="351" y="634"/>
                  </a:lnTo>
                  <a:lnTo>
                    <a:pt x="350" y="640"/>
                  </a:lnTo>
                  <a:lnTo>
                    <a:pt x="350" y="645"/>
                  </a:lnTo>
                  <a:lnTo>
                    <a:pt x="350" y="652"/>
                  </a:lnTo>
                  <a:lnTo>
                    <a:pt x="351" y="658"/>
                  </a:lnTo>
                  <a:lnTo>
                    <a:pt x="352" y="664"/>
                  </a:lnTo>
                  <a:lnTo>
                    <a:pt x="354" y="669"/>
                  </a:lnTo>
                  <a:lnTo>
                    <a:pt x="357" y="675"/>
                  </a:lnTo>
                  <a:lnTo>
                    <a:pt x="361" y="680"/>
                  </a:lnTo>
                  <a:lnTo>
                    <a:pt x="366" y="683"/>
                  </a:lnTo>
                  <a:lnTo>
                    <a:pt x="372" y="687"/>
                  </a:lnTo>
                  <a:lnTo>
                    <a:pt x="381" y="694"/>
                  </a:lnTo>
                  <a:lnTo>
                    <a:pt x="390" y="701"/>
                  </a:lnTo>
                  <a:lnTo>
                    <a:pt x="399" y="707"/>
                  </a:lnTo>
                  <a:lnTo>
                    <a:pt x="409" y="713"/>
                  </a:lnTo>
                  <a:lnTo>
                    <a:pt x="417" y="719"/>
                  </a:lnTo>
                  <a:lnTo>
                    <a:pt x="426" y="725"/>
                  </a:lnTo>
                  <a:lnTo>
                    <a:pt x="434" y="731"/>
                  </a:lnTo>
                  <a:lnTo>
                    <a:pt x="444" y="737"/>
                  </a:lnTo>
                  <a:lnTo>
                    <a:pt x="451" y="745"/>
                  </a:lnTo>
                  <a:lnTo>
                    <a:pt x="459" y="751"/>
                  </a:lnTo>
                  <a:lnTo>
                    <a:pt x="467" y="758"/>
                  </a:lnTo>
                  <a:lnTo>
                    <a:pt x="474" y="763"/>
                  </a:lnTo>
                  <a:lnTo>
                    <a:pt x="480" y="771"/>
                  </a:lnTo>
                  <a:lnTo>
                    <a:pt x="488" y="778"/>
                  </a:lnTo>
                  <a:lnTo>
                    <a:pt x="494" y="786"/>
                  </a:lnTo>
                  <a:lnTo>
                    <a:pt x="502" y="793"/>
                  </a:lnTo>
                  <a:lnTo>
                    <a:pt x="520" y="819"/>
                  </a:lnTo>
                  <a:lnTo>
                    <a:pt x="537" y="844"/>
                  </a:lnTo>
                  <a:lnTo>
                    <a:pt x="551" y="873"/>
                  </a:lnTo>
                  <a:lnTo>
                    <a:pt x="566" y="901"/>
                  </a:lnTo>
                  <a:lnTo>
                    <a:pt x="578" y="931"/>
                  </a:lnTo>
                  <a:lnTo>
                    <a:pt x="589" y="962"/>
                  </a:lnTo>
                  <a:lnTo>
                    <a:pt x="599" y="994"/>
                  </a:lnTo>
                  <a:lnTo>
                    <a:pt x="608" y="1025"/>
                  </a:lnTo>
                  <a:lnTo>
                    <a:pt x="615" y="1059"/>
                  </a:lnTo>
                  <a:lnTo>
                    <a:pt x="622" y="1092"/>
                  </a:lnTo>
                  <a:lnTo>
                    <a:pt x="626" y="1125"/>
                  </a:lnTo>
                  <a:lnTo>
                    <a:pt x="632" y="1159"/>
                  </a:lnTo>
                  <a:lnTo>
                    <a:pt x="634" y="1192"/>
                  </a:lnTo>
                  <a:lnTo>
                    <a:pt x="638" y="1225"/>
                  </a:lnTo>
                  <a:lnTo>
                    <a:pt x="640" y="1258"/>
                  </a:lnTo>
                  <a:lnTo>
                    <a:pt x="642" y="1289"/>
                  </a:lnTo>
                  <a:lnTo>
                    <a:pt x="632" y="1292"/>
                  </a:lnTo>
                  <a:lnTo>
                    <a:pt x="599" y="1298"/>
                  </a:lnTo>
                  <a:lnTo>
                    <a:pt x="564" y="1303"/>
                  </a:lnTo>
                  <a:lnTo>
                    <a:pt x="525" y="1308"/>
                  </a:lnTo>
                  <a:lnTo>
                    <a:pt x="485" y="1310"/>
                  </a:lnTo>
                  <a:lnTo>
                    <a:pt x="442" y="1313"/>
                  </a:lnTo>
                  <a:lnTo>
                    <a:pt x="399" y="1315"/>
                  </a:lnTo>
                  <a:lnTo>
                    <a:pt x="354" y="1315"/>
                  </a:lnTo>
                  <a:lnTo>
                    <a:pt x="311" y="1315"/>
                  </a:lnTo>
                  <a:lnTo>
                    <a:pt x="267" y="1315"/>
                  </a:lnTo>
                  <a:lnTo>
                    <a:pt x="223" y="1315"/>
                  </a:lnTo>
                  <a:lnTo>
                    <a:pt x="181" y="1313"/>
                  </a:lnTo>
                  <a:lnTo>
                    <a:pt x="142" y="1310"/>
                  </a:lnTo>
                  <a:lnTo>
                    <a:pt x="104" y="1308"/>
                  </a:lnTo>
                  <a:lnTo>
                    <a:pt x="70" y="1304"/>
                  </a:lnTo>
                  <a:lnTo>
                    <a:pt x="40" y="1300"/>
                  </a:lnTo>
                  <a:lnTo>
                    <a:pt x="15" y="1295"/>
                  </a:lnTo>
                  <a:lnTo>
                    <a:pt x="13" y="1295"/>
                  </a:lnTo>
                  <a:lnTo>
                    <a:pt x="13" y="1295"/>
                  </a:lnTo>
                  <a:lnTo>
                    <a:pt x="11" y="1295"/>
                  </a:lnTo>
                  <a:lnTo>
                    <a:pt x="11" y="1295"/>
                  </a:lnTo>
                  <a:lnTo>
                    <a:pt x="10" y="1295"/>
                  </a:lnTo>
                  <a:lnTo>
                    <a:pt x="8" y="1295"/>
                  </a:lnTo>
                  <a:lnTo>
                    <a:pt x="6" y="1295"/>
                  </a:lnTo>
                  <a:lnTo>
                    <a:pt x="6" y="1293"/>
                  </a:lnTo>
                  <a:lnTo>
                    <a:pt x="4" y="1293"/>
                  </a:lnTo>
                  <a:lnTo>
                    <a:pt x="3" y="1293"/>
                  </a:lnTo>
                  <a:lnTo>
                    <a:pt x="1" y="1293"/>
                  </a:lnTo>
                  <a:lnTo>
                    <a:pt x="1" y="1291"/>
                  </a:lnTo>
                  <a:lnTo>
                    <a:pt x="0" y="1291"/>
                  </a:lnTo>
                  <a:lnTo>
                    <a:pt x="0" y="1291"/>
                  </a:lnTo>
                  <a:lnTo>
                    <a:pt x="0" y="1291"/>
                  </a:lnTo>
                  <a:lnTo>
                    <a:pt x="0" y="1289"/>
                  </a:lnTo>
                  <a:lnTo>
                    <a:pt x="0" y="1289"/>
                  </a:lnTo>
                </a:path>
              </a:pathLst>
            </a:custGeom>
            <a:noFill/>
            <a:ln w="18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83" name=""/>
            <p:cNvSpPr/>
            <p:nvPr/>
          </p:nvSpPr>
          <p:spPr>
            <a:xfrm>
              <a:off x="7591320" y="5819760"/>
              <a:ext cx="657360" cy="297000"/>
            </a:xfrm>
            <a:custGeom>
              <a:avLst/>
              <a:gdLst/>
              <a:ahLst/>
              <a:rect l="l" t="t" r="r" b="b"/>
              <a:pathLst>
                <a:path w="414" h="187">
                  <a:moveTo>
                    <a:pt x="0" y="0"/>
                  </a:moveTo>
                  <a:lnTo>
                    <a:pt x="4" y="10"/>
                  </a:lnTo>
                  <a:lnTo>
                    <a:pt x="8" y="19"/>
                  </a:lnTo>
                  <a:lnTo>
                    <a:pt x="14" y="29"/>
                  </a:lnTo>
                  <a:lnTo>
                    <a:pt x="20" y="37"/>
                  </a:lnTo>
                  <a:lnTo>
                    <a:pt x="27" y="47"/>
                  </a:lnTo>
                  <a:lnTo>
                    <a:pt x="35" y="57"/>
                  </a:lnTo>
                  <a:lnTo>
                    <a:pt x="44" y="67"/>
                  </a:lnTo>
                  <a:lnTo>
                    <a:pt x="54" y="76"/>
                  </a:lnTo>
                  <a:lnTo>
                    <a:pt x="64" y="88"/>
                  </a:lnTo>
                  <a:lnTo>
                    <a:pt x="76" y="98"/>
                  </a:lnTo>
                  <a:lnTo>
                    <a:pt x="89" y="110"/>
                  </a:lnTo>
                  <a:lnTo>
                    <a:pt x="103" y="120"/>
                  </a:lnTo>
                  <a:lnTo>
                    <a:pt x="118" y="132"/>
                  </a:lnTo>
                  <a:lnTo>
                    <a:pt x="135" y="144"/>
                  </a:lnTo>
                  <a:lnTo>
                    <a:pt x="153" y="156"/>
                  </a:lnTo>
                  <a:lnTo>
                    <a:pt x="172" y="168"/>
                  </a:lnTo>
                  <a:lnTo>
                    <a:pt x="205" y="186"/>
                  </a:lnTo>
                  <a:lnTo>
                    <a:pt x="238" y="168"/>
                  </a:lnTo>
                  <a:lnTo>
                    <a:pt x="257" y="156"/>
                  </a:lnTo>
                  <a:lnTo>
                    <a:pt x="274" y="144"/>
                  </a:lnTo>
                  <a:lnTo>
                    <a:pt x="290" y="132"/>
                  </a:lnTo>
                  <a:lnTo>
                    <a:pt x="307" y="120"/>
                  </a:lnTo>
                  <a:lnTo>
                    <a:pt x="320" y="110"/>
                  </a:lnTo>
                  <a:lnTo>
                    <a:pt x="334" y="98"/>
                  </a:lnTo>
                  <a:lnTo>
                    <a:pt x="346" y="88"/>
                  </a:lnTo>
                  <a:lnTo>
                    <a:pt x="357" y="76"/>
                  </a:lnTo>
                  <a:lnTo>
                    <a:pt x="367" y="67"/>
                  </a:lnTo>
                  <a:lnTo>
                    <a:pt x="376" y="57"/>
                  </a:lnTo>
                  <a:lnTo>
                    <a:pt x="384" y="47"/>
                  </a:lnTo>
                  <a:lnTo>
                    <a:pt x="392" y="37"/>
                  </a:lnTo>
                  <a:lnTo>
                    <a:pt x="398" y="29"/>
                  </a:lnTo>
                  <a:lnTo>
                    <a:pt x="404" y="19"/>
                  </a:lnTo>
                  <a:lnTo>
                    <a:pt x="408" y="9"/>
                  </a:lnTo>
                  <a:lnTo>
                    <a:pt x="413" y="0"/>
                  </a:lnTo>
                  <a:lnTo>
                    <a:pt x="413" y="0"/>
                  </a:lnTo>
                  <a:lnTo>
                    <a:pt x="402" y="7"/>
                  </a:lnTo>
                  <a:lnTo>
                    <a:pt x="385" y="13"/>
                  </a:lnTo>
                  <a:lnTo>
                    <a:pt x="364" y="19"/>
                  </a:lnTo>
                  <a:lnTo>
                    <a:pt x="340" y="23"/>
                  </a:lnTo>
                  <a:lnTo>
                    <a:pt x="310" y="27"/>
                  </a:lnTo>
                  <a:lnTo>
                    <a:pt x="279" y="29"/>
                  </a:lnTo>
                  <a:lnTo>
                    <a:pt x="245" y="30"/>
                  </a:lnTo>
                  <a:lnTo>
                    <a:pt x="212" y="30"/>
                  </a:lnTo>
                  <a:lnTo>
                    <a:pt x="177" y="30"/>
                  </a:lnTo>
                  <a:lnTo>
                    <a:pt x="143" y="28"/>
                  </a:lnTo>
                  <a:lnTo>
                    <a:pt x="111" y="26"/>
                  </a:lnTo>
                  <a:lnTo>
                    <a:pt x="82" y="22"/>
                  </a:lnTo>
                  <a:lnTo>
                    <a:pt x="55" y="18"/>
                  </a:lnTo>
                  <a:lnTo>
                    <a:pt x="31" y="14"/>
                  </a:lnTo>
                  <a:lnTo>
                    <a:pt x="13" y="8"/>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path>
              </a:pathLst>
            </a:custGeom>
            <a:solidFill>
              <a:srgbClr val="d2b06a"/>
            </a:solidFill>
            <a:ln w="9360">
              <a:solidFill>
                <a:srgbClr val="d2b06a"/>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84" name=""/>
            <p:cNvSpPr/>
            <p:nvPr/>
          </p:nvSpPr>
          <p:spPr>
            <a:xfrm>
              <a:off x="7486560" y="6605640"/>
              <a:ext cx="873360" cy="598320"/>
            </a:xfrm>
            <a:custGeom>
              <a:avLst/>
              <a:gdLst/>
              <a:ahLst/>
              <a:rect l="l" t="t" r="r" b="b"/>
              <a:pathLst>
                <a:path w="550" h="377">
                  <a:moveTo>
                    <a:pt x="549" y="358"/>
                  </a:moveTo>
                  <a:lnTo>
                    <a:pt x="514" y="363"/>
                  </a:lnTo>
                  <a:lnTo>
                    <a:pt x="479" y="367"/>
                  </a:lnTo>
                  <a:lnTo>
                    <a:pt x="442" y="370"/>
                  </a:lnTo>
                  <a:lnTo>
                    <a:pt x="406" y="372"/>
                  </a:lnTo>
                  <a:lnTo>
                    <a:pt x="367" y="374"/>
                  </a:lnTo>
                  <a:lnTo>
                    <a:pt x="330" y="375"/>
                  </a:lnTo>
                  <a:lnTo>
                    <a:pt x="292" y="376"/>
                  </a:lnTo>
                  <a:lnTo>
                    <a:pt x="256" y="376"/>
                  </a:lnTo>
                  <a:lnTo>
                    <a:pt x="219" y="376"/>
                  </a:lnTo>
                  <a:lnTo>
                    <a:pt x="182" y="375"/>
                  </a:lnTo>
                  <a:lnTo>
                    <a:pt x="147" y="373"/>
                  </a:lnTo>
                  <a:lnTo>
                    <a:pt x="114" y="371"/>
                  </a:lnTo>
                  <a:lnTo>
                    <a:pt x="82" y="369"/>
                  </a:lnTo>
                  <a:lnTo>
                    <a:pt x="52" y="366"/>
                  </a:lnTo>
                  <a:lnTo>
                    <a:pt x="24" y="362"/>
                  </a:lnTo>
                  <a:lnTo>
                    <a:pt x="0" y="357"/>
                  </a:lnTo>
                  <a:lnTo>
                    <a:pt x="271" y="0"/>
                  </a:lnTo>
                  <a:lnTo>
                    <a:pt x="549" y="358"/>
                  </a:lnTo>
                  <a:lnTo>
                    <a:pt x="549" y="358"/>
                  </a:lnTo>
                </a:path>
              </a:pathLst>
            </a:custGeom>
            <a:solidFill>
              <a:srgbClr val="d0b1a1"/>
            </a:solidFill>
            <a:ln w="9360">
              <a:solidFill>
                <a:srgbClr val="d0b1a1"/>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85" name=""/>
            <p:cNvSpPr/>
            <p:nvPr/>
          </p:nvSpPr>
          <p:spPr>
            <a:xfrm>
              <a:off x="7591320" y="5767560"/>
              <a:ext cx="655920" cy="99720"/>
            </a:xfrm>
            <a:prstGeom prst="ellipse">
              <a:avLst/>
            </a:prstGeom>
            <a:solidFill>
              <a:srgbClr val="d0b1a1"/>
            </a:solidFill>
            <a:ln w="9360">
              <a:solidFill>
                <a:srgbClr val="d0b1a1"/>
              </a:solidFill>
              <a:miter/>
            </a:ln>
          </p:spPr>
          <p:style>
            <a:lnRef idx="0"/>
            <a:fillRef idx="0"/>
            <a:effectRef idx="0"/>
            <a:fontRef idx="minor"/>
          </p:style>
          <p:txBody>
            <a:bodyPr wrap="none" lIns="90000" rIns="90000" tIns="24120" bIns="24120" anchor="ctr">
              <a:noAutofit/>
            </a:bodyPr>
            <a:p>
              <a:endParaRPr b="0" lang="en-IN" sz="2400" strike="noStrike" u="none">
                <a:solidFill>
                  <a:srgbClr val="ffffff"/>
                </a:solidFill>
                <a:effectLst/>
                <a:uFillTx/>
                <a:latin typeface="Times New Roman"/>
              </a:endParaRPr>
            </a:p>
          </p:txBody>
        </p:sp>
        <p:sp>
          <p:nvSpPr>
            <p:cNvPr id="4386" name=""/>
            <p:cNvSpPr/>
            <p:nvPr/>
          </p:nvSpPr>
          <p:spPr>
            <a:xfrm flipV="1">
              <a:off x="7905600" y="6107040"/>
              <a:ext cx="28800" cy="519120"/>
            </a:xfrm>
            <a:custGeom>
              <a:avLst/>
              <a:gdLst>
                <a:gd name="textAreaLeft" fmla="*/ 0 w 28800"/>
                <a:gd name="textAreaRight" fmla="*/ 29160 w 28800"/>
                <a:gd name="textAreaTop" fmla="*/ 360 h 519120"/>
                <a:gd name="textAreaBottom" fmla="*/ 519840 h 519120"/>
              </a:gdLst>
              <a:ahLst/>
              <a:cxnLst/>
              <a:rect l="textAreaLeft" t="textAreaTop" r="textAreaRight" b="textAreaBottom"/>
              <a:pathLst>
                <a:path w="21600" h="384800">
                  <a:moveTo>
                    <a:pt x="0" y="0"/>
                  </a:moveTo>
                  <a:arcTo wR="0" hR="0" stAng="16200000" swAng="-5400000"/>
                  <a:lnTo>
                    <a:pt x="0" y="384800"/>
                  </a:lnTo>
                  <a:arcTo wR="0" hR="0" stAng="10800000" swAng="-5400000"/>
                  <a:lnTo>
                    <a:pt x="21600" y="384800"/>
                  </a:lnTo>
                  <a:arcTo wR="0" hR="0" stAng="16200000" swAng="-5400000"/>
                  <a:lnTo>
                    <a:pt x="21600" y="0"/>
                  </a:lnTo>
                  <a:arcTo wR="0" hR="0" stAng="10800000" swAng="-5400000"/>
                  <a:close/>
                </a:path>
              </a:pathLst>
            </a:custGeom>
            <a:solidFill>
              <a:srgbClr val="d0b1a1"/>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87" name=""/>
            <p:cNvSpPr/>
            <p:nvPr/>
          </p:nvSpPr>
          <p:spPr>
            <a:xfrm>
              <a:off x="7346880" y="5140440"/>
              <a:ext cx="63720" cy="2020680"/>
            </a:xfrm>
            <a:custGeom>
              <a:avLst/>
              <a:gdLst/>
              <a:ahLst/>
              <a:rect l="l" t="t" r="r" b="b"/>
              <a:pathLst>
                <a:path w="40" h="1273">
                  <a:moveTo>
                    <a:pt x="1" y="1266"/>
                  </a:moveTo>
                  <a:lnTo>
                    <a:pt x="1" y="0"/>
                  </a:lnTo>
                  <a:lnTo>
                    <a:pt x="14" y="7"/>
                  </a:lnTo>
                  <a:lnTo>
                    <a:pt x="15" y="8"/>
                  </a:lnTo>
                  <a:lnTo>
                    <a:pt x="17" y="10"/>
                  </a:lnTo>
                  <a:lnTo>
                    <a:pt x="19" y="11"/>
                  </a:lnTo>
                  <a:lnTo>
                    <a:pt x="21" y="11"/>
                  </a:lnTo>
                  <a:lnTo>
                    <a:pt x="21" y="12"/>
                  </a:lnTo>
                  <a:lnTo>
                    <a:pt x="23" y="12"/>
                  </a:lnTo>
                  <a:lnTo>
                    <a:pt x="24" y="12"/>
                  </a:lnTo>
                  <a:lnTo>
                    <a:pt x="26" y="12"/>
                  </a:lnTo>
                  <a:lnTo>
                    <a:pt x="26" y="13"/>
                  </a:lnTo>
                  <a:lnTo>
                    <a:pt x="27" y="13"/>
                  </a:lnTo>
                  <a:lnTo>
                    <a:pt x="28" y="13"/>
                  </a:lnTo>
                  <a:lnTo>
                    <a:pt x="30" y="13"/>
                  </a:lnTo>
                  <a:lnTo>
                    <a:pt x="31" y="15"/>
                  </a:lnTo>
                  <a:lnTo>
                    <a:pt x="33" y="15"/>
                  </a:lnTo>
                  <a:lnTo>
                    <a:pt x="35" y="17"/>
                  </a:lnTo>
                  <a:lnTo>
                    <a:pt x="38" y="17"/>
                  </a:lnTo>
                  <a:lnTo>
                    <a:pt x="39" y="1262"/>
                  </a:lnTo>
                  <a:lnTo>
                    <a:pt x="38" y="1267"/>
                  </a:lnTo>
                  <a:lnTo>
                    <a:pt x="36" y="1268"/>
                  </a:lnTo>
                  <a:lnTo>
                    <a:pt x="34" y="1270"/>
                  </a:lnTo>
                  <a:lnTo>
                    <a:pt x="32" y="1272"/>
                  </a:lnTo>
                  <a:lnTo>
                    <a:pt x="30" y="1272"/>
                  </a:lnTo>
                  <a:lnTo>
                    <a:pt x="26" y="1272"/>
                  </a:lnTo>
                  <a:lnTo>
                    <a:pt x="24" y="1272"/>
                  </a:lnTo>
                  <a:lnTo>
                    <a:pt x="20" y="1272"/>
                  </a:lnTo>
                  <a:lnTo>
                    <a:pt x="18" y="1272"/>
                  </a:lnTo>
                  <a:lnTo>
                    <a:pt x="14" y="1272"/>
                  </a:lnTo>
                  <a:lnTo>
                    <a:pt x="11" y="1272"/>
                  </a:lnTo>
                  <a:lnTo>
                    <a:pt x="7" y="1272"/>
                  </a:lnTo>
                  <a:lnTo>
                    <a:pt x="5" y="1271"/>
                  </a:lnTo>
                  <a:lnTo>
                    <a:pt x="3" y="1271"/>
                  </a:lnTo>
                  <a:lnTo>
                    <a:pt x="1" y="1269"/>
                  </a:lnTo>
                  <a:lnTo>
                    <a:pt x="0" y="1268"/>
                  </a:lnTo>
                  <a:lnTo>
                    <a:pt x="1" y="1267"/>
                  </a:lnTo>
                  <a:lnTo>
                    <a:pt x="1" y="1266"/>
                  </a:lnTo>
                  <a:lnTo>
                    <a:pt x="1" y="1266"/>
                  </a:lnTo>
                </a:path>
              </a:pathLst>
            </a:custGeom>
            <a:solidFill>
              <a:srgbClr val="808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88" name=""/>
            <p:cNvSpPr/>
            <p:nvPr/>
          </p:nvSpPr>
          <p:spPr>
            <a:xfrm>
              <a:off x="8151840" y="5265720"/>
              <a:ext cx="214200" cy="590400"/>
            </a:xfrm>
            <a:custGeom>
              <a:avLst/>
              <a:gdLst/>
              <a:ahLst/>
              <a:rect l="l" t="t" r="r" b="b"/>
              <a:pathLst>
                <a:path w="135" h="372">
                  <a:moveTo>
                    <a:pt x="0" y="371"/>
                  </a:moveTo>
                  <a:lnTo>
                    <a:pt x="22" y="345"/>
                  </a:lnTo>
                  <a:lnTo>
                    <a:pt x="38" y="326"/>
                  </a:lnTo>
                  <a:lnTo>
                    <a:pt x="53" y="306"/>
                  </a:lnTo>
                  <a:lnTo>
                    <a:pt x="66" y="286"/>
                  </a:lnTo>
                  <a:lnTo>
                    <a:pt x="78" y="265"/>
                  </a:lnTo>
                  <a:lnTo>
                    <a:pt x="88" y="246"/>
                  </a:lnTo>
                  <a:lnTo>
                    <a:pt x="97" y="225"/>
                  </a:lnTo>
                  <a:lnTo>
                    <a:pt x="105" y="205"/>
                  </a:lnTo>
                  <a:lnTo>
                    <a:pt x="112" y="183"/>
                  </a:lnTo>
                  <a:lnTo>
                    <a:pt x="117" y="163"/>
                  </a:lnTo>
                  <a:lnTo>
                    <a:pt x="121" y="141"/>
                  </a:lnTo>
                  <a:lnTo>
                    <a:pt x="124" y="120"/>
                  </a:lnTo>
                  <a:lnTo>
                    <a:pt x="128" y="97"/>
                  </a:lnTo>
                  <a:lnTo>
                    <a:pt x="129" y="75"/>
                  </a:lnTo>
                  <a:lnTo>
                    <a:pt x="131" y="51"/>
                  </a:lnTo>
                  <a:lnTo>
                    <a:pt x="132" y="26"/>
                  </a:lnTo>
                  <a:lnTo>
                    <a:pt x="134" y="0"/>
                  </a:lnTo>
                  <a:lnTo>
                    <a:pt x="128" y="4"/>
                  </a:lnTo>
                  <a:lnTo>
                    <a:pt x="125" y="7"/>
                  </a:lnTo>
                  <a:lnTo>
                    <a:pt x="119" y="11"/>
                  </a:lnTo>
                  <a:lnTo>
                    <a:pt x="115" y="13"/>
                  </a:lnTo>
                  <a:lnTo>
                    <a:pt x="109" y="16"/>
                  </a:lnTo>
                  <a:lnTo>
                    <a:pt x="104" y="18"/>
                  </a:lnTo>
                  <a:lnTo>
                    <a:pt x="98" y="20"/>
                  </a:lnTo>
                  <a:lnTo>
                    <a:pt x="94" y="22"/>
                  </a:lnTo>
                  <a:lnTo>
                    <a:pt x="88" y="24"/>
                  </a:lnTo>
                  <a:lnTo>
                    <a:pt x="82" y="26"/>
                  </a:lnTo>
                  <a:lnTo>
                    <a:pt x="76" y="28"/>
                  </a:lnTo>
                  <a:lnTo>
                    <a:pt x="72" y="28"/>
                  </a:lnTo>
                  <a:lnTo>
                    <a:pt x="66" y="29"/>
                  </a:lnTo>
                  <a:lnTo>
                    <a:pt x="60" y="29"/>
                  </a:lnTo>
                  <a:lnTo>
                    <a:pt x="54" y="29"/>
                  </a:lnTo>
                  <a:lnTo>
                    <a:pt x="51" y="28"/>
                  </a:lnTo>
                  <a:lnTo>
                    <a:pt x="50" y="32"/>
                  </a:lnTo>
                  <a:lnTo>
                    <a:pt x="51" y="38"/>
                  </a:lnTo>
                  <a:lnTo>
                    <a:pt x="53" y="47"/>
                  </a:lnTo>
                  <a:lnTo>
                    <a:pt x="56" y="61"/>
                  </a:lnTo>
                  <a:lnTo>
                    <a:pt x="58" y="77"/>
                  </a:lnTo>
                  <a:lnTo>
                    <a:pt x="60" y="95"/>
                  </a:lnTo>
                  <a:lnTo>
                    <a:pt x="61" y="115"/>
                  </a:lnTo>
                  <a:lnTo>
                    <a:pt x="62" y="137"/>
                  </a:lnTo>
                  <a:lnTo>
                    <a:pt x="61" y="163"/>
                  </a:lnTo>
                  <a:lnTo>
                    <a:pt x="59" y="190"/>
                  </a:lnTo>
                  <a:lnTo>
                    <a:pt x="54" y="218"/>
                  </a:lnTo>
                  <a:lnTo>
                    <a:pt x="49" y="247"/>
                  </a:lnTo>
                  <a:lnTo>
                    <a:pt x="41" y="278"/>
                  </a:lnTo>
                  <a:lnTo>
                    <a:pt x="30" y="308"/>
                  </a:lnTo>
                  <a:lnTo>
                    <a:pt x="16" y="339"/>
                  </a:lnTo>
                  <a:lnTo>
                    <a:pt x="0" y="371"/>
                  </a:lnTo>
                  <a:lnTo>
                    <a:pt x="0" y="371"/>
                  </a:lnTo>
                </a:path>
              </a:pathLst>
            </a:custGeom>
            <a:gradFill rotWithShape="0">
              <a:gsLst>
                <a:gs pos="0">
                  <a:srgbClr val="d2d2d2"/>
                </a:gs>
                <a:gs pos="100000">
                  <a:srgbClr val="000000"/>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89" name=""/>
            <p:cNvSpPr/>
            <p:nvPr/>
          </p:nvSpPr>
          <p:spPr>
            <a:xfrm>
              <a:off x="8059680" y="6380280"/>
              <a:ext cx="217440" cy="588960"/>
            </a:xfrm>
            <a:custGeom>
              <a:avLst/>
              <a:gdLst/>
              <a:ahLst/>
              <a:rect l="l" t="t" r="r" b="b"/>
              <a:pathLst>
                <a:path w="137" h="371">
                  <a:moveTo>
                    <a:pt x="0" y="0"/>
                  </a:moveTo>
                  <a:lnTo>
                    <a:pt x="23" y="25"/>
                  </a:lnTo>
                  <a:lnTo>
                    <a:pt x="39" y="46"/>
                  </a:lnTo>
                  <a:lnTo>
                    <a:pt x="54" y="66"/>
                  </a:lnTo>
                  <a:lnTo>
                    <a:pt x="67" y="87"/>
                  </a:lnTo>
                  <a:lnTo>
                    <a:pt x="80" y="107"/>
                  </a:lnTo>
                  <a:lnTo>
                    <a:pt x="89" y="128"/>
                  </a:lnTo>
                  <a:lnTo>
                    <a:pt x="98" y="147"/>
                  </a:lnTo>
                  <a:lnTo>
                    <a:pt x="106" y="168"/>
                  </a:lnTo>
                  <a:lnTo>
                    <a:pt x="114" y="188"/>
                  </a:lnTo>
                  <a:lnTo>
                    <a:pt x="118" y="209"/>
                  </a:lnTo>
                  <a:lnTo>
                    <a:pt x="124" y="230"/>
                  </a:lnTo>
                  <a:lnTo>
                    <a:pt x="126" y="253"/>
                  </a:lnTo>
                  <a:lnTo>
                    <a:pt x="130" y="274"/>
                  </a:lnTo>
                  <a:lnTo>
                    <a:pt x="131" y="298"/>
                  </a:lnTo>
                  <a:lnTo>
                    <a:pt x="133" y="321"/>
                  </a:lnTo>
                  <a:lnTo>
                    <a:pt x="134" y="346"/>
                  </a:lnTo>
                  <a:lnTo>
                    <a:pt x="136" y="370"/>
                  </a:lnTo>
                  <a:lnTo>
                    <a:pt x="131" y="368"/>
                  </a:lnTo>
                  <a:lnTo>
                    <a:pt x="126" y="364"/>
                  </a:lnTo>
                  <a:lnTo>
                    <a:pt x="120" y="362"/>
                  </a:lnTo>
                  <a:lnTo>
                    <a:pt x="117" y="359"/>
                  </a:lnTo>
                  <a:lnTo>
                    <a:pt x="111" y="357"/>
                  </a:lnTo>
                  <a:lnTo>
                    <a:pt x="105" y="354"/>
                  </a:lnTo>
                  <a:lnTo>
                    <a:pt x="99" y="352"/>
                  </a:lnTo>
                  <a:lnTo>
                    <a:pt x="95" y="349"/>
                  </a:lnTo>
                  <a:lnTo>
                    <a:pt x="89" y="348"/>
                  </a:lnTo>
                  <a:lnTo>
                    <a:pt x="83" y="346"/>
                  </a:lnTo>
                  <a:lnTo>
                    <a:pt x="78" y="345"/>
                  </a:lnTo>
                  <a:lnTo>
                    <a:pt x="73" y="343"/>
                  </a:lnTo>
                  <a:lnTo>
                    <a:pt x="67" y="343"/>
                  </a:lnTo>
                  <a:lnTo>
                    <a:pt x="61" y="342"/>
                  </a:lnTo>
                  <a:lnTo>
                    <a:pt x="55" y="342"/>
                  </a:lnTo>
                  <a:lnTo>
                    <a:pt x="51" y="342"/>
                  </a:lnTo>
                  <a:lnTo>
                    <a:pt x="51" y="340"/>
                  </a:lnTo>
                  <a:lnTo>
                    <a:pt x="52" y="334"/>
                  </a:lnTo>
                  <a:lnTo>
                    <a:pt x="53" y="325"/>
                  </a:lnTo>
                  <a:lnTo>
                    <a:pt x="57" y="311"/>
                  </a:lnTo>
                  <a:lnTo>
                    <a:pt x="59" y="296"/>
                  </a:lnTo>
                  <a:lnTo>
                    <a:pt x="61" y="278"/>
                  </a:lnTo>
                  <a:lnTo>
                    <a:pt x="62" y="257"/>
                  </a:lnTo>
                  <a:lnTo>
                    <a:pt x="63" y="233"/>
                  </a:lnTo>
                  <a:lnTo>
                    <a:pt x="62" y="209"/>
                  </a:lnTo>
                  <a:lnTo>
                    <a:pt x="60" y="182"/>
                  </a:lnTo>
                  <a:lnTo>
                    <a:pt x="56" y="155"/>
                  </a:lnTo>
                  <a:lnTo>
                    <a:pt x="51" y="125"/>
                  </a:lnTo>
                  <a:lnTo>
                    <a:pt x="41" y="94"/>
                  </a:lnTo>
                  <a:lnTo>
                    <a:pt x="30" y="63"/>
                  </a:lnTo>
                  <a:lnTo>
                    <a:pt x="17" y="33"/>
                  </a:lnTo>
                  <a:lnTo>
                    <a:pt x="0" y="0"/>
                  </a:lnTo>
                  <a:lnTo>
                    <a:pt x="0" y="0"/>
                  </a:lnTo>
                </a:path>
              </a:pathLst>
            </a:custGeom>
            <a:gradFill rotWithShape="0">
              <a:gsLst>
                <a:gs pos="0">
                  <a:srgbClr val="d2d2d2"/>
                </a:gs>
                <a:gs pos="100000">
                  <a:srgbClr val="000000"/>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90" name=""/>
            <p:cNvSpPr/>
            <p:nvPr/>
          </p:nvSpPr>
          <p:spPr>
            <a:xfrm>
              <a:off x="8426520" y="5140440"/>
              <a:ext cx="60120" cy="2020680"/>
            </a:xfrm>
            <a:custGeom>
              <a:avLst/>
              <a:gdLst/>
              <a:ahLst/>
              <a:rect l="l" t="t" r="r" b="b"/>
              <a:pathLst>
                <a:path w="38" h="1273">
                  <a:moveTo>
                    <a:pt x="37" y="1266"/>
                  </a:moveTo>
                  <a:lnTo>
                    <a:pt x="37" y="0"/>
                  </a:lnTo>
                  <a:lnTo>
                    <a:pt x="34" y="1"/>
                  </a:lnTo>
                  <a:lnTo>
                    <a:pt x="32" y="3"/>
                  </a:lnTo>
                  <a:lnTo>
                    <a:pt x="30" y="6"/>
                  </a:lnTo>
                  <a:lnTo>
                    <a:pt x="28" y="6"/>
                  </a:lnTo>
                  <a:lnTo>
                    <a:pt x="24" y="8"/>
                  </a:lnTo>
                  <a:lnTo>
                    <a:pt x="22" y="9"/>
                  </a:lnTo>
                  <a:lnTo>
                    <a:pt x="20" y="11"/>
                  </a:lnTo>
                  <a:lnTo>
                    <a:pt x="18" y="11"/>
                  </a:lnTo>
                  <a:lnTo>
                    <a:pt x="14" y="13"/>
                  </a:lnTo>
                  <a:lnTo>
                    <a:pt x="12" y="13"/>
                  </a:lnTo>
                  <a:lnTo>
                    <a:pt x="10" y="15"/>
                  </a:lnTo>
                  <a:lnTo>
                    <a:pt x="8" y="15"/>
                  </a:lnTo>
                  <a:lnTo>
                    <a:pt x="6" y="17"/>
                  </a:lnTo>
                  <a:lnTo>
                    <a:pt x="4" y="17"/>
                  </a:lnTo>
                  <a:lnTo>
                    <a:pt x="2" y="17"/>
                  </a:lnTo>
                  <a:lnTo>
                    <a:pt x="0" y="17"/>
                  </a:lnTo>
                  <a:lnTo>
                    <a:pt x="0" y="1266"/>
                  </a:lnTo>
                  <a:lnTo>
                    <a:pt x="0" y="1267"/>
                  </a:lnTo>
                  <a:lnTo>
                    <a:pt x="0" y="1268"/>
                  </a:lnTo>
                  <a:lnTo>
                    <a:pt x="1" y="1270"/>
                  </a:lnTo>
                  <a:lnTo>
                    <a:pt x="3" y="1272"/>
                  </a:lnTo>
                  <a:lnTo>
                    <a:pt x="6" y="1272"/>
                  </a:lnTo>
                  <a:lnTo>
                    <a:pt x="8" y="1272"/>
                  </a:lnTo>
                  <a:lnTo>
                    <a:pt x="12" y="1272"/>
                  </a:lnTo>
                  <a:lnTo>
                    <a:pt x="15" y="1272"/>
                  </a:lnTo>
                  <a:lnTo>
                    <a:pt x="19" y="1272"/>
                  </a:lnTo>
                  <a:lnTo>
                    <a:pt x="21" y="1272"/>
                  </a:lnTo>
                  <a:lnTo>
                    <a:pt x="25" y="1272"/>
                  </a:lnTo>
                  <a:lnTo>
                    <a:pt x="27" y="1272"/>
                  </a:lnTo>
                  <a:lnTo>
                    <a:pt x="31" y="1271"/>
                  </a:lnTo>
                  <a:lnTo>
                    <a:pt x="33" y="1271"/>
                  </a:lnTo>
                  <a:lnTo>
                    <a:pt x="36" y="1269"/>
                  </a:lnTo>
                  <a:lnTo>
                    <a:pt x="36" y="1268"/>
                  </a:lnTo>
                  <a:lnTo>
                    <a:pt x="37" y="1267"/>
                  </a:lnTo>
                  <a:lnTo>
                    <a:pt x="37" y="1266"/>
                  </a:lnTo>
                  <a:lnTo>
                    <a:pt x="37" y="1266"/>
                  </a:lnTo>
                </a:path>
              </a:pathLst>
            </a:custGeom>
            <a:solidFill>
              <a:srgbClr val="808080"/>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91" name=""/>
            <p:cNvSpPr/>
            <p:nvPr/>
          </p:nvSpPr>
          <p:spPr>
            <a:xfrm>
              <a:off x="7340760" y="4979880"/>
              <a:ext cx="1160280" cy="171720"/>
            </a:xfrm>
            <a:prstGeom prst="ellipse">
              <a:avLst/>
            </a:prstGeom>
            <a:gradFill rotWithShape="0">
              <a:gsLst>
                <a:gs pos="0">
                  <a:srgbClr val="c0c0c0"/>
                </a:gs>
                <a:gs pos="100000">
                  <a:srgbClr val="808080"/>
                </a:gs>
              </a:gsLst>
              <a:lin ang="10800000"/>
            </a:gra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392" name=""/>
            <p:cNvSpPr/>
            <p:nvPr/>
          </p:nvSpPr>
          <p:spPr>
            <a:xfrm>
              <a:off x="7340760" y="5059440"/>
              <a:ext cx="1161720" cy="154080"/>
            </a:xfrm>
            <a:custGeom>
              <a:avLst/>
              <a:gdLst/>
              <a:ahLst/>
              <a:rect l="l" t="t" r="r" b="b"/>
              <a:pathLst>
                <a:path w="732" h="97">
                  <a:moveTo>
                    <a:pt x="731" y="2"/>
                  </a:moveTo>
                  <a:lnTo>
                    <a:pt x="720" y="14"/>
                  </a:lnTo>
                  <a:lnTo>
                    <a:pt x="696" y="24"/>
                  </a:lnTo>
                  <a:lnTo>
                    <a:pt x="660" y="33"/>
                  </a:lnTo>
                  <a:lnTo>
                    <a:pt x="614" y="40"/>
                  </a:lnTo>
                  <a:lnTo>
                    <a:pt x="560" y="47"/>
                  </a:lnTo>
                  <a:lnTo>
                    <a:pt x="500" y="51"/>
                  </a:lnTo>
                  <a:lnTo>
                    <a:pt x="436" y="53"/>
                  </a:lnTo>
                  <a:lnTo>
                    <a:pt x="371" y="54"/>
                  </a:lnTo>
                  <a:lnTo>
                    <a:pt x="304" y="54"/>
                  </a:lnTo>
                  <a:lnTo>
                    <a:pt x="239" y="52"/>
                  </a:lnTo>
                  <a:lnTo>
                    <a:pt x="178" y="48"/>
                  </a:lnTo>
                  <a:lnTo>
                    <a:pt x="124" y="42"/>
                  </a:lnTo>
                  <a:lnTo>
                    <a:pt x="76" y="35"/>
                  </a:lnTo>
                  <a:lnTo>
                    <a:pt x="38" y="25"/>
                  </a:lnTo>
                  <a:lnTo>
                    <a:pt x="11" y="14"/>
                  </a:lnTo>
                  <a:lnTo>
                    <a:pt x="0" y="0"/>
                  </a:lnTo>
                  <a:lnTo>
                    <a:pt x="0" y="45"/>
                  </a:lnTo>
                  <a:lnTo>
                    <a:pt x="11" y="58"/>
                  </a:lnTo>
                  <a:lnTo>
                    <a:pt x="38" y="69"/>
                  </a:lnTo>
                  <a:lnTo>
                    <a:pt x="76" y="79"/>
                  </a:lnTo>
                  <a:lnTo>
                    <a:pt x="124" y="85"/>
                  </a:lnTo>
                  <a:lnTo>
                    <a:pt x="178" y="91"/>
                  </a:lnTo>
                  <a:lnTo>
                    <a:pt x="239" y="95"/>
                  </a:lnTo>
                  <a:lnTo>
                    <a:pt x="304" y="96"/>
                  </a:lnTo>
                  <a:lnTo>
                    <a:pt x="371" y="96"/>
                  </a:lnTo>
                  <a:lnTo>
                    <a:pt x="436" y="95"/>
                  </a:lnTo>
                  <a:lnTo>
                    <a:pt x="500" y="92"/>
                  </a:lnTo>
                  <a:lnTo>
                    <a:pt x="560" y="88"/>
                  </a:lnTo>
                  <a:lnTo>
                    <a:pt x="614" y="81"/>
                  </a:lnTo>
                  <a:lnTo>
                    <a:pt x="660" y="74"/>
                  </a:lnTo>
                  <a:lnTo>
                    <a:pt x="696" y="65"/>
                  </a:lnTo>
                  <a:lnTo>
                    <a:pt x="720" y="55"/>
                  </a:lnTo>
                  <a:lnTo>
                    <a:pt x="731" y="43"/>
                  </a:lnTo>
                  <a:lnTo>
                    <a:pt x="731" y="2"/>
                  </a:lnTo>
                  <a:lnTo>
                    <a:pt x="731" y="2"/>
                  </a:lnTo>
                </a:path>
              </a:pathLst>
            </a:custGeom>
            <a:solidFill>
              <a:srgbClr val="727272"/>
            </a:solidFill>
            <a:ln w="9360">
              <a:solidFill>
                <a:srgbClr val="80808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Tree>
  </p:cSld>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00"/>
            </a:gs>
            <a:gs pos="100000">
              <a:srgbClr val="000080"/>
            </a:gs>
          </a:gsLst>
          <a:lin ang="5400000"/>
        </a:gradFill>
      </p:bgPr>
    </p:bg>
    <p:spTree>
      <p:nvGrpSpPr>
        <p:cNvPr id="1" name=""/>
        <p:cNvGrpSpPr/>
        <p:nvPr/>
      </p:nvGrpSpPr>
      <p:grpSpPr>
        <a:xfrm>
          <a:off x="0" y="0"/>
          <a:ext cx="0" cy="0"/>
          <a:chOff x="0" y="0"/>
          <a:chExt cx="0" cy="0"/>
        </a:xfrm>
      </p:grpSpPr>
      <p:grpSp>
        <p:nvGrpSpPr>
          <p:cNvPr id="4393" name=""/>
          <p:cNvGrpSpPr/>
          <p:nvPr/>
        </p:nvGrpSpPr>
        <p:grpSpPr>
          <a:xfrm>
            <a:off x="538200" y="-7920"/>
            <a:ext cx="9456840" cy="8099280"/>
            <a:chOff x="538200" y="-7920"/>
            <a:chExt cx="9456840" cy="8099280"/>
          </a:xfrm>
        </p:grpSpPr>
        <p:sp>
          <p:nvSpPr>
            <p:cNvPr id="4394" name=""/>
            <p:cNvSpPr/>
            <p:nvPr/>
          </p:nvSpPr>
          <p:spPr>
            <a:xfrm flipV="1">
              <a:off x="1222200" y="-7920"/>
              <a:ext cx="8772840" cy="8099280"/>
            </a:xfrm>
            <a:prstGeom prst="roundRect">
              <a:avLst>
                <a:gd name="adj" fmla="val 0"/>
              </a:avLst>
            </a:prstGeom>
            <a:solidFill>
              <a:srgbClr val="000000"/>
            </a:solidFill>
            <a:ln w="31680">
              <a:solidFill>
                <a:srgbClr val="4040c2"/>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4395" name=""/>
            <p:cNvGrpSpPr/>
            <p:nvPr/>
          </p:nvGrpSpPr>
          <p:grpSpPr>
            <a:xfrm>
              <a:off x="538200" y="727200"/>
              <a:ext cx="1542960" cy="1599840"/>
              <a:chOff x="538200" y="727200"/>
              <a:chExt cx="1542960" cy="1599840"/>
            </a:xfrm>
          </p:grpSpPr>
          <p:sp>
            <p:nvSpPr>
              <p:cNvPr id="4396" name=""/>
              <p:cNvSpPr/>
              <p:nvPr/>
            </p:nvSpPr>
            <p:spPr>
              <a:xfrm flipV="1">
                <a:off x="604800" y="788040"/>
                <a:ext cx="1476360" cy="1538280"/>
              </a:xfrm>
              <a:custGeom>
                <a:avLst/>
                <a:gdLst>
                  <a:gd name="textAreaLeft" fmla="*/ 0 w 1476360"/>
                  <a:gd name="textAreaRight" fmla="*/ 1476720 w 1476360"/>
                  <a:gd name="textAreaTop" fmla="*/ -360 h 1538280"/>
                  <a:gd name="textAreaBottom" fmla="*/ 1538280 h 1538280"/>
                </a:gdLst>
                <a:ahLst/>
                <a:cxnLst/>
                <a:rect l="textAreaLeft" t="textAreaTop" r="textAreaRight" b="textAreaBottom"/>
                <a:pathLst>
                  <a:path w="21600" h="22506">
                    <a:moveTo>
                      <a:pt x="0" y="0"/>
                    </a:moveTo>
                    <a:arcTo wR="0" hR="0" stAng="16200000" swAng="-5400000"/>
                    <a:lnTo>
                      <a:pt x="0" y="22506"/>
                    </a:lnTo>
                    <a:arcTo wR="0" hR="0" stAng="10800000" swAng="-5400000"/>
                    <a:lnTo>
                      <a:pt x="21600" y="22506"/>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pic>
            <p:nvPicPr>
              <p:cNvPr id="4397" name="" descr=""/>
              <p:cNvPicPr/>
              <p:nvPr/>
            </p:nvPicPr>
            <p:blipFill>
              <a:blip r:embed="rId1"/>
              <a:stretch/>
            </p:blipFill>
            <p:spPr>
              <a:xfrm>
                <a:off x="568440" y="779400"/>
                <a:ext cx="1430280" cy="1460520"/>
              </a:xfrm>
              <a:prstGeom prst="rect">
                <a:avLst/>
              </a:prstGeom>
              <a:noFill/>
              <a:ln w="0">
                <a:noFill/>
              </a:ln>
            </p:spPr>
          </p:pic>
          <p:sp>
            <p:nvSpPr>
              <p:cNvPr id="4398" name=""/>
              <p:cNvSpPr/>
              <p:nvPr/>
            </p:nvSpPr>
            <p:spPr>
              <a:xfrm>
                <a:off x="1936800" y="758880"/>
                <a:ext cx="77760" cy="1485720"/>
              </a:xfrm>
              <a:custGeom>
                <a:avLst/>
                <a:gdLst/>
                <a:ahLst/>
                <a:rect l="l" t="t" r="r" b="b"/>
                <a:pathLst>
                  <a:path w="49" h="936">
                    <a:moveTo>
                      <a:pt x="1" y="906"/>
                    </a:moveTo>
                    <a:lnTo>
                      <a:pt x="48" y="935"/>
                    </a:lnTo>
                    <a:lnTo>
                      <a:pt x="47" y="0"/>
                    </a:lnTo>
                    <a:lnTo>
                      <a:pt x="0" y="16"/>
                    </a:lnTo>
                    <a:lnTo>
                      <a:pt x="1" y="906"/>
                    </a:lnTo>
                    <a:lnTo>
                      <a:pt x="1" y="906"/>
                    </a:lnTo>
                  </a:path>
                </a:pathLst>
              </a:custGeom>
              <a:solidFill>
                <a:srgbClr val="1f007f"/>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4399" name=""/>
              <p:cNvSpPr/>
              <p:nvPr/>
            </p:nvSpPr>
            <p:spPr>
              <a:xfrm flipV="1">
                <a:off x="538200" y="727200"/>
                <a:ext cx="74520" cy="1504800"/>
              </a:xfrm>
              <a:custGeom>
                <a:avLst/>
                <a:gdLst>
                  <a:gd name="textAreaLeft" fmla="*/ 0 w 74520"/>
                  <a:gd name="textAreaRight" fmla="*/ 74880 w 74520"/>
                  <a:gd name="textAreaTop" fmla="*/ 360 h 1504800"/>
                  <a:gd name="textAreaBottom" fmla="*/ 1505520 h 1504800"/>
                </a:gdLst>
                <a:ahLst/>
                <a:cxnLst/>
                <a:rect l="textAreaLeft" t="textAreaTop" r="textAreaRight" b="textAreaBottom"/>
                <a:pathLst>
                  <a:path w="21600" h="434181">
                    <a:moveTo>
                      <a:pt x="0" y="0"/>
                    </a:moveTo>
                    <a:arcTo wR="0" hR="0" stAng="16200000" swAng="-5400000"/>
                    <a:lnTo>
                      <a:pt x="0" y="434181"/>
                    </a:lnTo>
                    <a:arcTo wR="0" hR="0" stAng="10800000" swAng="-5400000"/>
                    <a:lnTo>
                      <a:pt x="21600" y="434181"/>
                    </a:lnTo>
                    <a:arcTo wR="0" hR="0" stAng="16200000" swAng="-5400000"/>
                    <a:lnTo>
                      <a:pt x="21600" y="0"/>
                    </a:lnTo>
                    <a:arcTo wR="0" hR="0" stAng="10800000" swAng="-5400000"/>
                    <a:close/>
                  </a:path>
                </a:pathLst>
              </a:custGeom>
              <a:solidFill>
                <a:srgbClr val="0000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4400" name=""/>
              <p:cNvSpPr/>
              <p:nvPr/>
            </p:nvSpPr>
            <p:spPr>
              <a:xfrm>
                <a:off x="546120" y="2189160"/>
                <a:ext cx="1471680" cy="55440"/>
              </a:xfrm>
              <a:custGeom>
                <a:avLst/>
                <a:gdLst/>
                <a:ahLst/>
                <a:rect l="l" t="t" r="r" b="b"/>
                <a:pathLst>
                  <a:path w="927" h="35">
                    <a:moveTo>
                      <a:pt x="42" y="0"/>
                    </a:moveTo>
                    <a:lnTo>
                      <a:pt x="0" y="32"/>
                    </a:lnTo>
                    <a:lnTo>
                      <a:pt x="926" y="34"/>
                    </a:lnTo>
                    <a:lnTo>
                      <a:pt x="889" y="1"/>
                    </a:lnTo>
                    <a:lnTo>
                      <a:pt x="42" y="0"/>
                    </a:lnTo>
                    <a:lnTo>
                      <a:pt x="42" y="0"/>
                    </a:lnTo>
                  </a:path>
                </a:pathLst>
              </a:custGeom>
              <a:solidFill>
                <a:srgbClr val="1f007f"/>
              </a:solidFill>
              <a:ln w="0">
                <a:noFill/>
              </a:ln>
            </p:spPr>
            <p:style>
              <a:lnRef idx="0"/>
              <a:fillRef idx="0"/>
              <a:effectRef idx="0"/>
              <a:fontRef idx="minor"/>
            </p:style>
            <p:txBody>
              <a:bodyPr lIns="90000" rIns="90000" tIns="8640" bIns="8640" anchor="t">
                <a:noAutofit/>
              </a:bodyPr>
              <a:p>
                <a:endParaRPr b="0" lang="en-IN" sz="2400" strike="noStrike" u="none">
                  <a:solidFill>
                    <a:srgbClr val="ffffff"/>
                  </a:solidFill>
                  <a:effectLst/>
                  <a:uFillTx/>
                  <a:latin typeface="Times New Roman"/>
                </a:endParaRPr>
              </a:p>
            </p:txBody>
          </p:sp>
          <p:sp>
            <p:nvSpPr>
              <p:cNvPr id="4401" name=""/>
              <p:cNvSpPr/>
              <p:nvPr/>
            </p:nvSpPr>
            <p:spPr>
              <a:xfrm>
                <a:off x="550800" y="746280"/>
                <a:ext cx="1467000" cy="42840"/>
              </a:xfrm>
              <a:custGeom>
                <a:avLst/>
                <a:gdLst/>
                <a:ahLst/>
                <a:rect l="l" t="t" r="r" b="b"/>
                <a:pathLst>
                  <a:path w="924" h="27">
                    <a:moveTo>
                      <a:pt x="40" y="26"/>
                    </a:moveTo>
                    <a:lnTo>
                      <a:pt x="0" y="0"/>
                    </a:lnTo>
                    <a:lnTo>
                      <a:pt x="923" y="0"/>
                    </a:lnTo>
                    <a:lnTo>
                      <a:pt x="883" y="26"/>
                    </a:lnTo>
                    <a:lnTo>
                      <a:pt x="40" y="26"/>
                    </a:lnTo>
                    <a:lnTo>
                      <a:pt x="40" y="26"/>
                    </a:lnTo>
                  </a:path>
                </a:pathLst>
              </a:custGeom>
              <a:solidFill>
                <a:srgbClr val="0000ff"/>
              </a:solidFill>
              <a:ln w="0">
                <a:noFill/>
              </a:ln>
            </p:spPr>
            <p:style>
              <a:lnRef idx="0"/>
              <a:fillRef idx="0"/>
              <a:effectRef idx="0"/>
              <a:fontRef idx="minor"/>
            </p:style>
            <p:txBody>
              <a:bodyPr lIns="90000" rIns="90000" tIns="-3960" bIns="-3960" anchor="t">
                <a:noAutofit/>
              </a:bodyPr>
              <a:p>
                <a:endParaRPr b="0" lang="en-IN" sz="2400" strike="noStrike" u="none">
                  <a:solidFill>
                    <a:srgbClr val="ffffff"/>
                  </a:solidFill>
                  <a:effectLst/>
                  <a:uFillTx/>
                  <a:latin typeface="Times New Roman"/>
                </a:endParaRPr>
              </a:p>
            </p:txBody>
          </p:sp>
          <p:sp>
            <p:nvSpPr>
              <p:cNvPr id="4402" name=""/>
              <p:cNvSpPr/>
              <p:nvPr/>
            </p:nvSpPr>
            <p:spPr>
              <a:xfrm>
                <a:off x="541440" y="731880"/>
                <a:ext cx="1458720" cy="1495440"/>
              </a:xfrm>
              <a:custGeom>
                <a:avLst/>
                <a:gdLst/>
                <a:ahLst/>
                <a:rect l="l" t="t" r="r" b="b"/>
                <a:pathLst>
                  <a:path w="919" h="942">
                    <a:moveTo>
                      <a:pt x="0" y="941"/>
                    </a:moveTo>
                    <a:lnTo>
                      <a:pt x="2" y="0"/>
                    </a:lnTo>
                    <a:lnTo>
                      <a:pt x="918" y="0"/>
                    </a:lnTo>
                  </a:path>
                </a:pathLst>
              </a:custGeom>
              <a:noFill/>
              <a:ln w="31680">
                <a:solidFill>
                  <a:srgbClr val="7f604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sp>
        <p:nvSpPr>
          <p:cNvPr id="4403" name="PlaceHolder 1"/>
          <p:cNvSpPr>
            <a:spLocks noGrp="1"/>
          </p:cNvSpPr>
          <p:nvPr>
            <p:ph/>
          </p:nvPr>
        </p:nvSpPr>
        <p:spPr>
          <a:xfrm>
            <a:off x="2198520" y="1009440"/>
            <a:ext cx="7831440" cy="944280"/>
          </a:xfrm>
          <a:prstGeom prst="rect">
            <a:avLst/>
          </a:prstGeom>
          <a:noFill/>
          <a:ln w="0">
            <a:noFill/>
          </a:ln>
        </p:spPr>
        <p:txBody>
          <a:bodyPr lIns="0" rIns="0" tIns="0" bIns="0" anchor="ctr">
            <a:normAutofit/>
          </a:bodyPr>
          <a:p>
            <a:pPr indent="0">
              <a:buNone/>
              <a:tabLst>
                <a:tab algn="l" pos="0"/>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1" lang="en-US" sz="4200" strike="noStrike" u="none">
                <a:solidFill>
                  <a:srgbClr val="ffe118"/>
                </a:solidFill>
                <a:effectLst/>
                <a:uFillTx/>
                <a:latin typeface="Times New Roman"/>
              </a:rPr>
              <a:t>CONCLUSIONS</a:t>
            </a:r>
            <a:endParaRPr b="0" lang="en-IN" sz="4200" strike="noStrike" u="none">
              <a:solidFill>
                <a:srgbClr val="ffffff"/>
              </a:solidFill>
              <a:effectLst/>
              <a:uFillTx/>
              <a:latin typeface="Times New Roman"/>
            </a:endParaRPr>
          </a:p>
        </p:txBody>
      </p:sp>
      <p:sp>
        <p:nvSpPr>
          <p:cNvPr id="4404" name=""/>
          <p:cNvSpPr/>
          <p:nvPr/>
        </p:nvSpPr>
        <p:spPr>
          <a:xfrm>
            <a:off x="1479600" y="2503440"/>
            <a:ext cx="4268880" cy="6246720"/>
          </a:xfrm>
          <a:prstGeom prst="rect">
            <a:avLst/>
          </a:prstGeom>
          <a:noFill/>
          <a:ln w="0">
            <a:noFill/>
          </a:ln>
        </p:spPr>
        <p:style>
          <a:lnRef idx="0"/>
          <a:fillRef idx="0"/>
          <a:effectRef idx="0"/>
          <a:fontRef idx="minor"/>
        </p:style>
        <p:txBody>
          <a:bodyPr lIns="0" rIns="0" tIns="0" bIns="0" anchor="t">
            <a:noAutofit/>
          </a:bodyPr>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No BSE  in US to date</a:t>
            </a:r>
            <a:endParaRPr b="0" lang="en-IN" sz="30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Continue conservative approach</a:t>
            </a:r>
            <a:endParaRPr b="0" lang="en-IN" sz="30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Continue and increase surveillance</a:t>
            </a:r>
            <a:endParaRPr b="0" lang="en-IN" sz="3000" strike="noStrike" u="none">
              <a:solidFill>
                <a:srgbClr val="ffffff"/>
              </a:solidFill>
              <a:effectLst/>
              <a:uFillTx/>
              <a:latin typeface="Times New Roman"/>
            </a:endParaRPr>
          </a:p>
          <a:p>
            <a:pPr marL="216000" indent="-216000">
              <a:buClr>
                <a:srgbClr val="100000"/>
              </a:buClr>
              <a:buSzPct val="90000"/>
              <a:buFont typeface="Monotype Sorts" charset="2"/>
              <a:buChar char=""/>
              <a:tabLst>
                <a:tab algn="l" pos="474840"/>
                <a:tab algn="l" pos="949320"/>
                <a:tab algn="l" pos="1424160"/>
                <a:tab algn="l" pos="1898640"/>
                <a:tab algn="l" pos="2373480"/>
                <a:tab algn="l" pos="2847960"/>
                <a:tab algn="l" pos="3322800"/>
                <a:tab algn="l" pos="3797280"/>
                <a:tab algn="l" pos="4272120"/>
                <a:tab algn="l" pos="4746600"/>
                <a:tab algn="l" pos="5221440"/>
                <a:tab algn="l" pos="5695920"/>
                <a:tab algn="l" pos="6170760"/>
                <a:tab algn="l" pos="6645240"/>
                <a:tab algn="l" pos="7120080"/>
                <a:tab algn="l" pos="7594560"/>
                <a:tab algn="l" pos="8069400"/>
                <a:tab algn="l" pos="8543880"/>
                <a:tab algn="l" pos="9018720"/>
                <a:tab algn="l" pos="9493200"/>
              </a:tabLst>
            </a:pPr>
            <a:r>
              <a:rPr b="0" lang="en-US" sz="3000" strike="noStrike" u="none">
                <a:solidFill>
                  <a:srgbClr val="ffffff"/>
                </a:solidFill>
                <a:effectLst/>
                <a:uFillTx/>
                <a:latin typeface="Times New Roman"/>
              </a:rPr>
              <a:t>Adjust as science and policy dictates</a:t>
            </a:r>
            <a:endParaRPr b="0" lang="en-IN" sz="3000" strike="noStrike" u="none">
              <a:solidFill>
                <a:srgbClr val="ffffff"/>
              </a:solidFill>
              <a:effectLst/>
              <a:uFillTx/>
              <a:latin typeface="Times New Roman"/>
            </a:endParaRPr>
          </a:p>
        </p:txBody>
      </p:sp>
      <p:pic>
        <p:nvPicPr>
          <p:cNvPr id="4405" name="" descr=""/>
          <p:cNvPicPr/>
          <p:nvPr/>
        </p:nvPicPr>
        <p:blipFill>
          <a:blip r:embed="rId2"/>
          <a:stretch/>
        </p:blipFill>
        <p:spPr>
          <a:xfrm>
            <a:off x="5748480" y="3516480"/>
            <a:ext cx="4065480" cy="3049560"/>
          </a:xfrm>
          <a:prstGeom prst="rect">
            <a:avLst/>
          </a:prstGeom>
          <a:noFill/>
          <a:ln w="0">
            <a:noFill/>
          </a:ln>
        </p:spPr>
      </p:pic>
    </p:spTree>
  </p:cSld>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2001-05-04T13:26:15Z</dcterms:created>
  <dc:creator>Government User</dc:creator>
  <dc:description/>
  <dc:language>en-IN</dc:language>
  <cp:lastModifiedBy>agpr23671</cp:lastModifiedBy>
  <dcterms:modified xsi:type="dcterms:W3CDTF">2003-07-07T14:45:32Z</dcterms:modified>
  <cp:revision>1</cp:revision>
  <dc:subject/>
  <dc:title>PowerPoint Presentation</dc:title>
</cp:coreProperties>
</file>